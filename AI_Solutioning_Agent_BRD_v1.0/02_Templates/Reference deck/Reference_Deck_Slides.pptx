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2"/>
  </p:notesMasterIdLst>
  <p:sldIdLst>
    <p:sldId id="940" r:id="rId2"/>
    <p:sldId id="438" r:id="rId3"/>
    <p:sldId id="381" r:id="rId4"/>
    <p:sldId id="397" r:id="rId5"/>
    <p:sldId id="900" r:id="rId6"/>
    <p:sldId id="901" r:id="rId7"/>
    <p:sldId id="518" r:id="rId8"/>
    <p:sldId id="921" r:id="rId9"/>
    <p:sldId id="510" r:id="rId10"/>
    <p:sldId id="506" r:id="rId11"/>
    <p:sldId id="902" r:id="rId12"/>
    <p:sldId id="903" r:id="rId13"/>
    <p:sldId id="904" r:id="rId14"/>
    <p:sldId id="905" r:id="rId15"/>
    <p:sldId id="906" r:id="rId16"/>
    <p:sldId id="907" r:id="rId17"/>
    <p:sldId id="908" r:id="rId18"/>
    <p:sldId id="909" r:id="rId19"/>
    <p:sldId id="910" r:id="rId20"/>
    <p:sldId id="911" r:id="rId21"/>
    <p:sldId id="912" r:id="rId22"/>
    <p:sldId id="913" r:id="rId23"/>
    <p:sldId id="914" r:id="rId24"/>
    <p:sldId id="915" r:id="rId25"/>
    <p:sldId id="916" r:id="rId26"/>
    <p:sldId id="917" r:id="rId27"/>
    <p:sldId id="918" r:id="rId28"/>
    <p:sldId id="919" r:id="rId29"/>
    <p:sldId id="920" r:id="rId30"/>
    <p:sldId id="922" r:id="rId31"/>
    <p:sldId id="924" r:id="rId32"/>
    <p:sldId id="926" r:id="rId33"/>
    <p:sldId id="928" r:id="rId34"/>
    <p:sldId id="930" r:id="rId35"/>
    <p:sldId id="932" r:id="rId36"/>
    <p:sldId id="934" r:id="rId37"/>
    <p:sldId id="936" r:id="rId38"/>
    <p:sldId id="938" r:id="rId39"/>
    <p:sldId id="413" r:id="rId40"/>
    <p:sldId id="459" r:id="rId4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17E6DF1-153C-4794-9ABA-FC2B8056A56F}" v="48" dt="2026-09-09T13:31:28.831"/>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9758" autoAdjust="0"/>
    <p:restoredTop sz="94660"/>
  </p:normalViewPr>
  <p:slideViewPr>
    <p:cSldViewPr snapToGrid="0">
      <p:cViewPr>
        <p:scale>
          <a:sx n="100" d="100"/>
          <a:sy n="100" d="100"/>
        </p:scale>
        <p:origin x="140" y="4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notesMaster" Target="notesMasters/notesMaster1.xml"/><Relationship Id="rId47" Type="http://schemas.microsoft.com/office/2016/11/relationships/changesInfo" Target="changesInfos/changesInfo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presProps" Target="presProps.xml"/><Relationship Id="rId48" Type="http://schemas.microsoft.com/office/2015/10/relationships/revisionInfo" Target="revisionInfo.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iyush   Singh" userId="aea3628b-9951-46a8-96d2-619f7f5d780a" providerId="ADAL" clId="{B856ABD7-05BA-400F-B2A4-BA95C500768F}"/>
    <pc:docChg chg="custSel addSld delSld modSld">
      <pc:chgData name="Piyush   Singh" userId="aea3628b-9951-46a8-96d2-619f7f5d780a" providerId="ADAL" clId="{B856ABD7-05BA-400F-B2A4-BA95C500768F}" dt="2026-09-09T13:36:20.893" v="63" actId="20577"/>
      <pc:docMkLst>
        <pc:docMk/>
      </pc:docMkLst>
      <pc:sldChg chg="add del">
        <pc:chgData name="Piyush   Singh" userId="aea3628b-9951-46a8-96d2-619f7f5d780a" providerId="ADAL" clId="{B856ABD7-05BA-400F-B2A4-BA95C500768F}" dt="2026-09-09T13:27:29.939" v="52" actId="47"/>
        <pc:sldMkLst>
          <pc:docMk/>
          <pc:sldMk cId="2633617859" sldId="376"/>
        </pc:sldMkLst>
      </pc:sldChg>
      <pc:sldChg chg="add modAnim">
        <pc:chgData name="Piyush   Singh" userId="aea3628b-9951-46a8-96d2-619f7f5d780a" providerId="ADAL" clId="{B856ABD7-05BA-400F-B2A4-BA95C500768F}" dt="2026-09-09T13:31:28.831" v="53"/>
        <pc:sldMkLst>
          <pc:docMk/>
          <pc:sldMk cId="2629432998" sldId="381"/>
        </pc:sldMkLst>
      </pc:sldChg>
      <pc:sldChg chg="modSp add mod">
        <pc:chgData name="Piyush   Singh" userId="aea3628b-9951-46a8-96d2-619f7f5d780a" providerId="ADAL" clId="{B856ABD7-05BA-400F-B2A4-BA95C500768F}" dt="2026-09-09T13:36:20.893" v="63" actId="20577"/>
        <pc:sldMkLst>
          <pc:docMk/>
          <pc:sldMk cId="1517423494" sldId="397"/>
        </pc:sldMkLst>
        <pc:spChg chg="mod">
          <ac:chgData name="Piyush   Singh" userId="aea3628b-9951-46a8-96d2-619f7f5d780a" providerId="ADAL" clId="{B856ABD7-05BA-400F-B2A4-BA95C500768F}" dt="2026-09-09T13:34:57.265" v="61" actId="20577"/>
          <ac:spMkLst>
            <pc:docMk/>
            <pc:sldMk cId="1517423494" sldId="397"/>
            <ac:spMk id="3" creationId="{C9460045-8991-23B2-8336-52941D874AB5}"/>
          </ac:spMkLst>
        </pc:spChg>
        <pc:spChg chg="mod">
          <ac:chgData name="Piyush   Singh" userId="aea3628b-9951-46a8-96d2-619f7f5d780a" providerId="ADAL" clId="{B856ABD7-05BA-400F-B2A4-BA95C500768F}" dt="2026-09-09T11:36:07.042" v="2" actId="27636"/>
          <ac:spMkLst>
            <pc:docMk/>
            <pc:sldMk cId="1517423494" sldId="397"/>
            <ac:spMk id="61" creationId="{4C48B0BE-E138-0602-7D02-4A605028897D}"/>
          </ac:spMkLst>
        </pc:spChg>
        <pc:spChg chg="mod">
          <ac:chgData name="Piyush   Singh" userId="aea3628b-9951-46a8-96d2-619f7f5d780a" providerId="ADAL" clId="{B856ABD7-05BA-400F-B2A4-BA95C500768F}" dt="2026-09-09T13:36:20.893" v="63" actId="20577"/>
          <ac:spMkLst>
            <pc:docMk/>
            <pc:sldMk cId="1517423494" sldId="397"/>
            <ac:spMk id="69" creationId="{663B24D2-70F9-BDCA-AA87-BD601D590B1A}"/>
          </ac:spMkLst>
        </pc:spChg>
        <pc:spChg chg="mod">
          <ac:chgData name="Piyush   Singh" userId="aea3628b-9951-46a8-96d2-619f7f5d780a" providerId="ADAL" clId="{B856ABD7-05BA-400F-B2A4-BA95C500768F}" dt="2026-09-09T11:36:07.044" v="3" actId="27636"/>
          <ac:spMkLst>
            <pc:docMk/>
            <pc:sldMk cId="1517423494" sldId="397"/>
            <ac:spMk id="78" creationId="{D8A25D9D-9F2E-9379-BFE4-148A30924B8B}"/>
          </ac:spMkLst>
        </pc:spChg>
        <pc:spChg chg="mod">
          <ac:chgData name="Piyush   Singh" userId="aea3628b-9951-46a8-96d2-619f7f5d780a" providerId="ADAL" clId="{B856ABD7-05BA-400F-B2A4-BA95C500768F}" dt="2026-09-09T11:36:07.037" v="1" actId="27636"/>
          <ac:spMkLst>
            <pc:docMk/>
            <pc:sldMk cId="1517423494" sldId="397"/>
            <ac:spMk id="79" creationId="{A106F968-F055-C62F-4FEE-710015FD8F84}"/>
          </ac:spMkLst>
        </pc:spChg>
      </pc:sldChg>
      <pc:sldChg chg="add">
        <pc:chgData name="Piyush   Singh" userId="aea3628b-9951-46a8-96d2-619f7f5d780a" providerId="ADAL" clId="{B856ABD7-05BA-400F-B2A4-BA95C500768F}" dt="2026-09-09T13:06:00.371" v="50"/>
        <pc:sldMkLst>
          <pc:docMk/>
          <pc:sldMk cId="1412365083" sldId="413"/>
        </pc:sldMkLst>
      </pc:sldChg>
      <pc:sldChg chg="add">
        <pc:chgData name="Piyush   Singh" userId="aea3628b-9951-46a8-96d2-619f7f5d780a" providerId="ADAL" clId="{B856ABD7-05BA-400F-B2A4-BA95C500768F}" dt="2026-09-09T11:36:32.354" v="4"/>
        <pc:sldMkLst>
          <pc:docMk/>
          <pc:sldMk cId="2426088349" sldId="438"/>
        </pc:sldMkLst>
      </pc:sldChg>
      <pc:sldChg chg="add">
        <pc:chgData name="Piyush   Singh" userId="aea3628b-9951-46a8-96d2-619f7f5d780a" providerId="ADAL" clId="{B856ABD7-05BA-400F-B2A4-BA95C500768F}" dt="2026-09-09T13:05:46.307" v="49"/>
        <pc:sldMkLst>
          <pc:docMk/>
          <pc:sldMk cId="2283388468" sldId="459"/>
        </pc:sldMkLst>
      </pc:sldChg>
      <pc:sldChg chg="add">
        <pc:chgData name="Piyush   Singh" userId="aea3628b-9951-46a8-96d2-619f7f5d780a" providerId="ADAL" clId="{B856ABD7-05BA-400F-B2A4-BA95C500768F}" dt="2026-09-09T12:31:47.383" v="10"/>
        <pc:sldMkLst>
          <pc:docMk/>
          <pc:sldMk cId="0" sldId="506"/>
        </pc:sldMkLst>
      </pc:sldChg>
      <pc:sldChg chg="add">
        <pc:chgData name="Piyush   Singh" userId="aea3628b-9951-46a8-96d2-619f7f5d780a" providerId="ADAL" clId="{B856ABD7-05BA-400F-B2A4-BA95C500768F}" dt="2026-09-09T12:31:31.565" v="9"/>
        <pc:sldMkLst>
          <pc:docMk/>
          <pc:sldMk cId="0" sldId="510"/>
        </pc:sldMkLst>
      </pc:sldChg>
      <pc:sldChg chg="add">
        <pc:chgData name="Piyush   Singh" userId="aea3628b-9951-46a8-96d2-619f7f5d780a" providerId="ADAL" clId="{B856ABD7-05BA-400F-B2A4-BA95C500768F}" dt="2026-09-09T12:01:07.987" v="8"/>
        <pc:sldMkLst>
          <pc:docMk/>
          <pc:sldMk cId="0" sldId="518"/>
        </pc:sldMkLst>
      </pc:sldChg>
      <pc:sldChg chg="modSp add mod">
        <pc:chgData name="Piyush   Singh" userId="aea3628b-9951-46a8-96d2-619f7f5d780a" providerId="ADAL" clId="{B856ABD7-05BA-400F-B2A4-BA95C500768F}" dt="2026-09-09T11:48:44.823" v="6" actId="27636"/>
        <pc:sldMkLst>
          <pc:docMk/>
          <pc:sldMk cId="4193732044" sldId="900"/>
        </pc:sldMkLst>
        <pc:spChg chg="mod">
          <ac:chgData name="Piyush   Singh" userId="aea3628b-9951-46a8-96d2-619f7f5d780a" providerId="ADAL" clId="{B856ABD7-05BA-400F-B2A4-BA95C500768F}" dt="2026-09-09T11:48:44.823" v="6" actId="27636"/>
          <ac:spMkLst>
            <pc:docMk/>
            <pc:sldMk cId="4193732044" sldId="900"/>
            <ac:spMk id="26" creationId="{87DED6F1-ABA4-2C95-9A72-B266270947DC}"/>
          </ac:spMkLst>
        </pc:spChg>
      </pc:sldChg>
      <pc:sldChg chg="add">
        <pc:chgData name="Piyush   Singh" userId="aea3628b-9951-46a8-96d2-619f7f5d780a" providerId="ADAL" clId="{B856ABD7-05BA-400F-B2A4-BA95C500768F}" dt="2026-09-09T11:55:02.572" v="7"/>
        <pc:sldMkLst>
          <pc:docMk/>
          <pc:sldMk cId="4006441906" sldId="901"/>
        </pc:sldMkLst>
      </pc:sldChg>
      <pc:sldChg chg="add">
        <pc:chgData name="Piyush   Singh" userId="aea3628b-9951-46a8-96d2-619f7f5d780a" providerId="ADAL" clId="{B856ABD7-05BA-400F-B2A4-BA95C500768F}" dt="2026-09-09T12:41:07.038" v="11"/>
        <pc:sldMkLst>
          <pc:docMk/>
          <pc:sldMk cId="0" sldId="902"/>
        </pc:sldMkLst>
      </pc:sldChg>
      <pc:sldChg chg="add">
        <pc:chgData name="Piyush   Singh" userId="aea3628b-9951-46a8-96d2-619f7f5d780a" providerId="ADAL" clId="{B856ABD7-05BA-400F-B2A4-BA95C500768F}" dt="2026-09-09T12:41:28.231" v="12"/>
        <pc:sldMkLst>
          <pc:docMk/>
          <pc:sldMk cId="0" sldId="903"/>
        </pc:sldMkLst>
      </pc:sldChg>
      <pc:sldChg chg="add">
        <pc:chgData name="Piyush   Singh" userId="aea3628b-9951-46a8-96d2-619f7f5d780a" providerId="ADAL" clId="{B856ABD7-05BA-400F-B2A4-BA95C500768F}" dt="2026-09-09T12:47:00.893" v="13"/>
        <pc:sldMkLst>
          <pc:docMk/>
          <pc:sldMk cId="0" sldId="904"/>
        </pc:sldMkLst>
      </pc:sldChg>
      <pc:sldChg chg="add">
        <pc:chgData name="Piyush   Singh" userId="aea3628b-9951-46a8-96d2-619f7f5d780a" providerId="ADAL" clId="{B856ABD7-05BA-400F-B2A4-BA95C500768F}" dt="2026-09-09T12:47:13.579" v="14"/>
        <pc:sldMkLst>
          <pc:docMk/>
          <pc:sldMk cId="0" sldId="905"/>
        </pc:sldMkLst>
      </pc:sldChg>
      <pc:sldChg chg="add">
        <pc:chgData name="Piyush   Singh" userId="aea3628b-9951-46a8-96d2-619f7f5d780a" providerId="ADAL" clId="{B856ABD7-05BA-400F-B2A4-BA95C500768F}" dt="2026-09-09T12:47:29.502" v="15"/>
        <pc:sldMkLst>
          <pc:docMk/>
          <pc:sldMk cId="0" sldId="906"/>
        </pc:sldMkLst>
      </pc:sldChg>
      <pc:sldChg chg="add">
        <pc:chgData name="Piyush   Singh" userId="aea3628b-9951-46a8-96d2-619f7f5d780a" providerId="ADAL" clId="{B856ABD7-05BA-400F-B2A4-BA95C500768F}" dt="2026-09-09T12:47:45.379" v="16"/>
        <pc:sldMkLst>
          <pc:docMk/>
          <pc:sldMk cId="0" sldId="907"/>
        </pc:sldMkLst>
      </pc:sldChg>
      <pc:sldChg chg="add">
        <pc:chgData name="Piyush   Singh" userId="aea3628b-9951-46a8-96d2-619f7f5d780a" providerId="ADAL" clId="{B856ABD7-05BA-400F-B2A4-BA95C500768F}" dt="2026-09-09T12:48:45.189" v="17"/>
        <pc:sldMkLst>
          <pc:docMk/>
          <pc:sldMk cId="0" sldId="908"/>
        </pc:sldMkLst>
      </pc:sldChg>
      <pc:sldChg chg="add">
        <pc:chgData name="Piyush   Singh" userId="aea3628b-9951-46a8-96d2-619f7f5d780a" providerId="ADAL" clId="{B856ABD7-05BA-400F-B2A4-BA95C500768F}" dt="2026-09-09T12:49:02.850" v="18"/>
        <pc:sldMkLst>
          <pc:docMk/>
          <pc:sldMk cId="0" sldId="909"/>
        </pc:sldMkLst>
      </pc:sldChg>
      <pc:sldChg chg="add">
        <pc:chgData name="Piyush   Singh" userId="aea3628b-9951-46a8-96d2-619f7f5d780a" providerId="ADAL" clId="{B856ABD7-05BA-400F-B2A4-BA95C500768F}" dt="2026-09-09T12:52:24.118" v="19"/>
        <pc:sldMkLst>
          <pc:docMk/>
          <pc:sldMk cId="0" sldId="910"/>
        </pc:sldMkLst>
      </pc:sldChg>
      <pc:sldChg chg="add">
        <pc:chgData name="Piyush   Singh" userId="aea3628b-9951-46a8-96d2-619f7f5d780a" providerId="ADAL" clId="{B856ABD7-05BA-400F-B2A4-BA95C500768F}" dt="2026-09-09T12:52:34.937" v="20"/>
        <pc:sldMkLst>
          <pc:docMk/>
          <pc:sldMk cId="0" sldId="911"/>
        </pc:sldMkLst>
      </pc:sldChg>
      <pc:sldChg chg="add">
        <pc:chgData name="Piyush   Singh" userId="aea3628b-9951-46a8-96d2-619f7f5d780a" providerId="ADAL" clId="{B856ABD7-05BA-400F-B2A4-BA95C500768F}" dt="2026-09-09T12:54:05.299" v="21"/>
        <pc:sldMkLst>
          <pc:docMk/>
          <pc:sldMk cId="0" sldId="912"/>
        </pc:sldMkLst>
      </pc:sldChg>
      <pc:sldChg chg="add">
        <pc:chgData name="Piyush   Singh" userId="aea3628b-9951-46a8-96d2-619f7f5d780a" providerId="ADAL" clId="{B856ABD7-05BA-400F-B2A4-BA95C500768F}" dt="2026-09-09T12:54:20.680" v="22"/>
        <pc:sldMkLst>
          <pc:docMk/>
          <pc:sldMk cId="0" sldId="913"/>
        </pc:sldMkLst>
      </pc:sldChg>
      <pc:sldChg chg="add">
        <pc:chgData name="Piyush   Singh" userId="aea3628b-9951-46a8-96d2-619f7f5d780a" providerId="ADAL" clId="{B856ABD7-05BA-400F-B2A4-BA95C500768F}" dt="2026-09-09T12:54:45.925" v="23"/>
        <pc:sldMkLst>
          <pc:docMk/>
          <pc:sldMk cId="0" sldId="914"/>
        </pc:sldMkLst>
      </pc:sldChg>
      <pc:sldChg chg="add">
        <pc:chgData name="Piyush   Singh" userId="aea3628b-9951-46a8-96d2-619f7f5d780a" providerId="ADAL" clId="{B856ABD7-05BA-400F-B2A4-BA95C500768F}" dt="2026-09-09T12:55:00.241" v="24"/>
        <pc:sldMkLst>
          <pc:docMk/>
          <pc:sldMk cId="0" sldId="915"/>
        </pc:sldMkLst>
      </pc:sldChg>
      <pc:sldChg chg="add">
        <pc:chgData name="Piyush   Singh" userId="aea3628b-9951-46a8-96d2-619f7f5d780a" providerId="ADAL" clId="{B856ABD7-05BA-400F-B2A4-BA95C500768F}" dt="2026-09-09T12:55:14.624" v="25"/>
        <pc:sldMkLst>
          <pc:docMk/>
          <pc:sldMk cId="0" sldId="916"/>
        </pc:sldMkLst>
      </pc:sldChg>
      <pc:sldChg chg="add">
        <pc:chgData name="Piyush   Singh" userId="aea3628b-9951-46a8-96d2-619f7f5d780a" providerId="ADAL" clId="{B856ABD7-05BA-400F-B2A4-BA95C500768F}" dt="2026-09-09T12:55:30.649" v="26"/>
        <pc:sldMkLst>
          <pc:docMk/>
          <pc:sldMk cId="0" sldId="917"/>
        </pc:sldMkLst>
      </pc:sldChg>
      <pc:sldChg chg="add">
        <pc:chgData name="Piyush   Singh" userId="aea3628b-9951-46a8-96d2-619f7f5d780a" providerId="ADAL" clId="{B856ABD7-05BA-400F-B2A4-BA95C500768F}" dt="2026-09-09T12:56:43.211" v="27"/>
        <pc:sldMkLst>
          <pc:docMk/>
          <pc:sldMk cId="0" sldId="918"/>
        </pc:sldMkLst>
      </pc:sldChg>
      <pc:sldChg chg="add">
        <pc:chgData name="Piyush   Singh" userId="aea3628b-9951-46a8-96d2-619f7f5d780a" providerId="ADAL" clId="{B856ABD7-05BA-400F-B2A4-BA95C500768F}" dt="2026-09-09T12:56:55.551" v="28"/>
        <pc:sldMkLst>
          <pc:docMk/>
          <pc:sldMk cId="0" sldId="919"/>
        </pc:sldMkLst>
      </pc:sldChg>
      <pc:sldChg chg="add">
        <pc:chgData name="Piyush   Singh" userId="aea3628b-9951-46a8-96d2-619f7f5d780a" providerId="ADAL" clId="{B856ABD7-05BA-400F-B2A4-BA95C500768F}" dt="2026-09-09T12:57:14.162" v="29"/>
        <pc:sldMkLst>
          <pc:docMk/>
          <pc:sldMk cId="0" sldId="920"/>
        </pc:sldMkLst>
      </pc:sldChg>
      <pc:sldChg chg="add">
        <pc:chgData name="Piyush   Singh" userId="aea3628b-9951-46a8-96d2-619f7f5d780a" providerId="ADAL" clId="{B856ABD7-05BA-400F-B2A4-BA95C500768F}" dt="2026-09-09T12:57:33.200" v="30"/>
        <pc:sldMkLst>
          <pc:docMk/>
          <pc:sldMk cId="0" sldId="921"/>
        </pc:sldMkLst>
      </pc:sldChg>
      <pc:sldChg chg="add">
        <pc:chgData name="Piyush   Singh" userId="aea3628b-9951-46a8-96d2-619f7f5d780a" providerId="ADAL" clId="{B856ABD7-05BA-400F-B2A4-BA95C500768F}" dt="2026-09-09T12:57:46.321" v="31"/>
        <pc:sldMkLst>
          <pc:docMk/>
          <pc:sldMk cId="0" sldId="922"/>
        </pc:sldMkLst>
      </pc:sldChg>
      <pc:sldChg chg="add">
        <pc:chgData name="Piyush   Singh" userId="aea3628b-9951-46a8-96d2-619f7f5d780a" providerId="ADAL" clId="{B856ABD7-05BA-400F-B2A4-BA95C500768F}" dt="2026-09-09T12:57:59.395" v="32"/>
        <pc:sldMkLst>
          <pc:docMk/>
          <pc:sldMk cId="0" sldId="923"/>
        </pc:sldMkLst>
      </pc:sldChg>
      <pc:sldChg chg="add">
        <pc:chgData name="Piyush   Singh" userId="aea3628b-9951-46a8-96d2-619f7f5d780a" providerId="ADAL" clId="{B856ABD7-05BA-400F-B2A4-BA95C500768F}" dt="2026-09-09T12:58:21.158" v="33"/>
        <pc:sldMkLst>
          <pc:docMk/>
          <pc:sldMk cId="0" sldId="924"/>
        </pc:sldMkLst>
      </pc:sldChg>
      <pc:sldChg chg="add">
        <pc:chgData name="Piyush   Singh" userId="aea3628b-9951-46a8-96d2-619f7f5d780a" providerId="ADAL" clId="{B856ABD7-05BA-400F-B2A4-BA95C500768F}" dt="2026-09-09T12:58:34.550" v="34"/>
        <pc:sldMkLst>
          <pc:docMk/>
          <pc:sldMk cId="0" sldId="925"/>
        </pc:sldMkLst>
      </pc:sldChg>
      <pc:sldChg chg="add">
        <pc:chgData name="Piyush   Singh" userId="aea3628b-9951-46a8-96d2-619f7f5d780a" providerId="ADAL" clId="{B856ABD7-05BA-400F-B2A4-BA95C500768F}" dt="2026-09-09T12:58:48.014" v="35"/>
        <pc:sldMkLst>
          <pc:docMk/>
          <pc:sldMk cId="0" sldId="926"/>
        </pc:sldMkLst>
      </pc:sldChg>
      <pc:sldChg chg="add">
        <pc:chgData name="Piyush   Singh" userId="aea3628b-9951-46a8-96d2-619f7f5d780a" providerId="ADAL" clId="{B856ABD7-05BA-400F-B2A4-BA95C500768F}" dt="2026-09-09T12:59:01.100" v="36"/>
        <pc:sldMkLst>
          <pc:docMk/>
          <pc:sldMk cId="0" sldId="927"/>
        </pc:sldMkLst>
      </pc:sldChg>
      <pc:sldChg chg="add">
        <pc:chgData name="Piyush   Singh" userId="aea3628b-9951-46a8-96d2-619f7f5d780a" providerId="ADAL" clId="{B856ABD7-05BA-400F-B2A4-BA95C500768F}" dt="2026-09-09T12:59:15.096" v="37"/>
        <pc:sldMkLst>
          <pc:docMk/>
          <pc:sldMk cId="0" sldId="928"/>
        </pc:sldMkLst>
      </pc:sldChg>
      <pc:sldChg chg="add">
        <pc:chgData name="Piyush   Singh" userId="aea3628b-9951-46a8-96d2-619f7f5d780a" providerId="ADAL" clId="{B856ABD7-05BA-400F-B2A4-BA95C500768F}" dt="2026-09-09T12:59:27.391" v="38"/>
        <pc:sldMkLst>
          <pc:docMk/>
          <pc:sldMk cId="0" sldId="929"/>
        </pc:sldMkLst>
      </pc:sldChg>
      <pc:sldChg chg="add">
        <pc:chgData name="Piyush   Singh" userId="aea3628b-9951-46a8-96d2-619f7f5d780a" providerId="ADAL" clId="{B856ABD7-05BA-400F-B2A4-BA95C500768F}" dt="2026-09-09T13:00:18.229" v="39"/>
        <pc:sldMkLst>
          <pc:docMk/>
          <pc:sldMk cId="0" sldId="930"/>
        </pc:sldMkLst>
      </pc:sldChg>
      <pc:sldChg chg="add">
        <pc:chgData name="Piyush   Singh" userId="aea3628b-9951-46a8-96d2-619f7f5d780a" providerId="ADAL" clId="{B856ABD7-05BA-400F-B2A4-BA95C500768F}" dt="2026-09-09T13:00:34.846" v="40"/>
        <pc:sldMkLst>
          <pc:docMk/>
          <pc:sldMk cId="0" sldId="931"/>
        </pc:sldMkLst>
      </pc:sldChg>
      <pc:sldChg chg="add">
        <pc:chgData name="Piyush   Singh" userId="aea3628b-9951-46a8-96d2-619f7f5d780a" providerId="ADAL" clId="{B856ABD7-05BA-400F-B2A4-BA95C500768F}" dt="2026-09-09T13:00:48.195" v="41"/>
        <pc:sldMkLst>
          <pc:docMk/>
          <pc:sldMk cId="0" sldId="932"/>
        </pc:sldMkLst>
      </pc:sldChg>
      <pc:sldChg chg="add">
        <pc:chgData name="Piyush   Singh" userId="aea3628b-9951-46a8-96d2-619f7f5d780a" providerId="ADAL" clId="{B856ABD7-05BA-400F-B2A4-BA95C500768F}" dt="2026-09-09T13:01:04.340" v="42"/>
        <pc:sldMkLst>
          <pc:docMk/>
          <pc:sldMk cId="0" sldId="933"/>
        </pc:sldMkLst>
      </pc:sldChg>
      <pc:sldChg chg="add">
        <pc:chgData name="Piyush   Singh" userId="aea3628b-9951-46a8-96d2-619f7f5d780a" providerId="ADAL" clId="{B856ABD7-05BA-400F-B2A4-BA95C500768F}" dt="2026-09-09T13:01:19.954" v="43"/>
        <pc:sldMkLst>
          <pc:docMk/>
          <pc:sldMk cId="0" sldId="934"/>
        </pc:sldMkLst>
      </pc:sldChg>
      <pc:sldChg chg="add">
        <pc:chgData name="Piyush   Singh" userId="aea3628b-9951-46a8-96d2-619f7f5d780a" providerId="ADAL" clId="{B856ABD7-05BA-400F-B2A4-BA95C500768F}" dt="2026-09-09T13:03:41.101" v="44"/>
        <pc:sldMkLst>
          <pc:docMk/>
          <pc:sldMk cId="0" sldId="935"/>
        </pc:sldMkLst>
      </pc:sldChg>
      <pc:sldChg chg="add">
        <pc:chgData name="Piyush   Singh" userId="aea3628b-9951-46a8-96d2-619f7f5d780a" providerId="ADAL" clId="{B856ABD7-05BA-400F-B2A4-BA95C500768F}" dt="2026-09-09T13:03:54.533" v="45"/>
        <pc:sldMkLst>
          <pc:docMk/>
          <pc:sldMk cId="0" sldId="936"/>
        </pc:sldMkLst>
      </pc:sldChg>
      <pc:sldChg chg="add">
        <pc:chgData name="Piyush   Singh" userId="aea3628b-9951-46a8-96d2-619f7f5d780a" providerId="ADAL" clId="{B856ABD7-05BA-400F-B2A4-BA95C500768F}" dt="2026-09-09T13:04:23.823" v="46"/>
        <pc:sldMkLst>
          <pc:docMk/>
          <pc:sldMk cId="0" sldId="937"/>
        </pc:sldMkLst>
      </pc:sldChg>
      <pc:sldChg chg="add">
        <pc:chgData name="Piyush   Singh" userId="aea3628b-9951-46a8-96d2-619f7f5d780a" providerId="ADAL" clId="{B856ABD7-05BA-400F-B2A4-BA95C500768F}" dt="2026-09-09T13:05:15.504" v="47"/>
        <pc:sldMkLst>
          <pc:docMk/>
          <pc:sldMk cId="0" sldId="938"/>
        </pc:sldMkLst>
      </pc:sldChg>
      <pc:sldChg chg="add">
        <pc:chgData name="Piyush   Singh" userId="aea3628b-9951-46a8-96d2-619f7f5d780a" providerId="ADAL" clId="{B856ABD7-05BA-400F-B2A4-BA95C500768F}" dt="2026-09-09T13:05:26.150" v="48"/>
        <pc:sldMkLst>
          <pc:docMk/>
          <pc:sldMk cId="0" sldId="939"/>
        </pc:sldMkLst>
      </pc:sldChg>
      <pc:sldChg chg="add">
        <pc:chgData name="Piyush   Singh" userId="aea3628b-9951-46a8-96d2-619f7f5d780a" providerId="ADAL" clId="{B856ABD7-05BA-400F-B2A4-BA95C500768F}" dt="2026-09-09T13:27:27.109" v="51"/>
        <pc:sldMkLst>
          <pc:docMk/>
          <pc:sldMk cId="2170117354" sldId="940"/>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02EA520-BDFE-4B88-9E77-3AA42124C510}" type="datetimeFigureOut">
              <a:rPr lang="en-IN" smtClean="0"/>
              <a:t>10-09-2026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920FB84-E3B9-42A3-9EC8-B89FCB861AC3}" type="slidenum">
              <a:rPr lang="en-IN" smtClean="0"/>
              <a:t>‹#›</a:t>
            </a:fld>
            <a:endParaRPr lang="en-IN"/>
          </a:p>
        </p:txBody>
      </p:sp>
    </p:spTree>
    <p:extLst>
      <p:ext uri="{BB962C8B-B14F-4D97-AF65-F5344CB8AC3E}">
        <p14:creationId xmlns:p14="http://schemas.microsoft.com/office/powerpoint/2010/main" val="8877815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4E87375-F4FB-43DF-8995-56F27915A591}" type="slidenum">
              <a:rPr lang="en-IN" smtClean="0"/>
              <a:t>2</a:t>
            </a:fld>
            <a:endParaRPr lang="en-IN"/>
          </a:p>
        </p:txBody>
      </p:sp>
    </p:spTree>
    <p:extLst>
      <p:ext uri="{BB962C8B-B14F-4D97-AF65-F5344CB8AC3E}">
        <p14:creationId xmlns:p14="http://schemas.microsoft.com/office/powerpoint/2010/main" val="3402642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17F0B8-474A-DF4B-F630-4CEC83E847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0202D1-C76E-D6F9-96EF-0750AEB6712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D6E6D01-088A-A4AF-CA5A-93FDCEF25BEE}"/>
              </a:ext>
            </a:extLst>
          </p:cNvPr>
          <p:cNvSpPr>
            <a:spLocks noGrp="1"/>
          </p:cNvSpPr>
          <p:nvPr>
            <p:ph type="body" idx="1"/>
          </p:nvPr>
        </p:nvSpPr>
        <p:spPr/>
        <p:txBody>
          <a:bodyPr/>
          <a:lstStyle/>
          <a:p>
            <a:r>
              <a:rPr lang="en-US"/>
              <a:t>Please share a template: Attached</a:t>
            </a:r>
          </a:p>
        </p:txBody>
      </p:sp>
      <p:sp>
        <p:nvSpPr>
          <p:cNvPr id="4" name="Slide Number Placeholder 3">
            <a:extLst>
              <a:ext uri="{FF2B5EF4-FFF2-40B4-BE49-F238E27FC236}">
                <a16:creationId xmlns:a16="http://schemas.microsoft.com/office/drawing/2014/main" id="{3C79DBBA-C71A-0D56-5796-F636DE242D00}"/>
              </a:ext>
            </a:extLst>
          </p:cNvPr>
          <p:cNvSpPr>
            <a:spLocks noGrp="1"/>
          </p:cNvSpPr>
          <p:nvPr>
            <p:ph type="sldNum" sz="quarter" idx="5"/>
          </p:nvPr>
        </p:nvSpPr>
        <p:spPr/>
        <p:txBody>
          <a:bodyPr/>
          <a:lstStyle/>
          <a:p>
            <a:fld id="{34E87375-F4FB-43DF-8995-56F27915A591}" type="slidenum">
              <a:rPr lang="en-IN" smtClean="0"/>
              <a:t>3</a:t>
            </a:fld>
            <a:endParaRPr lang="en-IN"/>
          </a:p>
        </p:txBody>
      </p:sp>
    </p:spTree>
    <p:extLst>
      <p:ext uri="{BB962C8B-B14F-4D97-AF65-F5344CB8AC3E}">
        <p14:creationId xmlns:p14="http://schemas.microsoft.com/office/powerpoint/2010/main" val="40775278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285487-38C1-A95D-2519-801A9332127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BB3E2B21-A00B-4762-D6E5-5EC98E2DF99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078B4F07-1C56-6165-419C-4C43F08032FA}"/>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24AE509D-C67A-C810-1B50-D9B181595A6A}"/>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C3540D5B-69BE-D1BD-1A01-07760A2DFAE4}"/>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338233504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AC7E71-9F64-A6D0-195D-86449F88705E}"/>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B71EC188-BD64-A152-F192-9FCB7154801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5B28F1CC-662E-78E7-46A8-55C04A19FBBF}"/>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DA87388F-7FE0-53C9-1944-981BF8E1A18F}"/>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DF102DFF-4E71-9FD1-FA92-2AC3DAA5E8DA}"/>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3611573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2EEDF0-F461-E10C-55F0-F8CAC0A38C3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AE69A9FB-EFDF-DAE2-6432-A78F06BF72F5}"/>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29F1551-12DC-5F58-01EF-67BA7A1EC96D}"/>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1F7A7265-73EF-92C7-E856-61E6028E4884}"/>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3224A0D1-54F8-20A6-A08F-E93E8D0693F7}"/>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7535655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0C5B78-5562-C8CE-9091-CCC2D495E85B}"/>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767E0799-9317-625B-91AE-F67C45FDE77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2A17AC81-88DE-E9A8-0A06-7434C24795E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7B9EC522-939D-99C5-6A9F-F5F117FD8C65}"/>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6" name="Footer Placeholder 5">
            <a:extLst>
              <a:ext uri="{FF2B5EF4-FFF2-40B4-BE49-F238E27FC236}">
                <a16:creationId xmlns:a16="http://schemas.microsoft.com/office/drawing/2014/main" id="{C18A2B4C-4868-7A05-04F7-89FA64BD6855}"/>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B275E6BD-D304-F6B7-0502-6AB8F8FEEEBE}"/>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387707160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4765-10C6-52C7-4984-5A8CC0DB132A}"/>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B9E08985-CE12-1B7D-9593-DABAB72DDB0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5640E02-C124-11D6-6EA9-387F4075783F}"/>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9075BFD9-0A0C-ACD4-6681-A262C029F6E2}"/>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16C0359-2272-9800-5104-FF2A1E738D6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2377E0BD-654E-2473-9C2B-550A33DEB726}"/>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8" name="Footer Placeholder 7">
            <a:extLst>
              <a:ext uri="{FF2B5EF4-FFF2-40B4-BE49-F238E27FC236}">
                <a16:creationId xmlns:a16="http://schemas.microsoft.com/office/drawing/2014/main" id="{3563FC7A-98DF-644A-8AFB-C39161545AC5}"/>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D2A66730-9159-3647-67D7-15AADAE7685D}"/>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389315515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931FED-1EEC-EFBA-19CB-0B4F4411A5B3}"/>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8AB1674A-8878-44E8-CBD0-5E116D89BA1A}"/>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4" name="Footer Placeholder 3">
            <a:extLst>
              <a:ext uri="{FF2B5EF4-FFF2-40B4-BE49-F238E27FC236}">
                <a16:creationId xmlns:a16="http://schemas.microsoft.com/office/drawing/2014/main" id="{B51DD002-943E-279B-F1F9-91C4AC0824C0}"/>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B81D699E-6A4E-72BD-4B86-64CAB24E86D5}"/>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1368912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1DDCCF4-900F-3603-6839-42C8DDB8444F}"/>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3" name="Footer Placeholder 2">
            <a:extLst>
              <a:ext uri="{FF2B5EF4-FFF2-40B4-BE49-F238E27FC236}">
                <a16:creationId xmlns:a16="http://schemas.microsoft.com/office/drawing/2014/main" id="{CAF1241A-5D11-FA6F-2887-B8C6E73FACB8}"/>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D09595CD-6990-A017-5BCD-50AED3DB598D}"/>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374476196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30F076-0115-C8A4-71B2-CA3597DFAA3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37E4AAB8-F391-EE96-A8F7-3B9A090CCA3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E22FAFB7-7C3C-07CF-E395-2095E8D7101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D3B1627-6920-1362-87C6-9A6E130A0310}"/>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6" name="Footer Placeholder 5">
            <a:extLst>
              <a:ext uri="{FF2B5EF4-FFF2-40B4-BE49-F238E27FC236}">
                <a16:creationId xmlns:a16="http://schemas.microsoft.com/office/drawing/2014/main" id="{DC06B808-B8AF-DEB9-C6F9-6CE58E148ACF}"/>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8186FEAB-56E9-BBA2-9FC0-87461F0A2B61}"/>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283808379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65F206-514C-A298-FD43-7C605F123E4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C74D61CB-91A2-1689-CD26-50DAAD43B58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1D72239A-85E8-A643-9FE5-1CE089074AA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8C541D4-2910-3A7D-3BE2-B2B30F3D892B}"/>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6" name="Footer Placeholder 5">
            <a:extLst>
              <a:ext uri="{FF2B5EF4-FFF2-40B4-BE49-F238E27FC236}">
                <a16:creationId xmlns:a16="http://schemas.microsoft.com/office/drawing/2014/main" id="{29FAD994-FF00-2239-6B55-D5D9AB1D477B}"/>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0F60D619-AB27-C56E-D29A-84C2C28FBCC9}"/>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240231024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840CBD-64B1-174C-F6A0-67D535839289}"/>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971F20CB-500D-B3CF-972D-DBF6CB80D11D}"/>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F8BC877B-94E6-024D-75DA-ED532EB37DC4}"/>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ED6A4DC4-0A2C-CA0F-7FA3-0DD035CBB904}"/>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C45E2232-5C8E-0B6C-CF22-2659778EDB35}"/>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124531586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A4E1F57-32B6-5CF0-FF66-1B5ADB155282}"/>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05493F23-A76E-764E-EFB4-BFF4D96B88A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405EB97C-7254-10FF-0B07-015E7E927CFC}"/>
              </a:ext>
            </a:extLst>
          </p:cNvPr>
          <p:cNvSpPr>
            <a:spLocks noGrp="1"/>
          </p:cNvSpPr>
          <p:nvPr>
            <p:ph type="dt" sz="half" idx="10"/>
          </p:nvPr>
        </p:nvSpPr>
        <p:spPr/>
        <p:txBody>
          <a:body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0D92FADA-7FC5-1948-9E8B-374A8FE0D812}"/>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7C75D4F1-8056-05ED-452D-F0DBD0519BFA}"/>
              </a:ext>
            </a:extLst>
          </p:cNvPr>
          <p:cNvSpPr>
            <a:spLocks noGrp="1"/>
          </p:cNvSpPr>
          <p:nvPr>
            <p:ph type="sldNum" sz="quarter" idx="12"/>
          </p:nvPr>
        </p:nvSpPr>
        <p:spPr/>
        <p:txBody>
          <a:bodyPr/>
          <a:lstStyle/>
          <a:p>
            <a:fld id="{8ED7E450-DE53-4F42-B232-E8EC8F3203AC}" type="slidenum">
              <a:rPr lang="en-IN" smtClean="0"/>
              <a:t>‹#›</a:t>
            </a:fld>
            <a:endParaRPr lang="en-IN"/>
          </a:p>
        </p:txBody>
      </p:sp>
    </p:spTree>
    <p:extLst>
      <p:ext uri="{BB962C8B-B14F-4D97-AF65-F5344CB8AC3E}">
        <p14:creationId xmlns:p14="http://schemas.microsoft.com/office/powerpoint/2010/main" val="856113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6309946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22BF836-FA20-BB88-2860-DA59A519FAC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1B11FA08-D777-4A21-03FE-D6E2156494F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38151FE8-E4C9-B392-98D2-739865EC7D3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A053696B-DF73-4781-B26A-E7A9148E8D98}" type="datetimeFigureOut">
              <a:rPr lang="en-IN" smtClean="0"/>
              <a:t>10-09-2026</a:t>
            </a:fld>
            <a:endParaRPr lang="en-IN"/>
          </a:p>
        </p:txBody>
      </p:sp>
      <p:sp>
        <p:nvSpPr>
          <p:cNvPr id="5" name="Footer Placeholder 4">
            <a:extLst>
              <a:ext uri="{FF2B5EF4-FFF2-40B4-BE49-F238E27FC236}">
                <a16:creationId xmlns:a16="http://schemas.microsoft.com/office/drawing/2014/main" id="{649F8887-4547-0C56-73C3-37F14CB766B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IN"/>
          </a:p>
        </p:txBody>
      </p:sp>
      <p:sp>
        <p:nvSpPr>
          <p:cNvPr id="6" name="Slide Number Placeholder 5">
            <a:extLst>
              <a:ext uri="{FF2B5EF4-FFF2-40B4-BE49-F238E27FC236}">
                <a16:creationId xmlns:a16="http://schemas.microsoft.com/office/drawing/2014/main" id="{49E9A668-3DFF-155B-415F-06815C126F9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8ED7E450-DE53-4F42-B232-E8EC8F3203AC}" type="slidenum">
              <a:rPr lang="en-IN" smtClean="0"/>
              <a:t>‹#›</a:t>
            </a:fld>
            <a:endParaRPr lang="en-IN"/>
          </a:p>
        </p:txBody>
      </p:sp>
    </p:spTree>
    <p:extLst>
      <p:ext uri="{BB962C8B-B14F-4D97-AF65-F5344CB8AC3E}">
        <p14:creationId xmlns:p14="http://schemas.microsoft.com/office/powerpoint/2010/main" val="59497989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8" Type="http://schemas.openxmlformats.org/officeDocument/2006/relationships/hyperlink" Target="https://www.rocknetworks.com/we-achieved-iso-9001-2015-standard-heres-why-it-matters/" TargetMode="External"/><Relationship Id="rId13" Type="http://schemas.openxmlformats.org/officeDocument/2006/relationships/image" Target="../media/image11.png"/><Relationship Id="rId18" Type="http://schemas.openxmlformats.org/officeDocument/2006/relationships/image" Target="../media/image16.svg"/><Relationship Id="rId3" Type="http://schemas.openxmlformats.org/officeDocument/2006/relationships/image" Target="../media/image4.svg"/><Relationship Id="rId21" Type="http://schemas.openxmlformats.org/officeDocument/2006/relationships/image" Target="../media/image3.png"/><Relationship Id="rId7" Type="http://schemas.openxmlformats.org/officeDocument/2006/relationships/image" Target="../media/image8.jpeg"/><Relationship Id="rId12" Type="http://schemas.openxmlformats.org/officeDocument/2006/relationships/hyperlink" Target="https://www.appointmentreminders.com/reminder-services/reminder-services_hipaa-compliant/" TargetMode="External"/><Relationship Id="rId17" Type="http://schemas.openxmlformats.org/officeDocument/2006/relationships/image" Target="../media/image15.svg"/><Relationship Id="rId2" Type="http://schemas.openxmlformats.org/officeDocument/2006/relationships/notesSlide" Target="../notesSlides/notesSlide1.xml"/><Relationship Id="rId16" Type="http://schemas.openxmlformats.org/officeDocument/2006/relationships/image" Target="../media/image14.svg"/><Relationship Id="rId20" Type="http://schemas.openxmlformats.org/officeDocument/2006/relationships/image" Target="../media/image18.svg"/><Relationship Id="rId1" Type="http://schemas.openxmlformats.org/officeDocument/2006/relationships/slideLayout" Target="../slideLayouts/slideLayout1.xml"/><Relationship Id="rId6" Type="http://schemas.openxmlformats.org/officeDocument/2006/relationships/image" Target="../media/image7.jpeg"/><Relationship Id="rId11" Type="http://schemas.openxmlformats.org/officeDocument/2006/relationships/image" Target="../media/image10.jpeg"/><Relationship Id="rId5" Type="http://schemas.openxmlformats.org/officeDocument/2006/relationships/image" Target="../media/image6.png"/><Relationship Id="rId15" Type="http://schemas.openxmlformats.org/officeDocument/2006/relationships/image" Target="../media/image13.svg"/><Relationship Id="rId10" Type="http://schemas.openxmlformats.org/officeDocument/2006/relationships/hyperlink" Target="https://www.ebsta.com/blog/iso-27001-certified/" TargetMode="External"/><Relationship Id="rId19" Type="http://schemas.openxmlformats.org/officeDocument/2006/relationships/image" Target="../media/image17.png"/><Relationship Id="rId4" Type="http://schemas.openxmlformats.org/officeDocument/2006/relationships/image" Target="../media/image5.png"/><Relationship Id="rId9" Type="http://schemas.openxmlformats.org/officeDocument/2006/relationships/image" Target="../media/image9.jpeg"/><Relationship Id="rId14" Type="http://schemas.openxmlformats.org/officeDocument/2006/relationships/image" Target="../media/image12.png"/></Relationships>
</file>

<file path=ppt/slides/_rels/slide3.xml.rels><?xml version="1.0" encoding="UTF-8" standalone="yes"?>
<Relationships xmlns="http://schemas.openxmlformats.org/package/2006/relationships"><Relationship Id="rId8" Type="http://schemas.openxmlformats.org/officeDocument/2006/relationships/image" Target="../media/image23.jpeg"/><Relationship Id="rId13" Type="http://schemas.openxmlformats.org/officeDocument/2006/relationships/image" Target="../media/image28.jpeg"/><Relationship Id="rId18" Type="http://schemas.openxmlformats.org/officeDocument/2006/relationships/image" Target="../media/image33.png"/><Relationship Id="rId3" Type="http://schemas.openxmlformats.org/officeDocument/2006/relationships/image" Target="../media/image19.jpeg"/><Relationship Id="rId21" Type="http://schemas.openxmlformats.org/officeDocument/2006/relationships/image" Target="../media/image36.png"/><Relationship Id="rId7" Type="http://schemas.openxmlformats.org/officeDocument/2006/relationships/image" Target="../media/image22.jpeg"/><Relationship Id="rId12" Type="http://schemas.openxmlformats.org/officeDocument/2006/relationships/image" Target="../media/image27.png"/><Relationship Id="rId17" Type="http://schemas.openxmlformats.org/officeDocument/2006/relationships/image" Target="../media/image32.jpeg"/><Relationship Id="rId2" Type="http://schemas.openxmlformats.org/officeDocument/2006/relationships/notesSlide" Target="../notesSlides/notesSlide2.xml"/><Relationship Id="rId16" Type="http://schemas.openxmlformats.org/officeDocument/2006/relationships/image" Target="../media/image31.png"/><Relationship Id="rId20"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image" Target="../media/image21.jpeg"/><Relationship Id="rId11" Type="http://schemas.openxmlformats.org/officeDocument/2006/relationships/image" Target="../media/image26.jpeg"/><Relationship Id="rId5" Type="http://schemas.openxmlformats.org/officeDocument/2006/relationships/hyperlink" Target="https://www.linkedin.com/in/saurabhgoenka/overlay/about-this-profile/" TargetMode="External"/><Relationship Id="rId15" Type="http://schemas.openxmlformats.org/officeDocument/2006/relationships/image" Target="../media/image30.jpeg"/><Relationship Id="rId10" Type="http://schemas.openxmlformats.org/officeDocument/2006/relationships/image" Target="../media/image25.png"/><Relationship Id="rId19" Type="http://schemas.openxmlformats.org/officeDocument/2006/relationships/image" Target="../media/image34.png"/><Relationship Id="rId4" Type="http://schemas.openxmlformats.org/officeDocument/2006/relationships/image" Target="../media/image20.jpeg"/><Relationship Id="rId9" Type="http://schemas.openxmlformats.org/officeDocument/2006/relationships/image" Target="../media/image24.jpeg"/><Relationship Id="rId14" Type="http://schemas.openxmlformats.org/officeDocument/2006/relationships/image" Target="../media/image29.jpeg"/><Relationship Id="rId22" Type="http://schemas.openxmlformats.org/officeDocument/2006/relationships/image" Target="../media/image37.jpeg"/></Relationships>
</file>

<file path=ppt/slides/_rels/slide4.xml.rels><?xml version="1.0" encoding="UTF-8" standalone="yes"?>
<Relationships xmlns="http://schemas.openxmlformats.org/package/2006/relationships"><Relationship Id="rId8" Type="http://schemas.openxmlformats.org/officeDocument/2006/relationships/image" Target="../media/image44.svg"/><Relationship Id="rId3" Type="http://schemas.openxmlformats.org/officeDocument/2006/relationships/image" Target="../media/image39.svg"/><Relationship Id="rId7" Type="http://schemas.openxmlformats.org/officeDocument/2006/relationships/image" Target="../media/image43.svg"/><Relationship Id="rId2" Type="http://schemas.openxmlformats.org/officeDocument/2006/relationships/image" Target="../media/image38.jpeg"/><Relationship Id="rId1" Type="http://schemas.openxmlformats.org/officeDocument/2006/relationships/slideLayout" Target="../slideLayouts/slideLayout7.xml"/><Relationship Id="rId6" Type="http://schemas.openxmlformats.org/officeDocument/2006/relationships/image" Target="../media/image42.svg"/><Relationship Id="rId5" Type="http://schemas.openxmlformats.org/officeDocument/2006/relationships/image" Target="../media/image41.svg"/><Relationship Id="rId10" Type="http://schemas.openxmlformats.org/officeDocument/2006/relationships/image" Target="../media/image31.png"/><Relationship Id="rId4" Type="http://schemas.openxmlformats.org/officeDocument/2006/relationships/image" Target="../media/image40.svg"/><Relationship Id="rId9" Type="http://schemas.openxmlformats.org/officeDocument/2006/relationships/image" Target="../media/image45.svg"/></Relationships>
</file>

<file path=ppt/slides/_rels/slide5.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image" Target="../media/image46.jpeg"/><Relationship Id="rId1" Type="http://schemas.openxmlformats.org/officeDocument/2006/relationships/slideLayout" Target="../slideLayouts/slideLayout1.xml"/><Relationship Id="rId6" Type="http://schemas.openxmlformats.org/officeDocument/2006/relationships/image" Target="../media/image49.svg"/><Relationship Id="rId5" Type="http://schemas.openxmlformats.org/officeDocument/2006/relationships/image" Target="../media/image31.png"/><Relationship Id="rId4" Type="http://schemas.openxmlformats.org/officeDocument/2006/relationships/image" Target="../media/image48.jpeg"/></Relationships>
</file>

<file path=ppt/slides/_rels/slide6.xml.rels><?xml version="1.0" encoding="UTF-8" standalone="yes"?>
<Relationships xmlns="http://schemas.openxmlformats.org/package/2006/relationships"><Relationship Id="rId8" Type="http://schemas.openxmlformats.org/officeDocument/2006/relationships/image" Target="../media/image56.svg"/><Relationship Id="rId3" Type="http://schemas.openxmlformats.org/officeDocument/2006/relationships/image" Target="../media/image51.svg"/><Relationship Id="rId7" Type="http://schemas.openxmlformats.org/officeDocument/2006/relationships/image" Target="../media/image55.svg"/><Relationship Id="rId12" Type="http://schemas.microsoft.com/office/2007/relationships/hdphoto" Target="../media/hdphoto1.wdp"/><Relationship Id="rId2" Type="http://schemas.openxmlformats.org/officeDocument/2006/relationships/image" Target="../media/image50.jpeg"/><Relationship Id="rId1" Type="http://schemas.openxmlformats.org/officeDocument/2006/relationships/slideLayout" Target="../slideLayouts/slideLayout1.xml"/><Relationship Id="rId6" Type="http://schemas.openxmlformats.org/officeDocument/2006/relationships/image" Target="../media/image54.svg"/><Relationship Id="rId11" Type="http://schemas.openxmlformats.org/officeDocument/2006/relationships/image" Target="../media/image59.png"/><Relationship Id="rId5" Type="http://schemas.openxmlformats.org/officeDocument/2006/relationships/image" Target="../media/image53.svg"/><Relationship Id="rId10" Type="http://schemas.openxmlformats.org/officeDocument/2006/relationships/image" Target="../media/image58.svg"/><Relationship Id="rId4" Type="http://schemas.openxmlformats.org/officeDocument/2006/relationships/image" Target="../media/image52.svg"/><Relationship Id="rId9" Type="http://schemas.openxmlformats.org/officeDocument/2006/relationships/image" Target="../media/image57.sv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4.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1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5.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12.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6.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1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7.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16.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8.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18.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9.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2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0.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2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1.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2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26.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3.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28.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4.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0.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5.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1.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6.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2.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7.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3.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8.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4.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9.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5.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20.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6.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21.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22.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8.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23.xml"/><Relationship Id="rId1" Type="http://schemas.openxmlformats.org/officeDocument/2006/relationships/slideLayout" Target="../slideLayouts/slideLayout12.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39.xml.rels><?xml version="1.0" encoding="UTF-8" standalone="yes"?>
<Relationships xmlns="http://schemas.openxmlformats.org/package/2006/relationships"><Relationship Id="rId13" Type="http://schemas.openxmlformats.org/officeDocument/2006/relationships/image" Target="../media/image90.png"/><Relationship Id="rId18" Type="http://schemas.openxmlformats.org/officeDocument/2006/relationships/hyperlink" Target="https://ai-infrastructure.org/logo/amazon-sagemaker/" TargetMode="External"/><Relationship Id="rId26" Type="http://schemas.openxmlformats.org/officeDocument/2006/relationships/image" Target="../media/image100.jpeg"/><Relationship Id="rId39" Type="http://schemas.openxmlformats.org/officeDocument/2006/relationships/image" Target="../media/image109.png"/><Relationship Id="rId21" Type="http://schemas.openxmlformats.org/officeDocument/2006/relationships/image" Target="../media/image95.png"/><Relationship Id="rId34" Type="http://schemas.openxmlformats.org/officeDocument/2006/relationships/image" Target="../media/image106.png"/><Relationship Id="rId42" Type="http://schemas.openxmlformats.org/officeDocument/2006/relationships/image" Target="../media/image111.png"/><Relationship Id="rId47" Type="http://schemas.openxmlformats.org/officeDocument/2006/relationships/hyperlink" Target="https://www.pega.com/about/media-resources" TargetMode="External"/><Relationship Id="rId7" Type="http://schemas.openxmlformats.org/officeDocument/2006/relationships/image" Target="../media/image86.png"/><Relationship Id="rId2" Type="http://schemas.openxmlformats.org/officeDocument/2006/relationships/image" Target="../media/image81.jpeg"/><Relationship Id="rId16" Type="http://schemas.openxmlformats.org/officeDocument/2006/relationships/hyperlink" Target="https://netforemost.com/google-vertex-ai-the-next-frontier-in-ai-powered-innovation/" TargetMode="External"/><Relationship Id="rId29" Type="http://schemas.openxmlformats.org/officeDocument/2006/relationships/hyperlink" Target="https://thehotskills.com/mongodb-overview/" TargetMode="External"/><Relationship Id="rId11" Type="http://schemas.openxmlformats.org/officeDocument/2006/relationships/image" Target="../media/image88.png"/><Relationship Id="rId24" Type="http://schemas.openxmlformats.org/officeDocument/2006/relationships/image" Target="../media/image98.png"/><Relationship Id="rId32" Type="http://schemas.openxmlformats.org/officeDocument/2006/relationships/image" Target="../media/image104.png"/><Relationship Id="rId37" Type="http://schemas.openxmlformats.org/officeDocument/2006/relationships/image" Target="../media/image108.png"/><Relationship Id="rId40" Type="http://schemas.openxmlformats.org/officeDocument/2006/relationships/hyperlink" Target="https://logos-world.net/workday-logo/" TargetMode="External"/><Relationship Id="rId45" Type="http://schemas.openxmlformats.org/officeDocument/2006/relationships/image" Target="../media/image114.png"/><Relationship Id="rId5" Type="http://schemas.openxmlformats.org/officeDocument/2006/relationships/image" Target="../media/image84.png"/><Relationship Id="rId15" Type="http://schemas.openxmlformats.org/officeDocument/2006/relationships/image" Target="../media/image92.jpeg"/><Relationship Id="rId23" Type="http://schemas.openxmlformats.org/officeDocument/2006/relationships/image" Target="../media/image97.png"/><Relationship Id="rId28" Type="http://schemas.openxmlformats.org/officeDocument/2006/relationships/image" Target="../media/image101.png"/><Relationship Id="rId36" Type="http://schemas.openxmlformats.org/officeDocument/2006/relationships/hyperlink" Target="https://logodix.com/databricks" TargetMode="External"/><Relationship Id="rId49" Type="http://schemas.openxmlformats.org/officeDocument/2006/relationships/hyperlink" Target="https://www.pinterest.ph/pin/hyperscience-logo--268456827779461856/" TargetMode="External"/><Relationship Id="rId10" Type="http://schemas.openxmlformats.org/officeDocument/2006/relationships/hyperlink" Target="https://info.neteris.com/oracle-cloud-infrastructure" TargetMode="External"/><Relationship Id="rId19" Type="http://schemas.openxmlformats.org/officeDocument/2006/relationships/image" Target="../media/image94.jpeg"/><Relationship Id="rId31" Type="http://schemas.openxmlformats.org/officeDocument/2006/relationships/image" Target="../media/image103.png"/><Relationship Id="rId44" Type="http://schemas.openxmlformats.org/officeDocument/2006/relationships/image" Target="../media/image113.png"/><Relationship Id="rId4" Type="http://schemas.openxmlformats.org/officeDocument/2006/relationships/image" Target="../media/image83.png"/><Relationship Id="rId9" Type="http://schemas.openxmlformats.org/officeDocument/2006/relationships/image" Target="../media/image87.png"/><Relationship Id="rId14" Type="http://schemas.openxmlformats.org/officeDocument/2006/relationships/image" Target="../media/image91.png"/><Relationship Id="rId22" Type="http://schemas.openxmlformats.org/officeDocument/2006/relationships/image" Target="../media/image96.png"/><Relationship Id="rId27" Type="http://schemas.openxmlformats.org/officeDocument/2006/relationships/hyperlink" Target="https://www.vecteezy.com/vector-art/21614129-devops-icon-programming-and-engineering-concept-software-development-and-information-technology-operations-infinity-symbol-vector-flat-illustration" TargetMode="External"/><Relationship Id="rId30" Type="http://schemas.openxmlformats.org/officeDocument/2006/relationships/image" Target="../media/image102.png"/><Relationship Id="rId35" Type="http://schemas.openxmlformats.org/officeDocument/2006/relationships/image" Target="../media/image107.jpeg"/><Relationship Id="rId43" Type="http://schemas.openxmlformats.org/officeDocument/2006/relationships/image" Target="../media/image112.png"/><Relationship Id="rId48" Type="http://schemas.openxmlformats.org/officeDocument/2006/relationships/image" Target="../media/image116.jpeg"/><Relationship Id="rId8" Type="http://schemas.openxmlformats.org/officeDocument/2006/relationships/hyperlink" Target="https://en.wikipedia.org/wiki/IBM_Cloud" TargetMode="External"/><Relationship Id="rId3" Type="http://schemas.openxmlformats.org/officeDocument/2006/relationships/image" Target="../media/image82.svg"/><Relationship Id="rId12" Type="http://schemas.openxmlformats.org/officeDocument/2006/relationships/image" Target="../media/image89.png"/><Relationship Id="rId17" Type="http://schemas.openxmlformats.org/officeDocument/2006/relationships/image" Target="../media/image93.png"/><Relationship Id="rId25" Type="http://schemas.openxmlformats.org/officeDocument/2006/relationships/image" Target="../media/image99.png"/><Relationship Id="rId33" Type="http://schemas.openxmlformats.org/officeDocument/2006/relationships/image" Target="../media/image105.png"/><Relationship Id="rId38" Type="http://schemas.openxmlformats.org/officeDocument/2006/relationships/hyperlink" Target="https://www.logo.wine/logo/Snowflake_Inc." TargetMode="External"/><Relationship Id="rId46" Type="http://schemas.openxmlformats.org/officeDocument/2006/relationships/image" Target="../media/image115.png"/><Relationship Id="rId20" Type="http://schemas.openxmlformats.org/officeDocument/2006/relationships/hyperlink" Target="https://mpost.io/anthropic-plans-to-raise-750-million-might-infuse-funds-to-fuel-ai-projects/" TargetMode="External"/><Relationship Id="rId41" Type="http://schemas.openxmlformats.org/officeDocument/2006/relationships/image" Target="../media/image110.png"/><Relationship Id="rId1" Type="http://schemas.openxmlformats.org/officeDocument/2006/relationships/slideLayout" Target="../slideLayouts/slideLayout2.xml"/><Relationship Id="rId6" Type="http://schemas.openxmlformats.org/officeDocument/2006/relationships/image" Target="../media/image85.png"/></Relationships>
</file>

<file path=ppt/slides/_rels/slide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hyperlink" Target="mailto:saurabh@mindmapdigital.ai" TargetMode="External"/><Relationship Id="rId5" Type="http://schemas.openxmlformats.org/officeDocument/2006/relationships/hyperlink" Target="http://www.mindmapdigital.ai/" TargetMode="Externa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84234B-A2DB-3F3C-7058-7C699989723A}"/>
            </a:ext>
          </a:extLst>
        </p:cNvPr>
        <p:cNvGrpSpPr/>
        <p:nvPr/>
      </p:nvGrpSpPr>
      <p:grpSpPr>
        <a:xfrm>
          <a:off x="0" y="0"/>
          <a:ext cx="0" cy="0"/>
          <a:chOff x="0" y="0"/>
          <a:chExt cx="0" cy="0"/>
        </a:xfrm>
      </p:grpSpPr>
      <p:grpSp>
        <p:nvGrpSpPr>
          <p:cNvPr id="10" name="Group 9">
            <a:extLst>
              <a:ext uri="{FF2B5EF4-FFF2-40B4-BE49-F238E27FC236}">
                <a16:creationId xmlns:a16="http://schemas.microsoft.com/office/drawing/2014/main" id="{780CEF67-CBD3-2284-2ACB-7C9E705BB57E}"/>
              </a:ext>
            </a:extLst>
          </p:cNvPr>
          <p:cNvGrpSpPr/>
          <p:nvPr/>
        </p:nvGrpSpPr>
        <p:grpSpPr>
          <a:xfrm>
            <a:off x="0" y="0"/>
            <a:ext cx="12192000" cy="6146800"/>
            <a:chOff x="-641684" y="0"/>
            <a:chExt cx="12833684" cy="6858000"/>
          </a:xfrm>
        </p:grpSpPr>
        <p:pic>
          <p:nvPicPr>
            <p:cNvPr id="7" name="Picture 6">
              <a:extLst>
                <a:ext uri="{FF2B5EF4-FFF2-40B4-BE49-F238E27FC236}">
                  <a16:creationId xmlns:a16="http://schemas.microsoft.com/office/drawing/2014/main" id="{542AE6CF-DF1D-E5CF-6872-CA00126AC938}"/>
                </a:ext>
              </a:extLst>
            </p:cNvPr>
            <p:cNvPicPr>
              <a:picLocks noChangeAspect="1"/>
            </p:cNvPicPr>
            <p:nvPr/>
          </p:nvPicPr>
          <p:blipFill>
            <a:blip r:embed="rId2">
              <a:extLst>
                <a:ext uri="{28A0092B-C50C-407E-A947-70E740481C1C}">
                  <a14:useLocalDpi xmlns:a14="http://schemas.microsoft.com/office/drawing/2010/main" val="0"/>
                </a:ext>
              </a:extLst>
            </a:blip>
            <a:srcRect l="91283"/>
            <a:stretch>
              <a:fillRect/>
            </a:stretch>
          </p:blipFill>
          <p:spPr>
            <a:xfrm>
              <a:off x="-641684" y="0"/>
              <a:ext cx="2546684" cy="6858000"/>
            </a:xfrm>
            <a:prstGeom prst="rect">
              <a:avLst/>
            </a:prstGeom>
          </p:spPr>
        </p:pic>
        <p:pic>
          <p:nvPicPr>
            <p:cNvPr id="6" name="Picture 5">
              <a:extLst>
                <a:ext uri="{FF2B5EF4-FFF2-40B4-BE49-F238E27FC236}">
                  <a16:creationId xmlns:a16="http://schemas.microsoft.com/office/drawing/2014/main" id="{1B013F3E-FD2D-C41D-B887-99322FB6E21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1905000" y="0"/>
              <a:ext cx="10287000" cy="6858000"/>
            </a:xfrm>
            <a:prstGeom prst="rect">
              <a:avLst/>
            </a:prstGeom>
          </p:spPr>
        </p:pic>
      </p:grpSp>
      <p:sp>
        <p:nvSpPr>
          <p:cNvPr id="5" name="Rectangle 4">
            <a:extLst>
              <a:ext uri="{FF2B5EF4-FFF2-40B4-BE49-F238E27FC236}">
                <a16:creationId xmlns:a16="http://schemas.microsoft.com/office/drawing/2014/main" id="{F445772E-BBC5-6579-63A4-D145C72FC82E}"/>
              </a:ext>
            </a:extLst>
          </p:cNvPr>
          <p:cNvSpPr/>
          <p:nvPr/>
        </p:nvSpPr>
        <p:spPr>
          <a:xfrm>
            <a:off x="0" y="6087478"/>
            <a:ext cx="12192000" cy="711200"/>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D6F1260D-8C38-2ECB-3F8E-C521161B04FC}"/>
              </a:ext>
            </a:extLst>
          </p:cNvPr>
          <p:cNvSpPr/>
          <p:nvPr/>
        </p:nvSpPr>
        <p:spPr>
          <a:xfrm>
            <a:off x="0" y="6146800"/>
            <a:ext cx="12192000" cy="711200"/>
          </a:xfrm>
          <a:prstGeom prst="rect">
            <a:avLst/>
          </a:prstGeom>
          <a:solidFill>
            <a:srgbClr val="2562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itle 2">
            <a:extLst>
              <a:ext uri="{FF2B5EF4-FFF2-40B4-BE49-F238E27FC236}">
                <a16:creationId xmlns:a16="http://schemas.microsoft.com/office/drawing/2014/main" id="{D7D49035-9415-C7C2-4874-6B7F21B82DBF}"/>
              </a:ext>
            </a:extLst>
          </p:cNvPr>
          <p:cNvSpPr>
            <a:spLocks noGrp="1"/>
          </p:cNvSpPr>
          <p:nvPr>
            <p:ph type="subTitle" idx="1"/>
          </p:nvPr>
        </p:nvSpPr>
        <p:spPr>
          <a:xfrm>
            <a:off x="862528" y="2546369"/>
            <a:ext cx="9679865" cy="1763064"/>
          </a:xfrm>
        </p:spPr>
        <p:txBody>
          <a:bodyPr>
            <a:normAutofit fontScale="62500" lnSpcReduction="20000"/>
          </a:bodyPr>
          <a:lstStyle/>
          <a:p>
            <a:pPr algn="l"/>
            <a:r>
              <a:rPr lang="en-US" sz="9600" dirty="0">
                <a:latin typeface="Satoshi Medium"/>
              </a:rPr>
              <a:t>AI-Led Finance Operations</a:t>
            </a:r>
            <a:br>
              <a:rPr lang="en-US" sz="9600" dirty="0">
                <a:latin typeface="Satoshi Medium"/>
              </a:rPr>
            </a:br>
            <a:r>
              <a:rPr lang="en-US" sz="9600" dirty="0">
                <a:latin typeface="Satoshi Medium"/>
              </a:rPr>
              <a:t>From 80 Books to One View</a:t>
            </a:r>
            <a:endParaRPr lang="en-IN" sz="4400" spc="-150" dirty="0">
              <a:latin typeface="Satoshi Medium"/>
            </a:endParaRPr>
          </a:p>
        </p:txBody>
      </p:sp>
      <p:sp>
        <p:nvSpPr>
          <p:cNvPr id="9" name="TextBox 8">
            <a:extLst>
              <a:ext uri="{FF2B5EF4-FFF2-40B4-BE49-F238E27FC236}">
                <a16:creationId xmlns:a16="http://schemas.microsoft.com/office/drawing/2014/main" id="{8482536E-8809-07ED-6E4F-0F9E26810EA0}"/>
              </a:ext>
            </a:extLst>
          </p:cNvPr>
          <p:cNvSpPr txBox="1"/>
          <p:nvPr/>
        </p:nvSpPr>
        <p:spPr>
          <a:xfrm>
            <a:off x="340969" y="5715325"/>
            <a:ext cx="6096000" cy="307777"/>
          </a:xfrm>
          <a:prstGeom prst="rect">
            <a:avLst/>
          </a:prstGeom>
          <a:noFill/>
        </p:spPr>
        <p:txBody>
          <a:bodyPr wrap="square">
            <a:spAutoFit/>
          </a:bodyPr>
          <a:lstStyle/>
          <a:p>
            <a:r>
              <a:rPr lang="en-US" sz="1400" dirty="0">
                <a:solidFill>
                  <a:srgbClr val="343434"/>
                </a:solidFill>
                <a:latin typeface="Satoshi Medium" pitchFamily="50" charset="0"/>
              </a:rPr>
              <a:t>September 2026</a:t>
            </a:r>
            <a:endParaRPr lang="en-IN" sz="1400" dirty="0">
              <a:latin typeface="Satoshi Medium" pitchFamily="50" charset="0"/>
            </a:endParaRPr>
          </a:p>
        </p:txBody>
      </p:sp>
      <p:pic>
        <p:nvPicPr>
          <p:cNvPr id="11" name="Picture 4" descr="IGF-India, for Healthcare, Skilling, Livelihood, &amp; ESG | Best NGO IGF-India">
            <a:extLst>
              <a:ext uri="{FF2B5EF4-FFF2-40B4-BE49-F238E27FC236}">
                <a16:creationId xmlns:a16="http://schemas.microsoft.com/office/drawing/2014/main" id="{AC309C65-E318-C942-BB90-0DBBF3E3123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2225"/>
          <a:stretch>
            <a:fillRect/>
          </a:stretch>
        </p:blipFill>
        <p:spPr bwMode="auto">
          <a:xfrm>
            <a:off x="10460426" y="0"/>
            <a:ext cx="1383625" cy="2413000"/>
          </a:xfrm>
          <a:prstGeom prst="rect">
            <a:avLst/>
          </a:prstGeom>
          <a:noFill/>
          <a:extLst>
            <a:ext uri="{909E8E84-426E-40DD-AFC4-6F175D3DCCD1}">
              <a14:hiddenFill xmlns:a14="http://schemas.microsoft.com/office/drawing/2010/main">
                <a:solidFill>
                  <a:srgbClr val="FFFFFF"/>
                </a:solidFill>
              </a14:hiddenFill>
            </a:ext>
          </a:extLst>
        </p:spPr>
      </p:pic>
      <p:sp>
        <p:nvSpPr>
          <p:cNvPr id="16" name="Google Shape;241;p1">
            <a:extLst>
              <a:ext uri="{FF2B5EF4-FFF2-40B4-BE49-F238E27FC236}">
                <a16:creationId xmlns:a16="http://schemas.microsoft.com/office/drawing/2014/main" id="{08C0FB58-7176-9133-1EFC-DB41847B50EA}"/>
              </a:ext>
            </a:extLst>
          </p:cNvPr>
          <p:cNvSpPr txBox="1"/>
          <p:nvPr/>
        </p:nvSpPr>
        <p:spPr>
          <a:xfrm>
            <a:off x="340968" y="6301995"/>
            <a:ext cx="11762542" cy="361983"/>
          </a:xfrm>
          <a:prstGeom prst="rect">
            <a:avLst/>
          </a:prstGeom>
          <a:noFill/>
          <a:ln>
            <a:noFill/>
          </a:ln>
        </p:spPr>
        <p:txBody>
          <a:bodyPr spcFirstLastPara="1" wrap="square" lIns="114673" tIns="57321" rIns="114673" bIns="57321" anchor="t" anchorCtr="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Clr>
                <a:srgbClr val="F2F2F2"/>
              </a:buClr>
              <a:buSzPts val="500"/>
            </a:pPr>
            <a:r>
              <a:rPr lang="en-US" sz="800">
                <a:solidFill>
                  <a:schemeClr val="bg1"/>
                </a:solidFill>
                <a:latin typeface="Inter Tight Medium" pitchFamily="2" charset="0"/>
                <a:ea typeface="Inter Tight Medium" pitchFamily="2" charset="0"/>
                <a:cs typeface="Inter Tight Medium" pitchFamily="2" charset="0"/>
              </a:rPr>
              <a:t>This communication is being sent by the offices of  </a:t>
            </a:r>
            <a:r>
              <a:rPr lang="en-US" sz="800" err="1">
                <a:solidFill>
                  <a:schemeClr val="bg1"/>
                </a:solidFill>
                <a:latin typeface="Inter Tight Medium" pitchFamily="2" charset="0"/>
                <a:ea typeface="Inter Tight Medium" pitchFamily="2" charset="0"/>
                <a:cs typeface="Inter Tight Medium" pitchFamily="2" charset="0"/>
              </a:rPr>
              <a:t>MindMap</a:t>
            </a:r>
            <a:r>
              <a:rPr lang="en-US" sz="800">
                <a:solidFill>
                  <a:schemeClr val="bg1"/>
                </a:solidFill>
                <a:latin typeface="Inter Tight Medium" pitchFamily="2" charset="0"/>
                <a:ea typeface="Inter Tight Medium" pitchFamily="2" charset="0"/>
                <a:cs typeface="Inter Tight Medium" pitchFamily="2" charset="0"/>
              </a:rPr>
              <a:t> Digital Private Limited and is privileged, confidential and is directed to and for the use of the addressee only. If this message reaches anyone other than the intended recipient, we request the reader not to reproduce, copy, disseminate, or in any manner distribute it.</a:t>
            </a:r>
          </a:p>
        </p:txBody>
      </p:sp>
      <p:pic>
        <p:nvPicPr>
          <p:cNvPr id="2" name="Picture 1">
            <a:extLst>
              <a:ext uri="{FF2B5EF4-FFF2-40B4-BE49-F238E27FC236}">
                <a16:creationId xmlns:a16="http://schemas.microsoft.com/office/drawing/2014/main" id="{8459BCAF-EBBC-F9FF-EB7B-AA437F2A79B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7787" y="1014901"/>
            <a:ext cx="3329470" cy="648250"/>
          </a:xfrm>
          <a:prstGeom prst="rect">
            <a:avLst/>
          </a:prstGeom>
        </p:spPr>
      </p:pic>
    </p:spTree>
    <p:extLst>
      <p:ext uri="{BB962C8B-B14F-4D97-AF65-F5344CB8AC3E}">
        <p14:creationId xmlns:p14="http://schemas.microsoft.com/office/powerpoint/2010/main" val="21701173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BC3977-496A-64A9-F380-216B3A990A8D}"/>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2950DDB0-042E-9D51-E2CC-5DDB8B8ACD9A}"/>
              </a:ext>
            </a:extLst>
          </p:cNvPr>
          <p:cNvGrpSpPr/>
          <p:nvPr/>
        </p:nvGrpSpPr>
        <p:grpSpPr>
          <a:xfrm>
            <a:off x="5373260" y="1683429"/>
            <a:ext cx="6551062" cy="4233872"/>
            <a:chOff x="5963252" y="1483996"/>
            <a:chExt cx="7673471" cy="4959187"/>
          </a:xfrm>
        </p:grpSpPr>
        <p:sp>
          <p:nvSpPr>
            <p:cNvPr id="3" name="Freeform: Shape 2">
              <a:extLst>
                <a:ext uri="{FF2B5EF4-FFF2-40B4-BE49-F238E27FC236}">
                  <a16:creationId xmlns:a16="http://schemas.microsoft.com/office/drawing/2014/main" id="{701FB5A0-AD40-3394-1D27-4B374C1CA3A4}"/>
                </a:ext>
              </a:extLst>
            </p:cNvPr>
            <p:cNvSpPr/>
            <p:nvPr/>
          </p:nvSpPr>
          <p:spPr>
            <a:xfrm>
              <a:off x="9604075" y="4001262"/>
              <a:ext cx="6946" cy="6010"/>
            </a:xfrm>
            <a:custGeom>
              <a:avLst/>
              <a:gdLst>
                <a:gd name="csX0" fmla="*/ 6216 w 6946"/>
                <a:gd name="csY0" fmla="*/ 4025 h 6010"/>
                <a:gd name="csX1" fmla="*/ 5630 w 6946"/>
                <a:gd name="csY1" fmla="*/ 4215 h 6010"/>
                <a:gd name="csX2" fmla="*/ 3667 w 6946"/>
                <a:gd name="csY2" fmla="*/ 5395 h 6010"/>
                <a:gd name="csX3" fmla="*/ 2549 w 6946"/>
                <a:gd name="csY3" fmla="*/ 5805 h 6010"/>
                <a:gd name="csX4" fmla="*/ 1529 w 6946"/>
                <a:gd name="csY4" fmla="*/ 6011 h 6010"/>
                <a:gd name="csX5" fmla="*/ 730 w 6946"/>
                <a:gd name="csY5" fmla="*/ 5927 h 6010"/>
                <a:gd name="csX6" fmla="*/ 289 w 6946"/>
                <a:gd name="csY6" fmla="*/ 5235 h 6010"/>
                <a:gd name="csX7" fmla="*/ 335 w 6946"/>
                <a:gd name="csY7" fmla="*/ 4177 h 6010"/>
                <a:gd name="csX8" fmla="*/ 152 w 6946"/>
                <a:gd name="csY8" fmla="*/ 3234 h 6010"/>
                <a:gd name="csX9" fmla="*/ 0 w 6946"/>
                <a:gd name="csY9" fmla="*/ 2724 h 6010"/>
                <a:gd name="csX10" fmla="*/ 289 w 6946"/>
                <a:gd name="csY10" fmla="*/ 1347 h 6010"/>
                <a:gd name="csX11" fmla="*/ 943 w 6946"/>
                <a:gd name="csY11" fmla="*/ 609 h 6010"/>
                <a:gd name="csX12" fmla="*/ 1849 w 6946"/>
                <a:gd name="csY12" fmla="*/ 0 h 6010"/>
                <a:gd name="csX13" fmla="*/ 3279 w 6946"/>
                <a:gd name="csY13" fmla="*/ 221 h 6010"/>
                <a:gd name="csX14" fmla="*/ 6308 w 6946"/>
                <a:gd name="csY14" fmla="*/ 1103 h 6010"/>
                <a:gd name="csX15" fmla="*/ 6939 w 6946"/>
                <a:gd name="csY15" fmla="*/ 1933 h 6010"/>
                <a:gd name="csX16" fmla="*/ 6947 w 6946"/>
                <a:gd name="csY16" fmla="*/ 2481 h 6010"/>
                <a:gd name="csX17" fmla="*/ 6391 w 6946"/>
                <a:gd name="csY17" fmla="*/ 3386 h 60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946" h="6010">
                  <a:moveTo>
                    <a:pt x="6216" y="4025"/>
                  </a:moveTo>
                  <a:lnTo>
                    <a:pt x="5630" y="4215"/>
                  </a:lnTo>
                  <a:lnTo>
                    <a:pt x="3667" y="5395"/>
                  </a:lnTo>
                  <a:lnTo>
                    <a:pt x="2549" y="5805"/>
                  </a:lnTo>
                  <a:lnTo>
                    <a:pt x="1529" y="6011"/>
                  </a:lnTo>
                  <a:lnTo>
                    <a:pt x="730" y="5927"/>
                  </a:lnTo>
                  <a:lnTo>
                    <a:pt x="289" y="5235"/>
                  </a:lnTo>
                  <a:lnTo>
                    <a:pt x="335" y="4177"/>
                  </a:lnTo>
                  <a:lnTo>
                    <a:pt x="152" y="3234"/>
                  </a:lnTo>
                  <a:lnTo>
                    <a:pt x="0" y="2724"/>
                  </a:lnTo>
                  <a:lnTo>
                    <a:pt x="289" y="1347"/>
                  </a:lnTo>
                  <a:lnTo>
                    <a:pt x="943" y="609"/>
                  </a:lnTo>
                  <a:lnTo>
                    <a:pt x="1849" y="0"/>
                  </a:lnTo>
                  <a:lnTo>
                    <a:pt x="3279" y="221"/>
                  </a:lnTo>
                  <a:lnTo>
                    <a:pt x="6308" y="1103"/>
                  </a:lnTo>
                  <a:lnTo>
                    <a:pt x="6939" y="1933"/>
                  </a:lnTo>
                  <a:lnTo>
                    <a:pt x="6947" y="2481"/>
                  </a:lnTo>
                  <a:lnTo>
                    <a:pt x="6391" y="3386"/>
                  </a:lnTo>
                  <a:close/>
                </a:path>
              </a:pathLst>
            </a:custGeom>
            <a:solidFill>
              <a:srgbClr val="2562E8"/>
            </a:solidFill>
            <a:ln w="6168" cap="flat">
              <a:solidFill>
                <a:srgbClr val="2562E8"/>
              </a:solidFill>
              <a:prstDash val="solid"/>
              <a:miter/>
            </a:ln>
          </p:spPr>
          <p:txBody>
            <a:bodyPr/>
            <a:lstStyle/>
            <a:p>
              <a:endParaRPr lang="en-US"/>
            </a:p>
          </p:txBody>
        </p:sp>
        <p:sp>
          <p:nvSpPr>
            <p:cNvPr id="13" name="Freeform: Shape 12">
              <a:extLst>
                <a:ext uri="{FF2B5EF4-FFF2-40B4-BE49-F238E27FC236}">
                  <a16:creationId xmlns:a16="http://schemas.microsoft.com/office/drawing/2014/main" id="{6033B77C-5836-A51E-3165-5CAC1A68A770}"/>
                </a:ext>
              </a:extLst>
            </p:cNvPr>
            <p:cNvSpPr/>
            <p:nvPr/>
          </p:nvSpPr>
          <p:spPr>
            <a:xfrm>
              <a:off x="10675057" y="4430940"/>
              <a:ext cx="102875" cy="80376"/>
            </a:xfrm>
            <a:custGeom>
              <a:avLst/>
              <a:gdLst>
                <a:gd name="csX0" fmla="*/ 100958 w 102875"/>
                <a:gd name="csY0" fmla="*/ 9861 h 80376"/>
                <a:gd name="csX1" fmla="*/ 102358 w 102875"/>
                <a:gd name="csY1" fmla="*/ 11770 h 80376"/>
                <a:gd name="csX2" fmla="*/ 102556 w 102875"/>
                <a:gd name="csY2" fmla="*/ 24712 h 80376"/>
                <a:gd name="csX3" fmla="*/ 102875 w 102875"/>
                <a:gd name="csY3" fmla="*/ 25633 h 80376"/>
                <a:gd name="csX4" fmla="*/ 102130 w 102875"/>
                <a:gd name="csY4" fmla="*/ 25770 h 80376"/>
                <a:gd name="csX5" fmla="*/ 101293 w 102875"/>
                <a:gd name="csY5" fmla="*/ 26752 h 80376"/>
                <a:gd name="csX6" fmla="*/ 100312 w 102875"/>
                <a:gd name="csY6" fmla="*/ 28266 h 80376"/>
                <a:gd name="csX7" fmla="*/ 98965 w 102875"/>
                <a:gd name="csY7" fmla="*/ 29049 h 80376"/>
                <a:gd name="csX8" fmla="*/ 97885 w 102875"/>
                <a:gd name="csY8" fmla="*/ 29932 h 80376"/>
                <a:gd name="csX9" fmla="*/ 96865 w 102875"/>
                <a:gd name="csY9" fmla="*/ 31027 h 80376"/>
                <a:gd name="csX10" fmla="*/ 95952 w 102875"/>
                <a:gd name="csY10" fmla="*/ 31263 h 80376"/>
                <a:gd name="csX11" fmla="*/ 94772 w 102875"/>
                <a:gd name="csY11" fmla="*/ 29871 h 80376"/>
                <a:gd name="csX12" fmla="*/ 93958 w 102875"/>
                <a:gd name="csY12" fmla="*/ 28448 h 80376"/>
                <a:gd name="csX13" fmla="*/ 94156 w 102875"/>
                <a:gd name="csY13" fmla="*/ 28136 h 80376"/>
                <a:gd name="csX14" fmla="*/ 94727 w 102875"/>
                <a:gd name="csY14" fmla="*/ 28038 h 80376"/>
                <a:gd name="csX15" fmla="*/ 94940 w 102875"/>
                <a:gd name="csY15" fmla="*/ 27299 h 80376"/>
                <a:gd name="csX16" fmla="*/ 94598 w 102875"/>
                <a:gd name="csY16" fmla="*/ 26234 h 80376"/>
                <a:gd name="csX17" fmla="*/ 93798 w 102875"/>
                <a:gd name="csY17" fmla="*/ 25831 h 80376"/>
                <a:gd name="csX18" fmla="*/ 92794 w 102875"/>
                <a:gd name="csY18" fmla="*/ 25801 h 80376"/>
                <a:gd name="csX19" fmla="*/ 91828 w 102875"/>
                <a:gd name="csY19" fmla="*/ 26280 h 80376"/>
                <a:gd name="csX20" fmla="*/ 90801 w 102875"/>
                <a:gd name="csY20" fmla="*/ 27223 h 80376"/>
                <a:gd name="csX21" fmla="*/ 90223 w 102875"/>
                <a:gd name="csY21" fmla="*/ 28235 h 80376"/>
                <a:gd name="csX22" fmla="*/ 90139 w 102875"/>
                <a:gd name="csY22" fmla="*/ 30267 h 80376"/>
                <a:gd name="csX23" fmla="*/ 90405 w 102875"/>
                <a:gd name="csY23" fmla="*/ 32549 h 80376"/>
                <a:gd name="csX24" fmla="*/ 90398 w 102875"/>
                <a:gd name="csY24" fmla="*/ 33660 h 80376"/>
                <a:gd name="csX25" fmla="*/ 89834 w 102875"/>
                <a:gd name="csY25" fmla="*/ 35037 h 80376"/>
                <a:gd name="csX26" fmla="*/ 89637 w 102875"/>
                <a:gd name="csY26" fmla="*/ 37061 h 80376"/>
                <a:gd name="csX27" fmla="*/ 90040 w 102875"/>
                <a:gd name="csY27" fmla="*/ 38629 h 80376"/>
                <a:gd name="csX28" fmla="*/ 90405 w 102875"/>
                <a:gd name="csY28" fmla="*/ 39564 h 80376"/>
                <a:gd name="csX29" fmla="*/ 90443 w 102875"/>
                <a:gd name="csY29" fmla="*/ 40356 h 80376"/>
                <a:gd name="csX30" fmla="*/ 89485 w 102875"/>
                <a:gd name="csY30" fmla="*/ 42851 h 80376"/>
                <a:gd name="csX31" fmla="*/ 90314 w 102875"/>
                <a:gd name="csY31" fmla="*/ 43323 h 80376"/>
                <a:gd name="csX32" fmla="*/ 93061 w 102875"/>
                <a:gd name="csY32" fmla="*/ 43498 h 80376"/>
                <a:gd name="csX33" fmla="*/ 93867 w 102875"/>
                <a:gd name="csY33" fmla="*/ 45187 h 80376"/>
                <a:gd name="csX34" fmla="*/ 94415 w 102875"/>
                <a:gd name="csY34" fmla="*/ 46344 h 80376"/>
                <a:gd name="csX35" fmla="*/ 94263 w 102875"/>
                <a:gd name="csY35" fmla="*/ 47029 h 80376"/>
                <a:gd name="csX36" fmla="*/ 92315 w 102875"/>
                <a:gd name="csY36" fmla="*/ 47538 h 80376"/>
                <a:gd name="csX37" fmla="*/ 89865 w 102875"/>
                <a:gd name="csY37" fmla="*/ 48101 h 80376"/>
                <a:gd name="csX38" fmla="*/ 88107 w 102875"/>
                <a:gd name="csY38" fmla="*/ 47941 h 80376"/>
                <a:gd name="csX39" fmla="*/ 84927 w 102875"/>
                <a:gd name="csY39" fmla="*/ 48702 h 80376"/>
                <a:gd name="csX40" fmla="*/ 83230 w 102875"/>
                <a:gd name="csY40" fmla="*/ 49874 h 80376"/>
                <a:gd name="csX41" fmla="*/ 83725 w 102875"/>
                <a:gd name="csY41" fmla="*/ 50604 h 80376"/>
                <a:gd name="csX42" fmla="*/ 84311 w 102875"/>
                <a:gd name="csY42" fmla="*/ 51167 h 80376"/>
                <a:gd name="csX43" fmla="*/ 84577 w 102875"/>
                <a:gd name="csY43" fmla="*/ 52712 h 80376"/>
                <a:gd name="csX44" fmla="*/ 84082 w 102875"/>
                <a:gd name="csY44" fmla="*/ 54903 h 80376"/>
                <a:gd name="csX45" fmla="*/ 83185 w 102875"/>
                <a:gd name="csY45" fmla="*/ 57026 h 80376"/>
                <a:gd name="csX46" fmla="*/ 82066 w 102875"/>
                <a:gd name="csY46" fmla="*/ 59674 h 80376"/>
                <a:gd name="csX47" fmla="*/ 80773 w 102875"/>
                <a:gd name="csY47" fmla="*/ 62710 h 80376"/>
                <a:gd name="csX48" fmla="*/ 79000 w 102875"/>
                <a:gd name="csY48" fmla="*/ 67275 h 80376"/>
                <a:gd name="csX49" fmla="*/ 77501 w 102875"/>
                <a:gd name="csY49" fmla="*/ 70858 h 80376"/>
                <a:gd name="csX50" fmla="*/ 77341 w 102875"/>
                <a:gd name="csY50" fmla="*/ 73438 h 80376"/>
                <a:gd name="csX51" fmla="*/ 77379 w 102875"/>
                <a:gd name="csY51" fmla="*/ 75119 h 80376"/>
                <a:gd name="csX52" fmla="*/ 77212 w 102875"/>
                <a:gd name="csY52" fmla="*/ 78475 h 80376"/>
                <a:gd name="csX53" fmla="*/ 75789 w 102875"/>
                <a:gd name="csY53" fmla="*/ 80323 h 80376"/>
                <a:gd name="csX54" fmla="*/ 75469 w 102875"/>
                <a:gd name="csY54" fmla="*/ 80377 h 80376"/>
                <a:gd name="csX55" fmla="*/ 73773 w 102875"/>
                <a:gd name="csY55" fmla="*/ 80156 h 80376"/>
                <a:gd name="csX56" fmla="*/ 73202 w 102875"/>
                <a:gd name="csY56" fmla="*/ 80080 h 80376"/>
                <a:gd name="csX57" fmla="*/ 71582 w 102875"/>
                <a:gd name="csY57" fmla="*/ 79867 h 80376"/>
                <a:gd name="csX58" fmla="*/ 69071 w 102875"/>
                <a:gd name="csY58" fmla="*/ 79540 h 80376"/>
                <a:gd name="csX59" fmla="*/ 65807 w 102875"/>
                <a:gd name="csY59" fmla="*/ 79106 h 80376"/>
                <a:gd name="csX60" fmla="*/ 61949 w 102875"/>
                <a:gd name="csY60" fmla="*/ 78604 h 80376"/>
                <a:gd name="csX61" fmla="*/ 57650 w 102875"/>
                <a:gd name="csY61" fmla="*/ 78033 h 80376"/>
                <a:gd name="csX62" fmla="*/ 53055 w 102875"/>
                <a:gd name="csY62" fmla="*/ 77425 h 80376"/>
                <a:gd name="csX63" fmla="*/ 48299 w 102875"/>
                <a:gd name="csY63" fmla="*/ 76801 h 80376"/>
                <a:gd name="csX64" fmla="*/ 43551 w 102875"/>
                <a:gd name="csY64" fmla="*/ 76177 h 80376"/>
                <a:gd name="csX65" fmla="*/ 38948 w 102875"/>
                <a:gd name="csY65" fmla="*/ 75568 h 80376"/>
                <a:gd name="csX66" fmla="*/ 34650 w 102875"/>
                <a:gd name="csY66" fmla="*/ 75005 h 80376"/>
                <a:gd name="csX67" fmla="*/ 30792 w 102875"/>
                <a:gd name="csY67" fmla="*/ 74495 h 80376"/>
                <a:gd name="csX68" fmla="*/ 27536 w 102875"/>
                <a:gd name="csY68" fmla="*/ 74062 h 80376"/>
                <a:gd name="csX69" fmla="*/ 25025 w 102875"/>
                <a:gd name="csY69" fmla="*/ 73734 h 80376"/>
                <a:gd name="csX70" fmla="*/ 23404 w 102875"/>
                <a:gd name="csY70" fmla="*/ 73521 h 80376"/>
                <a:gd name="csX71" fmla="*/ 22834 w 102875"/>
                <a:gd name="csY71" fmla="*/ 73445 h 80376"/>
                <a:gd name="csX72" fmla="*/ 21038 w 102875"/>
                <a:gd name="csY72" fmla="*/ 73209 h 80376"/>
                <a:gd name="csX73" fmla="*/ 20071 w 102875"/>
                <a:gd name="csY73" fmla="*/ 71962 h 80376"/>
                <a:gd name="csX74" fmla="*/ 18900 w 102875"/>
                <a:gd name="csY74" fmla="*/ 70455 h 80376"/>
                <a:gd name="csX75" fmla="*/ 17721 w 102875"/>
                <a:gd name="csY75" fmla="*/ 68941 h 80376"/>
                <a:gd name="csX76" fmla="*/ 16549 w 102875"/>
                <a:gd name="csY76" fmla="*/ 67427 h 80376"/>
                <a:gd name="csX77" fmla="*/ 15377 w 102875"/>
                <a:gd name="csY77" fmla="*/ 65913 h 80376"/>
                <a:gd name="csX78" fmla="*/ 14205 w 102875"/>
                <a:gd name="csY78" fmla="*/ 64399 h 80376"/>
                <a:gd name="csX79" fmla="*/ 13034 w 102875"/>
                <a:gd name="csY79" fmla="*/ 62885 h 80376"/>
                <a:gd name="csX80" fmla="*/ 11862 w 102875"/>
                <a:gd name="csY80" fmla="*/ 61370 h 80376"/>
                <a:gd name="csX81" fmla="*/ 10690 w 102875"/>
                <a:gd name="csY81" fmla="*/ 59856 h 80376"/>
                <a:gd name="csX82" fmla="*/ 9519 w 102875"/>
                <a:gd name="csY82" fmla="*/ 58335 h 80376"/>
                <a:gd name="csX83" fmla="*/ 8347 w 102875"/>
                <a:gd name="csY83" fmla="*/ 56821 h 80376"/>
                <a:gd name="csX84" fmla="*/ 7167 w 102875"/>
                <a:gd name="csY84" fmla="*/ 55299 h 80376"/>
                <a:gd name="csX85" fmla="*/ 5996 w 102875"/>
                <a:gd name="csY85" fmla="*/ 53777 h 80376"/>
                <a:gd name="csX86" fmla="*/ 4824 w 102875"/>
                <a:gd name="csY86" fmla="*/ 52255 h 80376"/>
                <a:gd name="csX87" fmla="*/ 3652 w 102875"/>
                <a:gd name="csY87" fmla="*/ 50734 h 80376"/>
                <a:gd name="csX88" fmla="*/ 2481 w 102875"/>
                <a:gd name="csY88" fmla="*/ 49212 h 80376"/>
                <a:gd name="csX89" fmla="*/ 1309 w 102875"/>
                <a:gd name="csY89" fmla="*/ 47690 h 80376"/>
                <a:gd name="csX90" fmla="*/ 517 w 102875"/>
                <a:gd name="csY90" fmla="*/ 46671 h 80376"/>
                <a:gd name="csX91" fmla="*/ 84 w 102875"/>
                <a:gd name="csY91" fmla="*/ 45522 h 80376"/>
                <a:gd name="csX92" fmla="*/ 0 w 102875"/>
                <a:gd name="csY92" fmla="*/ 42509 h 80376"/>
                <a:gd name="csX93" fmla="*/ 0 w 102875"/>
                <a:gd name="csY93" fmla="*/ 41847 h 80376"/>
                <a:gd name="csX94" fmla="*/ 791 w 102875"/>
                <a:gd name="csY94" fmla="*/ 40630 h 80376"/>
                <a:gd name="csX95" fmla="*/ 1172 w 102875"/>
                <a:gd name="csY95" fmla="*/ 41497 h 80376"/>
                <a:gd name="csX96" fmla="*/ 2054 w 102875"/>
                <a:gd name="csY96" fmla="*/ 42676 h 80376"/>
                <a:gd name="csX97" fmla="*/ 3554 w 102875"/>
                <a:gd name="csY97" fmla="*/ 42387 h 80376"/>
                <a:gd name="csX98" fmla="*/ 4253 w 102875"/>
                <a:gd name="csY98" fmla="*/ 42585 h 80376"/>
                <a:gd name="csX99" fmla="*/ 4771 w 102875"/>
                <a:gd name="csY99" fmla="*/ 46762 h 80376"/>
                <a:gd name="csX100" fmla="*/ 5874 w 102875"/>
                <a:gd name="csY100" fmla="*/ 48246 h 80376"/>
                <a:gd name="csX101" fmla="*/ 7213 w 102875"/>
                <a:gd name="csY101" fmla="*/ 48839 h 80376"/>
                <a:gd name="csX102" fmla="*/ 11756 w 102875"/>
                <a:gd name="csY102" fmla="*/ 49166 h 80376"/>
                <a:gd name="csX103" fmla="*/ 14578 w 102875"/>
                <a:gd name="csY103" fmla="*/ 48603 h 80376"/>
                <a:gd name="csX104" fmla="*/ 20140 w 102875"/>
                <a:gd name="csY104" fmla="*/ 45880 h 80376"/>
                <a:gd name="csX105" fmla="*/ 23062 w 102875"/>
                <a:gd name="csY105" fmla="*/ 44898 h 80376"/>
                <a:gd name="csX106" fmla="*/ 31142 w 102875"/>
                <a:gd name="csY106" fmla="*/ 45065 h 80376"/>
                <a:gd name="csX107" fmla="*/ 37617 w 102875"/>
                <a:gd name="csY107" fmla="*/ 46199 h 80376"/>
                <a:gd name="csX108" fmla="*/ 47698 w 102875"/>
                <a:gd name="csY108" fmla="*/ 46869 h 80376"/>
                <a:gd name="csX109" fmla="*/ 49654 w 102875"/>
                <a:gd name="csY109" fmla="*/ 46694 h 80376"/>
                <a:gd name="csX110" fmla="*/ 55094 w 102875"/>
                <a:gd name="csY110" fmla="*/ 44502 h 80376"/>
                <a:gd name="csX111" fmla="*/ 58426 w 102875"/>
                <a:gd name="csY111" fmla="*/ 42570 h 80376"/>
                <a:gd name="csX112" fmla="*/ 60412 w 102875"/>
                <a:gd name="csY112" fmla="*/ 42014 h 80376"/>
                <a:gd name="csX113" fmla="*/ 61721 w 102875"/>
                <a:gd name="csY113" fmla="*/ 40143 h 80376"/>
                <a:gd name="csX114" fmla="*/ 62581 w 102875"/>
                <a:gd name="csY114" fmla="*/ 37708 h 80376"/>
                <a:gd name="csX115" fmla="*/ 63349 w 102875"/>
                <a:gd name="csY115" fmla="*/ 36118 h 80376"/>
                <a:gd name="csX116" fmla="*/ 64331 w 102875"/>
                <a:gd name="csY116" fmla="*/ 35357 h 80376"/>
                <a:gd name="csX117" fmla="*/ 65259 w 102875"/>
                <a:gd name="csY117" fmla="*/ 34003 h 80376"/>
                <a:gd name="csX118" fmla="*/ 66012 w 102875"/>
                <a:gd name="csY118" fmla="*/ 31804 h 80376"/>
                <a:gd name="csX119" fmla="*/ 67884 w 102875"/>
                <a:gd name="csY119" fmla="*/ 29582 h 80376"/>
                <a:gd name="csX120" fmla="*/ 75386 w 102875"/>
                <a:gd name="csY120" fmla="*/ 24172 h 80376"/>
                <a:gd name="csX121" fmla="*/ 79768 w 102875"/>
                <a:gd name="csY121" fmla="*/ 19592 h 80376"/>
                <a:gd name="csX122" fmla="*/ 80157 w 102875"/>
                <a:gd name="csY122" fmla="*/ 18108 h 80376"/>
                <a:gd name="csX123" fmla="*/ 82538 w 102875"/>
                <a:gd name="csY123" fmla="*/ 15887 h 80376"/>
                <a:gd name="csX124" fmla="*/ 84447 w 102875"/>
                <a:gd name="csY124" fmla="*/ 13452 h 80376"/>
                <a:gd name="csX125" fmla="*/ 93388 w 102875"/>
                <a:gd name="csY125" fmla="*/ 6482 h 80376"/>
                <a:gd name="csX126" fmla="*/ 95176 w 102875"/>
                <a:gd name="csY126" fmla="*/ 3599 h 80376"/>
                <a:gd name="csX127" fmla="*/ 96233 w 102875"/>
                <a:gd name="csY127" fmla="*/ 365 h 80376"/>
                <a:gd name="csX128" fmla="*/ 96363 w 102875"/>
                <a:gd name="csY128" fmla="*/ 137 h 80376"/>
                <a:gd name="csX129" fmla="*/ 97131 w 102875"/>
                <a:gd name="csY129" fmla="*/ 0 h 80376"/>
                <a:gd name="csX130" fmla="*/ 98227 w 102875"/>
                <a:gd name="csY130" fmla="*/ 487 h 80376"/>
                <a:gd name="csX131" fmla="*/ 98341 w 102875"/>
                <a:gd name="csY131" fmla="*/ 2906 h 80376"/>
                <a:gd name="csX132" fmla="*/ 97938 w 102875"/>
                <a:gd name="csY132" fmla="*/ 5189 h 80376"/>
                <a:gd name="csX133" fmla="*/ 97892 w 102875"/>
                <a:gd name="csY133" fmla="*/ 7609 h 80376"/>
                <a:gd name="csX134" fmla="*/ 97732 w 102875"/>
                <a:gd name="csY134" fmla="*/ 8917 h 80376"/>
                <a:gd name="csX135" fmla="*/ 98562 w 102875"/>
                <a:gd name="csY135" fmla="*/ 9990 h 80376"/>
                <a:gd name="csX136" fmla="*/ 99977 w 102875"/>
                <a:gd name="csY136" fmla="*/ 10454 h 80376"/>
                <a:gd name="csX137" fmla="*/ 100593 w 102875"/>
                <a:gd name="csY137" fmla="*/ 10401 h 80376"/>
                <a:gd name="csX138" fmla="*/ 100958 w 102875"/>
                <a:gd name="csY138" fmla="*/ 9861 h 80376"/>
                <a:gd name="csX139" fmla="*/ 100608 w 102875"/>
                <a:gd name="csY139" fmla="*/ 19622 h 80376"/>
                <a:gd name="csX140" fmla="*/ 100738 w 102875"/>
                <a:gd name="csY140" fmla="*/ 18610 h 80376"/>
                <a:gd name="csX141" fmla="*/ 100517 w 102875"/>
                <a:gd name="csY141" fmla="*/ 18085 h 80376"/>
                <a:gd name="csX142" fmla="*/ 99604 w 102875"/>
                <a:gd name="csY142" fmla="*/ 18017 h 80376"/>
                <a:gd name="csX143" fmla="*/ 99223 w 102875"/>
                <a:gd name="csY143" fmla="*/ 18892 h 80376"/>
                <a:gd name="csX144" fmla="*/ 99094 w 102875"/>
                <a:gd name="csY144" fmla="*/ 20147 h 80376"/>
                <a:gd name="csX145" fmla="*/ 99725 w 102875"/>
                <a:gd name="csY145" fmla="*/ 20254 h 80376"/>
                <a:gd name="csX146" fmla="*/ 100608 w 102875"/>
                <a:gd name="csY146" fmla="*/ 19622 h 80376"/>
                <a:gd name="csX147" fmla="*/ 61835 w 102875"/>
                <a:gd name="csY147" fmla="*/ 38172 h 80376"/>
                <a:gd name="csX148" fmla="*/ 61645 w 102875"/>
                <a:gd name="csY148" fmla="*/ 38629 h 80376"/>
                <a:gd name="csX149" fmla="*/ 61044 w 102875"/>
                <a:gd name="csY149" fmla="*/ 38591 h 80376"/>
                <a:gd name="csX150" fmla="*/ 59537 w 102875"/>
                <a:gd name="csY150" fmla="*/ 38180 h 80376"/>
                <a:gd name="csX151" fmla="*/ 59050 w 102875"/>
                <a:gd name="csY151" fmla="*/ 37525 h 80376"/>
                <a:gd name="csX152" fmla="*/ 59994 w 102875"/>
                <a:gd name="csY152" fmla="*/ 36742 h 80376"/>
                <a:gd name="csX153" fmla="*/ 60412 w 102875"/>
                <a:gd name="csY153" fmla="*/ 36703 h 80376"/>
                <a:gd name="csX154" fmla="*/ 61013 w 102875"/>
                <a:gd name="csY154" fmla="*/ 37525 h 80376"/>
                <a:gd name="csX155" fmla="*/ 61835 w 102875"/>
                <a:gd name="csY155" fmla="*/ 38172 h 80376"/>
                <a:gd name="csX156" fmla="*/ 37632 w 102875"/>
                <a:gd name="csY156" fmla="*/ 42463 h 80376"/>
                <a:gd name="csX157" fmla="*/ 36050 w 102875"/>
                <a:gd name="csY157" fmla="*/ 42593 h 80376"/>
                <a:gd name="csX158" fmla="*/ 34619 w 102875"/>
                <a:gd name="csY158" fmla="*/ 41710 h 80376"/>
                <a:gd name="csX159" fmla="*/ 37640 w 102875"/>
                <a:gd name="csY159" fmla="*/ 40531 h 80376"/>
                <a:gd name="csX160" fmla="*/ 38454 w 102875"/>
                <a:gd name="csY160" fmla="*/ 39998 h 80376"/>
                <a:gd name="csX161" fmla="*/ 39337 w 102875"/>
                <a:gd name="csY161" fmla="*/ 38910 h 80376"/>
                <a:gd name="csX162" fmla="*/ 40044 w 102875"/>
                <a:gd name="csY162" fmla="*/ 39846 h 80376"/>
                <a:gd name="csX163" fmla="*/ 39260 w 102875"/>
                <a:gd name="csY163" fmla="*/ 41314 h 80376"/>
                <a:gd name="csX164" fmla="*/ 38705 w 102875"/>
                <a:gd name="csY164" fmla="*/ 41946 h 80376"/>
                <a:gd name="csX165" fmla="*/ 37632 w 102875"/>
                <a:gd name="csY165" fmla="*/ 42463 h 80376"/>
                <a:gd name="csX166" fmla="*/ 22354 w 102875"/>
                <a:gd name="csY166" fmla="*/ 41771 h 80376"/>
                <a:gd name="csX167" fmla="*/ 21997 w 102875"/>
                <a:gd name="csY167" fmla="*/ 41938 h 80376"/>
                <a:gd name="csX168" fmla="*/ 21616 w 102875"/>
                <a:gd name="csY168" fmla="*/ 40683 h 80376"/>
                <a:gd name="csX169" fmla="*/ 21639 w 102875"/>
                <a:gd name="csY169" fmla="*/ 40287 h 80376"/>
                <a:gd name="csX170" fmla="*/ 22620 w 102875"/>
                <a:gd name="csY170" fmla="*/ 39716 h 80376"/>
                <a:gd name="csX171" fmla="*/ 23221 w 102875"/>
                <a:gd name="csY171" fmla="*/ 40744 h 80376"/>
                <a:gd name="csX172" fmla="*/ 22354 w 102875"/>
                <a:gd name="csY172" fmla="*/ 41771 h 80376"/>
                <a:gd name="csX173" fmla="*/ 50346 w 102875"/>
                <a:gd name="csY173" fmla="*/ 44358 h 80376"/>
                <a:gd name="csX174" fmla="*/ 50354 w 102875"/>
                <a:gd name="csY174" fmla="*/ 45149 h 80376"/>
                <a:gd name="csX175" fmla="*/ 48185 w 102875"/>
                <a:gd name="csY175" fmla="*/ 44921 h 80376"/>
                <a:gd name="csX176" fmla="*/ 47607 w 102875"/>
                <a:gd name="csY176" fmla="*/ 45332 h 80376"/>
                <a:gd name="csX177" fmla="*/ 45826 w 102875"/>
                <a:gd name="csY177" fmla="*/ 45103 h 80376"/>
                <a:gd name="csX178" fmla="*/ 44084 w 102875"/>
                <a:gd name="csY178" fmla="*/ 44533 h 80376"/>
                <a:gd name="csX179" fmla="*/ 45264 w 102875"/>
                <a:gd name="csY179" fmla="*/ 43582 h 80376"/>
                <a:gd name="csX180" fmla="*/ 48337 w 102875"/>
                <a:gd name="csY180" fmla="*/ 42463 h 80376"/>
                <a:gd name="csX181" fmla="*/ 49615 w 102875"/>
                <a:gd name="csY181" fmla="*/ 43483 h 80376"/>
                <a:gd name="csX182" fmla="*/ 50346 w 102875"/>
                <a:gd name="csY182" fmla="*/ 44358 h 80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Lst>
              <a:rect l="l" t="t" r="r" b="b"/>
              <a:pathLst>
                <a:path w="102875" h="80376">
                  <a:moveTo>
                    <a:pt x="100958" y="9861"/>
                  </a:moveTo>
                  <a:lnTo>
                    <a:pt x="102358" y="11770"/>
                  </a:lnTo>
                  <a:lnTo>
                    <a:pt x="102556" y="24712"/>
                  </a:lnTo>
                  <a:lnTo>
                    <a:pt x="102875" y="25633"/>
                  </a:lnTo>
                  <a:lnTo>
                    <a:pt x="102130" y="25770"/>
                  </a:lnTo>
                  <a:lnTo>
                    <a:pt x="101293" y="26752"/>
                  </a:lnTo>
                  <a:lnTo>
                    <a:pt x="100312" y="28266"/>
                  </a:lnTo>
                  <a:lnTo>
                    <a:pt x="98965" y="29049"/>
                  </a:lnTo>
                  <a:lnTo>
                    <a:pt x="97885" y="29932"/>
                  </a:lnTo>
                  <a:lnTo>
                    <a:pt x="96865" y="31027"/>
                  </a:lnTo>
                  <a:lnTo>
                    <a:pt x="95952" y="31263"/>
                  </a:lnTo>
                  <a:lnTo>
                    <a:pt x="94772" y="29871"/>
                  </a:lnTo>
                  <a:lnTo>
                    <a:pt x="93958" y="28448"/>
                  </a:lnTo>
                  <a:lnTo>
                    <a:pt x="94156" y="28136"/>
                  </a:lnTo>
                  <a:lnTo>
                    <a:pt x="94727" y="28038"/>
                  </a:lnTo>
                  <a:lnTo>
                    <a:pt x="94940" y="27299"/>
                  </a:lnTo>
                  <a:lnTo>
                    <a:pt x="94598" y="26234"/>
                  </a:lnTo>
                  <a:lnTo>
                    <a:pt x="93798" y="25831"/>
                  </a:lnTo>
                  <a:lnTo>
                    <a:pt x="92794" y="25801"/>
                  </a:lnTo>
                  <a:lnTo>
                    <a:pt x="91828" y="26280"/>
                  </a:lnTo>
                  <a:lnTo>
                    <a:pt x="90801" y="27223"/>
                  </a:lnTo>
                  <a:lnTo>
                    <a:pt x="90223" y="28235"/>
                  </a:lnTo>
                  <a:lnTo>
                    <a:pt x="90139" y="30267"/>
                  </a:lnTo>
                  <a:lnTo>
                    <a:pt x="90405" y="32549"/>
                  </a:lnTo>
                  <a:lnTo>
                    <a:pt x="90398" y="33660"/>
                  </a:lnTo>
                  <a:lnTo>
                    <a:pt x="89834" y="35037"/>
                  </a:lnTo>
                  <a:lnTo>
                    <a:pt x="89637" y="37061"/>
                  </a:lnTo>
                  <a:lnTo>
                    <a:pt x="90040" y="38629"/>
                  </a:lnTo>
                  <a:lnTo>
                    <a:pt x="90405" y="39564"/>
                  </a:lnTo>
                  <a:lnTo>
                    <a:pt x="90443" y="40356"/>
                  </a:lnTo>
                  <a:lnTo>
                    <a:pt x="89485" y="42851"/>
                  </a:lnTo>
                  <a:lnTo>
                    <a:pt x="90314" y="43323"/>
                  </a:lnTo>
                  <a:lnTo>
                    <a:pt x="93061" y="43498"/>
                  </a:lnTo>
                  <a:lnTo>
                    <a:pt x="93867" y="45187"/>
                  </a:lnTo>
                  <a:lnTo>
                    <a:pt x="94415" y="46344"/>
                  </a:lnTo>
                  <a:lnTo>
                    <a:pt x="94263" y="47029"/>
                  </a:lnTo>
                  <a:lnTo>
                    <a:pt x="92315" y="47538"/>
                  </a:lnTo>
                  <a:lnTo>
                    <a:pt x="89865" y="48101"/>
                  </a:lnTo>
                  <a:lnTo>
                    <a:pt x="88107" y="47941"/>
                  </a:lnTo>
                  <a:lnTo>
                    <a:pt x="84927" y="48702"/>
                  </a:lnTo>
                  <a:lnTo>
                    <a:pt x="83230" y="49874"/>
                  </a:lnTo>
                  <a:lnTo>
                    <a:pt x="83725" y="50604"/>
                  </a:lnTo>
                  <a:lnTo>
                    <a:pt x="84311" y="51167"/>
                  </a:lnTo>
                  <a:lnTo>
                    <a:pt x="84577" y="52712"/>
                  </a:lnTo>
                  <a:lnTo>
                    <a:pt x="84082" y="54903"/>
                  </a:lnTo>
                  <a:lnTo>
                    <a:pt x="83185" y="57026"/>
                  </a:lnTo>
                  <a:lnTo>
                    <a:pt x="82066" y="59674"/>
                  </a:lnTo>
                  <a:lnTo>
                    <a:pt x="80773" y="62710"/>
                  </a:lnTo>
                  <a:lnTo>
                    <a:pt x="79000" y="67275"/>
                  </a:lnTo>
                  <a:lnTo>
                    <a:pt x="77501" y="70858"/>
                  </a:lnTo>
                  <a:lnTo>
                    <a:pt x="77341" y="73438"/>
                  </a:lnTo>
                  <a:lnTo>
                    <a:pt x="77379" y="75119"/>
                  </a:lnTo>
                  <a:lnTo>
                    <a:pt x="77212" y="78475"/>
                  </a:lnTo>
                  <a:lnTo>
                    <a:pt x="75789" y="80323"/>
                  </a:lnTo>
                  <a:lnTo>
                    <a:pt x="75469" y="80377"/>
                  </a:lnTo>
                  <a:lnTo>
                    <a:pt x="73773" y="80156"/>
                  </a:lnTo>
                  <a:lnTo>
                    <a:pt x="73202" y="80080"/>
                  </a:lnTo>
                  <a:lnTo>
                    <a:pt x="71582" y="79867"/>
                  </a:lnTo>
                  <a:lnTo>
                    <a:pt x="69071" y="79540"/>
                  </a:lnTo>
                  <a:lnTo>
                    <a:pt x="65807" y="79106"/>
                  </a:lnTo>
                  <a:lnTo>
                    <a:pt x="61949" y="78604"/>
                  </a:lnTo>
                  <a:lnTo>
                    <a:pt x="57650" y="78033"/>
                  </a:lnTo>
                  <a:lnTo>
                    <a:pt x="53055" y="77425"/>
                  </a:lnTo>
                  <a:lnTo>
                    <a:pt x="48299" y="76801"/>
                  </a:lnTo>
                  <a:lnTo>
                    <a:pt x="43551" y="76177"/>
                  </a:lnTo>
                  <a:lnTo>
                    <a:pt x="38948" y="75568"/>
                  </a:lnTo>
                  <a:lnTo>
                    <a:pt x="34650" y="75005"/>
                  </a:lnTo>
                  <a:lnTo>
                    <a:pt x="30792" y="74495"/>
                  </a:lnTo>
                  <a:lnTo>
                    <a:pt x="27536" y="74062"/>
                  </a:lnTo>
                  <a:lnTo>
                    <a:pt x="25025" y="73734"/>
                  </a:lnTo>
                  <a:lnTo>
                    <a:pt x="23404" y="73521"/>
                  </a:lnTo>
                  <a:lnTo>
                    <a:pt x="22834" y="73445"/>
                  </a:lnTo>
                  <a:lnTo>
                    <a:pt x="21038" y="73209"/>
                  </a:lnTo>
                  <a:lnTo>
                    <a:pt x="20071" y="71962"/>
                  </a:lnTo>
                  <a:lnTo>
                    <a:pt x="18900" y="70455"/>
                  </a:lnTo>
                  <a:lnTo>
                    <a:pt x="17721" y="68941"/>
                  </a:lnTo>
                  <a:lnTo>
                    <a:pt x="16549" y="67427"/>
                  </a:lnTo>
                  <a:lnTo>
                    <a:pt x="15377" y="65913"/>
                  </a:lnTo>
                  <a:lnTo>
                    <a:pt x="14205" y="64399"/>
                  </a:lnTo>
                  <a:lnTo>
                    <a:pt x="13034" y="62885"/>
                  </a:lnTo>
                  <a:lnTo>
                    <a:pt x="11862" y="61370"/>
                  </a:lnTo>
                  <a:lnTo>
                    <a:pt x="10690" y="59856"/>
                  </a:lnTo>
                  <a:lnTo>
                    <a:pt x="9519" y="58335"/>
                  </a:lnTo>
                  <a:lnTo>
                    <a:pt x="8347" y="56821"/>
                  </a:lnTo>
                  <a:lnTo>
                    <a:pt x="7167" y="55299"/>
                  </a:lnTo>
                  <a:lnTo>
                    <a:pt x="5996" y="53777"/>
                  </a:lnTo>
                  <a:lnTo>
                    <a:pt x="4824" y="52255"/>
                  </a:lnTo>
                  <a:lnTo>
                    <a:pt x="3652" y="50734"/>
                  </a:lnTo>
                  <a:lnTo>
                    <a:pt x="2481" y="49212"/>
                  </a:lnTo>
                  <a:lnTo>
                    <a:pt x="1309" y="47690"/>
                  </a:lnTo>
                  <a:lnTo>
                    <a:pt x="517" y="46671"/>
                  </a:lnTo>
                  <a:lnTo>
                    <a:pt x="84" y="45522"/>
                  </a:lnTo>
                  <a:lnTo>
                    <a:pt x="0" y="42509"/>
                  </a:lnTo>
                  <a:lnTo>
                    <a:pt x="0" y="41847"/>
                  </a:lnTo>
                  <a:lnTo>
                    <a:pt x="791" y="40630"/>
                  </a:lnTo>
                  <a:lnTo>
                    <a:pt x="1172" y="41497"/>
                  </a:lnTo>
                  <a:lnTo>
                    <a:pt x="2054" y="42676"/>
                  </a:lnTo>
                  <a:lnTo>
                    <a:pt x="3554" y="42387"/>
                  </a:lnTo>
                  <a:lnTo>
                    <a:pt x="4253" y="42585"/>
                  </a:lnTo>
                  <a:lnTo>
                    <a:pt x="4771" y="46762"/>
                  </a:lnTo>
                  <a:lnTo>
                    <a:pt x="5874" y="48246"/>
                  </a:lnTo>
                  <a:lnTo>
                    <a:pt x="7213" y="48839"/>
                  </a:lnTo>
                  <a:lnTo>
                    <a:pt x="11756" y="49166"/>
                  </a:lnTo>
                  <a:lnTo>
                    <a:pt x="14578" y="48603"/>
                  </a:lnTo>
                  <a:lnTo>
                    <a:pt x="20140" y="45880"/>
                  </a:lnTo>
                  <a:lnTo>
                    <a:pt x="23062" y="44898"/>
                  </a:lnTo>
                  <a:lnTo>
                    <a:pt x="31142" y="45065"/>
                  </a:lnTo>
                  <a:lnTo>
                    <a:pt x="37617" y="46199"/>
                  </a:lnTo>
                  <a:lnTo>
                    <a:pt x="47698" y="46869"/>
                  </a:lnTo>
                  <a:lnTo>
                    <a:pt x="49654" y="46694"/>
                  </a:lnTo>
                  <a:lnTo>
                    <a:pt x="55094" y="44502"/>
                  </a:lnTo>
                  <a:lnTo>
                    <a:pt x="58426" y="42570"/>
                  </a:lnTo>
                  <a:lnTo>
                    <a:pt x="60412" y="42014"/>
                  </a:lnTo>
                  <a:lnTo>
                    <a:pt x="61721" y="40143"/>
                  </a:lnTo>
                  <a:lnTo>
                    <a:pt x="62581" y="37708"/>
                  </a:lnTo>
                  <a:lnTo>
                    <a:pt x="63349" y="36118"/>
                  </a:lnTo>
                  <a:lnTo>
                    <a:pt x="64331" y="35357"/>
                  </a:lnTo>
                  <a:lnTo>
                    <a:pt x="65259" y="34003"/>
                  </a:lnTo>
                  <a:lnTo>
                    <a:pt x="66012" y="31804"/>
                  </a:lnTo>
                  <a:lnTo>
                    <a:pt x="67884" y="29582"/>
                  </a:lnTo>
                  <a:lnTo>
                    <a:pt x="75386" y="24172"/>
                  </a:lnTo>
                  <a:lnTo>
                    <a:pt x="79768" y="19592"/>
                  </a:lnTo>
                  <a:lnTo>
                    <a:pt x="80157" y="18108"/>
                  </a:lnTo>
                  <a:lnTo>
                    <a:pt x="82538" y="15887"/>
                  </a:lnTo>
                  <a:lnTo>
                    <a:pt x="84447" y="13452"/>
                  </a:lnTo>
                  <a:lnTo>
                    <a:pt x="93388" y="6482"/>
                  </a:lnTo>
                  <a:lnTo>
                    <a:pt x="95176" y="3599"/>
                  </a:lnTo>
                  <a:lnTo>
                    <a:pt x="96233" y="365"/>
                  </a:lnTo>
                  <a:lnTo>
                    <a:pt x="96363" y="137"/>
                  </a:lnTo>
                  <a:lnTo>
                    <a:pt x="97131" y="0"/>
                  </a:lnTo>
                  <a:lnTo>
                    <a:pt x="98227" y="487"/>
                  </a:lnTo>
                  <a:lnTo>
                    <a:pt x="98341" y="2906"/>
                  </a:lnTo>
                  <a:lnTo>
                    <a:pt x="97938" y="5189"/>
                  </a:lnTo>
                  <a:lnTo>
                    <a:pt x="97892" y="7609"/>
                  </a:lnTo>
                  <a:lnTo>
                    <a:pt x="97732" y="8917"/>
                  </a:lnTo>
                  <a:lnTo>
                    <a:pt x="98562" y="9990"/>
                  </a:lnTo>
                  <a:lnTo>
                    <a:pt x="99977" y="10454"/>
                  </a:lnTo>
                  <a:lnTo>
                    <a:pt x="100593" y="10401"/>
                  </a:lnTo>
                  <a:lnTo>
                    <a:pt x="100958" y="9861"/>
                  </a:lnTo>
                  <a:close/>
                  <a:moveTo>
                    <a:pt x="100608" y="19622"/>
                  </a:moveTo>
                  <a:lnTo>
                    <a:pt x="100738" y="18610"/>
                  </a:lnTo>
                  <a:lnTo>
                    <a:pt x="100517" y="18085"/>
                  </a:lnTo>
                  <a:lnTo>
                    <a:pt x="99604" y="18017"/>
                  </a:lnTo>
                  <a:lnTo>
                    <a:pt x="99223" y="18892"/>
                  </a:lnTo>
                  <a:lnTo>
                    <a:pt x="99094" y="20147"/>
                  </a:lnTo>
                  <a:lnTo>
                    <a:pt x="99725" y="20254"/>
                  </a:lnTo>
                  <a:lnTo>
                    <a:pt x="100608" y="19622"/>
                  </a:lnTo>
                  <a:close/>
                  <a:moveTo>
                    <a:pt x="61835" y="38172"/>
                  </a:moveTo>
                  <a:lnTo>
                    <a:pt x="61645" y="38629"/>
                  </a:lnTo>
                  <a:lnTo>
                    <a:pt x="61044" y="38591"/>
                  </a:lnTo>
                  <a:lnTo>
                    <a:pt x="59537" y="38180"/>
                  </a:lnTo>
                  <a:lnTo>
                    <a:pt x="59050" y="37525"/>
                  </a:lnTo>
                  <a:lnTo>
                    <a:pt x="59994" y="36742"/>
                  </a:lnTo>
                  <a:lnTo>
                    <a:pt x="60412" y="36703"/>
                  </a:lnTo>
                  <a:lnTo>
                    <a:pt x="61013" y="37525"/>
                  </a:lnTo>
                  <a:lnTo>
                    <a:pt x="61835" y="38172"/>
                  </a:lnTo>
                  <a:close/>
                  <a:moveTo>
                    <a:pt x="37632" y="42463"/>
                  </a:moveTo>
                  <a:lnTo>
                    <a:pt x="36050" y="42593"/>
                  </a:lnTo>
                  <a:lnTo>
                    <a:pt x="34619" y="41710"/>
                  </a:lnTo>
                  <a:lnTo>
                    <a:pt x="37640" y="40531"/>
                  </a:lnTo>
                  <a:lnTo>
                    <a:pt x="38454" y="39998"/>
                  </a:lnTo>
                  <a:lnTo>
                    <a:pt x="39337" y="38910"/>
                  </a:lnTo>
                  <a:lnTo>
                    <a:pt x="40044" y="39846"/>
                  </a:lnTo>
                  <a:lnTo>
                    <a:pt x="39260" y="41314"/>
                  </a:lnTo>
                  <a:lnTo>
                    <a:pt x="38705" y="41946"/>
                  </a:lnTo>
                  <a:lnTo>
                    <a:pt x="37632" y="42463"/>
                  </a:lnTo>
                  <a:close/>
                  <a:moveTo>
                    <a:pt x="22354" y="41771"/>
                  </a:moveTo>
                  <a:lnTo>
                    <a:pt x="21997" y="41938"/>
                  </a:lnTo>
                  <a:lnTo>
                    <a:pt x="21616" y="40683"/>
                  </a:lnTo>
                  <a:lnTo>
                    <a:pt x="21639" y="40287"/>
                  </a:lnTo>
                  <a:lnTo>
                    <a:pt x="22620" y="39716"/>
                  </a:lnTo>
                  <a:lnTo>
                    <a:pt x="23221" y="40744"/>
                  </a:lnTo>
                  <a:lnTo>
                    <a:pt x="22354" y="41771"/>
                  </a:lnTo>
                  <a:close/>
                  <a:moveTo>
                    <a:pt x="50346" y="44358"/>
                  </a:moveTo>
                  <a:lnTo>
                    <a:pt x="50354" y="45149"/>
                  </a:lnTo>
                  <a:lnTo>
                    <a:pt x="48185" y="44921"/>
                  </a:lnTo>
                  <a:lnTo>
                    <a:pt x="47607" y="45332"/>
                  </a:lnTo>
                  <a:lnTo>
                    <a:pt x="45826" y="45103"/>
                  </a:lnTo>
                  <a:lnTo>
                    <a:pt x="44084" y="44533"/>
                  </a:lnTo>
                  <a:lnTo>
                    <a:pt x="45264" y="43582"/>
                  </a:lnTo>
                  <a:lnTo>
                    <a:pt x="48337" y="42463"/>
                  </a:lnTo>
                  <a:lnTo>
                    <a:pt x="49615" y="43483"/>
                  </a:lnTo>
                  <a:lnTo>
                    <a:pt x="50346" y="44358"/>
                  </a:lnTo>
                  <a:close/>
                </a:path>
              </a:pathLst>
            </a:custGeom>
            <a:solidFill>
              <a:srgbClr val="2562E8"/>
            </a:solidFill>
            <a:ln w="6168" cap="flat">
              <a:solidFill>
                <a:srgbClr val="2562E8"/>
              </a:solidFill>
              <a:prstDash val="solid"/>
              <a:miter/>
            </a:ln>
          </p:spPr>
          <p:txBody>
            <a:bodyPr/>
            <a:lstStyle/>
            <a:p>
              <a:endParaRPr lang="en-US"/>
            </a:p>
          </p:txBody>
        </p:sp>
        <p:sp>
          <p:nvSpPr>
            <p:cNvPr id="15" name="Freeform: Shape 14">
              <a:extLst>
                <a:ext uri="{FF2B5EF4-FFF2-40B4-BE49-F238E27FC236}">
                  <a16:creationId xmlns:a16="http://schemas.microsoft.com/office/drawing/2014/main" id="{EF6EB5D2-204E-6A45-401B-A1694B3EA44A}"/>
                </a:ext>
              </a:extLst>
            </p:cNvPr>
            <p:cNvSpPr/>
            <p:nvPr/>
          </p:nvSpPr>
          <p:spPr>
            <a:xfrm>
              <a:off x="10865439" y="4118510"/>
              <a:ext cx="307606" cy="232654"/>
            </a:xfrm>
            <a:custGeom>
              <a:avLst/>
              <a:gdLst>
                <a:gd name="csX0" fmla="*/ 307607 w 307606"/>
                <a:gd name="csY0" fmla="*/ 32983 h 232654"/>
                <a:gd name="csX1" fmla="*/ 306511 w 307606"/>
                <a:gd name="csY1" fmla="*/ 33158 h 232654"/>
                <a:gd name="csX2" fmla="*/ 304959 w 307606"/>
                <a:gd name="csY2" fmla="*/ 32519 h 232654"/>
                <a:gd name="csX3" fmla="*/ 304350 w 307606"/>
                <a:gd name="csY3" fmla="*/ 31545 h 232654"/>
                <a:gd name="csX4" fmla="*/ 304092 w 307606"/>
                <a:gd name="csY4" fmla="*/ 31408 h 232654"/>
                <a:gd name="csX5" fmla="*/ 302859 w 307606"/>
                <a:gd name="csY5" fmla="*/ 32047 h 232654"/>
                <a:gd name="csX6" fmla="*/ 300508 w 307606"/>
                <a:gd name="csY6" fmla="*/ 32854 h 232654"/>
                <a:gd name="csX7" fmla="*/ 296521 w 307606"/>
                <a:gd name="csY7" fmla="*/ 34961 h 232654"/>
                <a:gd name="csX8" fmla="*/ 296613 w 307606"/>
                <a:gd name="csY8" fmla="*/ 35502 h 232654"/>
                <a:gd name="csX9" fmla="*/ 299207 w 307606"/>
                <a:gd name="csY9" fmla="*/ 37639 h 232654"/>
                <a:gd name="csX10" fmla="*/ 299815 w 307606"/>
                <a:gd name="csY10" fmla="*/ 38347 h 232654"/>
                <a:gd name="csX11" fmla="*/ 300135 w 307606"/>
                <a:gd name="csY11" fmla="*/ 38568 h 232654"/>
                <a:gd name="csX12" fmla="*/ 297784 w 307606"/>
                <a:gd name="csY12" fmla="*/ 39595 h 232654"/>
                <a:gd name="csX13" fmla="*/ 292732 w 307606"/>
                <a:gd name="csY13" fmla="*/ 41908 h 232654"/>
                <a:gd name="csX14" fmla="*/ 289407 w 307606"/>
                <a:gd name="csY14" fmla="*/ 43795 h 232654"/>
                <a:gd name="csX15" fmla="*/ 288616 w 307606"/>
                <a:gd name="csY15" fmla="*/ 43863 h 232654"/>
                <a:gd name="csX16" fmla="*/ 286607 w 307606"/>
                <a:gd name="csY16" fmla="*/ 43072 h 232654"/>
                <a:gd name="csX17" fmla="*/ 283640 w 307606"/>
                <a:gd name="csY17" fmla="*/ 42129 h 232654"/>
                <a:gd name="csX18" fmla="*/ 282848 w 307606"/>
                <a:gd name="csY18" fmla="*/ 42144 h 232654"/>
                <a:gd name="csX19" fmla="*/ 276001 w 307606"/>
                <a:gd name="csY19" fmla="*/ 42304 h 232654"/>
                <a:gd name="csX20" fmla="*/ 269709 w 307606"/>
                <a:gd name="csY20" fmla="*/ 42654 h 232654"/>
                <a:gd name="csX21" fmla="*/ 267091 w 307606"/>
                <a:gd name="csY21" fmla="*/ 43110 h 232654"/>
                <a:gd name="csX22" fmla="*/ 262229 w 307606"/>
                <a:gd name="csY22" fmla="*/ 43544 h 232654"/>
                <a:gd name="csX23" fmla="*/ 259171 w 307606"/>
                <a:gd name="csY23" fmla="*/ 43696 h 232654"/>
                <a:gd name="csX24" fmla="*/ 257215 w 307606"/>
                <a:gd name="csY24" fmla="*/ 44426 h 232654"/>
                <a:gd name="csX25" fmla="*/ 255077 w 307606"/>
                <a:gd name="csY25" fmla="*/ 45385 h 232654"/>
                <a:gd name="csX26" fmla="*/ 252855 w 307606"/>
                <a:gd name="csY26" fmla="*/ 46009 h 232654"/>
                <a:gd name="csX27" fmla="*/ 251204 w 307606"/>
                <a:gd name="csY27" fmla="*/ 46214 h 232654"/>
                <a:gd name="csX28" fmla="*/ 249219 w 307606"/>
                <a:gd name="csY28" fmla="*/ 47112 h 232654"/>
                <a:gd name="csX29" fmla="*/ 247910 w 307606"/>
                <a:gd name="csY29" fmla="*/ 48893 h 232654"/>
                <a:gd name="csX30" fmla="*/ 244174 w 307606"/>
                <a:gd name="csY30" fmla="*/ 51525 h 232654"/>
                <a:gd name="csX31" fmla="*/ 242074 w 307606"/>
                <a:gd name="csY31" fmla="*/ 52796 h 232654"/>
                <a:gd name="csX32" fmla="*/ 241017 w 307606"/>
                <a:gd name="csY32" fmla="*/ 54234 h 232654"/>
                <a:gd name="csX33" fmla="*/ 239814 w 307606"/>
                <a:gd name="csY33" fmla="*/ 54371 h 232654"/>
                <a:gd name="csX34" fmla="*/ 237760 w 307606"/>
                <a:gd name="csY34" fmla="*/ 54112 h 232654"/>
                <a:gd name="csX35" fmla="*/ 236170 w 307606"/>
                <a:gd name="csY35" fmla="*/ 55664 h 232654"/>
                <a:gd name="csX36" fmla="*/ 234412 w 307606"/>
                <a:gd name="csY36" fmla="*/ 57886 h 232654"/>
                <a:gd name="csX37" fmla="*/ 231194 w 307606"/>
                <a:gd name="csY37" fmla="*/ 61104 h 232654"/>
                <a:gd name="csX38" fmla="*/ 229482 w 307606"/>
                <a:gd name="csY38" fmla="*/ 62405 h 232654"/>
                <a:gd name="csX39" fmla="*/ 228462 w 307606"/>
                <a:gd name="csY39" fmla="*/ 64505 h 232654"/>
                <a:gd name="csX40" fmla="*/ 229216 w 307606"/>
                <a:gd name="csY40" fmla="*/ 65593 h 232654"/>
                <a:gd name="csX41" fmla="*/ 231833 w 307606"/>
                <a:gd name="csY41" fmla="*/ 67222 h 232654"/>
                <a:gd name="csX42" fmla="*/ 233005 w 307606"/>
                <a:gd name="csY42" fmla="*/ 68759 h 232654"/>
                <a:gd name="csX43" fmla="*/ 233644 w 307606"/>
                <a:gd name="csY43" fmla="*/ 69976 h 232654"/>
                <a:gd name="csX44" fmla="*/ 234838 w 307606"/>
                <a:gd name="csY44" fmla="*/ 73095 h 232654"/>
                <a:gd name="csX45" fmla="*/ 235599 w 307606"/>
                <a:gd name="csY45" fmla="*/ 76162 h 232654"/>
                <a:gd name="csX46" fmla="*/ 236725 w 307606"/>
                <a:gd name="csY46" fmla="*/ 77485 h 232654"/>
                <a:gd name="csX47" fmla="*/ 237053 w 307606"/>
                <a:gd name="csY47" fmla="*/ 79730 h 232654"/>
                <a:gd name="csX48" fmla="*/ 237341 w 307606"/>
                <a:gd name="csY48" fmla="*/ 81107 h 232654"/>
                <a:gd name="csX49" fmla="*/ 236725 w 307606"/>
                <a:gd name="csY49" fmla="*/ 82089 h 232654"/>
                <a:gd name="csX50" fmla="*/ 236162 w 307606"/>
                <a:gd name="csY50" fmla="*/ 83177 h 232654"/>
                <a:gd name="csX51" fmla="*/ 236162 w 307606"/>
                <a:gd name="csY51" fmla="*/ 84211 h 232654"/>
                <a:gd name="csX52" fmla="*/ 236839 w 307606"/>
                <a:gd name="csY52" fmla="*/ 85277 h 232654"/>
                <a:gd name="csX53" fmla="*/ 237433 w 307606"/>
                <a:gd name="csY53" fmla="*/ 86220 h 232654"/>
                <a:gd name="csX54" fmla="*/ 237760 w 307606"/>
                <a:gd name="csY54" fmla="*/ 86973 h 232654"/>
                <a:gd name="csX55" fmla="*/ 237357 w 307606"/>
                <a:gd name="csY55" fmla="*/ 87810 h 232654"/>
                <a:gd name="csX56" fmla="*/ 236162 w 307606"/>
                <a:gd name="csY56" fmla="*/ 89089 h 232654"/>
                <a:gd name="csX57" fmla="*/ 235554 w 307606"/>
                <a:gd name="csY57" fmla="*/ 90397 h 232654"/>
                <a:gd name="csX58" fmla="*/ 234230 w 307606"/>
                <a:gd name="csY58" fmla="*/ 92581 h 232654"/>
                <a:gd name="csX59" fmla="*/ 232160 w 307606"/>
                <a:gd name="csY59" fmla="*/ 94072 h 232654"/>
                <a:gd name="csX60" fmla="*/ 230791 w 307606"/>
                <a:gd name="csY60" fmla="*/ 95153 h 232654"/>
                <a:gd name="csX61" fmla="*/ 229337 w 307606"/>
                <a:gd name="csY61" fmla="*/ 97435 h 232654"/>
                <a:gd name="csX62" fmla="*/ 226933 w 307606"/>
                <a:gd name="csY62" fmla="*/ 99969 h 232654"/>
                <a:gd name="csX63" fmla="*/ 225921 w 307606"/>
                <a:gd name="csY63" fmla="*/ 102084 h 232654"/>
                <a:gd name="csX64" fmla="*/ 224864 w 307606"/>
                <a:gd name="csY64" fmla="*/ 103248 h 232654"/>
                <a:gd name="csX65" fmla="*/ 223776 w 307606"/>
                <a:gd name="csY65" fmla="*/ 103872 h 232654"/>
                <a:gd name="csX66" fmla="*/ 224057 w 307606"/>
                <a:gd name="csY66" fmla="*/ 105013 h 232654"/>
                <a:gd name="csX67" fmla="*/ 225000 w 307606"/>
                <a:gd name="csY67" fmla="*/ 106436 h 232654"/>
                <a:gd name="csX68" fmla="*/ 226560 w 307606"/>
                <a:gd name="csY68" fmla="*/ 108026 h 232654"/>
                <a:gd name="csX69" fmla="*/ 226492 w 307606"/>
                <a:gd name="csY69" fmla="*/ 110499 h 232654"/>
                <a:gd name="csX70" fmla="*/ 226416 w 307606"/>
                <a:gd name="csY70" fmla="*/ 112280 h 232654"/>
                <a:gd name="csX71" fmla="*/ 226469 w 307606"/>
                <a:gd name="csY71" fmla="*/ 114433 h 232654"/>
                <a:gd name="csX72" fmla="*/ 225617 w 307606"/>
                <a:gd name="csY72" fmla="*/ 116244 h 232654"/>
                <a:gd name="csX73" fmla="*/ 221280 w 307606"/>
                <a:gd name="csY73" fmla="*/ 117978 h 232654"/>
                <a:gd name="csX74" fmla="*/ 217126 w 307606"/>
                <a:gd name="csY74" fmla="*/ 118739 h 232654"/>
                <a:gd name="csX75" fmla="*/ 212035 w 307606"/>
                <a:gd name="csY75" fmla="*/ 118785 h 232654"/>
                <a:gd name="csX76" fmla="*/ 210111 w 307606"/>
                <a:gd name="csY76" fmla="*/ 118511 h 232654"/>
                <a:gd name="csX77" fmla="*/ 208573 w 307606"/>
                <a:gd name="csY77" fmla="*/ 118130 h 232654"/>
                <a:gd name="csX78" fmla="*/ 203050 w 307606"/>
                <a:gd name="csY78" fmla="*/ 116183 h 232654"/>
                <a:gd name="csX79" fmla="*/ 200805 w 307606"/>
                <a:gd name="csY79" fmla="*/ 117332 h 232654"/>
                <a:gd name="csX80" fmla="*/ 200341 w 307606"/>
                <a:gd name="csY80" fmla="*/ 120139 h 232654"/>
                <a:gd name="csX81" fmla="*/ 204373 w 307606"/>
                <a:gd name="csY81" fmla="*/ 124689 h 232654"/>
                <a:gd name="csX82" fmla="*/ 206025 w 307606"/>
                <a:gd name="csY82" fmla="*/ 127223 h 232654"/>
                <a:gd name="csX83" fmla="*/ 207858 w 307606"/>
                <a:gd name="csY83" fmla="*/ 131453 h 232654"/>
                <a:gd name="csX84" fmla="*/ 209228 w 307606"/>
                <a:gd name="csY84" fmla="*/ 133629 h 232654"/>
                <a:gd name="csX85" fmla="*/ 208741 w 307606"/>
                <a:gd name="csY85" fmla="*/ 135668 h 232654"/>
                <a:gd name="csX86" fmla="*/ 205089 w 307606"/>
                <a:gd name="csY86" fmla="*/ 137981 h 232654"/>
                <a:gd name="csX87" fmla="*/ 201459 w 307606"/>
                <a:gd name="csY87" fmla="*/ 140150 h 232654"/>
                <a:gd name="csX88" fmla="*/ 196834 w 307606"/>
                <a:gd name="csY88" fmla="*/ 140599 h 232654"/>
                <a:gd name="csX89" fmla="*/ 193927 w 307606"/>
                <a:gd name="csY89" fmla="*/ 141375 h 232654"/>
                <a:gd name="csX90" fmla="*/ 192519 w 307606"/>
                <a:gd name="csY90" fmla="*/ 142493 h 232654"/>
                <a:gd name="csX91" fmla="*/ 191485 w 307606"/>
                <a:gd name="csY91" fmla="*/ 147233 h 232654"/>
                <a:gd name="csX92" fmla="*/ 190442 w 307606"/>
                <a:gd name="csY92" fmla="*/ 148968 h 232654"/>
                <a:gd name="csX93" fmla="*/ 190465 w 307606"/>
                <a:gd name="csY93" fmla="*/ 151030 h 232654"/>
                <a:gd name="csX94" fmla="*/ 189484 w 307606"/>
                <a:gd name="csY94" fmla="*/ 153366 h 232654"/>
                <a:gd name="csX95" fmla="*/ 188000 w 307606"/>
                <a:gd name="csY95" fmla="*/ 154865 h 232654"/>
                <a:gd name="csX96" fmla="*/ 186957 w 307606"/>
                <a:gd name="csY96" fmla="*/ 157315 h 232654"/>
                <a:gd name="csX97" fmla="*/ 187285 w 307606"/>
                <a:gd name="csY97" fmla="*/ 161948 h 232654"/>
                <a:gd name="csX98" fmla="*/ 187772 w 307606"/>
                <a:gd name="csY98" fmla="*/ 169785 h 232654"/>
                <a:gd name="csX99" fmla="*/ 185801 w 307606"/>
                <a:gd name="csY99" fmla="*/ 172250 h 232654"/>
                <a:gd name="csX100" fmla="*/ 183579 w 307606"/>
                <a:gd name="csY100" fmla="*/ 174746 h 232654"/>
                <a:gd name="csX101" fmla="*/ 181236 w 307606"/>
                <a:gd name="csY101" fmla="*/ 176526 h 232654"/>
                <a:gd name="csX102" fmla="*/ 179007 w 307606"/>
                <a:gd name="csY102" fmla="*/ 177348 h 232654"/>
                <a:gd name="csX103" fmla="*/ 177158 w 307606"/>
                <a:gd name="csY103" fmla="*/ 177044 h 232654"/>
                <a:gd name="csX104" fmla="*/ 175697 w 307606"/>
                <a:gd name="csY104" fmla="*/ 175507 h 232654"/>
                <a:gd name="csX105" fmla="*/ 174829 w 307606"/>
                <a:gd name="csY105" fmla="*/ 174213 h 232654"/>
                <a:gd name="csX106" fmla="*/ 173217 w 307606"/>
                <a:gd name="csY106" fmla="*/ 173133 h 232654"/>
                <a:gd name="csX107" fmla="*/ 171573 w 307606"/>
                <a:gd name="csY107" fmla="*/ 173353 h 232654"/>
                <a:gd name="csX108" fmla="*/ 169922 w 307606"/>
                <a:gd name="csY108" fmla="*/ 174343 h 232654"/>
                <a:gd name="csX109" fmla="*/ 167282 w 307606"/>
                <a:gd name="csY109" fmla="*/ 174015 h 232654"/>
                <a:gd name="csX110" fmla="*/ 165030 w 307606"/>
                <a:gd name="csY110" fmla="*/ 173026 h 232654"/>
                <a:gd name="csX111" fmla="*/ 163888 w 307606"/>
                <a:gd name="csY111" fmla="*/ 173133 h 232654"/>
                <a:gd name="csX112" fmla="*/ 163234 w 307606"/>
                <a:gd name="csY112" fmla="*/ 174130 h 232654"/>
                <a:gd name="csX113" fmla="*/ 160822 w 307606"/>
                <a:gd name="csY113" fmla="*/ 176260 h 232654"/>
                <a:gd name="csX114" fmla="*/ 154903 w 307606"/>
                <a:gd name="csY114" fmla="*/ 179494 h 232654"/>
                <a:gd name="csX115" fmla="*/ 152483 w 307606"/>
                <a:gd name="csY115" fmla="*/ 179729 h 232654"/>
                <a:gd name="csX116" fmla="*/ 151448 w 307606"/>
                <a:gd name="csY116" fmla="*/ 180536 h 232654"/>
                <a:gd name="csX117" fmla="*/ 151859 w 307606"/>
                <a:gd name="csY117" fmla="*/ 181860 h 232654"/>
                <a:gd name="csX118" fmla="*/ 152917 w 307606"/>
                <a:gd name="csY118" fmla="*/ 182940 h 232654"/>
                <a:gd name="csX119" fmla="*/ 154766 w 307606"/>
                <a:gd name="csY119" fmla="*/ 183701 h 232654"/>
                <a:gd name="csX120" fmla="*/ 154857 w 307606"/>
                <a:gd name="csY120" fmla="*/ 184584 h 232654"/>
                <a:gd name="csX121" fmla="*/ 153229 w 307606"/>
                <a:gd name="csY121" fmla="*/ 185352 h 232654"/>
                <a:gd name="csX122" fmla="*/ 151837 w 307606"/>
                <a:gd name="csY122" fmla="*/ 186227 h 232654"/>
                <a:gd name="csX123" fmla="*/ 148770 w 307606"/>
                <a:gd name="csY123" fmla="*/ 187300 h 232654"/>
                <a:gd name="csX124" fmla="*/ 145232 w 307606"/>
                <a:gd name="csY124" fmla="*/ 187718 h 232654"/>
                <a:gd name="csX125" fmla="*/ 141580 w 307606"/>
                <a:gd name="csY125" fmla="*/ 187094 h 232654"/>
                <a:gd name="csX126" fmla="*/ 139701 w 307606"/>
                <a:gd name="csY126" fmla="*/ 185672 h 232654"/>
                <a:gd name="csX127" fmla="*/ 137479 w 307606"/>
                <a:gd name="csY127" fmla="*/ 185535 h 232654"/>
                <a:gd name="csX128" fmla="*/ 135455 w 307606"/>
                <a:gd name="csY128" fmla="*/ 186577 h 232654"/>
                <a:gd name="csX129" fmla="*/ 133363 w 307606"/>
                <a:gd name="csY129" fmla="*/ 188297 h 232654"/>
                <a:gd name="csX130" fmla="*/ 131080 w 307606"/>
                <a:gd name="csY130" fmla="*/ 191979 h 232654"/>
                <a:gd name="csX131" fmla="*/ 130472 w 307606"/>
                <a:gd name="csY131" fmla="*/ 192626 h 232654"/>
                <a:gd name="csX132" fmla="*/ 129856 w 307606"/>
                <a:gd name="csY132" fmla="*/ 193212 h 232654"/>
                <a:gd name="csX133" fmla="*/ 128364 w 307606"/>
                <a:gd name="csY133" fmla="*/ 194003 h 232654"/>
                <a:gd name="csX134" fmla="*/ 126226 w 307606"/>
                <a:gd name="csY134" fmla="*/ 195296 h 232654"/>
                <a:gd name="csX135" fmla="*/ 125153 w 307606"/>
                <a:gd name="csY135" fmla="*/ 198005 h 232654"/>
                <a:gd name="csX136" fmla="*/ 123867 w 307606"/>
                <a:gd name="csY136" fmla="*/ 202821 h 232654"/>
                <a:gd name="csX137" fmla="*/ 124172 w 307606"/>
                <a:gd name="csY137" fmla="*/ 205408 h 232654"/>
                <a:gd name="csX138" fmla="*/ 124271 w 307606"/>
                <a:gd name="csY138" fmla="*/ 209890 h 232654"/>
                <a:gd name="csX139" fmla="*/ 123768 w 307606"/>
                <a:gd name="csY139" fmla="*/ 213032 h 232654"/>
                <a:gd name="csX140" fmla="*/ 122840 w 307606"/>
                <a:gd name="csY140" fmla="*/ 215094 h 232654"/>
                <a:gd name="csX141" fmla="*/ 123023 w 307606"/>
                <a:gd name="csY141" fmla="*/ 216715 h 232654"/>
                <a:gd name="csX142" fmla="*/ 124438 w 307606"/>
                <a:gd name="csY142" fmla="*/ 218556 h 232654"/>
                <a:gd name="csX143" fmla="*/ 123867 w 307606"/>
                <a:gd name="csY143" fmla="*/ 219751 h 232654"/>
                <a:gd name="csX144" fmla="*/ 122680 w 307606"/>
                <a:gd name="csY144" fmla="*/ 221074 h 232654"/>
                <a:gd name="csX145" fmla="*/ 121531 w 307606"/>
                <a:gd name="csY145" fmla="*/ 221812 h 232654"/>
                <a:gd name="csX146" fmla="*/ 116928 w 307606"/>
                <a:gd name="csY146" fmla="*/ 223205 h 232654"/>
                <a:gd name="csX147" fmla="*/ 110621 w 307606"/>
                <a:gd name="csY147" fmla="*/ 225099 h 232654"/>
                <a:gd name="csX148" fmla="*/ 106451 w 307606"/>
                <a:gd name="csY148" fmla="*/ 226317 h 232654"/>
                <a:gd name="csX149" fmla="*/ 100250 w 307606"/>
                <a:gd name="csY149" fmla="*/ 228127 h 232654"/>
                <a:gd name="csX150" fmla="*/ 98440 w 307606"/>
                <a:gd name="csY150" fmla="*/ 228569 h 232654"/>
                <a:gd name="csX151" fmla="*/ 94666 w 307606"/>
                <a:gd name="csY151" fmla="*/ 228729 h 232654"/>
                <a:gd name="csX152" fmla="*/ 92710 w 307606"/>
                <a:gd name="csY152" fmla="*/ 228455 h 232654"/>
                <a:gd name="csX153" fmla="*/ 90062 w 307606"/>
                <a:gd name="csY153" fmla="*/ 228378 h 232654"/>
                <a:gd name="csX154" fmla="*/ 86167 w 307606"/>
                <a:gd name="csY154" fmla="*/ 228447 h 232654"/>
                <a:gd name="csX155" fmla="*/ 83451 w 307606"/>
                <a:gd name="csY155" fmla="*/ 228942 h 232654"/>
                <a:gd name="csX156" fmla="*/ 80727 w 307606"/>
                <a:gd name="csY156" fmla="*/ 229847 h 232654"/>
                <a:gd name="csX157" fmla="*/ 78718 w 307606"/>
                <a:gd name="csY157" fmla="*/ 230988 h 232654"/>
                <a:gd name="csX158" fmla="*/ 77562 w 307606"/>
                <a:gd name="csY158" fmla="*/ 232114 h 232654"/>
                <a:gd name="csX159" fmla="*/ 77151 w 307606"/>
                <a:gd name="csY159" fmla="*/ 232655 h 232654"/>
                <a:gd name="csX160" fmla="*/ 74419 w 307606"/>
                <a:gd name="csY160" fmla="*/ 231726 h 232654"/>
                <a:gd name="csX161" fmla="*/ 65814 w 307606"/>
                <a:gd name="csY161" fmla="*/ 230068 h 232654"/>
                <a:gd name="csX162" fmla="*/ 42509 w 307606"/>
                <a:gd name="csY162" fmla="*/ 232259 h 232654"/>
                <a:gd name="csX163" fmla="*/ 40310 w 307606"/>
                <a:gd name="csY163" fmla="*/ 231840 h 232654"/>
                <a:gd name="csX164" fmla="*/ 32359 w 307606"/>
                <a:gd name="csY164" fmla="*/ 229276 h 232654"/>
                <a:gd name="csX165" fmla="*/ 22111 w 307606"/>
                <a:gd name="csY165" fmla="*/ 225974 h 232654"/>
                <a:gd name="csX166" fmla="*/ 15773 w 307606"/>
                <a:gd name="csY166" fmla="*/ 223927 h 232654"/>
                <a:gd name="csX167" fmla="*/ 7639 w 307606"/>
                <a:gd name="csY167" fmla="*/ 221249 h 232654"/>
                <a:gd name="csX168" fmla="*/ 13208 w 307606"/>
                <a:gd name="csY168" fmla="*/ 214630 h 232654"/>
                <a:gd name="csX169" fmla="*/ 18062 w 307606"/>
                <a:gd name="csY169" fmla="*/ 208847 h 232654"/>
                <a:gd name="csX170" fmla="*/ 22932 w 307606"/>
                <a:gd name="csY170" fmla="*/ 203034 h 232654"/>
                <a:gd name="csX171" fmla="*/ 27725 w 307606"/>
                <a:gd name="csY171" fmla="*/ 197290 h 232654"/>
                <a:gd name="csX172" fmla="*/ 28296 w 307606"/>
                <a:gd name="csY172" fmla="*/ 195274 h 232654"/>
                <a:gd name="csX173" fmla="*/ 28372 w 307606"/>
                <a:gd name="csY173" fmla="*/ 191325 h 232654"/>
                <a:gd name="csX174" fmla="*/ 27109 w 307606"/>
                <a:gd name="csY174" fmla="*/ 186037 h 232654"/>
                <a:gd name="csX175" fmla="*/ 25078 w 307606"/>
                <a:gd name="csY175" fmla="*/ 183625 h 232654"/>
                <a:gd name="csX176" fmla="*/ 18375 w 307606"/>
                <a:gd name="csY176" fmla="*/ 182651 h 232654"/>
                <a:gd name="csX177" fmla="*/ 13345 w 307606"/>
                <a:gd name="csY177" fmla="*/ 181913 h 232654"/>
                <a:gd name="csX178" fmla="*/ 7860 w 307606"/>
                <a:gd name="csY178" fmla="*/ 181114 h 232654"/>
                <a:gd name="csX179" fmla="*/ 7160 w 307606"/>
                <a:gd name="csY179" fmla="*/ 180818 h 232654"/>
                <a:gd name="csX180" fmla="*/ 6536 w 307606"/>
                <a:gd name="csY180" fmla="*/ 176686 h 232654"/>
                <a:gd name="csX181" fmla="*/ 6802 w 307606"/>
                <a:gd name="csY181" fmla="*/ 174845 h 232654"/>
                <a:gd name="csX182" fmla="*/ 6444 w 307606"/>
                <a:gd name="csY182" fmla="*/ 171276 h 232654"/>
                <a:gd name="csX183" fmla="*/ 6498 w 307606"/>
                <a:gd name="csY183" fmla="*/ 168522 h 232654"/>
                <a:gd name="csX184" fmla="*/ 7289 w 307606"/>
                <a:gd name="csY184" fmla="*/ 163995 h 232654"/>
                <a:gd name="csX185" fmla="*/ 7335 w 307606"/>
                <a:gd name="csY185" fmla="*/ 161948 h 232654"/>
                <a:gd name="csX186" fmla="*/ 4801 w 307606"/>
                <a:gd name="csY186" fmla="*/ 153115 h 232654"/>
                <a:gd name="csX187" fmla="*/ 3386 w 307606"/>
                <a:gd name="csY187" fmla="*/ 148207 h 232654"/>
                <a:gd name="csX188" fmla="*/ 1940 w 307606"/>
                <a:gd name="csY188" fmla="*/ 143132 h 232654"/>
                <a:gd name="csX189" fmla="*/ 1628 w 307606"/>
                <a:gd name="csY189" fmla="*/ 141512 h 232654"/>
                <a:gd name="csX190" fmla="*/ 1598 w 307606"/>
                <a:gd name="csY190" fmla="*/ 139511 h 232654"/>
                <a:gd name="csX191" fmla="*/ 4961 w 307606"/>
                <a:gd name="csY191" fmla="*/ 134793 h 232654"/>
                <a:gd name="csX192" fmla="*/ 6003 w 307606"/>
                <a:gd name="csY192" fmla="*/ 133766 h 232654"/>
                <a:gd name="csX193" fmla="*/ 7974 w 307606"/>
                <a:gd name="csY193" fmla="*/ 131415 h 232654"/>
                <a:gd name="csX194" fmla="*/ 9206 w 307606"/>
                <a:gd name="csY194" fmla="*/ 130160 h 232654"/>
                <a:gd name="csX195" fmla="*/ 8993 w 307606"/>
                <a:gd name="csY195" fmla="*/ 129300 h 232654"/>
                <a:gd name="csX196" fmla="*/ 6847 w 307606"/>
                <a:gd name="csY196" fmla="*/ 128805 h 232654"/>
                <a:gd name="csX197" fmla="*/ 3606 w 307606"/>
                <a:gd name="csY197" fmla="*/ 128760 h 232654"/>
                <a:gd name="csX198" fmla="*/ 1879 w 307606"/>
                <a:gd name="csY198" fmla="*/ 128045 h 232654"/>
                <a:gd name="csX199" fmla="*/ 533 w 307606"/>
                <a:gd name="csY199" fmla="*/ 126759 h 232654"/>
                <a:gd name="csX200" fmla="*/ 0 w 307606"/>
                <a:gd name="csY200" fmla="*/ 124887 h 232654"/>
                <a:gd name="csX201" fmla="*/ 882 w 307606"/>
                <a:gd name="csY201" fmla="*/ 121562 h 232654"/>
                <a:gd name="csX202" fmla="*/ 0 w 307606"/>
                <a:gd name="csY202" fmla="*/ 115087 h 232654"/>
                <a:gd name="csX203" fmla="*/ 1803 w 307606"/>
                <a:gd name="csY203" fmla="*/ 111876 h 232654"/>
                <a:gd name="csX204" fmla="*/ 3355 w 307606"/>
                <a:gd name="csY204" fmla="*/ 109632 h 232654"/>
                <a:gd name="csX205" fmla="*/ 8620 w 307606"/>
                <a:gd name="csY205" fmla="*/ 109312 h 232654"/>
                <a:gd name="csX206" fmla="*/ 6794 w 307606"/>
                <a:gd name="csY206" fmla="*/ 106771 h 232654"/>
                <a:gd name="csX207" fmla="*/ 5912 w 307606"/>
                <a:gd name="csY207" fmla="*/ 105295 h 232654"/>
                <a:gd name="csX208" fmla="*/ 5349 w 307606"/>
                <a:gd name="csY208" fmla="*/ 104869 h 232654"/>
                <a:gd name="csX209" fmla="*/ 5136 w 307606"/>
                <a:gd name="csY209" fmla="*/ 104192 h 232654"/>
                <a:gd name="csX210" fmla="*/ 5417 w 307606"/>
                <a:gd name="csY210" fmla="*/ 103507 h 232654"/>
                <a:gd name="csX211" fmla="*/ 6764 w 307606"/>
                <a:gd name="csY211" fmla="*/ 103248 h 232654"/>
                <a:gd name="csX212" fmla="*/ 7677 w 307606"/>
                <a:gd name="csY212" fmla="*/ 102396 h 232654"/>
                <a:gd name="csX213" fmla="*/ 9161 w 307606"/>
                <a:gd name="csY213" fmla="*/ 101201 h 232654"/>
                <a:gd name="csX214" fmla="*/ 9937 w 307606"/>
                <a:gd name="csY214" fmla="*/ 100684 h 232654"/>
                <a:gd name="csX215" fmla="*/ 10074 w 307606"/>
                <a:gd name="csY215" fmla="*/ 99231 h 232654"/>
                <a:gd name="csX216" fmla="*/ 10781 w 307606"/>
                <a:gd name="csY216" fmla="*/ 98211 h 232654"/>
                <a:gd name="csX217" fmla="*/ 11847 w 307606"/>
                <a:gd name="csY217" fmla="*/ 96926 h 232654"/>
                <a:gd name="csX218" fmla="*/ 12691 w 307606"/>
                <a:gd name="csY218" fmla="*/ 95465 h 232654"/>
                <a:gd name="csX219" fmla="*/ 12478 w 307606"/>
                <a:gd name="csY219" fmla="*/ 93753 h 232654"/>
                <a:gd name="csX220" fmla="*/ 13254 w 307606"/>
                <a:gd name="csY220" fmla="*/ 91698 h 232654"/>
                <a:gd name="csX221" fmla="*/ 13612 w 307606"/>
                <a:gd name="csY221" fmla="*/ 90405 h 232654"/>
                <a:gd name="csX222" fmla="*/ 14175 w 307606"/>
                <a:gd name="csY222" fmla="*/ 89287 h 232654"/>
                <a:gd name="csX223" fmla="*/ 13680 w 307606"/>
                <a:gd name="csY223" fmla="*/ 87658 h 232654"/>
                <a:gd name="csX224" fmla="*/ 13254 w 307606"/>
                <a:gd name="csY224" fmla="*/ 86281 h 232654"/>
                <a:gd name="csX225" fmla="*/ 13117 w 307606"/>
                <a:gd name="csY225" fmla="*/ 84645 h 232654"/>
                <a:gd name="csX226" fmla="*/ 13961 w 307606"/>
                <a:gd name="csY226" fmla="*/ 84211 h 232654"/>
                <a:gd name="csX227" fmla="*/ 15027 w 307606"/>
                <a:gd name="csY227" fmla="*/ 83611 h 232654"/>
                <a:gd name="csX228" fmla="*/ 15232 w 307606"/>
                <a:gd name="csY228" fmla="*/ 82317 h 232654"/>
                <a:gd name="csX229" fmla="*/ 15795 w 307606"/>
                <a:gd name="csY229" fmla="*/ 80681 h 232654"/>
                <a:gd name="csX230" fmla="*/ 16222 w 307606"/>
                <a:gd name="csY230" fmla="*/ 79380 h 232654"/>
                <a:gd name="csX231" fmla="*/ 16929 w 307606"/>
                <a:gd name="csY231" fmla="*/ 78353 h 232654"/>
                <a:gd name="csX232" fmla="*/ 17005 w 307606"/>
                <a:gd name="csY232" fmla="*/ 77311 h 232654"/>
                <a:gd name="csX233" fmla="*/ 16579 w 307606"/>
                <a:gd name="csY233" fmla="*/ 75583 h 232654"/>
                <a:gd name="csX234" fmla="*/ 18336 w 307606"/>
                <a:gd name="csY234" fmla="*/ 75325 h 232654"/>
                <a:gd name="csX235" fmla="*/ 19044 w 307606"/>
                <a:gd name="csY235" fmla="*/ 76276 h 232654"/>
                <a:gd name="csX236" fmla="*/ 19988 w 307606"/>
                <a:gd name="csY236" fmla="*/ 77508 h 232654"/>
                <a:gd name="csX237" fmla="*/ 22567 w 307606"/>
                <a:gd name="csY237" fmla="*/ 79806 h 232654"/>
                <a:gd name="csX238" fmla="*/ 24241 w 307606"/>
                <a:gd name="csY238" fmla="*/ 80476 h 232654"/>
                <a:gd name="csX239" fmla="*/ 26349 w 307606"/>
                <a:gd name="csY239" fmla="*/ 80811 h 232654"/>
                <a:gd name="csX240" fmla="*/ 28943 w 307606"/>
                <a:gd name="csY240" fmla="*/ 80499 h 232654"/>
                <a:gd name="csX241" fmla="*/ 31012 w 307606"/>
                <a:gd name="csY241" fmla="*/ 80065 h 232654"/>
                <a:gd name="csX242" fmla="*/ 31986 w 307606"/>
                <a:gd name="csY242" fmla="*/ 80179 h 232654"/>
                <a:gd name="csX243" fmla="*/ 34246 w 307606"/>
                <a:gd name="csY243" fmla="*/ 81845 h 232654"/>
                <a:gd name="csX244" fmla="*/ 36886 w 307606"/>
                <a:gd name="csY244" fmla="*/ 84181 h 232654"/>
                <a:gd name="csX245" fmla="*/ 37731 w 307606"/>
                <a:gd name="csY245" fmla="*/ 85224 h 232654"/>
                <a:gd name="csX246" fmla="*/ 38126 w 307606"/>
                <a:gd name="csY246" fmla="*/ 86814 h 232654"/>
                <a:gd name="csX247" fmla="*/ 38902 w 307606"/>
                <a:gd name="csY247" fmla="*/ 87286 h 232654"/>
                <a:gd name="csX248" fmla="*/ 40591 w 307606"/>
                <a:gd name="csY248" fmla="*/ 85711 h 232654"/>
                <a:gd name="csX249" fmla="*/ 42220 w 307606"/>
                <a:gd name="csY249" fmla="*/ 85193 h 232654"/>
                <a:gd name="csX250" fmla="*/ 43719 w 307606"/>
                <a:gd name="csY250" fmla="*/ 85490 h 232654"/>
                <a:gd name="csX251" fmla="*/ 45370 w 307606"/>
                <a:gd name="csY251" fmla="*/ 85665 h 232654"/>
                <a:gd name="csX252" fmla="*/ 47028 w 307606"/>
                <a:gd name="csY252" fmla="*/ 85087 h 232654"/>
                <a:gd name="csX253" fmla="*/ 47767 w 307606"/>
                <a:gd name="csY253" fmla="*/ 84668 h 232654"/>
                <a:gd name="csX254" fmla="*/ 50650 w 307606"/>
                <a:gd name="csY254" fmla="*/ 82629 h 232654"/>
                <a:gd name="csX255" fmla="*/ 53267 w 307606"/>
                <a:gd name="csY255" fmla="*/ 81077 h 232654"/>
                <a:gd name="csX256" fmla="*/ 54896 w 307606"/>
                <a:gd name="csY256" fmla="*/ 80126 h 232654"/>
                <a:gd name="csX257" fmla="*/ 55482 w 307606"/>
                <a:gd name="csY257" fmla="*/ 76930 h 232654"/>
                <a:gd name="csX258" fmla="*/ 56235 w 307606"/>
                <a:gd name="csY258" fmla="*/ 75112 h 232654"/>
                <a:gd name="csX259" fmla="*/ 57308 w 307606"/>
                <a:gd name="csY259" fmla="*/ 74054 h 232654"/>
                <a:gd name="csX260" fmla="*/ 56912 w 307606"/>
                <a:gd name="csY260" fmla="*/ 72738 h 232654"/>
                <a:gd name="csX261" fmla="*/ 56463 w 307606"/>
                <a:gd name="csY261" fmla="*/ 71734 h 232654"/>
                <a:gd name="csX262" fmla="*/ 56006 w 307606"/>
                <a:gd name="csY262" fmla="*/ 70372 h 232654"/>
                <a:gd name="csX263" fmla="*/ 56463 w 307606"/>
                <a:gd name="csY263" fmla="*/ 69649 h 232654"/>
                <a:gd name="csX264" fmla="*/ 57505 w 307606"/>
                <a:gd name="csY264" fmla="*/ 69329 h 232654"/>
                <a:gd name="csX265" fmla="*/ 60123 w 307606"/>
                <a:gd name="csY265" fmla="*/ 69329 h 232654"/>
                <a:gd name="csX266" fmla="*/ 64726 w 307606"/>
                <a:gd name="csY266" fmla="*/ 67891 h 232654"/>
                <a:gd name="csX267" fmla="*/ 68561 w 307606"/>
                <a:gd name="csY267" fmla="*/ 66453 h 232654"/>
                <a:gd name="csX268" fmla="*/ 72106 w 307606"/>
                <a:gd name="csY268" fmla="*/ 65282 h 232654"/>
                <a:gd name="csX269" fmla="*/ 73719 w 307606"/>
                <a:gd name="csY269" fmla="*/ 65091 h 232654"/>
                <a:gd name="csX270" fmla="*/ 75249 w 307606"/>
                <a:gd name="csY270" fmla="*/ 65289 h 232654"/>
                <a:gd name="csX271" fmla="*/ 75949 w 307606"/>
                <a:gd name="csY271" fmla="*/ 64947 h 232654"/>
                <a:gd name="csX272" fmla="*/ 76139 w 307606"/>
                <a:gd name="csY272" fmla="*/ 63828 h 232654"/>
                <a:gd name="csX273" fmla="*/ 77006 w 307606"/>
                <a:gd name="csY273" fmla="*/ 62649 h 232654"/>
                <a:gd name="csX274" fmla="*/ 78977 w 307606"/>
                <a:gd name="csY274" fmla="*/ 61690 h 232654"/>
                <a:gd name="csX275" fmla="*/ 82682 w 307606"/>
                <a:gd name="csY275" fmla="*/ 59659 h 232654"/>
                <a:gd name="csX276" fmla="*/ 85954 w 307606"/>
                <a:gd name="csY276" fmla="*/ 56638 h 232654"/>
                <a:gd name="csX277" fmla="*/ 87118 w 307606"/>
                <a:gd name="csY277" fmla="*/ 54340 h 232654"/>
                <a:gd name="csX278" fmla="*/ 87910 w 307606"/>
                <a:gd name="csY278" fmla="*/ 50985 h 232654"/>
                <a:gd name="csX279" fmla="*/ 89439 w 307606"/>
                <a:gd name="csY279" fmla="*/ 45796 h 232654"/>
                <a:gd name="csX280" fmla="*/ 91128 w 307606"/>
                <a:gd name="csY280" fmla="*/ 40097 h 232654"/>
                <a:gd name="csX281" fmla="*/ 91751 w 307606"/>
                <a:gd name="csY281" fmla="*/ 37579 h 232654"/>
                <a:gd name="csX282" fmla="*/ 92467 w 307606"/>
                <a:gd name="csY282" fmla="*/ 35638 h 232654"/>
                <a:gd name="csX283" fmla="*/ 95358 w 307606"/>
                <a:gd name="csY283" fmla="*/ 34003 h 232654"/>
                <a:gd name="csX284" fmla="*/ 98310 w 307606"/>
                <a:gd name="csY284" fmla="*/ 32816 h 232654"/>
                <a:gd name="csX285" fmla="*/ 102883 w 307606"/>
                <a:gd name="csY285" fmla="*/ 32580 h 232654"/>
                <a:gd name="csX286" fmla="*/ 108247 w 307606"/>
                <a:gd name="csY286" fmla="*/ 32458 h 232654"/>
                <a:gd name="csX287" fmla="*/ 109381 w 307606"/>
                <a:gd name="csY287" fmla="*/ 29331 h 232654"/>
                <a:gd name="csX288" fmla="*/ 110088 w 307606"/>
                <a:gd name="csY288" fmla="*/ 26668 h 232654"/>
                <a:gd name="csX289" fmla="*/ 110979 w 307606"/>
                <a:gd name="csY289" fmla="*/ 25291 h 232654"/>
                <a:gd name="csX290" fmla="*/ 112280 w 307606"/>
                <a:gd name="csY290" fmla="*/ 24172 h 232654"/>
                <a:gd name="csX291" fmla="*/ 112736 w 307606"/>
                <a:gd name="csY291" fmla="*/ 23952 h 232654"/>
                <a:gd name="csX292" fmla="*/ 115627 w 307606"/>
                <a:gd name="csY292" fmla="*/ 25588 h 232654"/>
                <a:gd name="csX293" fmla="*/ 120063 w 307606"/>
                <a:gd name="csY293" fmla="*/ 28091 h 232654"/>
                <a:gd name="csX294" fmla="*/ 125229 w 307606"/>
                <a:gd name="csY294" fmla="*/ 29339 h 232654"/>
                <a:gd name="csX295" fmla="*/ 127824 w 307606"/>
                <a:gd name="csY295" fmla="*/ 29963 h 232654"/>
                <a:gd name="csX296" fmla="*/ 128904 w 307606"/>
                <a:gd name="csY296" fmla="*/ 29864 h 232654"/>
                <a:gd name="csX297" fmla="*/ 135425 w 307606"/>
                <a:gd name="csY297" fmla="*/ 29255 h 232654"/>
                <a:gd name="csX298" fmla="*/ 140576 w 307606"/>
                <a:gd name="csY298" fmla="*/ 30229 h 232654"/>
                <a:gd name="csX299" fmla="*/ 143277 w 307606"/>
                <a:gd name="csY299" fmla="*/ 32892 h 232654"/>
                <a:gd name="csX300" fmla="*/ 145932 w 307606"/>
                <a:gd name="csY300" fmla="*/ 33569 h 232654"/>
                <a:gd name="csX301" fmla="*/ 148534 w 307606"/>
                <a:gd name="csY301" fmla="*/ 32283 h 232654"/>
                <a:gd name="csX302" fmla="*/ 150148 w 307606"/>
                <a:gd name="csY302" fmla="*/ 32047 h 232654"/>
                <a:gd name="csX303" fmla="*/ 150771 w 307606"/>
                <a:gd name="csY303" fmla="*/ 32877 h 232654"/>
                <a:gd name="csX304" fmla="*/ 152065 w 307606"/>
                <a:gd name="csY304" fmla="*/ 33227 h 232654"/>
                <a:gd name="csX305" fmla="*/ 154043 w 307606"/>
                <a:gd name="csY305" fmla="*/ 33097 h 232654"/>
                <a:gd name="csX306" fmla="*/ 155184 w 307606"/>
                <a:gd name="csY306" fmla="*/ 33835 h 232654"/>
                <a:gd name="csX307" fmla="*/ 155306 w 307606"/>
                <a:gd name="csY307" fmla="*/ 34573 h 232654"/>
                <a:gd name="csX308" fmla="*/ 155458 w 307606"/>
                <a:gd name="csY308" fmla="*/ 35425 h 232654"/>
                <a:gd name="csX309" fmla="*/ 156919 w 307606"/>
                <a:gd name="csY309" fmla="*/ 37449 h 232654"/>
                <a:gd name="csX310" fmla="*/ 159559 w 307606"/>
                <a:gd name="csY310" fmla="*/ 39907 h 232654"/>
                <a:gd name="csX311" fmla="*/ 161903 w 307606"/>
                <a:gd name="csY311" fmla="*/ 40500 h 232654"/>
                <a:gd name="csX312" fmla="*/ 164984 w 307606"/>
                <a:gd name="csY312" fmla="*/ 38591 h 232654"/>
                <a:gd name="csX313" fmla="*/ 166026 w 307606"/>
                <a:gd name="csY313" fmla="*/ 38811 h 232654"/>
                <a:gd name="csX314" fmla="*/ 166536 w 307606"/>
                <a:gd name="csY314" fmla="*/ 38195 h 232654"/>
                <a:gd name="csX315" fmla="*/ 166848 w 307606"/>
                <a:gd name="csY315" fmla="*/ 36803 h 232654"/>
                <a:gd name="csX316" fmla="*/ 168712 w 307606"/>
                <a:gd name="csY316" fmla="*/ 35494 h 232654"/>
                <a:gd name="csX317" fmla="*/ 172121 w 307606"/>
                <a:gd name="csY317" fmla="*/ 34269 h 232654"/>
                <a:gd name="csX318" fmla="*/ 174053 w 307606"/>
                <a:gd name="csY318" fmla="*/ 33173 h 232654"/>
                <a:gd name="csX319" fmla="*/ 174746 w 307606"/>
                <a:gd name="csY319" fmla="*/ 32268 h 232654"/>
                <a:gd name="csX320" fmla="*/ 175895 w 307606"/>
                <a:gd name="csY320" fmla="*/ 32009 h 232654"/>
                <a:gd name="csX321" fmla="*/ 177150 w 307606"/>
                <a:gd name="csY321" fmla="*/ 32283 h 232654"/>
                <a:gd name="csX322" fmla="*/ 178048 w 307606"/>
                <a:gd name="csY322" fmla="*/ 31941 h 232654"/>
                <a:gd name="csX323" fmla="*/ 178360 w 307606"/>
                <a:gd name="csY323" fmla="*/ 31081 h 232654"/>
                <a:gd name="csX324" fmla="*/ 178718 w 307606"/>
                <a:gd name="csY324" fmla="*/ 30708 h 232654"/>
                <a:gd name="csX325" fmla="*/ 179357 w 307606"/>
                <a:gd name="csY325" fmla="*/ 30404 h 232654"/>
                <a:gd name="csX326" fmla="*/ 179928 w 307606"/>
                <a:gd name="csY326" fmla="*/ 30252 h 232654"/>
                <a:gd name="csX327" fmla="*/ 180962 w 307606"/>
                <a:gd name="csY327" fmla="*/ 30488 h 232654"/>
                <a:gd name="csX328" fmla="*/ 182872 w 307606"/>
                <a:gd name="csY328" fmla="*/ 32055 h 232654"/>
                <a:gd name="csX329" fmla="*/ 185657 w 307606"/>
                <a:gd name="csY329" fmla="*/ 34946 h 232654"/>
                <a:gd name="csX330" fmla="*/ 187467 w 307606"/>
                <a:gd name="csY330" fmla="*/ 36270 h 232654"/>
                <a:gd name="csX331" fmla="*/ 188297 w 307606"/>
                <a:gd name="csY331" fmla="*/ 36049 h 232654"/>
                <a:gd name="csX332" fmla="*/ 189362 w 307606"/>
                <a:gd name="csY332" fmla="*/ 35159 h 232654"/>
                <a:gd name="csX333" fmla="*/ 190663 w 307606"/>
                <a:gd name="csY333" fmla="*/ 33622 h 232654"/>
                <a:gd name="csX334" fmla="*/ 190983 w 307606"/>
                <a:gd name="csY334" fmla="*/ 31401 h 232654"/>
                <a:gd name="csX335" fmla="*/ 190336 w 307606"/>
                <a:gd name="csY335" fmla="*/ 28502 h 232654"/>
                <a:gd name="csX336" fmla="*/ 190777 w 307606"/>
                <a:gd name="csY336" fmla="*/ 26158 h 232654"/>
                <a:gd name="csX337" fmla="*/ 192322 w 307606"/>
                <a:gd name="csY337" fmla="*/ 24378 h 232654"/>
                <a:gd name="csX338" fmla="*/ 195175 w 307606"/>
                <a:gd name="csY338" fmla="*/ 23282 h 232654"/>
                <a:gd name="csX339" fmla="*/ 199337 w 307606"/>
                <a:gd name="csY339" fmla="*/ 22864 h 232654"/>
                <a:gd name="csX340" fmla="*/ 201893 w 307606"/>
                <a:gd name="csY340" fmla="*/ 23115 h 232654"/>
                <a:gd name="csX341" fmla="*/ 202837 w 307606"/>
                <a:gd name="csY341" fmla="*/ 24035 h 232654"/>
                <a:gd name="csX342" fmla="*/ 204115 w 307606"/>
                <a:gd name="csY342" fmla="*/ 24538 h 232654"/>
                <a:gd name="csX343" fmla="*/ 205720 w 307606"/>
                <a:gd name="csY343" fmla="*/ 24637 h 232654"/>
                <a:gd name="csX344" fmla="*/ 207196 w 307606"/>
                <a:gd name="csY344" fmla="*/ 23594 h 232654"/>
                <a:gd name="csX345" fmla="*/ 208528 w 307606"/>
                <a:gd name="csY345" fmla="*/ 21395 h 232654"/>
                <a:gd name="csX346" fmla="*/ 208604 w 307606"/>
                <a:gd name="csY346" fmla="*/ 18679 h 232654"/>
                <a:gd name="csX347" fmla="*/ 207425 w 307606"/>
                <a:gd name="csY347" fmla="*/ 15430 h 232654"/>
                <a:gd name="csX348" fmla="*/ 207744 w 307606"/>
                <a:gd name="csY348" fmla="*/ 14395 h 232654"/>
                <a:gd name="csX349" fmla="*/ 208254 w 307606"/>
                <a:gd name="csY349" fmla="*/ 13947 h 232654"/>
                <a:gd name="csX350" fmla="*/ 209852 w 307606"/>
                <a:gd name="csY350" fmla="*/ 12767 h 232654"/>
                <a:gd name="csX351" fmla="*/ 212081 w 307606"/>
                <a:gd name="csY351" fmla="*/ 10325 h 232654"/>
                <a:gd name="csX352" fmla="*/ 214234 w 307606"/>
                <a:gd name="csY352" fmla="*/ 7175 h 232654"/>
                <a:gd name="csX353" fmla="*/ 216312 w 307606"/>
                <a:gd name="csY353" fmla="*/ 3310 h 232654"/>
                <a:gd name="csX354" fmla="*/ 218875 w 307606"/>
                <a:gd name="csY354" fmla="*/ 921 h 232654"/>
                <a:gd name="csX355" fmla="*/ 221926 w 307606"/>
                <a:gd name="csY355" fmla="*/ 0 h 232654"/>
                <a:gd name="csX356" fmla="*/ 225624 w 307606"/>
                <a:gd name="csY356" fmla="*/ 1050 h 232654"/>
                <a:gd name="csX357" fmla="*/ 229984 w 307606"/>
                <a:gd name="csY357" fmla="*/ 4063 h 232654"/>
                <a:gd name="csX358" fmla="*/ 231620 w 307606"/>
                <a:gd name="csY358" fmla="*/ 7761 h 232654"/>
                <a:gd name="csX359" fmla="*/ 230555 w 307606"/>
                <a:gd name="csY359" fmla="*/ 12151 h 232654"/>
                <a:gd name="csX360" fmla="*/ 230463 w 307606"/>
                <a:gd name="csY360" fmla="*/ 14555 h 232654"/>
                <a:gd name="csX361" fmla="*/ 231346 w 307606"/>
                <a:gd name="csY361" fmla="*/ 15004 h 232654"/>
                <a:gd name="csX362" fmla="*/ 232837 w 307606"/>
                <a:gd name="csY362" fmla="*/ 14882 h 232654"/>
                <a:gd name="csX363" fmla="*/ 234930 w 307606"/>
                <a:gd name="csY363" fmla="*/ 14198 h 232654"/>
                <a:gd name="csX364" fmla="*/ 236299 w 307606"/>
                <a:gd name="csY364" fmla="*/ 14159 h 232654"/>
                <a:gd name="csX365" fmla="*/ 236946 w 307606"/>
                <a:gd name="csY365" fmla="*/ 14783 h 232654"/>
                <a:gd name="csX366" fmla="*/ 236908 w 307606"/>
                <a:gd name="csY366" fmla="*/ 16016 h 232654"/>
                <a:gd name="csX367" fmla="*/ 236178 w 307606"/>
                <a:gd name="csY367" fmla="*/ 17865 h 232654"/>
                <a:gd name="csX368" fmla="*/ 235302 w 307606"/>
                <a:gd name="csY368" fmla="*/ 23046 h 232654"/>
                <a:gd name="csX369" fmla="*/ 234762 w 307606"/>
                <a:gd name="csY369" fmla="*/ 27520 h 232654"/>
                <a:gd name="csX370" fmla="*/ 234222 w 307606"/>
                <a:gd name="csY370" fmla="*/ 31910 h 232654"/>
                <a:gd name="csX371" fmla="*/ 233758 w 307606"/>
                <a:gd name="csY371" fmla="*/ 35760 h 232654"/>
                <a:gd name="csX372" fmla="*/ 234587 w 307606"/>
                <a:gd name="csY372" fmla="*/ 38758 h 232654"/>
                <a:gd name="csX373" fmla="*/ 235850 w 307606"/>
                <a:gd name="csY373" fmla="*/ 43278 h 232654"/>
                <a:gd name="csX374" fmla="*/ 237273 w 307606"/>
                <a:gd name="csY374" fmla="*/ 46260 h 232654"/>
                <a:gd name="csX375" fmla="*/ 238726 w 307606"/>
                <a:gd name="csY375" fmla="*/ 47211 h 232654"/>
                <a:gd name="csX376" fmla="*/ 240187 w 307606"/>
                <a:gd name="csY376" fmla="*/ 47553 h 232654"/>
                <a:gd name="csX377" fmla="*/ 241640 w 307606"/>
                <a:gd name="csY377" fmla="*/ 47287 h 232654"/>
                <a:gd name="csX378" fmla="*/ 244631 w 307606"/>
                <a:gd name="csY378" fmla="*/ 45370 h 232654"/>
                <a:gd name="csX379" fmla="*/ 249143 w 307606"/>
                <a:gd name="csY379" fmla="*/ 41809 h 232654"/>
                <a:gd name="csX380" fmla="*/ 253525 w 307606"/>
                <a:gd name="csY380" fmla="*/ 39618 h 232654"/>
                <a:gd name="csX381" fmla="*/ 259901 w 307606"/>
                <a:gd name="csY381" fmla="*/ 38385 h 232654"/>
                <a:gd name="csX382" fmla="*/ 262039 w 307606"/>
                <a:gd name="csY382" fmla="*/ 34558 h 232654"/>
                <a:gd name="csX383" fmla="*/ 264991 w 307606"/>
                <a:gd name="csY383" fmla="*/ 32025 h 232654"/>
                <a:gd name="csX384" fmla="*/ 271732 w 307606"/>
                <a:gd name="csY384" fmla="*/ 28258 h 232654"/>
                <a:gd name="csX385" fmla="*/ 275392 w 307606"/>
                <a:gd name="csY385" fmla="*/ 26813 h 232654"/>
                <a:gd name="csX386" fmla="*/ 277500 w 307606"/>
                <a:gd name="csY386" fmla="*/ 26569 h 232654"/>
                <a:gd name="csX387" fmla="*/ 280132 w 307606"/>
                <a:gd name="csY387" fmla="*/ 27246 h 232654"/>
                <a:gd name="csX388" fmla="*/ 280733 w 307606"/>
                <a:gd name="csY388" fmla="*/ 27490 h 232654"/>
                <a:gd name="csX389" fmla="*/ 281250 w 307606"/>
                <a:gd name="csY389" fmla="*/ 27672 h 232654"/>
                <a:gd name="csX390" fmla="*/ 282613 w 307606"/>
                <a:gd name="csY390" fmla="*/ 27984 h 232654"/>
                <a:gd name="csX391" fmla="*/ 282894 w 307606"/>
                <a:gd name="csY391" fmla="*/ 29133 h 232654"/>
                <a:gd name="csX392" fmla="*/ 282536 w 307606"/>
                <a:gd name="csY392" fmla="*/ 30373 h 232654"/>
                <a:gd name="csX393" fmla="*/ 281083 w 307606"/>
                <a:gd name="csY393" fmla="*/ 31393 h 232654"/>
                <a:gd name="csX394" fmla="*/ 280619 w 307606"/>
                <a:gd name="csY394" fmla="*/ 32184 h 232654"/>
                <a:gd name="csX395" fmla="*/ 281175 w 307606"/>
                <a:gd name="csY395" fmla="*/ 32778 h 232654"/>
                <a:gd name="csX396" fmla="*/ 283229 w 307606"/>
                <a:gd name="csY396" fmla="*/ 32983 h 232654"/>
                <a:gd name="csX397" fmla="*/ 287482 w 307606"/>
                <a:gd name="csY397" fmla="*/ 31606 h 232654"/>
                <a:gd name="csX398" fmla="*/ 290236 w 307606"/>
                <a:gd name="csY398" fmla="*/ 30723 h 232654"/>
                <a:gd name="csX399" fmla="*/ 292146 w 307606"/>
                <a:gd name="csY399" fmla="*/ 30373 h 232654"/>
                <a:gd name="csX400" fmla="*/ 292915 w 307606"/>
                <a:gd name="csY400" fmla="*/ 29225 h 232654"/>
                <a:gd name="csX401" fmla="*/ 294117 w 307606"/>
                <a:gd name="csY401" fmla="*/ 28068 h 232654"/>
                <a:gd name="csX402" fmla="*/ 296026 w 307606"/>
                <a:gd name="csY402" fmla="*/ 27984 h 232654"/>
                <a:gd name="csX403" fmla="*/ 298073 w 307606"/>
                <a:gd name="csY403" fmla="*/ 28601 h 232654"/>
                <a:gd name="csX404" fmla="*/ 299770 w 307606"/>
                <a:gd name="csY404" fmla="*/ 28958 h 232654"/>
                <a:gd name="csX405" fmla="*/ 302654 w 307606"/>
                <a:gd name="csY405" fmla="*/ 28631 h 232654"/>
                <a:gd name="csX406" fmla="*/ 304175 w 307606"/>
                <a:gd name="csY406" fmla="*/ 29635 h 232654"/>
                <a:gd name="csX407" fmla="*/ 306306 w 307606"/>
                <a:gd name="csY407" fmla="*/ 31530 h 232654"/>
                <a:gd name="csX408" fmla="*/ 307264 w 307606"/>
                <a:gd name="csY408" fmla="*/ 32709 h 2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Lst>
              <a:rect l="l" t="t" r="r" b="b"/>
              <a:pathLst>
                <a:path w="307606" h="232654">
                  <a:moveTo>
                    <a:pt x="307607" y="32983"/>
                  </a:moveTo>
                  <a:lnTo>
                    <a:pt x="306511" y="33158"/>
                  </a:lnTo>
                  <a:lnTo>
                    <a:pt x="304959" y="32519"/>
                  </a:lnTo>
                  <a:lnTo>
                    <a:pt x="304350" y="31545"/>
                  </a:lnTo>
                  <a:lnTo>
                    <a:pt x="304092" y="31408"/>
                  </a:lnTo>
                  <a:lnTo>
                    <a:pt x="302859" y="32047"/>
                  </a:lnTo>
                  <a:lnTo>
                    <a:pt x="300508" y="32854"/>
                  </a:lnTo>
                  <a:lnTo>
                    <a:pt x="296521" y="34961"/>
                  </a:lnTo>
                  <a:lnTo>
                    <a:pt x="296613" y="35502"/>
                  </a:lnTo>
                  <a:lnTo>
                    <a:pt x="299207" y="37639"/>
                  </a:lnTo>
                  <a:lnTo>
                    <a:pt x="299815" y="38347"/>
                  </a:lnTo>
                  <a:lnTo>
                    <a:pt x="300135" y="38568"/>
                  </a:lnTo>
                  <a:lnTo>
                    <a:pt x="297784" y="39595"/>
                  </a:lnTo>
                  <a:lnTo>
                    <a:pt x="292732" y="41908"/>
                  </a:lnTo>
                  <a:lnTo>
                    <a:pt x="289407" y="43795"/>
                  </a:lnTo>
                  <a:lnTo>
                    <a:pt x="288616" y="43863"/>
                  </a:lnTo>
                  <a:lnTo>
                    <a:pt x="286607" y="43072"/>
                  </a:lnTo>
                  <a:lnTo>
                    <a:pt x="283640" y="42129"/>
                  </a:lnTo>
                  <a:lnTo>
                    <a:pt x="282848" y="42144"/>
                  </a:lnTo>
                  <a:lnTo>
                    <a:pt x="276001" y="42304"/>
                  </a:lnTo>
                  <a:lnTo>
                    <a:pt x="269709" y="42654"/>
                  </a:lnTo>
                  <a:lnTo>
                    <a:pt x="267091" y="43110"/>
                  </a:lnTo>
                  <a:lnTo>
                    <a:pt x="262229" y="43544"/>
                  </a:lnTo>
                  <a:lnTo>
                    <a:pt x="259171" y="43696"/>
                  </a:lnTo>
                  <a:lnTo>
                    <a:pt x="257215" y="44426"/>
                  </a:lnTo>
                  <a:lnTo>
                    <a:pt x="255077" y="45385"/>
                  </a:lnTo>
                  <a:lnTo>
                    <a:pt x="252855" y="46009"/>
                  </a:lnTo>
                  <a:lnTo>
                    <a:pt x="251204" y="46214"/>
                  </a:lnTo>
                  <a:lnTo>
                    <a:pt x="249219" y="47112"/>
                  </a:lnTo>
                  <a:lnTo>
                    <a:pt x="247910" y="48893"/>
                  </a:lnTo>
                  <a:lnTo>
                    <a:pt x="244174" y="51525"/>
                  </a:lnTo>
                  <a:lnTo>
                    <a:pt x="242074" y="52796"/>
                  </a:lnTo>
                  <a:lnTo>
                    <a:pt x="241017" y="54234"/>
                  </a:lnTo>
                  <a:lnTo>
                    <a:pt x="239814" y="54371"/>
                  </a:lnTo>
                  <a:lnTo>
                    <a:pt x="237760" y="54112"/>
                  </a:lnTo>
                  <a:lnTo>
                    <a:pt x="236170" y="55664"/>
                  </a:lnTo>
                  <a:lnTo>
                    <a:pt x="234412" y="57886"/>
                  </a:lnTo>
                  <a:lnTo>
                    <a:pt x="231194" y="61104"/>
                  </a:lnTo>
                  <a:lnTo>
                    <a:pt x="229482" y="62405"/>
                  </a:lnTo>
                  <a:lnTo>
                    <a:pt x="228462" y="64505"/>
                  </a:lnTo>
                  <a:lnTo>
                    <a:pt x="229216" y="65593"/>
                  </a:lnTo>
                  <a:lnTo>
                    <a:pt x="231833" y="67222"/>
                  </a:lnTo>
                  <a:lnTo>
                    <a:pt x="233005" y="68759"/>
                  </a:lnTo>
                  <a:lnTo>
                    <a:pt x="233644" y="69976"/>
                  </a:lnTo>
                  <a:lnTo>
                    <a:pt x="234838" y="73095"/>
                  </a:lnTo>
                  <a:lnTo>
                    <a:pt x="235599" y="76162"/>
                  </a:lnTo>
                  <a:lnTo>
                    <a:pt x="236725" y="77485"/>
                  </a:lnTo>
                  <a:lnTo>
                    <a:pt x="237053" y="79730"/>
                  </a:lnTo>
                  <a:lnTo>
                    <a:pt x="237341" y="81107"/>
                  </a:lnTo>
                  <a:lnTo>
                    <a:pt x="236725" y="82089"/>
                  </a:lnTo>
                  <a:lnTo>
                    <a:pt x="236162" y="83177"/>
                  </a:lnTo>
                  <a:lnTo>
                    <a:pt x="236162" y="84211"/>
                  </a:lnTo>
                  <a:lnTo>
                    <a:pt x="236839" y="85277"/>
                  </a:lnTo>
                  <a:lnTo>
                    <a:pt x="237433" y="86220"/>
                  </a:lnTo>
                  <a:lnTo>
                    <a:pt x="237760" y="86973"/>
                  </a:lnTo>
                  <a:lnTo>
                    <a:pt x="237357" y="87810"/>
                  </a:lnTo>
                  <a:lnTo>
                    <a:pt x="236162" y="89089"/>
                  </a:lnTo>
                  <a:lnTo>
                    <a:pt x="235554" y="90397"/>
                  </a:lnTo>
                  <a:lnTo>
                    <a:pt x="234230" y="92581"/>
                  </a:lnTo>
                  <a:lnTo>
                    <a:pt x="232160" y="94072"/>
                  </a:lnTo>
                  <a:lnTo>
                    <a:pt x="230791" y="95153"/>
                  </a:lnTo>
                  <a:lnTo>
                    <a:pt x="229337" y="97435"/>
                  </a:lnTo>
                  <a:lnTo>
                    <a:pt x="226933" y="99969"/>
                  </a:lnTo>
                  <a:lnTo>
                    <a:pt x="225921" y="102084"/>
                  </a:lnTo>
                  <a:lnTo>
                    <a:pt x="224864" y="103248"/>
                  </a:lnTo>
                  <a:lnTo>
                    <a:pt x="223776" y="103872"/>
                  </a:lnTo>
                  <a:lnTo>
                    <a:pt x="224057" y="105013"/>
                  </a:lnTo>
                  <a:lnTo>
                    <a:pt x="225000" y="106436"/>
                  </a:lnTo>
                  <a:lnTo>
                    <a:pt x="226560" y="108026"/>
                  </a:lnTo>
                  <a:lnTo>
                    <a:pt x="226492" y="110499"/>
                  </a:lnTo>
                  <a:lnTo>
                    <a:pt x="226416" y="112280"/>
                  </a:lnTo>
                  <a:lnTo>
                    <a:pt x="226469" y="114433"/>
                  </a:lnTo>
                  <a:lnTo>
                    <a:pt x="225617" y="116244"/>
                  </a:lnTo>
                  <a:lnTo>
                    <a:pt x="221280" y="117978"/>
                  </a:lnTo>
                  <a:lnTo>
                    <a:pt x="217126" y="118739"/>
                  </a:lnTo>
                  <a:lnTo>
                    <a:pt x="212035" y="118785"/>
                  </a:lnTo>
                  <a:lnTo>
                    <a:pt x="210111" y="118511"/>
                  </a:lnTo>
                  <a:lnTo>
                    <a:pt x="208573" y="118130"/>
                  </a:lnTo>
                  <a:lnTo>
                    <a:pt x="203050" y="116183"/>
                  </a:lnTo>
                  <a:lnTo>
                    <a:pt x="200805" y="117332"/>
                  </a:lnTo>
                  <a:lnTo>
                    <a:pt x="200341" y="120139"/>
                  </a:lnTo>
                  <a:lnTo>
                    <a:pt x="204373" y="124689"/>
                  </a:lnTo>
                  <a:lnTo>
                    <a:pt x="206025" y="127223"/>
                  </a:lnTo>
                  <a:lnTo>
                    <a:pt x="207858" y="131453"/>
                  </a:lnTo>
                  <a:lnTo>
                    <a:pt x="209228" y="133629"/>
                  </a:lnTo>
                  <a:lnTo>
                    <a:pt x="208741" y="135668"/>
                  </a:lnTo>
                  <a:lnTo>
                    <a:pt x="205089" y="137981"/>
                  </a:lnTo>
                  <a:lnTo>
                    <a:pt x="201459" y="140150"/>
                  </a:lnTo>
                  <a:lnTo>
                    <a:pt x="196834" y="140599"/>
                  </a:lnTo>
                  <a:lnTo>
                    <a:pt x="193927" y="141375"/>
                  </a:lnTo>
                  <a:lnTo>
                    <a:pt x="192519" y="142493"/>
                  </a:lnTo>
                  <a:lnTo>
                    <a:pt x="191485" y="147233"/>
                  </a:lnTo>
                  <a:lnTo>
                    <a:pt x="190442" y="148968"/>
                  </a:lnTo>
                  <a:lnTo>
                    <a:pt x="190465" y="151030"/>
                  </a:lnTo>
                  <a:lnTo>
                    <a:pt x="189484" y="153366"/>
                  </a:lnTo>
                  <a:lnTo>
                    <a:pt x="188000" y="154865"/>
                  </a:lnTo>
                  <a:lnTo>
                    <a:pt x="186957" y="157315"/>
                  </a:lnTo>
                  <a:lnTo>
                    <a:pt x="187285" y="161948"/>
                  </a:lnTo>
                  <a:lnTo>
                    <a:pt x="187772" y="169785"/>
                  </a:lnTo>
                  <a:lnTo>
                    <a:pt x="185801" y="172250"/>
                  </a:lnTo>
                  <a:lnTo>
                    <a:pt x="183579" y="174746"/>
                  </a:lnTo>
                  <a:lnTo>
                    <a:pt x="181236" y="176526"/>
                  </a:lnTo>
                  <a:lnTo>
                    <a:pt x="179007" y="177348"/>
                  </a:lnTo>
                  <a:lnTo>
                    <a:pt x="177158" y="177044"/>
                  </a:lnTo>
                  <a:lnTo>
                    <a:pt x="175697" y="175507"/>
                  </a:lnTo>
                  <a:lnTo>
                    <a:pt x="174829" y="174213"/>
                  </a:lnTo>
                  <a:lnTo>
                    <a:pt x="173217" y="173133"/>
                  </a:lnTo>
                  <a:lnTo>
                    <a:pt x="171573" y="173353"/>
                  </a:lnTo>
                  <a:lnTo>
                    <a:pt x="169922" y="174343"/>
                  </a:lnTo>
                  <a:lnTo>
                    <a:pt x="167282" y="174015"/>
                  </a:lnTo>
                  <a:lnTo>
                    <a:pt x="165030" y="173026"/>
                  </a:lnTo>
                  <a:lnTo>
                    <a:pt x="163888" y="173133"/>
                  </a:lnTo>
                  <a:lnTo>
                    <a:pt x="163234" y="174130"/>
                  </a:lnTo>
                  <a:lnTo>
                    <a:pt x="160822" y="176260"/>
                  </a:lnTo>
                  <a:lnTo>
                    <a:pt x="154903" y="179494"/>
                  </a:lnTo>
                  <a:lnTo>
                    <a:pt x="152483" y="179729"/>
                  </a:lnTo>
                  <a:lnTo>
                    <a:pt x="151448" y="180536"/>
                  </a:lnTo>
                  <a:lnTo>
                    <a:pt x="151859" y="181860"/>
                  </a:lnTo>
                  <a:lnTo>
                    <a:pt x="152917" y="182940"/>
                  </a:lnTo>
                  <a:lnTo>
                    <a:pt x="154766" y="183701"/>
                  </a:lnTo>
                  <a:lnTo>
                    <a:pt x="154857" y="184584"/>
                  </a:lnTo>
                  <a:lnTo>
                    <a:pt x="153229" y="185352"/>
                  </a:lnTo>
                  <a:lnTo>
                    <a:pt x="151837" y="186227"/>
                  </a:lnTo>
                  <a:lnTo>
                    <a:pt x="148770" y="187300"/>
                  </a:lnTo>
                  <a:lnTo>
                    <a:pt x="145232" y="187718"/>
                  </a:lnTo>
                  <a:lnTo>
                    <a:pt x="141580" y="187094"/>
                  </a:lnTo>
                  <a:lnTo>
                    <a:pt x="139701" y="185672"/>
                  </a:lnTo>
                  <a:lnTo>
                    <a:pt x="137479" y="185535"/>
                  </a:lnTo>
                  <a:lnTo>
                    <a:pt x="135455" y="186577"/>
                  </a:lnTo>
                  <a:lnTo>
                    <a:pt x="133363" y="188297"/>
                  </a:lnTo>
                  <a:lnTo>
                    <a:pt x="131080" y="191979"/>
                  </a:lnTo>
                  <a:lnTo>
                    <a:pt x="130472" y="192626"/>
                  </a:lnTo>
                  <a:lnTo>
                    <a:pt x="129856" y="193212"/>
                  </a:lnTo>
                  <a:lnTo>
                    <a:pt x="128364" y="194003"/>
                  </a:lnTo>
                  <a:lnTo>
                    <a:pt x="126226" y="195296"/>
                  </a:lnTo>
                  <a:lnTo>
                    <a:pt x="125153" y="198005"/>
                  </a:lnTo>
                  <a:lnTo>
                    <a:pt x="123867" y="202821"/>
                  </a:lnTo>
                  <a:lnTo>
                    <a:pt x="124172" y="205408"/>
                  </a:lnTo>
                  <a:lnTo>
                    <a:pt x="124271" y="209890"/>
                  </a:lnTo>
                  <a:lnTo>
                    <a:pt x="123768" y="213032"/>
                  </a:lnTo>
                  <a:lnTo>
                    <a:pt x="122840" y="215094"/>
                  </a:lnTo>
                  <a:lnTo>
                    <a:pt x="123023" y="216715"/>
                  </a:lnTo>
                  <a:lnTo>
                    <a:pt x="124438" y="218556"/>
                  </a:lnTo>
                  <a:lnTo>
                    <a:pt x="123867" y="219751"/>
                  </a:lnTo>
                  <a:lnTo>
                    <a:pt x="122680" y="221074"/>
                  </a:lnTo>
                  <a:lnTo>
                    <a:pt x="121531" y="221812"/>
                  </a:lnTo>
                  <a:lnTo>
                    <a:pt x="116928" y="223205"/>
                  </a:lnTo>
                  <a:lnTo>
                    <a:pt x="110621" y="225099"/>
                  </a:lnTo>
                  <a:lnTo>
                    <a:pt x="106451" y="226317"/>
                  </a:lnTo>
                  <a:lnTo>
                    <a:pt x="100250" y="228127"/>
                  </a:lnTo>
                  <a:lnTo>
                    <a:pt x="98440" y="228569"/>
                  </a:lnTo>
                  <a:lnTo>
                    <a:pt x="94666" y="228729"/>
                  </a:lnTo>
                  <a:lnTo>
                    <a:pt x="92710" y="228455"/>
                  </a:lnTo>
                  <a:lnTo>
                    <a:pt x="90062" y="228378"/>
                  </a:lnTo>
                  <a:lnTo>
                    <a:pt x="86167" y="228447"/>
                  </a:lnTo>
                  <a:lnTo>
                    <a:pt x="83451" y="228942"/>
                  </a:lnTo>
                  <a:lnTo>
                    <a:pt x="80727" y="229847"/>
                  </a:lnTo>
                  <a:lnTo>
                    <a:pt x="78718" y="230988"/>
                  </a:lnTo>
                  <a:lnTo>
                    <a:pt x="77562" y="232114"/>
                  </a:lnTo>
                  <a:lnTo>
                    <a:pt x="77151" y="232655"/>
                  </a:lnTo>
                  <a:lnTo>
                    <a:pt x="74419" y="231726"/>
                  </a:lnTo>
                  <a:lnTo>
                    <a:pt x="65814" y="230068"/>
                  </a:lnTo>
                  <a:lnTo>
                    <a:pt x="42509" y="232259"/>
                  </a:lnTo>
                  <a:lnTo>
                    <a:pt x="40310" y="231840"/>
                  </a:lnTo>
                  <a:lnTo>
                    <a:pt x="32359" y="229276"/>
                  </a:lnTo>
                  <a:lnTo>
                    <a:pt x="22111" y="225974"/>
                  </a:lnTo>
                  <a:lnTo>
                    <a:pt x="15773" y="223927"/>
                  </a:lnTo>
                  <a:lnTo>
                    <a:pt x="7639" y="221249"/>
                  </a:lnTo>
                  <a:lnTo>
                    <a:pt x="13208" y="214630"/>
                  </a:lnTo>
                  <a:lnTo>
                    <a:pt x="18062" y="208847"/>
                  </a:lnTo>
                  <a:lnTo>
                    <a:pt x="22932" y="203034"/>
                  </a:lnTo>
                  <a:lnTo>
                    <a:pt x="27725" y="197290"/>
                  </a:lnTo>
                  <a:lnTo>
                    <a:pt x="28296" y="195274"/>
                  </a:lnTo>
                  <a:lnTo>
                    <a:pt x="28372" y="191325"/>
                  </a:lnTo>
                  <a:lnTo>
                    <a:pt x="27109" y="186037"/>
                  </a:lnTo>
                  <a:lnTo>
                    <a:pt x="25078" y="183625"/>
                  </a:lnTo>
                  <a:lnTo>
                    <a:pt x="18375" y="182651"/>
                  </a:lnTo>
                  <a:lnTo>
                    <a:pt x="13345" y="181913"/>
                  </a:lnTo>
                  <a:lnTo>
                    <a:pt x="7860" y="181114"/>
                  </a:lnTo>
                  <a:lnTo>
                    <a:pt x="7160" y="180818"/>
                  </a:lnTo>
                  <a:lnTo>
                    <a:pt x="6536" y="176686"/>
                  </a:lnTo>
                  <a:lnTo>
                    <a:pt x="6802" y="174845"/>
                  </a:lnTo>
                  <a:lnTo>
                    <a:pt x="6444" y="171276"/>
                  </a:lnTo>
                  <a:lnTo>
                    <a:pt x="6498" y="168522"/>
                  </a:lnTo>
                  <a:lnTo>
                    <a:pt x="7289" y="163995"/>
                  </a:lnTo>
                  <a:lnTo>
                    <a:pt x="7335" y="161948"/>
                  </a:lnTo>
                  <a:lnTo>
                    <a:pt x="4801" y="153115"/>
                  </a:lnTo>
                  <a:lnTo>
                    <a:pt x="3386" y="148207"/>
                  </a:lnTo>
                  <a:lnTo>
                    <a:pt x="1940" y="143132"/>
                  </a:lnTo>
                  <a:lnTo>
                    <a:pt x="1628" y="141512"/>
                  </a:lnTo>
                  <a:lnTo>
                    <a:pt x="1598" y="139511"/>
                  </a:lnTo>
                  <a:lnTo>
                    <a:pt x="4961" y="134793"/>
                  </a:lnTo>
                  <a:lnTo>
                    <a:pt x="6003" y="133766"/>
                  </a:lnTo>
                  <a:lnTo>
                    <a:pt x="7974" y="131415"/>
                  </a:lnTo>
                  <a:lnTo>
                    <a:pt x="9206" y="130160"/>
                  </a:lnTo>
                  <a:lnTo>
                    <a:pt x="8993" y="129300"/>
                  </a:lnTo>
                  <a:lnTo>
                    <a:pt x="6847" y="128805"/>
                  </a:lnTo>
                  <a:lnTo>
                    <a:pt x="3606" y="128760"/>
                  </a:lnTo>
                  <a:lnTo>
                    <a:pt x="1879" y="128045"/>
                  </a:lnTo>
                  <a:lnTo>
                    <a:pt x="533" y="126759"/>
                  </a:lnTo>
                  <a:lnTo>
                    <a:pt x="0" y="124887"/>
                  </a:lnTo>
                  <a:lnTo>
                    <a:pt x="882" y="121562"/>
                  </a:lnTo>
                  <a:lnTo>
                    <a:pt x="0" y="115087"/>
                  </a:lnTo>
                  <a:lnTo>
                    <a:pt x="1803" y="111876"/>
                  </a:lnTo>
                  <a:lnTo>
                    <a:pt x="3355" y="109632"/>
                  </a:lnTo>
                  <a:lnTo>
                    <a:pt x="8620" y="109312"/>
                  </a:lnTo>
                  <a:lnTo>
                    <a:pt x="6794" y="106771"/>
                  </a:lnTo>
                  <a:lnTo>
                    <a:pt x="5912" y="105295"/>
                  </a:lnTo>
                  <a:lnTo>
                    <a:pt x="5349" y="104869"/>
                  </a:lnTo>
                  <a:lnTo>
                    <a:pt x="5136" y="104192"/>
                  </a:lnTo>
                  <a:lnTo>
                    <a:pt x="5417" y="103507"/>
                  </a:lnTo>
                  <a:lnTo>
                    <a:pt x="6764" y="103248"/>
                  </a:lnTo>
                  <a:lnTo>
                    <a:pt x="7677" y="102396"/>
                  </a:lnTo>
                  <a:lnTo>
                    <a:pt x="9161" y="101201"/>
                  </a:lnTo>
                  <a:lnTo>
                    <a:pt x="9937" y="100684"/>
                  </a:lnTo>
                  <a:lnTo>
                    <a:pt x="10074" y="99231"/>
                  </a:lnTo>
                  <a:lnTo>
                    <a:pt x="10781" y="98211"/>
                  </a:lnTo>
                  <a:lnTo>
                    <a:pt x="11847" y="96926"/>
                  </a:lnTo>
                  <a:lnTo>
                    <a:pt x="12691" y="95465"/>
                  </a:lnTo>
                  <a:lnTo>
                    <a:pt x="12478" y="93753"/>
                  </a:lnTo>
                  <a:lnTo>
                    <a:pt x="13254" y="91698"/>
                  </a:lnTo>
                  <a:lnTo>
                    <a:pt x="13612" y="90405"/>
                  </a:lnTo>
                  <a:lnTo>
                    <a:pt x="14175" y="89287"/>
                  </a:lnTo>
                  <a:lnTo>
                    <a:pt x="13680" y="87658"/>
                  </a:lnTo>
                  <a:lnTo>
                    <a:pt x="13254" y="86281"/>
                  </a:lnTo>
                  <a:lnTo>
                    <a:pt x="13117" y="84645"/>
                  </a:lnTo>
                  <a:lnTo>
                    <a:pt x="13961" y="84211"/>
                  </a:lnTo>
                  <a:lnTo>
                    <a:pt x="15027" y="83611"/>
                  </a:lnTo>
                  <a:lnTo>
                    <a:pt x="15232" y="82317"/>
                  </a:lnTo>
                  <a:lnTo>
                    <a:pt x="15795" y="80681"/>
                  </a:lnTo>
                  <a:lnTo>
                    <a:pt x="16222" y="79380"/>
                  </a:lnTo>
                  <a:lnTo>
                    <a:pt x="16929" y="78353"/>
                  </a:lnTo>
                  <a:lnTo>
                    <a:pt x="17005" y="77311"/>
                  </a:lnTo>
                  <a:lnTo>
                    <a:pt x="16579" y="75583"/>
                  </a:lnTo>
                  <a:lnTo>
                    <a:pt x="18336" y="75325"/>
                  </a:lnTo>
                  <a:lnTo>
                    <a:pt x="19044" y="76276"/>
                  </a:lnTo>
                  <a:lnTo>
                    <a:pt x="19988" y="77508"/>
                  </a:lnTo>
                  <a:lnTo>
                    <a:pt x="22567" y="79806"/>
                  </a:lnTo>
                  <a:lnTo>
                    <a:pt x="24241" y="80476"/>
                  </a:lnTo>
                  <a:lnTo>
                    <a:pt x="26349" y="80811"/>
                  </a:lnTo>
                  <a:lnTo>
                    <a:pt x="28943" y="80499"/>
                  </a:lnTo>
                  <a:lnTo>
                    <a:pt x="31012" y="80065"/>
                  </a:lnTo>
                  <a:lnTo>
                    <a:pt x="31986" y="80179"/>
                  </a:lnTo>
                  <a:lnTo>
                    <a:pt x="34246" y="81845"/>
                  </a:lnTo>
                  <a:lnTo>
                    <a:pt x="36886" y="84181"/>
                  </a:lnTo>
                  <a:lnTo>
                    <a:pt x="37731" y="85224"/>
                  </a:lnTo>
                  <a:lnTo>
                    <a:pt x="38126" y="86814"/>
                  </a:lnTo>
                  <a:lnTo>
                    <a:pt x="38902" y="87286"/>
                  </a:lnTo>
                  <a:lnTo>
                    <a:pt x="40591" y="85711"/>
                  </a:lnTo>
                  <a:lnTo>
                    <a:pt x="42220" y="85193"/>
                  </a:lnTo>
                  <a:lnTo>
                    <a:pt x="43719" y="85490"/>
                  </a:lnTo>
                  <a:lnTo>
                    <a:pt x="45370" y="85665"/>
                  </a:lnTo>
                  <a:lnTo>
                    <a:pt x="47028" y="85087"/>
                  </a:lnTo>
                  <a:lnTo>
                    <a:pt x="47767" y="84668"/>
                  </a:lnTo>
                  <a:lnTo>
                    <a:pt x="50650" y="82629"/>
                  </a:lnTo>
                  <a:lnTo>
                    <a:pt x="53267" y="81077"/>
                  </a:lnTo>
                  <a:lnTo>
                    <a:pt x="54896" y="80126"/>
                  </a:lnTo>
                  <a:lnTo>
                    <a:pt x="55482" y="76930"/>
                  </a:lnTo>
                  <a:lnTo>
                    <a:pt x="56235" y="75112"/>
                  </a:lnTo>
                  <a:lnTo>
                    <a:pt x="57308" y="74054"/>
                  </a:lnTo>
                  <a:lnTo>
                    <a:pt x="56912" y="72738"/>
                  </a:lnTo>
                  <a:lnTo>
                    <a:pt x="56463" y="71734"/>
                  </a:lnTo>
                  <a:lnTo>
                    <a:pt x="56006" y="70372"/>
                  </a:lnTo>
                  <a:lnTo>
                    <a:pt x="56463" y="69649"/>
                  </a:lnTo>
                  <a:lnTo>
                    <a:pt x="57505" y="69329"/>
                  </a:lnTo>
                  <a:lnTo>
                    <a:pt x="60123" y="69329"/>
                  </a:lnTo>
                  <a:lnTo>
                    <a:pt x="64726" y="67891"/>
                  </a:lnTo>
                  <a:lnTo>
                    <a:pt x="68561" y="66453"/>
                  </a:lnTo>
                  <a:lnTo>
                    <a:pt x="72106" y="65282"/>
                  </a:lnTo>
                  <a:lnTo>
                    <a:pt x="73719" y="65091"/>
                  </a:lnTo>
                  <a:lnTo>
                    <a:pt x="75249" y="65289"/>
                  </a:lnTo>
                  <a:lnTo>
                    <a:pt x="75949" y="64947"/>
                  </a:lnTo>
                  <a:lnTo>
                    <a:pt x="76139" y="63828"/>
                  </a:lnTo>
                  <a:lnTo>
                    <a:pt x="77006" y="62649"/>
                  </a:lnTo>
                  <a:lnTo>
                    <a:pt x="78977" y="61690"/>
                  </a:lnTo>
                  <a:lnTo>
                    <a:pt x="82682" y="59659"/>
                  </a:lnTo>
                  <a:lnTo>
                    <a:pt x="85954" y="56638"/>
                  </a:lnTo>
                  <a:lnTo>
                    <a:pt x="87118" y="54340"/>
                  </a:lnTo>
                  <a:lnTo>
                    <a:pt x="87910" y="50985"/>
                  </a:lnTo>
                  <a:lnTo>
                    <a:pt x="89439" y="45796"/>
                  </a:lnTo>
                  <a:lnTo>
                    <a:pt x="91128" y="40097"/>
                  </a:lnTo>
                  <a:lnTo>
                    <a:pt x="91751" y="37579"/>
                  </a:lnTo>
                  <a:lnTo>
                    <a:pt x="92467" y="35638"/>
                  </a:lnTo>
                  <a:lnTo>
                    <a:pt x="95358" y="34003"/>
                  </a:lnTo>
                  <a:lnTo>
                    <a:pt x="98310" y="32816"/>
                  </a:lnTo>
                  <a:lnTo>
                    <a:pt x="102883" y="32580"/>
                  </a:lnTo>
                  <a:lnTo>
                    <a:pt x="108247" y="32458"/>
                  </a:lnTo>
                  <a:lnTo>
                    <a:pt x="109381" y="29331"/>
                  </a:lnTo>
                  <a:lnTo>
                    <a:pt x="110088" y="26668"/>
                  </a:lnTo>
                  <a:lnTo>
                    <a:pt x="110979" y="25291"/>
                  </a:lnTo>
                  <a:lnTo>
                    <a:pt x="112280" y="24172"/>
                  </a:lnTo>
                  <a:lnTo>
                    <a:pt x="112736" y="23952"/>
                  </a:lnTo>
                  <a:lnTo>
                    <a:pt x="115627" y="25588"/>
                  </a:lnTo>
                  <a:lnTo>
                    <a:pt x="120063" y="28091"/>
                  </a:lnTo>
                  <a:lnTo>
                    <a:pt x="125229" y="29339"/>
                  </a:lnTo>
                  <a:lnTo>
                    <a:pt x="127824" y="29963"/>
                  </a:lnTo>
                  <a:lnTo>
                    <a:pt x="128904" y="29864"/>
                  </a:lnTo>
                  <a:lnTo>
                    <a:pt x="135425" y="29255"/>
                  </a:lnTo>
                  <a:lnTo>
                    <a:pt x="140576" y="30229"/>
                  </a:lnTo>
                  <a:lnTo>
                    <a:pt x="143277" y="32892"/>
                  </a:lnTo>
                  <a:lnTo>
                    <a:pt x="145932" y="33569"/>
                  </a:lnTo>
                  <a:lnTo>
                    <a:pt x="148534" y="32283"/>
                  </a:lnTo>
                  <a:lnTo>
                    <a:pt x="150148" y="32047"/>
                  </a:lnTo>
                  <a:lnTo>
                    <a:pt x="150771" y="32877"/>
                  </a:lnTo>
                  <a:lnTo>
                    <a:pt x="152065" y="33227"/>
                  </a:lnTo>
                  <a:lnTo>
                    <a:pt x="154043" y="33097"/>
                  </a:lnTo>
                  <a:lnTo>
                    <a:pt x="155184" y="33835"/>
                  </a:lnTo>
                  <a:lnTo>
                    <a:pt x="155306" y="34573"/>
                  </a:lnTo>
                  <a:lnTo>
                    <a:pt x="155458" y="35425"/>
                  </a:lnTo>
                  <a:lnTo>
                    <a:pt x="156919" y="37449"/>
                  </a:lnTo>
                  <a:lnTo>
                    <a:pt x="159559" y="39907"/>
                  </a:lnTo>
                  <a:lnTo>
                    <a:pt x="161903" y="40500"/>
                  </a:lnTo>
                  <a:lnTo>
                    <a:pt x="164984" y="38591"/>
                  </a:lnTo>
                  <a:lnTo>
                    <a:pt x="166026" y="38811"/>
                  </a:lnTo>
                  <a:lnTo>
                    <a:pt x="166536" y="38195"/>
                  </a:lnTo>
                  <a:lnTo>
                    <a:pt x="166848" y="36803"/>
                  </a:lnTo>
                  <a:lnTo>
                    <a:pt x="168712" y="35494"/>
                  </a:lnTo>
                  <a:lnTo>
                    <a:pt x="172121" y="34269"/>
                  </a:lnTo>
                  <a:lnTo>
                    <a:pt x="174053" y="33173"/>
                  </a:lnTo>
                  <a:lnTo>
                    <a:pt x="174746" y="32268"/>
                  </a:lnTo>
                  <a:lnTo>
                    <a:pt x="175895" y="32009"/>
                  </a:lnTo>
                  <a:lnTo>
                    <a:pt x="177150" y="32283"/>
                  </a:lnTo>
                  <a:lnTo>
                    <a:pt x="178048" y="31941"/>
                  </a:lnTo>
                  <a:lnTo>
                    <a:pt x="178360" y="31081"/>
                  </a:lnTo>
                  <a:lnTo>
                    <a:pt x="178718" y="30708"/>
                  </a:lnTo>
                  <a:lnTo>
                    <a:pt x="179357" y="30404"/>
                  </a:lnTo>
                  <a:lnTo>
                    <a:pt x="179928" y="30252"/>
                  </a:lnTo>
                  <a:lnTo>
                    <a:pt x="180962" y="30488"/>
                  </a:lnTo>
                  <a:lnTo>
                    <a:pt x="182872" y="32055"/>
                  </a:lnTo>
                  <a:lnTo>
                    <a:pt x="185657" y="34946"/>
                  </a:lnTo>
                  <a:lnTo>
                    <a:pt x="187467" y="36270"/>
                  </a:lnTo>
                  <a:lnTo>
                    <a:pt x="188297" y="36049"/>
                  </a:lnTo>
                  <a:lnTo>
                    <a:pt x="189362" y="35159"/>
                  </a:lnTo>
                  <a:lnTo>
                    <a:pt x="190663" y="33622"/>
                  </a:lnTo>
                  <a:lnTo>
                    <a:pt x="190983" y="31401"/>
                  </a:lnTo>
                  <a:lnTo>
                    <a:pt x="190336" y="28502"/>
                  </a:lnTo>
                  <a:lnTo>
                    <a:pt x="190777" y="26158"/>
                  </a:lnTo>
                  <a:lnTo>
                    <a:pt x="192322" y="24378"/>
                  </a:lnTo>
                  <a:lnTo>
                    <a:pt x="195175" y="23282"/>
                  </a:lnTo>
                  <a:lnTo>
                    <a:pt x="199337" y="22864"/>
                  </a:lnTo>
                  <a:lnTo>
                    <a:pt x="201893" y="23115"/>
                  </a:lnTo>
                  <a:lnTo>
                    <a:pt x="202837" y="24035"/>
                  </a:lnTo>
                  <a:lnTo>
                    <a:pt x="204115" y="24538"/>
                  </a:lnTo>
                  <a:lnTo>
                    <a:pt x="205720" y="24637"/>
                  </a:lnTo>
                  <a:lnTo>
                    <a:pt x="207196" y="23594"/>
                  </a:lnTo>
                  <a:lnTo>
                    <a:pt x="208528" y="21395"/>
                  </a:lnTo>
                  <a:lnTo>
                    <a:pt x="208604" y="18679"/>
                  </a:lnTo>
                  <a:lnTo>
                    <a:pt x="207425" y="15430"/>
                  </a:lnTo>
                  <a:lnTo>
                    <a:pt x="207744" y="14395"/>
                  </a:lnTo>
                  <a:lnTo>
                    <a:pt x="208254" y="13947"/>
                  </a:lnTo>
                  <a:lnTo>
                    <a:pt x="209852" y="12767"/>
                  </a:lnTo>
                  <a:lnTo>
                    <a:pt x="212081" y="10325"/>
                  </a:lnTo>
                  <a:lnTo>
                    <a:pt x="214234" y="7175"/>
                  </a:lnTo>
                  <a:lnTo>
                    <a:pt x="216312" y="3310"/>
                  </a:lnTo>
                  <a:lnTo>
                    <a:pt x="218875" y="921"/>
                  </a:lnTo>
                  <a:lnTo>
                    <a:pt x="221926" y="0"/>
                  </a:lnTo>
                  <a:lnTo>
                    <a:pt x="225624" y="1050"/>
                  </a:lnTo>
                  <a:lnTo>
                    <a:pt x="229984" y="4063"/>
                  </a:lnTo>
                  <a:lnTo>
                    <a:pt x="231620" y="7761"/>
                  </a:lnTo>
                  <a:lnTo>
                    <a:pt x="230555" y="12151"/>
                  </a:lnTo>
                  <a:lnTo>
                    <a:pt x="230463" y="14555"/>
                  </a:lnTo>
                  <a:lnTo>
                    <a:pt x="231346" y="15004"/>
                  </a:lnTo>
                  <a:lnTo>
                    <a:pt x="232837" y="14882"/>
                  </a:lnTo>
                  <a:lnTo>
                    <a:pt x="234930" y="14198"/>
                  </a:lnTo>
                  <a:lnTo>
                    <a:pt x="236299" y="14159"/>
                  </a:lnTo>
                  <a:lnTo>
                    <a:pt x="236946" y="14783"/>
                  </a:lnTo>
                  <a:lnTo>
                    <a:pt x="236908" y="16016"/>
                  </a:lnTo>
                  <a:lnTo>
                    <a:pt x="236178" y="17865"/>
                  </a:lnTo>
                  <a:lnTo>
                    <a:pt x="235302" y="23046"/>
                  </a:lnTo>
                  <a:lnTo>
                    <a:pt x="234762" y="27520"/>
                  </a:lnTo>
                  <a:lnTo>
                    <a:pt x="234222" y="31910"/>
                  </a:lnTo>
                  <a:lnTo>
                    <a:pt x="233758" y="35760"/>
                  </a:lnTo>
                  <a:lnTo>
                    <a:pt x="234587" y="38758"/>
                  </a:lnTo>
                  <a:lnTo>
                    <a:pt x="235850" y="43278"/>
                  </a:lnTo>
                  <a:lnTo>
                    <a:pt x="237273" y="46260"/>
                  </a:lnTo>
                  <a:lnTo>
                    <a:pt x="238726" y="47211"/>
                  </a:lnTo>
                  <a:lnTo>
                    <a:pt x="240187" y="47553"/>
                  </a:lnTo>
                  <a:lnTo>
                    <a:pt x="241640" y="47287"/>
                  </a:lnTo>
                  <a:lnTo>
                    <a:pt x="244631" y="45370"/>
                  </a:lnTo>
                  <a:lnTo>
                    <a:pt x="249143" y="41809"/>
                  </a:lnTo>
                  <a:lnTo>
                    <a:pt x="253525" y="39618"/>
                  </a:lnTo>
                  <a:lnTo>
                    <a:pt x="259901" y="38385"/>
                  </a:lnTo>
                  <a:lnTo>
                    <a:pt x="262039" y="34558"/>
                  </a:lnTo>
                  <a:lnTo>
                    <a:pt x="264991" y="32025"/>
                  </a:lnTo>
                  <a:lnTo>
                    <a:pt x="271732" y="28258"/>
                  </a:lnTo>
                  <a:lnTo>
                    <a:pt x="275392" y="26813"/>
                  </a:lnTo>
                  <a:lnTo>
                    <a:pt x="277500" y="26569"/>
                  </a:lnTo>
                  <a:lnTo>
                    <a:pt x="280132" y="27246"/>
                  </a:lnTo>
                  <a:lnTo>
                    <a:pt x="280733" y="27490"/>
                  </a:lnTo>
                  <a:lnTo>
                    <a:pt x="281250" y="27672"/>
                  </a:lnTo>
                  <a:lnTo>
                    <a:pt x="282613" y="27984"/>
                  </a:lnTo>
                  <a:lnTo>
                    <a:pt x="282894" y="29133"/>
                  </a:lnTo>
                  <a:lnTo>
                    <a:pt x="282536" y="30373"/>
                  </a:lnTo>
                  <a:lnTo>
                    <a:pt x="281083" y="31393"/>
                  </a:lnTo>
                  <a:lnTo>
                    <a:pt x="280619" y="32184"/>
                  </a:lnTo>
                  <a:lnTo>
                    <a:pt x="281175" y="32778"/>
                  </a:lnTo>
                  <a:lnTo>
                    <a:pt x="283229" y="32983"/>
                  </a:lnTo>
                  <a:lnTo>
                    <a:pt x="287482" y="31606"/>
                  </a:lnTo>
                  <a:lnTo>
                    <a:pt x="290236" y="30723"/>
                  </a:lnTo>
                  <a:lnTo>
                    <a:pt x="292146" y="30373"/>
                  </a:lnTo>
                  <a:lnTo>
                    <a:pt x="292915" y="29225"/>
                  </a:lnTo>
                  <a:lnTo>
                    <a:pt x="294117" y="28068"/>
                  </a:lnTo>
                  <a:lnTo>
                    <a:pt x="296026" y="27984"/>
                  </a:lnTo>
                  <a:lnTo>
                    <a:pt x="298073" y="28601"/>
                  </a:lnTo>
                  <a:lnTo>
                    <a:pt x="299770" y="28958"/>
                  </a:lnTo>
                  <a:lnTo>
                    <a:pt x="302654" y="28631"/>
                  </a:lnTo>
                  <a:lnTo>
                    <a:pt x="304175" y="29635"/>
                  </a:lnTo>
                  <a:lnTo>
                    <a:pt x="306306" y="31530"/>
                  </a:lnTo>
                  <a:lnTo>
                    <a:pt x="307264" y="32709"/>
                  </a:lnTo>
                  <a:close/>
                </a:path>
              </a:pathLst>
            </a:custGeom>
            <a:solidFill>
              <a:srgbClr val="2562E8"/>
            </a:solidFill>
            <a:ln w="6168" cap="flat">
              <a:solidFill>
                <a:srgbClr val="2562E8"/>
              </a:solidFill>
              <a:prstDash val="solid"/>
              <a:miter/>
            </a:ln>
          </p:spPr>
          <p:txBody>
            <a:bodyPr/>
            <a:lstStyle/>
            <a:p>
              <a:endParaRPr lang="en-US"/>
            </a:p>
          </p:txBody>
        </p:sp>
        <p:sp>
          <p:nvSpPr>
            <p:cNvPr id="33" name="Freeform: Shape 32">
              <a:extLst>
                <a:ext uri="{FF2B5EF4-FFF2-40B4-BE49-F238E27FC236}">
                  <a16:creationId xmlns:a16="http://schemas.microsoft.com/office/drawing/2014/main" id="{9E21E564-3AB9-AD8D-3F64-3A7A792EDBDF}"/>
                </a:ext>
              </a:extLst>
            </p:cNvPr>
            <p:cNvSpPr/>
            <p:nvPr/>
          </p:nvSpPr>
          <p:spPr>
            <a:xfrm>
              <a:off x="8252367" y="4622311"/>
              <a:ext cx="4298" cy="15939"/>
            </a:xfrm>
            <a:custGeom>
              <a:avLst/>
              <a:gdLst>
                <a:gd name="csX0" fmla="*/ 3652 w 4298"/>
                <a:gd name="csY0" fmla="*/ 15057 h 15939"/>
                <a:gd name="csX1" fmla="*/ 2967 w 4298"/>
                <a:gd name="csY1" fmla="*/ 15940 h 15939"/>
                <a:gd name="csX2" fmla="*/ 586 w 4298"/>
                <a:gd name="csY2" fmla="*/ 15582 h 15939"/>
                <a:gd name="csX3" fmla="*/ 107 w 4298"/>
                <a:gd name="csY3" fmla="*/ 14479 h 15939"/>
                <a:gd name="csX4" fmla="*/ 0 w 4298"/>
                <a:gd name="csY4" fmla="*/ 13703 h 15939"/>
                <a:gd name="csX5" fmla="*/ 1491 w 4298"/>
                <a:gd name="csY5" fmla="*/ 12128 h 15939"/>
                <a:gd name="csX6" fmla="*/ 3173 w 4298"/>
                <a:gd name="csY6" fmla="*/ 12798 h 15939"/>
                <a:gd name="csX7" fmla="*/ 3820 w 4298"/>
                <a:gd name="csY7" fmla="*/ 13543 h 15939"/>
                <a:gd name="csX8" fmla="*/ 4299 w 4298"/>
                <a:gd name="csY8" fmla="*/ 13696 h 15939"/>
                <a:gd name="csX9" fmla="*/ 4291 w 4298"/>
                <a:gd name="csY9" fmla="*/ 14327 h 15939"/>
                <a:gd name="csX10" fmla="*/ 4109 w 4298"/>
                <a:gd name="csY10" fmla="*/ 14791 h 15939"/>
                <a:gd name="csX11" fmla="*/ 3652 w 4298"/>
                <a:gd name="csY11" fmla="*/ 15057 h 15939"/>
                <a:gd name="csX12" fmla="*/ 2990 w 4298"/>
                <a:gd name="csY12" fmla="*/ 3097 h 15939"/>
                <a:gd name="csX13" fmla="*/ 2671 w 4298"/>
                <a:gd name="csY13" fmla="*/ 3683 h 15939"/>
                <a:gd name="csX14" fmla="*/ 928 w 4298"/>
                <a:gd name="csY14" fmla="*/ 2625 h 15939"/>
                <a:gd name="csX15" fmla="*/ 396 w 4298"/>
                <a:gd name="csY15" fmla="*/ 639 h 15939"/>
                <a:gd name="csX16" fmla="*/ 449 w 4298"/>
                <a:gd name="csY16" fmla="*/ 221 h 15939"/>
                <a:gd name="csX17" fmla="*/ 746 w 4298"/>
                <a:gd name="csY17" fmla="*/ 0 h 15939"/>
                <a:gd name="csX18" fmla="*/ 1438 w 4298"/>
                <a:gd name="csY18" fmla="*/ 381 h 15939"/>
                <a:gd name="csX19" fmla="*/ 2359 w 4298"/>
                <a:gd name="csY19" fmla="*/ 525 h 15939"/>
                <a:gd name="csX20" fmla="*/ 2944 w 4298"/>
                <a:gd name="csY20" fmla="*/ 1172 h 15939"/>
                <a:gd name="csX21" fmla="*/ 2990 w 4298"/>
                <a:gd name="csY21" fmla="*/ 3097 h 159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298" h="15939">
                  <a:moveTo>
                    <a:pt x="3652" y="15057"/>
                  </a:moveTo>
                  <a:lnTo>
                    <a:pt x="2967" y="15940"/>
                  </a:lnTo>
                  <a:lnTo>
                    <a:pt x="586" y="15582"/>
                  </a:lnTo>
                  <a:lnTo>
                    <a:pt x="107" y="14479"/>
                  </a:lnTo>
                  <a:lnTo>
                    <a:pt x="0" y="13703"/>
                  </a:lnTo>
                  <a:lnTo>
                    <a:pt x="1491" y="12128"/>
                  </a:lnTo>
                  <a:lnTo>
                    <a:pt x="3173" y="12798"/>
                  </a:lnTo>
                  <a:lnTo>
                    <a:pt x="3820" y="13543"/>
                  </a:lnTo>
                  <a:lnTo>
                    <a:pt x="4299" y="13696"/>
                  </a:lnTo>
                  <a:lnTo>
                    <a:pt x="4291" y="14327"/>
                  </a:lnTo>
                  <a:lnTo>
                    <a:pt x="4109" y="14791"/>
                  </a:lnTo>
                  <a:lnTo>
                    <a:pt x="3652" y="15057"/>
                  </a:lnTo>
                  <a:close/>
                  <a:moveTo>
                    <a:pt x="2990" y="3097"/>
                  </a:moveTo>
                  <a:lnTo>
                    <a:pt x="2671" y="3683"/>
                  </a:lnTo>
                  <a:lnTo>
                    <a:pt x="928" y="2625"/>
                  </a:lnTo>
                  <a:lnTo>
                    <a:pt x="396" y="639"/>
                  </a:lnTo>
                  <a:lnTo>
                    <a:pt x="449" y="221"/>
                  </a:lnTo>
                  <a:lnTo>
                    <a:pt x="746" y="0"/>
                  </a:lnTo>
                  <a:lnTo>
                    <a:pt x="1438" y="381"/>
                  </a:lnTo>
                  <a:lnTo>
                    <a:pt x="2359" y="525"/>
                  </a:lnTo>
                  <a:lnTo>
                    <a:pt x="2944" y="1172"/>
                  </a:lnTo>
                  <a:lnTo>
                    <a:pt x="2990" y="309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34" name="Freeform: Shape 33">
              <a:extLst>
                <a:ext uri="{FF2B5EF4-FFF2-40B4-BE49-F238E27FC236}">
                  <a16:creationId xmlns:a16="http://schemas.microsoft.com/office/drawing/2014/main" id="{62C958F0-19C1-B247-702D-3C0E5230954A}"/>
                </a:ext>
              </a:extLst>
            </p:cNvPr>
            <p:cNvSpPr/>
            <p:nvPr/>
          </p:nvSpPr>
          <p:spPr>
            <a:xfrm>
              <a:off x="8225190" y="4609916"/>
              <a:ext cx="3850" cy="2191"/>
            </a:xfrm>
            <a:custGeom>
              <a:avLst/>
              <a:gdLst>
                <a:gd name="csX0" fmla="*/ 3394 w 3850"/>
                <a:gd name="csY0" fmla="*/ 1065 h 2191"/>
                <a:gd name="csX1" fmla="*/ 0 w 3850"/>
                <a:gd name="csY1" fmla="*/ 2191 h 2191"/>
                <a:gd name="csX2" fmla="*/ 137 w 3850"/>
                <a:gd name="csY2" fmla="*/ 1545 h 2191"/>
                <a:gd name="csX3" fmla="*/ 2861 w 3850"/>
                <a:gd name="csY3" fmla="*/ 0 h 2191"/>
                <a:gd name="csX4" fmla="*/ 3850 w 3850"/>
                <a:gd name="csY4" fmla="*/ 107 h 2191"/>
              </a:gdLst>
              <a:ahLst/>
              <a:cxnLst>
                <a:cxn ang="0">
                  <a:pos x="csX0" y="csY0"/>
                </a:cxn>
                <a:cxn ang="0">
                  <a:pos x="csX1" y="csY1"/>
                </a:cxn>
                <a:cxn ang="0">
                  <a:pos x="csX2" y="csY2"/>
                </a:cxn>
                <a:cxn ang="0">
                  <a:pos x="csX3" y="csY3"/>
                </a:cxn>
                <a:cxn ang="0">
                  <a:pos x="csX4" y="csY4"/>
                </a:cxn>
              </a:cxnLst>
              <a:rect l="l" t="t" r="r" b="b"/>
              <a:pathLst>
                <a:path w="3850" h="2191">
                  <a:moveTo>
                    <a:pt x="3394" y="1065"/>
                  </a:moveTo>
                  <a:lnTo>
                    <a:pt x="0" y="2191"/>
                  </a:lnTo>
                  <a:lnTo>
                    <a:pt x="137" y="1545"/>
                  </a:lnTo>
                  <a:lnTo>
                    <a:pt x="2861" y="0"/>
                  </a:lnTo>
                  <a:lnTo>
                    <a:pt x="3850" y="10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35" name="Freeform: Shape 34">
              <a:extLst>
                <a:ext uri="{FF2B5EF4-FFF2-40B4-BE49-F238E27FC236}">
                  <a16:creationId xmlns:a16="http://schemas.microsoft.com/office/drawing/2014/main" id="{2FB3265F-BBDD-337C-9E61-94F4120C4ECD}"/>
                </a:ext>
              </a:extLst>
            </p:cNvPr>
            <p:cNvSpPr/>
            <p:nvPr/>
          </p:nvSpPr>
          <p:spPr>
            <a:xfrm>
              <a:off x="9985576" y="4001110"/>
              <a:ext cx="37373" cy="84614"/>
            </a:xfrm>
            <a:custGeom>
              <a:avLst/>
              <a:gdLst>
                <a:gd name="csX0" fmla="*/ 16724 w 37373"/>
                <a:gd name="csY0" fmla="*/ 2906 h 84614"/>
                <a:gd name="csX1" fmla="*/ 17568 w 37373"/>
                <a:gd name="csY1" fmla="*/ 3561 h 84614"/>
                <a:gd name="csX2" fmla="*/ 19326 w 37373"/>
                <a:gd name="csY2" fmla="*/ 6406 h 84614"/>
                <a:gd name="csX3" fmla="*/ 20490 w 37373"/>
                <a:gd name="csY3" fmla="*/ 8917 h 84614"/>
                <a:gd name="csX4" fmla="*/ 22795 w 37373"/>
                <a:gd name="csY4" fmla="*/ 9785 h 84614"/>
                <a:gd name="csX5" fmla="*/ 24074 w 37373"/>
                <a:gd name="csY5" fmla="*/ 10759 h 84614"/>
                <a:gd name="csX6" fmla="*/ 25724 w 37373"/>
                <a:gd name="csY6" fmla="*/ 12242 h 84614"/>
                <a:gd name="csX7" fmla="*/ 26516 w 37373"/>
                <a:gd name="csY7" fmla="*/ 13726 h 84614"/>
                <a:gd name="csX8" fmla="*/ 27642 w 37373"/>
                <a:gd name="csY8" fmla="*/ 18268 h 84614"/>
                <a:gd name="csX9" fmla="*/ 27771 w 37373"/>
                <a:gd name="csY9" fmla="*/ 21007 h 84614"/>
                <a:gd name="csX10" fmla="*/ 27444 w 37373"/>
                <a:gd name="csY10" fmla="*/ 22255 h 84614"/>
                <a:gd name="csX11" fmla="*/ 27170 w 37373"/>
                <a:gd name="csY11" fmla="*/ 22582 h 84614"/>
                <a:gd name="csX12" fmla="*/ 26143 w 37373"/>
                <a:gd name="csY12" fmla="*/ 27026 h 84614"/>
                <a:gd name="csX13" fmla="*/ 26386 w 37373"/>
                <a:gd name="csY13" fmla="*/ 29285 h 84614"/>
                <a:gd name="csX14" fmla="*/ 26379 w 37373"/>
                <a:gd name="csY14" fmla="*/ 30776 h 84614"/>
                <a:gd name="csX15" fmla="*/ 25511 w 37373"/>
                <a:gd name="csY15" fmla="*/ 31363 h 84614"/>
                <a:gd name="csX16" fmla="*/ 24933 w 37373"/>
                <a:gd name="csY16" fmla="*/ 32298 h 84614"/>
                <a:gd name="csX17" fmla="*/ 25869 w 37373"/>
                <a:gd name="csY17" fmla="*/ 35981 h 84614"/>
                <a:gd name="csX18" fmla="*/ 25755 w 37373"/>
                <a:gd name="csY18" fmla="*/ 37556 h 84614"/>
                <a:gd name="csX19" fmla="*/ 25801 w 37373"/>
                <a:gd name="csY19" fmla="*/ 39351 h 84614"/>
                <a:gd name="csX20" fmla="*/ 27482 w 37373"/>
                <a:gd name="csY20" fmla="*/ 43445 h 84614"/>
                <a:gd name="csX21" fmla="*/ 28479 w 37373"/>
                <a:gd name="csY21" fmla="*/ 44708 h 84614"/>
                <a:gd name="csX22" fmla="*/ 29362 w 37373"/>
                <a:gd name="csY22" fmla="*/ 45309 h 84614"/>
                <a:gd name="csX23" fmla="*/ 30503 w 37373"/>
                <a:gd name="csY23" fmla="*/ 49068 h 84614"/>
                <a:gd name="csX24" fmla="*/ 31172 w 37373"/>
                <a:gd name="csY24" fmla="*/ 49714 h 84614"/>
                <a:gd name="csX25" fmla="*/ 33934 w 37373"/>
                <a:gd name="csY25" fmla="*/ 49357 h 84614"/>
                <a:gd name="csX26" fmla="*/ 35289 w 37373"/>
                <a:gd name="csY26" fmla="*/ 49775 h 84614"/>
                <a:gd name="csX27" fmla="*/ 35829 w 37373"/>
                <a:gd name="csY27" fmla="*/ 50665 h 84614"/>
                <a:gd name="csX28" fmla="*/ 35950 w 37373"/>
                <a:gd name="csY28" fmla="*/ 51274 h 84614"/>
                <a:gd name="csX29" fmla="*/ 35768 w 37373"/>
                <a:gd name="csY29" fmla="*/ 53374 h 84614"/>
                <a:gd name="csX30" fmla="*/ 36452 w 37373"/>
                <a:gd name="csY30" fmla="*/ 54987 h 84614"/>
                <a:gd name="csX31" fmla="*/ 37373 w 37373"/>
                <a:gd name="csY31" fmla="*/ 56646 h 84614"/>
                <a:gd name="csX32" fmla="*/ 37373 w 37373"/>
                <a:gd name="csY32" fmla="*/ 57658 h 84614"/>
                <a:gd name="csX33" fmla="*/ 36749 w 37373"/>
                <a:gd name="csY33" fmla="*/ 59316 h 84614"/>
                <a:gd name="csX34" fmla="*/ 35646 w 37373"/>
                <a:gd name="csY34" fmla="*/ 61241 h 84614"/>
                <a:gd name="csX35" fmla="*/ 34185 w 37373"/>
                <a:gd name="csY35" fmla="*/ 61987 h 84614"/>
                <a:gd name="csX36" fmla="*/ 32572 w 37373"/>
                <a:gd name="csY36" fmla="*/ 62611 h 84614"/>
                <a:gd name="csX37" fmla="*/ 31796 w 37373"/>
                <a:gd name="csY37" fmla="*/ 64110 h 84614"/>
                <a:gd name="csX38" fmla="*/ 31408 w 37373"/>
                <a:gd name="csY38" fmla="*/ 65700 h 84614"/>
                <a:gd name="csX39" fmla="*/ 30685 w 37373"/>
                <a:gd name="csY39" fmla="*/ 66879 h 84614"/>
                <a:gd name="csX40" fmla="*/ 30244 w 37373"/>
                <a:gd name="csY40" fmla="*/ 68173 h 84614"/>
                <a:gd name="csX41" fmla="*/ 29551 w 37373"/>
                <a:gd name="csY41" fmla="*/ 70805 h 84614"/>
                <a:gd name="csX42" fmla="*/ 29392 w 37373"/>
                <a:gd name="csY42" fmla="*/ 71756 h 84614"/>
                <a:gd name="csX43" fmla="*/ 28304 w 37373"/>
                <a:gd name="csY43" fmla="*/ 72722 h 84614"/>
                <a:gd name="csX44" fmla="*/ 26615 w 37373"/>
                <a:gd name="csY44" fmla="*/ 73118 h 84614"/>
                <a:gd name="csX45" fmla="*/ 25093 w 37373"/>
                <a:gd name="csY45" fmla="*/ 73202 h 84614"/>
                <a:gd name="csX46" fmla="*/ 24074 w 37373"/>
                <a:gd name="csY46" fmla="*/ 73651 h 84614"/>
                <a:gd name="csX47" fmla="*/ 23548 w 37373"/>
                <a:gd name="csY47" fmla="*/ 74549 h 84614"/>
                <a:gd name="csX48" fmla="*/ 22582 w 37373"/>
                <a:gd name="csY48" fmla="*/ 75272 h 84614"/>
                <a:gd name="csX49" fmla="*/ 22004 w 37373"/>
                <a:gd name="csY49" fmla="*/ 75591 h 84614"/>
                <a:gd name="csX50" fmla="*/ 22004 w 37373"/>
                <a:gd name="csY50" fmla="*/ 76390 h 84614"/>
                <a:gd name="csX51" fmla="*/ 22704 w 37373"/>
                <a:gd name="csY51" fmla="*/ 78056 h 84614"/>
                <a:gd name="csX52" fmla="*/ 23503 w 37373"/>
                <a:gd name="csY52" fmla="*/ 79411 h 84614"/>
                <a:gd name="csX53" fmla="*/ 23526 w 37373"/>
                <a:gd name="csY53" fmla="*/ 80491 h 84614"/>
                <a:gd name="csX54" fmla="*/ 23130 w 37373"/>
                <a:gd name="csY54" fmla="*/ 80795 h 84614"/>
                <a:gd name="csX55" fmla="*/ 21889 w 37373"/>
                <a:gd name="csY55" fmla="*/ 80658 h 84614"/>
                <a:gd name="csX56" fmla="*/ 21631 w 37373"/>
                <a:gd name="csY56" fmla="*/ 81054 h 84614"/>
                <a:gd name="csX57" fmla="*/ 21494 w 37373"/>
                <a:gd name="csY57" fmla="*/ 82271 h 84614"/>
                <a:gd name="csX58" fmla="*/ 21167 w 37373"/>
                <a:gd name="csY58" fmla="*/ 83298 h 84614"/>
                <a:gd name="csX59" fmla="*/ 20657 w 37373"/>
                <a:gd name="csY59" fmla="*/ 83930 h 84614"/>
                <a:gd name="csX60" fmla="*/ 19775 w 37373"/>
                <a:gd name="csY60" fmla="*/ 84615 h 84614"/>
                <a:gd name="csX61" fmla="*/ 18154 w 37373"/>
                <a:gd name="csY61" fmla="*/ 84394 h 84614"/>
                <a:gd name="csX62" fmla="*/ 16632 w 37373"/>
                <a:gd name="csY62" fmla="*/ 83359 h 84614"/>
                <a:gd name="csX63" fmla="*/ 15841 w 37373"/>
                <a:gd name="csY63" fmla="*/ 83040 h 84614"/>
                <a:gd name="csX64" fmla="*/ 15384 w 37373"/>
                <a:gd name="csY64" fmla="*/ 83070 h 84614"/>
                <a:gd name="csX65" fmla="*/ 15263 w 37373"/>
                <a:gd name="csY65" fmla="*/ 80537 h 84614"/>
                <a:gd name="csX66" fmla="*/ 14601 w 37373"/>
                <a:gd name="csY66" fmla="*/ 78566 h 84614"/>
                <a:gd name="csX67" fmla="*/ 12196 w 37373"/>
                <a:gd name="csY67" fmla="*/ 73811 h 84614"/>
                <a:gd name="csX68" fmla="*/ 4352 w 37373"/>
                <a:gd name="csY68" fmla="*/ 69185 h 84614"/>
                <a:gd name="csX69" fmla="*/ 2503 w 37373"/>
                <a:gd name="csY69" fmla="*/ 67100 h 84614"/>
                <a:gd name="csX70" fmla="*/ 1696 w 37373"/>
                <a:gd name="csY70" fmla="*/ 65342 h 84614"/>
                <a:gd name="csX71" fmla="*/ 882 w 37373"/>
                <a:gd name="csY71" fmla="*/ 63684 h 84614"/>
                <a:gd name="csX72" fmla="*/ 1658 w 37373"/>
                <a:gd name="csY72" fmla="*/ 63638 h 84614"/>
                <a:gd name="csX73" fmla="*/ 2427 w 37373"/>
                <a:gd name="csY73" fmla="*/ 64057 h 84614"/>
                <a:gd name="csX74" fmla="*/ 3409 w 37373"/>
                <a:gd name="csY74" fmla="*/ 64566 h 84614"/>
                <a:gd name="csX75" fmla="*/ 3812 w 37373"/>
                <a:gd name="csY75" fmla="*/ 63737 h 84614"/>
                <a:gd name="csX76" fmla="*/ 3386 w 37373"/>
                <a:gd name="csY76" fmla="*/ 61918 h 84614"/>
                <a:gd name="csX77" fmla="*/ 1362 w 37373"/>
                <a:gd name="csY77" fmla="*/ 57673 h 84614"/>
                <a:gd name="csX78" fmla="*/ 1210 w 37373"/>
                <a:gd name="csY78" fmla="*/ 56501 h 84614"/>
                <a:gd name="csX79" fmla="*/ 2199 w 37373"/>
                <a:gd name="csY79" fmla="*/ 52940 h 84614"/>
                <a:gd name="csX80" fmla="*/ 3850 w 37373"/>
                <a:gd name="csY80" fmla="*/ 48931 h 84614"/>
                <a:gd name="csX81" fmla="*/ 3743 w 37373"/>
                <a:gd name="csY81" fmla="*/ 44061 h 84614"/>
                <a:gd name="csX82" fmla="*/ 4253 w 37373"/>
                <a:gd name="csY82" fmla="*/ 40371 h 84614"/>
                <a:gd name="csX83" fmla="*/ 3683 w 37373"/>
                <a:gd name="csY83" fmla="*/ 37974 h 84614"/>
                <a:gd name="csX84" fmla="*/ 3409 w 37373"/>
                <a:gd name="csY84" fmla="*/ 35037 h 84614"/>
                <a:gd name="csX85" fmla="*/ 4618 w 37373"/>
                <a:gd name="csY85" fmla="*/ 31119 h 84614"/>
                <a:gd name="csX86" fmla="*/ 5660 w 37373"/>
                <a:gd name="csY86" fmla="*/ 30153 h 84614"/>
                <a:gd name="csX87" fmla="*/ 6300 w 37373"/>
                <a:gd name="csY87" fmla="*/ 28905 h 84614"/>
                <a:gd name="csX88" fmla="*/ 6338 w 37373"/>
                <a:gd name="csY88" fmla="*/ 24720 h 84614"/>
                <a:gd name="csX89" fmla="*/ 4002 w 37373"/>
                <a:gd name="csY89" fmla="*/ 22757 h 84614"/>
                <a:gd name="csX90" fmla="*/ 1316 w 37373"/>
                <a:gd name="csY90" fmla="*/ 22392 h 84614"/>
                <a:gd name="csX91" fmla="*/ 1377 w 37373"/>
                <a:gd name="csY91" fmla="*/ 20969 h 84614"/>
                <a:gd name="csX92" fmla="*/ 1712 w 37373"/>
                <a:gd name="csY92" fmla="*/ 18709 h 84614"/>
                <a:gd name="csX93" fmla="*/ 1521 w 37373"/>
                <a:gd name="csY93" fmla="*/ 17956 h 84614"/>
                <a:gd name="csX94" fmla="*/ 1719 w 37373"/>
                <a:gd name="csY94" fmla="*/ 16663 h 84614"/>
                <a:gd name="csX95" fmla="*/ 1065 w 37373"/>
                <a:gd name="csY95" fmla="*/ 14943 h 84614"/>
                <a:gd name="csX96" fmla="*/ 0 w 37373"/>
                <a:gd name="csY96" fmla="*/ 13695 h 84614"/>
                <a:gd name="csX97" fmla="*/ 1027 w 37373"/>
                <a:gd name="csY97" fmla="*/ 11496 h 84614"/>
                <a:gd name="csX98" fmla="*/ 2534 w 37373"/>
                <a:gd name="csY98" fmla="*/ 8826 h 84614"/>
                <a:gd name="csX99" fmla="*/ 3933 w 37373"/>
                <a:gd name="csY99" fmla="*/ 6711 h 84614"/>
                <a:gd name="csX100" fmla="*/ 5630 w 37373"/>
                <a:gd name="csY100" fmla="*/ 4504 h 84614"/>
                <a:gd name="csX101" fmla="*/ 6764 w 37373"/>
                <a:gd name="csY101" fmla="*/ 2389 h 84614"/>
                <a:gd name="csX102" fmla="*/ 7974 w 37373"/>
                <a:gd name="csY102" fmla="*/ 555 h 84614"/>
                <a:gd name="csX103" fmla="*/ 9024 w 37373"/>
                <a:gd name="csY103" fmla="*/ 0 h 84614"/>
                <a:gd name="csX104" fmla="*/ 9541 w 37373"/>
                <a:gd name="csY104" fmla="*/ 388 h 84614"/>
                <a:gd name="csX105" fmla="*/ 9822 w 37373"/>
                <a:gd name="csY105" fmla="*/ 1187 h 84614"/>
                <a:gd name="csX106" fmla="*/ 9754 w 37373"/>
                <a:gd name="csY106" fmla="*/ 3546 h 84614"/>
                <a:gd name="csX107" fmla="*/ 10112 w 37373"/>
                <a:gd name="csY107" fmla="*/ 4360 h 84614"/>
                <a:gd name="csX108" fmla="*/ 10835 w 37373"/>
                <a:gd name="csY108" fmla="*/ 4961 h 84614"/>
                <a:gd name="csX109" fmla="*/ 12364 w 37373"/>
                <a:gd name="csY109" fmla="*/ 4664 h 84614"/>
                <a:gd name="csX110" fmla="*/ 14053 w 37373"/>
                <a:gd name="csY110" fmla="*/ 4078 h 84614"/>
                <a:gd name="csX111" fmla="*/ 16335 w 37373"/>
                <a:gd name="csY111" fmla="*/ 2830 h 84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Lst>
              <a:rect l="l" t="t" r="r" b="b"/>
              <a:pathLst>
                <a:path w="37373" h="84614">
                  <a:moveTo>
                    <a:pt x="16724" y="2906"/>
                  </a:moveTo>
                  <a:lnTo>
                    <a:pt x="17568" y="3561"/>
                  </a:lnTo>
                  <a:lnTo>
                    <a:pt x="19326" y="6406"/>
                  </a:lnTo>
                  <a:lnTo>
                    <a:pt x="20490" y="8917"/>
                  </a:lnTo>
                  <a:lnTo>
                    <a:pt x="22795" y="9785"/>
                  </a:lnTo>
                  <a:lnTo>
                    <a:pt x="24074" y="10759"/>
                  </a:lnTo>
                  <a:lnTo>
                    <a:pt x="25724" y="12242"/>
                  </a:lnTo>
                  <a:lnTo>
                    <a:pt x="26516" y="13726"/>
                  </a:lnTo>
                  <a:lnTo>
                    <a:pt x="27642" y="18268"/>
                  </a:lnTo>
                  <a:lnTo>
                    <a:pt x="27771" y="21007"/>
                  </a:lnTo>
                  <a:lnTo>
                    <a:pt x="27444" y="22255"/>
                  </a:lnTo>
                  <a:lnTo>
                    <a:pt x="27170" y="22582"/>
                  </a:lnTo>
                  <a:lnTo>
                    <a:pt x="26143" y="27026"/>
                  </a:lnTo>
                  <a:lnTo>
                    <a:pt x="26386" y="29285"/>
                  </a:lnTo>
                  <a:lnTo>
                    <a:pt x="26379" y="30776"/>
                  </a:lnTo>
                  <a:lnTo>
                    <a:pt x="25511" y="31363"/>
                  </a:lnTo>
                  <a:lnTo>
                    <a:pt x="24933" y="32298"/>
                  </a:lnTo>
                  <a:lnTo>
                    <a:pt x="25869" y="35981"/>
                  </a:lnTo>
                  <a:lnTo>
                    <a:pt x="25755" y="37556"/>
                  </a:lnTo>
                  <a:lnTo>
                    <a:pt x="25801" y="39351"/>
                  </a:lnTo>
                  <a:lnTo>
                    <a:pt x="27482" y="43445"/>
                  </a:lnTo>
                  <a:lnTo>
                    <a:pt x="28479" y="44708"/>
                  </a:lnTo>
                  <a:lnTo>
                    <a:pt x="29362" y="45309"/>
                  </a:lnTo>
                  <a:lnTo>
                    <a:pt x="30503" y="49068"/>
                  </a:lnTo>
                  <a:lnTo>
                    <a:pt x="31172" y="49714"/>
                  </a:lnTo>
                  <a:lnTo>
                    <a:pt x="33934" y="49357"/>
                  </a:lnTo>
                  <a:lnTo>
                    <a:pt x="35289" y="49775"/>
                  </a:lnTo>
                  <a:lnTo>
                    <a:pt x="35829" y="50665"/>
                  </a:lnTo>
                  <a:lnTo>
                    <a:pt x="35950" y="51274"/>
                  </a:lnTo>
                  <a:lnTo>
                    <a:pt x="35768" y="53374"/>
                  </a:lnTo>
                  <a:lnTo>
                    <a:pt x="36452" y="54987"/>
                  </a:lnTo>
                  <a:lnTo>
                    <a:pt x="37373" y="56646"/>
                  </a:lnTo>
                  <a:lnTo>
                    <a:pt x="37373" y="57658"/>
                  </a:lnTo>
                  <a:lnTo>
                    <a:pt x="36749" y="59316"/>
                  </a:lnTo>
                  <a:lnTo>
                    <a:pt x="35646" y="61241"/>
                  </a:lnTo>
                  <a:lnTo>
                    <a:pt x="34185" y="61987"/>
                  </a:lnTo>
                  <a:lnTo>
                    <a:pt x="32572" y="62611"/>
                  </a:lnTo>
                  <a:lnTo>
                    <a:pt x="31796" y="64110"/>
                  </a:lnTo>
                  <a:lnTo>
                    <a:pt x="31408" y="65700"/>
                  </a:lnTo>
                  <a:lnTo>
                    <a:pt x="30685" y="66879"/>
                  </a:lnTo>
                  <a:lnTo>
                    <a:pt x="30244" y="68173"/>
                  </a:lnTo>
                  <a:lnTo>
                    <a:pt x="29551" y="70805"/>
                  </a:lnTo>
                  <a:lnTo>
                    <a:pt x="29392" y="71756"/>
                  </a:lnTo>
                  <a:lnTo>
                    <a:pt x="28304" y="72722"/>
                  </a:lnTo>
                  <a:lnTo>
                    <a:pt x="26615" y="73118"/>
                  </a:lnTo>
                  <a:lnTo>
                    <a:pt x="25093" y="73202"/>
                  </a:lnTo>
                  <a:lnTo>
                    <a:pt x="24074" y="73651"/>
                  </a:lnTo>
                  <a:lnTo>
                    <a:pt x="23548" y="74549"/>
                  </a:lnTo>
                  <a:lnTo>
                    <a:pt x="22582" y="75272"/>
                  </a:lnTo>
                  <a:lnTo>
                    <a:pt x="22004" y="75591"/>
                  </a:lnTo>
                  <a:lnTo>
                    <a:pt x="22004" y="76390"/>
                  </a:lnTo>
                  <a:lnTo>
                    <a:pt x="22704" y="78056"/>
                  </a:lnTo>
                  <a:lnTo>
                    <a:pt x="23503" y="79411"/>
                  </a:lnTo>
                  <a:lnTo>
                    <a:pt x="23526" y="80491"/>
                  </a:lnTo>
                  <a:lnTo>
                    <a:pt x="23130" y="80795"/>
                  </a:lnTo>
                  <a:lnTo>
                    <a:pt x="21889" y="80658"/>
                  </a:lnTo>
                  <a:lnTo>
                    <a:pt x="21631" y="81054"/>
                  </a:lnTo>
                  <a:lnTo>
                    <a:pt x="21494" y="82271"/>
                  </a:lnTo>
                  <a:lnTo>
                    <a:pt x="21167" y="83298"/>
                  </a:lnTo>
                  <a:lnTo>
                    <a:pt x="20657" y="83930"/>
                  </a:lnTo>
                  <a:lnTo>
                    <a:pt x="19775" y="84615"/>
                  </a:lnTo>
                  <a:lnTo>
                    <a:pt x="18154" y="84394"/>
                  </a:lnTo>
                  <a:lnTo>
                    <a:pt x="16632" y="83359"/>
                  </a:lnTo>
                  <a:lnTo>
                    <a:pt x="15841" y="83040"/>
                  </a:lnTo>
                  <a:lnTo>
                    <a:pt x="15384" y="83070"/>
                  </a:lnTo>
                  <a:lnTo>
                    <a:pt x="15263" y="80537"/>
                  </a:lnTo>
                  <a:lnTo>
                    <a:pt x="14601" y="78566"/>
                  </a:lnTo>
                  <a:lnTo>
                    <a:pt x="12196" y="73811"/>
                  </a:lnTo>
                  <a:lnTo>
                    <a:pt x="4352" y="69185"/>
                  </a:lnTo>
                  <a:lnTo>
                    <a:pt x="2503" y="67100"/>
                  </a:lnTo>
                  <a:lnTo>
                    <a:pt x="1696" y="65342"/>
                  </a:lnTo>
                  <a:lnTo>
                    <a:pt x="882" y="63684"/>
                  </a:lnTo>
                  <a:lnTo>
                    <a:pt x="1658" y="63638"/>
                  </a:lnTo>
                  <a:lnTo>
                    <a:pt x="2427" y="64057"/>
                  </a:lnTo>
                  <a:lnTo>
                    <a:pt x="3409" y="64566"/>
                  </a:lnTo>
                  <a:lnTo>
                    <a:pt x="3812" y="63737"/>
                  </a:lnTo>
                  <a:lnTo>
                    <a:pt x="3386" y="61918"/>
                  </a:lnTo>
                  <a:lnTo>
                    <a:pt x="1362" y="57673"/>
                  </a:lnTo>
                  <a:lnTo>
                    <a:pt x="1210" y="56501"/>
                  </a:lnTo>
                  <a:lnTo>
                    <a:pt x="2199" y="52940"/>
                  </a:lnTo>
                  <a:lnTo>
                    <a:pt x="3850" y="48931"/>
                  </a:lnTo>
                  <a:lnTo>
                    <a:pt x="3743" y="44061"/>
                  </a:lnTo>
                  <a:lnTo>
                    <a:pt x="4253" y="40371"/>
                  </a:lnTo>
                  <a:lnTo>
                    <a:pt x="3683" y="37974"/>
                  </a:lnTo>
                  <a:lnTo>
                    <a:pt x="3409" y="35037"/>
                  </a:lnTo>
                  <a:lnTo>
                    <a:pt x="4618" y="31119"/>
                  </a:lnTo>
                  <a:lnTo>
                    <a:pt x="5660" y="30153"/>
                  </a:lnTo>
                  <a:lnTo>
                    <a:pt x="6300" y="28905"/>
                  </a:lnTo>
                  <a:lnTo>
                    <a:pt x="6338" y="24720"/>
                  </a:lnTo>
                  <a:lnTo>
                    <a:pt x="4002" y="22757"/>
                  </a:lnTo>
                  <a:lnTo>
                    <a:pt x="1316" y="22392"/>
                  </a:lnTo>
                  <a:lnTo>
                    <a:pt x="1377" y="20969"/>
                  </a:lnTo>
                  <a:lnTo>
                    <a:pt x="1712" y="18709"/>
                  </a:lnTo>
                  <a:lnTo>
                    <a:pt x="1521" y="17956"/>
                  </a:lnTo>
                  <a:lnTo>
                    <a:pt x="1719" y="16663"/>
                  </a:lnTo>
                  <a:lnTo>
                    <a:pt x="1065" y="14943"/>
                  </a:lnTo>
                  <a:lnTo>
                    <a:pt x="0" y="13695"/>
                  </a:lnTo>
                  <a:lnTo>
                    <a:pt x="1027" y="11496"/>
                  </a:lnTo>
                  <a:lnTo>
                    <a:pt x="2534" y="8826"/>
                  </a:lnTo>
                  <a:lnTo>
                    <a:pt x="3933" y="6711"/>
                  </a:lnTo>
                  <a:lnTo>
                    <a:pt x="5630" y="4504"/>
                  </a:lnTo>
                  <a:lnTo>
                    <a:pt x="6764" y="2389"/>
                  </a:lnTo>
                  <a:lnTo>
                    <a:pt x="7974" y="555"/>
                  </a:lnTo>
                  <a:lnTo>
                    <a:pt x="9024" y="0"/>
                  </a:lnTo>
                  <a:lnTo>
                    <a:pt x="9541" y="388"/>
                  </a:lnTo>
                  <a:lnTo>
                    <a:pt x="9822" y="1187"/>
                  </a:lnTo>
                  <a:lnTo>
                    <a:pt x="9754" y="3546"/>
                  </a:lnTo>
                  <a:lnTo>
                    <a:pt x="10112" y="4360"/>
                  </a:lnTo>
                  <a:lnTo>
                    <a:pt x="10835" y="4961"/>
                  </a:lnTo>
                  <a:lnTo>
                    <a:pt x="12364" y="4664"/>
                  </a:lnTo>
                  <a:lnTo>
                    <a:pt x="14053" y="4078"/>
                  </a:lnTo>
                  <a:lnTo>
                    <a:pt x="16335" y="2830"/>
                  </a:lnTo>
                  <a:close/>
                </a:path>
              </a:pathLst>
            </a:custGeom>
            <a:solidFill>
              <a:srgbClr val="2562E8"/>
            </a:solidFill>
            <a:ln w="6168" cap="flat">
              <a:solidFill>
                <a:srgbClr val="2562E8"/>
              </a:solidFill>
              <a:prstDash val="solid"/>
              <a:miter/>
            </a:ln>
          </p:spPr>
          <p:txBody>
            <a:bodyPr/>
            <a:lstStyle/>
            <a:p>
              <a:endParaRPr lang="en-US"/>
            </a:p>
          </p:txBody>
        </p:sp>
        <p:sp>
          <p:nvSpPr>
            <p:cNvPr id="36" name="Freeform: Shape 35">
              <a:extLst>
                <a:ext uri="{FF2B5EF4-FFF2-40B4-BE49-F238E27FC236}">
                  <a16:creationId xmlns:a16="http://schemas.microsoft.com/office/drawing/2014/main" id="{BA968800-6724-93DF-83F3-A2F9435F5760}"/>
                </a:ext>
              </a:extLst>
            </p:cNvPr>
            <p:cNvSpPr/>
            <p:nvPr/>
          </p:nvSpPr>
          <p:spPr>
            <a:xfrm>
              <a:off x="10501430" y="4039936"/>
              <a:ext cx="67153" cy="67343"/>
            </a:xfrm>
            <a:custGeom>
              <a:avLst/>
              <a:gdLst>
                <a:gd name="csX0" fmla="*/ 65167 w 67153"/>
                <a:gd name="csY0" fmla="*/ 66316 h 67343"/>
                <a:gd name="csX1" fmla="*/ 61477 w 67153"/>
                <a:gd name="csY1" fmla="*/ 66156 h 67343"/>
                <a:gd name="csX2" fmla="*/ 58327 w 67153"/>
                <a:gd name="csY2" fmla="*/ 67343 h 67343"/>
                <a:gd name="csX3" fmla="*/ 57140 w 67153"/>
                <a:gd name="csY3" fmla="*/ 67108 h 67343"/>
                <a:gd name="csX4" fmla="*/ 56349 w 67153"/>
                <a:gd name="csY4" fmla="*/ 65000 h 67343"/>
                <a:gd name="csX5" fmla="*/ 55672 w 67153"/>
                <a:gd name="csY5" fmla="*/ 63288 h 67343"/>
                <a:gd name="csX6" fmla="*/ 53663 w 67153"/>
                <a:gd name="csY6" fmla="*/ 58883 h 67343"/>
                <a:gd name="csX7" fmla="*/ 54203 w 67153"/>
                <a:gd name="csY7" fmla="*/ 57080 h 67343"/>
                <a:gd name="csX8" fmla="*/ 53085 w 67153"/>
                <a:gd name="csY8" fmla="*/ 56037 h 67343"/>
                <a:gd name="csX9" fmla="*/ 50391 w 67153"/>
                <a:gd name="csY9" fmla="*/ 54158 h 67343"/>
                <a:gd name="csX10" fmla="*/ 49699 w 67153"/>
                <a:gd name="csY10" fmla="*/ 53382 h 67343"/>
                <a:gd name="csX11" fmla="*/ 50079 w 67153"/>
                <a:gd name="csY11" fmla="*/ 52309 h 67343"/>
                <a:gd name="csX12" fmla="*/ 50345 w 67153"/>
                <a:gd name="csY12" fmla="*/ 50354 h 67343"/>
                <a:gd name="csX13" fmla="*/ 50087 w 67153"/>
                <a:gd name="csY13" fmla="*/ 48771 h 67343"/>
                <a:gd name="csX14" fmla="*/ 49357 w 67153"/>
                <a:gd name="csY14" fmla="*/ 48292 h 67343"/>
                <a:gd name="csX15" fmla="*/ 48010 w 67153"/>
                <a:gd name="csY15" fmla="*/ 48261 h 67343"/>
                <a:gd name="csX16" fmla="*/ 46374 w 67153"/>
                <a:gd name="csY16" fmla="*/ 48657 h 67343"/>
                <a:gd name="csX17" fmla="*/ 43087 w 67153"/>
                <a:gd name="csY17" fmla="*/ 50186 h 67343"/>
                <a:gd name="csX18" fmla="*/ 40805 w 67153"/>
                <a:gd name="csY18" fmla="*/ 49212 h 67343"/>
                <a:gd name="csX19" fmla="*/ 39488 w 67153"/>
                <a:gd name="csY19" fmla="*/ 48231 h 67343"/>
                <a:gd name="csX20" fmla="*/ 38720 w 67153"/>
                <a:gd name="csY20" fmla="*/ 47409 h 67343"/>
                <a:gd name="csX21" fmla="*/ 37008 w 67153"/>
                <a:gd name="csY21" fmla="*/ 48094 h 67343"/>
                <a:gd name="csX22" fmla="*/ 36589 w 67153"/>
                <a:gd name="csY22" fmla="*/ 47767 h 67343"/>
                <a:gd name="csX23" fmla="*/ 36498 w 67153"/>
                <a:gd name="csY23" fmla="*/ 45728 h 67343"/>
                <a:gd name="csX24" fmla="*/ 35980 w 67153"/>
                <a:gd name="csY24" fmla="*/ 44624 h 67343"/>
                <a:gd name="csX25" fmla="*/ 34954 w 67153"/>
                <a:gd name="csY25" fmla="*/ 43338 h 67343"/>
                <a:gd name="csX26" fmla="*/ 33995 w 67153"/>
                <a:gd name="csY26" fmla="*/ 42722 h 67343"/>
                <a:gd name="csX27" fmla="*/ 30487 w 67153"/>
                <a:gd name="csY27" fmla="*/ 43993 h 67343"/>
                <a:gd name="csX28" fmla="*/ 28380 w 67153"/>
                <a:gd name="csY28" fmla="*/ 44426 h 67343"/>
                <a:gd name="csX29" fmla="*/ 27642 w 67153"/>
                <a:gd name="csY29" fmla="*/ 43240 h 67343"/>
                <a:gd name="csX30" fmla="*/ 23937 w 67153"/>
                <a:gd name="csY30" fmla="*/ 39329 h 67343"/>
                <a:gd name="csX31" fmla="*/ 20505 w 67153"/>
                <a:gd name="csY31" fmla="*/ 36323 h 67343"/>
                <a:gd name="csX32" fmla="*/ 18146 w 67153"/>
                <a:gd name="csY32" fmla="*/ 35083 h 67343"/>
                <a:gd name="csX33" fmla="*/ 15773 w 67153"/>
                <a:gd name="csY33" fmla="*/ 35212 h 67343"/>
                <a:gd name="csX34" fmla="*/ 12090 w 67153"/>
                <a:gd name="csY34" fmla="*/ 35813 h 67343"/>
                <a:gd name="csX35" fmla="*/ 10735 w 67153"/>
                <a:gd name="csY35" fmla="*/ 35562 h 67343"/>
                <a:gd name="csX36" fmla="*/ 7525 w 67153"/>
                <a:gd name="csY36" fmla="*/ 34254 h 67343"/>
                <a:gd name="csX37" fmla="*/ 4846 w 67153"/>
                <a:gd name="csY37" fmla="*/ 32694 h 67343"/>
                <a:gd name="csX38" fmla="*/ 5212 w 67153"/>
                <a:gd name="csY38" fmla="*/ 32047 h 67343"/>
                <a:gd name="csX39" fmla="*/ 5775 w 67153"/>
                <a:gd name="csY39" fmla="*/ 31575 h 67343"/>
                <a:gd name="csX40" fmla="*/ 5098 w 67153"/>
                <a:gd name="csY40" fmla="*/ 29544 h 67343"/>
                <a:gd name="csX41" fmla="*/ 3606 w 67153"/>
                <a:gd name="csY41" fmla="*/ 26272 h 67343"/>
                <a:gd name="csX42" fmla="*/ 3766 w 67153"/>
                <a:gd name="csY42" fmla="*/ 25245 h 67343"/>
                <a:gd name="csX43" fmla="*/ 3294 w 67153"/>
                <a:gd name="csY43" fmla="*/ 23830 h 67343"/>
                <a:gd name="csX44" fmla="*/ 2777 w 67153"/>
                <a:gd name="csY44" fmla="*/ 22757 h 67343"/>
                <a:gd name="csX45" fmla="*/ 4877 w 67153"/>
                <a:gd name="csY45" fmla="*/ 20193 h 67343"/>
                <a:gd name="csX46" fmla="*/ 5836 w 67153"/>
                <a:gd name="csY46" fmla="*/ 18131 h 67343"/>
                <a:gd name="csX47" fmla="*/ 6049 w 67153"/>
                <a:gd name="csY47" fmla="*/ 16115 h 67343"/>
                <a:gd name="csX48" fmla="*/ 5485 w 67153"/>
                <a:gd name="csY48" fmla="*/ 14022 h 67343"/>
                <a:gd name="csX49" fmla="*/ 4101 w 67153"/>
                <a:gd name="csY49" fmla="*/ 10226 h 67343"/>
                <a:gd name="csX50" fmla="*/ 3248 w 67153"/>
                <a:gd name="csY50" fmla="*/ 9123 h 67343"/>
                <a:gd name="csX51" fmla="*/ 1666 w 67153"/>
                <a:gd name="csY51" fmla="*/ 8088 h 67343"/>
                <a:gd name="csX52" fmla="*/ 334 w 67153"/>
                <a:gd name="csY52" fmla="*/ 6399 h 67343"/>
                <a:gd name="csX53" fmla="*/ 0 w 67153"/>
                <a:gd name="csY53" fmla="*/ 5204 h 67343"/>
                <a:gd name="csX54" fmla="*/ 1118 w 67153"/>
                <a:gd name="csY54" fmla="*/ 4969 h 67343"/>
                <a:gd name="csX55" fmla="*/ 4382 w 67153"/>
                <a:gd name="csY55" fmla="*/ 4938 h 67343"/>
                <a:gd name="csX56" fmla="*/ 7547 w 67153"/>
                <a:gd name="csY56" fmla="*/ 4527 h 67343"/>
                <a:gd name="csX57" fmla="*/ 10028 w 67153"/>
                <a:gd name="csY57" fmla="*/ 3736 h 67343"/>
                <a:gd name="csX58" fmla="*/ 13619 w 67153"/>
                <a:gd name="csY58" fmla="*/ 3074 h 67343"/>
                <a:gd name="csX59" fmla="*/ 15095 w 67153"/>
                <a:gd name="csY59" fmla="*/ 2480 h 67343"/>
                <a:gd name="csX60" fmla="*/ 16823 w 67153"/>
                <a:gd name="csY60" fmla="*/ 2199 h 67343"/>
                <a:gd name="csX61" fmla="*/ 22065 w 67153"/>
                <a:gd name="csY61" fmla="*/ 2830 h 67343"/>
                <a:gd name="csX62" fmla="*/ 24028 w 67153"/>
                <a:gd name="csY62" fmla="*/ 2344 h 67343"/>
                <a:gd name="csX63" fmla="*/ 29932 w 67153"/>
                <a:gd name="csY63" fmla="*/ 2252 h 67343"/>
                <a:gd name="csX64" fmla="*/ 30084 w 67153"/>
                <a:gd name="csY64" fmla="*/ 2001 h 67343"/>
                <a:gd name="csX65" fmla="*/ 29285 w 67153"/>
                <a:gd name="csY65" fmla="*/ 1195 h 67343"/>
                <a:gd name="csX66" fmla="*/ 29293 w 67153"/>
                <a:gd name="csY66" fmla="*/ 890 h 67343"/>
                <a:gd name="csX67" fmla="*/ 32808 w 67153"/>
                <a:gd name="csY67" fmla="*/ 380 h 67343"/>
                <a:gd name="csX68" fmla="*/ 33356 w 67153"/>
                <a:gd name="csY68" fmla="*/ 0 h 67343"/>
                <a:gd name="csX69" fmla="*/ 33812 w 67153"/>
                <a:gd name="csY69" fmla="*/ 1278 h 67343"/>
                <a:gd name="csX70" fmla="*/ 35136 w 67153"/>
                <a:gd name="csY70" fmla="*/ 2701 h 67343"/>
                <a:gd name="csX71" fmla="*/ 36574 w 67153"/>
                <a:gd name="csY71" fmla="*/ 3272 h 67343"/>
                <a:gd name="csX72" fmla="*/ 37350 w 67153"/>
                <a:gd name="csY72" fmla="*/ 4055 h 67343"/>
                <a:gd name="csX73" fmla="*/ 37388 w 67153"/>
                <a:gd name="csY73" fmla="*/ 4649 h 67343"/>
                <a:gd name="csX74" fmla="*/ 34839 w 67153"/>
                <a:gd name="csY74" fmla="*/ 5372 h 67343"/>
                <a:gd name="csX75" fmla="*/ 34664 w 67153"/>
                <a:gd name="csY75" fmla="*/ 5729 h 67343"/>
                <a:gd name="csX76" fmla="*/ 34832 w 67153"/>
                <a:gd name="csY76" fmla="*/ 6079 h 67343"/>
                <a:gd name="csX77" fmla="*/ 35593 w 67153"/>
                <a:gd name="csY77" fmla="*/ 6254 h 67343"/>
                <a:gd name="csX78" fmla="*/ 39169 w 67153"/>
                <a:gd name="csY78" fmla="*/ 8035 h 67343"/>
                <a:gd name="csX79" fmla="*/ 41208 w 67153"/>
                <a:gd name="csY79" fmla="*/ 8073 h 67343"/>
                <a:gd name="csX80" fmla="*/ 42280 w 67153"/>
                <a:gd name="csY80" fmla="*/ 8613 h 67343"/>
                <a:gd name="csX81" fmla="*/ 42813 w 67153"/>
                <a:gd name="csY81" fmla="*/ 9678 h 67343"/>
                <a:gd name="csX82" fmla="*/ 44517 w 67153"/>
                <a:gd name="csY82" fmla="*/ 11124 h 67343"/>
                <a:gd name="csX83" fmla="*/ 45879 w 67153"/>
                <a:gd name="csY83" fmla="*/ 12524 h 67343"/>
                <a:gd name="csX84" fmla="*/ 45963 w 67153"/>
                <a:gd name="csY84" fmla="*/ 13003 h 67343"/>
                <a:gd name="csX85" fmla="*/ 45704 w 67153"/>
                <a:gd name="csY85" fmla="*/ 13711 h 67343"/>
                <a:gd name="csX86" fmla="*/ 41900 w 67153"/>
                <a:gd name="csY86" fmla="*/ 16442 h 67343"/>
                <a:gd name="csX87" fmla="*/ 41421 w 67153"/>
                <a:gd name="csY87" fmla="*/ 17386 h 67343"/>
                <a:gd name="csX88" fmla="*/ 41360 w 67153"/>
                <a:gd name="csY88" fmla="*/ 18382 h 67343"/>
                <a:gd name="csX89" fmla="*/ 43026 w 67153"/>
                <a:gd name="csY89" fmla="*/ 21342 h 67343"/>
                <a:gd name="csX90" fmla="*/ 45484 w 67153"/>
                <a:gd name="csY90" fmla="*/ 24568 h 67343"/>
                <a:gd name="csX91" fmla="*/ 49029 w 67153"/>
                <a:gd name="csY91" fmla="*/ 27018 h 67343"/>
                <a:gd name="csX92" fmla="*/ 53922 w 67153"/>
                <a:gd name="csY92" fmla="*/ 29673 h 67343"/>
                <a:gd name="csX93" fmla="*/ 53983 w 67153"/>
                <a:gd name="csY93" fmla="*/ 31317 h 67343"/>
                <a:gd name="csX94" fmla="*/ 53207 w 67153"/>
                <a:gd name="csY94" fmla="*/ 33265 h 67343"/>
                <a:gd name="csX95" fmla="*/ 52544 w 67153"/>
                <a:gd name="csY95" fmla="*/ 34588 h 67343"/>
                <a:gd name="csX96" fmla="*/ 52240 w 67153"/>
                <a:gd name="csY96" fmla="*/ 35486 h 67343"/>
                <a:gd name="csX97" fmla="*/ 51647 w 67153"/>
                <a:gd name="csY97" fmla="*/ 35859 h 67343"/>
                <a:gd name="csX98" fmla="*/ 46777 w 67153"/>
                <a:gd name="csY98" fmla="*/ 35775 h 67343"/>
                <a:gd name="csX99" fmla="*/ 46047 w 67153"/>
                <a:gd name="csY99" fmla="*/ 36095 h 67343"/>
                <a:gd name="csX100" fmla="*/ 45727 w 67153"/>
                <a:gd name="csY100" fmla="*/ 36475 h 67343"/>
                <a:gd name="csX101" fmla="*/ 45704 w 67153"/>
                <a:gd name="csY101" fmla="*/ 36795 h 67343"/>
                <a:gd name="csX102" fmla="*/ 47455 w 67153"/>
                <a:gd name="csY102" fmla="*/ 37388 h 67343"/>
                <a:gd name="csX103" fmla="*/ 50186 w 67153"/>
                <a:gd name="csY103" fmla="*/ 39466 h 67343"/>
                <a:gd name="csX104" fmla="*/ 51761 w 67153"/>
                <a:gd name="csY104" fmla="*/ 41482 h 67343"/>
                <a:gd name="csX105" fmla="*/ 53397 w 67153"/>
                <a:gd name="csY105" fmla="*/ 42364 h 67343"/>
                <a:gd name="csX106" fmla="*/ 55230 w 67153"/>
                <a:gd name="csY106" fmla="*/ 43970 h 67343"/>
                <a:gd name="csX107" fmla="*/ 56699 w 67153"/>
                <a:gd name="csY107" fmla="*/ 45461 h 67343"/>
                <a:gd name="csX108" fmla="*/ 58989 w 67153"/>
                <a:gd name="csY108" fmla="*/ 47394 h 67343"/>
                <a:gd name="csX109" fmla="*/ 61538 w 67153"/>
                <a:gd name="csY109" fmla="*/ 46762 h 67343"/>
                <a:gd name="csX110" fmla="*/ 64946 w 67153"/>
                <a:gd name="csY110" fmla="*/ 48482 h 67343"/>
                <a:gd name="csX111" fmla="*/ 65091 w 67153"/>
                <a:gd name="csY111" fmla="*/ 49646 h 67343"/>
                <a:gd name="csX112" fmla="*/ 64878 w 67153"/>
                <a:gd name="csY112" fmla="*/ 50688 h 67343"/>
                <a:gd name="csX113" fmla="*/ 62733 w 67153"/>
                <a:gd name="csY113" fmla="*/ 51822 h 67343"/>
                <a:gd name="csX114" fmla="*/ 62466 w 67153"/>
                <a:gd name="csY114" fmla="*/ 52294 h 67343"/>
                <a:gd name="csX115" fmla="*/ 62466 w 67153"/>
                <a:gd name="csY115" fmla="*/ 52689 h 67343"/>
                <a:gd name="csX116" fmla="*/ 62747 w 67153"/>
                <a:gd name="csY116" fmla="*/ 53245 h 67343"/>
                <a:gd name="csX117" fmla="*/ 64003 w 67153"/>
                <a:gd name="csY117" fmla="*/ 54173 h 67343"/>
                <a:gd name="csX118" fmla="*/ 65487 w 67153"/>
                <a:gd name="csY118" fmla="*/ 55550 h 67343"/>
                <a:gd name="csX119" fmla="*/ 67153 w 67153"/>
                <a:gd name="csY119" fmla="*/ 57605 h 67343"/>
                <a:gd name="csX120" fmla="*/ 66407 w 67153"/>
                <a:gd name="csY120" fmla="*/ 58221 h 67343"/>
                <a:gd name="csX121" fmla="*/ 64847 w 67153"/>
                <a:gd name="csY121" fmla="*/ 58312 h 67343"/>
                <a:gd name="csX122" fmla="*/ 63638 w 67153"/>
                <a:gd name="csY122" fmla="*/ 58061 h 67343"/>
                <a:gd name="csX123" fmla="*/ 63212 w 67153"/>
                <a:gd name="csY123" fmla="*/ 58479 h 67343"/>
                <a:gd name="csX124" fmla="*/ 63235 w 67153"/>
                <a:gd name="csY124" fmla="*/ 59149 h 67343"/>
                <a:gd name="csX125" fmla="*/ 64817 w 67153"/>
                <a:gd name="csY125" fmla="*/ 60709 h 67343"/>
                <a:gd name="csX126" fmla="*/ 65129 w 67153"/>
                <a:gd name="csY126" fmla="*/ 61842 h 67343"/>
                <a:gd name="csX127" fmla="*/ 65061 w 67153"/>
                <a:gd name="csY127" fmla="*/ 63813 h 67343"/>
                <a:gd name="csX128" fmla="*/ 65167 w 67153"/>
                <a:gd name="csY128" fmla="*/ 66316 h 67343"/>
                <a:gd name="csX129" fmla="*/ 33843 w 67153"/>
                <a:gd name="csY129" fmla="*/ 7456 h 67343"/>
                <a:gd name="csX130" fmla="*/ 33949 w 67153"/>
                <a:gd name="csY130" fmla="*/ 6703 h 67343"/>
                <a:gd name="csX131" fmla="*/ 33789 w 67153"/>
                <a:gd name="csY131" fmla="*/ 6026 h 67343"/>
                <a:gd name="csX132" fmla="*/ 33219 w 67153"/>
                <a:gd name="csY132" fmla="*/ 5813 h 67343"/>
                <a:gd name="csX133" fmla="*/ 32519 w 67153"/>
                <a:gd name="csY133" fmla="*/ 5988 h 67343"/>
                <a:gd name="csX134" fmla="*/ 32466 w 67153"/>
                <a:gd name="csY134" fmla="*/ 6741 h 67343"/>
                <a:gd name="csX135" fmla="*/ 32679 w 67153"/>
                <a:gd name="csY135" fmla="*/ 7456 h 67343"/>
                <a:gd name="csX136" fmla="*/ 33386 w 67153"/>
                <a:gd name="csY136" fmla="*/ 7776 h 67343"/>
                <a:gd name="csX137" fmla="*/ 33843 w 67153"/>
                <a:gd name="csY137" fmla="*/ 7456 h 67343"/>
                <a:gd name="csX138" fmla="*/ 45134 w 67153"/>
                <a:gd name="csY138" fmla="*/ 19014 h 67343"/>
                <a:gd name="csX139" fmla="*/ 44320 w 67153"/>
                <a:gd name="csY139" fmla="*/ 19478 h 67343"/>
                <a:gd name="csX140" fmla="*/ 43559 w 67153"/>
                <a:gd name="csY140" fmla="*/ 19272 h 67343"/>
                <a:gd name="csX141" fmla="*/ 43559 w 67153"/>
                <a:gd name="csY141" fmla="*/ 18116 h 67343"/>
                <a:gd name="csX142" fmla="*/ 44107 w 67153"/>
                <a:gd name="csY142" fmla="*/ 17652 h 67343"/>
                <a:gd name="csX143" fmla="*/ 44738 w 67153"/>
                <a:gd name="csY143" fmla="*/ 17675 h 67343"/>
                <a:gd name="csX144" fmla="*/ 45339 w 67153"/>
                <a:gd name="csY144" fmla="*/ 18093 h 67343"/>
                <a:gd name="csX145" fmla="*/ 45134 w 67153"/>
                <a:gd name="csY145" fmla="*/ 19014 h 67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67153" h="67343">
                  <a:moveTo>
                    <a:pt x="65167" y="66316"/>
                  </a:moveTo>
                  <a:lnTo>
                    <a:pt x="61477" y="66156"/>
                  </a:lnTo>
                  <a:lnTo>
                    <a:pt x="58327" y="67343"/>
                  </a:lnTo>
                  <a:lnTo>
                    <a:pt x="57140" y="67108"/>
                  </a:lnTo>
                  <a:lnTo>
                    <a:pt x="56349" y="65000"/>
                  </a:lnTo>
                  <a:lnTo>
                    <a:pt x="55672" y="63288"/>
                  </a:lnTo>
                  <a:lnTo>
                    <a:pt x="53663" y="58883"/>
                  </a:lnTo>
                  <a:lnTo>
                    <a:pt x="54203" y="57080"/>
                  </a:lnTo>
                  <a:lnTo>
                    <a:pt x="53085" y="56037"/>
                  </a:lnTo>
                  <a:lnTo>
                    <a:pt x="50391" y="54158"/>
                  </a:lnTo>
                  <a:lnTo>
                    <a:pt x="49699" y="53382"/>
                  </a:lnTo>
                  <a:lnTo>
                    <a:pt x="50079" y="52309"/>
                  </a:lnTo>
                  <a:lnTo>
                    <a:pt x="50345" y="50354"/>
                  </a:lnTo>
                  <a:lnTo>
                    <a:pt x="50087" y="48771"/>
                  </a:lnTo>
                  <a:lnTo>
                    <a:pt x="49357" y="48292"/>
                  </a:lnTo>
                  <a:lnTo>
                    <a:pt x="48010" y="48261"/>
                  </a:lnTo>
                  <a:lnTo>
                    <a:pt x="46374" y="48657"/>
                  </a:lnTo>
                  <a:lnTo>
                    <a:pt x="43087" y="50186"/>
                  </a:lnTo>
                  <a:lnTo>
                    <a:pt x="40805" y="49212"/>
                  </a:lnTo>
                  <a:lnTo>
                    <a:pt x="39488" y="48231"/>
                  </a:lnTo>
                  <a:lnTo>
                    <a:pt x="38720" y="47409"/>
                  </a:lnTo>
                  <a:lnTo>
                    <a:pt x="37008" y="48094"/>
                  </a:lnTo>
                  <a:lnTo>
                    <a:pt x="36589" y="47767"/>
                  </a:lnTo>
                  <a:lnTo>
                    <a:pt x="36498" y="45728"/>
                  </a:lnTo>
                  <a:lnTo>
                    <a:pt x="35980" y="44624"/>
                  </a:lnTo>
                  <a:lnTo>
                    <a:pt x="34954" y="43338"/>
                  </a:lnTo>
                  <a:lnTo>
                    <a:pt x="33995" y="42722"/>
                  </a:lnTo>
                  <a:lnTo>
                    <a:pt x="30487" y="43993"/>
                  </a:lnTo>
                  <a:lnTo>
                    <a:pt x="28380" y="44426"/>
                  </a:lnTo>
                  <a:lnTo>
                    <a:pt x="27642" y="43240"/>
                  </a:lnTo>
                  <a:lnTo>
                    <a:pt x="23937" y="39329"/>
                  </a:lnTo>
                  <a:lnTo>
                    <a:pt x="20505" y="36323"/>
                  </a:lnTo>
                  <a:lnTo>
                    <a:pt x="18146" y="35083"/>
                  </a:lnTo>
                  <a:lnTo>
                    <a:pt x="15773" y="35212"/>
                  </a:lnTo>
                  <a:lnTo>
                    <a:pt x="12090" y="35813"/>
                  </a:lnTo>
                  <a:lnTo>
                    <a:pt x="10735" y="35562"/>
                  </a:lnTo>
                  <a:lnTo>
                    <a:pt x="7525" y="34254"/>
                  </a:lnTo>
                  <a:lnTo>
                    <a:pt x="4846" y="32694"/>
                  </a:lnTo>
                  <a:lnTo>
                    <a:pt x="5212" y="32047"/>
                  </a:lnTo>
                  <a:lnTo>
                    <a:pt x="5775" y="31575"/>
                  </a:lnTo>
                  <a:lnTo>
                    <a:pt x="5098" y="29544"/>
                  </a:lnTo>
                  <a:lnTo>
                    <a:pt x="3606" y="26272"/>
                  </a:lnTo>
                  <a:lnTo>
                    <a:pt x="3766" y="25245"/>
                  </a:lnTo>
                  <a:lnTo>
                    <a:pt x="3294" y="23830"/>
                  </a:lnTo>
                  <a:lnTo>
                    <a:pt x="2777" y="22757"/>
                  </a:lnTo>
                  <a:lnTo>
                    <a:pt x="4877" y="20193"/>
                  </a:lnTo>
                  <a:lnTo>
                    <a:pt x="5836" y="18131"/>
                  </a:lnTo>
                  <a:lnTo>
                    <a:pt x="6049" y="16115"/>
                  </a:lnTo>
                  <a:lnTo>
                    <a:pt x="5485" y="14022"/>
                  </a:lnTo>
                  <a:lnTo>
                    <a:pt x="4101" y="10226"/>
                  </a:lnTo>
                  <a:lnTo>
                    <a:pt x="3248" y="9123"/>
                  </a:lnTo>
                  <a:lnTo>
                    <a:pt x="1666" y="8088"/>
                  </a:lnTo>
                  <a:lnTo>
                    <a:pt x="334" y="6399"/>
                  </a:lnTo>
                  <a:lnTo>
                    <a:pt x="0" y="5204"/>
                  </a:lnTo>
                  <a:lnTo>
                    <a:pt x="1118" y="4969"/>
                  </a:lnTo>
                  <a:lnTo>
                    <a:pt x="4382" y="4938"/>
                  </a:lnTo>
                  <a:lnTo>
                    <a:pt x="7547" y="4527"/>
                  </a:lnTo>
                  <a:lnTo>
                    <a:pt x="10028" y="3736"/>
                  </a:lnTo>
                  <a:lnTo>
                    <a:pt x="13619" y="3074"/>
                  </a:lnTo>
                  <a:lnTo>
                    <a:pt x="15095" y="2480"/>
                  </a:lnTo>
                  <a:lnTo>
                    <a:pt x="16823" y="2199"/>
                  </a:lnTo>
                  <a:lnTo>
                    <a:pt x="22065" y="2830"/>
                  </a:lnTo>
                  <a:lnTo>
                    <a:pt x="24028" y="2344"/>
                  </a:lnTo>
                  <a:lnTo>
                    <a:pt x="29932" y="2252"/>
                  </a:lnTo>
                  <a:lnTo>
                    <a:pt x="30084" y="2001"/>
                  </a:lnTo>
                  <a:lnTo>
                    <a:pt x="29285" y="1195"/>
                  </a:lnTo>
                  <a:lnTo>
                    <a:pt x="29293" y="890"/>
                  </a:lnTo>
                  <a:lnTo>
                    <a:pt x="32808" y="380"/>
                  </a:lnTo>
                  <a:lnTo>
                    <a:pt x="33356" y="0"/>
                  </a:lnTo>
                  <a:lnTo>
                    <a:pt x="33812" y="1278"/>
                  </a:lnTo>
                  <a:lnTo>
                    <a:pt x="35136" y="2701"/>
                  </a:lnTo>
                  <a:lnTo>
                    <a:pt x="36574" y="3272"/>
                  </a:lnTo>
                  <a:lnTo>
                    <a:pt x="37350" y="4055"/>
                  </a:lnTo>
                  <a:lnTo>
                    <a:pt x="37388" y="4649"/>
                  </a:lnTo>
                  <a:lnTo>
                    <a:pt x="34839" y="5372"/>
                  </a:lnTo>
                  <a:lnTo>
                    <a:pt x="34664" y="5729"/>
                  </a:lnTo>
                  <a:lnTo>
                    <a:pt x="34832" y="6079"/>
                  </a:lnTo>
                  <a:lnTo>
                    <a:pt x="35593" y="6254"/>
                  </a:lnTo>
                  <a:lnTo>
                    <a:pt x="39169" y="8035"/>
                  </a:lnTo>
                  <a:lnTo>
                    <a:pt x="41208" y="8073"/>
                  </a:lnTo>
                  <a:lnTo>
                    <a:pt x="42280" y="8613"/>
                  </a:lnTo>
                  <a:lnTo>
                    <a:pt x="42813" y="9678"/>
                  </a:lnTo>
                  <a:lnTo>
                    <a:pt x="44517" y="11124"/>
                  </a:lnTo>
                  <a:lnTo>
                    <a:pt x="45879" y="12524"/>
                  </a:lnTo>
                  <a:lnTo>
                    <a:pt x="45963" y="13003"/>
                  </a:lnTo>
                  <a:lnTo>
                    <a:pt x="45704" y="13711"/>
                  </a:lnTo>
                  <a:lnTo>
                    <a:pt x="41900" y="16442"/>
                  </a:lnTo>
                  <a:lnTo>
                    <a:pt x="41421" y="17386"/>
                  </a:lnTo>
                  <a:lnTo>
                    <a:pt x="41360" y="18382"/>
                  </a:lnTo>
                  <a:lnTo>
                    <a:pt x="43026" y="21342"/>
                  </a:lnTo>
                  <a:lnTo>
                    <a:pt x="45484" y="24568"/>
                  </a:lnTo>
                  <a:lnTo>
                    <a:pt x="49029" y="27018"/>
                  </a:lnTo>
                  <a:lnTo>
                    <a:pt x="53922" y="29673"/>
                  </a:lnTo>
                  <a:lnTo>
                    <a:pt x="53983" y="31317"/>
                  </a:lnTo>
                  <a:lnTo>
                    <a:pt x="53207" y="33265"/>
                  </a:lnTo>
                  <a:lnTo>
                    <a:pt x="52544" y="34588"/>
                  </a:lnTo>
                  <a:lnTo>
                    <a:pt x="52240" y="35486"/>
                  </a:lnTo>
                  <a:lnTo>
                    <a:pt x="51647" y="35859"/>
                  </a:lnTo>
                  <a:lnTo>
                    <a:pt x="46777" y="35775"/>
                  </a:lnTo>
                  <a:lnTo>
                    <a:pt x="46047" y="36095"/>
                  </a:lnTo>
                  <a:lnTo>
                    <a:pt x="45727" y="36475"/>
                  </a:lnTo>
                  <a:lnTo>
                    <a:pt x="45704" y="36795"/>
                  </a:lnTo>
                  <a:lnTo>
                    <a:pt x="47455" y="37388"/>
                  </a:lnTo>
                  <a:lnTo>
                    <a:pt x="50186" y="39466"/>
                  </a:lnTo>
                  <a:lnTo>
                    <a:pt x="51761" y="41482"/>
                  </a:lnTo>
                  <a:lnTo>
                    <a:pt x="53397" y="42364"/>
                  </a:lnTo>
                  <a:lnTo>
                    <a:pt x="55230" y="43970"/>
                  </a:lnTo>
                  <a:lnTo>
                    <a:pt x="56699" y="45461"/>
                  </a:lnTo>
                  <a:lnTo>
                    <a:pt x="58989" y="47394"/>
                  </a:lnTo>
                  <a:lnTo>
                    <a:pt x="61538" y="46762"/>
                  </a:lnTo>
                  <a:lnTo>
                    <a:pt x="64946" y="48482"/>
                  </a:lnTo>
                  <a:lnTo>
                    <a:pt x="65091" y="49646"/>
                  </a:lnTo>
                  <a:lnTo>
                    <a:pt x="64878" y="50688"/>
                  </a:lnTo>
                  <a:lnTo>
                    <a:pt x="62733" y="51822"/>
                  </a:lnTo>
                  <a:lnTo>
                    <a:pt x="62466" y="52294"/>
                  </a:lnTo>
                  <a:lnTo>
                    <a:pt x="62466" y="52689"/>
                  </a:lnTo>
                  <a:lnTo>
                    <a:pt x="62747" y="53245"/>
                  </a:lnTo>
                  <a:lnTo>
                    <a:pt x="64003" y="54173"/>
                  </a:lnTo>
                  <a:lnTo>
                    <a:pt x="65487" y="55550"/>
                  </a:lnTo>
                  <a:lnTo>
                    <a:pt x="67153" y="57605"/>
                  </a:lnTo>
                  <a:lnTo>
                    <a:pt x="66407" y="58221"/>
                  </a:lnTo>
                  <a:lnTo>
                    <a:pt x="64847" y="58312"/>
                  </a:lnTo>
                  <a:lnTo>
                    <a:pt x="63638" y="58061"/>
                  </a:lnTo>
                  <a:lnTo>
                    <a:pt x="63212" y="58479"/>
                  </a:lnTo>
                  <a:lnTo>
                    <a:pt x="63235" y="59149"/>
                  </a:lnTo>
                  <a:lnTo>
                    <a:pt x="64817" y="60709"/>
                  </a:lnTo>
                  <a:lnTo>
                    <a:pt x="65129" y="61842"/>
                  </a:lnTo>
                  <a:lnTo>
                    <a:pt x="65061" y="63813"/>
                  </a:lnTo>
                  <a:lnTo>
                    <a:pt x="65167" y="66316"/>
                  </a:lnTo>
                  <a:close/>
                  <a:moveTo>
                    <a:pt x="33843" y="7456"/>
                  </a:moveTo>
                  <a:lnTo>
                    <a:pt x="33949" y="6703"/>
                  </a:lnTo>
                  <a:lnTo>
                    <a:pt x="33789" y="6026"/>
                  </a:lnTo>
                  <a:lnTo>
                    <a:pt x="33219" y="5813"/>
                  </a:lnTo>
                  <a:lnTo>
                    <a:pt x="32519" y="5988"/>
                  </a:lnTo>
                  <a:lnTo>
                    <a:pt x="32466" y="6741"/>
                  </a:lnTo>
                  <a:lnTo>
                    <a:pt x="32679" y="7456"/>
                  </a:lnTo>
                  <a:lnTo>
                    <a:pt x="33386" y="7776"/>
                  </a:lnTo>
                  <a:lnTo>
                    <a:pt x="33843" y="7456"/>
                  </a:lnTo>
                  <a:close/>
                  <a:moveTo>
                    <a:pt x="45134" y="19014"/>
                  </a:moveTo>
                  <a:lnTo>
                    <a:pt x="44320" y="19478"/>
                  </a:lnTo>
                  <a:lnTo>
                    <a:pt x="43559" y="19272"/>
                  </a:lnTo>
                  <a:lnTo>
                    <a:pt x="43559" y="18116"/>
                  </a:lnTo>
                  <a:lnTo>
                    <a:pt x="44107" y="17652"/>
                  </a:lnTo>
                  <a:lnTo>
                    <a:pt x="44738" y="17675"/>
                  </a:lnTo>
                  <a:lnTo>
                    <a:pt x="45339" y="18093"/>
                  </a:lnTo>
                  <a:lnTo>
                    <a:pt x="45134" y="1901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37" name="Freeform: Shape 36">
              <a:extLst>
                <a:ext uri="{FF2B5EF4-FFF2-40B4-BE49-F238E27FC236}">
                  <a16:creationId xmlns:a16="http://schemas.microsoft.com/office/drawing/2014/main" id="{4F806FE8-ACC1-444B-0880-FEAF874AB240}"/>
                </a:ext>
              </a:extLst>
            </p:cNvPr>
            <p:cNvSpPr/>
            <p:nvPr/>
          </p:nvSpPr>
          <p:spPr>
            <a:xfrm>
              <a:off x="9824549" y="5098279"/>
              <a:ext cx="262792" cy="294732"/>
            </a:xfrm>
            <a:custGeom>
              <a:avLst/>
              <a:gdLst>
                <a:gd name="csX0" fmla="*/ 28464 w 262792"/>
                <a:gd name="csY0" fmla="*/ 4382 h 294732"/>
                <a:gd name="csX1" fmla="*/ 28136 w 262792"/>
                <a:gd name="csY1" fmla="*/ 4725 h 294732"/>
                <a:gd name="csX2" fmla="*/ 25793 w 262792"/>
                <a:gd name="csY2" fmla="*/ 5668 h 294732"/>
                <a:gd name="csX3" fmla="*/ 23275 w 262792"/>
                <a:gd name="csY3" fmla="*/ 6551 h 294732"/>
                <a:gd name="csX4" fmla="*/ 19965 w 262792"/>
                <a:gd name="csY4" fmla="*/ 10142 h 294732"/>
                <a:gd name="csX5" fmla="*/ 18291 w 262792"/>
                <a:gd name="csY5" fmla="*/ 11694 h 294732"/>
                <a:gd name="csX6" fmla="*/ 17804 w 262792"/>
                <a:gd name="csY6" fmla="*/ 12082 h 294732"/>
                <a:gd name="csX7" fmla="*/ 16290 w 262792"/>
                <a:gd name="csY7" fmla="*/ 12942 h 294732"/>
                <a:gd name="csX8" fmla="*/ 15194 w 262792"/>
                <a:gd name="csY8" fmla="*/ 13680 h 294732"/>
                <a:gd name="csX9" fmla="*/ 15232 w 262792"/>
                <a:gd name="csY9" fmla="*/ 14084 h 294732"/>
                <a:gd name="csX10" fmla="*/ 15963 w 262792"/>
                <a:gd name="csY10" fmla="*/ 14555 h 294732"/>
                <a:gd name="csX11" fmla="*/ 16709 w 262792"/>
                <a:gd name="csY11" fmla="*/ 15331 h 294732"/>
                <a:gd name="csX12" fmla="*/ 16632 w 262792"/>
                <a:gd name="csY12" fmla="*/ 21198 h 294732"/>
                <a:gd name="csX13" fmla="*/ 16313 w 262792"/>
                <a:gd name="csY13" fmla="*/ 26980 h 294732"/>
                <a:gd name="csX14" fmla="*/ 15902 w 262792"/>
                <a:gd name="csY14" fmla="*/ 27467 h 294732"/>
                <a:gd name="csX15" fmla="*/ 13802 w 262792"/>
                <a:gd name="csY15" fmla="*/ 27657 h 294732"/>
                <a:gd name="csX16" fmla="*/ 11010 w 262792"/>
                <a:gd name="csY16" fmla="*/ 28060 h 294732"/>
                <a:gd name="csX17" fmla="*/ 10120 w 262792"/>
                <a:gd name="csY17" fmla="*/ 28319 h 294732"/>
                <a:gd name="csX18" fmla="*/ 9807 w 262792"/>
                <a:gd name="csY18" fmla="*/ 27748 h 294732"/>
                <a:gd name="csX19" fmla="*/ 8872 w 262792"/>
                <a:gd name="csY19" fmla="*/ 25633 h 294732"/>
                <a:gd name="csX20" fmla="*/ 9397 w 262792"/>
                <a:gd name="csY20" fmla="*/ 23625 h 294732"/>
                <a:gd name="csX21" fmla="*/ 9960 w 262792"/>
                <a:gd name="csY21" fmla="*/ 22126 h 294732"/>
                <a:gd name="csX22" fmla="*/ 9328 w 262792"/>
                <a:gd name="csY22" fmla="*/ 19075 h 294732"/>
                <a:gd name="csX23" fmla="*/ 7905 w 262792"/>
                <a:gd name="csY23" fmla="*/ 16358 h 294732"/>
                <a:gd name="csX24" fmla="*/ 6399 w 262792"/>
                <a:gd name="csY24" fmla="*/ 12912 h 294732"/>
                <a:gd name="csX25" fmla="*/ 5935 w 262792"/>
                <a:gd name="csY25" fmla="*/ 12250 h 294732"/>
                <a:gd name="csX26" fmla="*/ 7205 w 262792"/>
                <a:gd name="csY26" fmla="*/ 11139 h 294732"/>
                <a:gd name="csX27" fmla="*/ 9115 w 262792"/>
                <a:gd name="csY27" fmla="*/ 8704 h 294732"/>
                <a:gd name="csX28" fmla="*/ 9914 w 262792"/>
                <a:gd name="csY28" fmla="*/ 7441 h 294732"/>
                <a:gd name="csX29" fmla="*/ 12128 w 262792"/>
                <a:gd name="csY29" fmla="*/ 7160 h 294732"/>
                <a:gd name="csX30" fmla="*/ 12950 w 262792"/>
                <a:gd name="csY30" fmla="*/ 6277 h 294732"/>
                <a:gd name="csX31" fmla="*/ 13536 w 262792"/>
                <a:gd name="csY31" fmla="*/ 4862 h 294732"/>
                <a:gd name="csX32" fmla="*/ 13764 w 262792"/>
                <a:gd name="csY32" fmla="*/ 4040 h 294732"/>
                <a:gd name="csX33" fmla="*/ 16260 w 262792"/>
                <a:gd name="csY33" fmla="*/ 3371 h 294732"/>
                <a:gd name="csX34" fmla="*/ 19257 w 262792"/>
                <a:gd name="csY34" fmla="*/ 2176 h 294732"/>
                <a:gd name="csX35" fmla="*/ 20916 w 262792"/>
                <a:gd name="csY35" fmla="*/ 867 h 294732"/>
                <a:gd name="csX36" fmla="*/ 22597 w 262792"/>
                <a:gd name="csY36" fmla="*/ 30 h 294732"/>
                <a:gd name="csX37" fmla="*/ 23663 w 262792"/>
                <a:gd name="csY37" fmla="*/ 0 h 294732"/>
                <a:gd name="csX38" fmla="*/ 24363 w 262792"/>
                <a:gd name="csY38" fmla="*/ 342 h 294732"/>
                <a:gd name="csX39" fmla="*/ 26288 w 262792"/>
                <a:gd name="csY39" fmla="*/ 2610 h 294732"/>
                <a:gd name="csX40" fmla="*/ 27924 w 262792"/>
                <a:gd name="csY40" fmla="*/ 4040 h 294732"/>
                <a:gd name="csX41" fmla="*/ 28464 w 262792"/>
                <a:gd name="csY41" fmla="*/ 4382 h 294732"/>
                <a:gd name="csX42" fmla="*/ 261080 w 262792"/>
                <a:gd name="csY42" fmla="*/ 137981 h 294732"/>
                <a:gd name="csX43" fmla="*/ 261552 w 262792"/>
                <a:gd name="csY43" fmla="*/ 140812 h 294732"/>
                <a:gd name="csX44" fmla="*/ 262017 w 262792"/>
                <a:gd name="csY44" fmla="*/ 144745 h 294732"/>
                <a:gd name="csX45" fmla="*/ 262344 w 262792"/>
                <a:gd name="csY45" fmla="*/ 147576 h 294732"/>
                <a:gd name="csX46" fmla="*/ 262678 w 262792"/>
                <a:gd name="csY46" fmla="*/ 148846 h 294732"/>
                <a:gd name="csX47" fmla="*/ 262793 w 262792"/>
                <a:gd name="csY47" fmla="*/ 149523 h 294732"/>
                <a:gd name="csX48" fmla="*/ 262420 w 262792"/>
                <a:gd name="csY48" fmla="*/ 150254 h 294732"/>
                <a:gd name="csX49" fmla="*/ 262116 w 262792"/>
                <a:gd name="csY49" fmla="*/ 151951 h 294732"/>
                <a:gd name="csX50" fmla="*/ 261514 w 262792"/>
                <a:gd name="csY50" fmla="*/ 153457 h 294732"/>
                <a:gd name="csX51" fmla="*/ 261179 w 262792"/>
                <a:gd name="csY51" fmla="*/ 154507 h 294732"/>
                <a:gd name="csX52" fmla="*/ 261461 w 262792"/>
                <a:gd name="csY52" fmla="*/ 156440 h 294732"/>
                <a:gd name="csX53" fmla="*/ 261233 w 262792"/>
                <a:gd name="csY53" fmla="*/ 159209 h 294732"/>
                <a:gd name="csX54" fmla="*/ 260997 w 262792"/>
                <a:gd name="csY54" fmla="*/ 162138 h 294732"/>
                <a:gd name="csX55" fmla="*/ 260921 w 262792"/>
                <a:gd name="csY55" fmla="*/ 164961 h 294732"/>
                <a:gd name="csX56" fmla="*/ 261720 w 262792"/>
                <a:gd name="csY56" fmla="*/ 170013 h 294732"/>
                <a:gd name="csX57" fmla="*/ 261606 w 262792"/>
                <a:gd name="csY57" fmla="*/ 171565 h 294732"/>
                <a:gd name="csX58" fmla="*/ 260609 w 262792"/>
                <a:gd name="csY58" fmla="*/ 174213 h 294732"/>
                <a:gd name="csX59" fmla="*/ 259855 w 262792"/>
                <a:gd name="csY59" fmla="*/ 176222 h 294732"/>
                <a:gd name="csX60" fmla="*/ 259369 w 262792"/>
                <a:gd name="csY60" fmla="*/ 178550 h 294732"/>
                <a:gd name="csX61" fmla="*/ 259277 w 262792"/>
                <a:gd name="csY61" fmla="*/ 179768 h 294732"/>
                <a:gd name="csX62" fmla="*/ 261103 w 262792"/>
                <a:gd name="csY62" fmla="*/ 183207 h 294732"/>
                <a:gd name="csX63" fmla="*/ 260997 w 262792"/>
                <a:gd name="csY63" fmla="*/ 183891 h 294732"/>
                <a:gd name="csX64" fmla="*/ 259597 w 262792"/>
                <a:gd name="csY64" fmla="*/ 184104 h 294732"/>
                <a:gd name="csX65" fmla="*/ 258440 w 262792"/>
                <a:gd name="csY65" fmla="*/ 184165 h 294732"/>
                <a:gd name="csX66" fmla="*/ 254012 w 262792"/>
                <a:gd name="csY66" fmla="*/ 184165 h 294732"/>
                <a:gd name="csX67" fmla="*/ 247666 w 262792"/>
                <a:gd name="csY67" fmla="*/ 184165 h 294732"/>
                <a:gd name="csX68" fmla="*/ 241321 w 262792"/>
                <a:gd name="csY68" fmla="*/ 184165 h 294732"/>
                <a:gd name="csX69" fmla="*/ 234976 w 262792"/>
                <a:gd name="csY69" fmla="*/ 184165 h 294732"/>
                <a:gd name="csX70" fmla="*/ 229140 w 262792"/>
                <a:gd name="csY70" fmla="*/ 184165 h 294732"/>
                <a:gd name="csX71" fmla="*/ 223555 w 262792"/>
                <a:gd name="csY71" fmla="*/ 184165 h 294732"/>
                <a:gd name="csX72" fmla="*/ 218632 w 262792"/>
                <a:gd name="csY72" fmla="*/ 184165 h 294732"/>
                <a:gd name="csX73" fmla="*/ 218632 w 262792"/>
                <a:gd name="csY73" fmla="*/ 187559 h 294732"/>
                <a:gd name="csX74" fmla="*/ 218632 w 262792"/>
                <a:gd name="csY74" fmla="*/ 194559 h 294732"/>
                <a:gd name="csX75" fmla="*/ 218632 w 262792"/>
                <a:gd name="csY75" fmla="*/ 201566 h 294732"/>
                <a:gd name="csX76" fmla="*/ 218632 w 262792"/>
                <a:gd name="csY76" fmla="*/ 208581 h 294732"/>
                <a:gd name="csX77" fmla="*/ 218632 w 262792"/>
                <a:gd name="csY77" fmla="*/ 215611 h 294732"/>
                <a:gd name="csX78" fmla="*/ 218632 w 262792"/>
                <a:gd name="csY78" fmla="*/ 222649 h 294732"/>
                <a:gd name="csX79" fmla="*/ 218632 w 262792"/>
                <a:gd name="csY79" fmla="*/ 229695 h 294732"/>
                <a:gd name="csX80" fmla="*/ 218632 w 262792"/>
                <a:gd name="csY80" fmla="*/ 236748 h 294732"/>
                <a:gd name="csX81" fmla="*/ 218632 w 262792"/>
                <a:gd name="csY81" fmla="*/ 243816 h 294732"/>
                <a:gd name="csX82" fmla="*/ 218632 w 262792"/>
                <a:gd name="csY82" fmla="*/ 248922 h 294732"/>
                <a:gd name="csX83" fmla="*/ 219918 w 262792"/>
                <a:gd name="csY83" fmla="*/ 255708 h 294732"/>
                <a:gd name="csX84" fmla="*/ 222277 w 262792"/>
                <a:gd name="csY84" fmla="*/ 263104 h 294732"/>
                <a:gd name="csX85" fmla="*/ 223197 w 262792"/>
                <a:gd name="csY85" fmla="*/ 263789 h 294732"/>
                <a:gd name="csX86" fmla="*/ 225571 w 262792"/>
                <a:gd name="csY86" fmla="*/ 265151 h 294732"/>
                <a:gd name="csX87" fmla="*/ 228866 w 262792"/>
                <a:gd name="csY87" fmla="*/ 267935 h 294732"/>
                <a:gd name="csX88" fmla="*/ 230715 w 262792"/>
                <a:gd name="csY88" fmla="*/ 270043 h 294732"/>
                <a:gd name="csX89" fmla="*/ 234473 w 262792"/>
                <a:gd name="csY89" fmla="*/ 273703 h 294732"/>
                <a:gd name="csX90" fmla="*/ 239472 w 262792"/>
                <a:gd name="csY90" fmla="*/ 278374 h 294732"/>
                <a:gd name="csX91" fmla="*/ 244288 w 262792"/>
                <a:gd name="csY91" fmla="*/ 282567 h 294732"/>
                <a:gd name="csX92" fmla="*/ 248541 w 262792"/>
                <a:gd name="csY92" fmla="*/ 286264 h 294732"/>
                <a:gd name="csX93" fmla="*/ 241869 w 262792"/>
                <a:gd name="csY93" fmla="*/ 287566 h 294732"/>
                <a:gd name="csX94" fmla="*/ 232381 w 262792"/>
                <a:gd name="csY94" fmla="*/ 289407 h 294732"/>
                <a:gd name="csX95" fmla="*/ 225982 w 262792"/>
                <a:gd name="csY95" fmla="*/ 290655 h 294732"/>
                <a:gd name="csX96" fmla="*/ 218214 w 262792"/>
                <a:gd name="csY96" fmla="*/ 292169 h 294732"/>
                <a:gd name="csX97" fmla="*/ 213040 w 262792"/>
                <a:gd name="csY97" fmla="*/ 293120 h 294732"/>
                <a:gd name="csX98" fmla="*/ 206595 w 262792"/>
                <a:gd name="csY98" fmla="*/ 294299 h 294732"/>
                <a:gd name="csX99" fmla="*/ 205569 w 262792"/>
                <a:gd name="csY99" fmla="*/ 294276 h 294732"/>
                <a:gd name="csX100" fmla="*/ 203841 w 262792"/>
                <a:gd name="csY100" fmla="*/ 293462 h 294732"/>
                <a:gd name="csX101" fmla="*/ 200113 w 262792"/>
                <a:gd name="csY101" fmla="*/ 293302 h 294732"/>
                <a:gd name="csX102" fmla="*/ 195730 w 262792"/>
                <a:gd name="csY102" fmla="*/ 294428 h 294732"/>
                <a:gd name="csX103" fmla="*/ 192254 w 262792"/>
                <a:gd name="csY103" fmla="*/ 294733 h 294732"/>
                <a:gd name="csX104" fmla="*/ 189682 w 262792"/>
                <a:gd name="csY104" fmla="*/ 294215 h 294732"/>
                <a:gd name="csX105" fmla="*/ 187171 w 262792"/>
                <a:gd name="csY105" fmla="*/ 293234 h 294732"/>
                <a:gd name="csX106" fmla="*/ 184721 w 262792"/>
                <a:gd name="csY106" fmla="*/ 291781 h 294732"/>
                <a:gd name="csX107" fmla="*/ 180483 w 262792"/>
                <a:gd name="csY107" fmla="*/ 291248 h 294732"/>
                <a:gd name="csX108" fmla="*/ 174449 w 262792"/>
                <a:gd name="csY108" fmla="*/ 291644 h 294732"/>
                <a:gd name="csX109" fmla="*/ 168637 w 262792"/>
                <a:gd name="csY109" fmla="*/ 291362 h 294732"/>
                <a:gd name="csX110" fmla="*/ 163036 w 262792"/>
                <a:gd name="csY110" fmla="*/ 290403 h 294732"/>
                <a:gd name="csX111" fmla="*/ 159034 w 262792"/>
                <a:gd name="csY111" fmla="*/ 290023 h 294732"/>
                <a:gd name="csX112" fmla="*/ 156622 w 262792"/>
                <a:gd name="csY112" fmla="*/ 290228 h 294732"/>
                <a:gd name="csX113" fmla="*/ 154036 w 262792"/>
                <a:gd name="csY113" fmla="*/ 289916 h 294732"/>
                <a:gd name="csX114" fmla="*/ 151273 w 262792"/>
                <a:gd name="csY114" fmla="*/ 289087 h 294732"/>
                <a:gd name="csX115" fmla="*/ 148968 w 262792"/>
                <a:gd name="csY115" fmla="*/ 287680 h 294732"/>
                <a:gd name="csX116" fmla="*/ 146199 w 262792"/>
                <a:gd name="csY116" fmla="*/ 284712 h 294732"/>
                <a:gd name="csX117" fmla="*/ 144030 w 262792"/>
                <a:gd name="csY117" fmla="*/ 281882 h 294732"/>
                <a:gd name="csX118" fmla="*/ 143467 w 262792"/>
                <a:gd name="csY118" fmla="*/ 281479 h 294732"/>
                <a:gd name="csX119" fmla="*/ 142783 w 262792"/>
                <a:gd name="csY119" fmla="*/ 281045 h 294732"/>
                <a:gd name="csX120" fmla="*/ 142105 w 262792"/>
                <a:gd name="csY120" fmla="*/ 280916 h 294732"/>
                <a:gd name="csX121" fmla="*/ 135957 w 262792"/>
                <a:gd name="csY121" fmla="*/ 280839 h 294732"/>
                <a:gd name="csX122" fmla="*/ 130122 w 262792"/>
                <a:gd name="csY122" fmla="*/ 280771 h 294732"/>
                <a:gd name="csX123" fmla="*/ 126782 w 262792"/>
                <a:gd name="csY123" fmla="*/ 280764 h 294732"/>
                <a:gd name="csX124" fmla="*/ 118610 w 262792"/>
                <a:gd name="csY124" fmla="*/ 280756 h 294732"/>
                <a:gd name="csX125" fmla="*/ 110438 w 262792"/>
                <a:gd name="csY125" fmla="*/ 280748 h 294732"/>
                <a:gd name="csX126" fmla="*/ 102267 w 262792"/>
                <a:gd name="csY126" fmla="*/ 280733 h 294732"/>
                <a:gd name="csX127" fmla="*/ 94095 w 262792"/>
                <a:gd name="csY127" fmla="*/ 280726 h 294732"/>
                <a:gd name="csX128" fmla="*/ 85924 w 262792"/>
                <a:gd name="csY128" fmla="*/ 280710 h 294732"/>
                <a:gd name="csX129" fmla="*/ 77752 w 262792"/>
                <a:gd name="csY129" fmla="*/ 280702 h 294732"/>
                <a:gd name="csX130" fmla="*/ 69580 w 262792"/>
                <a:gd name="csY130" fmla="*/ 280688 h 294732"/>
                <a:gd name="csX131" fmla="*/ 61409 w 262792"/>
                <a:gd name="csY131" fmla="*/ 280680 h 294732"/>
                <a:gd name="csX132" fmla="*/ 57072 w 262792"/>
                <a:gd name="csY132" fmla="*/ 280672 h 294732"/>
                <a:gd name="csX133" fmla="*/ 53040 w 262792"/>
                <a:gd name="csY133" fmla="*/ 280900 h 294732"/>
                <a:gd name="csX134" fmla="*/ 48588 w 262792"/>
                <a:gd name="csY134" fmla="*/ 281144 h 294732"/>
                <a:gd name="csX135" fmla="*/ 47949 w 262792"/>
                <a:gd name="csY135" fmla="*/ 281037 h 294732"/>
                <a:gd name="csX136" fmla="*/ 46892 w 262792"/>
                <a:gd name="csY136" fmla="*/ 280695 h 294732"/>
                <a:gd name="csX137" fmla="*/ 46169 w 262792"/>
                <a:gd name="csY137" fmla="*/ 280071 h 294732"/>
                <a:gd name="csX138" fmla="*/ 43772 w 262792"/>
                <a:gd name="csY138" fmla="*/ 278466 h 294732"/>
                <a:gd name="csX139" fmla="*/ 41688 w 262792"/>
                <a:gd name="csY139" fmla="*/ 277248 h 294732"/>
                <a:gd name="csX140" fmla="*/ 38849 w 262792"/>
                <a:gd name="csY140" fmla="*/ 275194 h 294732"/>
                <a:gd name="csX141" fmla="*/ 37016 w 262792"/>
                <a:gd name="csY141" fmla="*/ 272949 h 294732"/>
                <a:gd name="csX142" fmla="*/ 35471 w 262792"/>
                <a:gd name="csY142" fmla="*/ 272234 h 294732"/>
                <a:gd name="csX143" fmla="*/ 32740 w 262792"/>
                <a:gd name="csY143" fmla="*/ 271831 h 294732"/>
                <a:gd name="csX144" fmla="*/ 30686 w 262792"/>
                <a:gd name="csY144" fmla="*/ 271435 h 294732"/>
                <a:gd name="csX145" fmla="*/ 29012 w 262792"/>
                <a:gd name="csY145" fmla="*/ 271344 h 294732"/>
                <a:gd name="csX146" fmla="*/ 26067 w 262792"/>
                <a:gd name="csY146" fmla="*/ 272402 h 294732"/>
                <a:gd name="csX147" fmla="*/ 23845 w 262792"/>
                <a:gd name="csY147" fmla="*/ 273452 h 294732"/>
                <a:gd name="csX148" fmla="*/ 22263 w 262792"/>
                <a:gd name="csY148" fmla="*/ 274464 h 294732"/>
                <a:gd name="csX149" fmla="*/ 19516 w 262792"/>
                <a:gd name="csY149" fmla="*/ 275620 h 294732"/>
                <a:gd name="csX150" fmla="*/ 17203 w 262792"/>
                <a:gd name="csY150" fmla="*/ 276777 h 294732"/>
                <a:gd name="csX151" fmla="*/ 13171 w 262792"/>
                <a:gd name="csY151" fmla="*/ 276624 h 294732"/>
                <a:gd name="csX152" fmla="*/ 12296 w 262792"/>
                <a:gd name="csY152" fmla="*/ 276792 h 294732"/>
                <a:gd name="csX153" fmla="*/ 10051 w 262792"/>
                <a:gd name="csY153" fmla="*/ 276716 h 294732"/>
                <a:gd name="csX154" fmla="*/ 7936 w 262792"/>
                <a:gd name="csY154" fmla="*/ 275704 h 294732"/>
                <a:gd name="csX155" fmla="*/ 5790 w 262792"/>
                <a:gd name="csY155" fmla="*/ 275795 h 294732"/>
                <a:gd name="csX156" fmla="*/ 3409 w 262792"/>
                <a:gd name="csY156" fmla="*/ 277081 h 294732"/>
                <a:gd name="csX157" fmla="*/ 0 w 262792"/>
                <a:gd name="csY157" fmla="*/ 277583 h 294732"/>
                <a:gd name="csX158" fmla="*/ 791 w 262792"/>
                <a:gd name="csY158" fmla="*/ 269191 h 294732"/>
                <a:gd name="csX159" fmla="*/ 1621 w 262792"/>
                <a:gd name="csY159" fmla="*/ 265485 h 294732"/>
                <a:gd name="csX160" fmla="*/ 1643 w 262792"/>
                <a:gd name="csY160" fmla="*/ 261057 h 294732"/>
                <a:gd name="csX161" fmla="*/ 1157 w 262792"/>
                <a:gd name="csY161" fmla="*/ 249614 h 294732"/>
                <a:gd name="csX162" fmla="*/ 571 w 262792"/>
                <a:gd name="csY162" fmla="*/ 248039 h 294732"/>
                <a:gd name="csX163" fmla="*/ 175 w 262792"/>
                <a:gd name="csY163" fmla="*/ 246198 h 294732"/>
                <a:gd name="csX164" fmla="*/ 2283 w 262792"/>
                <a:gd name="csY164" fmla="*/ 244798 h 294732"/>
                <a:gd name="csX165" fmla="*/ 3355 w 262792"/>
                <a:gd name="csY165" fmla="*/ 243725 h 294732"/>
                <a:gd name="csX166" fmla="*/ 4809 w 262792"/>
                <a:gd name="csY166" fmla="*/ 241830 h 294732"/>
                <a:gd name="csX167" fmla="*/ 5843 w 262792"/>
                <a:gd name="csY167" fmla="*/ 239175 h 294732"/>
                <a:gd name="csX168" fmla="*/ 7061 w 262792"/>
                <a:gd name="csY168" fmla="*/ 233332 h 294732"/>
                <a:gd name="csX169" fmla="*/ 11489 w 262792"/>
                <a:gd name="csY169" fmla="*/ 219918 h 294732"/>
                <a:gd name="csX170" fmla="*/ 13589 w 262792"/>
                <a:gd name="csY170" fmla="*/ 206808 h 294732"/>
                <a:gd name="csX171" fmla="*/ 16252 w 262792"/>
                <a:gd name="csY171" fmla="*/ 200615 h 294732"/>
                <a:gd name="csX172" fmla="*/ 17249 w 262792"/>
                <a:gd name="csY172" fmla="*/ 193676 h 294732"/>
                <a:gd name="csX173" fmla="*/ 24660 w 262792"/>
                <a:gd name="csY173" fmla="*/ 184736 h 294732"/>
                <a:gd name="csX174" fmla="*/ 26486 w 262792"/>
                <a:gd name="csY174" fmla="*/ 179250 h 294732"/>
                <a:gd name="csX175" fmla="*/ 30320 w 262792"/>
                <a:gd name="csY175" fmla="*/ 176564 h 294732"/>
                <a:gd name="csX176" fmla="*/ 35745 w 262792"/>
                <a:gd name="csY176" fmla="*/ 173703 h 294732"/>
                <a:gd name="csX177" fmla="*/ 39610 w 262792"/>
                <a:gd name="csY177" fmla="*/ 168613 h 294732"/>
                <a:gd name="csX178" fmla="*/ 41482 w 262792"/>
                <a:gd name="csY178" fmla="*/ 165090 h 294732"/>
                <a:gd name="csX179" fmla="*/ 43613 w 262792"/>
                <a:gd name="csY179" fmla="*/ 158342 h 294732"/>
                <a:gd name="csX180" fmla="*/ 43590 w 262792"/>
                <a:gd name="csY180" fmla="*/ 151304 h 294732"/>
                <a:gd name="csX181" fmla="*/ 44944 w 262792"/>
                <a:gd name="csY181" fmla="*/ 141923 h 294732"/>
                <a:gd name="csX182" fmla="*/ 44647 w 262792"/>
                <a:gd name="csY182" fmla="*/ 139229 h 294732"/>
                <a:gd name="csX183" fmla="*/ 42623 w 262792"/>
                <a:gd name="csY183" fmla="*/ 135501 h 294732"/>
                <a:gd name="csX184" fmla="*/ 42250 w 262792"/>
                <a:gd name="csY184" fmla="*/ 132838 h 294732"/>
                <a:gd name="csX185" fmla="*/ 40371 w 262792"/>
                <a:gd name="csY185" fmla="*/ 130220 h 294732"/>
                <a:gd name="csX186" fmla="*/ 38363 w 262792"/>
                <a:gd name="csY186" fmla="*/ 128242 h 294732"/>
                <a:gd name="csX187" fmla="*/ 37419 w 262792"/>
                <a:gd name="csY187" fmla="*/ 124712 h 294732"/>
                <a:gd name="csX188" fmla="*/ 33934 w 262792"/>
                <a:gd name="csY188" fmla="*/ 119150 h 294732"/>
                <a:gd name="csX189" fmla="*/ 32983 w 262792"/>
                <a:gd name="csY189" fmla="*/ 115445 h 294732"/>
                <a:gd name="csX190" fmla="*/ 31317 w 262792"/>
                <a:gd name="csY190" fmla="*/ 112782 h 294732"/>
                <a:gd name="csX191" fmla="*/ 31051 w 262792"/>
                <a:gd name="csY191" fmla="*/ 109502 h 294732"/>
                <a:gd name="csX192" fmla="*/ 30176 w 262792"/>
                <a:gd name="csY192" fmla="*/ 106033 h 294732"/>
                <a:gd name="csX193" fmla="*/ 28471 w 262792"/>
                <a:gd name="csY193" fmla="*/ 102609 h 294732"/>
                <a:gd name="csX194" fmla="*/ 26881 w 262792"/>
                <a:gd name="csY194" fmla="*/ 98691 h 294732"/>
                <a:gd name="csX195" fmla="*/ 26881 w 262792"/>
                <a:gd name="csY195" fmla="*/ 97466 h 294732"/>
                <a:gd name="csX196" fmla="*/ 27916 w 262792"/>
                <a:gd name="csY196" fmla="*/ 95990 h 294732"/>
                <a:gd name="csX197" fmla="*/ 28897 w 262792"/>
                <a:gd name="csY197" fmla="*/ 95510 h 294732"/>
                <a:gd name="csX198" fmla="*/ 28570 w 262792"/>
                <a:gd name="csY198" fmla="*/ 96256 h 294732"/>
                <a:gd name="csX199" fmla="*/ 27916 w 262792"/>
                <a:gd name="csY199" fmla="*/ 97131 h 294732"/>
                <a:gd name="csX200" fmla="*/ 28076 w 262792"/>
                <a:gd name="csY200" fmla="*/ 97808 h 294732"/>
                <a:gd name="csX201" fmla="*/ 34588 w 262792"/>
                <a:gd name="csY201" fmla="*/ 90945 h 294732"/>
                <a:gd name="csX202" fmla="*/ 34999 w 262792"/>
                <a:gd name="csY202" fmla="*/ 89606 h 294732"/>
                <a:gd name="csX203" fmla="*/ 34779 w 262792"/>
                <a:gd name="csY203" fmla="*/ 88107 h 294732"/>
                <a:gd name="csX204" fmla="*/ 34748 w 262792"/>
                <a:gd name="csY204" fmla="*/ 86273 h 294732"/>
                <a:gd name="csX205" fmla="*/ 35007 w 262792"/>
                <a:gd name="csY205" fmla="*/ 84143 h 294732"/>
                <a:gd name="csX206" fmla="*/ 28859 w 262792"/>
                <a:gd name="csY206" fmla="*/ 71505 h 294732"/>
                <a:gd name="csX207" fmla="*/ 23982 w 262792"/>
                <a:gd name="csY207" fmla="*/ 59773 h 294732"/>
                <a:gd name="csX208" fmla="*/ 23153 w 262792"/>
                <a:gd name="csY208" fmla="*/ 53846 h 294732"/>
                <a:gd name="csX209" fmla="*/ 16701 w 262792"/>
                <a:gd name="csY209" fmla="*/ 46062 h 294732"/>
                <a:gd name="csX210" fmla="*/ 14160 w 262792"/>
                <a:gd name="csY210" fmla="*/ 41003 h 294732"/>
                <a:gd name="csX211" fmla="*/ 12714 w 262792"/>
                <a:gd name="csY211" fmla="*/ 37457 h 294732"/>
                <a:gd name="csX212" fmla="*/ 11626 w 262792"/>
                <a:gd name="csY212" fmla="*/ 36118 h 294732"/>
                <a:gd name="csX213" fmla="*/ 12037 w 262792"/>
                <a:gd name="csY213" fmla="*/ 35441 h 294732"/>
                <a:gd name="csX214" fmla="*/ 13696 w 262792"/>
                <a:gd name="csY214" fmla="*/ 35266 h 294732"/>
                <a:gd name="csX215" fmla="*/ 17393 w 262792"/>
                <a:gd name="csY215" fmla="*/ 34444 h 294732"/>
                <a:gd name="csX216" fmla="*/ 22461 w 262792"/>
                <a:gd name="csY216" fmla="*/ 33546 h 294732"/>
                <a:gd name="csX217" fmla="*/ 27140 w 262792"/>
                <a:gd name="csY217" fmla="*/ 31492 h 294732"/>
                <a:gd name="csX218" fmla="*/ 28388 w 262792"/>
                <a:gd name="csY218" fmla="*/ 30579 h 294732"/>
                <a:gd name="csX219" fmla="*/ 30868 w 262792"/>
                <a:gd name="csY219" fmla="*/ 30396 h 294732"/>
                <a:gd name="csX220" fmla="*/ 33394 w 262792"/>
                <a:gd name="csY220" fmla="*/ 30944 h 294732"/>
                <a:gd name="csX221" fmla="*/ 34330 w 262792"/>
                <a:gd name="csY221" fmla="*/ 30548 h 294732"/>
                <a:gd name="csX222" fmla="*/ 34862 w 262792"/>
                <a:gd name="csY222" fmla="*/ 30518 h 294732"/>
                <a:gd name="csX223" fmla="*/ 40789 w 262792"/>
                <a:gd name="csY223" fmla="*/ 30518 h 294732"/>
                <a:gd name="csX224" fmla="*/ 43255 w 262792"/>
                <a:gd name="csY224" fmla="*/ 30381 h 294732"/>
                <a:gd name="csX225" fmla="*/ 47828 w 262792"/>
                <a:gd name="csY225" fmla="*/ 30419 h 294732"/>
                <a:gd name="csX226" fmla="*/ 50711 w 262792"/>
                <a:gd name="csY226" fmla="*/ 30586 h 294732"/>
                <a:gd name="csX227" fmla="*/ 52355 w 262792"/>
                <a:gd name="csY227" fmla="*/ 30815 h 294732"/>
                <a:gd name="csX228" fmla="*/ 56791 w 262792"/>
                <a:gd name="csY228" fmla="*/ 31172 h 294732"/>
                <a:gd name="csX229" fmla="*/ 62329 w 262792"/>
                <a:gd name="csY229" fmla="*/ 31089 h 294732"/>
                <a:gd name="csX230" fmla="*/ 64285 w 262792"/>
                <a:gd name="csY230" fmla="*/ 30906 h 294732"/>
                <a:gd name="csX231" fmla="*/ 71543 w 262792"/>
                <a:gd name="csY231" fmla="*/ 30784 h 294732"/>
                <a:gd name="csX232" fmla="*/ 78711 w 262792"/>
                <a:gd name="csY232" fmla="*/ 30662 h 294732"/>
                <a:gd name="csX233" fmla="*/ 85155 w 262792"/>
                <a:gd name="csY233" fmla="*/ 30556 h 294732"/>
                <a:gd name="csX234" fmla="*/ 92277 w 262792"/>
                <a:gd name="csY234" fmla="*/ 30579 h 294732"/>
                <a:gd name="csX235" fmla="*/ 97725 w 262792"/>
                <a:gd name="csY235" fmla="*/ 30594 h 294732"/>
                <a:gd name="csX236" fmla="*/ 100205 w 262792"/>
                <a:gd name="csY236" fmla="*/ 31332 h 294732"/>
                <a:gd name="csX237" fmla="*/ 102457 w 262792"/>
                <a:gd name="csY237" fmla="*/ 32732 h 294732"/>
                <a:gd name="csX238" fmla="*/ 103484 w 262792"/>
                <a:gd name="csY238" fmla="*/ 34003 h 294732"/>
                <a:gd name="csX239" fmla="*/ 103971 w 262792"/>
                <a:gd name="csY239" fmla="*/ 34566 h 294732"/>
                <a:gd name="csX240" fmla="*/ 104641 w 262792"/>
                <a:gd name="csY240" fmla="*/ 35905 h 294732"/>
                <a:gd name="csX241" fmla="*/ 105873 w 262792"/>
                <a:gd name="csY241" fmla="*/ 36970 h 294732"/>
                <a:gd name="csX242" fmla="*/ 106314 w 262792"/>
                <a:gd name="csY242" fmla="*/ 38614 h 294732"/>
                <a:gd name="csX243" fmla="*/ 105957 w 262792"/>
                <a:gd name="csY243" fmla="*/ 40843 h 294732"/>
                <a:gd name="csX244" fmla="*/ 106132 w 262792"/>
                <a:gd name="csY244" fmla="*/ 43529 h 294732"/>
                <a:gd name="csX245" fmla="*/ 106847 w 262792"/>
                <a:gd name="csY245" fmla="*/ 46663 h 294732"/>
                <a:gd name="csX246" fmla="*/ 108346 w 262792"/>
                <a:gd name="csY246" fmla="*/ 49950 h 294732"/>
                <a:gd name="csX247" fmla="*/ 110613 w 262792"/>
                <a:gd name="csY247" fmla="*/ 53405 h 294732"/>
                <a:gd name="csX248" fmla="*/ 111602 w 262792"/>
                <a:gd name="csY248" fmla="*/ 56144 h 294732"/>
                <a:gd name="csX249" fmla="*/ 111306 w 262792"/>
                <a:gd name="csY249" fmla="*/ 58175 h 294732"/>
                <a:gd name="csX250" fmla="*/ 112006 w 262792"/>
                <a:gd name="csY250" fmla="*/ 60321 h 294732"/>
                <a:gd name="csX251" fmla="*/ 113695 w 262792"/>
                <a:gd name="csY251" fmla="*/ 62580 h 294732"/>
                <a:gd name="csX252" fmla="*/ 114928 w 262792"/>
                <a:gd name="csY252" fmla="*/ 63775 h 294732"/>
                <a:gd name="csX253" fmla="*/ 115643 w 262792"/>
                <a:gd name="csY253" fmla="*/ 64680 h 294732"/>
                <a:gd name="csX254" fmla="*/ 117560 w 262792"/>
                <a:gd name="csY254" fmla="*/ 68150 h 294732"/>
                <a:gd name="csX255" fmla="*/ 121113 w 262792"/>
                <a:gd name="csY255" fmla="*/ 73689 h 294732"/>
                <a:gd name="csX256" fmla="*/ 123776 w 262792"/>
                <a:gd name="csY256" fmla="*/ 77843 h 294732"/>
                <a:gd name="csX257" fmla="*/ 124712 w 262792"/>
                <a:gd name="csY257" fmla="*/ 78338 h 294732"/>
                <a:gd name="csX258" fmla="*/ 126074 w 262792"/>
                <a:gd name="csY258" fmla="*/ 78163 h 294732"/>
                <a:gd name="csX259" fmla="*/ 128966 w 262792"/>
                <a:gd name="csY259" fmla="*/ 77752 h 294732"/>
                <a:gd name="csX260" fmla="*/ 131826 w 262792"/>
                <a:gd name="csY260" fmla="*/ 77668 h 294732"/>
                <a:gd name="csX261" fmla="*/ 133873 w 262792"/>
                <a:gd name="csY261" fmla="*/ 78520 h 294732"/>
                <a:gd name="csX262" fmla="*/ 134695 w 262792"/>
                <a:gd name="csY262" fmla="*/ 78376 h 294732"/>
                <a:gd name="csX263" fmla="*/ 137776 w 262792"/>
                <a:gd name="csY263" fmla="*/ 76725 h 294732"/>
                <a:gd name="csX264" fmla="*/ 140835 w 262792"/>
                <a:gd name="csY264" fmla="*/ 76223 h 294732"/>
                <a:gd name="csX265" fmla="*/ 144030 w 262792"/>
                <a:gd name="csY265" fmla="*/ 75538 h 294732"/>
                <a:gd name="csX266" fmla="*/ 145697 w 262792"/>
                <a:gd name="csY266" fmla="*/ 74838 h 294732"/>
                <a:gd name="csX267" fmla="*/ 147637 w 262792"/>
                <a:gd name="csY267" fmla="*/ 74838 h 294732"/>
                <a:gd name="csX268" fmla="*/ 152864 w 262792"/>
                <a:gd name="csY268" fmla="*/ 76169 h 294732"/>
                <a:gd name="csX269" fmla="*/ 153853 w 262792"/>
                <a:gd name="csY269" fmla="*/ 76238 h 294732"/>
                <a:gd name="csX270" fmla="*/ 158083 w 262792"/>
                <a:gd name="csY270" fmla="*/ 76238 h 294732"/>
                <a:gd name="csX271" fmla="*/ 162314 w 262792"/>
                <a:gd name="csY271" fmla="*/ 75492 h 294732"/>
                <a:gd name="csX272" fmla="*/ 162938 w 262792"/>
                <a:gd name="csY272" fmla="*/ 69923 h 294732"/>
                <a:gd name="csX273" fmla="*/ 162976 w 262792"/>
                <a:gd name="csY273" fmla="*/ 68820 h 294732"/>
                <a:gd name="csX274" fmla="*/ 163995 w 262792"/>
                <a:gd name="csY274" fmla="*/ 66727 h 294732"/>
                <a:gd name="csX275" fmla="*/ 165289 w 262792"/>
                <a:gd name="csY275" fmla="*/ 64901 h 294732"/>
                <a:gd name="csX276" fmla="*/ 165449 w 262792"/>
                <a:gd name="csY276" fmla="*/ 63159 h 294732"/>
                <a:gd name="csX277" fmla="*/ 165372 w 262792"/>
                <a:gd name="csY277" fmla="*/ 60777 h 294732"/>
                <a:gd name="csX278" fmla="*/ 166308 w 262792"/>
                <a:gd name="csY278" fmla="*/ 57894 h 294732"/>
                <a:gd name="csX279" fmla="*/ 169146 w 262792"/>
                <a:gd name="csY279" fmla="*/ 55596 h 294732"/>
                <a:gd name="csX280" fmla="*/ 173734 w 262792"/>
                <a:gd name="csY280" fmla="*/ 54508 h 294732"/>
                <a:gd name="csX281" fmla="*/ 176344 w 262792"/>
                <a:gd name="csY281" fmla="*/ 54295 h 294732"/>
                <a:gd name="csX282" fmla="*/ 180460 w 262792"/>
                <a:gd name="csY282" fmla="*/ 53656 h 294732"/>
                <a:gd name="csX283" fmla="*/ 186699 w 262792"/>
                <a:gd name="csY283" fmla="*/ 53009 h 294732"/>
                <a:gd name="csX284" fmla="*/ 189005 w 262792"/>
                <a:gd name="csY284" fmla="*/ 53092 h 294732"/>
                <a:gd name="csX285" fmla="*/ 189187 w 262792"/>
                <a:gd name="csY285" fmla="*/ 53420 h 294732"/>
                <a:gd name="csX286" fmla="*/ 187863 w 262792"/>
                <a:gd name="csY286" fmla="*/ 57407 h 294732"/>
                <a:gd name="csX287" fmla="*/ 187840 w 262792"/>
                <a:gd name="csY287" fmla="*/ 58708 h 294732"/>
                <a:gd name="csX288" fmla="*/ 188320 w 262792"/>
                <a:gd name="csY288" fmla="*/ 60024 h 294732"/>
                <a:gd name="csX289" fmla="*/ 189377 w 262792"/>
                <a:gd name="csY289" fmla="*/ 60739 h 294732"/>
                <a:gd name="csX290" fmla="*/ 195852 w 262792"/>
                <a:gd name="csY290" fmla="*/ 60815 h 294732"/>
                <a:gd name="csX291" fmla="*/ 201817 w 262792"/>
                <a:gd name="csY291" fmla="*/ 60891 h 294732"/>
                <a:gd name="csX292" fmla="*/ 208658 w 262792"/>
                <a:gd name="csY292" fmla="*/ 61142 h 294732"/>
                <a:gd name="csX293" fmla="*/ 213785 w 262792"/>
                <a:gd name="csY293" fmla="*/ 61325 h 294732"/>
                <a:gd name="csX294" fmla="*/ 214440 w 262792"/>
                <a:gd name="csY294" fmla="*/ 61523 h 294732"/>
                <a:gd name="csX295" fmla="*/ 214957 w 262792"/>
                <a:gd name="csY295" fmla="*/ 61820 h 294732"/>
                <a:gd name="csX296" fmla="*/ 215718 w 262792"/>
                <a:gd name="csY296" fmla="*/ 63798 h 294732"/>
                <a:gd name="csX297" fmla="*/ 215551 w 262792"/>
                <a:gd name="csY297" fmla="*/ 67663 h 294732"/>
                <a:gd name="csX298" fmla="*/ 214410 w 262792"/>
                <a:gd name="csY298" fmla="*/ 73309 h 294732"/>
                <a:gd name="csX299" fmla="*/ 214851 w 262792"/>
                <a:gd name="csY299" fmla="*/ 78589 h 294732"/>
                <a:gd name="csX300" fmla="*/ 216883 w 262792"/>
                <a:gd name="csY300" fmla="*/ 83504 h 294732"/>
                <a:gd name="csX301" fmla="*/ 217088 w 262792"/>
                <a:gd name="csY301" fmla="*/ 91059 h 294732"/>
                <a:gd name="csX302" fmla="*/ 216373 w 262792"/>
                <a:gd name="csY302" fmla="*/ 95571 h 294732"/>
                <a:gd name="csX303" fmla="*/ 215467 w 262792"/>
                <a:gd name="csY303" fmla="*/ 101262 h 294732"/>
                <a:gd name="csX304" fmla="*/ 215117 w 262792"/>
                <a:gd name="csY304" fmla="*/ 107722 h 294732"/>
                <a:gd name="csX305" fmla="*/ 216045 w 262792"/>
                <a:gd name="csY305" fmla="*/ 110423 h 294732"/>
                <a:gd name="csX306" fmla="*/ 218008 w 262792"/>
                <a:gd name="csY306" fmla="*/ 113246 h 294732"/>
                <a:gd name="csX307" fmla="*/ 221006 w 262792"/>
                <a:gd name="csY307" fmla="*/ 116206 h 294732"/>
                <a:gd name="csX308" fmla="*/ 223327 w 262792"/>
                <a:gd name="csY308" fmla="*/ 120033 h 294732"/>
                <a:gd name="csX309" fmla="*/ 224970 w 262792"/>
                <a:gd name="csY309" fmla="*/ 124742 h 294732"/>
                <a:gd name="csX310" fmla="*/ 225564 w 262792"/>
                <a:gd name="csY310" fmla="*/ 127710 h 294732"/>
                <a:gd name="csX311" fmla="*/ 225123 w 262792"/>
                <a:gd name="csY311" fmla="*/ 128935 h 294732"/>
                <a:gd name="csX312" fmla="*/ 225153 w 262792"/>
                <a:gd name="csY312" fmla="*/ 131050 h 294732"/>
                <a:gd name="csX313" fmla="*/ 225663 w 262792"/>
                <a:gd name="csY313" fmla="*/ 134063 h 294732"/>
                <a:gd name="csX314" fmla="*/ 225092 w 262792"/>
                <a:gd name="csY314" fmla="*/ 136064 h 294732"/>
                <a:gd name="csX315" fmla="*/ 223449 w 262792"/>
                <a:gd name="csY315" fmla="*/ 137045 h 294732"/>
                <a:gd name="csX316" fmla="*/ 222901 w 262792"/>
                <a:gd name="csY316" fmla="*/ 138400 h 294732"/>
                <a:gd name="csX317" fmla="*/ 223730 w 262792"/>
                <a:gd name="csY317" fmla="*/ 141002 h 294732"/>
                <a:gd name="csX318" fmla="*/ 223936 w 262792"/>
                <a:gd name="csY318" fmla="*/ 143368 h 294732"/>
                <a:gd name="csX319" fmla="*/ 224582 w 262792"/>
                <a:gd name="csY319" fmla="*/ 144274 h 294732"/>
                <a:gd name="csX320" fmla="*/ 225054 w 262792"/>
                <a:gd name="csY320" fmla="*/ 144928 h 294732"/>
                <a:gd name="csX321" fmla="*/ 225830 w 262792"/>
                <a:gd name="csY321" fmla="*/ 145027 h 294732"/>
                <a:gd name="csX322" fmla="*/ 227496 w 262792"/>
                <a:gd name="csY322" fmla="*/ 144182 h 294732"/>
                <a:gd name="csX323" fmla="*/ 229490 w 262792"/>
                <a:gd name="csY323" fmla="*/ 142607 h 294732"/>
                <a:gd name="csX324" fmla="*/ 231088 w 262792"/>
                <a:gd name="csY324" fmla="*/ 141945 h 294732"/>
                <a:gd name="csX325" fmla="*/ 233340 w 262792"/>
                <a:gd name="csY325" fmla="*/ 142029 h 294732"/>
                <a:gd name="csX326" fmla="*/ 236505 w 262792"/>
                <a:gd name="csY326" fmla="*/ 142478 h 294732"/>
                <a:gd name="csX327" fmla="*/ 242090 w 262792"/>
                <a:gd name="csY327" fmla="*/ 142638 h 294732"/>
                <a:gd name="csX328" fmla="*/ 243809 w 262792"/>
                <a:gd name="csY328" fmla="*/ 142356 h 294732"/>
                <a:gd name="csX329" fmla="*/ 249006 w 262792"/>
                <a:gd name="csY329" fmla="*/ 140233 h 294732"/>
                <a:gd name="csX330" fmla="*/ 250368 w 262792"/>
                <a:gd name="csY330" fmla="*/ 140074 h 294732"/>
                <a:gd name="csX331" fmla="*/ 252422 w 262792"/>
                <a:gd name="csY331" fmla="*/ 140271 h 294732"/>
                <a:gd name="csX332" fmla="*/ 255336 w 262792"/>
                <a:gd name="csY332" fmla="*/ 140903 h 294732"/>
                <a:gd name="csX333" fmla="*/ 258273 w 262792"/>
                <a:gd name="csY333" fmla="*/ 141032 h 294732"/>
                <a:gd name="csX334" fmla="*/ 259703 w 262792"/>
                <a:gd name="csY334" fmla="*/ 140378 h 294732"/>
                <a:gd name="csX335" fmla="*/ 259833 w 262792"/>
                <a:gd name="csY335" fmla="*/ 139518 h 294732"/>
                <a:gd name="csX336" fmla="*/ 260289 w 262792"/>
                <a:gd name="csY336" fmla="*/ 138400 h 294732"/>
                <a:gd name="csX337" fmla="*/ 261080 w 262792"/>
                <a:gd name="csY337" fmla="*/ 137981 h 2947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Lst>
              <a:rect l="l" t="t" r="r" b="b"/>
              <a:pathLst>
                <a:path w="262792" h="294732">
                  <a:moveTo>
                    <a:pt x="28464" y="4382"/>
                  </a:moveTo>
                  <a:lnTo>
                    <a:pt x="28136" y="4725"/>
                  </a:lnTo>
                  <a:lnTo>
                    <a:pt x="25793" y="5668"/>
                  </a:lnTo>
                  <a:lnTo>
                    <a:pt x="23275" y="6551"/>
                  </a:lnTo>
                  <a:lnTo>
                    <a:pt x="19965" y="10142"/>
                  </a:lnTo>
                  <a:lnTo>
                    <a:pt x="18291" y="11694"/>
                  </a:lnTo>
                  <a:lnTo>
                    <a:pt x="17804" y="12082"/>
                  </a:lnTo>
                  <a:lnTo>
                    <a:pt x="16290" y="12942"/>
                  </a:lnTo>
                  <a:lnTo>
                    <a:pt x="15194" y="13680"/>
                  </a:lnTo>
                  <a:lnTo>
                    <a:pt x="15232" y="14084"/>
                  </a:lnTo>
                  <a:lnTo>
                    <a:pt x="15963" y="14555"/>
                  </a:lnTo>
                  <a:lnTo>
                    <a:pt x="16709" y="15331"/>
                  </a:lnTo>
                  <a:lnTo>
                    <a:pt x="16632" y="21198"/>
                  </a:lnTo>
                  <a:lnTo>
                    <a:pt x="16313" y="26980"/>
                  </a:lnTo>
                  <a:lnTo>
                    <a:pt x="15902" y="27467"/>
                  </a:lnTo>
                  <a:lnTo>
                    <a:pt x="13802" y="27657"/>
                  </a:lnTo>
                  <a:lnTo>
                    <a:pt x="11010" y="28060"/>
                  </a:lnTo>
                  <a:lnTo>
                    <a:pt x="10120" y="28319"/>
                  </a:lnTo>
                  <a:lnTo>
                    <a:pt x="9807" y="27748"/>
                  </a:lnTo>
                  <a:lnTo>
                    <a:pt x="8872" y="25633"/>
                  </a:lnTo>
                  <a:lnTo>
                    <a:pt x="9397" y="23625"/>
                  </a:lnTo>
                  <a:lnTo>
                    <a:pt x="9960" y="22126"/>
                  </a:lnTo>
                  <a:lnTo>
                    <a:pt x="9328" y="19075"/>
                  </a:lnTo>
                  <a:lnTo>
                    <a:pt x="7905" y="16358"/>
                  </a:lnTo>
                  <a:lnTo>
                    <a:pt x="6399" y="12912"/>
                  </a:lnTo>
                  <a:lnTo>
                    <a:pt x="5935" y="12250"/>
                  </a:lnTo>
                  <a:lnTo>
                    <a:pt x="7205" y="11139"/>
                  </a:lnTo>
                  <a:lnTo>
                    <a:pt x="9115" y="8704"/>
                  </a:lnTo>
                  <a:lnTo>
                    <a:pt x="9914" y="7441"/>
                  </a:lnTo>
                  <a:lnTo>
                    <a:pt x="12128" y="7160"/>
                  </a:lnTo>
                  <a:lnTo>
                    <a:pt x="12950" y="6277"/>
                  </a:lnTo>
                  <a:lnTo>
                    <a:pt x="13536" y="4862"/>
                  </a:lnTo>
                  <a:lnTo>
                    <a:pt x="13764" y="4040"/>
                  </a:lnTo>
                  <a:lnTo>
                    <a:pt x="16260" y="3371"/>
                  </a:lnTo>
                  <a:lnTo>
                    <a:pt x="19257" y="2176"/>
                  </a:lnTo>
                  <a:lnTo>
                    <a:pt x="20916" y="867"/>
                  </a:lnTo>
                  <a:lnTo>
                    <a:pt x="22597" y="30"/>
                  </a:lnTo>
                  <a:lnTo>
                    <a:pt x="23663" y="0"/>
                  </a:lnTo>
                  <a:lnTo>
                    <a:pt x="24363" y="342"/>
                  </a:lnTo>
                  <a:lnTo>
                    <a:pt x="26288" y="2610"/>
                  </a:lnTo>
                  <a:lnTo>
                    <a:pt x="27924" y="4040"/>
                  </a:lnTo>
                  <a:lnTo>
                    <a:pt x="28464" y="4382"/>
                  </a:lnTo>
                  <a:close/>
                  <a:moveTo>
                    <a:pt x="261080" y="137981"/>
                  </a:moveTo>
                  <a:lnTo>
                    <a:pt x="261552" y="140812"/>
                  </a:lnTo>
                  <a:lnTo>
                    <a:pt x="262017" y="144745"/>
                  </a:lnTo>
                  <a:lnTo>
                    <a:pt x="262344" y="147576"/>
                  </a:lnTo>
                  <a:lnTo>
                    <a:pt x="262678" y="148846"/>
                  </a:lnTo>
                  <a:lnTo>
                    <a:pt x="262793" y="149523"/>
                  </a:lnTo>
                  <a:lnTo>
                    <a:pt x="262420" y="150254"/>
                  </a:lnTo>
                  <a:lnTo>
                    <a:pt x="262116" y="151951"/>
                  </a:lnTo>
                  <a:lnTo>
                    <a:pt x="261514" y="153457"/>
                  </a:lnTo>
                  <a:lnTo>
                    <a:pt x="261179" y="154507"/>
                  </a:lnTo>
                  <a:lnTo>
                    <a:pt x="261461" y="156440"/>
                  </a:lnTo>
                  <a:lnTo>
                    <a:pt x="261233" y="159209"/>
                  </a:lnTo>
                  <a:lnTo>
                    <a:pt x="260997" y="162138"/>
                  </a:lnTo>
                  <a:lnTo>
                    <a:pt x="260921" y="164961"/>
                  </a:lnTo>
                  <a:lnTo>
                    <a:pt x="261720" y="170013"/>
                  </a:lnTo>
                  <a:lnTo>
                    <a:pt x="261606" y="171565"/>
                  </a:lnTo>
                  <a:lnTo>
                    <a:pt x="260609" y="174213"/>
                  </a:lnTo>
                  <a:lnTo>
                    <a:pt x="259855" y="176222"/>
                  </a:lnTo>
                  <a:lnTo>
                    <a:pt x="259369" y="178550"/>
                  </a:lnTo>
                  <a:lnTo>
                    <a:pt x="259277" y="179768"/>
                  </a:lnTo>
                  <a:lnTo>
                    <a:pt x="261103" y="183207"/>
                  </a:lnTo>
                  <a:lnTo>
                    <a:pt x="260997" y="183891"/>
                  </a:lnTo>
                  <a:lnTo>
                    <a:pt x="259597" y="184104"/>
                  </a:lnTo>
                  <a:lnTo>
                    <a:pt x="258440" y="184165"/>
                  </a:lnTo>
                  <a:lnTo>
                    <a:pt x="254012" y="184165"/>
                  </a:lnTo>
                  <a:lnTo>
                    <a:pt x="247666" y="184165"/>
                  </a:lnTo>
                  <a:lnTo>
                    <a:pt x="241321" y="184165"/>
                  </a:lnTo>
                  <a:lnTo>
                    <a:pt x="234976" y="184165"/>
                  </a:lnTo>
                  <a:lnTo>
                    <a:pt x="229140" y="184165"/>
                  </a:lnTo>
                  <a:lnTo>
                    <a:pt x="223555" y="184165"/>
                  </a:lnTo>
                  <a:lnTo>
                    <a:pt x="218632" y="184165"/>
                  </a:lnTo>
                  <a:lnTo>
                    <a:pt x="218632" y="187559"/>
                  </a:lnTo>
                  <a:lnTo>
                    <a:pt x="218632" y="194559"/>
                  </a:lnTo>
                  <a:lnTo>
                    <a:pt x="218632" y="201566"/>
                  </a:lnTo>
                  <a:lnTo>
                    <a:pt x="218632" y="208581"/>
                  </a:lnTo>
                  <a:lnTo>
                    <a:pt x="218632" y="215611"/>
                  </a:lnTo>
                  <a:lnTo>
                    <a:pt x="218632" y="222649"/>
                  </a:lnTo>
                  <a:lnTo>
                    <a:pt x="218632" y="229695"/>
                  </a:lnTo>
                  <a:lnTo>
                    <a:pt x="218632" y="236748"/>
                  </a:lnTo>
                  <a:lnTo>
                    <a:pt x="218632" y="243816"/>
                  </a:lnTo>
                  <a:lnTo>
                    <a:pt x="218632" y="248922"/>
                  </a:lnTo>
                  <a:lnTo>
                    <a:pt x="219918" y="255708"/>
                  </a:lnTo>
                  <a:lnTo>
                    <a:pt x="222277" y="263104"/>
                  </a:lnTo>
                  <a:lnTo>
                    <a:pt x="223197" y="263789"/>
                  </a:lnTo>
                  <a:lnTo>
                    <a:pt x="225571" y="265151"/>
                  </a:lnTo>
                  <a:lnTo>
                    <a:pt x="228866" y="267935"/>
                  </a:lnTo>
                  <a:lnTo>
                    <a:pt x="230715" y="270043"/>
                  </a:lnTo>
                  <a:lnTo>
                    <a:pt x="234473" y="273703"/>
                  </a:lnTo>
                  <a:lnTo>
                    <a:pt x="239472" y="278374"/>
                  </a:lnTo>
                  <a:lnTo>
                    <a:pt x="244288" y="282567"/>
                  </a:lnTo>
                  <a:lnTo>
                    <a:pt x="248541" y="286264"/>
                  </a:lnTo>
                  <a:lnTo>
                    <a:pt x="241869" y="287566"/>
                  </a:lnTo>
                  <a:lnTo>
                    <a:pt x="232381" y="289407"/>
                  </a:lnTo>
                  <a:lnTo>
                    <a:pt x="225982" y="290655"/>
                  </a:lnTo>
                  <a:lnTo>
                    <a:pt x="218214" y="292169"/>
                  </a:lnTo>
                  <a:lnTo>
                    <a:pt x="213040" y="293120"/>
                  </a:lnTo>
                  <a:lnTo>
                    <a:pt x="206595" y="294299"/>
                  </a:lnTo>
                  <a:lnTo>
                    <a:pt x="205569" y="294276"/>
                  </a:lnTo>
                  <a:lnTo>
                    <a:pt x="203841" y="293462"/>
                  </a:lnTo>
                  <a:lnTo>
                    <a:pt x="200113" y="293302"/>
                  </a:lnTo>
                  <a:lnTo>
                    <a:pt x="195730" y="294428"/>
                  </a:lnTo>
                  <a:lnTo>
                    <a:pt x="192254" y="294733"/>
                  </a:lnTo>
                  <a:lnTo>
                    <a:pt x="189682" y="294215"/>
                  </a:lnTo>
                  <a:lnTo>
                    <a:pt x="187171" y="293234"/>
                  </a:lnTo>
                  <a:lnTo>
                    <a:pt x="184721" y="291781"/>
                  </a:lnTo>
                  <a:lnTo>
                    <a:pt x="180483" y="291248"/>
                  </a:lnTo>
                  <a:lnTo>
                    <a:pt x="174449" y="291644"/>
                  </a:lnTo>
                  <a:lnTo>
                    <a:pt x="168637" y="291362"/>
                  </a:lnTo>
                  <a:lnTo>
                    <a:pt x="163036" y="290403"/>
                  </a:lnTo>
                  <a:lnTo>
                    <a:pt x="159034" y="290023"/>
                  </a:lnTo>
                  <a:lnTo>
                    <a:pt x="156622" y="290228"/>
                  </a:lnTo>
                  <a:lnTo>
                    <a:pt x="154036" y="289916"/>
                  </a:lnTo>
                  <a:lnTo>
                    <a:pt x="151273" y="289087"/>
                  </a:lnTo>
                  <a:lnTo>
                    <a:pt x="148968" y="287680"/>
                  </a:lnTo>
                  <a:lnTo>
                    <a:pt x="146199" y="284712"/>
                  </a:lnTo>
                  <a:lnTo>
                    <a:pt x="144030" y="281882"/>
                  </a:lnTo>
                  <a:lnTo>
                    <a:pt x="143467" y="281479"/>
                  </a:lnTo>
                  <a:lnTo>
                    <a:pt x="142783" y="281045"/>
                  </a:lnTo>
                  <a:lnTo>
                    <a:pt x="142105" y="280916"/>
                  </a:lnTo>
                  <a:lnTo>
                    <a:pt x="135957" y="280839"/>
                  </a:lnTo>
                  <a:lnTo>
                    <a:pt x="130122" y="280771"/>
                  </a:lnTo>
                  <a:lnTo>
                    <a:pt x="126782" y="280764"/>
                  </a:lnTo>
                  <a:lnTo>
                    <a:pt x="118610" y="280756"/>
                  </a:lnTo>
                  <a:lnTo>
                    <a:pt x="110438" y="280748"/>
                  </a:lnTo>
                  <a:lnTo>
                    <a:pt x="102267" y="280733"/>
                  </a:lnTo>
                  <a:lnTo>
                    <a:pt x="94095" y="280726"/>
                  </a:lnTo>
                  <a:lnTo>
                    <a:pt x="85924" y="280710"/>
                  </a:lnTo>
                  <a:lnTo>
                    <a:pt x="77752" y="280702"/>
                  </a:lnTo>
                  <a:lnTo>
                    <a:pt x="69580" y="280688"/>
                  </a:lnTo>
                  <a:lnTo>
                    <a:pt x="61409" y="280680"/>
                  </a:lnTo>
                  <a:lnTo>
                    <a:pt x="57072" y="280672"/>
                  </a:lnTo>
                  <a:lnTo>
                    <a:pt x="53040" y="280900"/>
                  </a:lnTo>
                  <a:lnTo>
                    <a:pt x="48588" y="281144"/>
                  </a:lnTo>
                  <a:lnTo>
                    <a:pt x="47949" y="281037"/>
                  </a:lnTo>
                  <a:lnTo>
                    <a:pt x="46892" y="280695"/>
                  </a:lnTo>
                  <a:lnTo>
                    <a:pt x="46169" y="280071"/>
                  </a:lnTo>
                  <a:lnTo>
                    <a:pt x="43772" y="278466"/>
                  </a:lnTo>
                  <a:lnTo>
                    <a:pt x="41688" y="277248"/>
                  </a:lnTo>
                  <a:lnTo>
                    <a:pt x="38849" y="275194"/>
                  </a:lnTo>
                  <a:lnTo>
                    <a:pt x="37016" y="272949"/>
                  </a:lnTo>
                  <a:lnTo>
                    <a:pt x="35471" y="272234"/>
                  </a:lnTo>
                  <a:lnTo>
                    <a:pt x="32740" y="271831"/>
                  </a:lnTo>
                  <a:lnTo>
                    <a:pt x="30686" y="271435"/>
                  </a:lnTo>
                  <a:lnTo>
                    <a:pt x="29012" y="271344"/>
                  </a:lnTo>
                  <a:lnTo>
                    <a:pt x="26067" y="272402"/>
                  </a:lnTo>
                  <a:lnTo>
                    <a:pt x="23845" y="273452"/>
                  </a:lnTo>
                  <a:lnTo>
                    <a:pt x="22263" y="274464"/>
                  </a:lnTo>
                  <a:lnTo>
                    <a:pt x="19516" y="275620"/>
                  </a:lnTo>
                  <a:lnTo>
                    <a:pt x="17203" y="276777"/>
                  </a:lnTo>
                  <a:lnTo>
                    <a:pt x="13171" y="276624"/>
                  </a:lnTo>
                  <a:lnTo>
                    <a:pt x="12296" y="276792"/>
                  </a:lnTo>
                  <a:lnTo>
                    <a:pt x="10051" y="276716"/>
                  </a:lnTo>
                  <a:lnTo>
                    <a:pt x="7936" y="275704"/>
                  </a:lnTo>
                  <a:lnTo>
                    <a:pt x="5790" y="275795"/>
                  </a:lnTo>
                  <a:lnTo>
                    <a:pt x="3409" y="277081"/>
                  </a:lnTo>
                  <a:lnTo>
                    <a:pt x="0" y="277583"/>
                  </a:lnTo>
                  <a:lnTo>
                    <a:pt x="791" y="269191"/>
                  </a:lnTo>
                  <a:lnTo>
                    <a:pt x="1621" y="265485"/>
                  </a:lnTo>
                  <a:lnTo>
                    <a:pt x="1643" y="261057"/>
                  </a:lnTo>
                  <a:lnTo>
                    <a:pt x="1157" y="249614"/>
                  </a:lnTo>
                  <a:lnTo>
                    <a:pt x="571" y="248039"/>
                  </a:lnTo>
                  <a:lnTo>
                    <a:pt x="175" y="246198"/>
                  </a:lnTo>
                  <a:lnTo>
                    <a:pt x="2283" y="244798"/>
                  </a:lnTo>
                  <a:lnTo>
                    <a:pt x="3355" y="243725"/>
                  </a:lnTo>
                  <a:lnTo>
                    <a:pt x="4809" y="241830"/>
                  </a:lnTo>
                  <a:lnTo>
                    <a:pt x="5843" y="239175"/>
                  </a:lnTo>
                  <a:lnTo>
                    <a:pt x="7061" y="233332"/>
                  </a:lnTo>
                  <a:lnTo>
                    <a:pt x="11489" y="219918"/>
                  </a:lnTo>
                  <a:lnTo>
                    <a:pt x="13589" y="206808"/>
                  </a:lnTo>
                  <a:lnTo>
                    <a:pt x="16252" y="200615"/>
                  </a:lnTo>
                  <a:lnTo>
                    <a:pt x="17249" y="193676"/>
                  </a:lnTo>
                  <a:lnTo>
                    <a:pt x="24660" y="184736"/>
                  </a:lnTo>
                  <a:lnTo>
                    <a:pt x="26486" y="179250"/>
                  </a:lnTo>
                  <a:lnTo>
                    <a:pt x="30320" y="176564"/>
                  </a:lnTo>
                  <a:lnTo>
                    <a:pt x="35745" y="173703"/>
                  </a:lnTo>
                  <a:lnTo>
                    <a:pt x="39610" y="168613"/>
                  </a:lnTo>
                  <a:lnTo>
                    <a:pt x="41482" y="165090"/>
                  </a:lnTo>
                  <a:lnTo>
                    <a:pt x="43613" y="158342"/>
                  </a:lnTo>
                  <a:lnTo>
                    <a:pt x="43590" y="151304"/>
                  </a:lnTo>
                  <a:lnTo>
                    <a:pt x="44944" y="141923"/>
                  </a:lnTo>
                  <a:lnTo>
                    <a:pt x="44647" y="139229"/>
                  </a:lnTo>
                  <a:lnTo>
                    <a:pt x="42623" y="135501"/>
                  </a:lnTo>
                  <a:lnTo>
                    <a:pt x="42250" y="132838"/>
                  </a:lnTo>
                  <a:lnTo>
                    <a:pt x="40371" y="130220"/>
                  </a:lnTo>
                  <a:lnTo>
                    <a:pt x="38363" y="128242"/>
                  </a:lnTo>
                  <a:lnTo>
                    <a:pt x="37419" y="124712"/>
                  </a:lnTo>
                  <a:lnTo>
                    <a:pt x="33934" y="119150"/>
                  </a:lnTo>
                  <a:lnTo>
                    <a:pt x="32983" y="115445"/>
                  </a:lnTo>
                  <a:lnTo>
                    <a:pt x="31317" y="112782"/>
                  </a:lnTo>
                  <a:lnTo>
                    <a:pt x="31051" y="109502"/>
                  </a:lnTo>
                  <a:lnTo>
                    <a:pt x="30176" y="106033"/>
                  </a:lnTo>
                  <a:lnTo>
                    <a:pt x="28471" y="102609"/>
                  </a:lnTo>
                  <a:lnTo>
                    <a:pt x="26881" y="98691"/>
                  </a:lnTo>
                  <a:lnTo>
                    <a:pt x="26881" y="97466"/>
                  </a:lnTo>
                  <a:lnTo>
                    <a:pt x="27916" y="95990"/>
                  </a:lnTo>
                  <a:lnTo>
                    <a:pt x="28897" y="95510"/>
                  </a:lnTo>
                  <a:lnTo>
                    <a:pt x="28570" y="96256"/>
                  </a:lnTo>
                  <a:lnTo>
                    <a:pt x="27916" y="97131"/>
                  </a:lnTo>
                  <a:lnTo>
                    <a:pt x="28076" y="97808"/>
                  </a:lnTo>
                  <a:lnTo>
                    <a:pt x="34588" y="90945"/>
                  </a:lnTo>
                  <a:lnTo>
                    <a:pt x="34999" y="89606"/>
                  </a:lnTo>
                  <a:lnTo>
                    <a:pt x="34779" y="88107"/>
                  </a:lnTo>
                  <a:lnTo>
                    <a:pt x="34748" y="86273"/>
                  </a:lnTo>
                  <a:lnTo>
                    <a:pt x="35007" y="84143"/>
                  </a:lnTo>
                  <a:lnTo>
                    <a:pt x="28859" y="71505"/>
                  </a:lnTo>
                  <a:lnTo>
                    <a:pt x="23982" y="59773"/>
                  </a:lnTo>
                  <a:lnTo>
                    <a:pt x="23153" y="53846"/>
                  </a:lnTo>
                  <a:lnTo>
                    <a:pt x="16701" y="46062"/>
                  </a:lnTo>
                  <a:lnTo>
                    <a:pt x="14160" y="41003"/>
                  </a:lnTo>
                  <a:lnTo>
                    <a:pt x="12714" y="37457"/>
                  </a:lnTo>
                  <a:lnTo>
                    <a:pt x="11626" y="36118"/>
                  </a:lnTo>
                  <a:lnTo>
                    <a:pt x="12037" y="35441"/>
                  </a:lnTo>
                  <a:lnTo>
                    <a:pt x="13696" y="35266"/>
                  </a:lnTo>
                  <a:lnTo>
                    <a:pt x="17393" y="34444"/>
                  </a:lnTo>
                  <a:lnTo>
                    <a:pt x="22461" y="33546"/>
                  </a:lnTo>
                  <a:lnTo>
                    <a:pt x="27140" y="31492"/>
                  </a:lnTo>
                  <a:lnTo>
                    <a:pt x="28388" y="30579"/>
                  </a:lnTo>
                  <a:lnTo>
                    <a:pt x="30868" y="30396"/>
                  </a:lnTo>
                  <a:lnTo>
                    <a:pt x="33394" y="30944"/>
                  </a:lnTo>
                  <a:lnTo>
                    <a:pt x="34330" y="30548"/>
                  </a:lnTo>
                  <a:lnTo>
                    <a:pt x="34862" y="30518"/>
                  </a:lnTo>
                  <a:lnTo>
                    <a:pt x="40789" y="30518"/>
                  </a:lnTo>
                  <a:lnTo>
                    <a:pt x="43255" y="30381"/>
                  </a:lnTo>
                  <a:lnTo>
                    <a:pt x="47828" y="30419"/>
                  </a:lnTo>
                  <a:lnTo>
                    <a:pt x="50711" y="30586"/>
                  </a:lnTo>
                  <a:lnTo>
                    <a:pt x="52355" y="30815"/>
                  </a:lnTo>
                  <a:lnTo>
                    <a:pt x="56791" y="31172"/>
                  </a:lnTo>
                  <a:lnTo>
                    <a:pt x="62329" y="31089"/>
                  </a:lnTo>
                  <a:lnTo>
                    <a:pt x="64285" y="30906"/>
                  </a:lnTo>
                  <a:lnTo>
                    <a:pt x="71543" y="30784"/>
                  </a:lnTo>
                  <a:lnTo>
                    <a:pt x="78711" y="30662"/>
                  </a:lnTo>
                  <a:lnTo>
                    <a:pt x="85155" y="30556"/>
                  </a:lnTo>
                  <a:lnTo>
                    <a:pt x="92277" y="30579"/>
                  </a:lnTo>
                  <a:lnTo>
                    <a:pt x="97725" y="30594"/>
                  </a:lnTo>
                  <a:lnTo>
                    <a:pt x="100205" y="31332"/>
                  </a:lnTo>
                  <a:lnTo>
                    <a:pt x="102457" y="32732"/>
                  </a:lnTo>
                  <a:lnTo>
                    <a:pt x="103484" y="34003"/>
                  </a:lnTo>
                  <a:lnTo>
                    <a:pt x="103971" y="34566"/>
                  </a:lnTo>
                  <a:lnTo>
                    <a:pt x="104641" y="35905"/>
                  </a:lnTo>
                  <a:lnTo>
                    <a:pt x="105873" y="36970"/>
                  </a:lnTo>
                  <a:lnTo>
                    <a:pt x="106314" y="38614"/>
                  </a:lnTo>
                  <a:lnTo>
                    <a:pt x="105957" y="40843"/>
                  </a:lnTo>
                  <a:lnTo>
                    <a:pt x="106132" y="43529"/>
                  </a:lnTo>
                  <a:lnTo>
                    <a:pt x="106847" y="46663"/>
                  </a:lnTo>
                  <a:lnTo>
                    <a:pt x="108346" y="49950"/>
                  </a:lnTo>
                  <a:lnTo>
                    <a:pt x="110613" y="53405"/>
                  </a:lnTo>
                  <a:lnTo>
                    <a:pt x="111602" y="56144"/>
                  </a:lnTo>
                  <a:lnTo>
                    <a:pt x="111306" y="58175"/>
                  </a:lnTo>
                  <a:lnTo>
                    <a:pt x="112006" y="60321"/>
                  </a:lnTo>
                  <a:lnTo>
                    <a:pt x="113695" y="62580"/>
                  </a:lnTo>
                  <a:lnTo>
                    <a:pt x="114928" y="63775"/>
                  </a:lnTo>
                  <a:lnTo>
                    <a:pt x="115643" y="64680"/>
                  </a:lnTo>
                  <a:lnTo>
                    <a:pt x="117560" y="68150"/>
                  </a:lnTo>
                  <a:lnTo>
                    <a:pt x="121113" y="73689"/>
                  </a:lnTo>
                  <a:lnTo>
                    <a:pt x="123776" y="77843"/>
                  </a:lnTo>
                  <a:lnTo>
                    <a:pt x="124712" y="78338"/>
                  </a:lnTo>
                  <a:lnTo>
                    <a:pt x="126074" y="78163"/>
                  </a:lnTo>
                  <a:lnTo>
                    <a:pt x="128966" y="77752"/>
                  </a:lnTo>
                  <a:lnTo>
                    <a:pt x="131826" y="77668"/>
                  </a:lnTo>
                  <a:lnTo>
                    <a:pt x="133873" y="78520"/>
                  </a:lnTo>
                  <a:lnTo>
                    <a:pt x="134695" y="78376"/>
                  </a:lnTo>
                  <a:lnTo>
                    <a:pt x="137776" y="76725"/>
                  </a:lnTo>
                  <a:lnTo>
                    <a:pt x="140835" y="76223"/>
                  </a:lnTo>
                  <a:lnTo>
                    <a:pt x="144030" y="75538"/>
                  </a:lnTo>
                  <a:lnTo>
                    <a:pt x="145697" y="74838"/>
                  </a:lnTo>
                  <a:lnTo>
                    <a:pt x="147637" y="74838"/>
                  </a:lnTo>
                  <a:lnTo>
                    <a:pt x="152864" y="76169"/>
                  </a:lnTo>
                  <a:lnTo>
                    <a:pt x="153853" y="76238"/>
                  </a:lnTo>
                  <a:lnTo>
                    <a:pt x="158083" y="76238"/>
                  </a:lnTo>
                  <a:lnTo>
                    <a:pt x="162314" y="75492"/>
                  </a:lnTo>
                  <a:lnTo>
                    <a:pt x="162938" y="69923"/>
                  </a:lnTo>
                  <a:lnTo>
                    <a:pt x="162976" y="68820"/>
                  </a:lnTo>
                  <a:lnTo>
                    <a:pt x="163995" y="66727"/>
                  </a:lnTo>
                  <a:lnTo>
                    <a:pt x="165289" y="64901"/>
                  </a:lnTo>
                  <a:lnTo>
                    <a:pt x="165449" y="63159"/>
                  </a:lnTo>
                  <a:lnTo>
                    <a:pt x="165372" y="60777"/>
                  </a:lnTo>
                  <a:lnTo>
                    <a:pt x="166308" y="57894"/>
                  </a:lnTo>
                  <a:lnTo>
                    <a:pt x="169146" y="55596"/>
                  </a:lnTo>
                  <a:lnTo>
                    <a:pt x="173734" y="54508"/>
                  </a:lnTo>
                  <a:lnTo>
                    <a:pt x="176344" y="54295"/>
                  </a:lnTo>
                  <a:lnTo>
                    <a:pt x="180460" y="53656"/>
                  </a:lnTo>
                  <a:lnTo>
                    <a:pt x="186699" y="53009"/>
                  </a:lnTo>
                  <a:lnTo>
                    <a:pt x="189005" y="53092"/>
                  </a:lnTo>
                  <a:lnTo>
                    <a:pt x="189187" y="53420"/>
                  </a:lnTo>
                  <a:lnTo>
                    <a:pt x="187863" y="57407"/>
                  </a:lnTo>
                  <a:lnTo>
                    <a:pt x="187840" y="58708"/>
                  </a:lnTo>
                  <a:lnTo>
                    <a:pt x="188320" y="60024"/>
                  </a:lnTo>
                  <a:lnTo>
                    <a:pt x="189377" y="60739"/>
                  </a:lnTo>
                  <a:lnTo>
                    <a:pt x="195852" y="60815"/>
                  </a:lnTo>
                  <a:lnTo>
                    <a:pt x="201817" y="60891"/>
                  </a:lnTo>
                  <a:lnTo>
                    <a:pt x="208658" y="61142"/>
                  </a:lnTo>
                  <a:lnTo>
                    <a:pt x="213785" y="61325"/>
                  </a:lnTo>
                  <a:lnTo>
                    <a:pt x="214440" y="61523"/>
                  </a:lnTo>
                  <a:lnTo>
                    <a:pt x="214957" y="61820"/>
                  </a:lnTo>
                  <a:lnTo>
                    <a:pt x="215718" y="63798"/>
                  </a:lnTo>
                  <a:lnTo>
                    <a:pt x="215551" y="67663"/>
                  </a:lnTo>
                  <a:lnTo>
                    <a:pt x="214410" y="73309"/>
                  </a:lnTo>
                  <a:lnTo>
                    <a:pt x="214851" y="78589"/>
                  </a:lnTo>
                  <a:lnTo>
                    <a:pt x="216883" y="83504"/>
                  </a:lnTo>
                  <a:lnTo>
                    <a:pt x="217088" y="91059"/>
                  </a:lnTo>
                  <a:lnTo>
                    <a:pt x="216373" y="95571"/>
                  </a:lnTo>
                  <a:lnTo>
                    <a:pt x="215467" y="101262"/>
                  </a:lnTo>
                  <a:lnTo>
                    <a:pt x="215117" y="107722"/>
                  </a:lnTo>
                  <a:lnTo>
                    <a:pt x="216045" y="110423"/>
                  </a:lnTo>
                  <a:lnTo>
                    <a:pt x="218008" y="113246"/>
                  </a:lnTo>
                  <a:lnTo>
                    <a:pt x="221006" y="116206"/>
                  </a:lnTo>
                  <a:lnTo>
                    <a:pt x="223327" y="120033"/>
                  </a:lnTo>
                  <a:lnTo>
                    <a:pt x="224970" y="124742"/>
                  </a:lnTo>
                  <a:lnTo>
                    <a:pt x="225564" y="127710"/>
                  </a:lnTo>
                  <a:lnTo>
                    <a:pt x="225123" y="128935"/>
                  </a:lnTo>
                  <a:lnTo>
                    <a:pt x="225153" y="131050"/>
                  </a:lnTo>
                  <a:lnTo>
                    <a:pt x="225663" y="134063"/>
                  </a:lnTo>
                  <a:lnTo>
                    <a:pt x="225092" y="136064"/>
                  </a:lnTo>
                  <a:lnTo>
                    <a:pt x="223449" y="137045"/>
                  </a:lnTo>
                  <a:lnTo>
                    <a:pt x="222901" y="138400"/>
                  </a:lnTo>
                  <a:lnTo>
                    <a:pt x="223730" y="141002"/>
                  </a:lnTo>
                  <a:lnTo>
                    <a:pt x="223936" y="143368"/>
                  </a:lnTo>
                  <a:lnTo>
                    <a:pt x="224582" y="144274"/>
                  </a:lnTo>
                  <a:lnTo>
                    <a:pt x="225054" y="144928"/>
                  </a:lnTo>
                  <a:lnTo>
                    <a:pt x="225830" y="145027"/>
                  </a:lnTo>
                  <a:lnTo>
                    <a:pt x="227496" y="144182"/>
                  </a:lnTo>
                  <a:lnTo>
                    <a:pt x="229490" y="142607"/>
                  </a:lnTo>
                  <a:lnTo>
                    <a:pt x="231088" y="141945"/>
                  </a:lnTo>
                  <a:lnTo>
                    <a:pt x="233340" y="142029"/>
                  </a:lnTo>
                  <a:lnTo>
                    <a:pt x="236505" y="142478"/>
                  </a:lnTo>
                  <a:lnTo>
                    <a:pt x="242090" y="142638"/>
                  </a:lnTo>
                  <a:lnTo>
                    <a:pt x="243809" y="142356"/>
                  </a:lnTo>
                  <a:lnTo>
                    <a:pt x="249006" y="140233"/>
                  </a:lnTo>
                  <a:lnTo>
                    <a:pt x="250368" y="140074"/>
                  </a:lnTo>
                  <a:lnTo>
                    <a:pt x="252422" y="140271"/>
                  </a:lnTo>
                  <a:lnTo>
                    <a:pt x="255336" y="140903"/>
                  </a:lnTo>
                  <a:lnTo>
                    <a:pt x="258273" y="141032"/>
                  </a:lnTo>
                  <a:lnTo>
                    <a:pt x="259703" y="140378"/>
                  </a:lnTo>
                  <a:lnTo>
                    <a:pt x="259833" y="139518"/>
                  </a:lnTo>
                  <a:lnTo>
                    <a:pt x="260289" y="138400"/>
                  </a:lnTo>
                  <a:lnTo>
                    <a:pt x="261080" y="13798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38" name="Freeform: Shape 37">
              <a:extLst>
                <a:ext uri="{FF2B5EF4-FFF2-40B4-BE49-F238E27FC236}">
                  <a16:creationId xmlns:a16="http://schemas.microsoft.com/office/drawing/2014/main" id="{51382DF3-E891-63CF-B28C-91A40E50492A}"/>
                </a:ext>
              </a:extLst>
            </p:cNvPr>
            <p:cNvSpPr/>
            <p:nvPr/>
          </p:nvSpPr>
          <p:spPr>
            <a:xfrm>
              <a:off x="8002738" y="5478380"/>
              <a:ext cx="425098" cy="932489"/>
            </a:xfrm>
            <a:custGeom>
              <a:avLst/>
              <a:gdLst>
                <a:gd name="csX0" fmla="*/ 233317 w 425098"/>
                <a:gd name="csY0" fmla="*/ 9922 h 932489"/>
                <a:gd name="csX1" fmla="*/ 233857 w 425098"/>
                <a:gd name="csY1" fmla="*/ 10553 h 932489"/>
                <a:gd name="csX2" fmla="*/ 233849 w 425098"/>
                <a:gd name="csY2" fmla="*/ 11215 h 932489"/>
                <a:gd name="csX3" fmla="*/ 235652 w 425098"/>
                <a:gd name="csY3" fmla="*/ 12569 h 932489"/>
                <a:gd name="csX4" fmla="*/ 239259 w 425098"/>
                <a:gd name="csY4" fmla="*/ 14631 h 932489"/>
                <a:gd name="csX5" fmla="*/ 242637 w 425098"/>
                <a:gd name="csY5" fmla="*/ 18610 h 932489"/>
                <a:gd name="csX6" fmla="*/ 245787 w 425098"/>
                <a:gd name="csY6" fmla="*/ 24523 h 932489"/>
                <a:gd name="csX7" fmla="*/ 248747 w 425098"/>
                <a:gd name="csY7" fmla="*/ 28905 h 932489"/>
                <a:gd name="csX8" fmla="*/ 251509 w 425098"/>
                <a:gd name="csY8" fmla="*/ 31735 h 932489"/>
                <a:gd name="csX9" fmla="*/ 254050 w 425098"/>
                <a:gd name="csY9" fmla="*/ 33744 h 932489"/>
                <a:gd name="csX10" fmla="*/ 256371 w 425098"/>
                <a:gd name="csY10" fmla="*/ 34916 h 932489"/>
                <a:gd name="csX11" fmla="*/ 257611 w 425098"/>
                <a:gd name="csY11" fmla="*/ 35867 h 932489"/>
                <a:gd name="csX12" fmla="*/ 257771 w 425098"/>
                <a:gd name="csY12" fmla="*/ 36597 h 932489"/>
                <a:gd name="csX13" fmla="*/ 259939 w 425098"/>
                <a:gd name="csY13" fmla="*/ 38111 h 932489"/>
                <a:gd name="csX14" fmla="*/ 264116 w 425098"/>
                <a:gd name="csY14" fmla="*/ 40417 h 932489"/>
                <a:gd name="csX15" fmla="*/ 266756 w 425098"/>
                <a:gd name="csY15" fmla="*/ 42722 h 932489"/>
                <a:gd name="csX16" fmla="*/ 267867 w 425098"/>
                <a:gd name="csY16" fmla="*/ 45020 h 932489"/>
                <a:gd name="csX17" fmla="*/ 271991 w 425098"/>
                <a:gd name="csY17" fmla="*/ 47401 h 932489"/>
                <a:gd name="csX18" fmla="*/ 279136 w 425098"/>
                <a:gd name="csY18" fmla="*/ 49851 h 932489"/>
                <a:gd name="csX19" fmla="*/ 284332 w 425098"/>
                <a:gd name="csY19" fmla="*/ 51023 h 932489"/>
                <a:gd name="csX20" fmla="*/ 287573 w 425098"/>
                <a:gd name="csY20" fmla="*/ 50917 h 932489"/>
                <a:gd name="csX21" fmla="*/ 292222 w 425098"/>
                <a:gd name="csY21" fmla="*/ 52872 h 932489"/>
                <a:gd name="csX22" fmla="*/ 298279 w 425098"/>
                <a:gd name="csY22" fmla="*/ 56904 h 932489"/>
                <a:gd name="csX23" fmla="*/ 301976 w 425098"/>
                <a:gd name="csY23" fmla="*/ 59704 h 932489"/>
                <a:gd name="csX24" fmla="*/ 303308 w 425098"/>
                <a:gd name="csY24" fmla="*/ 61264 h 932489"/>
                <a:gd name="csX25" fmla="*/ 307272 w 425098"/>
                <a:gd name="csY25" fmla="*/ 63798 h 932489"/>
                <a:gd name="csX26" fmla="*/ 317163 w 425098"/>
                <a:gd name="csY26" fmla="*/ 69040 h 932489"/>
                <a:gd name="csX27" fmla="*/ 321523 w 425098"/>
                <a:gd name="csY27" fmla="*/ 70356 h 932489"/>
                <a:gd name="csX28" fmla="*/ 323592 w 425098"/>
                <a:gd name="csY28" fmla="*/ 71559 h 932489"/>
                <a:gd name="csX29" fmla="*/ 324817 w 425098"/>
                <a:gd name="csY29" fmla="*/ 73080 h 932489"/>
                <a:gd name="csX30" fmla="*/ 326027 w 425098"/>
                <a:gd name="csY30" fmla="*/ 73552 h 932489"/>
                <a:gd name="csX31" fmla="*/ 327222 w 425098"/>
                <a:gd name="csY31" fmla="*/ 72958 h 932489"/>
                <a:gd name="csX32" fmla="*/ 329702 w 425098"/>
                <a:gd name="csY32" fmla="*/ 73506 h 932489"/>
                <a:gd name="csX33" fmla="*/ 333476 w 425098"/>
                <a:gd name="csY33" fmla="*/ 75195 h 932489"/>
                <a:gd name="csX34" fmla="*/ 336428 w 425098"/>
                <a:gd name="csY34" fmla="*/ 77242 h 932489"/>
                <a:gd name="csX35" fmla="*/ 340225 w 425098"/>
                <a:gd name="csY35" fmla="*/ 81754 h 932489"/>
                <a:gd name="csX36" fmla="*/ 341435 w 425098"/>
                <a:gd name="csY36" fmla="*/ 83557 h 932489"/>
                <a:gd name="csX37" fmla="*/ 341944 w 425098"/>
                <a:gd name="csY37" fmla="*/ 85170 h 932489"/>
                <a:gd name="csX38" fmla="*/ 341762 w 425098"/>
                <a:gd name="csY38" fmla="*/ 86593 h 932489"/>
                <a:gd name="csX39" fmla="*/ 340605 w 425098"/>
                <a:gd name="csY39" fmla="*/ 88115 h 932489"/>
                <a:gd name="csX40" fmla="*/ 338475 w 425098"/>
                <a:gd name="csY40" fmla="*/ 89728 h 932489"/>
                <a:gd name="csX41" fmla="*/ 337843 w 425098"/>
                <a:gd name="csY41" fmla="*/ 90435 h 932489"/>
                <a:gd name="csX42" fmla="*/ 337798 w 425098"/>
                <a:gd name="csY42" fmla="*/ 91112 h 932489"/>
                <a:gd name="csX43" fmla="*/ 337257 w 425098"/>
                <a:gd name="csY43" fmla="*/ 92474 h 932489"/>
                <a:gd name="csX44" fmla="*/ 335492 w 425098"/>
                <a:gd name="csY44" fmla="*/ 95381 h 932489"/>
                <a:gd name="csX45" fmla="*/ 335043 w 425098"/>
                <a:gd name="csY45" fmla="*/ 96735 h 932489"/>
                <a:gd name="csX46" fmla="*/ 334944 w 425098"/>
                <a:gd name="csY46" fmla="*/ 97740 h 932489"/>
                <a:gd name="csX47" fmla="*/ 333826 w 425098"/>
                <a:gd name="csY47" fmla="*/ 98835 h 932489"/>
                <a:gd name="csX48" fmla="*/ 330851 w 425098"/>
                <a:gd name="csY48" fmla="*/ 100859 h 932489"/>
                <a:gd name="csX49" fmla="*/ 330235 w 425098"/>
                <a:gd name="csY49" fmla="*/ 101841 h 932489"/>
                <a:gd name="csX50" fmla="*/ 330082 w 425098"/>
                <a:gd name="csY50" fmla="*/ 102898 h 932489"/>
                <a:gd name="csX51" fmla="*/ 329710 w 425098"/>
                <a:gd name="csY51" fmla="*/ 103530 h 932489"/>
                <a:gd name="csX52" fmla="*/ 329307 w 425098"/>
                <a:gd name="csY52" fmla="*/ 103796 h 932489"/>
                <a:gd name="csX53" fmla="*/ 328736 w 425098"/>
                <a:gd name="csY53" fmla="*/ 104854 h 932489"/>
                <a:gd name="csX54" fmla="*/ 328272 w 425098"/>
                <a:gd name="csY54" fmla="*/ 106611 h 932489"/>
                <a:gd name="csX55" fmla="*/ 328226 w 425098"/>
                <a:gd name="csY55" fmla="*/ 108863 h 932489"/>
                <a:gd name="csX56" fmla="*/ 328591 w 425098"/>
                <a:gd name="csY56" fmla="*/ 111617 h 932489"/>
                <a:gd name="csX57" fmla="*/ 328515 w 425098"/>
                <a:gd name="csY57" fmla="*/ 112508 h 932489"/>
                <a:gd name="csX58" fmla="*/ 327861 w 425098"/>
                <a:gd name="csY58" fmla="*/ 112979 h 932489"/>
                <a:gd name="csX59" fmla="*/ 327488 w 425098"/>
                <a:gd name="csY59" fmla="*/ 113618 h 932489"/>
                <a:gd name="csX60" fmla="*/ 327359 w 425098"/>
                <a:gd name="csY60" fmla="*/ 114904 h 932489"/>
                <a:gd name="csX61" fmla="*/ 326796 w 425098"/>
                <a:gd name="csY61" fmla="*/ 115848 h 932489"/>
                <a:gd name="csX62" fmla="*/ 325814 w 425098"/>
                <a:gd name="csY62" fmla="*/ 116449 h 932489"/>
                <a:gd name="csX63" fmla="*/ 325449 w 425098"/>
                <a:gd name="csY63" fmla="*/ 117134 h 932489"/>
                <a:gd name="csX64" fmla="*/ 325708 w 425098"/>
                <a:gd name="csY64" fmla="*/ 117917 h 932489"/>
                <a:gd name="csX65" fmla="*/ 324985 w 425098"/>
                <a:gd name="csY65" fmla="*/ 118686 h 932489"/>
                <a:gd name="csX66" fmla="*/ 323281 w 425098"/>
                <a:gd name="csY66" fmla="*/ 119447 h 932489"/>
                <a:gd name="csX67" fmla="*/ 322238 w 425098"/>
                <a:gd name="csY67" fmla="*/ 120557 h 932489"/>
                <a:gd name="csX68" fmla="*/ 321850 w 425098"/>
                <a:gd name="csY68" fmla="*/ 122011 h 932489"/>
                <a:gd name="csX69" fmla="*/ 320899 w 425098"/>
                <a:gd name="csY69" fmla="*/ 123312 h 932489"/>
                <a:gd name="csX70" fmla="*/ 319385 w 425098"/>
                <a:gd name="csY70" fmla="*/ 124461 h 932489"/>
                <a:gd name="csX71" fmla="*/ 318890 w 425098"/>
                <a:gd name="csY71" fmla="*/ 125990 h 932489"/>
                <a:gd name="csX72" fmla="*/ 319682 w 425098"/>
                <a:gd name="csY72" fmla="*/ 128821 h 932489"/>
                <a:gd name="csX73" fmla="*/ 329010 w 425098"/>
                <a:gd name="csY73" fmla="*/ 127839 h 932489"/>
                <a:gd name="csX74" fmla="*/ 336611 w 425098"/>
                <a:gd name="csY74" fmla="*/ 128874 h 932489"/>
                <a:gd name="csX75" fmla="*/ 345604 w 425098"/>
                <a:gd name="csY75" fmla="*/ 131598 h 932489"/>
                <a:gd name="csX76" fmla="*/ 351569 w 425098"/>
                <a:gd name="csY76" fmla="*/ 132549 h 932489"/>
                <a:gd name="csX77" fmla="*/ 354514 w 425098"/>
                <a:gd name="csY77" fmla="*/ 131727 h 932489"/>
                <a:gd name="csX78" fmla="*/ 356697 w 425098"/>
                <a:gd name="csY78" fmla="*/ 131841 h 932489"/>
                <a:gd name="csX79" fmla="*/ 358120 w 425098"/>
                <a:gd name="csY79" fmla="*/ 132899 h 932489"/>
                <a:gd name="csX80" fmla="*/ 360030 w 425098"/>
                <a:gd name="csY80" fmla="*/ 133112 h 932489"/>
                <a:gd name="csX81" fmla="*/ 362427 w 425098"/>
                <a:gd name="csY81" fmla="*/ 132488 h 932489"/>
                <a:gd name="csX82" fmla="*/ 364412 w 425098"/>
                <a:gd name="csY82" fmla="*/ 132967 h 932489"/>
                <a:gd name="csX83" fmla="*/ 365980 w 425098"/>
                <a:gd name="csY83" fmla="*/ 134550 h 932489"/>
                <a:gd name="csX84" fmla="*/ 367403 w 425098"/>
                <a:gd name="csY84" fmla="*/ 134154 h 932489"/>
                <a:gd name="csX85" fmla="*/ 368681 w 425098"/>
                <a:gd name="csY85" fmla="*/ 131796 h 932489"/>
                <a:gd name="csX86" fmla="*/ 370149 w 425098"/>
                <a:gd name="csY86" fmla="*/ 130068 h 932489"/>
                <a:gd name="csX87" fmla="*/ 371808 w 425098"/>
                <a:gd name="csY87" fmla="*/ 128988 h 932489"/>
                <a:gd name="csX88" fmla="*/ 373870 w 425098"/>
                <a:gd name="csY88" fmla="*/ 128661 h 932489"/>
                <a:gd name="csX89" fmla="*/ 376343 w 425098"/>
                <a:gd name="csY89" fmla="*/ 129094 h 932489"/>
                <a:gd name="csX90" fmla="*/ 378313 w 425098"/>
                <a:gd name="csY90" fmla="*/ 129962 h 932489"/>
                <a:gd name="csX91" fmla="*/ 379789 w 425098"/>
                <a:gd name="csY91" fmla="*/ 131263 h 932489"/>
                <a:gd name="csX92" fmla="*/ 381395 w 425098"/>
                <a:gd name="csY92" fmla="*/ 131225 h 932489"/>
                <a:gd name="csX93" fmla="*/ 383137 w 425098"/>
                <a:gd name="csY93" fmla="*/ 129848 h 932489"/>
                <a:gd name="csX94" fmla="*/ 383974 w 425098"/>
                <a:gd name="csY94" fmla="*/ 128197 h 932489"/>
                <a:gd name="csX95" fmla="*/ 383898 w 425098"/>
                <a:gd name="csY95" fmla="*/ 126272 h 932489"/>
                <a:gd name="csX96" fmla="*/ 384590 w 425098"/>
                <a:gd name="csY96" fmla="*/ 124894 h 932489"/>
                <a:gd name="csX97" fmla="*/ 386044 w 425098"/>
                <a:gd name="csY97" fmla="*/ 124065 h 932489"/>
                <a:gd name="csX98" fmla="*/ 387025 w 425098"/>
                <a:gd name="csY98" fmla="*/ 122947 h 932489"/>
                <a:gd name="csX99" fmla="*/ 387535 w 425098"/>
                <a:gd name="csY99" fmla="*/ 121532 h 932489"/>
                <a:gd name="csX100" fmla="*/ 389262 w 425098"/>
                <a:gd name="csY100" fmla="*/ 120672 h 932489"/>
                <a:gd name="csX101" fmla="*/ 392207 w 425098"/>
                <a:gd name="csY101" fmla="*/ 120360 h 932489"/>
                <a:gd name="csX102" fmla="*/ 393751 w 425098"/>
                <a:gd name="csY102" fmla="*/ 119668 h 932489"/>
                <a:gd name="csX103" fmla="*/ 393888 w 425098"/>
                <a:gd name="csY103" fmla="*/ 118594 h 932489"/>
                <a:gd name="csX104" fmla="*/ 394755 w 425098"/>
                <a:gd name="csY104" fmla="*/ 117605 h 932489"/>
                <a:gd name="csX105" fmla="*/ 396361 w 425098"/>
                <a:gd name="csY105" fmla="*/ 116700 h 932489"/>
                <a:gd name="csX106" fmla="*/ 397464 w 425098"/>
                <a:gd name="csY106" fmla="*/ 115574 h 932489"/>
                <a:gd name="csX107" fmla="*/ 398057 w 425098"/>
                <a:gd name="csY107" fmla="*/ 114227 h 932489"/>
                <a:gd name="csX108" fmla="*/ 399024 w 425098"/>
                <a:gd name="csY108" fmla="*/ 113375 h 932489"/>
                <a:gd name="csX109" fmla="*/ 400378 w 425098"/>
                <a:gd name="csY109" fmla="*/ 113033 h 932489"/>
                <a:gd name="csX110" fmla="*/ 401885 w 425098"/>
                <a:gd name="csY110" fmla="*/ 110195 h 932489"/>
                <a:gd name="csX111" fmla="*/ 403536 w 425098"/>
                <a:gd name="csY111" fmla="*/ 104884 h 932489"/>
                <a:gd name="csX112" fmla="*/ 404517 w 425098"/>
                <a:gd name="csY112" fmla="*/ 97717 h 932489"/>
                <a:gd name="csX113" fmla="*/ 404860 w 425098"/>
                <a:gd name="csY113" fmla="*/ 87575 h 932489"/>
                <a:gd name="csX114" fmla="*/ 406526 w 425098"/>
                <a:gd name="csY114" fmla="*/ 87582 h 932489"/>
                <a:gd name="csX115" fmla="*/ 407302 w 425098"/>
                <a:gd name="csY115" fmla="*/ 88335 h 932489"/>
                <a:gd name="csX116" fmla="*/ 408534 w 425098"/>
                <a:gd name="csY116" fmla="*/ 88723 h 932489"/>
                <a:gd name="csX117" fmla="*/ 409828 w 425098"/>
                <a:gd name="csY117" fmla="*/ 87871 h 932489"/>
                <a:gd name="csX118" fmla="*/ 410931 w 425098"/>
                <a:gd name="csY118" fmla="*/ 87476 h 932489"/>
                <a:gd name="csX119" fmla="*/ 412674 w 425098"/>
                <a:gd name="csY119" fmla="*/ 87445 h 932489"/>
                <a:gd name="csX120" fmla="*/ 413617 w 425098"/>
                <a:gd name="csY120" fmla="*/ 86487 h 932489"/>
                <a:gd name="csX121" fmla="*/ 414720 w 425098"/>
                <a:gd name="csY121" fmla="*/ 86334 h 932489"/>
                <a:gd name="csX122" fmla="*/ 415473 w 425098"/>
                <a:gd name="csY122" fmla="*/ 86852 h 932489"/>
                <a:gd name="csX123" fmla="*/ 416204 w 425098"/>
                <a:gd name="csY123" fmla="*/ 87483 h 932489"/>
                <a:gd name="csX124" fmla="*/ 417756 w 425098"/>
                <a:gd name="csY124" fmla="*/ 87628 h 932489"/>
                <a:gd name="csX125" fmla="*/ 418989 w 425098"/>
                <a:gd name="csY125" fmla="*/ 89271 h 932489"/>
                <a:gd name="csX126" fmla="*/ 420343 w 425098"/>
                <a:gd name="csY126" fmla="*/ 89773 h 932489"/>
                <a:gd name="csX127" fmla="*/ 420921 w 425098"/>
                <a:gd name="csY127" fmla="*/ 91660 h 932489"/>
                <a:gd name="csX128" fmla="*/ 421796 w 425098"/>
                <a:gd name="csY128" fmla="*/ 96629 h 932489"/>
                <a:gd name="csX129" fmla="*/ 423424 w 425098"/>
                <a:gd name="csY129" fmla="*/ 99566 h 932489"/>
                <a:gd name="csX130" fmla="*/ 425038 w 425098"/>
                <a:gd name="csY130" fmla="*/ 102913 h 932489"/>
                <a:gd name="csX131" fmla="*/ 425098 w 425098"/>
                <a:gd name="csY131" fmla="*/ 104405 h 932489"/>
                <a:gd name="csX132" fmla="*/ 424193 w 425098"/>
                <a:gd name="csY132" fmla="*/ 105911 h 932489"/>
                <a:gd name="csX133" fmla="*/ 424041 w 425098"/>
                <a:gd name="csY133" fmla="*/ 108080 h 932489"/>
                <a:gd name="csX134" fmla="*/ 423478 w 425098"/>
                <a:gd name="csY134" fmla="*/ 113383 h 932489"/>
                <a:gd name="csX135" fmla="*/ 423287 w 425098"/>
                <a:gd name="csY135" fmla="*/ 115338 h 932489"/>
                <a:gd name="csX136" fmla="*/ 423851 w 425098"/>
                <a:gd name="csY136" fmla="*/ 116670 h 932489"/>
                <a:gd name="csX137" fmla="*/ 424056 w 425098"/>
                <a:gd name="csY137" fmla="*/ 118534 h 932489"/>
                <a:gd name="csX138" fmla="*/ 423181 w 425098"/>
                <a:gd name="csY138" fmla="*/ 120809 h 932489"/>
                <a:gd name="csX139" fmla="*/ 421477 w 425098"/>
                <a:gd name="csY139" fmla="*/ 124217 h 932489"/>
                <a:gd name="csX140" fmla="*/ 419826 w 425098"/>
                <a:gd name="csY140" fmla="*/ 125138 h 932489"/>
                <a:gd name="csX141" fmla="*/ 419400 w 425098"/>
                <a:gd name="csY141" fmla="*/ 125176 h 932489"/>
                <a:gd name="csX142" fmla="*/ 417163 w 425098"/>
                <a:gd name="csY142" fmla="*/ 127147 h 932489"/>
                <a:gd name="csX143" fmla="*/ 415588 w 425098"/>
                <a:gd name="csY143" fmla="*/ 127885 h 932489"/>
                <a:gd name="csX144" fmla="*/ 414675 w 425098"/>
                <a:gd name="csY144" fmla="*/ 127390 h 932489"/>
                <a:gd name="csX145" fmla="*/ 413632 w 425098"/>
                <a:gd name="csY145" fmla="*/ 128242 h 932489"/>
                <a:gd name="csX146" fmla="*/ 412460 w 425098"/>
                <a:gd name="csY146" fmla="*/ 130456 h 932489"/>
                <a:gd name="csX147" fmla="*/ 411030 w 425098"/>
                <a:gd name="csY147" fmla="*/ 131445 h 932489"/>
                <a:gd name="csX148" fmla="*/ 408443 w 425098"/>
                <a:gd name="csY148" fmla="*/ 131993 h 932489"/>
                <a:gd name="csX149" fmla="*/ 407667 w 425098"/>
                <a:gd name="csY149" fmla="*/ 132252 h 932489"/>
                <a:gd name="csX150" fmla="*/ 406161 w 425098"/>
                <a:gd name="csY150" fmla="*/ 132176 h 932489"/>
                <a:gd name="csX151" fmla="*/ 404867 w 425098"/>
                <a:gd name="csY151" fmla="*/ 132724 h 932489"/>
                <a:gd name="csX152" fmla="*/ 403787 w 425098"/>
                <a:gd name="csY152" fmla="*/ 133903 h 932489"/>
                <a:gd name="csX153" fmla="*/ 402638 w 425098"/>
                <a:gd name="csY153" fmla="*/ 134344 h 932489"/>
                <a:gd name="csX154" fmla="*/ 401413 w 425098"/>
                <a:gd name="csY154" fmla="*/ 134047 h 932489"/>
                <a:gd name="csX155" fmla="*/ 400302 w 425098"/>
                <a:gd name="csY155" fmla="*/ 134481 h 932489"/>
                <a:gd name="csX156" fmla="*/ 399305 w 425098"/>
                <a:gd name="csY156" fmla="*/ 135645 h 932489"/>
                <a:gd name="csX157" fmla="*/ 398727 w 425098"/>
                <a:gd name="csY157" fmla="*/ 136909 h 932489"/>
                <a:gd name="csX158" fmla="*/ 398567 w 425098"/>
                <a:gd name="csY158" fmla="*/ 138270 h 932489"/>
                <a:gd name="csX159" fmla="*/ 397593 w 425098"/>
                <a:gd name="csY159" fmla="*/ 139198 h 932489"/>
                <a:gd name="csX160" fmla="*/ 395798 w 425098"/>
                <a:gd name="csY160" fmla="*/ 139693 h 932489"/>
                <a:gd name="csX161" fmla="*/ 395174 w 425098"/>
                <a:gd name="csY161" fmla="*/ 140378 h 932489"/>
                <a:gd name="csX162" fmla="*/ 395288 w 425098"/>
                <a:gd name="csY162" fmla="*/ 141329 h 932489"/>
                <a:gd name="csX163" fmla="*/ 394481 w 425098"/>
                <a:gd name="csY163" fmla="*/ 142067 h 932489"/>
                <a:gd name="csX164" fmla="*/ 391446 w 425098"/>
                <a:gd name="csY164" fmla="*/ 142843 h 932489"/>
                <a:gd name="csX165" fmla="*/ 389247 w 425098"/>
                <a:gd name="csY165" fmla="*/ 144212 h 932489"/>
                <a:gd name="csX166" fmla="*/ 387892 w 425098"/>
                <a:gd name="csY166" fmla="*/ 146183 h 932489"/>
                <a:gd name="csX167" fmla="*/ 386462 w 425098"/>
                <a:gd name="csY167" fmla="*/ 147423 h 932489"/>
                <a:gd name="csX168" fmla="*/ 384210 w 425098"/>
                <a:gd name="csY168" fmla="*/ 148184 h 932489"/>
                <a:gd name="csX169" fmla="*/ 381151 w 425098"/>
                <a:gd name="csY169" fmla="*/ 150193 h 932489"/>
                <a:gd name="csX170" fmla="*/ 380710 w 425098"/>
                <a:gd name="csY170" fmla="*/ 151433 h 932489"/>
                <a:gd name="csX171" fmla="*/ 381874 w 425098"/>
                <a:gd name="csY171" fmla="*/ 152574 h 932489"/>
                <a:gd name="csX172" fmla="*/ 382292 w 425098"/>
                <a:gd name="csY172" fmla="*/ 153594 h 932489"/>
                <a:gd name="csX173" fmla="*/ 381965 w 425098"/>
                <a:gd name="csY173" fmla="*/ 154484 h 932489"/>
                <a:gd name="csX174" fmla="*/ 381014 w 425098"/>
                <a:gd name="csY174" fmla="*/ 154606 h 932489"/>
                <a:gd name="csX175" fmla="*/ 379432 w 425098"/>
                <a:gd name="csY175" fmla="*/ 153959 h 932489"/>
                <a:gd name="csX176" fmla="*/ 378306 w 425098"/>
                <a:gd name="csY176" fmla="*/ 153822 h 932489"/>
                <a:gd name="csX177" fmla="*/ 377636 w 425098"/>
                <a:gd name="csY177" fmla="*/ 154203 h 932489"/>
                <a:gd name="csX178" fmla="*/ 377317 w 425098"/>
                <a:gd name="csY178" fmla="*/ 154918 h 932489"/>
                <a:gd name="csX179" fmla="*/ 377355 w 425098"/>
                <a:gd name="csY179" fmla="*/ 155968 h 932489"/>
                <a:gd name="csX180" fmla="*/ 376792 w 425098"/>
                <a:gd name="csY180" fmla="*/ 156683 h 932489"/>
                <a:gd name="csX181" fmla="*/ 375620 w 425098"/>
                <a:gd name="csY181" fmla="*/ 157064 h 932489"/>
                <a:gd name="csX182" fmla="*/ 374882 w 425098"/>
                <a:gd name="csY182" fmla="*/ 157931 h 932489"/>
                <a:gd name="csX183" fmla="*/ 374570 w 425098"/>
                <a:gd name="csY183" fmla="*/ 159293 h 932489"/>
                <a:gd name="csX184" fmla="*/ 373101 w 425098"/>
                <a:gd name="csY184" fmla="*/ 161012 h 932489"/>
                <a:gd name="csX185" fmla="*/ 370484 w 425098"/>
                <a:gd name="csY185" fmla="*/ 163082 h 932489"/>
                <a:gd name="csX186" fmla="*/ 368422 w 425098"/>
                <a:gd name="csY186" fmla="*/ 165874 h 932489"/>
                <a:gd name="csX187" fmla="*/ 366908 w 425098"/>
                <a:gd name="csY187" fmla="*/ 169389 h 932489"/>
                <a:gd name="csX188" fmla="*/ 365143 w 425098"/>
                <a:gd name="csY188" fmla="*/ 171702 h 932489"/>
                <a:gd name="csX189" fmla="*/ 363119 w 425098"/>
                <a:gd name="csY189" fmla="*/ 172813 h 932489"/>
                <a:gd name="csX190" fmla="*/ 361727 w 425098"/>
                <a:gd name="csY190" fmla="*/ 174396 h 932489"/>
                <a:gd name="csX191" fmla="*/ 360966 w 425098"/>
                <a:gd name="csY191" fmla="*/ 176450 h 932489"/>
                <a:gd name="csX192" fmla="*/ 358805 w 425098"/>
                <a:gd name="csY192" fmla="*/ 179631 h 932489"/>
                <a:gd name="csX193" fmla="*/ 355259 w 425098"/>
                <a:gd name="csY193" fmla="*/ 183952 h 932489"/>
                <a:gd name="csX194" fmla="*/ 352041 w 425098"/>
                <a:gd name="csY194" fmla="*/ 186920 h 932489"/>
                <a:gd name="csX195" fmla="*/ 349150 w 425098"/>
                <a:gd name="csY195" fmla="*/ 188532 h 932489"/>
                <a:gd name="csX196" fmla="*/ 347529 w 425098"/>
                <a:gd name="csY196" fmla="*/ 190358 h 932489"/>
                <a:gd name="csX197" fmla="*/ 347171 w 425098"/>
                <a:gd name="csY197" fmla="*/ 192390 h 932489"/>
                <a:gd name="csX198" fmla="*/ 345300 w 425098"/>
                <a:gd name="csY198" fmla="*/ 194711 h 932489"/>
                <a:gd name="csX199" fmla="*/ 341914 w 425098"/>
                <a:gd name="csY199" fmla="*/ 197313 h 932489"/>
                <a:gd name="csX200" fmla="*/ 340955 w 425098"/>
                <a:gd name="csY200" fmla="*/ 198484 h 932489"/>
                <a:gd name="csX201" fmla="*/ 340164 w 425098"/>
                <a:gd name="csY201" fmla="*/ 199443 h 932489"/>
                <a:gd name="csX202" fmla="*/ 340050 w 425098"/>
                <a:gd name="csY202" fmla="*/ 201117 h 932489"/>
                <a:gd name="csX203" fmla="*/ 338733 w 425098"/>
                <a:gd name="csY203" fmla="*/ 203316 h 932489"/>
                <a:gd name="csX204" fmla="*/ 336200 w 425098"/>
                <a:gd name="csY204" fmla="*/ 206047 h 932489"/>
                <a:gd name="csX205" fmla="*/ 335317 w 425098"/>
                <a:gd name="csY205" fmla="*/ 208414 h 932489"/>
                <a:gd name="csX206" fmla="*/ 336466 w 425098"/>
                <a:gd name="csY206" fmla="*/ 211404 h 932489"/>
                <a:gd name="csX207" fmla="*/ 336633 w 425098"/>
                <a:gd name="csY207" fmla="*/ 215033 h 932489"/>
                <a:gd name="csX208" fmla="*/ 336131 w 425098"/>
                <a:gd name="csY208" fmla="*/ 216486 h 932489"/>
                <a:gd name="csX209" fmla="*/ 335021 w 425098"/>
                <a:gd name="csY209" fmla="*/ 216981 h 932489"/>
                <a:gd name="csX210" fmla="*/ 334769 w 425098"/>
                <a:gd name="csY210" fmla="*/ 217917 h 932489"/>
                <a:gd name="csX211" fmla="*/ 335371 w 425098"/>
                <a:gd name="csY211" fmla="*/ 219301 h 932489"/>
                <a:gd name="csX212" fmla="*/ 335401 w 425098"/>
                <a:gd name="csY212" fmla="*/ 221120 h 932489"/>
                <a:gd name="csX213" fmla="*/ 334868 w 425098"/>
                <a:gd name="csY213" fmla="*/ 223380 h 932489"/>
                <a:gd name="csX214" fmla="*/ 333697 w 425098"/>
                <a:gd name="csY214" fmla="*/ 225966 h 932489"/>
                <a:gd name="csX215" fmla="*/ 331878 w 425098"/>
                <a:gd name="csY215" fmla="*/ 228880 h 932489"/>
                <a:gd name="csX216" fmla="*/ 331437 w 425098"/>
                <a:gd name="csY216" fmla="*/ 230829 h 932489"/>
                <a:gd name="csX217" fmla="*/ 332380 w 425098"/>
                <a:gd name="csY217" fmla="*/ 231810 h 932489"/>
                <a:gd name="csX218" fmla="*/ 332844 w 425098"/>
                <a:gd name="csY218" fmla="*/ 232852 h 932489"/>
                <a:gd name="csX219" fmla="*/ 332829 w 425098"/>
                <a:gd name="csY219" fmla="*/ 233963 h 932489"/>
                <a:gd name="csX220" fmla="*/ 332441 w 425098"/>
                <a:gd name="csY220" fmla="*/ 235569 h 932489"/>
                <a:gd name="csX221" fmla="*/ 331688 w 425098"/>
                <a:gd name="csY221" fmla="*/ 237676 h 932489"/>
                <a:gd name="csX222" fmla="*/ 330547 w 425098"/>
                <a:gd name="csY222" fmla="*/ 239244 h 932489"/>
                <a:gd name="csX223" fmla="*/ 329017 w 425098"/>
                <a:gd name="csY223" fmla="*/ 240263 h 932489"/>
                <a:gd name="csX224" fmla="*/ 328553 w 425098"/>
                <a:gd name="csY224" fmla="*/ 241556 h 932489"/>
                <a:gd name="csX225" fmla="*/ 329170 w 425098"/>
                <a:gd name="csY225" fmla="*/ 243116 h 932489"/>
                <a:gd name="csX226" fmla="*/ 329253 w 425098"/>
                <a:gd name="csY226" fmla="*/ 244744 h 932489"/>
                <a:gd name="csX227" fmla="*/ 328812 w 425098"/>
                <a:gd name="csY227" fmla="*/ 246441 h 932489"/>
                <a:gd name="csX228" fmla="*/ 329071 w 425098"/>
                <a:gd name="csY228" fmla="*/ 248092 h 932489"/>
                <a:gd name="csX229" fmla="*/ 330029 w 425098"/>
                <a:gd name="csY229" fmla="*/ 249698 h 932489"/>
                <a:gd name="csX230" fmla="*/ 329961 w 425098"/>
                <a:gd name="csY230" fmla="*/ 251532 h 932489"/>
                <a:gd name="csX231" fmla="*/ 328295 w 425098"/>
                <a:gd name="csY231" fmla="*/ 255298 h 932489"/>
                <a:gd name="csX232" fmla="*/ 327891 w 425098"/>
                <a:gd name="csY232" fmla="*/ 257626 h 932489"/>
                <a:gd name="csX233" fmla="*/ 328934 w 425098"/>
                <a:gd name="csY233" fmla="*/ 267616 h 932489"/>
                <a:gd name="csX234" fmla="*/ 328302 w 425098"/>
                <a:gd name="csY234" fmla="*/ 269016 h 932489"/>
                <a:gd name="csX235" fmla="*/ 327245 w 425098"/>
                <a:gd name="csY235" fmla="*/ 270629 h 932489"/>
                <a:gd name="csX236" fmla="*/ 325989 w 425098"/>
                <a:gd name="csY236" fmla="*/ 270751 h 932489"/>
                <a:gd name="csX237" fmla="*/ 324559 w 425098"/>
                <a:gd name="csY237" fmla="*/ 270469 h 932489"/>
                <a:gd name="csX238" fmla="*/ 323524 w 425098"/>
                <a:gd name="csY238" fmla="*/ 271473 h 932489"/>
                <a:gd name="csX239" fmla="*/ 322877 w 425098"/>
                <a:gd name="csY239" fmla="*/ 275909 h 932489"/>
                <a:gd name="csX240" fmla="*/ 320907 w 425098"/>
                <a:gd name="csY240" fmla="*/ 285526 h 932489"/>
                <a:gd name="csX241" fmla="*/ 321257 w 425098"/>
                <a:gd name="csY241" fmla="*/ 287817 h 932489"/>
                <a:gd name="csX242" fmla="*/ 322839 w 425098"/>
                <a:gd name="csY242" fmla="*/ 291537 h 932489"/>
                <a:gd name="csX243" fmla="*/ 323417 w 425098"/>
                <a:gd name="csY243" fmla="*/ 293911 h 932489"/>
                <a:gd name="csX244" fmla="*/ 323859 w 425098"/>
                <a:gd name="csY244" fmla="*/ 295699 h 932489"/>
                <a:gd name="csX245" fmla="*/ 324209 w 425098"/>
                <a:gd name="csY245" fmla="*/ 299092 h 932489"/>
                <a:gd name="csX246" fmla="*/ 323288 w 425098"/>
                <a:gd name="csY246" fmla="*/ 300622 h 932489"/>
                <a:gd name="csX247" fmla="*/ 322436 w 425098"/>
                <a:gd name="csY247" fmla="*/ 300888 h 932489"/>
                <a:gd name="csX248" fmla="*/ 321363 w 425098"/>
                <a:gd name="csY248" fmla="*/ 301748 h 932489"/>
                <a:gd name="csX249" fmla="*/ 322634 w 425098"/>
                <a:gd name="csY249" fmla="*/ 305894 h 932489"/>
                <a:gd name="csX250" fmla="*/ 323646 w 425098"/>
                <a:gd name="csY250" fmla="*/ 307804 h 932489"/>
                <a:gd name="csX251" fmla="*/ 326537 w 425098"/>
                <a:gd name="csY251" fmla="*/ 311730 h 932489"/>
                <a:gd name="csX252" fmla="*/ 337638 w 425098"/>
                <a:gd name="csY252" fmla="*/ 317193 h 932489"/>
                <a:gd name="csX253" fmla="*/ 342241 w 425098"/>
                <a:gd name="csY253" fmla="*/ 320419 h 932489"/>
                <a:gd name="csX254" fmla="*/ 347453 w 425098"/>
                <a:gd name="csY254" fmla="*/ 324825 h 932489"/>
                <a:gd name="csX255" fmla="*/ 350299 w 425098"/>
                <a:gd name="csY255" fmla="*/ 329359 h 932489"/>
                <a:gd name="csX256" fmla="*/ 350550 w 425098"/>
                <a:gd name="csY256" fmla="*/ 333103 h 932489"/>
                <a:gd name="csX257" fmla="*/ 346388 w 425098"/>
                <a:gd name="csY257" fmla="*/ 338710 h 932489"/>
                <a:gd name="csX258" fmla="*/ 345924 w 425098"/>
                <a:gd name="csY258" fmla="*/ 343428 h 932489"/>
                <a:gd name="csX259" fmla="*/ 346776 w 425098"/>
                <a:gd name="csY259" fmla="*/ 346752 h 932489"/>
                <a:gd name="csX260" fmla="*/ 348282 w 425098"/>
                <a:gd name="csY260" fmla="*/ 349841 h 932489"/>
                <a:gd name="csX261" fmla="*/ 352315 w 425098"/>
                <a:gd name="csY261" fmla="*/ 353859 h 932489"/>
                <a:gd name="csX262" fmla="*/ 355282 w 425098"/>
                <a:gd name="csY262" fmla="*/ 355335 h 932489"/>
                <a:gd name="csX263" fmla="*/ 359292 w 425098"/>
                <a:gd name="csY263" fmla="*/ 355175 h 932489"/>
                <a:gd name="csX264" fmla="*/ 359977 w 425098"/>
                <a:gd name="csY264" fmla="*/ 356301 h 932489"/>
                <a:gd name="csX265" fmla="*/ 360387 w 425098"/>
                <a:gd name="csY265" fmla="*/ 357290 h 932489"/>
                <a:gd name="csX266" fmla="*/ 361019 w 425098"/>
                <a:gd name="csY266" fmla="*/ 365469 h 932489"/>
                <a:gd name="csX267" fmla="*/ 360943 w 425098"/>
                <a:gd name="csY267" fmla="*/ 368551 h 932489"/>
                <a:gd name="csX268" fmla="*/ 359764 w 425098"/>
                <a:gd name="csY268" fmla="*/ 371381 h 932489"/>
                <a:gd name="csX269" fmla="*/ 352064 w 425098"/>
                <a:gd name="csY269" fmla="*/ 384423 h 932489"/>
                <a:gd name="csX270" fmla="*/ 345490 w 425098"/>
                <a:gd name="csY270" fmla="*/ 392427 h 932489"/>
                <a:gd name="csX271" fmla="*/ 343108 w 425098"/>
                <a:gd name="csY271" fmla="*/ 396862 h 932489"/>
                <a:gd name="csX272" fmla="*/ 342264 w 425098"/>
                <a:gd name="csY272" fmla="*/ 401618 h 932489"/>
                <a:gd name="csX273" fmla="*/ 340156 w 425098"/>
                <a:gd name="csY273" fmla="*/ 403885 h 932489"/>
                <a:gd name="csX274" fmla="*/ 328759 w 425098"/>
                <a:gd name="csY274" fmla="*/ 411098 h 932489"/>
                <a:gd name="csX275" fmla="*/ 311076 w 425098"/>
                <a:gd name="csY275" fmla="*/ 417558 h 932489"/>
                <a:gd name="csX276" fmla="*/ 296787 w 425098"/>
                <a:gd name="csY276" fmla="*/ 420921 h 932489"/>
                <a:gd name="csX277" fmla="*/ 293538 w 425098"/>
                <a:gd name="csY277" fmla="*/ 422054 h 932489"/>
                <a:gd name="csX278" fmla="*/ 270568 w 425098"/>
                <a:gd name="csY278" fmla="*/ 425760 h 932489"/>
                <a:gd name="csX279" fmla="*/ 266125 w 425098"/>
                <a:gd name="csY279" fmla="*/ 426277 h 932489"/>
                <a:gd name="csX280" fmla="*/ 260342 w 425098"/>
                <a:gd name="csY280" fmla="*/ 425950 h 932489"/>
                <a:gd name="csX281" fmla="*/ 255648 w 425098"/>
                <a:gd name="csY281" fmla="*/ 426444 h 932489"/>
                <a:gd name="csX282" fmla="*/ 250413 w 425098"/>
                <a:gd name="csY282" fmla="*/ 425432 h 932489"/>
                <a:gd name="csX283" fmla="*/ 245742 w 425098"/>
                <a:gd name="csY283" fmla="*/ 424269 h 932489"/>
                <a:gd name="csX284" fmla="*/ 243124 w 425098"/>
                <a:gd name="csY284" fmla="*/ 421377 h 932489"/>
                <a:gd name="csX285" fmla="*/ 240020 w 425098"/>
                <a:gd name="csY285" fmla="*/ 421020 h 932489"/>
                <a:gd name="csX286" fmla="*/ 239175 w 425098"/>
                <a:gd name="csY286" fmla="*/ 422465 h 932489"/>
                <a:gd name="csX287" fmla="*/ 240689 w 425098"/>
                <a:gd name="csY287" fmla="*/ 426155 h 932489"/>
                <a:gd name="csX288" fmla="*/ 239951 w 425098"/>
                <a:gd name="csY288" fmla="*/ 430606 h 932489"/>
                <a:gd name="csX289" fmla="*/ 240872 w 425098"/>
                <a:gd name="csY289" fmla="*/ 433148 h 932489"/>
                <a:gd name="csX290" fmla="*/ 242706 w 425098"/>
                <a:gd name="csY290" fmla="*/ 433657 h 932489"/>
                <a:gd name="csX291" fmla="*/ 244471 w 425098"/>
                <a:gd name="csY291" fmla="*/ 434974 h 932489"/>
                <a:gd name="csX292" fmla="*/ 246031 w 425098"/>
                <a:gd name="csY292" fmla="*/ 436739 h 932489"/>
                <a:gd name="csX293" fmla="*/ 243345 w 425098"/>
                <a:gd name="csY293" fmla="*/ 436921 h 932489"/>
                <a:gd name="csX294" fmla="*/ 244387 w 425098"/>
                <a:gd name="csY294" fmla="*/ 438329 h 932489"/>
                <a:gd name="csX295" fmla="*/ 245536 w 425098"/>
                <a:gd name="csY295" fmla="*/ 439151 h 932489"/>
                <a:gd name="csX296" fmla="*/ 245407 w 425098"/>
                <a:gd name="csY296" fmla="*/ 442095 h 932489"/>
                <a:gd name="csX297" fmla="*/ 244364 w 425098"/>
                <a:gd name="csY297" fmla="*/ 449202 h 932489"/>
                <a:gd name="csX298" fmla="*/ 241747 w 425098"/>
                <a:gd name="csY298" fmla="*/ 450724 h 932489"/>
                <a:gd name="csX299" fmla="*/ 241047 w 425098"/>
                <a:gd name="csY299" fmla="*/ 451135 h 932489"/>
                <a:gd name="csX300" fmla="*/ 240256 w 425098"/>
                <a:gd name="csY300" fmla="*/ 452671 h 932489"/>
                <a:gd name="csX301" fmla="*/ 238590 w 425098"/>
                <a:gd name="csY301" fmla="*/ 459504 h 932489"/>
                <a:gd name="csX302" fmla="*/ 238057 w 425098"/>
                <a:gd name="csY302" fmla="*/ 463947 h 932489"/>
                <a:gd name="csX303" fmla="*/ 238772 w 425098"/>
                <a:gd name="csY303" fmla="*/ 466816 h 932489"/>
                <a:gd name="csX304" fmla="*/ 241915 w 425098"/>
                <a:gd name="csY304" fmla="*/ 472857 h 932489"/>
                <a:gd name="csX305" fmla="*/ 240728 w 425098"/>
                <a:gd name="csY305" fmla="*/ 476790 h 932489"/>
                <a:gd name="csX306" fmla="*/ 238742 w 425098"/>
                <a:gd name="csY306" fmla="*/ 478928 h 932489"/>
                <a:gd name="csX307" fmla="*/ 230136 w 425098"/>
                <a:gd name="csY307" fmla="*/ 483334 h 932489"/>
                <a:gd name="csX308" fmla="*/ 226697 w 425098"/>
                <a:gd name="csY308" fmla="*/ 485099 h 932489"/>
                <a:gd name="csX309" fmla="*/ 221280 w 425098"/>
                <a:gd name="csY309" fmla="*/ 486309 h 932489"/>
                <a:gd name="csX310" fmla="*/ 212553 w 425098"/>
                <a:gd name="csY310" fmla="*/ 486514 h 932489"/>
                <a:gd name="csX311" fmla="*/ 209327 w 425098"/>
                <a:gd name="csY311" fmla="*/ 486240 h 932489"/>
                <a:gd name="csX312" fmla="*/ 201848 w 425098"/>
                <a:gd name="csY312" fmla="*/ 482223 h 932489"/>
                <a:gd name="csX313" fmla="*/ 196294 w 425098"/>
                <a:gd name="csY313" fmla="*/ 479818 h 932489"/>
                <a:gd name="csX314" fmla="*/ 191211 w 425098"/>
                <a:gd name="csY314" fmla="*/ 477909 h 932489"/>
                <a:gd name="csX315" fmla="*/ 186265 w 425098"/>
                <a:gd name="csY315" fmla="*/ 476767 h 932489"/>
                <a:gd name="csX316" fmla="*/ 186973 w 425098"/>
                <a:gd name="csY316" fmla="*/ 476189 h 932489"/>
                <a:gd name="csX317" fmla="*/ 187300 w 425098"/>
                <a:gd name="csY317" fmla="*/ 475155 h 932489"/>
                <a:gd name="csX318" fmla="*/ 185908 w 425098"/>
                <a:gd name="csY318" fmla="*/ 474576 h 932489"/>
                <a:gd name="csX319" fmla="*/ 184896 w 425098"/>
                <a:gd name="csY319" fmla="*/ 474447 h 932489"/>
                <a:gd name="csX320" fmla="*/ 181639 w 425098"/>
                <a:gd name="csY320" fmla="*/ 476524 h 932489"/>
                <a:gd name="csX321" fmla="*/ 180270 w 425098"/>
                <a:gd name="csY321" fmla="*/ 478647 h 932489"/>
                <a:gd name="csX322" fmla="*/ 179874 w 425098"/>
                <a:gd name="csY322" fmla="*/ 480511 h 932489"/>
                <a:gd name="csX323" fmla="*/ 179806 w 425098"/>
                <a:gd name="csY323" fmla="*/ 484985 h 932489"/>
                <a:gd name="csX324" fmla="*/ 180384 w 425098"/>
                <a:gd name="csY324" fmla="*/ 488751 h 932489"/>
                <a:gd name="csX325" fmla="*/ 182727 w 425098"/>
                <a:gd name="csY325" fmla="*/ 498056 h 932489"/>
                <a:gd name="csX326" fmla="*/ 182971 w 425098"/>
                <a:gd name="csY326" fmla="*/ 503131 h 932489"/>
                <a:gd name="csX327" fmla="*/ 181860 w 425098"/>
                <a:gd name="csY327" fmla="*/ 509553 h 932489"/>
                <a:gd name="csX328" fmla="*/ 183412 w 425098"/>
                <a:gd name="csY328" fmla="*/ 513342 h 932489"/>
                <a:gd name="csX329" fmla="*/ 185299 w 425098"/>
                <a:gd name="csY329" fmla="*/ 515054 h 932489"/>
                <a:gd name="csX330" fmla="*/ 189537 w 425098"/>
                <a:gd name="csY330" fmla="*/ 516750 h 932489"/>
                <a:gd name="csX331" fmla="*/ 191181 w 425098"/>
                <a:gd name="csY331" fmla="*/ 517907 h 932489"/>
                <a:gd name="csX332" fmla="*/ 192991 w 425098"/>
                <a:gd name="csY332" fmla="*/ 517724 h 932489"/>
                <a:gd name="csX333" fmla="*/ 193547 w 425098"/>
                <a:gd name="csY333" fmla="*/ 518173 h 932489"/>
                <a:gd name="csX334" fmla="*/ 193280 w 425098"/>
                <a:gd name="csY334" fmla="*/ 519003 h 932489"/>
                <a:gd name="csX335" fmla="*/ 192215 w 425098"/>
                <a:gd name="csY335" fmla="*/ 520638 h 932489"/>
                <a:gd name="csX336" fmla="*/ 192284 w 425098"/>
                <a:gd name="csY336" fmla="*/ 522366 h 932489"/>
                <a:gd name="csX337" fmla="*/ 195495 w 425098"/>
                <a:gd name="csY337" fmla="*/ 522875 h 932489"/>
                <a:gd name="csX338" fmla="*/ 198827 w 425098"/>
                <a:gd name="csY338" fmla="*/ 522526 h 932489"/>
                <a:gd name="csX339" fmla="*/ 202319 w 425098"/>
                <a:gd name="csY339" fmla="*/ 521757 h 932489"/>
                <a:gd name="csX340" fmla="*/ 203141 w 425098"/>
                <a:gd name="csY340" fmla="*/ 520555 h 932489"/>
                <a:gd name="csX341" fmla="*/ 203164 w 425098"/>
                <a:gd name="csY341" fmla="*/ 518044 h 932489"/>
                <a:gd name="csX342" fmla="*/ 199071 w 425098"/>
                <a:gd name="csY342" fmla="*/ 517603 h 932489"/>
                <a:gd name="csX343" fmla="*/ 199588 w 425098"/>
                <a:gd name="csY343" fmla="*/ 516667 h 932489"/>
                <a:gd name="csX344" fmla="*/ 202692 w 425098"/>
                <a:gd name="csY344" fmla="*/ 515647 h 932489"/>
                <a:gd name="csX345" fmla="*/ 206755 w 425098"/>
                <a:gd name="csY345" fmla="*/ 513981 h 932489"/>
                <a:gd name="csX346" fmla="*/ 208832 w 425098"/>
                <a:gd name="csY346" fmla="*/ 513669 h 932489"/>
                <a:gd name="csX347" fmla="*/ 210248 w 425098"/>
                <a:gd name="csY347" fmla="*/ 514787 h 932489"/>
                <a:gd name="csX348" fmla="*/ 211199 w 425098"/>
                <a:gd name="csY348" fmla="*/ 515815 h 932489"/>
                <a:gd name="csX349" fmla="*/ 212370 w 425098"/>
                <a:gd name="csY349" fmla="*/ 518516 h 932489"/>
                <a:gd name="csX350" fmla="*/ 213101 w 425098"/>
                <a:gd name="csY350" fmla="*/ 522084 h 932489"/>
                <a:gd name="csX351" fmla="*/ 213131 w 425098"/>
                <a:gd name="csY351" fmla="*/ 526383 h 932489"/>
                <a:gd name="csX352" fmla="*/ 212644 w 425098"/>
                <a:gd name="csY352" fmla="*/ 530438 h 932489"/>
                <a:gd name="csX353" fmla="*/ 212066 w 425098"/>
                <a:gd name="csY353" fmla="*/ 531877 h 932489"/>
                <a:gd name="csX354" fmla="*/ 211039 w 425098"/>
                <a:gd name="csY354" fmla="*/ 533604 h 932489"/>
                <a:gd name="csX355" fmla="*/ 203735 w 425098"/>
                <a:gd name="csY355" fmla="*/ 535810 h 932489"/>
                <a:gd name="csX356" fmla="*/ 201688 w 425098"/>
                <a:gd name="csY356" fmla="*/ 535232 h 932489"/>
                <a:gd name="csX357" fmla="*/ 199786 w 425098"/>
                <a:gd name="csY357" fmla="*/ 532165 h 932489"/>
                <a:gd name="csX358" fmla="*/ 199185 w 425098"/>
                <a:gd name="csY358" fmla="*/ 528993 h 932489"/>
                <a:gd name="csX359" fmla="*/ 197556 w 425098"/>
                <a:gd name="csY359" fmla="*/ 526855 h 932489"/>
                <a:gd name="csX360" fmla="*/ 194064 w 425098"/>
                <a:gd name="csY360" fmla="*/ 525158 h 932489"/>
                <a:gd name="csX361" fmla="*/ 190587 w 425098"/>
                <a:gd name="csY361" fmla="*/ 525676 h 932489"/>
                <a:gd name="csX362" fmla="*/ 187140 w 425098"/>
                <a:gd name="csY362" fmla="*/ 528620 h 932489"/>
                <a:gd name="csX363" fmla="*/ 183755 w 425098"/>
                <a:gd name="csY363" fmla="*/ 529571 h 932489"/>
                <a:gd name="csX364" fmla="*/ 182552 w 425098"/>
                <a:gd name="csY364" fmla="*/ 532257 h 932489"/>
                <a:gd name="csX365" fmla="*/ 191044 w 425098"/>
                <a:gd name="csY365" fmla="*/ 536609 h 932489"/>
                <a:gd name="csX366" fmla="*/ 195053 w 425098"/>
                <a:gd name="csY366" fmla="*/ 537826 h 932489"/>
                <a:gd name="csX367" fmla="*/ 196362 w 425098"/>
                <a:gd name="csY367" fmla="*/ 537781 h 932489"/>
                <a:gd name="csX368" fmla="*/ 197663 w 425098"/>
                <a:gd name="csY368" fmla="*/ 538351 h 932489"/>
                <a:gd name="csX369" fmla="*/ 196453 w 425098"/>
                <a:gd name="csY369" fmla="*/ 539972 h 932489"/>
                <a:gd name="csX370" fmla="*/ 195244 w 425098"/>
                <a:gd name="csY370" fmla="*/ 540976 h 932489"/>
                <a:gd name="csX371" fmla="*/ 189202 w 425098"/>
                <a:gd name="csY371" fmla="*/ 543198 h 932489"/>
                <a:gd name="csX372" fmla="*/ 186539 w 425098"/>
                <a:gd name="csY372" fmla="*/ 544750 h 932489"/>
                <a:gd name="csX373" fmla="*/ 183427 w 425098"/>
                <a:gd name="csY373" fmla="*/ 547809 h 932489"/>
                <a:gd name="csX374" fmla="*/ 179068 w 425098"/>
                <a:gd name="csY374" fmla="*/ 554496 h 932489"/>
                <a:gd name="csX375" fmla="*/ 177729 w 425098"/>
                <a:gd name="csY375" fmla="*/ 555957 h 932489"/>
                <a:gd name="csX376" fmla="*/ 177059 w 425098"/>
                <a:gd name="csY376" fmla="*/ 557662 h 932489"/>
                <a:gd name="csX377" fmla="*/ 176610 w 425098"/>
                <a:gd name="csY377" fmla="*/ 562295 h 932489"/>
                <a:gd name="csX378" fmla="*/ 178025 w 425098"/>
                <a:gd name="csY378" fmla="*/ 570018 h 932489"/>
                <a:gd name="csX379" fmla="*/ 176534 w 425098"/>
                <a:gd name="csY379" fmla="*/ 573259 h 932489"/>
                <a:gd name="csX380" fmla="*/ 177455 w 425098"/>
                <a:gd name="csY380" fmla="*/ 576866 h 932489"/>
                <a:gd name="csX381" fmla="*/ 176937 w 425098"/>
                <a:gd name="csY381" fmla="*/ 579278 h 932489"/>
                <a:gd name="csX382" fmla="*/ 175415 w 425098"/>
                <a:gd name="csY382" fmla="*/ 582755 h 932489"/>
                <a:gd name="csX383" fmla="*/ 169298 w 425098"/>
                <a:gd name="csY383" fmla="*/ 588256 h 932489"/>
                <a:gd name="csX384" fmla="*/ 168210 w 425098"/>
                <a:gd name="csY384" fmla="*/ 592288 h 932489"/>
                <a:gd name="csX385" fmla="*/ 170333 w 425098"/>
                <a:gd name="csY385" fmla="*/ 594670 h 932489"/>
                <a:gd name="csX386" fmla="*/ 170189 w 425098"/>
                <a:gd name="csY386" fmla="*/ 596755 h 932489"/>
                <a:gd name="csX387" fmla="*/ 169481 w 425098"/>
                <a:gd name="csY387" fmla="*/ 598649 h 932489"/>
                <a:gd name="csX388" fmla="*/ 166940 w 425098"/>
                <a:gd name="csY388" fmla="*/ 598626 h 932489"/>
                <a:gd name="csX389" fmla="*/ 157703 w 425098"/>
                <a:gd name="csY389" fmla="*/ 597355 h 932489"/>
                <a:gd name="csX390" fmla="*/ 154340 w 425098"/>
                <a:gd name="csY390" fmla="*/ 599425 h 932489"/>
                <a:gd name="csX391" fmla="*/ 151220 w 425098"/>
                <a:gd name="csY391" fmla="*/ 601959 h 932489"/>
                <a:gd name="csX392" fmla="*/ 150368 w 425098"/>
                <a:gd name="csY392" fmla="*/ 603169 h 932489"/>
                <a:gd name="csX393" fmla="*/ 149265 w 425098"/>
                <a:gd name="csY393" fmla="*/ 603929 h 932489"/>
                <a:gd name="csX394" fmla="*/ 142912 w 425098"/>
                <a:gd name="csY394" fmla="*/ 605284 h 932489"/>
                <a:gd name="csX395" fmla="*/ 141656 w 425098"/>
                <a:gd name="csY395" fmla="*/ 606182 h 932489"/>
                <a:gd name="csX396" fmla="*/ 134900 w 425098"/>
                <a:gd name="csY396" fmla="*/ 615882 h 932489"/>
                <a:gd name="csX397" fmla="*/ 132009 w 425098"/>
                <a:gd name="csY397" fmla="*/ 621924 h 932489"/>
                <a:gd name="csX398" fmla="*/ 128516 w 425098"/>
                <a:gd name="csY398" fmla="*/ 627873 h 932489"/>
                <a:gd name="csX399" fmla="*/ 127603 w 425098"/>
                <a:gd name="csY399" fmla="*/ 630400 h 932489"/>
                <a:gd name="csX400" fmla="*/ 127405 w 425098"/>
                <a:gd name="csY400" fmla="*/ 633907 h 932489"/>
                <a:gd name="csX401" fmla="*/ 127892 w 425098"/>
                <a:gd name="csY401" fmla="*/ 637072 h 932489"/>
                <a:gd name="csX402" fmla="*/ 128379 w 425098"/>
                <a:gd name="csY402" fmla="*/ 639408 h 932489"/>
                <a:gd name="csX403" fmla="*/ 129597 w 425098"/>
                <a:gd name="csY403" fmla="*/ 642413 h 932489"/>
                <a:gd name="csX404" fmla="*/ 132153 w 425098"/>
                <a:gd name="csY404" fmla="*/ 645845 h 932489"/>
                <a:gd name="csX405" fmla="*/ 145171 w 425098"/>
                <a:gd name="csY405" fmla="*/ 659898 h 932489"/>
                <a:gd name="csX406" fmla="*/ 147873 w 425098"/>
                <a:gd name="csY406" fmla="*/ 661131 h 932489"/>
                <a:gd name="csX407" fmla="*/ 161796 w 425098"/>
                <a:gd name="csY407" fmla="*/ 662644 h 932489"/>
                <a:gd name="csX408" fmla="*/ 164885 w 425098"/>
                <a:gd name="csY408" fmla="*/ 664615 h 932489"/>
                <a:gd name="csX409" fmla="*/ 166688 w 425098"/>
                <a:gd name="csY409" fmla="*/ 667750 h 932489"/>
                <a:gd name="csX410" fmla="*/ 167350 w 425098"/>
                <a:gd name="csY410" fmla="*/ 670520 h 932489"/>
                <a:gd name="csX411" fmla="*/ 166551 w 425098"/>
                <a:gd name="csY411" fmla="*/ 677550 h 932489"/>
                <a:gd name="csX412" fmla="*/ 165722 w 425098"/>
                <a:gd name="csY412" fmla="*/ 679756 h 932489"/>
                <a:gd name="csX413" fmla="*/ 164185 w 425098"/>
                <a:gd name="csY413" fmla="*/ 681765 h 932489"/>
                <a:gd name="csX414" fmla="*/ 160891 w 425098"/>
                <a:gd name="csY414" fmla="*/ 684352 h 932489"/>
                <a:gd name="csX415" fmla="*/ 156949 w 425098"/>
                <a:gd name="csY415" fmla="*/ 685729 h 932489"/>
                <a:gd name="csX416" fmla="*/ 158076 w 425098"/>
                <a:gd name="csY416" fmla="*/ 686711 h 932489"/>
                <a:gd name="csX417" fmla="*/ 159673 w 425098"/>
                <a:gd name="csY417" fmla="*/ 686566 h 932489"/>
                <a:gd name="csX418" fmla="*/ 163158 w 425098"/>
                <a:gd name="csY418" fmla="*/ 685729 h 932489"/>
                <a:gd name="csX419" fmla="*/ 164665 w 425098"/>
                <a:gd name="csY419" fmla="*/ 686566 h 932489"/>
                <a:gd name="csX420" fmla="*/ 165806 w 425098"/>
                <a:gd name="csY420" fmla="*/ 689358 h 932489"/>
                <a:gd name="csX421" fmla="*/ 163622 w 425098"/>
                <a:gd name="csY421" fmla="*/ 690484 h 932489"/>
                <a:gd name="csX422" fmla="*/ 162960 w 425098"/>
                <a:gd name="csY422" fmla="*/ 691846 h 932489"/>
                <a:gd name="csX423" fmla="*/ 161385 w 425098"/>
                <a:gd name="csY423" fmla="*/ 693908 h 932489"/>
                <a:gd name="csX424" fmla="*/ 153351 w 425098"/>
                <a:gd name="csY424" fmla="*/ 702156 h 932489"/>
                <a:gd name="csX425" fmla="*/ 149021 w 425098"/>
                <a:gd name="csY425" fmla="*/ 704629 h 932489"/>
                <a:gd name="csX426" fmla="*/ 145042 w 425098"/>
                <a:gd name="csY426" fmla="*/ 707954 h 932489"/>
                <a:gd name="csX427" fmla="*/ 139701 w 425098"/>
                <a:gd name="csY427" fmla="*/ 711324 h 932489"/>
                <a:gd name="csX428" fmla="*/ 137609 w 425098"/>
                <a:gd name="csY428" fmla="*/ 713264 h 932489"/>
                <a:gd name="csX429" fmla="*/ 134778 w 425098"/>
                <a:gd name="csY429" fmla="*/ 717343 h 932489"/>
                <a:gd name="csX430" fmla="*/ 130449 w 425098"/>
                <a:gd name="csY430" fmla="*/ 721794 h 932489"/>
                <a:gd name="csX431" fmla="*/ 125777 w 425098"/>
                <a:gd name="csY431" fmla="*/ 731388 h 932489"/>
                <a:gd name="csX432" fmla="*/ 125595 w 425098"/>
                <a:gd name="csY432" fmla="*/ 733252 h 932489"/>
                <a:gd name="csX433" fmla="*/ 126272 w 425098"/>
                <a:gd name="csY433" fmla="*/ 734500 h 932489"/>
                <a:gd name="csX434" fmla="*/ 123677 w 425098"/>
                <a:gd name="csY434" fmla="*/ 751475 h 932489"/>
                <a:gd name="csX435" fmla="*/ 122772 w 425098"/>
                <a:gd name="csY435" fmla="*/ 753483 h 932489"/>
                <a:gd name="csX436" fmla="*/ 120893 w 425098"/>
                <a:gd name="csY436" fmla="*/ 755629 h 932489"/>
                <a:gd name="csX437" fmla="*/ 115947 w 425098"/>
                <a:gd name="csY437" fmla="*/ 759174 h 932489"/>
                <a:gd name="csX438" fmla="*/ 113565 w 425098"/>
                <a:gd name="csY438" fmla="*/ 759616 h 932489"/>
                <a:gd name="csX439" fmla="*/ 110415 w 425098"/>
                <a:gd name="csY439" fmla="*/ 757562 h 932489"/>
                <a:gd name="csX440" fmla="*/ 108643 w 425098"/>
                <a:gd name="csY440" fmla="*/ 755416 h 932489"/>
                <a:gd name="csX441" fmla="*/ 106900 w 425098"/>
                <a:gd name="csY441" fmla="*/ 751748 h 932489"/>
                <a:gd name="csX442" fmla="*/ 104800 w 425098"/>
                <a:gd name="csY442" fmla="*/ 747975 h 932489"/>
                <a:gd name="csX443" fmla="*/ 104694 w 425098"/>
                <a:gd name="csY443" fmla="*/ 749321 h 932489"/>
                <a:gd name="csX444" fmla="*/ 105424 w 425098"/>
                <a:gd name="csY444" fmla="*/ 751619 h 932489"/>
                <a:gd name="csX445" fmla="*/ 104930 w 425098"/>
                <a:gd name="csY445" fmla="*/ 754023 h 932489"/>
                <a:gd name="csX446" fmla="*/ 99558 w 425098"/>
                <a:gd name="csY446" fmla="*/ 755119 h 932489"/>
                <a:gd name="csX447" fmla="*/ 98135 w 425098"/>
                <a:gd name="csY447" fmla="*/ 756245 h 932489"/>
                <a:gd name="csX448" fmla="*/ 102982 w 425098"/>
                <a:gd name="csY448" fmla="*/ 755743 h 932489"/>
                <a:gd name="csX449" fmla="*/ 106284 w 425098"/>
                <a:gd name="csY449" fmla="*/ 756473 h 932489"/>
                <a:gd name="csX450" fmla="*/ 107684 w 425098"/>
                <a:gd name="csY450" fmla="*/ 757348 h 932489"/>
                <a:gd name="csX451" fmla="*/ 108939 w 425098"/>
                <a:gd name="csY451" fmla="*/ 759182 h 932489"/>
                <a:gd name="csX452" fmla="*/ 110050 w 425098"/>
                <a:gd name="csY452" fmla="*/ 761389 h 932489"/>
                <a:gd name="csX453" fmla="*/ 109122 w 425098"/>
                <a:gd name="csY453" fmla="*/ 762614 h 932489"/>
                <a:gd name="csX454" fmla="*/ 106474 w 425098"/>
                <a:gd name="csY454" fmla="*/ 763626 h 932489"/>
                <a:gd name="csX455" fmla="*/ 103051 w 425098"/>
                <a:gd name="csY455" fmla="*/ 765490 h 932489"/>
                <a:gd name="csX456" fmla="*/ 99003 w 425098"/>
                <a:gd name="csY456" fmla="*/ 768860 h 932489"/>
                <a:gd name="csX457" fmla="*/ 96758 w 425098"/>
                <a:gd name="csY457" fmla="*/ 772771 h 932489"/>
                <a:gd name="csX458" fmla="*/ 95792 w 425098"/>
                <a:gd name="csY458" fmla="*/ 775586 h 932489"/>
                <a:gd name="csX459" fmla="*/ 94696 w 425098"/>
                <a:gd name="csY459" fmla="*/ 781277 h 932489"/>
                <a:gd name="csX460" fmla="*/ 94407 w 425098"/>
                <a:gd name="csY460" fmla="*/ 785051 h 932489"/>
                <a:gd name="csX461" fmla="*/ 92695 w 425098"/>
                <a:gd name="csY461" fmla="*/ 787958 h 932489"/>
                <a:gd name="csX462" fmla="*/ 90055 w 425098"/>
                <a:gd name="csY462" fmla="*/ 790582 h 932489"/>
                <a:gd name="csX463" fmla="*/ 90207 w 425098"/>
                <a:gd name="csY463" fmla="*/ 791184 h 932489"/>
                <a:gd name="csX464" fmla="*/ 91995 w 425098"/>
                <a:gd name="csY464" fmla="*/ 789837 h 932489"/>
                <a:gd name="csX465" fmla="*/ 93426 w 425098"/>
                <a:gd name="csY465" fmla="*/ 789411 h 932489"/>
                <a:gd name="csX466" fmla="*/ 94658 w 425098"/>
                <a:gd name="csY466" fmla="*/ 792911 h 932489"/>
                <a:gd name="csX467" fmla="*/ 96317 w 425098"/>
                <a:gd name="csY467" fmla="*/ 799933 h 932489"/>
                <a:gd name="csX468" fmla="*/ 97085 w 425098"/>
                <a:gd name="csY468" fmla="*/ 804818 h 932489"/>
                <a:gd name="csX469" fmla="*/ 96964 w 425098"/>
                <a:gd name="csY469" fmla="*/ 806264 h 932489"/>
                <a:gd name="csX470" fmla="*/ 96469 w 425098"/>
                <a:gd name="csY470" fmla="*/ 808257 h 932489"/>
                <a:gd name="csX471" fmla="*/ 93060 w 425098"/>
                <a:gd name="csY471" fmla="*/ 808737 h 932489"/>
                <a:gd name="csX472" fmla="*/ 90017 w 425098"/>
                <a:gd name="csY472" fmla="*/ 808675 h 932489"/>
                <a:gd name="csX473" fmla="*/ 87780 w 425098"/>
                <a:gd name="csY473" fmla="*/ 809528 h 932489"/>
                <a:gd name="csX474" fmla="*/ 88982 w 425098"/>
                <a:gd name="csY474" fmla="*/ 810410 h 932489"/>
                <a:gd name="csX475" fmla="*/ 91036 w 425098"/>
                <a:gd name="csY475" fmla="*/ 810098 h 932489"/>
                <a:gd name="csX476" fmla="*/ 93875 w 425098"/>
                <a:gd name="csY476" fmla="*/ 812198 h 932489"/>
                <a:gd name="csX477" fmla="*/ 97025 w 425098"/>
                <a:gd name="csY477" fmla="*/ 811301 h 932489"/>
                <a:gd name="csX478" fmla="*/ 98463 w 425098"/>
                <a:gd name="csY478" fmla="*/ 812708 h 932489"/>
                <a:gd name="csX479" fmla="*/ 99497 w 425098"/>
                <a:gd name="csY479" fmla="*/ 813994 h 932489"/>
                <a:gd name="csX480" fmla="*/ 104321 w 425098"/>
                <a:gd name="csY480" fmla="*/ 824296 h 932489"/>
                <a:gd name="csX481" fmla="*/ 108536 w 425098"/>
                <a:gd name="csY481" fmla="*/ 830695 h 932489"/>
                <a:gd name="csX482" fmla="*/ 110667 w 425098"/>
                <a:gd name="csY482" fmla="*/ 834499 h 932489"/>
                <a:gd name="csX483" fmla="*/ 109609 w 425098"/>
                <a:gd name="csY483" fmla="*/ 836234 h 932489"/>
                <a:gd name="csX484" fmla="*/ 109229 w 425098"/>
                <a:gd name="csY484" fmla="*/ 833929 h 932489"/>
                <a:gd name="csX485" fmla="*/ 106482 w 425098"/>
                <a:gd name="csY485" fmla="*/ 833328 h 932489"/>
                <a:gd name="csX486" fmla="*/ 103804 w 425098"/>
                <a:gd name="csY486" fmla="*/ 832711 h 932489"/>
                <a:gd name="csX487" fmla="*/ 99337 w 425098"/>
                <a:gd name="csY487" fmla="*/ 831060 h 932489"/>
                <a:gd name="csX488" fmla="*/ 93319 w 425098"/>
                <a:gd name="csY488" fmla="*/ 828564 h 932489"/>
                <a:gd name="csX489" fmla="*/ 87293 w 425098"/>
                <a:gd name="csY489" fmla="*/ 828564 h 932489"/>
                <a:gd name="csX490" fmla="*/ 82507 w 425098"/>
                <a:gd name="csY490" fmla="*/ 826457 h 932489"/>
                <a:gd name="csX491" fmla="*/ 77219 w 425098"/>
                <a:gd name="csY491" fmla="*/ 824129 h 932489"/>
                <a:gd name="csX492" fmla="*/ 66058 w 425098"/>
                <a:gd name="csY492" fmla="*/ 823923 h 932489"/>
                <a:gd name="csX493" fmla="*/ 56227 w 425098"/>
                <a:gd name="csY493" fmla="*/ 823779 h 932489"/>
                <a:gd name="csX494" fmla="*/ 46154 w 425098"/>
                <a:gd name="csY494" fmla="*/ 823634 h 932489"/>
                <a:gd name="csX495" fmla="*/ 39709 w 425098"/>
                <a:gd name="csY495" fmla="*/ 823535 h 932489"/>
                <a:gd name="csX496" fmla="*/ 35395 w 425098"/>
                <a:gd name="csY496" fmla="*/ 823474 h 932489"/>
                <a:gd name="csX497" fmla="*/ 34277 w 425098"/>
                <a:gd name="csY497" fmla="*/ 822599 h 932489"/>
                <a:gd name="csX498" fmla="*/ 34657 w 425098"/>
                <a:gd name="csY498" fmla="*/ 819708 h 932489"/>
                <a:gd name="csX499" fmla="*/ 33059 w 425098"/>
                <a:gd name="csY499" fmla="*/ 817578 h 932489"/>
                <a:gd name="csX500" fmla="*/ 30739 w 425098"/>
                <a:gd name="csY500" fmla="*/ 815006 h 932489"/>
                <a:gd name="csX501" fmla="*/ 27916 w 425098"/>
                <a:gd name="csY501" fmla="*/ 813195 h 932489"/>
                <a:gd name="csX502" fmla="*/ 26516 w 425098"/>
                <a:gd name="csY502" fmla="*/ 810768 h 932489"/>
                <a:gd name="csX503" fmla="*/ 24948 w 425098"/>
                <a:gd name="csY503" fmla="*/ 808044 h 932489"/>
                <a:gd name="csX504" fmla="*/ 25831 w 425098"/>
                <a:gd name="csY504" fmla="*/ 805632 h 932489"/>
                <a:gd name="csX505" fmla="*/ 27185 w 425098"/>
                <a:gd name="csY505" fmla="*/ 799781 h 932489"/>
                <a:gd name="csX506" fmla="*/ 27208 w 425098"/>
                <a:gd name="csY506" fmla="*/ 797210 h 932489"/>
                <a:gd name="csX507" fmla="*/ 25983 w 425098"/>
                <a:gd name="csY507" fmla="*/ 795414 h 932489"/>
                <a:gd name="csX508" fmla="*/ 25610 w 425098"/>
                <a:gd name="csY508" fmla="*/ 792865 h 932489"/>
                <a:gd name="csX509" fmla="*/ 25983 w 425098"/>
                <a:gd name="csY509" fmla="*/ 791670 h 932489"/>
                <a:gd name="csX510" fmla="*/ 27086 w 425098"/>
                <a:gd name="csY510" fmla="*/ 790765 h 932489"/>
                <a:gd name="csX511" fmla="*/ 27748 w 425098"/>
                <a:gd name="csY511" fmla="*/ 786603 h 932489"/>
                <a:gd name="csX512" fmla="*/ 27231 w 425098"/>
                <a:gd name="csY512" fmla="*/ 782533 h 932489"/>
                <a:gd name="csX513" fmla="*/ 26386 w 425098"/>
                <a:gd name="csY513" fmla="*/ 778903 h 932489"/>
                <a:gd name="csX514" fmla="*/ 25268 w 425098"/>
                <a:gd name="csY514" fmla="*/ 777305 h 932489"/>
                <a:gd name="csX515" fmla="*/ 23830 w 425098"/>
                <a:gd name="csY515" fmla="*/ 776545 h 932489"/>
                <a:gd name="csX516" fmla="*/ 22765 w 425098"/>
                <a:gd name="csY516" fmla="*/ 776400 h 932489"/>
                <a:gd name="csX517" fmla="*/ 20406 w 425098"/>
                <a:gd name="csY517" fmla="*/ 777755 h 932489"/>
                <a:gd name="csX518" fmla="*/ 16495 w 425098"/>
                <a:gd name="csY518" fmla="*/ 777412 h 932489"/>
                <a:gd name="csX519" fmla="*/ 15164 w 425098"/>
                <a:gd name="csY519" fmla="*/ 777930 h 932489"/>
                <a:gd name="csX520" fmla="*/ 13254 w 425098"/>
                <a:gd name="csY520" fmla="*/ 779383 h 932489"/>
                <a:gd name="csX521" fmla="*/ 10545 w 425098"/>
                <a:gd name="csY521" fmla="*/ 781528 h 932489"/>
                <a:gd name="csX522" fmla="*/ 9039 w 425098"/>
                <a:gd name="csY522" fmla="*/ 780783 h 932489"/>
                <a:gd name="csX523" fmla="*/ 8575 w 425098"/>
                <a:gd name="csY523" fmla="*/ 778485 h 932489"/>
                <a:gd name="csX524" fmla="*/ 7570 w 425098"/>
                <a:gd name="csY524" fmla="*/ 776499 h 932489"/>
                <a:gd name="csX525" fmla="*/ 6931 w 425098"/>
                <a:gd name="csY525" fmla="*/ 774749 h 932489"/>
                <a:gd name="csX526" fmla="*/ 6452 w 425098"/>
                <a:gd name="csY526" fmla="*/ 771866 h 932489"/>
                <a:gd name="csX527" fmla="*/ 5653 w 425098"/>
                <a:gd name="csY527" fmla="*/ 768175 h 932489"/>
                <a:gd name="csX528" fmla="*/ 4055 w 425098"/>
                <a:gd name="csY528" fmla="*/ 763815 h 932489"/>
                <a:gd name="csX529" fmla="*/ 1605 w 425098"/>
                <a:gd name="csY529" fmla="*/ 760300 h 932489"/>
                <a:gd name="csX530" fmla="*/ 1468 w 425098"/>
                <a:gd name="csY530" fmla="*/ 757143 h 932489"/>
                <a:gd name="csX531" fmla="*/ 1012 w 425098"/>
                <a:gd name="csY531" fmla="*/ 753186 h 932489"/>
                <a:gd name="csX532" fmla="*/ 2260 w 425098"/>
                <a:gd name="csY532" fmla="*/ 749344 h 932489"/>
                <a:gd name="csX533" fmla="*/ 1529 w 425098"/>
                <a:gd name="csY533" fmla="*/ 746164 h 932489"/>
                <a:gd name="csX534" fmla="*/ 0 w 425098"/>
                <a:gd name="csY534" fmla="*/ 742382 h 932489"/>
                <a:gd name="csX535" fmla="*/ 472 w 425098"/>
                <a:gd name="csY535" fmla="*/ 738471 h 932489"/>
                <a:gd name="csX536" fmla="*/ 1978 w 425098"/>
                <a:gd name="csY536" fmla="*/ 736311 h 932489"/>
                <a:gd name="csX537" fmla="*/ 2450 w 425098"/>
                <a:gd name="csY537" fmla="*/ 733572 h 932489"/>
                <a:gd name="csX538" fmla="*/ 9419 w 425098"/>
                <a:gd name="csY538" fmla="*/ 733138 h 932489"/>
                <a:gd name="csX539" fmla="*/ 9130 w 425098"/>
                <a:gd name="csY539" fmla="*/ 729463 h 932489"/>
                <a:gd name="csX540" fmla="*/ 10287 w 425098"/>
                <a:gd name="csY540" fmla="*/ 726496 h 932489"/>
                <a:gd name="csX541" fmla="*/ 11588 w 425098"/>
                <a:gd name="csY541" fmla="*/ 723810 h 932489"/>
                <a:gd name="csX542" fmla="*/ 12699 w 425098"/>
                <a:gd name="csY542" fmla="*/ 722593 h 932489"/>
                <a:gd name="csX543" fmla="*/ 15179 w 425098"/>
                <a:gd name="csY543" fmla="*/ 721527 h 932489"/>
                <a:gd name="csX544" fmla="*/ 18101 w 425098"/>
                <a:gd name="csY544" fmla="*/ 719983 h 932489"/>
                <a:gd name="csX545" fmla="*/ 19752 w 425098"/>
                <a:gd name="csY545" fmla="*/ 718217 h 932489"/>
                <a:gd name="csX546" fmla="*/ 20543 w 425098"/>
                <a:gd name="csY546" fmla="*/ 716635 h 932489"/>
                <a:gd name="csX547" fmla="*/ 21022 w 425098"/>
                <a:gd name="csY547" fmla="*/ 714596 h 932489"/>
                <a:gd name="csX548" fmla="*/ 21152 w 425098"/>
                <a:gd name="csY548" fmla="*/ 712427 h 932489"/>
                <a:gd name="csX549" fmla="*/ 20673 w 425098"/>
                <a:gd name="csY549" fmla="*/ 707824 h 932489"/>
                <a:gd name="csX550" fmla="*/ 21220 w 425098"/>
                <a:gd name="csY550" fmla="*/ 706409 h 932489"/>
                <a:gd name="csX551" fmla="*/ 23031 w 425098"/>
                <a:gd name="csY551" fmla="*/ 704545 h 932489"/>
                <a:gd name="csX552" fmla="*/ 26090 w 425098"/>
                <a:gd name="csY552" fmla="*/ 702894 h 932489"/>
                <a:gd name="csX553" fmla="*/ 27406 w 425098"/>
                <a:gd name="csY553" fmla="*/ 698519 h 932489"/>
                <a:gd name="csX554" fmla="*/ 26653 w 425098"/>
                <a:gd name="csY554" fmla="*/ 694722 h 932489"/>
                <a:gd name="csX555" fmla="*/ 24956 w 425098"/>
                <a:gd name="csY555" fmla="*/ 691717 h 932489"/>
                <a:gd name="csX556" fmla="*/ 22795 w 425098"/>
                <a:gd name="csY556" fmla="*/ 690362 h 932489"/>
                <a:gd name="csX557" fmla="*/ 22605 w 425098"/>
                <a:gd name="csY557" fmla="*/ 687281 h 932489"/>
                <a:gd name="csX558" fmla="*/ 23579 w 425098"/>
                <a:gd name="csY558" fmla="*/ 684359 h 932489"/>
                <a:gd name="csX559" fmla="*/ 24850 w 425098"/>
                <a:gd name="csY559" fmla="*/ 681232 h 932489"/>
                <a:gd name="csX560" fmla="*/ 26364 w 425098"/>
                <a:gd name="csY560" fmla="*/ 677649 h 932489"/>
                <a:gd name="csX561" fmla="*/ 26272 w 425098"/>
                <a:gd name="csY561" fmla="*/ 675145 h 932489"/>
                <a:gd name="csX562" fmla="*/ 27619 w 425098"/>
                <a:gd name="csY562" fmla="*/ 673685 h 932489"/>
                <a:gd name="csX563" fmla="*/ 31454 w 425098"/>
                <a:gd name="csY563" fmla="*/ 670428 h 932489"/>
                <a:gd name="csX564" fmla="*/ 32770 w 425098"/>
                <a:gd name="csY564" fmla="*/ 667248 h 932489"/>
                <a:gd name="csX565" fmla="*/ 34117 w 425098"/>
                <a:gd name="csY565" fmla="*/ 666388 h 932489"/>
                <a:gd name="csX566" fmla="*/ 35692 w 425098"/>
                <a:gd name="csY566" fmla="*/ 666008 h 932489"/>
                <a:gd name="csX567" fmla="*/ 35783 w 425098"/>
                <a:gd name="csY567" fmla="*/ 664212 h 932489"/>
                <a:gd name="csX568" fmla="*/ 34634 w 425098"/>
                <a:gd name="csY568" fmla="*/ 662432 h 932489"/>
                <a:gd name="csX569" fmla="*/ 34451 w 425098"/>
                <a:gd name="csY569" fmla="*/ 660202 h 932489"/>
                <a:gd name="csX570" fmla="*/ 34588 w 425098"/>
                <a:gd name="csY570" fmla="*/ 657737 h 932489"/>
                <a:gd name="csX571" fmla="*/ 34939 w 425098"/>
                <a:gd name="csY571" fmla="*/ 654442 h 932489"/>
                <a:gd name="csX572" fmla="*/ 36727 w 425098"/>
                <a:gd name="csY572" fmla="*/ 653210 h 932489"/>
                <a:gd name="csX573" fmla="*/ 39374 w 425098"/>
                <a:gd name="csY573" fmla="*/ 650547 h 932489"/>
                <a:gd name="csX574" fmla="*/ 40082 w 425098"/>
                <a:gd name="csY574" fmla="*/ 648858 h 932489"/>
                <a:gd name="csX575" fmla="*/ 40173 w 425098"/>
                <a:gd name="csY575" fmla="*/ 646598 h 932489"/>
                <a:gd name="csX576" fmla="*/ 39405 w 425098"/>
                <a:gd name="csY576" fmla="*/ 641942 h 932489"/>
                <a:gd name="csX577" fmla="*/ 38750 w 425098"/>
                <a:gd name="csY577" fmla="*/ 638609 h 932489"/>
                <a:gd name="csX578" fmla="*/ 38416 w 425098"/>
                <a:gd name="csY578" fmla="*/ 637384 h 932489"/>
                <a:gd name="csX579" fmla="*/ 37213 w 425098"/>
                <a:gd name="csY579" fmla="*/ 635132 h 932489"/>
                <a:gd name="csX580" fmla="*/ 36323 w 425098"/>
                <a:gd name="csY580" fmla="*/ 633709 h 932489"/>
                <a:gd name="csX581" fmla="*/ 37746 w 425098"/>
                <a:gd name="csY581" fmla="*/ 631929 h 932489"/>
                <a:gd name="csX582" fmla="*/ 40409 w 425098"/>
                <a:gd name="csY582" fmla="*/ 630065 h 932489"/>
                <a:gd name="csX583" fmla="*/ 41535 w 425098"/>
                <a:gd name="csY583" fmla="*/ 627364 h 932489"/>
                <a:gd name="csX584" fmla="*/ 40500 w 425098"/>
                <a:gd name="csY584" fmla="*/ 625073 h 932489"/>
                <a:gd name="csX585" fmla="*/ 38994 w 425098"/>
                <a:gd name="csY585" fmla="*/ 623864 h 932489"/>
                <a:gd name="csX586" fmla="*/ 38522 w 425098"/>
                <a:gd name="csY586" fmla="*/ 620364 h 932489"/>
                <a:gd name="csX587" fmla="*/ 39085 w 425098"/>
                <a:gd name="csY587" fmla="*/ 615928 h 932489"/>
                <a:gd name="csX588" fmla="*/ 40211 w 425098"/>
                <a:gd name="csY588" fmla="*/ 614589 h 932489"/>
                <a:gd name="csX589" fmla="*/ 44168 w 425098"/>
                <a:gd name="csY589" fmla="*/ 613919 h 932489"/>
                <a:gd name="csX590" fmla="*/ 44541 w 425098"/>
                <a:gd name="csY590" fmla="*/ 611644 h 932489"/>
                <a:gd name="csX591" fmla="*/ 47554 w 425098"/>
                <a:gd name="csY591" fmla="*/ 608433 h 932489"/>
                <a:gd name="csX592" fmla="*/ 47462 w 425098"/>
                <a:gd name="csY592" fmla="*/ 605368 h 932489"/>
                <a:gd name="csX593" fmla="*/ 45545 w 425098"/>
                <a:gd name="csY593" fmla="*/ 603488 h 932489"/>
                <a:gd name="csX594" fmla="*/ 43666 w 425098"/>
                <a:gd name="csY594" fmla="*/ 600460 h 932489"/>
                <a:gd name="csX595" fmla="*/ 42281 w 425098"/>
                <a:gd name="csY595" fmla="*/ 597789 h 932489"/>
                <a:gd name="csX596" fmla="*/ 37670 w 425098"/>
                <a:gd name="csY596" fmla="*/ 596328 h 932489"/>
                <a:gd name="csX597" fmla="*/ 32770 w 425098"/>
                <a:gd name="csY597" fmla="*/ 595537 h 932489"/>
                <a:gd name="csX598" fmla="*/ 32108 w 425098"/>
                <a:gd name="csY598" fmla="*/ 593019 h 932489"/>
                <a:gd name="csX599" fmla="*/ 32298 w 425098"/>
                <a:gd name="csY599" fmla="*/ 591565 h 932489"/>
                <a:gd name="csX600" fmla="*/ 34573 w 425098"/>
                <a:gd name="csY600" fmla="*/ 592152 h 932489"/>
                <a:gd name="csX601" fmla="*/ 38294 w 425098"/>
                <a:gd name="csY601" fmla="*/ 591642 h 932489"/>
                <a:gd name="csX602" fmla="*/ 41094 w 425098"/>
                <a:gd name="csY602" fmla="*/ 591527 h 932489"/>
                <a:gd name="csX603" fmla="*/ 43042 w 425098"/>
                <a:gd name="csY603" fmla="*/ 591269 h 932489"/>
                <a:gd name="csX604" fmla="*/ 45286 w 425098"/>
                <a:gd name="csY604" fmla="*/ 590904 h 932489"/>
                <a:gd name="csX605" fmla="*/ 47356 w 425098"/>
                <a:gd name="csY605" fmla="*/ 591961 h 932489"/>
                <a:gd name="csX606" fmla="*/ 49425 w 425098"/>
                <a:gd name="csY606" fmla="*/ 591299 h 932489"/>
                <a:gd name="csX607" fmla="*/ 50270 w 425098"/>
                <a:gd name="csY607" fmla="*/ 587335 h 932489"/>
                <a:gd name="csX608" fmla="*/ 51586 w 425098"/>
                <a:gd name="csY608" fmla="*/ 585227 h 932489"/>
                <a:gd name="csX609" fmla="*/ 51776 w 425098"/>
                <a:gd name="csY609" fmla="*/ 583249 h 932489"/>
                <a:gd name="csX610" fmla="*/ 50460 w 425098"/>
                <a:gd name="csY610" fmla="*/ 581674 h 932489"/>
                <a:gd name="csX611" fmla="*/ 48048 w 425098"/>
                <a:gd name="csY611" fmla="*/ 581187 h 932489"/>
                <a:gd name="csX612" fmla="*/ 37495 w 425098"/>
                <a:gd name="csY612" fmla="*/ 579939 h 932489"/>
                <a:gd name="csX613" fmla="*/ 37175 w 425098"/>
                <a:gd name="csY613" fmla="*/ 578365 h 932489"/>
                <a:gd name="csX614" fmla="*/ 37267 w 425098"/>
                <a:gd name="csY614" fmla="*/ 575725 h 932489"/>
                <a:gd name="csX615" fmla="*/ 37663 w 425098"/>
                <a:gd name="csY615" fmla="*/ 573031 h 932489"/>
                <a:gd name="csX616" fmla="*/ 37663 w 425098"/>
                <a:gd name="csY616" fmla="*/ 571707 h 932489"/>
                <a:gd name="csX617" fmla="*/ 38621 w 425098"/>
                <a:gd name="csY617" fmla="*/ 570543 h 932489"/>
                <a:gd name="csX618" fmla="*/ 39717 w 425098"/>
                <a:gd name="csY618" fmla="*/ 568108 h 932489"/>
                <a:gd name="csX619" fmla="*/ 40485 w 425098"/>
                <a:gd name="csY619" fmla="*/ 566487 h 932489"/>
                <a:gd name="csX620" fmla="*/ 39717 w 425098"/>
                <a:gd name="csY620" fmla="*/ 564388 h 932489"/>
                <a:gd name="csX621" fmla="*/ 38035 w 425098"/>
                <a:gd name="csY621" fmla="*/ 561291 h 932489"/>
                <a:gd name="csX622" fmla="*/ 39260 w 425098"/>
                <a:gd name="csY622" fmla="*/ 559861 h 932489"/>
                <a:gd name="csX623" fmla="*/ 39359 w 425098"/>
                <a:gd name="csY623" fmla="*/ 558156 h 932489"/>
                <a:gd name="csX624" fmla="*/ 38979 w 425098"/>
                <a:gd name="csY624" fmla="*/ 556490 h 932489"/>
                <a:gd name="csX625" fmla="*/ 37229 w 425098"/>
                <a:gd name="csY625" fmla="*/ 554641 h 932489"/>
                <a:gd name="csX626" fmla="*/ 35684 w 425098"/>
                <a:gd name="csY626" fmla="*/ 552092 h 932489"/>
                <a:gd name="csX627" fmla="*/ 35684 w 425098"/>
                <a:gd name="csY627" fmla="*/ 549384 h 932489"/>
                <a:gd name="csX628" fmla="*/ 37495 w 425098"/>
                <a:gd name="csY628" fmla="*/ 548661 h 932489"/>
                <a:gd name="csX629" fmla="*/ 38697 w 425098"/>
                <a:gd name="csY629" fmla="*/ 547832 h 932489"/>
                <a:gd name="csX630" fmla="*/ 38979 w 425098"/>
                <a:gd name="csY630" fmla="*/ 546157 h 932489"/>
                <a:gd name="csX631" fmla="*/ 38317 w 425098"/>
                <a:gd name="csY631" fmla="*/ 544096 h 932489"/>
                <a:gd name="csX632" fmla="*/ 35814 w 425098"/>
                <a:gd name="csY632" fmla="*/ 543464 h 932489"/>
                <a:gd name="csX633" fmla="*/ 32481 w 425098"/>
                <a:gd name="csY633" fmla="*/ 542201 h 932489"/>
                <a:gd name="csX634" fmla="*/ 31462 w 425098"/>
                <a:gd name="csY634" fmla="*/ 541143 h 932489"/>
                <a:gd name="csX635" fmla="*/ 30518 w 425098"/>
                <a:gd name="csY635" fmla="*/ 538937 h 932489"/>
                <a:gd name="csX636" fmla="*/ 31218 w 425098"/>
                <a:gd name="csY636" fmla="*/ 532751 h 932489"/>
                <a:gd name="csX637" fmla="*/ 30868 w 425098"/>
                <a:gd name="csY637" fmla="*/ 529031 h 932489"/>
                <a:gd name="csX638" fmla="*/ 30571 w 425098"/>
                <a:gd name="csY638" fmla="*/ 526976 h 932489"/>
                <a:gd name="csX639" fmla="*/ 31385 w 425098"/>
                <a:gd name="csY639" fmla="*/ 525394 h 932489"/>
                <a:gd name="csX640" fmla="*/ 32496 w 425098"/>
                <a:gd name="csY640" fmla="*/ 523971 h 932489"/>
                <a:gd name="csX641" fmla="*/ 31971 w 425098"/>
                <a:gd name="csY641" fmla="*/ 520662 h 932489"/>
                <a:gd name="csX642" fmla="*/ 30982 w 425098"/>
                <a:gd name="csY642" fmla="*/ 518927 h 932489"/>
                <a:gd name="csX643" fmla="*/ 31332 w 425098"/>
                <a:gd name="csY643" fmla="*/ 517595 h 932489"/>
                <a:gd name="csX644" fmla="*/ 32268 w 425098"/>
                <a:gd name="csY644" fmla="*/ 516256 h 932489"/>
                <a:gd name="csX645" fmla="*/ 33082 w 425098"/>
                <a:gd name="csY645" fmla="*/ 514605 h 932489"/>
                <a:gd name="csX646" fmla="*/ 33782 w 425098"/>
                <a:gd name="csY646" fmla="*/ 514217 h 932489"/>
                <a:gd name="csX647" fmla="*/ 34832 w 425098"/>
                <a:gd name="csY647" fmla="*/ 515160 h 932489"/>
                <a:gd name="csX648" fmla="*/ 36605 w 425098"/>
                <a:gd name="csY648" fmla="*/ 514605 h 932489"/>
                <a:gd name="csX649" fmla="*/ 38743 w 425098"/>
                <a:gd name="csY649" fmla="*/ 513274 h 932489"/>
                <a:gd name="csX650" fmla="*/ 38971 w 425098"/>
                <a:gd name="csY650" fmla="*/ 511706 h 932489"/>
                <a:gd name="csX651" fmla="*/ 38545 w 425098"/>
                <a:gd name="csY651" fmla="*/ 509469 h 932489"/>
                <a:gd name="csX652" fmla="*/ 36955 w 425098"/>
                <a:gd name="csY652" fmla="*/ 503854 h 932489"/>
                <a:gd name="csX653" fmla="*/ 35524 w 425098"/>
                <a:gd name="csY653" fmla="*/ 500392 h 932489"/>
                <a:gd name="csX654" fmla="*/ 35821 w 425098"/>
                <a:gd name="csY654" fmla="*/ 499144 h 932489"/>
                <a:gd name="csX655" fmla="*/ 36384 w 425098"/>
                <a:gd name="csY655" fmla="*/ 497836 h 932489"/>
                <a:gd name="csX656" fmla="*/ 35935 w 425098"/>
                <a:gd name="csY656" fmla="*/ 493088 h 932489"/>
                <a:gd name="csX657" fmla="*/ 36080 w 425098"/>
                <a:gd name="csY657" fmla="*/ 490227 h 932489"/>
                <a:gd name="csX658" fmla="*/ 36186 w 425098"/>
                <a:gd name="csY658" fmla="*/ 481820 h 932489"/>
                <a:gd name="csX659" fmla="*/ 36346 w 425098"/>
                <a:gd name="csY659" fmla="*/ 478959 h 932489"/>
                <a:gd name="csX660" fmla="*/ 34885 w 425098"/>
                <a:gd name="csY660" fmla="*/ 476037 h 932489"/>
                <a:gd name="csX661" fmla="*/ 35083 w 425098"/>
                <a:gd name="csY661" fmla="*/ 473305 h 932489"/>
                <a:gd name="csX662" fmla="*/ 36110 w 425098"/>
                <a:gd name="csY662" fmla="*/ 471312 h 932489"/>
                <a:gd name="csX663" fmla="*/ 37076 w 425098"/>
                <a:gd name="csY663" fmla="*/ 468619 h 932489"/>
                <a:gd name="csX664" fmla="*/ 37799 w 425098"/>
                <a:gd name="csY664" fmla="*/ 466237 h 932489"/>
                <a:gd name="csX665" fmla="*/ 38560 w 425098"/>
                <a:gd name="csY665" fmla="*/ 465165 h 932489"/>
                <a:gd name="csX666" fmla="*/ 39846 w 425098"/>
                <a:gd name="csY666" fmla="*/ 464632 h 932489"/>
                <a:gd name="csX667" fmla="*/ 40143 w 425098"/>
                <a:gd name="csY667" fmla="*/ 463331 h 932489"/>
                <a:gd name="csX668" fmla="*/ 39557 w 425098"/>
                <a:gd name="csY668" fmla="*/ 462342 h 932489"/>
                <a:gd name="csX669" fmla="*/ 37898 w 425098"/>
                <a:gd name="csY669" fmla="*/ 460797 h 932489"/>
                <a:gd name="csX670" fmla="*/ 37518 w 425098"/>
                <a:gd name="csY670" fmla="*/ 458910 h 932489"/>
                <a:gd name="csX671" fmla="*/ 37868 w 425098"/>
                <a:gd name="csY671" fmla="*/ 457465 h 932489"/>
                <a:gd name="csX672" fmla="*/ 38682 w 425098"/>
                <a:gd name="csY672" fmla="*/ 456628 h 932489"/>
                <a:gd name="csX673" fmla="*/ 39945 w 425098"/>
                <a:gd name="csY673" fmla="*/ 456635 h 932489"/>
                <a:gd name="csX674" fmla="*/ 40896 w 425098"/>
                <a:gd name="csY674" fmla="*/ 454573 h 932489"/>
                <a:gd name="csX675" fmla="*/ 41170 w 425098"/>
                <a:gd name="csY675" fmla="*/ 452032 h 932489"/>
                <a:gd name="csX676" fmla="*/ 41368 w 425098"/>
                <a:gd name="csY676" fmla="*/ 450853 h 932489"/>
                <a:gd name="csX677" fmla="*/ 40637 w 425098"/>
                <a:gd name="csY677" fmla="*/ 449369 h 932489"/>
                <a:gd name="csX678" fmla="*/ 40112 w 425098"/>
                <a:gd name="csY678" fmla="*/ 445877 h 932489"/>
                <a:gd name="csX679" fmla="*/ 39618 w 425098"/>
                <a:gd name="csY679" fmla="*/ 443898 h 932489"/>
                <a:gd name="csX680" fmla="*/ 40204 w 425098"/>
                <a:gd name="csY680" fmla="*/ 443069 h 932489"/>
                <a:gd name="csX681" fmla="*/ 41018 w 425098"/>
                <a:gd name="csY681" fmla="*/ 442765 h 932489"/>
                <a:gd name="csX682" fmla="*/ 42456 w 425098"/>
                <a:gd name="csY682" fmla="*/ 443237 h 932489"/>
                <a:gd name="csX683" fmla="*/ 43468 w 425098"/>
                <a:gd name="csY683" fmla="*/ 442993 h 932489"/>
                <a:gd name="csX684" fmla="*/ 43643 w 425098"/>
                <a:gd name="csY684" fmla="*/ 441935 h 932489"/>
                <a:gd name="csX685" fmla="*/ 43757 w 425098"/>
                <a:gd name="csY685" fmla="*/ 440802 h 932489"/>
                <a:gd name="csX686" fmla="*/ 44145 w 425098"/>
                <a:gd name="csY686" fmla="*/ 440033 h 932489"/>
                <a:gd name="csX687" fmla="*/ 45050 w 425098"/>
                <a:gd name="csY687" fmla="*/ 437477 h 932489"/>
                <a:gd name="csX688" fmla="*/ 46017 w 425098"/>
                <a:gd name="csY688" fmla="*/ 434312 h 932489"/>
                <a:gd name="csX689" fmla="*/ 46245 w 425098"/>
                <a:gd name="csY689" fmla="*/ 432082 h 932489"/>
                <a:gd name="csX690" fmla="*/ 45902 w 425098"/>
                <a:gd name="csY690" fmla="*/ 426049 h 932489"/>
                <a:gd name="csX691" fmla="*/ 46412 w 425098"/>
                <a:gd name="csY691" fmla="*/ 424664 h 932489"/>
                <a:gd name="csX692" fmla="*/ 47447 w 425098"/>
                <a:gd name="csY692" fmla="*/ 423401 h 932489"/>
                <a:gd name="csX693" fmla="*/ 48885 w 425098"/>
                <a:gd name="csY693" fmla="*/ 422214 h 932489"/>
                <a:gd name="csX694" fmla="*/ 50780 w 425098"/>
                <a:gd name="csY694" fmla="*/ 421232 h 932489"/>
                <a:gd name="csX695" fmla="*/ 53131 w 425098"/>
                <a:gd name="csY695" fmla="*/ 419817 h 932489"/>
                <a:gd name="csX696" fmla="*/ 56022 w 425098"/>
                <a:gd name="csY696" fmla="*/ 419300 h 932489"/>
                <a:gd name="csX697" fmla="*/ 57194 w 425098"/>
                <a:gd name="csY697" fmla="*/ 417733 h 932489"/>
                <a:gd name="csX698" fmla="*/ 58008 w 425098"/>
                <a:gd name="csY698" fmla="*/ 415648 h 932489"/>
                <a:gd name="csX699" fmla="*/ 58236 w 425098"/>
                <a:gd name="csY699" fmla="*/ 413936 h 932489"/>
                <a:gd name="csX700" fmla="*/ 57125 w 425098"/>
                <a:gd name="csY700" fmla="*/ 412749 h 932489"/>
                <a:gd name="csX701" fmla="*/ 55664 w 425098"/>
                <a:gd name="csY701" fmla="*/ 411334 h 932489"/>
                <a:gd name="csX702" fmla="*/ 54972 w 425098"/>
                <a:gd name="csY702" fmla="*/ 407780 h 932489"/>
                <a:gd name="csX703" fmla="*/ 54599 w 425098"/>
                <a:gd name="csY703" fmla="*/ 404501 h 932489"/>
                <a:gd name="csX704" fmla="*/ 54386 w 425098"/>
                <a:gd name="csY704" fmla="*/ 400378 h 932489"/>
                <a:gd name="csX705" fmla="*/ 52933 w 425098"/>
                <a:gd name="csY705" fmla="*/ 396839 h 932489"/>
                <a:gd name="csX706" fmla="*/ 51411 w 425098"/>
                <a:gd name="csY706" fmla="*/ 392868 h 932489"/>
                <a:gd name="csX707" fmla="*/ 51000 w 425098"/>
                <a:gd name="csY707" fmla="*/ 389338 h 932489"/>
                <a:gd name="csX708" fmla="*/ 51510 w 425098"/>
                <a:gd name="csY708" fmla="*/ 387413 h 932489"/>
                <a:gd name="csX709" fmla="*/ 52111 w 425098"/>
                <a:gd name="csY709" fmla="*/ 384354 h 932489"/>
                <a:gd name="csX710" fmla="*/ 51472 w 425098"/>
                <a:gd name="csY710" fmla="*/ 382962 h 932489"/>
                <a:gd name="csX711" fmla="*/ 50711 w 425098"/>
                <a:gd name="csY711" fmla="*/ 380473 h 932489"/>
                <a:gd name="csX712" fmla="*/ 51502 w 425098"/>
                <a:gd name="csY712" fmla="*/ 378526 h 932489"/>
                <a:gd name="csX713" fmla="*/ 52461 w 425098"/>
                <a:gd name="csY713" fmla="*/ 375505 h 932489"/>
                <a:gd name="csX714" fmla="*/ 52347 w 425098"/>
                <a:gd name="csY714" fmla="*/ 373976 h 932489"/>
                <a:gd name="csX715" fmla="*/ 51586 w 425098"/>
                <a:gd name="csY715" fmla="*/ 370331 h 932489"/>
                <a:gd name="csX716" fmla="*/ 50886 w 425098"/>
                <a:gd name="csY716" fmla="*/ 368293 h 932489"/>
                <a:gd name="csX717" fmla="*/ 51586 w 425098"/>
                <a:gd name="csY717" fmla="*/ 366116 h 932489"/>
                <a:gd name="csX718" fmla="*/ 52697 w 425098"/>
                <a:gd name="csY718" fmla="*/ 364085 h 932489"/>
                <a:gd name="csX719" fmla="*/ 53572 w 425098"/>
                <a:gd name="csY719" fmla="*/ 362997 h 932489"/>
                <a:gd name="csX720" fmla="*/ 53427 w 425098"/>
                <a:gd name="csY720" fmla="*/ 361247 h 932489"/>
                <a:gd name="csX721" fmla="*/ 53808 w 425098"/>
                <a:gd name="csY721" fmla="*/ 359809 h 932489"/>
                <a:gd name="csX722" fmla="*/ 55467 w 425098"/>
                <a:gd name="csY722" fmla="*/ 358850 h 932489"/>
                <a:gd name="csX723" fmla="*/ 57019 w 425098"/>
                <a:gd name="csY723" fmla="*/ 357070 h 932489"/>
                <a:gd name="csX724" fmla="*/ 58129 w 425098"/>
                <a:gd name="csY724" fmla="*/ 356856 h 932489"/>
                <a:gd name="csX725" fmla="*/ 59469 w 425098"/>
                <a:gd name="csY725" fmla="*/ 356856 h 932489"/>
                <a:gd name="csX726" fmla="*/ 60344 w 425098"/>
                <a:gd name="csY726" fmla="*/ 356354 h 932489"/>
                <a:gd name="csX727" fmla="*/ 60693 w 425098"/>
                <a:gd name="csY727" fmla="*/ 354985 h 932489"/>
                <a:gd name="csX728" fmla="*/ 60929 w 425098"/>
                <a:gd name="csY728" fmla="*/ 353471 h 932489"/>
                <a:gd name="csX729" fmla="*/ 63067 w 425098"/>
                <a:gd name="csY729" fmla="*/ 351592 h 932489"/>
                <a:gd name="csX730" fmla="*/ 64323 w 425098"/>
                <a:gd name="csY730" fmla="*/ 349864 h 932489"/>
                <a:gd name="csX731" fmla="*/ 66598 w 425098"/>
                <a:gd name="csY731" fmla="*/ 349507 h 932489"/>
                <a:gd name="csX732" fmla="*/ 67709 w 425098"/>
                <a:gd name="csY732" fmla="*/ 347635 h 932489"/>
                <a:gd name="csX733" fmla="*/ 67732 w 425098"/>
                <a:gd name="csY733" fmla="*/ 345238 h 932489"/>
                <a:gd name="csX734" fmla="*/ 67473 w 425098"/>
                <a:gd name="csY734" fmla="*/ 342819 h 932489"/>
                <a:gd name="csX735" fmla="*/ 68234 w 425098"/>
                <a:gd name="csY735" fmla="*/ 340027 h 932489"/>
                <a:gd name="csX736" fmla="*/ 67389 w 425098"/>
                <a:gd name="csY736" fmla="*/ 335766 h 932489"/>
                <a:gd name="csX737" fmla="*/ 67473 w 425098"/>
                <a:gd name="csY737" fmla="*/ 333513 h 932489"/>
                <a:gd name="csX738" fmla="*/ 66598 w 425098"/>
                <a:gd name="csY738" fmla="*/ 331657 h 932489"/>
                <a:gd name="csX739" fmla="*/ 66773 w 425098"/>
                <a:gd name="csY739" fmla="*/ 329656 h 932489"/>
                <a:gd name="csX740" fmla="*/ 66301 w 425098"/>
                <a:gd name="csY740" fmla="*/ 328378 h 932489"/>
                <a:gd name="csX741" fmla="*/ 64977 w 425098"/>
                <a:gd name="csY741" fmla="*/ 327899 h 932489"/>
                <a:gd name="csX742" fmla="*/ 64490 w 425098"/>
                <a:gd name="csY742" fmla="*/ 326308 h 932489"/>
                <a:gd name="csX743" fmla="*/ 65129 w 425098"/>
                <a:gd name="csY743" fmla="*/ 325525 h 932489"/>
                <a:gd name="csX744" fmla="*/ 66377 w 425098"/>
                <a:gd name="csY744" fmla="*/ 324924 h 932489"/>
                <a:gd name="csX745" fmla="*/ 67944 w 425098"/>
                <a:gd name="csY745" fmla="*/ 323706 h 932489"/>
                <a:gd name="csX746" fmla="*/ 69116 w 425098"/>
                <a:gd name="csY746" fmla="*/ 317863 h 932489"/>
                <a:gd name="csX747" fmla="*/ 69672 w 425098"/>
                <a:gd name="csY747" fmla="*/ 316128 h 932489"/>
                <a:gd name="csX748" fmla="*/ 70212 w 425098"/>
                <a:gd name="csY748" fmla="*/ 314051 h 932489"/>
                <a:gd name="csX749" fmla="*/ 70143 w 425098"/>
                <a:gd name="csY749" fmla="*/ 312970 h 932489"/>
                <a:gd name="csX750" fmla="*/ 70897 w 425098"/>
                <a:gd name="csY750" fmla="*/ 311411 h 932489"/>
                <a:gd name="csX751" fmla="*/ 71840 w 425098"/>
                <a:gd name="csY751" fmla="*/ 309044 h 932489"/>
                <a:gd name="csX752" fmla="*/ 73324 w 425098"/>
                <a:gd name="csY752" fmla="*/ 306762 h 932489"/>
                <a:gd name="csX753" fmla="*/ 74168 w 425098"/>
                <a:gd name="csY753" fmla="*/ 305195 h 932489"/>
                <a:gd name="csX754" fmla="*/ 74990 w 425098"/>
                <a:gd name="csY754" fmla="*/ 303087 h 932489"/>
                <a:gd name="csX755" fmla="*/ 75226 w 425098"/>
                <a:gd name="csY755" fmla="*/ 301817 h 932489"/>
                <a:gd name="csX756" fmla="*/ 76276 w 425098"/>
                <a:gd name="csY756" fmla="*/ 301185 h 932489"/>
                <a:gd name="csX757" fmla="*/ 77486 w 425098"/>
                <a:gd name="csY757" fmla="*/ 301025 h 932489"/>
                <a:gd name="csX758" fmla="*/ 78908 w 425098"/>
                <a:gd name="csY758" fmla="*/ 300630 h 932489"/>
                <a:gd name="csX759" fmla="*/ 79494 w 425098"/>
                <a:gd name="csY759" fmla="*/ 299853 h 932489"/>
                <a:gd name="csX760" fmla="*/ 79388 w 425098"/>
                <a:gd name="csY760" fmla="*/ 298727 h 932489"/>
                <a:gd name="csX761" fmla="*/ 79296 w 425098"/>
                <a:gd name="csY761" fmla="*/ 296239 h 932489"/>
                <a:gd name="csX762" fmla="*/ 78870 w 425098"/>
                <a:gd name="csY762" fmla="*/ 292291 h 932489"/>
                <a:gd name="csX763" fmla="*/ 78596 w 425098"/>
                <a:gd name="csY763" fmla="*/ 287216 h 932489"/>
                <a:gd name="csX764" fmla="*/ 78848 w 425098"/>
                <a:gd name="csY764" fmla="*/ 283883 h 932489"/>
                <a:gd name="csX765" fmla="*/ 79783 w 425098"/>
                <a:gd name="csY765" fmla="*/ 280543 h 932489"/>
                <a:gd name="csX766" fmla="*/ 80659 w 425098"/>
                <a:gd name="csY766" fmla="*/ 278732 h 932489"/>
                <a:gd name="csX767" fmla="*/ 80423 w 425098"/>
                <a:gd name="csY767" fmla="*/ 277339 h 932489"/>
                <a:gd name="csX768" fmla="*/ 80187 w 425098"/>
                <a:gd name="csY768" fmla="*/ 275810 h 932489"/>
                <a:gd name="csX769" fmla="*/ 78551 w 425098"/>
                <a:gd name="csY769" fmla="*/ 274973 h 932489"/>
                <a:gd name="csX770" fmla="*/ 76999 w 425098"/>
                <a:gd name="csY770" fmla="*/ 275696 h 932489"/>
                <a:gd name="csX771" fmla="*/ 75911 w 425098"/>
                <a:gd name="csY771" fmla="*/ 275498 h 932489"/>
                <a:gd name="csX772" fmla="*/ 74518 w 425098"/>
                <a:gd name="csY772" fmla="*/ 273726 h 932489"/>
                <a:gd name="csX773" fmla="*/ 74107 w 425098"/>
                <a:gd name="csY773" fmla="*/ 271846 h 932489"/>
                <a:gd name="csX774" fmla="*/ 74343 w 425098"/>
                <a:gd name="csY774" fmla="*/ 269282 h 932489"/>
                <a:gd name="csX775" fmla="*/ 75431 w 425098"/>
                <a:gd name="csY775" fmla="*/ 267684 h 932489"/>
                <a:gd name="csX776" fmla="*/ 75857 w 425098"/>
                <a:gd name="csY776" fmla="*/ 265676 h 932489"/>
                <a:gd name="csX777" fmla="*/ 75218 w 425098"/>
                <a:gd name="csY777" fmla="*/ 265052 h 932489"/>
                <a:gd name="csX778" fmla="*/ 73849 w 425098"/>
                <a:gd name="csY778" fmla="*/ 263720 h 932489"/>
                <a:gd name="csX779" fmla="*/ 72555 w 425098"/>
                <a:gd name="csY779" fmla="*/ 259140 h 932489"/>
                <a:gd name="csX780" fmla="*/ 72715 w 425098"/>
                <a:gd name="csY780" fmla="*/ 255244 h 932489"/>
                <a:gd name="csX781" fmla="*/ 71429 w 425098"/>
                <a:gd name="csY781" fmla="*/ 254210 h 932489"/>
                <a:gd name="csX782" fmla="*/ 70828 w 425098"/>
                <a:gd name="csY782" fmla="*/ 251174 h 932489"/>
                <a:gd name="csX783" fmla="*/ 69504 w 425098"/>
                <a:gd name="csY783" fmla="*/ 250086 h 932489"/>
                <a:gd name="csX784" fmla="*/ 68979 w 425098"/>
                <a:gd name="csY784" fmla="*/ 247818 h 932489"/>
                <a:gd name="csX785" fmla="*/ 68568 w 425098"/>
                <a:gd name="csY785" fmla="*/ 245482 h 932489"/>
                <a:gd name="csX786" fmla="*/ 68743 w 425098"/>
                <a:gd name="csY786" fmla="*/ 244456 h 932489"/>
                <a:gd name="csX787" fmla="*/ 70128 w 425098"/>
                <a:gd name="csY787" fmla="*/ 244166 h 932489"/>
                <a:gd name="csX788" fmla="*/ 70912 w 425098"/>
                <a:gd name="csY788" fmla="*/ 242325 h 932489"/>
                <a:gd name="csX789" fmla="*/ 70326 w 425098"/>
                <a:gd name="csY789" fmla="*/ 241298 h 932489"/>
                <a:gd name="csX790" fmla="*/ 69276 w 425098"/>
                <a:gd name="csY790" fmla="*/ 240408 h 932489"/>
                <a:gd name="csX791" fmla="*/ 67937 w 425098"/>
                <a:gd name="csY791" fmla="*/ 240476 h 932489"/>
                <a:gd name="csX792" fmla="*/ 66735 w 425098"/>
                <a:gd name="csY792" fmla="*/ 239426 h 932489"/>
                <a:gd name="csX793" fmla="*/ 65129 w 425098"/>
                <a:gd name="csY793" fmla="*/ 235036 h 932489"/>
                <a:gd name="csX794" fmla="*/ 63859 w 425098"/>
                <a:gd name="csY794" fmla="*/ 232616 h 932489"/>
                <a:gd name="csX795" fmla="*/ 64262 w 425098"/>
                <a:gd name="csY795" fmla="*/ 229094 h 932489"/>
                <a:gd name="csX796" fmla="*/ 64513 w 425098"/>
                <a:gd name="csY796" fmla="*/ 226347 h 932489"/>
                <a:gd name="csX797" fmla="*/ 65061 w 425098"/>
                <a:gd name="csY797" fmla="*/ 223996 h 932489"/>
                <a:gd name="csX798" fmla="*/ 65259 w 425098"/>
                <a:gd name="csY798" fmla="*/ 222147 h 932489"/>
                <a:gd name="csX799" fmla="*/ 66248 w 425098"/>
                <a:gd name="csY799" fmla="*/ 221264 h 932489"/>
                <a:gd name="csX800" fmla="*/ 67184 w 425098"/>
                <a:gd name="csY800" fmla="*/ 221668 h 932489"/>
                <a:gd name="csX801" fmla="*/ 68059 w 425098"/>
                <a:gd name="csY801" fmla="*/ 221462 h 932489"/>
                <a:gd name="csX802" fmla="*/ 68865 w 425098"/>
                <a:gd name="csY802" fmla="*/ 219963 h 932489"/>
                <a:gd name="csX803" fmla="*/ 69748 w 425098"/>
                <a:gd name="csY803" fmla="*/ 219020 h 932489"/>
                <a:gd name="csX804" fmla="*/ 69695 w 425098"/>
                <a:gd name="csY804" fmla="*/ 218274 h 932489"/>
                <a:gd name="csX805" fmla="*/ 69170 w 425098"/>
                <a:gd name="csY805" fmla="*/ 217468 h 932489"/>
                <a:gd name="csX806" fmla="*/ 68919 w 425098"/>
                <a:gd name="csY806" fmla="*/ 216045 h 932489"/>
                <a:gd name="csX807" fmla="*/ 69535 w 425098"/>
                <a:gd name="csY807" fmla="*/ 214348 h 932489"/>
                <a:gd name="csX808" fmla="*/ 70600 w 425098"/>
                <a:gd name="csY808" fmla="*/ 210476 h 932489"/>
                <a:gd name="csX809" fmla="*/ 72213 w 425098"/>
                <a:gd name="csY809" fmla="*/ 206215 h 932489"/>
                <a:gd name="csX810" fmla="*/ 72905 w 425098"/>
                <a:gd name="csY810" fmla="*/ 204624 h 932489"/>
                <a:gd name="csX811" fmla="*/ 72730 w 425098"/>
                <a:gd name="csY811" fmla="*/ 203278 h 932489"/>
                <a:gd name="csX812" fmla="*/ 73080 w 425098"/>
                <a:gd name="csY812" fmla="*/ 202669 h 932489"/>
                <a:gd name="csX813" fmla="*/ 74176 w 425098"/>
                <a:gd name="csY813" fmla="*/ 203346 h 932489"/>
                <a:gd name="csX814" fmla="*/ 77288 w 425098"/>
                <a:gd name="csY814" fmla="*/ 202601 h 932489"/>
                <a:gd name="csX815" fmla="*/ 78338 w 425098"/>
                <a:gd name="csY815" fmla="*/ 200714 h 932489"/>
                <a:gd name="csX816" fmla="*/ 78749 w 425098"/>
                <a:gd name="csY816" fmla="*/ 199032 h 932489"/>
                <a:gd name="csX817" fmla="*/ 79684 w 425098"/>
                <a:gd name="csY817" fmla="*/ 198089 h 932489"/>
                <a:gd name="csX818" fmla="*/ 79274 w 425098"/>
                <a:gd name="csY818" fmla="*/ 196750 h 932489"/>
                <a:gd name="csX819" fmla="*/ 77988 w 425098"/>
                <a:gd name="csY819" fmla="*/ 196347 h 932489"/>
                <a:gd name="csX820" fmla="*/ 77212 w 425098"/>
                <a:gd name="csY820" fmla="*/ 195715 h 932489"/>
                <a:gd name="csX821" fmla="*/ 77524 w 425098"/>
                <a:gd name="csY821" fmla="*/ 194193 h 932489"/>
                <a:gd name="csX822" fmla="*/ 77980 w 425098"/>
                <a:gd name="csY822" fmla="*/ 190701 h 932489"/>
                <a:gd name="csX823" fmla="*/ 77904 w 425098"/>
                <a:gd name="csY823" fmla="*/ 188137 h 932489"/>
                <a:gd name="csX824" fmla="*/ 76732 w 425098"/>
                <a:gd name="csY824" fmla="*/ 182666 h 932489"/>
                <a:gd name="csX825" fmla="*/ 75789 w 425098"/>
                <a:gd name="csY825" fmla="*/ 177264 h 932489"/>
                <a:gd name="csX826" fmla="*/ 76451 w 425098"/>
                <a:gd name="csY826" fmla="*/ 175461 h 932489"/>
                <a:gd name="csX827" fmla="*/ 78490 w 425098"/>
                <a:gd name="csY827" fmla="*/ 172996 h 932489"/>
                <a:gd name="csX828" fmla="*/ 80035 w 425098"/>
                <a:gd name="csY828" fmla="*/ 171885 h 932489"/>
                <a:gd name="csX829" fmla="*/ 80316 w 425098"/>
                <a:gd name="csY829" fmla="*/ 170477 h 932489"/>
                <a:gd name="csX830" fmla="*/ 81845 w 425098"/>
                <a:gd name="csY830" fmla="*/ 164132 h 932489"/>
                <a:gd name="csX831" fmla="*/ 82020 w 425098"/>
                <a:gd name="csY831" fmla="*/ 160670 h 932489"/>
                <a:gd name="csX832" fmla="*/ 83025 w 425098"/>
                <a:gd name="csY832" fmla="*/ 158760 h 932489"/>
                <a:gd name="csX833" fmla="*/ 83687 w 425098"/>
                <a:gd name="csY833" fmla="*/ 155169 h 932489"/>
                <a:gd name="csX834" fmla="*/ 86456 w 425098"/>
                <a:gd name="csY834" fmla="*/ 152080 h 932489"/>
                <a:gd name="csX835" fmla="*/ 87270 w 425098"/>
                <a:gd name="csY835" fmla="*/ 150033 h 932489"/>
                <a:gd name="csX836" fmla="*/ 88381 w 425098"/>
                <a:gd name="csY836" fmla="*/ 149835 h 932489"/>
                <a:gd name="csX837" fmla="*/ 88967 w 425098"/>
                <a:gd name="csY837" fmla="*/ 149174 h 932489"/>
                <a:gd name="csX838" fmla="*/ 90435 w 425098"/>
                <a:gd name="csY838" fmla="*/ 146898 h 932489"/>
                <a:gd name="csX839" fmla="*/ 92345 w 425098"/>
                <a:gd name="csY839" fmla="*/ 144563 h 932489"/>
                <a:gd name="csX840" fmla="*/ 93989 w 425098"/>
                <a:gd name="csY840" fmla="*/ 143383 h 932489"/>
                <a:gd name="csX841" fmla="*/ 94400 w 425098"/>
                <a:gd name="csY841" fmla="*/ 141542 h 932489"/>
                <a:gd name="csX842" fmla="*/ 95183 w 425098"/>
                <a:gd name="csY842" fmla="*/ 139031 h 932489"/>
                <a:gd name="csX843" fmla="*/ 96811 w 425098"/>
                <a:gd name="csY843" fmla="*/ 134869 h 932489"/>
                <a:gd name="csX844" fmla="*/ 97724 w 425098"/>
                <a:gd name="csY844" fmla="*/ 131970 h 932489"/>
                <a:gd name="csX845" fmla="*/ 98949 w 425098"/>
                <a:gd name="csY845" fmla="*/ 130928 h 932489"/>
                <a:gd name="csX846" fmla="*/ 100380 w 425098"/>
                <a:gd name="csY846" fmla="*/ 127139 h 932489"/>
                <a:gd name="csX847" fmla="*/ 100996 w 425098"/>
                <a:gd name="csY847" fmla="*/ 124918 h 932489"/>
                <a:gd name="csX848" fmla="*/ 102632 w 425098"/>
                <a:gd name="csY848" fmla="*/ 124004 h 932489"/>
                <a:gd name="csX849" fmla="*/ 103910 w 425098"/>
                <a:gd name="csY849" fmla="*/ 123745 h 932489"/>
                <a:gd name="csX850" fmla="*/ 105135 w 425098"/>
                <a:gd name="csY850" fmla="*/ 124788 h 932489"/>
                <a:gd name="csX851" fmla="*/ 106421 w 425098"/>
                <a:gd name="csY851" fmla="*/ 124590 h 932489"/>
                <a:gd name="csX852" fmla="*/ 107593 w 425098"/>
                <a:gd name="csY852" fmla="*/ 123289 h 932489"/>
                <a:gd name="csX853" fmla="*/ 110408 w 425098"/>
                <a:gd name="csY853" fmla="*/ 122399 h 932489"/>
                <a:gd name="csX854" fmla="*/ 111679 w 425098"/>
                <a:gd name="csY854" fmla="*/ 121919 h 932489"/>
                <a:gd name="csX855" fmla="*/ 112264 w 425098"/>
                <a:gd name="csY855" fmla="*/ 120619 h 932489"/>
                <a:gd name="csX856" fmla="*/ 112264 w 425098"/>
                <a:gd name="csY856" fmla="*/ 118336 h 932489"/>
                <a:gd name="csX857" fmla="*/ 111093 w 425098"/>
                <a:gd name="csY857" fmla="*/ 116647 h 932489"/>
                <a:gd name="csX858" fmla="*/ 108711 w 425098"/>
                <a:gd name="csY858" fmla="*/ 113413 h 932489"/>
                <a:gd name="csX859" fmla="*/ 106657 w 425098"/>
                <a:gd name="csY859" fmla="*/ 109799 h 932489"/>
                <a:gd name="csX860" fmla="*/ 106436 w 425098"/>
                <a:gd name="csY860" fmla="*/ 108665 h 932489"/>
                <a:gd name="csX861" fmla="*/ 106421 w 425098"/>
                <a:gd name="csY861" fmla="*/ 107425 h 932489"/>
                <a:gd name="csX862" fmla="*/ 106771 w 425098"/>
                <a:gd name="csY862" fmla="*/ 105858 h 932489"/>
                <a:gd name="csX863" fmla="*/ 107752 w 425098"/>
                <a:gd name="csY863" fmla="*/ 104085 h 932489"/>
                <a:gd name="csX864" fmla="*/ 110218 w 425098"/>
                <a:gd name="csY864" fmla="*/ 101164 h 932489"/>
                <a:gd name="csX865" fmla="*/ 109951 w 425098"/>
                <a:gd name="csY865" fmla="*/ 99078 h 932489"/>
                <a:gd name="csX866" fmla="*/ 108156 w 425098"/>
                <a:gd name="csY866" fmla="*/ 91417 h 932489"/>
                <a:gd name="csX867" fmla="*/ 107494 w 425098"/>
                <a:gd name="csY867" fmla="*/ 89309 h 932489"/>
                <a:gd name="csX868" fmla="*/ 106246 w 425098"/>
                <a:gd name="csY868" fmla="*/ 85406 h 932489"/>
                <a:gd name="csX869" fmla="*/ 106421 w 425098"/>
                <a:gd name="csY869" fmla="*/ 83861 h 932489"/>
                <a:gd name="csX870" fmla="*/ 107517 w 425098"/>
                <a:gd name="csY870" fmla="*/ 79555 h 932489"/>
                <a:gd name="csX871" fmla="*/ 108468 w 425098"/>
                <a:gd name="csY871" fmla="*/ 77821 h 932489"/>
                <a:gd name="csX872" fmla="*/ 109868 w 425098"/>
                <a:gd name="csY872" fmla="*/ 77501 h 932489"/>
                <a:gd name="csX873" fmla="*/ 110629 w 425098"/>
                <a:gd name="csY873" fmla="*/ 76922 h 932489"/>
                <a:gd name="csX874" fmla="*/ 110864 w 425098"/>
                <a:gd name="csY874" fmla="*/ 76154 h 932489"/>
                <a:gd name="csX875" fmla="*/ 109929 w 425098"/>
                <a:gd name="csY875" fmla="*/ 75195 h 932489"/>
                <a:gd name="csX876" fmla="*/ 109518 w 425098"/>
                <a:gd name="csY876" fmla="*/ 73978 h 932489"/>
                <a:gd name="csX877" fmla="*/ 109107 w 425098"/>
                <a:gd name="csY877" fmla="*/ 72243 h 932489"/>
                <a:gd name="csX878" fmla="*/ 107814 w 425098"/>
                <a:gd name="csY878" fmla="*/ 71634 h 932489"/>
                <a:gd name="csX879" fmla="*/ 107068 w 425098"/>
                <a:gd name="csY879" fmla="*/ 70197 h 932489"/>
                <a:gd name="csX880" fmla="*/ 107068 w 425098"/>
                <a:gd name="csY880" fmla="*/ 68089 h 932489"/>
                <a:gd name="csX881" fmla="*/ 108232 w 425098"/>
                <a:gd name="csY881" fmla="*/ 65342 h 932489"/>
                <a:gd name="csX882" fmla="*/ 109518 w 425098"/>
                <a:gd name="csY882" fmla="*/ 64574 h 932489"/>
                <a:gd name="csX883" fmla="*/ 110043 w 425098"/>
                <a:gd name="csY883" fmla="*/ 63357 h 932489"/>
                <a:gd name="csX884" fmla="*/ 111420 w 425098"/>
                <a:gd name="csY884" fmla="*/ 62246 h 932489"/>
                <a:gd name="csX885" fmla="*/ 112675 w 425098"/>
                <a:gd name="csY885" fmla="*/ 61386 h 932489"/>
                <a:gd name="csX886" fmla="*/ 113725 w 425098"/>
                <a:gd name="csY886" fmla="*/ 59796 h 932489"/>
                <a:gd name="csX887" fmla="*/ 118054 w 425098"/>
                <a:gd name="csY887" fmla="*/ 57848 h 932489"/>
                <a:gd name="csX888" fmla="*/ 121494 w 425098"/>
                <a:gd name="csY888" fmla="*/ 56334 h 932489"/>
                <a:gd name="csX889" fmla="*/ 128204 w 425098"/>
                <a:gd name="csY889" fmla="*/ 53442 h 932489"/>
                <a:gd name="csX890" fmla="*/ 132807 w 425098"/>
                <a:gd name="csY890" fmla="*/ 51457 h 932489"/>
                <a:gd name="csX891" fmla="*/ 133249 w 425098"/>
                <a:gd name="csY891" fmla="*/ 50087 h 932489"/>
                <a:gd name="csX892" fmla="*/ 133599 w 425098"/>
                <a:gd name="csY892" fmla="*/ 49151 h 932489"/>
                <a:gd name="csX893" fmla="*/ 135729 w 425098"/>
                <a:gd name="csY893" fmla="*/ 42174 h 932489"/>
                <a:gd name="csX894" fmla="*/ 138491 w 425098"/>
                <a:gd name="csY894" fmla="*/ 33173 h 932489"/>
                <a:gd name="csX895" fmla="*/ 140218 w 425098"/>
                <a:gd name="csY895" fmla="*/ 27543 h 932489"/>
                <a:gd name="csX896" fmla="*/ 136247 w 425098"/>
                <a:gd name="csY896" fmla="*/ 23404 h 932489"/>
                <a:gd name="csX897" fmla="*/ 136947 w 425098"/>
                <a:gd name="csY897" fmla="*/ 22301 h 932489"/>
                <a:gd name="csX898" fmla="*/ 139222 w 425098"/>
                <a:gd name="csY898" fmla="*/ 19470 h 932489"/>
                <a:gd name="csX899" fmla="*/ 139693 w 425098"/>
                <a:gd name="csY899" fmla="*/ 17203 h 932489"/>
                <a:gd name="csX900" fmla="*/ 140599 w 425098"/>
                <a:gd name="csY900" fmla="*/ 16229 h 932489"/>
                <a:gd name="csX901" fmla="*/ 144677 w 425098"/>
                <a:gd name="csY901" fmla="*/ 13924 h 932489"/>
                <a:gd name="csX902" fmla="*/ 145377 w 425098"/>
                <a:gd name="csY902" fmla="*/ 12395 h 932489"/>
                <a:gd name="csX903" fmla="*/ 145734 w 425098"/>
                <a:gd name="csY903" fmla="*/ 10698 h 932489"/>
                <a:gd name="csX904" fmla="*/ 146564 w 425098"/>
                <a:gd name="csY904" fmla="*/ 9480 h 932489"/>
                <a:gd name="csX905" fmla="*/ 148116 w 425098"/>
                <a:gd name="csY905" fmla="*/ 9229 h 932489"/>
                <a:gd name="csX906" fmla="*/ 150939 w 425098"/>
                <a:gd name="csY906" fmla="*/ 8149 h 932489"/>
                <a:gd name="csX907" fmla="*/ 153967 w 425098"/>
                <a:gd name="csY907" fmla="*/ 7121 h 932489"/>
                <a:gd name="csX908" fmla="*/ 154880 w 425098"/>
                <a:gd name="csY908" fmla="*/ 5729 h 932489"/>
                <a:gd name="csX909" fmla="*/ 155740 w 425098"/>
                <a:gd name="csY909" fmla="*/ 3310 h 932489"/>
                <a:gd name="csX910" fmla="*/ 156478 w 425098"/>
                <a:gd name="csY910" fmla="*/ 632 h 932489"/>
                <a:gd name="csX911" fmla="*/ 157064 w 425098"/>
                <a:gd name="csY911" fmla="*/ 0 h 932489"/>
                <a:gd name="csX912" fmla="*/ 158038 w 425098"/>
                <a:gd name="csY912" fmla="*/ 68 h 932489"/>
                <a:gd name="csX913" fmla="*/ 159658 w 425098"/>
                <a:gd name="csY913" fmla="*/ 738 h 932489"/>
                <a:gd name="csX914" fmla="*/ 160510 w 425098"/>
                <a:gd name="csY914" fmla="*/ 1750 h 932489"/>
                <a:gd name="csX915" fmla="*/ 164748 w 425098"/>
                <a:gd name="csY915" fmla="*/ 4961 h 932489"/>
                <a:gd name="csX916" fmla="*/ 166650 w 425098"/>
                <a:gd name="csY916" fmla="*/ 6794 h 932489"/>
                <a:gd name="csX917" fmla="*/ 168461 w 425098"/>
                <a:gd name="csY917" fmla="*/ 7038 h 932489"/>
                <a:gd name="csX918" fmla="*/ 172037 w 425098"/>
                <a:gd name="csY918" fmla="*/ 6680 h 932489"/>
                <a:gd name="csX919" fmla="*/ 172760 w 425098"/>
                <a:gd name="csY919" fmla="*/ 6764 h 932489"/>
                <a:gd name="csX920" fmla="*/ 181883 w 425098"/>
                <a:gd name="csY920" fmla="*/ 6871 h 932489"/>
                <a:gd name="csX921" fmla="*/ 183275 w 425098"/>
                <a:gd name="csY921" fmla="*/ 7030 h 932489"/>
                <a:gd name="csX922" fmla="*/ 186463 w 425098"/>
                <a:gd name="csY922" fmla="*/ 7814 h 932489"/>
                <a:gd name="csX923" fmla="*/ 188266 w 425098"/>
                <a:gd name="csY923" fmla="*/ 8445 h 932489"/>
                <a:gd name="csX924" fmla="*/ 189522 w 425098"/>
                <a:gd name="csY924" fmla="*/ 8773 h 932489"/>
                <a:gd name="csX925" fmla="*/ 191538 w 425098"/>
                <a:gd name="csY925" fmla="*/ 9762 h 932489"/>
                <a:gd name="csX926" fmla="*/ 193288 w 425098"/>
                <a:gd name="csY926" fmla="*/ 13041 h 932489"/>
                <a:gd name="csX927" fmla="*/ 194270 w 425098"/>
                <a:gd name="csY927" fmla="*/ 15651 h 932489"/>
                <a:gd name="csX928" fmla="*/ 194954 w 425098"/>
                <a:gd name="csY928" fmla="*/ 17949 h 932489"/>
                <a:gd name="csX929" fmla="*/ 196484 w 425098"/>
                <a:gd name="csY929" fmla="*/ 21989 h 932489"/>
                <a:gd name="csX930" fmla="*/ 197526 w 425098"/>
                <a:gd name="csY930" fmla="*/ 23526 h 932489"/>
                <a:gd name="csX931" fmla="*/ 197899 w 425098"/>
                <a:gd name="csY931" fmla="*/ 22780 h 932489"/>
                <a:gd name="csX932" fmla="*/ 198789 w 425098"/>
                <a:gd name="csY932" fmla="*/ 18360 h 932489"/>
                <a:gd name="csX933" fmla="*/ 200014 w 425098"/>
                <a:gd name="csY933" fmla="*/ 15788 h 932489"/>
                <a:gd name="csX934" fmla="*/ 201665 w 425098"/>
                <a:gd name="csY934" fmla="*/ 12904 h 932489"/>
                <a:gd name="csX935" fmla="*/ 204990 w 425098"/>
                <a:gd name="csY935" fmla="*/ 6178 h 932489"/>
                <a:gd name="csX936" fmla="*/ 206154 w 425098"/>
                <a:gd name="csY936" fmla="*/ 5174 h 932489"/>
                <a:gd name="csX937" fmla="*/ 207447 w 425098"/>
                <a:gd name="csY937" fmla="*/ 4687 h 932489"/>
                <a:gd name="csX938" fmla="*/ 208353 w 425098"/>
                <a:gd name="csY938" fmla="*/ 4649 h 932489"/>
                <a:gd name="csX939" fmla="*/ 209274 w 425098"/>
                <a:gd name="csY939" fmla="*/ 5151 h 932489"/>
                <a:gd name="csX940" fmla="*/ 210529 w 425098"/>
                <a:gd name="csY940" fmla="*/ 5151 h 932489"/>
                <a:gd name="csX941" fmla="*/ 211419 w 425098"/>
                <a:gd name="csY941" fmla="*/ 4618 h 932489"/>
                <a:gd name="csX942" fmla="*/ 220139 w 425098"/>
                <a:gd name="csY942" fmla="*/ 4535 h 932489"/>
                <a:gd name="csX943" fmla="*/ 229185 w 425098"/>
                <a:gd name="csY943" fmla="*/ 4459 h 932489"/>
                <a:gd name="csX944" fmla="*/ 229376 w 425098"/>
                <a:gd name="csY944" fmla="*/ 4497 h 932489"/>
                <a:gd name="csX945" fmla="*/ 229786 w 425098"/>
                <a:gd name="csY945" fmla="*/ 5653 h 932489"/>
                <a:gd name="csX946" fmla="*/ 231293 w 425098"/>
                <a:gd name="csY946" fmla="*/ 8179 h 932489"/>
                <a:gd name="csX947" fmla="*/ 232982 w 425098"/>
                <a:gd name="csY947" fmla="*/ 9518 h 932489"/>
                <a:gd name="csX948" fmla="*/ 233317 w 425098"/>
                <a:gd name="csY948" fmla="*/ 9922 h 932489"/>
                <a:gd name="csX949" fmla="*/ 249873 w 425098"/>
                <a:gd name="csY949" fmla="*/ 431124 h 932489"/>
                <a:gd name="csX950" fmla="*/ 250086 w 425098"/>
                <a:gd name="csY950" fmla="*/ 432858 h 932489"/>
                <a:gd name="csX951" fmla="*/ 248975 w 425098"/>
                <a:gd name="csY951" fmla="*/ 432653 h 932489"/>
                <a:gd name="csX952" fmla="*/ 246335 w 425098"/>
                <a:gd name="csY952" fmla="*/ 430994 h 932489"/>
                <a:gd name="csX953" fmla="*/ 245445 w 425098"/>
                <a:gd name="csY953" fmla="*/ 429442 h 932489"/>
                <a:gd name="csX954" fmla="*/ 245239 w 425098"/>
                <a:gd name="csY954" fmla="*/ 428788 h 932489"/>
                <a:gd name="csX955" fmla="*/ 247933 w 425098"/>
                <a:gd name="csY955" fmla="*/ 429495 h 932489"/>
                <a:gd name="csX956" fmla="*/ 249203 w 425098"/>
                <a:gd name="csY956" fmla="*/ 430142 h 932489"/>
                <a:gd name="csX957" fmla="*/ 249873 w 425098"/>
                <a:gd name="csY957" fmla="*/ 431124 h 932489"/>
                <a:gd name="csX958" fmla="*/ 105150 w 425098"/>
                <a:gd name="csY958" fmla="*/ 925878 h 932489"/>
                <a:gd name="csX959" fmla="*/ 105272 w 425098"/>
                <a:gd name="csY959" fmla="*/ 917539 h 932489"/>
                <a:gd name="csX960" fmla="*/ 105440 w 425098"/>
                <a:gd name="csY960" fmla="*/ 906400 h 932489"/>
                <a:gd name="csX961" fmla="*/ 105470 w 425098"/>
                <a:gd name="csY961" fmla="*/ 896531 h 932489"/>
                <a:gd name="csX962" fmla="*/ 105500 w 425098"/>
                <a:gd name="csY962" fmla="*/ 886975 h 932489"/>
                <a:gd name="csX963" fmla="*/ 105531 w 425098"/>
                <a:gd name="csY963" fmla="*/ 877145 h 932489"/>
                <a:gd name="csX964" fmla="*/ 105561 w 425098"/>
                <a:gd name="csY964" fmla="*/ 867383 h 932489"/>
                <a:gd name="csX965" fmla="*/ 105599 w 425098"/>
                <a:gd name="csY965" fmla="*/ 857013 h 932489"/>
                <a:gd name="csX966" fmla="*/ 105637 w 425098"/>
                <a:gd name="csY966" fmla="*/ 846551 h 932489"/>
                <a:gd name="csX967" fmla="*/ 106893 w 425098"/>
                <a:gd name="csY967" fmla="*/ 848035 h 932489"/>
                <a:gd name="csX968" fmla="*/ 111853 w 425098"/>
                <a:gd name="csY968" fmla="*/ 855263 h 932489"/>
                <a:gd name="csX969" fmla="*/ 113147 w 425098"/>
                <a:gd name="csY969" fmla="*/ 858230 h 932489"/>
                <a:gd name="csX970" fmla="*/ 113961 w 425098"/>
                <a:gd name="csY970" fmla="*/ 861700 h 932489"/>
                <a:gd name="csX971" fmla="*/ 111975 w 425098"/>
                <a:gd name="csY971" fmla="*/ 859493 h 932489"/>
                <a:gd name="csX972" fmla="*/ 109883 w 425098"/>
                <a:gd name="csY972" fmla="*/ 860756 h 932489"/>
                <a:gd name="csX973" fmla="*/ 108848 w 425098"/>
                <a:gd name="csY973" fmla="*/ 862826 h 932489"/>
                <a:gd name="csX974" fmla="*/ 107966 w 425098"/>
                <a:gd name="csY974" fmla="*/ 865078 h 932489"/>
                <a:gd name="csX975" fmla="*/ 107966 w 425098"/>
                <a:gd name="csY975" fmla="*/ 866668 h 932489"/>
                <a:gd name="csX976" fmla="*/ 108650 w 425098"/>
                <a:gd name="csY976" fmla="*/ 868061 h 932489"/>
                <a:gd name="csX977" fmla="*/ 110689 w 425098"/>
                <a:gd name="csY977" fmla="*/ 869270 h 932489"/>
                <a:gd name="csX978" fmla="*/ 115643 w 425098"/>
                <a:gd name="csY978" fmla="*/ 869681 h 932489"/>
                <a:gd name="csX979" fmla="*/ 116008 w 425098"/>
                <a:gd name="csY979" fmla="*/ 870137 h 932489"/>
                <a:gd name="csX980" fmla="*/ 118899 w 425098"/>
                <a:gd name="csY980" fmla="*/ 878895 h 932489"/>
                <a:gd name="csX981" fmla="*/ 120352 w 425098"/>
                <a:gd name="csY981" fmla="*/ 880858 h 932489"/>
                <a:gd name="csX982" fmla="*/ 122042 w 425098"/>
                <a:gd name="csY982" fmla="*/ 882418 h 932489"/>
                <a:gd name="csX983" fmla="*/ 125952 w 425098"/>
                <a:gd name="csY983" fmla="*/ 886922 h 932489"/>
                <a:gd name="csX984" fmla="*/ 129703 w 425098"/>
                <a:gd name="csY984" fmla="*/ 891791 h 932489"/>
                <a:gd name="csX985" fmla="*/ 134154 w 425098"/>
                <a:gd name="csY985" fmla="*/ 896425 h 932489"/>
                <a:gd name="csX986" fmla="*/ 138948 w 425098"/>
                <a:gd name="csY986" fmla="*/ 899994 h 932489"/>
                <a:gd name="csX987" fmla="*/ 143315 w 425098"/>
                <a:gd name="csY987" fmla="*/ 902702 h 932489"/>
                <a:gd name="csX988" fmla="*/ 147477 w 425098"/>
                <a:gd name="csY988" fmla="*/ 906027 h 932489"/>
                <a:gd name="csX989" fmla="*/ 151920 w 425098"/>
                <a:gd name="csY989" fmla="*/ 910684 h 932489"/>
                <a:gd name="csX990" fmla="*/ 156752 w 425098"/>
                <a:gd name="csY990" fmla="*/ 914077 h 932489"/>
                <a:gd name="csX991" fmla="*/ 161941 w 425098"/>
                <a:gd name="csY991" fmla="*/ 916474 h 932489"/>
                <a:gd name="csX992" fmla="*/ 167183 w 425098"/>
                <a:gd name="csY992" fmla="*/ 918482 h 932489"/>
                <a:gd name="csX993" fmla="*/ 175256 w 425098"/>
                <a:gd name="csY993" fmla="*/ 917699 h 932489"/>
                <a:gd name="csX994" fmla="*/ 177759 w 425098"/>
                <a:gd name="csY994" fmla="*/ 917912 h 932489"/>
                <a:gd name="csX995" fmla="*/ 179319 w 425098"/>
                <a:gd name="csY995" fmla="*/ 919388 h 932489"/>
                <a:gd name="csX996" fmla="*/ 177751 w 425098"/>
                <a:gd name="csY996" fmla="*/ 923474 h 932489"/>
                <a:gd name="csX997" fmla="*/ 175750 w 425098"/>
                <a:gd name="csY997" fmla="*/ 926768 h 932489"/>
                <a:gd name="csX998" fmla="*/ 173080 w 425098"/>
                <a:gd name="csY998" fmla="*/ 928130 h 932489"/>
                <a:gd name="csX999" fmla="*/ 170257 w 425098"/>
                <a:gd name="csY999" fmla="*/ 928632 h 932489"/>
                <a:gd name="csX1000" fmla="*/ 167708 w 425098"/>
                <a:gd name="csY1000" fmla="*/ 928564 h 932489"/>
                <a:gd name="csX1001" fmla="*/ 165167 w 425098"/>
                <a:gd name="csY1001" fmla="*/ 927955 h 932489"/>
                <a:gd name="csX1002" fmla="*/ 162778 w 425098"/>
                <a:gd name="csY1002" fmla="*/ 928298 h 932489"/>
                <a:gd name="csX1003" fmla="*/ 160495 w 425098"/>
                <a:gd name="csY1003" fmla="*/ 929690 h 932489"/>
                <a:gd name="csX1004" fmla="*/ 158114 w 425098"/>
                <a:gd name="csY1004" fmla="*/ 930382 h 932489"/>
                <a:gd name="csX1005" fmla="*/ 155664 w 425098"/>
                <a:gd name="csY1005" fmla="*/ 930474 h 932489"/>
                <a:gd name="csX1006" fmla="*/ 153275 w 425098"/>
                <a:gd name="csY1006" fmla="*/ 931645 h 932489"/>
                <a:gd name="csX1007" fmla="*/ 150878 w 425098"/>
                <a:gd name="csY1007" fmla="*/ 932490 h 932489"/>
                <a:gd name="csX1008" fmla="*/ 148390 w 425098"/>
                <a:gd name="csY1008" fmla="*/ 931790 h 932489"/>
                <a:gd name="csX1009" fmla="*/ 141923 w 425098"/>
                <a:gd name="csY1009" fmla="*/ 928503 h 932489"/>
                <a:gd name="csX1010" fmla="*/ 137723 w 425098"/>
                <a:gd name="csY1010" fmla="*/ 927719 h 932489"/>
                <a:gd name="csX1011" fmla="*/ 123495 w 425098"/>
                <a:gd name="csY1011" fmla="*/ 926418 h 932489"/>
                <a:gd name="csX1012" fmla="*/ 118930 w 425098"/>
                <a:gd name="csY1012" fmla="*/ 925665 h 932489"/>
                <a:gd name="csX1013" fmla="*/ 114380 w 425098"/>
                <a:gd name="csY1013" fmla="*/ 924531 h 932489"/>
                <a:gd name="csX1014" fmla="*/ 111998 w 425098"/>
                <a:gd name="csY1014" fmla="*/ 924478 h 932489"/>
                <a:gd name="csX1015" fmla="*/ 108597 w 425098"/>
                <a:gd name="csY1015" fmla="*/ 925216 h 932489"/>
                <a:gd name="csX1016" fmla="*/ 105873 w 425098"/>
                <a:gd name="csY1016" fmla="*/ 925125 h 932489"/>
                <a:gd name="csX1017" fmla="*/ 105150 w 425098"/>
                <a:gd name="csY1017" fmla="*/ 925878 h 932489"/>
                <a:gd name="csX1018" fmla="*/ 192786 w 425098"/>
                <a:gd name="csY1018" fmla="*/ 920803 h 932489"/>
                <a:gd name="csX1019" fmla="*/ 195145 w 425098"/>
                <a:gd name="csY1019" fmla="*/ 921655 h 932489"/>
                <a:gd name="csX1020" fmla="*/ 199801 w 425098"/>
                <a:gd name="csY1020" fmla="*/ 921009 h 932489"/>
                <a:gd name="csX1021" fmla="*/ 202259 w 425098"/>
                <a:gd name="csY1021" fmla="*/ 921001 h 932489"/>
                <a:gd name="csX1022" fmla="*/ 203339 w 425098"/>
                <a:gd name="csY1022" fmla="*/ 921305 h 932489"/>
                <a:gd name="csX1023" fmla="*/ 203818 w 425098"/>
                <a:gd name="csY1023" fmla="*/ 921762 h 932489"/>
                <a:gd name="csX1024" fmla="*/ 207029 w 425098"/>
                <a:gd name="csY1024" fmla="*/ 921047 h 932489"/>
                <a:gd name="csX1025" fmla="*/ 208452 w 425098"/>
                <a:gd name="csY1025" fmla="*/ 921130 h 932489"/>
                <a:gd name="csX1026" fmla="*/ 208087 w 425098"/>
                <a:gd name="csY1026" fmla="*/ 922713 h 932489"/>
                <a:gd name="csX1027" fmla="*/ 205127 w 425098"/>
                <a:gd name="csY1027" fmla="*/ 924288 h 932489"/>
                <a:gd name="csX1028" fmla="*/ 203910 w 425098"/>
                <a:gd name="csY1028" fmla="*/ 923618 h 932489"/>
                <a:gd name="csX1029" fmla="*/ 197617 w 425098"/>
                <a:gd name="csY1029" fmla="*/ 923763 h 932489"/>
                <a:gd name="csX1030" fmla="*/ 194833 w 425098"/>
                <a:gd name="csY1030" fmla="*/ 925391 h 932489"/>
                <a:gd name="csX1031" fmla="*/ 193646 w 425098"/>
                <a:gd name="csY1031" fmla="*/ 925376 h 932489"/>
                <a:gd name="csX1032" fmla="*/ 190899 w 425098"/>
                <a:gd name="csY1032" fmla="*/ 927696 h 932489"/>
                <a:gd name="csX1033" fmla="*/ 188890 w 425098"/>
                <a:gd name="csY1033" fmla="*/ 926228 h 932489"/>
                <a:gd name="csX1034" fmla="*/ 188335 w 425098"/>
                <a:gd name="csY1034" fmla="*/ 924881 h 932489"/>
                <a:gd name="csX1035" fmla="*/ 189788 w 425098"/>
                <a:gd name="csY1035" fmla="*/ 922964 h 932489"/>
                <a:gd name="csX1036" fmla="*/ 191158 w 425098"/>
                <a:gd name="csY1036" fmla="*/ 922926 h 932489"/>
                <a:gd name="csX1037" fmla="*/ 192094 w 425098"/>
                <a:gd name="csY1037" fmla="*/ 922150 h 932489"/>
                <a:gd name="csX1038" fmla="*/ 192786 w 425098"/>
                <a:gd name="csY1038" fmla="*/ 920803 h 932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Lst>
              <a:rect l="l" t="t" r="r" b="b"/>
              <a:pathLst>
                <a:path w="425098" h="932489">
                  <a:moveTo>
                    <a:pt x="233317" y="9922"/>
                  </a:moveTo>
                  <a:lnTo>
                    <a:pt x="233857" y="10553"/>
                  </a:lnTo>
                  <a:lnTo>
                    <a:pt x="233849" y="11215"/>
                  </a:lnTo>
                  <a:lnTo>
                    <a:pt x="235652" y="12569"/>
                  </a:lnTo>
                  <a:lnTo>
                    <a:pt x="239259" y="14631"/>
                  </a:lnTo>
                  <a:lnTo>
                    <a:pt x="242637" y="18610"/>
                  </a:lnTo>
                  <a:lnTo>
                    <a:pt x="245787" y="24523"/>
                  </a:lnTo>
                  <a:lnTo>
                    <a:pt x="248747" y="28905"/>
                  </a:lnTo>
                  <a:lnTo>
                    <a:pt x="251509" y="31735"/>
                  </a:lnTo>
                  <a:lnTo>
                    <a:pt x="254050" y="33744"/>
                  </a:lnTo>
                  <a:lnTo>
                    <a:pt x="256371" y="34916"/>
                  </a:lnTo>
                  <a:lnTo>
                    <a:pt x="257611" y="35867"/>
                  </a:lnTo>
                  <a:lnTo>
                    <a:pt x="257771" y="36597"/>
                  </a:lnTo>
                  <a:lnTo>
                    <a:pt x="259939" y="38111"/>
                  </a:lnTo>
                  <a:lnTo>
                    <a:pt x="264116" y="40417"/>
                  </a:lnTo>
                  <a:lnTo>
                    <a:pt x="266756" y="42722"/>
                  </a:lnTo>
                  <a:lnTo>
                    <a:pt x="267867" y="45020"/>
                  </a:lnTo>
                  <a:lnTo>
                    <a:pt x="271991" y="47401"/>
                  </a:lnTo>
                  <a:lnTo>
                    <a:pt x="279136" y="49851"/>
                  </a:lnTo>
                  <a:lnTo>
                    <a:pt x="284332" y="51023"/>
                  </a:lnTo>
                  <a:lnTo>
                    <a:pt x="287573" y="50917"/>
                  </a:lnTo>
                  <a:lnTo>
                    <a:pt x="292222" y="52872"/>
                  </a:lnTo>
                  <a:lnTo>
                    <a:pt x="298279" y="56904"/>
                  </a:lnTo>
                  <a:lnTo>
                    <a:pt x="301976" y="59704"/>
                  </a:lnTo>
                  <a:lnTo>
                    <a:pt x="303308" y="61264"/>
                  </a:lnTo>
                  <a:lnTo>
                    <a:pt x="307272" y="63798"/>
                  </a:lnTo>
                  <a:lnTo>
                    <a:pt x="317163" y="69040"/>
                  </a:lnTo>
                  <a:lnTo>
                    <a:pt x="321523" y="70356"/>
                  </a:lnTo>
                  <a:lnTo>
                    <a:pt x="323592" y="71559"/>
                  </a:lnTo>
                  <a:lnTo>
                    <a:pt x="324817" y="73080"/>
                  </a:lnTo>
                  <a:lnTo>
                    <a:pt x="326027" y="73552"/>
                  </a:lnTo>
                  <a:lnTo>
                    <a:pt x="327222" y="72958"/>
                  </a:lnTo>
                  <a:lnTo>
                    <a:pt x="329702" y="73506"/>
                  </a:lnTo>
                  <a:lnTo>
                    <a:pt x="333476" y="75195"/>
                  </a:lnTo>
                  <a:lnTo>
                    <a:pt x="336428" y="77242"/>
                  </a:lnTo>
                  <a:lnTo>
                    <a:pt x="340225" y="81754"/>
                  </a:lnTo>
                  <a:lnTo>
                    <a:pt x="341435" y="83557"/>
                  </a:lnTo>
                  <a:lnTo>
                    <a:pt x="341944" y="85170"/>
                  </a:lnTo>
                  <a:lnTo>
                    <a:pt x="341762" y="86593"/>
                  </a:lnTo>
                  <a:lnTo>
                    <a:pt x="340605" y="88115"/>
                  </a:lnTo>
                  <a:lnTo>
                    <a:pt x="338475" y="89728"/>
                  </a:lnTo>
                  <a:lnTo>
                    <a:pt x="337843" y="90435"/>
                  </a:lnTo>
                  <a:lnTo>
                    <a:pt x="337798" y="91112"/>
                  </a:lnTo>
                  <a:lnTo>
                    <a:pt x="337257" y="92474"/>
                  </a:lnTo>
                  <a:lnTo>
                    <a:pt x="335492" y="95381"/>
                  </a:lnTo>
                  <a:lnTo>
                    <a:pt x="335043" y="96735"/>
                  </a:lnTo>
                  <a:lnTo>
                    <a:pt x="334944" y="97740"/>
                  </a:lnTo>
                  <a:lnTo>
                    <a:pt x="333826" y="98835"/>
                  </a:lnTo>
                  <a:lnTo>
                    <a:pt x="330851" y="100859"/>
                  </a:lnTo>
                  <a:lnTo>
                    <a:pt x="330235" y="101841"/>
                  </a:lnTo>
                  <a:lnTo>
                    <a:pt x="330082" y="102898"/>
                  </a:lnTo>
                  <a:lnTo>
                    <a:pt x="329710" y="103530"/>
                  </a:lnTo>
                  <a:lnTo>
                    <a:pt x="329307" y="103796"/>
                  </a:lnTo>
                  <a:lnTo>
                    <a:pt x="328736" y="104854"/>
                  </a:lnTo>
                  <a:lnTo>
                    <a:pt x="328272" y="106611"/>
                  </a:lnTo>
                  <a:lnTo>
                    <a:pt x="328226" y="108863"/>
                  </a:lnTo>
                  <a:lnTo>
                    <a:pt x="328591" y="111617"/>
                  </a:lnTo>
                  <a:lnTo>
                    <a:pt x="328515" y="112508"/>
                  </a:lnTo>
                  <a:lnTo>
                    <a:pt x="327861" y="112979"/>
                  </a:lnTo>
                  <a:lnTo>
                    <a:pt x="327488" y="113618"/>
                  </a:lnTo>
                  <a:lnTo>
                    <a:pt x="327359" y="114904"/>
                  </a:lnTo>
                  <a:lnTo>
                    <a:pt x="326796" y="115848"/>
                  </a:lnTo>
                  <a:lnTo>
                    <a:pt x="325814" y="116449"/>
                  </a:lnTo>
                  <a:lnTo>
                    <a:pt x="325449" y="117134"/>
                  </a:lnTo>
                  <a:lnTo>
                    <a:pt x="325708" y="117917"/>
                  </a:lnTo>
                  <a:lnTo>
                    <a:pt x="324985" y="118686"/>
                  </a:lnTo>
                  <a:lnTo>
                    <a:pt x="323281" y="119447"/>
                  </a:lnTo>
                  <a:lnTo>
                    <a:pt x="322238" y="120557"/>
                  </a:lnTo>
                  <a:lnTo>
                    <a:pt x="321850" y="122011"/>
                  </a:lnTo>
                  <a:lnTo>
                    <a:pt x="320899" y="123312"/>
                  </a:lnTo>
                  <a:lnTo>
                    <a:pt x="319385" y="124461"/>
                  </a:lnTo>
                  <a:lnTo>
                    <a:pt x="318890" y="125990"/>
                  </a:lnTo>
                  <a:lnTo>
                    <a:pt x="319682" y="128821"/>
                  </a:lnTo>
                  <a:lnTo>
                    <a:pt x="329010" y="127839"/>
                  </a:lnTo>
                  <a:lnTo>
                    <a:pt x="336611" y="128874"/>
                  </a:lnTo>
                  <a:lnTo>
                    <a:pt x="345604" y="131598"/>
                  </a:lnTo>
                  <a:lnTo>
                    <a:pt x="351569" y="132549"/>
                  </a:lnTo>
                  <a:lnTo>
                    <a:pt x="354514" y="131727"/>
                  </a:lnTo>
                  <a:lnTo>
                    <a:pt x="356697" y="131841"/>
                  </a:lnTo>
                  <a:lnTo>
                    <a:pt x="358120" y="132899"/>
                  </a:lnTo>
                  <a:lnTo>
                    <a:pt x="360030" y="133112"/>
                  </a:lnTo>
                  <a:lnTo>
                    <a:pt x="362427" y="132488"/>
                  </a:lnTo>
                  <a:lnTo>
                    <a:pt x="364412" y="132967"/>
                  </a:lnTo>
                  <a:lnTo>
                    <a:pt x="365980" y="134550"/>
                  </a:lnTo>
                  <a:lnTo>
                    <a:pt x="367403" y="134154"/>
                  </a:lnTo>
                  <a:lnTo>
                    <a:pt x="368681" y="131796"/>
                  </a:lnTo>
                  <a:lnTo>
                    <a:pt x="370149" y="130068"/>
                  </a:lnTo>
                  <a:lnTo>
                    <a:pt x="371808" y="128988"/>
                  </a:lnTo>
                  <a:lnTo>
                    <a:pt x="373870" y="128661"/>
                  </a:lnTo>
                  <a:lnTo>
                    <a:pt x="376343" y="129094"/>
                  </a:lnTo>
                  <a:lnTo>
                    <a:pt x="378313" y="129962"/>
                  </a:lnTo>
                  <a:lnTo>
                    <a:pt x="379789" y="131263"/>
                  </a:lnTo>
                  <a:lnTo>
                    <a:pt x="381395" y="131225"/>
                  </a:lnTo>
                  <a:lnTo>
                    <a:pt x="383137" y="129848"/>
                  </a:lnTo>
                  <a:lnTo>
                    <a:pt x="383974" y="128197"/>
                  </a:lnTo>
                  <a:lnTo>
                    <a:pt x="383898" y="126272"/>
                  </a:lnTo>
                  <a:lnTo>
                    <a:pt x="384590" y="124894"/>
                  </a:lnTo>
                  <a:lnTo>
                    <a:pt x="386044" y="124065"/>
                  </a:lnTo>
                  <a:lnTo>
                    <a:pt x="387025" y="122947"/>
                  </a:lnTo>
                  <a:lnTo>
                    <a:pt x="387535" y="121532"/>
                  </a:lnTo>
                  <a:lnTo>
                    <a:pt x="389262" y="120672"/>
                  </a:lnTo>
                  <a:lnTo>
                    <a:pt x="392207" y="120360"/>
                  </a:lnTo>
                  <a:lnTo>
                    <a:pt x="393751" y="119668"/>
                  </a:lnTo>
                  <a:lnTo>
                    <a:pt x="393888" y="118594"/>
                  </a:lnTo>
                  <a:lnTo>
                    <a:pt x="394755" y="117605"/>
                  </a:lnTo>
                  <a:lnTo>
                    <a:pt x="396361" y="116700"/>
                  </a:lnTo>
                  <a:lnTo>
                    <a:pt x="397464" y="115574"/>
                  </a:lnTo>
                  <a:lnTo>
                    <a:pt x="398057" y="114227"/>
                  </a:lnTo>
                  <a:lnTo>
                    <a:pt x="399024" y="113375"/>
                  </a:lnTo>
                  <a:lnTo>
                    <a:pt x="400378" y="113033"/>
                  </a:lnTo>
                  <a:lnTo>
                    <a:pt x="401885" y="110195"/>
                  </a:lnTo>
                  <a:lnTo>
                    <a:pt x="403536" y="104884"/>
                  </a:lnTo>
                  <a:lnTo>
                    <a:pt x="404517" y="97717"/>
                  </a:lnTo>
                  <a:lnTo>
                    <a:pt x="404860" y="87575"/>
                  </a:lnTo>
                  <a:lnTo>
                    <a:pt x="406526" y="87582"/>
                  </a:lnTo>
                  <a:lnTo>
                    <a:pt x="407302" y="88335"/>
                  </a:lnTo>
                  <a:lnTo>
                    <a:pt x="408534" y="88723"/>
                  </a:lnTo>
                  <a:lnTo>
                    <a:pt x="409828" y="87871"/>
                  </a:lnTo>
                  <a:lnTo>
                    <a:pt x="410931" y="87476"/>
                  </a:lnTo>
                  <a:lnTo>
                    <a:pt x="412674" y="87445"/>
                  </a:lnTo>
                  <a:lnTo>
                    <a:pt x="413617" y="86487"/>
                  </a:lnTo>
                  <a:lnTo>
                    <a:pt x="414720" y="86334"/>
                  </a:lnTo>
                  <a:lnTo>
                    <a:pt x="415473" y="86852"/>
                  </a:lnTo>
                  <a:lnTo>
                    <a:pt x="416204" y="87483"/>
                  </a:lnTo>
                  <a:lnTo>
                    <a:pt x="417756" y="87628"/>
                  </a:lnTo>
                  <a:lnTo>
                    <a:pt x="418989" y="89271"/>
                  </a:lnTo>
                  <a:lnTo>
                    <a:pt x="420343" y="89773"/>
                  </a:lnTo>
                  <a:lnTo>
                    <a:pt x="420921" y="91660"/>
                  </a:lnTo>
                  <a:lnTo>
                    <a:pt x="421796" y="96629"/>
                  </a:lnTo>
                  <a:lnTo>
                    <a:pt x="423424" y="99566"/>
                  </a:lnTo>
                  <a:lnTo>
                    <a:pt x="425038" y="102913"/>
                  </a:lnTo>
                  <a:lnTo>
                    <a:pt x="425098" y="104405"/>
                  </a:lnTo>
                  <a:lnTo>
                    <a:pt x="424193" y="105911"/>
                  </a:lnTo>
                  <a:lnTo>
                    <a:pt x="424041" y="108080"/>
                  </a:lnTo>
                  <a:lnTo>
                    <a:pt x="423478" y="113383"/>
                  </a:lnTo>
                  <a:lnTo>
                    <a:pt x="423287" y="115338"/>
                  </a:lnTo>
                  <a:lnTo>
                    <a:pt x="423851" y="116670"/>
                  </a:lnTo>
                  <a:lnTo>
                    <a:pt x="424056" y="118534"/>
                  </a:lnTo>
                  <a:lnTo>
                    <a:pt x="423181" y="120809"/>
                  </a:lnTo>
                  <a:lnTo>
                    <a:pt x="421477" y="124217"/>
                  </a:lnTo>
                  <a:lnTo>
                    <a:pt x="419826" y="125138"/>
                  </a:lnTo>
                  <a:lnTo>
                    <a:pt x="419400" y="125176"/>
                  </a:lnTo>
                  <a:lnTo>
                    <a:pt x="417163" y="127147"/>
                  </a:lnTo>
                  <a:lnTo>
                    <a:pt x="415588" y="127885"/>
                  </a:lnTo>
                  <a:lnTo>
                    <a:pt x="414675" y="127390"/>
                  </a:lnTo>
                  <a:lnTo>
                    <a:pt x="413632" y="128242"/>
                  </a:lnTo>
                  <a:lnTo>
                    <a:pt x="412460" y="130456"/>
                  </a:lnTo>
                  <a:lnTo>
                    <a:pt x="411030" y="131445"/>
                  </a:lnTo>
                  <a:lnTo>
                    <a:pt x="408443" y="131993"/>
                  </a:lnTo>
                  <a:lnTo>
                    <a:pt x="407667" y="132252"/>
                  </a:lnTo>
                  <a:lnTo>
                    <a:pt x="406161" y="132176"/>
                  </a:lnTo>
                  <a:lnTo>
                    <a:pt x="404867" y="132724"/>
                  </a:lnTo>
                  <a:lnTo>
                    <a:pt x="403787" y="133903"/>
                  </a:lnTo>
                  <a:lnTo>
                    <a:pt x="402638" y="134344"/>
                  </a:lnTo>
                  <a:lnTo>
                    <a:pt x="401413" y="134047"/>
                  </a:lnTo>
                  <a:lnTo>
                    <a:pt x="400302" y="134481"/>
                  </a:lnTo>
                  <a:lnTo>
                    <a:pt x="399305" y="135645"/>
                  </a:lnTo>
                  <a:lnTo>
                    <a:pt x="398727" y="136909"/>
                  </a:lnTo>
                  <a:lnTo>
                    <a:pt x="398567" y="138270"/>
                  </a:lnTo>
                  <a:lnTo>
                    <a:pt x="397593" y="139198"/>
                  </a:lnTo>
                  <a:lnTo>
                    <a:pt x="395798" y="139693"/>
                  </a:lnTo>
                  <a:lnTo>
                    <a:pt x="395174" y="140378"/>
                  </a:lnTo>
                  <a:lnTo>
                    <a:pt x="395288" y="141329"/>
                  </a:lnTo>
                  <a:lnTo>
                    <a:pt x="394481" y="142067"/>
                  </a:lnTo>
                  <a:lnTo>
                    <a:pt x="391446" y="142843"/>
                  </a:lnTo>
                  <a:lnTo>
                    <a:pt x="389247" y="144212"/>
                  </a:lnTo>
                  <a:lnTo>
                    <a:pt x="387892" y="146183"/>
                  </a:lnTo>
                  <a:lnTo>
                    <a:pt x="386462" y="147423"/>
                  </a:lnTo>
                  <a:lnTo>
                    <a:pt x="384210" y="148184"/>
                  </a:lnTo>
                  <a:lnTo>
                    <a:pt x="381151" y="150193"/>
                  </a:lnTo>
                  <a:lnTo>
                    <a:pt x="380710" y="151433"/>
                  </a:lnTo>
                  <a:lnTo>
                    <a:pt x="381874" y="152574"/>
                  </a:lnTo>
                  <a:lnTo>
                    <a:pt x="382292" y="153594"/>
                  </a:lnTo>
                  <a:lnTo>
                    <a:pt x="381965" y="154484"/>
                  </a:lnTo>
                  <a:lnTo>
                    <a:pt x="381014" y="154606"/>
                  </a:lnTo>
                  <a:lnTo>
                    <a:pt x="379432" y="153959"/>
                  </a:lnTo>
                  <a:lnTo>
                    <a:pt x="378306" y="153822"/>
                  </a:lnTo>
                  <a:lnTo>
                    <a:pt x="377636" y="154203"/>
                  </a:lnTo>
                  <a:lnTo>
                    <a:pt x="377317" y="154918"/>
                  </a:lnTo>
                  <a:lnTo>
                    <a:pt x="377355" y="155968"/>
                  </a:lnTo>
                  <a:lnTo>
                    <a:pt x="376792" y="156683"/>
                  </a:lnTo>
                  <a:lnTo>
                    <a:pt x="375620" y="157064"/>
                  </a:lnTo>
                  <a:lnTo>
                    <a:pt x="374882" y="157931"/>
                  </a:lnTo>
                  <a:lnTo>
                    <a:pt x="374570" y="159293"/>
                  </a:lnTo>
                  <a:lnTo>
                    <a:pt x="373101" y="161012"/>
                  </a:lnTo>
                  <a:lnTo>
                    <a:pt x="370484" y="163082"/>
                  </a:lnTo>
                  <a:lnTo>
                    <a:pt x="368422" y="165874"/>
                  </a:lnTo>
                  <a:lnTo>
                    <a:pt x="366908" y="169389"/>
                  </a:lnTo>
                  <a:lnTo>
                    <a:pt x="365143" y="171702"/>
                  </a:lnTo>
                  <a:lnTo>
                    <a:pt x="363119" y="172813"/>
                  </a:lnTo>
                  <a:lnTo>
                    <a:pt x="361727" y="174396"/>
                  </a:lnTo>
                  <a:lnTo>
                    <a:pt x="360966" y="176450"/>
                  </a:lnTo>
                  <a:lnTo>
                    <a:pt x="358805" y="179631"/>
                  </a:lnTo>
                  <a:lnTo>
                    <a:pt x="355259" y="183952"/>
                  </a:lnTo>
                  <a:lnTo>
                    <a:pt x="352041" y="186920"/>
                  </a:lnTo>
                  <a:lnTo>
                    <a:pt x="349150" y="188532"/>
                  </a:lnTo>
                  <a:lnTo>
                    <a:pt x="347529" y="190358"/>
                  </a:lnTo>
                  <a:lnTo>
                    <a:pt x="347171" y="192390"/>
                  </a:lnTo>
                  <a:lnTo>
                    <a:pt x="345300" y="194711"/>
                  </a:lnTo>
                  <a:lnTo>
                    <a:pt x="341914" y="197313"/>
                  </a:lnTo>
                  <a:lnTo>
                    <a:pt x="340955" y="198484"/>
                  </a:lnTo>
                  <a:lnTo>
                    <a:pt x="340164" y="199443"/>
                  </a:lnTo>
                  <a:lnTo>
                    <a:pt x="340050" y="201117"/>
                  </a:lnTo>
                  <a:lnTo>
                    <a:pt x="338733" y="203316"/>
                  </a:lnTo>
                  <a:lnTo>
                    <a:pt x="336200" y="206047"/>
                  </a:lnTo>
                  <a:lnTo>
                    <a:pt x="335317" y="208414"/>
                  </a:lnTo>
                  <a:lnTo>
                    <a:pt x="336466" y="211404"/>
                  </a:lnTo>
                  <a:lnTo>
                    <a:pt x="336633" y="215033"/>
                  </a:lnTo>
                  <a:lnTo>
                    <a:pt x="336131" y="216486"/>
                  </a:lnTo>
                  <a:lnTo>
                    <a:pt x="335021" y="216981"/>
                  </a:lnTo>
                  <a:lnTo>
                    <a:pt x="334769" y="217917"/>
                  </a:lnTo>
                  <a:lnTo>
                    <a:pt x="335371" y="219301"/>
                  </a:lnTo>
                  <a:lnTo>
                    <a:pt x="335401" y="221120"/>
                  </a:lnTo>
                  <a:lnTo>
                    <a:pt x="334868" y="223380"/>
                  </a:lnTo>
                  <a:lnTo>
                    <a:pt x="333697" y="225966"/>
                  </a:lnTo>
                  <a:lnTo>
                    <a:pt x="331878" y="228880"/>
                  </a:lnTo>
                  <a:lnTo>
                    <a:pt x="331437" y="230829"/>
                  </a:lnTo>
                  <a:lnTo>
                    <a:pt x="332380" y="231810"/>
                  </a:lnTo>
                  <a:lnTo>
                    <a:pt x="332844" y="232852"/>
                  </a:lnTo>
                  <a:lnTo>
                    <a:pt x="332829" y="233963"/>
                  </a:lnTo>
                  <a:lnTo>
                    <a:pt x="332441" y="235569"/>
                  </a:lnTo>
                  <a:lnTo>
                    <a:pt x="331688" y="237676"/>
                  </a:lnTo>
                  <a:lnTo>
                    <a:pt x="330547" y="239244"/>
                  </a:lnTo>
                  <a:lnTo>
                    <a:pt x="329017" y="240263"/>
                  </a:lnTo>
                  <a:lnTo>
                    <a:pt x="328553" y="241556"/>
                  </a:lnTo>
                  <a:lnTo>
                    <a:pt x="329170" y="243116"/>
                  </a:lnTo>
                  <a:lnTo>
                    <a:pt x="329253" y="244744"/>
                  </a:lnTo>
                  <a:lnTo>
                    <a:pt x="328812" y="246441"/>
                  </a:lnTo>
                  <a:lnTo>
                    <a:pt x="329071" y="248092"/>
                  </a:lnTo>
                  <a:lnTo>
                    <a:pt x="330029" y="249698"/>
                  </a:lnTo>
                  <a:lnTo>
                    <a:pt x="329961" y="251532"/>
                  </a:lnTo>
                  <a:lnTo>
                    <a:pt x="328295" y="255298"/>
                  </a:lnTo>
                  <a:lnTo>
                    <a:pt x="327891" y="257626"/>
                  </a:lnTo>
                  <a:lnTo>
                    <a:pt x="328934" y="267616"/>
                  </a:lnTo>
                  <a:lnTo>
                    <a:pt x="328302" y="269016"/>
                  </a:lnTo>
                  <a:lnTo>
                    <a:pt x="327245" y="270629"/>
                  </a:lnTo>
                  <a:lnTo>
                    <a:pt x="325989" y="270751"/>
                  </a:lnTo>
                  <a:lnTo>
                    <a:pt x="324559" y="270469"/>
                  </a:lnTo>
                  <a:lnTo>
                    <a:pt x="323524" y="271473"/>
                  </a:lnTo>
                  <a:lnTo>
                    <a:pt x="322877" y="275909"/>
                  </a:lnTo>
                  <a:lnTo>
                    <a:pt x="320907" y="285526"/>
                  </a:lnTo>
                  <a:lnTo>
                    <a:pt x="321257" y="287817"/>
                  </a:lnTo>
                  <a:lnTo>
                    <a:pt x="322839" y="291537"/>
                  </a:lnTo>
                  <a:lnTo>
                    <a:pt x="323417" y="293911"/>
                  </a:lnTo>
                  <a:lnTo>
                    <a:pt x="323859" y="295699"/>
                  </a:lnTo>
                  <a:lnTo>
                    <a:pt x="324209" y="299092"/>
                  </a:lnTo>
                  <a:lnTo>
                    <a:pt x="323288" y="300622"/>
                  </a:lnTo>
                  <a:lnTo>
                    <a:pt x="322436" y="300888"/>
                  </a:lnTo>
                  <a:lnTo>
                    <a:pt x="321363" y="301748"/>
                  </a:lnTo>
                  <a:lnTo>
                    <a:pt x="322634" y="305894"/>
                  </a:lnTo>
                  <a:lnTo>
                    <a:pt x="323646" y="307804"/>
                  </a:lnTo>
                  <a:lnTo>
                    <a:pt x="326537" y="311730"/>
                  </a:lnTo>
                  <a:lnTo>
                    <a:pt x="337638" y="317193"/>
                  </a:lnTo>
                  <a:lnTo>
                    <a:pt x="342241" y="320419"/>
                  </a:lnTo>
                  <a:lnTo>
                    <a:pt x="347453" y="324825"/>
                  </a:lnTo>
                  <a:lnTo>
                    <a:pt x="350299" y="329359"/>
                  </a:lnTo>
                  <a:lnTo>
                    <a:pt x="350550" y="333103"/>
                  </a:lnTo>
                  <a:lnTo>
                    <a:pt x="346388" y="338710"/>
                  </a:lnTo>
                  <a:lnTo>
                    <a:pt x="345924" y="343428"/>
                  </a:lnTo>
                  <a:lnTo>
                    <a:pt x="346776" y="346752"/>
                  </a:lnTo>
                  <a:lnTo>
                    <a:pt x="348282" y="349841"/>
                  </a:lnTo>
                  <a:lnTo>
                    <a:pt x="352315" y="353859"/>
                  </a:lnTo>
                  <a:lnTo>
                    <a:pt x="355282" y="355335"/>
                  </a:lnTo>
                  <a:lnTo>
                    <a:pt x="359292" y="355175"/>
                  </a:lnTo>
                  <a:lnTo>
                    <a:pt x="359977" y="356301"/>
                  </a:lnTo>
                  <a:lnTo>
                    <a:pt x="360387" y="357290"/>
                  </a:lnTo>
                  <a:lnTo>
                    <a:pt x="361019" y="365469"/>
                  </a:lnTo>
                  <a:lnTo>
                    <a:pt x="360943" y="368551"/>
                  </a:lnTo>
                  <a:lnTo>
                    <a:pt x="359764" y="371381"/>
                  </a:lnTo>
                  <a:lnTo>
                    <a:pt x="352064" y="384423"/>
                  </a:lnTo>
                  <a:lnTo>
                    <a:pt x="345490" y="392427"/>
                  </a:lnTo>
                  <a:lnTo>
                    <a:pt x="343108" y="396862"/>
                  </a:lnTo>
                  <a:lnTo>
                    <a:pt x="342264" y="401618"/>
                  </a:lnTo>
                  <a:lnTo>
                    <a:pt x="340156" y="403885"/>
                  </a:lnTo>
                  <a:lnTo>
                    <a:pt x="328759" y="411098"/>
                  </a:lnTo>
                  <a:lnTo>
                    <a:pt x="311076" y="417558"/>
                  </a:lnTo>
                  <a:lnTo>
                    <a:pt x="296787" y="420921"/>
                  </a:lnTo>
                  <a:lnTo>
                    <a:pt x="293538" y="422054"/>
                  </a:lnTo>
                  <a:lnTo>
                    <a:pt x="270568" y="425760"/>
                  </a:lnTo>
                  <a:lnTo>
                    <a:pt x="266125" y="426277"/>
                  </a:lnTo>
                  <a:lnTo>
                    <a:pt x="260342" y="425950"/>
                  </a:lnTo>
                  <a:lnTo>
                    <a:pt x="255648" y="426444"/>
                  </a:lnTo>
                  <a:lnTo>
                    <a:pt x="250413" y="425432"/>
                  </a:lnTo>
                  <a:lnTo>
                    <a:pt x="245742" y="424269"/>
                  </a:lnTo>
                  <a:lnTo>
                    <a:pt x="243124" y="421377"/>
                  </a:lnTo>
                  <a:lnTo>
                    <a:pt x="240020" y="421020"/>
                  </a:lnTo>
                  <a:lnTo>
                    <a:pt x="239175" y="422465"/>
                  </a:lnTo>
                  <a:lnTo>
                    <a:pt x="240689" y="426155"/>
                  </a:lnTo>
                  <a:lnTo>
                    <a:pt x="239951" y="430606"/>
                  </a:lnTo>
                  <a:lnTo>
                    <a:pt x="240872" y="433148"/>
                  </a:lnTo>
                  <a:lnTo>
                    <a:pt x="242706" y="433657"/>
                  </a:lnTo>
                  <a:lnTo>
                    <a:pt x="244471" y="434974"/>
                  </a:lnTo>
                  <a:lnTo>
                    <a:pt x="246031" y="436739"/>
                  </a:lnTo>
                  <a:lnTo>
                    <a:pt x="243345" y="436921"/>
                  </a:lnTo>
                  <a:lnTo>
                    <a:pt x="244387" y="438329"/>
                  </a:lnTo>
                  <a:lnTo>
                    <a:pt x="245536" y="439151"/>
                  </a:lnTo>
                  <a:lnTo>
                    <a:pt x="245407" y="442095"/>
                  </a:lnTo>
                  <a:lnTo>
                    <a:pt x="244364" y="449202"/>
                  </a:lnTo>
                  <a:lnTo>
                    <a:pt x="241747" y="450724"/>
                  </a:lnTo>
                  <a:lnTo>
                    <a:pt x="241047" y="451135"/>
                  </a:lnTo>
                  <a:lnTo>
                    <a:pt x="240256" y="452671"/>
                  </a:lnTo>
                  <a:lnTo>
                    <a:pt x="238590" y="459504"/>
                  </a:lnTo>
                  <a:lnTo>
                    <a:pt x="238057" y="463947"/>
                  </a:lnTo>
                  <a:lnTo>
                    <a:pt x="238772" y="466816"/>
                  </a:lnTo>
                  <a:lnTo>
                    <a:pt x="241915" y="472857"/>
                  </a:lnTo>
                  <a:lnTo>
                    <a:pt x="240728" y="476790"/>
                  </a:lnTo>
                  <a:lnTo>
                    <a:pt x="238742" y="478928"/>
                  </a:lnTo>
                  <a:lnTo>
                    <a:pt x="230136" y="483334"/>
                  </a:lnTo>
                  <a:lnTo>
                    <a:pt x="226697" y="485099"/>
                  </a:lnTo>
                  <a:lnTo>
                    <a:pt x="221280" y="486309"/>
                  </a:lnTo>
                  <a:lnTo>
                    <a:pt x="212553" y="486514"/>
                  </a:lnTo>
                  <a:lnTo>
                    <a:pt x="209327" y="486240"/>
                  </a:lnTo>
                  <a:lnTo>
                    <a:pt x="201848" y="482223"/>
                  </a:lnTo>
                  <a:lnTo>
                    <a:pt x="196294" y="479818"/>
                  </a:lnTo>
                  <a:lnTo>
                    <a:pt x="191211" y="477909"/>
                  </a:lnTo>
                  <a:lnTo>
                    <a:pt x="186265" y="476767"/>
                  </a:lnTo>
                  <a:lnTo>
                    <a:pt x="186973" y="476189"/>
                  </a:lnTo>
                  <a:lnTo>
                    <a:pt x="187300" y="475155"/>
                  </a:lnTo>
                  <a:lnTo>
                    <a:pt x="185908" y="474576"/>
                  </a:lnTo>
                  <a:lnTo>
                    <a:pt x="184896" y="474447"/>
                  </a:lnTo>
                  <a:lnTo>
                    <a:pt x="181639" y="476524"/>
                  </a:lnTo>
                  <a:lnTo>
                    <a:pt x="180270" y="478647"/>
                  </a:lnTo>
                  <a:lnTo>
                    <a:pt x="179874" y="480511"/>
                  </a:lnTo>
                  <a:lnTo>
                    <a:pt x="179806" y="484985"/>
                  </a:lnTo>
                  <a:lnTo>
                    <a:pt x="180384" y="488751"/>
                  </a:lnTo>
                  <a:lnTo>
                    <a:pt x="182727" y="498056"/>
                  </a:lnTo>
                  <a:lnTo>
                    <a:pt x="182971" y="503131"/>
                  </a:lnTo>
                  <a:lnTo>
                    <a:pt x="181860" y="509553"/>
                  </a:lnTo>
                  <a:lnTo>
                    <a:pt x="183412" y="513342"/>
                  </a:lnTo>
                  <a:lnTo>
                    <a:pt x="185299" y="515054"/>
                  </a:lnTo>
                  <a:lnTo>
                    <a:pt x="189537" y="516750"/>
                  </a:lnTo>
                  <a:lnTo>
                    <a:pt x="191181" y="517907"/>
                  </a:lnTo>
                  <a:lnTo>
                    <a:pt x="192991" y="517724"/>
                  </a:lnTo>
                  <a:lnTo>
                    <a:pt x="193547" y="518173"/>
                  </a:lnTo>
                  <a:lnTo>
                    <a:pt x="193280" y="519003"/>
                  </a:lnTo>
                  <a:lnTo>
                    <a:pt x="192215" y="520638"/>
                  </a:lnTo>
                  <a:lnTo>
                    <a:pt x="192284" y="522366"/>
                  </a:lnTo>
                  <a:lnTo>
                    <a:pt x="195495" y="522875"/>
                  </a:lnTo>
                  <a:lnTo>
                    <a:pt x="198827" y="522526"/>
                  </a:lnTo>
                  <a:lnTo>
                    <a:pt x="202319" y="521757"/>
                  </a:lnTo>
                  <a:lnTo>
                    <a:pt x="203141" y="520555"/>
                  </a:lnTo>
                  <a:lnTo>
                    <a:pt x="203164" y="518044"/>
                  </a:lnTo>
                  <a:lnTo>
                    <a:pt x="199071" y="517603"/>
                  </a:lnTo>
                  <a:lnTo>
                    <a:pt x="199588" y="516667"/>
                  </a:lnTo>
                  <a:lnTo>
                    <a:pt x="202692" y="515647"/>
                  </a:lnTo>
                  <a:lnTo>
                    <a:pt x="206755" y="513981"/>
                  </a:lnTo>
                  <a:lnTo>
                    <a:pt x="208832" y="513669"/>
                  </a:lnTo>
                  <a:lnTo>
                    <a:pt x="210248" y="514787"/>
                  </a:lnTo>
                  <a:lnTo>
                    <a:pt x="211199" y="515815"/>
                  </a:lnTo>
                  <a:lnTo>
                    <a:pt x="212370" y="518516"/>
                  </a:lnTo>
                  <a:lnTo>
                    <a:pt x="213101" y="522084"/>
                  </a:lnTo>
                  <a:lnTo>
                    <a:pt x="213131" y="526383"/>
                  </a:lnTo>
                  <a:lnTo>
                    <a:pt x="212644" y="530438"/>
                  </a:lnTo>
                  <a:lnTo>
                    <a:pt x="212066" y="531877"/>
                  </a:lnTo>
                  <a:lnTo>
                    <a:pt x="211039" y="533604"/>
                  </a:lnTo>
                  <a:lnTo>
                    <a:pt x="203735" y="535810"/>
                  </a:lnTo>
                  <a:lnTo>
                    <a:pt x="201688" y="535232"/>
                  </a:lnTo>
                  <a:lnTo>
                    <a:pt x="199786" y="532165"/>
                  </a:lnTo>
                  <a:lnTo>
                    <a:pt x="199185" y="528993"/>
                  </a:lnTo>
                  <a:lnTo>
                    <a:pt x="197556" y="526855"/>
                  </a:lnTo>
                  <a:lnTo>
                    <a:pt x="194064" y="525158"/>
                  </a:lnTo>
                  <a:lnTo>
                    <a:pt x="190587" y="525676"/>
                  </a:lnTo>
                  <a:lnTo>
                    <a:pt x="187140" y="528620"/>
                  </a:lnTo>
                  <a:lnTo>
                    <a:pt x="183755" y="529571"/>
                  </a:lnTo>
                  <a:lnTo>
                    <a:pt x="182552" y="532257"/>
                  </a:lnTo>
                  <a:lnTo>
                    <a:pt x="191044" y="536609"/>
                  </a:lnTo>
                  <a:lnTo>
                    <a:pt x="195053" y="537826"/>
                  </a:lnTo>
                  <a:lnTo>
                    <a:pt x="196362" y="537781"/>
                  </a:lnTo>
                  <a:lnTo>
                    <a:pt x="197663" y="538351"/>
                  </a:lnTo>
                  <a:lnTo>
                    <a:pt x="196453" y="539972"/>
                  </a:lnTo>
                  <a:lnTo>
                    <a:pt x="195244" y="540976"/>
                  </a:lnTo>
                  <a:lnTo>
                    <a:pt x="189202" y="543198"/>
                  </a:lnTo>
                  <a:lnTo>
                    <a:pt x="186539" y="544750"/>
                  </a:lnTo>
                  <a:lnTo>
                    <a:pt x="183427" y="547809"/>
                  </a:lnTo>
                  <a:lnTo>
                    <a:pt x="179068" y="554496"/>
                  </a:lnTo>
                  <a:lnTo>
                    <a:pt x="177729" y="555957"/>
                  </a:lnTo>
                  <a:lnTo>
                    <a:pt x="177059" y="557662"/>
                  </a:lnTo>
                  <a:lnTo>
                    <a:pt x="176610" y="562295"/>
                  </a:lnTo>
                  <a:lnTo>
                    <a:pt x="178025" y="570018"/>
                  </a:lnTo>
                  <a:lnTo>
                    <a:pt x="176534" y="573259"/>
                  </a:lnTo>
                  <a:lnTo>
                    <a:pt x="177455" y="576866"/>
                  </a:lnTo>
                  <a:lnTo>
                    <a:pt x="176937" y="579278"/>
                  </a:lnTo>
                  <a:lnTo>
                    <a:pt x="175415" y="582755"/>
                  </a:lnTo>
                  <a:lnTo>
                    <a:pt x="169298" y="588256"/>
                  </a:lnTo>
                  <a:lnTo>
                    <a:pt x="168210" y="592288"/>
                  </a:lnTo>
                  <a:lnTo>
                    <a:pt x="170333" y="594670"/>
                  </a:lnTo>
                  <a:lnTo>
                    <a:pt x="170189" y="596755"/>
                  </a:lnTo>
                  <a:lnTo>
                    <a:pt x="169481" y="598649"/>
                  </a:lnTo>
                  <a:lnTo>
                    <a:pt x="166940" y="598626"/>
                  </a:lnTo>
                  <a:lnTo>
                    <a:pt x="157703" y="597355"/>
                  </a:lnTo>
                  <a:lnTo>
                    <a:pt x="154340" y="599425"/>
                  </a:lnTo>
                  <a:lnTo>
                    <a:pt x="151220" y="601959"/>
                  </a:lnTo>
                  <a:lnTo>
                    <a:pt x="150368" y="603169"/>
                  </a:lnTo>
                  <a:lnTo>
                    <a:pt x="149265" y="603929"/>
                  </a:lnTo>
                  <a:lnTo>
                    <a:pt x="142912" y="605284"/>
                  </a:lnTo>
                  <a:lnTo>
                    <a:pt x="141656" y="606182"/>
                  </a:lnTo>
                  <a:lnTo>
                    <a:pt x="134900" y="615882"/>
                  </a:lnTo>
                  <a:lnTo>
                    <a:pt x="132009" y="621924"/>
                  </a:lnTo>
                  <a:lnTo>
                    <a:pt x="128516" y="627873"/>
                  </a:lnTo>
                  <a:lnTo>
                    <a:pt x="127603" y="630400"/>
                  </a:lnTo>
                  <a:lnTo>
                    <a:pt x="127405" y="633907"/>
                  </a:lnTo>
                  <a:lnTo>
                    <a:pt x="127892" y="637072"/>
                  </a:lnTo>
                  <a:lnTo>
                    <a:pt x="128379" y="639408"/>
                  </a:lnTo>
                  <a:lnTo>
                    <a:pt x="129597" y="642413"/>
                  </a:lnTo>
                  <a:lnTo>
                    <a:pt x="132153" y="645845"/>
                  </a:lnTo>
                  <a:lnTo>
                    <a:pt x="145171" y="659898"/>
                  </a:lnTo>
                  <a:lnTo>
                    <a:pt x="147873" y="661131"/>
                  </a:lnTo>
                  <a:lnTo>
                    <a:pt x="161796" y="662644"/>
                  </a:lnTo>
                  <a:lnTo>
                    <a:pt x="164885" y="664615"/>
                  </a:lnTo>
                  <a:lnTo>
                    <a:pt x="166688" y="667750"/>
                  </a:lnTo>
                  <a:lnTo>
                    <a:pt x="167350" y="670520"/>
                  </a:lnTo>
                  <a:lnTo>
                    <a:pt x="166551" y="677550"/>
                  </a:lnTo>
                  <a:lnTo>
                    <a:pt x="165722" y="679756"/>
                  </a:lnTo>
                  <a:lnTo>
                    <a:pt x="164185" y="681765"/>
                  </a:lnTo>
                  <a:lnTo>
                    <a:pt x="160891" y="684352"/>
                  </a:lnTo>
                  <a:lnTo>
                    <a:pt x="156949" y="685729"/>
                  </a:lnTo>
                  <a:lnTo>
                    <a:pt x="158076" y="686711"/>
                  </a:lnTo>
                  <a:lnTo>
                    <a:pt x="159673" y="686566"/>
                  </a:lnTo>
                  <a:lnTo>
                    <a:pt x="163158" y="685729"/>
                  </a:lnTo>
                  <a:lnTo>
                    <a:pt x="164665" y="686566"/>
                  </a:lnTo>
                  <a:lnTo>
                    <a:pt x="165806" y="689358"/>
                  </a:lnTo>
                  <a:lnTo>
                    <a:pt x="163622" y="690484"/>
                  </a:lnTo>
                  <a:lnTo>
                    <a:pt x="162960" y="691846"/>
                  </a:lnTo>
                  <a:lnTo>
                    <a:pt x="161385" y="693908"/>
                  </a:lnTo>
                  <a:lnTo>
                    <a:pt x="153351" y="702156"/>
                  </a:lnTo>
                  <a:lnTo>
                    <a:pt x="149021" y="704629"/>
                  </a:lnTo>
                  <a:lnTo>
                    <a:pt x="145042" y="707954"/>
                  </a:lnTo>
                  <a:lnTo>
                    <a:pt x="139701" y="711324"/>
                  </a:lnTo>
                  <a:lnTo>
                    <a:pt x="137609" y="713264"/>
                  </a:lnTo>
                  <a:lnTo>
                    <a:pt x="134778" y="717343"/>
                  </a:lnTo>
                  <a:lnTo>
                    <a:pt x="130449" y="721794"/>
                  </a:lnTo>
                  <a:lnTo>
                    <a:pt x="125777" y="731388"/>
                  </a:lnTo>
                  <a:lnTo>
                    <a:pt x="125595" y="733252"/>
                  </a:lnTo>
                  <a:lnTo>
                    <a:pt x="126272" y="734500"/>
                  </a:lnTo>
                  <a:lnTo>
                    <a:pt x="123677" y="751475"/>
                  </a:lnTo>
                  <a:lnTo>
                    <a:pt x="122772" y="753483"/>
                  </a:lnTo>
                  <a:lnTo>
                    <a:pt x="120893" y="755629"/>
                  </a:lnTo>
                  <a:lnTo>
                    <a:pt x="115947" y="759174"/>
                  </a:lnTo>
                  <a:lnTo>
                    <a:pt x="113565" y="759616"/>
                  </a:lnTo>
                  <a:lnTo>
                    <a:pt x="110415" y="757562"/>
                  </a:lnTo>
                  <a:lnTo>
                    <a:pt x="108643" y="755416"/>
                  </a:lnTo>
                  <a:lnTo>
                    <a:pt x="106900" y="751748"/>
                  </a:lnTo>
                  <a:lnTo>
                    <a:pt x="104800" y="747975"/>
                  </a:lnTo>
                  <a:lnTo>
                    <a:pt x="104694" y="749321"/>
                  </a:lnTo>
                  <a:lnTo>
                    <a:pt x="105424" y="751619"/>
                  </a:lnTo>
                  <a:lnTo>
                    <a:pt x="104930" y="754023"/>
                  </a:lnTo>
                  <a:lnTo>
                    <a:pt x="99558" y="755119"/>
                  </a:lnTo>
                  <a:lnTo>
                    <a:pt x="98135" y="756245"/>
                  </a:lnTo>
                  <a:lnTo>
                    <a:pt x="102982" y="755743"/>
                  </a:lnTo>
                  <a:lnTo>
                    <a:pt x="106284" y="756473"/>
                  </a:lnTo>
                  <a:lnTo>
                    <a:pt x="107684" y="757348"/>
                  </a:lnTo>
                  <a:lnTo>
                    <a:pt x="108939" y="759182"/>
                  </a:lnTo>
                  <a:lnTo>
                    <a:pt x="110050" y="761389"/>
                  </a:lnTo>
                  <a:lnTo>
                    <a:pt x="109122" y="762614"/>
                  </a:lnTo>
                  <a:lnTo>
                    <a:pt x="106474" y="763626"/>
                  </a:lnTo>
                  <a:lnTo>
                    <a:pt x="103051" y="765490"/>
                  </a:lnTo>
                  <a:lnTo>
                    <a:pt x="99003" y="768860"/>
                  </a:lnTo>
                  <a:lnTo>
                    <a:pt x="96758" y="772771"/>
                  </a:lnTo>
                  <a:lnTo>
                    <a:pt x="95792" y="775586"/>
                  </a:lnTo>
                  <a:lnTo>
                    <a:pt x="94696" y="781277"/>
                  </a:lnTo>
                  <a:lnTo>
                    <a:pt x="94407" y="785051"/>
                  </a:lnTo>
                  <a:lnTo>
                    <a:pt x="92695" y="787958"/>
                  </a:lnTo>
                  <a:lnTo>
                    <a:pt x="90055" y="790582"/>
                  </a:lnTo>
                  <a:lnTo>
                    <a:pt x="90207" y="791184"/>
                  </a:lnTo>
                  <a:lnTo>
                    <a:pt x="91995" y="789837"/>
                  </a:lnTo>
                  <a:lnTo>
                    <a:pt x="93426" y="789411"/>
                  </a:lnTo>
                  <a:lnTo>
                    <a:pt x="94658" y="792911"/>
                  </a:lnTo>
                  <a:lnTo>
                    <a:pt x="96317" y="799933"/>
                  </a:lnTo>
                  <a:lnTo>
                    <a:pt x="97085" y="804818"/>
                  </a:lnTo>
                  <a:lnTo>
                    <a:pt x="96964" y="806264"/>
                  </a:lnTo>
                  <a:lnTo>
                    <a:pt x="96469" y="808257"/>
                  </a:lnTo>
                  <a:lnTo>
                    <a:pt x="93060" y="808737"/>
                  </a:lnTo>
                  <a:lnTo>
                    <a:pt x="90017" y="808675"/>
                  </a:lnTo>
                  <a:lnTo>
                    <a:pt x="87780" y="809528"/>
                  </a:lnTo>
                  <a:lnTo>
                    <a:pt x="88982" y="810410"/>
                  </a:lnTo>
                  <a:lnTo>
                    <a:pt x="91036" y="810098"/>
                  </a:lnTo>
                  <a:lnTo>
                    <a:pt x="93875" y="812198"/>
                  </a:lnTo>
                  <a:lnTo>
                    <a:pt x="97025" y="811301"/>
                  </a:lnTo>
                  <a:lnTo>
                    <a:pt x="98463" y="812708"/>
                  </a:lnTo>
                  <a:lnTo>
                    <a:pt x="99497" y="813994"/>
                  </a:lnTo>
                  <a:lnTo>
                    <a:pt x="104321" y="824296"/>
                  </a:lnTo>
                  <a:lnTo>
                    <a:pt x="108536" y="830695"/>
                  </a:lnTo>
                  <a:lnTo>
                    <a:pt x="110667" y="834499"/>
                  </a:lnTo>
                  <a:lnTo>
                    <a:pt x="109609" y="836234"/>
                  </a:lnTo>
                  <a:lnTo>
                    <a:pt x="109229" y="833929"/>
                  </a:lnTo>
                  <a:lnTo>
                    <a:pt x="106482" y="833328"/>
                  </a:lnTo>
                  <a:lnTo>
                    <a:pt x="103804" y="832711"/>
                  </a:lnTo>
                  <a:lnTo>
                    <a:pt x="99337" y="831060"/>
                  </a:lnTo>
                  <a:lnTo>
                    <a:pt x="93319" y="828564"/>
                  </a:lnTo>
                  <a:lnTo>
                    <a:pt x="87293" y="828564"/>
                  </a:lnTo>
                  <a:lnTo>
                    <a:pt x="82507" y="826457"/>
                  </a:lnTo>
                  <a:lnTo>
                    <a:pt x="77219" y="824129"/>
                  </a:lnTo>
                  <a:lnTo>
                    <a:pt x="66058" y="823923"/>
                  </a:lnTo>
                  <a:lnTo>
                    <a:pt x="56227" y="823779"/>
                  </a:lnTo>
                  <a:lnTo>
                    <a:pt x="46154" y="823634"/>
                  </a:lnTo>
                  <a:lnTo>
                    <a:pt x="39709" y="823535"/>
                  </a:lnTo>
                  <a:lnTo>
                    <a:pt x="35395" y="823474"/>
                  </a:lnTo>
                  <a:lnTo>
                    <a:pt x="34277" y="822599"/>
                  </a:lnTo>
                  <a:lnTo>
                    <a:pt x="34657" y="819708"/>
                  </a:lnTo>
                  <a:lnTo>
                    <a:pt x="33059" y="817578"/>
                  </a:lnTo>
                  <a:lnTo>
                    <a:pt x="30739" y="815006"/>
                  </a:lnTo>
                  <a:lnTo>
                    <a:pt x="27916" y="813195"/>
                  </a:lnTo>
                  <a:lnTo>
                    <a:pt x="26516" y="810768"/>
                  </a:lnTo>
                  <a:lnTo>
                    <a:pt x="24948" y="808044"/>
                  </a:lnTo>
                  <a:lnTo>
                    <a:pt x="25831" y="805632"/>
                  </a:lnTo>
                  <a:lnTo>
                    <a:pt x="27185" y="799781"/>
                  </a:lnTo>
                  <a:lnTo>
                    <a:pt x="27208" y="797210"/>
                  </a:lnTo>
                  <a:lnTo>
                    <a:pt x="25983" y="795414"/>
                  </a:lnTo>
                  <a:lnTo>
                    <a:pt x="25610" y="792865"/>
                  </a:lnTo>
                  <a:lnTo>
                    <a:pt x="25983" y="791670"/>
                  </a:lnTo>
                  <a:lnTo>
                    <a:pt x="27086" y="790765"/>
                  </a:lnTo>
                  <a:lnTo>
                    <a:pt x="27748" y="786603"/>
                  </a:lnTo>
                  <a:lnTo>
                    <a:pt x="27231" y="782533"/>
                  </a:lnTo>
                  <a:lnTo>
                    <a:pt x="26386" y="778903"/>
                  </a:lnTo>
                  <a:lnTo>
                    <a:pt x="25268" y="777305"/>
                  </a:lnTo>
                  <a:lnTo>
                    <a:pt x="23830" y="776545"/>
                  </a:lnTo>
                  <a:lnTo>
                    <a:pt x="22765" y="776400"/>
                  </a:lnTo>
                  <a:lnTo>
                    <a:pt x="20406" y="777755"/>
                  </a:lnTo>
                  <a:lnTo>
                    <a:pt x="16495" y="777412"/>
                  </a:lnTo>
                  <a:lnTo>
                    <a:pt x="15164" y="777930"/>
                  </a:lnTo>
                  <a:lnTo>
                    <a:pt x="13254" y="779383"/>
                  </a:lnTo>
                  <a:lnTo>
                    <a:pt x="10545" y="781528"/>
                  </a:lnTo>
                  <a:lnTo>
                    <a:pt x="9039" y="780783"/>
                  </a:lnTo>
                  <a:lnTo>
                    <a:pt x="8575" y="778485"/>
                  </a:lnTo>
                  <a:lnTo>
                    <a:pt x="7570" y="776499"/>
                  </a:lnTo>
                  <a:lnTo>
                    <a:pt x="6931" y="774749"/>
                  </a:lnTo>
                  <a:lnTo>
                    <a:pt x="6452" y="771866"/>
                  </a:lnTo>
                  <a:lnTo>
                    <a:pt x="5653" y="768175"/>
                  </a:lnTo>
                  <a:lnTo>
                    <a:pt x="4055" y="763815"/>
                  </a:lnTo>
                  <a:lnTo>
                    <a:pt x="1605" y="760300"/>
                  </a:lnTo>
                  <a:lnTo>
                    <a:pt x="1468" y="757143"/>
                  </a:lnTo>
                  <a:lnTo>
                    <a:pt x="1012" y="753186"/>
                  </a:lnTo>
                  <a:lnTo>
                    <a:pt x="2260" y="749344"/>
                  </a:lnTo>
                  <a:lnTo>
                    <a:pt x="1529" y="746164"/>
                  </a:lnTo>
                  <a:lnTo>
                    <a:pt x="0" y="742382"/>
                  </a:lnTo>
                  <a:lnTo>
                    <a:pt x="472" y="738471"/>
                  </a:lnTo>
                  <a:lnTo>
                    <a:pt x="1978" y="736311"/>
                  </a:lnTo>
                  <a:lnTo>
                    <a:pt x="2450" y="733572"/>
                  </a:lnTo>
                  <a:lnTo>
                    <a:pt x="9419" y="733138"/>
                  </a:lnTo>
                  <a:lnTo>
                    <a:pt x="9130" y="729463"/>
                  </a:lnTo>
                  <a:lnTo>
                    <a:pt x="10287" y="726496"/>
                  </a:lnTo>
                  <a:lnTo>
                    <a:pt x="11588" y="723810"/>
                  </a:lnTo>
                  <a:lnTo>
                    <a:pt x="12699" y="722593"/>
                  </a:lnTo>
                  <a:lnTo>
                    <a:pt x="15179" y="721527"/>
                  </a:lnTo>
                  <a:lnTo>
                    <a:pt x="18101" y="719983"/>
                  </a:lnTo>
                  <a:lnTo>
                    <a:pt x="19752" y="718217"/>
                  </a:lnTo>
                  <a:lnTo>
                    <a:pt x="20543" y="716635"/>
                  </a:lnTo>
                  <a:lnTo>
                    <a:pt x="21022" y="714596"/>
                  </a:lnTo>
                  <a:lnTo>
                    <a:pt x="21152" y="712427"/>
                  </a:lnTo>
                  <a:lnTo>
                    <a:pt x="20673" y="707824"/>
                  </a:lnTo>
                  <a:lnTo>
                    <a:pt x="21220" y="706409"/>
                  </a:lnTo>
                  <a:lnTo>
                    <a:pt x="23031" y="704545"/>
                  </a:lnTo>
                  <a:lnTo>
                    <a:pt x="26090" y="702894"/>
                  </a:lnTo>
                  <a:lnTo>
                    <a:pt x="27406" y="698519"/>
                  </a:lnTo>
                  <a:lnTo>
                    <a:pt x="26653" y="694722"/>
                  </a:lnTo>
                  <a:lnTo>
                    <a:pt x="24956" y="691717"/>
                  </a:lnTo>
                  <a:lnTo>
                    <a:pt x="22795" y="690362"/>
                  </a:lnTo>
                  <a:lnTo>
                    <a:pt x="22605" y="687281"/>
                  </a:lnTo>
                  <a:lnTo>
                    <a:pt x="23579" y="684359"/>
                  </a:lnTo>
                  <a:lnTo>
                    <a:pt x="24850" y="681232"/>
                  </a:lnTo>
                  <a:lnTo>
                    <a:pt x="26364" y="677649"/>
                  </a:lnTo>
                  <a:lnTo>
                    <a:pt x="26272" y="675145"/>
                  </a:lnTo>
                  <a:lnTo>
                    <a:pt x="27619" y="673685"/>
                  </a:lnTo>
                  <a:lnTo>
                    <a:pt x="31454" y="670428"/>
                  </a:lnTo>
                  <a:lnTo>
                    <a:pt x="32770" y="667248"/>
                  </a:lnTo>
                  <a:lnTo>
                    <a:pt x="34117" y="666388"/>
                  </a:lnTo>
                  <a:lnTo>
                    <a:pt x="35692" y="666008"/>
                  </a:lnTo>
                  <a:lnTo>
                    <a:pt x="35783" y="664212"/>
                  </a:lnTo>
                  <a:lnTo>
                    <a:pt x="34634" y="662432"/>
                  </a:lnTo>
                  <a:lnTo>
                    <a:pt x="34451" y="660202"/>
                  </a:lnTo>
                  <a:lnTo>
                    <a:pt x="34588" y="657737"/>
                  </a:lnTo>
                  <a:lnTo>
                    <a:pt x="34939" y="654442"/>
                  </a:lnTo>
                  <a:lnTo>
                    <a:pt x="36727" y="653210"/>
                  </a:lnTo>
                  <a:lnTo>
                    <a:pt x="39374" y="650547"/>
                  </a:lnTo>
                  <a:lnTo>
                    <a:pt x="40082" y="648858"/>
                  </a:lnTo>
                  <a:lnTo>
                    <a:pt x="40173" y="646598"/>
                  </a:lnTo>
                  <a:lnTo>
                    <a:pt x="39405" y="641942"/>
                  </a:lnTo>
                  <a:lnTo>
                    <a:pt x="38750" y="638609"/>
                  </a:lnTo>
                  <a:lnTo>
                    <a:pt x="38416" y="637384"/>
                  </a:lnTo>
                  <a:lnTo>
                    <a:pt x="37213" y="635132"/>
                  </a:lnTo>
                  <a:lnTo>
                    <a:pt x="36323" y="633709"/>
                  </a:lnTo>
                  <a:lnTo>
                    <a:pt x="37746" y="631929"/>
                  </a:lnTo>
                  <a:lnTo>
                    <a:pt x="40409" y="630065"/>
                  </a:lnTo>
                  <a:lnTo>
                    <a:pt x="41535" y="627364"/>
                  </a:lnTo>
                  <a:lnTo>
                    <a:pt x="40500" y="625073"/>
                  </a:lnTo>
                  <a:lnTo>
                    <a:pt x="38994" y="623864"/>
                  </a:lnTo>
                  <a:lnTo>
                    <a:pt x="38522" y="620364"/>
                  </a:lnTo>
                  <a:lnTo>
                    <a:pt x="39085" y="615928"/>
                  </a:lnTo>
                  <a:lnTo>
                    <a:pt x="40211" y="614589"/>
                  </a:lnTo>
                  <a:lnTo>
                    <a:pt x="44168" y="613919"/>
                  </a:lnTo>
                  <a:lnTo>
                    <a:pt x="44541" y="611644"/>
                  </a:lnTo>
                  <a:lnTo>
                    <a:pt x="47554" y="608433"/>
                  </a:lnTo>
                  <a:lnTo>
                    <a:pt x="47462" y="605368"/>
                  </a:lnTo>
                  <a:lnTo>
                    <a:pt x="45545" y="603488"/>
                  </a:lnTo>
                  <a:lnTo>
                    <a:pt x="43666" y="600460"/>
                  </a:lnTo>
                  <a:lnTo>
                    <a:pt x="42281" y="597789"/>
                  </a:lnTo>
                  <a:lnTo>
                    <a:pt x="37670" y="596328"/>
                  </a:lnTo>
                  <a:lnTo>
                    <a:pt x="32770" y="595537"/>
                  </a:lnTo>
                  <a:lnTo>
                    <a:pt x="32108" y="593019"/>
                  </a:lnTo>
                  <a:lnTo>
                    <a:pt x="32298" y="591565"/>
                  </a:lnTo>
                  <a:lnTo>
                    <a:pt x="34573" y="592152"/>
                  </a:lnTo>
                  <a:lnTo>
                    <a:pt x="38294" y="591642"/>
                  </a:lnTo>
                  <a:lnTo>
                    <a:pt x="41094" y="591527"/>
                  </a:lnTo>
                  <a:lnTo>
                    <a:pt x="43042" y="591269"/>
                  </a:lnTo>
                  <a:lnTo>
                    <a:pt x="45286" y="590904"/>
                  </a:lnTo>
                  <a:lnTo>
                    <a:pt x="47356" y="591961"/>
                  </a:lnTo>
                  <a:lnTo>
                    <a:pt x="49425" y="591299"/>
                  </a:lnTo>
                  <a:lnTo>
                    <a:pt x="50270" y="587335"/>
                  </a:lnTo>
                  <a:lnTo>
                    <a:pt x="51586" y="585227"/>
                  </a:lnTo>
                  <a:lnTo>
                    <a:pt x="51776" y="583249"/>
                  </a:lnTo>
                  <a:lnTo>
                    <a:pt x="50460" y="581674"/>
                  </a:lnTo>
                  <a:lnTo>
                    <a:pt x="48048" y="581187"/>
                  </a:lnTo>
                  <a:lnTo>
                    <a:pt x="37495" y="579939"/>
                  </a:lnTo>
                  <a:lnTo>
                    <a:pt x="37175" y="578365"/>
                  </a:lnTo>
                  <a:lnTo>
                    <a:pt x="37267" y="575725"/>
                  </a:lnTo>
                  <a:lnTo>
                    <a:pt x="37663" y="573031"/>
                  </a:lnTo>
                  <a:lnTo>
                    <a:pt x="37663" y="571707"/>
                  </a:lnTo>
                  <a:lnTo>
                    <a:pt x="38621" y="570543"/>
                  </a:lnTo>
                  <a:lnTo>
                    <a:pt x="39717" y="568108"/>
                  </a:lnTo>
                  <a:lnTo>
                    <a:pt x="40485" y="566487"/>
                  </a:lnTo>
                  <a:lnTo>
                    <a:pt x="39717" y="564388"/>
                  </a:lnTo>
                  <a:lnTo>
                    <a:pt x="38035" y="561291"/>
                  </a:lnTo>
                  <a:lnTo>
                    <a:pt x="39260" y="559861"/>
                  </a:lnTo>
                  <a:lnTo>
                    <a:pt x="39359" y="558156"/>
                  </a:lnTo>
                  <a:lnTo>
                    <a:pt x="38979" y="556490"/>
                  </a:lnTo>
                  <a:lnTo>
                    <a:pt x="37229" y="554641"/>
                  </a:lnTo>
                  <a:lnTo>
                    <a:pt x="35684" y="552092"/>
                  </a:lnTo>
                  <a:lnTo>
                    <a:pt x="35684" y="549384"/>
                  </a:lnTo>
                  <a:lnTo>
                    <a:pt x="37495" y="548661"/>
                  </a:lnTo>
                  <a:lnTo>
                    <a:pt x="38697" y="547832"/>
                  </a:lnTo>
                  <a:lnTo>
                    <a:pt x="38979" y="546157"/>
                  </a:lnTo>
                  <a:lnTo>
                    <a:pt x="38317" y="544096"/>
                  </a:lnTo>
                  <a:lnTo>
                    <a:pt x="35814" y="543464"/>
                  </a:lnTo>
                  <a:lnTo>
                    <a:pt x="32481" y="542201"/>
                  </a:lnTo>
                  <a:lnTo>
                    <a:pt x="31462" y="541143"/>
                  </a:lnTo>
                  <a:lnTo>
                    <a:pt x="30518" y="538937"/>
                  </a:lnTo>
                  <a:lnTo>
                    <a:pt x="31218" y="532751"/>
                  </a:lnTo>
                  <a:lnTo>
                    <a:pt x="30868" y="529031"/>
                  </a:lnTo>
                  <a:lnTo>
                    <a:pt x="30571" y="526976"/>
                  </a:lnTo>
                  <a:lnTo>
                    <a:pt x="31385" y="525394"/>
                  </a:lnTo>
                  <a:lnTo>
                    <a:pt x="32496" y="523971"/>
                  </a:lnTo>
                  <a:lnTo>
                    <a:pt x="31971" y="520662"/>
                  </a:lnTo>
                  <a:lnTo>
                    <a:pt x="30982" y="518927"/>
                  </a:lnTo>
                  <a:lnTo>
                    <a:pt x="31332" y="517595"/>
                  </a:lnTo>
                  <a:lnTo>
                    <a:pt x="32268" y="516256"/>
                  </a:lnTo>
                  <a:lnTo>
                    <a:pt x="33082" y="514605"/>
                  </a:lnTo>
                  <a:lnTo>
                    <a:pt x="33782" y="514217"/>
                  </a:lnTo>
                  <a:lnTo>
                    <a:pt x="34832" y="515160"/>
                  </a:lnTo>
                  <a:lnTo>
                    <a:pt x="36605" y="514605"/>
                  </a:lnTo>
                  <a:lnTo>
                    <a:pt x="38743" y="513274"/>
                  </a:lnTo>
                  <a:lnTo>
                    <a:pt x="38971" y="511706"/>
                  </a:lnTo>
                  <a:lnTo>
                    <a:pt x="38545" y="509469"/>
                  </a:lnTo>
                  <a:lnTo>
                    <a:pt x="36955" y="503854"/>
                  </a:lnTo>
                  <a:lnTo>
                    <a:pt x="35524" y="500392"/>
                  </a:lnTo>
                  <a:lnTo>
                    <a:pt x="35821" y="499144"/>
                  </a:lnTo>
                  <a:lnTo>
                    <a:pt x="36384" y="497836"/>
                  </a:lnTo>
                  <a:lnTo>
                    <a:pt x="35935" y="493088"/>
                  </a:lnTo>
                  <a:lnTo>
                    <a:pt x="36080" y="490227"/>
                  </a:lnTo>
                  <a:lnTo>
                    <a:pt x="36186" y="481820"/>
                  </a:lnTo>
                  <a:lnTo>
                    <a:pt x="36346" y="478959"/>
                  </a:lnTo>
                  <a:lnTo>
                    <a:pt x="34885" y="476037"/>
                  </a:lnTo>
                  <a:lnTo>
                    <a:pt x="35083" y="473305"/>
                  </a:lnTo>
                  <a:lnTo>
                    <a:pt x="36110" y="471312"/>
                  </a:lnTo>
                  <a:lnTo>
                    <a:pt x="37076" y="468619"/>
                  </a:lnTo>
                  <a:lnTo>
                    <a:pt x="37799" y="466237"/>
                  </a:lnTo>
                  <a:lnTo>
                    <a:pt x="38560" y="465165"/>
                  </a:lnTo>
                  <a:lnTo>
                    <a:pt x="39846" y="464632"/>
                  </a:lnTo>
                  <a:lnTo>
                    <a:pt x="40143" y="463331"/>
                  </a:lnTo>
                  <a:lnTo>
                    <a:pt x="39557" y="462342"/>
                  </a:lnTo>
                  <a:lnTo>
                    <a:pt x="37898" y="460797"/>
                  </a:lnTo>
                  <a:lnTo>
                    <a:pt x="37518" y="458910"/>
                  </a:lnTo>
                  <a:lnTo>
                    <a:pt x="37868" y="457465"/>
                  </a:lnTo>
                  <a:lnTo>
                    <a:pt x="38682" y="456628"/>
                  </a:lnTo>
                  <a:lnTo>
                    <a:pt x="39945" y="456635"/>
                  </a:lnTo>
                  <a:lnTo>
                    <a:pt x="40896" y="454573"/>
                  </a:lnTo>
                  <a:lnTo>
                    <a:pt x="41170" y="452032"/>
                  </a:lnTo>
                  <a:lnTo>
                    <a:pt x="41368" y="450853"/>
                  </a:lnTo>
                  <a:lnTo>
                    <a:pt x="40637" y="449369"/>
                  </a:lnTo>
                  <a:lnTo>
                    <a:pt x="40112" y="445877"/>
                  </a:lnTo>
                  <a:lnTo>
                    <a:pt x="39618" y="443898"/>
                  </a:lnTo>
                  <a:lnTo>
                    <a:pt x="40204" y="443069"/>
                  </a:lnTo>
                  <a:lnTo>
                    <a:pt x="41018" y="442765"/>
                  </a:lnTo>
                  <a:lnTo>
                    <a:pt x="42456" y="443237"/>
                  </a:lnTo>
                  <a:lnTo>
                    <a:pt x="43468" y="442993"/>
                  </a:lnTo>
                  <a:lnTo>
                    <a:pt x="43643" y="441935"/>
                  </a:lnTo>
                  <a:lnTo>
                    <a:pt x="43757" y="440802"/>
                  </a:lnTo>
                  <a:lnTo>
                    <a:pt x="44145" y="440033"/>
                  </a:lnTo>
                  <a:lnTo>
                    <a:pt x="45050" y="437477"/>
                  </a:lnTo>
                  <a:lnTo>
                    <a:pt x="46017" y="434312"/>
                  </a:lnTo>
                  <a:lnTo>
                    <a:pt x="46245" y="432082"/>
                  </a:lnTo>
                  <a:lnTo>
                    <a:pt x="45902" y="426049"/>
                  </a:lnTo>
                  <a:lnTo>
                    <a:pt x="46412" y="424664"/>
                  </a:lnTo>
                  <a:lnTo>
                    <a:pt x="47447" y="423401"/>
                  </a:lnTo>
                  <a:lnTo>
                    <a:pt x="48885" y="422214"/>
                  </a:lnTo>
                  <a:lnTo>
                    <a:pt x="50780" y="421232"/>
                  </a:lnTo>
                  <a:lnTo>
                    <a:pt x="53131" y="419817"/>
                  </a:lnTo>
                  <a:lnTo>
                    <a:pt x="56022" y="419300"/>
                  </a:lnTo>
                  <a:lnTo>
                    <a:pt x="57194" y="417733"/>
                  </a:lnTo>
                  <a:lnTo>
                    <a:pt x="58008" y="415648"/>
                  </a:lnTo>
                  <a:lnTo>
                    <a:pt x="58236" y="413936"/>
                  </a:lnTo>
                  <a:lnTo>
                    <a:pt x="57125" y="412749"/>
                  </a:lnTo>
                  <a:lnTo>
                    <a:pt x="55664" y="411334"/>
                  </a:lnTo>
                  <a:lnTo>
                    <a:pt x="54972" y="407780"/>
                  </a:lnTo>
                  <a:lnTo>
                    <a:pt x="54599" y="404501"/>
                  </a:lnTo>
                  <a:lnTo>
                    <a:pt x="54386" y="400378"/>
                  </a:lnTo>
                  <a:lnTo>
                    <a:pt x="52933" y="396839"/>
                  </a:lnTo>
                  <a:lnTo>
                    <a:pt x="51411" y="392868"/>
                  </a:lnTo>
                  <a:lnTo>
                    <a:pt x="51000" y="389338"/>
                  </a:lnTo>
                  <a:lnTo>
                    <a:pt x="51510" y="387413"/>
                  </a:lnTo>
                  <a:lnTo>
                    <a:pt x="52111" y="384354"/>
                  </a:lnTo>
                  <a:lnTo>
                    <a:pt x="51472" y="382962"/>
                  </a:lnTo>
                  <a:lnTo>
                    <a:pt x="50711" y="380473"/>
                  </a:lnTo>
                  <a:lnTo>
                    <a:pt x="51502" y="378526"/>
                  </a:lnTo>
                  <a:lnTo>
                    <a:pt x="52461" y="375505"/>
                  </a:lnTo>
                  <a:lnTo>
                    <a:pt x="52347" y="373976"/>
                  </a:lnTo>
                  <a:lnTo>
                    <a:pt x="51586" y="370331"/>
                  </a:lnTo>
                  <a:lnTo>
                    <a:pt x="50886" y="368293"/>
                  </a:lnTo>
                  <a:lnTo>
                    <a:pt x="51586" y="366116"/>
                  </a:lnTo>
                  <a:lnTo>
                    <a:pt x="52697" y="364085"/>
                  </a:lnTo>
                  <a:lnTo>
                    <a:pt x="53572" y="362997"/>
                  </a:lnTo>
                  <a:lnTo>
                    <a:pt x="53427" y="361247"/>
                  </a:lnTo>
                  <a:lnTo>
                    <a:pt x="53808" y="359809"/>
                  </a:lnTo>
                  <a:lnTo>
                    <a:pt x="55467" y="358850"/>
                  </a:lnTo>
                  <a:lnTo>
                    <a:pt x="57019" y="357070"/>
                  </a:lnTo>
                  <a:lnTo>
                    <a:pt x="58129" y="356856"/>
                  </a:lnTo>
                  <a:lnTo>
                    <a:pt x="59469" y="356856"/>
                  </a:lnTo>
                  <a:lnTo>
                    <a:pt x="60344" y="356354"/>
                  </a:lnTo>
                  <a:lnTo>
                    <a:pt x="60693" y="354985"/>
                  </a:lnTo>
                  <a:lnTo>
                    <a:pt x="60929" y="353471"/>
                  </a:lnTo>
                  <a:lnTo>
                    <a:pt x="63067" y="351592"/>
                  </a:lnTo>
                  <a:lnTo>
                    <a:pt x="64323" y="349864"/>
                  </a:lnTo>
                  <a:lnTo>
                    <a:pt x="66598" y="349507"/>
                  </a:lnTo>
                  <a:lnTo>
                    <a:pt x="67709" y="347635"/>
                  </a:lnTo>
                  <a:lnTo>
                    <a:pt x="67732" y="345238"/>
                  </a:lnTo>
                  <a:lnTo>
                    <a:pt x="67473" y="342819"/>
                  </a:lnTo>
                  <a:lnTo>
                    <a:pt x="68234" y="340027"/>
                  </a:lnTo>
                  <a:lnTo>
                    <a:pt x="67389" y="335766"/>
                  </a:lnTo>
                  <a:lnTo>
                    <a:pt x="67473" y="333513"/>
                  </a:lnTo>
                  <a:lnTo>
                    <a:pt x="66598" y="331657"/>
                  </a:lnTo>
                  <a:lnTo>
                    <a:pt x="66773" y="329656"/>
                  </a:lnTo>
                  <a:lnTo>
                    <a:pt x="66301" y="328378"/>
                  </a:lnTo>
                  <a:lnTo>
                    <a:pt x="64977" y="327899"/>
                  </a:lnTo>
                  <a:lnTo>
                    <a:pt x="64490" y="326308"/>
                  </a:lnTo>
                  <a:lnTo>
                    <a:pt x="65129" y="325525"/>
                  </a:lnTo>
                  <a:lnTo>
                    <a:pt x="66377" y="324924"/>
                  </a:lnTo>
                  <a:lnTo>
                    <a:pt x="67944" y="323706"/>
                  </a:lnTo>
                  <a:lnTo>
                    <a:pt x="69116" y="317863"/>
                  </a:lnTo>
                  <a:lnTo>
                    <a:pt x="69672" y="316128"/>
                  </a:lnTo>
                  <a:lnTo>
                    <a:pt x="70212" y="314051"/>
                  </a:lnTo>
                  <a:lnTo>
                    <a:pt x="70143" y="312970"/>
                  </a:lnTo>
                  <a:lnTo>
                    <a:pt x="70897" y="311411"/>
                  </a:lnTo>
                  <a:lnTo>
                    <a:pt x="71840" y="309044"/>
                  </a:lnTo>
                  <a:lnTo>
                    <a:pt x="73324" y="306762"/>
                  </a:lnTo>
                  <a:lnTo>
                    <a:pt x="74168" y="305195"/>
                  </a:lnTo>
                  <a:lnTo>
                    <a:pt x="74990" y="303087"/>
                  </a:lnTo>
                  <a:lnTo>
                    <a:pt x="75226" y="301817"/>
                  </a:lnTo>
                  <a:lnTo>
                    <a:pt x="76276" y="301185"/>
                  </a:lnTo>
                  <a:lnTo>
                    <a:pt x="77486" y="301025"/>
                  </a:lnTo>
                  <a:lnTo>
                    <a:pt x="78908" y="300630"/>
                  </a:lnTo>
                  <a:lnTo>
                    <a:pt x="79494" y="299853"/>
                  </a:lnTo>
                  <a:lnTo>
                    <a:pt x="79388" y="298727"/>
                  </a:lnTo>
                  <a:lnTo>
                    <a:pt x="79296" y="296239"/>
                  </a:lnTo>
                  <a:lnTo>
                    <a:pt x="78870" y="292291"/>
                  </a:lnTo>
                  <a:lnTo>
                    <a:pt x="78596" y="287216"/>
                  </a:lnTo>
                  <a:lnTo>
                    <a:pt x="78848" y="283883"/>
                  </a:lnTo>
                  <a:lnTo>
                    <a:pt x="79783" y="280543"/>
                  </a:lnTo>
                  <a:lnTo>
                    <a:pt x="80659" y="278732"/>
                  </a:lnTo>
                  <a:lnTo>
                    <a:pt x="80423" y="277339"/>
                  </a:lnTo>
                  <a:lnTo>
                    <a:pt x="80187" y="275810"/>
                  </a:lnTo>
                  <a:lnTo>
                    <a:pt x="78551" y="274973"/>
                  </a:lnTo>
                  <a:lnTo>
                    <a:pt x="76999" y="275696"/>
                  </a:lnTo>
                  <a:lnTo>
                    <a:pt x="75911" y="275498"/>
                  </a:lnTo>
                  <a:lnTo>
                    <a:pt x="74518" y="273726"/>
                  </a:lnTo>
                  <a:lnTo>
                    <a:pt x="74107" y="271846"/>
                  </a:lnTo>
                  <a:lnTo>
                    <a:pt x="74343" y="269282"/>
                  </a:lnTo>
                  <a:lnTo>
                    <a:pt x="75431" y="267684"/>
                  </a:lnTo>
                  <a:lnTo>
                    <a:pt x="75857" y="265676"/>
                  </a:lnTo>
                  <a:lnTo>
                    <a:pt x="75218" y="265052"/>
                  </a:lnTo>
                  <a:lnTo>
                    <a:pt x="73849" y="263720"/>
                  </a:lnTo>
                  <a:lnTo>
                    <a:pt x="72555" y="259140"/>
                  </a:lnTo>
                  <a:lnTo>
                    <a:pt x="72715" y="255244"/>
                  </a:lnTo>
                  <a:lnTo>
                    <a:pt x="71429" y="254210"/>
                  </a:lnTo>
                  <a:lnTo>
                    <a:pt x="70828" y="251174"/>
                  </a:lnTo>
                  <a:lnTo>
                    <a:pt x="69504" y="250086"/>
                  </a:lnTo>
                  <a:lnTo>
                    <a:pt x="68979" y="247818"/>
                  </a:lnTo>
                  <a:lnTo>
                    <a:pt x="68568" y="245482"/>
                  </a:lnTo>
                  <a:lnTo>
                    <a:pt x="68743" y="244456"/>
                  </a:lnTo>
                  <a:lnTo>
                    <a:pt x="70128" y="244166"/>
                  </a:lnTo>
                  <a:lnTo>
                    <a:pt x="70912" y="242325"/>
                  </a:lnTo>
                  <a:lnTo>
                    <a:pt x="70326" y="241298"/>
                  </a:lnTo>
                  <a:lnTo>
                    <a:pt x="69276" y="240408"/>
                  </a:lnTo>
                  <a:lnTo>
                    <a:pt x="67937" y="240476"/>
                  </a:lnTo>
                  <a:lnTo>
                    <a:pt x="66735" y="239426"/>
                  </a:lnTo>
                  <a:lnTo>
                    <a:pt x="65129" y="235036"/>
                  </a:lnTo>
                  <a:lnTo>
                    <a:pt x="63859" y="232616"/>
                  </a:lnTo>
                  <a:lnTo>
                    <a:pt x="64262" y="229094"/>
                  </a:lnTo>
                  <a:lnTo>
                    <a:pt x="64513" y="226347"/>
                  </a:lnTo>
                  <a:lnTo>
                    <a:pt x="65061" y="223996"/>
                  </a:lnTo>
                  <a:lnTo>
                    <a:pt x="65259" y="222147"/>
                  </a:lnTo>
                  <a:lnTo>
                    <a:pt x="66248" y="221264"/>
                  </a:lnTo>
                  <a:lnTo>
                    <a:pt x="67184" y="221668"/>
                  </a:lnTo>
                  <a:lnTo>
                    <a:pt x="68059" y="221462"/>
                  </a:lnTo>
                  <a:lnTo>
                    <a:pt x="68865" y="219963"/>
                  </a:lnTo>
                  <a:lnTo>
                    <a:pt x="69748" y="219020"/>
                  </a:lnTo>
                  <a:lnTo>
                    <a:pt x="69695" y="218274"/>
                  </a:lnTo>
                  <a:lnTo>
                    <a:pt x="69170" y="217468"/>
                  </a:lnTo>
                  <a:lnTo>
                    <a:pt x="68919" y="216045"/>
                  </a:lnTo>
                  <a:lnTo>
                    <a:pt x="69535" y="214348"/>
                  </a:lnTo>
                  <a:lnTo>
                    <a:pt x="70600" y="210476"/>
                  </a:lnTo>
                  <a:lnTo>
                    <a:pt x="72213" y="206215"/>
                  </a:lnTo>
                  <a:lnTo>
                    <a:pt x="72905" y="204624"/>
                  </a:lnTo>
                  <a:lnTo>
                    <a:pt x="72730" y="203278"/>
                  </a:lnTo>
                  <a:lnTo>
                    <a:pt x="73080" y="202669"/>
                  </a:lnTo>
                  <a:lnTo>
                    <a:pt x="74176" y="203346"/>
                  </a:lnTo>
                  <a:lnTo>
                    <a:pt x="77288" y="202601"/>
                  </a:lnTo>
                  <a:lnTo>
                    <a:pt x="78338" y="200714"/>
                  </a:lnTo>
                  <a:lnTo>
                    <a:pt x="78749" y="199032"/>
                  </a:lnTo>
                  <a:lnTo>
                    <a:pt x="79684" y="198089"/>
                  </a:lnTo>
                  <a:lnTo>
                    <a:pt x="79274" y="196750"/>
                  </a:lnTo>
                  <a:lnTo>
                    <a:pt x="77988" y="196347"/>
                  </a:lnTo>
                  <a:lnTo>
                    <a:pt x="77212" y="195715"/>
                  </a:lnTo>
                  <a:lnTo>
                    <a:pt x="77524" y="194193"/>
                  </a:lnTo>
                  <a:lnTo>
                    <a:pt x="77980" y="190701"/>
                  </a:lnTo>
                  <a:lnTo>
                    <a:pt x="77904" y="188137"/>
                  </a:lnTo>
                  <a:lnTo>
                    <a:pt x="76732" y="182666"/>
                  </a:lnTo>
                  <a:lnTo>
                    <a:pt x="75789" y="177264"/>
                  </a:lnTo>
                  <a:lnTo>
                    <a:pt x="76451" y="175461"/>
                  </a:lnTo>
                  <a:lnTo>
                    <a:pt x="78490" y="172996"/>
                  </a:lnTo>
                  <a:lnTo>
                    <a:pt x="80035" y="171885"/>
                  </a:lnTo>
                  <a:lnTo>
                    <a:pt x="80316" y="170477"/>
                  </a:lnTo>
                  <a:lnTo>
                    <a:pt x="81845" y="164132"/>
                  </a:lnTo>
                  <a:lnTo>
                    <a:pt x="82020" y="160670"/>
                  </a:lnTo>
                  <a:lnTo>
                    <a:pt x="83025" y="158760"/>
                  </a:lnTo>
                  <a:lnTo>
                    <a:pt x="83687" y="155169"/>
                  </a:lnTo>
                  <a:lnTo>
                    <a:pt x="86456" y="152080"/>
                  </a:lnTo>
                  <a:lnTo>
                    <a:pt x="87270" y="150033"/>
                  </a:lnTo>
                  <a:lnTo>
                    <a:pt x="88381" y="149835"/>
                  </a:lnTo>
                  <a:lnTo>
                    <a:pt x="88967" y="149174"/>
                  </a:lnTo>
                  <a:lnTo>
                    <a:pt x="90435" y="146898"/>
                  </a:lnTo>
                  <a:lnTo>
                    <a:pt x="92345" y="144563"/>
                  </a:lnTo>
                  <a:lnTo>
                    <a:pt x="93989" y="143383"/>
                  </a:lnTo>
                  <a:lnTo>
                    <a:pt x="94400" y="141542"/>
                  </a:lnTo>
                  <a:lnTo>
                    <a:pt x="95183" y="139031"/>
                  </a:lnTo>
                  <a:lnTo>
                    <a:pt x="96811" y="134869"/>
                  </a:lnTo>
                  <a:lnTo>
                    <a:pt x="97724" y="131970"/>
                  </a:lnTo>
                  <a:lnTo>
                    <a:pt x="98949" y="130928"/>
                  </a:lnTo>
                  <a:lnTo>
                    <a:pt x="100380" y="127139"/>
                  </a:lnTo>
                  <a:lnTo>
                    <a:pt x="100996" y="124918"/>
                  </a:lnTo>
                  <a:lnTo>
                    <a:pt x="102632" y="124004"/>
                  </a:lnTo>
                  <a:lnTo>
                    <a:pt x="103910" y="123745"/>
                  </a:lnTo>
                  <a:lnTo>
                    <a:pt x="105135" y="124788"/>
                  </a:lnTo>
                  <a:lnTo>
                    <a:pt x="106421" y="124590"/>
                  </a:lnTo>
                  <a:lnTo>
                    <a:pt x="107593" y="123289"/>
                  </a:lnTo>
                  <a:lnTo>
                    <a:pt x="110408" y="122399"/>
                  </a:lnTo>
                  <a:lnTo>
                    <a:pt x="111679" y="121919"/>
                  </a:lnTo>
                  <a:lnTo>
                    <a:pt x="112264" y="120619"/>
                  </a:lnTo>
                  <a:lnTo>
                    <a:pt x="112264" y="118336"/>
                  </a:lnTo>
                  <a:lnTo>
                    <a:pt x="111093" y="116647"/>
                  </a:lnTo>
                  <a:lnTo>
                    <a:pt x="108711" y="113413"/>
                  </a:lnTo>
                  <a:lnTo>
                    <a:pt x="106657" y="109799"/>
                  </a:lnTo>
                  <a:lnTo>
                    <a:pt x="106436" y="108665"/>
                  </a:lnTo>
                  <a:lnTo>
                    <a:pt x="106421" y="107425"/>
                  </a:lnTo>
                  <a:lnTo>
                    <a:pt x="106771" y="105858"/>
                  </a:lnTo>
                  <a:lnTo>
                    <a:pt x="107752" y="104085"/>
                  </a:lnTo>
                  <a:lnTo>
                    <a:pt x="110218" y="101164"/>
                  </a:lnTo>
                  <a:lnTo>
                    <a:pt x="109951" y="99078"/>
                  </a:lnTo>
                  <a:lnTo>
                    <a:pt x="108156" y="91417"/>
                  </a:lnTo>
                  <a:lnTo>
                    <a:pt x="107494" y="89309"/>
                  </a:lnTo>
                  <a:lnTo>
                    <a:pt x="106246" y="85406"/>
                  </a:lnTo>
                  <a:lnTo>
                    <a:pt x="106421" y="83861"/>
                  </a:lnTo>
                  <a:lnTo>
                    <a:pt x="107517" y="79555"/>
                  </a:lnTo>
                  <a:lnTo>
                    <a:pt x="108468" y="77821"/>
                  </a:lnTo>
                  <a:lnTo>
                    <a:pt x="109868" y="77501"/>
                  </a:lnTo>
                  <a:lnTo>
                    <a:pt x="110629" y="76922"/>
                  </a:lnTo>
                  <a:lnTo>
                    <a:pt x="110864" y="76154"/>
                  </a:lnTo>
                  <a:lnTo>
                    <a:pt x="109929" y="75195"/>
                  </a:lnTo>
                  <a:lnTo>
                    <a:pt x="109518" y="73978"/>
                  </a:lnTo>
                  <a:lnTo>
                    <a:pt x="109107" y="72243"/>
                  </a:lnTo>
                  <a:lnTo>
                    <a:pt x="107814" y="71634"/>
                  </a:lnTo>
                  <a:lnTo>
                    <a:pt x="107068" y="70197"/>
                  </a:lnTo>
                  <a:lnTo>
                    <a:pt x="107068" y="68089"/>
                  </a:lnTo>
                  <a:lnTo>
                    <a:pt x="108232" y="65342"/>
                  </a:lnTo>
                  <a:lnTo>
                    <a:pt x="109518" y="64574"/>
                  </a:lnTo>
                  <a:lnTo>
                    <a:pt x="110043" y="63357"/>
                  </a:lnTo>
                  <a:lnTo>
                    <a:pt x="111420" y="62246"/>
                  </a:lnTo>
                  <a:lnTo>
                    <a:pt x="112675" y="61386"/>
                  </a:lnTo>
                  <a:lnTo>
                    <a:pt x="113725" y="59796"/>
                  </a:lnTo>
                  <a:lnTo>
                    <a:pt x="118054" y="57848"/>
                  </a:lnTo>
                  <a:lnTo>
                    <a:pt x="121494" y="56334"/>
                  </a:lnTo>
                  <a:lnTo>
                    <a:pt x="128204" y="53442"/>
                  </a:lnTo>
                  <a:lnTo>
                    <a:pt x="132807" y="51457"/>
                  </a:lnTo>
                  <a:lnTo>
                    <a:pt x="133249" y="50087"/>
                  </a:lnTo>
                  <a:lnTo>
                    <a:pt x="133599" y="49151"/>
                  </a:lnTo>
                  <a:lnTo>
                    <a:pt x="135729" y="42174"/>
                  </a:lnTo>
                  <a:lnTo>
                    <a:pt x="138491" y="33173"/>
                  </a:lnTo>
                  <a:lnTo>
                    <a:pt x="140218" y="27543"/>
                  </a:lnTo>
                  <a:lnTo>
                    <a:pt x="136247" y="23404"/>
                  </a:lnTo>
                  <a:lnTo>
                    <a:pt x="136947" y="22301"/>
                  </a:lnTo>
                  <a:lnTo>
                    <a:pt x="139222" y="19470"/>
                  </a:lnTo>
                  <a:lnTo>
                    <a:pt x="139693" y="17203"/>
                  </a:lnTo>
                  <a:lnTo>
                    <a:pt x="140599" y="16229"/>
                  </a:lnTo>
                  <a:lnTo>
                    <a:pt x="144677" y="13924"/>
                  </a:lnTo>
                  <a:lnTo>
                    <a:pt x="145377" y="12395"/>
                  </a:lnTo>
                  <a:lnTo>
                    <a:pt x="145734" y="10698"/>
                  </a:lnTo>
                  <a:lnTo>
                    <a:pt x="146564" y="9480"/>
                  </a:lnTo>
                  <a:lnTo>
                    <a:pt x="148116" y="9229"/>
                  </a:lnTo>
                  <a:lnTo>
                    <a:pt x="150939" y="8149"/>
                  </a:lnTo>
                  <a:lnTo>
                    <a:pt x="153967" y="7121"/>
                  </a:lnTo>
                  <a:lnTo>
                    <a:pt x="154880" y="5729"/>
                  </a:lnTo>
                  <a:lnTo>
                    <a:pt x="155740" y="3310"/>
                  </a:lnTo>
                  <a:lnTo>
                    <a:pt x="156478" y="632"/>
                  </a:lnTo>
                  <a:lnTo>
                    <a:pt x="157064" y="0"/>
                  </a:lnTo>
                  <a:lnTo>
                    <a:pt x="158038" y="68"/>
                  </a:lnTo>
                  <a:lnTo>
                    <a:pt x="159658" y="738"/>
                  </a:lnTo>
                  <a:lnTo>
                    <a:pt x="160510" y="1750"/>
                  </a:lnTo>
                  <a:lnTo>
                    <a:pt x="164748" y="4961"/>
                  </a:lnTo>
                  <a:lnTo>
                    <a:pt x="166650" y="6794"/>
                  </a:lnTo>
                  <a:lnTo>
                    <a:pt x="168461" y="7038"/>
                  </a:lnTo>
                  <a:lnTo>
                    <a:pt x="172037" y="6680"/>
                  </a:lnTo>
                  <a:lnTo>
                    <a:pt x="172760" y="6764"/>
                  </a:lnTo>
                  <a:lnTo>
                    <a:pt x="181883" y="6871"/>
                  </a:lnTo>
                  <a:lnTo>
                    <a:pt x="183275" y="7030"/>
                  </a:lnTo>
                  <a:lnTo>
                    <a:pt x="186463" y="7814"/>
                  </a:lnTo>
                  <a:lnTo>
                    <a:pt x="188266" y="8445"/>
                  </a:lnTo>
                  <a:lnTo>
                    <a:pt x="189522" y="8773"/>
                  </a:lnTo>
                  <a:lnTo>
                    <a:pt x="191538" y="9762"/>
                  </a:lnTo>
                  <a:lnTo>
                    <a:pt x="193288" y="13041"/>
                  </a:lnTo>
                  <a:lnTo>
                    <a:pt x="194270" y="15651"/>
                  </a:lnTo>
                  <a:lnTo>
                    <a:pt x="194954" y="17949"/>
                  </a:lnTo>
                  <a:lnTo>
                    <a:pt x="196484" y="21989"/>
                  </a:lnTo>
                  <a:lnTo>
                    <a:pt x="197526" y="23526"/>
                  </a:lnTo>
                  <a:lnTo>
                    <a:pt x="197899" y="22780"/>
                  </a:lnTo>
                  <a:lnTo>
                    <a:pt x="198789" y="18360"/>
                  </a:lnTo>
                  <a:lnTo>
                    <a:pt x="200014" y="15788"/>
                  </a:lnTo>
                  <a:lnTo>
                    <a:pt x="201665" y="12904"/>
                  </a:lnTo>
                  <a:lnTo>
                    <a:pt x="204990" y="6178"/>
                  </a:lnTo>
                  <a:lnTo>
                    <a:pt x="206154" y="5174"/>
                  </a:lnTo>
                  <a:lnTo>
                    <a:pt x="207447" y="4687"/>
                  </a:lnTo>
                  <a:lnTo>
                    <a:pt x="208353" y="4649"/>
                  </a:lnTo>
                  <a:lnTo>
                    <a:pt x="209274" y="5151"/>
                  </a:lnTo>
                  <a:lnTo>
                    <a:pt x="210529" y="5151"/>
                  </a:lnTo>
                  <a:lnTo>
                    <a:pt x="211419" y="4618"/>
                  </a:lnTo>
                  <a:lnTo>
                    <a:pt x="220139" y="4535"/>
                  </a:lnTo>
                  <a:lnTo>
                    <a:pt x="229185" y="4459"/>
                  </a:lnTo>
                  <a:lnTo>
                    <a:pt x="229376" y="4497"/>
                  </a:lnTo>
                  <a:lnTo>
                    <a:pt x="229786" y="5653"/>
                  </a:lnTo>
                  <a:lnTo>
                    <a:pt x="231293" y="8179"/>
                  </a:lnTo>
                  <a:lnTo>
                    <a:pt x="232982" y="9518"/>
                  </a:lnTo>
                  <a:lnTo>
                    <a:pt x="233317" y="9922"/>
                  </a:lnTo>
                  <a:close/>
                  <a:moveTo>
                    <a:pt x="249873" y="431124"/>
                  </a:moveTo>
                  <a:lnTo>
                    <a:pt x="250086" y="432858"/>
                  </a:lnTo>
                  <a:lnTo>
                    <a:pt x="248975" y="432653"/>
                  </a:lnTo>
                  <a:lnTo>
                    <a:pt x="246335" y="430994"/>
                  </a:lnTo>
                  <a:lnTo>
                    <a:pt x="245445" y="429442"/>
                  </a:lnTo>
                  <a:lnTo>
                    <a:pt x="245239" y="428788"/>
                  </a:lnTo>
                  <a:lnTo>
                    <a:pt x="247933" y="429495"/>
                  </a:lnTo>
                  <a:lnTo>
                    <a:pt x="249203" y="430142"/>
                  </a:lnTo>
                  <a:lnTo>
                    <a:pt x="249873" y="431124"/>
                  </a:lnTo>
                  <a:close/>
                  <a:moveTo>
                    <a:pt x="105150" y="925878"/>
                  </a:moveTo>
                  <a:lnTo>
                    <a:pt x="105272" y="917539"/>
                  </a:lnTo>
                  <a:lnTo>
                    <a:pt x="105440" y="906400"/>
                  </a:lnTo>
                  <a:lnTo>
                    <a:pt x="105470" y="896531"/>
                  </a:lnTo>
                  <a:lnTo>
                    <a:pt x="105500" y="886975"/>
                  </a:lnTo>
                  <a:lnTo>
                    <a:pt x="105531" y="877145"/>
                  </a:lnTo>
                  <a:lnTo>
                    <a:pt x="105561" y="867383"/>
                  </a:lnTo>
                  <a:lnTo>
                    <a:pt x="105599" y="857013"/>
                  </a:lnTo>
                  <a:lnTo>
                    <a:pt x="105637" y="846551"/>
                  </a:lnTo>
                  <a:lnTo>
                    <a:pt x="106893" y="848035"/>
                  </a:lnTo>
                  <a:lnTo>
                    <a:pt x="111853" y="855263"/>
                  </a:lnTo>
                  <a:lnTo>
                    <a:pt x="113147" y="858230"/>
                  </a:lnTo>
                  <a:lnTo>
                    <a:pt x="113961" y="861700"/>
                  </a:lnTo>
                  <a:lnTo>
                    <a:pt x="111975" y="859493"/>
                  </a:lnTo>
                  <a:lnTo>
                    <a:pt x="109883" y="860756"/>
                  </a:lnTo>
                  <a:lnTo>
                    <a:pt x="108848" y="862826"/>
                  </a:lnTo>
                  <a:lnTo>
                    <a:pt x="107966" y="865078"/>
                  </a:lnTo>
                  <a:lnTo>
                    <a:pt x="107966" y="866668"/>
                  </a:lnTo>
                  <a:lnTo>
                    <a:pt x="108650" y="868061"/>
                  </a:lnTo>
                  <a:lnTo>
                    <a:pt x="110689" y="869270"/>
                  </a:lnTo>
                  <a:lnTo>
                    <a:pt x="115643" y="869681"/>
                  </a:lnTo>
                  <a:lnTo>
                    <a:pt x="116008" y="870137"/>
                  </a:lnTo>
                  <a:lnTo>
                    <a:pt x="118899" y="878895"/>
                  </a:lnTo>
                  <a:lnTo>
                    <a:pt x="120352" y="880858"/>
                  </a:lnTo>
                  <a:lnTo>
                    <a:pt x="122042" y="882418"/>
                  </a:lnTo>
                  <a:lnTo>
                    <a:pt x="125952" y="886922"/>
                  </a:lnTo>
                  <a:lnTo>
                    <a:pt x="129703" y="891791"/>
                  </a:lnTo>
                  <a:lnTo>
                    <a:pt x="134154" y="896425"/>
                  </a:lnTo>
                  <a:lnTo>
                    <a:pt x="138948" y="899994"/>
                  </a:lnTo>
                  <a:lnTo>
                    <a:pt x="143315" y="902702"/>
                  </a:lnTo>
                  <a:lnTo>
                    <a:pt x="147477" y="906027"/>
                  </a:lnTo>
                  <a:lnTo>
                    <a:pt x="151920" y="910684"/>
                  </a:lnTo>
                  <a:lnTo>
                    <a:pt x="156752" y="914077"/>
                  </a:lnTo>
                  <a:lnTo>
                    <a:pt x="161941" y="916474"/>
                  </a:lnTo>
                  <a:lnTo>
                    <a:pt x="167183" y="918482"/>
                  </a:lnTo>
                  <a:lnTo>
                    <a:pt x="175256" y="917699"/>
                  </a:lnTo>
                  <a:lnTo>
                    <a:pt x="177759" y="917912"/>
                  </a:lnTo>
                  <a:lnTo>
                    <a:pt x="179319" y="919388"/>
                  </a:lnTo>
                  <a:lnTo>
                    <a:pt x="177751" y="923474"/>
                  </a:lnTo>
                  <a:lnTo>
                    <a:pt x="175750" y="926768"/>
                  </a:lnTo>
                  <a:lnTo>
                    <a:pt x="173080" y="928130"/>
                  </a:lnTo>
                  <a:lnTo>
                    <a:pt x="170257" y="928632"/>
                  </a:lnTo>
                  <a:lnTo>
                    <a:pt x="167708" y="928564"/>
                  </a:lnTo>
                  <a:lnTo>
                    <a:pt x="165167" y="927955"/>
                  </a:lnTo>
                  <a:lnTo>
                    <a:pt x="162778" y="928298"/>
                  </a:lnTo>
                  <a:lnTo>
                    <a:pt x="160495" y="929690"/>
                  </a:lnTo>
                  <a:lnTo>
                    <a:pt x="158114" y="930382"/>
                  </a:lnTo>
                  <a:lnTo>
                    <a:pt x="155664" y="930474"/>
                  </a:lnTo>
                  <a:lnTo>
                    <a:pt x="153275" y="931645"/>
                  </a:lnTo>
                  <a:lnTo>
                    <a:pt x="150878" y="932490"/>
                  </a:lnTo>
                  <a:lnTo>
                    <a:pt x="148390" y="931790"/>
                  </a:lnTo>
                  <a:lnTo>
                    <a:pt x="141923" y="928503"/>
                  </a:lnTo>
                  <a:lnTo>
                    <a:pt x="137723" y="927719"/>
                  </a:lnTo>
                  <a:lnTo>
                    <a:pt x="123495" y="926418"/>
                  </a:lnTo>
                  <a:lnTo>
                    <a:pt x="118930" y="925665"/>
                  </a:lnTo>
                  <a:lnTo>
                    <a:pt x="114380" y="924531"/>
                  </a:lnTo>
                  <a:lnTo>
                    <a:pt x="111998" y="924478"/>
                  </a:lnTo>
                  <a:lnTo>
                    <a:pt x="108597" y="925216"/>
                  </a:lnTo>
                  <a:lnTo>
                    <a:pt x="105873" y="925125"/>
                  </a:lnTo>
                  <a:lnTo>
                    <a:pt x="105150" y="925878"/>
                  </a:lnTo>
                  <a:close/>
                  <a:moveTo>
                    <a:pt x="192786" y="920803"/>
                  </a:moveTo>
                  <a:lnTo>
                    <a:pt x="195145" y="921655"/>
                  </a:lnTo>
                  <a:lnTo>
                    <a:pt x="199801" y="921009"/>
                  </a:lnTo>
                  <a:lnTo>
                    <a:pt x="202259" y="921001"/>
                  </a:lnTo>
                  <a:lnTo>
                    <a:pt x="203339" y="921305"/>
                  </a:lnTo>
                  <a:lnTo>
                    <a:pt x="203818" y="921762"/>
                  </a:lnTo>
                  <a:lnTo>
                    <a:pt x="207029" y="921047"/>
                  </a:lnTo>
                  <a:lnTo>
                    <a:pt x="208452" y="921130"/>
                  </a:lnTo>
                  <a:lnTo>
                    <a:pt x="208087" y="922713"/>
                  </a:lnTo>
                  <a:lnTo>
                    <a:pt x="205127" y="924288"/>
                  </a:lnTo>
                  <a:lnTo>
                    <a:pt x="203910" y="923618"/>
                  </a:lnTo>
                  <a:lnTo>
                    <a:pt x="197617" y="923763"/>
                  </a:lnTo>
                  <a:lnTo>
                    <a:pt x="194833" y="925391"/>
                  </a:lnTo>
                  <a:lnTo>
                    <a:pt x="193646" y="925376"/>
                  </a:lnTo>
                  <a:lnTo>
                    <a:pt x="190899" y="927696"/>
                  </a:lnTo>
                  <a:lnTo>
                    <a:pt x="188890" y="926228"/>
                  </a:lnTo>
                  <a:lnTo>
                    <a:pt x="188335" y="924881"/>
                  </a:lnTo>
                  <a:lnTo>
                    <a:pt x="189788" y="922964"/>
                  </a:lnTo>
                  <a:lnTo>
                    <a:pt x="191158" y="922926"/>
                  </a:lnTo>
                  <a:lnTo>
                    <a:pt x="192094" y="922150"/>
                  </a:lnTo>
                  <a:lnTo>
                    <a:pt x="192786" y="92080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39" name="Freeform: Shape 38">
              <a:extLst>
                <a:ext uri="{FF2B5EF4-FFF2-40B4-BE49-F238E27FC236}">
                  <a16:creationId xmlns:a16="http://schemas.microsoft.com/office/drawing/2014/main" id="{55D71697-C5BA-5A9D-7319-41D7A076AF6D}"/>
                </a:ext>
              </a:extLst>
            </p:cNvPr>
            <p:cNvSpPr/>
            <p:nvPr/>
          </p:nvSpPr>
          <p:spPr>
            <a:xfrm>
              <a:off x="9777239" y="3806757"/>
              <a:ext cx="162777" cy="82309"/>
            </a:xfrm>
            <a:custGeom>
              <a:avLst/>
              <a:gdLst>
                <a:gd name="csX0" fmla="*/ 158631 w 162777"/>
                <a:gd name="csY0" fmla="*/ 13003 h 82309"/>
                <a:gd name="csX1" fmla="*/ 158547 w 162777"/>
                <a:gd name="csY1" fmla="*/ 13330 h 82309"/>
                <a:gd name="csX2" fmla="*/ 158426 w 162777"/>
                <a:gd name="csY2" fmla="*/ 14540 h 82309"/>
                <a:gd name="csX3" fmla="*/ 157596 w 162777"/>
                <a:gd name="csY3" fmla="*/ 16069 h 82309"/>
                <a:gd name="csX4" fmla="*/ 156698 w 162777"/>
                <a:gd name="csY4" fmla="*/ 18063 h 82309"/>
                <a:gd name="csX5" fmla="*/ 156760 w 162777"/>
                <a:gd name="csY5" fmla="*/ 19813 h 82309"/>
                <a:gd name="csX6" fmla="*/ 159049 w 162777"/>
                <a:gd name="csY6" fmla="*/ 25854 h 82309"/>
                <a:gd name="csX7" fmla="*/ 161089 w 162777"/>
                <a:gd name="csY7" fmla="*/ 29514 h 82309"/>
                <a:gd name="csX8" fmla="*/ 161469 w 162777"/>
                <a:gd name="csY8" fmla="*/ 30906 h 82309"/>
                <a:gd name="csX9" fmla="*/ 162778 w 162777"/>
                <a:gd name="csY9" fmla="*/ 31979 h 82309"/>
                <a:gd name="csX10" fmla="*/ 161538 w 162777"/>
                <a:gd name="csY10" fmla="*/ 33326 h 82309"/>
                <a:gd name="csX11" fmla="*/ 161294 w 162777"/>
                <a:gd name="csY11" fmla="*/ 35319 h 82309"/>
                <a:gd name="csX12" fmla="*/ 160488 w 162777"/>
                <a:gd name="csY12" fmla="*/ 36209 h 82309"/>
                <a:gd name="csX13" fmla="*/ 160275 w 162777"/>
                <a:gd name="csY13" fmla="*/ 37343 h 82309"/>
                <a:gd name="csX14" fmla="*/ 160617 w 162777"/>
                <a:gd name="csY14" fmla="*/ 38378 h 82309"/>
                <a:gd name="csX15" fmla="*/ 160609 w 162777"/>
                <a:gd name="csY15" fmla="*/ 39671 h 82309"/>
                <a:gd name="csX16" fmla="*/ 161058 w 162777"/>
                <a:gd name="csY16" fmla="*/ 41444 h 82309"/>
                <a:gd name="csX17" fmla="*/ 159065 w 162777"/>
                <a:gd name="csY17" fmla="*/ 41832 h 82309"/>
                <a:gd name="csX18" fmla="*/ 156698 w 162777"/>
                <a:gd name="csY18" fmla="*/ 41771 h 82309"/>
                <a:gd name="csX19" fmla="*/ 155854 w 162777"/>
                <a:gd name="csY19" fmla="*/ 41877 h 82309"/>
                <a:gd name="csX20" fmla="*/ 155063 w 162777"/>
                <a:gd name="csY20" fmla="*/ 42364 h 82309"/>
                <a:gd name="csX21" fmla="*/ 154249 w 162777"/>
                <a:gd name="csY21" fmla="*/ 42121 h 82309"/>
                <a:gd name="csX22" fmla="*/ 152103 w 162777"/>
                <a:gd name="csY22" fmla="*/ 40455 h 82309"/>
                <a:gd name="csX23" fmla="*/ 150901 w 162777"/>
                <a:gd name="csY23" fmla="*/ 40082 h 82309"/>
                <a:gd name="csX24" fmla="*/ 150049 w 162777"/>
                <a:gd name="csY24" fmla="*/ 40181 h 82309"/>
                <a:gd name="csX25" fmla="*/ 149410 w 162777"/>
                <a:gd name="csY25" fmla="*/ 40911 h 82309"/>
                <a:gd name="csX26" fmla="*/ 148306 w 162777"/>
                <a:gd name="csY26" fmla="*/ 41839 h 82309"/>
                <a:gd name="csX27" fmla="*/ 147279 w 162777"/>
                <a:gd name="csY27" fmla="*/ 42494 h 82309"/>
                <a:gd name="csX28" fmla="*/ 147508 w 162777"/>
                <a:gd name="csY28" fmla="*/ 43064 h 82309"/>
                <a:gd name="csX29" fmla="*/ 151943 w 162777"/>
                <a:gd name="csY29" fmla="*/ 44563 h 82309"/>
                <a:gd name="csX30" fmla="*/ 152727 w 162777"/>
                <a:gd name="csY30" fmla="*/ 46861 h 82309"/>
                <a:gd name="csX31" fmla="*/ 151875 w 162777"/>
                <a:gd name="csY31" fmla="*/ 48733 h 82309"/>
                <a:gd name="csX32" fmla="*/ 151585 w 162777"/>
                <a:gd name="csY32" fmla="*/ 49653 h 82309"/>
                <a:gd name="csX33" fmla="*/ 150543 w 162777"/>
                <a:gd name="csY33" fmla="*/ 50369 h 82309"/>
                <a:gd name="csX34" fmla="*/ 149273 w 162777"/>
                <a:gd name="csY34" fmla="*/ 51000 h 82309"/>
                <a:gd name="csX35" fmla="*/ 147736 w 162777"/>
                <a:gd name="csY35" fmla="*/ 51160 h 82309"/>
                <a:gd name="csX36" fmla="*/ 147553 w 162777"/>
                <a:gd name="csY36" fmla="*/ 52172 h 82309"/>
                <a:gd name="csX37" fmla="*/ 148154 w 162777"/>
                <a:gd name="csY37" fmla="*/ 55132 h 82309"/>
                <a:gd name="csX38" fmla="*/ 147667 w 162777"/>
                <a:gd name="csY38" fmla="*/ 55771 h 82309"/>
                <a:gd name="csX39" fmla="*/ 147180 w 162777"/>
                <a:gd name="csY39" fmla="*/ 56691 h 82309"/>
                <a:gd name="csX40" fmla="*/ 147637 w 162777"/>
                <a:gd name="csY40" fmla="*/ 59118 h 82309"/>
                <a:gd name="csX41" fmla="*/ 148588 w 162777"/>
                <a:gd name="csY41" fmla="*/ 59293 h 82309"/>
                <a:gd name="csX42" fmla="*/ 148801 w 162777"/>
                <a:gd name="csY42" fmla="*/ 59841 h 82309"/>
                <a:gd name="csX43" fmla="*/ 148633 w 162777"/>
                <a:gd name="csY43" fmla="*/ 60830 h 82309"/>
                <a:gd name="csX44" fmla="*/ 148466 w 162777"/>
                <a:gd name="csY44" fmla="*/ 61873 h 82309"/>
                <a:gd name="csX45" fmla="*/ 148131 w 162777"/>
                <a:gd name="csY45" fmla="*/ 62976 h 82309"/>
                <a:gd name="csX46" fmla="*/ 147964 w 162777"/>
                <a:gd name="csY46" fmla="*/ 63471 h 82309"/>
                <a:gd name="csX47" fmla="*/ 147332 w 162777"/>
                <a:gd name="csY47" fmla="*/ 63775 h 82309"/>
                <a:gd name="csX48" fmla="*/ 145369 w 162777"/>
                <a:gd name="csY48" fmla="*/ 63615 h 82309"/>
                <a:gd name="csX49" fmla="*/ 143673 w 162777"/>
                <a:gd name="csY49" fmla="*/ 64559 h 82309"/>
                <a:gd name="csX50" fmla="*/ 140264 w 162777"/>
                <a:gd name="csY50" fmla="*/ 67937 h 82309"/>
                <a:gd name="csX51" fmla="*/ 139077 w 162777"/>
                <a:gd name="csY51" fmla="*/ 68515 h 82309"/>
                <a:gd name="csX52" fmla="*/ 137784 w 162777"/>
                <a:gd name="csY52" fmla="*/ 69870 h 82309"/>
                <a:gd name="csX53" fmla="*/ 137860 w 162777"/>
                <a:gd name="csY53" fmla="*/ 72829 h 82309"/>
                <a:gd name="csX54" fmla="*/ 137685 w 162777"/>
                <a:gd name="csY54" fmla="*/ 73103 h 82309"/>
                <a:gd name="csX55" fmla="*/ 137373 w 162777"/>
                <a:gd name="csY55" fmla="*/ 73712 h 82309"/>
                <a:gd name="csX56" fmla="*/ 133302 w 162777"/>
                <a:gd name="csY56" fmla="*/ 72662 h 82309"/>
                <a:gd name="csX57" fmla="*/ 133165 w 162777"/>
                <a:gd name="csY57" fmla="*/ 72685 h 82309"/>
                <a:gd name="csX58" fmla="*/ 130434 w 162777"/>
                <a:gd name="csY58" fmla="*/ 73065 h 82309"/>
                <a:gd name="csX59" fmla="*/ 128570 w 162777"/>
                <a:gd name="csY59" fmla="*/ 74419 h 82309"/>
                <a:gd name="csX60" fmla="*/ 126310 w 162777"/>
                <a:gd name="csY60" fmla="*/ 75203 h 82309"/>
                <a:gd name="csX61" fmla="*/ 121562 w 162777"/>
                <a:gd name="csY61" fmla="*/ 74785 h 82309"/>
                <a:gd name="csX62" fmla="*/ 116944 w 162777"/>
                <a:gd name="csY62" fmla="*/ 75310 h 82309"/>
                <a:gd name="csX63" fmla="*/ 115848 w 162777"/>
                <a:gd name="csY63" fmla="*/ 75705 h 82309"/>
                <a:gd name="csX64" fmla="*/ 114653 w 162777"/>
                <a:gd name="csY64" fmla="*/ 75934 h 82309"/>
                <a:gd name="csX65" fmla="*/ 113528 w 162777"/>
                <a:gd name="csY65" fmla="*/ 76725 h 82309"/>
                <a:gd name="csX66" fmla="*/ 112881 w 162777"/>
                <a:gd name="csY66" fmla="*/ 77836 h 82309"/>
                <a:gd name="csX67" fmla="*/ 111732 w 162777"/>
                <a:gd name="csY67" fmla="*/ 79236 h 82309"/>
                <a:gd name="csX68" fmla="*/ 110096 w 162777"/>
                <a:gd name="csY68" fmla="*/ 80339 h 82309"/>
                <a:gd name="csX69" fmla="*/ 108323 w 162777"/>
                <a:gd name="csY69" fmla="*/ 81191 h 82309"/>
                <a:gd name="csX70" fmla="*/ 107897 w 162777"/>
                <a:gd name="csY70" fmla="*/ 81899 h 82309"/>
                <a:gd name="csX71" fmla="*/ 107319 w 162777"/>
                <a:gd name="csY71" fmla="*/ 82309 h 82309"/>
                <a:gd name="csX72" fmla="*/ 106322 w 162777"/>
                <a:gd name="csY72" fmla="*/ 81777 h 82309"/>
                <a:gd name="csX73" fmla="*/ 105523 w 162777"/>
                <a:gd name="csY73" fmla="*/ 81807 h 82309"/>
                <a:gd name="csX74" fmla="*/ 104542 w 162777"/>
                <a:gd name="csY74" fmla="*/ 81442 h 82309"/>
                <a:gd name="csX75" fmla="*/ 101277 w 162777"/>
                <a:gd name="csY75" fmla="*/ 81046 h 82309"/>
                <a:gd name="csX76" fmla="*/ 97702 w 162777"/>
                <a:gd name="csY76" fmla="*/ 80392 h 82309"/>
                <a:gd name="csX77" fmla="*/ 95990 w 162777"/>
                <a:gd name="csY77" fmla="*/ 79768 h 82309"/>
                <a:gd name="csX78" fmla="*/ 94057 w 162777"/>
                <a:gd name="csY78" fmla="*/ 79266 h 82309"/>
                <a:gd name="csX79" fmla="*/ 91972 w 162777"/>
                <a:gd name="csY79" fmla="*/ 78863 h 82309"/>
                <a:gd name="csX80" fmla="*/ 90108 w 162777"/>
                <a:gd name="csY80" fmla="*/ 78771 h 82309"/>
                <a:gd name="csX81" fmla="*/ 89165 w 162777"/>
                <a:gd name="csY81" fmla="*/ 78581 h 82309"/>
                <a:gd name="csX82" fmla="*/ 84683 w 162777"/>
                <a:gd name="csY82" fmla="*/ 77493 h 82309"/>
                <a:gd name="csX83" fmla="*/ 81724 w 162777"/>
                <a:gd name="csY83" fmla="*/ 77417 h 82309"/>
                <a:gd name="csX84" fmla="*/ 77820 w 162777"/>
                <a:gd name="csY84" fmla="*/ 76960 h 82309"/>
                <a:gd name="csX85" fmla="*/ 70067 w 162777"/>
                <a:gd name="csY85" fmla="*/ 75317 h 82309"/>
                <a:gd name="csX86" fmla="*/ 67807 w 162777"/>
                <a:gd name="csY86" fmla="*/ 74648 h 82309"/>
                <a:gd name="csX87" fmla="*/ 65654 w 162777"/>
                <a:gd name="csY87" fmla="*/ 74442 h 82309"/>
                <a:gd name="csX88" fmla="*/ 63098 w 162777"/>
                <a:gd name="csY88" fmla="*/ 73872 h 82309"/>
                <a:gd name="csX89" fmla="*/ 61158 w 162777"/>
                <a:gd name="csY89" fmla="*/ 72936 h 82309"/>
                <a:gd name="csX90" fmla="*/ 59917 w 162777"/>
                <a:gd name="csY90" fmla="*/ 71155 h 82309"/>
                <a:gd name="csX91" fmla="*/ 58586 w 162777"/>
                <a:gd name="csY91" fmla="*/ 68797 h 82309"/>
                <a:gd name="csX92" fmla="*/ 56159 w 162777"/>
                <a:gd name="csY92" fmla="*/ 65700 h 82309"/>
                <a:gd name="csX93" fmla="*/ 55657 w 162777"/>
                <a:gd name="csY93" fmla="*/ 64155 h 82309"/>
                <a:gd name="csX94" fmla="*/ 56402 w 162777"/>
                <a:gd name="csY94" fmla="*/ 62801 h 82309"/>
                <a:gd name="csX95" fmla="*/ 57163 w 162777"/>
                <a:gd name="csY95" fmla="*/ 61774 h 82309"/>
                <a:gd name="csX96" fmla="*/ 57080 w 162777"/>
                <a:gd name="csY96" fmla="*/ 61340 h 82309"/>
                <a:gd name="csX97" fmla="*/ 56486 w 162777"/>
                <a:gd name="csY97" fmla="*/ 61112 h 82309"/>
                <a:gd name="csX98" fmla="*/ 52218 w 162777"/>
                <a:gd name="csY98" fmla="*/ 62436 h 82309"/>
                <a:gd name="csX99" fmla="*/ 48079 w 162777"/>
                <a:gd name="csY99" fmla="*/ 64110 h 82309"/>
                <a:gd name="csX100" fmla="*/ 46450 w 162777"/>
                <a:gd name="csY100" fmla="*/ 64155 h 82309"/>
                <a:gd name="csX101" fmla="*/ 44875 w 162777"/>
                <a:gd name="csY101" fmla="*/ 63790 h 82309"/>
                <a:gd name="csX102" fmla="*/ 42775 w 162777"/>
                <a:gd name="csY102" fmla="*/ 63760 h 82309"/>
                <a:gd name="csX103" fmla="*/ 40767 w 162777"/>
                <a:gd name="csY103" fmla="*/ 64209 h 82309"/>
                <a:gd name="csX104" fmla="*/ 36734 w 162777"/>
                <a:gd name="csY104" fmla="*/ 64437 h 82309"/>
                <a:gd name="csX105" fmla="*/ 34376 w 162777"/>
                <a:gd name="csY105" fmla="*/ 65670 h 82309"/>
                <a:gd name="csX106" fmla="*/ 32869 w 162777"/>
                <a:gd name="csY106" fmla="*/ 68066 h 82309"/>
                <a:gd name="csX107" fmla="*/ 32055 w 162777"/>
                <a:gd name="csY107" fmla="*/ 69999 h 82309"/>
                <a:gd name="csX108" fmla="*/ 31370 w 162777"/>
                <a:gd name="csY108" fmla="*/ 70623 h 82309"/>
                <a:gd name="csX109" fmla="*/ 29962 w 162777"/>
                <a:gd name="csY109" fmla="*/ 70858 h 82309"/>
                <a:gd name="csX110" fmla="*/ 27862 w 162777"/>
                <a:gd name="csY110" fmla="*/ 70676 h 82309"/>
                <a:gd name="csX111" fmla="*/ 26386 w 162777"/>
                <a:gd name="csY111" fmla="*/ 70121 h 82309"/>
                <a:gd name="csX112" fmla="*/ 24880 w 162777"/>
                <a:gd name="csY112" fmla="*/ 68469 h 82309"/>
                <a:gd name="csX113" fmla="*/ 22544 w 162777"/>
                <a:gd name="csY113" fmla="*/ 68234 h 82309"/>
                <a:gd name="csX114" fmla="*/ 20399 w 162777"/>
                <a:gd name="csY114" fmla="*/ 68196 h 82309"/>
                <a:gd name="csX115" fmla="*/ 19828 w 162777"/>
                <a:gd name="csY115" fmla="*/ 67891 h 82309"/>
                <a:gd name="csX116" fmla="*/ 19866 w 162777"/>
                <a:gd name="csY116" fmla="*/ 66811 h 82309"/>
                <a:gd name="csX117" fmla="*/ 19021 w 162777"/>
                <a:gd name="csY117" fmla="*/ 64787 h 82309"/>
                <a:gd name="csX118" fmla="*/ 17622 w 162777"/>
                <a:gd name="csY118" fmla="*/ 64155 h 82309"/>
                <a:gd name="csX119" fmla="*/ 14000 w 162777"/>
                <a:gd name="csY119" fmla="*/ 67967 h 82309"/>
                <a:gd name="csX120" fmla="*/ 13011 w 162777"/>
                <a:gd name="csY120" fmla="*/ 68310 h 82309"/>
                <a:gd name="csX121" fmla="*/ 10097 w 162777"/>
                <a:gd name="csY121" fmla="*/ 67252 h 82309"/>
                <a:gd name="csX122" fmla="*/ 7548 w 162777"/>
                <a:gd name="csY122" fmla="*/ 65624 h 82309"/>
                <a:gd name="csX123" fmla="*/ 7274 w 162777"/>
                <a:gd name="csY123" fmla="*/ 64429 h 82309"/>
                <a:gd name="csX124" fmla="*/ 6855 w 162777"/>
                <a:gd name="csY124" fmla="*/ 63448 h 82309"/>
                <a:gd name="csX125" fmla="*/ 4717 w 162777"/>
                <a:gd name="csY125" fmla="*/ 62520 h 82309"/>
                <a:gd name="csX126" fmla="*/ 2047 w 162777"/>
                <a:gd name="csY126" fmla="*/ 61888 h 82309"/>
                <a:gd name="csX127" fmla="*/ 1195 w 162777"/>
                <a:gd name="csY127" fmla="*/ 61888 h 82309"/>
                <a:gd name="csX128" fmla="*/ 1529 w 162777"/>
                <a:gd name="csY128" fmla="*/ 61310 h 82309"/>
                <a:gd name="csX129" fmla="*/ 1841 w 162777"/>
                <a:gd name="csY129" fmla="*/ 60328 h 82309"/>
                <a:gd name="csX130" fmla="*/ 1643 w 162777"/>
                <a:gd name="csY130" fmla="*/ 59552 h 82309"/>
                <a:gd name="csX131" fmla="*/ 1020 w 162777"/>
                <a:gd name="csY131" fmla="*/ 58738 h 82309"/>
                <a:gd name="csX132" fmla="*/ 677 w 162777"/>
                <a:gd name="csY132" fmla="*/ 57878 h 82309"/>
                <a:gd name="csX133" fmla="*/ 571 w 162777"/>
                <a:gd name="csY133" fmla="*/ 57041 h 82309"/>
                <a:gd name="csX134" fmla="*/ 380 w 162777"/>
                <a:gd name="csY134" fmla="*/ 56357 h 82309"/>
                <a:gd name="csX135" fmla="*/ 266 w 162777"/>
                <a:gd name="csY135" fmla="*/ 55710 h 82309"/>
                <a:gd name="csX136" fmla="*/ 68 w 162777"/>
                <a:gd name="csY136" fmla="*/ 55208 h 82309"/>
                <a:gd name="csX137" fmla="*/ 1811 w 162777"/>
                <a:gd name="csY137" fmla="*/ 51404 h 82309"/>
                <a:gd name="csX138" fmla="*/ 2168 w 162777"/>
                <a:gd name="csY138" fmla="*/ 49037 h 82309"/>
                <a:gd name="csX139" fmla="*/ 647 w 162777"/>
                <a:gd name="csY139" fmla="*/ 47645 h 82309"/>
                <a:gd name="csX140" fmla="*/ 0 w 162777"/>
                <a:gd name="csY140" fmla="*/ 47234 h 82309"/>
                <a:gd name="csX141" fmla="*/ 533 w 162777"/>
                <a:gd name="csY141" fmla="*/ 46922 h 82309"/>
                <a:gd name="csX142" fmla="*/ 2701 w 162777"/>
                <a:gd name="csY142" fmla="*/ 47181 h 82309"/>
                <a:gd name="csX143" fmla="*/ 4078 w 162777"/>
                <a:gd name="csY143" fmla="*/ 46397 h 82309"/>
                <a:gd name="csX144" fmla="*/ 4801 w 162777"/>
                <a:gd name="csY144" fmla="*/ 45613 h 82309"/>
                <a:gd name="csX145" fmla="*/ 6726 w 162777"/>
                <a:gd name="csY145" fmla="*/ 46351 h 82309"/>
                <a:gd name="csX146" fmla="*/ 9556 w 162777"/>
                <a:gd name="csY146" fmla="*/ 47827 h 82309"/>
                <a:gd name="csX147" fmla="*/ 10888 w 162777"/>
                <a:gd name="csY147" fmla="*/ 48832 h 82309"/>
                <a:gd name="csX148" fmla="*/ 11436 w 162777"/>
                <a:gd name="csY148" fmla="*/ 49600 h 82309"/>
                <a:gd name="csX149" fmla="*/ 11748 w 162777"/>
                <a:gd name="csY149" fmla="*/ 50247 h 82309"/>
                <a:gd name="csX150" fmla="*/ 11580 w 162777"/>
                <a:gd name="csY150" fmla="*/ 51358 h 82309"/>
                <a:gd name="csX151" fmla="*/ 12219 w 162777"/>
                <a:gd name="csY151" fmla="*/ 51792 h 82309"/>
                <a:gd name="csX152" fmla="*/ 13551 w 162777"/>
                <a:gd name="csY152" fmla="*/ 51951 h 82309"/>
                <a:gd name="csX153" fmla="*/ 14441 w 162777"/>
                <a:gd name="csY153" fmla="*/ 52294 h 82309"/>
                <a:gd name="csX154" fmla="*/ 14129 w 162777"/>
                <a:gd name="csY154" fmla="*/ 53754 h 82309"/>
                <a:gd name="csX155" fmla="*/ 14068 w 162777"/>
                <a:gd name="csY155" fmla="*/ 54949 h 82309"/>
                <a:gd name="csX156" fmla="*/ 15293 w 162777"/>
                <a:gd name="csY156" fmla="*/ 54782 h 82309"/>
                <a:gd name="csX157" fmla="*/ 16838 w 162777"/>
                <a:gd name="csY157" fmla="*/ 53869 h 82309"/>
                <a:gd name="csX158" fmla="*/ 18040 w 162777"/>
                <a:gd name="csY158" fmla="*/ 52218 h 82309"/>
                <a:gd name="csX159" fmla="*/ 18786 w 162777"/>
                <a:gd name="csY159" fmla="*/ 50612 h 82309"/>
                <a:gd name="csX160" fmla="*/ 19349 w 162777"/>
                <a:gd name="csY160" fmla="*/ 46701 h 82309"/>
                <a:gd name="csX161" fmla="*/ 19546 w 162777"/>
                <a:gd name="csY161" fmla="*/ 46374 h 82309"/>
                <a:gd name="csX162" fmla="*/ 20475 w 162777"/>
                <a:gd name="csY162" fmla="*/ 46679 h 82309"/>
                <a:gd name="csX163" fmla="*/ 24226 w 162777"/>
                <a:gd name="csY163" fmla="*/ 46511 h 82309"/>
                <a:gd name="csX164" fmla="*/ 25998 w 162777"/>
                <a:gd name="csY164" fmla="*/ 47242 h 82309"/>
                <a:gd name="csX165" fmla="*/ 28806 w 162777"/>
                <a:gd name="csY165" fmla="*/ 47363 h 82309"/>
                <a:gd name="csX166" fmla="*/ 28753 w 162777"/>
                <a:gd name="csY166" fmla="*/ 47972 h 82309"/>
                <a:gd name="csX167" fmla="*/ 29247 w 162777"/>
                <a:gd name="csY167" fmla="*/ 48931 h 82309"/>
                <a:gd name="csX168" fmla="*/ 30495 w 162777"/>
                <a:gd name="csY168" fmla="*/ 50308 h 82309"/>
                <a:gd name="csX169" fmla="*/ 31104 w 162777"/>
                <a:gd name="csY169" fmla="*/ 51206 h 82309"/>
                <a:gd name="csX170" fmla="*/ 32405 w 162777"/>
                <a:gd name="csY170" fmla="*/ 51365 h 82309"/>
                <a:gd name="csX171" fmla="*/ 34421 w 162777"/>
                <a:gd name="csY171" fmla="*/ 50871 h 82309"/>
                <a:gd name="csX172" fmla="*/ 35593 w 162777"/>
                <a:gd name="csY172" fmla="*/ 50354 h 82309"/>
                <a:gd name="csX173" fmla="*/ 36042 w 162777"/>
                <a:gd name="csY173" fmla="*/ 50719 h 82309"/>
                <a:gd name="csX174" fmla="*/ 37875 w 162777"/>
                <a:gd name="csY174" fmla="*/ 50361 h 82309"/>
                <a:gd name="csX175" fmla="*/ 39504 w 162777"/>
                <a:gd name="csY175" fmla="*/ 49250 h 82309"/>
                <a:gd name="csX176" fmla="*/ 39907 w 162777"/>
                <a:gd name="csY176" fmla="*/ 48406 h 82309"/>
                <a:gd name="csX177" fmla="*/ 41550 w 162777"/>
                <a:gd name="csY177" fmla="*/ 47804 h 82309"/>
                <a:gd name="csX178" fmla="*/ 43772 w 162777"/>
                <a:gd name="csY178" fmla="*/ 46427 h 82309"/>
                <a:gd name="csX179" fmla="*/ 46823 w 162777"/>
                <a:gd name="csY179" fmla="*/ 45370 h 82309"/>
                <a:gd name="csX180" fmla="*/ 56828 w 162777"/>
                <a:gd name="csY180" fmla="*/ 44228 h 82309"/>
                <a:gd name="csX181" fmla="*/ 57216 w 162777"/>
                <a:gd name="csY181" fmla="*/ 43369 h 82309"/>
                <a:gd name="csX182" fmla="*/ 57072 w 162777"/>
                <a:gd name="csY182" fmla="*/ 41398 h 82309"/>
                <a:gd name="csX183" fmla="*/ 57338 w 162777"/>
                <a:gd name="csY183" fmla="*/ 41109 h 82309"/>
                <a:gd name="csX184" fmla="*/ 58594 w 162777"/>
                <a:gd name="csY184" fmla="*/ 41596 h 82309"/>
                <a:gd name="csX185" fmla="*/ 60618 w 162777"/>
                <a:gd name="csY185" fmla="*/ 42060 h 82309"/>
                <a:gd name="csX186" fmla="*/ 62177 w 162777"/>
                <a:gd name="csY186" fmla="*/ 42753 h 82309"/>
                <a:gd name="csX187" fmla="*/ 63174 w 162777"/>
                <a:gd name="csY187" fmla="*/ 43666 h 82309"/>
                <a:gd name="csX188" fmla="*/ 64110 w 162777"/>
                <a:gd name="csY188" fmla="*/ 43704 h 82309"/>
                <a:gd name="csX189" fmla="*/ 65555 w 162777"/>
                <a:gd name="csY189" fmla="*/ 43064 h 82309"/>
                <a:gd name="csX190" fmla="*/ 67511 w 162777"/>
                <a:gd name="csY190" fmla="*/ 42654 h 82309"/>
                <a:gd name="csX191" fmla="*/ 69337 w 162777"/>
                <a:gd name="csY191" fmla="*/ 43605 h 82309"/>
                <a:gd name="csX192" fmla="*/ 69870 w 162777"/>
                <a:gd name="csY192" fmla="*/ 44624 h 82309"/>
                <a:gd name="csX193" fmla="*/ 69550 w 162777"/>
                <a:gd name="csY193" fmla="*/ 45149 h 82309"/>
                <a:gd name="csX194" fmla="*/ 69580 w 162777"/>
                <a:gd name="csY194" fmla="*/ 45979 h 82309"/>
                <a:gd name="csX195" fmla="*/ 70151 w 162777"/>
                <a:gd name="csY195" fmla="*/ 46671 h 82309"/>
                <a:gd name="csX196" fmla="*/ 71635 w 162777"/>
                <a:gd name="csY196" fmla="*/ 47797 h 82309"/>
                <a:gd name="csX197" fmla="*/ 73537 w 162777"/>
                <a:gd name="csY197" fmla="*/ 48763 h 82309"/>
                <a:gd name="csX198" fmla="*/ 74526 w 162777"/>
                <a:gd name="csY198" fmla="*/ 48687 h 82309"/>
                <a:gd name="csX199" fmla="*/ 74891 w 162777"/>
                <a:gd name="csY199" fmla="*/ 47751 h 82309"/>
                <a:gd name="csX200" fmla="*/ 75241 w 162777"/>
                <a:gd name="csY200" fmla="*/ 45507 h 82309"/>
                <a:gd name="csX201" fmla="*/ 75371 w 162777"/>
                <a:gd name="csY201" fmla="*/ 43103 h 82309"/>
                <a:gd name="csX202" fmla="*/ 74937 w 162777"/>
                <a:gd name="csY202" fmla="*/ 41725 h 82309"/>
                <a:gd name="csX203" fmla="*/ 73910 w 162777"/>
                <a:gd name="csY203" fmla="*/ 41391 h 82309"/>
                <a:gd name="csX204" fmla="*/ 72685 w 162777"/>
                <a:gd name="csY204" fmla="*/ 41277 h 82309"/>
                <a:gd name="csX205" fmla="*/ 72030 w 162777"/>
                <a:gd name="csY205" fmla="*/ 40987 h 82309"/>
                <a:gd name="csX206" fmla="*/ 72266 w 162777"/>
                <a:gd name="csY206" fmla="*/ 40234 h 82309"/>
                <a:gd name="csX207" fmla="*/ 73240 w 162777"/>
                <a:gd name="csY207" fmla="*/ 38271 h 82309"/>
                <a:gd name="csX208" fmla="*/ 73232 w 162777"/>
                <a:gd name="csY208" fmla="*/ 35646 h 82309"/>
                <a:gd name="csX209" fmla="*/ 71018 w 162777"/>
                <a:gd name="csY209" fmla="*/ 32648 h 82309"/>
                <a:gd name="csX210" fmla="*/ 69093 w 162777"/>
                <a:gd name="csY210" fmla="*/ 29749 h 82309"/>
                <a:gd name="csX211" fmla="*/ 69101 w 162777"/>
                <a:gd name="csY211" fmla="*/ 28760 h 82309"/>
                <a:gd name="csX212" fmla="*/ 70258 w 162777"/>
                <a:gd name="csY212" fmla="*/ 27041 h 82309"/>
                <a:gd name="csX213" fmla="*/ 72030 w 162777"/>
                <a:gd name="csY213" fmla="*/ 25671 h 82309"/>
                <a:gd name="csX214" fmla="*/ 75979 w 162777"/>
                <a:gd name="csY214" fmla="*/ 23389 h 82309"/>
                <a:gd name="csX215" fmla="*/ 77219 w 162777"/>
                <a:gd name="csY215" fmla="*/ 22917 h 82309"/>
                <a:gd name="csX216" fmla="*/ 78817 w 162777"/>
                <a:gd name="csY216" fmla="*/ 22537 h 82309"/>
                <a:gd name="csX217" fmla="*/ 81115 w 162777"/>
                <a:gd name="csY217" fmla="*/ 21593 h 82309"/>
                <a:gd name="csX218" fmla="*/ 82218 w 162777"/>
                <a:gd name="csY218" fmla="*/ 20627 h 82309"/>
                <a:gd name="csX219" fmla="*/ 82964 w 162777"/>
                <a:gd name="csY219" fmla="*/ 19577 h 82309"/>
                <a:gd name="csX220" fmla="*/ 84044 w 162777"/>
                <a:gd name="csY220" fmla="*/ 14106 h 82309"/>
                <a:gd name="csX221" fmla="*/ 84295 w 162777"/>
                <a:gd name="csY221" fmla="*/ 13870 h 82309"/>
                <a:gd name="csX222" fmla="*/ 84615 w 162777"/>
                <a:gd name="csY222" fmla="*/ 13551 h 82309"/>
                <a:gd name="csX223" fmla="*/ 88640 w 162777"/>
                <a:gd name="csY223" fmla="*/ 15445 h 82309"/>
                <a:gd name="csX224" fmla="*/ 88998 w 162777"/>
                <a:gd name="csY224" fmla="*/ 15126 h 82309"/>
                <a:gd name="csX225" fmla="*/ 89682 w 162777"/>
                <a:gd name="csY225" fmla="*/ 14821 h 82309"/>
                <a:gd name="csX226" fmla="*/ 90991 w 162777"/>
                <a:gd name="csY226" fmla="*/ 13368 h 82309"/>
                <a:gd name="csX227" fmla="*/ 91280 w 162777"/>
                <a:gd name="csY227" fmla="*/ 12273 h 82309"/>
                <a:gd name="csX228" fmla="*/ 91249 w 162777"/>
                <a:gd name="csY228" fmla="*/ 10180 h 82309"/>
                <a:gd name="csX229" fmla="*/ 91371 w 162777"/>
                <a:gd name="csY229" fmla="*/ 8210 h 82309"/>
                <a:gd name="csX230" fmla="*/ 91622 w 162777"/>
                <a:gd name="csY230" fmla="*/ 7578 h 82309"/>
                <a:gd name="csX231" fmla="*/ 92223 w 162777"/>
                <a:gd name="csY231" fmla="*/ 7814 h 82309"/>
                <a:gd name="csX232" fmla="*/ 93958 w 162777"/>
                <a:gd name="csY232" fmla="*/ 8834 h 82309"/>
                <a:gd name="csX233" fmla="*/ 95336 w 162777"/>
                <a:gd name="csY233" fmla="*/ 9990 h 82309"/>
                <a:gd name="csX234" fmla="*/ 96621 w 162777"/>
                <a:gd name="csY234" fmla="*/ 12889 h 82309"/>
                <a:gd name="csX235" fmla="*/ 99627 w 162777"/>
                <a:gd name="csY235" fmla="*/ 13657 h 82309"/>
                <a:gd name="csX236" fmla="*/ 103423 w 162777"/>
                <a:gd name="csY236" fmla="*/ 13733 h 82309"/>
                <a:gd name="csX237" fmla="*/ 104778 w 162777"/>
                <a:gd name="csY237" fmla="*/ 12440 h 82309"/>
                <a:gd name="csX238" fmla="*/ 106010 w 162777"/>
                <a:gd name="csY238" fmla="*/ 12143 h 82309"/>
                <a:gd name="csX239" fmla="*/ 107403 w 162777"/>
                <a:gd name="csY239" fmla="*/ 12539 h 82309"/>
                <a:gd name="csX240" fmla="*/ 110340 w 162777"/>
                <a:gd name="csY240" fmla="*/ 12988 h 82309"/>
                <a:gd name="csX241" fmla="*/ 110666 w 162777"/>
                <a:gd name="csY241" fmla="*/ 10652 h 82309"/>
                <a:gd name="csX242" fmla="*/ 112356 w 162777"/>
                <a:gd name="csY242" fmla="*/ 8210 h 82309"/>
                <a:gd name="csX243" fmla="*/ 113124 w 162777"/>
                <a:gd name="csY243" fmla="*/ 7358 h 82309"/>
                <a:gd name="csX244" fmla="*/ 115277 w 162777"/>
                <a:gd name="csY244" fmla="*/ 7441 h 82309"/>
                <a:gd name="csX245" fmla="*/ 115802 w 162777"/>
                <a:gd name="csY245" fmla="*/ 5615 h 82309"/>
                <a:gd name="csX246" fmla="*/ 116335 w 162777"/>
                <a:gd name="csY246" fmla="*/ 555 h 82309"/>
                <a:gd name="csX247" fmla="*/ 116784 w 162777"/>
                <a:gd name="csY247" fmla="*/ 0 h 82309"/>
                <a:gd name="csX248" fmla="*/ 118351 w 162777"/>
                <a:gd name="csY248" fmla="*/ 107 h 82309"/>
                <a:gd name="csX249" fmla="*/ 119911 w 162777"/>
                <a:gd name="csY249" fmla="*/ 1027 h 82309"/>
                <a:gd name="csX250" fmla="*/ 120375 w 162777"/>
                <a:gd name="csY250" fmla="*/ 1780 h 82309"/>
                <a:gd name="csX251" fmla="*/ 121189 w 162777"/>
                <a:gd name="csY251" fmla="*/ 1720 h 82309"/>
                <a:gd name="csX252" fmla="*/ 122323 w 162777"/>
                <a:gd name="csY252" fmla="*/ 1202 h 82309"/>
                <a:gd name="csX253" fmla="*/ 123563 w 162777"/>
                <a:gd name="csY253" fmla="*/ 875 h 82309"/>
                <a:gd name="csX254" fmla="*/ 125534 w 162777"/>
                <a:gd name="csY254" fmla="*/ 1415 h 82309"/>
                <a:gd name="csX255" fmla="*/ 129726 w 162777"/>
                <a:gd name="csY255" fmla="*/ 3713 h 82309"/>
                <a:gd name="csX256" fmla="*/ 131895 w 162777"/>
                <a:gd name="csY256" fmla="*/ 4558 h 82309"/>
                <a:gd name="csX257" fmla="*/ 133264 w 162777"/>
                <a:gd name="csY257" fmla="*/ 4398 h 82309"/>
                <a:gd name="csX258" fmla="*/ 134550 w 162777"/>
                <a:gd name="csY258" fmla="*/ 4428 h 82309"/>
                <a:gd name="csX259" fmla="*/ 139503 w 162777"/>
                <a:gd name="csY259" fmla="*/ 7974 h 82309"/>
                <a:gd name="csX260" fmla="*/ 142965 w 162777"/>
                <a:gd name="csY260" fmla="*/ 8468 h 82309"/>
                <a:gd name="csX261" fmla="*/ 146123 w 162777"/>
                <a:gd name="csY261" fmla="*/ 8483 h 82309"/>
                <a:gd name="csX262" fmla="*/ 147142 w 162777"/>
                <a:gd name="csY262" fmla="*/ 7418 h 82309"/>
                <a:gd name="csX263" fmla="*/ 148481 w 162777"/>
                <a:gd name="csY263" fmla="*/ 6513 h 82309"/>
                <a:gd name="csX264" fmla="*/ 149889 w 162777"/>
                <a:gd name="csY264" fmla="*/ 6635 h 82309"/>
                <a:gd name="csX265" fmla="*/ 151114 w 162777"/>
                <a:gd name="csY265" fmla="*/ 7099 h 82309"/>
                <a:gd name="csX266" fmla="*/ 153503 w 162777"/>
                <a:gd name="csY266" fmla="*/ 8636 h 82309"/>
                <a:gd name="csX267" fmla="*/ 154606 w 162777"/>
                <a:gd name="csY267" fmla="*/ 9031 h 82309"/>
                <a:gd name="csX268" fmla="*/ 156075 w 162777"/>
                <a:gd name="csY268" fmla="*/ 9282 h 82309"/>
                <a:gd name="csX269" fmla="*/ 157147 w 162777"/>
                <a:gd name="csY269" fmla="*/ 9625 h 82309"/>
                <a:gd name="csX270" fmla="*/ 158098 w 162777"/>
                <a:gd name="csY270" fmla="*/ 12288 h 823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Lst>
              <a:rect l="l" t="t" r="r" b="b"/>
              <a:pathLst>
                <a:path w="162777" h="82309">
                  <a:moveTo>
                    <a:pt x="158631" y="13003"/>
                  </a:moveTo>
                  <a:lnTo>
                    <a:pt x="158547" y="13330"/>
                  </a:lnTo>
                  <a:lnTo>
                    <a:pt x="158426" y="14540"/>
                  </a:lnTo>
                  <a:lnTo>
                    <a:pt x="157596" y="16069"/>
                  </a:lnTo>
                  <a:lnTo>
                    <a:pt x="156698" y="18063"/>
                  </a:lnTo>
                  <a:lnTo>
                    <a:pt x="156760" y="19813"/>
                  </a:lnTo>
                  <a:lnTo>
                    <a:pt x="159049" y="25854"/>
                  </a:lnTo>
                  <a:lnTo>
                    <a:pt x="161089" y="29514"/>
                  </a:lnTo>
                  <a:lnTo>
                    <a:pt x="161469" y="30906"/>
                  </a:lnTo>
                  <a:lnTo>
                    <a:pt x="162778" y="31979"/>
                  </a:lnTo>
                  <a:lnTo>
                    <a:pt x="161538" y="33326"/>
                  </a:lnTo>
                  <a:lnTo>
                    <a:pt x="161294" y="35319"/>
                  </a:lnTo>
                  <a:lnTo>
                    <a:pt x="160488" y="36209"/>
                  </a:lnTo>
                  <a:lnTo>
                    <a:pt x="160275" y="37343"/>
                  </a:lnTo>
                  <a:lnTo>
                    <a:pt x="160617" y="38378"/>
                  </a:lnTo>
                  <a:lnTo>
                    <a:pt x="160609" y="39671"/>
                  </a:lnTo>
                  <a:lnTo>
                    <a:pt x="161058" y="41444"/>
                  </a:lnTo>
                  <a:lnTo>
                    <a:pt x="159065" y="41832"/>
                  </a:lnTo>
                  <a:lnTo>
                    <a:pt x="156698" y="41771"/>
                  </a:lnTo>
                  <a:lnTo>
                    <a:pt x="155854" y="41877"/>
                  </a:lnTo>
                  <a:lnTo>
                    <a:pt x="155063" y="42364"/>
                  </a:lnTo>
                  <a:lnTo>
                    <a:pt x="154249" y="42121"/>
                  </a:lnTo>
                  <a:lnTo>
                    <a:pt x="152103" y="40455"/>
                  </a:lnTo>
                  <a:lnTo>
                    <a:pt x="150901" y="40082"/>
                  </a:lnTo>
                  <a:lnTo>
                    <a:pt x="150049" y="40181"/>
                  </a:lnTo>
                  <a:lnTo>
                    <a:pt x="149410" y="40911"/>
                  </a:lnTo>
                  <a:lnTo>
                    <a:pt x="148306" y="41839"/>
                  </a:lnTo>
                  <a:lnTo>
                    <a:pt x="147279" y="42494"/>
                  </a:lnTo>
                  <a:lnTo>
                    <a:pt x="147508" y="43064"/>
                  </a:lnTo>
                  <a:lnTo>
                    <a:pt x="151943" y="44563"/>
                  </a:lnTo>
                  <a:lnTo>
                    <a:pt x="152727" y="46861"/>
                  </a:lnTo>
                  <a:lnTo>
                    <a:pt x="151875" y="48733"/>
                  </a:lnTo>
                  <a:lnTo>
                    <a:pt x="151585" y="49653"/>
                  </a:lnTo>
                  <a:lnTo>
                    <a:pt x="150543" y="50369"/>
                  </a:lnTo>
                  <a:lnTo>
                    <a:pt x="149273" y="51000"/>
                  </a:lnTo>
                  <a:lnTo>
                    <a:pt x="147736" y="51160"/>
                  </a:lnTo>
                  <a:lnTo>
                    <a:pt x="147553" y="52172"/>
                  </a:lnTo>
                  <a:lnTo>
                    <a:pt x="148154" y="55132"/>
                  </a:lnTo>
                  <a:lnTo>
                    <a:pt x="147667" y="55771"/>
                  </a:lnTo>
                  <a:lnTo>
                    <a:pt x="147180" y="56691"/>
                  </a:lnTo>
                  <a:lnTo>
                    <a:pt x="147637" y="59118"/>
                  </a:lnTo>
                  <a:lnTo>
                    <a:pt x="148588" y="59293"/>
                  </a:lnTo>
                  <a:lnTo>
                    <a:pt x="148801" y="59841"/>
                  </a:lnTo>
                  <a:lnTo>
                    <a:pt x="148633" y="60830"/>
                  </a:lnTo>
                  <a:lnTo>
                    <a:pt x="148466" y="61873"/>
                  </a:lnTo>
                  <a:lnTo>
                    <a:pt x="148131" y="62976"/>
                  </a:lnTo>
                  <a:lnTo>
                    <a:pt x="147964" y="63471"/>
                  </a:lnTo>
                  <a:lnTo>
                    <a:pt x="147332" y="63775"/>
                  </a:lnTo>
                  <a:lnTo>
                    <a:pt x="145369" y="63615"/>
                  </a:lnTo>
                  <a:lnTo>
                    <a:pt x="143673" y="64559"/>
                  </a:lnTo>
                  <a:lnTo>
                    <a:pt x="140264" y="67937"/>
                  </a:lnTo>
                  <a:lnTo>
                    <a:pt x="139077" y="68515"/>
                  </a:lnTo>
                  <a:lnTo>
                    <a:pt x="137784" y="69870"/>
                  </a:lnTo>
                  <a:lnTo>
                    <a:pt x="137860" y="72829"/>
                  </a:lnTo>
                  <a:lnTo>
                    <a:pt x="137685" y="73103"/>
                  </a:lnTo>
                  <a:lnTo>
                    <a:pt x="137373" y="73712"/>
                  </a:lnTo>
                  <a:lnTo>
                    <a:pt x="133302" y="72662"/>
                  </a:lnTo>
                  <a:lnTo>
                    <a:pt x="133165" y="72685"/>
                  </a:lnTo>
                  <a:lnTo>
                    <a:pt x="130434" y="73065"/>
                  </a:lnTo>
                  <a:lnTo>
                    <a:pt x="128570" y="74419"/>
                  </a:lnTo>
                  <a:lnTo>
                    <a:pt x="126310" y="75203"/>
                  </a:lnTo>
                  <a:lnTo>
                    <a:pt x="121562" y="74785"/>
                  </a:lnTo>
                  <a:lnTo>
                    <a:pt x="116944" y="75310"/>
                  </a:lnTo>
                  <a:lnTo>
                    <a:pt x="115848" y="75705"/>
                  </a:lnTo>
                  <a:lnTo>
                    <a:pt x="114653" y="75934"/>
                  </a:lnTo>
                  <a:lnTo>
                    <a:pt x="113528" y="76725"/>
                  </a:lnTo>
                  <a:lnTo>
                    <a:pt x="112881" y="77836"/>
                  </a:lnTo>
                  <a:lnTo>
                    <a:pt x="111732" y="79236"/>
                  </a:lnTo>
                  <a:lnTo>
                    <a:pt x="110096" y="80339"/>
                  </a:lnTo>
                  <a:lnTo>
                    <a:pt x="108323" y="81191"/>
                  </a:lnTo>
                  <a:lnTo>
                    <a:pt x="107897" y="81899"/>
                  </a:lnTo>
                  <a:lnTo>
                    <a:pt x="107319" y="82309"/>
                  </a:lnTo>
                  <a:lnTo>
                    <a:pt x="106322" y="81777"/>
                  </a:lnTo>
                  <a:lnTo>
                    <a:pt x="105523" y="81807"/>
                  </a:lnTo>
                  <a:lnTo>
                    <a:pt x="104542" y="81442"/>
                  </a:lnTo>
                  <a:lnTo>
                    <a:pt x="101277" y="81046"/>
                  </a:lnTo>
                  <a:lnTo>
                    <a:pt x="97702" y="80392"/>
                  </a:lnTo>
                  <a:lnTo>
                    <a:pt x="95990" y="79768"/>
                  </a:lnTo>
                  <a:lnTo>
                    <a:pt x="94057" y="79266"/>
                  </a:lnTo>
                  <a:lnTo>
                    <a:pt x="91972" y="78863"/>
                  </a:lnTo>
                  <a:lnTo>
                    <a:pt x="90108" y="78771"/>
                  </a:lnTo>
                  <a:lnTo>
                    <a:pt x="89165" y="78581"/>
                  </a:lnTo>
                  <a:lnTo>
                    <a:pt x="84683" y="77493"/>
                  </a:lnTo>
                  <a:lnTo>
                    <a:pt x="81724" y="77417"/>
                  </a:lnTo>
                  <a:lnTo>
                    <a:pt x="77820" y="76960"/>
                  </a:lnTo>
                  <a:lnTo>
                    <a:pt x="70067" y="75317"/>
                  </a:lnTo>
                  <a:lnTo>
                    <a:pt x="67807" y="74648"/>
                  </a:lnTo>
                  <a:lnTo>
                    <a:pt x="65654" y="74442"/>
                  </a:lnTo>
                  <a:lnTo>
                    <a:pt x="63098" y="73872"/>
                  </a:lnTo>
                  <a:lnTo>
                    <a:pt x="61158" y="72936"/>
                  </a:lnTo>
                  <a:lnTo>
                    <a:pt x="59917" y="71155"/>
                  </a:lnTo>
                  <a:lnTo>
                    <a:pt x="58586" y="68797"/>
                  </a:lnTo>
                  <a:lnTo>
                    <a:pt x="56159" y="65700"/>
                  </a:lnTo>
                  <a:lnTo>
                    <a:pt x="55657" y="64155"/>
                  </a:lnTo>
                  <a:lnTo>
                    <a:pt x="56402" y="62801"/>
                  </a:lnTo>
                  <a:lnTo>
                    <a:pt x="57163" y="61774"/>
                  </a:lnTo>
                  <a:lnTo>
                    <a:pt x="57080" y="61340"/>
                  </a:lnTo>
                  <a:lnTo>
                    <a:pt x="56486" y="61112"/>
                  </a:lnTo>
                  <a:lnTo>
                    <a:pt x="52218" y="62436"/>
                  </a:lnTo>
                  <a:lnTo>
                    <a:pt x="48079" y="64110"/>
                  </a:lnTo>
                  <a:lnTo>
                    <a:pt x="46450" y="64155"/>
                  </a:lnTo>
                  <a:lnTo>
                    <a:pt x="44875" y="63790"/>
                  </a:lnTo>
                  <a:lnTo>
                    <a:pt x="42775" y="63760"/>
                  </a:lnTo>
                  <a:lnTo>
                    <a:pt x="40767" y="64209"/>
                  </a:lnTo>
                  <a:lnTo>
                    <a:pt x="36734" y="64437"/>
                  </a:lnTo>
                  <a:lnTo>
                    <a:pt x="34376" y="65670"/>
                  </a:lnTo>
                  <a:lnTo>
                    <a:pt x="32869" y="68066"/>
                  </a:lnTo>
                  <a:lnTo>
                    <a:pt x="32055" y="69999"/>
                  </a:lnTo>
                  <a:lnTo>
                    <a:pt x="31370" y="70623"/>
                  </a:lnTo>
                  <a:lnTo>
                    <a:pt x="29962" y="70858"/>
                  </a:lnTo>
                  <a:lnTo>
                    <a:pt x="27862" y="70676"/>
                  </a:lnTo>
                  <a:lnTo>
                    <a:pt x="26386" y="70121"/>
                  </a:lnTo>
                  <a:lnTo>
                    <a:pt x="24880" y="68469"/>
                  </a:lnTo>
                  <a:lnTo>
                    <a:pt x="22544" y="68234"/>
                  </a:lnTo>
                  <a:lnTo>
                    <a:pt x="20399" y="68196"/>
                  </a:lnTo>
                  <a:lnTo>
                    <a:pt x="19828" y="67891"/>
                  </a:lnTo>
                  <a:lnTo>
                    <a:pt x="19866" y="66811"/>
                  </a:lnTo>
                  <a:lnTo>
                    <a:pt x="19021" y="64787"/>
                  </a:lnTo>
                  <a:lnTo>
                    <a:pt x="17622" y="64155"/>
                  </a:lnTo>
                  <a:lnTo>
                    <a:pt x="14000" y="67967"/>
                  </a:lnTo>
                  <a:lnTo>
                    <a:pt x="13011" y="68310"/>
                  </a:lnTo>
                  <a:lnTo>
                    <a:pt x="10097" y="67252"/>
                  </a:lnTo>
                  <a:lnTo>
                    <a:pt x="7548" y="65624"/>
                  </a:lnTo>
                  <a:lnTo>
                    <a:pt x="7274" y="64429"/>
                  </a:lnTo>
                  <a:lnTo>
                    <a:pt x="6855" y="63448"/>
                  </a:lnTo>
                  <a:lnTo>
                    <a:pt x="4717" y="62520"/>
                  </a:lnTo>
                  <a:lnTo>
                    <a:pt x="2047" y="61888"/>
                  </a:lnTo>
                  <a:lnTo>
                    <a:pt x="1195" y="61888"/>
                  </a:lnTo>
                  <a:lnTo>
                    <a:pt x="1529" y="61310"/>
                  </a:lnTo>
                  <a:lnTo>
                    <a:pt x="1841" y="60328"/>
                  </a:lnTo>
                  <a:lnTo>
                    <a:pt x="1643" y="59552"/>
                  </a:lnTo>
                  <a:lnTo>
                    <a:pt x="1020" y="58738"/>
                  </a:lnTo>
                  <a:lnTo>
                    <a:pt x="677" y="57878"/>
                  </a:lnTo>
                  <a:lnTo>
                    <a:pt x="571" y="57041"/>
                  </a:lnTo>
                  <a:lnTo>
                    <a:pt x="380" y="56357"/>
                  </a:lnTo>
                  <a:lnTo>
                    <a:pt x="266" y="55710"/>
                  </a:lnTo>
                  <a:lnTo>
                    <a:pt x="68" y="55208"/>
                  </a:lnTo>
                  <a:lnTo>
                    <a:pt x="1811" y="51404"/>
                  </a:lnTo>
                  <a:lnTo>
                    <a:pt x="2168" y="49037"/>
                  </a:lnTo>
                  <a:lnTo>
                    <a:pt x="647" y="47645"/>
                  </a:lnTo>
                  <a:lnTo>
                    <a:pt x="0" y="47234"/>
                  </a:lnTo>
                  <a:lnTo>
                    <a:pt x="533" y="46922"/>
                  </a:lnTo>
                  <a:lnTo>
                    <a:pt x="2701" y="47181"/>
                  </a:lnTo>
                  <a:lnTo>
                    <a:pt x="4078" y="46397"/>
                  </a:lnTo>
                  <a:lnTo>
                    <a:pt x="4801" y="45613"/>
                  </a:lnTo>
                  <a:lnTo>
                    <a:pt x="6726" y="46351"/>
                  </a:lnTo>
                  <a:lnTo>
                    <a:pt x="9556" y="47827"/>
                  </a:lnTo>
                  <a:lnTo>
                    <a:pt x="10888" y="48832"/>
                  </a:lnTo>
                  <a:lnTo>
                    <a:pt x="11436" y="49600"/>
                  </a:lnTo>
                  <a:lnTo>
                    <a:pt x="11748" y="50247"/>
                  </a:lnTo>
                  <a:lnTo>
                    <a:pt x="11580" y="51358"/>
                  </a:lnTo>
                  <a:lnTo>
                    <a:pt x="12219" y="51792"/>
                  </a:lnTo>
                  <a:lnTo>
                    <a:pt x="13551" y="51951"/>
                  </a:lnTo>
                  <a:lnTo>
                    <a:pt x="14441" y="52294"/>
                  </a:lnTo>
                  <a:lnTo>
                    <a:pt x="14129" y="53754"/>
                  </a:lnTo>
                  <a:lnTo>
                    <a:pt x="14068" y="54949"/>
                  </a:lnTo>
                  <a:lnTo>
                    <a:pt x="15293" y="54782"/>
                  </a:lnTo>
                  <a:lnTo>
                    <a:pt x="16838" y="53869"/>
                  </a:lnTo>
                  <a:lnTo>
                    <a:pt x="18040" y="52218"/>
                  </a:lnTo>
                  <a:lnTo>
                    <a:pt x="18786" y="50612"/>
                  </a:lnTo>
                  <a:lnTo>
                    <a:pt x="19349" y="46701"/>
                  </a:lnTo>
                  <a:lnTo>
                    <a:pt x="19546" y="46374"/>
                  </a:lnTo>
                  <a:lnTo>
                    <a:pt x="20475" y="46679"/>
                  </a:lnTo>
                  <a:lnTo>
                    <a:pt x="24226" y="46511"/>
                  </a:lnTo>
                  <a:lnTo>
                    <a:pt x="25998" y="47242"/>
                  </a:lnTo>
                  <a:lnTo>
                    <a:pt x="28806" y="47363"/>
                  </a:lnTo>
                  <a:lnTo>
                    <a:pt x="28753" y="47972"/>
                  </a:lnTo>
                  <a:lnTo>
                    <a:pt x="29247" y="48931"/>
                  </a:lnTo>
                  <a:lnTo>
                    <a:pt x="30495" y="50308"/>
                  </a:lnTo>
                  <a:lnTo>
                    <a:pt x="31104" y="51206"/>
                  </a:lnTo>
                  <a:lnTo>
                    <a:pt x="32405" y="51365"/>
                  </a:lnTo>
                  <a:lnTo>
                    <a:pt x="34421" y="50871"/>
                  </a:lnTo>
                  <a:lnTo>
                    <a:pt x="35593" y="50354"/>
                  </a:lnTo>
                  <a:lnTo>
                    <a:pt x="36042" y="50719"/>
                  </a:lnTo>
                  <a:lnTo>
                    <a:pt x="37875" y="50361"/>
                  </a:lnTo>
                  <a:lnTo>
                    <a:pt x="39504" y="49250"/>
                  </a:lnTo>
                  <a:lnTo>
                    <a:pt x="39907" y="48406"/>
                  </a:lnTo>
                  <a:lnTo>
                    <a:pt x="41550" y="47804"/>
                  </a:lnTo>
                  <a:lnTo>
                    <a:pt x="43772" y="46427"/>
                  </a:lnTo>
                  <a:lnTo>
                    <a:pt x="46823" y="45370"/>
                  </a:lnTo>
                  <a:lnTo>
                    <a:pt x="56828" y="44228"/>
                  </a:lnTo>
                  <a:lnTo>
                    <a:pt x="57216" y="43369"/>
                  </a:lnTo>
                  <a:lnTo>
                    <a:pt x="57072" y="41398"/>
                  </a:lnTo>
                  <a:lnTo>
                    <a:pt x="57338" y="41109"/>
                  </a:lnTo>
                  <a:lnTo>
                    <a:pt x="58594" y="41596"/>
                  </a:lnTo>
                  <a:lnTo>
                    <a:pt x="60618" y="42060"/>
                  </a:lnTo>
                  <a:lnTo>
                    <a:pt x="62177" y="42753"/>
                  </a:lnTo>
                  <a:lnTo>
                    <a:pt x="63174" y="43666"/>
                  </a:lnTo>
                  <a:lnTo>
                    <a:pt x="64110" y="43704"/>
                  </a:lnTo>
                  <a:lnTo>
                    <a:pt x="65555" y="43064"/>
                  </a:lnTo>
                  <a:lnTo>
                    <a:pt x="67511" y="42654"/>
                  </a:lnTo>
                  <a:lnTo>
                    <a:pt x="69337" y="43605"/>
                  </a:lnTo>
                  <a:lnTo>
                    <a:pt x="69870" y="44624"/>
                  </a:lnTo>
                  <a:lnTo>
                    <a:pt x="69550" y="45149"/>
                  </a:lnTo>
                  <a:lnTo>
                    <a:pt x="69580" y="45979"/>
                  </a:lnTo>
                  <a:lnTo>
                    <a:pt x="70151" y="46671"/>
                  </a:lnTo>
                  <a:lnTo>
                    <a:pt x="71635" y="47797"/>
                  </a:lnTo>
                  <a:lnTo>
                    <a:pt x="73537" y="48763"/>
                  </a:lnTo>
                  <a:lnTo>
                    <a:pt x="74526" y="48687"/>
                  </a:lnTo>
                  <a:lnTo>
                    <a:pt x="74891" y="47751"/>
                  </a:lnTo>
                  <a:lnTo>
                    <a:pt x="75241" y="45507"/>
                  </a:lnTo>
                  <a:lnTo>
                    <a:pt x="75371" y="43103"/>
                  </a:lnTo>
                  <a:lnTo>
                    <a:pt x="74937" y="41725"/>
                  </a:lnTo>
                  <a:lnTo>
                    <a:pt x="73910" y="41391"/>
                  </a:lnTo>
                  <a:lnTo>
                    <a:pt x="72685" y="41277"/>
                  </a:lnTo>
                  <a:lnTo>
                    <a:pt x="72030" y="40987"/>
                  </a:lnTo>
                  <a:lnTo>
                    <a:pt x="72266" y="40234"/>
                  </a:lnTo>
                  <a:lnTo>
                    <a:pt x="73240" y="38271"/>
                  </a:lnTo>
                  <a:lnTo>
                    <a:pt x="73232" y="35646"/>
                  </a:lnTo>
                  <a:lnTo>
                    <a:pt x="71018" y="32648"/>
                  </a:lnTo>
                  <a:lnTo>
                    <a:pt x="69093" y="29749"/>
                  </a:lnTo>
                  <a:lnTo>
                    <a:pt x="69101" y="28760"/>
                  </a:lnTo>
                  <a:lnTo>
                    <a:pt x="70258" y="27041"/>
                  </a:lnTo>
                  <a:lnTo>
                    <a:pt x="72030" y="25671"/>
                  </a:lnTo>
                  <a:lnTo>
                    <a:pt x="75979" y="23389"/>
                  </a:lnTo>
                  <a:lnTo>
                    <a:pt x="77219" y="22917"/>
                  </a:lnTo>
                  <a:lnTo>
                    <a:pt x="78817" y="22537"/>
                  </a:lnTo>
                  <a:lnTo>
                    <a:pt x="81115" y="21593"/>
                  </a:lnTo>
                  <a:lnTo>
                    <a:pt x="82218" y="20627"/>
                  </a:lnTo>
                  <a:lnTo>
                    <a:pt x="82964" y="19577"/>
                  </a:lnTo>
                  <a:lnTo>
                    <a:pt x="84044" y="14106"/>
                  </a:lnTo>
                  <a:lnTo>
                    <a:pt x="84295" y="13870"/>
                  </a:lnTo>
                  <a:lnTo>
                    <a:pt x="84615" y="13551"/>
                  </a:lnTo>
                  <a:lnTo>
                    <a:pt x="88640" y="15445"/>
                  </a:lnTo>
                  <a:lnTo>
                    <a:pt x="88998" y="15126"/>
                  </a:lnTo>
                  <a:lnTo>
                    <a:pt x="89682" y="14821"/>
                  </a:lnTo>
                  <a:lnTo>
                    <a:pt x="90991" y="13368"/>
                  </a:lnTo>
                  <a:lnTo>
                    <a:pt x="91280" y="12273"/>
                  </a:lnTo>
                  <a:lnTo>
                    <a:pt x="91249" y="10180"/>
                  </a:lnTo>
                  <a:lnTo>
                    <a:pt x="91371" y="8210"/>
                  </a:lnTo>
                  <a:lnTo>
                    <a:pt x="91622" y="7578"/>
                  </a:lnTo>
                  <a:lnTo>
                    <a:pt x="92223" y="7814"/>
                  </a:lnTo>
                  <a:lnTo>
                    <a:pt x="93958" y="8834"/>
                  </a:lnTo>
                  <a:lnTo>
                    <a:pt x="95336" y="9990"/>
                  </a:lnTo>
                  <a:lnTo>
                    <a:pt x="96621" y="12889"/>
                  </a:lnTo>
                  <a:lnTo>
                    <a:pt x="99627" y="13657"/>
                  </a:lnTo>
                  <a:lnTo>
                    <a:pt x="103423" y="13733"/>
                  </a:lnTo>
                  <a:lnTo>
                    <a:pt x="104778" y="12440"/>
                  </a:lnTo>
                  <a:lnTo>
                    <a:pt x="106010" y="12143"/>
                  </a:lnTo>
                  <a:lnTo>
                    <a:pt x="107403" y="12539"/>
                  </a:lnTo>
                  <a:lnTo>
                    <a:pt x="110340" y="12988"/>
                  </a:lnTo>
                  <a:lnTo>
                    <a:pt x="110666" y="10652"/>
                  </a:lnTo>
                  <a:lnTo>
                    <a:pt x="112356" y="8210"/>
                  </a:lnTo>
                  <a:lnTo>
                    <a:pt x="113124" y="7358"/>
                  </a:lnTo>
                  <a:lnTo>
                    <a:pt x="115277" y="7441"/>
                  </a:lnTo>
                  <a:lnTo>
                    <a:pt x="115802" y="5615"/>
                  </a:lnTo>
                  <a:lnTo>
                    <a:pt x="116335" y="555"/>
                  </a:lnTo>
                  <a:lnTo>
                    <a:pt x="116784" y="0"/>
                  </a:lnTo>
                  <a:lnTo>
                    <a:pt x="118351" y="107"/>
                  </a:lnTo>
                  <a:lnTo>
                    <a:pt x="119911" y="1027"/>
                  </a:lnTo>
                  <a:lnTo>
                    <a:pt x="120375" y="1780"/>
                  </a:lnTo>
                  <a:lnTo>
                    <a:pt x="121189" y="1720"/>
                  </a:lnTo>
                  <a:lnTo>
                    <a:pt x="122323" y="1202"/>
                  </a:lnTo>
                  <a:lnTo>
                    <a:pt x="123563" y="875"/>
                  </a:lnTo>
                  <a:lnTo>
                    <a:pt x="125534" y="1415"/>
                  </a:lnTo>
                  <a:lnTo>
                    <a:pt x="129726" y="3713"/>
                  </a:lnTo>
                  <a:lnTo>
                    <a:pt x="131895" y="4558"/>
                  </a:lnTo>
                  <a:lnTo>
                    <a:pt x="133264" y="4398"/>
                  </a:lnTo>
                  <a:lnTo>
                    <a:pt x="134550" y="4428"/>
                  </a:lnTo>
                  <a:lnTo>
                    <a:pt x="139503" y="7974"/>
                  </a:lnTo>
                  <a:lnTo>
                    <a:pt x="142965" y="8468"/>
                  </a:lnTo>
                  <a:lnTo>
                    <a:pt x="146123" y="8483"/>
                  </a:lnTo>
                  <a:lnTo>
                    <a:pt x="147142" y="7418"/>
                  </a:lnTo>
                  <a:lnTo>
                    <a:pt x="148481" y="6513"/>
                  </a:lnTo>
                  <a:lnTo>
                    <a:pt x="149889" y="6635"/>
                  </a:lnTo>
                  <a:lnTo>
                    <a:pt x="151114" y="7099"/>
                  </a:lnTo>
                  <a:lnTo>
                    <a:pt x="153503" y="8636"/>
                  </a:lnTo>
                  <a:lnTo>
                    <a:pt x="154606" y="9031"/>
                  </a:lnTo>
                  <a:lnTo>
                    <a:pt x="156075" y="9282"/>
                  </a:lnTo>
                  <a:lnTo>
                    <a:pt x="157147" y="9625"/>
                  </a:lnTo>
                  <a:lnTo>
                    <a:pt x="158098" y="12288"/>
                  </a:lnTo>
                  <a:close/>
                </a:path>
              </a:pathLst>
            </a:custGeom>
            <a:solidFill>
              <a:srgbClr val="2562E8"/>
            </a:solidFill>
            <a:ln w="6168" cap="flat">
              <a:solidFill>
                <a:srgbClr val="2562E8"/>
              </a:solidFill>
              <a:prstDash val="solid"/>
              <a:miter/>
            </a:ln>
          </p:spPr>
          <p:txBody>
            <a:bodyPr/>
            <a:lstStyle/>
            <a:p>
              <a:endParaRPr lang="en-US"/>
            </a:p>
          </p:txBody>
        </p:sp>
        <p:sp>
          <p:nvSpPr>
            <p:cNvPr id="40" name="Freeform: Shape 39">
              <a:extLst>
                <a:ext uri="{FF2B5EF4-FFF2-40B4-BE49-F238E27FC236}">
                  <a16:creationId xmlns:a16="http://schemas.microsoft.com/office/drawing/2014/main" id="{AD4FB557-342C-405F-9B47-F15032D007D6}"/>
                </a:ext>
              </a:extLst>
            </p:cNvPr>
            <p:cNvSpPr/>
            <p:nvPr/>
          </p:nvSpPr>
          <p:spPr>
            <a:xfrm>
              <a:off x="11984834" y="5218563"/>
              <a:ext cx="983339" cy="1181837"/>
            </a:xfrm>
            <a:custGeom>
              <a:avLst/>
              <a:gdLst>
                <a:gd name="csX0" fmla="*/ 373611 w 983339"/>
                <a:gd name="csY0" fmla="*/ 27064 h 1181837"/>
                <a:gd name="csX1" fmla="*/ 372835 w 983339"/>
                <a:gd name="csY1" fmla="*/ 25116 h 1181837"/>
                <a:gd name="csX2" fmla="*/ 373177 w 983339"/>
                <a:gd name="csY2" fmla="*/ 24629 h 1181837"/>
                <a:gd name="csX3" fmla="*/ 373573 w 983339"/>
                <a:gd name="csY3" fmla="*/ 24370 h 1181837"/>
                <a:gd name="csX4" fmla="*/ 374075 w 983339"/>
                <a:gd name="csY4" fmla="*/ 24431 h 1181837"/>
                <a:gd name="csX5" fmla="*/ 376053 w 983339"/>
                <a:gd name="csY5" fmla="*/ 26516 h 1181837"/>
                <a:gd name="csX6" fmla="*/ 376913 w 983339"/>
                <a:gd name="csY6" fmla="*/ 27086 h 1181837"/>
                <a:gd name="csX7" fmla="*/ 378176 w 983339"/>
                <a:gd name="csY7" fmla="*/ 28601 h 1181837"/>
                <a:gd name="csX8" fmla="*/ 381029 w 983339"/>
                <a:gd name="csY8" fmla="*/ 28783 h 1181837"/>
                <a:gd name="csX9" fmla="*/ 384453 w 983339"/>
                <a:gd name="csY9" fmla="*/ 27155 h 1181837"/>
                <a:gd name="csX10" fmla="*/ 386051 w 983339"/>
                <a:gd name="csY10" fmla="*/ 27817 h 1181837"/>
                <a:gd name="csX11" fmla="*/ 386812 w 983339"/>
                <a:gd name="csY11" fmla="*/ 27695 h 1181837"/>
                <a:gd name="csX12" fmla="*/ 389323 w 983339"/>
                <a:gd name="csY12" fmla="*/ 26151 h 1181837"/>
                <a:gd name="csX13" fmla="*/ 390959 w 983339"/>
                <a:gd name="csY13" fmla="*/ 25709 h 1181837"/>
                <a:gd name="csX14" fmla="*/ 392054 w 983339"/>
                <a:gd name="csY14" fmla="*/ 24568 h 1181837"/>
                <a:gd name="csX15" fmla="*/ 393165 w 983339"/>
                <a:gd name="csY15" fmla="*/ 25801 h 1181837"/>
                <a:gd name="csX16" fmla="*/ 395646 w 983339"/>
                <a:gd name="csY16" fmla="*/ 27231 h 1181837"/>
                <a:gd name="csX17" fmla="*/ 396429 w 983339"/>
                <a:gd name="csY17" fmla="*/ 28730 h 1181837"/>
                <a:gd name="csX18" fmla="*/ 397479 w 983339"/>
                <a:gd name="csY18" fmla="*/ 29438 h 1181837"/>
                <a:gd name="csX19" fmla="*/ 397829 w 983339"/>
                <a:gd name="csY19" fmla="*/ 29909 h 1181837"/>
                <a:gd name="csX20" fmla="*/ 396315 w 983339"/>
                <a:gd name="csY20" fmla="*/ 31484 h 1181837"/>
                <a:gd name="csX21" fmla="*/ 396125 w 983339"/>
                <a:gd name="csY21" fmla="*/ 33181 h 1181837"/>
                <a:gd name="csX22" fmla="*/ 394504 w 983339"/>
                <a:gd name="csY22" fmla="*/ 33067 h 1181837"/>
                <a:gd name="csX23" fmla="*/ 392564 w 983339"/>
                <a:gd name="csY23" fmla="*/ 35852 h 1181837"/>
                <a:gd name="csX24" fmla="*/ 385283 w 983339"/>
                <a:gd name="csY24" fmla="*/ 40523 h 1181837"/>
                <a:gd name="csX25" fmla="*/ 378747 w 983339"/>
                <a:gd name="csY25" fmla="*/ 36536 h 1181837"/>
                <a:gd name="csX26" fmla="*/ 375909 w 983339"/>
                <a:gd name="csY26" fmla="*/ 33843 h 1181837"/>
                <a:gd name="csX27" fmla="*/ 374007 w 983339"/>
                <a:gd name="csY27" fmla="*/ 30115 h 1181837"/>
                <a:gd name="csX28" fmla="*/ 373611 w 983339"/>
                <a:gd name="csY28" fmla="*/ 27064 h 1181837"/>
                <a:gd name="csX29" fmla="*/ 514118 w 983339"/>
                <a:gd name="csY29" fmla="*/ 123563 h 1181837"/>
                <a:gd name="csX30" fmla="*/ 514362 w 983339"/>
                <a:gd name="csY30" fmla="*/ 124666 h 1181837"/>
                <a:gd name="csX31" fmla="*/ 515519 w 983339"/>
                <a:gd name="csY31" fmla="*/ 125739 h 1181837"/>
                <a:gd name="csX32" fmla="*/ 516432 w 983339"/>
                <a:gd name="csY32" fmla="*/ 124719 h 1181837"/>
                <a:gd name="csX33" fmla="*/ 515952 w 983339"/>
                <a:gd name="csY33" fmla="*/ 123837 h 1181837"/>
                <a:gd name="csX34" fmla="*/ 515808 w 983339"/>
                <a:gd name="csY34" fmla="*/ 122178 h 1181837"/>
                <a:gd name="csX35" fmla="*/ 514636 w 983339"/>
                <a:gd name="csY35" fmla="*/ 120680 h 1181837"/>
                <a:gd name="csX36" fmla="*/ 514134 w 983339"/>
                <a:gd name="csY36" fmla="*/ 121950 h 1181837"/>
                <a:gd name="csX37" fmla="*/ 513655 w 983339"/>
                <a:gd name="csY37" fmla="*/ 122247 h 1181837"/>
                <a:gd name="csX38" fmla="*/ 513205 w 983339"/>
                <a:gd name="csY38" fmla="*/ 123259 h 1181837"/>
                <a:gd name="csX39" fmla="*/ 514118 w 983339"/>
                <a:gd name="csY39" fmla="*/ 123563 h 1181837"/>
                <a:gd name="csX40" fmla="*/ 562258 w 983339"/>
                <a:gd name="csY40" fmla="*/ 145506 h 1181837"/>
                <a:gd name="csX41" fmla="*/ 563194 w 983339"/>
                <a:gd name="csY41" fmla="*/ 145521 h 1181837"/>
                <a:gd name="csX42" fmla="*/ 564716 w 983339"/>
                <a:gd name="csY42" fmla="*/ 145019 h 1181837"/>
                <a:gd name="csX43" fmla="*/ 565507 w 983339"/>
                <a:gd name="csY43" fmla="*/ 143954 h 1181837"/>
                <a:gd name="csX44" fmla="*/ 566336 w 983339"/>
                <a:gd name="csY44" fmla="*/ 144228 h 1181837"/>
                <a:gd name="csX45" fmla="*/ 567987 w 983339"/>
                <a:gd name="csY45" fmla="*/ 142280 h 1181837"/>
                <a:gd name="csX46" fmla="*/ 569098 w 983339"/>
                <a:gd name="csY46" fmla="*/ 141321 h 1181837"/>
                <a:gd name="csX47" fmla="*/ 572050 w 983339"/>
                <a:gd name="csY47" fmla="*/ 141002 h 1181837"/>
                <a:gd name="csX48" fmla="*/ 570057 w 983339"/>
                <a:gd name="csY48" fmla="*/ 138529 h 1181837"/>
                <a:gd name="csX49" fmla="*/ 569699 w 983339"/>
                <a:gd name="csY49" fmla="*/ 138354 h 1181837"/>
                <a:gd name="csX50" fmla="*/ 566945 w 983339"/>
                <a:gd name="csY50" fmla="*/ 139313 h 1181837"/>
                <a:gd name="csX51" fmla="*/ 563399 w 983339"/>
                <a:gd name="csY51" fmla="*/ 139944 h 1181837"/>
                <a:gd name="csX52" fmla="*/ 562030 w 983339"/>
                <a:gd name="csY52" fmla="*/ 141276 h 1181837"/>
                <a:gd name="csX53" fmla="*/ 560615 w 983339"/>
                <a:gd name="csY53" fmla="*/ 143459 h 1181837"/>
                <a:gd name="csX54" fmla="*/ 560295 w 983339"/>
                <a:gd name="csY54" fmla="*/ 145407 h 1181837"/>
                <a:gd name="csX55" fmla="*/ 560546 w 983339"/>
                <a:gd name="csY55" fmla="*/ 146024 h 1181837"/>
                <a:gd name="csX56" fmla="*/ 562258 w 983339"/>
                <a:gd name="csY56" fmla="*/ 145506 h 1181837"/>
                <a:gd name="csX57" fmla="*/ 624785 w 983339"/>
                <a:gd name="csY57" fmla="*/ 2207 h 1181837"/>
                <a:gd name="csX58" fmla="*/ 625303 w 983339"/>
                <a:gd name="csY58" fmla="*/ 723 h 1181837"/>
                <a:gd name="csX59" fmla="*/ 624382 w 983339"/>
                <a:gd name="csY59" fmla="*/ 0 h 1181837"/>
                <a:gd name="csX60" fmla="*/ 623286 w 983339"/>
                <a:gd name="csY60" fmla="*/ 1514 h 1181837"/>
                <a:gd name="csX61" fmla="*/ 624230 w 983339"/>
                <a:gd name="csY61" fmla="*/ 2792 h 1181837"/>
                <a:gd name="csX62" fmla="*/ 624785 w 983339"/>
                <a:gd name="csY62" fmla="*/ 2207 h 1181837"/>
                <a:gd name="csX63" fmla="*/ 505871 w 983339"/>
                <a:gd name="csY63" fmla="*/ 28654 h 1181837"/>
                <a:gd name="csX64" fmla="*/ 508922 w 983339"/>
                <a:gd name="csY64" fmla="*/ 24675 h 1181837"/>
                <a:gd name="csX65" fmla="*/ 509751 w 983339"/>
                <a:gd name="csY65" fmla="*/ 20733 h 1181837"/>
                <a:gd name="csX66" fmla="*/ 508709 w 983339"/>
                <a:gd name="csY66" fmla="*/ 21000 h 1181837"/>
                <a:gd name="csX67" fmla="*/ 508610 w 983339"/>
                <a:gd name="csY67" fmla="*/ 22734 h 1181837"/>
                <a:gd name="csX68" fmla="*/ 508252 w 983339"/>
                <a:gd name="csY68" fmla="*/ 23899 h 1181837"/>
                <a:gd name="csX69" fmla="*/ 507773 w 983339"/>
                <a:gd name="csY69" fmla="*/ 24317 h 1181837"/>
                <a:gd name="csX70" fmla="*/ 506944 w 983339"/>
                <a:gd name="csY70" fmla="*/ 25055 h 1181837"/>
                <a:gd name="csX71" fmla="*/ 505041 w 983339"/>
                <a:gd name="csY71" fmla="*/ 28220 h 1181837"/>
                <a:gd name="csX72" fmla="*/ 504227 w 983339"/>
                <a:gd name="csY72" fmla="*/ 29004 h 1181837"/>
                <a:gd name="csX73" fmla="*/ 504334 w 983339"/>
                <a:gd name="csY73" fmla="*/ 29978 h 1181837"/>
                <a:gd name="csX74" fmla="*/ 505871 w 983339"/>
                <a:gd name="csY74" fmla="*/ 28654 h 1181837"/>
                <a:gd name="csX75" fmla="*/ 418220 w 983339"/>
                <a:gd name="csY75" fmla="*/ 24005 h 1181837"/>
                <a:gd name="csX76" fmla="*/ 419924 w 983339"/>
                <a:gd name="csY76" fmla="*/ 27345 h 1181837"/>
                <a:gd name="csX77" fmla="*/ 420351 w 983339"/>
                <a:gd name="csY77" fmla="*/ 27011 h 1181837"/>
                <a:gd name="csX78" fmla="*/ 421119 w 983339"/>
                <a:gd name="csY78" fmla="*/ 24119 h 1181837"/>
                <a:gd name="csX79" fmla="*/ 420427 w 983339"/>
                <a:gd name="csY79" fmla="*/ 22765 h 1181837"/>
                <a:gd name="csX80" fmla="*/ 420351 w 983339"/>
                <a:gd name="csY80" fmla="*/ 20414 h 1181837"/>
                <a:gd name="csX81" fmla="*/ 420039 w 983339"/>
                <a:gd name="csY81" fmla="*/ 19790 h 1181837"/>
                <a:gd name="csX82" fmla="*/ 419164 w 983339"/>
                <a:gd name="csY82" fmla="*/ 21076 h 1181837"/>
                <a:gd name="csX83" fmla="*/ 418015 w 983339"/>
                <a:gd name="csY83" fmla="*/ 21266 h 1181837"/>
                <a:gd name="csX84" fmla="*/ 418707 w 983339"/>
                <a:gd name="csY84" fmla="*/ 22970 h 1181837"/>
                <a:gd name="csX85" fmla="*/ 418220 w 983339"/>
                <a:gd name="csY85" fmla="*/ 24005 h 1181837"/>
                <a:gd name="csX86" fmla="*/ 501184 w 983339"/>
                <a:gd name="csY86" fmla="*/ 33082 h 1181837"/>
                <a:gd name="csX87" fmla="*/ 503132 w 983339"/>
                <a:gd name="csY87" fmla="*/ 31484 h 1181837"/>
                <a:gd name="csX88" fmla="*/ 503322 w 983339"/>
                <a:gd name="csY88" fmla="*/ 30548 h 1181837"/>
                <a:gd name="csX89" fmla="*/ 502675 w 983339"/>
                <a:gd name="csY89" fmla="*/ 31005 h 1181837"/>
                <a:gd name="csX90" fmla="*/ 498788 w 983339"/>
                <a:gd name="csY90" fmla="*/ 32938 h 1181837"/>
                <a:gd name="csX91" fmla="*/ 496931 w 983339"/>
                <a:gd name="csY91" fmla="*/ 35114 h 1181837"/>
                <a:gd name="csX92" fmla="*/ 500309 w 983339"/>
                <a:gd name="csY92" fmla="*/ 33501 h 1181837"/>
                <a:gd name="csX93" fmla="*/ 501184 w 983339"/>
                <a:gd name="csY93" fmla="*/ 33082 h 1181837"/>
                <a:gd name="csX94" fmla="*/ 511166 w 983339"/>
                <a:gd name="csY94" fmla="*/ 121387 h 1181837"/>
                <a:gd name="csX95" fmla="*/ 511509 w 983339"/>
                <a:gd name="csY95" fmla="*/ 121227 h 1181837"/>
                <a:gd name="csX96" fmla="*/ 512095 w 983339"/>
                <a:gd name="csY96" fmla="*/ 120543 h 1181837"/>
                <a:gd name="csX97" fmla="*/ 511813 w 983339"/>
                <a:gd name="csY97" fmla="*/ 118640 h 1181837"/>
                <a:gd name="csX98" fmla="*/ 511144 w 983339"/>
                <a:gd name="csY98" fmla="*/ 119553 h 1181837"/>
                <a:gd name="csX99" fmla="*/ 511166 w 983339"/>
                <a:gd name="csY99" fmla="*/ 121387 h 1181837"/>
                <a:gd name="csX100" fmla="*/ 624002 w 983339"/>
                <a:gd name="csY100" fmla="*/ 12706 h 1181837"/>
                <a:gd name="csX101" fmla="*/ 623887 w 983339"/>
                <a:gd name="csY101" fmla="*/ 13308 h 1181837"/>
                <a:gd name="csX102" fmla="*/ 624131 w 983339"/>
                <a:gd name="csY102" fmla="*/ 14677 h 1181837"/>
                <a:gd name="csX103" fmla="*/ 625287 w 983339"/>
                <a:gd name="csY103" fmla="*/ 15324 h 1181837"/>
                <a:gd name="csX104" fmla="*/ 627068 w 983339"/>
                <a:gd name="csY104" fmla="*/ 14084 h 1181837"/>
                <a:gd name="csX105" fmla="*/ 625424 w 983339"/>
                <a:gd name="csY105" fmla="*/ 11649 h 1181837"/>
                <a:gd name="csX106" fmla="*/ 624002 w 983339"/>
                <a:gd name="csY106" fmla="*/ 12706 h 1181837"/>
                <a:gd name="csX107" fmla="*/ 503824 w 983339"/>
                <a:gd name="csY107" fmla="*/ 120413 h 1181837"/>
                <a:gd name="csX108" fmla="*/ 504068 w 983339"/>
                <a:gd name="csY108" fmla="*/ 121387 h 1181837"/>
                <a:gd name="csX109" fmla="*/ 504425 w 983339"/>
                <a:gd name="csY109" fmla="*/ 121501 h 1181837"/>
                <a:gd name="csX110" fmla="*/ 505704 w 983339"/>
                <a:gd name="csY110" fmla="*/ 121410 h 1181837"/>
                <a:gd name="csX111" fmla="*/ 506168 w 983339"/>
                <a:gd name="csY111" fmla="*/ 119553 h 1181837"/>
                <a:gd name="csX112" fmla="*/ 505605 w 983339"/>
                <a:gd name="csY112" fmla="*/ 119325 h 1181837"/>
                <a:gd name="csX113" fmla="*/ 504250 w 983339"/>
                <a:gd name="csY113" fmla="*/ 119531 h 1181837"/>
                <a:gd name="csX114" fmla="*/ 503824 w 983339"/>
                <a:gd name="csY114" fmla="*/ 120413 h 1181837"/>
                <a:gd name="csX115" fmla="*/ 511996 w 983339"/>
                <a:gd name="csY115" fmla="*/ 89986 h 1181837"/>
                <a:gd name="csX116" fmla="*/ 509896 w 983339"/>
                <a:gd name="csY116" fmla="*/ 89127 h 1181837"/>
                <a:gd name="csX117" fmla="*/ 509104 w 983339"/>
                <a:gd name="csY117" fmla="*/ 88191 h 1181837"/>
                <a:gd name="csX118" fmla="*/ 509006 w 983339"/>
                <a:gd name="csY118" fmla="*/ 87263 h 1181837"/>
                <a:gd name="csX119" fmla="*/ 509919 w 983339"/>
                <a:gd name="csY119" fmla="*/ 84485 h 1181837"/>
                <a:gd name="csX120" fmla="*/ 510489 w 983339"/>
                <a:gd name="csY120" fmla="*/ 83649 h 1181837"/>
                <a:gd name="csX121" fmla="*/ 511090 w 983339"/>
                <a:gd name="csY121" fmla="*/ 83413 h 1181837"/>
                <a:gd name="csX122" fmla="*/ 512429 w 983339"/>
                <a:gd name="csY122" fmla="*/ 81891 h 1181837"/>
                <a:gd name="csX123" fmla="*/ 512110 w 983339"/>
                <a:gd name="csY123" fmla="*/ 81008 h 1181837"/>
                <a:gd name="csX124" fmla="*/ 511676 w 983339"/>
                <a:gd name="csY124" fmla="*/ 80506 h 1181837"/>
                <a:gd name="csX125" fmla="*/ 511136 w 983339"/>
                <a:gd name="csY125" fmla="*/ 80225 h 1181837"/>
                <a:gd name="csX126" fmla="*/ 510269 w 983339"/>
                <a:gd name="csY126" fmla="*/ 82226 h 1181837"/>
                <a:gd name="csX127" fmla="*/ 509272 w 983339"/>
                <a:gd name="csY127" fmla="*/ 82287 h 1181837"/>
                <a:gd name="csX128" fmla="*/ 508351 w 983339"/>
                <a:gd name="csY128" fmla="*/ 81381 h 1181837"/>
                <a:gd name="csX129" fmla="*/ 507948 w 983339"/>
                <a:gd name="csY129" fmla="*/ 79685 h 1181837"/>
                <a:gd name="csX130" fmla="*/ 508077 w 983339"/>
                <a:gd name="csY130" fmla="*/ 78711 h 1181837"/>
                <a:gd name="csX131" fmla="*/ 507089 w 983339"/>
                <a:gd name="csY131" fmla="*/ 78589 h 1181837"/>
                <a:gd name="csX132" fmla="*/ 505536 w 983339"/>
                <a:gd name="csY132" fmla="*/ 79578 h 1181837"/>
                <a:gd name="csX133" fmla="*/ 504486 w 983339"/>
                <a:gd name="csY133" fmla="*/ 81161 h 1181837"/>
                <a:gd name="csX134" fmla="*/ 502150 w 983339"/>
                <a:gd name="csY134" fmla="*/ 82720 h 1181837"/>
                <a:gd name="csX135" fmla="*/ 501869 w 983339"/>
                <a:gd name="csY135" fmla="*/ 85916 h 1181837"/>
                <a:gd name="csX136" fmla="*/ 502219 w 983339"/>
                <a:gd name="csY136" fmla="*/ 88434 h 1181837"/>
                <a:gd name="csX137" fmla="*/ 501458 w 983339"/>
                <a:gd name="csY137" fmla="*/ 89515 h 1181837"/>
                <a:gd name="csX138" fmla="*/ 500248 w 983339"/>
                <a:gd name="csY138" fmla="*/ 90306 h 1181837"/>
                <a:gd name="csX139" fmla="*/ 500842 w 983339"/>
                <a:gd name="csY139" fmla="*/ 90679 h 1181837"/>
                <a:gd name="csX140" fmla="*/ 502911 w 983339"/>
                <a:gd name="csY140" fmla="*/ 90801 h 1181837"/>
                <a:gd name="csX141" fmla="*/ 506952 w 983339"/>
                <a:gd name="csY141" fmla="*/ 91805 h 1181837"/>
                <a:gd name="csX142" fmla="*/ 509371 w 983339"/>
                <a:gd name="csY142" fmla="*/ 91645 h 1181837"/>
                <a:gd name="csX143" fmla="*/ 512171 w 983339"/>
                <a:gd name="csY143" fmla="*/ 92079 h 1181837"/>
                <a:gd name="csX144" fmla="*/ 512962 w 983339"/>
                <a:gd name="csY144" fmla="*/ 91052 h 1181837"/>
                <a:gd name="csX145" fmla="*/ 513381 w 983339"/>
                <a:gd name="csY145" fmla="*/ 89697 h 1181837"/>
                <a:gd name="csX146" fmla="*/ 513023 w 983339"/>
                <a:gd name="csY146" fmla="*/ 89583 h 1181837"/>
                <a:gd name="csX147" fmla="*/ 511996 w 983339"/>
                <a:gd name="csY147" fmla="*/ 89986 h 1181837"/>
                <a:gd name="csX148" fmla="*/ 818469 w 983339"/>
                <a:gd name="csY148" fmla="*/ 305301 h 1181837"/>
                <a:gd name="csX149" fmla="*/ 818964 w 983339"/>
                <a:gd name="csY149" fmla="*/ 304989 h 1181837"/>
                <a:gd name="csX150" fmla="*/ 819702 w 983339"/>
                <a:gd name="csY150" fmla="*/ 304015 h 1181837"/>
                <a:gd name="csX151" fmla="*/ 819237 w 983339"/>
                <a:gd name="csY151" fmla="*/ 302813 h 1181837"/>
                <a:gd name="csX152" fmla="*/ 818263 w 983339"/>
                <a:gd name="csY152" fmla="*/ 301109 h 1181837"/>
                <a:gd name="csX153" fmla="*/ 818507 w 983339"/>
                <a:gd name="csY153" fmla="*/ 299602 h 1181837"/>
                <a:gd name="csX154" fmla="*/ 817906 w 983339"/>
                <a:gd name="csY154" fmla="*/ 299222 h 1181837"/>
                <a:gd name="csX155" fmla="*/ 817237 w 983339"/>
                <a:gd name="csY155" fmla="*/ 299290 h 1181837"/>
                <a:gd name="csX156" fmla="*/ 816506 w 983339"/>
                <a:gd name="csY156" fmla="*/ 298705 h 1181837"/>
                <a:gd name="csX157" fmla="*/ 814657 w 983339"/>
                <a:gd name="csY157" fmla="*/ 298004 h 1181837"/>
                <a:gd name="csX158" fmla="*/ 814087 w 983339"/>
                <a:gd name="csY158" fmla="*/ 299618 h 1181837"/>
                <a:gd name="csX159" fmla="*/ 817312 w 983339"/>
                <a:gd name="csY159" fmla="*/ 304495 h 1181837"/>
                <a:gd name="csX160" fmla="*/ 818469 w 983339"/>
                <a:gd name="csY160" fmla="*/ 305301 h 1181837"/>
                <a:gd name="csX161" fmla="*/ 857204 w 983339"/>
                <a:gd name="csY161" fmla="*/ 352147 h 1181837"/>
                <a:gd name="csX162" fmla="*/ 857744 w 983339"/>
                <a:gd name="csY162" fmla="*/ 351500 h 1181837"/>
                <a:gd name="csX163" fmla="*/ 857881 w 983339"/>
                <a:gd name="csY163" fmla="*/ 349887 h 1181837"/>
                <a:gd name="csX164" fmla="*/ 859114 w 983339"/>
                <a:gd name="csY164" fmla="*/ 345893 h 1181837"/>
                <a:gd name="csX165" fmla="*/ 863573 w 983339"/>
                <a:gd name="csY165" fmla="*/ 335332 h 1181837"/>
                <a:gd name="csX166" fmla="*/ 863763 w 983339"/>
                <a:gd name="csY166" fmla="*/ 333331 h 1181837"/>
                <a:gd name="csX167" fmla="*/ 862454 w 983339"/>
                <a:gd name="csY167" fmla="*/ 331870 h 1181837"/>
                <a:gd name="csX168" fmla="*/ 862112 w 983339"/>
                <a:gd name="csY168" fmla="*/ 327731 h 1181837"/>
                <a:gd name="csX169" fmla="*/ 861579 w 983339"/>
                <a:gd name="csY169" fmla="*/ 327510 h 1181837"/>
                <a:gd name="csX170" fmla="*/ 860856 w 983339"/>
                <a:gd name="csY170" fmla="*/ 327762 h 1181837"/>
                <a:gd name="csX171" fmla="*/ 859951 w 983339"/>
                <a:gd name="csY171" fmla="*/ 328355 h 1181837"/>
                <a:gd name="csX172" fmla="*/ 859159 w 983339"/>
                <a:gd name="csY172" fmla="*/ 329527 h 1181837"/>
                <a:gd name="csX173" fmla="*/ 860072 w 983339"/>
                <a:gd name="csY173" fmla="*/ 329945 h 1181837"/>
                <a:gd name="csX174" fmla="*/ 861259 w 983339"/>
                <a:gd name="csY174" fmla="*/ 332045 h 1181837"/>
                <a:gd name="csX175" fmla="*/ 860948 w 983339"/>
                <a:gd name="csY175" fmla="*/ 333993 h 1181837"/>
                <a:gd name="csX176" fmla="*/ 860133 w 983339"/>
                <a:gd name="csY176" fmla="*/ 335515 h 1181837"/>
                <a:gd name="csX177" fmla="*/ 856908 w 983339"/>
                <a:gd name="csY177" fmla="*/ 338383 h 1181837"/>
                <a:gd name="csX178" fmla="*/ 857387 w 983339"/>
                <a:gd name="csY178" fmla="*/ 340947 h 1181837"/>
                <a:gd name="csX179" fmla="*/ 857189 w 983339"/>
                <a:gd name="csY179" fmla="*/ 342172 h 1181837"/>
                <a:gd name="csX180" fmla="*/ 856078 w 983339"/>
                <a:gd name="csY180" fmla="*/ 344386 h 1181837"/>
                <a:gd name="csX181" fmla="*/ 855599 w 983339"/>
                <a:gd name="csY181" fmla="*/ 346806 h 1181837"/>
                <a:gd name="csX182" fmla="*/ 856245 w 983339"/>
                <a:gd name="csY182" fmla="*/ 350990 h 1181837"/>
                <a:gd name="csX183" fmla="*/ 857204 w 983339"/>
                <a:gd name="csY183" fmla="*/ 352147 h 1181837"/>
                <a:gd name="csX184" fmla="*/ 865079 w 983339"/>
                <a:gd name="csY184" fmla="*/ 389010 h 1181837"/>
                <a:gd name="csX185" fmla="*/ 865543 w 983339"/>
                <a:gd name="csY185" fmla="*/ 388653 h 1181837"/>
                <a:gd name="csX186" fmla="*/ 865201 w 983339"/>
                <a:gd name="csY186" fmla="*/ 385914 h 1181837"/>
                <a:gd name="csX187" fmla="*/ 866061 w 983339"/>
                <a:gd name="csY187" fmla="*/ 382011 h 1181837"/>
                <a:gd name="csX188" fmla="*/ 865322 w 983339"/>
                <a:gd name="csY188" fmla="*/ 381820 h 1181837"/>
                <a:gd name="csX189" fmla="*/ 864204 w 983339"/>
                <a:gd name="csY189" fmla="*/ 382285 h 1181837"/>
                <a:gd name="csX190" fmla="*/ 863885 w 983339"/>
                <a:gd name="csY190" fmla="*/ 384415 h 1181837"/>
                <a:gd name="csX191" fmla="*/ 864128 w 983339"/>
                <a:gd name="csY191" fmla="*/ 386720 h 1181837"/>
                <a:gd name="csX192" fmla="*/ 865079 w 983339"/>
                <a:gd name="csY192" fmla="*/ 389010 h 1181837"/>
                <a:gd name="csX193" fmla="*/ 864653 w 983339"/>
                <a:gd name="csY193" fmla="*/ 393195 h 1181837"/>
                <a:gd name="csX194" fmla="*/ 864546 w 983339"/>
                <a:gd name="csY194" fmla="*/ 397015 h 1181837"/>
                <a:gd name="csX195" fmla="*/ 865201 w 983339"/>
                <a:gd name="csY195" fmla="*/ 398004 h 1181837"/>
                <a:gd name="csX196" fmla="*/ 865756 w 983339"/>
                <a:gd name="csY196" fmla="*/ 398133 h 1181837"/>
                <a:gd name="csX197" fmla="*/ 867597 w 983339"/>
                <a:gd name="csY197" fmla="*/ 391537 h 1181837"/>
                <a:gd name="csX198" fmla="*/ 867232 w 983339"/>
                <a:gd name="csY198" fmla="*/ 391202 h 1181837"/>
                <a:gd name="csX199" fmla="*/ 865391 w 983339"/>
                <a:gd name="csY199" fmla="*/ 390791 h 1181837"/>
                <a:gd name="csX200" fmla="*/ 864653 w 983339"/>
                <a:gd name="csY200" fmla="*/ 393195 h 1181837"/>
                <a:gd name="csX201" fmla="*/ 803069 w 983339"/>
                <a:gd name="csY201" fmla="*/ 271770 h 1181837"/>
                <a:gd name="csX202" fmla="*/ 803754 w 983339"/>
                <a:gd name="csY202" fmla="*/ 271412 h 1181837"/>
                <a:gd name="csX203" fmla="*/ 803176 w 983339"/>
                <a:gd name="csY203" fmla="*/ 269609 h 1181837"/>
                <a:gd name="csX204" fmla="*/ 802461 w 983339"/>
                <a:gd name="csY204" fmla="*/ 269206 h 1181837"/>
                <a:gd name="csX205" fmla="*/ 802384 w 983339"/>
                <a:gd name="csY205" fmla="*/ 270515 h 1181837"/>
                <a:gd name="csX206" fmla="*/ 801905 w 983339"/>
                <a:gd name="csY206" fmla="*/ 271435 h 1181837"/>
                <a:gd name="csX207" fmla="*/ 802453 w 983339"/>
                <a:gd name="csY207" fmla="*/ 271823 h 1181837"/>
                <a:gd name="csX208" fmla="*/ 803069 w 983339"/>
                <a:gd name="csY208" fmla="*/ 271770 h 1181837"/>
                <a:gd name="csX209" fmla="*/ 790508 w 983339"/>
                <a:gd name="csY209" fmla="*/ 268803 h 1181837"/>
                <a:gd name="csX210" fmla="*/ 790500 w 983339"/>
                <a:gd name="csY210" fmla="*/ 267799 h 1181837"/>
                <a:gd name="csX211" fmla="*/ 790165 w 983339"/>
                <a:gd name="csY211" fmla="*/ 265493 h 1181837"/>
                <a:gd name="csX212" fmla="*/ 789374 w 983339"/>
                <a:gd name="csY212" fmla="*/ 266072 h 1181837"/>
                <a:gd name="csX213" fmla="*/ 789245 w 983339"/>
                <a:gd name="csY213" fmla="*/ 267821 h 1181837"/>
                <a:gd name="csX214" fmla="*/ 789754 w 983339"/>
                <a:gd name="csY214" fmla="*/ 269495 h 1181837"/>
                <a:gd name="csX215" fmla="*/ 790508 w 983339"/>
                <a:gd name="csY215" fmla="*/ 268803 h 1181837"/>
                <a:gd name="csX216" fmla="*/ 709096 w 983339"/>
                <a:gd name="csY216" fmla="*/ 180528 h 1181837"/>
                <a:gd name="csX217" fmla="*/ 710701 w 983339"/>
                <a:gd name="csY217" fmla="*/ 182103 h 1181837"/>
                <a:gd name="csX218" fmla="*/ 711652 w 983339"/>
                <a:gd name="csY218" fmla="*/ 184066 h 1181837"/>
                <a:gd name="csX219" fmla="*/ 712999 w 983339"/>
                <a:gd name="csY219" fmla="*/ 184827 h 1181837"/>
                <a:gd name="csX220" fmla="*/ 713600 w 983339"/>
                <a:gd name="csY220" fmla="*/ 184021 h 1181837"/>
                <a:gd name="csX221" fmla="*/ 713920 w 983339"/>
                <a:gd name="csY221" fmla="*/ 182933 h 1181837"/>
                <a:gd name="csX222" fmla="*/ 712999 w 983339"/>
                <a:gd name="csY222" fmla="*/ 181281 h 1181837"/>
                <a:gd name="csX223" fmla="*/ 712557 w 983339"/>
                <a:gd name="csY223" fmla="*/ 179159 h 1181837"/>
                <a:gd name="csX224" fmla="*/ 711934 w 983339"/>
                <a:gd name="csY224" fmla="*/ 179037 h 1181837"/>
                <a:gd name="csX225" fmla="*/ 711546 w 983339"/>
                <a:gd name="csY225" fmla="*/ 179379 h 1181837"/>
                <a:gd name="csX226" fmla="*/ 710602 w 983339"/>
                <a:gd name="csY226" fmla="*/ 179691 h 1181837"/>
                <a:gd name="csX227" fmla="*/ 708723 w 983339"/>
                <a:gd name="csY227" fmla="*/ 179615 h 1181837"/>
                <a:gd name="csX228" fmla="*/ 709096 w 983339"/>
                <a:gd name="csY228" fmla="*/ 180528 h 1181837"/>
                <a:gd name="csX229" fmla="*/ 627174 w 983339"/>
                <a:gd name="csY229" fmla="*/ 4367 h 1181837"/>
                <a:gd name="csX230" fmla="*/ 628445 w 983339"/>
                <a:gd name="csY230" fmla="*/ 3028 h 1181837"/>
                <a:gd name="csX231" fmla="*/ 627593 w 983339"/>
                <a:gd name="csY231" fmla="*/ 1910 h 1181837"/>
                <a:gd name="csX232" fmla="*/ 625881 w 983339"/>
                <a:gd name="csY232" fmla="*/ 2108 h 1181837"/>
                <a:gd name="csX233" fmla="*/ 625379 w 983339"/>
                <a:gd name="csY233" fmla="*/ 3180 h 1181837"/>
                <a:gd name="csX234" fmla="*/ 625828 w 983339"/>
                <a:gd name="csY234" fmla="*/ 3964 h 1181837"/>
                <a:gd name="csX235" fmla="*/ 627174 w 983339"/>
                <a:gd name="csY235" fmla="*/ 4367 h 1181837"/>
                <a:gd name="csX236" fmla="*/ 769310 w 983339"/>
                <a:gd name="csY236" fmla="*/ 222284 h 1181837"/>
                <a:gd name="csX237" fmla="*/ 769751 w 983339"/>
                <a:gd name="csY237" fmla="*/ 221942 h 1181837"/>
                <a:gd name="csX238" fmla="*/ 770003 w 983339"/>
                <a:gd name="csY238" fmla="*/ 219895 h 1181837"/>
                <a:gd name="csX239" fmla="*/ 769219 w 983339"/>
                <a:gd name="csY239" fmla="*/ 220450 h 1181837"/>
                <a:gd name="csX240" fmla="*/ 768686 w 983339"/>
                <a:gd name="csY240" fmla="*/ 221196 h 1181837"/>
                <a:gd name="csX241" fmla="*/ 768268 w 983339"/>
                <a:gd name="csY241" fmla="*/ 222139 h 1181837"/>
                <a:gd name="csX242" fmla="*/ 768830 w 983339"/>
                <a:gd name="csY242" fmla="*/ 222383 h 1181837"/>
                <a:gd name="csX243" fmla="*/ 769310 w 983339"/>
                <a:gd name="csY243" fmla="*/ 222284 h 1181837"/>
                <a:gd name="csX244" fmla="*/ 770413 w 983339"/>
                <a:gd name="csY244" fmla="*/ 225716 h 1181837"/>
                <a:gd name="csX245" fmla="*/ 771105 w 983339"/>
                <a:gd name="csY245" fmla="*/ 225731 h 1181837"/>
                <a:gd name="csX246" fmla="*/ 771615 w 983339"/>
                <a:gd name="csY246" fmla="*/ 225480 h 1181837"/>
                <a:gd name="csX247" fmla="*/ 771646 w 983339"/>
                <a:gd name="csY247" fmla="*/ 225160 h 1181837"/>
                <a:gd name="csX248" fmla="*/ 770779 w 983339"/>
                <a:gd name="csY248" fmla="*/ 223890 h 1181837"/>
                <a:gd name="csX249" fmla="*/ 770276 w 983339"/>
                <a:gd name="csY249" fmla="*/ 222353 h 1181837"/>
                <a:gd name="csX250" fmla="*/ 769378 w 983339"/>
                <a:gd name="csY250" fmla="*/ 225297 h 1181837"/>
                <a:gd name="csX251" fmla="*/ 770413 w 983339"/>
                <a:gd name="csY251" fmla="*/ 225716 h 1181837"/>
                <a:gd name="csX252" fmla="*/ 566953 w 983339"/>
                <a:gd name="csY252" fmla="*/ 152833 h 1181837"/>
                <a:gd name="csX253" fmla="*/ 565865 w 983339"/>
                <a:gd name="csY253" fmla="*/ 153754 h 1181837"/>
                <a:gd name="csX254" fmla="*/ 566146 w 983339"/>
                <a:gd name="csY254" fmla="*/ 154667 h 1181837"/>
                <a:gd name="csX255" fmla="*/ 566945 w 983339"/>
                <a:gd name="csY255" fmla="*/ 154286 h 1181837"/>
                <a:gd name="csX256" fmla="*/ 569327 w 983339"/>
                <a:gd name="csY256" fmla="*/ 153838 h 1181837"/>
                <a:gd name="csX257" fmla="*/ 569098 w 983339"/>
                <a:gd name="csY257" fmla="*/ 152673 h 1181837"/>
                <a:gd name="csX258" fmla="*/ 567668 w 983339"/>
                <a:gd name="csY258" fmla="*/ 151532 h 1181837"/>
                <a:gd name="csX259" fmla="*/ 566953 w 983339"/>
                <a:gd name="csY259" fmla="*/ 152833 h 1181837"/>
                <a:gd name="csX260" fmla="*/ 695659 w 983339"/>
                <a:gd name="csY260" fmla="*/ 668663 h 1181837"/>
                <a:gd name="csX261" fmla="*/ 694373 w 983339"/>
                <a:gd name="csY261" fmla="*/ 667560 h 1181837"/>
                <a:gd name="csX262" fmla="*/ 691573 w 983339"/>
                <a:gd name="csY262" fmla="*/ 667689 h 1181837"/>
                <a:gd name="csX263" fmla="*/ 691375 w 983339"/>
                <a:gd name="csY263" fmla="*/ 668290 h 1181837"/>
                <a:gd name="csX264" fmla="*/ 691254 w 983339"/>
                <a:gd name="csY264" fmla="*/ 669637 h 1181837"/>
                <a:gd name="csX265" fmla="*/ 692441 w 983339"/>
                <a:gd name="csY265" fmla="*/ 670459 h 1181837"/>
                <a:gd name="csX266" fmla="*/ 695659 w 983339"/>
                <a:gd name="csY266" fmla="*/ 668663 h 1181837"/>
                <a:gd name="csX267" fmla="*/ 755683 w 983339"/>
                <a:gd name="csY267" fmla="*/ 713409 h 1181837"/>
                <a:gd name="csX268" fmla="*/ 755097 w 983339"/>
                <a:gd name="csY268" fmla="*/ 712884 h 1181837"/>
                <a:gd name="csX269" fmla="*/ 753134 w 983339"/>
                <a:gd name="csY269" fmla="*/ 712101 h 1181837"/>
                <a:gd name="csX270" fmla="*/ 749338 w 983339"/>
                <a:gd name="csY270" fmla="*/ 707086 h 1181837"/>
                <a:gd name="csX271" fmla="*/ 747907 w 983339"/>
                <a:gd name="csY271" fmla="*/ 706211 h 1181837"/>
                <a:gd name="csX272" fmla="*/ 745898 w 983339"/>
                <a:gd name="csY272" fmla="*/ 709133 h 1181837"/>
                <a:gd name="csX273" fmla="*/ 744362 w 983339"/>
                <a:gd name="csY273" fmla="*/ 710206 h 1181837"/>
                <a:gd name="csX274" fmla="*/ 745328 w 983339"/>
                <a:gd name="csY274" fmla="*/ 711317 h 1181837"/>
                <a:gd name="csX275" fmla="*/ 746697 w 983339"/>
                <a:gd name="csY275" fmla="*/ 711180 h 1181837"/>
                <a:gd name="csX276" fmla="*/ 747329 w 983339"/>
                <a:gd name="csY276" fmla="*/ 713006 h 1181837"/>
                <a:gd name="csX277" fmla="*/ 747002 w 983339"/>
                <a:gd name="csY277" fmla="*/ 714200 h 1181837"/>
                <a:gd name="csX278" fmla="*/ 749862 w 983339"/>
                <a:gd name="csY278" fmla="*/ 718575 h 1181837"/>
                <a:gd name="csX279" fmla="*/ 750342 w 983339"/>
                <a:gd name="csY279" fmla="*/ 719709 h 1181837"/>
                <a:gd name="csX280" fmla="*/ 750912 w 983339"/>
                <a:gd name="csY280" fmla="*/ 720493 h 1181837"/>
                <a:gd name="csX281" fmla="*/ 751597 w 983339"/>
                <a:gd name="csY281" fmla="*/ 721086 h 1181837"/>
                <a:gd name="csX282" fmla="*/ 753834 w 983339"/>
                <a:gd name="csY282" fmla="*/ 720295 h 1181837"/>
                <a:gd name="csX283" fmla="*/ 755736 w 983339"/>
                <a:gd name="csY283" fmla="*/ 718590 h 1181837"/>
                <a:gd name="csX284" fmla="*/ 756033 w 983339"/>
                <a:gd name="csY284" fmla="*/ 718621 h 1181837"/>
                <a:gd name="csX285" fmla="*/ 756238 w 983339"/>
                <a:gd name="csY285" fmla="*/ 717814 h 1181837"/>
                <a:gd name="csX286" fmla="*/ 754694 w 983339"/>
                <a:gd name="csY286" fmla="*/ 716559 h 1181837"/>
                <a:gd name="csX287" fmla="*/ 755523 w 983339"/>
                <a:gd name="csY287" fmla="*/ 715608 h 1181837"/>
                <a:gd name="csX288" fmla="*/ 755683 w 983339"/>
                <a:gd name="csY288" fmla="*/ 713409 h 1181837"/>
                <a:gd name="csX289" fmla="*/ 754390 w 983339"/>
                <a:gd name="csY289" fmla="*/ 728162 h 1181837"/>
                <a:gd name="csX290" fmla="*/ 753994 w 983339"/>
                <a:gd name="csY290" fmla="*/ 727881 h 1181837"/>
                <a:gd name="csX291" fmla="*/ 753454 w 983339"/>
                <a:gd name="csY291" fmla="*/ 727827 h 1181837"/>
                <a:gd name="csX292" fmla="*/ 751833 w 983339"/>
                <a:gd name="csY292" fmla="*/ 728337 h 1181837"/>
                <a:gd name="csX293" fmla="*/ 752039 w 983339"/>
                <a:gd name="csY293" fmla="*/ 728969 h 1181837"/>
                <a:gd name="csX294" fmla="*/ 753340 w 983339"/>
                <a:gd name="csY294" fmla="*/ 730331 h 1181837"/>
                <a:gd name="csX295" fmla="*/ 754390 w 983339"/>
                <a:gd name="csY295" fmla="*/ 728162 h 1181837"/>
                <a:gd name="csX296" fmla="*/ 688013 w 983339"/>
                <a:gd name="csY296" fmla="*/ 673357 h 1181837"/>
                <a:gd name="csX297" fmla="*/ 691048 w 983339"/>
                <a:gd name="csY297" fmla="*/ 673144 h 1181837"/>
                <a:gd name="csX298" fmla="*/ 692844 w 983339"/>
                <a:gd name="csY298" fmla="*/ 674156 h 1181837"/>
                <a:gd name="csX299" fmla="*/ 692715 w 983339"/>
                <a:gd name="csY299" fmla="*/ 673647 h 1181837"/>
                <a:gd name="csX300" fmla="*/ 691969 w 983339"/>
                <a:gd name="csY300" fmla="*/ 672361 h 1181837"/>
                <a:gd name="csX301" fmla="*/ 691406 w 983339"/>
                <a:gd name="csY301" fmla="*/ 671859 h 1181837"/>
                <a:gd name="csX302" fmla="*/ 689915 w 983339"/>
                <a:gd name="csY302" fmla="*/ 671493 h 1181837"/>
                <a:gd name="csX303" fmla="*/ 688013 w 983339"/>
                <a:gd name="csY303" fmla="*/ 673357 h 1181837"/>
                <a:gd name="csX304" fmla="*/ 680663 w 983339"/>
                <a:gd name="csY304" fmla="*/ 727926 h 1181837"/>
                <a:gd name="csX305" fmla="*/ 680800 w 983339"/>
                <a:gd name="csY305" fmla="*/ 726070 h 1181837"/>
                <a:gd name="csX306" fmla="*/ 680640 w 983339"/>
                <a:gd name="csY306" fmla="*/ 725918 h 1181837"/>
                <a:gd name="csX307" fmla="*/ 679955 w 983339"/>
                <a:gd name="csY307" fmla="*/ 726907 h 1181837"/>
                <a:gd name="csX308" fmla="*/ 679080 w 983339"/>
                <a:gd name="csY308" fmla="*/ 727325 h 1181837"/>
                <a:gd name="csX309" fmla="*/ 679879 w 983339"/>
                <a:gd name="csY309" fmla="*/ 730239 h 1181837"/>
                <a:gd name="csX310" fmla="*/ 680663 w 983339"/>
                <a:gd name="csY310" fmla="*/ 727926 h 1181837"/>
                <a:gd name="csX311" fmla="*/ 496497 w 983339"/>
                <a:gd name="csY311" fmla="*/ 79913 h 1181837"/>
                <a:gd name="csX312" fmla="*/ 495957 w 983339"/>
                <a:gd name="csY312" fmla="*/ 80270 h 1181837"/>
                <a:gd name="csX313" fmla="*/ 495698 w 983339"/>
                <a:gd name="csY313" fmla="*/ 80871 h 1181837"/>
                <a:gd name="csX314" fmla="*/ 495713 w 983339"/>
                <a:gd name="csY314" fmla="*/ 81663 h 1181837"/>
                <a:gd name="csX315" fmla="*/ 497654 w 983339"/>
                <a:gd name="csY315" fmla="*/ 82081 h 1181837"/>
                <a:gd name="csX316" fmla="*/ 498156 w 983339"/>
                <a:gd name="csY316" fmla="*/ 81838 h 1181837"/>
                <a:gd name="csX317" fmla="*/ 498962 w 983339"/>
                <a:gd name="csY317" fmla="*/ 81107 h 1181837"/>
                <a:gd name="csX318" fmla="*/ 498582 w 983339"/>
                <a:gd name="csY318" fmla="*/ 79259 h 1181837"/>
                <a:gd name="csX319" fmla="*/ 497684 w 983339"/>
                <a:gd name="csY319" fmla="*/ 78345 h 1181837"/>
                <a:gd name="csX320" fmla="*/ 496497 w 983339"/>
                <a:gd name="csY320" fmla="*/ 79913 h 1181837"/>
                <a:gd name="csX321" fmla="*/ 982015 w 983339"/>
                <a:gd name="csY321" fmla="*/ 1172882 h 1181837"/>
                <a:gd name="csX322" fmla="*/ 980714 w 983339"/>
                <a:gd name="csY322" fmla="*/ 1180163 h 1181837"/>
                <a:gd name="csX323" fmla="*/ 980912 w 983339"/>
                <a:gd name="csY323" fmla="*/ 1181838 h 1181837"/>
                <a:gd name="csX324" fmla="*/ 981627 w 983339"/>
                <a:gd name="csY324" fmla="*/ 1180385 h 1181837"/>
                <a:gd name="csX325" fmla="*/ 983057 w 983339"/>
                <a:gd name="csY325" fmla="*/ 1175423 h 1181837"/>
                <a:gd name="csX326" fmla="*/ 983339 w 983339"/>
                <a:gd name="csY326" fmla="*/ 1171657 h 1181837"/>
                <a:gd name="csX327" fmla="*/ 982015 w 983339"/>
                <a:gd name="csY327" fmla="*/ 1172882 h 1181837"/>
                <a:gd name="csX328" fmla="*/ 756299 w 983339"/>
                <a:gd name="csY328" fmla="*/ 722341 h 1181837"/>
                <a:gd name="csX329" fmla="*/ 753560 w 983339"/>
                <a:gd name="csY329" fmla="*/ 723764 h 1181837"/>
                <a:gd name="csX330" fmla="*/ 750585 w 983339"/>
                <a:gd name="csY330" fmla="*/ 723741 h 1181837"/>
                <a:gd name="csX331" fmla="*/ 749550 w 983339"/>
                <a:gd name="csY331" fmla="*/ 724403 h 1181837"/>
                <a:gd name="csX332" fmla="*/ 749756 w 983339"/>
                <a:gd name="csY332" fmla="*/ 725057 h 1181837"/>
                <a:gd name="csX333" fmla="*/ 751514 w 983339"/>
                <a:gd name="csY333" fmla="*/ 726381 h 1181837"/>
                <a:gd name="csX334" fmla="*/ 753895 w 983339"/>
                <a:gd name="csY334" fmla="*/ 726549 h 1181837"/>
                <a:gd name="csX335" fmla="*/ 756147 w 983339"/>
                <a:gd name="csY335" fmla="*/ 725910 h 1181837"/>
                <a:gd name="csX336" fmla="*/ 756862 w 983339"/>
                <a:gd name="csY336" fmla="*/ 727660 h 1181837"/>
                <a:gd name="csX337" fmla="*/ 757958 w 983339"/>
                <a:gd name="csY337" fmla="*/ 727363 h 1181837"/>
                <a:gd name="csX338" fmla="*/ 759457 w 983339"/>
                <a:gd name="csY338" fmla="*/ 725849 h 1181837"/>
                <a:gd name="csX339" fmla="*/ 758316 w 983339"/>
                <a:gd name="csY339" fmla="*/ 724023 h 1181837"/>
                <a:gd name="csX340" fmla="*/ 756299 w 983339"/>
                <a:gd name="csY340" fmla="*/ 722341 h 1181837"/>
                <a:gd name="csX341" fmla="*/ 756611 w 983339"/>
                <a:gd name="csY341" fmla="*/ 773364 h 1181837"/>
                <a:gd name="csX342" fmla="*/ 756337 w 983339"/>
                <a:gd name="csY342" fmla="*/ 772291 h 1181837"/>
                <a:gd name="csX343" fmla="*/ 755775 w 983339"/>
                <a:gd name="csY343" fmla="*/ 771326 h 1181837"/>
                <a:gd name="csX344" fmla="*/ 755775 w 983339"/>
                <a:gd name="csY344" fmla="*/ 770298 h 1181837"/>
                <a:gd name="csX345" fmla="*/ 756071 w 983339"/>
                <a:gd name="csY345" fmla="*/ 768107 h 1181837"/>
                <a:gd name="csX346" fmla="*/ 755478 w 983339"/>
                <a:gd name="csY346" fmla="*/ 764911 h 1181837"/>
                <a:gd name="csX347" fmla="*/ 755668 w 983339"/>
                <a:gd name="csY347" fmla="*/ 760080 h 1181837"/>
                <a:gd name="csX348" fmla="*/ 755462 w 983339"/>
                <a:gd name="csY348" fmla="*/ 757485 h 1181837"/>
                <a:gd name="csX349" fmla="*/ 755523 w 983339"/>
                <a:gd name="csY349" fmla="*/ 754929 h 1181837"/>
                <a:gd name="csX350" fmla="*/ 756003 w 983339"/>
                <a:gd name="csY350" fmla="*/ 751657 h 1181837"/>
                <a:gd name="csX351" fmla="*/ 755873 w 983339"/>
                <a:gd name="csY351" fmla="*/ 748355 h 1181837"/>
                <a:gd name="csX352" fmla="*/ 755561 w 983339"/>
                <a:gd name="csY352" fmla="*/ 746704 h 1181837"/>
                <a:gd name="csX353" fmla="*/ 755424 w 983339"/>
                <a:gd name="csY353" fmla="*/ 745030 h 1181837"/>
                <a:gd name="csX354" fmla="*/ 755584 w 983339"/>
                <a:gd name="csY354" fmla="*/ 740283 h 1181837"/>
                <a:gd name="csX355" fmla="*/ 753925 w 983339"/>
                <a:gd name="csY355" fmla="*/ 737688 h 1181837"/>
                <a:gd name="csX356" fmla="*/ 750030 w 983339"/>
                <a:gd name="csY356" fmla="*/ 735611 h 1181837"/>
                <a:gd name="csX357" fmla="*/ 748653 w 983339"/>
                <a:gd name="csY357" fmla="*/ 735573 h 1181837"/>
                <a:gd name="csX358" fmla="*/ 746606 w 983339"/>
                <a:gd name="csY358" fmla="*/ 738190 h 1181837"/>
                <a:gd name="csX359" fmla="*/ 745427 w 983339"/>
                <a:gd name="csY359" fmla="*/ 738167 h 1181837"/>
                <a:gd name="csX360" fmla="*/ 741242 w 983339"/>
                <a:gd name="csY360" fmla="*/ 737407 h 1181837"/>
                <a:gd name="csX361" fmla="*/ 740336 w 983339"/>
                <a:gd name="csY361" fmla="*/ 738274 h 1181837"/>
                <a:gd name="csX362" fmla="*/ 738655 w 983339"/>
                <a:gd name="csY362" fmla="*/ 740769 h 1181837"/>
                <a:gd name="csX363" fmla="*/ 737674 w 983339"/>
                <a:gd name="csY363" fmla="*/ 741827 h 1181837"/>
                <a:gd name="csX364" fmla="*/ 736243 w 983339"/>
                <a:gd name="csY364" fmla="*/ 741371 h 1181837"/>
                <a:gd name="csX365" fmla="*/ 734805 w 983339"/>
                <a:gd name="csY365" fmla="*/ 740556 h 1181837"/>
                <a:gd name="csX366" fmla="*/ 733702 w 983339"/>
                <a:gd name="csY366" fmla="*/ 740648 h 1181837"/>
                <a:gd name="csX367" fmla="*/ 732629 w 983339"/>
                <a:gd name="csY367" fmla="*/ 741317 h 1181837"/>
                <a:gd name="csX368" fmla="*/ 730217 w 983339"/>
                <a:gd name="csY368" fmla="*/ 741621 h 1181837"/>
                <a:gd name="csX369" fmla="*/ 727744 w 983339"/>
                <a:gd name="csY369" fmla="*/ 741568 h 1181837"/>
                <a:gd name="csX370" fmla="*/ 726245 w 983339"/>
                <a:gd name="csY370" fmla="*/ 742284 h 1181837"/>
                <a:gd name="csX371" fmla="*/ 724899 w 983339"/>
                <a:gd name="csY371" fmla="*/ 743425 h 1181837"/>
                <a:gd name="csX372" fmla="*/ 724457 w 983339"/>
                <a:gd name="csY372" fmla="*/ 744863 h 1181837"/>
                <a:gd name="csX373" fmla="*/ 724716 w 983339"/>
                <a:gd name="csY373" fmla="*/ 746522 h 1181837"/>
                <a:gd name="csX374" fmla="*/ 723385 w 983339"/>
                <a:gd name="csY374" fmla="*/ 744984 h 1181837"/>
                <a:gd name="csX375" fmla="*/ 722053 w 983339"/>
                <a:gd name="csY375" fmla="*/ 743980 h 1181837"/>
                <a:gd name="csX376" fmla="*/ 720493 w 983339"/>
                <a:gd name="csY376" fmla="*/ 745061 h 1181837"/>
                <a:gd name="csX377" fmla="*/ 718865 w 983339"/>
                <a:gd name="csY377" fmla="*/ 745799 h 1181837"/>
                <a:gd name="csX378" fmla="*/ 713379 w 983339"/>
                <a:gd name="csY378" fmla="*/ 746392 h 1181837"/>
                <a:gd name="csX379" fmla="*/ 708974 w 983339"/>
                <a:gd name="csY379" fmla="*/ 745114 h 1181837"/>
                <a:gd name="csX380" fmla="*/ 702788 w 983339"/>
                <a:gd name="csY380" fmla="*/ 742473 h 1181837"/>
                <a:gd name="csX381" fmla="*/ 701807 w 983339"/>
                <a:gd name="csY381" fmla="*/ 741697 h 1181837"/>
                <a:gd name="csX382" fmla="*/ 700917 w 983339"/>
                <a:gd name="csY382" fmla="*/ 740708 h 1181837"/>
                <a:gd name="csX383" fmla="*/ 699897 w 983339"/>
                <a:gd name="csY383" fmla="*/ 740062 h 1181837"/>
                <a:gd name="csX384" fmla="*/ 697554 w 983339"/>
                <a:gd name="csY384" fmla="*/ 739080 h 1181837"/>
                <a:gd name="csX385" fmla="*/ 696641 w 983339"/>
                <a:gd name="csY385" fmla="*/ 737954 h 1181837"/>
                <a:gd name="csX386" fmla="*/ 695606 w 983339"/>
                <a:gd name="csY386" fmla="*/ 737635 h 1181837"/>
                <a:gd name="csX387" fmla="*/ 694419 w 983339"/>
                <a:gd name="csY387" fmla="*/ 737794 h 1181837"/>
                <a:gd name="csX388" fmla="*/ 692707 w 983339"/>
                <a:gd name="csY388" fmla="*/ 736897 h 1181837"/>
                <a:gd name="csX389" fmla="*/ 691284 w 983339"/>
                <a:gd name="csY389" fmla="*/ 735314 h 1181837"/>
                <a:gd name="csX390" fmla="*/ 690029 w 983339"/>
                <a:gd name="csY390" fmla="*/ 735177 h 1181837"/>
                <a:gd name="csX391" fmla="*/ 688629 w 983339"/>
                <a:gd name="csY391" fmla="*/ 735892 h 1181837"/>
                <a:gd name="csX392" fmla="*/ 686156 w 983339"/>
                <a:gd name="csY392" fmla="*/ 735786 h 1181837"/>
                <a:gd name="csX393" fmla="*/ 681363 w 983339"/>
                <a:gd name="csY393" fmla="*/ 733960 h 1181837"/>
                <a:gd name="csX394" fmla="*/ 679232 w 983339"/>
                <a:gd name="csY394" fmla="*/ 732575 h 1181837"/>
                <a:gd name="csX395" fmla="*/ 679042 w 983339"/>
                <a:gd name="csY395" fmla="*/ 735679 h 1181837"/>
                <a:gd name="csX396" fmla="*/ 677680 w 983339"/>
                <a:gd name="csY396" fmla="*/ 741249 h 1181837"/>
                <a:gd name="csX397" fmla="*/ 678030 w 983339"/>
                <a:gd name="csY397" fmla="*/ 744011 h 1181837"/>
                <a:gd name="csX398" fmla="*/ 678791 w 983339"/>
                <a:gd name="csY398" fmla="*/ 747168 h 1181837"/>
                <a:gd name="csX399" fmla="*/ 680214 w 983339"/>
                <a:gd name="csY399" fmla="*/ 751437 h 1181837"/>
                <a:gd name="csX400" fmla="*/ 680252 w 983339"/>
                <a:gd name="csY400" fmla="*/ 752814 h 1181837"/>
                <a:gd name="csX401" fmla="*/ 680510 w 983339"/>
                <a:gd name="csY401" fmla="*/ 753628 h 1181837"/>
                <a:gd name="csX402" fmla="*/ 683447 w 983339"/>
                <a:gd name="csY402" fmla="*/ 760026 h 1181837"/>
                <a:gd name="csX403" fmla="*/ 686437 w 983339"/>
                <a:gd name="csY403" fmla="*/ 765238 h 1181837"/>
                <a:gd name="csX404" fmla="*/ 690341 w 983339"/>
                <a:gd name="csY404" fmla="*/ 770755 h 1181837"/>
                <a:gd name="csX405" fmla="*/ 690790 w 983339"/>
                <a:gd name="csY405" fmla="*/ 773265 h 1181837"/>
                <a:gd name="csX406" fmla="*/ 690280 w 983339"/>
                <a:gd name="csY406" fmla="*/ 775837 h 1181837"/>
                <a:gd name="csX407" fmla="*/ 691550 w 983339"/>
                <a:gd name="csY407" fmla="*/ 775670 h 1181837"/>
                <a:gd name="csX408" fmla="*/ 692334 w 983339"/>
                <a:gd name="csY408" fmla="*/ 774407 h 1181837"/>
                <a:gd name="csX409" fmla="*/ 692517 w 983339"/>
                <a:gd name="csY409" fmla="*/ 775662 h 1181837"/>
                <a:gd name="csX410" fmla="*/ 692958 w 983339"/>
                <a:gd name="csY410" fmla="*/ 776720 h 1181837"/>
                <a:gd name="csX411" fmla="*/ 696290 w 983339"/>
                <a:gd name="csY411" fmla="*/ 780372 h 1181837"/>
                <a:gd name="csX412" fmla="*/ 696519 w 983339"/>
                <a:gd name="csY412" fmla="*/ 781338 h 1181837"/>
                <a:gd name="csX413" fmla="*/ 695256 w 983339"/>
                <a:gd name="csY413" fmla="*/ 784359 h 1181837"/>
                <a:gd name="csX414" fmla="*/ 694541 w 983339"/>
                <a:gd name="csY414" fmla="*/ 781863 h 1181837"/>
                <a:gd name="csX415" fmla="*/ 693217 w 983339"/>
                <a:gd name="csY415" fmla="*/ 779908 h 1181837"/>
                <a:gd name="csX416" fmla="*/ 689504 w 983339"/>
                <a:gd name="csY416" fmla="*/ 776811 h 1181837"/>
                <a:gd name="csX417" fmla="*/ 690318 w 983339"/>
                <a:gd name="csY417" fmla="*/ 783278 h 1181837"/>
                <a:gd name="csX418" fmla="*/ 690980 w 983339"/>
                <a:gd name="csY418" fmla="*/ 785842 h 1181837"/>
                <a:gd name="csX419" fmla="*/ 695667 w 983339"/>
                <a:gd name="csY419" fmla="*/ 796913 h 1181837"/>
                <a:gd name="csX420" fmla="*/ 696306 w 983339"/>
                <a:gd name="csY420" fmla="*/ 797628 h 1181837"/>
                <a:gd name="csX421" fmla="*/ 697371 w 983339"/>
                <a:gd name="csY421" fmla="*/ 798115 h 1181837"/>
                <a:gd name="csX422" fmla="*/ 698277 w 983339"/>
                <a:gd name="csY422" fmla="*/ 798998 h 1181837"/>
                <a:gd name="csX423" fmla="*/ 699806 w 983339"/>
                <a:gd name="csY423" fmla="*/ 801257 h 1181837"/>
                <a:gd name="csX424" fmla="*/ 702392 w 983339"/>
                <a:gd name="csY424" fmla="*/ 806158 h 1181837"/>
                <a:gd name="csX425" fmla="*/ 703899 w 983339"/>
                <a:gd name="csY425" fmla="*/ 807573 h 1181837"/>
                <a:gd name="csX426" fmla="*/ 706075 w 983339"/>
                <a:gd name="csY426" fmla="*/ 807123 h 1181837"/>
                <a:gd name="csX427" fmla="*/ 709278 w 983339"/>
                <a:gd name="csY427" fmla="*/ 808121 h 1181837"/>
                <a:gd name="csX428" fmla="*/ 710374 w 983339"/>
                <a:gd name="csY428" fmla="*/ 807847 h 1181837"/>
                <a:gd name="csX429" fmla="*/ 711051 w 983339"/>
                <a:gd name="csY429" fmla="*/ 808265 h 1181837"/>
                <a:gd name="csX430" fmla="*/ 711447 w 983339"/>
                <a:gd name="csY430" fmla="*/ 809406 h 1181837"/>
                <a:gd name="csX431" fmla="*/ 708936 w 983339"/>
                <a:gd name="csY431" fmla="*/ 809383 h 1181837"/>
                <a:gd name="csX432" fmla="*/ 706493 w 983339"/>
                <a:gd name="csY432" fmla="*/ 810015 h 1181837"/>
                <a:gd name="csX433" fmla="*/ 706227 w 983339"/>
                <a:gd name="csY433" fmla="*/ 810966 h 1181837"/>
                <a:gd name="csX434" fmla="*/ 706897 w 983339"/>
                <a:gd name="csY434" fmla="*/ 812039 h 1181837"/>
                <a:gd name="csX435" fmla="*/ 707536 w 983339"/>
                <a:gd name="csY435" fmla="*/ 815044 h 1181837"/>
                <a:gd name="csX436" fmla="*/ 710602 w 983339"/>
                <a:gd name="csY436" fmla="*/ 814032 h 1181837"/>
                <a:gd name="csX437" fmla="*/ 715441 w 983339"/>
                <a:gd name="csY437" fmla="*/ 814230 h 1181837"/>
                <a:gd name="csX438" fmla="*/ 718333 w 983339"/>
                <a:gd name="csY438" fmla="*/ 813911 h 1181837"/>
                <a:gd name="csX439" fmla="*/ 721551 w 983339"/>
                <a:gd name="csY439" fmla="*/ 816642 h 1181837"/>
                <a:gd name="csX440" fmla="*/ 724435 w 983339"/>
                <a:gd name="csY440" fmla="*/ 817152 h 1181837"/>
                <a:gd name="csX441" fmla="*/ 725279 w 983339"/>
                <a:gd name="csY441" fmla="*/ 816954 h 1181837"/>
                <a:gd name="csX442" fmla="*/ 727007 w 983339"/>
                <a:gd name="csY442" fmla="*/ 813720 h 1181837"/>
                <a:gd name="csX443" fmla="*/ 728079 w 983339"/>
                <a:gd name="csY443" fmla="*/ 809832 h 1181837"/>
                <a:gd name="csX444" fmla="*/ 728741 w 983339"/>
                <a:gd name="csY444" fmla="*/ 808349 h 1181837"/>
                <a:gd name="csX445" fmla="*/ 729631 w 983339"/>
                <a:gd name="csY445" fmla="*/ 807085 h 1181837"/>
                <a:gd name="csX446" fmla="*/ 727714 w 983339"/>
                <a:gd name="csY446" fmla="*/ 805419 h 1181837"/>
                <a:gd name="csX447" fmla="*/ 727653 w 983339"/>
                <a:gd name="csY447" fmla="*/ 804575 h 1181837"/>
                <a:gd name="csX448" fmla="*/ 727904 w 983339"/>
                <a:gd name="csY448" fmla="*/ 803601 h 1181837"/>
                <a:gd name="csX449" fmla="*/ 731663 w 983339"/>
                <a:gd name="csY449" fmla="*/ 806507 h 1181837"/>
                <a:gd name="csX450" fmla="*/ 733200 w 983339"/>
                <a:gd name="csY450" fmla="*/ 805336 h 1181837"/>
                <a:gd name="csX451" fmla="*/ 733519 w 983339"/>
                <a:gd name="csY451" fmla="*/ 802726 h 1181837"/>
                <a:gd name="csX452" fmla="*/ 733519 w 983339"/>
                <a:gd name="csY452" fmla="*/ 801113 h 1181837"/>
                <a:gd name="csX453" fmla="*/ 733968 w 983339"/>
                <a:gd name="csY453" fmla="*/ 799964 h 1181837"/>
                <a:gd name="csX454" fmla="*/ 734912 w 983339"/>
                <a:gd name="csY454" fmla="*/ 799431 h 1181837"/>
                <a:gd name="csX455" fmla="*/ 735292 w 983339"/>
                <a:gd name="csY455" fmla="*/ 798001 h 1181837"/>
                <a:gd name="csX456" fmla="*/ 735399 w 983339"/>
                <a:gd name="csY456" fmla="*/ 796898 h 1181837"/>
                <a:gd name="csX457" fmla="*/ 734425 w 983339"/>
                <a:gd name="csY457" fmla="*/ 794402 h 1181837"/>
                <a:gd name="csX458" fmla="*/ 734333 w 983339"/>
                <a:gd name="csY458" fmla="*/ 792964 h 1181837"/>
                <a:gd name="csX459" fmla="*/ 736692 w 983339"/>
                <a:gd name="csY459" fmla="*/ 795954 h 1181837"/>
                <a:gd name="csX460" fmla="*/ 737635 w 983339"/>
                <a:gd name="csY460" fmla="*/ 800009 h 1181837"/>
                <a:gd name="csX461" fmla="*/ 739439 w 983339"/>
                <a:gd name="csY461" fmla="*/ 798937 h 1181837"/>
                <a:gd name="csX462" fmla="*/ 739697 w 983339"/>
                <a:gd name="csY462" fmla="*/ 798298 h 1181837"/>
                <a:gd name="csX463" fmla="*/ 739416 w 983339"/>
                <a:gd name="csY463" fmla="*/ 795490 h 1181837"/>
                <a:gd name="csX464" fmla="*/ 740223 w 983339"/>
                <a:gd name="csY464" fmla="*/ 794554 h 1181837"/>
                <a:gd name="csX465" fmla="*/ 742779 w 983339"/>
                <a:gd name="csY465" fmla="*/ 795315 h 1181837"/>
                <a:gd name="csX466" fmla="*/ 745054 w 983339"/>
                <a:gd name="csY466" fmla="*/ 796943 h 1181837"/>
                <a:gd name="csX467" fmla="*/ 745214 w 983339"/>
                <a:gd name="csY467" fmla="*/ 797697 h 1181837"/>
                <a:gd name="csX468" fmla="*/ 745062 w 983339"/>
                <a:gd name="csY468" fmla="*/ 798458 h 1181837"/>
                <a:gd name="csX469" fmla="*/ 744498 w 983339"/>
                <a:gd name="csY469" fmla="*/ 799127 h 1181837"/>
                <a:gd name="csX470" fmla="*/ 742650 w 983339"/>
                <a:gd name="csY470" fmla="*/ 798442 h 1181837"/>
                <a:gd name="csX471" fmla="*/ 741805 w 983339"/>
                <a:gd name="csY471" fmla="*/ 799629 h 1181837"/>
                <a:gd name="csX472" fmla="*/ 742901 w 983339"/>
                <a:gd name="csY472" fmla="*/ 802597 h 1181837"/>
                <a:gd name="csX473" fmla="*/ 744757 w 983339"/>
                <a:gd name="csY473" fmla="*/ 805442 h 1181837"/>
                <a:gd name="csX474" fmla="*/ 745876 w 983339"/>
                <a:gd name="csY474" fmla="*/ 804712 h 1181837"/>
                <a:gd name="csX475" fmla="*/ 748158 w 983339"/>
                <a:gd name="csY475" fmla="*/ 804324 h 1181837"/>
                <a:gd name="csX476" fmla="*/ 748919 w 983339"/>
                <a:gd name="csY476" fmla="*/ 803601 h 1181837"/>
                <a:gd name="csX477" fmla="*/ 748432 w 983339"/>
                <a:gd name="csY477" fmla="*/ 797879 h 1181837"/>
                <a:gd name="csX478" fmla="*/ 747519 w 983339"/>
                <a:gd name="csY478" fmla="*/ 793695 h 1181837"/>
                <a:gd name="csX479" fmla="*/ 747458 w 983339"/>
                <a:gd name="csY479" fmla="*/ 789122 h 1181837"/>
                <a:gd name="csX480" fmla="*/ 747717 w 983339"/>
                <a:gd name="csY480" fmla="*/ 786634 h 1181837"/>
                <a:gd name="csX481" fmla="*/ 748767 w 983339"/>
                <a:gd name="csY481" fmla="*/ 784716 h 1181837"/>
                <a:gd name="csX482" fmla="*/ 749535 w 983339"/>
                <a:gd name="csY482" fmla="*/ 782692 h 1181837"/>
                <a:gd name="csX483" fmla="*/ 749437 w 983339"/>
                <a:gd name="csY483" fmla="*/ 780083 h 1181837"/>
                <a:gd name="csX484" fmla="*/ 749817 w 983339"/>
                <a:gd name="csY484" fmla="*/ 777618 h 1181837"/>
                <a:gd name="csX485" fmla="*/ 750753 w 983339"/>
                <a:gd name="csY485" fmla="*/ 775061 h 1181837"/>
                <a:gd name="csX486" fmla="*/ 752061 w 983339"/>
                <a:gd name="csY486" fmla="*/ 773152 h 1181837"/>
                <a:gd name="csX487" fmla="*/ 752670 w 983339"/>
                <a:gd name="csY487" fmla="*/ 772710 h 1181837"/>
                <a:gd name="csX488" fmla="*/ 752351 w 983339"/>
                <a:gd name="csY488" fmla="*/ 772178 h 1181837"/>
                <a:gd name="csX489" fmla="*/ 752906 w 983339"/>
                <a:gd name="csY489" fmla="*/ 770526 h 1181837"/>
                <a:gd name="csX490" fmla="*/ 753895 w 983339"/>
                <a:gd name="csY490" fmla="*/ 769317 h 1181837"/>
                <a:gd name="csX491" fmla="*/ 754496 w 983339"/>
                <a:gd name="csY491" fmla="*/ 770800 h 1181837"/>
                <a:gd name="csX492" fmla="*/ 753705 w 983339"/>
                <a:gd name="csY492" fmla="*/ 771378 h 1181837"/>
                <a:gd name="csX493" fmla="*/ 753241 w 983339"/>
                <a:gd name="csY493" fmla="*/ 772025 h 1181837"/>
                <a:gd name="csX494" fmla="*/ 754793 w 983339"/>
                <a:gd name="csY494" fmla="*/ 773113 h 1181837"/>
                <a:gd name="csX495" fmla="*/ 755257 w 983339"/>
                <a:gd name="csY495" fmla="*/ 774080 h 1181837"/>
                <a:gd name="csX496" fmla="*/ 755417 w 983339"/>
                <a:gd name="csY496" fmla="*/ 775145 h 1181837"/>
                <a:gd name="csX497" fmla="*/ 755257 w 983339"/>
                <a:gd name="csY497" fmla="*/ 776469 h 1181837"/>
                <a:gd name="csX498" fmla="*/ 755539 w 983339"/>
                <a:gd name="csY498" fmla="*/ 777488 h 1181837"/>
                <a:gd name="csX499" fmla="*/ 756414 w 983339"/>
                <a:gd name="csY499" fmla="*/ 777678 h 1181837"/>
                <a:gd name="csX500" fmla="*/ 756657 w 983339"/>
                <a:gd name="csY500" fmla="*/ 776347 h 1181837"/>
                <a:gd name="csX501" fmla="*/ 756406 w 983339"/>
                <a:gd name="csY501" fmla="*/ 774734 h 1181837"/>
                <a:gd name="csX502" fmla="*/ 756611 w 983339"/>
                <a:gd name="csY502" fmla="*/ 773364 h 1181837"/>
                <a:gd name="csX503" fmla="*/ 868389 w 983339"/>
                <a:gd name="csY503" fmla="*/ 410847 h 1181837"/>
                <a:gd name="csX504" fmla="*/ 865809 w 983339"/>
                <a:gd name="csY504" fmla="*/ 406221 h 1181837"/>
                <a:gd name="csX505" fmla="*/ 865239 w 983339"/>
                <a:gd name="csY505" fmla="*/ 402592 h 1181837"/>
                <a:gd name="csX506" fmla="*/ 864333 w 983339"/>
                <a:gd name="csY506" fmla="*/ 399487 h 1181837"/>
                <a:gd name="csX507" fmla="*/ 860324 w 983339"/>
                <a:gd name="csY507" fmla="*/ 390768 h 1181837"/>
                <a:gd name="csX508" fmla="*/ 858589 w 983339"/>
                <a:gd name="csY508" fmla="*/ 385739 h 1181837"/>
                <a:gd name="csX509" fmla="*/ 859555 w 983339"/>
                <a:gd name="csY509" fmla="*/ 380687 h 1181837"/>
                <a:gd name="csX510" fmla="*/ 857889 w 983339"/>
                <a:gd name="csY510" fmla="*/ 364549 h 1181837"/>
                <a:gd name="csX511" fmla="*/ 859616 w 983339"/>
                <a:gd name="csY511" fmla="*/ 356514 h 1181837"/>
                <a:gd name="csX512" fmla="*/ 858779 w 983339"/>
                <a:gd name="csY512" fmla="*/ 355533 h 1181837"/>
                <a:gd name="csX513" fmla="*/ 856702 w 983339"/>
                <a:gd name="csY513" fmla="*/ 354293 h 1181837"/>
                <a:gd name="csX514" fmla="*/ 855781 w 983339"/>
                <a:gd name="csY514" fmla="*/ 353022 h 1181837"/>
                <a:gd name="csX515" fmla="*/ 854404 w 983339"/>
                <a:gd name="csY515" fmla="*/ 350009 h 1181837"/>
                <a:gd name="csX516" fmla="*/ 854252 w 983339"/>
                <a:gd name="csY516" fmla="*/ 343975 h 1181837"/>
                <a:gd name="csX517" fmla="*/ 851589 w 983339"/>
                <a:gd name="csY517" fmla="*/ 340262 h 1181837"/>
                <a:gd name="csX518" fmla="*/ 848713 w 983339"/>
                <a:gd name="csY518" fmla="*/ 338566 h 1181837"/>
                <a:gd name="csX519" fmla="*/ 846765 w 983339"/>
                <a:gd name="csY519" fmla="*/ 335522 h 1181837"/>
                <a:gd name="csX520" fmla="*/ 845457 w 983339"/>
                <a:gd name="csY520" fmla="*/ 332989 h 1181837"/>
                <a:gd name="csX521" fmla="*/ 845274 w 983339"/>
                <a:gd name="csY521" fmla="*/ 331581 h 1181837"/>
                <a:gd name="csX522" fmla="*/ 844483 w 983339"/>
                <a:gd name="csY522" fmla="*/ 329200 h 1181837"/>
                <a:gd name="csX523" fmla="*/ 842276 w 983339"/>
                <a:gd name="csY523" fmla="*/ 327564 h 1181837"/>
                <a:gd name="csX524" fmla="*/ 840762 w 983339"/>
                <a:gd name="csY524" fmla="*/ 326788 h 1181837"/>
                <a:gd name="csX525" fmla="*/ 837513 w 983339"/>
                <a:gd name="csY525" fmla="*/ 324406 h 1181837"/>
                <a:gd name="csX526" fmla="*/ 835923 w 983339"/>
                <a:gd name="csY526" fmla="*/ 322002 h 1181837"/>
                <a:gd name="csX527" fmla="*/ 832659 w 983339"/>
                <a:gd name="csY527" fmla="*/ 315162 h 1181837"/>
                <a:gd name="csX528" fmla="*/ 831145 w 983339"/>
                <a:gd name="csY528" fmla="*/ 313343 h 1181837"/>
                <a:gd name="csX529" fmla="*/ 828132 w 983339"/>
                <a:gd name="csY529" fmla="*/ 311380 h 1181837"/>
                <a:gd name="csX530" fmla="*/ 825667 w 983339"/>
                <a:gd name="csY530" fmla="*/ 311266 h 1181837"/>
                <a:gd name="csX531" fmla="*/ 824077 w 983339"/>
                <a:gd name="csY531" fmla="*/ 310779 h 1181837"/>
                <a:gd name="csX532" fmla="*/ 818431 w 983339"/>
                <a:gd name="csY532" fmla="*/ 306427 h 1181837"/>
                <a:gd name="csX533" fmla="*/ 816673 w 983339"/>
                <a:gd name="csY533" fmla="*/ 305476 h 1181837"/>
                <a:gd name="csX534" fmla="*/ 815258 w 983339"/>
                <a:gd name="csY534" fmla="*/ 303437 h 1181837"/>
                <a:gd name="csX535" fmla="*/ 813143 w 983339"/>
                <a:gd name="csY535" fmla="*/ 301246 h 1181837"/>
                <a:gd name="csX536" fmla="*/ 811918 w 983339"/>
                <a:gd name="csY536" fmla="*/ 299633 h 1181837"/>
                <a:gd name="csX537" fmla="*/ 810039 w 983339"/>
                <a:gd name="csY537" fmla="*/ 297921 h 1181837"/>
                <a:gd name="csX538" fmla="*/ 808753 w 983339"/>
                <a:gd name="csY538" fmla="*/ 291416 h 1181837"/>
                <a:gd name="csX539" fmla="*/ 808753 w 983339"/>
                <a:gd name="csY539" fmla="*/ 285100 h 1181837"/>
                <a:gd name="csX540" fmla="*/ 808342 w 983339"/>
                <a:gd name="csY540" fmla="*/ 277575 h 1181837"/>
                <a:gd name="csX541" fmla="*/ 806387 w 983339"/>
                <a:gd name="csY541" fmla="*/ 273946 h 1181837"/>
                <a:gd name="csX542" fmla="*/ 805329 w 983339"/>
                <a:gd name="csY542" fmla="*/ 272775 h 1181837"/>
                <a:gd name="csX543" fmla="*/ 804172 w 983339"/>
                <a:gd name="csY543" fmla="*/ 273163 h 1181837"/>
                <a:gd name="csX544" fmla="*/ 804081 w 983339"/>
                <a:gd name="csY544" fmla="*/ 275506 h 1181837"/>
                <a:gd name="csX545" fmla="*/ 804401 w 983339"/>
                <a:gd name="csY545" fmla="*/ 277104 h 1181837"/>
                <a:gd name="csX546" fmla="*/ 803587 w 983339"/>
                <a:gd name="csY546" fmla="*/ 277180 h 1181837"/>
                <a:gd name="csX547" fmla="*/ 800680 w 983339"/>
                <a:gd name="csY547" fmla="*/ 275110 h 1181837"/>
                <a:gd name="csX548" fmla="*/ 797043 w 983339"/>
                <a:gd name="csY548" fmla="*/ 272904 h 1181837"/>
                <a:gd name="csX549" fmla="*/ 795080 w 983339"/>
                <a:gd name="csY549" fmla="*/ 270439 h 1181837"/>
                <a:gd name="csX550" fmla="*/ 793650 w 983339"/>
                <a:gd name="csY550" fmla="*/ 268126 h 1181837"/>
                <a:gd name="csX551" fmla="*/ 792463 w 983339"/>
                <a:gd name="csY551" fmla="*/ 268217 h 1181837"/>
                <a:gd name="csX552" fmla="*/ 791626 w 983339"/>
                <a:gd name="csY552" fmla="*/ 268582 h 1181837"/>
                <a:gd name="csX553" fmla="*/ 790789 w 983339"/>
                <a:gd name="csY553" fmla="*/ 271428 h 1181837"/>
                <a:gd name="csX554" fmla="*/ 792151 w 983339"/>
                <a:gd name="csY554" fmla="*/ 276335 h 1181837"/>
                <a:gd name="csX555" fmla="*/ 791482 w 983339"/>
                <a:gd name="csY555" fmla="*/ 277005 h 1181837"/>
                <a:gd name="csX556" fmla="*/ 790333 w 983339"/>
                <a:gd name="csY556" fmla="*/ 275871 h 1181837"/>
                <a:gd name="csX557" fmla="*/ 788240 w 983339"/>
                <a:gd name="csY557" fmla="*/ 273307 h 1181837"/>
                <a:gd name="csX558" fmla="*/ 787152 w 983339"/>
                <a:gd name="csY558" fmla="*/ 274144 h 1181837"/>
                <a:gd name="csX559" fmla="*/ 785714 w 983339"/>
                <a:gd name="csY559" fmla="*/ 274471 h 1181837"/>
                <a:gd name="csX560" fmla="*/ 784459 w 983339"/>
                <a:gd name="csY560" fmla="*/ 271900 h 1181837"/>
                <a:gd name="csX561" fmla="*/ 783401 w 983339"/>
                <a:gd name="csY561" fmla="*/ 270279 h 1181837"/>
                <a:gd name="csX562" fmla="*/ 781872 w 983339"/>
                <a:gd name="csY562" fmla="*/ 264915 h 1181837"/>
                <a:gd name="csX563" fmla="*/ 780502 w 983339"/>
                <a:gd name="csY563" fmla="*/ 259010 h 1181837"/>
                <a:gd name="csX564" fmla="*/ 780373 w 983339"/>
                <a:gd name="csY564" fmla="*/ 254742 h 1181837"/>
                <a:gd name="csX565" fmla="*/ 777702 w 983339"/>
                <a:gd name="csY565" fmla="*/ 252399 h 1181837"/>
                <a:gd name="csX566" fmla="*/ 776660 w 983339"/>
                <a:gd name="csY566" fmla="*/ 248374 h 1181837"/>
                <a:gd name="csX567" fmla="*/ 775831 w 983339"/>
                <a:gd name="csY567" fmla="*/ 247255 h 1181837"/>
                <a:gd name="csX568" fmla="*/ 775047 w 983339"/>
                <a:gd name="csY568" fmla="*/ 244402 h 1181837"/>
                <a:gd name="csX569" fmla="*/ 771966 w 983339"/>
                <a:gd name="csY569" fmla="*/ 240674 h 1181837"/>
                <a:gd name="csX570" fmla="*/ 768800 w 983339"/>
                <a:gd name="csY570" fmla="*/ 238041 h 1181837"/>
                <a:gd name="csX571" fmla="*/ 766175 w 983339"/>
                <a:gd name="csY571" fmla="*/ 235553 h 1181837"/>
                <a:gd name="csX572" fmla="*/ 763915 w 983339"/>
                <a:gd name="csY572" fmla="*/ 232031 h 1181837"/>
                <a:gd name="csX573" fmla="*/ 764904 w 983339"/>
                <a:gd name="csY573" fmla="*/ 229482 h 1181837"/>
                <a:gd name="csX574" fmla="*/ 766510 w 983339"/>
                <a:gd name="csY574" fmla="*/ 230022 h 1181837"/>
                <a:gd name="csX575" fmla="*/ 768214 w 983339"/>
                <a:gd name="csY575" fmla="*/ 229779 h 1181837"/>
                <a:gd name="csX576" fmla="*/ 766853 w 983339"/>
                <a:gd name="csY576" fmla="*/ 227184 h 1181837"/>
                <a:gd name="csX577" fmla="*/ 765529 w 983339"/>
                <a:gd name="csY577" fmla="*/ 225442 h 1181837"/>
                <a:gd name="csX578" fmla="*/ 762143 w 983339"/>
                <a:gd name="csY578" fmla="*/ 222177 h 1181837"/>
                <a:gd name="csX579" fmla="*/ 760568 w 983339"/>
                <a:gd name="csY579" fmla="*/ 221356 h 1181837"/>
                <a:gd name="csX580" fmla="*/ 757159 w 983339"/>
                <a:gd name="csY580" fmla="*/ 220877 h 1181837"/>
                <a:gd name="csX581" fmla="*/ 753370 w 983339"/>
                <a:gd name="csY581" fmla="*/ 217902 h 1181837"/>
                <a:gd name="csX582" fmla="*/ 751049 w 983339"/>
                <a:gd name="csY582" fmla="*/ 216616 h 1181837"/>
                <a:gd name="csX583" fmla="*/ 749414 w 983339"/>
                <a:gd name="csY583" fmla="*/ 216410 h 1181837"/>
                <a:gd name="csX584" fmla="*/ 747519 w 983339"/>
                <a:gd name="csY584" fmla="*/ 215946 h 1181837"/>
                <a:gd name="csX585" fmla="*/ 746180 w 983339"/>
                <a:gd name="csY585" fmla="*/ 214265 h 1181837"/>
                <a:gd name="csX586" fmla="*/ 743814 w 983339"/>
                <a:gd name="csY586" fmla="*/ 213709 h 1181837"/>
                <a:gd name="csX587" fmla="*/ 740481 w 983339"/>
                <a:gd name="csY587" fmla="*/ 210384 h 1181837"/>
                <a:gd name="csX588" fmla="*/ 738845 w 983339"/>
                <a:gd name="csY588" fmla="*/ 207036 h 1181837"/>
                <a:gd name="csX589" fmla="*/ 738024 w 983339"/>
                <a:gd name="csY589" fmla="*/ 205804 h 1181837"/>
                <a:gd name="csX590" fmla="*/ 736905 w 983339"/>
                <a:gd name="csY590" fmla="*/ 204876 h 1181837"/>
                <a:gd name="csX591" fmla="*/ 735262 w 983339"/>
                <a:gd name="csY591" fmla="*/ 205431 h 1181837"/>
                <a:gd name="csX592" fmla="*/ 733907 w 983339"/>
                <a:gd name="csY592" fmla="*/ 205682 h 1181837"/>
                <a:gd name="csX593" fmla="*/ 730925 w 983339"/>
                <a:gd name="csY593" fmla="*/ 205211 h 1181837"/>
                <a:gd name="csX594" fmla="*/ 729943 w 983339"/>
                <a:gd name="csY594" fmla="*/ 203848 h 1181837"/>
                <a:gd name="csX595" fmla="*/ 728018 w 983339"/>
                <a:gd name="csY595" fmla="*/ 202121 h 1181837"/>
                <a:gd name="csX596" fmla="*/ 724313 w 983339"/>
                <a:gd name="csY596" fmla="*/ 201665 h 1181837"/>
                <a:gd name="csX597" fmla="*/ 721384 w 983339"/>
                <a:gd name="csY597" fmla="*/ 200577 h 1181837"/>
                <a:gd name="csX598" fmla="*/ 719147 w 983339"/>
                <a:gd name="csY598" fmla="*/ 199504 h 1181837"/>
                <a:gd name="csX599" fmla="*/ 716880 w 983339"/>
                <a:gd name="csY599" fmla="*/ 198135 h 1181837"/>
                <a:gd name="csX600" fmla="*/ 714794 w 983339"/>
                <a:gd name="csY600" fmla="*/ 195852 h 1181837"/>
                <a:gd name="csX601" fmla="*/ 712946 w 983339"/>
                <a:gd name="csY601" fmla="*/ 192801 h 1181837"/>
                <a:gd name="csX602" fmla="*/ 713265 w 983339"/>
                <a:gd name="csY602" fmla="*/ 188890 h 1181837"/>
                <a:gd name="csX603" fmla="*/ 713730 w 983339"/>
                <a:gd name="csY603" fmla="*/ 186356 h 1181837"/>
                <a:gd name="csX604" fmla="*/ 711371 w 983339"/>
                <a:gd name="csY604" fmla="*/ 185375 h 1181837"/>
                <a:gd name="csX605" fmla="*/ 707300 w 983339"/>
                <a:gd name="csY605" fmla="*/ 180072 h 1181837"/>
                <a:gd name="csX606" fmla="*/ 707102 w 983339"/>
                <a:gd name="csY606" fmla="*/ 177903 h 1181837"/>
                <a:gd name="csX607" fmla="*/ 708198 w 983339"/>
                <a:gd name="csY607" fmla="*/ 173475 h 1181837"/>
                <a:gd name="csX608" fmla="*/ 709309 w 983339"/>
                <a:gd name="csY608" fmla="*/ 165852 h 1181837"/>
                <a:gd name="csX609" fmla="*/ 707688 w 983339"/>
                <a:gd name="csY609" fmla="*/ 160191 h 1181837"/>
                <a:gd name="csX610" fmla="*/ 704531 w 983339"/>
                <a:gd name="csY610" fmla="*/ 153290 h 1181837"/>
                <a:gd name="csX611" fmla="*/ 704744 w 983339"/>
                <a:gd name="csY611" fmla="*/ 149790 h 1181837"/>
                <a:gd name="csX612" fmla="*/ 703154 w 983339"/>
                <a:gd name="csY612" fmla="*/ 149744 h 1181837"/>
                <a:gd name="csX613" fmla="*/ 701388 w 983339"/>
                <a:gd name="csY613" fmla="*/ 149059 h 1181837"/>
                <a:gd name="csX614" fmla="*/ 698900 w 983339"/>
                <a:gd name="csY614" fmla="*/ 145658 h 1181837"/>
                <a:gd name="csX615" fmla="*/ 697013 w 983339"/>
                <a:gd name="csY615" fmla="*/ 143421 h 1181837"/>
                <a:gd name="csX616" fmla="*/ 695743 w 983339"/>
                <a:gd name="csY616" fmla="*/ 141359 h 1181837"/>
                <a:gd name="csX617" fmla="*/ 694365 w 983339"/>
                <a:gd name="csY617" fmla="*/ 138567 h 1181837"/>
                <a:gd name="csX618" fmla="*/ 694586 w 983339"/>
                <a:gd name="csY618" fmla="*/ 136330 h 1181837"/>
                <a:gd name="csX619" fmla="*/ 694913 w 983339"/>
                <a:gd name="csY619" fmla="*/ 134824 h 1181837"/>
                <a:gd name="csX620" fmla="*/ 695050 w 983339"/>
                <a:gd name="csY620" fmla="*/ 130837 h 1181837"/>
                <a:gd name="csX621" fmla="*/ 693293 w 983339"/>
                <a:gd name="csY621" fmla="*/ 126964 h 1181837"/>
                <a:gd name="csX622" fmla="*/ 692737 w 983339"/>
                <a:gd name="csY622" fmla="*/ 123000 h 1181837"/>
                <a:gd name="csX623" fmla="*/ 691071 w 983339"/>
                <a:gd name="csY623" fmla="*/ 118047 h 1181837"/>
                <a:gd name="csX624" fmla="*/ 691535 w 983339"/>
                <a:gd name="csY624" fmla="*/ 114760 h 1181837"/>
                <a:gd name="csX625" fmla="*/ 691170 w 983339"/>
                <a:gd name="csY625" fmla="*/ 112051 h 1181837"/>
                <a:gd name="csX626" fmla="*/ 690653 w 983339"/>
                <a:gd name="csY626" fmla="*/ 109708 h 1181837"/>
                <a:gd name="csX627" fmla="*/ 691193 w 983339"/>
                <a:gd name="csY627" fmla="*/ 108217 h 1181837"/>
                <a:gd name="csX628" fmla="*/ 691413 w 983339"/>
                <a:gd name="csY628" fmla="*/ 106322 h 1181837"/>
                <a:gd name="csX629" fmla="*/ 689116 w 983339"/>
                <a:gd name="csY629" fmla="*/ 104428 h 1181837"/>
                <a:gd name="csX630" fmla="*/ 686651 w 983339"/>
                <a:gd name="csY630" fmla="*/ 102982 h 1181837"/>
                <a:gd name="csX631" fmla="*/ 683470 w 983339"/>
                <a:gd name="csY631" fmla="*/ 100425 h 1181837"/>
                <a:gd name="csX632" fmla="*/ 677756 w 983339"/>
                <a:gd name="csY632" fmla="*/ 96439 h 1181837"/>
                <a:gd name="csX633" fmla="*/ 676440 w 983339"/>
                <a:gd name="csY633" fmla="*/ 93426 h 1181837"/>
                <a:gd name="csX634" fmla="*/ 674020 w 983339"/>
                <a:gd name="csY634" fmla="*/ 90732 h 1181837"/>
                <a:gd name="csX635" fmla="*/ 670787 w 983339"/>
                <a:gd name="csY635" fmla="*/ 91775 h 1181837"/>
                <a:gd name="csX636" fmla="*/ 668405 w 983339"/>
                <a:gd name="csY636" fmla="*/ 92269 h 1181837"/>
                <a:gd name="csX637" fmla="*/ 666183 w 983339"/>
                <a:gd name="csY637" fmla="*/ 94301 h 1181837"/>
                <a:gd name="csX638" fmla="*/ 663110 w 983339"/>
                <a:gd name="csY638" fmla="*/ 95799 h 1181837"/>
                <a:gd name="csX639" fmla="*/ 660127 w 983339"/>
                <a:gd name="csY639" fmla="*/ 94445 h 1181837"/>
                <a:gd name="csX640" fmla="*/ 658712 w 983339"/>
                <a:gd name="csY640" fmla="*/ 93304 h 1181837"/>
                <a:gd name="csX641" fmla="*/ 657662 w 983339"/>
                <a:gd name="csY641" fmla="*/ 89271 h 1181837"/>
                <a:gd name="csX642" fmla="*/ 656300 w 983339"/>
                <a:gd name="csY642" fmla="*/ 84873 h 1181837"/>
                <a:gd name="csX643" fmla="*/ 655144 w 983339"/>
                <a:gd name="csY643" fmla="*/ 82667 h 1181837"/>
                <a:gd name="csX644" fmla="*/ 654276 w 983339"/>
                <a:gd name="csY644" fmla="*/ 80004 h 1181837"/>
                <a:gd name="csX645" fmla="*/ 655090 w 983339"/>
                <a:gd name="csY645" fmla="*/ 73514 h 1181837"/>
                <a:gd name="csX646" fmla="*/ 653873 w 983339"/>
                <a:gd name="csY646" fmla="*/ 70463 h 1181837"/>
                <a:gd name="csX647" fmla="*/ 653492 w 983339"/>
                <a:gd name="csY647" fmla="*/ 65905 h 1181837"/>
                <a:gd name="csX648" fmla="*/ 652336 w 983339"/>
                <a:gd name="csY648" fmla="*/ 60701 h 1181837"/>
                <a:gd name="csX649" fmla="*/ 651050 w 983339"/>
                <a:gd name="csY649" fmla="*/ 58099 h 1181837"/>
                <a:gd name="csX650" fmla="*/ 651141 w 983339"/>
                <a:gd name="csY650" fmla="*/ 56007 h 1181837"/>
                <a:gd name="csX651" fmla="*/ 648752 w 983339"/>
                <a:gd name="csY651" fmla="*/ 52940 h 1181837"/>
                <a:gd name="csX652" fmla="*/ 647991 w 983339"/>
                <a:gd name="csY652" fmla="*/ 50742 h 1181837"/>
                <a:gd name="csX653" fmla="*/ 646637 w 983339"/>
                <a:gd name="csY653" fmla="*/ 49950 h 1181837"/>
                <a:gd name="csX654" fmla="*/ 644918 w 983339"/>
                <a:gd name="csY654" fmla="*/ 48695 h 1181837"/>
                <a:gd name="csX655" fmla="*/ 644674 w 983339"/>
                <a:gd name="csY655" fmla="*/ 47013 h 1181837"/>
                <a:gd name="csX656" fmla="*/ 644803 w 983339"/>
                <a:gd name="csY656" fmla="*/ 45788 h 1181837"/>
                <a:gd name="csX657" fmla="*/ 645831 w 983339"/>
                <a:gd name="csY657" fmla="*/ 43757 h 1181837"/>
                <a:gd name="csX658" fmla="*/ 646386 w 983339"/>
                <a:gd name="csY658" fmla="*/ 41124 h 1181837"/>
                <a:gd name="csX659" fmla="*/ 643989 w 983339"/>
                <a:gd name="csY659" fmla="*/ 40470 h 1181837"/>
                <a:gd name="csX660" fmla="*/ 642323 w 983339"/>
                <a:gd name="csY660" fmla="*/ 40356 h 1181837"/>
                <a:gd name="csX661" fmla="*/ 641159 w 983339"/>
                <a:gd name="csY661" fmla="*/ 39527 h 1181837"/>
                <a:gd name="csX662" fmla="*/ 639850 w 983339"/>
                <a:gd name="csY662" fmla="*/ 38241 h 1181837"/>
                <a:gd name="csX663" fmla="*/ 639378 w 983339"/>
                <a:gd name="csY663" fmla="*/ 34147 h 1181837"/>
                <a:gd name="csX664" fmla="*/ 639424 w 983339"/>
                <a:gd name="csY664" fmla="*/ 29810 h 1181837"/>
                <a:gd name="csX665" fmla="*/ 639082 w 983339"/>
                <a:gd name="csY665" fmla="*/ 27102 h 1181837"/>
                <a:gd name="csX666" fmla="*/ 638367 w 983339"/>
                <a:gd name="csY666" fmla="*/ 25085 h 1181837"/>
                <a:gd name="csX667" fmla="*/ 637865 w 983339"/>
                <a:gd name="csY667" fmla="*/ 22955 h 1181837"/>
                <a:gd name="csX668" fmla="*/ 636655 w 983339"/>
                <a:gd name="csY668" fmla="*/ 20688 h 1181837"/>
                <a:gd name="csX669" fmla="*/ 633018 w 983339"/>
                <a:gd name="csY669" fmla="*/ 17743 h 1181837"/>
                <a:gd name="csX670" fmla="*/ 633284 w 983339"/>
                <a:gd name="csY670" fmla="*/ 16556 h 1181837"/>
                <a:gd name="csX671" fmla="*/ 634128 w 983339"/>
                <a:gd name="csY671" fmla="*/ 15019 h 1181837"/>
                <a:gd name="csX672" fmla="*/ 632843 w 983339"/>
                <a:gd name="csY672" fmla="*/ 14137 h 1181837"/>
                <a:gd name="csX673" fmla="*/ 630956 w 983339"/>
                <a:gd name="csY673" fmla="*/ 14137 h 1181837"/>
                <a:gd name="csX674" fmla="*/ 629890 w 983339"/>
                <a:gd name="csY674" fmla="*/ 16191 h 1181837"/>
                <a:gd name="csX675" fmla="*/ 628171 w 983339"/>
                <a:gd name="csY675" fmla="*/ 17956 h 1181837"/>
                <a:gd name="csX676" fmla="*/ 624800 w 983339"/>
                <a:gd name="csY676" fmla="*/ 19303 h 1181837"/>
                <a:gd name="csX677" fmla="*/ 624169 w 983339"/>
                <a:gd name="csY677" fmla="*/ 26364 h 1181837"/>
                <a:gd name="csX678" fmla="*/ 622077 w 983339"/>
                <a:gd name="csY678" fmla="*/ 34125 h 1181837"/>
                <a:gd name="csX679" fmla="*/ 620175 w 983339"/>
                <a:gd name="csY679" fmla="*/ 39854 h 1181837"/>
                <a:gd name="csX680" fmla="*/ 620525 w 983339"/>
                <a:gd name="csY680" fmla="*/ 41588 h 1181837"/>
                <a:gd name="csX681" fmla="*/ 620372 w 983339"/>
                <a:gd name="csY681" fmla="*/ 43285 h 1181837"/>
                <a:gd name="csX682" fmla="*/ 619345 w 983339"/>
                <a:gd name="csY682" fmla="*/ 42524 h 1181837"/>
                <a:gd name="csX683" fmla="*/ 618440 w 983339"/>
                <a:gd name="csY683" fmla="*/ 41573 h 1181837"/>
                <a:gd name="csX684" fmla="*/ 617055 w 983339"/>
                <a:gd name="csY684" fmla="*/ 43841 h 1181837"/>
                <a:gd name="csX685" fmla="*/ 614552 w 983339"/>
                <a:gd name="csY685" fmla="*/ 49722 h 1181837"/>
                <a:gd name="csX686" fmla="*/ 614324 w 983339"/>
                <a:gd name="csY686" fmla="*/ 52773 h 1181837"/>
                <a:gd name="csX687" fmla="*/ 615792 w 983339"/>
                <a:gd name="csY687" fmla="*/ 53595 h 1181837"/>
                <a:gd name="csX688" fmla="*/ 616819 w 983339"/>
                <a:gd name="csY688" fmla="*/ 54401 h 1181837"/>
                <a:gd name="csX689" fmla="*/ 618044 w 983339"/>
                <a:gd name="csY689" fmla="*/ 54667 h 1181837"/>
                <a:gd name="csX690" fmla="*/ 618599 w 983339"/>
                <a:gd name="csY690" fmla="*/ 55421 h 1181837"/>
                <a:gd name="csX691" fmla="*/ 618911 w 983339"/>
                <a:gd name="csY691" fmla="*/ 56897 h 1181837"/>
                <a:gd name="csX692" fmla="*/ 619703 w 983339"/>
                <a:gd name="csY692" fmla="*/ 58168 h 1181837"/>
                <a:gd name="csX693" fmla="*/ 619505 w 983339"/>
                <a:gd name="csY693" fmla="*/ 59545 h 1181837"/>
                <a:gd name="csX694" fmla="*/ 618554 w 983339"/>
                <a:gd name="csY694" fmla="*/ 59004 h 1181837"/>
                <a:gd name="csX695" fmla="*/ 616553 w 983339"/>
                <a:gd name="csY695" fmla="*/ 59012 h 1181837"/>
                <a:gd name="csX696" fmla="*/ 615533 w 983339"/>
                <a:gd name="csY696" fmla="*/ 60207 h 1181837"/>
                <a:gd name="csX697" fmla="*/ 612954 w 983339"/>
                <a:gd name="csY697" fmla="*/ 62596 h 1181837"/>
                <a:gd name="csX698" fmla="*/ 613631 w 983339"/>
                <a:gd name="csY698" fmla="*/ 69474 h 1181837"/>
                <a:gd name="csX699" fmla="*/ 612422 w 983339"/>
                <a:gd name="csY699" fmla="*/ 73096 h 1181837"/>
                <a:gd name="csX700" fmla="*/ 611257 w 983339"/>
                <a:gd name="csY700" fmla="*/ 75903 h 1181837"/>
                <a:gd name="csX701" fmla="*/ 609941 w 983339"/>
                <a:gd name="csY701" fmla="*/ 81229 h 1181837"/>
                <a:gd name="csX702" fmla="*/ 610116 w 983339"/>
                <a:gd name="csY702" fmla="*/ 84052 h 1181837"/>
                <a:gd name="csX703" fmla="*/ 611280 w 983339"/>
                <a:gd name="csY703" fmla="*/ 86060 h 1181837"/>
                <a:gd name="csX704" fmla="*/ 612535 w 983339"/>
                <a:gd name="csY704" fmla="*/ 88997 h 1181837"/>
                <a:gd name="csX705" fmla="*/ 611775 w 983339"/>
                <a:gd name="csY705" fmla="*/ 93045 h 1181837"/>
                <a:gd name="csX706" fmla="*/ 611006 w 983339"/>
                <a:gd name="csY706" fmla="*/ 95944 h 1181837"/>
                <a:gd name="csX707" fmla="*/ 612726 w 983339"/>
                <a:gd name="csY707" fmla="*/ 104344 h 1181837"/>
                <a:gd name="csX708" fmla="*/ 613205 w 983339"/>
                <a:gd name="csY708" fmla="*/ 108818 h 1181837"/>
                <a:gd name="csX709" fmla="*/ 612262 w 983339"/>
                <a:gd name="csY709" fmla="*/ 111869 h 1181837"/>
                <a:gd name="csX710" fmla="*/ 609492 w 983339"/>
                <a:gd name="csY710" fmla="*/ 120892 h 1181837"/>
                <a:gd name="csX711" fmla="*/ 608244 w 983339"/>
                <a:gd name="csY711" fmla="*/ 127497 h 1181837"/>
                <a:gd name="csX712" fmla="*/ 608647 w 983339"/>
                <a:gd name="csY712" fmla="*/ 131141 h 1181837"/>
                <a:gd name="csX713" fmla="*/ 607445 w 983339"/>
                <a:gd name="csY713" fmla="*/ 134489 h 1181837"/>
                <a:gd name="csX714" fmla="*/ 606076 w 983339"/>
                <a:gd name="csY714" fmla="*/ 139845 h 1181837"/>
                <a:gd name="csX715" fmla="*/ 604531 w 983339"/>
                <a:gd name="csY715" fmla="*/ 143893 h 1181837"/>
                <a:gd name="csX716" fmla="*/ 599121 w 983339"/>
                <a:gd name="csY716" fmla="*/ 152065 h 1181837"/>
                <a:gd name="csX717" fmla="*/ 598049 w 983339"/>
                <a:gd name="csY717" fmla="*/ 156021 h 1181837"/>
                <a:gd name="csX718" fmla="*/ 596230 w 983339"/>
                <a:gd name="csY718" fmla="*/ 160951 h 1181837"/>
                <a:gd name="csX719" fmla="*/ 592342 w 983339"/>
                <a:gd name="csY719" fmla="*/ 163827 h 1181837"/>
                <a:gd name="csX720" fmla="*/ 589405 w 983339"/>
                <a:gd name="csY720" fmla="*/ 165623 h 1181837"/>
                <a:gd name="csX721" fmla="*/ 582968 w 983339"/>
                <a:gd name="csY721" fmla="*/ 167404 h 1181837"/>
                <a:gd name="csX722" fmla="*/ 579256 w 983339"/>
                <a:gd name="csY722" fmla="*/ 167366 h 1181837"/>
                <a:gd name="csX723" fmla="*/ 577338 w 983339"/>
                <a:gd name="csY723" fmla="*/ 166277 h 1181837"/>
                <a:gd name="csX724" fmla="*/ 576235 w 983339"/>
                <a:gd name="csY724" fmla="*/ 165334 h 1181837"/>
                <a:gd name="csX725" fmla="*/ 571860 w 983339"/>
                <a:gd name="csY725" fmla="*/ 163759 h 1181837"/>
                <a:gd name="csX726" fmla="*/ 566542 w 983339"/>
                <a:gd name="csY726" fmla="*/ 160198 h 1181837"/>
                <a:gd name="csX727" fmla="*/ 562448 w 983339"/>
                <a:gd name="csY727" fmla="*/ 159042 h 1181837"/>
                <a:gd name="csX728" fmla="*/ 560424 w 983339"/>
                <a:gd name="csY728" fmla="*/ 155466 h 1181837"/>
                <a:gd name="csX729" fmla="*/ 560226 w 983339"/>
                <a:gd name="csY729" fmla="*/ 153982 h 1181837"/>
                <a:gd name="csX730" fmla="*/ 559496 w 983339"/>
                <a:gd name="csY730" fmla="*/ 152050 h 1181837"/>
                <a:gd name="csX731" fmla="*/ 557350 w 983339"/>
                <a:gd name="csY731" fmla="*/ 149508 h 1181837"/>
                <a:gd name="csX732" fmla="*/ 553303 w 983339"/>
                <a:gd name="csY732" fmla="*/ 148649 h 1181837"/>
                <a:gd name="csX733" fmla="*/ 549148 w 983339"/>
                <a:gd name="csY733" fmla="*/ 146815 h 1181837"/>
                <a:gd name="csX734" fmla="*/ 546584 w 983339"/>
                <a:gd name="csY734" fmla="*/ 147074 h 1181837"/>
                <a:gd name="csX735" fmla="*/ 541022 w 983339"/>
                <a:gd name="csY735" fmla="*/ 145499 h 1181837"/>
                <a:gd name="csX736" fmla="*/ 537317 w 983339"/>
                <a:gd name="csY736" fmla="*/ 143254 h 1181837"/>
                <a:gd name="csX737" fmla="*/ 533931 w 983339"/>
                <a:gd name="csY737" fmla="*/ 140142 h 1181837"/>
                <a:gd name="csX738" fmla="*/ 529465 w 983339"/>
                <a:gd name="csY738" fmla="*/ 134755 h 1181837"/>
                <a:gd name="csX739" fmla="*/ 525676 w 983339"/>
                <a:gd name="csY739" fmla="*/ 133302 h 1181837"/>
                <a:gd name="csX740" fmla="*/ 520829 w 983339"/>
                <a:gd name="csY740" fmla="*/ 131073 h 1181837"/>
                <a:gd name="csX741" fmla="*/ 518044 w 983339"/>
                <a:gd name="csY741" fmla="*/ 129216 h 1181837"/>
                <a:gd name="csX742" fmla="*/ 516355 w 983339"/>
                <a:gd name="csY742" fmla="*/ 128319 h 1181837"/>
                <a:gd name="csX743" fmla="*/ 514484 w 983339"/>
                <a:gd name="csY743" fmla="*/ 126926 h 1181837"/>
                <a:gd name="csX744" fmla="*/ 512780 w 983339"/>
                <a:gd name="csY744" fmla="*/ 127238 h 1181837"/>
                <a:gd name="csX745" fmla="*/ 509835 w 983339"/>
                <a:gd name="csY745" fmla="*/ 127276 h 1181837"/>
                <a:gd name="csX746" fmla="*/ 507986 w 983339"/>
                <a:gd name="csY746" fmla="*/ 125967 h 1181837"/>
                <a:gd name="csX747" fmla="*/ 507750 w 983339"/>
                <a:gd name="csY747" fmla="*/ 124940 h 1181837"/>
                <a:gd name="csX748" fmla="*/ 508032 w 983339"/>
                <a:gd name="csY748" fmla="*/ 124134 h 1181837"/>
                <a:gd name="csX749" fmla="*/ 508139 w 983339"/>
                <a:gd name="csY749" fmla="*/ 122665 h 1181837"/>
                <a:gd name="csX750" fmla="*/ 507492 w 983339"/>
                <a:gd name="csY750" fmla="*/ 122445 h 1181837"/>
                <a:gd name="csX751" fmla="*/ 506837 w 983339"/>
                <a:gd name="csY751" fmla="*/ 122445 h 1181837"/>
                <a:gd name="csX752" fmla="*/ 506297 w 983339"/>
                <a:gd name="csY752" fmla="*/ 122840 h 1181837"/>
                <a:gd name="csX753" fmla="*/ 505544 w 983339"/>
                <a:gd name="csY753" fmla="*/ 123129 h 1181837"/>
                <a:gd name="csX754" fmla="*/ 502942 w 983339"/>
                <a:gd name="csY754" fmla="*/ 122003 h 1181837"/>
                <a:gd name="csX755" fmla="*/ 499297 w 983339"/>
                <a:gd name="csY755" fmla="*/ 120124 h 1181837"/>
                <a:gd name="csX756" fmla="*/ 498612 w 983339"/>
                <a:gd name="csY756" fmla="*/ 118473 h 1181837"/>
                <a:gd name="csX757" fmla="*/ 497464 w 983339"/>
                <a:gd name="csY757" fmla="*/ 116457 h 1181837"/>
                <a:gd name="csX758" fmla="*/ 492427 w 983339"/>
                <a:gd name="csY758" fmla="*/ 113527 h 1181837"/>
                <a:gd name="csX759" fmla="*/ 489505 w 983339"/>
                <a:gd name="csY759" fmla="*/ 111108 h 1181837"/>
                <a:gd name="csX760" fmla="*/ 483053 w 983339"/>
                <a:gd name="csY760" fmla="*/ 107600 h 1181837"/>
                <a:gd name="csX761" fmla="*/ 481402 w 983339"/>
                <a:gd name="csY761" fmla="*/ 105904 h 1181837"/>
                <a:gd name="csX762" fmla="*/ 480862 w 983339"/>
                <a:gd name="csY762" fmla="*/ 104420 h 1181837"/>
                <a:gd name="csX763" fmla="*/ 480382 w 983339"/>
                <a:gd name="csY763" fmla="*/ 102282 h 1181837"/>
                <a:gd name="csX764" fmla="*/ 481828 w 983339"/>
                <a:gd name="csY764" fmla="*/ 100060 h 1181837"/>
                <a:gd name="csX765" fmla="*/ 483236 w 983339"/>
                <a:gd name="csY765" fmla="*/ 98485 h 1181837"/>
                <a:gd name="csX766" fmla="*/ 487625 w 983339"/>
                <a:gd name="csY766" fmla="*/ 91950 h 1181837"/>
                <a:gd name="csX767" fmla="*/ 488942 w 983339"/>
                <a:gd name="csY767" fmla="*/ 90808 h 1181837"/>
                <a:gd name="csX768" fmla="*/ 490593 w 983339"/>
                <a:gd name="csY768" fmla="*/ 89035 h 1181837"/>
                <a:gd name="csX769" fmla="*/ 492107 w 983339"/>
                <a:gd name="csY769" fmla="*/ 84265 h 1181837"/>
                <a:gd name="csX770" fmla="*/ 492860 w 983339"/>
                <a:gd name="csY770" fmla="*/ 81541 h 1181837"/>
                <a:gd name="csX771" fmla="*/ 491575 w 983339"/>
                <a:gd name="csY771" fmla="*/ 77417 h 1181837"/>
                <a:gd name="csX772" fmla="*/ 491529 w 983339"/>
                <a:gd name="csY772" fmla="*/ 70493 h 1181837"/>
                <a:gd name="csX773" fmla="*/ 496627 w 983339"/>
                <a:gd name="csY773" fmla="*/ 67808 h 1181837"/>
                <a:gd name="csX774" fmla="*/ 498049 w 983339"/>
                <a:gd name="csY774" fmla="*/ 67457 h 1181837"/>
                <a:gd name="csX775" fmla="*/ 499366 w 983339"/>
                <a:gd name="csY775" fmla="*/ 66864 h 1181837"/>
                <a:gd name="csX776" fmla="*/ 500872 w 983339"/>
                <a:gd name="csY776" fmla="*/ 67701 h 1181837"/>
                <a:gd name="csX777" fmla="*/ 501884 w 983339"/>
                <a:gd name="csY777" fmla="*/ 69002 h 1181837"/>
                <a:gd name="csX778" fmla="*/ 502934 w 983339"/>
                <a:gd name="csY778" fmla="*/ 68766 h 1181837"/>
                <a:gd name="csX779" fmla="*/ 505779 w 983339"/>
                <a:gd name="csY779" fmla="*/ 63942 h 1181837"/>
                <a:gd name="csX780" fmla="*/ 505323 w 983339"/>
                <a:gd name="csY780" fmla="*/ 61934 h 1181837"/>
                <a:gd name="csX781" fmla="*/ 504144 w 983339"/>
                <a:gd name="csY781" fmla="*/ 60222 h 1181837"/>
                <a:gd name="csX782" fmla="*/ 504555 w 983339"/>
                <a:gd name="csY782" fmla="*/ 59164 h 1181837"/>
                <a:gd name="csX783" fmla="*/ 513320 w 983339"/>
                <a:gd name="csY783" fmla="*/ 49722 h 1181837"/>
                <a:gd name="csX784" fmla="*/ 512247 w 983339"/>
                <a:gd name="csY784" fmla="*/ 47409 h 1181837"/>
                <a:gd name="csX785" fmla="*/ 510946 w 983339"/>
                <a:gd name="csY785" fmla="*/ 46876 h 1181837"/>
                <a:gd name="csX786" fmla="*/ 508450 w 983339"/>
                <a:gd name="csY786" fmla="*/ 47036 h 1181837"/>
                <a:gd name="csX787" fmla="*/ 506099 w 983339"/>
                <a:gd name="csY787" fmla="*/ 45020 h 1181837"/>
                <a:gd name="csX788" fmla="*/ 504623 w 983339"/>
                <a:gd name="csY788" fmla="*/ 41208 h 1181837"/>
                <a:gd name="csX789" fmla="*/ 502554 w 983339"/>
                <a:gd name="csY789" fmla="*/ 41071 h 1181837"/>
                <a:gd name="csX790" fmla="*/ 498856 w 983339"/>
                <a:gd name="csY790" fmla="*/ 44982 h 1181837"/>
                <a:gd name="csX791" fmla="*/ 498422 w 983339"/>
                <a:gd name="csY791" fmla="*/ 45880 h 1181837"/>
                <a:gd name="csX792" fmla="*/ 499320 w 983339"/>
                <a:gd name="csY792" fmla="*/ 46390 h 1181837"/>
                <a:gd name="csX793" fmla="*/ 500104 w 983339"/>
                <a:gd name="csY793" fmla="*/ 48763 h 1181837"/>
                <a:gd name="csX794" fmla="*/ 498658 w 983339"/>
                <a:gd name="csY794" fmla="*/ 51548 h 1181837"/>
                <a:gd name="csX795" fmla="*/ 497212 w 983339"/>
                <a:gd name="csY795" fmla="*/ 51571 h 1181837"/>
                <a:gd name="csX796" fmla="*/ 494838 w 983339"/>
                <a:gd name="csY796" fmla="*/ 51297 h 1181837"/>
                <a:gd name="csX797" fmla="*/ 493758 w 983339"/>
                <a:gd name="csY797" fmla="*/ 49311 h 1181837"/>
                <a:gd name="csX798" fmla="*/ 493271 w 983339"/>
                <a:gd name="csY798" fmla="*/ 46283 h 1181837"/>
                <a:gd name="csX799" fmla="*/ 491765 w 983339"/>
                <a:gd name="csY799" fmla="*/ 45431 h 1181837"/>
                <a:gd name="csX800" fmla="*/ 490045 w 983339"/>
                <a:gd name="csY800" fmla="*/ 46002 h 1181837"/>
                <a:gd name="csX801" fmla="*/ 488623 w 983339"/>
                <a:gd name="csY801" fmla="*/ 47067 h 1181837"/>
                <a:gd name="csX802" fmla="*/ 487618 w 983339"/>
                <a:gd name="csY802" fmla="*/ 47371 h 1181837"/>
                <a:gd name="csX803" fmla="*/ 486781 w 983339"/>
                <a:gd name="csY803" fmla="*/ 46679 h 1181837"/>
                <a:gd name="csX804" fmla="*/ 486735 w 983339"/>
                <a:gd name="csY804" fmla="*/ 45416 h 1181837"/>
                <a:gd name="csX805" fmla="*/ 488904 w 983339"/>
                <a:gd name="csY805" fmla="*/ 43316 h 1181837"/>
                <a:gd name="csX806" fmla="*/ 490722 w 983339"/>
                <a:gd name="csY806" fmla="*/ 41969 h 1181837"/>
                <a:gd name="csX807" fmla="*/ 490867 w 983339"/>
                <a:gd name="csY807" fmla="*/ 41467 h 1181837"/>
                <a:gd name="csX808" fmla="*/ 489543 w 983339"/>
                <a:gd name="csY808" fmla="*/ 41056 h 1181837"/>
                <a:gd name="csX809" fmla="*/ 489741 w 983339"/>
                <a:gd name="csY809" fmla="*/ 40082 h 1181837"/>
                <a:gd name="csX810" fmla="*/ 491430 w 983339"/>
                <a:gd name="csY810" fmla="*/ 38355 h 1181837"/>
                <a:gd name="csX811" fmla="*/ 490638 w 983339"/>
                <a:gd name="csY811" fmla="*/ 38264 h 1181837"/>
                <a:gd name="csX812" fmla="*/ 488577 w 983339"/>
                <a:gd name="csY812" fmla="*/ 40112 h 1181837"/>
                <a:gd name="csX813" fmla="*/ 486378 w 983339"/>
                <a:gd name="csY813" fmla="*/ 41178 h 1181837"/>
                <a:gd name="csX814" fmla="*/ 483456 w 983339"/>
                <a:gd name="csY814" fmla="*/ 43445 h 1181837"/>
                <a:gd name="csX815" fmla="*/ 479264 w 983339"/>
                <a:gd name="csY815" fmla="*/ 44929 h 1181837"/>
                <a:gd name="csX816" fmla="*/ 476388 w 983339"/>
                <a:gd name="csY816" fmla="*/ 46937 h 1181837"/>
                <a:gd name="csX817" fmla="*/ 472378 w 983339"/>
                <a:gd name="csY817" fmla="*/ 46329 h 1181837"/>
                <a:gd name="csX818" fmla="*/ 468642 w 983339"/>
                <a:gd name="csY818" fmla="*/ 44350 h 1181837"/>
                <a:gd name="csX819" fmla="*/ 467828 w 983339"/>
                <a:gd name="csY819" fmla="*/ 43308 h 1181837"/>
                <a:gd name="csX820" fmla="*/ 465987 w 983339"/>
                <a:gd name="csY820" fmla="*/ 41779 h 1181837"/>
                <a:gd name="csX821" fmla="*/ 461886 w 983339"/>
                <a:gd name="csY821" fmla="*/ 43437 h 1181837"/>
                <a:gd name="csX822" fmla="*/ 459306 w 983339"/>
                <a:gd name="csY822" fmla="*/ 43262 h 1181837"/>
                <a:gd name="csX823" fmla="*/ 457884 w 983339"/>
                <a:gd name="csY823" fmla="*/ 42676 h 1181837"/>
                <a:gd name="csX824" fmla="*/ 455457 w 983339"/>
                <a:gd name="csY824" fmla="*/ 42281 h 1181837"/>
                <a:gd name="csX825" fmla="*/ 453372 w 983339"/>
                <a:gd name="csY825" fmla="*/ 40812 h 1181837"/>
                <a:gd name="csX826" fmla="*/ 448350 w 983339"/>
                <a:gd name="csY826" fmla="*/ 38469 h 1181837"/>
                <a:gd name="csX827" fmla="*/ 443017 w 983339"/>
                <a:gd name="csY827" fmla="*/ 38020 h 1181837"/>
                <a:gd name="csX828" fmla="*/ 440429 w 983339"/>
                <a:gd name="csY828" fmla="*/ 38127 h 1181837"/>
                <a:gd name="csX829" fmla="*/ 438505 w 983339"/>
                <a:gd name="csY829" fmla="*/ 36917 h 1181837"/>
                <a:gd name="csX830" fmla="*/ 436648 w 983339"/>
                <a:gd name="csY830" fmla="*/ 36224 h 1181837"/>
                <a:gd name="csX831" fmla="*/ 433004 w 983339"/>
                <a:gd name="csY831" fmla="*/ 35738 h 1181837"/>
                <a:gd name="csX832" fmla="*/ 431490 w 983339"/>
                <a:gd name="csY832" fmla="*/ 33919 h 1181837"/>
                <a:gd name="csX833" fmla="*/ 429580 w 983339"/>
                <a:gd name="csY833" fmla="*/ 30259 h 1181837"/>
                <a:gd name="csX834" fmla="*/ 428210 w 983339"/>
                <a:gd name="csY834" fmla="*/ 29278 h 1181837"/>
                <a:gd name="csX835" fmla="*/ 425996 w 983339"/>
                <a:gd name="csY835" fmla="*/ 28928 h 1181837"/>
                <a:gd name="csX836" fmla="*/ 423645 w 983339"/>
                <a:gd name="csY836" fmla="*/ 30609 h 1181837"/>
                <a:gd name="csX837" fmla="*/ 422268 w 983339"/>
                <a:gd name="csY837" fmla="*/ 31401 h 1181837"/>
                <a:gd name="csX838" fmla="*/ 419582 w 983339"/>
                <a:gd name="csY838" fmla="*/ 28395 h 1181837"/>
                <a:gd name="csX839" fmla="*/ 414811 w 983339"/>
                <a:gd name="csY839" fmla="*/ 25291 h 1181837"/>
                <a:gd name="csX840" fmla="*/ 413290 w 983339"/>
                <a:gd name="csY840" fmla="*/ 24865 h 1181837"/>
                <a:gd name="csX841" fmla="*/ 412491 w 983339"/>
                <a:gd name="csY841" fmla="*/ 25618 h 1181837"/>
                <a:gd name="csX842" fmla="*/ 411913 w 983339"/>
                <a:gd name="csY842" fmla="*/ 27049 h 1181837"/>
                <a:gd name="csX843" fmla="*/ 411007 w 983339"/>
                <a:gd name="csY843" fmla="*/ 27185 h 1181837"/>
                <a:gd name="csX844" fmla="*/ 409950 w 983339"/>
                <a:gd name="csY844" fmla="*/ 26539 h 1181837"/>
                <a:gd name="csX845" fmla="*/ 408086 w 983339"/>
                <a:gd name="csY845" fmla="*/ 24705 h 1181837"/>
                <a:gd name="csX846" fmla="*/ 406868 w 983339"/>
                <a:gd name="csY846" fmla="*/ 24370 h 1181837"/>
                <a:gd name="csX847" fmla="*/ 403673 w 983339"/>
                <a:gd name="csY847" fmla="*/ 26326 h 1181837"/>
                <a:gd name="csX848" fmla="*/ 403893 w 983339"/>
                <a:gd name="csY848" fmla="*/ 26995 h 1181837"/>
                <a:gd name="csX849" fmla="*/ 406503 w 983339"/>
                <a:gd name="csY849" fmla="*/ 27992 h 1181837"/>
                <a:gd name="csX850" fmla="*/ 409242 w 983339"/>
                <a:gd name="csY850" fmla="*/ 30724 h 1181837"/>
                <a:gd name="csX851" fmla="*/ 410543 w 983339"/>
                <a:gd name="csY851" fmla="*/ 31286 h 1181837"/>
                <a:gd name="csX852" fmla="*/ 413617 w 983339"/>
                <a:gd name="csY852" fmla="*/ 30571 h 1181837"/>
                <a:gd name="csX853" fmla="*/ 417832 w 983339"/>
                <a:gd name="csY853" fmla="*/ 31089 h 1181837"/>
                <a:gd name="csX854" fmla="*/ 422085 w 983339"/>
                <a:gd name="csY854" fmla="*/ 34497 h 1181837"/>
                <a:gd name="csX855" fmla="*/ 421461 w 983339"/>
                <a:gd name="csY855" fmla="*/ 36194 h 1181837"/>
                <a:gd name="csX856" fmla="*/ 421142 w 983339"/>
                <a:gd name="csY856" fmla="*/ 38553 h 1181837"/>
                <a:gd name="csX857" fmla="*/ 421256 w 983339"/>
                <a:gd name="csY857" fmla="*/ 41124 h 1181837"/>
                <a:gd name="csX858" fmla="*/ 421157 w 983339"/>
                <a:gd name="csY858" fmla="*/ 42867 h 1181837"/>
                <a:gd name="csX859" fmla="*/ 422907 w 983339"/>
                <a:gd name="csY859" fmla="*/ 44784 h 1181837"/>
                <a:gd name="csX860" fmla="*/ 422123 w 983339"/>
                <a:gd name="csY860" fmla="*/ 44929 h 1181837"/>
                <a:gd name="csX861" fmla="*/ 420145 w 983339"/>
                <a:gd name="csY861" fmla="*/ 44495 h 1181837"/>
                <a:gd name="csX862" fmla="*/ 418586 w 983339"/>
                <a:gd name="csY862" fmla="*/ 45027 h 1181837"/>
                <a:gd name="csX863" fmla="*/ 417117 w 983339"/>
                <a:gd name="csY863" fmla="*/ 45933 h 1181837"/>
                <a:gd name="csX864" fmla="*/ 416463 w 983339"/>
                <a:gd name="csY864" fmla="*/ 48512 h 1181837"/>
                <a:gd name="csX865" fmla="*/ 415633 w 983339"/>
                <a:gd name="csY865" fmla="*/ 47295 h 1181837"/>
                <a:gd name="csX866" fmla="*/ 413092 w 983339"/>
                <a:gd name="csY866" fmla="*/ 46138 h 1181837"/>
                <a:gd name="csX867" fmla="*/ 411586 w 983339"/>
                <a:gd name="csY867" fmla="*/ 47029 h 1181837"/>
                <a:gd name="csX868" fmla="*/ 409059 w 983339"/>
                <a:gd name="csY868" fmla="*/ 48200 h 1181837"/>
                <a:gd name="csX869" fmla="*/ 406762 w 983339"/>
                <a:gd name="csY869" fmla="*/ 47729 h 1181837"/>
                <a:gd name="csX870" fmla="*/ 405301 w 983339"/>
                <a:gd name="csY870" fmla="*/ 47135 h 1181837"/>
                <a:gd name="csX871" fmla="*/ 401847 w 983339"/>
                <a:gd name="csY871" fmla="*/ 48139 h 1181837"/>
                <a:gd name="csX872" fmla="*/ 395691 w 983339"/>
                <a:gd name="csY872" fmla="*/ 48109 h 1181837"/>
                <a:gd name="csX873" fmla="*/ 393637 w 983339"/>
                <a:gd name="csY873" fmla="*/ 46663 h 1181837"/>
                <a:gd name="csX874" fmla="*/ 393036 w 983339"/>
                <a:gd name="csY874" fmla="*/ 44183 h 1181837"/>
                <a:gd name="csX875" fmla="*/ 392556 w 983339"/>
                <a:gd name="csY875" fmla="*/ 43574 h 1181837"/>
                <a:gd name="csX876" fmla="*/ 391994 w 983339"/>
                <a:gd name="csY876" fmla="*/ 44685 h 1181837"/>
                <a:gd name="csX877" fmla="*/ 391027 w 983339"/>
                <a:gd name="csY877" fmla="*/ 45963 h 1181837"/>
                <a:gd name="csX878" fmla="*/ 387307 w 983339"/>
                <a:gd name="csY878" fmla="*/ 46222 h 1181837"/>
                <a:gd name="csX879" fmla="*/ 386751 w 983339"/>
                <a:gd name="csY879" fmla="*/ 46747 h 1181837"/>
                <a:gd name="csX880" fmla="*/ 386972 w 983339"/>
                <a:gd name="csY880" fmla="*/ 47987 h 1181837"/>
                <a:gd name="csX881" fmla="*/ 386827 w 983339"/>
                <a:gd name="csY881" fmla="*/ 49547 h 1181837"/>
                <a:gd name="csX882" fmla="*/ 385397 w 983339"/>
                <a:gd name="csY882" fmla="*/ 49661 h 1181837"/>
                <a:gd name="csX883" fmla="*/ 383632 w 983339"/>
                <a:gd name="csY883" fmla="*/ 50072 h 1181837"/>
                <a:gd name="csX884" fmla="*/ 383822 w 983339"/>
                <a:gd name="csY884" fmla="*/ 51982 h 1181837"/>
                <a:gd name="csX885" fmla="*/ 384149 w 983339"/>
                <a:gd name="csY885" fmla="*/ 53473 h 1181837"/>
                <a:gd name="csX886" fmla="*/ 383495 w 983339"/>
                <a:gd name="csY886" fmla="*/ 54219 h 1181837"/>
                <a:gd name="csX887" fmla="*/ 381555 w 983339"/>
                <a:gd name="csY887" fmla="*/ 52857 h 1181837"/>
                <a:gd name="csX888" fmla="*/ 380687 w 983339"/>
                <a:gd name="csY888" fmla="*/ 51388 h 1181837"/>
                <a:gd name="csX889" fmla="*/ 379325 w 983339"/>
                <a:gd name="csY889" fmla="*/ 50932 h 1181837"/>
                <a:gd name="csX890" fmla="*/ 378260 w 983339"/>
                <a:gd name="csY890" fmla="*/ 51457 h 1181837"/>
                <a:gd name="csX891" fmla="*/ 377986 w 983339"/>
                <a:gd name="csY891" fmla="*/ 52765 h 1181837"/>
                <a:gd name="csX892" fmla="*/ 378146 w 983339"/>
                <a:gd name="csY892" fmla="*/ 56144 h 1181837"/>
                <a:gd name="csX893" fmla="*/ 377180 w 983339"/>
                <a:gd name="csY893" fmla="*/ 56524 h 1181837"/>
                <a:gd name="csX894" fmla="*/ 374661 w 983339"/>
                <a:gd name="csY894" fmla="*/ 56395 h 1181837"/>
                <a:gd name="csX895" fmla="*/ 373505 w 983339"/>
                <a:gd name="csY895" fmla="*/ 57034 h 1181837"/>
                <a:gd name="csX896" fmla="*/ 371762 w 983339"/>
                <a:gd name="csY896" fmla="*/ 61279 h 1181837"/>
                <a:gd name="csX897" fmla="*/ 368559 w 983339"/>
                <a:gd name="csY897" fmla="*/ 62900 h 1181837"/>
                <a:gd name="csX898" fmla="*/ 368072 w 983339"/>
                <a:gd name="csY898" fmla="*/ 65114 h 1181837"/>
                <a:gd name="csX899" fmla="*/ 367859 w 983339"/>
                <a:gd name="csY899" fmla="*/ 67001 h 1181837"/>
                <a:gd name="csX900" fmla="*/ 370522 w 983339"/>
                <a:gd name="csY900" fmla="*/ 70417 h 1181837"/>
                <a:gd name="csX901" fmla="*/ 369236 w 983339"/>
                <a:gd name="csY901" fmla="*/ 72167 h 1181837"/>
                <a:gd name="csX902" fmla="*/ 367882 w 983339"/>
                <a:gd name="csY902" fmla="*/ 73598 h 1181837"/>
                <a:gd name="csX903" fmla="*/ 366527 w 983339"/>
                <a:gd name="csY903" fmla="*/ 74206 h 1181837"/>
                <a:gd name="csX904" fmla="*/ 363651 w 983339"/>
                <a:gd name="csY904" fmla="*/ 74762 h 1181837"/>
                <a:gd name="csX905" fmla="*/ 361537 w 983339"/>
                <a:gd name="csY905" fmla="*/ 76321 h 1181837"/>
                <a:gd name="csX906" fmla="*/ 360646 w 983339"/>
                <a:gd name="csY906" fmla="*/ 77965 h 1181837"/>
                <a:gd name="csX907" fmla="*/ 360479 w 983339"/>
                <a:gd name="csY907" fmla="*/ 79532 h 1181837"/>
                <a:gd name="csX908" fmla="*/ 359893 w 983339"/>
                <a:gd name="csY908" fmla="*/ 81541 h 1181837"/>
                <a:gd name="csX909" fmla="*/ 358972 w 983339"/>
                <a:gd name="csY909" fmla="*/ 83922 h 1181837"/>
                <a:gd name="csX910" fmla="*/ 358790 w 983339"/>
                <a:gd name="csY910" fmla="*/ 85208 h 1181837"/>
                <a:gd name="csX911" fmla="*/ 356865 w 983339"/>
                <a:gd name="csY911" fmla="*/ 86487 h 1181837"/>
                <a:gd name="csX912" fmla="*/ 353441 w 983339"/>
                <a:gd name="csY912" fmla="*/ 90314 h 1181837"/>
                <a:gd name="csX913" fmla="*/ 351714 w 983339"/>
                <a:gd name="csY913" fmla="*/ 94232 h 1181837"/>
                <a:gd name="csX914" fmla="*/ 353966 w 983339"/>
                <a:gd name="csY914" fmla="*/ 96362 h 1181837"/>
                <a:gd name="csX915" fmla="*/ 356614 w 983339"/>
                <a:gd name="csY915" fmla="*/ 97892 h 1181837"/>
                <a:gd name="csX916" fmla="*/ 358538 w 983339"/>
                <a:gd name="csY916" fmla="*/ 97846 h 1181837"/>
                <a:gd name="csX917" fmla="*/ 358554 w 983339"/>
                <a:gd name="csY917" fmla="*/ 98234 h 1181837"/>
                <a:gd name="csX918" fmla="*/ 356545 w 983339"/>
                <a:gd name="csY918" fmla="*/ 99809 h 1181837"/>
                <a:gd name="csX919" fmla="*/ 357793 w 983339"/>
                <a:gd name="csY919" fmla="*/ 101422 h 1181837"/>
                <a:gd name="csX920" fmla="*/ 359718 w 983339"/>
                <a:gd name="csY920" fmla="*/ 102929 h 1181837"/>
                <a:gd name="csX921" fmla="*/ 360890 w 983339"/>
                <a:gd name="csY921" fmla="*/ 103149 h 1181837"/>
                <a:gd name="csX922" fmla="*/ 361749 w 983339"/>
                <a:gd name="csY922" fmla="*/ 103789 h 1181837"/>
                <a:gd name="csX923" fmla="*/ 359931 w 983339"/>
                <a:gd name="csY923" fmla="*/ 104146 h 1181837"/>
                <a:gd name="csX924" fmla="*/ 357238 w 983339"/>
                <a:gd name="csY924" fmla="*/ 104275 h 1181837"/>
                <a:gd name="csX925" fmla="*/ 356720 w 983339"/>
                <a:gd name="csY925" fmla="*/ 105919 h 1181837"/>
                <a:gd name="csX926" fmla="*/ 357047 w 983339"/>
                <a:gd name="csY926" fmla="*/ 107813 h 1181837"/>
                <a:gd name="csX927" fmla="*/ 357527 w 983339"/>
                <a:gd name="csY927" fmla="*/ 109457 h 1181837"/>
                <a:gd name="csX928" fmla="*/ 357192 w 983339"/>
                <a:gd name="csY928" fmla="*/ 110621 h 1181837"/>
                <a:gd name="csX929" fmla="*/ 356188 w 983339"/>
                <a:gd name="csY929" fmla="*/ 109822 h 1181837"/>
                <a:gd name="csX930" fmla="*/ 355746 w 983339"/>
                <a:gd name="csY930" fmla="*/ 108589 h 1181837"/>
                <a:gd name="csX931" fmla="*/ 353433 w 983339"/>
                <a:gd name="csY931" fmla="*/ 106079 h 1181837"/>
                <a:gd name="csX932" fmla="*/ 351775 w 983339"/>
                <a:gd name="csY932" fmla="*/ 105310 h 1181837"/>
                <a:gd name="csX933" fmla="*/ 349347 w 983339"/>
                <a:gd name="csY933" fmla="*/ 104717 h 1181837"/>
                <a:gd name="csX934" fmla="*/ 348617 w 983339"/>
                <a:gd name="csY934" fmla="*/ 105478 h 1181837"/>
                <a:gd name="csX935" fmla="*/ 348716 w 983339"/>
                <a:gd name="csY935" fmla="*/ 109305 h 1181837"/>
                <a:gd name="csX936" fmla="*/ 348236 w 983339"/>
                <a:gd name="csY936" fmla="*/ 111062 h 1181837"/>
                <a:gd name="csX937" fmla="*/ 347377 w 983339"/>
                <a:gd name="csY937" fmla="*/ 110065 h 1181837"/>
                <a:gd name="csX938" fmla="*/ 347164 w 983339"/>
                <a:gd name="csY938" fmla="*/ 107266 h 1181837"/>
                <a:gd name="csX939" fmla="*/ 344874 w 983339"/>
                <a:gd name="csY939" fmla="*/ 104998 h 1181837"/>
                <a:gd name="csX940" fmla="*/ 335850 w 983339"/>
                <a:gd name="csY940" fmla="*/ 102731 h 1181837"/>
                <a:gd name="csX941" fmla="*/ 334572 w 983339"/>
                <a:gd name="csY941" fmla="*/ 102586 h 1181837"/>
                <a:gd name="csX942" fmla="*/ 332472 w 983339"/>
                <a:gd name="csY942" fmla="*/ 102883 h 1181837"/>
                <a:gd name="csX943" fmla="*/ 331034 w 983339"/>
                <a:gd name="csY943" fmla="*/ 103781 h 1181837"/>
                <a:gd name="csX944" fmla="*/ 330889 w 983339"/>
                <a:gd name="csY944" fmla="*/ 104663 h 1181837"/>
                <a:gd name="csX945" fmla="*/ 329930 w 983339"/>
                <a:gd name="csY945" fmla="*/ 105379 h 1181837"/>
                <a:gd name="csX946" fmla="*/ 328371 w 983339"/>
                <a:gd name="csY946" fmla="*/ 106193 h 1181837"/>
                <a:gd name="csX947" fmla="*/ 326940 w 983339"/>
                <a:gd name="csY947" fmla="*/ 107440 h 1181837"/>
                <a:gd name="csX948" fmla="*/ 326012 w 983339"/>
                <a:gd name="csY948" fmla="*/ 108483 h 1181837"/>
                <a:gd name="csX949" fmla="*/ 325966 w 983339"/>
                <a:gd name="csY949" fmla="*/ 109784 h 1181837"/>
                <a:gd name="csX950" fmla="*/ 327123 w 983339"/>
                <a:gd name="csY950" fmla="*/ 112226 h 1181837"/>
                <a:gd name="csX951" fmla="*/ 327800 w 983339"/>
                <a:gd name="csY951" fmla="*/ 112934 h 1181837"/>
                <a:gd name="csX952" fmla="*/ 327709 w 983339"/>
                <a:gd name="csY952" fmla="*/ 114098 h 1181837"/>
                <a:gd name="csX953" fmla="*/ 326582 w 983339"/>
                <a:gd name="csY953" fmla="*/ 112888 h 1181837"/>
                <a:gd name="csX954" fmla="*/ 325594 w 983339"/>
                <a:gd name="csY954" fmla="*/ 112500 h 1181837"/>
                <a:gd name="csX955" fmla="*/ 324657 w 983339"/>
                <a:gd name="csY955" fmla="*/ 114402 h 1181837"/>
                <a:gd name="csX956" fmla="*/ 323760 w 983339"/>
                <a:gd name="csY956" fmla="*/ 114783 h 1181837"/>
                <a:gd name="csX957" fmla="*/ 323996 w 983339"/>
                <a:gd name="csY957" fmla="*/ 109472 h 1181837"/>
                <a:gd name="csX958" fmla="*/ 324931 w 983339"/>
                <a:gd name="csY958" fmla="*/ 105873 h 1181837"/>
                <a:gd name="csX959" fmla="*/ 325693 w 983339"/>
                <a:gd name="csY959" fmla="*/ 103750 h 1181837"/>
                <a:gd name="csX960" fmla="*/ 326529 w 983339"/>
                <a:gd name="csY960" fmla="*/ 102092 h 1181837"/>
                <a:gd name="csX961" fmla="*/ 326126 w 983339"/>
                <a:gd name="csY961" fmla="*/ 101217 h 1181837"/>
                <a:gd name="csX962" fmla="*/ 319872 w 983339"/>
                <a:gd name="csY962" fmla="*/ 96248 h 1181837"/>
                <a:gd name="csX963" fmla="*/ 317224 w 983339"/>
                <a:gd name="csY963" fmla="*/ 92178 h 1181837"/>
                <a:gd name="csX964" fmla="*/ 315284 w 983339"/>
                <a:gd name="csY964" fmla="*/ 89895 h 1181837"/>
                <a:gd name="csX965" fmla="*/ 312263 w 983339"/>
                <a:gd name="csY965" fmla="*/ 87696 h 1181837"/>
                <a:gd name="csX966" fmla="*/ 310688 w 983339"/>
                <a:gd name="csY966" fmla="*/ 86312 h 1181837"/>
                <a:gd name="csX967" fmla="*/ 307181 w 983339"/>
                <a:gd name="csY967" fmla="*/ 84196 h 1181837"/>
                <a:gd name="csX968" fmla="*/ 303042 w 983339"/>
                <a:gd name="csY968" fmla="*/ 82728 h 1181837"/>
                <a:gd name="csX969" fmla="*/ 301048 w 983339"/>
                <a:gd name="csY969" fmla="*/ 80742 h 1181837"/>
                <a:gd name="csX970" fmla="*/ 298849 w 983339"/>
                <a:gd name="csY970" fmla="*/ 80035 h 1181837"/>
                <a:gd name="csX971" fmla="*/ 296125 w 983339"/>
                <a:gd name="csY971" fmla="*/ 81001 h 1181837"/>
                <a:gd name="csX972" fmla="*/ 295897 w 983339"/>
                <a:gd name="csY972" fmla="*/ 82850 h 1181837"/>
                <a:gd name="csX973" fmla="*/ 296240 w 983339"/>
                <a:gd name="csY973" fmla="*/ 84645 h 1181837"/>
                <a:gd name="csX974" fmla="*/ 294071 w 983339"/>
                <a:gd name="csY974" fmla="*/ 87582 h 1181837"/>
                <a:gd name="csX975" fmla="*/ 291735 w 983339"/>
                <a:gd name="csY975" fmla="*/ 89150 h 1181837"/>
                <a:gd name="csX976" fmla="*/ 289871 w 983339"/>
                <a:gd name="csY976" fmla="*/ 87354 h 1181837"/>
                <a:gd name="csX977" fmla="*/ 288175 w 983339"/>
                <a:gd name="csY977" fmla="*/ 86045 h 1181837"/>
                <a:gd name="csX978" fmla="*/ 286463 w 983339"/>
                <a:gd name="csY978" fmla="*/ 86989 h 1181837"/>
                <a:gd name="csX979" fmla="*/ 285945 w 983339"/>
                <a:gd name="csY979" fmla="*/ 88609 h 1181837"/>
                <a:gd name="csX980" fmla="*/ 285085 w 983339"/>
                <a:gd name="csY980" fmla="*/ 89210 h 1181837"/>
                <a:gd name="csX981" fmla="*/ 284439 w 983339"/>
                <a:gd name="csY981" fmla="*/ 88107 h 1181837"/>
                <a:gd name="csX982" fmla="*/ 283503 w 983339"/>
                <a:gd name="csY982" fmla="*/ 85672 h 1181837"/>
                <a:gd name="csX983" fmla="*/ 282111 w 983339"/>
                <a:gd name="csY983" fmla="*/ 84706 h 1181837"/>
                <a:gd name="csX984" fmla="*/ 280718 w 983339"/>
                <a:gd name="csY984" fmla="*/ 85132 h 1181837"/>
                <a:gd name="csX985" fmla="*/ 281137 w 983339"/>
                <a:gd name="csY985" fmla="*/ 87065 h 1181837"/>
                <a:gd name="csX986" fmla="*/ 281935 w 983339"/>
                <a:gd name="csY986" fmla="*/ 88130 h 1181837"/>
                <a:gd name="csX987" fmla="*/ 281715 w 983339"/>
                <a:gd name="csY987" fmla="*/ 89667 h 1181837"/>
                <a:gd name="csX988" fmla="*/ 280710 w 983339"/>
                <a:gd name="csY988" fmla="*/ 90375 h 1181837"/>
                <a:gd name="csX989" fmla="*/ 280520 w 983339"/>
                <a:gd name="csY989" fmla="*/ 91828 h 1181837"/>
                <a:gd name="csX990" fmla="*/ 279919 w 983339"/>
                <a:gd name="csY990" fmla="*/ 93760 h 1181837"/>
                <a:gd name="csX991" fmla="*/ 280011 w 983339"/>
                <a:gd name="csY991" fmla="*/ 96461 h 1181837"/>
                <a:gd name="csX992" fmla="*/ 278420 w 983339"/>
                <a:gd name="csY992" fmla="*/ 97032 h 1181837"/>
                <a:gd name="csX993" fmla="*/ 277234 w 983339"/>
                <a:gd name="csY993" fmla="*/ 99170 h 1181837"/>
                <a:gd name="csX994" fmla="*/ 276373 w 983339"/>
                <a:gd name="csY994" fmla="*/ 98713 h 1181837"/>
                <a:gd name="csX995" fmla="*/ 276153 w 983339"/>
                <a:gd name="csY995" fmla="*/ 97321 h 1181837"/>
                <a:gd name="csX996" fmla="*/ 275719 w 983339"/>
                <a:gd name="csY996" fmla="*/ 95898 h 1181837"/>
                <a:gd name="csX997" fmla="*/ 273985 w 983339"/>
                <a:gd name="csY997" fmla="*/ 95358 h 1181837"/>
                <a:gd name="csX998" fmla="*/ 273346 w 983339"/>
                <a:gd name="csY998" fmla="*/ 96682 h 1181837"/>
                <a:gd name="csX999" fmla="*/ 272957 w 983339"/>
                <a:gd name="csY999" fmla="*/ 97131 h 1181837"/>
                <a:gd name="csX1000" fmla="*/ 272341 w 983339"/>
                <a:gd name="csY1000" fmla="*/ 97222 h 1181837"/>
                <a:gd name="csX1001" fmla="*/ 272760 w 983339"/>
                <a:gd name="csY1001" fmla="*/ 96142 h 1181837"/>
                <a:gd name="csX1002" fmla="*/ 272760 w 983339"/>
                <a:gd name="csY1002" fmla="*/ 94118 h 1181837"/>
                <a:gd name="csX1003" fmla="*/ 273262 w 983339"/>
                <a:gd name="csY1003" fmla="*/ 92003 h 1181837"/>
                <a:gd name="csX1004" fmla="*/ 271618 w 983339"/>
                <a:gd name="csY1004" fmla="*/ 91242 h 1181837"/>
                <a:gd name="csX1005" fmla="*/ 270964 w 983339"/>
                <a:gd name="csY1005" fmla="*/ 91714 h 1181837"/>
                <a:gd name="csX1006" fmla="*/ 270987 w 983339"/>
                <a:gd name="csY1006" fmla="*/ 93540 h 1181837"/>
                <a:gd name="csX1007" fmla="*/ 270591 w 983339"/>
                <a:gd name="csY1007" fmla="*/ 96203 h 1181837"/>
                <a:gd name="csX1008" fmla="*/ 268963 w 983339"/>
                <a:gd name="csY1008" fmla="*/ 96621 h 1181837"/>
                <a:gd name="csX1009" fmla="*/ 267518 w 983339"/>
                <a:gd name="csY1009" fmla="*/ 97816 h 1181837"/>
                <a:gd name="csX1010" fmla="*/ 265379 w 983339"/>
                <a:gd name="csY1010" fmla="*/ 97839 h 1181837"/>
                <a:gd name="csX1011" fmla="*/ 264291 w 983339"/>
                <a:gd name="csY1011" fmla="*/ 98417 h 1181837"/>
                <a:gd name="csX1012" fmla="*/ 263903 w 983339"/>
                <a:gd name="csY1012" fmla="*/ 99824 h 1181837"/>
                <a:gd name="csX1013" fmla="*/ 262024 w 983339"/>
                <a:gd name="csY1013" fmla="*/ 101278 h 1181837"/>
                <a:gd name="csX1014" fmla="*/ 262062 w 983339"/>
                <a:gd name="csY1014" fmla="*/ 103020 h 1181837"/>
                <a:gd name="csX1015" fmla="*/ 263325 w 983339"/>
                <a:gd name="csY1015" fmla="*/ 104785 h 1181837"/>
                <a:gd name="csX1016" fmla="*/ 263409 w 983339"/>
                <a:gd name="csY1016" fmla="*/ 106322 h 1181837"/>
                <a:gd name="csX1017" fmla="*/ 266414 w 983339"/>
                <a:gd name="csY1017" fmla="*/ 107882 h 1181837"/>
                <a:gd name="csX1018" fmla="*/ 266239 w 983339"/>
                <a:gd name="csY1018" fmla="*/ 109449 h 1181837"/>
                <a:gd name="csX1019" fmla="*/ 265813 w 983339"/>
                <a:gd name="csY1019" fmla="*/ 110180 h 1181837"/>
                <a:gd name="csX1020" fmla="*/ 264679 w 983339"/>
                <a:gd name="csY1020" fmla="*/ 109891 h 1181837"/>
                <a:gd name="csX1021" fmla="*/ 262252 w 983339"/>
                <a:gd name="csY1021" fmla="*/ 108536 h 1181837"/>
                <a:gd name="csX1022" fmla="*/ 259779 w 983339"/>
                <a:gd name="csY1022" fmla="*/ 108247 h 1181837"/>
                <a:gd name="csX1023" fmla="*/ 259034 w 983339"/>
                <a:gd name="csY1023" fmla="*/ 107623 h 1181837"/>
                <a:gd name="csX1024" fmla="*/ 258737 w 983339"/>
                <a:gd name="csY1024" fmla="*/ 108072 h 1181837"/>
                <a:gd name="csX1025" fmla="*/ 258722 w 983339"/>
                <a:gd name="csY1025" fmla="*/ 109114 h 1181837"/>
                <a:gd name="csX1026" fmla="*/ 257763 w 983339"/>
                <a:gd name="csY1026" fmla="*/ 109875 h 1181837"/>
                <a:gd name="csX1027" fmla="*/ 256386 w 983339"/>
                <a:gd name="csY1027" fmla="*/ 109951 h 1181837"/>
                <a:gd name="csX1028" fmla="*/ 254781 w 983339"/>
                <a:gd name="csY1028" fmla="*/ 111070 h 1181837"/>
                <a:gd name="csX1029" fmla="*/ 255922 w 983339"/>
                <a:gd name="csY1029" fmla="*/ 112820 h 1181837"/>
                <a:gd name="csX1030" fmla="*/ 255716 w 983339"/>
                <a:gd name="csY1030" fmla="*/ 113512 h 1181837"/>
                <a:gd name="csX1031" fmla="*/ 256279 w 983339"/>
                <a:gd name="csY1031" fmla="*/ 114349 h 1181837"/>
                <a:gd name="csX1032" fmla="*/ 258729 w 983339"/>
                <a:gd name="csY1032" fmla="*/ 114501 h 1181837"/>
                <a:gd name="csX1033" fmla="*/ 259772 w 983339"/>
                <a:gd name="csY1033" fmla="*/ 114281 h 1181837"/>
                <a:gd name="csX1034" fmla="*/ 259878 w 983339"/>
                <a:gd name="csY1034" fmla="*/ 115772 h 1181837"/>
                <a:gd name="csX1035" fmla="*/ 259566 w 983339"/>
                <a:gd name="csY1035" fmla="*/ 117263 h 1181837"/>
                <a:gd name="csX1036" fmla="*/ 258570 w 983339"/>
                <a:gd name="csY1036" fmla="*/ 117796 h 1181837"/>
                <a:gd name="csX1037" fmla="*/ 257619 w 983339"/>
                <a:gd name="csY1037" fmla="*/ 116426 h 1181837"/>
                <a:gd name="csX1038" fmla="*/ 252893 w 983339"/>
                <a:gd name="csY1038" fmla="*/ 113801 h 1181837"/>
                <a:gd name="csX1039" fmla="*/ 251653 w 983339"/>
                <a:gd name="csY1039" fmla="*/ 113550 h 1181837"/>
                <a:gd name="csX1040" fmla="*/ 251395 w 983339"/>
                <a:gd name="csY1040" fmla="*/ 114372 h 1181837"/>
                <a:gd name="csX1041" fmla="*/ 251615 w 983339"/>
                <a:gd name="csY1041" fmla="*/ 115445 h 1181837"/>
                <a:gd name="csX1042" fmla="*/ 250619 w 983339"/>
                <a:gd name="csY1042" fmla="*/ 116746 h 1181837"/>
                <a:gd name="csX1043" fmla="*/ 248861 w 983339"/>
                <a:gd name="csY1043" fmla="*/ 118450 h 1181837"/>
                <a:gd name="csX1044" fmla="*/ 247667 w 983339"/>
                <a:gd name="csY1044" fmla="*/ 117986 h 1181837"/>
                <a:gd name="csX1045" fmla="*/ 246251 w 983339"/>
                <a:gd name="csY1045" fmla="*/ 118389 h 1181837"/>
                <a:gd name="csX1046" fmla="*/ 245338 w 983339"/>
                <a:gd name="csY1046" fmla="*/ 121303 h 1181837"/>
                <a:gd name="csX1047" fmla="*/ 245019 w 983339"/>
                <a:gd name="csY1047" fmla="*/ 124217 h 1181837"/>
                <a:gd name="csX1048" fmla="*/ 246586 w 983339"/>
                <a:gd name="csY1048" fmla="*/ 126257 h 1181837"/>
                <a:gd name="csX1049" fmla="*/ 247636 w 983339"/>
                <a:gd name="csY1049" fmla="*/ 128942 h 1181837"/>
                <a:gd name="csX1050" fmla="*/ 249820 w 983339"/>
                <a:gd name="csY1050" fmla="*/ 125640 h 1181837"/>
                <a:gd name="csX1051" fmla="*/ 250710 w 983339"/>
                <a:gd name="csY1051" fmla="*/ 125260 h 1181837"/>
                <a:gd name="csX1052" fmla="*/ 250718 w 983339"/>
                <a:gd name="csY1052" fmla="*/ 126690 h 1181837"/>
                <a:gd name="csX1053" fmla="*/ 249866 w 983339"/>
                <a:gd name="csY1053" fmla="*/ 128174 h 1181837"/>
                <a:gd name="csX1054" fmla="*/ 249363 w 983339"/>
                <a:gd name="csY1054" fmla="*/ 130000 h 1181837"/>
                <a:gd name="csX1055" fmla="*/ 249196 w 983339"/>
                <a:gd name="csY1055" fmla="*/ 132062 h 1181837"/>
                <a:gd name="csX1056" fmla="*/ 247766 w 983339"/>
                <a:gd name="csY1056" fmla="*/ 132115 h 1181837"/>
                <a:gd name="csX1057" fmla="*/ 246160 w 983339"/>
                <a:gd name="csY1057" fmla="*/ 131841 h 1181837"/>
                <a:gd name="csX1058" fmla="*/ 245772 w 983339"/>
                <a:gd name="csY1058" fmla="*/ 132495 h 1181837"/>
                <a:gd name="csX1059" fmla="*/ 245171 w 983339"/>
                <a:gd name="csY1059" fmla="*/ 134032 h 1181837"/>
                <a:gd name="csX1060" fmla="*/ 245521 w 983339"/>
                <a:gd name="csY1060" fmla="*/ 136155 h 1181837"/>
                <a:gd name="csX1061" fmla="*/ 246586 w 983339"/>
                <a:gd name="csY1061" fmla="*/ 136954 h 1181837"/>
                <a:gd name="csX1062" fmla="*/ 249059 w 983339"/>
                <a:gd name="csY1062" fmla="*/ 136878 h 1181837"/>
                <a:gd name="csX1063" fmla="*/ 251166 w 983339"/>
                <a:gd name="csY1063" fmla="*/ 137030 h 1181837"/>
                <a:gd name="csX1064" fmla="*/ 253046 w 983339"/>
                <a:gd name="csY1064" fmla="*/ 137799 h 1181837"/>
                <a:gd name="csX1065" fmla="*/ 253358 w 983339"/>
                <a:gd name="csY1065" fmla="*/ 138445 h 1181837"/>
                <a:gd name="csX1066" fmla="*/ 251661 w 983339"/>
                <a:gd name="csY1066" fmla="*/ 138080 h 1181837"/>
                <a:gd name="csX1067" fmla="*/ 248191 w 983339"/>
                <a:gd name="csY1067" fmla="*/ 138278 h 1181837"/>
                <a:gd name="csX1068" fmla="*/ 246541 w 983339"/>
                <a:gd name="csY1068" fmla="*/ 137989 h 1181837"/>
                <a:gd name="csX1069" fmla="*/ 243261 w 983339"/>
                <a:gd name="csY1069" fmla="*/ 138187 h 1181837"/>
                <a:gd name="csX1070" fmla="*/ 240826 w 983339"/>
                <a:gd name="csY1070" fmla="*/ 136977 h 1181837"/>
                <a:gd name="csX1071" fmla="*/ 239624 w 983339"/>
                <a:gd name="csY1071" fmla="*/ 135767 h 1181837"/>
                <a:gd name="csX1072" fmla="*/ 237806 w 983339"/>
                <a:gd name="csY1072" fmla="*/ 135455 h 1181837"/>
                <a:gd name="csX1073" fmla="*/ 236033 w 983339"/>
                <a:gd name="csY1073" fmla="*/ 135942 h 1181837"/>
                <a:gd name="csX1074" fmla="*/ 235044 w 983339"/>
                <a:gd name="csY1074" fmla="*/ 137639 h 1181837"/>
                <a:gd name="csX1075" fmla="*/ 233849 w 983339"/>
                <a:gd name="csY1075" fmla="*/ 138050 h 1181837"/>
                <a:gd name="csX1076" fmla="*/ 231072 w 983339"/>
                <a:gd name="csY1076" fmla="*/ 133850 h 1181837"/>
                <a:gd name="csX1077" fmla="*/ 229330 w 983339"/>
                <a:gd name="csY1077" fmla="*/ 133568 h 1181837"/>
                <a:gd name="csX1078" fmla="*/ 228470 w 983339"/>
                <a:gd name="csY1078" fmla="*/ 134550 h 1181837"/>
                <a:gd name="csX1079" fmla="*/ 229307 w 983339"/>
                <a:gd name="csY1079" fmla="*/ 137182 h 1181837"/>
                <a:gd name="csX1080" fmla="*/ 228866 w 983339"/>
                <a:gd name="csY1080" fmla="*/ 138803 h 1181837"/>
                <a:gd name="csX1081" fmla="*/ 227915 w 983339"/>
                <a:gd name="csY1081" fmla="*/ 140013 h 1181837"/>
                <a:gd name="csX1082" fmla="*/ 226712 w 983339"/>
                <a:gd name="csY1082" fmla="*/ 139937 h 1181837"/>
                <a:gd name="csX1083" fmla="*/ 225967 w 983339"/>
                <a:gd name="csY1083" fmla="*/ 140447 h 1181837"/>
                <a:gd name="csX1084" fmla="*/ 226560 w 983339"/>
                <a:gd name="csY1084" fmla="*/ 141557 h 1181837"/>
                <a:gd name="csX1085" fmla="*/ 228462 w 983339"/>
                <a:gd name="csY1085" fmla="*/ 144380 h 1181837"/>
                <a:gd name="csX1086" fmla="*/ 230022 w 983339"/>
                <a:gd name="csY1086" fmla="*/ 145613 h 1181837"/>
                <a:gd name="csX1087" fmla="*/ 231407 w 983339"/>
                <a:gd name="csY1087" fmla="*/ 147325 h 1181837"/>
                <a:gd name="csX1088" fmla="*/ 232115 w 983339"/>
                <a:gd name="csY1088" fmla="*/ 148801 h 1181837"/>
                <a:gd name="csX1089" fmla="*/ 233788 w 983339"/>
                <a:gd name="csY1089" fmla="*/ 148732 h 1181837"/>
                <a:gd name="csX1090" fmla="*/ 234177 w 983339"/>
                <a:gd name="csY1090" fmla="*/ 149927 h 1181837"/>
                <a:gd name="csX1091" fmla="*/ 233218 w 983339"/>
                <a:gd name="csY1091" fmla="*/ 151662 h 1181837"/>
                <a:gd name="csX1092" fmla="*/ 233248 w 983339"/>
                <a:gd name="csY1092" fmla="*/ 154416 h 1181837"/>
                <a:gd name="csX1093" fmla="*/ 232563 w 983339"/>
                <a:gd name="csY1093" fmla="*/ 154560 h 1181837"/>
                <a:gd name="csX1094" fmla="*/ 231597 w 983339"/>
                <a:gd name="csY1094" fmla="*/ 153952 h 1181837"/>
                <a:gd name="csX1095" fmla="*/ 229680 w 983339"/>
                <a:gd name="csY1095" fmla="*/ 152255 h 1181837"/>
                <a:gd name="csX1096" fmla="*/ 228691 w 983339"/>
                <a:gd name="csY1096" fmla="*/ 151928 h 1181837"/>
                <a:gd name="csX1097" fmla="*/ 228181 w 983339"/>
                <a:gd name="csY1097" fmla="*/ 152415 h 1181837"/>
                <a:gd name="csX1098" fmla="*/ 228021 w 983339"/>
                <a:gd name="csY1098" fmla="*/ 153579 h 1181837"/>
                <a:gd name="csX1099" fmla="*/ 228486 w 983339"/>
                <a:gd name="csY1099" fmla="*/ 156622 h 1181837"/>
                <a:gd name="csX1100" fmla="*/ 227504 w 983339"/>
                <a:gd name="csY1100" fmla="*/ 160967 h 1181837"/>
                <a:gd name="csX1101" fmla="*/ 227702 w 983339"/>
                <a:gd name="csY1101" fmla="*/ 162237 h 1181837"/>
                <a:gd name="csX1102" fmla="*/ 227527 w 983339"/>
                <a:gd name="csY1102" fmla="*/ 163318 h 1181837"/>
                <a:gd name="csX1103" fmla="*/ 226720 w 983339"/>
                <a:gd name="csY1103" fmla="*/ 162534 h 1181837"/>
                <a:gd name="csX1104" fmla="*/ 225731 w 983339"/>
                <a:gd name="csY1104" fmla="*/ 160852 h 1181837"/>
                <a:gd name="csX1105" fmla="*/ 223684 w 983339"/>
                <a:gd name="csY1105" fmla="*/ 158243 h 1181837"/>
                <a:gd name="csX1106" fmla="*/ 221181 w 983339"/>
                <a:gd name="csY1106" fmla="*/ 152559 h 1181837"/>
                <a:gd name="csX1107" fmla="*/ 218533 w 983339"/>
                <a:gd name="csY1107" fmla="*/ 148709 h 1181837"/>
                <a:gd name="csX1108" fmla="*/ 217095 w 983339"/>
                <a:gd name="csY1108" fmla="*/ 145430 h 1181837"/>
                <a:gd name="csX1109" fmla="*/ 214881 w 983339"/>
                <a:gd name="csY1109" fmla="*/ 139260 h 1181837"/>
                <a:gd name="csX1110" fmla="*/ 213732 w 983339"/>
                <a:gd name="csY1110" fmla="*/ 139168 h 1181837"/>
                <a:gd name="csX1111" fmla="*/ 212264 w 983339"/>
                <a:gd name="csY1111" fmla="*/ 141824 h 1181837"/>
                <a:gd name="csX1112" fmla="*/ 210643 w 983339"/>
                <a:gd name="csY1112" fmla="*/ 145316 h 1181837"/>
                <a:gd name="csX1113" fmla="*/ 209540 w 983339"/>
                <a:gd name="csY1113" fmla="*/ 147035 h 1181837"/>
                <a:gd name="csX1114" fmla="*/ 206923 w 983339"/>
                <a:gd name="csY1114" fmla="*/ 148747 h 1181837"/>
                <a:gd name="csX1115" fmla="*/ 205310 w 983339"/>
                <a:gd name="csY1115" fmla="*/ 150482 h 1181837"/>
                <a:gd name="csX1116" fmla="*/ 203377 w 983339"/>
                <a:gd name="csY1116" fmla="*/ 151091 h 1181837"/>
                <a:gd name="csX1117" fmla="*/ 201254 w 983339"/>
                <a:gd name="csY1117" fmla="*/ 153069 h 1181837"/>
                <a:gd name="csX1118" fmla="*/ 199725 w 983339"/>
                <a:gd name="csY1118" fmla="*/ 154766 h 1181837"/>
                <a:gd name="csX1119" fmla="*/ 197579 w 983339"/>
                <a:gd name="csY1119" fmla="*/ 158722 h 1181837"/>
                <a:gd name="csX1120" fmla="*/ 197214 w 983339"/>
                <a:gd name="csY1120" fmla="*/ 161271 h 1181837"/>
                <a:gd name="csX1121" fmla="*/ 197305 w 983339"/>
                <a:gd name="csY1121" fmla="*/ 163957 h 1181837"/>
                <a:gd name="csX1122" fmla="*/ 198241 w 983339"/>
                <a:gd name="csY1122" fmla="*/ 167769 h 1181837"/>
                <a:gd name="csX1123" fmla="*/ 199230 w 983339"/>
                <a:gd name="csY1123" fmla="*/ 173308 h 1181837"/>
                <a:gd name="csX1124" fmla="*/ 200683 w 983339"/>
                <a:gd name="csY1124" fmla="*/ 173901 h 1181837"/>
                <a:gd name="csX1125" fmla="*/ 201856 w 983339"/>
                <a:gd name="csY1125" fmla="*/ 174837 h 1181837"/>
                <a:gd name="csX1126" fmla="*/ 201528 w 983339"/>
                <a:gd name="csY1126" fmla="*/ 176511 h 1181837"/>
                <a:gd name="csX1127" fmla="*/ 199748 w 983339"/>
                <a:gd name="csY1127" fmla="*/ 177569 h 1181837"/>
                <a:gd name="csX1128" fmla="*/ 194285 w 983339"/>
                <a:gd name="csY1128" fmla="*/ 182811 h 1181837"/>
                <a:gd name="csX1129" fmla="*/ 190610 w 983339"/>
                <a:gd name="csY1129" fmla="*/ 184683 h 1181837"/>
                <a:gd name="csX1130" fmla="*/ 189560 w 983339"/>
                <a:gd name="csY1130" fmla="*/ 185999 h 1181837"/>
                <a:gd name="csX1131" fmla="*/ 188213 w 983339"/>
                <a:gd name="csY1131" fmla="*/ 188776 h 1181837"/>
                <a:gd name="csX1132" fmla="*/ 186266 w 983339"/>
                <a:gd name="csY1132" fmla="*/ 192284 h 1181837"/>
                <a:gd name="csX1133" fmla="*/ 185383 w 983339"/>
                <a:gd name="csY1133" fmla="*/ 194498 h 1181837"/>
                <a:gd name="csX1134" fmla="*/ 183336 w 983339"/>
                <a:gd name="csY1134" fmla="*/ 198789 h 1181837"/>
                <a:gd name="csX1135" fmla="*/ 180004 w 983339"/>
                <a:gd name="csY1135" fmla="*/ 203582 h 1181837"/>
                <a:gd name="csX1136" fmla="*/ 176633 w 983339"/>
                <a:gd name="csY1136" fmla="*/ 207143 h 1181837"/>
                <a:gd name="csX1137" fmla="*/ 172745 w 983339"/>
                <a:gd name="csY1137" fmla="*/ 209997 h 1181837"/>
                <a:gd name="csX1138" fmla="*/ 170196 w 983339"/>
                <a:gd name="csY1138" fmla="*/ 211358 h 1181837"/>
                <a:gd name="csX1139" fmla="*/ 160701 w 983339"/>
                <a:gd name="csY1139" fmla="*/ 215345 h 1181837"/>
                <a:gd name="csX1140" fmla="*/ 155633 w 983339"/>
                <a:gd name="csY1140" fmla="*/ 216867 h 1181837"/>
                <a:gd name="csX1141" fmla="*/ 146480 w 983339"/>
                <a:gd name="csY1141" fmla="*/ 217978 h 1181837"/>
                <a:gd name="csX1142" fmla="*/ 142600 w 983339"/>
                <a:gd name="csY1142" fmla="*/ 219781 h 1181837"/>
                <a:gd name="csX1143" fmla="*/ 137746 w 983339"/>
                <a:gd name="csY1143" fmla="*/ 219195 h 1181837"/>
                <a:gd name="csX1144" fmla="*/ 132313 w 983339"/>
                <a:gd name="csY1144" fmla="*/ 218807 h 1181837"/>
                <a:gd name="csX1145" fmla="*/ 124773 w 983339"/>
                <a:gd name="csY1145" fmla="*/ 224833 h 1181837"/>
                <a:gd name="csX1146" fmla="*/ 118519 w 983339"/>
                <a:gd name="csY1146" fmla="*/ 226301 h 1181837"/>
                <a:gd name="csX1147" fmla="*/ 112980 w 983339"/>
                <a:gd name="csY1147" fmla="*/ 227405 h 1181837"/>
                <a:gd name="csX1148" fmla="*/ 110598 w 983339"/>
                <a:gd name="csY1148" fmla="*/ 228394 h 1181837"/>
                <a:gd name="csX1149" fmla="*/ 105150 w 983339"/>
                <a:gd name="csY1149" fmla="*/ 231871 h 1181837"/>
                <a:gd name="csX1150" fmla="*/ 101978 w 983339"/>
                <a:gd name="csY1150" fmla="*/ 233461 h 1181837"/>
                <a:gd name="csX1151" fmla="*/ 96058 w 983339"/>
                <a:gd name="csY1151" fmla="*/ 235242 h 1181837"/>
                <a:gd name="csX1152" fmla="*/ 93631 w 983339"/>
                <a:gd name="csY1152" fmla="*/ 235059 h 1181837"/>
                <a:gd name="csX1153" fmla="*/ 90352 w 983339"/>
                <a:gd name="csY1153" fmla="*/ 233423 h 1181837"/>
                <a:gd name="csX1154" fmla="*/ 87285 w 983339"/>
                <a:gd name="csY1154" fmla="*/ 233803 h 1181837"/>
                <a:gd name="csX1155" fmla="*/ 83892 w 983339"/>
                <a:gd name="csY1155" fmla="*/ 233568 h 1181837"/>
                <a:gd name="csX1156" fmla="*/ 81122 w 983339"/>
                <a:gd name="csY1156" fmla="*/ 233720 h 1181837"/>
                <a:gd name="csX1157" fmla="*/ 78970 w 983339"/>
                <a:gd name="csY1157" fmla="*/ 235074 h 1181837"/>
                <a:gd name="csX1158" fmla="*/ 66271 w 983339"/>
                <a:gd name="csY1158" fmla="*/ 242272 h 1181837"/>
                <a:gd name="csX1159" fmla="*/ 63760 w 983339"/>
                <a:gd name="csY1159" fmla="*/ 244235 h 1181837"/>
                <a:gd name="csX1160" fmla="*/ 61150 w 983339"/>
                <a:gd name="csY1160" fmla="*/ 247088 h 1181837"/>
                <a:gd name="csX1161" fmla="*/ 57407 w 983339"/>
                <a:gd name="csY1161" fmla="*/ 249728 h 1181837"/>
                <a:gd name="csX1162" fmla="*/ 54416 w 983339"/>
                <a:gd name="csY1162" fmla="*/ 252771 h 1181837"/>
                <a:gd name="csX1163" fmla="*/ 48132 w 983339"/>
                <a:gd name="csY1163" fmla="*/ 255945 h 1181837"/>
                <a:gd name="csX1164" fmla="*/ 41665 w 983339"/>
                <a:gd name="csY1164" fmla="*/ 258349 h 1181837"/>
                <a:gd name="csX1165" fmla="*/ 38469 w 983339"/>
                <a:gd name="csY1165" fmla="*/ 260350 h 1181837"/>
                <a:gd name="csX1166" fmla="*/ 36194 w 983339"/>
                <a:gd name="csY1166" fmla="*/ 263066 h 1181837"/>
                <a:gd name="csX1167" fmla="*/ 32230 w 983339"/>
                <a:gd name="csY1167" fmla="*/ 270370 h 1181837"/>
                <a:gd name="csX1168" fmla="*/ 31393 w 983339"/>
                <a:gd name="csY1168" fmla="*/ 272219 h 1181837"/>
                <a:gd name="csX1169" fmla="*/ 29811 w 983339"/>
                <a:gd name="csY1169" fmla="*/ 274144 h 1181837"/>
                <a:gd name="csX1170" fmla="*/ 27711 w 983339"/>
                <a:gd name="csY1170" fmla="*/ 274844 h 1181837"/>
                <a:gd name="csX1171" fmla="*/ 26349 w 983339"/>
                <a:gd name="csY1171" fmla="*/ 275468 h 1181837"/>
                <a:gd name="csX1172" fmla="*/ 26828 w 983339"/>
                <a:gd name="csY1172" fmla="*/ 271801 h 1181837"/>
                <a:gd name="csX1173" fmla="*/ 25314 w 983339"/>
                <a:gd name="csY1173" fmla="*/ 268544 h 1181837"/>
                <a:gd name="csX1174" fmla="*/ 26379 w 983339"/>
                <a:gd name="csY1174" fmla="*/ 262328 h 1181837"/>
                <a:gd name="csX1175" fmla="*/ 25983 w 983339"/>
                <a:gd name="csY1175" fmla="*/ 260471 h 1181837"/>
                <a:gd name="csX1176" fmla="*/ 23822 w 983339"/>
                <a:gd name="csY1176" fmla="*/ 261681 h 1181837"/>
                <a:gd name="csX1177" fmla="*/ 22445 w 983339"/>
                <a:gd name="csY1177" fmla="*/ 263005 h 1181837"/>
                <a:gd name="csX1178" fmla="*/ 18953 w 983339"/>
                <a:gd name="csY1178" fmla="*/ 272014 h 1181837"/>
                <a:gd name="csX1179" fmla="*/ 16564 w 983339"/>
                <a:gd name="csY1179" fmla="*/ 279036 h 1181837"/>
                <a:gd name="csX1180" fmla="*/ 18375 w 983339"/>
                <a:gd name="csY1180" fmla="*/ 283069 h 1181837"/>
                <a:gd name="csX1181" fmla="*/ 18961 w 983339"/>
                <a:gd name="csY1181" fmla="*/ 285412 h 1181837"/>
                <a:gd name="csX1182" fmla="*/ 18953 w 983339"/>
                <a:gd name="csY1182" fmla="*/ 287931 h 1181837"/>
                <a:gd name="csX1183" fmla="*/ 18314 w 983339"/>
                <a:gd name="csY1183" fmla="*/ 291553 h 1181837"/>
                <a:gd name="csX1184" fmla="*/ 18360 w 983339"/>
                <a:gd name="csY1184" fmla="*/ 293911 h 1181837"/>
                <a:gd name="csX1185" fmla="*/ 18147 w 983339"/>
                <a:gd name="csY1185" fmla="*/ 297053 h 1181837"/>
                <a:gd name="csX1186" fmla="*/ 13794 w 983339"/>
                <a:gd name="csY1186" fmla="*/ 304342 h 1181837"/>
                <a:gd name="csX1187" fmla="*/ 12440 w 983339"/>
                <a:gd name="csY1187" fmla="*/ 307515 h 1181837"/>
                <a:gd name="csX1188" fmla="*/ 10979 w 983339"/>
                <a:gd name="csY1188" fmla="*/ 313617 h 1181837"/>
                <a:gd name="csX1189" fmla="*/ 10804 w 983339"/>
                <a:gd name="csY1189" fmla="*/ 316448 h 1181837"/>
                <a:gd name="csX1190" fmla="*/ 10911 w 983339"/>
                <a:gd name="csY1190" fmla="*/ 320686 h 1181837"/>
                <a:gd name="csX1191" fmla="*/ 12744 w 983339"/>
                <a:gd name="csY1191" fmla="*/ 324398 h 1181837"/>
                <a:gd name="csX1192" fmla="*/ 14144 w 983339"/>
                <a:gd name="csY1192" fmla="*/ 326696 h 1181837"/>
                <a:gd name="csX1193" fmla="*/ 16313 w 983339"/>
                <a:gd name="csY1193" fmla="*/ 333346 h 1181837"/>
                <a:gd name="csX1194" fmla="*/ 18915 w 983339"/>
                <a:gd name="csY1194" fmla="*/ 337767 h 1181837"/>
                <a:gd name="csX1195" fmla="*/ 23199 w 983339"/>
                <a:gd name="csY1195" fmla="*/ 346677 h 1181837"/>
                <a:gd name="csX1196" fmla="*/ 27923 w 983339"/>
                <a:gd name="csY1196" fmla="*/ 353905 h 1181837"/>
                <a:gd name="csX1197" fmla="*/ 28228 w 983339"/>
                <a:gd name="csY1197" fmla="*/ 356674 h 1181837"/>
                <a:gd name="csX1198" fmla="*/ 27695 w 983339"/>
                <a:gd name="csY1198" fmla="*/ 360402 h 1181837"/>
                <a:gd name="csX1199" fmla="*/ 27954 w 983339"/>
                <a:gd name="csY1199" fmla="*/ 364260 h 1181837"/>
                <a:gd name="csX1200" fmla="*/ 27109 w 983339"/>
                <a:gd name="csY1200" fmla="*/ 365393 h 1181837"/>
                <a:gd name="csX1201" fmla="*/ 25283 w 983339"/>
                <a:gd name="csY1201" fmla="*/ 366725 h 1181837"/>
                <a:gd name="csX1202" fmla="*/ 23191 w 983339"/>
                <a:gd name="csY1202" fmla="*/ 365013 h 1181837"/>
                <a:gd name="csX1203" fmla="*/ 22126 w 983339"/>
                <a:gd name="csY1203" fmla="*/ 363529 h 1181837"/>
                <a:gd name="csX1204" fmla="*/ 20787 w 983339"/>
                <a:gd name="csY1204" fmla="*/ 358067 h 1181837"/>
                <a:gd name="csX1205" fmla="*/ 20239 w 983339"/>
                <a:gd name="csY1205" fmla="*/ 357755 h 1181837"/>
                <a:gd name="csX1206" fmla="*/ 19341 w 983339"/>
                <a:gd name="csY1206" fmla="*/ 360143 h 1181837"/>
                <a:gd name="csX1207" fmla="*/ 18352 w 983339"/>
                <a:gd name="csY1207" fmla="*/ 361186 h 1181837"/>
                <a:gd name="csX1208" fmla="*/ 17454 w 983339"/>
                <a:gd name="csY1208" fmla="*/ 360478 h 1181837"/>
                <a:gd name="csX1209" fmla="*/ 16769 w 983339"/>
                <a:gd name="csY1209" fmla="*/ 359573 h 1181837"/>
                <a:gd name="csX1210" fmla="*/ 16602 w 983339"/>
                <a:gd name="csY1210" fmla="*/ 358629 h 1181837"/>
                <a:gd name="csX1211" fmla="*/ 16906 w 983339"/>
                <a:gd name="csY1211" fmla="*/ 357503 h 1181837"/>
                <a:gd name="csX1212" fmla="*/ 17234 w 983339"/>
                <a:gd name="csY1212" fmla="*/ 353410 h 1181837"/>
                <a:gd name="csX1213" fmla="*/ 15271 w 983339"/>
                <a:gd name="csY1213" fmla="*/ 351074 h 1181837"/>
                <a:gd name="csX1214" fmla="*/ 13528 w 983339"/>
                <a:gd name="csY1214" fmla="*/ 348563 h 1181837"/>
                <a:gd name="csX1215" fmla="*/ 11649 w 983339"/>
                <a:gd name="csY1215" fmla="*/ 347947 h 1181837"/>
                <a:gd name="csX1216" fmla="*/ 10492 w 983339"/>
                <a:gd name="csY1216" fmla="*/ 349081 h 1181837"/>
                <a:gd name="csX1217" fmla="*/ 10454 w 983339"/>
                <a:gd name="csY1217" fmla="*/ 350641 h 1181837"/>
                <a:gd name="csX1218" fmla="*/ 12973 w 983339"/>
                <a:gd name="csY1218" fmla="*/ 355008 h 1181837"/>
                <a:gd name="csX1219" fmla="*/ 14593 w 983339"/>
                <a:gd name="csY1219" fmla="*/ 359740 h 1181837"/>
                <a:gd name="csX1220" fmla="*/ 17097 w 983339"/>
                <a:gd name="csY1220" fmla="*/ 362700 h 1181837"/>
                <a:gd name="csX1221" fmla="*/ 18572 w 983339"/>
                <a:gd name="csY1221" fmla="*/ 363461 h 1181837"/>
                <a:gd name="csX1222" fmla="*/ 20224 w 983339"/>
                <a:gd name="csY1222" fmla="*/ 365264 h 1181837"/>
                <a:gd name="csX1223" fmla="*/ 19866 w 983339"/>
                <a:gd name="csY1223" fmla="*/ 369258 h 1181837"/>
                <a:gd name="csX1224" fmla="*/ 18671 w 983339"/>
                <a:gd name="csY1224" fmla="*/ 370750 h 1181837"/>
                <a:gd name="csX1225" fmla="*/ 17675 w 983339"/>
                <a:gd name="csY1225" fmla="*/ 371511 h 1181837"/>
                <a:gd name="csX1226" fmla="*/ 14426 w 983339"/>
                <a:gd name="csY1226" fmla="*/ 370628 h 1181837"/>
                <a:gd name="csX1227" fmla="*/ 13673 w 983339"/>
                <a:gd name="csY1227" fmla="*/ 367752 h 1181837"/>
                <a:gd name="csX1228" fmla="*/ 11131 w 983339"/>
                <a:gd name="csY1228" fmla="*/ 362099 h 1181837"/>
                <a:gd name="csX1229" fmla="*/ 10309 w 983339"/>
                <a:gd name="csY1229" fmla="*/ 359908 h 1181837"/>
                <a:gd name="csX1230" fmla="*/ 9610 w 983339"/>
                <a:gd name="csY1230" fmla="*/ 359314 h 1181837"/>
                <a:gd name="csX1231" fmla="*/ 9328 w 983339"/>
                <a:gd name="csY1231" fmla="*/ 360395 h 1181837"/>
                <a:gd name="csX1232" fmla="*/ 9382 w 983339"/>
                <a:gd name="csY1232" fmla="*/ 362342 h 1181837"/>
                <a:gd name="csX1233" fmla="*/ 8910 w 983339"/>
                <a:gd name="csY1233" fmla="*/ 363180 h 1181837"/>
                <a:gd name="csX1234" fmla="*/ 8415 w 983339"/>
                <a:gd name="csY1234" fmla="*/ 363096 h 1181837"/>
                <a:gd name="csX1235" fmla="*/ 7411 w 983339"/>
                <a:gd name="csY1235" fmla="*/ 362076 h 1181837"/>
                <a:gd name="csX1236" fmla="*/ 6505 w 983339"/>
                <a:gd name="csY1236" fmla="*/ 361528 h 1181837"/>
                <a:gd name="csX1237" fmla="*/ 5958 w 983339"/>
                <a:gd name="csY1237" fmla="*/ 361719 h 1181837"/>
                <a:gd name="csX1238" fmla="*/ 6947 w 983339"/>
                <a:gd name="csY1238" fmla="*/ 363126 h 1181837"/>
                <a:gd name="csX1239" fmla="*/ 9122 w 983339"/>
                <a:gd name="csY1239" fmla="*/ 367295 h 1181837"/>
                <a:gd name="csX1240" fmla="*/ 17157 w 983339"/>
                <a:gd name="csY1240" fmla="*/ 377521 h 1181837"/>
                <a:gd name="csX1241" fmla="*/ 23967 w 983339"/>
                <a:gd name="csY1241" fmla="*/ 389437 h 1181837"/>
                <a:gd name="csX1242" fmla="*/ 25466 w 983339"/>
                <a:gd name="csY1242" fmla="*/ 394154 h 1181837"/>
                <a:gd name="csX1243" fmla="*/ 26219 w 983339"/>
                <a:gd name="csY1243" fmla="*/ 404532 h 1181837"/>
                <a:gd name="csX1244" fmla="*/ 26897 w 983339"/>
                <a:gd name="csY1244" fmla="*/ 407043 h 1181837"/>
                <a:gd name="csX1245" fmla="*/ 30914 w 983339"/>
                <a:gd name="csY1245" fmla="*/ 412209 h 1181837"/>
                <a:gd name="csX1246" fmla="*/ 34847 w 983339"/>
                <a:gd name="csY1246" fmla="*/ 418197 h 1181837"/>
                <a:gd name="csX1247" fmla="*/ 36004 w 983339"/>
                <a:gd name="csY1247" fmla="*/ 421180 h 1181837"/>
                <a:gd name="csX1248" fmla="*/ 35981 w 983339"/>
                <a:gd name="csY1248" fmla="*/ 423736 h 1181837"/>
                <a:gd name="csX1249" fmla="*/ 36780 w 983339"/>
                <a:gd name="csY1249" fmla="*/ 426163 h 1181837"/>
                <a:gd name="csX1250" fmla="*/ 41665 w 983339"/>
                <a:gd name="csY1250" fmla="*/ 432752 h 1181837"/>
                <a:gd name="csX1251" fmla="*/ 43841 w 983339"/>
                <a:gd name="csY1251" fmla="*/ 439828 h 1181837"/>
                <a:gd name="csX1252" fmla="*/ 44107 w 983339"/>
                <a:gd name="csY1252" fmla="*/ 442415 h 1181837"/>
                <a:gd name="csX1253" fmla="*/ 43483 w 983339"/>
                <a:gd name="csY1253" fmla="*/ 446858 h 1181837"/>
                <a:gd name="csX1254" fmla="*/ 44053 w 983339"/>
                <a:gd name="csY1254" fmla="*/ 454718 h 1181837"/>
                <a:gd name="csX1255" fmla="*/ 44601 w 983339"/>
                <a:gd name="csY1255" fmla="*/ 458994 h 1181837"/>
                <a:gd name="csX1256" fmla="*/ 46374 w 983339"/>
                <a:gd name="csY1256" fmla="*/ 467470 h 1181837"/>
                <a:gd name="csX1257" fmla="*/ 48489 w 983339"/>
                <a:gd name="csY1257" fmla="*/ 473587 h 1181837"/>
                <a:gd name="csX1258" fmla="*/ 50993 w 983339"/>
                <a:gd name="csY1258" fmla="*/ 477392 h 1181837"/>
                <a:gd name="csX1259" fmla="*/ 54416 w 983339"/>
                <a:gd name="csY1259" fmla="*/ 485852 h 1181837"/>
                <a:gd name="csX1260" fmla="*/ 59621 w 983339"/>
                <a:gd name="csY1260" fmla="*/ 495622 h 1181837"/>
                <a:gd name="csX1261" fmla="*/ 60465 w 983339"/>
                <a:gd name="csY1261" fmla="*/ 500453 h 1181837"/>
                <a:gd name="csX1262" fmla="*/ 60199 w 983339"/>
                <a:gd name="csY1262" fmla="*/ 513334 h 1181837"/>
                <a:gd name="csX1263" fmla="*/ 59826 w 983339"/>
                <a:gd name="csY1263" fmla="*/ 517534 h 1181837"/>
                <a:gd name="csX1264" fmla="*/ 58685 w 983339"/>
                <a:gd name="csY1264" fmla="*/ 518257 h 1181837"/>
                <a:gd name="csX1265" fmla="*/ 57916 w 983339"/>
                <a:gd name="csY1265" fmla="*/ 520030 h 1181837"/>
                <a:gd name="csX1266" fmla="*/ 59027 w 983339"/>
                <a:gd name="csY1266" fmla="*/ 528506 h 1181837"/>
                <a:gd name="csX1267" fmla="*/ 59286 w 983339"/>
                <a:gd name="csY1267" fmla="*/ 533345 h 1181837"/>
                <a:gd name="csX1268" fmla="*/ 57604 w 983339"/>
                <a:gd name="csY1268" fmla="*/ 537910 h 1181837"/>
                <a:gd name="csX1269" fmla="*/ 55702 w 983339"/>
                <a:gd name="csY1269" fmla="*/ 541965 h 1181837"/>
                <a:gd name="csX1270" fmla="*/ 52362 w 983339"/>
                <a:gd name="csY1270" fmla="*/ 544735 h 1181837"/>
                <a:gd name="csX1271" fmla="*/ 48581 w 983339"/>
                <a:gd name="csY1271" fmla="*/ 544826 h 1181837"/>
                <a:gd name="csX1272" fmla="*/ 46823 w 983339"/>
                <a:gd name="csY1272" fmla="*/ 543213 h 1181837"/>
                <a:gd name="csX1273" fmla="*/ 44579 w 983339"/>
                <a:gd name="csY1273" fmla="*/ 541562 h 1181837"/>
                <a:gd name="csX1274" fmla="*/ 44183 w 983339"/>
                <a:gd name="csY1274" fmla="*/ 548935 h 1181837"/>
                <a:gd name="csX1275" fmla="*/ 44137 w 983339"/>
                <a:gd name="csY1275" fmla="*/ 555265 h 1181837"/>
                <a:gd name="csX1276" fmla="*/ 44822 w 983339"/>
                <a:gd name="csY1276" fmla="*/ 557677 h 1181837"/>
                <a:gd name="csX1277" fmla="*/ 44898 w 983339"/>
                <a:gd name="csY1277" fmla="*/ 560522 h 1181837"/>
                <a:gd name="csX1278" fmla="*/ 47439 w 983339"/>
                <a:gd name="csY1278" fmla="*/ 562737 h 1181837"/>
                <a:gd name="csX1279" fmla="*/ 48870 w 983339"/>
                <a:gd name="csY1279" fmla="*/ 561877 h 1181837"/>
                <a:gd name="csX1280" fmla="*/ 50635 w 983339"/>
                <a:gd name="csY1280" fmla="*/ 561755 h 1181837"/>
                <a:gd name="csX1281" fmla="*/ 56775 w 983339"/>
                <a:gd name="csY1281" fmla="*/ 564890 h 1181837"/>
                <a:gd name="csX1282" fmla="*/ 60222 w 983339"/>
                <a:gd name="csY1282" fmla="*/ 567477 h 1181837"/>
                <a:gd name="csX1283" fmla="*/ 65776 w 983339"/>
                <a:gd name="csY1283" fmla="*/ 574431 h 1181837"/>
                <a:gd name="csX1284" fmla="*/ 70691 w 983339"/>
                <a:gd name="csY1284" fmla="*/ 576265 h 1181837"/>
                <a:gd name="csX1285" fmla="*/ 77098 w 983339"/>
                <a:gd name="csY1285" fmla="*/ 579430 h 1181837"/>
                <a:gd name="csX1286" fmla="*/ 84539 w 983339"/>
                <a:gd name="csY1286" fmla="*/ 580434 h 1181837"/>
                <a:gd name="csX1287" fmla="*/ 90489 w 983339"/>
                <a:gd name="csY1287" fmla="*/ 580617 h 1181837"/>
                <a:gd name="csX1288" fmla="*/ 99840 w 983339"/>
                <a:gd name="csY1288" fmla="*/ 582283 h 1181837"/>
                <a:gd name="csX1289" fmla="*/ 101841 w 983339"/>
                <a:gd name="csY1289" fmla="*/ 581690 h 1181837"/>
                <a:gd name="csX1290" fmla="*/ 105843 w 983339"/>
                <a:gd name="csY1290" fmla="*/ 581172 h 1181837"/>
                <a:gd name="csX1291" fmla="*/ 108901 w 983339"/>
                <a:gd name="csY1291" fmla="*/ 580092 h 1181837"/>
                <a:gd name="csX1292" fmla="*/ 111656 w 983339"/>
                <a:gd name="csY1292" fmla="*/ 579399 h 1181837"/>
                <a:gd name="csX1293" fmla="*/ 119873 w 983339"/>
                <a:gd name="csY1293" fmla="*/ 572940 h 1181837"/>
                <a:gd name="csX1294" fmla="*/ 127885 w 983339"/>
                <a:gd name="csY1294" fmla="*/ 566290 h 1181837"/>
                <a:gd name="csX1295" fmla="*/ 131849 w 983339"/>
                <a:gd name="csY1295" fmla="*/ 565765 h 1181837"/>
                <a:gd name="csX1296" fmla="*/ 135402 w 983339"/>
                <a:gd name="csY1296" fmla="*/ 565689 h 1181837"/>
                <a:gd name="csX1297" fmla="*/ 139739 w 983339"/>
                <a:gd name="csY1297" fmla="*/ 563422 h 1181837"/>
                <a:gd name="csX1298" fmla="*/ 143680 w 983339"/>
                <a:gd name="csY1298" fmla="*/ 556551 h 1181837"/>
                <a:gd name="csX1299" fmla="*/ 145689 w 983339"/>
                <a:gd name="csY1299" fmla="*/ 555022 h 1181837"/>
                <a:gd name="csX1300" fmla="*/ 148360 w 983339"/>
                <a:gd name="csY1300" fmla="*/ 553310 h 1181837"/>
                <a:gd name="csX1301" fmla="*/ 155945 w 983339"/>
                <a:gd name="csY1301" fmla="*/ 552306 h 1181837"/>
                <a:gd name="csX1302" fmla="*/ 160412 w 983339"/>
                <a:gd name="csY1302" fmla="*/ 553013 h 1181837"/>
                <a:gd name="csX1303" fmla="*/ 162801 w 983339"/>
                <a:gd name="csY1303" fmla="*/ 551902 h 1181837"/>
                <a:gd name="csX1304" fmla="*/ 168865 w 983339"/>
                <a:gd name="csY1304" fmla="*/ 550662 h 1181837"/>
                <a:gd name="csX1305" fmla="*/ 181479 w 983339"/>
                <a:gd name="csY1305" fmla="*/ 549521 h 1181837"/>
                <a:gd name="csX1306" fmla="*/ 188404 w 983339"/>
                <a:gd name="csY1306" fmla="*/ 550441 h 1181837"/>
                <a:gd name="csX1307" fmla="*/ 193029 w 983339"/>
                <a:gd name="csY1307" fmla="*/ 550289 h 1181837"/>
                <a:gd name="csX1308" fmla="*/ 195479 w 983339"/>
                <a:gd name="csY1308" fmla="*/ 550746 h 1181837"/>
                <a:gd name="csX1309" fmla="*/ 197397 w 983339"/>
                <a:gd name="csY1309" fmla="*/ 553751 h 1181837"/>
                <a:gd name="csX1310" fmla="*/ 210780 w 983339"/>
                <a:gd name="csY1310" fmla="*/ 551164 h 1181837"/>
                <a:gd name="csX1311" fmla="*/ 214584 w 983339"/>
                <a:gd name="csY1311" fmla="*/ 550982 h 1181837"/>
                <a:gd name="csX1312" fmla="*/ 216966 w 983339"/>
                <a:gd name="csY1312" fmla="*/ 551415 h 1181837"/>
                <a:gd name="csX1313" fmla="*/ 219964 w 983339"/>
                <a:gd name="csY1313" fmla="*/ 553660 h 1181837"/>
                <a:gd name="csX1314" fmla="*/ 223327 w 983339"/>
                <a:gd name="csY1314" fmla="*/ 551537 h 1181837"/>
                <a:gd name="csX1315" fmla="*/ 226347 w 983339"/>
                <a:gd name="csY1315" fmla="*/ 551818 h 1181837"/>
                <a:gd name="csX1316" fmla="*/ 229406 w 983339"/>
                <a:gd name="csY1316" fmla="*/ 549772 h 1181837"/>
                <a:gd name="csX1317" fmla="*/ 234055 w 983339"/>
                <a:gd name="csY1317" fmla="*/ 543639 h 1181837"/>
                <a:gd name="csX1318" fmla="*/ 236170 w 983339"/>
                <a:gd name="csY1318" fmla="*/ 539812 h 1181837"/>
                <a:gd name="csX1319" fmla="*/ 239556 w 983339"/>
                <a:gd name="csY1319" fmla="*/ 531755 h 1181837"/>
                <a:gd name="csX1320" fmla="*/ 242067 w 983339"/>
                <a:gd name="csY1320" fmla="*/ 528864 h 1181837"/>
                <a:gd name="csX1321" fmla="*/ 244828 w 983339"/>
                <a:gd name="csY1321" fmla="*/ 527425 h 1181837"/>
                <a:gd name="csX1322" fmla="*/ 248070 w 983339"/>
                <a:gd name="csY1322" fmla="*/ 526961 h 1181837"/>
                <a:gd name="csX1323" fmla="*/ 253068 w 983339"/>
                <a:gd name="csY1323" fmla="*/ 525508 h 1181837"/>
                <a:gd name="csX1324" fmla="*/ 263911 w 983339"/>
                <a:gd name="csY1324" fmla="*/ 518729 h 1181837"/>
                <a:gd name="csX1325" fmla="*/ 268118 w 983339"/>
                <a:gd name="csY1325" fmla="*/ 517268 h 1181837"/>
                <a:gd name="csX1326" fmla="*/ 270340 w 983339"/>
                <a:gd name="csY1326" fmla="*/ 515990 h 1181837"/>
                <a:gd name="csX1327" fmla="*/ 277804 w 983339"/>
                <a:gd name="csY1327" fmla="*/ 510732 h 1181837"/>
                <a:gd name="csX1328" fmla="*/ 282483 w 983339"/>
                <a:gd name="csY1328" fmla="*/ 509720 h 1181837"/>
                <a:gd name="csX1329" fmla="*/ 296209 w 983339"/>
                <a:gd name="csY1329" fmla="*/ 511082 h 1181837"/>
                <a:gd name="csX1330" fmla="*/ 302715 w 983339"/>
                <a:gd name="csY1330" fmla="*/ 510732 h 1181837"/>
                <a:gd name="csX1331" fmla="*/ 307751 w 983339"/>
                <a:gd name="csY1331" fmla="*/ 509910 h 1181837"/>
                <a:gd name="csX1332" fmla="*/ 315398 w 983339"/>
                <a:gd name="csY1332" fmla="*/ 507080 h 1181837"/>
                <a:gd name="csX1333" fmla="*/ 323722 w 983339"/>
                <a:gd name="csY1333" fmla="*/ 504950 h 1181837"/>
                <a:gd name="csX1334" fmla="*/ 333940 w 983339"/>
                <a:gd name="csY1334" fmla="*/ 500476 h 1181837"/>
                <a:gd name="csX1335" fmla="*/ 342477 w 983339"/>
                <a:gd name="csY1335" fmla="*/ 495850 h 1181837"/>
                <a:gd name="csX1336" fmla="*/ 347643 w 983339"/>
                <a:gd name="csY1336" fmla="*/ 494785 h 1181837"/>
                <a:gd name="csX1337" fmla="*/ 355777 w 983339"/>
                <a:gd name="csY1337" fmla="*/ 493971 h 1181837"/>
                <a:gd name="csX1338" fmla="*/ 367752 w 983339"/>
                <a:gd name="csY1338" fmla="*/ 492768 h 1181837"/>
                <a:gd name="csX1339" fmla="*/ 381699 w 983339"/>
                <a:gd name="csY1339" fmla="*/ 493392 h 1181837"/>
                <a:gd name="csX1340" fmla="*/ 385229 w 983339"/>
                <a:gd name="csY1340" fmla="*/ 492441 h 1181837"/>
                <a:gd name="csX1341" fmla="*/ 386964 w 983339"/>
                <a:gd name="csY1341" fmla="*/ 491597 h 1181837"/>
                <a:gd name="csX1342" fmla="*/ 389406 w 983339"/>
                <a:gd name="csY1342" fmla="*/ 490691 h 1181837"/>
                <a:gd name="csX1343" fmla="*/ 392419 w 983339"/>
                <a:gd name="csY1343" fmla="*/ 491323 h 1181837"/>
                <a:gd name="csX1344" fmla="*/ 394733 w 983339"/>
                <a:gd name="csY1344" fmla="*/ 492008 h 1181837"/>
                <a:gd name="csX1345" fmla="*/ 401732 w 983339"/>
                <a:gd name="csY1345" fmla="*/ 495698 h 1181837"/>
                <a:gd name="csX1346" fmla="*/ 412278 w 983339"/>
                <a:gd name="csY1346" fmla="*/ 503466 h 1181837"/>
                <a:gd name="csX1347" fmla="*/ 414606 w 983339"/>
                <a:gd name="csY1347" fmla="*/ 503793 h 1181837"/>
                <a:gd name="csX1348" fmla="*/ 421545 w 983339"/>
                <a:gd name="csY1348" fmla="*/ 502020 h 1181837"/>
                <a:gd name="csX1349" fmla="*/ 423866 w 983339"/>
                <a:gd name="csY1349" fmla="*/ 502196 h 1181837"/>
                <a:gd name="csX1350" fmla="*/ 433574 w 983339"/>
                <a:gd name="csY1350" fmla="*/ 507902 h 1181837"/>
                <a:gd name="csX1351" fmla="*/ 437599 w 983339"/>
                <a:gd name="csY1351" fmla="*/ 508024 h 1181837"/>
                <a:gd name="csX1352" fmla="*/ 440818 w 983339"/>
                <a:gd name="csY1352" fmla="*/ 507879 h 1181837"/>
                <a:gd name="csX1353" fmla="*/ 443253 w 983339"/>
                <a:gd name="csY1353" fmla="*/ 508495 h 1181837"/>
                <a:gd name="csX1354" fmla="*/ 445839 w 983339"/>
                <a:gd name="csY1354" fmla="*/ 510047 h 1181837"/>
                <a:gd name="csX1355" fmla="*/ 448906 w 983339"/>
                <a:gd name="csY1355" fmla="*/ 513639 h 1181837"/>
                <a:gd name="csX1356" fmla="*/ 455396 w 983339"/>
                <a:gd name="csY1356" fmla="*/ 517085 h 1181837"/>
                <a:gd name="csX1357" fmla="*/ 455723 w 983339"/>
                <a:gd name="csY1357" fmla="*/ 519870 h 1181837"/>
                <a:gd name="csX1358" fmla="*/ 455244 w 983339"/>
                <a:gd name="csY1358" fmla="*/ 521681 h 1181837"/>
                <a:gd name="csX1359" fmla="*/ 453783 w 983339"/>
                <a:gd name="csY1359" fmla="*/ 521750 h 1181837"/>
                <a:gd name="csX1360" fmla="*/ 452543 w 983339"/>
                <a:gd name="csY1360" fmla="*/ 522137 h 1181837"/>
                <a:gd name="csX1361" fmla="*/ 454102 w 983339"/>
                <a:gd name="csY1361" fmla="*/ 527973 h 1181837"/>
                <a:gd name="csX1362" fmla="*/ 456826 w 983339"/>
                <a:gd name="csY1362" fmla="*/ 532691 h 1181837"/>
                <a:gd name="csX1363" fmla="*/ 463369 w 983339"/>
                <a:gd name="csY1363" fmla="*/ 533330 h 1181837"/>
                <a:gd name="csX1364" fmla="*/ 465751 w 983339"/>
                <a:gd name="csY1364" fmla="*/ 534981 h 1181837"/>
                <a:gd name="csX1365" fmla="*/ 467280 w 983339"/>
                <a:gd name="csY1365" fmla="*/ 536845 h 1181837"/>
                <a:gd name="csX1366" fmla="*/ 468475 w 983339"/>
                <a:gd name="csY1366" fmla="*/ 539805 h 1181837"/>
                <a:gd name="csX1367" fmla="*/ 469365 w 983339"/>
                <a:gd name="csY1367" fmla="*/ 544438 h 1181837"/>
                <a:gd name="csX1368" fmla="*/ 472644 w 983339"/>
                <a:gd name="csY1368" fmla="*/ 548303 h 1181837"/>
                <a:gd name="csX1369" fmla="*/ 475703 w 983339"/>
                <a:gd name="csY1369" fmla="*/ 551605 h 1181837"/>
                <a:gd name="csX1370" fmla="*/ 476418 w 983339"/>
                <a:gd name="csY1370" fmla="*/ 552967 h 1181837"/>
                <a:gd name="csX1371" fmla="*/ 477856 w 983339"/>
                <a:gd name="csY1371" fmla="*/ 557646 h 1181837"/>
                <a:gd name="csX1372" fmla="*/ 478404 w 983339"/>
                <a:gd name="csY1372" fmla="*/ 559016 h 1181837"/>
                <a:gd name="csX1373" fmla="*/ 479598 w 983339"/>
                <a:gd name="csY1373" fmla="*/ 563650 h 1181837"/>
                <a:gd name="csX1374" fmla="*/ 481341 w 983339"/>
                <a:gd name="csY1374" fmla="*/ 568946 h 1181837"/>
                <a:gd name="csX1375" fmla="*/ 480862 w 983339"/>
                <a:gd name="csY1375" fmla="*/ 569486 h 1181837"/>
                <a:gd name="csX1376" fmla="*/ 479827 w 983339"/>
                <a:gd name="csY1376" fmla="*/ 569371 h 1181837"/>
                <a:gd name="csX1377" fmla="*/ 477986 w 983339"/>
                <a:gd name="csY1377" fmla="*/ 568025 h 1181837"/>
                <a:gd name="csX1378" fmla="*/ 476365 w 983339"/>
                <a:gd name="csY1378" fmla="*/ 566526 h 1181837"/>
                <a:gd name="csX1379" fmla="*/ 475497 w 983339"/>
                <a:gd name="csY1379" fmla="*/ 566761 h 1181837"/>
                <a:gd name="csX1380" fmla="*/ 474508 w 983339"/>
                <a:gd name="csY1380" fmla="*/ 567789 h 1181837"/>
                <a:gd name="csX1381" fmla="*/ 474364 w 983339"/>
                <a:gd name="csY1381" fmla="*/ 569059 h 1181837"/>
                <a:gd name="csX1382" fmla="*/ 475810 w 983339"/>
                <a:gd name="csY1382" fmla="*/ 568724 h 1181837"/>
                <a:gd name="csX1383" fmla="*/ 476654 w 983339"/>
                <a:gd name="csY1383" fmla="*/ 568907 h 1181837"/>
                <a:gd name="csX1384" fmla="*/ 478655 w 983339"/>
                <a:gd name="csY1384" fmla="*/ 570528 h 1181837"/>
                <a:gd name="csX1385" fmla="*/ 480519 w 983339"/>
                <a:gd name="csY1385" fmla="*/ 572415 h 1181837"/>
                <a:gd name="csX1386" fmla="*/ 481995 w 983339"/>
                <a:gd name="csY1386" fmla="*/ 573518 h 1181837"/>
                <a:gd name="csX1387" fmla="*/ 485556 w 983339"/>
                <a:gd name="csY1387" fmla="*/ 578220 h 1181837"/>
                <a:gd name="csX1388" fmla="*/ 486948 w 983339"/>
                <a:gd name="csY1388" fmla="*/ 577170 h 1181837"/>
                <a:gd name="csX1389" fmla="*/ 488653 w 983339"/>
                <a:gd name="csY1389" fmla="*/ 576234 h 1181837"/>
                <a:gd name="csX1390" fmla="*/ 491361 w 983339"/>
                <a:gd name="csY1390" fmla="*/ 578791 h 1181837"/>
                <a:gd name="csX1391" fmla="*/ 492442 w 983339"/>
                <a:gd name="csY1391" fmla="*/ 579300 h 1181837"/>
                <a:gd name="csX1392" fmla="*/ 493058 w 983339"/>
                <a:gd name="csY1392" fmla="*/ 578319 h 1181837"/>
                <a:gd name="csX1393" fmla="*/ 492031 w 983339"/>
                <a:gd name="csY1393" fmla="*/ 573731 h 1181837"/>
                <a:gd name="csX1394" fmla="*/ 491004 w 983339"/>
                <a:gd name="csY1394" fmla="*/ 572620 h 1181837"/>
                <a:gd name="csX1395" fmla="*/ 490760 w 983339"/>
                <a:gd name="csY1395" fmla="*/ 570992 h 1181837"/>
                <a:gd name="csX1396" fmla="*/ 492031 w 983339"/>
                <a:gd name="csY1396" fmla="*/ 569828 h 1181837"/>
                <a:gd name="csX1397" fmla="*/ 492647 w 983339"/>
                <a:gd name="csY1397" fmla="*/ 568436 h 1181837"/>
                <a:gd name="csX1398" fmla="*/ 495668 w 983339"/>
                <a:gd name="csY1398" fmla="*/ 565004 h 1181837"/>
                <a:gd name="csX1399" fmla="*/ 502280 w 983339"/>
                <a:gd name="csY1399" fmla="*/ 554755 h 1181837"/>
                <a:gd name="csX1400" fmla="*/ 504311 w 983339"/>
                <a:gd name="csY1400" fmla="*/ 553584 h 1181837"/>
                <a:gd name="csX1401" fmla="*/ 506655 w 983339"/>
                <a:gd name="csY1401" fmla="*/ 551339 h 1181837"/>
                <a:gd name="csX1402" fmla="*/ 509820 w 983339"/>
                <a:gd name="csY1402" fmla="*/ 549627 h 1181837"/>
                <a:gd name="csX1403" fmla="*/ 513091 w 983339"/>
                <a:gd name="csY1403" fmla="*/ 547596 h 1181837"/>
                <a:gd name="csX1404" fmla="*/ 515176 w 983339"/>
                <a:gd name="csY1404" fmla="*/ 546804 h 1181837"/>
                <a:gd name="csX1405" fmla="*/ 517223 w 983339"/>
                <a:gd name="csY1405" fmla="*/ 546386 h 1181837"/>
                <a:gd name="csX1406" fmla="*/ 519513 w 983339"/>
                <a:gd name="csY1406" fmla="*/ 544507 h 1181837"/>
                <a:gd name="csX1407" fmla="*/ 522009 w 983339"/>
                <a:gd name="csY1407" fmla="*/ 539424 h 1181837"/>
                <a:gd name="csX1408" fmla="*/ 523888 w 983339"/>
                <a:gd name="csY1408" fmla="*/ 533406 h 1181837"/>
                <a:gd name="csX1409" fmla="*/ 525897 w 983339"/>
                <a:gd name="csY1409" fmla="*/ 530758 h 1181837"/>
                <a:gd name="csX1410" fmla="*/ 528971 w 983339"/>
                <a:gd name="csY1410" fmla="*/ 527935 h 1181837"/>
                <a:gd name="csX1411" fmla="*/ 531337 w 983339"/>
                <a:gd name="csY1411" fmla="*/ 524017 h 1181837"/>
                <a:gd name="csX1412" fmla="*/ 531147 w 983339"/>
                <a:gd name="csY1412" fmla="*/ 520950 h 1181837"/>
                <a:gd name="csX1413" fmla="*/ 531177 w 983339"/>
                <a:gd name="csY1413" fmla="*/ 517823 h 1181837"/>
                <a:gd name="csX1414" fmla="*/ 532881 w 983339"/>
                <a:gd name="csY1414" fmla="*/ 520235 h 1181837"/>
                <a:gd name="csX1415" fmla="*/ 533954 w 983339"/>
                <a:gd name="csY1415" fmla="*/ 522685 h 1181837"/>
                <a:gd name="csX1416" fmla="*/ 535651 w 983339"/>
                <a:gd name="csY1416" fmla="*/ 530879 h 1181837"/>
                <a:gd name="csX1417" fmla="*/ 534198 w 983339"/>
                <a:gd name="csY1417" fmla="*/ 532683 h 1181837"/>
                <a:gd name="csX1418" fmla="*/ 532661 w 983339"/>
                <a:gd name="csY1418" fmla="*/ 533588 h 1181837"/>
                <a:gd name="csX1419" fmla="*/ 532957 w 983339"/>
                <a:gd name="csY1419" fmla="*/ 536464 h 1181837"/>
                <a:gd name="csX1420" fmla="*/ 533985 w 983339"/>
                <a:gd name="csY1420" fmla="*/ 540216 h 1181837"/>
                <a:gd name="csX1421" fmla="*/ 534365 w 983339"/>
                <a:gd name="csY1421" fmla="*/ 543221 h 1181837"/>
                <a:gd name="csX1422" fmla="*/ 531139 w 983339"/>
                <a:gd name="csY1422" fmla="*/ 546393 h 1181837"/>
                <a:gd name="csX1423" fmla="*/ 528354 w 983339"/>
                <a:gd name="csY1423" fmla="*/ 550381 h 1181837"/>
                <a:gd name="csX1424" fmla="*/ 525014 w 983339"/>
                <a:gd name="csY1424" fmla="*/ 558126 h 1181837"/>
                <a:gd name="csX1425" fmla="*/ 524801 w 983339"/>
                <a:gd name="csY1425" fmla="*/ 560469 h 1181837"/>
                <a:gd name="csX1426" fmla="*/ 524276 w 983339"/>
                <a:gd name="csY1426" fmla="*/ 563726 h 1181837"/>
                <a:gd name="csX1427" fmla="*/ 524474 w 983339"/>
                <a:gd name="csY1427" fmla="*/ 566594 h 1181837"/>
                <a:gd name="csX1428" fmla="*/ 524991 w 983339"/>
                <a:gd name="csY1428" fmla="*/ 569371 h 1181837"/>
                <a:gd name="csX1429" fmla="*/ 524170 w 983339"/>
                <a:gd name="csY1429" fmla="*/ 573678 h 1181837"/>
                <a:gd name="csX1430" fmla="*/ 522823 w 983339"/>
                <a:gd name="csY1430" fmla="*/ 577528 h 1181837"/>
                <a:gd name="csX1431" fmla="*/ 521058 w 983339"/>
                <a:gd name="csY1431" fmla="*/ 577627 h 1181837"/>
                <a:gd name="csX1432" fmla="*/ 519856 w 983339"/>
                <a:gd name="csY1432" fmla="*/ 577482 h 1181837"/>
                <a:gd name="csX1433" fmla="*/ 517215 w 983339"/>
                <a:gd name="csY1433" fmla="*/ 577825 h 1181837"/>
                <a:gd name="csX1434" fmla="*/ 514781 w 983339"/>
                <a:gd name="csY1434" fmla="*/ 577596 h 1181837"/>
                <a:gd name="csX1435" fmla="*/ 511988 w 983339"/>
                <a:gd name="csY1435" fmla="*/ 586011 h 1181837"/>
                <a:gd name="csX1436" fmla="*/ 513761 w 983339"/>
                <a:gd name="csY1436" fmla="*/ 586407 h 1181837"/>
                <a:gd name="csX1437" fmla="*/ 515116 w 983339"/>
                <a:gd name="csY1437" fmla="*/ 585928 h 1181837"/>
                <a:gd name="csX1438" fmla="*/ 517558 w 983339"/>
                <a:gd name="csY1438" fmla="*/ 585928 h 1181837"/>
                <a:gd name="csX1439" fmla="*/ 520289 w 983339"/>
                <a:gd name="csY1439" fmla="*/ 584421 h 1181837"/>
                <a:gd name="csX1440" fmla="*/ 524283 w 983339"/>
                <a:gd name="csY1440" fmla="*/ 583188 h 1181837"/>
                <a:gd name="csX1441" fmla="*/ 526566 w 983339"/>
                <a:gd name="csY1441" fmla="*/ 583622 h 1181837"/>
                <a:gd name="csX1442" fmla="*/ 529245 w 983339"/>
                <a:gd name="csY1442" fmla="*/ 583485 h 1181837"/>
                <a:gd name="csX1443" fmla="*/ 533140 w 983339"/>
                <a:gd name="csY1443" fmla="*/ 572712 h 1181837"/>
                <a:gd name="csX1444" fmla="*/ 534106 w 983339"/>
                <a:gd name="csY1444" fmla="*/ 565704 h 1181837"/>
                <a:gd name="csX1445" fmla="*/ 536092 w 983339"/>
                <a:gd name="csY1445" fmla="*/ 562562 h 1181837"/>
                <a:gd name="csX1446" fmla="*/ 536708 w 983339"/>
                <a:gd name="csY1446" fmla="*/ 560393 h 1181837"/>
                <a:gd name="csX1447" fmla="*/ 537735 w 983339"/>
                <a:gd name="csY1447" fmla="*/ 558339 h 1181837"/>
                <a:gd name="csX1448" fmla="*/ 539805 w 983339"/>
                <a:gd name="csY1448" fmla="*/ 561869 h 1181837"/>
                <a:gd name="csX1449" fmla="*/ 541472 w 983339"/>
                <a:gd name="csY1449" fmla="*/ 565301 h 1181837"/>
                <a:gd name="csX1450" fmla="*/ 545139 w 983339"/>
                <a:gd name="csY1450" fmla="*/ 570870 h 1181837"/>
                <a:gd name="csX1451" fmla="*/ 546288 w 983339"/>
                <a:gd name="csY1451" fmla="*/ 573647 h 1181837"/>
                <a:gd name="csX1452" fmla="*/ 546744 w 983339"/>
                <a:gd name="csY1452" fmla="*/ 580404 h 1181837"/>
                <a:gd name="csX1453" fmla="*/ 544363 w 983339"/>
                <a:gd name="csY1453" fmla="*/ 588240 h 1181837"/>
                <a:gd name="csX1454" fmla="*/ 542932 w 983339"/>
                <a:gd name="csY1454" fmla="*/ 590485 h 1181837"/>
                <a:gd name="csX1455" fmla="*/ 541205 w 983339"/>
                <a:gd name="csY1455" fmla="*/ 592440 h 1181837"/>
                <a:gd name="csX1456" fmla="*/ 539759 w 983339"/>
                <a:gd name="csY1456" fmla="*/ 595735 h 1181837"/>
                <a:gd name="csX1457" fmla="*/ 544134 w 983339"/>
                <a:gd name="csY1457" fmla="*/ 596572 h 1181837"/>
                <a:gd name="csX1458" fmla="*/ 546972 w 983339"/>
                <a:gd name="csY1458" fmla="*/ 596511 h 1181837"/>
                <a:gd name="csX1459" fmla="*/ 551408 w 983339"/>
                <a:gd name="csY1459" fmla="*/ 594114 h 1181837"/>
                <a:gd name="csX1460" fmla="*/ 552283 w 983339"/>
                <a:gd name="csY1460" fmla="*/ 593795 h 1181837"/>
                <a:gd name="csX1461" fmla="*/ 554513 w 983339"/>
                <a:gd name="csY1461" fmla="*/ 593757 h 1181837"/>
                <a:gd name="csX1462" fmla="*/ 555365 w 983339"/>
                <a:gd name="csY1462" fmla="*/ 592501 h 1181837"/>
                <a:gd name="csX1463" fmla="*/ 557548 w 983339"/>
                <a:gd name="csY1463" fmla="*/ 591307 h 1181837"/>
                <a:gd name="csX1464" fmla="*/ 559176 w 983339"/>
                <a:gd name="csY1464" fmla="*/ 589907 h 1181837"/>
                <a:gd name="csX1465" fmla="*/ 561284 w 983339"/>
                <a:gd name="csY1465" fmla="*/ 588804 h 1181837"/>
                <a:gd name="csX1466" fmla="*/ 563202 w 983339"/>
                <a:gd name="csY1466" fmla="*/ 589534 h 1181837"/>
                <a:gd name="csX1467" fmla="*/ 563635 w 983339"/>
                <a:gd name="csY1467" fmla="*/ 590166 h 1181837"/>
                <a:gd name="csX1468" fmla="*/ 564115 w 983339"/>
                <a:gd name="csY1468" fmla="*/ 590873 h 1181837"/>
                <a:gd name="csX1469" fmla="*/ 563407 w 983339"/>
                <a:gd name="csY1469" fmla="*/ 592426 h 1181837"/>
                <a:gd name="csX1470" fmla="*/ 563346 w 983339"/>
                <a:gd name="csY1470" fmla="*/ 595705 h 1181837"/>
                <a:gd name="csX1471" fmla="*/ 562090 w 983339"/>
                <a:gd name="csY1471" fmla="*/ 595347 h 1181837"/>
                <a:gd name="csX1472" fmla="*/ 560972 w 983339"/>
                <a:gd name="csY1472" fmla="*/ 593399 h 1181837"/>
                <a:gd name="csX1473" fmla="*/ 559572 w 983339"/>
                <a:gd name="csY1473" fmla="*/ 593901 h 1181837"/>
                <a:gd name="csX1474" fmla="*/ 558598 w 983339"/>
                <a:gd name="csY1474" fmla="*/ 595370 h 1181837"/>
                <a:gd name="csX1475" fmla="*/ 556506 w 983339"/>
                <a:gd name="csY1475" fmla="*/ 594906 h 1181837"/>
                <a:gd name="csX1476" fmla="*/ 556856 w 983339"/>
                <a:gd name="csY1476" fmla="*/ 595864 h 1181837"/>
                <a:gd name="csX1477" fmla="*/ 557975 w 983339"/>
                <a:gd name="csY1477" fmla="*/ 597744 h 1181837"/>
                <a:gd name="csX1478" fmla="*/ 562395 w 983339"/>
                <a:gd name="csY1478" fmla="*/ 601365 h 1181837"/>
                <a:gd name="csX1479" fmla="*/ 567120 w 983339"/>
                <a:gd name="csY1479" fmla="*/ 606166 h 1181837"/>
                <a:gd name="csX1480" fmla="*/ 568878 w 983339"/>
                <a:gd name="csY1480" fmla="*/ 608434 h 1181837"/>
                <a:gd name="csX1481" fmla="*/ 572727 w 983339"/>
                <a:gd name="csY1481" fmla="*/ 615670 h 1181837"/>
                <a:gd name="csX1482" fmla="*/ 575467 w 983339"/>
                <a:gd name="csY1482" fmla="*/ 623362 h 1181837"/>
                <a:gd name="csX1483" fmla="*/ 575246 w 983339"/>
                <a:gd name="csY1483" fmla="*/ 625637 h 1181837"/>
                <a:gd name="csX1484" fmla="*/ 573899 w 983339"/>
                <a:gd name="csY1484" fmla="*/ 629745 h 1181837"/>
                <a:gd name="csX1485" fmla="*/ 572933 w 983339"/>
                <a:gd name="csY1485" fmla="*/ 633922 h 1181837"/>
                <a:gd name="csX1486" fmla="*/ 573017 w 983339"/>
                <a:gd name="csY1486" fmla="*/ 636113 h 1181837"/>
                <a:gd name="csX1487" fmla="*/ 573907 w 983339"/>
                <a:gd name="csY1487" fmla="*/ 638891 h 1181837"/>
                <a:gd name="csX1488" fmla="*/ 575847 w 983339"/>
                <a:gd name="csY1488" fmla="*/ 641736 h 1181837"/>
                <a:gd name="csX1489" fmla="*/ 583045 w 983339"/>
                <a:gd name="csY1489" fmla="*/ 649505 h 1181837"/>
                <a:gd name="csX1490" fmla="*/ 586849 w 983339"/>
                <a:gd name="csY1490" fmla="*/ 656352 h 1181837"/>
                <a:gd name="csX1491" fmla="*/ 591908 w 983339"/>
                <a:gd name="csY1491" fmla="*/ 659905 h 1181837"/>
                <a:gd name="csX1492" fmla="*/ 600103 w 983339"/>
                <a:gd name="csY1492" fmla="*/ 661214 h 1181837"/>
                <a:gd name="csX1493" fmla="*/ 604432 w 983339"/>
                <a:gd name="csY1493" fmla="*/ 663786 h 1181837"/>
                <a:gd name="csX1494" fmla="*/ 608929 w 983339"/>
                <a:gd name="csY1494" fmla="*/ 668975 h 1181837"/>
                <a:gd name="csX1495" fmla="*/ 610360 w 983339"/>
                <a:gd name="csY1495" fmla="*/ 669416 h 1181837"/>
                <a:gd name="csX1496" fmla="*/ 612543 w 983339"/>
                <a:gd name="csY1496" fmla="*/ 669629 h 1181837"/>
                <a:gd name="csX1497" fmla="*/ 615343 w 983339"/>
                <a:gd name="csY1497" fmla="*/ 666472 h 1181837"/>
                <a:gd name="csX1498" fmla="*/ 619611 w 983339"/>
                <a:gd name="csY1498" fmla="*/ 666807 h 1181837"/>
                <a:gd name="csX1499" fmla="*/ 625227 w 983339"/>
                <a:gd name="csY1499" fmla="*/ 669941 h 1181837"/>
                <a:gd name="csX1500" fmla="*/ 628566 w 983339"/>
                <a:gd name="csY1500" fmla="*/ 669196 h 1181837"/>
                <a:gd name="csX1501" fmla="*/ 630948 w 983339"/>
                <a:gd name="csY1501" fmla="*/ 669584 h 1181837"/>
                <a:gd name="csX1502" fmla="*/ 634281 w 983339"/>
                <a:gd name="csY1502" fmla="*/ 671356 h 1181837"/>
                <a:gd name="csX1503" fmla="*/ 639158 w 983339"/>
                <a:gd name="csY1503" fmla="*/ 674864 h 1181837"/>
                <a:gd name="csX1504" fmla="*/ 644332 w 983339"/>
                <a:gd name="csY1504" fmla="*/ 676629 h 1181837"/>
                <a:gd name="csX1505" fmla="*/ 647405 w 983339"/>
                <a:gd name="csY1505" fmla="*/ 679284 h 1181837"/>
                <a:gd name="csX1506" fmla="*/ 649795 w 983339"/>
                <a:gd name="csY1506" fmla="*/ 679680 h 1181837"/>
                <a:gd name="csX1507" fmla="*/ 654078 w 983339"/>
                <a:gd name="csY1507" fmla="*/ 681407 h 1181837"/>
                <a:gd name="csX1508" fmla="*/ 657228 w 983339"/>
                <a:gd name="csY1508" fmla="*/ 679931 h 1181837"/>
                <a:gd name="csX1509" fmla="*/ 659906 w 983339"/>
                <a:gd name="csY1509" fmla="*/ 678075 h 1181837"/>
                <a:gd name="csX1510" fmla="*/ 666092 w 983339"/>
                <a:gd name="csY1510" fmla="*/ 671646 h 1181837"/>
                <a:gd name="csX1511" fmla="*/ 670939 w 983339"/>
                <a:gd name="csY1511" fmla="*/ 668549 h 1181837"/>
                <a:gd name="csX1512" fmla="*/ 673488 w 983339"/>
                <a:gd name="csY1512" fmla="*/ 667347 h 1181837"/>
                <a:gd name="csX1513" fmla="*/ 675534 w 983339"/>
                <a:gd name="csY1513" fmla="*/ 666814 h 1181837"/>
                <a:gd name="csX1514" fmla="*/ 678129 w 983339"/>
                <a:gd name="csY1514" fmla="*/ 664806 h 1181837"/>
                <a:gd name="csX1515" fmla="*/ 676516 w 983339"/>
                <a:gd name="csY1515" fmla="*/ 663390 h 1181837"/>
                <a:gd name="csX1516" fmla="*/ 674986 w 983339"/>
                <a:gd name="csY1516" fmla="*/ 663626 h 1181837"/>
                <a:gd name="csX1517" fmla="*/ 672369 w 983339"/>
                <a:gd name="csY1517" fmla="*/ 662827 h 1181837"/>
                <a:gd name="csX1518" fmla="*/ 673860 w 983339"/>
                <a:gd name="csY1518" fmla="*/ 661899 h 1181837"/>
                <a:gd name="csX1519" fmla="*/ 675420 w 983339"/>
                <a:gd name="csY1519" fmla="*/ 661207 h 1181837"/>
                <a:gd name="csX1520" fmla="*/ 682953 w 983339"/>
                <a:gd name="csY1520" fmla="*/ 656429 h 1181837"/>
                <a:gd name="csX1521" fmla="*/ 684954 w 983339"/>
                <a:gd name="csY1521" fmla="*/ 657844 h 1181837"/>
                <a:gd name="csX1522" fmla="*/ 686338 w 983339"/>
                <a:gd name="csY1522" fmla="*/ 659426 h 1181837"/>
                <a:gd name="csX1523" fmla="*/ 687838 w 983339"/>
                <a:gd name="csY1523" fmla="*/ 661595 h 1181837"/>
                <a:gd name="csX1524" fmla="*/ 686711 w 983339"/>
                <a:gd name="csY1524" fmla="*/ 664661 h 1181837"/>
                <a:gd name="csX1525" fmla="*/ 685707 w 983339"/>
                <a:gd name="csY1525" fmla="*/ 666106 h 1181837"/>
                <a:gd name="csX1526" fmla="*/ 683386 w 983339"/>
                <a:gd name="csY1526" fmla="*/ 668427 h 1181837"/>
                <a:gd name="csX1527" fmla="*/ 680587 w 983339"/>
                <a:gd name="csY1527" fmla="*/ 668519 h 1181837"/>
                <a:gd name="csX1528" fmla="*/ 679255 w 983339"/>
                <a:gd name="csY1528" fmla="*/ 668328 h 1181837"/>
                <a:gd name="csX1529" fmla="*/ 682017 w 983339"/>
                <a:gd name="csY1529" fmla="*/ 670931 h 1181837"/>
                <a:gd name="csX1530" fmla="*/ 684406 w 983339"/>
                <a:gd name="csY1530" fmla="*/ 672680 h 1181837"/>
                <a:gd name="csX1531" fmla="*/ 689351 w 983339"/>
                <a:gd name="csY1531" fmla="*/ 669500 h 1181837"/>
                <a:gd name="csX1532" fmla="*/ 690584 w 983339"/>
                <a:gd name="csY1532" fmla="*/ 666997 h 1181837"/>
                <a:gd name="csX1533" fmla="*/ 691520 w 983339"/>
                <a:gd name="csY1533" fmla="*/ 665544 h 1181837"/>
                <a:gd name="csX1534" fmla="*/ 693087 w 983339"/>
                <a:gd name="csY1534" fmla="*/ 665224 h 1181837"/>
                <a:gd name="csX1535" fmla="*/ 695431 w 983339"/>
                <a:gd name="csY1535" fmla="*/ 665711 h 1181837"/>
                <a:gd name="csX1536" fmla="*/ 696336 w 983339"/>
                <a:gd name="csY1536" fmla="*/ 667545 h 1181837"/>
                <a:gd name="csX1537" fmla="*/ 696846 w 983339"/>
                <a:gd name="csY1537" fmla="*/ 669782 h 1181837"/>
                <a:gd name="csX1538" fmla="*/ 695149 w 983339"/>
                <a:gd name="csY1538" fmla="*/ 670390 h 1181837"/>
                <a:gd name="csX1539" fmla="*/ 694327 w 983339"/>
                <a:gd name="csY1539" fmla="*/ 672049 h 1181837"/>
                <a:gd name="csX1540" fmla="*/ 693749 w 983339"/>
                <a:gd name="csY1540" fmla="*/ 673624 h 1181837"/>
                <a:gd name="csX1541" fmla="*/ 696701 w 983339"/>
                <a:gd name="csY1541" fmla="*/ 675648 h 1181837"/>
                <a:gd name="csX1542" fmla="*/ 698216 w 983339"/>
                <a:gd name="csY1542" fmla="*/ 676934 h 1181837"/>
                <a:gd name="csX1543" fmla="*/ 700042 w 983339"/>
                <a:gd name="csY1543" fmla="*/ 676903 h 1181837"/>
                <a:gd name="csX1544" fmla="*/ 702149 w 983339"/>
                <a:gd name="csY1544" fmla="*/ 677215 h 1181837"/>
                <a:gd name="csX1545" fmla="*/ 703747 w 983339"/>
                <a:gd name="csY1545" fmla="*/ 680190 h 1181837"/>
                <a:gd name="csX1546" fmla="*/ 705238 w 983339"/>
                <a:gd name="csY1546" fmla="*/ 683621 h 1181837"/>
                <a:gd name="csX1547" fmla="*/ 707003 w 983339"/>
                <a:gd name="csY1547" fmla="*/ 682670 h 1181837"/>
                <a:gd name="csX1548" fmla="*/ 708107 w 983339"/>
                <a:gd name="csY1548" fmla="*/ 681773 h 1181837"/>
                <a:gd name="csX1549" fmla="*/ 709994 w 983339"/>
                <a:gd name="csY1549" fmla="*/ 682632 h 1181837"/>
                <a:gd name="csX1550" fmla="*/ 712048 w 983339"/>
                <a:gd name="csY1550" fmla="*/ 685334 h 1181837"/>
                <a:gd name="csX1551" fmla="*/ 713714 w 983339"/>
                <a:gd name="csY1551" fmla="*/ 688400 h 1181837"/>
                <a:gd name="csX1552" fmla="*/ 713881 w 983339"/>
                <a:gd name="csY1552" fmla="*/ 689693 h 1181837"/>
                <a:gd name="csX1553" fmla="*/ 715160 w 983339"/>
                <a:gd name="csY1553" fmla="*/ 690287 h 1181837"/>
                <a:gd name="csX1554" fmla="*/ 716370 w 983339"/>
                <a:gd name="csY1554" fmla="*/ 689373 h 1181837"/>
                <a:gd name="csX1555" fmla="*/ 716948 w 983339"/>
                <a:gd name="csY1555" fmla="*/ 688080 h 1181837"/>
                <a:gd name="csX1556" fmla="*/ 716902 w 983339"/>
                <a:gd name="csY1556" fmla="*/ 685699 h 1181837"/>
                <a:gd name="csX1557" fmla="*/ 716575 w 983339"/>
                <a:gd name="csY1557" fmla="*/ 681940 h 1181837"/>
                <a:gd name="csX1558" fmla="*/ 715731 w 983339"/>
                <a:gd name="csY1558" fmla="*/ 681370 h 1181837"/>
                <a:gd name="csX1559" fmla="*/ 713805 w 983339"/>
                <a:gd name="csY1559" fmla="*/ 683408 h 1181837"/>
                <a:gd name="csX1560" fmla="*/ 712710 w 983339"/>
                <a:gd name="csY1560" fmla="*/ 681932 h 1181837"/>
                <a:gd name="csX1561" fmla="*/ 711234 w 983339"/>
                <a:gd name="csY1561" fmla="*/ 680365 h 1181837"/>
                <a:gd name="csX1562" fmla="*/ 711257 w 983339"/>
                <a:gd name="csY1562" fmla="*/ 678851 h 1181837"/>
                <a:gd name="csX1563" fmla="*/ 712862 w 983339"/>
                <a:gd name="csY1563" fmla="*/ 678097 h 1181837"/>
                <a:gd name="csX1564" fmla="*/ 714224 w 983339"/>
                <a:gd name="csY1564" fmla="*/ 678425 h 1181837"/>
                <a:gd name="csX1565" fmla="*/ 715928 w 983339"/>
                <a:gd name="csY1565" fmla="*/ 678425 h 1181837"/>
                <a:gd name="csX1566" fmla="*/ 724921 w 983339"/>
                <a:gd name="csY1566" fmla="*/ 677108 h 1181837"/>
                <a:gd name="csX1567" fmla="*/ 736426 w 983339"/>
                <a:gd name="csY1567" fmla="*/ 665049 h 1181837"/>
                <a:gd name="csX1568" fmla="*/ 741463 w 983339"/>
                <a:gd name="csY1568" fmla="*/ 660629 h 1181837"/>
                <a:gd name="csX1569" fmla="*/ 746697 w 983339"/>
                <a:gd name="csY1569" fmla="*/ 657349 h 1181837"/>
                <a:gd name="csX1570" fmla="*/ 752115 w 983339"/>
                <a:gd name="csY1570" fmla="*/ 655242 h 1181837"/>
                <a:gd name="csX1571" fmla="*/ 754937 w 983339"/>
                <a:gd name="csY1571" fmla="*/ 654565 h 1181837"/>
                <a:gd name="csX1572" fmla="*/ 769485 w 983339"/>
                <a:gd name="csY1572" fmla="*/ 653431 h 1181837"/>
                <a:gd name="csX1573" fmla="*/ 777056 w 983339"/>
                <a:gd name="csY1573" fmla="*/ 653796 h 1181837"/>
                <a:gd name="csX1574" fmla="*/ 780951 w 983339"/>
                <a:gd name="csY1574" fmla="*/ 652967 h 1181837"/>
                <a:gd name="csX1575" fmla="*/ 782754 w 983339"/>
                <a:gd name="csY1575" fmla="*/ 651856 h 1181837"/>
                <a:gd name="csX1576" fmla="*/ 785813 w 983339"/>
                <a:gd name="csY1576" fmla="*/ 648820 h 1181837"/>
                <a:gd name="csX1577" fmla="*/ 787959 w 983339"/>
                <a:gd name="csY1577" fmla="*/ 646963 h 1181837"/>
                <a:gd name="csX1578" fmla="*/ 790591 w 983339"/>
                <a:gd name="csY1578" fmla="*/ 646446 h 1181837"/>
                <a:gd name="csX1579" fmla="*/ 791230 w 983339"/>
                <a:gd name="csY1579" fmla="*/ 644179 h 1181837"/>
                <a:gd name="csX1580" fmla="*/ 791238 w 983339"/>
                <a:gd name="csY1580" fmla="*/ 641752 h 1181837"/>
                <a:gd name="csX1581" fmla="*/ 791740 w 983339"/>
                <a:gd name="csY1581" fmla="*/ 639218 h 1181837"/>
                <a:gd name="csX1582" fmla="*/ 790972 w 983339"/>
                <a:gd name="csY1582" fmla="*/ 634463 h 1181837"/>
                <a:gd name="csX1583" fmla="*/ 791177 w 983339"/>
                <a:gd name="csY1583" fmla="*/ 628216 h 1181837"/>
                <a:gd name="csX1584" fmla="*/ 791770 w 983339"/>
                <a:gd name="csY1584" fmla="*/ 624960 h 1181837"/>
                <a:gd name="csX1585" fmla="*/ 793361 w 983339"/>
                <a:gd name="csY1585" fmla="*/ 620387 h 1181837"/>
                <a:gd name="csX1586" fmla="*/ 794061 w 983339"/>
                <a:gd name="csY1586" fmla="*/ 615692 h 1181837"/>
                <a:gd name="csX1587" fmla="*/ 794776 w 983339"/>
                <a:gd name="csY1587" fmla="*/ 609042 h 1181837"/>
                <a:gd name="csX1588" fmla="*/ 795407 w 983339"/>
                <a:gd name="csY1588" fmla="*/ 605101 h 1181837"/>
                <a:gd name="csX1589" fmla="*/ 796199 w 983339"/>
                <a:gd name="csY1589" fmla="*/ 601502 h 1181837"/>
                <a:gd name="csX1590" fmla="*/ 798261 w 983339"/>
                <a:gd name="csY1590" fmla="*/ 597538 h 1181837"/>
                <a:gd name="csX1591" fmla="*/ 800011 w 983339"/>
                <a:gd name="csY1591" fmla="*/ 594974 h 1181837"/>
                <a:gd name="csX1592" fmla="*/ 804142 w 983339"/>
                <a:gd name="csY1592" fmla="*/ 585326 h 1181837"/>
                <a:gd name="csX1593" fmla="*/ 805573 w 983339"/>
                <a:gd name="csY1593" fmla="*/ 584375 h 1181837"/>
                <a:gd name="csX1594" fmla="*/ 806767 w 983339"/>
                <a:gd name="csY1594" fmla="*/ 584375 h 1181837"/>
                <a:gd name="csX1595" fmla="*/ 807284 w 983339"/>
                <a:gd name="csY1595" fmla="*/ 583790 h 1181837"/>
                <a:gd name="csX1596" fmla="*/ 807444 w 983339"/>
                <a:gd name="csY1596" fmla="*/ 583257 h 1181837"/>
                <a:gd name="csX1597" fmla="*/ 807094 w 983339"/>
                <a:gd name="csY1597" fmla="*/ 582869 h 1181837"/>
                <a:gd name="csX1598" fmla="*/ 806569 w 983339"/>
                <a:gd name="csY1598" fmla="*/ 581751 h 1181837"/>
                <a:gd name="csX1599" fmla="*/ 806919 w 983339"/>
                <a:gd name="csY1599" fmla="*/ 580845 h 1181837"/>
                <a:gd name="csX1600" fmla="*/ 808174 w 983339"/>
                <a:gd name="csY1600" fmla="*/ 579947 h 1181837"/>
                <a:gd name="csX1601" fmla="*/ 808570 w 983339"/>
                <a:gd name="csY1601" fmla="*/ 580290 h 1181837"/>
                <a:gd name="csX1602" fmla="*/ 809209 w 983339"/>
                <a:gd name="csY1602" fmla="*/ 580099 h 1181837"/>
                <a:gd name="csX1603" fmla="*/ 809308 w 983339"/>
                <a:gd name="csY1603" fmla="*/ 579605 h 1181837"/>
                <a:gd name="csX1604" fmla="*/ 808715 w 983339"/>
                <a:gd name="csY1604" fmla="*/ 576965 h 1181837"/>
                <a:gd name="csX1605" fmla="*/ 809582 w 983339"/>
                <a:gd name="csY1605" fmla="*/ 573267 h 1181837"/>
                <a:gd name="csX1606" fmla="*/ 810640 w 983339"/>
                <a:gd name="csY1606" fmla="*/ 566807 h 1181837"/>
                <a:gd name="csX1607" fmla="*/ 811834 w 983339"/>
                <a:gd name="csY1607" fmla="*/ 563908 h 1181837"/>
                <a:gd name="csX1608" fmla="*/ 812542 w 983339"/>
                <a:gd name="csY1608" fmla="*/ 561603 h 1181837"/>
                <a:gd name="csX1609" fmla="*/ 815304 w 983339"/>
                <a:gd name="csY1609" fmla="*/ 558141 h 1181837"/>
                <a:gd name="csX1610" fmla="*/ 818324 w 983339"/>
                <a:gd name="csY1610" fmla="*/ 554732 h 1181837"/>
                <a:gd name="csX1611" fmla="*/ 817465 w 983339"/>
                <a:gd name="csY1611" fmla="*/ 554367 h 1181837"/>
                <a:gd name="csX1612" fmla="*/ 816050 w 983339"/>
                <a:gd name="csY1612" fmla="*/ 554109 h 1181837"/>
                <a:gd name="csX1613" fmla="*/ 816963 w 983339"/>
                <a:gd name="csY1613" fmla="*/ 553295 h 1181837"/>
                <a:gd name="csX1614" fmla="*/ 817685 w 983339"/>
                <a:gd name="csY1614" fmla="*/ 553051 h 1181837"/>
                <a:gd name="csX1615" fmla="*/ 818606 w 983339"/>
                <a:gd name="csY1615" fmla="*/ 553591 h 1181837"/>
                <a:gd name="csX1616" fmla="*/ 819367 w 983339"/>
                <a:gd name="csY1616" fmla="*/ 552092 h 1181837"/>
                <a:gd name="csX1617" fmla="*/ 819534 w 983339"/>
                <a:gd name="csY1617" fmla="*/ 549741 h 1181837"/>
                <a:gd name="csX1618" fmla="*/ 820272 w 983339"/>
                <a:gd name="csY1618" fmla="*/ 546272 h 1181837"/>
                <a:gd name="csX1619" fmla="*/ 819618 w 983339"/>
                <a:gd name="csY1619" fmla="*/ 543251 h 1181837"/>
                <a:gd name="csX1620" fmla="*/ 821018 w 983339"/>
                <a:gd name="csY1620" fmla="*/ 542308 h 1181837"/>
                <a:gd name="csX1621" fmla="*/ 822608 w 983339"/>
                <a:gd name="csY1621" fmla="*/ 541737 h 1181837"/>
                <a:gd name="csX1622" fmla="*/ 823277 w 983339"/>
                <a:gd name="csY1622" fmla="*/ 538572 h 1181837"/>
                <a:gd name="csX1623" fmla="*/ 823719 w 983339"/>
                <a:gd name="csY1623" fmla="*/ 537301 h 1181837"/>
                <a:gd name="csX1624" fmla="*/ 824708 w 983339"/>
                <a:gd name="csY1624" fmla="*/ 536122 h 1181837"/>
                <a:gd name="csX1625" fmla="*/ 826367 w 983339"/>
                <a:gd name="csY1625" fmla="*/ 533604 h 1181837"/>
                <a:gd name="csX1626" fmla="*/ 827668 w 983339"/>
                <a:gd name="csY1626" fmla="*/ 530978 h 1181837"/>
                <a:gd name="csX1627" fmla="*/ 830749 w 983339"/>
                <a:gd name="csY1627" fmla="*/ 525972 h 1181837"/>
                <a:gd name="csX1628" fmla="*/ 833762 w 983339"/>
                <a:gd name="csY1628" fmla="*/ 523925 h 1181837"/>
                <a:gd name="csX1629" fmla="*/ 838251 w 983339"/>
                <a:gd name="csY1629" fmla="*/ 522343 h 1181837"/>
                <a:gd name="csX1630" fmla="*/ 838753 w 983339"/>
                <a:gd name="csY1630" fmla="*/ 521438 h 1181837"/>
                <a:gd name="csX1631" fmla="*/ 837612 w 983339"/>
                <a:gd name="csY1631" fmla="*/ 520882 h 1181837"/>
                <a:gd name="csX1632" fmla="*/ 837658 w 983339"/>
                <a:gd name="csY1632" fmla="*/ 520334 h 1181837"/>
                <a:gd name="csX1633" fmla="*/ 839347 w 983339"/>
                <a:gd name="csY1633" fmla="*/ 520334 h 1181837"/>
                <a:gd name="csX1634" fmla="*/ 840032 w 983339"/>
                <a:gd name="csY1634" fmla="*/ 518584 h 1181837"/>
                <a:gd name="csX1635" fmla="*/ 841812 w 983339"/>
                <a:gd name="csY1635" fmla="*/ 517291 h 1181837"/>
                <a:gd name="csX1636" fmla="*/ 844787 w 983339"/>
                <a:gd name="csY1636" fmla="*/ 514308 h 1181837"/>
                <a:gd name="csX1637" fmla="*/ 845776 w 983339"/>
                <a:gd name="csY1637" fmla="*/ 511569 h 1181837"/>
                <a:gd name="csX1638" fmla="*/ 846392 w 983339"/>
                <a:gd name="csY1638" fmla="*/ 509378 h 1181837"/>
                <a:gd name="csX1639" fmla="*/ 846689 w 983339"/>
                <a:gd name="csY1639" fmla="*/ 504425 h 1181837"/>
                <a:gd name="csX1640" fmla="*/ 851528 w 983339"/>
                <a:gd name="csY1640" fmla="*/ 497927 h 1181837"/>
                <a:gd name="csX1641" fmla="*/ 854899 w 983339"/>
                <a:gd name="csY1641" fmla="*/ 489155 h 1181837"/>
                <a:gd name="csX1642" fmla="*/ 855713 w 983339"/>
                <a:gd name="csY1642" fmla="*/ 483532 h 1181837"/>
                <a:gd name="csX1643" fmla="*/ 856550 w 983339"/>
                <a:gd name="csY1643" fmla="*/ 480496 h 1181837"/>
                <a:gd name="csX1644" fmla="*/ 857113 w 983339"/>
                <a:gd name="csY1644" fmla="*/ 476052 h 1181837"/>
                <a:gd name="csX1645" fmla="*/ 856603 w 983339"/>
                <a:gd name="csY1645" fmla="*/ 471426 h 1181837"/>
                <a:gd name="csX1646" fmla="*/ 856748 w 983339"/>
                <a:gd name="csY1646" fmla="*/ 467553 h 1181837"/>
                <a:gd name="csX1647" fmla="*/ 860110 w 983339"/>
                <a:gd name="csY1647" fmla="*/ 457723 h 1181837"/>
                <a:gd name="csX1648" fmla="*/ 860879 w 983339"/>
                <a:gd name="csY1648" fmla="*/ 453668 h 1181837"/>
                <a:gd name="csX1649" fmla="*/ 861914 w 983339"/>
                <a:gd name="csY1649" fmla="*/ 451066 h 1181837"/>
                <a:gd name="csX1650" fmla="*/ 863504 w 983339"/>
                <a:gd name="csY1650" fmla="*/ 441380 h 1181837"/>
                <a:gd name="csX1651" fmla="*/ 863534 w 983339"/>
                <a:gd name="csY1651" fmla="*/ 436359 h 1181837"/>
                <a:gd name="csX1652" fmla="*/ 865969 w 983339"/>
                <a:gd name="csY1652" fmla="*/ 430515 h 1181837"/>
                <a:gd name="csX1653" fmla="*/ 869005 w 983339"/>
                <a:gd name="csY1653" fmla="*/ 425760 h 1181837"/>
                <a:gd name="csX1654" fmla="*/ 869264 w 983339"/>
                <a:gd name="csY1654" fmla="*/ 421362 h 1181837"/>
                <a:gd name="csX1655" fmla="*/ 868244 w 983339"/>
                <a:gd name="csY1655" fmla="*/ 417984 h 1181837"/>
                <a:gd name="csX1656" fmla="*/ 868389 w 983339"/>
                <a:gd name="csY1656" fmla="*/ 410847 h 1181837"/>
                <a:gd name="csX1657" fmla="*/ 367768 w 983339"/>
                <a:gd name="csY1657" fmla="*/ 38317 h 1181837"/>
                <a:gd name="csX1658" fmla="*/ 371740 w 983339"/>
                <a:gd name="csY1658" fmla="*/ 37168 h 1181837"/>
                <a:gd name="csX1659" fmla="*/ 375696 w 983339"/>
                <a:gd name="csY1659" fmla="*/ 38553 h 1181837"/>
                <a:gd name="csX1660" fmla="*/ 377910 w 983339"/>
                <a:gd name="csY1660" fmla="*/ 38142 h 1181837"/>
                <a:gd name="csX1661" fmla="*/ 377834 w 983339"/>
                <a:gd name="csY1661" fmla="*/ 37206 h 1181837"/>
                <a:gd name="csX1662" fmla="*/ 377347 w 983339"/>
                <a:gd name="csY1662" fmla="*/ 36422 h 1181837"/>
                <a:gd name="csX1663" fmla="*/ 376541 w 983339"/>
                <a:gd name="csY1663" fmla="*/ 35684 h 1181837"/>
                <a:gd name="csX1664" fmla="*/ 374783 w 983339"/>
                <a:gd name="csY1664" fmla="*/ 35174 h 1181837"/>
                <a:gd name="csX1665" fmla="*/ 374220 w 983339"/>
                <a:gd name="csY1665" fmla="*/ 33280 h 1181837"/>
                <a:gd name="csX1666" fmla="*/ 373208 w 983339"/>
                <a:gd name="csY1666" fmla="*/ 31500 h 1181837"/>
                <a:gd name="csX1667" fmla="*/ 373025 w 983339"/>
                <a:gd name="csY1667" fmla="*/ 29552 h 1181837"/>
                <a:gd name="csX1668" fmla="*/ 372226 w 983339"/>
                <a:gd name="csY1668" fmla="*/ 27756 h 1181837"/>
                <a:gd name="csX1669" fmla="*/ 371283 w 983339"/>
                <a:gd name="csY1669" fmla="*/ 27756 h 1181837"/>
                <a:gd name="csX1670" fmla="*/ 370347 w 983339"/>
                <a:gd name="csY1670" fmla="*/ 28266 h 1181837"/>
                <a:gd name="csX1671" fmla="*/ 368247 w 983339"/>
                <a:gd name="csY1671" fmla="*/ 30799 h 1181837"/>
                <a:gd name="csX1672" fmla="*/ 368985 w 983339"/>
                <a:gd name="csY1672" fmla="*/ 32184 h 1181837"/>
                <a:gd name="csX1673" fmla="*/ 369206 w 983339"/>
                <a:gd name="csY1673" fmla="*/ 34718 h 1181837"/>
                <a:gd name="csX1674" fmla="*/ 367958 w 983339"/>
                <a:gd name="csY1674" fmla="*/ 35555 h 1181837"/>
                <a:gd name="csX1675" fmla="*/ 366527 w 983339"/>
                <a:gd name="csY1675" fmla="*/ 35205 h 1181837"/>
                <a:gd name="csX1676" fmla="*/ 365911 w 983339"/>
                <a:gd name="csY1676" fmla="*/ 37518 h 1181837"/>
                <a:gd name="csX1677" fmla="*/ 366626 w 983339"/>
                <a:gd name="csY1677" fmla="*/ 38340 h 1181837"/>
                <a:gd name="csX1678" fmla="*/ 367768 w 983339"/>
                <a:gd name="csY1678" fmla="*/ 38317 h 1181837"/>
                <a:gd name="csX1679" fmla="*/ 4778 w 983339"/>
                <a:gd name="csY1679" fmla="*/ 356248 h 1181837"/>
                <a:gd name="csX1680" fmla="*/ 4771 w 983339"/>
                <a:gd name="csY1680" fmla="*/ 354605 h 1181837"/>
                <a:gd name="csX1681" fmla="*/ 4010 w 983339"/>
                <a:gd name="csY1681" fmla="*/ 353015 h 1181837"/>
                <a:gd name="csX1682" fmla="*/ 1583 w 983339"/>
                <a:gd name="csY1682" fmla="*/ 346068 h 1181837"/>
                <a:gd name="csX1683" fmla="*/ 822 w 983339"/>
                <a:gd name="csY1683" fmla="*/ 346334 h 1181837"/>
                <a:gd name="csX1684" fmla="*/ 0 w 983339"/>
                <a:gd name="csY1684" fmla="*/ 347239 h 1181837"/>
                <a:gd name="csX1685" fmla="*/ 1194 w 983339"/>
                <a:gd name="csY1685" fmla="*/ 352261 h 1181837"/>
                <a:gd name="csX1686" fmla="*/ 5295 w 983339"/>
                <a:gd name="csY1686" fmla="*/ 359619 h 1181837"/>
                <a:gd name="csX1687" fmla="*/ 5859 w 983339"/>
                <a:gd name="csY1687" fmla="*/ 358645 h 1181837"/>
                <a:gd name="csX1688" fmla="*/ 5120 w 983339"/>
                <a:gd name="csY1688" fmla="*/ 356773 h 1181837"/>
                <a:gd name="csX1689" fmla="*/ 4778 w 983339"/>
                <a:gd name="csY1689" fmla="*/ 356248 h 1181837"/>
                <a:gd name="csX1690" fmla="*/ 52956 w 983339"/>
                <a:gd name="csY1690" fmla="*/ 238513 h 1181837"/>
                <a:gd name="csX1691" fmla="*/ 54196 w 983339"/>
                <a:gd name="csY1691" fmla="*/ 236740 h 1181837"/>
                <a:gd name="csX1692" fmla="*/ 54432 w 983339"/>
                <a:gd name="csY1692" fmla="*/ 235120 h 1181837"/>
                <a:gd name="csX1693" fmla="*/ 53945 w 983339"/>
                <a:gd name="csY1693" fmla="*/ 234024 h 1181837"/>
                <a:gd name="csX1694" fmla="*/ 52233 w 983339"/>
                <a:gd name="csY1694" fmla="*/ 235797 h 1181837"/>
                <a:gd name="csX1695" fmla="*/ 51251 w 983339"/>
                <a:gd name="csY1695" fmla="*/ 237265 h 1181837"/>
                <a:gd name="csX1696" fmla="*/ 51449 w 983339"/>
                <a:gd name="csY1696" fmla="*/ 238163 h 1181837"/>
                <a:gd name="csX1697" fmla="*/ 52956 w 983339"/>
                <a:gd name="csY1697" fmla="*/ 238513 h 1181837"/>
                <a:gd name="csX1698" fmla="*/ 248039 w 983339"/>
                <a:gd name="csY1698" fmla="*/ 116860 h 1181837"/>
                <a:gd name="csX1699" fmla="*/ 248800 w 983339"/>
                <a:gd name="csY1699" fmla="*/ 117050 h 1181837"/>
                <a:gd name="csX1700" fmla="*/ 249599 w 983339"/>
                <a:gd name="csY1700" fmla="*/ 116426 h 1181837"/>
                <a:gd name="csX1701" fmla="*/ 249767 w 983339"/>
                <a:gd name="csY1701" fmla="*/ 115430 h 1181837"/>
                <a:gd name="csX1702" fmla="*/ 248899 w 983339"/>
                <a:gd name="csY1702" fmla="*/ 114425 h 1181837"/>
                <a:gd name="csX1703" fmla="*/ 248610 w 983339"/>
                <a:gd name="csY1703" fmla="*/ 113535 h 1181837"/>
                <a:gd name="csX1704" fmla="*/ 247933 w 983339"/>
                <a:gd name="csY1704" fmla="*/ 113474 h 1181837"/>
                <a:gd name="csX1705" fmla="*/ 247606 w 983339"/>
                <a:gd name="csY1705" fmla="*/ 114022 h 1181837"/>
                <a:gd name="csX1706" fmla="*/ 247149 w 983339"/>
                <a:gd name="csY1706" fmla="*/ 115079 h 1181837"/>
                <a:gd name="csX1707" fmla="*/ 248024 w 983339"/>
                <a:gd name="csY1707" fmla="*/ 116008 h 1181837"/>
                <a:gd name="csX1708" fmla="*/ 248039 w 983339"/>
                <a:gd name="csY1708" fmla="*/ 116860 h 1181837"/>
                <a:gd name="csX1709" fmla="*/ 262442 w 983339"/>
                <a:gd name="csY1709" fmla="*/ 98364 h 1181837"/>
                <a:gd name="csX1710" fmla="*/ 262328 w 983339"/>
                <a:gd name="csY1710" fmla="*/ 97770 h 1181837"/>
                <a:gd name="csX1711" fmla="*/ 262427 w 983339"/>
                <a:gd name="csY1711" fmla="*/ 96066 h 1181837"/>
                <a:gd name="csX1712" fmla="*/ 261613 w 983339"/>
                <a:gd name="csY1712" fmla="*/ 95655 h 1181837"/>
                <a:gd name="csX1713" fmla="*/ 260708 w 983339"/>
                <a:gd name="csY1713" fmla="*/ 96446 h 1181837"/>
                <a:gd name="csX1714" fmla="*/ 260152 w 983339"/>
                <a:gd name="csY1714" fmla="*/ 98638 h 1181837"/>
                <a:gd name="csX1715" fmla="*/ 261081 w 983339"/>
                <a:gd name="csY1715" fmla="*/ 99733 h 1181837"/>
                <a:gd name="csX1716" fmla="*/ 262442 w 983339"/>
                <a:gd name="csY1716" fmla="*/ 98364 h 1181837"/>
                <a:gd name="csX1717" fmla="*/ 735505 w 983339"/>
                <a:gd name="csY1717" fmla="*/ 801379 h 1181837"/>
                <a:gd name="csX1718" fmla="*/ 734965 w 983339"/>
                <a:gd name="csY1718" fmla="*/ 802376 h 1181837"/>
                <a:gd name="csX1719" fmla="*/ 734790 w 983339"/>
                <a:gd name="csY1719" fmla="*/ 803274 h 1181837"/>
                <a:gd name="csX1720" fmla="*/ 734303 w 983339"/>
                <a:gd name="csY1720" fmla="*/ 803753 h 1181837"/>
                <a:gd name="csX1721" fmla="*/ 735193 w 983339"/>
                <a:gd name="csY1721" fmla="*/ 804385 h 1181837"/>
                <a:gd name="csX1722" fmla="*/ 735429 w 983339"/>
                <a:gd name="csY1722" fmla="*/ 805815 h 1181837"/>
                <a:gd name="csX1723" fmla="*/ 735916 w 983339"/>
                <a:gd name="csY1723" fmla="*/ 806059 h 1181837"/>
                <a:gd name="csX1724" fmla="*/ 737255 w 983339"/>
                <a:gd name="csY1724" fmla="*/ 806059 h 1181837"/>
                <a:gd name="csX1725" fmla="*/ 736464 w 983339"/>
                <a:gd name="csY1725" fmla="*/ 802482 h 1181837"/>
                <a:gd name="csX1726" fmla="*/ 735505 w 983339"/>
                <a:gd name="csY1726" fmla="*/ 801379 h 1181837"/>
                <a:gd name="csX1727" fmla="*/ 734645 w 983339"/>
                <a:gd name="csY1727" fmla="*/ 807215 h 1181837"/>
                <a:gd name="csX1728" fmla="*/ 734036 w 983339"/>
                <a:gd name="csY1728" fmla="*/ 807177 h 1181837"/>
                <a:gd name="csX1729" fmla="*/ 732972 w 983339"/>
                <a:gd name="csY1729" fmla="*/ 808683 h 1181837"/>
                <a:gd name="csX1730" fmla="*/ 732667 w 983339"/>
                <a:gd name="csY1730" fmla="*/ 809878 h 1181837"/>
                <a:gd name="csX1731" fmla="*/ 732210 w 983339"/>
                <a:gd name="csY1731" fmla="*/ 810106 h 1181837"/>
                <a:gd name="csX1732" fmla="*/ 731914 w 983339"/>
                <a:gd name="csY1732" fmla="*/ 810943 h 1181837"/>
                <a:gd name="csX1733" fmla="*/ 731450 w 983339"/>
                <a:gd name="csY1733" fmla="*/ 811597 h 1181837"/>
                <a:gd name="csX1734" fmla="*/ 730202 w 983339"/>
                <a:gd name="csY1734" fmla="*/ 811088 h 1181837"/>
                <a:gd name="csX1735" fmla="*/ 730209 w 983339"/>
                <a:gd name="csY1735" fmla="*/ 811620 h 1181837"/>
                <a:gd name="csX1736" fmla="*/ 731252 w 983339"/>
                <a:gd name="csY1736" fmla="*/ 813644 h 1181837"/>
                <a:gd name="csX1737" fmla="*/ 732911 w 983339"/>
                <a:gd name="csY1737" fmla="*/ 813149 h 1181837"/>
                <a:gd name="csX1738" fmla="*/ 734569 w 983339"/>
                <a:gd name="csY1738" fmla="*/ 813667 h 1181837"/>
                <a:gd name="csX1739" fmla="*/ 735574 w 983339"/>
                <a:gd name="csY1739" fmla="*/ 810624 h 1181837"/>
                <a:gd name="csX1740" fmla="*/ 735284 w 983339"/>
                <a:gd name="csY1740" fmla="*/ 809140 h 1181837"/>
                <a:gd name="csX1741" fmla="*/ 734645 w 983339"/>
                <a:gd name="csY1741" fmla="*/ 807215 h 1181837"/>
                <a:gd name="csX1742" fmla="*/ 752381 w 983339"/>
                <a:gd name="csY1742" fmla="*/ 787904 h 1181837"/>
                <a:gd name="csX1743" fmla="*/ 750882 w 983339"/>
                <a:gd name="csY1743" fmla="*/ 787243 h 1181837"/>
                <a:gd name="csX1744" fmla="*/ 749809 w 983339"/>
                <a:gd name="csY1744" fmla="*/ 788612 h 1181837"/>
                <a:gd name="csX1745" fmla="*/ 749984 w 983339"/>
                <a:gd name="csY1745" fmla="*/ 789274 h 1181837"/>
                <a:gd name="csX1746" fmla="*/ 749954 w 983339"/>
                <a:gd name="csY1746" fmla="*/ 790765 h 1181837"/>
                <a:gd name="csX1747" fmla="*/ 750357 w 983339"/>
                <a:gd name="csY1747" fmla="*/ 790894 h 1181837"/>
                <a:gd name="csX1748" fmla="*/ 751551 w 983339"/>
                <a:gd name="csY1748" fmla="*/ 790636 h 1181837"/>
                <a:gd name="csX1749" fmla="*/ 751468 w 983339"/>
                <a:gd name="csY1749" fmla="*/ 789776 h 1181837"/>
                <a:gd name="csX1750" fmla="*/ 752936 w 983339"/>
                <a:gd name="csY1750" fmla="*/ 788939 h 1181837"/>
                <a:gd name="csX1751" fmla="*/ 752381 w 983339"/>
                <a:gd name="csY1751" fmla="*/ 787904 h 1181837"/>
                <a:gd name="csX1752" fmla="*/ 534274 w 983339"/>
                <a:gd name="csY1752" fmla="*/ 598627 h 1181837"/>
                <a:gd name="csX1753" fmla="*/ 532288 w 983339"/>
                <a:gd name="csY1753" fmla="*/ 599570 h 1181837"/>
                <a:gd name="csX1754" fmla="*/ 527175 w 983339"/>
                <a:gd name="csY1754" fmla="*/ 598953 h 1181837"/>
                <a:gd name="csX1755" fmla="*/ 527213 w 983339"/>
                <a:gd name="csY1755" fmla="*/ 598520 h 1181837"/>
                <a:gd name="csX1756" fmla="*/ 528004 w 983339"/>
                <a:gd name="csY1756" fmla="*/ 596800 h 1181837"/>
                <a:gd name="csX1757" fmla="*/ 526924 w 983339"/>
                <a:gd name="csY1757" fmla="*/ 595849 h 1181837"/>
                <a:gd name="csX1758" fmla="*/ 525760 w 983339"/>
                <a:gd name="csY1758" fmla="*/ 595453 h 1181837"/>
                <a:gd name="csX1759" fmla="*/ 521567 w 983339"/>
                <a:gd name="csY1759" fmla="*/ 595126 h 1181837"/>
                <a:gd name="csX1760" fmla="*/ 516394 w 983339"/>
                <a:gd name="csY1760" fmla="*/ 596990 h 1181837"/>
                <a:gd name="csX1761" fmla="*/ 506723 w 983339"/>
                <a:gd name="csY1761" fmla="*/ 599220 h 1181837"/>
                <a:gd name="csX1762" fmla="*/ 505445 w 983339"/>
                <a:gd name="csY1762" fmla="*/ 600787 h 1181837"/>
                <a:gd name="csX1763" fmla="*/ 504631 w 983339"/>
                <a:gd name="csY1763" fmla="*/ 602925 h 1181837"/>
                <a:gd name="csX1764" fmla="*/ 505673 w 983339"/>
                <a:gd name="csY1764" fmla="*/ 604112 h 1181837"/>
                <a:gd name="csX1765" fmla="*/ 509211 w 983339"/>
                <a:gd name="csY1765" fmla="*/ 606684 h 1181837"/>
                <a:gd name="csX1766" fmla="*/ 512574 w 983339"/>
                <a:gd name="csY1766" fmla="*/ 607034 h 1181837"/>
                <a:gd name="csX1767" fmla="*/ 514986 w 983339"/>
                <a:gd name="csY1767" fmla="*/ 606433 h 1181837"/>
                <a:gd name="csX1768" fmla="*/ 517588 w 983339"/>
                <a:gd name="csY1768" fmla="*/ 606836 h 1181837"/>
                <a:gd name="csX1769" fmla="*/ 518912 w 983339"/>
                <a:gd name="csY1769" fmla="*/ 605345 h 1181837"/>
                <a:gd name="csX1770" fmla="*/ 522595 w 983339"/>
                <a:gd name="csY1770" fmla="*/ 606357 h 1181837"/>
                <a:gd name="csX1771" fmla="*/ 524010 w 983339"/>
                <a:gd name="csY1771" fmla="*/ 607779 h 1181837"/>
                <a:gd name="csX1772" fmla="*/ 527038 w 983339"/>
                <a:gd name="csY1772" fmla="*/ 606524 h 1181837"/>
                <a:gd name="csX1773" fmla="*/ 527723 w 983339"/>
                <a:gd name="csY1773" fmla="*/ 604188 h 1181837"/>
                <a:gd name="csX1774" fmla="*/ 528765 w 983339"/>
                <a:gd name="csY1774" fmla="*/ 603131 h 1181837"/>
                <a:gd name="csX1775" fmla="*/ 532280 w 983339"/>
                <a:gd name="csY1775" fmla="*/ 602339 h 1181837"/>
                <a:gd name="csX1776" fmla="*/ 536047 w 983339"/>
                <a:gd name="csY1776" fmla="*/ 603382 h 1181837"/>
                <a:gd name="csX1777" fmla="*/ 537211 w 983339"/>
                <a:gd name="csY1777" fmla="*/ 603199 h 1181837"/>
                <a:gd name="csX1778" fmla="*/ 538428 w 983339"/>
                <a:gd name="csY1778" fmla="*/ 601928 h 1181837"/>
                <a:gd name="csX1779" fmla="*/ 536784 w 983339"/>
                <a:gd name="csY1779" fmla="*/ 599380 h 1181837"/>
                <a:gd name="csX1780" fmla="*/ 534274 w 983339"/>
                <a:gd name="csY1780" fmla="*/ 598627 h 1181837"/>
                <a:gd name="csX1781" fmla="*/ 666496 w 983339"/>
                <a:gd name="csY1781" fmla="*/ 707847 h 1181837"/>
                <a:gd name="csX1782" fmla="*/ 665864 w 983339"/>
                <a:gd name="csY1782" fmla="*/ 703776 h 1181837"/>
                <a:gd name="csX1783" fmla="*/ 663931 w 983339"/>
                <a:gd name="csY1783" fmla="*/ 702179 h 1181837"/>
                <a:gd name="csX1784" fmla="*/ 662820 w 983339"/>
                <a:gd name="csY1784" fmla="*/ 702278 h 1181837"/>
                <a:gd name="csX1785" fmla="*/ 662615 w 983339"/>
                <a:gd name="csY1785" fmla="*/ 704332 h 1181837"/>
                <a:gd name="csX1786" fmla="*/ 661337 w 983339"/>
                <a:gd name="csY1786" fmla="*/ 705489 h 1181837"/>
                <a:gd name="csX1787" fmla="*/ 660964 w 983339"/>
                <a:gd name="csY1787" fmla="*/ 706539 h 1181837"/>
                <a:gd name="csX1788" fmla="*/ 661032 w 983339"/>
                <a:gd name="csY1788" fmla="*/ 708920 h 1181837"/>
                <a:gd name="csX1789" fmla="*/ 660470 w 983339"/>
                <a:gd name="csY1789" fmla="*/ 711134 h 1181837"/>
                <a:gd name="csX1790" fmla="*/ 661520 w 983339"/>
                <a:gd name="csY1790" fmla="*/ 713340 h 1181837"/>
                <a:gd name="csX1791" fmla="*/ 661268 w 983339"/>
                <a:gd name="csY1791" fmla="*/ 715570 h 1181837"/>
                <a:gd name="csX1792" fmla="*/ 661755 w 983339"/>
                <a:gd name="csY1792" fmla="*/ 717137 h 1181837"/>
                <a:gd name="csX1793" fmla="*/ 662379 w 983339"/>
                <a:gd name="csY1793" fmla="*/ 717023 h 1181837"/>
                <a:gd name="csX1794" fmla="*/ 664662 w 983339"/>
                <a:gd name="csY1794" fmla="*/ 715973 h 1181837"/>
                <a:gd name="csX1795" fmla="*/ 666313 w 983339"/>
                <a:gd name="csY1795" fmla="*/ 714413 h 1181837"/>
                <a:gd name="csX1796" fmla="*/ 666929 w 983339"/>
                <a:gd name="csY1796" fmla="*/ 712511 h 1181837"/>
                <a:gd name="csX1797" fmla="*/ 666183 w 983339"/>
                <a:gd name="csY1797" fmla="*/ 710297 h 1181837"/>
                <a:gd name="csX1798" fmla="*/ 666496 w 983339"/>
                <a:gd name="csY1798" fmla="*/ 707847 h 1181837"/>
                <a:gd name="csX1799" fmla="*/ 228204 w 983339"/>
                <a:gd name="csY1799" fmla="*/ 51579 h 1181837"/>
                <a:gd name="csX1800" fmla="*/ 228189 w 983339"/>
                <a:gd name="csY1800" fmla="*/ 51358 h 1181837"/>
                <a:gd name="csX1801" fmla="*/ 227709 w 983339"/>
                <a:gd name="csY1801" fmla="*/ 51320 h 1181837"/>
                <a:gd name="csX1802" fmla="*/ 227724 w 983339"/>
                <a:gd name="csY1802" fmla="*/ 51541 h 1181837"/>
                <a:gd name="csX1803" fmla="*/ 228204 w 983339"/>
                <a:gd name="csY1803" fmla="*/ 51579 h 1181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Lst>
              <a:rect l="l" t="t" r="r" b="b"/>
              <a:pathLst>
                <a:path w="983339" h="1181837">
                  <a:moveTo>
                    <a:pt x="373611" y="27064"/>
                  </a:moveTo>
                  <a:lnTo>
                    <a:pt x="372835" y="25116"/>
                  </a:lnTo>
                  <a:lnTo>
                    <a:pt x="373177" y="24629"/>
                  </a:lnTo>
                  <a:lnTo>
                    <a:pt x="373573" y="24370"/>
                  </a:lnTo>
                  <a:lnTo>
                    <a:pt x="374075" y="24431"/>
                  </a:lnTo>
                  <a:lnTo>
                    <a:pt x="376053" y="26516"/>
                  </a:lnTo>
                  <a:lnTo>
                    <a:pt x="376913" y="27086"/>
                  </a:lnTo>
                  <a:lnTo>
                    <a:pt x="378176" y="28601"/>
                  </a:lnTo>
                  <a:lnTo>
                    <a:pt x="381029" y="28783"/>
                  </a:lnTo>
                  <a:lnTo>
                    <a:pt x="384453" y="27155"/>
                  </a:lnTo>
                  <a:lnTo>
                    <a:pt x="386051" y="27817"/>
                  </a:lnTo>
                  <a:lnTo>
                    <a:pt x="386812" y="27695"/>
                  </a:lnTo>
                  <a:lnTo>
                    <a:pt x="389323" y="26151"/>
                  </a:lnTo>
                  <a:lnTo>
                    <a:pt x="390959" y="25709"/>
                  </a:lnTo>
                  <a:lnTo>
                    <a:pt x="392054" y="24568"/>
                  </a:lnTo>
                  <a:lnTo>
                    <a:pt x="393165" y="25801"/>
                  </a:lnTo>
                  <a:lnTo>
                    <a:pt x="395646" y="27231"/>
                  </a:lnTo>
                  <a:lnTo>
                    <a:pt x="396429" y="28730"/>
                  </a:lnTo>
                  <a:lnTo>
                    <a:pt x="397479" y="29438"/>
                  </a:lnTo>
                  <a:lnTo>
                    <a:pt x="397829" y="29909"/>
                  </a:lnTo>
                  <a:lnTo>
                    <a:pt x="396315" y="31484"/>
                  </a:lnTo>
                  <a:lnTo>
                    <a:pt x="396125" y="33181"/>
                  </a:lnTo>
                  <a:lnTo>
                    <a:pt x="394504" y="33067"/>
                  </a:lnTo>
                  <a:lnTo>
                    <a:pt x="392564" y="35852"/>
                  </a:lnTo>
                  <a:lnTo>
                    <a:pt x="385283" y="40523"/>
                  </a:lnTo>
                  <a:lnTo>
                    <a:pt x="378747" y="36536"/>
                  </a:lnTo>
                  <a:lnTo>
                    <a:pt x="375909" y="33843"/>
                  </a:lnTo>
                  <a:lnTo>
                    <a:pt x="374007" y="30115"/>
                  </a:lnTo>
                  <a:lnTo>
                    <a:pt x="373611" y="27064"/>
                  </a:lnTo>
                  <a:close/>
                  <a:moveTo>
                    <a:pt x="514118" y="123563"/>
                  </a:moveTo>
                  <a:lnTo>
                    <a:pt x="514362" y="124666"/>
                  </a:lnTo>
                  <a:lnTo>
                    <a:pt x="515519" y="125739"/>
                  </a:lnTo>
                  <a:lnTo>
                    <a:pt x="516432" y="124719"/>
                  </a:lnTo>
                  <a:lnTo>
                    <a:pt x="515952" y="123837"/>
                  </a:lnTo>
                  <a:lnTo>
                    <a:pt x="515808" y="122178"/>
                  </a:lnTo>
                  <a:lnTo>
                    <a:pt x="514636" y="120680"/>
                  </a:lnTo>
                  <a:lnTo>
                    <a:pt x="514134" y="121950"/>
                  </a:lnTo>
                  <a:lnTo>
                    <a:pt x="513655" y="122247"/>
                  </a:lnTo>
                  <a:lnTo>
                    <a:pt x="513205" y="123259"/>
                  </a:lnTo>
                  <a:lnTo>
                    <a:pt x="514118" y="123563"/>
                  </a:lnTo>
                  <a:close/>
                  <a:moveTo>
                    <a:pt x="562258" y="145506"/>
                  </a:moveTo>
                  <a:lnTo>
                    <a:pt x="563194" y="145521"/>
                  </a:lnTo>
                  <a:lnTo>
                    <a:pt x="564716" y="145019"/>
                  </a:lnTo>
                  <a:lnTo>
                    <a:pt x="565507" y="143954"/>
                  </a:lnTo>
                  <a:lnTo>
                    <a:pt x="566336" y="144228"/>
                  </a:lnTo>
                  <a:lnTo>
                    <a:pt x="567987" y="142280"/>
                  </a:lnTo>
                  <a:lnTo>
                    <a:pt x="569098" y="141321"/>
                  </a:lnTo>
                  <a:lnTo>
                    <a:pt x="572050" y="141002"/>
                  </a:lnTo>
                  <a:lnTo>
                    <a:pt x="570057" y="138529"/>
                  </a:lnTo>
                  <a:lnTo>
                    <a:pt x="569699" y="138354"/>
                  </a:lnTo>
                  <a:lnTo>
                    <a:pt x="566945" y="139313"/>
                  </a:lnTo>
                  <a:lnTo>
                    <a:pt x="563399" y="139944"/>
                  </a:lnTo>
                  <a:lnTo>
                    <a:pt x="562030" y="141276"/>
                  </a:lnTo>
                  <a:lnTo>
                    <a:pt x="560615" y="143459"/>
                  </a:lnTo>
                  <a:lnTo>
                    <a:pt x="560295" y="145407"/>
                  </a:lnTo>
                  <a:lnTo>
                    <a:pt x="560546" y="146024"/>
                  </a:lnTo>
                  <a:lnTo>
                    <a:pt x="562258" y="145506"/>
                  </a:lnTo>
                  <a:close/>
                  <a:moveTo>
                    <a:pt x="624785" y="2207"/>
                  </a:moveTo>
                  <a:lnTo>
                    <a:pt x="625303" y="723"/>
                  </a:lnTo>
                  <a:lnTo>
                    <a:pt x="624382" y="0"/>
                  </a:lnTo>
                  <a:lnTo>
                    <a:pt x="623286" y="1514"/>
                  </a:lnTo>
                  <a:lnTo>
                    <a:pt x="624230" y="2792"/>
                  </a:lnTo>
                  <a:lnTo>
                    <a:pt x="624785" y="2207"/>
                  </a:lnTo>
                  <a:close/>
                  <a:moveTo>
                    <a:pt x="505871" y="28654"/>
                  </a:moveTo>
                  <a:lnTo>
                    <a:pt x="508922" y="24675"/>
                  </a:lnTo>
                  <a:lnTo>
                    <a:pt x="509751" y="20733"/>
                  </a:lnTo>
                  <a:lnTo>
                    <a:pt x="508709" y="21000"/>
                  </a:lnTo>
                  <a:lnTo>
                    <a:pt x="508610" y="22734"/>
                  </a:lnTo>
                  <a:lnTo>
                    <a:pt x="508252" y="23899"/>
                  </a:lnTo>
                  <a:lnTo>
                    <a:pt x="507773" y="24317"/>
                  </a:lnTo>
                  <a:lnTo>
                    <a:pt x="506944" y="25055"/>
                  </a:lnTo>
                  <a:lnTo>
                    <a:pt x="505041" y="28220"/>
                  </a:lnTo>
                  <a:lnTo>
                    <a:pt x="504227" y="29004"/>
                  </a:lnTo>
                  <a:lnTo>
                    <a:pt x="504334" y="29978"/>
                  </a:lnTo>
                  <a:lnTo>
                    <a:pt x="505871" y="28654"/>
                  </a:lnTo>
                  <a:close/>
                  <a:moveTo>
                    <a:pt x="418220" y="24005"/>
                  </a:moveTo>
                  <a:lnTo>
                    <a:pt x="419924" y="27345"/>
                  </a:lnTo>
                  <a:lnTo>
                    <a:pt x="420351" y="27011"/>
                  </a:lnTo>
                  <a:lnTo>
                    <a:pt x="421119" y="24119"/>
                  </a:lnTo>
                  <a:lnTo>
                    <a:pt x="420427" y="22765"/>
                  </a:lnTo>
                  <a:lnTo>
                    <a:pt x="420351" y="20414"/>
                  </a:lnTo>
                  <a:lnTo>
                    <a:pt x="420039" y="19790"/>
                  </a:lnTo>
                  <a:lnTo>
                    <a:pt x="419164" y="21076"/>
                  </a:lnTo>
                  <a:lnTo>
                    <a:pt x="418015" y="21266"/>
                  </a:lnTo>
                  <a:lnTo>
                    <a:pt x="418707" y="22970"/>
                  </a:lnTo>
                  <a:lnTo>
                    <a:pt x="418220" y="24005"/>
                  </a:lnTo>
                  <a:close/>
                  <a:moveTo>
                    <a:pt x="501184" y="33082"/>
                  </a:moveTo>
                  <a:lnTo>
                    <a:pt x="503132" y="31484"/>
                  </a:lnTo>
                  <a:lnTo>
                    <a:pt x="503322" y="30548"/>
                  </a:lnTo>
                  <a:lnTo>
                    <a:pt x="502675" y="31005"/>
                  </a:lnTo>
                  <a:lnTo>
                    <a:pt x="498788" y="32938"/>
                  </a:lnTo>
                  <a:lnTo>
                    <a:pt x="496931" y="35114"/>
                  </a:lnTo>
                  <a:lnTo>
                    <a:pt x="500309" y="33501"/>
                  </a:lnTo>
                  <a:lnTo>
                    <a:pt x="501184" y="33082"/>
                  </a:lnTo>
                  <a:close/>
                  <a:moveTo>
                    <a:pt x="511166" y="121387"/>
                  </a:moveTo>
                  <a:lnTo>
                    <a:pt x="511509" y="121227"/>
                  </a:lnTo>
                  <a:lnTo>
                    <a:pt x="512095" y="120543"/>
                  </a:lnTo>
                  <a:lnTo>
                    <a:pt x="511813" y="118640"/>
                  </a:lnTo>
                  <a:lnTo>
                    <a:pt x="511144" y="119553"/>
                  </a:lnTo>
                  <a:lnTo>
                    <a:pt x="511166" y="121387"/>
                  </a:lnTo>
                  <a:close/>
                  <a:moveTo>
                    <a:pt x="624002" y="12706"/>
                  </a:moveTo>
                  <a:lnTo>
                    <a:pt x="623887" y="13308"/>
                  </a:lnTo>
                  <a:lnTo>
                    <a:pt x="624131" y="14677"/>
                  </a:lnTo>
                  <a:lnTo>
                    <a:pt x="625287" y="15324"/>
                  </a:lnTo>
                  <a:lnTo>
                    <a:pt x="627068" y="14084"/>
                  </a:lnTo>
                  <a:lnTo>
                    <a:pt x="625424" y="11649"/>
                  </a:lnTo>
                  <a:lnTo>
                    <a:pt x="624002" y="12706"/>
                  </a:lnTo>
                  <a:close/>
                  <a:moveTo>
                    <a:pt x="503824" y="120413"/>
                  </a:moveTo>
                  <a:lnTo>
                    <a:pt x="504068" y="121387"/>
                  </a:lnTo>
                  <a:lnTo>
                    <a:pt x="504425" y="121501"/>
                  </a:lnTo>
                  <a:lnTo>
                    <a:pt x="505704" y="121410"/>
                  </a:lnTo>
                  <a:lnTo>
                    <a:pt x="506168" y="119553"/>
                  </a:lnTo>
                  <a:lnTo>
                    <a:pt x="505605" y="119325"/>
                  </a:lnTo>
                  <a:lnTo>
                    <a:pt x="504250" y="119531"/>
                  </a:lnTo>
                  <a:lnTo>
                    <a:pt x="503824" y="120413"/>
                  </a:lnTo>
                  <a:close/>
                  <a:moveTo>
                    <a:pt x="511996" y="89986"/>
                  </a:moveTo>
                  <a:lnTo>
                    <a:pt x="509896" y="89127"/>
                  </a:lnTo>
                  <a:lnTo>
                    <a:pt x="509104" y="88191"/>
                  </a:lnTo>
                  <a:lnTo>
                    <a:pt x="509006" y="87263"/>
                  </a:lnTo>
                  <a:lnTo>
                    <a:pt x="509919" y="84485"/>
                  </a:lnTo>
                  <a:lnTo>
                    <a:pt x="510489" y="83649"/>
                  </a:lnTo>
                  <a:lnTo>
                    <a:pt x="511090" y="83413"/>
                  </a:lnTo>
                  <a:lnTo>
                    <a:pt x="512429" y="81891"/>
                  </a:lnTo>
                  <a:lnTo>
                    <a:pt x="512110" y="81008"/>
                  </a:lnTo>
                  <a:lnTo>
                    <a:pt x="511676" y="80506"/>
                  </a:lnTo>
                  <a:lnTo>
                    <a:pt x="511136" y="80225"/>
                  </a:lnTo>
                  <a:lnTo>
                    <a:pt x="510269" y="82226"/>
                  </a:lnTo>
                  <a:lnTo>
                    <a:pt x="509272" y="82287"/>
                  </a:lnTo>
                  <a:lnTo>
                    <a:pt x="508351" y="81381"/>
                  </a:lnTo>
                  <a:lnTo>
                    <a:pt x="507948" y="79685"/>
                  </a:lnTo>
                  <a:lnTo>
                    <a:pt x="508077" y="78711"/>
                  </a:lnTo>
                  <a:lnTo>
                    <a:pt x="507089" y="78589"/>
                  </a:lnTo>
                  <a:lnTo>
                    <a:pt x="505536" y="79578"/>
                  </a:lnTo>
                  <a:lnTo>
                    <a:pt x="504486" y="81161"/>
                  </a:lnTo>
                  <a:lnTo>
                    <a:pt x="502150" y="82720"/>
                  </a:lnTo>
                  <a:lnTo>
                    <a:pt x="501869" y="85916"/>
                  </a:lnTo>
                  <a:lnTo>
                    <a:pt x="502219" y="88434"/>
                  </a:lnTo>
                  <a:lnTo>
                    <a:pt x="501458" y="89515"/>
                  </a:lnTo>
                  <a:lnTo>
                    <a:pt x="500248" y="90306"/>
                  </a:lnTo>
                  <a:lnTo>
                    <a:pt x="500842" y="90679"/>
                  </a:lnTo>
                  <a:lnTo>
                    <a:pt x="502911" y="90801"/>
                  </a:lnTo>
                  <a:lnTo>
                    <a:pt x="506952" y="91805"/>
                  </a:lnTo>
                  <a:lnTo>
                    <a:pt x="509371" y="91645"/>
                  </a:lnTo>
                  <a:lnTo>
                    <a:pt x="512171" y="92079"/>
                  </a:lnTo>
                  <a:lnTo>
                    <a:pt x="512962" y="91052"/>
                  </a:lnTo>
                  <a:lnTo>
                    <a:pt x="513381" y="89697"/>
                  </a:lnTo>
                  <a:lnTo>
                    <a:pt x="513023" y="89583"/>
                  </a:lnTo>
                  <a:lnTo>
                    <a:pt x="511996" y="89986"/>
                  </a:lnTo>
                  <a:close/>
                  <a:moveTo>
                    <a:pt x="818469" y="305301"/>
                  </a:moveTo>
                  <a:lnTo>
                    <a:pt x="818964" y="304989"/>
                  </a:lnTo>
                  <a:lnTo>
                    <a:pt x="819702" y="304015"/>
                  </a:lnTo>
                  <a:lnTo>
                    <a:pt x="819237" y="302813"/>
                  </a:lnTo>
                  <a:lnTo>
                    <a:pt x="818263" y="301109"/>
                  </a:lnTo>
                  <a:lnTo>
                    <a:pt x="818507" y="299602"/>
                  </a:lnTo>
                  <a:lnTo>
                    <a:pt x="817906" y="299222"/>
                  </a:lnTo>
                  <a:lnTo>
                    <a:pt x="817237" y="299290"/>
                  </a:lnTo>
                  <a:lnTo>
                    <a:pt x="816506" y="298705"/>
                  </a:lnTo>
                  <a:lnTo>
                    <a:pt x="814657" y="298004"/>
                  </a:lnTo>
                  <a:lnTo>
                    <a:pt x="814087" y="299618"/>
                  </a:lnTo>
                  <a:lnTo>
                    <a:pt x="817312" y="304495"/>
                  </a:lnTo>
                  <a:lnTo>
                    <a:pt x="818469" y="305301"/>
                  </a:lnTo>
                  <a:close/>
                  <a:moveTo>
                    <a:pt x="857204" y="352147"/>
                  </a:moveTo>
                  <a:lnTo>
                    <a:pt x="857744" y="351500"/>
                  </a:lnTo>
                  <a:lnTo>
                    <a:pt x="857881" y="349887"/>
                  </a:lnTo>
                  <a:lnTo>
                    <a:pt x="859114" y="345893"/>
                  </a:lnTo>
                  <a:lnTo>
                    <a:pt x="863573" y="335332"/>
                  </a:lnTo>
                  <a:lnTo>
                    <a:pt x="863763" y="333331"/>
                  </a:lnTo>
                  <a:lnTo>
                    <a:pt x="862454" y="331870"/>
                  </a:lnTo>
                  <a:lnTo>
                    <a:pt x="862112" y="327731"/>
                  </a:lnTo>
                  <a:lnTo>
                    <a:pt x="861579" y="327510"/>
                  </a:lnTo>
                  <a:lnTo>
                    <a:pt x="860856" y="327762"/>
                  </a:lnTo>
                  <a:lnTo>
                    <a:pt x="859951" y="328355"/>
                  </a:lnTo>
                  <a:lnTo>
                    <a:pt x="859159" y="329527"/>
                  </a:lnTo>
                  <a:lnTo>
                    <a:pt x="860072" y="329945"/>
                  </a:lnTo>
                  <a:lnTo>
                    <a:pt x="861259" y="332045"/>
                  </a:lnTo>
                  <a:lnTo>
                    <a:pt x="860948" y="333993"/>
                  </a:lnTo>
                  <a:lnTo>
                    <a:pt x="860133" y="335515"/>
                  </a:lnTo>
                  <a:lnTo>
                    <a:pt x="856908" y="338383"/>
                  </a:lnTo>
                  <a:lnTo>
                    <a:pt x="857387" y="340947"/>
                  </a:lnTo>
                  <a:lnTo>
                    <a:pt x="857189" y="342172"/>
                  </a:lnTo>
                  <a:lnTo>
                    <a:pt x="856078" y="344386"/>
                  </a:lnTo>
                  <a:lnTo>
                    <a:pt x="855599" y="346806"/>
                  </a:lnTo>
                  <a:lnTo>
                    <a:pt x="856245" y="350990"/>
                  </a:lnTo>
                  <a:lnTo>
                    <a:pt x="857204" y="352147"/>
                  </a:lnTo>
                  <a:close/>
                  <a:moveTo>
                    <a:pt x="865079" y="389010"/>
                  </a:moveTo>
                  <a:lnTo>
                    <a:pt x="865543" y="388653"/>
                  </a:lnTo>
                  <a:lnTo>
                    <a:pt x="865201" y="385914"/>
                  </a:lnTo>
                  <a:lnTo>
                    <a:pt x="866061" y="382011"/>
                  </a:lnTo>
                  <a:lnTo>
                    <a:pt x="865322" y="381820"/>
                  </a:lnTo>
                  <a:lnTo>
                    <a:pt x="864204" y="382285"/>
                  </a:lnTo>
                  <a:lnTo>
                    <a:pt x="863885" y="384415"/>
                  </a:lnTo>
                  <a:lnTo>
                    <a:pt x="864128" y="386720"/>
                  </a:lnTo>
                  <a:lnTo>
                    <a:pt x="865079" y="389010"/>
                  </a:lnTo>
                  <a:close/>
                  <a:moveTo>
                    <a:pt x="864653" y="393195"/>
                  </a:moveTo>
                  <a:lnTo>
                    <a:pt x="864546" y="397015"/>
                  </a:lnTo>
                  <a:lnTo>
                    <a:pt x="865201" y="398004"/>
                  </a:lnTo>
                  <a:lnTo>
                    <a:pt x="865756" y="398133"/>
                  </a:lnTo>
                  <a:lnTo>
                    <a:pt x="867597" y="391537"/>
                  </a:lnTo>
                  <a:lnTo>
                    <a:pt x="867232" y="391202"/>
                  </a:lnTo>
                  <a:lnTo>
                    <a:pt x="865391" y="390791"/>
                  </a:lnTo>
                  <a:lnTo>
                    <a:pt x="864653" y="393195"/>
                  </a:lnTo>
                  <a:close/>
                  <a:moveTo>
                    <a:pt x="803069" y="271770"/>
                  </a:moveTo>
                  <a:lnTo>
                    <a:pt x="803754" y="271412"/>
                  </a:lnTo>
                  <a:lnTo>
                    <a:pt x="803176" y="269609"/>
                  </a:lnTo>
                  <a:lnTo>
                    <a:pt x="802461" y="269206"/>
                  </a:lnTo>
                  <a:lnTo>
                    <a:pt x="802384" y="270515"/>
                  </a:lnTo>
                  <a:lnTo>
                    <a:pt x="801905" y="271435"/>
                  </a:lnTo>
                  <a:lnTo>
                    <a:pt x="802453" y="271823"/>
                  </a:lnTo>
                  <a:lnTo>
                    <a:pt x="803069" y="271770"/>
                  </a:lnTo>
                  <a:close/>
                  <a:moveTo>
                    <a:pt x="790508" y="268803"/>
                  </a:moveTo>
                  <a:lnTo>
                    <a:pt x="790500" y="267799"/>
                  </a:lnTo>
                  <a:lnTo>
                    <a:pt x="790165" y="265493"/>
                  </a:lnTo>
                  <a:lnTo>
                    <a:pt x="789374" y="266072"/>
                  </a:lnTo>
                  <a:lnTo>
                    <a:pt x="789245" y="267821"/>
                  </a:lnTo>
                  <a:lnTo>
                    <a:pt x="789754" y="269495"/>
                  </a:lnTo>
                  <a:lnTo>
                    <a:pt x="790508" y="268803"/>
                  </a:lnTo>
                  <a:close/>
                  <a:moveTo>
                    <a:pt x="709096" y="180528"/>
                  </a:moveTo>
                  <a:lnTo>
                    <a:pt x="710701" y="182103"/>
                  </a:lnTo>
                  <a:lnTo>
                    <a:pt x="711652" y="184066"/>
                  </a:lnTo>
                  <a:lnTo>
                    <a:pt x="712999" y="184827"/>
                  </a:lnTo>
                  <a:lnTo>
                    <a:pt x="713600" y="184021"/>
                  </a:lnTo>
                  <a:lnTo>
                    <a:pt x="713920" y="182933"/>
                  </a:lnTo>
                  <a:lnTo>
                    <a:pt x="712999" y="181281"/>
                  </a:lnTo>
                  <a:lnTo>
                    <a:pt x="712557" y="179159"/>
                  </a:lnTo>
                  <a:lnTo>
                    <a:pt x="711934" y="179037"/>
                  </a:lnTo>
                  <a:lnTo>
                    <a:pt x="711546" y="179379"/>
                  </a:lnTo>
                  <a:lnTo>
                    <a:pt x="710602" y="179691"/>
                  </a:lnTo>
                  <a:lnTo>
                    <a:pt x="708723" y="179615"/>
                  </a:lnTo>
                  <a:lnTo>
                    <a:pt x="709096" y="180528"/>
                  </a:lnTo>
                  <a:close/>
                  <a:moveTo>
                    <a:pt x="627174" y="4367"/>
                  </a:moveTo>
                  <a:lnTo>
                    <a:pt x="628445" y="3028"/>
                  </a:lnTo>
                  <a:lnTo>
                    <a:pt x="627593" y="1910"/>
                  </a:lnTo>
                  <a:lnTo>
                    <a:pt x="625881" y="2108"/>
                  </a:lnTo>
                  <a:lnTo>
                    <a:pt x="625379" y="3180"/>
                  </a:lnTo>
                  <a:lnTo>
                    <a:pt x="625828" y="3964"/>
                  </a:lnTo>
                  <a:lnTo>
                    <a:pt x="627174" y="4367"/>
                  </a:lnTo>
                  <a:close/>
                  <a:moveTo>
                    <a:pt x="769310" y="222284"/>
                  </a:moveTo>
                  <a:lnTo>
                    <a:pt x="769751" y="221942"/>
                  </a:lnTo>
                  <a:lnTo>
                    <a:pt x="770003" y="219895"/>
                  </a:lnTo>
                  <a:lnTo>
                    <a:pt x="769219" y="220450"/>
                  </a:lnTo>
                  <a:lnTo>
                    <a:pt x="768686" y="221196"/>
                  </a:lnTo>
                  <a:lnTo>
                    <a:pt x="768268" y="222139"/>
                  </a:lnTo>
                  <a:lnTo>
                    <a:pt x="768830" y="222383"/>
                  </a:lnTo>
                  <a:lnTo>
                    <a:pt x="769310" y="222284"/>
                  </a:lnTo>
                  <a:close/>
                  <a:moveTo>
                    <a:pt x="770413" y="225716"/>
                  </a:moveTo>
                  <a:lnTo>
                    <a:pt x="771105" y="225731"/>
                  </a:lnTo>
                  <a:lnTo>
                    <a:pt x="771615" y="225480"/>
                  </a:lnTo>
                  <a:lnTo>
                    <a:pt x="771646" y="225160"/>
                  </a:lnTo>
                  <a:lnTo>
                    <a:pt x="770779" y="223890"/>
                  </a:lnTo>
                  <a:lnTo>
                    <a:pt x="770276" y="222353"/>
                  </a:lnTo>
                  <a:lnTo>
                    <a:pt x="769378" y="225297"/>
                  </a:lnTo>
                  <a:lnTo>
                    <a:pt x="770413" y="225716"/>
                  </a:lnTo>
                  <a:close/>
                  <a:moveTo>
                    <a:pt x="566953" y="152833"/>
                  </a:moveTo>
                  <a:lnTo>
                    <a:pt x="565865" y="153754"/>
                  </a:lnTo>
                  <a:lnTo>
                    <a:pt x="566146" y="154667"/>
                  </a:lnTo>
                  <a:lnTo>
                    <a:pt x="566945" y="154286"/>
                  </a:lnTo>
                  <a:lnTo>
                    <a:pt x="569327" y="153838"/>
                  </a:lnTo>
                  <a:lnTo>
                    <a:pt x="569098" y="152673"/>
                  </a:lnTo>
                  <a:lnTo>
                    <a:pt x="567668" y="151532"/>
                  </a:lnTo>
                  <a:lnTo>
                    <a:pt x="566953" y="152833"/>
                  </a:lnTo>
                  <a:close/>
                  <a:moveTo>
                    <a:pt x="695659" y="668663"/>
                  </a:moveTo>
                  <a:lnTo>
                    <a:pt x="694373" y="667560"/>
                  </a:lnTo>
                  <a:lnTo>
                    <a:pt x="691573" y="667689"/>
                  </a:lnTo>
                  <a:lnTo>
                    <a:pt x="691375" y="668290"/>
                  </a:lnTo>
                  <a:lnTo>
                    <a:pt x="691254" y="669637"/>
                  </a:lnTo>
                  <a:lnTo>
                    <a:pt x="692441" y="670459"/>
                  </a:lnTo>
                  <a:lnTo>
                    <a:pt x="695659" y="668663"/>
                  </a:lnTo>
                  <a:close/>
                  <a:moveTo>
                    <a:pt x="755683" y="713409"/>
                  </a:moveTo>
                  <a:lnTo>
                    <a:pt x="755097" y="712884"/>
                  </a:lnTo>
                  <a:lnTo>
                    <a:pt x="753134" y="712101"/>
                  </a:lnTo>
                  <a:lnTo>
                    <a:pt x="749338" y="707086"/>
                  </a:lnTo>
                  <a:lnTo>
                    <a:pt x="747907" y="706211"/>
                  </a:lnTo>
                  <a:lnTo>
                    <a:pt x="745898" y="709133"/>
                  </a:lnTo>
                  <a:lnTo>
                    <a:pt x="744362" y="710206"/>
                  </a:lnTo>
                  <a:lnTo>
                    <a:pt x="745328" y="711317"/>
                  </a:lnTo>
                  <a:lnTo>
                    <a:pt x="746697" y="711180"/>
                  </a:lnTo>
                  <a:lnTo>
                    <a:pt x="747329" y="713006"/>
                  </a:lnTo>
                  <a:lnTo>
                    <a:pt x="747002" y="714200"/>
                  </a:lnTo>
                  <a:lnTo>
                    <a:pt x="749862" y="718575"/>
                  </a:lnTo>
                  <a:lnTo>
                    <a:pt x="750342" y="719709"/>
                  </a:lnTo>
                  <a:lnTo>
                    <a:pt x="750912" y="720493"/>
                  </a:lnTo>
                  <a:lnTo>
                    <a:pt x="751597" y="721086"/>
                  </a:lnTo>
                  <a:lnTo>
                    <a:pt x="753834" y="720295"/>
                  </a:lnTo>
                  <a:lnTo>
                    <a:pt x="755736" y="718590"/>
                  </a:lnTo>
                  <a:lnTo>
                    <a:pt x="756033" y="718621"/>
                  </a:lnTo>
                  <a:lnTo>
                    <a:pt x="756238" y="717814"/>
                  </a:lnTo>
                  <a:lnTo>
                    <a:pt x="754694" y="716559"/>
                  </a:lnTo>
                  <a:lnTo>
                    <a:pt x="755523" y="715608"/>
                  </a:lnTo>
                  <a:lnTo>
                    <a:pt x="755683" y="713409"/>
                  </a:lnTo>
                  <a:close/>
                  <a:moveTo>
                    <a:pt x="754390" y="728162"/>
                  </a:moveTo>
                  <a:lnTo>
                    <a:pt x="753994" y="727881"/>
                  </a:lnTo>
                  <a:lnTo>
                    <a:pt x="753454" y="727827"/>
                  </a:lnTo>
                  <a:lnTo>
                    <a:pt x="751833" y="728337"/>
                  </a:lnTo>
                  <a:lnTo>
                    <a:pt x="752039" y="728969"/>
                  </a:lnTo>
                  <a:lnTo>
                    <a:pt x="753340" y="730331"/>
                  </a:lnTo>
                  <a:lnTo>
                    <a:pt x="754390" y="728162"/>
                  </a:lnTo>
                  <a:close/>
                  <a:moveTo>
                    <a:pt x="688013" y="673357"/>
                  </a:moveTo>
                  <a:lnTo>
                    <a:pt x="691048" y="673144"/>
                  </a:lnTo>
                  <a:lnTo>
                    <a:pt x="692844" y="674156"/>
                  </a:lnTo>
                  <a:lnTo>
                    <a:pt x="692715" y="673647"/>
                  </a:lnTo>
                  <a:lnTo>
                    <a:pt x="691969" y="672361"/>
                  </a:lnTo>
                  <a:lnTo>
                    <a:pt x="691406" y="671859"/>
                  </a:lnTo>
                  <a:lnTo>
                    <a:pt x="689915" y="671493"/>
                  </a:lnTo>
                  <a:lnTo>
                    <a:pt x="688013" y="673357"/>
                  </a:lnTo>
                  <a:close/>
                  <a:moveTo>
                    <a:pt x="680663" y="727926"/>
                  </a:moveTo>
                  <a:lnTo>
                    <a:pt x="680800" y="726070"/>
                  </a:lnTo>
                  <a:lnTo>
                    <a:pt x="680640" y="725918"/>
                  </a:lnTo>
                  <a:lnTo>
                    <a:pt x="679955" y="726907"/>
                  </a:lnTo>
                  <a:lnTo>
                    <a:pt x="679080" y="727325"/>
                  </a:lnTo>
                  <a:lnTo>
                    <a:pt x="679879" y="730239"/>
                  </a:lnTo>
                  <a:lnTo>
                    <a:pt x="680663" y="727926"/>
                  </a:lnTo>
                  <a:close/>
                  <a:moveTo>
                    <a:pt x="496497" y="79913"/>
                  </a:moveTo>
                  <a:lnTo>
                    <a:pt x="495957" y="80270"/>
                  </a:lnTo>
                  <a:lnTo>
                    <a:pt x="495698" y="80871"/>
                  </a:lnTo>
                  <a:lnTo>
                    <a:pt x="495713" y="81663"/>
                  </a:lnTo>
                  <a:lnTo>
                    <a:pt x="497654" y="82081"/>
                  </a:lnTo>
                  <a:lnTo>
                    <a:pt x="498156" y="81838"/>
                  </a:lnTo>
                  <a:lnTo>
                    <a:pt x="498962" y="81107"/>
                  </a:lnTo>
                  <a:lnTo>
                    <a:pt x="498582" y="79259"/>
                  </a:lnTo>
                  <a:lnTo>
                    <a:pt x="497684" y="78345"/>
                  </a:lnTo>
                  <a:lnTo>
                    <a:pt x="496497" y="79913"/>
                  </a:lnTo>
                  <a:close/>
                  <a:moveTo>
                    <a:pt x="982015" y="1172882"/>
                  </a:moveTo>
                  <a:lnTo>
                    <a:pt x="980714" y="1180163"/>
                  </a:lnTo>
                  <a:lnTo>
                    <a:pt x="980912" y="1181838"/>
                  </a:lnTo>
                  <a:lnTo>
                    <a:pt x="981627" y="1180385"/>
                  </a:lnTo>
                  <a:lnTo>
                    <a:pt x="983057" y="1175423"/>
                  </a:lnTo>
                  <a:lnTo>
                    <a:pt x="983339" y="1171657"/>
                  </a:lnTo>
                  <a:lnTo>
                    <a:pt x="982015" y="1172882"/>
                  </a:lnTo>
                  <a:close/>
                  <a:moveTo>
                    <a:pt x="756299" y="722341"/>
                  </a:moveTo>
                  <a:lnTo>
                    <a:pt x="753560" y="723764"/>
                  </a:lnTo>
                  <a:lnTo>
                    <a:pt x="750585" y="723741"/>
                  </a:lnTo>
                  <a:lnTo>
                    <a:pt x="749550" y="724403"/>
                  </a:lnTo>
                  <a:lnTo>
                    <a:pt x="749756" y="725057"/>
                  </a:lnTo>
                  <a:lnTo>
                    <a:pt x="751514" y="726381"/>
                  </a:lnTo>
                  <a:lnTo>
                    <a:pt x="753895" y="726549"/>
                  </a:lnTo>
                  <a:lnTo>
                    <a:pt x="756147" y="725910"/>
                  </a:lnTo>
                  <a:lnTo>
                    <a:pt x="756862" y="727660"/>
                  </a:lnTo>
                  <a:lnTo>
                    <a:pt x="757958" y="727363"/>
                  </a:lnTo>
                  <a:lnTo>
                    <a:pt x="759457" y="725849"/>
                  </a:lnTo>
                  <a:lnTo>
                    <a:pt x="758316" y="724023"/>
                  </a:lnTo>
                  <a:lnTo>
                    <a:pt x="756299" y="722341"/>
                  </a:lnTo>
                  <a:close/>
                  <a:moveTo>
                    <a:pt x="756611" y="773364"/>
                  </a:moveTo>
                  <a:lnTo>
                    <a:pt x="756337" y="772291"/>
                  </a:lnTo>
                  <a:lnTo>
                    <a:pt x="755775" y="771326"/>
                  </a:lnTo>
                  <a:lnTo>
                    <a:pt x="755775" y="770298"/>
                  </a:lnTo>
                  <a:lnTo>
                    <a:pt x="756071" y="768107"/>
                  </a:lnTo>
                  <a:lnTo>
                    <a:pt x="755478" y="764911"/>
                  </a:lnTo>
                  <a:lnTo>
                    <a:pt x="755668" y="760080"/>
                  </a:lnTo>
                  <a:lnTo>
                    <a:pt x="755462" y="757485"/>
                  </a:lnTo>
                  <a:lnTo>
                    <a:pt x="755523" y="754929"/>
                  </a:lnTo>
                  <a:lnTo>
                    <a:pt x="756003" y="751657"/>
                  </a:lnTo>
                  <a:lnTo>
                    <a:pt x="755873" y="748355"/>
                  </a:lnTo>
                  <a:lnTo>
                    <a:pt x="755561" y="746704"/>
                  </a:lnTo>
                  <a:lnTo>
                    <a:pt x="755424" y="745030"/>
                  </a:lnTo>
                  <a:lnTo>
                    <a:pt x="755584" y="740283"/>
                  </a:lnTo>
                  <a:lnTo>
                    <a:pt x="753925" y="737688"/>
                  </a:lnTo>
                  <a:lnTo>
                    <a:pt x="750030" y="735611"/>
                  </a:lnTo>
                  <a:lnTo>
                    <a:pt x="748653" y="735573"/>
                  </a:lnTo>
                  <a:lnTo>
                    <a:pt x="746606" y="738190"/>
                  </a:lnTo>
                  <a:lnTo>
                    <a:pt x="745427" y="738167"/>
                  </a:lnTo>
                  <a:lnTo>
                    <a:pt x="741242" y="737407"/>
                  </a:lnTo>
                  <a:lnTo>
                    <a:pt x="740336" y="738274"/>
                  </a:lnTo>
                  <a:lnTo>
                    <a:pt x="738655" y="740769"/>
                  </a:lnTo>
                  <a:lnTo>
                    <a:pt x="737674" y="741827"/>
                  </a:lnTo>
                  <a:lnTo>
                    <a:pt x="736243" y="741371"/>
                  </a:lnTo>
                  <a:lnTo>
                    <a:pt x="734805" y="740556"/>
                  </a:lnTo>
                  <a:lnTo>
                    <a:pt x="733702" y="740648"/>
                  </a:lnTo>
                  <a:lnTo>
                    <a:pt x="732629" y="741317"/>
                  </a:lnTo>
                  <a:lnTo>
                    <a:pt x="730217" y="741621"/>
                  </a:lnTo>
                  <a:lnTo>
                    <a:pt x="727744" y="741568"/>
                  </a:lnTo>
                  <a:lnTo>
                    <a:pt x="726245" y="742284"/>
                  </a:lnTo>
                  <a:lnTo>
                    <a:pt x="724899" y="743425"/>
                  </a:lnTo>
                  <a:lnTo>
                    <a:pt x="724457" y="744863"/>
                  </a:lnTo>
                  <a:lnTo>
                    <a:pt x="724716" y="746522"/>
                  </a:lnTo>
                  <a:lnTo>
                    <a:pt x="723385" y="744984"/>
                  </a:lnTo>
                  <a:lnTo>
                    <a:pt x="722053" y="743980"/>
                  </a:lnTo>
                  <a:lnTo>
                    <a:pt x="720493" y="745061"/>
                  </a:lnTo>
                  <a:lnTo>
                    <a:pt x="718865" y="745799"/>
                  </a:lnTo>
                  <a:lnTo>
                    <a:pt x="713379" y="746392"/>
                  </a:lnTo>
                  <a:lnTo>
                    <a:pt x="708974" y="745114"/>
                  </a:lnTo>
                  <a:lnTo>
                    <a:pt x="702788" y="742473"/>
                  </a:lnTo>
                  <a:lnTo>
                    <a:pt x="701807" y="741697"/>
                  </a:lnTo>
                  <a:lnTo>
                    <a:pt x="700917" y="740708"/>
                  </a:lnTo>
                  <a:lnTo>
                    <a:pt x="699897" y="740062"/>
                  </a:lnTo>
                  <a:lnTo>
                    <a:pt x="697554" y="739080"/>
                  </a:lnTo>
                  <a:lnTo>
                    <a:pt x="696641" y="737954"/>
                  </a:lnTo>
                  <a:lnTo>
                    <a:pt x="695606" y="737635"/>
                  </a:lnTo>
                  <a:lnTo>
                    <a:pt x="694419" y="737794"/>
                  </a:lnTo>
                  <a:lnTo>
                    <a:pt x="692707" y="736897"/>
                  </a:lnTo>
                  <a:lnTo>
                    <a:pt x="691284" y="735314"/>
                  </a:lnTo>
                  <a:lnTo>
                    <a:pt x="690029" y="735177"/>
                  </a:lnTo>
                  <a:lnTo>
                    <a:pt x="688629" y="735892"/>
                  </a:lnTo>
                  <a:lnTo>
                    <a:pt x="686156" y="735786"/>
                  </a:lnTo>
                  <a:lnTo>
                    <a:pt x="681363" y="733960"/>
                  </a:lnTo>
                  <a:lnTo>
                    <a:pt x="679232" y="732575"/>
                  </a:lnTo>
                  <a:lnTo>
                    <a:pt x="679042" y="735679"/>
                  </a:lnTo>
                  <a:lnTo>
                    <a:pt x="677680" y="741249"/>
                  </a:lnTo>
                  <a:lnTo>
                    <a:pt x="678030" y="744011"/>
                  </a:lnTo>
                  <a:lnTo>
                    <a:pt x="678791" y="747168"/>
                  </a:lnTo>
                  <a:lnTo>
                    <a:pt x="680214" y="751437"/>
                  </a:lnTo>
                  <a:lnTo>
                    <a:pt x="680252" y="752814"/>
                  </a:lnTo>
                  <a:lnTo>
                    <a:pt x="680510" y="753628"/>
                  </a:lnTo>
                  <a:lnTo>
                    <a:pt x="683447" y="760026"/>
                  </a:lnTo>
                  <a:lnTo>
                    <a:pt x="686437" y="765238"/>
                  </a:lnTo>
                  <a:lnTo>
                    <a:pt x="690341" y="770755"/>
                  </a:lnTo>
                  <a:lnTo>
                    <a:pt x="690790" y="773265"/>
                  </a:lnTo>
                  <a:lnTo>
                    <a:pt x="690280" y="775837"/>
                  </a:lnTo>
                  <a:lnTo>
                    <a:pt x="691550" y="775670"/>
                  </a:lnTo>
                  <a:lnTo>
                    <a:pt x="692334" y="774407"/>
                  </a:lnTo>
                  <a:lnTo>
                    <a:pt x="692517" y="775662"/>
                  </a:lnTo>
                  <a:lnTo>
                    <a:pt x="692958" y="776720"/>
                  </a:lnTo>
                  <a:lnTo>
                    <a:pt x="696290" y="780372"/>
                  </a:lnTo>
                  <a:lnTo>
                    <a:pt x="696519" y="781338"/>
                  </a:lnTo>
                  <a:lnTo>
                    <a:pt x="695256" y="784359"/>
                  </a:lnTo>
                  <a:lnTo>
                    <a:pt x="694541" y="781863"/>
                  </a:lnTo>
                  <a:lnTo>
                    <a:pt x="693217" y="779908"/>
                  </a:lnTo>
                  <a:lnTo>
                    <a:pt x="689504" y="776811"/>
                  </a:lnTo>
                  <a:lnTo>
                    <a:pt x="690318" y="783278"/>
                  </a:lnTo>
                  <a:lnTo>
                    <a:pt x="690980" y="785842"/>
                  </a:lnTo>
                  <a:lnTo>
                    <a:pt x="695667" y="796913"/>
                  </a:lnTo>
                  <a:lnTo>
                    <a:pt x="696306" y="797628"/>
                  </a:lnTo>
                  <a:lnTo>
                    <a:pt x="697371" y="798115"/>
                  </a:lnTo>
                  <a:lnTo>
                    <a:pt x="698277" y="798998"/>
                  </a:lnTo>
                  <a:lnTo>
                    <a:pt x="699806" y="801257"/>
                  </a:lnTo>
                  <a:lnTo>
                    <a:pt x="702392" y="806158"/>
                  </a:lnTo>
                  <a:lnTo>
                    <a:pt x="703899" y="807573"/>
                  </a:lnTo>
                  <a:lnTo>
                    <a:pt x="706075" y="807123"/>
                  </a:lnTo>
                  <a:lnTo>
                    <a:pt x="709278" y="808121"/>
                  </a:lnTo>
                  <a:lnTo>
                    <a:pt x="710374" y="807847"/>
                  </a:lnTo>
                  <a:lnTo>
                    <a:pt x="711051" y="808265"/>
                  </a:lnTo>
                  <a:lnTo>
                    <a:pt x="711447" y="809406"/>
                  </a:lnTo>
                  <a:lnTo>
                    <a:pt x="708936" y="809383"/>
                  </a:lnTo>
                  <a:lnTo>
                    <a:pt x="706493" y="810015"/>
                  </a:lnTo>
                  <a:lnTo>
                    <a:pt x="706227" y="810966"/>
                  </a:lnTo>
                  <a:lnTo>
                    <a:pt x="706897" y="812039"/>
                  </a:lnTo>
                  <a:lnTo>
                    <a:pt x="707536" y="815044"/>
                  </a:lnTo>
                  <a:lnTo>
                    <a:pt x="710602" y="814032"/>
                  </a:lnTo>
                  <a:lnTo>
                    <a:pt x="715441" y="814230"/>
                  </a:lnTo>
                  <a:lnTo>
                    <a:pt x="718333" y="813911"/>
                  </a:lnTo>
                  <a:lnTo>
                    <a:pt x="721551" y="816642"/>
                  </a:lnTo>
                  <a:lnTo>
                    <a:pt x="724435" y="817152"/>
                  </a:lnTo>
                  <a:lnTo>
                    <a:pt x="725279" y="816954"/>
                  </a:lnTo>
                  <a:lnTo>
                    <a:pt x="727007" y="813720"/>
                  </a:lnTo>
                  <a:lnTo>
                    <a:pt x="728079" y="809832"/>
                  </a:lnTo>
                  <a:lnTo>
                    <a:pt x="728741" y="808349"/>
                  </a:lnTo>
                  <a:lnTo>
                    <a:pt x="729631" y="807085"/>
                  </a:lnTo>
                  <a:lnTo>
                    <a:pt x="727714" y="805419"/>
                  </a:lnTo>
                  <a:lnTo>
                    <a:pt x="727653" y="804575"/>
                  </a:lnTo>
                  <a:lnTo>
                    <a:pt x="727904" y="803601"/>
                  </a:lnTo>
                  <a:lnTo>
                    <a:pt x="731663" y="806507"/>
                  </a:lnTo>
                  <a:lnTo>
                    <a:pt x="733200" y="805336"/>
                  </a:lnTo>
                  <a:lnTo>
                    <a:pt x="733519" y="802726"/>
                  </a:lnTo>
                  <a:lnTo>
                    <a:pt x="733519" y="801113"/>
                  </a:lnTo>
                  <a:lnTo>
                    <a:pt x="733968" y="799964"/>
                  </a:lnTo>
                  <a:lnTo>
                    <a:pt x="734912" y="799431"/>
                  </a:lnTo>
                  <a:lnTo>
                    <a:pt x="735292" y="798001"/>
                  </a:lnTo>
                  <a:lnTo>
                    <a:pt x="735399" y="796898"/>
                  </a:lnTo>
                  <a:lnTo>
                    <a:pt x="734425" y="794402"/>
                  </a:lnTo>
                  <a:lnTo>
                    <a:pt x="734333" y="792964"/>
                  </a:lnTo>
                  <a:lnTo>
                    <a:pt x="736692" y="795954"/>
                  </a:lnTo>
                  <a:lnTo>
                    <a:pt x="737635" y="800009"/>
                  </a:lnTo>
                  <a:lnTo>
                    <a:pt x="739439" y="798937"/>
                  </a:lnTo>
                  <a:lnTo>
                    <a:pt x="739697" y="798298"/>
                  </a:lnTo>
                  <a:lnTo>
                    <a:pt x="739416" y="795490"/>
                  </a:lnTo>
                  <a:lnTo>
                    <a:pt x="740223" y="794554"/>
                  </a:lnTo>
                  <a:lnTo>
                    <a:pt x="742779" y="795315"/>
                  </a:lnTo>
                  <a:lnTo>
                    <a:pt x="745054" y="796943"/>
                  </a:lnTo>
                  <a:lnTo>
                    <a:pt x="745214" y="797697"/>
                  </a:lnTo>
                  <a:lnTo>
                    <a:pt x="745062" y="798458"/>
                  </a:lnTo>
                  <a:lnTo>
                    <a:pt x="744498" y="799127"/>
                  </a:lnTo>
                  <a:lnTo>
                    <a:pt x="742650" y="798442"/>
                  </a:lnTo>
                  <a:lnTo>
                    <a:pt x="741805" y="799629"/>
                  </a:lnTo>
                  <a:lnTo>
                    <a:pt x="742901" y="802597"/>
                  </a:lnTo>
                  <a:lnTo>
                    <a:pt x="744757" y="805442"/>
                  </a:lnTo>
                  <a:lnTo>
                    <a:pt x="745876" y="804712"/>
                  </a:lnTo>
                  <a:lnTo>
                    <a:pt x="748158" y="804324"/>
                  </a:lnTo>
                  <a:lnTo>
                    <a:pt x="748919" y="803601"/>
                  </a:lnTo>
                  <a:lnTo>
                    <a:pt x="748432" y="797879"/>
                  </a:lnTo>
                  <a:lnTo>
                    <a:pt x="747519" y="793695"/>
                  </a:lnTo>
                  <a:lnTo>
                    <a:pt x="747458" y="789122"/>
                  </a:lnTo>
                  <a:lnTo>
                    <a:pt x="747717" y="786634"/>
                  </a:lnTo>
                  <a:lnTo>
                    <a:pt x="748767" y="784716"/>
                  </a:lnTo>
                  <a:lnTo>
                    <a:pt x="749535" y="782692"/>
                  </a:lnTo>
                  <a:lnTo>
                    <a:pt x="749437" y="780083"/>
                  </a:lnTo>
                  <a:lnTo>
                    <a:pt x="749817" y="777618"/>
                  </a:lnTo>
                  <a:lnTo>
                    <a:pt x="750753" y="775061"/>
                  </a:lnTo>
                  <a:lnTo>
                    <a:pt x="752061" y="773152"/>
                  </a:lnTo>
                  <a:lnTo>
                    <a:pt x="752670" y="772710"/>
                  </a:lnTo>
                  <a:lnTo>
                    <a:pt x="752351" y="772178"/>
                  </a:lnTo>
                  <a:lnTo>
                    <a:pt x="752906" y="770526"/>
                  </a:lnTo>
                  <a:lnTo>
                    <a:pt x="753895" y="769317"/>
                  </a:lnTo>
                  <a:lnTo>
                    <a:pt x="754496" y="770800"/>
                  </a:lnTo>
                  <a:lnTo>
                    <a:pt x="753705" y="771378"/>
                  </a:lnTo>
                  <a:lnTo>
                    <a:pt x="753241" y="772025"/>
                  </a:lnTo>
                  <a:lnTo>
                    <a:pt x="754793" y="773113"/>
                  </a:lnTo>
                  <a:lnTo>
                    <a:pt x="755257" y="774080"/>
                  </a:lnTo>
                  <a:lnTo>
                    <a:pt x="755417" y="775145"/>
                  </a:lnTo>
                  <a:lnTo>
                    <a:pt x="755257" y="776469"/>
                  </a:lnTo>
                  <a:lnTo>
                    <a:pt x="755539" y="777488"/>
                  </a:lnTo>
                  <a:lnTo>
                    <a:pt x="756414" y="777678"/>
                  </a:lnTo>
                  <a:lnTo>
                    <a:pt x="756657" y="776347"/>
                  </a:lnTo>
                  <a:lnTo>
                    <a:pt x="756406" y="774734"/>
                  </a:lnTo>
                  <a:lnTo>
                    <a:pt x="756611" y="773364"/>
                  </a:lnTo>
                  <a:close/>
                  <a:moveTo>
                    <a:pt x="868389" y="410847"/>
                  </a:moveTo>
                  <a:lnTo>
                    <a:pt x="865809" y="406221"/>
                  </a:lnTo>
                  <a:lnTo>
                    <a:pt x="865239" y="402592"/>
                  </a:lnTo>
                  <a:lnTo>
                    <a:pt x="864333" y="399487"/>
                  </a:lnTo>
                  <a:lnTo>
                    <a:pt x="860324" y="390768"/>
                  </a:lnTo>
                  <a:lnTo>
                    <a:pt x="858589" y="385739"/>
                  </a:lnTo>
                  <a:lnTo>
                    <a:pt x="859555" y="380687"/>
                  </a:lnTo>
                  <a:lnTo>
                    <a:pt x="857889" y="364549"/>
                  </a:lnTo>
                  <a:lnTo>
                    <a:pt x="859616" y="356514"/>
                  </a:lnTo>
                  <a:lnTo>
                    <a:pt x="858779" y="355533"/>
                  </a:lnTo>
                  <a:lnTo>
                    <a:pt x="856702" y="354293"/>
                  </a:lnTo>
                  <a:lnTo>
                    <a:pt x="855781" y="353022"/>
                  </a:lnTo>
                  <a:lnTo>
                    <a:pt x="854404" y="350009"/>
                  </a:lnTo>
                  <a:lnTo>
                    <a:pt x="854252" y="343975"/>
                  </a:lnTo>
                  <a:lnTo>
                    <a:pt x="851589" y="340262"/>
                  </a:lnTo>
                  <a:lnTo>
                    <a:pt x="848713" y="338566"/>
                  </a:lnTo>
                  <a:lnTo>
                    <a:pt x="846765" y="335522"/>
                  </a:lnTo>
                  <a:lnTo>
                    <a:pt x="845457" y="332989"/>
                  </a:lnTo>
                  <a:lnTo>
                    <a:pt x="845274" y="331581"/>
                  </a:lnTo>
                  <a:lnTo>
                    <a:pt x="844483" y="329200"/>
                  </a:lnTo>
                  <a:lnTo>
                    <a:pt x="842276" y="327564"/>
                  </a:lnTo>
                  <a:lnTo>
                    <a:pt x="840762" y="326788"/>
                  </a:lnTo>
                  <a:lnTo>
                    <a:pt x="837513" y="324406"/>
                  </a:lnTo>
                  <a:lnTo>
                    <a:pt x="835923" y="322002"/>
                  </a:lnTo>
                  <a:lnTo>
                    <a:pt x="832659" y="315162"/>
                  </a:lnTo>
                  <a:lnTo>
                    <a:pt x="831145" y="313343"/>
                  </a:lnTo>
                  <a:lnTo>
                    <a:pt x="828132" y="311380"/>
                  </a:lnTo>
                  <a:lnTo>
                    <a:pt x="825667" y="311266"/>
                  </a:lnTo>
                  <a:lnTo>
                    <a:pt x="824077" y="310779"/>
                  </a:lnTo>
                  <a:lnTo>
                    <a:pt x="818431" y="306427"/>
                  </a:lnTo>
                  <a:lnTo>
                    <a:pt x="816673" y="305476"/>
                  </a:lnTo>
                  <a:lnTo>
                    <a:pt x="815258" y="303437"/>
                  </a:lnTo>
                  <a:lnTo>
                    <a:pt x="813143" y="301246"/>
                  </a:lnTo>
                  <a:lnTo>
                    <a:pt x="811918" y="299633"/>
                  </a:lnTo>
                  <a:lnTo>
                    <a:pt x="810039" y="297921"/>
                  </a:lnTo>
                  <a:lnTo>
                    <a:pt x="808753" y="291416"/>
                  </a:lnTo>
                  <a:lnTo>
                    <a:pt x="808753" y="285100"/>
                  </a:lnTo>
                  <a:lnTo>
                    <a:pt x="808342" y="277575"/>
                  </a:lnTo>
                  <a:lnTo>
                    <a:pt x="806387" y="273946"/>
                  </a:lnTo>
                  <a:lnTo>
                    <a:pt x="805329" y="272775"/>
                  </a:lnTo>
                  <a:lnTo>
                    <a:pt x="804172" y="273163"/>
                  </a:lnTo>
                  <a:lnTo>
                    <a:pt x="804081" y="275506"/>
                  </a:lnTo>
                  <a:lnTo>
                    <a:pt x="804401" y="277104"/>
                  </a:lnTo>
                  <a:lnTo>
                    <a:pt x="803587" y="277180"/>
                  </a:lnTo>
                  <a:lnTo>
                    <a:pt x="800680" y="275110"/>
                  </a:lnTo>
                  <a:lnTo>
                    <a:pt x="797043" y="272904"/>
                  </a:lnTo>
                  <a:lnTo>
                    <a:pt x="795080" y="270439"/>
                  </a:lnTo>
                  <a:lnTo>
                    <a:pt x="793650" y="268126"/>
                  </a:lnTo>
                  <a:lnTo>
                    <a:pt x="792463" y="268217"/>
                  </a:lnTo>
                  <a:lnTo>
                    <a:pt x="791626" y="268582"/>
                  </a:lnTo>
                  <a:lnTo>
                    <a:pt x="790789" y="271428"/>
                  </a:lnTo>
                  <a:lnTo>
                    <a:pt x="792151" y="276335"/>
                  </a:lnTo>
                  <a:lnTo>
                    <a:pt x="791482" y="277005"/>
                  </a:lnTo>
                  <a:lnTo>
                    <a:pt x="790333" y="275871"/>
                  </a:lnTo>
                  <a:lnTo>
                    <a:pt x="788240" y="273307"/>
                  </a:lnTo>
                  <a:lnTo>
                    <a:pt x="787152" y="274144"/>
                  </a:lnTo>
                  <a:lnTo>
                    <a:pt x="785714" y="274471"/>
                  </a:lnTo>
                  <a:lnTo>
                    <a:pt x="784459" y="271900"/>
                  </a:lnTo>
                  <a:lnTo>
                    <a:pt x="783401" y="270279"/>
                  </a:lnTo>
                  <a:lnTo>
                    <a:pt x="781872" y="264915"/>
                  </a:lnTo>
                  <a:lnTo>
                    <a:pt x="780502" y="259010"/>
                  </a:lnTo>
                  <a:lnTo>
                    <a:pt x="780373" y="254742"/>
                  </a:lnTo>
                  <a:lnTo>
                    <a:pt x="777702" y="252399"/>
                  </a:lnTo>
                  <a:lnTo>
                    <a:pt x="776660" y="248374"/>
                  </a:lnTo>
                  <a:lnTo>
                    <a:pt x="775831" y="247255"/>
                  </a:lnTo>
                  <a:lnTo>
                    <a:pt x="775047" y="244402"/>
                  </a:lnTo>
                  <a:lnTo>
                    <a:pt x="771966" y="240674"/>
                  </a:lnTo>
                  <a:lnTo>
                    <a:pt x="768800" y="238041"/>
                  </a:lnTo>
                  <a:lnTo>
                    <a:pt x="766175" y="235553"/>
                  </a:lnTo>
                  <a:lnTo>
                    <a:pt x="763915" y="232031"/>
                  </a:lnTo>
                  <a:lnTo>
                    <a:pt x="764904" y="229482"/>
                  </a:lnTo>
                  <a:lnTo>
                    <a:pt x="766510" y="230022"/>
                  </a:lnTo>
                  <a:lnTo>
                    <a:pt x="768214" y="229779"/>
                  </a:lnTo>
                  <a:lnTo>
                    <a:pt x="766853" y="227184"/>
                  </a:lnTo>
                  <a:lnTo>
                    <a:pt x="765529" y="225442"/>
                  </a:lnTo>
                  <a:lnTo>
                    <a:pt x="762143" y="222177"/>
                  </a:lnTo>
                  <a:lnTo>
                    <a:pt x="760568" y="221356"/>
                  </a:lnTo>
                  <a:lnTo>
                    <a:pt x="757159" y="220877"/>
                  </a:lnTo>
                  <a:lnTo>
                    <a:pt x="753370" y="217902"/>
                  </a:lnTo>
                  <a:lnTo>
                    <a:pt x="751049" y="216616"/>
                  </a:lnTo>
                  <a:lnTo>
                    <a:pt x="749414" y="216410"/>
                  </a:lnTo>
                  <a:lnTo>
                    <a:pt x="747519" y="215946"/>
                  </a:lnTo>
                  <a:lnTo>
                    <a:pt x="746180" y="214265"/>
                  </a:lnTo>
                  <a:lnTo>
                    <a:pt x="743814" y="213709"/>
                  </a:lnTo>
                  <a:lnTo>
                    <a:pt x="740481" y="210384"/>
                  </a:lnTo>
                  <a:lnTo>
                    <a:pt x="738845" y="207036"/>
                  </a:lnTo>
                  <a:lnTo>
                    <a:pt x="738024" y="205804"/>
                  </a:lnTo>
                  <a:lnTo>
                    <a:pt x="736905" y="204876"/>
                  </a:lnTo>
                  <a:lnTo>
                    <a:pt x="735262" y="205431"/>
                  </a:lnTo>
                  <a:lnTo>
                    <a:pt x="733907" y="205682"/>
                  </a:lnTo>
                  <a:lnTo>
                    <a:pt x="730925" y="205211"/>
                  </a:lnTo>
                  <a:lnTo>
                    <a:pt x="729943" y="203848"/>
                  </a:lnTo>
                  <a:lnTo>
                    <a:pt x="728018" y="202121"/>
                  </a:lnTo>
                  <a:lnTo>
                    <a:pt x="724313" y="201665"/>
                  </a:lnTo>
                  <a:lnTo>
                    <a:pt x="721384" y="200577"/>
                  </a:lnTo>
                  <a:lnTo>
                    <a:pt x="719147" y="199504"/>
                  </a:lnTo>
                  <a:lnTo>
                    <a:pt x="716880" y="198135"/>
                  </a:lnTo>
                  <a:lnTo>
                    <a:pt x="714794" y="195852"/>
                  </a:lnTo>
                  <a:lnTo>
                    <a:pt x="712946" y="192801"/>
                  </a:lnTo>
                  <a:lnTo>
                    <a:pt x="713265" y="188890"/>
                  </a:lnTo>
                  <a:lnTo>
                    <a:pt x="713730" y="186356"/>
                  </a:lnTo>
                  <a:lnTo>
                    <a:pt x="711371" y="185375"/>
                  </a:lnTo>
                  <a:lnTo>
                    <a:pt x="707300" y="180072"/>
                  </a:lnTo>
                  <a:lnTo>
                    <a:pt x="707102" y="177903"/>
                  </a:lnTo>
                  <a:lnTo>
                    <a:pt x="708198" y="173475"/>
                  </a:lnTo>
                  <a:lnTo>
                    <a:pt x="709309" y="165852"/>
                  </a:lnTo>
                  <a:lnTo>
                    <a:pt x="707688" y="160191"/>
                  </a:lnTo>
                  <a:lnTo>
                    <a:pt x="704531" y="153290"/>
                  </a:lnTo>
                  <a:lnTo>
                    <a:pt x="704744" y="149790"/>
                  </a:lnTo>
                  <a:lnTo>
                    <a:pt x="703154" y="149744"/>
                  </a:lnTo>
                  <a:lnTo>
                    <a:pt x="701388" y="149059"/>
                  </a:lnTo>
                  <a:lnTo>
                    <a:pt x="698900" y="145658"/>
                  </a:lnTo>
                  <a:lnTo>
                    <a:pt x="697013" y="143421"/>
                  </a:lnTo>
                  <a:lnTo>
                    <a:pt x="695743" y="141359"/>
                  </a:lnTo>
                  <a:lnTo>
                    <a:pt x="694365" y="138567"/>
                  </a:lnTo>
                  <a:lnTo>
                    <a:pt x="694586" y="136330"/>
                  </a:lnTo>
                  <a:lnTo>
                    <a:pt x="694913" y="134824"/>
                  </a:lnTo>
                  <a:lnTo>
                    <a:pt x="695050" y="130837"/>
                  </a:lnTo>
                  <a:lnTo>
                    <a:pt x="693293" y="126964"/>
                  </a:lnTo>
                  <a:lnTo>
                    <a:pt x="692737" y="123000"/>
                  </a:lnTo>
                  <a:lnTo>
                    <a:pt x="691071" y="118047"/>
                  </a:lnTo>
                  <a:lnTo>
                    <a:pt x="691535" y="114760"/>
                  </a:lnTo>
                  <a:lnTo>
                    <a:pt x="691170" y="112051"/>
                  </a:lnTo>
                  <a:lnTo>
                    <a:pt x="690653" y="109708"/>
                  </a:lnTo>
                  <a:lnTo>
                    <a:pt x="691193" y="108217"/>
                  </a:lnTo>
                  <a:lnTo>
                    <a:pt x="691413" y="106322"/>
                  </a:lnTo>
                  <a:lnTo>
                    <a:pt x="689116" y="104428"/>
                  </a:lnTo>
                  <a:lnTo>
                    <a:pt x="686651" y="102982"/>
                  </a:lnTo>
                  <a:lnTo>
                    <a:pt x="683470" y="100425"/>
                  </a:lnTo>
                  <a:lnTo>
                    <a:pt x="677756" y="96439"/>
                  </a:lnTo>
                  <a:lnTo>
                    <a:pt x="676440" y="93426"/>
                  </a:lnTo>
                  <a:lnTo>
                    <a:pt x="674020" y="90732"/>
                  </a:lnTo>
                  <a:lnTo>
                    <a:pt x="670787" y="91775"/>
                  </a:lnTo>
                  <a:lnTo>
                    <a:pt x="668405" y="92269"/>
                  </a:lnTo>
                  <a:lnTo>
                    <a:pt x="666183" y="94301"/>
                  </a:lnTo>
                  <a:lnTo>
                    <a:pt x="663110" y="95799"/>
                  </a:lnTo>
                  <a:lnTo>
                    <a:pt x="660127" y="94445"/>
                  </a:lnTo>
                  <a:lnTo>
                    <a:pt x="658712" y="93304"/>
                  </a:lnTo>
                  <a:lnTo>
                    <a:pt x="657662" y="89271"/>
                  </a:lnTo>
                  <a:lnTo>
                    <a:pt x="656300" y="84873"/>
                  </a:lnTo>
                  <a:lnTo>
                    <a:pt x="655144" y="82667"/>
                  </a:lnTo>
                  <a:lnTo>
                    <a:pt x="654276" y="80004"/>
                  </a:lnTo>
                  <a:lnTo>
                    <a:pt x="655090" y="73514"/>
                  </a:lnTo>
                  <a:lnTo>
                    <a:pt x="653873" y="70463"/>
                  </a:lnTo>
                  <a:lnTo>
                    <a:pt x="653492" y="65905"/>
                  </a:lnTo>
                  <a:lnTo>
                    <a:pt x="652336" y="60701"/>
                  </a:lnTo>
                  <a:lnTo>
                    <a:pt x="651050" y="58099"/>
                  </a:lnTo>
                  <a:lnTo>
                    <a:pt x="651141" y="56007"/>
                  </a:lnTo>
                  <a:lnTo>
                    <a:pt x="648752" y="52940"/>
                  </a:lnTo>
                  <a:lnTo>
                    <a:pt x="647991" y="50742"/>
                  </a:lnTo>
                  <a:lnTo>
                    <a:pt x="646637" y="49950"/>
                  </a:lnTo>
                  <a:lnTo>
                    <a:pt x="644918" y="48695"/>
                  </a:lnTo>
                  <a:lnTo>
                    <a:pt x="644674" y="47013"/>
                  </a:lnTo>
                  <a:lnTo>
                    <a:pt x="644803" y="45788"/>
                  </a:lnTo>
                  <a:lnTo>
                    <a:pt x="645831" y="43757"/>
                  </a:lnTo>
                  <a:lnTo>
                    <a:pt x="646386" y="41124"/>
                  </a:lnTo>
                  <a:lnTo>
                    <a:pt x="643989" y="40470"/>
                  </a:lnTo>
                  <a:lnTo>
                    <a:pt x="642323" y="40356"/>
                  </a:lnTo>
                  <a:lnTo>
                    <a:pt x="641159" y="39527"/>
                  </a:lnTo>
                  <a:lnTo>
                    <a:pt x="639850" y="38241"/>
                  </a:lnTo>
                  <a:lnTo>
                    <a:pt x="639378" y="34147"/>
                  </a:lnTo>
                  <a:lnTo>
                    <a:pt x="639424" y="29810"/>
                  </a:lnTo>
                  <a:lnTo>
                    <a:pt x="639082" y="27102"/>
                  </a:lnTo>
                  <a:lnTo>
                    <a:pt x="638367" y="25085"/>
                  </a:lnTo>
                  <a:lnTo>
                    <a:pt x="637865" y="22955"/>
                  </a:lnTo>
                  <a:lnTo>
                    <a:pt x="636655" y="20688"/>
                  </a:lnTo>
                  <a:lnTo>
                    <a:pt x="633018" y="17743"/>
                  </a:lnTo>
                  <a:lnTo>
                    <a:pt x="633284" y="16556"/>
                  </a:lnTo>
                  <a:lnTo>
                    <a:pt x="634128" y="15019"/>
                  </a:lnTo>
                  <a:lnTo>
                    <a:pt x="632843" y="14137"/>
                  </a:lnTo>
                  <a:lnTo>
                    <a:pt x="630956" y="14137"/>
                  </a:lnTo>
                  <a:lnTo>
                    <a:pt x="629890" y="16191"/>
                  </a:lnTo>
                  <a:lnTo>
                    <a:pt x="628171" y="17956"/>
                  </a:lnTo>
                  <a:lnTo>
                    <a:pt x="624800" y="19303"/>
                  </a:lnTo>
                  <a:lnTo>
                    <a:pt x="624169" y="26364"/>
                  </a:lnTo>
                  <a:lnTo>
                    <a:pt x="622077" y="34125"/>
                  </a:lnTo>
                  <a:lnTo>
                    <a:pt x="620175" y="39854"/>
                  </a:lnTo>
                  <a:lnTo>
                    <a:pt x="620525" y="41588"/>
                  </a:lnTo>
                  <a:lnTo>
                    <a:pt x="620372" y="43285"/>
                  </a:lnTo>
                  <a:lnTo>
                    <a:pt x="619345" y="42524"/>
                  </a:lnTo>
                  <a:lnTo>
                    <a:pt x="618440" y="41573"/>
                  </a:lnTo>
                  <a:lnTo>
                    <a:pt x="617055" y="43841"/>
                  </a:lnTo>
                  <a:lnTo>
                    <a:pt x="614552" y="49722"/>
                  </a:lnTo>
                  <a:lnTo>
                    <a:pt x="614324" y="52773"/>
                  </a:lnTo>
                  <a:lnTo>
                    <a:pt x="615792" y="53595"/>
                  </a:lnTo>
                  <a:lnTo>
                    <a:pt x="616819" y="54401"/>
                  </a:lnTo>
                  <a:lnTo>
                    <a:pt x="618044" y="54667"/>
                  </a:lnTo>
                  <a:lnTo>
                    <a:pt x="618599" y="55421"/>
                  </a:lnTo>
                  <a:lnTo>
                    <a:pt x="618911" y="56897"/>
                  </a:lnTo>
                  <a:lnTo>
                    <a:pt x="619703" y="58168"/>
                  </a:lnTo>
                  <a:lnTo>
                    <a:pt x="619505" y="59545"/>
                  </a:lnTo>
                  <a:lnTo>
                    <a:pt x="618554" y="59004"/>
                  </a:lnTo>
                  <a:lnTo>
                    <a:pt x="616553" y="59012"/>
                  </a:lnTo>
                  <a:lnTo>
                    <a:pt x="615533" y="60207"/>
                  </a:lnTo>
                  <a:lnTo>
                    <a:pt x="612954" y="62596"/>
                  </a:lnTo>
                  <a:lnTo>
                    <a:pt x="613631" y="69474"/>
                  </a:lnTo>
                  <a:lnTo>
                    <a:pt x="612422" y="73096"/>
                  </a:lnTo>
                  <a:lnTo>
                    <a:pt x="611257" y="75903"/>
                  </a:lnTo>
                  <a:lnTo>
                    <a:pt x="609941" y="81229"/>
                  </a:lnTo>
                  <a:lnTo>
                    <a:pt x="610116" y="84052"/>
                  </a:lnTo>
                  <a:lnTo>
                    <a:pt x="611280" y="86060"/>
                  </a:lnTo>
                  <a:lnTo>
                    <a:pt x="612535" y="88997"/>
                  </a:lnTo>
                  <a:lnTo>
                    <a:pt x="611775" y="93045"/>
                  </a:lnTo>
                  <a:lnTo>
                    <a:pt x="611006" y="95944"/>
                  </a:lnTo>
                  <a:lnTo>
                    <a:pt x="612726" y="104344"/>
                  </a:lnTo>
                  <a:lnTo>
                    <a:pt x="613205" y="108818"/>
                  </a:lnTo>
                  <a:lnTo>
                    <a:pt x="612262" y="111869"/>
                  </a:lnTo>
                  <a:lnTo>
                    <a:pt x="609492" y="120892"/>
                  </a:lnTo>
                  <a:lnTo>
                    <a:pt x="608244" y="127497"/>
                  </a:lnTo>
                  <a:lnTo>
                    <a:pt x="608647" y="131141"/>
                  </a:lnTo>
                  <a:lnTo>
                    <a:pt x="607445" y="134489"/>
                  </a:lnTo>
                  <a:lnTo>
                    <a:pt x="606076" y="139845"/>
                  </a:lnTo>
                  <a:lnTo>
                    <a:pt x="604531" y="143893"/>
                  </a:lnTo>
                  <a:lnTo>
                    <a:pt x="599121" y="152065"/>
                  </a:lnTo>
                  <a:lnTo>
                    <a:pt x="598049" y="156021"/>
                  </a:lnTo>
                  <a:lnTo>
                    <a:pt x="596230" y="160951"/>
                  </a:lnTo>
                  <a:lnTo>
                    <a:pt x="592342" y="163827"/>
                  </a:lnTo>
                  <a:lnTo>
                    <a:pt x="589405" y="165623"/>
                  </a:lnTo>
                  <a:lnTo>
                    <a:pt x="582968" y="167404"/>
                  </a:lnTo>
                  <a:lnTo>
                    <a:pt x="579256" y="167366"/>
                  </a:lnTo>
                  <a:lnTo>
                    <a:pt x="577338" y="166277"/>
                  </a:lnTo>
                  <a:lnTo>
                    <a:pt x="576235" y="165334"/>
                  </a:lnTo>
                  <a:lnTo>
                    <a:pt x="571860" y="163759"/>
                  </a:lnTo>
                  <a:lnTo>
                    <a:pt x="566542" y="160198"/>
                  </a:lnTo>
                  <a:lnTo>
                    <a:pt x="562448" y="159042"/>
                  </a:lnTo>
                  <a:lnTo>
                    <a:pt x="560424" y="155466"/>
                  </a:lnTo>
                  <a:lnTo>
                    <a:pt x="560226" y="153982"/>
                  </a:lnTo>
                  <a:lnTo>
                    <a:pt x="559496" y="152050"/>
                  </a:lnTo>
                  <a:lnTo>
                    <a:pt x="557350" y="149508"/>
                  </a:lnTo>
                  <a:lnTo>
                    <a:pt x="553303" y="148649"/>
                  </a:lnTo>
                  <a:lnTo>
                    <a:pt x="549148" y="146815"/>
                  </a:lnTo>
                  <a:lnTo>
                    <a:pt x="546584" y="147074"/>
                  </a:lnTo>
                  <a:lnTo>
                    <a:pt x="541022" y="145499"/>
                  </a:lnTo>
                  <a:lnTo>
                    <a:pt x="537317" y="143254"/>
                  </a:lnTo>
                  <a:lnTo>
                    <a:pt x="533931" y="140142"/>
                  </a:lnTo>
                  <a:lnTo>
                    <a:pt x="529465" y="134755"/>
                  </a:lnTo>
                  <a:lnTo>
                    <a:pt x="525676" y="133302"/>
                  </a:lnTo>
                  <a:lnTo>
                    <a:pt x="520829" y="131073"/>
                  </a:lnTo>
                  <a:lnTo>
                    <a:pt x="518044" y="129216"/>
                  </a:lnTo>
                  <a:lnTo>
                    <a:pt x="516355" y="128319"/>
                  </a:lnTo>
                  <a:lnTo>
                    <a:pt x="514484" y="126926"/>
                  </a:lnTo>
                  <a:lnTo>
                    <a:pt x="512780" y="127238"/>
                  </a:lnTo>
                  <a:lnTo>
                    <a:pt x="509835" y="127276"/>
                  </a:lnTo>
                  <a:lnTo>
                    <a:pt x="507986" y="125967"/>
                  </a:lnTo>
                  <a:lnTo>
                    <a:pt x="507750" y="124940"/>
                  </a:lnTo>
                  <a:lnTo>
                    <a:pt x="508032" y="124134"/>
                  </a:lnTo>
                  <a:lnTo>
                    <a:pt x="508139" y="122665"/>
                  </a:lnTo>
                  <a:lnTo>
                    <a:pt x="507492" y="122445"/>
                  </a:lnTo>
                  <a:lnTo>
                    <a:pt x="506837" y="122445"/>
                  </a:lnTo>
                  <a:lnTo>
                    <a:pt x="506297" y="122840"/>
                  </a:lnTo>
                  <a:lnTo>
                    <a:pt x="505544" y="123129"/>
                  </a:lnTo>
                  <a:lnTo>
                    <a:pt x="502942" y="122003"/>
                  </a:lnTo>
                  <a:lnTo>
                    <a:pt x="499297" y="120124"/>
                  </a:lnTo>
                  <a:lnTo>
                    <a:pt x="498612" y="118473"/>
                  </a:lnTo>
                  <a:lnTo>
                    <a:pt x="497464" y="116457"/>
                  </a:lnTo>
                  <a:lnTo>
                    <a:pt x="492427" y="113527"/>
                  </a:lnTo>
                  <a:lnTo>
                    <a:pt x="489505" y="111108"/>
                  </a:lnTo>
                  <a:lnTo>
                    <a:pt x="483053" y="107600"/>
                  </a:lnTo>
                  <a:lnTo>
                    <a:pt x="481402" y="105904"/>
                  </a:lnTo>
                  <a:lnTo>
                    <a:pt x="480862" y="104420"/>
                  </a:lnTo>
                  <a:lnTo>
                    <a:pt x="480382" y="102282"/>
                  </a:lnTo>
                  <a:lnTo>
                    <a:pt x="481828" y="100060"/>
                  </a:lnTo>
                  <a:lnTo>
                    <a:pt x="483236" y="98485"/>
                  </a:lnTo>
                  <a:lnTo>
                    <a:pt x="487625" y="91950"/>
                  </a:lnTo>
                  <a:lnTo>
                    <a:pt x="488942" y="90808"/>
                  </a:lnTo>
                  <a:lnTo>
                    <a:pt x="490593" y="89035"/>
                  </a:lnTo>
                  <a:lnTo>
                    <a:pt x="492107" y="84265"/>
                  </a:lnTo>
                  <a:lnTo>
                    <a:pt x="492860" y="81541"/>
                  </a:lnTo>
                  <a:lnTo>
                    <a:pt x="491575" y="77417"/>
                  </a:lnTo>
                  <a:lnTo>
                    <a:pt x="491529" y="70493"/>
                  </a:lnTo>
                  <a:lnTo>
                    <a:pt x="496627" y="67808"/>
                  </a:lnTo>
                  <a:lnTo>
                    <a:pt x="498049" y="67457"/>
                  </a:lnTo>
                  <a:lnTo>
                    <a:pt x="499366" y="66864"/>
                  </a:lnTo>
                  <a:lnTo>
                    <a:pt x="500872" y="67701"/>
                  </a:lnTo>
                  <a:lnTo>
                    <a:pt x="501884" y="69002"/>
                  </a:lnTo>
                  <a:lnTo>
                    <a:pt x="502934" y="68766"/>
                  </a:lnTo>
                  <a:lnTo>
                    <a:pt x="505779" y="63942"/>
                  </a:lnTo>
                  <a:lnTo>
                    <a:pt x="505323" y="61934"/>
                  </a:lnTo>
                  <a:lnTo>
                    <a:pt x="504144" y="60222"/>
                  </a:lnTo>
                  <a:lnTo>
                    <a:pt x="504555" y="59164"/>
                  </a:lnTo>
                  <a:lnTo>
                    <a:pt x="513320" y="49722"/>
                  </a:lnTo>
                  <a:lnTo>
                    <a:pt x="512247" y="47409"/>
                  </a:lnTo>
                  <a:lnTo>
                    <a:pt x="510946" y="46876"/>
                  </a:lnTo>
                  <a:lnTo>
                    <a:pt x="508450" y="47036"/>
                  </a:lnTo>
                  <a:lnTo>
                    <a:pt x="506099" y="45020"/>
                  </a:lnTo>
                  <a:lnTo>
                    <a:pt x="504623" y="41208"/>
                  </a:lnTo>
                  <a:lnTo>
                    <a:pt x="502554" y="41071"/>
                  </a:lnTo>
                  <a:lnTo>
                    <a:pt x="498856" y="44982"/>
                  </a:lnTo>
                  <a:lnTo>
                    <a:pt x="498422" y="45880"/>
                  </a:lnTo>
                  <a:lnTo>
                    <a:pt x="499320" y="46390"/>
                  </a:lnTo>
                  <a:lnTo>
                    <a:pt x="500104" y="48763"/>
                  </a:lnTo>
                  <a:lnTo>
                    <a:pt x="498658" y="51548"/>
                  </a:lnTo>
                  <a:lnTo>
                    <a:pt x="497212" y="51571"/>
                  </a:lnTo>
                  <a:lnTo>
                    <a:pt x="494838" y="51297"/>
                  </a:lnTo>
                  <a:lnTo>
                    <a:pt x="493758" y="49311"/>
                  </a:lnTo>
                  <a:lnTo>
                    <a:pt x="493271" y="46283"/>
                  </a:lnTo>
                  <a:lnTo>
                    <a:pt x="491765" y="45431"/>
                  </a:lnTo>
                  <a:lnTo>
                    <a:pt x="490045" y="46002"/>
                  </a:lnTo>
                  <a:lnTo>
                    <a:pt x="488623" y="47067"/>
                  </a:lnTo>
                  <a:lnTo>
                    <a:pt x="487618" y="47371"/>
                  </a:lnTo>
                  <a:lnTo>
                    <a:pt x="486781" y="46679"/>
                  </a:lnTo>
                  <a:lnTo>
                    <a:pt x="486735" y="45416"/>
                  </a:lnTo>
                  <a:lnTo>
                    <a:pt x="488904" y="43316"/>
                  </a:lnTo>
                  <a:lnTo>
                    <a:pt x="490722" y="41969"/>
                  </a:lnTo>
                  <a:lnTo>
                    <a:pt x="490867" y="41467"/>
                  </a:lnTo>
                  <a:lnTo>
                    <a:pt x="489543" y="41056"/>
                  </a:lnTo>
                  <a:lnTo>
                    <a:pt x="489741" y="40082"/>
                  </a:lnTo>
                  <a:lnTo>
                    <a:pt x="491430" y="38355"/>
                  </a:lnTo>
                  <a:lnTo>
                    <a:pt x="490638" y="38264"/>
                  </a:lnTo>
                  <a:lnTo>
                    <a:pt x="488577" y="40112"/>
                  </a:lnTo>
                  <a:lnTo>
                    <a:pt x="486378" y="41178"/>
                  </a:lnTo>
                  <a:lnTo>
                    <a:pt x="483456" y="43445"/>
                  </a:lnTo>
                  <a:lnTo>
                    <a:pt x="479264" y="44929"/>
                  </a:lnTo>
                  <a:lnTo>
                    <a:pt x="476388" y="46937"/>
                  </a:lnTo>
                  <a:lnTo>
                    <a:pt x="472378" y="46329"/>
                  </a:lnTo>
                  <a:lnTo>
                    <a:pt x="468642" y="44350"/>
                  </a:lnTo>
                  <a:lnTo>
                    <a:pt x="467828" y="43308"/>
                  </a:lnTo>
                  <a:lnTo>
                    <a:pt x="465987" y="41779"/>
                  </a:lnTo>
                  <a:lnTo>
                    <a:pt x="461886" y="43437"/>
                  </a:lnTo>
                  <a:lnTo>
                    <a:pt x="459306" y="43262"/>
                  </a:lnTo>
                  <a:lnTo>
                    <a:pt x="457884" y="42676"/>
                  </a:lnTo>
                  <a:lnTo>
                    <a:pt x="455457" y="42281"/>
                  </a:lnTo>
                  <a:lnTo>
                    <a:pt x="453372" y="40812"/>
                  </a:lnTo>
                  <a:lnTo>
                    <a:pt x="448350" y="38469"/>
                  </a:lnTo>
                  <a:lnTo>
                    <a:pt x="443017" y="38020"/>
                  </a:lnTo>
                  <a:lnTo>
                    <a:pt x="440429" y="38127"/>
                  </a:lnTo>
                  <a:lnTo>
                    <a:pt x="438505" y="36917"/>
                  </a:lnTo>
                  <a:lnTo>
                    <a:pt x="436648" y="36224"/>
                  </a:lnTo>
                  <a:lnTo>
                    <a:pt x="433004" y="35738"/>
                  </a:lnTo>
                  <a:lnTo>
                    <a:pt x="431490" y="33919"/>
                  </a:lnTo>
                  <a:lnTo>
                    <a:pt x="429580" y="30259"/>
                  </a:lnTo>
                  <a:lnTo>
                    <a:pt x="428210" y="29278"/>
                  </a:lnTo>
                  <a:lnTo>
                    <a:pt x="425996" y="28928"/>
                  </a:lnTo>
                  <a:lnTo>
                    <a:pt x="423645" y="30609"/>
                  </a:lnTo>
                  <a:lnTo>
                    <a:pt x="422268" y="31401"/>
                  </a:lnTo>
                  <a:lnTo>
                    <a:pt x="419582" y="28395"/>
                  </a:lnTo>
                  <a:lnTo>
                    <a:pt x="414811" y="25291"/>
                  </a:lnTo>
                  <a:lnTo>
                    <a:pt x="413290" y="24865"/>
                  </a:lnTo>
                  <a:lnTo>
                    <a:pt x="412491" y="25618"/>
                  </a:lnTo>
                  <a:lnTo>
                    <a:pt x="411913" y="27049"/>
                  </a:lnTo>
                  <a:lnTo>
                    <a:pt x="411007" y="27185"/>
                  </a:lnTo>
                  <a:lnTo>
                    <a:pt x="409950" y="26539"/>
                  </a:lnTo>
                  <a:lnTo>
                    <a:pt x="408086" y="24705"/>
                  </a:lnTo>
                  <a:lnTo>
                    <a:pt x="406868" y="24370"/>
                  </a:lnTo>
                  <a:lnTo>
                    <a:pt x="403673" y="26326"/>
                  </a:lnTo>
                  <a:lnTo>
                    <a:pt x="403893" y="26995"/>
                  </a:lnTo>
                  <a:lnTo>
                    <a:pt x="406503" y="27992"/>
                  </a:lnTo>
                  <a:lnTo>
                    <a:pt x="409242" y="30724"/>
                  </a:lnTo>
                  <a:lnTo>
                    <a:pt x="410543" y="31286"/>
                  </a:lnTo>
                  <a:lnTo>
                    <a:pt x="413617" y="30571"/>
                  </a:lnTo>
                  <a:lnTo>
                    <a:pt x="417832" y="31089"/>
                  </a:lnTo>
                  <a:lnTo>
                    <a:pt x="422085" y="34497"/>
                  </a:lnTo>
                  <a:lnTo>
                    <a:pt x="421461" y="36194"/>
                  </a:lnTo>
                  <a:lnTo>
                    <a:pt x="421142" y="38553"/>
                  </a:lnTo>
                  <a:lnTo>
                    <a:pt x="421256" y="41124"/>
                  </a:lnTo>
                  <a:lnTo>
                    <a:pt x="421157" y="42867"/>
                  </a:lnTo>
                  <a:lnTo>
                    <a:pt x="422907" y="44784"/>
                  </a:lnTo>
                  <a:lnTo>
                    <a:pt x="422123" y="44929"/>
                  </a:lnTo>
                  <a:lnTo>
                    <a:pt x="420145" y="44495"/>
                  </a:lnTo>
                  <a:lnTo>
                    <a:pt x="418586" y="45027"/>
                  </a:lnTo>
                  <a:lnTo>
                    <a:pt x="417117" y="45933"/>
                  </a:lnTo>
                  <a:lnTo>
                    <a:pt x="416463" y="48512"/>
                  </a:lnTo>
                  <a:lnTo>
                    <a:pt x="415633" y="47295"/>
                  </a:lnTo>
                  <a:lnTo>
                    <a:pt x="413092" y="46138"/>
                  </a:lnTo>
                  <a:lnTo>
                    <a:pt x="411586" y="47029"/>
                  </a:lnTo>
                  <a:lnTo>
                    <a:pt x="409059" y="48200"/>
                  </a:lnTo>
                  <a:lnTo>
                    <a:pt x="406762" y="47729"/>
                  </a:lnTo>
                  <a:lnTo>
                    <a:pt x="405301" y="47135"/>
                  </a:lnTo>
                  <a:lnTo>
                    <a:pt x="401847" y="48139"/>
                  </a:lnTo>
                  <a:lnTo>
                    <a:pt x="395691" y="48109"/>
                  </a:lnTo>
                  <a:lnTo>
                    <a:pt x="393637" y="46663"/>
                  </a:lnTo>
                  <a:lnTo>
                    <a:pt x="393036" y="44183"/>
                  </a:lnTo>
                  <a:lnTo>
                    <a:pt x="392556" y="43574"/>
                  </a:lnTo>
                  <a:lnTo>
                    <a:pt x="391994" y="44685"/>
                  </a:lnTo>
                  <a:lnTo>
                    <a:pt x="391027" y="45963"/>
                  </a:lnTo>
                  <a:lnTo>
                    <a:pt x="387307" y="46222"/>
                  </a:lnTo>
                  <a:lnTo>
                    <a:pt x="386751" y="46747"/>
                  </a:lnTo>
                  <a:lnTo>
                    <a:pt x="386972" y="47987"/>
                  </a:lnTo>
                  <a:lnTo>
                    <a:pt x="386827" y="49547"/>
                  </a:lnTo>
                  <a:lnTo>
                    <a:pt x="385397" y="49661"/>
                  </a:lnTo>
                  <a:lnTo>
                    <a:pt x="383632" y="50072"/>
                  </a:lnTo>
                  <a:lnTo>
                    <a:pt x="383822" y="51982"/>
                  </a:lnTo>
                  <a:lnTo>
                    <a:pt x="384149" y="53473"/>
                  </a:lnTo>
                  <a:lnTo>
                    <a:pt x="383495" y="54219"/>
                  </a:lnTo>
                  <a:lnTo>
                    <a:pt x="381555" y="52857"/>
                  </a:lnTo>
                  <a:lnTo>
                    <a:pt x="380687" y="51388"/>
                  </a:lnTo>
                  <a:lnTo>
                    <a:pt x="379325" y="50932"/>
                  </a:lnTo>
                  <a:lnTo>
                    <a:pt x="378260" y="51457"/>
                  </a:lnTo>
                  <a:lnTo>
                    <a:pt x="377986" y="52765"/>
                  </a:lnTo>
                  <a:lnTo>
                    <a:pt x="378146" y="56144"/>
                  </a:lnTo>
                  <a:lnTo>
                    <a:pt x="377180" y="56524"/>
                  </a:lnTo>
                  <a:lnTo>
                    <a:pt x="374661" y="56395"/>
                  </a:lnTo>
                  <a:lnTo>
                    <a:pt x="373505" y="57034"/>
                  </a:lnTo>
                  <a:lnTo>
                    <a:pt x="371762" y="61279"/>
                  </a:lnTo>
                  <a:lnTo>
                    <a:pt x="368559" y="62900"/>
                  </a:lnTo>
                  <a:lnTo>
                    <a:pt x="368072" y="65114"/>
                  </a:lnTo>
                  <a:lnTo>
                    <a:pt x="367859" y="67001"/>
                  </a:lnTo>
                  <a:lnTo>
                    <a:pt x="370522" y="70417"/>
                  </a:lnTo>
                  <a:lnTo>
                    <a:pt x="369236" y="72167"/>
                  </a:lnTo>
                  <a:lnTo>
                    <a:pt x="367882" y="73598"/>
                  </a:lnTo>
                  <a:lnTo>
                    <a:pt x="366527" y="74206"/>
                  </a:lnTo>
                  <a:lnTo>
                    <a:pt x="363651" y="74762"/>
                  </a:lnTo>
                  <a:lnTo>
                    <a:pt x="361537" y="76321"/>
                  </a:lnTo>
                  <a:lnTo>
                    <a:pt x="360646" y="77965"/>
                  </a:lnTo>
                  <a:lnTo>
                    <a:pt x="360479" y="79532"/>
                  </a:lnTo>
                  <a:lnTo>
                    <a:pt x="359893" y="81541"/>
                  </a:lnTo>
                  <a:lnTo>
                    <a:pt x="358972" y="83922"/>
                  </a:lnTo>
                  <a:lnTo>
                    <a:pt x="358790" y="85208"/>
                  </a:lnTo>
                  <a:lnTo>
                    <a:pt x="356865" y="86487"/>
                  </a:lnTo>
                  <a:lnTo>
                    <a:pt x="353441" y="90314"/>
                  </a:lnTo>
                  <a:lnTo>
                    <a:pt x="351714" y="94232"/>
                  </a:lnTo>
                  <a:lnTo>
                    <a:pt x="353966" y="96362"/>
                  </a:lnTo>
                  <a:lnTo>
                    <a:pt x="356614" y="97892"/>
                  </a:lnTo>
                  <a:lnTo>
                    <a:pt x="358538" y="97846"/>
                  </a:lnTo>
                  <a:lnTo>
                    <a:pt x="358554" y="98234"/>
                  </a:lnTo>
                  <a:lnTo>
                    <a:pt x="356545" y="99809"/>
                  </a:lnTo>
                  <a:lnTo>
                    <a:pt x="357793" y="101422"/>
                  </a:lnTo>
                  <a:lnTo>
                    <a:pt x="359718" y="102929"/>
                  </a:lnTo>
                  <a:lnTo>
                    <a:pt x="360890" y="103149"/>
                  </a:lnTo>
                  <a:lnTo>
                    <a:pt x="361749" y="103789"/>
                  </a:lnTo>
                  <a:lnTo>
                    <a:pt x="359931" y="104146"/>
                  </a:lnTo>
                  <a:lnTo>
                    <a:pt x="357238" y="104275"/>
                  </a:lnTo>
                  <a:lnTo>
                    <a:pt x="356720" y="105919"/>
                  </a:lnTo>
                  <a:lnTo>
                    <a:pt x="357047" y="107813"/>
                  </a:lnTo>
                  <a:lnTo>
                    <a:pt x="357527" y="109457"/>
                  </a:lnTo>
                  <a:lnTo>
                    <a:pt x="357192" y="110621"/>
                  </a:lnTo>
                  <a:lnTo>
                    <a:pt x="356188" y="109822"/>
                  </a:lnTo>
                  <a:lnTo>
                    <a:pt x="355746" y="108589"/>
                  </a:lnTo>
                  <a:lnTo>
                    <a:pt x="353433" y="106079"/>
                  </a:lnTo>
                  <a:lnTo>
                    <a:pt x="351775" y="105310"/>
                  </a:lnTo>
                  <a:lnTo>
                    <a:pt x="349347" y="104717"/>
                  </a:lnTo>
                  <a:lnTo>
                    <a:pt x="348617" y="105478"/>
                  </a:lnTo>
                  <a:lnTo>
                    <a:pt x="348716" y="109305"/>
                  </a:lnTo>
                  <a:lnTo>
                    <a:pt x="348236" y="111062"/>
                  </a:lnTo>
                  <a:lnTo>
                    <a:pt x="347377" y="110065"/>
                  </a:lnTo>
                  <a:lnTo>
                    <a:pt x="347164" y="107266"/>
                  </a:lnTo>
                  <a:lnTo>
                    <a:pt x="344874" y="104998"/>
                  </a:lnTo>
                  <a:lnTo>
                    <a:pt x="335850" y="102731"/>
                  </a:lnTo>
                  <a:lnTo>
                    <a:pt x="334572" y="102586"/>
                  </a:lnTo>
                  <a:lnTo>
                    <a:pt x="332472" y="102883"/>
                  </a:lnTo>
                  <a:lnTo>
                    <a:pt x="331034" y="103781"/>
                  </a:lnTo>
                  <a:lnTo>
                    <a:pt x="330889" y="104663"/>
                  </a:lnTo>
                  <a:lnTo>
                    <a:pt x="329930" y="105379"/>
                  </a:lnTo>
                  <a:lnTo>
                    <a:pt x="328371" y="106193"/>
                  </a:lnTo>
                  <a:lnTo>
                    <a:pt x="326940" y="107440"/>
                  </a:lnTo>
                  <a:lnTo>
                    <a:pt x="326012" y="108483"/>
                  </a:lnTo>
                  <a:lnTo>
                    <a:pt x="325966" y="109784"/>
                  </a:lnTo>
                  <a:lnTo>
                    <a:pt x="327123" y="112226"/>
                  </a:lnTo>
                  <a:lnTo>
                    <a:pt x="327800" y="112934"/>
                  </a:lnTo>
                  <a:lnTo>
                    <a:pt x="327709" y="114098"/>
                  </a:lnTo>
                  <a:lnTo>
                    <a:pt x="326582" y="112888"/>
                  </a:lnTo>
                  <a:lnTo>
                    <a:pt x="325594" y="112500"/>
                  </a:lnTo>
                  <a:lnTo>
                    <a:pt x="324657" y="114402"/>
                  </a:lnTo>
                  <a:lnTo>
                    <a:pt x="323760" y="114783"/>
                  </a:lnTo>
                  <a:lnTo>
                    <a:pt x="323996" y="109472"/>
                  </a:lnTo>
                  <a:lnTo>
                    <a:pt x="324931" y="105873"/>
                  </a:lnTo>
                  <a:lnTo>
                    <a:pt x="325693" y="103750"/>
                  </a:lnTo>
                  <a:lnTo>
                    <a:pt x="326529" y="102092"/>
                  </a:lnTo>
                  <a:lnTo>
                    <a:pt x="326126" y="101217"/>
                  </a:lnTo>
                  <a:lnTo>
                    <a:pt x="319872" y="96248"/>
                  </a:lnTo>
                  <a:lnTo>
                    <a:pt x="317224" y="92178"/>
                  </a:lnTo>
                  <a:lnTo>
                    <a:pt x="315284" y="89895"/>
                  </a:lnTo>
                  <a:lnTo>
                    <a:pt x="312263" y="87696"/>
                  </a:lnTo>
                  <a:lnTo>
                    <a:pt x="310688" y="86312"/>
                  </a:lnTo>
                  <a:lnTo>
                    <a:pt x="307181" y="84196"/>
                  </a:lnTo>
                  <a:lnTo>
                    <a:pt x="303042" y="82728"/>
                  </a:lnTo>
                  <a:lnTo>
                    <a:pt x="301048" y="80742"/>
                  </a:lnTo>
                  <a:lnTo>
                    <a:pt x="298849" y="80035"/>
                  </a:lnTo>
                  <a:lnTo>
                    <a:pt x="296125" y="81001"/>
                  </a:lnTo>
                  <a:lnTo>
                    <a:pt x="295897" y="82850"/>
                  </a:lnTo>
                  <a:lnTo>
                    <a:pt x="296240" y="84645"/>
                  </a:lnTo>
                  <a:lnTo>
                    <a:pt x="294071" y="87582"/>
                  </a:lnTo>
                  <a:lnTo>
                    <a:pt x="291735" y="89150"/>
                  </a:lnTo>
                  <a:lnTo>
                    <a:pt x="289871" y="87354"/>
                  </a:lnTo>
                  <a:lnTo>
                    <a:pt x="288175" y="86045"/>
                  </a:lnTo>
                  <a:lnTo>
                    <a:pt x="286463" y="86989"/>
                  </a:lnTo>
                  <a:lnTo>
                    <a:pt x="285945" y="88609"/>
                  </a:lnTo>
                  <a:lnTo>
                    <a:pt x="285085" y="89210"/>
                  </a:lnTo>
                  <a:lnTo>
                    <a:pt x="284439" y="88107"/>
                  </a:lnTo>
                  <a:lnTo>
                    <a:pt x="283503" y="85672"/>
                  </a:lnTo>
                  <a:lnTo>
                    <a:pt x="282111" y="84706"/>
                  </a:lnTo>
                  <a:lnTo>
                    <a:pt x="280718" y="85132"/>
                  </a:lnTo>
                  <a:lnTo>
                    <a:pt x="281137" y="87065"/>
                  </a:lnTo>
                  <a:lnTo>
                    <a:pt x="281935" y="88130"/>
                  </a:lnTo>
                  <a:lnTo>
                    <a:pt x="281715" y="89667"/>
                  </a:lnTo>
                  <a:lnTo>
                    <a:pt x="280710" y="90375"/>
                  </a:lnTo>
                  <a:lnTo>
                    <a:pt x="280520" y="91828"/>
                  </a:lnTo>
                  <a:lnTo>
                    <a:pt x="279919" y="93760"/>
                  </a:lnTo>
                  <a:lnTo>
                    <a:pt x="280011" y="96461"/>
                  </a:lnTo>
                  <a:lnTo>
                    <a:pt x="278420" y="97032"/>
                  </a:lnTo>
                  <a:lnTo>
                    <a:pt x="277234" y="99170"/>
                  </a:lnTo>
                  <a:lnTo>
                    <a:pt x="276373" y="98713"/>
                  </a:lnTo>
                  <a:lnTo>
                    <a:pt x="276153" y="97321"/>
                  </a:lnTo>
                  <a:lnTo>
                    <a:pt x="275719" y="95898"/>
                  </a:lnTo>
                  <a:lnTo>
                    <a:pt x="273985" y="95358"/>
                  </a:lnTo>
                  <a:lnTo>
                    <a:pt x="273346" y="96682"/>
                  </a:lnTo>
                  <a:lnTo>
                    <a:pt x="272957" y="97131"/>
                  </a:lnTo>
                  <a:lnTo>
                    <a:pt x="272341" y="97222"/>
                  </a:lnTo>
                  <a:lnTo>
                    <a:pt x="272760" y="96142"/>
                  </a:lnTo>
                  <a:lnTo>
                    <a:pt x="272760" y="94118"/>
                  </a:lnTo>
                  <a:lnTo>
                    <a:pt x="273262" y="92003"/>
                  </a:lnTo>
                  <a:lnTo>
                    <a:pt x="271618" y="91242"/>
                  </a:lnTo>
                  <a:lnTo>
                    <a:pt x="270964" y="91714"/>
                  </a:lnTo>
                  <a:lnTo>
                    <a:pt x="270987" y="93540"/>
                  </a:lnTo>
                  <a:lnTo>
                    <a:pt x="270591" y="96203"/>
                  </a:lnTo>
                  <a:lnTo>
                    <a:pt x="268963" y="96621"/>
                  </a:lnTo>
                  <a:lnTo>
                    <a:pt x="267518" y="97816"/>
                  </a:lnTo>
                  <a:lnTo>
                    <a:pt x="265379" y="97839"/>
                  </a:lnTo>
                  <a:lnTo>
                    <a:pt x="264291" y="98417"/>
                  </a:lnTo>
                  <a:lnTo>
                    <a:pt x="263903" y="99824"/>
                  </a:lnTo>
                  <a:lnTo>
                    <a:pt x="262024" y="101278"/>
                  </a:lnTo>
                  <a:lnTo>
                    <a:pt x="262062" y="103020"/>
                  </a:lnTo>
                  <a:lnTo>
                    <a:pt x="263325" y="104785"/>
                  </a:lnTo>
                  <a:lnTo>
                    <a:pt x="263409" y="106322"/>
                  </a:lnTo>
                  <a:lnTo>
                    <a:pt x="266414" y="107882"/>
                  </a:lnTo>
                  <a:lnTo>
                    <a:pt x="266239" y="109449"/>
                  </a:lnTo>
                  <a:lnTo>
                    <a:pt x="265813" y="110180"/>
                  </a:lnTo>
                  <a:lnTo>
                    <a:pt x="264679" y="109891"/>
                  </a:lnTo>
                  <a:lnTo>
                    <a:pt x="262252" y="108536"/>
                  </a:lnTo>
                  <a:lnTo>
                    <a:pt x="259779" y="108247"/>
                  </a:lnTo>
                  <a:lnTo>
                    <a:pt x="259034" y="107623"/>
                  </a:lnTo>
                  <a:lnTo>
                    <a:pt x="258737" y="108072"/>
                  </a:lnTo>
                  <a:lnTo>
                    <a:pt x="258722" y="109114"/>
                  </a:lnTo>
                  <a:lnTo>
                    <a:pt x="257763" y="109875"/>
                  </a:lnTo>
                  <a:lnTo>
                    <a:pt x="256386" y="109951"/>
                  </a:lnTo>
                  <a:lnTo>
                    <a:pt x="254781" y="111070"/>
                  </a:lnTo>
                  <a:lnTo>
                    <a:pt x="255922" y="112820"/>
                  </a:lnTo>
                  <a:lnTo>
                    <a:pt x="255716" y="113512"/>
                  </a:lnTo>
                  <a:lnTo>
                    <a:pt x="256279" y="114349"/>
                  </a:lnTo>
                  <a:lnTo>
                    <a:pt x="258729" y="114501"/>
                  </a:lnTo>
                  <a:lnTo>
                    <a:pt x="259772" y="114281"/>
                  </a:lnTo>
                  <a:lnTo>
                    <a:pt x="259878" y="115772"/>
                  </a:lnTo>
                  <a:lnTo>
                    <a:pt x="259566" y="117263"/>
                  </a:lnTo>
                  <a:lnTo>
                    <a:pt x="258570" y="117796"/>
                  </a:lnTo>
                  <a:lnTo>
                    <a:pt x="257619" y="116426"/>
                  </a:lnTo>
                  <a:lnTo>
                    <a:pt x="252893" y="113801"/>
                  </a:lnTo>
                  <a:lnTo>
                    <a:pt x="251653" y="113550"/>
                  </a:lnTo>
                  <a:lnTo>
                    <a:pt x="251395" y="114372"/>
                  </a:lnTo>
                  <a:lnTo>
                    <a:pt x="251615" y="115445"/>
                  </a:lnTo>
                  <a:lnTo>
                    <a:pt x="250619" y="116746"/>
                  </a:lnTo>
                  <a:lnTo>
                    <a:pt x="248861" y="118450"/>
                  </a:lnTo>
                  <a:lnTo>
                    <a:pt x="247667" y="117986"/>
                  </a:lnTo>
                  <a:lnTo>
                    <a:pt x="246251" y="118389"/>
                  </a:lnTo>
                  <a:lnTo>
                    <a:pt x="245338" y="121303"/>
                  </a:lnTo>
                  <a:lnTo>
                    <a:pt x="245019" y="124217"/>
                  </a:lnTo>
                  <a:lnTo>
                    <a:pt x="246586" y="126257"/>
                  </a:lnTo>
                  <a:lnTo>
                    <a:pt x="247636" y="128942"/>
                  </a:lnTo>
                  <a:lnTo>
                    <a:pt x="249820" y="125640"/>
                  </a:lnTo>
                  <a:lnTo>
                    <a:pt x="250710" y="125260"/>
                  </a:lnTo>
                  <a:lnTo>
                    <a:pt x="250718" y="126690"/>
                  </a:lnTo>
                  <a:lnTo>
                    <a:pt x="249866" y="128174"/>
                  </a:lnTo>
                  <a:lnTo>
                    <a:pt x="249363" y="130000"/>
                  </a:lnTo>
                  <a:lnTo>
                    <a:pt x="249196" y="132062"/>
                  </a:lnTo>
                  <a:lnTo>
                    <a:pt x="247766" y="132115"/>
                  </a:lnTo>
                  <a:lnTo>
                    <a:pt x="246160" y="131841"/>
                  </a:lnTo>
                  <a:lnTo>
                    <a:pt x="245772" y="132495"/>
                  </a:lnTo>
                  <a:lnTo>
                    <a:pt x="245171" y="134032"/>
                  </a:lnTo>
                  <a:lnTo>
                    <a:pt x="245521" y="136155"/>
                  </a:lnTo>
                  <a:lnTo>
                    <a:pt x="246586" y="136954"/>
                  </a:lnTo>
                  <a:lnTo>
                    <a:pt x="249059" y="136878"/>
                  </a:lnTo>
                  <a:lnTo>
                    <a:pt x="251166" y="137030"/>
                  </a:lnTo>
                  <a:lnTo>
                    <a:pt x="253046" y="137799"/>
                  </a:lnTo>
                  <a:lnTo>
                    <a:pt x="253358" y="138445"/>
                  </a:lnTo>
                  <a:lnTo>
                    <a:pt x="251661" y="138080"/>
                  </a:lnTo>
                  <a:lnTo>
                    <a:pt x="248191" y="138278"/>
                  </a:lnTo>
                  <a:lnTo>
                    <a:pt x="246541" y="137989"/>
                  </a:lnTo>
                  <a:lnTo>
                    <a:pt x="243261" y="138187"/>
                  </a:lnTo>
                  <a:lnTo>
                    <a:pt x="240826" y="136977"/>
                  </a:lnTo>
                  <a:lnTo>
                    <a:pt x="239624" y="135767"/>
                  </a:lnTo>
                  <a:lnTo>
                    <a:pt x="237806" y="135455"/>
                  </a:lnTo>
                  <a:lnTo>
                    <a:pt x="236033" y="135942"/>
                  </a:lnTo>
                  <a:lnTo>
                    <a:pt x="235044" y="137639"/>
                  </a:lnTo>
                  <a:lnTo>
                    <a:pt x="233849" y="138050"/>
                  </a:lnTo>
                  <a:lnTo>
                    <a:pt x="231072" y="133850"/>
                  </a:lnTo>
                  <a:lnTo>
                    <a:pt x="229330" y="133568"/>
                  </a:lnTo>
                  <a:lnTo>
                    <a:pt x="228470" y="134550"/>
                  </a:lnTo>
                  <a:lnTo>
                    <a:pt x="229307" y="137182"/>
                  </a:lnTo>
                  <a:lnTo>
                    <a:pt x="228866" y="138803"/>
                  </a:lnTo>
                  <a:lnTo>
                    <a:pt x="227915" y="140013"/>
                  </a:lnTo>
                  <a:lnTo>
                    <a:pt x="226712" y="139937"/>
                  </a:lnTo>
                  <a:lnTo>
                    <a:pt x="225967" y="140447"/>
                  </a:lnTo>
                  <a:lnTo>
                    <a:pt x="226560" y="141557"/>
                  </a:lnTo>
                  <a:lnTo>
                    <a:pt x="228462" y="144380"/>
                  </a:lnTo>
                  <a:lnTo>
                    <a:pt x="230022" y="145613"/>
                  </a:lnTo>
                  <a:lnTo>
                    <a:pt x="231407" y="147325"/>
                  </a:lnTo>
                  <a:lnTo>
                    <a:pt x="232115" y="148801"/>
                  </a:lnTo>
                  <a:lnTo>
                    <a:pt x="233788" y="148732"/>
                  </a:lnTo>
                  <a:lnTo>
                    <a:pt x="234177" y="149927"/>
                  </a:lnTo>
                  <a:lnTo>
                    <a:pt x="233218" y="151662"/>
                  </a:lnTo>
                  <a:lnTo>
                    <a:pt x="233248" y="154416"/>
                  </a:lnTo>
                  <a:lnTo>
                    <a:pt x="232563" y="154560"/>
                  </a:lnTo>
                  <a:lnTo>
                    <a:pt x="231597" y="153952"/>
                  </a:lnTo>
                  <a:lnTo>
                    <a:pt x="229680" y="152255"/>
                  </a:lnTo>
                  <a:lnTo>
                    <a:pt x="228691" y="151928"/>
                  </a:lnTo>
                  <a:lnTo>
                    <a:pt x="228181" y="152415"/>
                  </a:lnTo>
                  <a:lnTo>
                    <a:pt x="228021" y="153579"/>
                  </a:lnTo>
                  <a:lnTo>
                    <a:pt x="228486" y="156622"/>
                  </a:lnTo>
                  <a:lnTo>
                    <a:pt x="227504" y="160967"/>
                  </a:lnTo>
                  <a:lnTo>
                    <a:pt x="227702" y="162237"/>
                  </a:lnTo>
                  <a:lnTo>
                    <a:pt x="227527" y="163318"/>
                  </a:lnTo>
                  <a:lnTo>
                    <a:pt x="226720" y="162534"/>
                  </a:lnTo>
                  <a:lnTo>
                    <a:pt x="225731" y="160852"/>
                  </a:lnTo>
                  <a:lnTo>
                    <a:pt x="223684" y="158243"/>
                  </a:lnTo>
                  <a:lnTo>
                    <a:pt x="221181" y="152559"/>
                  </a:lnTo>
                  <a:lnTo>
                    <a:pt x="218533" y="148709"/>
                  </a:lnTo>
                  <a:lnTo>
                    <a:pt x="217095" y="145430"/>
                  </a:lnTo>
                  <a:lnTo>
                    <a:pt x="214881" y="139260"/>
                  </a:lnTo>
                  <a:lnTo>
                    <a:pt x="213732" y="139168"/>
                  </a:lnTo>
                  <a:lnTo>
                    <a:pt x="212264" y="141824"/>
                  </a:lnTo>
                  <a:lnTo>
                    <a:pt x="210643" y="145316"/>
                  </a:lnTo>
                  <a:lnTo>
                    <a:pt x="209540" y="147035"/>
                  </a:lnTo>
                  <a:lnTo>
                    <a:pt x="206923" y="148747"/>
                  </a:lnTo>
                  <a:lnTo>
                    <a:pt x="205310" y="150482"/>
                  </a:lnTo>
                  <a:lnTo>
                    <a:pt x="203377" y="151091"/>
                  </a:lnTo>
                  <a:lnTo>
                    <a:pt x="201254" y="153069"/>
                  </a:lnTo>
                  <a:lnTo>
                    <a:pt x="199725" y="154766"/>
                  </a:lnTo>
                  <a:lnTo>
                    <a:pt x="197579" y="158722"/>
                  </a:lnTo>
                  <a:lnTo>
                    <a:pt x="197214" y="161271"/>
                  </a:lnTo>
                  <a:lnTo>
                    <a:pt x="197305" y="163957"/>
                  </a:lnTo>
                  <a:lnTo>
                    <a:pt x="198241" y="167769"/>
                  </a:lnTo>
                  <a:lnTo>
                    <a:pt x="199230" y="173308"/>
                  </a:lnTo>
                  <a:lnTo>
                    <a:pt x="200683" y="173901"/>
                  </a:lnTo>
                  <a:lnTo>
                    <a:pt x="201856" y="174837"/>
                  </a:lnTo>
                  <a:lnTo>
                    <a:pt x="201528" y="176511"/>
                  </a:lnTo>
                  <a:lnTo>
                    <a:pt x="199748" y="177569"/>
                  </a:lnTo>
                  <a:lnTo>
                    <a:pt x="194285" y="182811"/>
                  </a:lnTo>
                  <a:lnTo>
                    <a:pt x="190610" y="184683"/>
                  </a:lnTo>
                  <a:lnTo>
                    <a:pt x="189560" y="185999"/>
                  </a:lnTo>
                  <a:lnTo>
                    <a:pt x="188213" y="188776"/>
                  </a:lnTo>
                  <a:lnTo>
                    <a:pt x="186266" y="192284"/>
                  </a:lnTo>
                  <a:lnTo>
                    <a:pt x="185383" y="194498"/>
                  </a:lnTo>
                  <a:lnTo>
                    <a:pt x="183336" y="198789"/>
                  </a:lnTo>
                  <a:lnTo>
                    <a:pt x="180004" y="203582"/>
                  </a:lnTo>
                  <a:lnTo>
                    <a:pt x="176633" y="207143"/>
                  </a:lnTo>
                  <a:lnTo>
                    <a:pt x="172745" y="209997"/>
                  </a:lnTo>
                  <a:lnTo>
                    <a:pt x="170196" y="211358"/>
                  </a:lnTo>
                  <a:lnTo>
                    <a:pt x="160701" y="215345"/>
                  </a:lnTo>
                  <a:lnTo>
                    <a:pt x="155633" y="216867"/>
                  </a:lnTo>
                  <a:lnTo>
                    <a:pt x="146480" y="217978"/>
                  </a:lnTo>
                  <a:lnTo>
                    <a:pt x="142600" y="219781"/>
                  </a:lnTo>
                  <a:lnTo>
                    <a:pt x="137746" y="219195"/>
                  </a:lnTo>
                  <a:lnTo>
                    <a:pt x="132313" y="218807"/>
                  </a:lnTo>
                  <a:lnTo>
                    <a:pt x="124773" y="224833"/>
                  </a:lnTo>
                  <a:lnTo>
                    <a:pt x="118519" y="226301"/>
                  </a:lnTo>
                  <a:lnTo>
                    <a:pt x="112980" y="227405"/>
                  </a:lnTo>
                  <a:lnTo>
                    <a:pt x="110598" y="228394"/>
                  </a:lnTo>
                  <a:lnTo>
                    <a:pt x="105150" y="231871"/>
                  </a:lnTo>
                  <a:lnTo>
                    <a:pt x="101978" y="233461"/>
                  </a:lnTo>
                  <a:lnTo>
                    <a:pt x="96058" y="235242"/>
                  </a:lnTo>
                  <a:lnTo>
                    <a:pt x="93631" y="235059"/>
                  </a:lnTo>
                  <a:lnTo>
                    <a:pt x="90352" y="233423"/>
                  </a:lnTo>
                  <a:lnTo>
                    <a:pt x="87285" y="233803"/>
                  </a:lnTo>
                  <a:lnTo>
                    <a:pt x="83892" y="233568"/>
                  </a:lnTo>
                  <a:lnTo>
                    <a:pt x="81122" y="233720"/>
                  </a:lnTo>
                  <a:lnTo>
                    <a:pt x="78970" y="235074"/>
                  </a:lnTo>
                  <a:lnTo>
                    <a:pt x="66271" y="242272"/>
                  </a:lnTo>
                  <a:lnTo>
                    <a:pt x="63760" y="244235"/>
                  </a:lnTo>
                  <a:lnTo>
                    <a:pt x="61150" y="247088"/>
                  </a:lnTo>
                  <a:lnTo>
                    <a:pt x="57407" y="249728"/>
                  </a:lnTo>
                  <a:lnTo>
                    <a:pt x="54416" y="252771"/>
                  </a:lnTo>
                  <a:lnTo>
                    <a:pt x="48132" y="255945"/>
                  </a:lnTo>
                  <a:lnTo>
                    <a:pt x="41665" y="258349"/>
                  </a:lnTo>
                  <a:lnTo>
                    <a:pt x="38469" y="260350"/>
                  </a:lnTo>
                  <a:lnTo>
                    <a:pt x="36194" y="263066"/>
                  </a:lnTo>
                  <a:lnTo>
                    <a:pt x="32230" y="270370"/>
                  </a:lnTo>
                  <a:lnTo>
                    <a:pt x="31393" y="272219"/>
                  </a:lnTo>
                  <a:lnTo>
                    <a:pt x="29811" y="274144"/>
                  </a:lnTo>
                  <a:lnTo>
                    <a:pt x="27711" y="274844"/>
                  </a:lnTo>
                  <a:lnTo>
                    <a:pt x="26349" y="275468"/>
                  </a:lnTo>
                  <a:lnTo>
                    <a:pt x="26828" y="271801"/>
                  </a:lnTo>
                  <a:lnTo>
                    <a:pt x="25314" y="268544"/>
                  </a:lnTo>
                  <a:lnTo>
                    <a:pt x="26379" y="262328"/>
                  </a:lnTo>
                  <a:lnTo>
                    <a:pt x="25983" y="260471"/>
                  </a:lnTo>
                  <a:lnTo>
                    <a:pt x="23822" y="261681"/>
                  </a:lnTo>
                  <a:lnTo>
                    <a:pt x="22445" y="263005"/>
                  </a:lnTo>
                  <a:lnTo>
                    <a:pt x="18953" y="272014"/>
                  </a:lnTo>
                  <a:lnTo>
                    <a:pt x="16564" y="279036"/>
                  </a:lnTo>
                  <a:lnTo>
                    <a:pt x="18375" y="283069"/>
                  </a:lnTo>
                  <a:lnTo>
                    <a:pt x="18961" y="285412"/>
                  </a:lnTo>
                  <a:lnTo>
                    <a:pt x="18953" y="287931"/>
                  </a:lnTo>
                  <a:lnTo>
                    <a:pt x="18314" y="291553"/>
                  </a:lnTo>
                  <a:lnTo>
                    <a:pt x="18360" y="293911"/>
                  </a:lnTo>
                  <a:lnTo>
                    <a:pt x="18147" y="297053"/>
                  </a:lnTo>
                  <a:lnTo>
                    <a:pt x="13794" y="304342"/>
                  </a:lnTo>
                  <a:lnTo>
                    <a:pt x="12440" y="307515"/>
                  </a:lnTo>
                  <a:lnTo>
                    <a:pt x="10979" y="313617"/>
                  </a:lnTo>
                  <a:lnTo>
                    <a:pt x="10804" y="316448"/>
                  </a:lnTo>
                  <a:lnTo>
                    <a:pt x="10911" y="320686"/>
                  </a:lnTo>
                  <a:lnTo>
                    <a:pt x="12744" y="324398"/>
                  </a:lnTo>
                  <a:lnTo>
                    <a:pt x="14144" y="326696"/>
                  </a:lnTo>
                  <a:lnTo>
                    <a:pt x="16313" y="333346"/>
                  </a:lnTo>
                  <a:lnTo>
                    <a:pt x="18915" y="337767"/>
                  </a:lnTo>
                  <a:lnTo>
                    <a:pt x="23199" y="346677"/>
                  </a:lnTo>
                  <a:lnTo>
                    <a:pt x="27923" y="353905"/>
                  </a:lnTo>
                  <a:lnTo>
                    <a:pt x="28228" y="356674"/>
                  </a:lnTo>
                  <a:lnTo>
                    <a:pt x="27695" y="360402"/>
                  </a:lnTo>
                  <a:lnTo>
                    <a:pt x="27954" y="364260"/>
                  </a:lnTo>
                  <a:lnTo>
                    <a:pt x="27109" y="365393"/>
                  </a:lnTo>
                  <a:lnTo>
                    <a:pt x="25283" y="366725"/>
                  </a:lnTo>
                  <a:lnTo>
                    <a:pt x="23191" y="365013"/>
                  </a:lnTo>
                  <a:lnTo>
                    <a:pt x="22126" y="363529"/>
                  </a:lnTo>
                  <a:lnTo>
                    <a:pt x="20787" y="358067"/>
                  </a:lnTo>
                  <a:lnTo>
                    <a:pt x="20239" y="357755"/>
                  </a:lnTo>
                  <a:lnTo>
                    <a:pt x="19341" y="360143"/>
                  </a:lnTo>
                  <a:lnTo>
                    <a:pt x="18352" y="361186"/>
                  </a:lnTo>
                  <a:lnTo>
                    <a:pt x="17454" y="360478"/>
                  </a:lnTo>
                  <a:lnTo>
                    <a:pt x="16769" y="359573"/>
                  </a:lnTo>
                  <a:lnTo>
                    <a:pt x="16602" y="358629"/>
                  </a:lnTo>
                  <a:lnTo>
                    <a:pt x="16906" y="357503"/>
                  </a:lnTo>
                  <a:lnTo>
                    <a:pt x="17234" y="353410"/>
                  </a:lnTo>
                  <a:lnTo>
                    <a:pt x="15271" y="351074"/>
                  </a:lnTo>
                  <a:lnTo>
                    <a:pt x="13528" y="348563"/>
                  </a:lnTo>
                  <a:lnTo>
                    <a:pt x="11649" y="347947"/>
                  </a:lnTo>
                  <a:lnTo>
                    <a:pt x="10492" y="349081"/>
                  </a:lnTo>
                  <a:lnTo>
                    <a:pt x="10454" y="350641"/>
                  </a:lnTo>
                  <a:lnTo>
                    <a:pt x="12973" y="355008"/>
                  </a:lnTo>
                  <a:lnTo>
                    <a:pt x="14593" y="359740"/>
                  </a:lnTo>
                  <a:lnTo>
                    <a:pt x="17097" y="362700"/>
                  </a:lnTo>
                  <a:lnTo>
                    <a:pt x="18572" y="363461"/>
                  </a:lnTo>
                  <a:lnTo>
                    <a:pt x="20224" y="365264"/>
                  </a:lnTo>
                  <a:lnTo>
                    <a:pt x="19866" y="369258"/>
                  </a:lnTo>
                  <a:lnTo>
                    <a:pt x="18671" y="370750"/>
                  </a:lnTo>
                  <a:lnTo>
                    <a:pt x="17675" y="371511"/>
                  </a:lnTo>
                  <a:lnTo>
                    <a:pt x="14426" y="370628"/>
                  </a:lnTo>
                  <a:lnTo>
                    <a:pt x="13673" y="367752"/>
                  </a:lnTo>
                  <a:lnTo>
                    <a:pt x="11131" y="362099"/>
                  </a:lnTo>
                  <a:lnTo>
                    <a:pt x="10309" y="359908"/>
                  </a:lnTo>
                  <a:lnTo>
                    <a:pt x="9610" y="359314"/>
                  </a:lnTo>
                  <a:lnTo>
                    <a:pt x="9328" y="360395"/>
                  </a:lnTo>
                  <a:lnTo>
                    <a:pt x="9382" y="362342"/>
                  </a:lnTo>
                  <a:lnTo>
                    <a:pt x="8910" y="363180"/>
                  </a:lnTo>
                  <a:lnTo>
                    <a:pt x="8415" y="363096"/>
                  </a:lnTo>
                  <a:lnTo>
                    <a:pt x="7411" y="362076"/>
                  </a:lnTo>
                  <a:lnTo>
                    <a:pt x="6505" y="361528"/>
                  </a:lnTo>
                  <a:lnTo>
                    <a:pt x="5958" y="361719"/>
                  </a:lnTo>
                  <a:lnTo>
                    <a:pt x="6947" y="363126"/>
                  </a:lnTo>
                  <a:lnTo>
                    <a:pt x="9122" y="367295"/>
                  </a:lnTo>
                  <a:lnTo>
                    <a:pt x="17157" y="377521"/>
                  </a:lnTo>
                  <a:lnTo>
                    <a:pt x="23967" y="389437"/>
                  </a:lnTo>
                  <a:lnTo>
                    <a:pt x="25466" y="394154"/>
                  </a:lnTo>
                  <a:lnTo>
                    <a:pt x="26219" y="404532"/>
                  </a:lnTo>
                  <a:lnTo>
                    <a:pt x="26897" y="407043"/>
                  </a:lnTo>
                  <a:lnTo>
                    <a:pt x="30914" y="412209"/>
                  </a:lnTo>
                  <a:lnTo>
                    <a:pt x="34847" y="418197"/>
                  </a:lnTo>
                  <a:lnTo>
                    <a:pt x="36004" y="421180"/>
                  </a:lnTo>
                  <a:lnTo>
                    <a:pt x="35981" y="423736"/>
                  </a:lnTo>
                  <a:lnTo>
                    <a:pt x="36780" y="426163"/>
                  </a:lnTo>
                  <a:lnTo>
                    <a:pt x="41665" y="432752"/>
                  </a:lnTo>
                  <a:lnTo>
                    <a:pt x="43841" y="439828"/>
                  </a:lnTo>
                  <a:lnTo>
                    <a:pt x="44107" y="442415"/>
                  </a:lnTo>
                  <a:lnTo>
                    <a:pt x="43483" y="446858"/>
                  </a:lnTo>
                  <a:lnTo>
                    <a:pt x="44053" y="454718"/>
                  </a:lnTo>
                  <a:lnTo>
                    <a:pt x="44601" y="458994"/>
                  </a:lnTo>
                  <a:lnTo>
                    <a:pt x="46374" y="467470"/>
                  </a:lnTo>
                  <a:lnTo>
                    <a:pt x="48489" y="473587"/>
                  </a:lnTo>
                  <a:lnTo>
                    <a:pt x="50993" y="477392"/>
                  </a:lnTo>
                  <a:lnTo>
                    <a:pt x="54416" y="485852"/>
                  </a:lnTo>
                  <a:lnTo>
                    <a:pt x="59621" y="495622"/>
                  </a:lnTo>
                  <a:lnTo>
                    <a:pt x="60465" y="500453"/>
                  </a:lnTo>
                  <a:lnTo>
                    <a:pt x="60199" y="513334"/>
                  </a:lnTo>
                  <a:lnTo>
                    <a:pt x="59826" y="517534"/>
                  </a:lnTo>
                  <a:lnTo>
                    <a:pt x="58685" y="518257"/>
                  </a:lnTo>
                  <a:lnTo>
                    <a:pt x="57916" y="520030"/>
                  </a:lnTo>
                  <a:lnTo>
                    <a:pt x="59027" y="528506"/>
                  </a:lnTo>
                  <a:lnTo>
                    <a:pt x="59286" y="533345"/>
                  </a:lnTo>
                  <a:lnTo>
                    <a:pt x="57604" y="537910"/>
                  </a:lnTo>
                  <a:lnTo>
                    <a:pt x="55702" y="541965"/>
                  </a:lnTo>
                  <a:lnTo>
                    <a:pt x="52362" y="544735"/>
                  </a:lnTo>
                  <a:lnTo>
                    <a:pt x="48581" y="544826"/>
                  </a:lnTo>
                  <a:lnTo>
                    <a:pt x="46823" y="543213"/>
                  </a:lnTo>
                  <a:lnTo>
                    <a:pt x="44579" y="541562"/>
                  </a:lnTo>
                  <a:lnTo>
                    <a:pt x="44183" y="548935"/>
                  </a:lnTo>
                  <a:lnTo>
                    <a:pt x="44137" y="555265"/>
                  </a:lnTo>
                  <a:lnTo>
                    <a:pt x="44822" y="557677"/>
                  </a:lnTo>
                  <a:lnTo>
                    <a:pt x="44898" y="560522"/>
                  </a:lnTo>
                  <a:lnTo>
                    <a:pt x="47439" y="562737"/>
                  </a:lnTo>
                  <a:lnTo>
                    <a:pt x="48870" y="561877"/>
                  </a:lnTo>
                  <a:lnTo>
                    <a:pt x="50635" y="561755"/>
                  </a:lnTo>
                  <a:lnTo>
                    <a:pt x="56775" y="564890"/>
                  </a:lnTo>
                  <a:lnTo>
                    <a:pt x="60222" y="567477"/>
                  </a:lnTo>
                  <a:lnTo>
                    <a:pt x="65776" y="574431"/>
                  </a:lnTo>
                  <a:lnTo>
                    <a:pt x="70691" y="576265"/>
                  </a:lnTo>
                  <a:lnTo>
                    <a:pt x="77098" y="579430"/>
                  </a:lnTo>
                  <a:lnTo>
                    <a:pt x="84539" y="580434"/>
                  </a:lnTo>
                  <a:lnTo>
                    <a:pt x="90489" y="580617"/>
                  </a:lnTo>
                  <a:lnTo>
                    <a:pt x="99840" y="582283"/>
                  </a:lnTo>
                  <a:lnTo>
                    <a:pt x="101841" y="581690"/>
                  </a:lnTo>
                  <a:lnTo>
                    <a:pt x="105843" y="581172"/>
                  </a:lnTo>
                  <a:lnTo>
                    <a:pt x="108901" y="580092"/>
                  </a:lnTo>
                  <a:lnTo>
                    <a:pt x="111656" y="579399"/>
                  </a:lnTo>
                  <a:lnTo>
                    <a:pt x="119873" y="572940"/>
                  </a:lnTo>
                  <a:lnTo>
                    <a:pt x="127885" y="566290"/>
                  </a:lnTo>
                  <a:lnTo>
                    <a:pt x="131849" y="565765"/>
                  </a:lnTo>
                  <a:lnTo>
                    <a:pt x="135402" y="565689"/>
                  </a:lnTo>
                  <a:lnTo>
                    <a:pt x="139739" y="563422"/>
                  </a:lnTo>
                  <a:lnTo>
                    <a:pt x="143680" y="556551"/>
                  </a:lnTo>
                  <a:lnTo>
                    <a:pt x="145689" y="555022"/>
                  </a:lnTo>
                  <a:lnTo>
                    <a:pt x="148360" y="553310"/>
                  </a:lnTo>
                  <a:lnTo>
                    <a:pt x="155945" y="552306"/>
                  </a:lnTo>
                  <a:lnTo>
                    <a:pt x="160412" y="553013"/>
                  </a:lnTo>
                  <a:lnTo>
                    <a:pt x="162801" y="551902"/>
                  </a:lnTo>
                  <a:lnTo>
                    <a:pt x="168865" y="550662"/>
                  </a:lnTo>
                  <a:lnTo>
                    <a:pt x="181479" y="549521"/>
                  </a:lnTo>
                  <a:lnTo>
                    <a:pt x="188404" y="550441"/>
                  </a:lnTo>
                  <a:lnTo>
                    <a:pt x="193029" y="550289"/>
                  </a:lnTo>
                  <a:lnTo>
                    <a:pt x="195479" y="550746"/>
                  </a:lnTo>
                  <a:lnTo>
                    <a:pt x="197397" y="553751"/>
                  </a:lnTo>
                  <a:lnTo>
                    <a:pt x="210780" y="551164"/>
                  </a:lnTo>
                  <a:lnTo>
                    <a:pt x="214584" y="550982"/>
                  </a:lnTo>
                  <a:lnTo>
                    <a:pt x="216966" y="551415"/>
                  </a:lnTo>
                  <a:lnTo>
                    <a:pt x="219964" y="553660"/>
                  </a:lnTo>
                  <a:lnTo>
                    <a:pt x="223327" y="551537"/>
                  </a:lnTo>
                  <a:lnTo>
                    <a:pt x="226347" y="551818"/>
                  </a:lnTo>
                  <a:lnTo>
                    <a:pt x="229406" y="549772"/>
                  </a:lnTo>
                  <a:lnTo>
                    <a:pt x="234055" y="543639"/>
                  </a:lnTo>
                  <a:lnTo>
                    <a:pt x="236170" y="539812"/>
                  </a:lnTo>
                  <a:lnTo>
                    <a:pt x="239556" y="531755"/>
                  </a:lnTo>
                  <a:lnTo>
                    <a:pt x="242067" y="528864"/>
                  </a:lnTo>
                  <a:lnTo>
                    <a:pt x="244828" y="527425"/>
                  </a:lnTo>
                  <a:lnTo>
                    <a:pt x="248070" y="526961"/>
                  </a:lnTo>
                  <a:lnTo>
                    <a:pt x="253068" y="525508"/>
                  </a:lnTo>
                  <a:lnTo>
                    <a:pt x="263911" y="518729"/>
                  </a:lnTo>
                  <a:lnTo>
                    <a:pt x="268118" y="517268"/>
                  </a:lnTo>
                  <a:lnTo>
                    <a:pt x="270340" y="515990"/>
                  </a:lnTo>
                  <a:lnTo>
                    <a:pt x="277804" y="510732"/>
                  </a:lnTo>
                  <a:lnTo>
                    <a:pt x="282483" y="509720"/>
                  </a:lnTo>
                  <a:lnTo>
                    <a:pt x="296209" y="511082"/>
                  </a:lnTo>
                  <a:lnTo>
                    <a:pt x="302715" y="510732"/>
                  </a:lnTo>
                  <a:lnTo>
                    <a:pt x="307751" y="509910"/>
                  </a:lnTo>
                  <a:lnTo>
                    <a:pt x="315398" y="507080"/>
                  </a:lnTo>
                  <a:lnTo>
                    <a:pt x="323722" y="504950"/>
                  </a:lnTo>
                  <a:lnTo>
                    <a:pt x="333940" y="500476"/>
                  </a:lnTo>
                  <a:lnTo>
                    <a:pt x="342477" y="495850"/>
                  </a:lnTo>
                  <a:lnTo>
                    <a:pt x="347643" y="494785"/>
                  </a:lnTo>
                  <a:lnTo>
                    <a:pt x="355777" y="493971"/>
                  </a:lnTo>
                  <a:lnTo>
                    <a:pt x="367752" y="492768"/>
                  </a:lnTo>
                  <a:lnTo>
                    <a:pt x="381699" y="493392"/>
                  </a:lnTo>
                  <a:lnTo>
                    <a:pt x="385229" y="492441"/>
                  </a:lnTo>
                  <a:lnTo>
                    <a:pt x="386964" y="491597"/>
                  </a:lnTo>
                  <a:lnTo>
                    <a:pt x="389406" y="490691"/>
                  </a:lnTo>
                  <a:lnTo>
                    <a:pt x="392419" y="491323"/>
                  </a:lnTo>
                  <a:lnTo>
                    <a:pt x="394733" y="492008"/>
                  </a:lnTo>
                  <a:lnTo>
                    <a:pt x="401732" y="495698"/>
                  </a:lnTo>
                  <a:lnTo>
                    <a:pt x="412278" y="503466"/>
                  </a:lnTo>
                  <a:lnTo>
                    <a:pt x="414606" y="503793"/>
                  </a:lnTo>
                  <a:lnTo>
                    <a:pt x="421545" y="502020"/>
                  </a:lnTo>
                  <a:lnTo>
                    <a:pt x="423866" y="502196"/>
                  </a:lnTo>
                  <a:lnTo>
                    <a:pt x="433574" y="507902"/>
                  </a:lnTo>
                  <a:lnTo>
                    <a:pt x="437599" y="508024"/>
                  </a:lnTo>
                  <a:lnTo>
                    <a:pt x="440818" y="507879"/>
                  </a:lnTo>
                  <a:lnTo>
                    <a:pt x="443253" y="508495"/>
                  </a:lnTo>
                  <a:lnTo>
                    <a:pt x="445839" y="510047"/>
                  </a:lnTo>
                  <a:lnTo>
                    <a:pt x="448906" y="513639"/>
                  </a:lnTo>
                  <a:lnTo>
                    <a:pt x="455396" y="517085"/>
                  </a:lnTo>
                  <a:lnTo>
                    <a:pt x="455723" y="519870"/>
                  </a:lnTo>
                  <a:lnTo>
                    <a:pt x="455244" y="521681"/>
                  </a:lnTo>
                  <a:lnTo>
                    <a:pt x="453783" y="521750"/>
                  </a:lnTo>
                  <a:lnTo>
                    <a:pt x="452543" y="522137"/>
                  </a:lnTo>
                  <a:lnTo>
                    <a:pt x="454102" y="527973"/>
                  </a:lnTo>
                  <a:lnTo>
                    <a:pt x="456826" y="532691"/>
                  </a:lnTo>
                  <a:lnTo>
                    <a:pt x="463369" y="533330"/>
                  </a:lnTo>
                  <a:lnTo>
                    <a:pt x="465751" y="534981"/>
                  </a:lnTo>
                  <a:lnTo>
                    <a:pt x="467280" y="536845"/>
                  </a:lnTo>
                  <a:lnTo>
                    <a:pt x="468475" y="539805"/>
                  </a:lnTo>
                  <a:lnTo>
                    <a:pt x="469365" y="544438"/>
                  </a:lnTo>
                  <a:lnTo>
                    <a:pt x="472644" y="548303"/>
                  </a:lnTo>
                  <a:lnTo>
                    <a:pt x="475703" y="551605"/>
                  </a:lnTo>
                  <a:lnTo>
                    <a:pt x="476418" y="552967"/>
                  </a:lnTo>
                  <a:lnTo>
                    <a:pt x="477856" y="557646"/>
                  </a:lnTo>
                  <a:lnTo>
                    <a:pt x="478404" y="559016"/>
                  </a:lnTo>
                  <a:lnTo>
                    <a:pt x="479598" y="563650"/>
                  </a:lnTo>
                  <a:lnTo>
                    <a:pt x="481341" y="568946"/>
                  </a:lnTo>
                  <a:lnTo>
                    <a:pt x="480862" y="569486"/>
                  </a:lnTo>
                  <a:lnTo>
                    <a:pt x="479827" y="569371"/>
                  </a:lnTo>
                  <a:lnTo>
                    <a:pt x="477986" y="568025"/>
                  </a:lnTo>
                  <a:lnTo>
                    <a:pt x="476365" y="566526"/>
                  </a:lnTo>
                  <a:lnTo>
                    <a:pt x="475497" y="566761"/>
                  </a:lnTo>
                  <a:lnTo>
                    <a:pt x="474508" y="567789"/>
                  </a:lnTo>
                  <a:lnTo>
                    <a:pt x="474364" y="569059"/>
                  </a:lnTo>
                  <a:lnTo>
                    <a:pt x="475810" y="568724"/>
                  </a:lnTo>
                  <a:lnTo>
                    <a:pt x="476654" y="568907"/>
                  </a:lnTo>
                  <a:lnTo>
                    <a:pt x="478655" y="570528"/>
                  </a:lnTo>
                  <a:lnTo>
                    <a:pt x="480519" y="572415"/>
                  </a:lnTo>
                  <a:lnTo>
                    <a:pt x="481995" y="573518"/>
                  </a:lnTo>
                  <a:lnTo>
                    <a:pt x="485556" y="578220"/>
                  </a:lnTo>
                  <a:lnTo>
                    <a:pt x="486948" y="577170"/>
                  </a:lnTo>
                  <a:lnTo>
                    <a:pt x="488653" y="576234"/>
                  </a:lnTo>
                  <a:lnTo>
                    <a:pt x="491361" y="578791"/>
                  </a:lnTo>
                  <a:lnTo>
                    <a:pt x="492442" y="579300"/>
                  </a:lnTo>
                  <a:lnTo>
                    <a:pt x="493058" y="578319"/>
                  </a:lnTo>
                  <a:lnTo>
                    <a:pt x="492031" y="573731"/>
                  </a:lnTo>
                  <a:lnTo>
                    <a:pt x="491004" y="572620"/>
                  </a:lnTo>
                  <a:lnTo>
                    <a:pt x="490760" y="570992"/>
                  </a:lnTo>
                  <a:lnTo>
                    <a:pt x="492031" y="569828"/>
                  </a:lnTo>
                  <a:lnTo>
                    <a:pt x="492647" y="568436"/>
                  </a:lnTo>
                  <a:lnTo>
                    <a:pt x="495668" y="565004"/>
                  </a:lnTo>
                  <a:lnTo>
                    <a:pt x="502280" y="554755"/>
                  </a:lnTo>
                  <a:lnTo>
                    <a:pt x="504311" y="553584"/>
                  </a:lnTo>
                  <a:lnTo>
                    <a:pt x="506655" y="551339"/>
                  </a:lnTo>
                  <a:lnTo>
                    <a:pt x="509820" y="549627"/>
                  </a:lnTo>
                  <a:lnTo>
                    <a:pt x="513091" y="547596"/>
                  </a:lnTo>
                  <a:lnTo>
                    <a:pt x="515176" y="546804"/>
                  </a:lnTo>
                  <a:lnTo>
                    <a:pt x="517223" y="546386"/>
                  </a:lnTo>
                  <a:lnTo>
                    <a:pt x="519513" y="544507"/>
                  </a:lnTo>
                  <a:lnTo>
                    <a:pt x="522009" y="539424"/>
                  </a:lnTo>
                  <a:lnTo>
                    <a:pt x="523888" y="533406"/>
                  </a:lnTo>
                  <a:lnTo>
                    <a:pt x="525897" y="530758"/>
                  </a:lnTo>
                  <a:lnTo>
                    <a:pt x="528971" y="527935"/>
                  </a:lnTo>
                  <a:lnTo>
                    <a:pt x="531337" y="524017"/>
                  </a:lnTo>
                  <a:lnTo>
                    <a:pt x="531147" y="520950"/>
                  </a:lnTo>
                  <a:lnTo>
                    <a:pt x="531177" y="517823"/>
                  </a:lnTo>
                  <a:lnTo>
                    <a:pt x="532881" y="520235"/>
                  </a:lnTo>
                  <a:lnTo>
                    <a:pt x="533954" y="522685"/>
                  </a:lnTo>
                  <a:lnTo>
                    <a:pt x="535651" y="530879"/>
                  </a:lnTo>
                  <a:lnTo>
                    <a:pt x="534198" y="532683"/>
                  </a:lnTo>
                  <a:lnTo>
                    <a:pt x="532661" y="533588"/>
                  </a:lnTo>
                  <a:lnTo>
                    <a:pt x="532957" y="536464"/>
                  </a:lnTo>
                  <a:lnTo>
                    <a:pt x="533985" y="540216"/>
                  </a:lnTo>
                  <a:lnTo>
                    <a:pt x="534365" y="543221"/>
                  </a:lnTo>
                  <a:lnTo>
                    <a:pt x="531139" y="546393"/>
                  </a:lnTo>
                  <a:lnTo>
                    <a:pt x="528354" y="550381"/>
                  </a:lnTo>
                  <a:lnTo>
                    <a:pt x="525014" y="558126"/>
                  </a:lnTo>
                  <a:lnTo>
                    <a:pt x="524801" y="560469"/>
                  </a:lnTo>
                  <a:lnTo>
                    <a:pt x="524276" y="563726"/>
                  </a:lnTo>
                  <a:lnTo>
                    <a:pt x="524474" y="566594"/>
                  </a:lnTo>
                  <a:lnTo>
                    <a:pt x="524991" y="569371"/>
                  </a:lnTo>
                  <a:lnTo>
                    <a:pt x="524170" y="573678"/>
                  </a:lnTo>
                  <a:lnTo>
                    <a:pt x="522823" y="577528"/>
                  </a:lnTo>
                  <a:lnTo>
                    <a:pt x="521058" y="577627"/>
                  </a:lnTo>
                  <a:lnTo>
                    <a:pt x="519856" y="577482"/>
                  </a:lnTo>
                  <a:lnTo>
                    <a:pt x="517215" y="577825"/>
                  </a:lnTo>
                  <a:lnTo>
                    <a:pt x="514781" y="577596"/>
                  </a:lnTo>
                  <a:lnTo>
                    <a:pt x="511988" y="586011"/>
                  </a:lnTo>
                  <a:lnTo>
                    <a:pt x="513761" y="586407"/>
                  </a:lnTo>
                  <a:lnTo>
                    <a:pt x="515116" y="585928"/>
                  </a:lnTo>
                  <a:lnTo>
                    <a:pt x="517558" y="585928"/>
                  </a:lnTo>
                  <a:lnTo>
                    <a:pt x="520289" y="584421"/>
                  </a:lnTo>
                  <a:lnTo>
                    <a:pt x="524283" y="583188"/>
                  </a:lnTo>
                  <a:lnTo>
                    <a:pt x="526566" y="583622"/>
                  </a:lnTo>
                  <a:lnTo>
                    <a:pt x="529245" y="583485"/>
                  </a:lnTo>
                  <a:lnTo>
                    <a:pt x="533140" y="572712"/>
                  </a:lnTo>
                  <a:lnTo>
                    <a:pt x="534106" y="565704"/>
                  </a:lnTo>
                  <a:lnTo>
                    <a:pt x="536092" y="562562"/>
                  </a:lnTo>
                  <a:lnTo>
                    <a:pt x="536708" y="560393"/>
                  </a:lnTo>
                  <a:lnTo>
                    <a:pt x="537735" y="558339"/>
                  </a:lnTo>
                  <a:lnTo>
                    <a:pt x="539805" y="561869"/>
                  </a:lnTo>
                  <a:lnTo>
                    <a:pt x="541472" y="565301"/>
                  </a:lnTo>
                  <a:lnTo>
                    <a:pt x="545139" y="570870"/>
                  </a:lnTo>
                  <a:lnTo>
                    <a:pt x="546288" y="573647"/>
                  </a:lnTo>
                  <a:lnTo>
                    <a:pt x="546744" y="580404"/>
                  </a:lnTo>
                  <a:lnTo>
                    <a:pt x="544363" y="588240"/>
                  </a:lnTo>
                  <a:lnTo>
                    <a:pt x="542932" y="590485"/>
                  </a:lnTo>
                  <a:lnTo>
                    <a:pt x="541205" y="592440"/>
                  </a:lnTo>
                  <a:lnTo>
                    <a:pt x="539759" y="595735"/>
                  </a:lnTo>
                  <a:lnTo>
                    <a:pt x="544134" y="596572"/>
                  </a:lnTo>
                  <a:lnTo>
                    <a:pt x="546972" y="596511"/>
                  </a:lnTo>
                  <a:lnTo>
                    <a:pt x="551408" y="594114"/>
                  </a:lnTo>
                  <a:lnTo>
                    <a:pt x="552283" y="593795"/>
                  </a:lnTo>
                  <a:lnTo>
                    <a:pt x="554513" y="593757"/>
                  </a:lnTo>
                  <a:lnTo>
                    <a:pt x="555365" y="592501"/>
                  </a:lnTo>
                  <a:lnTo>
                    <a:pt x="557548" y="591307"/>
                  </a:lnTo>
                  <a:lnTo>
                    <a:pt x="559176" y="589907"/>
                  </a:lnTo>
                  <a:lnTo>
                    <a:pt x="561284" y="588804"/>
                  </a:lnTo>
                  <a:lnTo>
                    <a:pt x="563202" y="589534"/>
                  </a:lnTo>
                  <a:lnTo>
                    <a:pt x="563635" y="590166"/>
                  </a:lnTo>
                  <a:lnTo>
                    <a:pt x="564115" y="590873"/>
                  </a:lnTo>
                  <a:lnTo>
                    <a:pt x="563407" y="592426"/>
                  </a:lnTo>
                  <a:lnTo>
                    <a:pt x="563346" y="595705"/>
                  </a:lnTo>
                  <a:lnTo>
                    <a:pt x="562090" y="595347"/>
                  </a:lnTo>
                  <a:lnTo>
                    <a:pt x="560972" y="593399"/>
                  </a:lnTo>
                  <a:lnTo>
                    <a:pt x="559572" y="593901"/>
                  </a:lnTo>
                  <a:lnTo>
                    <a:pt x="558598" y="595370"/>
                  </a:lnTo>
                  <a:lnTo>
                    <a:pt x="556506" y="594906"/>
                  </a:lnTo>
                  <a:lnTo>
                    <a:pt x="556856" y="595864"/>
                  </a:lnTo>
                  <a:lnTo>
                    <a:pt x="557975" y="597744"/>
                  </a:lnTo>
                  <a:lnTo>
                    <a:pt x="562395" y="601365"/>
                  </a:lnTo>
                  <a:lnTo>
                    <a:pt x="567120" y="606166"/>
                  </a:lnTo>
                  <a:lnTo>
                    <a:pt x="568878" y="608434"/>
                  </a:lnTo>
                  <a:lnTo>
                    <a:pt x="572727" y="615670"/>
                  </a:lnTo>
                  <a:lnTo>
                    <a:pt x="575467" y="623362"/>
                  </a:lnTo>
                  <a:lnTo>
                    <a:pt x="575246" y="625637"/>
                  </a:lnTo>
                  <a:lnTo>
                    <a:pt x="573899" y="629745"/>
                  </a:lnTo>
                  <a:lnTo>
                    <a:pt x="572933" y="633922"/>
                  </a:lnTo>
                  <a:lnTo>
                    <a:pt x="573017" y="636113"/>
                  </a:lnTo>
                  <a:lnTo>
                    <a:pt x="573907" y="638891"/>
                  </a:lnTo>
                  <a:lnTo>
                    <a:pt x="575847" y="641736"/>
                  </a:lnTo>
                  <a:lnTo>
                    <a:pt x="583045" y="649505"/>
                  </a:lnTo>
                  <a:lnTo>
                    <a:pt x="586849" y="656352"/>
                  </a:lnTo>
                  <a:lnTo>
                    <a:pt x="591908" y="659905"/>
                  </a:lnTo>
                  <a:lnTo>
                    <a:pt x="600103" y="661214"/>
                  </a:lnTo>
                  <a:lnTo>
                    <a:pt x="604432" y="663786"/>
                  </a:lnTo>
                  <a:lnTo>
                    <a:pt x="608929" y="668975"/>
                  </a:lnTo>
                  <a:lnTo>
                    <a:pt x="610360" y="669416"/>
                  </a:lnTo>
                  <a:lnTo>
                    <a:pt x="612543" y="669629"/>
                  </a:lnTo>
                  <a:lnTo>
                    <a:pt x="615343" y="666472"/>
                  </a:lnTo>
                  <a:lnTo>
                    <a:pt x="619611" y="666807"/>
                  </a:lnTo>
                  <a:lnTo>
                    <a:pt x="625227" y="669941"/>
                  </a:lnTo>
                  <a:lnTo>
                    <a:pt x="628566" y="669196"/>
                  </a:lnTo>
                  <a:lnTo>
                    <a:pt x="630948" y="669584"/>
                  </a:lnTo>
                  <a:lnTo>
                    <a:pt x="634281" y="671356"/>
                  </a:lnTo>
                  <a:lnTo>
                    <a:pt x="639158" y="674864"/>
                  </a:lnTo>
                  <a:lnTo>
                    <a:pt x="644332" y="676629"/>
                  </a:lnTo>
                  <a:lnTo>
                    <a:pt x="647405" y="679284"/>
                  </a:lnTo>
                  <a:lnTo>
                    <a:pt x="649795" y="679680"/>
                  </a:lnTo>
                  <a:lnTo>
                    <a:pt x="654078" y="681407"/>
                  </a:lnTo>
                  <a:lnTo>
                    <a:pt x="657228" y="679931"/>
                  </a:lnTo>
                  <a:lnTo>
                    <a:pt x="659906" y="678075"/>
                  </a:lnTo>
                  <a:lnTo>
                    <a:pt x="666092" y="671646"/>
                  </a:lnTo>
                  <a:lnTo>
                    <a:pt x="670939" y="668549"/>
                  </a:lnTo>
                  <a:lnTo>
                    <a:pt x="673488" y="667347"/>
                  </a:lnTo>
                  <a:lnTo>
                    <a:pt x="675534" y="666814"/>
                  </a:lnTo>
                  <a:lnTo>
                    <a:pt x="678129" y="664806"/>
                  </a:lnTo>
                  <a:lnTo>
                    <a:pt x="676516" y="663390"/>
                  </a:lnTo>
                  <a:lnTo>
                    <a:pt x="674986" y="663626"/>
                  </a:lnTo>
                  <a:lnTo>
                    <a:pt x="672369" y="662827"/>
                  </a:lnTo>
                  <a:lnTo>
                    <a:pt x="673860" y="661899"/>
                  </a:lnTo>
                  <a:lnTo>
                    <a:pt x="675420" y="661207"/>
                  </a:lnTo>
                  <a:lnTo>
                    <a:pt x="682953" y="656429"/>
                  </a:lnTo>
                  <a:lnTo>
                    <a:pt x="684954" y="657844"/>
                  </a:lnTo>
                  <a:lnTo>
                    <a:pt x="686338" y="659426"/>
                  </a:lnTo>
                  <a:lnTo>
                    <a:pt x="687838" y="661595"/>
                  </a:lnTo>
                  <a:lnTo>
                    <a:pt x="686711" y="664661"/>
                  </a:lnTo>
                  <a:lnTo>
                    <a:pt x="685707" y="666106"/>
                  </a:lnTo>
                  <a:lnTo>
                    <a:pt x="683386" y="668427"/>
                  </a:lnTo>
                  <a:lnTo>
                    <a:pt x="680587" y="668519"/>
                  </a:lnTo>
                  <a:lnTo>
                    <a:pt x="679255" y="668328"/>
                  </a:lnTo>
                  <a:lnTo>
                    <a:pt x="682017" y="670931"/>
                  </a:lnTo>
                  <a:lnTo>
                    <a:pt x="684406" y="672680"/>
                  </a:lnTo>
                  <a:lnTo>
                    <a:pt x="689351" y="669500"/>
                  </a:lnTo>
                  <a:lnTo>
                    <a:pt x="690584" y="666997"/>
                  </a:lnTo>
                  <a:lnTo>
                    <a:pt x="691520" y="665544"/>
                  </a:lnTo>
                  <a:lnTo>
                    <a:pt x="693087" y="665224"/>
                  </a:lnTo>
                  <a:lnTo>
                    <a:pt x="695431" y="665711"/>
                  </a:lnTo>
                  <a:lnTo>
                    <a:pt x="696336" y="667545"/>
                  </a:lnTo>
                  <a:lnTo>
                    <a:pt x="696846" y="669782"/>
                  </a:lnTo>
                  <a:lnTo>
                    <a:pt x="695149" y="670390"/>
                  </a:lnTo>
                  <a:lnTo>
                    <a:pt x="694327" y="672049"/>
                  </a:lnTo>
                  <a:lnTo>
                    <a:pt x="693749" y="673624"/>
                  </a:lnTo>
                  <a:lnTo>
                    <a:pt x="696701" y="675648"/>
                  </a:lnTo>
                  <a:lnTo>
                    <a:pt x="698216" y="676934"/>
                  </a:lnTo>
                  <a:lnTo>
                    <a:pt x="700042" y="676903"/>
                  </a:lnTo>
                  <a:lnTo>
                    <a:pt x="702149" y="677215"/>
                  </a:lnTo>
                  <a:lnTo>
                    <a:pt x="703747" y="680190"/>
                  </a:lnTo>
                  <a:lnTo>
                    <a:pt x="705238" y="683621"/>
                  </a:lnTo>
                  <a:lnTo>
                    <a:pt x="707003" y="682670"/>
                  </a:lnTo>
                  <a:lnTo>
                    <a:pt x="708107" y="681773"/>
                  </a:lnTo>
                  <a:lnTo>
                    <a:pt x="709994" y="682632"/>
                  </a:lnTo>
                  <a:lnTo>
                    <a:pt x="712048" y="685334"/>
                  </a:lnTo>
                  <a:lnTo>
                    <a:pt x="713714" y="688400"/>
                  </a:lnTo>
                  <a:lnTo>
                    <a:pt x="713881" y="689693"/>
                  </a:lnTo>
                  <a:lnTo>
                    <a:pt x="715160" y="690287"/>
                  </a:lnTo>
                  <a:lnTo>
                    <a:pt x="716370" y="689373"/>
                  </a:lnTo>
                  <a:lnTo>
                    <a:pt x="716948" y="688080"/>
                  </a:lnTo>
                  <a:lnTo>
                    <a:pt x="716902" y="685699"/>
                  </a:lnTo>
                  <a:lnTo>
                    <a:pt x="716575" y="681940"/>
                  </a:lnTo>
                  <a:lnTo>
                    <a:pt x="715731" y="681370"/>
                  </a:lnTo>
                  <a:lnTo>
                    <a:pt x="713805" y="683408"/>
                  </a:lnTo>
                  <a:lnTo>
                    <a:pt x="712710" y="681932"/>
                  </a:lnTo>
                  <a:lnTo>
                    <a:pt x="711234" y="680365"/>
                  </a:lnTo>
                  <a:lnTo>
                    <a:pt x="711257" y="678851"/>
                  </a:lnTo>
                  <a:lnTo>
                    <a:pt x="712862" y="678097"/>
                  </a:lnTo>
                  <a:lnTo>
                    <a:pt x="714224" y="678425"/>
                  </a:lnTo>
                  <a:lnTo>
                    <a:pt x="715928" y="678425"/>
                  </a:lnTo>
                  <a:lnTo>
                    <a:pt x="724921" y="677108"/>
                  </a:lnTo>
                  <a:lnTo>
                    <a:pt x="736426" y="665049"/>
                  </a:lnTo>
                  <a:lnTo>
                    <a:pt x="741463" y="660629"/>
                  </a:lnTo>
                  <a:lnTo>
                    <a:pt x="746697" y="657349"/>
                  </a:lnTo>
                  <a:lnTo>
                    <a:pt x="752115" y="655242"/>
                  </a:lnTo>
                  <a:lnTo>
                    <a:pt x="754937" y="654565"/>
                  </a:lnTo>
                  <a:lnTo>
                    <a:pt x="769485" y="653431"/>
                  </a:lnTo>
                  <a:lnTo>
                    <a:pt x="777056" y="653796"/>
                  </a:lnTo>
                  <a:lnTo>
                    <a:pt x="780951" y="652967"/>
                  </a:lnTo>
                  <a:lnTo>
                    <a:pt x="782754" y="651856"/>
                  </a:lnTo>
                  <a:lnTo>
                    <a:pt x="785813" y="648820"/>
                  </a:lnTo>
                  <a:lnTo>
                    <a:pt x="787959" y="646963"/>
                  </a:lnTo>
                  <a:lnTo>
                    <a:pt x="790591" y="646446"/>
                  </a:lnTo>
                  <a:lnTo>
                    <a:pt x="791230" y="644179"/>
                  </a:lnTo>
                  <a:lnTo>
                    <a:pt x="791238" y="641752"/>
                  </a:lnTo>
                  <a:lnTo>
                    <a:pt x="791740" y="639218"/>
                  </a:lnTo>
                  <a:lnTo>
                    <a:pt x="790972" y="634463"/>
                  </a:lnTo>
                  <a:lnTo>
                    <a:pt x="791177" y="628216"/>
                  </a:lnTo>
                  <a:lnTo>
                    <a:pt x="791770" y="624960"/>
                  </a:lnTo>
                  <a:lnTo>
                    <a:pt x="793361" y="620387"/>
                  </a:lnTo>
                  <a:lnTo>
                    <a:pt x="794061" y="615692"/>
                  </a:lnTo>
                  <a:lnTo>
                    <a:pt x="794776" y="609042"/>
                  </a:lnTo>
                  <a:lnTo>
                    <a:pt x="795407" y="605101"/>
                  </a:lnTo>
                  <a:lnTo>
                    <a:pt x="796199" y="601502"/>
                  </a:lnTo>
                  <a:lnTo>
                    <a:pt x="798261" y="597538"/>
                  </a:lnTo>
                  <a:lnTo>
                    <a:pt x="800011" y="594974"/>
                  </a:lnTo>
                  <a:lnTo>
                    <a:pt x="804142" y="585326"/>
                  </a:lnTo>
                  <a:lnTo>
                    <a:pt x="805573" y="584375"/>
                  </a:lnTo>
                  <a:lnTo>
                    <a:pt x="806767" y="584375"/>
                  </a:lnTo>
                  <a:lnTo>
                    <a:pt x="807284" y="583790"/>
                  </a:lnTo>
                  <a:lnTo>
                    <a:pt x="807444" y="583257"/>
                  </a:lnTo>
                  <a:lnTo>
                    <a:pt x="807094" y="582869"/>
                  </a:lnTo>
                  <a:lnTo>
                    <a:pt x="806569" y="581751"/>
                  </a:lnTo>
                  <a:lnTo>
                    <a:pt x="806919" y="580845"/>
                  </a:lnTo>
                  <a:lnTo>
                    <a:pt x="808174" y="579947"/>
                  </a:lnTo>
                  <a:lnTo>
                    <a:pt x="808570" y="580290"/>
                  </a:lnTo>
                  <a:lnTo>
                    <a:pt x="809209" y="580099"/>
                  </a:lnTo>
                  <a:lnTo>
                    <a:pt x="809308" y="579605"/>
                  </a:lnTo>
                  <a:lnTo>
                    <a:pt x="808715" y="576965"/>
                  </a:lnTo>
                  <a:lnTo>
                    <a:pt x="809582" y="573267"/>
                  </a:lnTo>
                  <a:lnTo>
                    <a:pt x="810640" y="566807"/>
                  </a:lnTo>
                  <a:lnTo>
                    <a:pt x="811834" y="563908"/>
                  </a:lnTo>
                  <a:lnTo>
                    <a:pt x="812542" y="561603"/>
                  </a:lnTo>
                  <a:lnTo>
                    <a:pt x="815304" y="558141"/>
                  </a:lnTo>
                  <a:lnTo>
                    <a:pt x="818324" y="554732"/>
                  </a:lnTo>
                  <a:lnTo>
                    <a:pt x="817465" y="554367"/>
                  </a:lnTo>
                  <a:lnTo>
                    <a:pt x="816050" y="554109"/>
                  </a:lnTo>
                  <a:lnTo>
                    <a:pt x="816963" y="553295"/>
                  </a:lnTo>
                  <a:lnTo>
                    <a:pt x="817685" y="553051"/>
                  </a:lnTo>
                  <a:lnTo>
                    <a:pt x="818606" y="553591"/>
                  </a:lnTo>
                  <a:lnTo>
                    <a:pt x="819367" y="552092"/>
                  </a:lnTo>
                  <a:lnTo>
                    <a:pt x="819534" y="549741"/>
                  </a:lnTo>
                  <a:lnTo>
                    <a:pt x="820272" y="546272"/>
                  </a:lnTo>
                  <a:lnTo>
                    <a:pt x="819618" y="543251"/>
                  </a:lnTo>
                  <a:lnTo>
                    <a:pt x="821018" y="542308"/>
                  </a:lnTo>
                  <a:lnTo>
                    <a:pt x="822608" y="541737"/>
                  </a:lnTo>
                  <a:lnTo>
                    <a:pt x="823277" y="538572"/>
                  </a:lnTo>
                  <a:lnTo>
                    <a:pt x="823719" y="537301"/>
                  </a:lnTo>
                  <a:lnTo>
                    <a:pt x="824708" y="536122"/>
                  </a:lnTo>
                  <a:lnTo>
                    <a:pt x="826367" y="533604"/>
                  </a:lnTo>
                  <a:lnTo>
                    <a:pt x="827668" y="530978"/>
                  </a:lnTo>
                  <a:lnTo>
                    <a:pt x="830749" y="525972"/>
                  </a:lnTo>
                  <a:lnTo>
                    <a:pt x="833762" y="523925"/>
                  </a:lnTo>
                  <a:lnTo>
                    <a:pt x="838251" y="522343"/>
                  </a:lnTo>
                  <a:lnTo>
                    <a:pt x="838753" y="521438"/>
                  </a:lnTo>
                  <a:lnTo>
                    <a:pt x="837612" y="520882"/>
                  </a:lnTo>
                  <a:lnTo>
                    <a:pt x="837658" y="520334"/>
                  </a:lnTo>
                  <a:lnTo>
                    <a:pt x="839347" y="520334"/>
                  </a:lnTo>
                  <a:lnTo>
                    <a:pt x="840032" y="518584"/>
                  </a:lnTo>
                  <a:lnTo>
                    <a:pt x="841812" y="517291"/>
                  </a:lnTo>
                  <a:lnTo>
                    <a:pt x="844787" y="514308"/>
                  </a:lnTo>
                  <a:lnTo>
                    <a:pt x="845776" y="511569"/>
                  </a:lnTo>
                  <a:lnTo>
                    <a:pt x="846392" y="509378"/>
                  </a:lnTo>
                  <a:lnTo>
                    <a:pt x="846689" y="504425"/>
                  </a:lnTo>
                  <a:lnTo>
                    <a:pt x="851528" y="497927"/>
                  </a:lnTo>
                  <a:lnTo>
                    <a:pt x="854899" y="489155"/>
                  </a:lnTo>
                  <a:lnTo>
                    <a:pt x="855713" y="483532"/>
                  </a:lnTo>
                  <a:lnTo>
                    <a:pt x="856550" y="480496"/>
                  </a:lnTo>
                  <a:lnTo>
                    <a:pt x="857113" y="476052"/>
                  </a:lnTo>
                  <a:lnTo>
                    <a:pt x="856603" y="471426"/>
                  </a:lnTo>
                  <a:lnTo>
                    <a:pt x="856748" y="467553"/>
                  </a:lnTo>
                  <a:lnTo>
                    <a:pt x="860110" y="457723"/>
                  </a:lnTo>
                  <a:lnTo>
                    <a:pt x="860879" y="453668"/>
                  </a:lnTo>
                  <a:lnTo>
                    <a:pt x="861914" y="451066"/>
                  </a:lnTo>
                  <a:lnTo>
                    <a:pt x="863504" y="441380"/>
                  </a:lnTo>
                  <a:lnTo>
                    <a:pt x="863534" y="436359"/>
                  </a:lnTo>
                  <a:lnTo>
                    <a:pt x="865969" y="430515"/>
                  </a:lnTo>
                  <a:lnTo>
                    <a:pt x="869005" y="425760"/>
                  </a:lnTo>
                  <a:lnTo>
                    <a:pt x="869264" y="421362"/>
                  </a:lnTo>
                  <a:lnTo>
                    <a:pt x="868244" y="417984"/>
                  </a:lnTo>
                  <a:lnTo>
                    <a:pt x="868389" y="410847"/>
                  </a:lnTo>
                  <a:close/>
                  <a:moveTo>
                    <a:pt x="367768" y="38317"/>
                  </a:moveTo>
                  <a:lnTo>
                    <a:pt x="371740" y="37168"/>
                  </a:lnTo>
                  <a:lnTo>
                    <a:pt x="375696" y="38553"/>
                  </a:lnTo>
                  <a:lnTo>
                    <a:pt x="377910" y="38142"/>
                  </a:lnTo>
                  <a:lnTo>
                    <a:pt x="377834" y="37206"/>
                  </a:lnTo>
                  <a:lnTo>
                    <a:pt x="377347" y="36422"/>
                  </a:lnTo>
                  <a:lnTo>
                    <a:pt x="376541" y="35684"/>
                  </a:lnTo>
                  <a:lnTo>
                    <a:pt x="374783" y="35174"/>
                  </a:lnTo>
                  <a:lnTo>
                    <a:pt x="374220" y="33280"/>
                  </a:lnTo>
                  <a:lnTo>
                    <a:pt x="373208" y="31500"/>
                  </a:lnTo>
                  <a:lnTo>
                    <a:pt x="373025" y="29552"/>
                  </a:lnTo>
                  <a:lnTo>
                    <a:pt x="372226" y="27756"/>
                  </a:lnTo>
                  <a:lnTo>
                    <a:pt x="371283" y="27756"/>
                  </a:lnTo>
                  <a:lnTo>
                    <a:pt x="370347" y="28266"/>
                  </a:lnTo>
                  <a:lnTo>
                    <a:pt x="368247" y="30799"/>
                  </a:lnTo>
                  <a:lnTo>
                    <a:pt x="368985" y="32184"/>
                  </a:lnTo>
                  <a:lnTo>
                    <a:pt x="369206" y="34718"/>
                  </a:lnTo>
                  <a:lnTo>
                    <a:pt x="367958" y="35555"/>
                  </a:lnTo>
                  <a:lnTo>
                    <a:pt x="366527" y="35205"/>
                  </a:lnTo>
                  <a:lnTo>
                    <a:pt x="365911" y="37518"/>
                  </a:lnTo>
                  <a:lnTo>
                    <a:pt x="366626" y="38340"/>
                  </a:lnTo>
                  <a:lnTo>
                    <a:pt x="367768" y="38317"/>
                  </a:lnTo>
                  <a:close/>
                  <a:moveTo>
                    <a:pt x="4778" y="356248"/>
                  </a:moveTo>
                  <a:lnTo>
                    <a:pt x="4771" y="354605"/>
                  </a:lnTo>
                  <a:lnTo>
                    <a:pt x="4010" y="353015"/>
                  </a:lnTo>
                  <a:lnTo>
                    <a:pt x="1583" y="346068"/>
                  </a:lnTo>
                  <a:lnTo>
                    <a:pt x="822" y="346334"/>
                  </a:lnTo>
                  <a:lnTo>
                    <a:pt x="0" y="347239"/>
                  </a:lnTo>
                  <a:lnTo>
                    <a:pt x="1194" y="352261"/>
                  </a:lnTo>
                  <a:lnTo>
                    <a:pt x="5295" y="359619"/>
                  </a:lnTo>
                  <a:lnTo>
                    <a:pt x="5859" y="358645"/>
                  </a:lnTo>
                  <a:lnTo>
                    <a:pt x="5120" y="356773"/>
                  </a:lnTo>
                  <a:lnTo>
                    <a:pt x="4778" y="356248"/>
                  </a:lnTo>
                  <a:close/>
                  <a:moveTo>
                    <a:pt x="52956" y="238513"/>
                  </a:moveTo>
                  <a:lnTo>
                    <a:pt x="54196" y="236740"/>
                  </a:lnTo>
                  <a:lnTo>
                    <a:pt x="54432" y="235120"/>
                  </a:lnTo>
                  <a:lnTo>
                    <a:pt x="53945" y="234024"/>
                  </a:lnTo>
                  <a:lnTo>
                    <a:pt x="52233" y="235797"/>
                  </a:lnTo>
                  <a:lnTo>
                    <a:pt x="51251" y="237265"/>
                  </a:lnTo>
                  <a:lnTo>
                    <a:pt x="51449" y="238163"/>
                  </a:lnTo>
                  <a:lnTo>
                    <a:pt x="52956" y="238513"/>
                  </a:lnTo>
                  <a:close/>
                  <a:moveTo>
                    <a:pt x="248039" y="116860"/>
                  </a:moveTo>
                  <a:lnTo>
                    <a:pt x="248800" y="117050"/>
                  </a:lnTo>
                  <a:lnTo>
                    <a:pt x="249599" y="116426"/>
                  </a:lnTo>
                  <a:lnTo>
                    <a:pt x="249767" y="115430"/>
                  </a:lnTo>
                  <a:lnTo>
                    <a:pt x="248899" y="114425"/>
                  </a:lnTo>
                  <a:lnTo>
                    <a:pt x="248610" y="113535"/>
                  </a:lnTo>
                  <a:lnTo>
                    <a:pt x="247933" y="113474"/>
                  </a:lnTo>
                  <a:lnTo>
                    <a:pt x="247606" y="114022"/>
                  </a:lnTo>
                  <a:lnTo>
                    <a:pt x="247149" y="115079"/>
                  </a:lnTo>
                  <a:lnTo>
                    <a:pt x="248024" y="116008"/>
                  </a:lnTo>
                  <a:lnTo>
                    <a:pt x="248039" y="116860"/>
                  </a:lnTo>
                  <a:close/>
                  <a:moveTo>
                    <a:pt x="262442" y="98364"/>
                  </a:moveTo>
                  <a:lnTo>
                    <a:pt x="262328" y="97770"/>
                  </a:lnTo>
                  <a:lnTo>
                    <a:pt x="262427" y="96066"/>
                  </a:lnTo>
                  <a:lnTo>
                    <a:pt x="261613" y="95655"/>
                  </a:lnTo>
                  <a:lnTo>
                    <a:pt x="260708" y="96446"/>
                  </a:lnTo>
                  <a:lnTo>
                    <a:pt x="260152" y="98638"/>
                  </a:lnTo>
                  <a:lnTo>
                    <a:pt x="261081" y="99733"/>
                  </a:lnTo>
                  <a:lnTo>
                    <a:pt x="262442" y="98364"/>
                  </a:lnTo>
                  <a:close/>
                  <a:moveTo>
                    <a:pt x="735505" y="801379"/>
                  </a:moveTo>
                  <a:lnTo>
                    <a:pt x="734965" y="802376"/>
                  </a:lnTo>
                  <a:lnTo>
                    <a:pt x="734790" y="803274"/>
                  </a:lnTo>
                  <a:lnTo>
                    <a:pt x="734303" y="803753"/>
                  </a:lnTo>
                  <a:lnTo>
                    <a:pt x="735193" y="804385"/>
                  </a:lnTo>
                  <a:lnTo>
                    <a:pt x="735429" y="805815"/>
                  </a:lnTo>
                  <a:lnTo>
                    <a:pt x="735916" y="806059"/>
                  </a:lnTo>
                  <a:lnTo>
                    <a:pt x="737255" y="806059"/>
                  </a:lnTo>
                  <a:lnTo>
                    <a:pt x="736464" y="802482"/>
                  </a:lnTo>
                  <a:lnTo>
                    <a:pt x="735505" y="801379"/>
                  </a:lnTo>
                  <a:close/>
                  <a:moveTo>
                    <a:pt x="734645" y="807215"/>
                  </a:moveTo>
                  <a:lnTo>
                    <a:pt x="734036" y="807177"/>
                  </a:lnTo>
                  <a:lnTo>
                    <a:pt x="732972" y="808683"/>
                  </a:lnTo>
                  <a:lnTo>
                    <a:pt x="732667" y="809878"/>
                  </a:lnTo>
                  <a:lnTo>
                    <a:pt x="732210" y="810106"/>
                  </a:lnTo>
                  <a:lnTo>
                    <a:pt x="731914" y="810943"/>
                  </a:lnTo>
                  <a:lnTo>
                    <a:pt x="731450" y="811597"/>
                  </a:lnTo>
                  <a:lnTo>
                    <a:pt x="730202" y="811088"/>
                  </a:lnTo>
                  <a:lnTo>
                    <a:pt x="730209" y="811620"/>
                  </a:lnTo>
                  <a:lnTo>
                    <a:pt x="731252" y="813644"/>
                  </a:lnTo>
                  <a:lnTo>
                    <a:pt x="732911" y="813149"/>
                  </a:lnTo>
                  <a:lnTo>
                    <a:pt x="734569" y="813667"/>
                  </a:lnTo>
                  <a:lnTo>
                    <a:pt x="735574" y="810624"/>
                  </a:lnTo>
                  <a:lnTo>
                    <a:pt x="735284" y="809140"/>
                  </a:lnTo>
                  <a:lnTo>
                    <a:pt x="734645" y="807215"/>
                  </a:lnTo>
                  <a:close/>
                  <a:moveTo>
                    <a:pt x="752381" y="787904"/>
                  </a:moveTo>
                  <a:lnTo>
                    <a:pt x="750882" y="787243"/>
                  </a:lnTo>
                  <a:lnTo>
                    <a:pt x="749809" y="788612"/>
                  </a:lnTo>
                  <a:lnTo>
                    <a:pt x="749984" y="789274"/>
                  </a:lnTo>
                  <a:lnTo>
                    <a:pt x="749954" y="790765"/>
                  </a:lnTo>
                  <a:lnTo>
                    <a:pt x="750357" y="790894"/>
                  </a:lnTo>
                  <a:lnTo>
                    <a:pt x="751551" y="790636"/>
                  </a:lnTo>
                  <a:lnTo>
                    <a:pt x="751468" y="789776"/>
                  </a:lnTo>
                  <a:lnTo>
                    <a:pt x="752936" y="788939"/>
                  </a:lnTo>
                  <a:lnTo>
                    <a:pt x="752381" y="787904"/>
                  </a:lnTo>
                  <a:close/>
                  <a:moveTo>
                    <a:pt x="534274" y="598627"/>
                  </a:moveTo>
                  <a:lnTo>
                    <a:pt x="532288" y="599570"/>
                  </a:lnTo>
                  <a:lnTo>
                    <a:pt x="527175" y="598953"/>
                  </a:lnTo>
                  <a:lnTo>
                    <a:pt x="527213" y="598520"/>
                  </a:lnTo>
                  <a:lnTo>
                    <a:pt x="528004" y="596800"/>
                  </a:lnTo>
                  <a:lnTo>
                    <a:pt x="526924" y="595849"/>
                  </a:lnTo>
                  <a:lnTo>
                    <a:pt x="525760" y="595453"/>
                  </a:lnTo>
                  <a:lnTo>
                    <a:pt x="521567" y="595126"/>
                  </a:lnTo>
                  <a:lnTo>
                    <a:pt x="516394" y="596990"/>
                  </a:lnTo>
                  <a:lnTo>
                    <a:pt x="506723" y="599220"/>
                  </a:lnTo>
                  <a:lnTo>
                    <a:pt x="505445" y="600787"/>
                  </a:lnTo>
                  <a:lnTo>
                    <a:pt x="504631" y="602925"/>
                  </a:lnTo>
                  <a:lnTo>
                    <a:pt x="505673" y="604112"/>
                  </a:lnTo>
                  <a:lnTo>
                    <a:pt x="509211" y="606684"/>
                  </a:lnTo>
                  <a:lnTo>
                    <a:pt x="512574" y="607034"/>
                  </a:lnTo>
                  <a:lnTo>
                    <a:pt x="514986" y="606433"/>
                  </a:lnTo>
                  <a:lnTo>
                    <a:pt x="517588" y="606836"/>
                  </a:lnTo>
                  <a:lnTo>
                    <a:pt x="518912" y="605345"/>
                  </a:lnTo>
                  <a:lnTo>
                    <a:pt x="522595" y="606357"/>
                  </a:lnTo>
                  <a:lnTo>
                    <a:pt x="524010" y="607779"/>
                  </a:lnTo>
                  <a:lnTo>
                    <a:pt x="527038" y="606524"/>
                  </a:lnTo>
                  <a:lnTo>
                    <a:pt x="527723" y="604188"/>
                  </a:lnTo>
                  <a:lnTo>
                    <a:pt x="528765" y="603131"/>
                  </a:lnTo>
                  <a:lnTo>
                    <a:pt x="532280" y="602339"/>
                  </a:lnTo>
                  <a:lnTo>
                    <a:pt x="536047" y="603382"/>
                  </a:lnTo>
                  <a:lnTo>
                    <a:pt x="537211" y="603199"/>
                  </a:lnTo>
                  <a:lnTo>
                    <a:pt x="538428" y="601928"/>
                  </a:lnTo>
                  <a:lnTo>
                    <a:pt x="536784" y="599380"/>
                  </a:lnTo>
                  <a:lnTo>
                    <a:pt x="534274" y="598627"/>
                  </a:lnTo>
                  <a:close/>
                  <a:moveTo>
                    <a:pt x="666496" y="707847"/>
                  </a:moveTo>
                  <a:lnTo>
                    <a:pt x="665864" y="703776"/>
                  </a:lnTo>
                  <a:lnTo>
                    <a:pt x="663931" y="702179"/>
                  </a:lnTo>
                  <a:lnTo>
                    <a:pt x="662820" y="702278"/>
                  </a:lnTo>
                  <a:lnTo>
                    <a:pt x="662615" y="704332"/>
                  </a:lnTo>
                  <a:lnTo>
                    <a:pt x="661337" y="705489"/>
                  </a:lnTo>
                  <a:lnTo>
                    <a:pt x="660964" y="706539"/>
                  </a:lnTo>
                  <a:lnTo>
                    <a:pt x="661032" y="708920"/>
                  </a:lnTo>
                  <a:lnTo>
                    <a:pt x="660470" y="711134"/>
                  </a:lnTo>
                  <a:lnTo>
                    <a:pt x="661520" y="713340"/>
                  </a:lnTo>
                  <a:lnTo>
                    <a:pt x="661268" y="715570"/>
                  </a:lnTo>
                  <a:lnTo>
                    <a:pt x="661755" y="717137"/>
                  </a:lnTo>
                  <a:lnTo>
                    <a:pt x="662379" y="717023"/>
                  </a:lnTo>
                  <a:lnTo>
                    <a:pt x="664662" y="715973"/>
                  </a:lnTo>
                  <a:lnTo>
                    <a:pt x="666313" y="714413"/>
                  </a:lnTo>
                  <a:lnTo>
                    <a:pt x="666929" y="712511"/>
                  </a:lnTo>
                  <a:lnTo>
                    <a:pt x="666183" y="710297"/>
                  </a:lnTo>
                  <a:lnTo>
                    <a:pt x="666496" y="707847"/>
                  </a:lnTo>
                  <a:close/>
                  <a:moveTo>
                    <a:pt x="228204" y="51579"/>
                  </a:moveTo>
                  <a:lnTo>
                    <a:pt x="228189" y="51358"/>
                  </a:lnTo>
                  <a:lnTo>
                    <a:pt x="227709" y="51320"/>
                  </a:lnTo>
                  <a:lnTo>
                    <a:pt x="227724" y="51541"/>
                  </a:lnTo>
                  <a:lnTo>
                    <a:pt x="228204" y="5157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41" name="Freeform: Shape 40">
              <a:extLst>
                <a:ext uri="{FF2B5EF4-FFF2-40B4-BE49-F238E27FC236}">
                  <a16:creationId xmlns:a16="http://schemas.microsoft.com/office/drawing/2014/main" id="{EE5AD825-86B4-9A83-C134-9E231ABC0930}"/>
                </a:ext>
              </a:extLst>
            </p:cNvPr>
            <p:cNvSpPr/>
            <p:nvPr/>
          </p:nvSpPr>
          <p:spPr>
            <a:xfrm>
              <a:off x="8077720" y="4734484"/>
              <a:ext cx="3636" cy="4154"/>
            </a:xfrm>
            <a:custGeom>
              <a:avLst/>
              <a:gdLst>
                <a:gd name="csX0" fmla="*/ 3561 w 3636"/>
                <a:gd name="csY0" fmla="*/ 3523 h 4154"/>
                <a:gd name="csX1" fmla="*/ 3637 w 3636"/>
                <a:gd name="csY1" fmla="*/ 4154 h 4154"/>
                <a:gd name="csX2" fmla="*/ 2648 w 3636"/>
                <a:gd name="csY2" fmla="*/ 3812 h 4154"/>
                <a:gd name="csX3" fmla="*/ 1324 w 3636"/>
                <a:gd name="csY3" fmla="*/ 2465 h 4154"/>
                <a:gd name="csX4" fmla="*/ 0 w 3636"/>
                <a:gd name="csY4" fmla="*/ 1453 h 4154"/>
                <a:gd name="csX5" fmla="*/ 327 w 3636"/>
                <a:gd name="csY5" fmla="*/ 365 h 4154"/>
                <a:gd name="csX6" fmla="*/ 662 w 3636"/>
                <a:gd name="csY6" fmla="*/ 0 h 4154"/>
                <a:gd name="csX7" fmla="*/ 1986 w 3636"/>
                <a:gd name="csY7" fmla="*/ 1012 h 4154"/>
                <a:gd name="csX8" fmla="*/ 3294 w 3636"/>
                <a:gd name="csY8" fmla="*/ 2906 h 41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636" h="4154">
                  <a:moveTo>
                    <a:pt x="3561" y="3523"/>
                  </a:moveTo>
                  <a:lnTo>
                    <a:pt x="3637" y="4154"/>
                  </a:lnTo>
                  <a:lnTo>
                    <a:pt x="2648" y="3812"/>
                  </a:lnTo>
                  <a:lnTo>
                    <a:pt x="1324" y="2465"/>
                  </a:lnTo>
                  <a:lnTo>
                    <a:pt x="0" y="1453"/>
                  </a:lnTo>
                  <a:lnTo>
                    <a:pt x="327" y="365"/>
                  </a:lnTo>
                  <a:lnTo>
                    <a:pt x="662" y="0"/>
                  </a:lnTo>
                  <a:lnTo>
                    <a:pt x="1986" y="1012"/>
                  </a:lnTo>
                  <a:lnTo>
                    <a:pt x="3294" y="290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42" name="Freeform: Shape 41">
              <a:extLst>
                <a:ext uri="{FF2B5EF4-FFF2-40B4-BE49-F238E27FC236}">
                  <a16:creationId xmlns:a16="http://schemas.microsoft.com/office/drawing/2014/main" id="{6D240FF4-6EC7-05D8-6E18-38CBA1D15A48}"/>
                </a:ext>
              </a:extLst>
            </p:cNvPr>
            <p:cNvSpPr/>
            <p:nvPr/>
          </p:nvSpPr>
          <p:spPr>
            <a:xfrm>
              <a:off x="9990659" y="3382701"/>
              <a:ext cx="23328" cy="16906"/>
            </a:xfrm>
            <a:custGeom>
              <a:avLst/>
              <a:gdLst>
                <a:gd name="csX0" fmla="*/ 10051 w 23328"/>
                <a:gd name="csY0" fmla="*/ 2359 h 16906"/>
                <a:gd name="csX1" fmla="*/ 10705 w 23328"/>
                <a:gd name="csY1" fmla="*/ 2366 h 16906"/>
                <a:gd name="csX2" fmla="*/ 11002 w 23328"/>
                <a:gd name="csY2" fmla="*/ 2001 h 16906"/>
                <a:gd name="csX3" fmla="*/ 12143 w 23328"/>
                <a:gd name="csY3" fmla="*/ 2260 h 16906"/>
                <a:gd name="csX4" fmla="*/ 13863 w 23328"/>
                <a:gd name="csY4" fmla="*/ 3926 h 16906"/>
                <a:gd name="csX5" fmla="*/ 14213 w 23328"/>
                <a:gd name="csY5" fmla="*/ 4831 h 16906"/>
                <a:gd name="csX6" fmla="*/ 15392 w 23328"/>
                <a:gd name="csY6" fmla="*/ 5296 h 16906"/>
                <a:gd name="csX7" fmla="*/ 15803 w 23328"/>
                <a:gd name="csY7" fmla="*/ 6231 h 16906"/>
                <a:gd name="csX8" fmla="*/ 14434 w 23328"/>
                <a:gd name="csY8" fmla="*/ 9138 h 16906"/>
                <a:gd name="csX9" fmla="*/ 13589 w 23328"/>
                <a:gd name="csY9" fmla="*/ 9191 h 16906"/>
                <a:gd name="csX10" fmla="*/ 12957 w 23328"/>
                <a:gd name="csY10" fmla="*/ 8826 h 16906"/>
                <a:gd name="csX11" fmla="*/ 11839 w 23328"/>
                <a:gd name="csY11" fmla="*/ 9145 h 16906"/>
                <a:gd name="csX12" fmla="*/ 11185 w 23328"/>
                <a:gd name="csY12" fmla="*/ 9693 h 16906"/>
                <a:gd name="csX13" fmla="*/ 10964 w 23328"/>
                <a:gd name="csY13" fmla="*/ 10903 h 16906"/>
                <a:gd name="csX14" fmla="*/ 11002 w 23328"/>
                <a:gd name="csY14" fmla="*/ 13429 h 16906"/>
                <a:gd name="csX15" fmla="*/ 6003 w 23328"/>
                <a:gd name="csY15" fmla="*/ 13931 h 16906"/>
                <a:gd name="csX16" fmla="*/ 4854 w 23328"/>
                <a:gd name="csY16" fmla="*/ 13193 h 16906"/>
                <a:gd name="csX17" fmla="*/ 3280 w 23328"/>
                <a:gd name="csY17" fmla="*/ 7449 h 16906"/>
                <a:gd name="csX18" fmla="*/ 3599 w 23328"/>
                <a:gd name="csY18" fmla="*/ 5957 h 16906"/>
                <a:gd name="csX19" fmla="*/ 4656 w 23328"/>
                <a:gd name="csY19" fmla="*/ 5326 h 16906"/>
                <a:gd name="csX20" fmla="*/ 5562 w 23328"/>
                <a:gd name="csY20" fmla="*/ 5189 h 16906"/>
                <a:gd name="csX21" fmla="*/ 5699 w 23328"/>
                <a:gd name="csY21" fmla="*/ 8293 h 16906"/>
                <a:gd name="csX22" fmla="*/ 7030 w 23328"/>
                <a:gd name="csY22" fmla="*/ 7981 h 16906"/>
                <a:gd name="csX23" fmla="*/ 7449 w 23328"/>
                <a:gd name="csY23" fmla="*/ 5935 h 16906"/>
                <a:gd name="csX24" fmla="*/ 7540 w 23328"/>
                <a:gd name="csY24" fmla="*/ 4497 h 16906"/>
                <a:gd name="csX25" fmla="*/ 7183 w 23328"/>
                <a:gd name="csY25" fmla="*/ 3766 h 16906"/>
                <a:gd name="csX26" fmla="*/ 6277 w 23328"/>
                <a:gd name="csY26" fmla="*/ 3203 h 16906"/>
                <a:gd name="csX27" fmla="*/ 5752 w 23328"/>
                <a:gd name="csY27" fmla="*/ 2237 h 16906"/>
                <a:gd name="csX28" fmla="*/ 6506 w 23328"/>
                <a:gd name="csY28" fmla="*/ 677 h 16906"/>
                <a:gd name="csX29" fmla="*/ 7898 w 23328"/>
                <a:gd name="csY29" fmla="*/ 0 h 16906"/>
                <a:gd name="csX30" fmla="*/ 9100 w 23328"/>
                <a:gd name="csY30" fmla="*/ 2085 h 16906"/>
                <a:gd name="csX31" fmla="*/ 10051 w 23328"/>
                <a:gd name="csY31" fmla="*/ 2359 h 16906"/>
                <a:gd name="csX32" fmla="*/ 3059 w 23328"/>
                <a:gd name="csY32" fmla="*/ 9412 h 16906"/>
                <a:gd name="csX33" fmla="*/ 3173 w 23328"/>
                <a:gd name="csY33" fmla="*/ 10370 h 16906"/>
                <a:gd name="csX34" fmla="*/ 2359 w 23328"/>
                <a:gd name="csY34" fmla="*/ 10127 h 16906"/>
                <a:gd name="csX35" fmla="*/ 1727 w 23328"/>
                <a:gd name="csY35" fmla="*/ 10454 h 16906"/>
                <a:gd name="csX36" fmla="*/ 1301 w 23328"/>
                <a:gd name="csY36" fmla="*/ 11633 h 16906"/>
                <a:gd name="csX37" fmla="*/ 373 w 23328"/>
                <a:gd name="csY37" fmla="*/ 11207 h 16906"/>
                <a:gd name="csX38" fmla="*/ 0 w 23328"/>
                <a:gd name="csY38" fmla="*/ 9511 h 16906"/>
                <a:gd name="csX39" fmla="*/ 692 w 23328"/>
                <a:gd name="csY39" fmla="*/ 6969 h 16906"/>
                <a:gd name="csX40" fmla="*/ 2343 w 23328"/>
                <a:gd name="csY40" fmla="*/ 6871 h 16906"/>
                <a:gd name="csX41" fmla="*/ 3059 w 23328"/>
                <a:gd name="csY41" fmla="*/ 9412 h 16906"/>
                <a:gd name="csX42" fmla="*/ 23328 w 23328"/>
                <a:gd name="csY42" fmla="*/ 15674 h 16906"/>
                <a:gd name="csX43" fmla="*/ 23161 w 23328"/>
                <a:gd name="csY43" fmla="*/ 16686 h 16906"/>
                <a:gd name="csX44" fmla="*/ 21418 w 23328"/>
                <a:gd name="csY44" fmla="*/ 16906 h 16906"/>
                <a:gd name="csX45" fmla="*/ 20688 w 23328"/>
                <a:gd name="csY45" fmla="*/ 16008 h 16906"/>
                <a:gd name="csX46" fmla="*/ 19060 w 23328"/>
                <a:gd name="csY46" fmla="*/ 16123 h 16906"/>
                <a:gd name="csX47" fmla="*/ 18778 w 23328"/>
                <a:gd name="csY47" fmla="*/ 15674 h 16906"/>
                <a:gd name="csX48" fmla="*/ 19455 w 23328"/>
                <a:gd name="csY48" fmla="*/ 14776 h 16906"/>
                <a:gd name="csX49" fmla="*/ 20748 w 23328"/>
                <a:gd name="csY49" fmla="*/ 14213 h 16906"/>
                <a:gd name="csX50" fmla="*/ 22438 w 23328"/>
                <a:gd name="csY50" fmla="*/ 14441 h 16906"/>
                <a:gd name="csX51" fmla="*/ 23328 w 23328"/>
                <a:gd name="csY51" fmla="*/ 15674 h 169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3328" h="16906">
                  <a:moveTo>
                    <a:pt x="10051" y="2359"/>
                  </a:moveTo>
                  <a:lnTo>
                    <a:pt x="10705" y="2366"/>
                  </a:lnTo>
                  <a:lnTo>
                    <a:pt x="11002" y="2001"/>
                  </a:lnTo>
                  <a:lnTo>
                    <a:pt x="12143" y="2260"/>
                  </a:lnTo>
                  <a:lnTo>
                    <a:pt x="13863" y="3926"/>
                  </a:lnTo>
                  <a:lnTo>
                    <a:pt x="14213" y="4831"/>
                  </a:lnTo>
                  <a:lnTo>
                    <a:pt x="15392" y="5296"/>
                  </a:lnTo>
                  <a:lnTo>
                    <a:pt x="15803" y="6231"/>
                  </a:lnTo>
                  <a:lnTo>
                    <a:pt x="14434" y="9138"/>
                  </a:lnTo>
                  <a:lnTo>
                    <a:pt x="13589" y="9191"/>
                  </a:lnTo>
                  <a:lnTo>
                    <a:pt x="12957" y="8826"/>
                  </a:lnTo>
                  <a:lnTo>
                    <a:pt x="11839" y="9145"/>
                  </a:lnTo>
                  <a:lnTo>
                    <a:pt x="11185" y="9693"/>
                  </a:lnTo>
                  <a:lnTo>
                    <a:pt x="10964" y="10903"/>
                  </a:lnTo>
                  <a:lnTo>
                    <a:pt x="11002" y="13429"/>
                  </a:lnTo>
                  <a:lnTo>
                    <a:pt x="6003" y="13931"/>
                  </a:lnTo>
                  <a:lnTo>
                    <a:pt x="4854" y="13193"/>
                  </a:lnTo>
                  <a:lnTo>
                    <a:pt x="3280" y="7449"/>
                  </a:lnTo>
                  <a:lnTo>
                    <a:pt x="3599" y="5957"/>
                  </a:lnTo>
                  <a:lnTo>
                    <a:pt x="4656" y="5326"/>
                  </a:lnTo>
                  <a:lnTo>
                    <a:pt x="5562" y="5189"/>
                  </a:lnTo>
                  <a:lnTo>
                    <a:pt x="5699" y="8293"/>
                  </a:lnTo>
                  <a:lnTo>
                    <a:pt x="7030" y="7981"/>
                  </a:lnTo>
                  <a:lnTo>
                    <a:pt x="7449" y="5935"/>
                  </a:lnTo>
                  <a:lnTo>
                    <a:pt x="7540" y="4497"/>
                  </a:lnTo>
                  <a:lnTo>
                    <a:pt x="7183" y="3766"/>
                  </a:lnTo>
                  <a:lnTo>
                    <a:pt x="6277" y="3203"/>
                  </a:lnTo>
                  <a:lnTo>
                    <a:pt x="5752" y="2237"/>
                  </a:lnTo>
                  <a:lnTo>
                    <a:pt x="6506" y="677"/>
                  </a:lnTo>
                  <a:lnTo>
                    <a:pt x="7898" y="0"/>
                  </a:lnTo>
                  <a:lnTo>
                    <a:pt x="9100" y="2085"/>
                  </a:lnTo>
                  <a:lnTo>
                    <a:pt x="10051" y="2359"/>
                  </a:lnTo>
                  <a:close/>
                  <a:moveTo>
                    <a:pt x="3059" y="9412"/>
                  </a:moveTo>
                  <a:lnTo>
                    <a:pt x="3173" y="10370"/>
                  </a:lnTo>
                  <a:lnTo>
                    <a:pt x="2359" y="10127"/>
                  </a:lnTo>
                  <a:lnTo>
                    <a:pt x="1727" y="10454"/>
                  </a:lnTo>
                  <a:lnTo>
                    <a:pt x="1301" y="11633"/>
                  </a:lnTo>
                  <a:lnTo>
                    <a:pt x="373" y="11207"/>
                  </a:lnTo>
                  <a:lnTo>
                    <a:pt x="0" y="9511"/>
                  </a:lnTo>
                  <a:lnTo>
                    <a:pt x="692" y="6969"/>
                  </a:lnTo>
                  <a:lnTo>
                    <a:pt x="2343" y="6871"/>
                  </a:lnTo>
                  <a:lnTo>
                    <a:pt x="3059" y="9412"/>
                  </a:lnTo>
                  <a:close/>
                  <a:moveTo>
                    <a:pt x="23328" y="15674"/>
                  </a:moveTo>
                  <a:lnTo>
                    <a:pt x="23161" y="16686"/>
                  </a:lnTo>
                  <a:lnTo>
                    <a:pt x="21418" y="16906"/>
                  </a:lnTo>
                  <a:lnTo>
                    <a:pt x="20688" y="16008"/>
                  </a:lnTo>
                  <a:lnTo>
                    <a:pt x="19060" y="16123"/>
                  </a:lnTo>
                  <a:lnTo>
                    <a:pt x="18778" y="15674"/>
                  </a:lnTo>
                  <a:lnTo>
                    <a:pt x="19455" y="14776"/>
                  </a:lnTo>
                  <a:lnTo>
                    <a:pt x="20748" y="14213"/>
                  </a:lnTo>
                  <a:lnTo>
                    <a:pt x="22438" y="14441"/>
                  </a:lnTo>
                  <a:lnTo>
                    <a:pt x="23328" y="15674"/>
                  </a:lnTo>
                  <a:close/>
                </a:path>
              </a:pathLst>
            </a:custGeom>
            <a:solidFill>
              <a:srgbClr val="2562E8"/>
            </a:solidFill>
            <a:ln w="6168" cap="flat">
              <a:solidFill>
                <a:srgbClr val="2562E8"/>
              </a:solidFill>
              <a:prstDash val="solid"/>
              <a:miter/>
            </a:ln>
          </p:spPr>
          <p:txBody>
            <a:bodyPr/>
            <a:lstStyle/>
            <a:p>
              <a:endParaRPr lang="en-US"/>
            </a:p>
          </p:txBody>
        </p:sp>
        <p:sp>
          <p:nvSpPr>
            <p:cNvPr id="43" name="Freeform: Shape 42">
              <a:extLst>
                <a:ext uri="{FF2B5EF4-FFF2-40B4-BE49-F238E27FC236}">
                  <a16:creationId xmlns:a16="http://schemas.microsoft.com/office/drawing/2014/main" id="{88730589-66E2-BAEC-782E-022831E71998}"/>
                </a:ext>
              </a:extLst>
            </p:cNvPr>
            <p:cNvSpPr/>
            <p:nvPr/>
          </p:nvSpPr>
          <p:spPr>
            <a:xfrm>
              <a:off x="10529810" y="4022863"/>
              <a:ext cx="119553" cy="97214"/>
            </a:xfrm>
            <a:custGeom>
              <a:avLst/>
              <a:gdLst>
                <a:gd name="csX0" fmla="*/ 81252 w 119553"/>
                <a:gd name="csY0" fmla="*/ 1339 h 97214"/>
                <a:gd name="csX1" fmla="*/ 83215 w 119553"/>
                <a:gd name="csY1" fmla="*/ 2990 h 97214"/>
                <a:gd name="csX2" fmla="*/ 86616 w 119553"/>
                <a:gd name="csY2" fmla="*/ 7464 h 97214"/>
                <a:gd name="csX3" fmla="*/ 91463 w 119553"/>
                <a:gd name="csY3" fmla="*/ 14723 h 97214"/>
                <a:gd name="csX4" fmla="*/ 92650 w 119553"/>
                <a:gd name="csY4" fmla="*/ 16777 h 97214"/>
                <a:gd name="csX5" fmla="*/ 93433 w 119553"/>
                <a:gd name="csY5" fmla="*/ 19151 h 97214"/>
                <a:gd name="csX6" fmla="*/ 94111 w 119553"/>
                <a:gd name="csY6" fmla="*/ 22019 h 97214"/>
                <a:gd name="csX7" fmla="*/ 95221 w 119553"/>
                <a:gd name="csY7" fmla="*/ 24553 h 97214"/>
                <a:gd name="csX8" fmla="*/ 100136 w 119553"/>
                <a:gd name="csY8" fmla="*/ 30921 h 97214"/>
                <a:gd name="csX9" fmla="*/ 102259 w 119553"/>
                <a:gd name="csY9" fmla="*/ 33272 h 97214"/>
                <a:gd name="csX10" fmla="*/ 105721 w 119553"/>
                <a:gd name="csY10" fmla="*/ 36300 h 97214"/>
                <a:gd name="csX11" fmla="*/ 106954 w 119553"/>
                <a:gd name="csY11" fmla="*/ 36977 h 97214"/>
                <a:gd name="csX12" fmla="*/ 108567 w 119553"/>
                <a:gd name="csY12" fmla="*/ 37168 h 97214"/>
                <a:gd name="csX13" fmla="*/ 111541 w 119553"/>
                <a:gd name="csY13" fmla="*/ 37175 h 97214"/>
                <a:gd name="csX14" fmla="*/ 114281 w 119553"/>
                <a:gd name="csY14" fmla="*/ 38362 h 97214"/>
                <a:gd name="csX15" fmla="*/ 115635 w 119553"/>
                <a:gd name="csY15" fmla="*/ 39192 h 97214"/>
                <a:gd name="csX16" fmla="*/ 117035 w 119553"/>
                <a:gd name="csY16" fmla="*/ 40394 h 97214"/>
                <a:gd name="csX17" fmla="*/ 118290 w 119553"/>
                <a:gd name="csY17" fmla="*/ 41786 h 97214"/>
                <a:gd name="csX18" fmla="*/ 119554 w 119553"/>
                <a:gd name="csY18" fmla="*/ 45484 h 97214"/>
                <a:gd name="csX19" fmla="*/ 114798 w 119553"/>
                <a:gd name="csY19" fmla="*/ 44267 h 97214"/>
                <a:gd name="csX20" fmla="*/ 110005 w 119553"/>
                <a:gd name="csY20" fmla="*/ 44457 h 97214"/>
                <a:gd name="csX21" fmla="*/ 107303 w 119553"/>
                <a:gd name="csY21" fmla="*/ 45248 h 97214"/>
                <a:gd name="csX22" fmla="*/ 104671 w 119553"/>
                <a:gd name="csY22" fmla="*/ 46336 h 97214"/>
                <a:gd name="csX23" fmla="*/ 102152 w 119553"/>
                <a:gd name="csY23" fmla="*/ 47865 h 97214"/>
                <a:gd name="csX24" fmla="*/ 100578 w 119553"/>
                <a:gd name="csY24" fmla="*/ 50840 h 97214"/>
                <a:gd name="csX25" fmla="*/ 99254 w 119553"/>
                <a:gd name="csY25" fmla="*/ 57703 h 97214"/>
                <a:gd name="csX26" fmla="*/ 97313 w 119553"/>
                <a:gd name="csY26" fmla="*/ 64102 h 97214"/>
                <a:gd name="csX27" fmla="*/ 97382 w 119553"/>
                <a:gd name="csY27" fmla="*/ 67054 h 97214"/>
                <a:gd name="csX28" fmla="*/ 98226 w 119553"/>
                <a:gd name="csY28" fmla="*/ 69892 h 97214"/>
                <a:gd name="csX29" fmla="*/ 98128 w 119553"/>
                <a:gd name="csY29" fmla="*/ 71231 h 97214"/>
                <a:gd name="csX30" fmla="*/ 97245 w 119553"/>
                <a:gd name="csY30" fmla="*/ 71802 h 97214"/>
                <a:gd name="csX31" fmla="*/ 96134 w 119553"/>
                <a:gd name="csY31" fmla="*/ 73004 h 97214"/>
                <a:gd name="csX32" fmla="*/ 94651 w 119553"/>
                <a:gd name="csY32" fmla="*/ 78832 h 97214"/>
                <a:gd name="csX33" fmla="*/ 93913 w 119553"/>
                <a:gd name="csY33" fmla="*/ 79996 h 97214"/>
                <a:gd name="csX34" fmla="*/ 92962 w 119553"/>
                <a:gd name="csY34" fmla="*/ 80719 h 97214"/>
                <a:gd name="csX35" fmla="*/ 92702 w 119553"/>
                <a:gd name="csY35" fmla="*/ 80034 h 97214"/>
                <a:gd name="csX36" fmla="*/ 92764 w 119553"/>
                <a:gd name="csY36" fmla="*/ 78505 h 97214"/>
                <a:gd name="csX37" fmla="*/ 90671 w 119553"/>
                <a:gd name="csY37" fmla="*/ 77158 h 97214"/>
                <a:gd name="csX38" fmla="*/ 89568 w 119553"/>
                <a:gd name="csY38" fmla="*/ 78672 h 97214"/>
                <a:gd name="csX39" fmla="*/ 88799 w 119553"/>
                <a:gd name="csY39" fmla="*/ 81876 h 97214"/>
                <a:gd name="csX40" fmla="*/ 87270 w 119553"/>
                <a:gd name="csY40" fmla="*/ 85231 h 97214"/>
                <a:gd name="csX41" fmla="*/ 87194 w 119553"/>
                <a:gd name="csY41" fmla="*/ 85870 h 97214"/>
                <a:gd name="csX42" fmla="*/ 87575 w 119553"/>
                <a:gd name="csY42" fmla="*/ 96210 h 97214"/>
                <a:gd name="csX43" fmla="*/ 86966 w 119553"/>
                <a:gd name="csY43" fmla="*/ 96164 h 97214"/>
                <a:gd name="csX44" fmla="*/ 82591 w 119553"/>
                <a:gd name="csY44" fmla="*/ 97214 h 97214"/>
                <a:gd name="csX45" fmla="*/ 81678 w 119553"/>
                <a:gd name="csY45" fmla="*/ 96880 h 97214"/>
                <a:gd name="csX46" fmla="*/ 77934 w 119553"/>
                <a:gd name="csY46" fmla="*/ 92117 h 97214"/>
                <a:gd name="csX47" fmla="*/ 77158 w 119553"/>
                <a:gd name="csY47" fmla="*/ 91592 h 97214"/>
                <a:gd name="csX48" fmla="*/ 75546 w 119553"/>
                <a:gd name="csY48" fmla="*/ 91379 h 97214"/>
                <a:gd name="csX49" fmla="*/ 74595 w 119553"/>
                <a:gd name="csY49" fmla="*/ 90595 h 97214"/>
                <a:gd name="csX50" fmla="*/ 73826 w 119553"/>
                <a:gd name="csY50" fmla="*/ 89317 h 97214"/>
                <a:gd name="csX51" fmla="*/ 73385 w 119553"/>
                <a:gd name="csY51" fmla="*/ 88366 h 97214"/>
                <a:gd name="csX52" fmla="*/ 69512 w 119553"/>
                <a:gd name="csY52" fmla="*/ 85779 h 97214"/>
                <a:gd name="csX53" fmla="*/ 68941 w 119553"/>
                <a:gd name="csY53" fmla="*/ 84828 h 97214"/>
                <a:gd name="csX54" fmla="*/ 68857 w 119553"/>
                <a:gd name="csY54" fmla="*/ 83991 h 97214"/>
                <a:gd name="csX55" fmla="*/ 69428 w 119553"/>
                <a:gd name="csY55" fmla="*/ 83238 h 97214"/>
                <a:gd name="csX56" fmla="*/ 70083 w 119553"/>
                <a:gd name="csY56" fmla="*/ 82606 h 97214"/>
                <a:gd name="csX57" fmla="*/ 71977 w 119553"/>
                <a:gd name="csY57" fmla="*/ 81959 h 97214"/>
                <a:gd name="csX58" fmla="*/ 74184 w 119553"/>
                <a:gd name="csY58" fmla="*/ 81404 h 97214"/>
                <a:gd name="csX59" fmla="*/ 74891 w 119553"/>
                <a:gd name="csY59" fmla="*/ 81001 h 97214"/>
                <a:gd name="csX60" fmla="*/ 75249 w 119553"/>
                <a:gd name="csY60" fmla="*/ 80308 h 97214"/>
                <a:gd name="csX61" fmla="*/ 75226 w 119553"/>
                <a:gd name="csY61" fmla="*/ 79197 h 97214"/>
                <a:gd name="csX62" fmla="*/ 74868 w 119553"/>
                <a:gd name="csY62" fmla="*/ 78102 h 97214"/>
                <a:gd name="csX63" fmla="*/ 71695 w 119553"/>
                <a:gd name="csY63" fmla="*/ 76116 h 97214"/>
                <a:gd name="csX64" fmla="*/ 71346 w 119553"/>
                <a:gd name="csY64" fmla="*/ 75256 h 97214"/>
                <a:gd name="csX65" fmla="*/ 71247 w 119553"/>
                <a:gd name="csY65" fmla="*/ 74206 h 97214"/>
                <a:gd name="csX66" fmla="*/ 71421 w 119553"/>
                <a:gd name="csY66" fmla="*/ 73103 h 97214"/>
                <a:gd name="csX67" fmla="*/ 71916 w 119553"/>
                <a:gd name="csY67" fmla="*/ 72243 h 97214"/>
                <a:gd name="csX68" fmla="*/ 74503 w 119553"/>
                <a:gd name="csY68" fmla="*/ 71072 h 97214"/>
                <a:gd name="csX69" fmla="*/ 75888 w 119553"/>
                <a:gd name="csY69" fmla="*/ 69854 h 97214"/>
                <a:gd name="csX70" fmla="*/ 75028 w 119553"/>
                <a:gd name="csY70" fmla="*/ 68500 h 97214"/>
                <a:gd name="csX71" fmla="*/ 72236 w 119553"/>
                <a:gd name="csY71" fmla="*/ 65403 h 97214"/>
                <a:gd name="csX72" fmla="*/ 68918 w 119553"/>
                <a:gd name="csY72" fmla="*/ 61994 h 97214"/>
                <a:gd name="csX73" fmla="*/ 66704 w 119553"/>
                <a:gd name="csY73" fmla="*/ 61964 h 97214"/>
                <a:gd name="csX74" fmla="*/ 64156 w 119553"/>
                <a:gd name="csY74" fmla="*/ 62968 h 97214"/>
                <a:gd name="csX75" fmla="*/ 60077 w 119553"/>
                <a:gd name="csY75" fmla="*/ 65875 h 97214"/>
                <a:gd name="csX76" fmla="*/ 57825 w 119553"/>
                <a:gd name="csY76" fmla="*/ 67115 h 97214"/>
                <a:gd name="csX77" fmla="*/ 54881 w 119553"/>
                <a:gd name="csY77" fmla="*/ 69169 h 97214"/>
                <a:gd name="csX78" fmla="*/ 51677 w 119553"/>
                <a:gd name="csY78" fmla="*/ 71452 h 97214"/>
                <a:gd name="csX79" fmla="*/ 49052 w 119553"/>
                <a:gd name="csY79" fmla="*/ 73871 h 97214"/>
                <a:gd name="csX80" fmla="*/ 47417 w 119553"/>
                <a:gd name="csY80" fmla="*/ 75872 h 97214"/>
                <a:gd name="csX81" fmla="*/ 44510 w 119553"/>
                <a:gd name="csY81" fmla="*/ 76740 h 97214"/>
                <a:gd name="csX82" fmla="*/ 43026 w 119553"/>
                <a:gd name="csY82" fmla="*/ 78414 h 97214"/>
                <a:gd name="csX83" fmla="*/ 38149 w 119553"/>
                <a:gd name="csY83" fmla="*/ 83420 h 97214"/>
                <a:gd name="csX84" fmla="*/ 36780 w 119553"/>
                <a:gd name="csY84" fmla="*/ 83359 h 97214"/>
                <a:gd name="csX85" fmla="*/ 36696 w 119553"/>
                <a:gd name="csY85" fmla="*/ 80871 h 97214"/>
                <a:gd name="csX86" fmla="*/ 36764 w 119553"/>
                <a:gd name="csY86" fmla="*/ 78901 h 97214"/>
                <a:gd name="csX87" fmla="*/ 36453 w 119553"/>
                <a:gd name="csY87" fmla="*/ 77767 h 97214"/>
                <a:gd name="csX88" fmla="*/ 34870 w 119553"/>
                <a:gd name="csY88" fmla="*/ 76207 h 97214"/>
                <a:gd name="csX89" fmla="*/ 34847 w 119553"/>
                <a:gd name="csY89" fmla="*/ 75538 h 97214"/>
                <a:gd name="csX90" fmla="*/ 35273 w 119553"/>
                <a:gd name="csY90" fmla="*/ 75119 h 97214"/>
                <a:gd name="csX91" fmla="*/ 36483 w 119553"/>
                <a:gd name="csY91" fmla="*/ 75370 h 97214"/>
                <a:gd name="csX92" fmla="*/ 38043 w 119553"/>
                <a:gd name="csY92" fmla="*/ 75279 h 97214"/>
                <a:gd name="csX93" fmla="*/ 38788 w 119553"/>
                <a:gd name="csY93" fmla="*/ 74663 h 97214"/>
                <a:gd name="csX94" fmla="*/ 37122 w 119553"/>
                <a:gd name="csY94" fmla="*/ 72608 h 97214"/>
                <a:gd name="csX95" fmla="*/ 35638 w 119553"/>
                <a:gd name="csY95" fmla="*/ 71231 h 97214"/>
                <a:gd name="csX96" fmla="*/ 34383 w 119553"/>
                <a:gd name="csY96" fmla="*/ 70303 h 97214"/>
                <a:gd name="csX97" fmla="*/ 34102 w 119553"/>
                <a:gd name="csY97" fmla="*/ 69748 h 97214"/>
                <a:gd name="csX98" fmla="*/ 34102 w 119553"/>
                <a:gd name="csY98" fmla="*/ 69352 h 97214"/>
                <a:gd name="csX99" fmla="*/ 34368 w 119553"/>
                <a:gd name="csY99" fmla="*/ 68880 h 97214"/>
                <a:gd name="csX100" fmla="*/ 36514 w 119553"/>
                <a:gd name="csY100" fmla="*/ 67747 h 97214"/>
                <a:gd name="csX101" fmla="*/ 36726 w 119553"/>
                <a:gd name="csY101" fmla="*/ 66704 h 97214"/>
                <a:gd name="csX102" fmla="*/ 36582 w 119553"/>
                <a:gd name="csY102" fmla="*/ 65540 h 97214"/>
                <a:gd name="csX103" fmla="*/ 33173 w 119553"/>
                <a:gd name="csY103" fmla="*/ 63821 h 97214"/>
                <a:gd name="csX104" fmla="*/ 30624 w 119553"/>
                <a:gd name="csY104" fmla="*/ 64452 h 97214"/>
                <a:gd name="csX105" fmla="*/ 28334 w 119553"/>
                <a:gd name="csY105" fmla="*/ 62519 h 97214"/>
                <a:gd name="csX106" fmla="*/ 26866 w 119553"/>
                <a:gd name="csY106" fmla="*/ 61028 h 97214"/>
                <a:gd name="csX107" fmla="*/ 25032 w 119553"/>
                <a:gd name="csY107" fmla="*/ 59423 h 97214"/>
                <a:gd name="csX108" fmla="*/ 23396 w 119553"/>
                <a:gd name="csY108" fmla="*/ 58540 h 97214"/>
                <a:gd name="csX109" fmla="*/ 21821 w 119553"/>
                <a:gd name="csY109" fmla="*/ 56524 h 97214"/>
                <a:gd name="csX110" fmla="*/ 19090 w 119553"/>
                <a:gd name="csY110" fmla="*/ 54447 h 97214"/>
                <a:gd name="csX111" fmla="*/ 17340 w 119553"/>
                <a:gd name="csY111" fmla="*/ 53853 h 97214"/>
                <a:gd name="csX112" fmla="*/ 17363 w 119553"/>
                <a:gd name="csY112" fmla="*/ 53534 h 97214"/>
                <a:gd name="csX113" fmla="*/ 17682 w 119553"/>
                <a:gd name="csY113" fmla="*/ 53153 h 97214"/>
                <a:gd name="csX114" fmla="*/ 18413 w 119553"/>
                <a:gd name="csY114" fmla="*/ 52834 h 97214"/>
                <a:gd name="csX115" fmla="*/ 23282 w 119553"/>
                <a:gd name="csY115" fmla="*/ 52917 h 97214"/>
                <a:gd name="csX116" fmla="*/ 23876 w 119553"/>
                <a:gd name="csY116" fmla="*/ 52545 h 97214"/>
                <a:gd name="csX117" fmla="*/ 24180 w 119553"/>
                <a:gd name="csY117" fmla="*/ 51647 h 97214"/>
                <a:gd name="csX118" fmla="*/ 24842 w 119553"/>
                <a:gd name="csY118" fmla="*/ 50323 h 97214"/>
                <a:gd name="csX119" fmla="*/ 25618 w 119553"/>
                <a:gd name="csY119" fmla="*/ 48375 h 97214"/>
                <a:gd name="csX120" fmla="*/ 25557 w 119553"/>
                <a:gd name="csY120" fmla="*/ 46732 h 97214"/>
                <a:gd name="csX121" fmla="*/ 20665 w 119553"/>
                <a:gd name="csY121" fmla="*/ 44076 h 97214"/>
                <a:gd name="csX122" fmla="*/ 17119 w 119553"/>
                <a:gd name="csY122" fmla="*/ 41626 h 97214"/>
                <a:gd name="csX123" fmla="*/ 14662 w 119553"/>
                <a:gd name="csY123" fmla="*/ 38400 h 97214"/>
                <a:gd name="csX124" fmla="*/ 12995 w 119553"/>
                <a:gd name="csY124" fmla="*/ 35441 h 97214"/>
                <a:gd name="csX125" fmla="*/ 13056 w 119553"/>
                <a:gd name="csY125" fmla="*/ 34444 h 97214"/>
                <a:gd name="csX126" fmla="*/ 13536 w 119553"/>
                <a:gd name="csY126" fmla="*/ 33500 h 97214"/>
                <a:gd name="csX127" fmla="*/ 17340 w 119553"/>
                <a:gd name="csY127" fmla="*/ 30769 h 97214"/>
                <a:gd name="csX128" fmla="*/ 17599 w 119553"/>
                <a:gd name="csY128" fmla="*/ 30061 h 97214"/>
                <a:gd name="csX129" fmla="*/ 17515 w 119553"/>
                <a:gd name="csY129" fmla="*/ 29582 h 97214"/>
                <a:gd name="csX130" fmla="*/ 16153 w 119553"/>
                <a:gd name="csY130" fmla="*/ 28182 h 97214"/>
                <a:gd name="csX131" fmla="*/ 14449 w 119553"/>
                <a:gd name="csY131" fmla="*/ 26736 h 97214"/>
                <a:gd name="csX132" fmla="*/ 13916 w 119553"/>
                <a:gd name="csY132" fmla="*/ 25671 h 97214"/>
                <a:gd name="csX133" fmla="*/ 12843 w 119553"/>
                <a:gd name="csY133" fmla="*/ 25131 h 97214"/>
                <a:gd name="csX134" fmla="*/ 10804 w 119553"/>
                <a:gd name="csY134" fmla="*/ 25093 h 97214"/>
                <a:gd name="csX135" fmla="*/ 7228 w 119553"/>
                <a:gd name="csY135" fmla="*/ 23313 h 97214"/>
                <a:gd name="csX136" fmla="*/ 6467 w 119553"/>
                <a:gd name="csY136" fmla="*/ 23138 h 97214"/>
                <a:gd name="csX137" fmla="*/ 6300 w 119553"/>
                <a:gd name="csY137" fmla="*/ 22788 h 97214"/>
                <a:gd name="csX138" fmla="*/ 6475 w 119553"/>
                <a:gd name="csY138" fmla="*/ 22430 h 97214"/>
                <a:gd name="csX139" fmla="*/ 9024 w 119553"/>
                <a:gd name="csY139" fmla="*/ 21707 h 97214"/>
                <a:gd name="csX140" fmla="*/ 8985 w 119553"/>
                <a:gd name="csY140" fmla="*/ 21114 h 97214"/>
                <a:gd name="csX141" fmla="*/ 8209 w 119553"/>
                <a:gd name="csY141" fmla="*/ 20330 h 97214"/>
                <a:gd name="csX142" fmla="*/ 6772 w 119553"/>
                <a:gd name="csY142" fmla="*/ 19759 h 97214"/>
                <a:gd name="csX143" fmla="*/ 5448 w 119553"/>
                <a:gd name="csY143" fmla="*/ 18336 h 97214"/>
                <a:gd name="csX144" fmla="*/ 4991 w 119553"/>
                <a:gd name="csY144" fmla="*/ 17058 h 97214"/>
                <a:gd name="csX145" fmla="*/ 9594 w 119553"/>
                <a:gd name="csY145" fmla="*/ 13315 h 97214"/>
                <a:gd name="csX146" fmla="*/ 10956 w 119553"/>
                <a:gd name="csY146" fmla="*/ 12562 h 97214"/>
                <a:gd name="csX147" fmla="*/ 13969 w 119553"/>
                <a:gd name="csY147" fmla="*/ 13254 h 97214"/>
                <a:gd name="csX148" fmla="*/ 20231 w 119553"/>
                <a:gd name="csY148" fmla="*/ 15742 h 97214"/>
                <a:gd name="csX149" fmla="*/ 19805 w 119553"/>
                <a:gd name="csY149" fmla="*/ 17119 h 97214"/>
                <a:gd name="csX150" fmla="*/ 20436 w 119553"/>
                <a:gd name="csY150" fmla="*/ 17895 h 97214"/>
                <a:gd name="csX151" fmla="*/ 21875 w 119553"/>
                <a:gd name="csY151" fmla="*/ 18945 h 97214"/>
                <a:gd name="csX152" fmla="*/ 24636 w 119553"/>
                <a:gd name="csY152" fmla="*/ 20010 h 97214"/>
                <a:gd name="csX153" fmla="*/ 26972 w 119553"/>
                <a:gd name="csY153" fmla="*/ 20558 h 97214"/>
                <a:gd name="csX154" fmla="*/ 28152 w 119553"/>
                <a:gd name="csY154" fmla="*/ 20086 h 97214"/>
                <a:gd name="csX155" fmla="*/ 29947 w 119553"/>
                <a:gd name="csY155" fmla="*/ 19691 h 97214"/>
                <a:gd name="csX156" fmla="*/ 32283 w 119553"/>
                <a:gd name="csY156" fmla="*/ 20924 h 97214"/>
                <a:gd name="csX157" fmla="*/ 34436 w 119553"/>
                <a:gd name="csY157" fmla="*/ 22483 h 97214"/>
                <a:gd name="csX158" fmla="*/ 35509 w 119553"/>
                <a:gd name="csY158" fmla="*/ 23115 h 97214"/>
                <a:gd name="csX159" fmla="*/ 36087 w 119553"/>
                <a:gd name="csY159" fmla="*/ 23305 h 97214"/>
                <a:gd name="csX160" fmla="*/ 37723 w 119553"/>
                <a:gd name="csY160" fmla="*/ 22788 h 97214"/>
                <a:gd name="csX161" fmla="*/ 39686 w 119553"/>
                <a:gd name="csY161" fmla="*/ 20779 h 97214"/>
                <a:gd name="csX162" fmla="*/ 40462 w 119553"/>
                <a:gd name="csY162" fmla="*/ 18352 h 97214"/>
                <a:gd name="csX163" fmla="*/ 40675 w 119553"/>
                <a:gd name="csY163" fmla="*/ 17180 h 97214"/>
                <a:gd name="csX164" fmla="*/ 39534 w 119553"/>
                <a:gd name="csY164" fmla="*/ 15567 h 97214"/>
                <a:gd name="csX165" fmla="*/ 37175 w 119553"/>
                <a:gd name="csY165" fmla="*/ 13817 h 97214"/>
                <a:gd name="csX166" fmla="*/ 34535 w 119553"/>
                <a:gd name="csY166" fmla="*/ 12280 h 97214"/>
                <a:gd name="csX167" fmla="*/ 32838 w 119553"/>
                <a:gd name="csY167" fmla="*/ 10918 h 97214"/>
                <a:gd name="csX168" fmla="*/ 31750 w 119553"/>
                <a:gd name="csY168" fmla="*/ 8232 h 97214"/>
                <a:gd name="csX169" fmla="*/ 30655 w 119553"/>
                <a:gd name="csY169" fmla="*/ 7936 h 97214"/>
                <a:gd name="csX170" fmla="*/ 30381 w 119553"/>
                <a:gd name="csY170" fmla="*/ 7586 h 97214"/>
                <a:gd name="csX171" fmla="*/ 30198 w 119553"/>
                <a:gd name="csY171" fmla="*/ 6665 h 97214"/>
                <a:gd name="csX172" fmla="*/ 30244 w 119553"/>
                <a:gd name="csY172" fmla="*/ 5387 h 97214"/>
                <a:gd name="csX173" fmla="*/ 30617 w 119553"/>
                <a:gd name="csY173" fmla="*/ 4398 h 97214"/>
                <a:gd name="csX174" fmla="*/ 31690 w 119553"/>
                <a:gd name="csY174" fmla="*/ 3972 h 97214"/>
                <a:gd name="csX175" fmla="*/ 32770 w 119553"/>
                <a:gd name="csY175" fmla="*/ 3819 h 97214"/>
                <a:gd name="csX176" fmla="*/ 33744 w 119553"/>
                <a:gd name="csY176" fmla="*/ 2876 h 97214"/>
                <a:gd name="csX177" fmla="*/ 34969 w 119553"/>
                <a:gd name="csY177" fmla="*/ 1027 h 97214"/>
                <a:gd name="csX178" fmla="*/ 35486 w 119553"/>
                <a:gd name="csY178" fmla="*/ 0 h 97214"/>
                <a:gd name="csX179" fmla="*/ 37784 w 119553"/>
                <a:gd name="csY179" fmla="*/ 586 h 97214"/>
                <a:gd name="csX180" fmla="*/ 38096 w 119553"/>
                <a:gd name="csY180" fmla="*/ 2244 h 97214"/>
                <a:gd name="csX181" fmla="*/ 38507 w 119553"/>
                <a:gd name="csY181" fmla="*/ 2595 h 97214"/>
                <a:gd name="csX182" fmla="*/ 39458 w 119553"/>
                <a:gd name="csY182" fmla="*/ 2397 h 97214"/>
                <a:gd name="csX183" fmla="*/ 41040 w 119553"/>
                <a:gd name="csY183" fmla="*/ 1704 h 97214"/>
                <a:gd name="csX184" fmla="*/ 42304 w 119553"/>
                <a:gd name="csY184" fmla="*/ 2237 h 97214"/>
                <a:gd name="csX185" fmla="*/ 43932 w 119553"/>
                <a:gd name="csY185" fmla="*/ 4207 h 97214"/>
                <a:gd name="csX186" fmla="*/ 46176 w 119553"/>
                <a:gd name="csY186" fmla="*/ 6285 h 97214"/>
                <a:gd name="csX187" fmla="*/ 47394 w 119553"/>
                <a:gd name="csY187" fmla="*/ 7684 h 97214"/>
                <a:gd name="csX188" fmla="*/ 47873 w 119553"/>
                <a:gd name="csY188" fmla="*/ 8643 h 97214"/>
                <a:gd name="csX189" fmla="*/ 49022 w 119553"/>
                <a:gd name="csY189" fmla="*/ 9579 h 97214"/>
                <a:gd name="csX190" fmla="*/ 50704 w 119553"/>
                <a:gd name="csY190" fmla="*/ 10675 h 97214"/>
                <a:gd name="csX191" fmla="*/ 52042 w 119553"/>
                <a:gd name="csY191" fmla="*/ 12394 h 97214"/>
                <a:gd name="csX192" fmla="*/ 53237 w 119553"/>
                <a:gd name="csY192" fmla="*/ 16381 h 97214"/>
                <a:gd name="csX193" fmla="*/ 54447 w 119553"/>
                <a:gd name="csY193" fmla="*/ 17302 h 97214"/>
                <a:gd name="csX194" fmla="*/ 58776 w 119553"/>
                <a:gd name="csY194" fmla="*/ 18816 h 97214"/>
                <a:gd name="csX195" fmla="*/ 60298 w 119553"/>
                <a:gd name="csY195" fmla="*/ 19128 h 97214"/>
                <a:gd name="csX196" fmla="*/ 64551 w 119553"/>
                <a:gd name="csY196" fmla="*/ 19660 h 97214"/>
                <a:gd name="csX197" fmla="*/ 66050 w 119553"/>
                <a:gd name="csY197" fmla="*/ 19280 h 97214"/>
                <a:gd name="csX198" fmla="*/ 68241 w 119553"/>
                <a:gd name="csY198" fmla="*/ 15848 h 97214"/>
                <a:gd name="csX199" fmla="*/ 70212 w 119553"/>
                <a:gd name="csY199" fmla="*/ 12311 h 97214"/>
                <a:gd name="csX200" fmla="*/ 72053 w 119553"/>
                <a:gd name="csY200" fmla="*/ 11573 h 97214"/>
                <a:gd name="csX201" fmla="*/ 75378 w 119553"/>
                <a:gd name="csY201" fmla="*/ 9861 h 97214"/>
                <a:gd name="csX202" fmla="*/ 77372 w 119553"/>
                <a:gd name="csY202" fmla="*/ 8240 h 97214"/>
                <a:gd name="csX203" fmla="*/ 78208 w 119553"/>
                <a:gd name="csY203" fmla="*/ 6490 h 97214"/>
                <a:gd name="csX204" fmla="*/ 80088 w 119553"/>
                <a:gd name="csY204" fmla="*/ 3188 h 97214"/>
                <a:gd name="csX205" fmla="*/ 81252 w 119553"/>
                <a:gd name="csY205" fmla="*/ 1339 h 97214"/>
                <a:gd name="csX206" fmla="*/ 16754 w 119553"/>
                <a:gd name="csY206" fmla="*/ 36087 h 97214"/>
                <a:gd name="csX207" fmla="*/ 16967 w 119553"/>
                <a:gd name="csY207" fmla="*/ 35159 h 97214"/>
                <a:gd name="csX208" fmla="*/ 16366 w 119553"/>
                <a:gd name="csY208" fmla="*/ 34741 h 97214"/>
                <a:gd name="csX209" fmla="*/ 15734 w 119553"/>
                <a:gd name="csY209" fmla="*/ 34718 h 97214"/>
                <a:gd name="csX210" fmla="*/ 15186 w 119553"/>
                <a:gd name="csY210" fmla="*/ 35182 h 97214"/>
                <a:gd name="csX211" fmla="*/ 15186 w 119553"/>
                <a:gd name="csY211" fmla="*/ 36338 h 97214"/>
                <a:gd name="csX212" fmla="*/ 15948 w 119553"/>
                <a:gd name="csY212" fmla="*/ 36544 h 97214"/>
                <a:gd name="csX213" fmla="*/ 16754 w 119553"/>
                <a:gd name="csY213" fmla="*/ 36087 h 97214"/>
                <a:gd name="csX214" fmla="*/ 5463 w 119553"/>
                <a:gd name="csY214" fmla="*/ 24530 h 97214"/>
                <a:gd name="csX215" fmla="*/ 4999 w 119553"/>
                <a:gd name="csY215" fmla="*/ 24849 h 97214"/>
                <a:gd name="csX216" fmla="*/ 4291 w 119553"/>
                <a:gd name="csY216" fmla="*/ 24530 h 97214"/>
                <a:gd name="csX217" fmla="*/ 4078 w 119553"/>
                <a:gd name="csY217" fmla="*/ 23815 h 97214"/>
                <a:gd name="csX218" fmla="*/ 4131 w 119553"/>
                <a:gd name="csY218" fmla="*/ 23061 h 97214"/>
                <a:gd name="csX219" fmla="*/ 4832 w 119553"/>
                <a:gd name="csY219" fmla="*/ 22887 h 97214"/>
                <a:gd name="csX220" fmla="*/ 5402 w 119553"/>
                <a:gd name="csY220" fmla="*/ 23099 h 97214"/>
                <a:gd name="csX221" fmla="*/ 5562 w 119553"/>
                <a:gd name="csY221" fmla="*/ 23777 h 97214"/>
                <a:gd name="csX222" fmla="*/ 5463 w 119553"/>
                <a:gd name="csY222" fmla="*/ 24530 h 97214"/>
                <a:gd name="csX223" fmla="*/ 28753 w 119553"/>
                <a:gd name="csY223" fmla="*/ 84173 h 97214"/>
                <a:gd name="csX224" fmla="*/ 24636 w 119553"/>
                <a:gd name="csY224" fmla="*/ 83352 h 97214"/>
                <a:gd name="csX225" fmla="*/ 17234 w 119553"/>
                <a:gd name="csY225" fmla="*/ 81579 h 97214"/>
                <a:gd name="csX226" fmla="*/ 15194 w 119553"/>
                <a:gd name="csY226" fmla="*/ 80666 h 97214"/>
                <a:gd name="csX227" fmla="*/ 13269 w 119553"/>
                <a:gd name="csY227" fmla="*/ 78208 h 97214"/>
                <a:gd name="csX228" fmla="*/ 12121 w 119553"/>
                <a:gd name="csY228" fmla="*/ 77021 h 97214"/>
                <a:gd name="csX229" fmla="*/ 10424 w 119553"/>
                <a:gd name="csY229" fmla="*/ 75500 h 97214"/>
                <a:gd name="csX230" fmla="*/ 9024 w 119553"/>
                <a:gd name="csY230" fmla="*/ 74921 h 97214"/>
                <a:gd name="csX231" fmla="*/ 7966 w 119553"/>
                <a:gd name="csY231" fmla="*/ 73856 h 97214"/>
                <a:gd name="csX232" fmla="*/ 7365 w 119553"/>
                <a:gd name="csY232" fmla="*/ 72281 h 97214"/>
                <a:gd name="csX233" fmla="*/ 6475 w 119553"/>
                <a:gd name="csY233" fmla="*/ 70866 h 97214"/>
                <a:gd name="csX234" fmla="*/ 4953 w 119553"/>
                <a:gd name="csY234" fmla="*/ 69200 h 97214"/>
                <a:gd name="csX235" fmla="*/ 1491 w 119553"/>
                <a:gd name="csY235" fmla="*/ 63531 h 97214"/>
                <a:gd name="csX236" fmla="*/ 1042 w 119553"/>
                <a:gd name="csY236" fmla="*/ 62938 h 97214"/>
                <a:gd name="csX237" fmla="*/ 320 w 119553"/>
                <a:gd name="csY237" fmla="*/ 61994 h 97214"/>
                <a:gd name="csX238" fmla="*/ 0 w 119553"/>
                <a:gd name="csY238" fmla="*/ 61469 h 97214"/>
                <a:gd name="csX239" fmla="*/ 2107 w 119553"/>
                <a:gd name="csY239" fmla="*/ 61036 h 97214"/>
                <a:gd name="csX240" fmla="*/ 5615 w 119553"/>
                <a:gd name="csY240" fmla="*/ 59765 h 97214"/>
                <a:gd name="csX241" fmla="*/ 6574 w 119553"/>
                <a:gd name="csY241" fmla="*/ 60381 h 97214"/>
                <a:gd name="csX242" fmla="*/ 7601 w 119553"/>
                <a:gd name="csY242" fmla="*/ 61667 h 97214"/>
                <a:gd name="csX243" fmla="*/ 8118 w 119553"/>
                <a:gd name="csY243" fmla="*/ 62771 h 97214"/>
                <a:gd name="csX244" fmla="*/ 8209 w 119553"/>
                <a:gd name="csY244" fmla="*/ 64810 h 97214"/>
                <a:gd name="csX245" fmla="*/ 8628 w 119553"/>
                <a:gd name="csY245" fmla="*/ 65137 h 97214"/>
                <a:gd name="csX246" fmla="*/ 10340 w 119553"/>
                <a:gd name="csY246" fmla="*/ 64452 h 97214"/>
                <a:gd name="csX247" fmla="*/ 11108 w 119553"/>
                <a:gd name="csY247" fmla="*/ 65274 h 97214"/>
                <a:gd name="csX248" fmla="*/ 12425 w 119553"/>
                <a:gd name="csY248" fmla="*/ 66255 h 97214"/>
                <a:gd name="csX249" fmla="*/ 14707 w 119553"/>
                <a:gd name="csY249" fmla="*/ 67229 h 97214"/>
                <a:gd name="csX250" fmla="*/ 17994 w 119553"/>
                <a:gd name="csY250" fmla="*/ 65700 h 97214"/>
                <a:gd name="csX251" fmla="*/ 19630 w 119553"/>
                <a:gd name="csY251" fmla="*/ 65304 h 97214"/>
                <a:gd name="csX252" fmla="*/ 20977 w 119553"/>
                <a:gd name="csY252" fmla="*/ 65335 h 97214"/>
                <a:gd name="csX253" fmla="*/ 21707 w 119553"/>
                <a:gd name="csY253" fmla="*/ 65814 h 97214"/>
                <a:gd name="csX254" fmla="*/ 21966 w 119553"/>
                <a:gd name="csY254" fmla="*/ 67397 h 97214"/>
                <a:gd name="csX255" fmla="*/ 21700 w 119553"/>
                <a:gd name="csY255" fmla="*/ 69352 h 97214"/>
                <a:gd name="csX256" fmla="*/ 21319 w 119553"/>
                <a:gd name="csY256" fmla="*/ 70425 h 97214"/>
                <a:gd name="csX257" fmla="*/ 22012 w 119553"/>
                <a:gd name="csY257" fmla="*/ 71201 h 97214"/>
                <a:gd name="csX258" fmla="*/ 24705 w 119553"/>
                <a:gd name="csY258" fmla="*/ 73080 h 97214"/>
                <a:gd name="csX259" fmla="*/ 25823 w 119553"/>
                <a:gd name="csY259" fmla="*/ 74122 h 97214"/>
                <a:gd name="csX260" fmla="*/ 25283 w 119553"/>
                <a:gd name="csY260" fmla="*/ 75926 h 97214"/>
                <a:gd name="csX261" fmla="*/ 27292 w 119553"/>
                <a:gd name="csY261" fmla="*/ 80331 h 97214"/>
                <a:gd name="csX262" fmla="*/ 27969 w 119553"/>
                <a:gd name="csY262" fmla="*/ 82043 h 97214"/>
                <a:gd name="csX263" fmla="*/ 28753 w 119553"/>
                <a:gd name="csY263" fmla="*/ 84173 h 97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Lst>
              <a:rect l="l" t="t" r="r" b="b"/>
              <a:pathLst>
                <a:path w="119553" h="97214">
                  <a:moveTo>
                    <a:pt x="81252" y="1339"/>
                  </a:moveTo>
                  <a:lnTo>
                    <a:pt x="83215" y="2990"/>
                  </a:lnTo>
                  <a:lnTo>
                    <a:pt x="86616" y="7464"/>
                  </a:lnTo>
                  <a:lnTo>
                    <a:pt x="91463" y="14723"/>
                  </a:lnTo>
                  <a:lnTo>
                    <a:pt x="92650" y="16777"/>
                  </a:lnTo>
                  <a:lnTo>
                    <a:pt x="93433" y="19151"/>
                  </a:lnTo>
                  <a:lnTo>
                    <a:pt x="94111" y="22019"/>
                  </a:lnTo>
                  <a:lnTo>
                    <a:pt x="95221" y="24553"/>
                  </a:lnTo>
                  <a:lnTo>
                    <a:pt x="100136" y="30921"/>
                  </a:lnTo>
                  <a:lnTo>
                    <a:pt x="102259" y="33272"/>
                  </a:lnTo>
                  <a:lnTo>
                    <a:pt x="105721" y="36300"/>
                  </a:lnTo>
                  <a:lnTo>
                    <a:pt x="106954" y="36977"/>
                  </a:lnTo>
                  <a:lnTo>
                    <a:pt x="108567" y="37168"/>
                  </a:lnTo>
                  <a:lnTo>
                    <a:pt x="111541" y="37175"/>
                  </a:lnTo>
                  <a:lnTo>
                    <a:pt x="114281" y="38362"/>
                  </a:lnTo>
                  <a:lnTo>
                    <a:pt x="115635" y="39192"/>
                  </a:lnTo>
                  <a:lnTo>
                    <a:pt x="117035" y="40394"/>
                  </a:lnTo>
                  <a:lnTo>
                    <a:pt x="118290" y="41786"/>
                  </a:lnTo>
                  <a:lnTo>
                    <a:pt x="119554" y="45484"/>
                  </a:lnTo>
                  <a:lnTo>
                    <a:pt x="114798" y="44267"/>
                  </a:lnTo>
                  <a:lnTo>
                    <a:pt x="110005" y="44457"/>
                  </a:lnTo>
                  <a:lnTo>
                    <a:pt x="107303" y="45248"/>
                  </a:lnTo>
                  <a:lnTo>
                    <a:pt x="104671" y="46336"/>
                  </a:lnTo>
                  <a:lnTo>
                    <a:pt x="102152" y="47865"/>
                  </a:lnTo>
                  <a:lnTo>
                    <a:pt x="100578" y="50840"/>
                  </a:lnTo>
                  <a:lnTo>
                    <a:pt x="99254" y="57703"/>
                  </a:lnTo>
                  <a:lnTo>
                    <a:pt x="97313" y="64102"/>
                  </a:lnTo>
                  <a:lnTo>
                    <a:pt x="97382" y="67054"/>
                  </a:lnTo>
                  <a:lnTo>
                    <a:pt x="98226" y="69892"/>
                  </a:lnTo>
                  <a:lnTo>
                    <a:pt x="98128" y="71231"/>
                  </a:lnTo>
                  <a:lnTo>
                    <a:pt x="97245" y="71802"/>
                  </a:lnTo>
                  <a:lnTo>
                    <a:pt x="96134" y="73004"/>
                  </a:lnTo>
                  <a:lnTo>
                    <a:pt x="94651" y="78832"/>
                  </a:lnTo>
                  <a:lnTo>
                    <a:pt x="93913" y="79996"/>
                  </a:lnTo>
                  <a:lnTo>
                    <a:pt x="92962" y="80719"/>
                  </a:lnTo>
                  <a:lnTo>
                    <a:pt x="92702" y="80034"/>
                  </a:lnTo>
                  <a:lnTo>
                    <a:pt x="92764" y="78505"/>
                  </a:lnTo>
                  <a:lnTo>
                    <a:pt x="90671" y="77158"/>
                  </a:lnTo>
                  <a:lnTo>
                    <a:pt x="89568" y="78672"/>
                  </a:lnTo>
                  <a:lnTo>
                    <a:pt x="88799" y="81876"/>
                  </a:lnTo>
                  <a:lnTo>
                    <a:pt x="87270" y="85231"/>
                  </a:lnTo>
                  <a:lnTo>
                    <a:pt x="87194" y="85870"/>
                  </a:lnTo>
                  <a:lnTo>
                    <a:pt x="87575" y="96210"/>
                  </a:lnTo>
                  <a:lnTo>
                    <a:pt x="86966" y="96164"/>
                  </a:lnTo>
                  <a:lnTo>
                    <a:pt x="82591" y="97214"/>
                  </a:lnTo>
                  <a:lnTo>
                    <a:pt x="81678" y="96880"/>
                  </a:lnTo>
                  <a:lnTo>
                    <a:pt x="77934" y="92117"/>
                  </a:lnTo>
                  <a:lnTo>
                    <a:pt x="77158" y="91592"/>
                  </a:lnTo>
                  <a:lnTo>
                    <a:pt x="75546" y="91379"/>
                  </a:lnTo>
                  <a:lnTo>
                    <a:pt x="74595" y="90595"/>
                  </a:lnTo>
                  <a:lnTo>
                    <a:pt x="73826" y="89317"/>
                  </a:lnTo>
                  <a:lnTo>
                    <a:pt x="73385" y="88366"/>
                  </a:lnTo>
                  <a:lnTo>
                    <a:pt x="69512" y="85779"/>
                  </a:lnTo>
                  <a:lnTo>
                    <a:pt x="68941" y="84828"/>
                  </a:lnTo>
                  <a:lnTo>
                    <a:pt x="68857" y="83991"/>
                  </a:lnTo>
                  <a:lnTo>
                    <a:pt x="69428" y="83238"/>
                  </a:lnTo>
                  <a:lnTo>
                    <a:pt x="70083" y="82606"/>
                  </a:lnTo>
                  <a:lnTo>
                    <a:pt x="71977" y="81959"/>
                  </a:lnTo>
                  <a:lnTo>
                    <a:pt x="74184" y="81404"/>
                  </a:lnTo>
                  <a:lnTo>
                    <a:pt x="74891" y="81001"/>
                  </a:lnTo>
                  <a:lnTo>
                    <a:pt x="75249" y="80308"/>
                  </a:lnTo>
                  <a:lnTo>
                    <a:pt x="75226" y="79197"/>
                  </a:lnTo>
                  <a:lnTo>
                    <a:pt x="74868" y="78102"/>
                  </a:lnTo>
                  <a:lnTo>
                    <a:pt x="71695" y="76116"/>
                  </a:lnTo>
                  <a:lnTo>
                    <a:pt x="71346" y="75256"/>
                  </a:lnTo>
                  <a:lnTo>
                    <a:pt x="71247" y="74206"/>
                  </a:lnTo>
                  <a:lnTo>
                    <a:pt x="71421" y="73103"/>
                  </a:lnTo>
                  <a:lnTo>
                    <a:pt x="71916" y="72243"/>
                  </a:lnTo>
                  <a:lnTo>
                    <a:pt x="74503" y="71072"/>
                  </a:lnTo>
                  <a:lnTo>
                    <a:pt x="75888" y="69854"/>
                  </a:lnTo>
                  <a:lnTo>
                    <a:pt x="75028" y="68500"/>
                  </a:lnTo>
                  <a:lnTo>
                    <a:pt x="72236" y="65403"/>
                  </a:lnTo>
                  <a:lnTo>
                    <a:pt x="68918" y="61994"/>
                  </a:lnTo>
                  <a:lnTo>
                    <a:pt x="66704" y="61964"/>
                  </a:lnTo>
                  <a:lnTo>
                    <a:pt x="64156" y="62968"/>
                  </a:lnTo>
                  <a:lnTo>
                    <a:pt x="60077" y="65875"/>
                  </a:lnTo>
                  <a:lnTo>
                    <a:pt x="57825" y="67115"/>
                  </a:lnTo>
                  <a:lnTo>
                    <a:pt x="54881" y="69169"/>
                  </a:lnTo>
                  <a:lnTo>
                    <a:pt x="51677" y="71452"/>
                  </a:lnTo>
                  <a:lnTo>
                    <a:pt x="49052" y="73871"/>
                  </a:lnTo>
                  <a:lnTo>
                    <a:pt x="47417" y="75872"/>
                  </a:lnTo>
                  <a:lnTo>
                    <a:pt x="44510" y="76740"/>
                  </a:lnTo>
                  <a:lnTo>
                    <a:pt x="43026" y="78414"/>
                  </a:lnTo>
                  <a:lnTo>
                    <a:pt x="38149" y="83420"/>
                  </a:lnTo>
                  <a:lnTo>
                    <a:pt x="36780" y="83359"/>
                  </a:lnTo>
                  <a:lnTo>
                    <a:pt x="36696" y="80871"/>
                  </a:lnTo>
                  <a:lnTo>
                    <a:pt x="36764" y="78901"/>
                  </a:lnTo>
                  <a:lnTo>
                    <a:pt x="36453" y="77767"/>
                  </a:lnTo>
                  <a:lnTo>
                    <a:pt x="34870" y="76207"/>
                  </a:lnTo>
                  <a:lnTo>
                    <a:pt x="34847" y="75538"/>
                  </a:lnTo>
                  <a:lnTo>
                    <a:pt x="35273" y="75119"/>
                  </a:lnTo>
                  <a:lnTo>
                    <a:pt x="36483" y="75370"/>
                  </a:lnTo>
                  <a:lnTo>
                    <a:pt x="38043" y="75279"/>
                  </a:lnTo>
                  <a:lnTo>
                    <a:pt x="38788" y="74663"/>
                  </a:lnTo>
                  <a:lnTo>
                    <a:pt x="37122" y="72608"/>
                  </a:lnTo>
                  <a:lnTo>
                    <a:pt x="35638" y="71231"/>
                  </a:lnTo>
                  <a:lnTo>
                    <a:pt x="34383" y="70303"/>
                  </a:lnTo>
                  <a:lnTo>
                    <a:pt x="34102" y="69748"/>
                  </a:lnTo>
                  <a:lnTo>
                    <a:pt x="34102" y="69352"/>
                  </a:lnTo>
                  <a:lnTo>
                    <a:pt x="34368" y="68880"/>
                  </a:lnTo>
                  <a:lnTo>
                    <a:pt x="36514" y="67747"/>
                  </a:lnTo>
                  <a:lnTo>
                    <a:pt x="36726" y="66704"/>
                  </a:lnTo>
                  <a:lnTo>
                    <a:pt x="36582" y="65540"/>
                  </a:lnTo>
                  <a:lnTo>
                    <a:pt x="33173" y="63821"/>
                  </a:lnTo>
                  <a:lnTo>
                    <a:pt x="30624" y="64452"/>
                  </a:lnTo>
                  <a:lnTo>
                    <a:pt x="28334" y="62519"/>
                  </a:lnTo>
                  <a:lnTo>
                    <a:pt x="26866" y="61028"/>
                  </a:lnTo>
                  <a:lnTo>
                    <a:pt x="25032" y="59423"/>
                  </a:lnTo>
                  <a:lnTo>
                    <a:pt x="23396" y="58540"/>
                  </a:lnTo>
                  <a:lnTo>
                    <a:pt x="21821" y="56524"/>
                  </a:lnTo>
                  <a:lnTo>
                    <a:pt x="19090" y="54447"/>
                  </a:lnTo>
                  <a:lnTo>
                    <a:pt x="17340" y="53853"/>
                  </a:lnTo>
                  <a:lnTo>
                    <a:pt x="17363" y="53534"/>
                  </a:lnTo>
                  <a:lnTo>
                    <a:pt x="17682" y="53153"/>
                  </a:lnTo>
                  <a:lnTo>
                    <a:pt x="18413" y="52834"/>
                  </a:lnTo>
                  <a:lnTo>
                    <a:pt x="23282" y="52917"/>
                  </a:lnTo>
                  <a:lnTo>
                    <a:pt x="23876" y="52545"/>
                  </a:lnTo>
                  <a:lnTo>
                    <a:pt x="24180" y="51647"/>
                  </a:lnTo>
                  <a:lnTo>
                    <a:pt x="24842" y="50323"/>
                  </a:lnTo>
                  <a:lnTo>
                    <a:pt x="25618" y="48375"/>
                  </a:lnTo>
                  <a:lnTo>
                    <a:pt x="25557" y="46732"/>
                  </a:lnTo>
                  <a:lnTo>
                    <a:pt x="20665" y="44076"/>
                  </a:lnTo>
                  <a:lnTo>
                    <a:pt x="17119" y="41626"/>
                  </a:lnTo>
                  <a:lnTo>
                    <a:pt x="14662" y="38400"/>
                  </a:lnTo>
                  <a:lnTo>
                    <a:pt x="12995" y="35441"/>
                  </a:lnTo>
                  <a:lnTo>
                    <a:pt x="13056" y="34444"/>
                  </a:lnTo>
                  <a:lnTo>
                    <a:pt x="13536" y="33500"/>
                  </a:lnTo>
                  <a:lnTo>
                    <a:pt x="17340" y="30769"/>
                  </a:lnTo>
                  <a:lnTo>
                    <a:pt x="17599" y="30061"/>
                  </a:lnTo>
                  <a:lnTo>
                    <a:pt x="17515" y="29582"/>
                  </a:lnTo>
                  <a:lnTo>
                    <a:pt x="16153" y="28182"/>
                  </a:lnTo>
                  <a:lnTo>
                    <a:pt x="14449" y="26736"/>
                  </a:lnTo>
                  <a:lnTo>
                    <a:pt x="13916" y="25671"/>
                  </a:lnTo>
                  <a:lnTo>
                    <a:pt x="12843" y="25131"/>
                  </a:lnTo>
                  <a:lnTo>
                    <a:pt x="10804" y="25093"/>
                  </a:lnTo>
                  <a:lnTo>
                    <a:pt x="7228" y="23313"/>
                  </a:lnTo>
                  <a:lnTo>
                    <a:pt x="6467" y="23138"/>
                  </a:lnTo>
                  <a:lnTo>
                    <a:pt x="6300" y="22788"/>
                  </a:lnTo>
                  <a:lnTo>
                    <a:pt x="6475" y="22430"/>
                  </a:lnTo>
                  <a:lnTo>
                    <a:pt x="9024" y="21707"/>
                  </a:lnTo>
                  <a:lnTo>
                    <a:pt x="8985" y="21114"/>
                  </a:lnTo>
                  <a:lnTo>
                    <a:pt x="8209" y="20330"/>
                  </a:lnTo>
                  <a:lnTo>
                    <a:pt x="6772" y="19759"/>
                  </a:lnTo>
                  <a:lnTo>
                    <a:pt x="5448" y="18336"/>
                  </a:lnTo>
                  <a:lnTo>
                    <a:pt x="4991" y="17058"/>
                  </a:lnTo>
                  <a:lnTo>
                    <a:pt x="9594" y="13315"/>
                  </a:lnTo>
                  <a:lnTo>
                    <a:pt x="10956" y="12562"/>
                  </a:lnTo>
                  <a:lnTo>
                    <a:pt x="13969" y="13254"/>
                  </a:lnTo>
                  <a:lnTo>
                    <a:pt x="20231" y="15742"/>
                  </a:lnTo>
                  <a:lnTo>
                    <a:pt x="19805" y="17119"/>
                  </a:lnTo>
                  <a:lnTo>
                    <a:pt x="20436" y="17895"/>
                  </a:lnTo>
                  <a:lnTo>
                    <a:pt x="21875" y="18945"/>
                  </a:lnTo>
                  <a:lnTo>
                    <a:pt x="24636" y="20010"/>
                  </a:lnTo>
                  <a:lnTo>
                    <a:pt x="26972" y="20558"/>
                  </a:lnTo>
                  <a:lnTo>
                    <a:pt x="28152" y="20086"/>
                  </a:lnTo>
                  <a:lnTo>
                    <a:pt x="29947" y="19691"/>
                  </a:lnTo>
                  <a:lnTo>
                    <a:pt x="32283" y="20924"/>
                  </a:lnTo>
                  <a:lnTo>
                    <a:pt x="34436" y="22483"/>
                  </a:lnTo>
                  <a:lnTo>
                    <a:pt x="35509" y="23115"/>
                  </a:lnTo>
                  <a:lnTo>
                    <a:pt x="36087" y="23305"/>
                  </a:lnTo>
                  <a:lnTo>
                    <a:pt x="37723" y="22788"/>
                  </a:lnTo>
                  <a:lnTo>
                    <a:pt x="39686" y="20779"/>
                  </a:lnTo>
                  <a:lnTo>
                    <a:pt x="40462" y="18352"/>
                  </a:lnTo>
                  <a:lnTo>
                    <a:pt x="40675" y="17180"/>
                  </a:lnTo>
                  <a:lnTo>
                    <a:pt x="39534" y="15567"/>
                  </a:lnTo>
                  <a:lnTo>
                    <a:pt x="37175" y="13817"/>
                  </a:lnTo>
                  <a:lnTo>
                    <a:pt x="34535" y="12280"/>
                  </a:lnTo>
                  <a:lnTo>
                    <a:pt x="32838" y="10918"/>
                  </a:lnTo>
                  <a:lnTo>
                    <a:pt x="31750" y="8232"/>
                  </a:lnTo>
                  <a:lnTo>
                    <a:pt x="30655" y="7936"/>
                  </a:lnTo>
                  <a:lnTo>
                    <a:pt x="30381" y="7586"/>
                  </a:lnTo>
                  <a:lnTo>
                    <a:pt x="30198" y="6665"/>
                  </a:lnTo>
                  <a:lnTo>
                    <a:pt x="30244" y="5387"/>
                  </a:lnTo>
                  <a:lnTo>
                    <a:pt x="30617" y="4398"/>
                  </a:lnTo>
                  <a:lnTo>
                    <a:pt x="31690" y="3972"/>
                  </a:lnTo>
                  <a:lnTo>
                    <a:pt x="32770" y="3819"/>
                  </a:lnTo>
                  <a:lnTo>
                    <a:pt x="33744" y="2876"/>
                  </a:lnTo>
                  <a:lnTo>
                    <a:pt x="34969" y="1027"/>
                  </a:lnTo>
                  <a:lnTo>
                    <a:pt x="35486" y="0"/>
                  </a:lnTo>
                  <a:lnTo>
                    <a:pt x="37784" y="586"/>
                  </a:lnTo>
                  <a:lnTo>
                    <a:pt x="38096" y="2244"/>
                  </a:lnTo>
                  <a:lnTo>
                    <a:pt x="38507" y="2595"/>
                  </a:lnTo>
                  <a:lnTo>
                    <a:pt x="39458" y="2397"/>
                  </a:lnTo>
                  <a:lnTo>
                    <a:pt x="41040" y="1704"/>
                  </a:lnTo>
                  <a:lnTo>
                    <a:pt x="42304" y="2237"/>
                  </a:lnTo>
                  <a:lnTo>
                    <a:pt x="43932" y="4207"/>
                  </a:lnTo>
                  <a:lnTo>
                    <a:pt x="46176" y="6285"/>
                  </a:lnTo>
                  <a:lnTo>
                    <a:pt x="47394" y="7684"/>
                  </a:lnTo>
                  <a:lnTo>
                    <a:pt x="47873" y="8643"/>
                  </a:lnTo>
                  <a:lnTo>
                    <a:pt x="49022" y="9579"/>
                  </a:lnTo>
                  <a:lnTo>
                    <a:pt x="50704" y="10675"/>
                  </a:lnTo>
                  <a:lnTo>
                    <a:pt x="52042" y="12394"/>
                  </a:lnTo>
                  <a:lnTo>
                    <a:pt x="53237" y="16381"/>
                  </a:lnTo>
                  <a:lnTo>
                    <a:pt x="54447" y="17302"/>
                  </a:lnTo>
                  <a:lnTo>
                    <a:pt x="58776" y="18816"/>
                  </a:lnTo>
                  <a:lnTo>
                    <a:pt x="60298" y="19128"/>
                  </a:lnTo>
                  <a:lnTo>
                    <a:pt x="64551" y="19660"/>
                  </a:lnTo>
                  <a:lnTo>
                    <a:pt x="66050" y="19280"/>
                  </a:lnTo>
                  <a:lnTo>
                    <a:pt x="68241" y="15848"/>
                  </a:lnTo>
                  <a:lnTo>
                    <a:pt x="70212" y="12311"/>
                  </a:lnTo>
                  <a:lnTo>
                    <a:pt x="72053" y="11573"/>
                  </a:lnTo>
                  <a:lnTo>
                    <a:pt x="75378" y="9861"/>
                  </a:lnTo>
                  <a:lnTo>
                    <a:pt x="77372" y="8240"/>
                  </a:lnTo>
                  <a:lnTo>
                    <a:pt x="78208" y="6490"/>
                  </a:lnTo>
                  <a:lnTo>
                    <a:pt x="80088" y="3188"/>
                  </a:lnTo>
                  <a:lnTo>
                    <a:pt x="81252" y="1339"/>
                  </a:lnTo>
                  <a:close/>
                  <a:moveTo>
                    <a:pt x="16754" y="36087"/>
                  </a:moveTo>
                  <a:lnTo>
                    <a:pt x="16967" y="35159"/>
                  </a:lnTo>
                  <a:lnTo>
                    <a:pt x="16366" y="34741"/>
                  </a:lnTo>
                  <a:lnTo>
                    <a:pt x="15734" y="34718"/>
                  </a:lnTo>
                  <a:lnTo>
                    <a:pt x="15186" y="35182"/>
                  </a:lnTo>
                  <a:lnTo>
                    <a:pt x="15186" y="36338"/>
                  </a:lnTo>
                  <a:lnTo>
                    <a:pt x="15948" y="36544"/>
                  </a:lnTo>
                  <a:lnTo>
                    <a:pt x="16754" y="36087"/>
                  </a:lnTo>
                  <a:close/>
                  <a:moveTo>
                    <a:pt x="5463" y="24530"/>
                  </a:moveTo>
                  <a:lnTo>
                    <a:pt x="4999" y="24849"/>
                  </a:lnTo>
                  <a:lnTo>
                    <a:pt x="4291" y="24530"/>
                  </a:lnTo>
                  <a:lnTo>
                    <a:pt x="4078" y="23815"/>
                  </a:lnTo>
                  <a:lnTo>
                    <a:pt x="4131" y="23061"/>
                  </a:lnTo>
                  <a:lnTo>
                    <a:pt x="4832" y="22887"/>
                  </a:lnTo>
                  <a:lnTo>
                    <a:pt x="5402" y="23099"/>
                  </a:lnTo>
                  <a:lnTo>
                    <a:pt x="5562" y="23777"/>
                  </a:lnTo>
                  <a:lnTo>
                    <a:pt x="5463" y="24530"/>
                  </a:lnTo>
                  <a:close/>
                  <a:moveTo>
                    <a:pt x="28753" y="84173"/>
                  </a:moveTo>
                  <a:lnTo>
                    <a:pt x="24636" y="83352"/>
                  </a:lnTo>
                  <a:lnTo>
                    <a:pt x="17234" y="81579"/>
                  </a:lnTo>
                  <a:lnTo>
                    <a:pt x="15194" y="80666"/>
                  </a:lnTo>
                  <a:lnTo>
                    <a:pt x="13269" y="78208"/>
                  </a:lnTo>
                  <a:lnTo>
                    <a:pt x="12121" y="77021"/>
                  </a:lnTo>
                  <a:lnTo>
                    <a:pt x="10424" y="75500"/>
                  </a:lnTo>
                  <a:lnTo>
                    <a:pt x="9024" y="74921"/>
                  </a:lnTo>
                  <a:lnTo>
                    <a:pt x="7966" y="73856"/>
                  </a:lnTo>
                  <a:lnTo>
                    <a:pt x="7365" y="72281"/>
                  </a:lnTo>
                  <a:lnTo>
                    <a:pt x="6475" y="70866"/>
                  </a:lnTo>
                  <a:lnTo>
                    <a:pt x="4953" y="69200"/>
                  </a:lnTo>
                  <a:lnTo>
                    <a:pt x="1491" y="63531"/>
                  </a:lnTo>
                  <a:lnTo>
                    <a:pt x="1042" y="62938"/>
                  </a:lnTo>
                  <a:lnTo>
                    <a:pt x="320" y="61994"/>
                  </a:lnTo>
                  <a:lnTo>
                    <a:pt x="0" y="61469"/>
                  </a:lnTo>
                  <a:lnTo>
                    <a:pt x="2107" y="61036"/>
                  </a:lnTo>
                  <a:lnTo>
                    <a:pt x="5615" y="59765"/>
                  </a:lnTo>
                  <a:lnTo>
                    <a:pt x="6574" y="60381"/>
                  </a:lnTo>
                  <a:lnTo>
                    <a:pt x="7601" y="61667"/>
                  </a:lnTo>
                  <a:lnTo>
                    <a:pt x="8118" y="62771"/>
                  </a:lnTo>
                  <a:lnTo>
                    <a:pt x="8209" y="64810"/>
                  </a:lnTo>
                  <a:lnTo>
                    <a:pt x="8628" y="65137"/>
                  </a:lnTo>
                  <a:lnTo>
                    <a:pt x="10340" y="64452"/>
                  </a:lnTo>
                  <a:lnTo>
                    <a:pt x="11108" y="65274"/>
                  </a:lnTo>
                  <a:lnTo>
                    <a:pt x="12425" y="66255"/>
                  </a:lnTo>
                  <a:lnTo>
                    <a:pt x="14707" y="67229"/>
                  </a:lnTo>
                  <a:lnTo>
                    <a:pt x="17994" y="65700"/>
                  </a:lnTo>
                  <a:lnTo>
                    <a:pt x="19630" y="65304"/>
                  </a:lnTo>
                  <a:lnTo>
                    <a:pt x="20977" y="65335"/>
                  </a:lnTo>
                  <a:lnTo>
                    <a:pt x="21707" y="65814"/>
                  </a:lnTo>
                  <a:lnTo>
                    <a:pt x="21966" y="67397"/>
                  </a:lnTo>
                  <a:lnTo>
                    <a:pt x="21700" y="69352"/>
                  </a:lnTo>
                  <a:lnTo>
                    <a:pt x="21319" y="70425"/>
                  </a:lnTo>
                  <a:lnTo>
                    <a:pt x="22012" y="71201"/>
                  </a:lnTo>
                  <a:lnTo>
                    <a:pt x="24705" y="73080"/>
                  </a:lnTo>
                  <a:lnTo>
                    <a:pt x="25823" y="74122"/>
                  </a:lnTo>
                  <a:lnTo>
                    <a:pt x="25283" y="75926"/>
                  </a:lnTo>
                  <a:lnTo>
                    <a:pt x="27292" y="80331"/>
                  </a:lnTo>
                  <a:lnTo>
                    <a:pt x="27969" y="82043"/>
                  </a:lnTo>
                  <a:lnTo>
                    <a:pt x="28753" y="8417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44" name="Freeform: Shape 43">
              <a:extLst>
                <a:ext uri="{FF2B5EF4-FFF2-40B4-BE49-F238E27FC236}">
                  <a16:creationId xmlns:a16="http://schemas.microsoft.com/office/drawing/2014/main" id="{56F90F11-633B-FE53-8B03-25D24077FF5F}"/>
                </a:ext>
              </a:extLst>
            </p:cNvPr>
            <p:cNvSpPr/>
            <p:nvPr/>
          </p:nvSpPr>
          <p:spPr>
            <a:xfrm>
              <a:off x="9909894" y="3923381"/>
              <a:ext cx="82149" cy="80277"/>
            </a:xfrm>
            <a:custGeom>
              <a:avLst/>
              <a:gdLst>
                <a:gd name="csX0" fmla="*/ 25245 w 82149"/>
                <a:gd name="csY0" fmla="*/ 0 h 80277"/>
                <a:gd name="csX1" fmla="*/ 29658 w 82149"/>
                <a:gd name="csY1" fmla="*/ 3165 h 80277"/>
                <a:gd name="csX2" fmla="*/ 31477 w 82149"/>
                <a:gd name="csY2" fmla="*/ 3637 h 80277"/>
                <a:gd name="csX3" fmla="*/ 32504 w 82149"/>
                <a:gd name="csY3" fmla="*/ 3203 h 80277"/>
                <a:gd name="csX4" fmla="*/ 33896 w 82149"/>
                <a:gd name="csY4" fmla="*/ 3401 h 80277"/>
                <a:gd name="csX5" fmla="*/ 37000 w 82149"/>
                <a:gd name="csY5" fmla="*/ 4329 h 80277"/>
                <a:gd name="csX6" fmla="*/ 37708 w 82149"/>
                <a:gd name="csY6" fmla="*/ 4717 h 80277"/>
                <a:gd name="csX7" fmla="*/ 38644 w 82149"/>
                <a:gd name="csY7" fmla="*/ 4649 h 80277"/>
                <a:gd name="csX8" fmla="*/ 40934 w 82149"/>
                <a:gd name="csY8" fmla="*/ 3416 h 80277"/>
                <a:gd name="csX9" fmla="*/ 41718 w 82149"/>
                <a:gd name="csY9" fmla="*/ 3568 h 80277"/>
                <a:gd name="csX10" fmla="*/ 44335 w 82149"/>
                <a:gd name="csY10" fmla="*/ 5988 h 80277"/>
                <a:gd name="csX11" fmla="*/ 45651 w 82149"/>
                <a:gd name="csY11" fmla="*/ 6018 h 80277"/>
                <a:gd name="csX12" fmla="*/ 47234 w 82149"/>
                <a:gd name="csY12" fmla="*/ 4976 h 80277"/>
                <a:gd name="csX13" fmla="*/ 48253 w 82149"/>
                <a:gd name="csY13" fmla="*/ 4071 h 80277"/>
                <a:gd name="csX14" fmla="*/ 51266 w 82149"/>
                <a:gd name="csY14" fmla="*/ 4748 h 80277"/>
                <a:gd name="csX15" fmla="*/ 52986 w 82149"/>
                <a:gd name="csY15" fmla="*/ 4337 h 80277"/>
                <a:gd name="csX16" fmla="*/ 54416 w 82149"/>
                <a:gd name="csY16" fmla="*/ 4299 h 80277"/>
                <a:gd name="csX17" fmla="*/ 55969 w 82149"/>
                <a:gd name="csY17" fmla="*/ 4710 h 80277"/>
                <a:gd name="csX18" fmla="*/ 57384 w 82149"/>
                <a:gd name="csY18" fmla="*/ 5273 h 80277"/>
                <a:gd name="csX19" fmla="*/ 58761 w 82149"/>
                <a:gd name="csY19" fmla="*/ 5760 h 80277"/>
                <a:gd name="csX20" fmla="*/ 62481 w 82149"/>
                <a:gd name="csY20" fmla="*/ 6011 h 80277"/>
                <a:gd name="csX21" fmla="*/ 64262 w 82149"/>
                <a:gd name="csY21" fmla="*/ 7548 h 80277"/>
                <a:gd name="csX22" fmla="*/ 64977 w 82149"/>
                <a:gd name="csY22" fmla="*/ 9031 h 80277"/>
                <a:gd name="csX23" fmla="*/ 64992 w 82149"/>
                <a:gd name="csY23" fmla="*/ 9937 h 80277"/>
                <a:gd name="csX24" fmla="*/ 65167 w 82149"/>
                <a:gd name="csY24" fmla="*/ 10903 h 80277"/>
                <a:gd name="csX25" fmla="*/ 66187 w 82149"/>
                <a:gd name="csY25" fmla="*/ 11854 h 80277"/>
                <a:gd name="csX26" fmla="*/ 68432 w 82149"/>
                <a:gd name="csY26" fmla="*/ 12394 h 80277"/>
                <a:gd name="csX27" fmla="*/ 69839 w 82149"/>
                <a:gd name="csY27" fmla="*/ 12280 h 80277"/>
                <a:gd name="csX28" fmla="*/ 70585 w 82149"/>
                <a:gd name="csY28" fmla="*/ 12212 h 80277"/>
                <a:gd name="csX29" fmla="*/ 72495 w 82149"/>
                <a:gd name="csY29" fmla="*/ 11360 h 80277"/>
                <a:gd name="csX30" fmla="*/ 74746 w 82149"/>
                <a:gd name="csY30" fmla="*/ 10918 h 80277"/>
                <a:gd name="csX31" fmla="*/ 76360 w 82149"/>
                <a:gd name="csY31" fmla="*/ 11428 h 80277"/>
                <a:gd name="csX32" fmla="*/ 77128 w 82149"/>
                <a:gd name="csY32" fmla="*/ 11923 h 80277"/>
                <a:gd name="csX33" fmla="*/ 77303 w 82149"/>
                <a:gd name="csY33" fmla="*/ 12600 h 80277"/>
                <a:gd name="csX34" fmla="*/ 76824 w 82149"/>
                <a:gd name="csY34" fmla="*/ 14936 h 80277"/>
                <a:gd name="csX35" fmla="*/ 75919 w 82149"/>
                <a:gd name="csY35" fmla="*/ 17446 h 80277"/>
                <a:gd name="csX36" fmla="*/ 74450 w 82149"/>
                <a:gd name="csY36" fmla="*/ 20056 h 80277"/>
                <a:gd name="csX37" fmla="*/ 72913 w 82149"/>
                <a:gd name="csY37" fmla="*/ 22514 h 80277"/>
                <a:gd name="csX38" fmla="*/ 72517 w 82149"/>
                <a:gd name="csY38" fmla="*/ 23807 h 80277"/>
                <a:gd name="csX39" fmla="*/ 72403 w 82149"/>
                <a:gd name="csY39" fmla="*/ 25877 h 80277"/>
                <a:gd name="csX40" fmla="*/ 72213 w 82149"/>
                <a:gd name="csY40" fmla="*/ 27497 h 80277"/>
                <a:gd name="csX41" fmla="*/ 72426 w 82149"/>
                <a:gd name="csY41" fmla="*/ 28380 h 80277"/>
                <a:gd name="csX42" fmla="*/ 72928 w 82149"/>
                <a:gd name="csY42" fmla="*/ 29209 h 80277"/>
                <a:gd name="csX43" fmla="*/ 74625 w 82149"/>
                <a:gd name="csY43" fmla="*/ 29864 h 80277"/>
                <a:gd name="csX44" fmla="*/ 76923 w 82149"/>
                <a:gd name="csY44" fmla="*/ 31492 h 80277"/>
                <a:gd name="csX45" fmla="*/ 78871 w 82149"/>
                <a:gd name="csY45" fmla="*/ 33607 h 80277"/>
                <a:gd name="csX46" fmla="*/ 81374 w 82149"/>
                <a:gd name="csY46" fmla="*/ 36004 h 80277"/>
                <a:gd name="csX47" fmla="*/ 82150 w 82149"/>
                <a:gd name="csY47" fmla="*/ 36894 h 80277"/>
                <a:gd name="csX48" fmla="*/ 82150 w 82149"/>
                <a:gd name="csY48" fmla="*/ 37853 h 80277"/>
                <a:gd name="csX49" fmla="*/ 81419 w 82149"/>
                <a:gd name="csY49" fmla="*/ 38560 h 80277"/>
                <a:gd name="csX50" fmla="*/ 79281 w 82149"/>
                <a:gd name="csY50" fmla="*/ 38834 h 80277"/>
                <a:gd name="csX51" fmla="*/ 77060 w 82149"/>
                <a:gd name="csY51" fmla="*/ 38621 h 80277"/>
                <a:gd name="csX52" fmla="*/ 76207 w 82149"/>
                <a:gd name="csY52" fmla="*/ 38378 h 80277"/>
                <a:gd name="csX53" fmla="*/ 75409 w 82149"/>
                <a:gd name="csY53" fmla="*/ 38667 h 80277"/>
                <a:gd name="csX54" fmla="*/ 74914 w 82149"/>
                <a:gd name="csY54" fmla="*/ 39214 h 80277"/>
                <a:gd name="csX55" fmla="*/ 75180 w 82149"/>
                <a:gd name="csY55" fmla="*/ 39861 h 80277"/>
                <a:gd name="csX56" fmla="*/ 77455 w 82149"/>
                <a:gd name="csY56" fmla="*/ 42768 h 80277"/>
                <a:gd name="csX57" fmla="*/ 80111 w 82149"/>
                <a:gd name="csY57" fmla="*/ 46930 h 80277"/>
                <a:gd name="csX58" fmla="*/ 80255 w 82149"/>
                <a:gd name="csY58" fmla="*/ 48718 h 80277"/>
                <a:gd name="csX59" fmla="*/ 79935 w 82149"/>
                <a:gd name="csY59" fmla="*/ 50118 h 80277"/>
                <a:gd name="csX60" fmla="*/ 79319 w 82149"/>
                <a:gd name="csY60" fmla="*/ 51091 h 80277"/>
                <a:gd name="csX61" fmla="*/ 78224 w 82149"/>
                <a:gd name="csY61" fmla="*/ 50924 h 80277"/>
                <a:gd name="csX62" fmla="*/ 77379 w 82149"/>
                <a:gd name="csY62" fmla="*/ 50163 h 80277"/>
                <a:gd name="csX63" fmla="*/ 76108 w 82149"/>
                <a:gd name="csY63" fmla="*/ 50217 h 80277"/>
                <a:gd name="csX64" fmla="*/ 75119 w 82149"/>
                <a:gd name="csY64" fmla="*/ 50429 h 80277"/>
                <a:gd name="csX65" fmla="*/ 73833 w 82149"/>
                <a:gd name="csY65" fmla="*/ 51936 h 80277"/>
                <a:gd name="csX66" fmla="*/ 73194 w 82149"/>
                <a:gd name="csY66" fmla="*/ 51867 h 80277"/>
                <a:gd name="csX67" fmla="*/ 72091 w 82149"/>
                <a:gd name="csY67" fmla="*/ 52096 h 80277"/>
                <a:gd name="csX68" fmla="*/ 71399 w 82149"/>
                <a:gd name="csY68" fmla="*/ 52392 h 80277"/>
                <a:gd name="csX69" fmla="*/ 70296 w 82149"/>
                <a:gd name="csY69" fmla="*/ 51951 h 80277"/>
                <a:gd name="csX70" fmla="*/ 69131 w 82149"/>
                <a:gd name="csY70" fmla="*/ 51662 h 80277"/>
                <a:gd name="csX71" fmla="*/ 68629 w 82149"/>
                <a:gd name="csY71" fmla="*/ 52126 h 80277"/>
                <a:gd name="csX72" fmla="*/ 68409 w 82149"/>
                <a:gd name="csY72" fmla="*/ 53009 h 80277"/>
                <a:gd name="csX73" fmla="*/ 69124 w 82149"/>
                <a:gd name="csY73" fmla="*/ 54599 h 80277"/>
                <a:gd name="csX74" fmla="*/ 70471 w 82149"/>
                <a:gd name="csY74" fmla="*/ 57087 h 80277"/>
                <a:gd name="csX75" fmla="*/ 70258 w 82149"/>
                <a:gd name="csY75" fmla="*/ 58989 h 80277"/>
                <a:gd name="csX76" fmla="*/ 69230 w 82149"/>
                <a:gd name="csY76" fmla="*/ 59195 h 80277"/>
                <a:gd name="csX77" fmla="*/ 68287 w 82149"/>
                <a:gd name="csY77" fmla="*/ 57612 h 80277"/>
                <a:gd name="csX78" fmla="*/ 67458 w 82149"/>
                <a:gd name="csY78" fmla="*/ 57353 h 80277"/>
                <a:gd name="csX79" fmla="*/ 66507 w 82149"/>
                <a:gd name="csY79" fmla="*/ 57414 h 80277"/>
                <a:gd name="csX80" fmla="*/ 64331 w 82149"/>
                <a:gd name="csY80" fmla="*/ 59248 h 80277"/>
                <a:gd name="csX81" fmla="*/ 62725 w 82149"/>
                <a:gd name="csY81" fmla="*/ 60792 h 80277"/>
                <a:gd name="csX82" fmla="*/ 62360 w 82149"/>
                <a:gd name="csY82" fmla="*/ 61865 h 80277"/>
                <a:gd name="csX83" fmla="*/ 61782 w 82149"/>
                <a:gd name="csY83" fmla="*/ 63037 h 80277"/>
                <a:gd name="csX84" fmla="*/ 61606 w 82149"/>
                <a:gd name="csY84" fmla="*/ 63889 h 80277"/>
                <a:gd name="csX85" fmla="*/ 61645 w 82149"/>
                <a:gd name="csY85" fmla="*/ 66712 h 80277"/>
                <a:gd name="csX86" fmla="*/ 58761 w 82149"/>
                <a:gd name="csY86" fmla="*/ 67161 h 80277"/>
                <a:gd name="csX87" fmla="*/ 58160 w 82149"/>
                <a:gd name="csY87" fmla="*/ 67579 h 80277"/>
                <a:gd name="csX88" fmla="*/ 57810 w 82149"/>
                <a:gd name="csY88" fmla="*/ 68431 h 80277"/>
                <a:gd name="csX89" fmla="*/ 58046 w 82149"/>
                <a:gd name="csY89" fmla="*/ 72045 h 80277"/>
                <a:gd name="csX90" fmla="*/ 58281 w 82149"/>
                <a:gd name="csY90" fmla="*/ 73986 h 80277"/>
                <a:gd name="csX91" fmla="*/ 59933 w 82149"/>
                <a:gd name="csY91" fmla="*/ 76968 h 80277"/>
                <a:gd name="csX92" fmla="*/ 59994 w 82149"/>
                <a:gd name="csY92" fmla="*/ 77912 h 80277"/>
                <a:gd name="csX93" fmla="*/ 59758 w 82149"/>
                <a:gd name="csY93" fmla="*/ 78535 h 80277"/>
                <a:gd name="csX94" fmla="*/ 58578 w 82149"/>
                <a:gd name="csY94" fmla="*/ 79715 h 80277"/>
                <a:gd name="csX95" fmla="*/ 58023 w 82149"/>
                <a:gd name="csY95" fmla="*/ 80141 h 80277"/>
                <a:gd name="csX96" fmla="*/ 57650 w 82149"/>
                <a:gd name="csY96" fmla="*/ 80278 h 80277"/>
                <a:gd name="csX97" fmla="*/ 55733 w 82149"/>
                <a:gd name="csY97" fmla="*/ 79502 h 80277"/>
                <a:gd name="csX98" fmla="*/ 54820 w 82149"/>
                <a:gd name="csY98" fmla="*/ 79129 h 80277"/>
                <a:gd name="csX99" fmla="*/ 50978 w 82149"/>
                <a:gd name="csY99" fmla="*/ 76496 h 80277"/>
                <a:gd name="csX100" fmla="*/ 49281 w 82149"/>
                <a:gd name="csY100" fmla="*/ 75028 h 80277"/>
                <a:gd name="csX101" fmla="*/ 46595 w 82149"/>
                <a:gd name="csY101" fmla="*/ 73111 h 80277"/>
                <a:gd name="csX102" fmla="*/ 44944 w 82149"/>
                <a:gd name="csY102" fmla="*/ 72015 h 80277"/>
                <a:gd name="csX103" fmla="*/ 44107 w 82149"/>
                <a:gd name="csY103" fmla="*/ 70356 h 80277"/>
                <a:gd name="csX104" fmla="*/ 42783 w 82149"/>
                <a:gd name="csY104" fmla="*/ 69976 h 80277"/>
                <a:gd name="csX105" fmla="*/ 41231 w 82149"/>
                <a:gd name="csY105" fmla="*/ 70509 h 80277"/>
                <a:gd name="csX106" fmla="*/ 39473 w 82149"/>
                <a:gd name="csY106" fmla="*/ 69306 h 80277"/>
                <a:gd name="csX107" fmla="*/ 40721 w 82149"/>
                <a:gd name="csY107" fmla="*/ 68690 h 80277"/>
                <a:gd name="csX108" fmla="*/ 41026 w 82149"/>
                <a:gd name="csY108" fmla="*/ 68097 h 80277"/>
                <a:gd name="csX109" fmla="*/ 40866 w 82149"/>
                <a:gd name="csY109" fmla="*/ 67320 h 80277"/>
                <a:gd name="csX110" fmla="*/ 40318 w 82149"/>
                <a:gd name="csY110" fmla="*/ 66270 h 80277"/>
                <a:gd name="csX111" fmla="*/ 35570 w 82149"/>
                <a:gd name="csY111" fmla="*/ 61721 h 80277"/>
                <a:gd name="csX112" fmla="*/ 33234 w 82149"/>
                <a:gd name="csY112" fmla="*/ 58601 h 80277"/>
                <a:gd name="csX113" fmla="*/ 32862 w 82149"/>
                <a:gd name="csY113" fmla="*/ 57483 h 80277"/>
                <a:gd name="csX114" fmla="*/ 32824 w 82149"/>
                <a:gd name="csY114" fmla="*/ 54500 h 80277"/>
                <a:gd name="csX115" fmla="*/ 32276 w 82149"/>
                <a:gd name="csY115" fmla="*/ 53785 h 80277"/>
                <a:gd name="csX116" fmla="*/ 28783 w 82149"/>
                <a:gd name="csY116" fmla="*/ 52423 h 80277"/>
                <a:gd name="csX117" fmla="*/ 24888 w 82149"/>
                <a:gd name="csY117" fmla="*/ 48535 h 80277"/>
                <a:gd name="csX118" fmla="*/ 20855 w 82149"/>
                <a:gd name="csY118" fmla="*/ 44708 h 80277"/>
                <a:gd name="csX119" fmla="*/ 20307 w 82149"/>
                <a:gd name="csY119" fmla="*/ 43643 h 80277"/>
                <a:gd name="csX120" fmla="*/ 18238 w 82149"/>
                <a:gd name="csY120" fmla="*/ 40744 h 80277"/>
                <a:gd name="csX121" fmla="*/ 15704 w 82149"/>
                <a:gd name="csY121" fmla="*/ 38104 h 80277"/>
                <a:gd name="csX122" fmla="*/ 13688 w 82149"/>
                <a:gd name="csY122" fmla="*/ 36415 h 80277"/>
                <a:gd name="csX123" fmla="*/ 12037 w 82149"/>
                <a:gd name="csY123" fmla="*/ 34497 h 80277"/>
                <a:gd name="csX124" fmla="*/ 10203 w 82149"/>
                <a:gd name="csY124" fmla="*/ 31804 h 80277"/>
                <a:gd name="csX125" fmla="*/ 9252 w 82149"/>
                <a:gd name="csY125" fmla="*/ 27733 h 80277"/>
                <a:gd name="csX126" fmla="*/ 8407 w 82149"/>
                <a:gd name="csY126" fmla="*/ 24112 h 80277"/>
                <a:gd name="csX127" fmla="*/ 7837 w 82149"/>
                <a:gd name="csY127" fmla="*/ 22704 h 80277"/>
                <a:gd name="csX128" fmla="*/ 6673 w 82149"/>
                <a:gd name="csY128" fmla="*/ 22202 h 80277"/>
                <a:gd name="csX129" fmla="*/ 3066 w 82149"/>
                <a:gd name="csY129" fmla="*/ 17888 h 80277"/>
                <a:gd name="csX130" fmla="*/ 0 w 82149"/>
                <a:gd name="csY130" fmla="*/ 15377 h 80277"/>
                <a:gd name="csX131" fmla="*/ 31 w 82149"/>
                <a:gd name="csY131" fmla="*/ 12661 h 80277"/>
                <a:gd name="csX132" fmla="*/ 533 w 82149"/>
                <a:gd name="csY132" fmla="*/ 8118 h 80277"/>
                <a:gd name="csX133" fmla="*/ 1103 w 82149"/>
                <a:gd name="csY133" fmla="*/ 2952 h 80277"/>
                <a:gd name="csX134" fmla="*/ 1841 w 82149"/>
                <a:gd name="csY134" fmla="*/ 2229 h 80277"/>
                <a:gd name="csX135" fmla="*/ 3241 w 82149"/>
                <a:gd name="csY135" fmla="*/ 1841 h 80277"/>
                <a:gd name="csX136" fmla="*/ 4839 w 82149"/>
                <a:gd name="csY136" fmla="*/ 1986 h 80277"/>
                <a:gd name="csX137" fmla="*/ 6232 w 82149"/>
                <a:gd name="csY137" fmla="*/ 2633 h 80277"/>
                <a:gd name="csX138" fmla="*/ 8986 w 82149"/>
                <a:gd name="csY138" fmla="*/ 6171 h 80277"/>
                <a:gd name="csX139" fmla="*/ 10561 w 82149"/>
                <a:gd name="csY139" fmla="*/ 7548 h 80277"/>
                <a:gd name="csX140" fmla="*/ 11892 w 82149"/>
                <a:gd name="csY140" fmla="*/ 8080 h 80277"/>
                <a:gd name="csX141" fmla="*/ 13421 w 82149"/>
                <a:gd name="csY141" fmla="*/ 6589 h 80277"/>
                <a:gd name="csX142" fmla="*/ 15309 w 82149"/>
                <a:gd name="csY142" fmla="*/ 3462 h 80277"/>
                <a:gd name="csX143" fmla="*/ 16960 w 82149"/>
                <a:gd name="csY143" fmla="*/ 1811 h 80277"/>
                <a:gd name="csX144" fmla="*/ 22514 w 82149"/>
                <a:gd name="csY144" fmla="*/ 2412 h 802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Lst>
              <a:rect l="l" t="t" r="r" b="b"/>
              <a:pathLst>
                <a:path w="82149" h="80277">
                  <a:moveTo>
                    <a:pt x="25245" y="0"/>
                  </a:moveTo>
                  <a:lnTo>
                    <a:pt x="29658" y="3165"/>
                  </a:lnTo>
                  <a:lnTo>
                    <a:pt x="31477" y="3637"/>
                  </a:lnTo>
                  <a:lnTo>
                    <a:pt x="32504" y="3203"/>
                  </a:lnTo>
                  <a:lnTo>
                    <a:pt x="33896" y="3401"/>
                  </a:lnTo>
                  <a:lnTo>
                    <a:pt x="37000" y="4329"/>
                  </a:lnTo>
                  <a:lnTo>
                    <a:pt x="37708" y="4717"/>
                  </a:lnTo>
                  <a:lnTo>
                    <a:pt x="38644" y="4649"/>
                  </a:lnTo>
                  <a:lnTo>
                    <a:pt x="40934" y="3416"/>
                  </a:lnTo>
                  <a:lnTo>
                    <a:pt x="41718" y="3568"/>
                  </a:lnTo>
                  <a:lnTo>
                    <a:pt x="44335" y="5988"/>
                  </a:lnTo>
                  <a:lnTo>
                    <a:pt x="45651" y="6018"/>
                  </a:lnTo>
                  <a:lnTo>
                    <a:pt x="47234" y="4976"/>
                  </a:lnTo>
                  <a:lnTo>
                    <a:pt x="48253" y="4071"/>
                  </a:lnTo>
                  <a:lnTo>
                    <a:pt x="51266" y="4748"/>
                  </a:lnTo>
                  <a:lnTo>
                    <a:pt x="52986" y="4337"/>
                  </a:lnTo>
                  <a:lnTo>
                    <a:pt x="54416" y="4299"/>
                  </a:lnTo>
                  <a:lnTo>
                    <a:pt x="55969" y="4710"/>
                  </a:lnTo>
                  <a:lnTo>
                    <a:pt x="57384" y="5273"/>
                  </a:lnTo>
                  <a:lnTo>
                    <a:pt x="58761" y="5760"/>
                  </a:lnTo>
                  <a:lnTo>
                    <a:pt x="62481" y="6011"/>
                  </a:lnTo>
                  <a:lnTo>
                    <a:pt x="64262" y="7548"/>
                  </a:lnTo>
                  <a:lnTo>
                    <a:pt x="64977" y="9031"/>
                  </a:lnTo>
                  <a:lnTo>
                    <a:pt x="64992" y="9937"/>
                  </a:lnTo>
                  <a:lnTo>
                    <a:pt x="65167" y="10903"/>
                  </a:lnTo>
                  <a:lnTo>
                    <a:pt x="66187" y="11854"/>
                  </a:lnTo>
                  <a:lnTo>
                    <a:pt x="68432" y="12394"/>
                  </a:lnTo>
                  <a:lnTo>
                    <a:pt x="69839" y="12280"/>
                  </a:lnTo>
                  <a:lnTo>
                    <a:pt x="70585" y="12212"/>
                  </a:lnTo>
                  <a:lnTo>
                    <a:pt x="72495" y="11360"/>
                  </a:lnTo>
                  <a:lnTo>
                    <a:pt x="74746" y="10918"/>
                  </a:lnTo>
                  <a:lnTo>
                    <a:pt x="76360" y="11428"/>
                  </a:lnTo>
                  <a:lnTo>
                    <a:pt x="77128" y="11923"/>
                  </a:lnTo>
                  <a:lnTo>
                    <a:pt x="77303" y="12600"/>
                  </a:lnTo>
                  <a:lnTo>
                    <a:pt x="76824" y="14936"/>
                  </a:lnTo>
                  <a:lnTo>
                    <a:pt x="75919" y="17446"/>
                  </a:lnTo>
                  <a:lnTo>
                    <a:pt x="74450" y="20056"/>
                  </a:lnTo>
                  <a:lnTo>
                    <a:pt x="72913" y="22514"/>
                  </a:lnTo>
                  <a:lnTo>
                    <a:pt x="72517" y="23807"/>
                  </a:lnTo>
                  <a:lnTo>
                    <a:pt x="72403" y="25877"/>
                  </a:lnTo>
                  <a:lnTo>
                    <a:pt x="72213" y="27497"/>
                  </a:lnTo>
                  <a:lnTo>
                    <a:pt x="72426" y="28380"/>
                  </a:lnTo>
                  <a:lnTo>
                    <a:pt x="72928" y="29209"/>
                  </a:lnTo>
                  <a:lnTo>
                    <a:pt x="74625" y="29864"/>
                  </a:lnTo>
                  <a:lnTo>
                    <a:pt x="76923" y="31492"/>
                  </a:lnTo>
                  <a:lnTo>
                    <a:pt x="78871" y="33607"/>
                  </a:lnTo>
                  <a:lnTo>
                    <a:pt x="81374" y="36004"/>
                  </a:lnTo>
                  <a:lnTo>
                    <a:pt x="82150" y="36894"/>
                  </a:lnTo>
                  <a:lnTo>
                    <a:pt x="82150" y="37853"/>
                  </a:lnTo>
                  <a:lnTo>
                    <a:pt x="81419" y="38560"/>
                  </a:lnTo>
                  <a:lnTo>
                    <a:pt x="79281" y="38834"/>
                  </a:lnTo>
                  <a:lnTo>
                    <a:pt x="77060" y="38621"/>
                  </a:lnTo>
                  <a:lnTo>
                    <a:pt x="76207" y="38378"/>
                  </a:lnTo>
                  <a:lnTo>
                    <a:pt x="75409" y="38667"/>
                  </a:lnTo>
                  <a:lnTo>
                    <a:pt x="74914" y="39214"/>
                  </a:lnTo>
                  <a:lnTo>
                    <a:pt x="75180" y="39861"/>
                  </a:lnTo>
                  <a:lnTo>
                    <a:pt x="77455" y="42768"/>
                  </a:lnTo>
                  <a:lnTo>
                    <a:pt x="80111" y="46930"/>
                  </a:lnTo>
                  <a:lnTo>
                    <a:pt x="80255" y="48718"/>
                  </a:lnTo>
                  <a:lnTo>
                    <a:pt x="79935" y="50118"/>
                  </a:lnTo>
                  <a:lnTo>
                    <a:pt x="79319" y="51091"/>
                  </a:lnTo>
                  <a:lnTo>
                    <a:pt x="78224" y="50924"/>
                  </a:lnTo>
                  <a:lnTo>
                    <a:pt x="77379" y="50163"/>
                  </a:lnTo>
                  <a:lnTo>
                    <a:pt x="76108" y="50217"/>
                  </a:lnTo>
                  <a:lnTo>
                    <a:pt x="75119" y="50429"/>
                  </a:lnTo>
                  <a:lnTo>
                    <a:pt x="73833" y="51936"/>
                  </a:lnTo>
                  <a:lnTo>
                    <a:pt x="73194" y="51867"/>
                  </a:lnTo>
                  <a:lnTo>
                    <a:pt x="72091" y="52096"/>
                  </a:lnTo>
                  <a:lnTo>
                    <a:pt x="71399" y="52392"/>
                  </a:lnTo>
                  <a:lnTo>
                    <a:pt x="70296" y="51951"/>
                  </a:lnTo>
                  <a:lnTo>
                    <a:pt x="69131" y="51662"/>
                  </a:lnTo>
                  <a:lnTo>
                    <a:pt x="68629" y="52126"/>
                  </a:lnTo>
                  <a:lnTo>
                    <a:pt x="68409" y="53009"/>
                  </a:lnTo>
                  <a:lnTo>
                    <a:pt x="69124" y="54599"/>
                  </a:lnTo>
                  <a:lnTo>
                    <a:pt x="70471" y="57087"/>
                  </a:lnTo>
                  <a:lnTo>
                    <a:pt x="70258" y="58989"/>
                  </a:lnTo>
                  <a:lnTo>
                    <a:pt x="69230" y="59195"/>
                  </a:lnTo>
                  <a:lnTo>
                    <a:pt x="68287" y="57612"/>
                  </a:lnTo>
                  <a:lnTo>
                    <a:pt x="67458" y="57353"/>
                  </a:lnTo>
                  <a:lnTo>
                    <a:pt x="66507" y="57414"/>
                  </a:lnTo>
                  <a:lnTo>
                    <a:pt x="64331" y="59248"/>
                  </a:lnTo>
                  <a:lnTo>
                    <a:pt x="62725" y="60792"/>
                  </a:lnTo>
                  <a:lnTo>
                    <a:pt x="62360" y="61865"/>
                  </a:lnTo>
                  <a:lnTo>
                    <a:pt x="61782" y="63037"/>
                  </a:lnTo>
                  <a:lnTo>
                    <a:pt x="61606" y="63889"/>
                  </a:lnTo>
                  <a:lnTo>
                    <a:pt x="61645" y="66712"/>
                  </a:lnTo>
                  <a:lnTo>
                    <a:pt x="58761" y="67161"/>
                  </a:lnTo>
                  <a:lnTo>
                    <a:pt x="58160" y="67579"/>
                  </a:lnTo>
                  <a:lnTo>
                    <a:pt x="57810" y="68431"/>
                  </a:lnTo>
                  <a:lnTo>
                    <a:pt x="58046" y="72045"/>
                  </a:lnTo>
                  <a:lnTo>
                    <a:pt x="58281" y="73986"/>
                  </a:lnTo>
                  <a:lnTo>
                    <a:pt x="59933" y="76968"/>
                  </a:lnTo>
                  <a:lnTo>
                    <a:pt x="59994" y="77912"/>
                  </a:lnTo>
                  <a:lnTo>
                    <a:pt x="59758" y="78535"/>
                  </a:lnTo>
                  <a:lnTo>
                    <a:pt x="58578" y="79715"/>
                  </a:lnTo>
                  <a:lnTo>
                    <a:pt x="58023" y="80141"/>
                  </a:lnTo>
                  <a:lnTo>
                    <a:pt x="57650" y="80278"/>
                  </a:lnTo>
                  <a:lnTo>
                    <a:pt x="55733" y="79502"/>
                  </a:lnTo>
                  <a:lnTo>
                    <a:pt x="54820" y="79129"/>
                  </a:lnTo>
                  <a:lnTo>
                    <a:pt x="50978" y="76496"/>
                  </a:lnTo>
                  <a:lnTo>
                    <a:pt x="49281" y="75028"/>
                  </a:lnTo>
                  <a:lnTo>
                    <a:pt x="46595" y="73111"/>
                  </a:lnTo>
                  <a:lnTo>
                    <a:pt x="44944" y="72015"/>
                  </a:lnTo>
                  <a:lnTo>
                    <a:pt x="44107" y="70356"/>
                  </a:lnTo>
                  <a:lnTo>
                    <a:pt x="42783" y="69976"/>
                  </a:lnTo>
                  <a:lnTo>
                    <a:pt x="41231" y="70509"/>
                  </a:lnTo>
                  <a:lnTo>
                    <a:pt x="39473" y="69306"/>
                  </a:lnTo>
                  <a:lnTo>
                    <a:pt x="40721" y="68690"/>
                  </a:lnTo>
                  <a:lnTo>
                    <a:pt x="41026" y="68097"/>
                  </a:lnTo>
                  <a:lnTo>
                    <a:pt x="40866" y="67320"/>
                  </a:lnTo>
                  <a:lnTo>
                    <a:pt x="40318" y="66270"/>
                  </a:lnTo>
                  <a:lnTo>
                    <a:pt x="35570" y="61721"/>
                  </a:lnTo>
                  <a:lnTo>
                    <a:pt x="33234" y="58601"/>
                  </a:lnTo>
                  <a:lnTo>
                    <a:pt x="32862" y="57483"/>
                  </a:lnTo>
                  <a:lnTo>
                    <a:pt x="32824" y="54500"/>
                  </a:lnTo>
                  <a:lnTo>
                    <a:pt x="32276" y="53785"/>
                  </a:lnTo>
                  <a:lnTo>
                    <a:pt x="28783" y="52423"/>
                  </a:lnTo>
                  <a:lnTo>
                    <a:pt x="24888" y="48535"/>
                  </a:lnTo>
                  <a:lnTo>
                    <a:pt x="20855" y="44708"/>
                  </a:lnTo>
                  <a:lnTo>
                    <a:pt x="20307" y="43643"/>
                  </a:lnTo>
                  <a:lnTo>
                    <a:pt x="18238" y="40744"/>
                  </a:lnTo>
                  <a:lnTo>
                    <a:pt x="15704" y="38104"/>
                  </a:lnTo>
                  <a:lnTo>
                    <a:pt x="13688" y="36415"/>
                  </a:lnTo>
                  <a:lnTo>
                    <a:pt x="12037" y="34497"/>
                  </a:lnTo>
                  <a:lnTo>
                    <a:pt x="10203" y="31804"/>
                  </a:lnTo>
                  <a:lnTo>
                    <a:pt x="9252" y="27733"/>
                  </a:lnTo>
                  <a:lnTo>
                    <a:pt x="8407" y="24112"/>
                  </a:lnTo>
                  <a:lnTo>
                    <a:pt x="7837" y="22704"/>
                  </a:lnTo>
                  <a:lnTo>
                    <a:pt x="6673" y="22202"/>
                  </a:lnTo>
                  <a:lnTo>
                    <a:pt x="3066" y="17888"/>
                  </a:lnTo>
                  <a:lnTo>
                    <a:pt x="0" y="15377"/>
                  </a:lnTo>
                  <a:lnTo>
                    <a:pt x="31" y="12661"/>
                  </a:lnTo>
                  <a:lnTo>
                    <a:pt x="533" y="8118"/>
                  </a:lnTo>
                  <a:lnTo>
                    <a:pt x="1103" y="2952"/>
                  </a:lnTo>
                  <a:lnTo>
                    <a:pt x="1841" y="2229"/>
                  </a:lnTo>
                  <a:lnTo>
                    <a:pt x="3241" y="1841"/>
                  </a:lnTo>
                  <a:lnTo>
                    <a:pt x="4839" y="1986"/>
                  </a:lnTo>
                  <a:lnTo>
                    <a:pt x="6232" y="2633"/>
                  </a:lnTo>
                  <a:lnTo>
                    <a:pt x="8986" y="6171"/>
                  </a:lnTo>
                  <a:lnTo>
                    <a:pt x="10561" y="7548"/>
                  </a:lnTo>
                  <a:lnTo>
                    <a:pt x="11892" y="8080"/>
                  </a:lnTo>
                  <a:lnTo>
                    <a:pt x="13421" y="6589"/>
                  </a:lnTo>
                  <a:lnTo>
                    <a:pt x="15309" y="3462"/>
                  </a:lnTo>
                  <a:lnTo>
                    <a:pt x="16960" y="1811"/>
                  </a:lnTo>
                  <a:lnTo>
                    <a:pt x="22514" y="2412"/>
                  </a:lnTo>
                  <a:close/>
                </a:path>
              </a:pathLst>
            </a:custGeom>
            <a:solidFill>
              <a:srgbClr val="2562E8"/>
            </a:solidFill>
            <a:ln w="6168" cap="flat">
              <a:solidFill>
                <a:srgbClr val="2562E8"/>
              </a:solidFill>
              <a:prstDash val="solid"/>
              <a:miter/>
            </a:ln>
          </p:spPr>
          <p:txBody>
            <a:bodyPr/>
            <a:lstStyle/>
            <a:p>
              <a:endParaRPr lang="en-US"/>
            </a:p>
          </p:txBody>
        </p:sp>
        <p:sp>
          <p:nvSpPr>
            <p:cNvPr id="45" name="Freeform: Shape 44">
              <a:extLst>
                <a:ext uri="{FF2B5EF4-FFF2-40B4-BE49-F238E27FC236}">
                  <a16:creationId xmlns:a16="http://schemas.microsoft.com/office/drawing/2014/main" id="{B35812FB-8AA8-AB80-B3D8-5CDFA8F246F1}"/>
                </a:ext>
              </a:extLst>
            </p:cNvPr>
            <p:cNvSpPr/>
            <p:nvPr/>
          </p:nvSpPr>
          <p:spPr>
            <a:xfrm>
              <a:off x="8300210" y="4719160"/>
              <a:ext cx="4679" cy="5569"/>
            </a:xfrm>
            <a:custGeom>
              <a:avLst/>
              <a:gdLst>
                <a:gd name="csX0" fmla="*/ 3272 w 4679"/>
                <a:gd name="csY0" fmla="*/ 5136 h 5569"/>
                <a:gd name="csX1" fmla="*/ 2663 w 4679"/>
                <a:gd name="csY1" fmla="*/ 5569 h 5569"/>
                <a:gd name="csX2" fmla="*/ 753 w 4679"/>
                <a:gd name="csY2" fmla="*/ 4702 h 5569"/>
                <a:gd name="csX3" fmla="*/ 84 w 4679"/>
                <a:gd name="csY3" fmla="*/ 3652 h 5569"/>
                <a:gd name="csX4" fmla="*/ 0 w 4679"/>
                <a:gd name="csY4" fmla="*/ 320 h 5569"/>
                <a:gd name="csX5" fmla="*/ 1180 w 4679"/>
                <a:gd name="csY5" fmla="*/ 0 h 5569"/>
                <a:gd name="csX6" fmla="*/ 3394 w 4679"/>
                <a:gd name="csY6" fmla="*/ 2640 h 5569"/>
                <a:gd name="csX7" fmla="*/ 4679 w 4679"/>
                <a:gd name="csY7" fmla="*/ 3599 h 5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679" h="5569">
                  <a:moveTo>
                    <a:pt x="3272" y="5136"/>
                  </a:moveTo>
                  <a:lnTo>
                    <a:pt x="2663" y="5569"/>
                  </a:lnTo>
                  <a:lnTo>
                    <a:pt x="753" y="4702"/>
                  </a:lnTo>
                  <a:lnTo>
                    <a:pt x="84" y="3652"/>
                  </a:lnTo>
                  <a:lnTo>
                    <a:pt x="0" y="320"/>
                  </a:lnTo>
                  <a:lnTo>
                    <a:pt x="1180" y="0"/>
                  </a:lnTo>
                  <a:lnTo>
                    <a:pt x="3394" y="2640"/>
                  </a:lnTo>
                  <a:lnTo>
                    <a:pt x="4679" y="359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46" name="Freeform: Shape 45">
              <a:extLst>
                <a:ext uri="{FF2B5EF4-FFF2-40B4-BE49-F238E27FC236}">
                  <a16:creationId xmlns:a16="http://schemas.microsoft.com/office/drawing/2014/main" id="{2CDAF724-8167-4EB2-3A31-9FCE1B2A2FEB}"/>
                </a:ext>
              </a:extLst>
            </p:cNvPr>
            <p:cNvSpPr/>
            <p:nvPr/>
          </p:nvSpPr>
          <p:spPr>
            <a:xfrm>
              <a:off x="11453467" y="4419078"/>
              <a:ext cx="98394" cy="134070"/>
            </a:xfrm>
            <a:custGeom>
              <a:avLst/>
              <a:gdLst>
                <a:gd name="csX0" fmla="*/ 97184 w 98394"/>
                <a:gd name="csY0" fmla="*/ 106976 h 134070"/>
                <a:gd name="csX1" fmla="*/ 97352 w 98394"/>
                <a:gd name="csY1" fmla="*/ 107844 h 134070"/>
                <a:gd name="csX2" fmla="*/ 97382 w 98394"/>
                <a:gd name="csY2" fmla="*/ 115422 h 134070"/>
                <a:gd name="csX3" fmla="*/ 97573 w 98394"/>
                <a:gd name="csY3" fmla="*/ 118655 h 134070"/>
                <a:gd name="csX4" fmla="*/ 98257 w 98394"/>
                <a:gd name="csY4" fmla="*/ 121319 h 134070"/>
                <a:gd name="csX5" fmla="*/ 98394 w 98394"/>
                <a:gd name="csY5" fmla="*/ 122330 h 134070"/>
                <a:gd name="csX6" fmla="*/ 97717 w 98394"/>
                <a:gd name="csY6" fmla="*/ 123152 h 134070"/>
                <a:gd name="csX7" fmla="*/ 97047 w 98394"/>
                <a:gd name="csY7" fmla="*/ 123312 h 134070"/>
                <a:gd name="csX8" fmla="*/ 96416 w 98394"/>
                <a:gd name="csY8" fmla="*/ 122026 h 134070"/>
                <a:gd name="csX9" fmla="*/ 94985 w 98394"/>
                <a:gd name="csY9" fmla="*/ 121045 h 134070"/>
                <a:gd name="csX10" fmla="*/ 92870 w 98394"/>
                <a:gd name="csY10" fmla="*/ 119995 h 134070"/>
                <a:gd name="csX11" fmla="*/ 91972 w 98394"/>
                <a:gd name="csY11" fmla="*/ 119295 h 134070"/>
                <a:gd name="csX12" fmla="*/ 90884 w 98394"/>
                <a:gd name="csY12" fmla="*/ 119576 h 134070"/>
                <a:gd name="csX13" fmla="*/ 89355 w 98394"/>
                <a:gd name="csY13" fmla="*/ 121166 h 134070"/>
                <a:gd name="csX14" fmla="*/ 88746 w 98394"/>
                <a:gd name="csY14" fmla="*/ 122643 h 134070"/>
                <a:gd name="csX15" fmla="*/ 89013 w 98394"/>
                <a:gd name="csY15" fmla="*/ 124712 h 134070"/>
                <a:gd name="csX16" fmla="*/ 89492 w 98394"/>
                <a:gd name="csY16" fmla="*/ 126751 h 134070"/>
                <a:gd name="csX17" fmla="*/ 90557 w 98394"/>
                <a:gd name="csY17" fmla="*/ 127915 h 134070"/>
                <a:gd name="csX18" fmla="*/ 90641 w 98394"/>
                <a:gd name="csY18" fmla="*/ 129201 h 134070"/>
                <a:gd name="csX19" fmla="*/ 91021 w 98394"/>
                <a:gd name="csY19" fmla="*/ 130867 h 134070"/>
                <a:gd name="csX20" fmla="*/ 91569 w 98394"/>
                <a:gd name="csY20" fmla="*/ 132389 h 134070"/>
                <a:gd name="csX21" fmla="*/ 91828 w 98394"/>
                <a:gd name="csY21" fmla="*/ 134040 h 134070"/>
                <a:gd name="csX22" fmla="*/ 91478 w 98394"/>
                <a:gd name="csY22" fmla="*/ 134070 h 134070"/>
                <a:gd name="csX23" fmla="*/ 90207 w 98394"/>
                <a:gd name="csY23" fmla="*/ 131955 h 134070"/>
                <a:gd name="csX24" fmla="*/ 89066 w 98394"/>
                <a:gd name="csY24" fmla="*/ 129665 h 134070"/>
                <a:gd name="csX25" fmla="*/ 86106 w 98394"/>
                <a:gd name="csY25" fmla="*/ 125328 h 134070"/>
                <a:gd name="csX26" fmla="*/ 85140 w 98394"/>
                <a:gd name="csY26" fmla="*/ 117552 h 134070"/>
                <a:gd name="csX27" fmla="*/ 85079 w 98394"/>
                <a:gd name="csY27" fmla="*/ 113702 h 134070"/>
                <a:gd name="csX28" fmla="*/ 83048 w 98394"/>
                <a:gd name="csY28" fmla="*/ 109168 h 134070"/>
                <a:gd name="csX29" fmla="*/ 81701 w 98394"/>
                <a:gd name="csY29" fmla="*/ 102883 h 134070"/>
                <a:gd name="csX30" fmla="*/ 81161 w 98394"/>
                <a:gd name="csY30" fmla="*/ 101247 h 134070"/>
                <a:gd name="csX31" fmla="*/ 81868 w 98394"/>
                <a:gd name="csY31" fmla="*/ 99208 h 134070"/>
                <a:gd name="csX32" fmla="*/ 81990 w 98394"/>
                <a:gd name="csY32" fmla="*/ 98447 h 134070"/>
                <a:gd name="csX33" fmla="*/ 81610 w 98394"/>
                <a:gd name="csY33" fmla="*/ 98615 h 134070"/>
                <a:gd name="csX34" fmla="*/ 80575 w 98394"/>
                <a:gd name="csY34" fmla="*/ 99665 h 134070"/>
                <a:gd name="csX35" fmla="*/ 79228 w 98394"/>
                <a:gd name="csY35" fmla="*/ 97154 h 134070"/>
                <a:gd name="csX36" fmla="*/ 78345 w 98394"/>
                <a:gd name="csY36" fmla="*/ 94901 h 134070"/>
                <a:gd name="csX37" fmla="*/ 74861 w 98394"/>
                <a:gd name="csY37" fmla="*/ 90238 h 134070"/>
                <a:gd name="csX38" fmla="*/ 73849 w 98394"/>
                <a:gd name="csY38" fmla="*/ 88176 h 134070"/>
                <a:gd name="csX39" fmla="*/ 73803 w 98394"/>
                <a:gd name="csY39" fmla="*/ 86159 h 134070"/>
                <a:gd name="csX40" fmla="*/ 72297 w 98394"/>
                <a:gd name="csY40" fmla="*/ 88183 h 134070"/>
                <a:gd name="csX41" fmla="*/ 70250 w 98394"/>
                <a:gd name="csY41" fmla="*/ 89606 h 134070"/>
                <a:gd name="csX42" fmla="*/ 68166 w 98394"/>
                <a:gd name="csY42" fmla="*/ 91744 h 134070"/>
                <a:gd name="csX43" fmla="*/ 66781 w 98394"/>
                <a:gd name="csY43" fmla="*/ 92391 h 134070"/>
                <a:gd name="csX44" fmla="*/ 62390 w 98394"/>
                <a:gd name="csY44" fmla="*/ 92786 h 134070"/>
                <a:gd name="csX45" fmla="*/ 59849 w 98394"/>
                <a:gd name="csY45" fmla="*/ 89926 h 134070"/>
                <a:gd name="csX46" fmla="*/ 56205 w 98394"/>
                <a:gd name="csY46" fmla="*/ 82918 h 134070"/>
                <a:gd name="csX47" fmla="*/ 55725 w 98394"/>
                <a:gd name="csY47" fmla="*/ 81336 h 134070"/>
                <a:gd name="csX48" fmla="*/ 56205 w 98394"/>
                <a:gd name="csY48" fmla="*/ 77204 h 134070"/>
                <a:gd name="csX49" fmla="*/ 55337 w 98394"/>
                <a:gd name="csY49" fmla="*/ 73286 h 134070"/>
                <a:gd name="csX50" fmla="*/ 55353 w 98394"/>
                <a:gd name="csY50" fmla="*/ 71224 h 134070"/>
                <a:gd name="csX51" fmla="*/ 55094 w 98394"/>
                <a:gd name="csY51" fmla="*/ 69839 h 134070"/>
                <a:gd name="csX52" fmla="*/ 54440 w 98394"/>
                <a:gd name="csY52" fmla="*/ 70143 h 134070"/>
                <a:gd name="csX53" fmla="*/ 54188 w 98394"/>
                <a:gd name="csY53" fmla="*/ 71094 h 134070"/>
                <a:gd name="csX54" fmla="*/ 54333 w 98394"/>
                <a:gd name="csY54" fmla="*/ 72548 h 134070"/>
                <a:gd name="csX55" fmla="*/ 54067 w 98394"/>
                <a:gd name="csY55" fmla="*/ 73765 h 134070"/>
                <a:gd name="csX56" fmla="*/ 50917 w 98394"/>
                <a:gd name="csY56" fmla="*/ 73529 h 134070"/>
                <a:gd name="csX57" fmla="*/ 47949 w 98394"/>
                <a:gd name="csY57" fmla="*/ 72974 h 134070"/>
                <a:gd name="csX58" fmla="*/ 50559 w 98394"/>
                <a:gd name="csY58" fmla="*/ 75036 h 134070"/>
                <a:gd name="csX59" fmla="*/ 53367 w 98394"/>
                <a:gd name="csY59" fmla="*/ 75515 h 134070"/>
                <a:gd name="csX60" fmla="*/ 54812 w 98394"/>
                <a:gd name="csY60" fmla="*/ 77356 h 134070"/>
                <a:gd name="csX61" fmla="*/ 54987 w 98394"/>
                <a:gd name="csY61" fmla="*/ 78794 h 134070"/>
                <a:gd name="csX62" fmla="*/ 54896 w 98394"/>
                <a:gd name="csY62" fmla="*/ 80415 h 134070"/>
                <a:gd name="csX63" fmla="*/ 53466 w 98394"/>
                <a:gd name="csY63" fmla="*/ 81549 h 134070"/>
                <a:gd name="csX64" fmla="*/ 52149 w 98394"/>
                <a:gd name="csY64" fmla="*/ 82264 h 134070"/>
                <a:gd name="csX65" fmla="*/ 52385 w 98394"/>
                <a:gd name="csY65" fmla="*/ 83816 h 134070"/>
                <a:gd name="csX66" fmla="*/ 53983 w 98394"/>
                <a:gd name="csY66" fmla="*/ 85703 h 134070"/>
                <a:gd name="csX67" fmla="*/ 52050 w 98394"/>
                <a:gd name="csY67" fmla="*/ 86236 h 134070"/>
                <a:gd name="csX68" fmla="*/ 51525 w 98394"/>
                <a:gd name="csY68" fmla="*/ 87468 h 134070"/>
                <a:gd name="csX69" fmla="*/ 51480 w 98394"/>
                <a:gd name="csY69" fmla="*/ 89226 h 134070"/>
                <a:gd name="csX70" fmla="*/ 52454 w 98394"/>
                <a:gd name="csY70" fmla="*/ 90778 h 134070"/>
                <a:gd name="csX71" fmla="*/ 52842 w 98394"/>
                <a:gd name="csY71" fmla="*/ 91927 h 134070"/>
                <a:gd name="csX72" fmla="*/ 52606 w 98394"/>
                <a:gd name="csY72" fmla="*/ 92984 h 134070"/>
                <a:gd name="csX73" fmla="*/ 53549 w 98394"/>
                <a:gd name="csY73" fmla="*/ 94118 h 134070"/>
                <a:gd name="csX74" fmla="*/ 54919 w 98394"/>
                <a:gd name="csY74" fmla="*/ 96499 h 134070"/>
                <a:gd name="csX75" fmla="*/ 55360 w 98394"/>
                <a:gd name="csY75" fmla="*/ 98188 h 134070"/>
                <a:gd name="csX76" fmla="*/ 54789 w 98394"/>
                <a:gd name="csY76" fmla="*/ 100570 h 134070"/>
                <a:gd name="csX77" fmla="*/ 54006 w 98394"/>
                <a:gd name="csY77" fmla="*/ 101498 h 134070"/>
                <a:gd name="csX78" fmla="*/ 52751 w 98394"/>
                <a:gd name="csY78" fmla="*/ 102396 h 134070"/>
                <a:gd name="csX79" fmla="*/ 49798 w 98394"/>
                <a:gd name="csY79" fmla="*/ 105394 h 134070"/>
                <a:gd name="csX80" fmla="*/ 48353 w 98394"/>
                <a:gd name="csY80" fmla="*/ 108803 h 134070"/>
                <a:gd name="csX81" fmla="*/ 47128 w 98394"/>
                <a:gd name="csY81" fmla="*/ 110393 h 134070"/>
                <a:gd name="csX82" fmla="*/ 45591 w 98394"/>
                <a:gd name="csY82" fmla="*/ 110689 h 134070"/>
                <a:gd name="csX83" fmla="*/ 44997 w 98394"/>
                <a:gd name="csY83" fmla="*/ 109989 h 134070"/>
                <a:gd name="csX84" fmla="*/ 43727 w 98394"/>
                <a:gd name="csY84" fmla="*/ 109076 h 134070"/>
                <a:gd name="csX85" fmla="*/ 43696 w 98394"/>
                <a:gd name="csY85" fmla="*/ 107410 h 134070"/>
                <a:gd name="csX86" fmla="*/ 44084 w 98394"/>
                <a:gd name="csY86" fmla="*/ 106094 h 134070"/>
                <a:gd name="csX87" fmla="*/ 46679 w 98394"/>
                <a:gd name="csY87" fmla="*/ 102906 h 134070"/>
                <a:gd name="csX88" fmla="*/ 45264 w 98394"/>
                <a:gd name="csY88" fmla="*/ 103332 h 134070"/>
                <a:gd name="csX89" fmla="*/ 43666 w 98394"/>
                <a:gd name="csY89" fmla="*/ 104245 h 134070"/>
                <a:gd name="csX90" fmla="*/ 41231 w 98394"/>
                <a:gd name="csY90" fmla="*/ 105972 h 134070"/>
                <a:gd name="csX91" fmla="*/ 40455 w 98394"/>
                <a:gd name="csY91" fmla="*/ 103834 h 134070"/>
                <a:gd name="csX92" fmla="*/ 39945 w 98394"/>
                <a:gd name="csY92" fmla="*/ 101856 h 134070"/>
                <a:gd name="csX93" fmla="*/ 39938 w 98394"/>
                <a:gd name="csY93" fmla="*/ 99429 h 134070"/>
                <a:gd name="csX94" fmla="*/ 41893 w 98394"/>
                <a:gd name="csY94" fmla="*/ 95799 h 134070"/>
                <a:gd name="csX95" fmla="*/ 39679 w 98394"/>
                <a:gd name="csY95" fmla="*/ 97610 h 134070"/>
                <a:gd name="csX96" fmla="*/ 39070 w 98394"/>
                <a:gd name="csY96" fmla="*/ 99870 h 134070"/>
                <a:gd name="csX97" fmla="*/ 39344 w 98394"/>
                <a:gd name="csY97" fmla="*/ 102533 h 134070"/>
                <a:gd name="csX98" fmla="*/ 39055 w 98394"/>
                <a:gd name="csY98" fmla="*/ 104420 h 134070"/>
                <a:gd name="csX99" fmla="*/ 38195 w 98394"/>
                <a:gd name="csY99" fmla="*/ 106877 h 134070"/>
                <a:gd name="csX100" fmla="*/ 37016 w 98394"/>
                <a:gd name="csY100" fmla="*/ 108353 h 134070"/>
                <a:gd name="csX101" fmla="*/ 35113 w 98394"/>
                <a:gd name="csY101" fmla="*/ 109305 h 134070"/>
                <a:gd name="csX102" fmla="*/ 34277 w 98394"/>
                <a:gd name="csY102" fmla="*/ 110758 h 134070"/>
                <a:gd name="csX103" fmla="*/ 32999 w 98394"/>
                <a:gd name="csY103" fmla="*/ 111823 h 134070"/>
                <a:gd name="csX104" fmla="*/ 32961 w 98394"/>
                <a:gd name="csY104" fmla="*/ 109693 h 134070"/>
                <a:gd name="csX105" fmla="*/ 32550 w 98394"/>
                <a:gd name="csY105" fmla="*/ 106877 h 134070"/>
                <a:gd name="csX106" fmla="*/ 31173 w 98394"/>
                <a:gd name="csY106" fmla="*/ 100189 h 134070"/>
                <a:gd name="csX107" fmla="*/ 30876 w 98394"/>
                <a:gd name="csY107" fmla="*/ 101627 h 134070"/>
                <a:gd name="csX108" fmla="*/ 31591 w 98394"/>
                <a:gd name="csY108" fmla="*/ 105774 h 134070"/>
                <a:gd name="csX109" fmla="*/ 31545 w 98394"/>
                <a:gd name="csY109" fmla="*/ 108468 h 134070"/>
                <a:gd name="csX110" fmla="*/ 30503 w 98394"/>
                <a:gd name="csY110" fmla="*/ 110598 h 134070"/>
                <a:gd name="csX111" fmla="*/ 28410 w 98394"/>
                <a:gd name="csY111" fmla="*/ 112881 h 134070"/>
                <a:gd name="csX112" fmla="*/ 26805 w 98394"/>
                <a:gd name="csY112" fmla="*/ 113200 h 134070"/>
                <a:gd name="csX113" fmla="*/ 25861 w 98394"/>
                <a:gd name="csY113" fmla="*/ 112850 h 134070"/>
                <a:gd name="csX114" fmla="*/ 24431 w 98394"/>
                <a:gd name="csY114" fmla="*/ 111435 h 134070"/>
                <a:gd name="csX115" fmla="*/ 22864 w 98394"/>
                <a:gd name="csY115" fmla="*/ 109411 h 134070"/>
                <a:gd name="csX116" fmla="*/ 22605 w 98394"/>
                <a:gd name="csY116" fmla="*/ 106155 h 134070"/>
                <a:gd name="csX117" fmla="*/ 21958 w 98394"/>
                <a:gd name="csY117" fmla="*/ 104367 h 134070"/>
                <a:gd name="csX118" fmla="*/ 22057 w 98394"/>
                <a:gd name="csY118" fmla="*/ 102229 h 134070"/>
                <a:gd name="csX119" fmla="*/ 21928 w 98394"/>
                <a:gd name="csY119" fmla="*/ 100205 h 134070"/>
                <a:gd name="csX120" fmla="*/ 20246 w 98394"/>
                <a:gd name="csY120" fmla="*/ 94780 h 134070"/>
                <a:gd name="csX121" fmla="*/ 19158 w 98394"/>
                <a:gd name="csY121" fmla="*/ 91995 h 134070"/>
                <a:gd name="csX122" fmla="*/ 19295 w 98394"/>
                <a:gd name="csY122" fmla="*/ 91097 h 134070"/>
                <a:gd name="csX123" fmla="*/ 19219 w 98394"/>
                <a:gd name="csY123" fmla="*/ 90717 h 134070"/>
                <a:gd name="csX124" fmla="*/ 18717 w 98394"/>
                <a:gd name="csY124" fmla="*/ 87126 h 134070"/>
                <a:gd name="csX125" fmla="*/ 18017 w 98394"/>
                <a:gd name="csY125" fmla="*/ 84927 h 134070"/>
                <a:gd name="csX126" fmla="*/ 17667 w 98394"/>
                <a:gd name="csY126" fmla="*/ 82583 h 134070"/>
                <a:gd name="csX127" fmla="*/ 19326 w 98394"/>
                <a:gd name="csY127" fmla="*/ 79213 h 134070"/>
                <a:gd name="csX128" fmla="*/ 18656 w 98394"/>
                <a:gd name="csY128" fmla="*/ 78665 h 134070"/>
                <a:gd name="csX129" fmla="*/ 16746 w 98394"/>
                <a:gd name="csY129" fmla="*/ 78216 h 134070"/>
                <a:gd name="csX130" fmla="*/ 14974 w 98394"/>
                <a:gd name="csY130" fmla="*/ 77630 h 134070"/>
                <a:gd name="csX131" fmla="*/ 14540 w 98394"/>
                <a:gd name="csY131" fmla="*/ 76755 h 134070"/>
                <a:gd name="csX132" fmla="*/ 15331 w 98394"/>
                <a:gd name="csY132" fmla="*/ 73430 h 134070"/>
                <a:gd name="csX133" fmla="*/ 14411 w 98394"/>
                <a:gd name="csY133" fmla="*/ 72129 h 134070"/>
                <a:gd name="csX134" fmla="*/ 13087 w 98394"/>
                <a:gd name="csY134" fmla="*/ 70813 h 134070"/>
                <a:gd name="csX135" fmla="*/ 12669 w 98394"/>
                <a:gd name="csY135" fmla="*/ 70288 h 134070"/>
                <a:gd name="csX136" fmla="*/ 12227 w 98394"/>
                <a:gd name="csY136" fmla="*/ 69603 h 134070"/>
                <a:gd name="csX137" fmla="*/ 11619 w 98394"/>
                <a:gd name="csY137" fmla="*/ 67929 h 134070"/>
                <a:gd name="csX138" fmla="*/ 12798 w 98394"/>
                <a:gd name="csY138" fmla="*/ 64406 h 134070"/>
                <a:gd name="csX139" fmla="*/ 14449 w 98394"/>
                <a:gd name="csY139" fmla="*/ 60313 h 134070"/>
                <a:gd name="csX140" fmla="*/ 14745 w 98394"/>
                <a:gd name="csY140" fmla="*/ 58753 h 134070"/>
                <a:gd name="csX141" fmla="*/ 15019 w 98394"/>
                <a:gd name="csY141" fmla="*/ 56045 h 134070"/>
                <a:gd name="csX142" fmla="*/ 15172 w 98394"/>
                <a:gd name="csY142" fmla="*/ 55002 h 134070"/>
                <a:gd name="csX143" fmla="*/ 14958 w 98394"/>
                <a:gd name="csY143" fmla="*/ 53975 h 134070"/>
                <a:gd name="csX144" fmla="*/ 13216 w 98394"/>
                <a:gd name="csY144" fmla="*/ 52788 h 134070"/>
                <a:gd name="csX145" fmla="*/ 10150 w 98394"/>
                <a:gd name="csY145" fmla="*/ 52309 h 134070"/>
                <a:gd name="csX146" fmla="*/ 7981 w 98394"/>
                <a:gd name="csY146" fmla="*/ 51312 h 134070"/>
                <a:gd name="csX147" fmla="*/ 6718 w 98394"/>
                <a:gd name="csY147" fmla="*/ 49806 h 134070"/>
                <a:gd name="csX148" fmla="*/ 5638 w 98394"/>
                <a:gd name="csY148" fmla="*/ 49205 h 134070"/>
                <a:gd name="csX149" fmla="*/ 4307 w 98394"/>
                <a:gd name="csY149" fmla="*/ 49653 h 134070"/>
                <a:gd name="csX150" fmla="*/ 2610 w 98394"/>
                <a:gd name="csY150" fmla="*/ 49068 h 134070"/>
                <a:gd name="csX151" fmla="*/ 1187 w 98394"/>
                <a:gd name="csY151" fmla="*/ 47569 h 134070"/>
                <a:gd name="csX152" fmla="*/ 0 w 98394"/>
                <a:gd name="csY152" fmla="*/ 45750 h 134070"/>
                <a:gd name="csX153" fmla="*/ 152 w 98394"/>
                <a:gd name="csY153" fmla="*/ 44898 h 134070"/>
                <a:gd name="csX154" fmla="*/ 464 w 98394"/>
                <a:gd name="csY154" fmla="*/ 43765 h 134070"/>
                <a:gd name="csX155" fmla="*/ 2701 w 98394"/>
                <a:gd name="csY155" fmla="*/ 39047 h 134070"/>
                <a:gd name="csX156" fmla="*/ 3530 w 98394"/>
                <a:gd name="csY156" fmla="*/ 38903 h 134070"/>
                <a:gd name="csX157" fmla="*/ 5471 w 98394"/>
                <a:gd name="csY157" fmla="*/ 39808 h 134070"/>
                <a:gd name="csX158" fmla="*/ 6194 w 98394"/>
                <a:gd name="csY158" fmla="*/ 39808 h 134070"/>
                <a:gd name="csX159" fmla="*/ 7464 w 98394"/>
                <a:gd name="csY159" fmla="*/ 37944 h 134070"/>
                <a:gd name="csX160" fmla="*/ 9245 w 98394"/>
                <a:gd name="csY160" fmla="*/ 32625 h 134070"/>
                <a:gd name="csX161" fmla="*/ 11756 w 98394"/>
                <a:gd name="csY161" fmla="*/ 32641 h 134070"/>
                <a:gd name="csX162" fmla="*/ 13969 w 98394"/>
                <a:gd name="csY162" fmla="*/ 32808 h 134070"/>
                <a:gd name="csX163" fmla="*/ 15461 w 98394"/>
                <a:gd name="csY163" fmla="*/ 33082 h 134070"/>
                <a:gd name="csX164" fmla="*/ 16944 w 98394"/>
                <a:gd name="csY164" fmla="*/ 32915 h 134070"/>
                <a:gd name="csX165" fmla="*/ 18504 w 98394"/>
                <a:gd name="csY165" fmla="*/ 32489 h 134070"/>
                <a:gd name="csX166" fmla="*/ 19349 w 98394"/>
                <a:gd name="csY166" fmla="*/ 31819 h 134070"/>
                <a:gd name="csX167" fmla="*/ 19813 w 98394"/>
                <a:gd name="csY167" fmla="*/ 30967 h 134070"/>
                <a:gd name="csX168" fmla="*/ 19653 w 98394"/>
                <a:gd name="csY168" fmla="*/ 30229 h 134070"/>
                <a:gd name="csX169" fmla="*/ 17743 w 98394"/>
                <a:gd name="csY169" fmla="*/ 29225 h 134070"/>
                <a:gd name="csX170" fmla="*/ 17006 w 98394"/>
                <a:gd name="csY170" fmla="*/ 28471 h 134070"/>
                <a:gd name="csX171" fmla="*/ 16473 w 98394"/>
                <a:gd name="csY171" fmla="*/ 26333 h 134070"/>
                <a:gd name="csX172" fmla="*/ 15917 w 98394"/>
                <a:gd name="csY172" fmla="*/ 25534 h 134070"/>
                <a:gd name="csX173" fmla="*/ 12166 w 98394"/>
                <a:gd name="csY173" fmla="*/ 25420 h 134070"/>
                <a:gd name="csX174" fmla="*/ 10218 w 98394"/>
                <a:gd name="csY174" fmla="*/ 24439 h 134070"/>
                <a:gd name="csX175" fmla="*/ 9146 w 98394"/>
                <a:gd name="csY175" fmla="*/ 23556 h 134070"/>
                <a:gd name="csX176" fmla="*/ 7244 w 98394"/>
                <a:gd name="csY176" fmla="*/ 20642 h 134070"/>
                <a:gd name="csX177" fmla="*/ 4885 w 98394"/>
                <a:gd name="csY177" fmla="*/ 18481 h 134070"/>
                <a:gd name="csX178" fmla="*/ 2633 w 98394"/>
                <a:gd name="csY178" fmla="*/ 17971 h 134070"/>
                <a:gd name="csX179" fmla="*/ 1765 w 98394"/>
                <a:gd name="csY179" fmla="*/ 17272 h 134070"/>
                <a:gd name="csX180" fmla="*/ 1294 w 98394"/>
                <a:gd name="csY180" fmla="*/ 16161 h 134070"/>
                <a:gd name="csX181" fmla="*/ 1560 w 98394"/>
                <a:gd name="csY181" fmla="*/ 14555 h 134070"/>
                <a:gd name="csX182" fmla="*/ 2237 w 98394"/>
                <a:gd name="csY182" fmla="*/ 13094 h 134070"/>
                <a:gd name="csX183" fmla="*/ 2709 w 98394"/>
                <a:gd name="csY183" fmla="*/ 11466 h 134070"/>
                <a:gd name="csX184" fmla="*/ 4505 w 98394"/>
                <a:gd name="csY184" fmla="*/ 9313 h 134070"/>
                <a:gd name="csX185" fmla="*/ 6612 w 98394"/>
                <a:gd name="csY185" fmla="*/ 7434 h 134070"/>
                <a:gd name="csX186" fmla="*/ 7556 w 98394"/>
                <a:gd name="csY186" fmla="*/ 6140 h 134070"/>
                <a:gd name="csX187" fmla="*/ 8887 w 98394"/>
                <a:gd name="csY187" fmla="*/ 4778 h 134070"/>
                <a:gd name="csX188" fmla="*/ 9047 w 98394"/>
                <a:gd name="csY188" fmla="*/ 4033 h 134070"/>
                <a:gd name="csX189" fmla="*/ 8818 w 98394"/>
                <a:gd name="csY189" fmla="*/ 3180 h 134070"/>
                <a:gd name="csX190" fmla="*/ 7738 w 98394"/>
                <a:gd name="csY190" fmla="*/ 2366 h 134070"/>
                <a:gd name="csX191" fmla="*/ 6985 w 98394"/>
                <a:gd name="csY191" fmla="*/ 2108 h 134070"/>
                <a:gd name="csX192" fmla="*/ 6863 w 98394"/>
                <a:gd name="csY192" fmla="*/ 1583 h 134070"/>
                <a:gd name="csX193" fmla="*/ 7381 w 98394"/>
                <a:gd name="csY193" fmla="*/ 175 h 134070"/>
                <a:gd name="csX194" fmla="*/ 8408 w 98394"/>
                <a:gd name="csY194" fmla="*/ 0 h 134070"/>
                <a:gd name="csX195" fmla="*/ 10545 w 98394"/>
                <a:gd name="csY195" fmla="*/ 1278 h 134070"/>
                <a:gd name="csX196" fmla="*/ 12722 w 98394"/>
                <a:gd name="csY196" fmla="*/ 3340 h 134070"/>
                <a:gd name="csX197" fmla="*/ 14007 w 98394"/>
                <a:gd name="csY197" fmla="*/ 5181 h 134070"/>
                <a:gd name="csX198" fmla="*/ 14061 w 98394"/>
                <a:gd name="csY198" fmla="*/ 6635 h 134070"/>
                <a:gd name="csX199" fmla="*/ 14898 w 98394"/>
                <a:gd name="csY199" fmla="*/ 6871 h 134070"/>
                <a:gd name="csX200" fmla="*/ 15742 w 98394"/>
                <a:gd name="csY200" fmla="*/ 6924 h 134070"/>
                <a:gd name="csX201" fmla="*/ 17157 w 98394"/>
                <a:gd name="csY201" fmla="*/ 7563 h 134070"/>
                <a:gd name="csX202" fmla="*/ 18618 w 98394"/>
                <a:gd name="csY202" fmla="*/ 7373 h 134070"/>
                <a:gd name="csX203" fmla="*/ 19562 w 98394"/>
                <a:gd name="csY203" fmla="*/ 7730 h 134070"/>
                <a:gd name="csX204" fmla="*/ 20193 w 98394"/>
                <a:gd name="csY204" fmla="*/ 7601 h 134070"/>
                <a:gd name="csX205" fmla="*/ 20429 w 98394"/>
                <a:gd name="csY205" fmla="*/ 6764 h 134070"/>
                <a:gd name="csX206" fmla="*/ 19722 w 98394"/>
                <a:gd name="csY206" fmla="*/ 5532 h 134070"/>
                <a:gd name="csX207" fmla="*/ 19204 w 98394"/>
                <a:gd name="csY207" fmla="*/ 4656 h 134070"/>
                <a:gd name="csX208" fmla="*/ 19797 w 98394"/>
                <a:gd name="csY208" fmla="*/ 3774 h 134070"/>
                <a:gd name="csX209" fmla="*/ 20475 w 98394"/>
                <a:gd name="csY209" fmla="*/ 3599 h 134070"/>
                <a:gd name="csX210" fmla="*/ 21228 w 98394"/>
                <a:gd name="csY210" fmla="*/ 3820 h 134070"/>
                <a:gd name="csX211" fmla="*/ 22255 w 98394"/>
                <a:gd name="csY211" fmla="*/ 4611 h 134070"/>
                <a:gd name="csX212" fmla="*/ 23008 w 98394"/>
                <a:gd name="csY212" fmla="*/ 6231 h 134070"/>
                <a:gd name="csX213" fmla="*/ 23153 w 98394"/>
                <a:gd name="csY213" fmla="*/ 8750 h 134070"/>
                <a:gd name="csX214" fmla="*/ 24819 w 98394"/>
                <a:gd name="csY214" fmla="*/ 11025 h 134070"/>
                <a:gd name="csX215" fmla="*/ 27018 w 98394"/>
                <a:gd name="csY215" fmla="*/ 12638 h 134070"/>
                <a:gd name="csX216" fmla="*/ 28738 w 98394"/>
                <a:gd name="csY216" fmla="*/ 13383 h 134070"/>
                <a:gd name="csX217" fmla="*/ 30807 w 98394"/>
                <a:gd name="csY217" fmla="*/ 13916 h 134070"/>
                <a:gd name="csX218" fmla="*/ 32580 w 98394"/>
                <a:gd name="csY218" fmla="*/ 13406 h 134070"/>
                <a:gd name="csX219" fmla="*/ 33463 w 98394"/>
                <a:gd name="csY219" fmla="*/ 11824 h 134070"/>
                <a:gd name="csX220" fmla="*/ 33059 w 98394"/>
                <a:gd name="csY220" fmla="*/ 10401 h 134070"/>
                <a:gd name="csX221" fmla="*/ 33341 w 98394"/>
                <a:gd name="csY221" fmla="*/ 9130 h 134070"/>
                <a:gd name="csX222" fmla="*/ 34049 w 98394"/>
                <a:gd name="csY222" fmla="*/ 8430 h 134070"/>
                <a:gd name="csX223" fmla="*/ 35159 w 98394"/>
                <a:gd name="csY223" fmla="*/ 8476 h 134070"/>
                <a:gd name="csX224" fmla="*/ 35981 w 98394"/>
                <a:gd name="csY224" fmla="*/ 9480 h 134070"/>
                <a:gd name="csX225" fmla="*/ 38393 w 98394"/>
                <a:gd name="csY225" fmla="*/ 14913 h 134070"/>
                <a:gd name="csX226" fmla="*/ 37898 w 98394"/>
                <a:gd name="csY226" fmla="*/ 17317 h 134070"/>
                <a:gd name="csX227" fmla="*/ 38439 w 98394"/>
                <a:gd name="csY227" fmla="*/ 23906 h 134070"/>
                <a:gd name="csX228" fmla="*/ 37830 w 98394"/>
                <a:gd name="csY228" fmla="*/ 28243 h 134070"/>
                <a:gd name="csX229" fmla="*/ 37929 w 98394"/>
                <a:gd name="csY229" fmla="*/ 29179 h 134070"/>
                <a:gd name="csX230" fmla="*/ 38210 w 98394"/>
                <a:gd name="csY230" fmla="*/ 29902 h 134070"/>
                <a:gd name="csX231" fmla="*/ 38621 w 98394"/>
                <a:gd name="csY231" fmla="*/ 30198 h 134070"/>
                <a:gd name="csX232" fmla="*/ 39329 w 98394"/>
                <a:gd name="csY232" fmla="*/ 30191 h 134070"/>
                <a:gd name="csX233" fmla="*/ 42266 w 98394"/>
                <a:gd name="csY233" fmla="*/ 31005 h 134070"/>
                <a:gd name="csX234" fmla="*/ 44738 w 98394"/>
                <a:gd name="csY234" fmla="*/ 31910 h 134070"/>
                <a:gd name="csX235" fmla="*/ 47531 w 98394"/>
                <a:gd name="csY235" fmla="*/ 32732 h 134070"/>
                <a:gd name="csX236" fmla="*/ 51564 w 98394"/>
                <a:gd name="csY236" fmla="*/ 33371 h 134070"/>
                <a:gd name="csX237" fmla="*/ 54036 w 98394"/>
                <a:gd name="csY237" fmla="*/ 33166 h 134070"/>
                <a:gd name="csX238" fmla="*/ 55269 w 98394"/>
                <a:gd name="csY238" fmla="*/ 33143 h 134070"/>
                <a:gd name="csX239" fmla="*/ 57772 w 98394"/>
                <a:gd name="csY239" fmla="*/ 33333 h 134070"/>
                <a:gd name="csX240" fmla="*/ 64346 w 98394"/>
                <a:gd name="csY240" fmla="*/ 32991 h 134070"/>
                <a:gd name="csX241" fmla="*/ 69786 w 98394"/>
                <a:gd name="csY241" fmla="*/ 32899 h 134070"/>
                <a:gd name="csX242" fmla="*/ 72000 w 98394"/>
                <a:gd name="csY242" fmla="*/ 33523 h 134070"/>
                <a:gd name="csX243" fmla="*/ 73773 w 98394"/>
                <a:gd name="csY243" fmla="*/ 33744 h 134070"/>
                <a:gd name="csX244" fmla="*/ 79829 w 98394"/>
                <a:gd name="csY244" fmla="*/ 33310 h 134070"/>
                <a:gd name="csX245" fmla="*/ 85947 w 98394"/>
                <a:gd name="csY245" fmla="*/ 33105 h 134070"/>
                <a:gd name="csX246" fmla="*/ 89256 w 98394"/>
                <a:gd name="csY246" fmla="*/ 34482 h 134070"/>
                <a:gd name="csX247" fmla="*/ 92863 w 98394"/>
                <a:gd name="csY247" fmla="*/ 36726 h 134070"/>
                <a:gd name="csX248" fmla="*/ 94894 w 98394"/>
                <a:gd name="csY248" fmla="*/ 38393 h 134070"/>
                <a:gd name="csX249" fmla="*/ 95259 w 98394"/>
                <a:gd name="csY249" fmla="*/ 39344 h 134070"/>
                <a:gd name="csX250" fmla="*/ 95039 w 98394"/>
                <a:gd name="csY250" fmla="*/ 40158 h 134070"/>
                <a:gd name="csX251" fmla="*/ 94362 w 98394"/>
                <a:gd name="csY251" fmla="*/ 40607 h 134070"/>
                <a:gd name="csX252" fmla="*/ 93114 w 98394"/>
                <a:gd name="csY252" fmla="*/ 40622 h 134070"/>
                <a:gd name="csX253" fmla="*/ 90261 w 98394"/>
                <a:gd name="csY253" fmla="*/ 39534 h 134070"/>
                <a:gd name="csX254" fmla="*/ 89774 w 98394"/>
                <a:gd name="csY254" fmla="*/ 39854 h 134070"/>
                <a:gd name="csX255" fmla="*/ 89827 w 98394"/>
                <a:gd name="csY255" fmla="*/ 42075 h 134070"/>
                <a:gd name="csX256" fmla="*/ 89736 w 98394"/>
                <a:gd name="csY256" fmla="*/ 42425 h 134070"/>
                <a:gd name="csX257" fmla="*/ 89127 w 98394"/>
                <a:gd name="csY257" fmla="*/ 44419 h 134070"/>
                <a:gd name="csX258" fmla="*/ 87408 w 98394"/>
                <a:gd name="csY258" fmla="*/ 48900 h 134070"/>
                <a:gd name="csX259" fmla="*/ 87073 w 98394"/>
                <a:gd name="csY259" fmla="*/ 50901 h 134070"/>
                <a:gd name="csX260" fmla="*/ 86707 w 98394"/>
                <a:gd name="csY260" fmla="*/ 51411 h 134070"/>
                <a:gd name="csX261" fmla="*/ 86259 w 98394"/>
                <a:gd name="csY261" fmla="*/ 51693 h 134070"/>
                <a:gd name="csX262" fmla="*/ 84912 w 98394"/>
                <a:gd name="csY262" fmla="*/ 51769 h 134070"/>
                <a:gd name="csX263" fmla="*/ 83854 w 98394"/>
                <a:gd name="csY263" fmla="*/ 52096 h 134070"/>
                <a:gd name="csX264" fmla="*/ 83413 w 98394"/>
                <a:gd name="csY264" fmla="*/ 52826 h 134070"/>
                <a:gd name="csX265" fmla="*/ 82728 w 98394"/>
                <a:gd name="csY265" fmla="*/ 54333 h 134070"/>
                <a:gd name="csX266" fmla="*/ 82249 w 98394"/>
                <a:gd name="csY266" fmla="*/ 55854 h 134070"/>
                <a:gd name="csX267" fmla="*/ 81594 w 98394"/>
                <a:gd name="csY267" fmla="*/ 56326 h 134070"/>
                <a:gd name="csX268" fmla="*/ 80020 w 98394"/>
                <a:gd name="csY268" fmla="*/ 55505 h 134070"/>
                <a:gd name="csX269" fmla="*/ 79038 w 98394"/>
                <a:gd name="csY269" fmla="*/ 55634 h 134070"/>
                <a:gd name="csX270" fmla="*/ 77805 w 98394"/>
                <a:gd name="csY270" fmla="*/ 55984 h 134070"/>
                <a:gd name="csX271" fmla="*/ 76573 w 98394"/>
                <a:gd name="csY271" fmla="*/ 56851 h 134070"/>
                <a:gd name="csX272" fmla="*/ 75728 w 98394"/>
                <a:gd name="csY272" fmla="*/ 57932 h 134070"/>
                <a:gd name="csX273" fmla="*/ 74770 w 98394"/>
                <a:gd name="csY273" fmla="*/ 58297 h 134070"/>
                <a:gd name="csX274" fmla="*/ 71908 w 98394"/>
                <a:gd name="csY274" fmla="*/ 58084 h 134070"/>
                <a:gd name="csX275" fmla="*/ 71368 w 98394"/>
                <a:gd name="csY275" fmla="*/ 58236 h 134070"/>
                <a:gd name="csX276" fmla="*/ 71003 w 98394"/>
                <a:gd name="csY276" fmla="*/ 59004 h 134070"/>
                <a:gd name="csX277" fmla="*/ 70714 w 98394"/>
                <a:gd name="csY277" fmla="*/ 59971 h 134070"/>
                <a:gd name="csX278" fmla="*/ 68485 w 98394"/>
                <a:gd name="csY278" fmla="*/ 62253 h 134070"/>
                <a:gd name="csX279" fmla="*/ 67640 w 98394"/>
                <a:gd name="csY279" fmla="*/ 65913 h 134070"/>
                <a:gd name="csX280" fmla="*/ 66955 w 98394"/>
                <a:gd name="csY280" fmla="*/ 68287 h 134070"/>
                <a:gd name="csX281" fmla="*/ 67070 w 98394"/>
                <a:gd name="csY281" fmla="*/ 70128 h 134070"/>
                <a:gd name="csX282" fmla="*/ 68949 w 98394"/>
                <a:gd name="csY282" fmla="*/ 74929 h 134070"/>
                <a:gd name="csX283" fmla="*/ 70265 w 98394"/>
                <a:gd name="csY283" fmla="*/ 81153 h 134070"/>
                <a:gd name="csX284" fmla="*/ 70767 w 98394"/>
                <a:gd name="csY284" fmla="*/ 81784 h 134070"/>
                <a:gd name="csX285" fmla="*/ 71209 w 98394"/>
                <a:gd name="csY285" fmla="*/ 81982 h 134070"/>
                <a:gd name="csX286" fmla="*/ 71406 w 98394"/>
                <a:gd name="csY286" fmla="*/ 81838 h 134070"/>
                <a:gd name="csX287" fmla="*/ 71361 w 98394"/>
                <a:gd name="csY287" fmla="*/ 80552 h 134070"/>
                <a:gd name="csX288" fmla="*/ 71445 w 98394"/>
                <a:gd name="csY288" fmla="*/ 78992 h 134070"/>
                <a:gd name="csX289" fmla="*/ 72061 w 98394"/>
                <a:gd name="csY289" fmla="*/ 78627 h 134070"/>
                <a:gd name="csX290" fmla="*/ 72852 w 98394"/>
                <a:gd name="csY290" fmla="*/ 78946 h 134070"/>
                <a:gd name="csX291" fmla="*/ 73605 w 98394"/>
                <a:gd name="csY291" fmla="*/ 80301 h 134070"/>
                <a:gd name="csX292" fmla="*/ 74450 w 98394"/>
                <a:gd name="csY292" fmla="*/ 82781 h 134070"/>
                <a:gd name="csX293" fmla="*/ 75355 w 98394"/>
                <a:gd name="csY293" fmla="*/ 83755 h 134070"/>
                <a:gd name="csX294" fmla="*/ 76771 w 98394"/>
                <a:gd name="csY294" fmla="*/ 84029 h 134070"/>
                <a:gd name="csX295" fmla="*/ 78376 w 98394"/>
                <a:gd name="csY295" fmla="*/ 83443 h 134070"/>
                <a:gd name="csX296" fmla="*/ 79570 w 98394"/>
                <a:gd name="csY296" fmla="*/ 82325 h 134070"/>
                <a:gd name="csX297" fmla="*/ 80058 w 98394"/>
                <a:gd name="csY297" fmla="*/ 81107 h 134070"/>
                <a:gd name="csX298" fmla="*/ 79715 w 98394"/>
                <a:gd name="csY298" fmla="*/ 78718 h 134070"/>
                <a:gd name="csX299" fmla="*/ 79639 w 98394"/>
                <a:gd name="csY299" fmla="*/ 76930 h 134070"/>
                <a:gd name="csX300" fmla="*/ 80407 w 98394"/>
                <a:gd name="csY300" fmla="*/ 75226 h 134070"/>
                <a:gd name="csX301" fmla="*/ 83162 w 98394"/>
                <a:gd name="csY301" fmla="*/ 72685 h 134070"/>
                <a:gd name="csX302" fmla="*/ 83557 w 98394"/>
                <a:gd name="csY302" fmla="*/ 71901 h 134070"/>
                <a:gd name="csX303" fmla="*/ 83383 w 98394"/>
                <a:gd name="csY303" fmla="*/ 69733 h 134070"/>
                <a:gd name="csX304" fmla="*/ 83390 w 98394"/>
                <a:gd name="csY304" fmla="*/ 67693 h 134070"/>
                <a:gd name="csX305" fmla="*/ 84433 w 98394"/>
                <a:gd name="csY305" fmla="*/ 67556 h 134070"/>
                <a:gd name="csX306" fmla="*/ 85840 w 98394"/>
                <a:gd name="csY306" fmla="*/ 67884 h 134070"/>
                <a:gd name="csX307" fmla="*/ 87605 w 98394"/>
                <a:gd name="csY307" fmla="*/ 66887 h 134070"/>
                <a:gd name="csX308" fmla="*/ 88145 w 98394"/>
                <a:gd name="csY308" fmla="*/ 66864 h 134070"/>
                <a:gd name="csX309" fmla="*/ 88891 w 98394"/>
                <a:gd name="csY309" fmla="*/ 67937 h 134070"/>
                <a:gd name="csX310" fmla="*/ 90146 w 98394"/>
                <a:gd name="csY310" fmla="*/ 67754 h 134070"/>
                <a:gd name="csX311" fmla="*/ 91075 w 98394"/>
                <a:gd name="csY311" fmla="*/ 72182 h 134070"/>
                <a:gd name="csX312" fmla="*/ 92026 w 98394"/>
                <a:gd name="csY312" fmla="*/ 76086 h 134070"/>
                <a:gd name="csX313" fmla="*/ 92033 w 98394"/>
                <a:gd name="csY313" fmla="*/ 77904 h 134070"/>
                <a:gd name="csX314" fmla="*/ 92193 w 98394"/>
                <a:gd name="csY314" fmla="*/ 81891 h 134070"/>
                <a:gd name="csX315" fmla="*/ 92627 w 98394"/>
                <a:gd name="csY315" fmla="*/ 85140 h 134070"/>
                <a:gd name="csX316" fmla="*/ 93304 w 98394"/>
                <a:gd name="csY316" fmla="*/ 85878 h 134070"/>
                <a:gd name="csX317" fmla="*/ 94095 w 98394"/>
                <a:gd name="csY317" fmla="*/ 87613 h 134070"/>
                <a:gd name="csX318" fmla="*/ 94826 w 98394"/>
                <a:gd name="csY318" fmla="*/ 89629 h 134070"/>
                <a:gd name="csX319" fmla="*/ 95396 w 98394"/>
                <a:gd name="csY319" fmla="*/ 90755 h 134070"/>
                <a:gd name="csX320" fmla="*/ 95784 w 98394"/>
                <a:gd name="csY320" fmla="*/ 94430 h 134070"/>
                <a:gd name="csX321" fmla="*/ 96264 w 98394"/>
                <a:gd name="csY321" fmla="*/ 97078 h 134070"/>
                <a:gd name="csX322" fmla="*/ 96895 w 98394"/>
                <a:gd name="csY322" fmla="*/ 105386 h 134070"/>
                <a:gd name="csX323" fmla="*/ 97184 w 98394"/>
                <a:gd name="csY323" fmla="*/ 106976 h 134070"/>
                <a:gd name="csX324" fmla="*/ 55908 w 98394"/>
                <a:gd name="csY324" fmla="*/ 84348 h 134070"/>
                <a:gd name="csX325" fmla="*/ 56288 w 98394"/>
                <a:gd name="csY325" fmla="*/ 85338 h 134070"/>
                <a:gd name="csX326" fmla="*/ 55101 w 98394"/>
                <a:gd name="csY326" fmla="*/ 84744 h 134070"/>
                <a:gd name="csX327" fmla="*/ 54211 w 98394"/>
                <a:gd name="csY327" fmla="*/ 84059 h 134070"/>
                <a:gd name="csX328" fmla="*/ 53664 w 98394"/>
                <a:gd name="csY328" fmla="*/ 83146 h 134070"/>
                <a:gd name="csX329" fmla="*/ 54591 w 98394"/>
                <a:gd name="csY329" fmla="*/ 82667 h 134070"/>
                <a:gd name="csX330" fmla="*/ 55908 w 98394"/>
                <a:gd name="csY330" fmla="*/ 84348 h 134070"/>
                <a:gd name="csX331" fmla="*/ 58807 w 98394"/>
                <a:gd name="csY331" fmla="*/ 104428 h 134070"/>
                <a:gd name="csX332" fmla="*/ 55094 w 98394"/>
                <a:gd name="csY332" fmla="*/ 105234 h 134070"/>
                <a:gd name="csX333" fmla="*/ 53199 w 98394"/>
                <a:gd name="csY333" fmla="*/ 104983 h 134070"/>
                <a:gd name="csX334" fmla="*/ 56737 w 98394"/>
                <a:gd name="csY334" fmla="*/ 98965 h 134070"/>
                <a:gd name="csX335" fmla="*/ 56616 w 98394"/>
                <a:gd name="csY335" fmla="*/ 96271 h 134070"/>
                <a:gd name="csX336" fmla="*/ 56068 w 98394"/>
                <a:gd name="csY336" fmla="*/ 94072 h 134070"/>
                <a:gd name="csX337" fmla="*/ 54272 w 98394"/>
                <a:gd name="csY337" fmla="*/ 92307 h 134070"/>
                <a:gd name="csX338" fmla="*/ 54173 w 98394"/>
                <a:gd name="csY338" fmla="*/ 91044 h 134070"/>
                <a:gd name="csX339" fmla="*/ 53367 w 98394"/>
                <a:gd name="csY339" fmla="*/ 89317 h 134070"/>
                <a:gd name="csX340" fmla="*/ 52948 w 98394"/>
                <a:gd name="csY340" fmla="*/ 87293 h 134070"/>
                <a:gd name="csX341" fmla="*/ 54942 w 98394"/>
                <a:gd name="csY341" fmla="*/ 86646 h 134070"/>
                <a:gd name="csX342" fmla="*/ 56562 w 98394"/>
                <a:gd name="csY342" fmla="*/ 87803 h 134070"/>
                <a:gd name="csX343" fmla="*/ 56790 w 98394"/>
                <a:gd name="csY343" fmla="*/ 88442 h 134070"/>
                <a:gd name="csX344" fmla="*/ 57140 w 98394"/>
                <a:gd name="csY344" fmla="*/ 90093 h 134070"/>
                <a:gd name="csX345" fmla="*/ 57939 w 98394"/>
                <a:gd name="csY345" fmla="*/ 91813 h 134070"/>
                <a:gd name="csX346" fmla="*/ 60739 w 98394"/>
                <a:gd name="csY346" fmla="*/ 95351 h 134070"/>
                <a:gd name="csX347" fmla="*/ 60686 w 98394"/>
                <a:gd name="csY347" fmla="*/ 97519 h 134070"/>
                <a:gd name="csX348" fmla="*/ 59917 w 98394"/>
                <a:gd name="csY348" fmla="*/ 102807 h 134070"/>
                <a:gd name="csX349" fmla="*/ 58807 w 98394"/>
                <a:gd name="csY349" fmla="*/ 104428 h 134070"/>
                <a:gd name="csX350" fmla="*/ 75439 w 98394"/>
                <a:gd name="csY350" fmla="*/ 97717 h 134070"/>
                <a:gd name="csX351" fmla="*/ 74450 w 98394"/>
                <a:gd name="csY351" fmla="*/ 98394 h 134070"/>
                <a:gd name="csX352" fmla="*/ 73522 w 98394"/>
                <a:gd name="csY352" fmla="*/ 97808 h 134070"/>
                <a:gd name="csX353" fmla="*/ 72335 w 98394"/>
                <a:gd name="csY353" fmla="*/ 95571 h 134070"/>
                <a:gd name="csX354" fmla="*/ 72921 w 98394"/>
                <a:gd name="csY354" fmla="*/ 92741 h 134070"/>
                <a:gd name="csX355" fmla="*/ 73293 w 98394"/>
                <a:gd name="csY355" fmla="*/ 92338 h 134070"/>
                <a:gd name="csX356" fmla="*/ 73887 w 98394"/>
                <a:gd name="csY356" fmla="*/ 93258 h 134070"/>
                <a:gd name="csX357" fmla="*/ 74716 w 98394"/>
                <a:gd name="csY357" fmla="*/ 95229 h 134070"/>
                <a:gd name="csX358" fmla="*/ 75256 w 98394"/>
                <a:gd name="csY358" fmla="*/ 96728 h 134070"/>
                <a:gd name="csX359" fmla="*/ 75439 w 98394"/>
                <a:gd name="csY359" fmla="*/ 97717 h 134070"/>
                <a:gd name="csX360" fmla="*/ 66773 w 98394"/>
                <a:gd name="csY360" fmla="*/ 102465 h 134070"/>
                <a:gd name="csX361" fmla="*/ 64513 w 98394"/>
                <a:gd name="csY361" fmla="*/ 104070 h 134070"/>
                <a:gd name="csX362" fmla="*/ 65251 w 98394"/>
                <a:gd name="csY362" fmla="*/ 94559 h 134070"/>
                <a:gd name="csX363" fmla="*/ 66940 w 98394"/>
                <a:gd name="csY363" fmla="*/ 98105 h 134070"/>
                <a:gd name="csX364" fmla="*/ 67366 w 98394"/>
                <a:gd name="csY364" fmla="*/ 99999 h 134070"/>
                <a:gd name="csX365" fmla="*/ 66773 w 98394"/>
                <a:gd name="csY365" fmla="*/ 102465 h 134070"/>
                <a:gd name="csX366" fmla="*/ 82211 w 98394"/>
                <a:gd name="csY366" fmla="*/ 110316 h 134070"/>
                <a:gd name="csX367" fmla="*/ 81435 w 98394"/>
                <a:gd name="csY367" fmla="*/ 112188 h 134070"/>
                <a:gd name="csX368" fmla="*/ 81054 w 98394"/>
                <a:gd name="csY368" fmla="*/ 110826 h 134070"/>
                <a:gd name="csX369" fmla="*/ 81382 w 98394"/>
                <a:gd name="csY369" fmla="*/ 109099 h 134070"/>
                <a:gd name="csX370" fmla="*/ 81716 w 98394"/>
                <a:gd name="csY370" fmla="*/ 108148 h 134070"/>
                <a:gd name="csX371" fmla="*/ 81937 w 98394"/>
                <a:gd name="csY371" fmla="*/ 108156 h 134070"/>
                <a:gd name="csX372" fmla="*/ 82393 w 98394"/>
                <a:gd name="csY372" fmla="*/ 109137 h 134070"/>
                <a:gd name="csX373" fmla="*/ 82211 w 98394"/>
                <a:gd name="csY373" fmla="*/ 110316 h 134070"/>
                <a:gd name="csX374" fmla="*/ 83824 w 98394"/>
                <a:gd name="csY374" fmla="*/ 117720 h 134070"/>
                <a:gd name="csX375" fmla="*/ 82538 w 98394"/>
                <a:gd name="csY375" fmla="*/ 117826 h 134070"/>
                <a:gd name="csX376" fmla="*/ 81906 w 98394"/>
                <a:gd name="csY376" fmla="*/ 117149 h 134070"/>
                <a:gd name="csX377" fmla="*/ 82203 w 98394"/>
                <a:gd name="csY377" fmla="*/ 116198 h 134070"/>
                <a:gd name="csX378" fmla="*/ 81853 w 98394"/>
                <a:gd name="csY378" fmla="*/ 113132 h 134070"/>
                <a:gd name="csX379" fmla="*/ 82941 w 98394"/>
                <a:gd name="csY379" fmla="*/ 112812 h 134070"/>
                <a:gd name="csX380" fmla="*/ 83496 w 98394"/>
                <a:gd name="csY380" fmla="*/ 112827 h 134070"/>
                <a:gd name="csX381" fmla="*/ 83808 w 98394"/>
                <a:gd name="csY381" fmla="*/ 113733 h 134070"/>
                <a:gd name="csX382" fmla="*/ 84098 w 98394"/>
                <a:gd name="csY382" fmla="*/ 115392 h 134070"/>
                <a:gd name="csX383" fmla="*/ 83824 w 98394"/>
                <a:gd name="csY383" fmla="*/ 117720 h 1340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Lst>
              <a:rect l="l" t="t" r="r" b="b"/>
              <a:pathLst>
                <a:path w="98394" h="134070">
                  <a:moveTo>
                    <a:pt x="97184" y="106976"/>
                  </a:moveTo>
                  <a:lnTo>
                    <a:pt x="97352" y="107844"/>
                  </a:lnTo>
                  <a:lnTo>
                    <a:pt x="97382" y="115422"/>
                  </a:lnTo>
                  <a:lnTo>
                    <a:pt x="97573" y="118655"/>
                  </a:lnTo>
                  <a:lnTo>
                    <a:pt x="98257" y="121319"/>
                  </a:lnTo>
                  <a:lnTo>
                    <a:pt x="98394" y="122330"/>
                  </a:lnTo>
                  <a:lnTo>
                    <a:pt x="97717" y="123152"/>
                  </a:lnTo>
                  <a:lnTo>
                    <a:pt x="97047" y="123312"/>
                  </a:lnTo>
                  <a:lnTo>
                    <a:pt x="96416" y="122026"/>
                  </a:lnTo>
                  <a:lnTo>
                    <a:pt x="94985" y="121045"/>
                  </a:lnTo>
                  <a:lnTo>
                    <a:pt x="92870" y="119995"/>
                  </a:lnTo>
                  <a:lnTo>
                    <a:pt x="91972" y="119295"/>
                  </a:lnTo>
                  <a:lnTo>
                    <a:pt x="90884" y="119576"/>
                  </a:lnTo>
                  <a:lnTo>
                    <a:pt x="89355" y="121166"/>
                  </a:lnTo>
                  <a:lnTo>
                    <a:pt x="88746" y="122643"/>
                  </a:lnTo>
                  <a:lnTo>
                    <a:pt x="89013" y="124712"/>
                  </a:lnTo>
                  <a:lnTo>
                    <a:pt x="89492" y="126751"/>
                  </a:lnTo>
                  <a:lnTo>
                    <a:pt x="90557" y="127915"/>
                  </a:lnTo>
                  <a:lnTo>
                    <a:pt x="90641" y="129201"/>
                  </a:lnTo>
                  <a:lnTo>
                    <a:pt x="91021" y="130867"/>
                  </a:lnTo>
                  <a:lnTo>
                    <a:pt x="91569" y="132389"/>
                  </a:lnTo>
                  <a:lnTo>
                    <a:pt x="91828" y="134040"/>
                  </a:lnTo>
                  <a:lnTo>
                    <a:pt x="91478" y="134070"/>
                  </a:lnTo>
                  <a:lnTo>
                    <a:pt x="90207" y="131955"/>
                  </a:lnTo>
                  <a:lnTo>
                    <a:pt x="89066" y="129665"/>
                  </a:lnTo>
                  <a:lnTo>
                    <a:pt x="86106" y="125328"/>
                  </a:lnTo>
                  <a:lnTo>
                    <a:pt x="85140" y="117552"/>
                  </a:lnTo>
                  <a:lnTo>
                    <a:pt x="85079" y="113702"/>
                  </a:lnTo>
                  <a:lnTo>
                    <a:pt x="83048" y="109168"/>
                  </a:lnTo>
                  <a:lnTo>
                    <a:pt x="81701" y="102883"/>
                  </a:lnTo>
                  <a:lnTo>
                    <a:pt x="81161" y="101247"/>
                  </a:lnTo>
                  <a:lnTo>
                    <a:pt x="81868" y="99208"/>
                  </a:lnTo>
                  <a:lnTo>
                    <a:pt x="81990" y="98447"/>
                  </a:lnTo>
                  <a:lnTo>
                    <a:pt x="81610" y="98615"/>
                  </a:lnTo>
                  <a:lnTo>
                    <a:pt x="80575" y="99665"/>
                  </a:lnTo>
                  <a:lnTo>
                    <a:pt x="79228" y="97154"/>
                  </a:lnTo>
                  <a:lnTo>
                    <a:pt x="78345" y="94901"/>
                  </a:lnTo>
                  <a:lnTo>
                    <a:pt x="74861" y="90238"/>
                  </a:lnTo>
                  <a:lnTo>
                    <a:pt x="73849" y="88176"/>
                  </a:lnTo>
                  <a:lnTo>
                    <a:pt x="73803" y="86159"/>
                  </a:lnTo>
                  <a:lnTo>
                    <a:pt x="72297" y="88183"/>
                  </a:lnTo>
                  <a:lnTo>
                    <a:pt x="70250" y="89606"/>
                  </a:lnTo>
                  <a:lnTo>
                    <a:pt x="68166" y="91744"/>
                  </a:lnTo>
                  <a:lnTo>
                    <a:pt x="66781" y="92391"/>
                  </a:lnTo>
                  <a:lnTo>
                    <a:pt x="62390" y="92786"/>
                  </a:lnTo>
                  <a:lnTo>
                    <a:pt x="59849" y="89926"/>
                  </a:lnTo>
                  <a:lnTo>
                    <a:pt x="56205" y="82918"/>
                  </a:lnTo>
                  <a:lnTo>
                    <a:pt x="55725" y="81336"/>
                  </a:lnTo>
                  <a:lnTo>
                    <a:pt x="56205" y="77204"/>
                  </a:lnTo>
                  <a:lnTo>
                    <a:pt x="55337" y="73286"/>
                  </a:lnTo>
                  <a:lnTo>
                    <a:pt x="55353" y="71224"/>
                  </a:lnTo>
                  <a:lnTo>
                    <a:pt x="55094" y="69839"/>
                  </a:lnTo>
                  <a:lnTo>
                    <a:pt x="54440" y="70143"/>
                  </a:lnTo>
                  <a:lnTo>
                    <a:pt x="54188" y="71094"/>
                  </a:lnTo>
                  <a:lnTo>
                    <a:pt x="54333" y="72548"/>
                  </a:lnTo>
                  <a:lnTo>
                    <a:pt x="54067" y="73765"/>
                  </a:lnTo>
                  <a:lnTo>
                    <a:pt x="50917" y="73529"/>
                  </a:lnTo>
                  <a:lnTo>
                    <a:pt x="47949" y="72974"/>
                  </a:lnTo>
                  <a:lnTo>
                    <a:pt x="50559" y="75036"/>
                  </a:lnTo>
                  <a:lnTo>
                    <a:pt x="53367" y="75515"/>
                  </a:lnTo>
                  <a:lnTo>
                    <a:pt x="54812" y="77356"/>
                  </a:lnTo>
                  <a:lnTo>
                    <a:pt x="54987" y="78794"/>
                  </a:lnTo>
                  <a:lnTo>
                    <a:pt x="54896" y="80415"/>
                  </a:lnTo>
                  <a:lnTo>
                    <a:pt x="53466" y="81549"/>
                  </a:lnTo>
                  <a:lnTo>
                    <a:pt x="52149" y="82264"/>
                  </a:lnTo>
                  <a:lnTo>
                    <a:pt x="52385" y="83816"/>
                  </a:lnTo>
                  <a:lnTo>
                    <a:pt x="53983" y="85703"/>
                  </a:lnTo>
                  <a:lnTo>
                    <a:pt x="52050" y="86236"/>
                  </a:lnTo>
                  <a:lnTo>
                    <a:pt x="51525" y="87468"/>
                  </a:lnTo>
                  <a:lnTo>
                    <a:pt x="51480" y="89226"/>
                  </a:lnTo>
                  <a:lnTo>
                    <a:pt x="52454" y="90778"/>
                  </a:lnTo>
                  <a:lnTo>
                    <a:pt x="52842" y="91927"/>
                  </a:lnTo>
                  <a:lnTo>
                    <a:pt x="52606" y="92984"/>
                  </a:lnTo>
                  <a:lnTo>
                    <a:pt x="53549" y="94118"/>
                  </a:lnTo>
                  <a:lnTo>
                    <a:pt x="54919" y="96499"/>
                  </a:lnTo>
                  <a:lnTo>
                    <a:pt x="55360" y="98188"/>
                  </a:lnTo>
                  <a:lnTo>
                    <a:pt x="54789" y="100570"/>
                  </a:lnTo>
                  <a:lnTo>
                    <a:pt x="54006" y="101498"/>
                  </a:lnTo>
                  <a:lnTo>
                    <a:pt x="52751" y="102396"/>
                  </a:lnTo>
                  <a:lnTo>
                    <a:pt x="49798" y="105394"/>
                  </a:lnTo>
                  <a:lnTo>
                    <a:pt x="48353" y="108803"/>
                  </a:lnTo>
                  <a:lnTo>
                    <a:pt x="47128" y="110393"/>
                  </a:lnTo>
                  <a:lnTo>
                    <a:pt x="45591" y="110689"/>
                  </a:lnTo>
                  <a:lnTo>
                    <a:pt x="44997" y="109989"/>
                  </a:lnTo>
                  <a:lnTo>
                    <a:pt x="43727" y="109076"/>
                  </a:lnTo>
                  <a:lnTo>
                    <a:pt x="43696" y="107410"/>
                  </a:lnTo>
                  <a:lnTo>
                    <a:pt x="44084" y="106094"/>
                  </a:lnTo>
                  <a:lnTo>
                    <a:pt x="46679" y="102906"/>
                  </a:lnTo>
                  <a:lnTo>
                    <a:pt x="45264" y="103332"/>
                  </a:lnTo>
                  <a:lnTo>
                    <a:pt x="43666" y="104245"/>
                  </a:lnTo>
                  <a:lnTo>
                    <a:pt x="41231" y="105972"/>
                  </a:lnTo>
                  <a:lnTo>
                    <a:pt x="40455" y="103834"/>
                  </a:lnTo>
                  <a:lnTo>
                    <a:pt x="39945" y="101856"/>
                  </a:lnTo>
                  <a:lnTo>
                    <a:pt x="39938" y="99429"/>
                  </a:lnTo>
                  <a:lnTo>
                    <a:pt x="41893" y="95799"/>
                  </a:lnTo>
                  <a:lnTo>
                    <a:pt x="39679" y="97610"/>
                  </a:lnTo>
                  <a:lnTo>
                    <a:pt x="39070" y="99870"/>
                  </a:lnTo>
                  <a:lnTo>
                    <a:pt x="39344" y="102533"/>
                  </a:lnTo>
                  <a:lnTo>
                    <a:pt x="39055" y="104420"/>
                  </a:lnTo>
                  <a:lnTo>
                    <a:pt x="38195" y="106877"/>
                  </a:lnTo>
                  <a:lnTo>
                    <a:pt x="37016" y="108353"/>
                  </a:lnTo>
                  <a:lnTo>
                    <a:pt x="35113" y="109305"/>
                  </a:lnTo>
                  <a:lnTo>
                    <a:pt x="34277" y="110758"/>
                  </a:lnTo>
                  <a:lnTo>
                    <a:pt x="32999" y="111823"/>
                  </a:lnTo>
                  <a:lnTo>
                    <a:pt x="32961" y="109693"/>
                  </a:lnTo>
                  <a:lnTo>
                    <a:pt x="32550" y="106877"/>
                  </a:lnTo>
                  <a:lnTo>
                    <a:pt x="31173" y="100189"/>
                  </a:lnTo>
                  <a:lnTo>
                    <a:pt x="30876" y="101627"/>
                  </a:lnTo>
                  <a:lnTo>
                    <a:pt x="31591" y="105774"/>
                  </a:lnTo>
                  <a:lnTo>
                    <a:pt x="31545" y="108468"/>
                  </a:lnTo>
                  <a:lnTo>
                    <a:pt x="30503" y="110598"/>
                  </a:lnTo>
                  <a:lnTo>
                    <a:pt x="28410" y="112881"/>
                  </a:lnTo>
                  <a:lnTo>
                    <a:pt x="26805" y="113200"/>
                  </a:lnTo>
                  <a:lnTo>
                    <a:pt x="25861" y="112850"/>
                  </a:lnTo>
                  <a:lnTo>
                    <a:pt x="24431" y="111435"/>
                  </a:lnTo>
                  <a:lnTo>
                    <a:pt x="22864" y="109411"/>
                  </a:lnTo>
                  <a:lnTo>
                    <a:pt x="22605" y="106155"/>
                  </a:lnTo>
                  <a:lnTo>
                    <a:pt x="21958" y="104367"/>
                  </a:lnTo>
                  <a:lnTo>
                    <a:pt x="22057" y="102229"/>
                  </a:lnTo>
                  <a:lnTo>
                    <a:pt x="21928" y="100205"/>
                  </a:lnTo>
                  <a:lnTo>
                    <a:pt x="20246" y="94780"/>
                  </a:lnTo>
                  <a:lnTo>
                    <a:pt x="19158" y="91995"/>
                  </a:lnTo>
                  <a:lnTo>
                    <a:pt x="19295" y="91097"/>
                  </a:lnTo>
                  <a:lnTo>
                    <a:pt x="19219" y="90717"/>
                  </a:lnTo>
                  <a:lnTo>
                    <a:pt x="18717" y="87126"/>
                  </a:lnTo>
                  <a:lnTo>
                    <a:pt x="18017" y="84927"/>
                  </a:lnTo>
                  <a:lnTo>
                    <a:pt x="17667" y="82583"/>
                  </a:lnTo>
                  <a:lnTo>
                    <a:pt x="19326" y="79213"/>
                  </a:lnTo>
                  <a:lnTo>
                    <a:pt x="18656" y="78665"/>
                  </a:lnTo>
                  <a:lnTo>
                    <a:pt x="16746" y="78216"/>
                  </a:lnTo>
                  <a:lnTo>
                    <a:pt x="14974" y="77630"/>
                  </a:lnTo>
                  <a:lnTo>
                    <a:pt x="14540" y="76755"/>
                  </a:lnTo>
                  <a:lnTo>
                    <a:pt x="15331" y="73430"/>
                  </a:lnTo>
                  <a:lnTo>
                    <a:pt x="14411" y="72129"/>
                  </a:lnTo>
                  <a:lnTo>
                    <a:pt x="13087" y="70813"/>
                  </a:lnTo>
                  <a:lnTo>
                    <a:pt x="12669" y="70288"/>
                  </a:lnTo>
                  <a:lnTo>
                    <a:pt x="12227" y="69603"/>
                  </a:lnTo>
                  <a:lnTo>
                    <a:pt x="11619" y="67929"/>
                  </a:lnTo>
                  <a:lnTo>
                    <a:pt x="12798" y="64406"/>
                  </a:lnTo>
                  <a:lnTo>
                    <a:pt x="14449" y="60313"/>
                  </a:lnTo>
                  <a:lnTo>
                    <a:pt x="14745" y="58753"/>
                  </a:lnTo>
                  <a:lnTo>
                    <a:pt x="15019" y="56045"/>
                  </a:lnTo>
                  <a:lnTo>
                    <a:pt x="15172" y="55002"/>
                  </a:lnTo>
                  <a:lnTo>
                    <a:pt x="14958" y="53975"/>
                  </a:lnTo>
                  <a:lnTo>
                    <a:pt x="13216" y="52788"/>
                  </a:lnTo>
                  <a:lnTo>
                    <a:pt x="10150" y="52309"/>
                  </a:lnTo>
                  <a:lnTo>
                    <a:pt x="7981" y="51312"/>
                  </a:lnTo>
                  <a:lnTo>
                    <a:pt x="6718" y="49806"/>
                  </a:lnTo>
                  <a:lnTo>
                    <a:pt x="5638" y="49205"/>
                  </a:lnTo>
                  <a:lnTo>
                    <a:pt x="4307" y="49653"/>
                  </a:lnTo>
                  <a:lnTo>
                    <a:pt x="2610" y="49068"/>
                  </a:lnTo>
                  <a:lnTo>
                    <a:pt x="1187" y="47569"/>
                  </a:lnTo>
                  <a:lnTo>
                    <a:pt x="0" y="45750"/>
                  </a:lnTo>
                  <a:lnTo>
                    <a:pt x="152" y="44898"/>
                  </a:lnTo>
                  <a:lnTo>
                    <a:pt x="464" y="43765"/>
                  </a:lnTo>
                  <a:lnTo>
                    <a:pt x="2701" y="39047"/>
                  </a:lnTo>
                  <a:lnTo>
                    <a:pt x="3530" y="38903"/>
                  </a:lnTo>
                  <a:lnTo>
                    <a:pt x="5471" y="39808"/>
                  </a:lnTo>
                  <a:lnTo>
                    <a:pt x="6194" y="39808"/>
                  </a:lnTo>
                  <a:lnTo>
                    <a:pt x="7464" y="37944"/>
                  </a:lnTo>
                  <a:lnTo>
                    <a:pt x="9245" y="32625"/>
                  </a:lnTo>
                  <a:lnTo>
                    <a:pt x="11756" y="32641"/>
                  </a:lnTo>
                  <a:lnTo>
                    <a:pt x="13969" y="32808"/>
                  </a:lnTo>
                  <a:lnTo>
                    <a:pt x="15461" y="33082"/>
                  </a:lnTo>
                  <a:lnTo>
                    <a:pt x="16944" y="32915"/>
                  </a:lnTo>
                  <a:lnTo>
                    <a:pt x="18504" y="32489"/>
                  </a:lnTo>
                  <a:lnTo>
                    <a:pt x="19349" y="31819"/>
                  </a:lnTo>
                  <a:lnTo>
                    <a:pt x="19813" y="30967"/>
                  </a:lnTo>
                  <a:lnTo>
                    <a:pt x="19653" y="30229"/>
                  </a:lnTo>
                  <a:lnTo>
                    <a:pt x="17743" y="29225"/>
                  </a:lnTo>
                  <a:lnTo>
                    <a:pt x="17006" y="28471"/>
                  </a:lnTo>
                  <a:lnTo>
                    <a:pt x="16473" y="26333"/>
                  </a:lnTo>
                  <a:lnTo>
                    <a:pt x="15917" y="25534"/>
                  </a:lnTo>
                  <a:lnTo>
                    <a:pt x="12166" y="25420"/>
                  </a:lnTo>
                  <a:lnTo>
                    <a:pt x="10218" y="24439"/>
                  </a:lnTo>
                  <a:lnTo>
                    <a:pt x="9146" y="23556"/>
                  </a:lnTo>
                  <a:lnTo>
                    <a:pt x="7244" y="20642"/>
                  </a:lnTo>
                  <a:lnTo>
                    <a:pt x="4885" y="18481"/>
                  </a:lnTo>
                  <a:lnTo>
                    <a:pt x="2633" y="17971"/>
                  </a:lnTo>
                  <a:lnTo>
                    <a:pt x="1765" y="17272"/>
                  </a:lnTo>
                  <a:lnTo>
                    <a:pt x="1294" y="16161"/>
                  </a:lnTo>
                  <a:lnTo>
                    <a:pt x="1560" y="14555"/>
                  </a:lnTo>
                  <a:lnTo>
                    <a:pt x="2237" y="13094"/>
                  </a:lnTo>
                  <a:lnTo>
                    <a:pt x="2709" y="11466"/>
                  </a:lnTo>
                  <a:lnTo>
                    <a:pt x="4505" y="9313"/>
                  </a:lnTo>
                  <a:lnTo>
                    <a:pt x="6612" y="7434"/>
                  </a:lnTo>
                  <a:lnTo>
                    <a:pt x="7556" y="6140"/>
                  </a:lnTo>
                  <a:lnTo>
                    <a:pt x="8887" y="4778"/>
                  </a:lnTo>
                  <a:lnTo>
                    <a:pt x="9047" y="4033"/>
                  </a:lnTo>
                  <a:lnTo>
                    <a:pt x="8818" y="3180"/>
                  </a:lnTo>
                  <a:lnTo>
                    <a:pt x="7738" y="2366"/>
                  </a:lnTo>
                  <a:lnTo>
                    <a:pt x="6985" y="2108"/>
                  </a:lnTo>
                  <a:lnTo>
                    <a:pt x="6863" y="1583"/>
                  </a:lnTo>
                  <a:lnTo>
                    <a:pt x="7381" y="175"/>
                  </a:lnTo>
                  <a:lnTo>
                    <a:pt x="8408" y="0"/>
                  </a:lnTo>
                  <a:lnTo>
                    <a:pt x="10545" y="1278"/>
                  </a:lnTo>
                  <a:lnTo>
                    <a:pt x="12722" y="3340"/>
                  </a:lnTo>
                  <a:lnTo>
                    <a:pt x="14007" y="5181"/>
                  </a:lnTo>
                  <a:lnTo>
                    <a:pt x="14061" y="6635"/>
                  </a:lnTo>
                  <a:lnTo>
                    <a:pt x="14898" y="6871"/>
                  </a:lnTo>
                  <a:lnTo>
                    <a:pt x="15742" y="6924"/>
                  </a:lnTo>
                  <a:lnTo>
                    <a:pt x="17157" y="7563"/>
                  </a:lnTo>
                  <a:lnTo>
                    <a:pt x="18618" y="7373"/>
                  </a:lnTo>
                  <a:lnTo>
                    <a:pt x="19562" y="7730"/>
                  </a:lnTo>
                  <a:lnTo>
                    <a:pt x="20193" y="7601"/>
                  </a:lnTo>
                  <a:lnTo>
                    <a:pt x="20429" y="6764"/>
                  </a:lnTo>
                  <a:lnTo>
                    <a:pt x="19722" y="5532"/>
                  </a:lnTo>
                  <a:lnTo>
                    <a:pt x="19204" y="4656"/>
                  </a:lnTo>
                  <a:lnTo>
                    <a:pt x="19797" y="3774"/>
                  </a:lnTo>
                  <a:lnTo>
                    <a:pt x="20475" y="3599"/>
                  </a:lnTo>
                  <a:lnTo>
                    <a:pt x="21228" y="3820"/>
                  </a:lnTo>
                  <a:lnTo>
                    <a:pt x="22255" y="4611"/>
                  </a:lnTo>
                  <a:lnTo>
                    <a:pt x="23008" y="6231"/>
                  </a:lnTo>
                  <a:lnTo>
                    <a:pt x="23153" y="8750"/>
                  </a:lnTo>
                  <a:lnTo>
                    <a:pt x="24819" y="11025"/>
                  </a:lnTo>
                  <a:lnTo>
                    <a:pt x="27018" y="12638"/>
                  </a:lnTo>
                  <a:lnTo>
                    <a:pt x="28738" y="13383"/>
                  </a:lnTo>
                  <a:lnTo>
                    <a:pt x="30807" y="13916"/>
                  </a:lnTo>
                  <a:lnTo>
                    <a:pt x="32580" y="13406"/>
                  </a:lnTo>
                  <a:lnTo>
                    <a:pt x="33463" y="11824"/>
                  </a:lnTo>
                  <a:lnTo>
                    <a:pt x="33059" y="10401"/>
                  </a:lnTo>
                  <a:lnTo>
                    <a:pt x="33341" y="9130"/>
                  </a:lnTo>
                  <a:lnTo>
                    <a:pt x="34049" y="8430"/>
                  </a:lnTo>
                  <a:lnTo>
                    <a:pt x="35159" y="8476"/>
                  </a:lnTo>
                  <a:lnTo>
                    <a:pt x="35981" y="9480"/>
                  </a:lnTo>
                  <a:lnTo>
                    <a:pt x="38393" y="14913"/>
                  </a:lnTo>
                  <a:lnTo>
                    <a:pt x="37898" y="17317"/>
                  </a:lnTo>
                  <a:lnTo>
                    <a:pt x="38439" y="23906"/>
                  </a:lnTo>
                  <a:lnTo>
                    <a:pt x="37830" y="28243"/>
                  </a:lnTo>
                  <a:lnTo>
                    <a:pt x="37929" y="29179"/>
                  </a:lnTo>
                  <a:lnTo>
                    <a:pt x="38210" y="29902"/>
                  </a:lnTo>
                  <a:lnTo>
                    <a:pt x="38621" y="30198"/>
                  </a:lnTo>
                  <a:lnTo>
                    <a:pt x="39329" y="30191"/>
                  </a:lnTo>
                  <a:lnTo>
                    <a:pt x="42266" y="31005"/>
                  </a:lnTo>
                  <a:lnTo>
                    <a:pt x="44738" y="31910"/>
                  </a:lnTo>
                  <a:lnTo>
                    <a:pt x="47531" y="32732"/>
                  </a:lnTo>
                  <a:lnTo>
                    <a:pt x="51564" y="33371"/>
                  </a:lnTo>
                  <a:lnTo>
                    <a:pt x="54036" y="33166"/>
                  </a:lnTo>
                  <a:lnTo>
                    <a:pt x="55269" y="33143"/>
                  </a:lnTo>
                  <a:lnTo>
                    <a:pt x="57772" y="33333"/>
                  </a:lnTo>
                  <a:lnTo>
                    <a:pt x="64346" y="32991"/>
                  </a:lnTo>
                  <a:lnTo>
                    <a:pt x="69786" y="32899"/>
                  </a:lnTo>
                  <a:lnTo>
                    <a:pt x="72000" y="33523"/>
                  </a:lnTo>
                  <a:lnTo>
                    <a:pt x="73773" y="33744"/>
                  </a:lnTo>
                  <a:lnTo>
                    <a:pt x="79829" y="33310"/>
                  </a:lnTo>
                  <a:lnTo>
                    <a:pt x="85947" y="33105"/>
                  </a:lnTo>
                  <a:lnTo>
                    <a:pt x="89256" y="34482"/>
                  </a:lnTo>
                  <a:lnTo>
                    <a:pt x="92863" y="36726"/>
                  </a:lnTo>
                  <a:lnTo>
                    <a:pt x="94894" y="38393"/>
                  </a:lnTo>
                  <a:lnTo>
                    <a:pt x="95259" y="39344"/>
                  </a:lnTo>
                  <a:lnTo>
                    <a:pt x="95039" y="40158"/>
                  </a:lnTo>
                  <a:lnTo>
                    <a:pt x="94362" y="40607"/>
                  </a:lnTo>
                  <a:lnTo>
                    <a:pt x="93114" y="40622"/>
                  </a:lnTo>
                  <a:lnTo>
                    <a:pt x="90261" y="39534"/>
                  </a:lnTo>
                  <a:lnTo>
                    <a:pt x="89774" y="39854"/>
                  </a:lnTo>
                  <a:lnTo>
                    <a:pt x="89827" y="42075"/>
                  </a:lnTo>
                  <a:lnTo>
                    <a:pt x="89736" y="42425"/>
                  </a:lnTo>
                  <a:lnTo>
                    <a:pt x="89127" y="44419"/>
                  </a:lnTo>
                  <a:lnTo>
                    <a:pt x="87408" y="48900"/>
                  </a:lnTo>
                  <a:lnTo>
                    <a:pt x="87073" y="50901"/>
                  </a:lnTo>
                  <a:lnTo>
                    <a:pt x="86707" y="51411"/>
                  </a:lnTo>
                  <a:lnTo>
                    <a:pt x="86259" y="51693"/>
                  </a:lnTo>
                  <a:lnTo>
                    <a:pt x="84912" y="51769"/>
                  </a:lnTo>
                  <a:lnTo>
                    <a:pt x="83854" y="52096"/>
                  </a:lnTo>
                  <a:lnTo>
                    <a:pt x="83413" y="52826"/>
                  </a:lnTo>
                  <a:lnTo>
                    <a:pt x="82728" y="54333"/>
                  </a:lnTo>
                  <a:lnTo>
                    <a:pt x="82249" y="55854"/>
                  </a:lnTo>
                  <a:lnTo>
                    <a:pt x="81594" y="56326"/>
                  </a:lnTo>
                  <a:lnTo>
                    <a:pt x="80020" y="55505"/>
                  </a:lnTo>
                  <a:lnTo>
                    <a:pt x="79038" y="55634"/>
                  </a:lnTo>
                  <a:lnTo>
                    <a:pt x="77805" y="55984"/>
                  </a:lnTo>
                  <a:lnTo>
                    <a:pt x="76573" y="56851"/>
                  </a:lnTo>
                  <a:lnTo>
                    <a:pt x="75728" y="57932"/>
                  </a:lnTo>
                  <a:lnTo>
                    <a:pt x="74770" y="58297"/>
                  </a:lnTo>
                  <a:lnTo>
                    <a:pt x="71908" y="58084"/>
                  </a:lnTo>
                  <a:lnTo>
                    <a:pt x="71368" y="58236"/>
                  </a:lnTo>
                  <a:lnTo>
                    <a:pt x="71003" y="59004"/>
                  </a:lnTo>
                  <a:lnTo>
                    <a:pt x="70714" y="59971"/>
                  </a:lnTo>
                  <a:lnTo>
                    <a:pt x="68485" y="62253"/>
                  </a:lnTo>
                  <a:lnTo>
                    <a:pt x="67640" y="65913"/>
                  </a:lnTo>
                  <a:lnTo>
                    <a:pt x="66955" y="68287"/>
                  </a:lnTo>
                  <a:lnTo>
                    <a:pt x="67070" y="70128"/>
                  </a:lnTo>
                  <a:lnTo>
                    <a:pt x="68949" y="74929"/>
                  </a:lnTo>
                  <a:lnTo>
                    <a:pt x="70265" y="81153"/>
                  </a:lnTo>
                  <a:lnTo>
                    <a:pt x="70767" y="81784"/>
                  </a:lnTo>
                  <a:lnTo>
                    <a:pt x="71209" y="81982"/>
                  </a:lnTo>
                  <a:lnTo>
                    <a:pt x="71406" y="81838"/>
                  </a:lnTo>
                  <a:lnTo>
                    <a:pt x="71361" y="80552"/>
                  </a:lnTo>
                  <a:lnTo>
                    <a:pt x="71445" y="78992"/>
                  </a:lnTo>
                  <a:lnTo>
                    <a:pt x="72061" y="78627"/>
                  </a:lnTo>
                  <a:lnTo>
                    <a:pt x="72852" y="78946"/>
                  </a:lnTo>
                  <a:lnTo>
                    <a:pt x="73605" y="80301"/>
                  </a:lnTo>
                  <a:lnTo>
                    <a:pt x="74450" y="82781"/>
                  </a:lnTo>
                  <a:lnTo>
                    <a:pt x="75355" y="83755"/>
                  </a:lnTo>
                  <a:lnTo>
                    <a:pt x="76771" y="84029"/>
                  </a:lnTo>
                  <a:lnTo>
                    <a:pt x="78376" y="83443"/>
                  </a:lnTo>
                  <a:lnTo>
                    <a:pt x="79570" y="82325"/>
                  </a:lnTo>
                  <a:lnTo>
                    <a:pt x="80058" y="81107"/>
                  </a:lnTo>
                  <a:lnTo>
                    <a:pt x="79715" y="78718"/>
                  </a:lnTo>
                  <a:lnTo>
                    <a:pt x="79639" y="76930"/>
                  </a:lnTo>
                  <a:lnTo>
                    <a:pt x="80407" y="75226"/>
                  </a:lnTo>
                  <a:lnTo>
                    <a:pt x="83162" y="72685"/>
                  </a:lnTo>
                  <a:lnTo>
                    <a:pt x="83557" y="71901"/>
                  </a:lnTo>
                  <a:lnTo>
                    <a:pt x="83383" y="69733"/>
                  </a:lnTo>
                  <a:lnTo>
                    <a:pt x="83390" y="67693"/>
                  </a:lnTo>
                  <a:lnTo>
                    <a:pt x="84433" y="67556"/>
                  </a:lnTo>
                  <a:lnTo>
                    <a:pt x="85840" y="67884"/>
                  </a:lnTo>
                  <a:lnTo>
                    <a:pt x="87605" y="66887"/>
                  </a:lnTo>
                  <a:lnTo>
                    <a:pt x="88145" y="66864"/>
                  </a:lnTo>
                  <a:lnTo>
                    <a:pt x="88891" y="67937"/>
                  </a:lnTo>
                  <a:lnTo>
                    <a:pt x="90146" y="67754"/>
                  </a:lnTo>
                  <a:lnTo>
                    <a:pt x="91075" y="72182"/>
                  </a:lnTo>
                  <a:lnTo>
                    <a:pt x="92026" y="76086"/>
                  </a:lnTo>
                  <a:lnTo>
                    <a:pt x="92033" y="77904"/>
                  </a:lnTo>
                  <a:lnTo>
                    <a:pt x="92193" y="81891"/>
                  </a:lnTo>
                  <a:lnTo>
                    <a:pt x="92627" y="85140"/>
                  </a:lnTo>
                  <a:lnTo>
                    <a:pt x="93304" y="85878"/>
                  </a:lnTo>
                  <a:lnTo>
                    <a:pt x="94095" y="87613"/>
                  </a:lnTo>
                  <a:lnTo>
                    <a:pt x="94826" y="89629"/>
                  </a:lnTo>
                  <a:lnTo>
                    <a:pt x="95396" y="90755"/>
                  </a:lnTo>
                  <a:lnTo>
                    <a:pt x="95784" y="94430"/>
                  </a:lnTo>
                  <a:lnTo>
                    <a:pt x="96264" y="97078"/>
                  </a:lnTo>
                  <a:lnTo>
                    <a:pt x="96895" y="105386"/>
                  </a:lnTo>
                  <a:lnTo>
                    <a:pt x="97184" y="106976"/>
                  </a:lnTo>
                  <a:close/>
                  <a:moveTo>
                    <a:pt x="55908" y="84348"/>
                  </a:moveTo>
                  <a:lnTo>
                    <a:pt x="56288" y="85338"/>
                  </a:lnTo>
                  <a:lnTo>
                    <a:pt x="55101" y="84744"/>
                  </a:lnTo>
                  <a:lnTo>
                    <a:pt x="54211" y="84059"/>
                  </a:lnTo>
                  <a:lnTo>
                    <a:pt x="53664" y="83146"/>
                  </a:lnTo>
                  <a:lnTo>
                    <a:pt x="54591" y="82667"/>
                  </a:lnTo>
                  <a:lnTo>
                    <a:pt x="55908" y="84348"/>
                  </a:lnTo>
                  <a:close/>
                  <a:moveTo>
                    <a:pt x="58807" y="104428"/>
                  </a:moveTo>
                  <a:lnTo>
                    <a:pt x="55094" y="105234"/>
                  </a:lnTo>
                  <a:lnTo>
                    <a:pt x="53199" y="104983"/>
                  </a:lnTo>
                  <a:lnTo>
                    <a:pt x="56737" y="98965"/>
                  </a:lnTo>
                  <a:lnTo>
                    <a:pt x="56616" y="96271"/>
                  </a:lnTo>
                  <a:lnTo>
                    <a:pt x="56068" y="94072"/>
                  </a:lnTo>
                  <a:lnTo>
                    <a:pt x="54272" y="92307"/>
                  </a:lnTo>
                  <a:lnTo>
                    <a:pt x="54173" y="91044"/>
                  </a:lnTo>
                  <a:lnTo>
                    <a:pt x="53367" y="89317"/>
                  </a:lnTo>
                  <a:lnTo>
                    <a:pt x="52948" y="87293"/>
                  </a:lnTo>
                  <a:lnTo>
                    <a:pt x="54942" y="86646"/>
                  </a:lnTo>
                  <a:lnTo>
                    <a:pt x="56562" y="87803"/>
                  </a:lnTo>
                  <a:lnTo>
                    <a:pt x="56790" y="88442"/>
                  </a:lnTo>
                  <a:lnTo>
                    <a:pt x="57140" y="90093"/>
                  </a:lnTo>
                  <a:lnTo>
                    <a:pt x="57939" y="91813"/>
                  </a:lnTo>
                  <a:lnTo>
                    <a:pt x="60739" y="95351"/>
                  </a:lnTo>
                  <a:lnTo>
                    <a:pt x="60686" y="97519"/>
                  </a:lnTo>
                  <a:lnTo>
                    <a:pt x="59917" y="102807"/>
                  </a:lnTo>
                  <a:lnTo>
                    <a:pt x="58807" y="104428"/>
                  </a:lnTo>
                  <a:close/>
                  <a:moveTo>
                    <a:pt x="75439" y="97717"/>
                  </a:moveTo>
                  <a:lnTo>
                    <a:pt x="74450" y="98394"/>
                  </a:lnTo>
                  <a:lnTo>
                    <a:pt x="73522" y="97808"/>
                  </a:lnTo>
                  <a:lnTo>
                    <a:pt x="72335" y="95571"/>
                  </a:lnTo>
                  <a:lnTo>
                    <a:pt x="72921" y="92741"/>
                  </a:lnTo>
                  <a:lnTo>
                    <a:pt x="73293" y="92338"/>
                  </a:lnTo>
                  <a:lnTo>
                    <a:pt x="73887" y="93258"/>
                  </a:lnTo>
                  <a:lnTo>
                    <a:pt x="74716" y="95229"/>
                  </a:lnTo>
                  <a:lnTo>
                    <a:pt x="75256" y="96728"/>
                  </a:lnTo>
                  <a:lnTo>
                    <a:pt x="75439" y="97717"/>
                  </a:lnTo>
                  <a:close/>
                  <a:moveTo>
                    <a:pt x="66773" y="102465"/>
                  </a:moveTo>
                  <a:lnTo>
                    <a:pt x="64513" y="104070"/>
                  </a:lnTo>
                  <a:lnTo>
                    <a:pt x="65251" y="94559"/>
                  </a:lnTo>
                  <a:lnTo>
                    <a:pt x="66940" y="98105"/>
                  </a:lnTo>
                  <a:lnTo>
                    <a:pt x="67366" y="99999"/>
                  </a:lnTo>
                  <a:lnTo>
                    <a:pt x="66773" y="102465"/>
                  </a:lnTo>
                  <a:close/>
                  <a:moveTo>
                    <a:pt x="82211" y="110316"/>
                  </a:moveTo>
                  <a:lnTo>
                    <a:pt x="81435" y="112188"/>
                  </a:lnTo>
                  <a:lnTo>
                    <a:pt x="81054" y="110826"/>
                  </a:lnTo>
                  <a:lnTo>
                    <a:pt x="81382" y="109099"/>
                  </a:lnTo>
                  <a:lnTo>
                    <a:pt x="81716" y="108148"/>
                  </a:lnTo>
                  <a:lnTo>
                    <a:pt x="81937" y="108156"/>
                  </a:lnTo>
                  <a:lnTo>
                    <a:pt x="82393" y="109137"/>
                  </a:lnTo>
                  <a:lnTo>
                    <a:pt x="82211" y="110316"/>
                  </a:lnTo>
                  <a:close/>
                  <a:moveTo>
                    <a:pt x="83824" y="117720"/>
                  </a:moveTo>
                  <a:lnTo>
                    <a:pt x="82538" y="117826"/>
                  </a:lnTo>
                  <a:lnTo>
                    <a:pt x="81906" y="117149"/>
                  </a:lnTo>
                  <a:lnTo>
                    <a:pt x="82203" y="116198"/>
                  </a:lnTo>
                  <a:lnTo>
                    <a:pt x="81853" y="113132"/>
                  </a:lnTo>
                  <a:lnTo>
                    <a:pt x="82941" y="112812"/>
                  </a:lnTo>
                  <a:lnTo>
                    <a:pt x="83496" y="112827"/>
                  </a:lnTo>
                  <a:lnTo>
                    <a:pt x="83808" y="113733"/>
                  </a:lnTo>
                  <a:lnTo>
                    <a:pt x="84098" y="115392"/>
                  </a:lnTo>
                  <a:lnTo>
                    <a:pt x="83824" y="117720"/>
                  </a:lnTo>
                  <a:close/>
                </a:path>
              </a:pathLst>
            </a:custGeom>
            <a:solidFill>
              <a:srgbClr val="2562E8"/>
            </a:solidFill>
            <a:ln w="6168" cap="flat">
              <a:solidFill>
                <a:srgbClr val="2562E8"/>
              </a:solidFill>
              <a:prstDash val="solid"/>
              <a:miter/>
            </a:ln>
          </p:spPr>
          <p:txBody>
            <a:bodyPr/>
            <a:lstStyle/>
            <a:p>
              <a:endParaRPr lang="en-US"/>
            </a:p>
          </p:txBody>
        </p:sp>
        <p:sp>
          <p:nvSpPr>
            <p:cNvPr id="47" name="Freeform: Shape 46">
              <a:extLst>
                <a:ext uri="{FF2B5EF4-FFF2-40B4-BE49-F238E27FC236}">
                  <a16:creationId xmlns:a16="http://schemas.microsoft.com/office/drawing/2014/main" id="{18485BAB-FA71-58B3-4B9D-F2CEC41672A6}"/>
                </a:ext>
              </a:extLst>
            </p:cNvPr>
            <p:cNvSpPr/>
            <p:nvPr/>
          </p:nvSpPr>
          <p:spPr>
            <a:xfrm>
              <a:off x="9627783" y="3723816"/>
              <a:ext cx="81989" cy="66308"/>
            </a:xfrm>
            <a:custGeom>
              <a:avLst/>
              <a:gdLst>
                <a:gd name="csX0" fmla="*/ 48923 w 81989"/>
                <a:gd name="csY0" fmla="*/ 1993 h 66308"/>
                <a:gd name="csX1" fmla="*/ 49022 w 81989"/>
                <a:gd name="csY1" fmla="*/ 2701 h 66308"/>
                <a:gd name="csX2" fmla="*/ 49608 w 81989"/>
                <a:gd name="csY2" fmla="*/ 2998 h 66308"/>
                <a:gd name="csX3" fmla="*/ 51655 w 81989"/>
                <a:gd name="csY3" fmla="*/ 2846 h 66308"/>
                <a:gd name="csX4" fmla="*/ 52689 w 81989"/>
                <a:gd name="csY4" fmla="*/ 1560 h 66308"/>
                <a:gd name="csX5" fmla="*/ 53511 w 81989"/>
                <a:gd name="csY5" fmla="*/ 753 h 66308"/>
                <a:gd name="csX6" fmla="*/ 54120 w 81989"/>
                <a:gd name="csY6" fmla="*/ 1301 h 66308"/>
                <a:gd name="csX7" fmla="*/ 54417 w 81989"/>
                <a:gd name="csY7" fmla="*/ 2884 h 66308"/>
                <a:gd name="csX8" fmla="*/ 54980 w 81989"/>
                <a:gd name="csY8" fmla="*/ 4938 h 66308"/>
                <a:gd name="csX9" fmla="*/ 57422 w 81989"/>
                <a:gd name="csY9" fmla="*/ 7236 h 66308"/>
                <a:gd name="csX10" fmla="*/ 59484 w 81989"/>
                <a:gd name="csY10" fmla="*/ 7890 h 66308"/>
                <a:gd name="csX11" fmla="*/ 62025 w 81989"/>
                <a:gd name="csY11" fmla="*/ 7441 h 66308"/>
                <a:gd name="csX12" fmla="*/ 63029 w 81989"/>
                <a:gd name="csY12" fmla="*/ 7030 h 66308"/>
                <a:gd name="csX13" fmla="*/ 63714 w 81989"/>
                <a:gd name="csY13" fmla="*/ 7373 h 66308"/>
                <a:gd name="csX14" fmla="*/ 64391 w 81989"/>
                <a:gd name="csY14" fmla="*/ 8590 h 66308"/>
                <a:gd name="csX15" fmla="*/ 65844 w 81989"/>
                <a:gd name="csY15" fmla="*/ 9975 h 66308"/>
                <a:gd name="csX16" fmla="*/ 68919 w 81989"/>
                <a:gd name="csY16" fmla="*/ 10964 h 66308"/>
                <a:gd name="csX17" fmla="*/ 69854 w 81989"/>
                <a:gd name="csY17" fmla="*/ 11519 h 66308"/>
                <a:gd name="csX18" fmla="*/ 70509 w 81989"/>
                <a:gd name="csY18" fmla="*/ 12455 h 66308"/>
                <a:gd name="csX19" fmla="*/ 70318 w 81989"/>
                <a:gd name="csY19" fmla="*/ 13779 h 66308"/>
                <a:gd name="csX20" fmla="*/ 68858 w 81989"/>
                <a:gd name="csY20" fmla="*/ 17089 h 66308"/>
                <a:gd name="csX21" fmla="*/ 68667 w 81989"/>
                <a:gd name="csY21" fmla="*/ 18063 h 66308"/>
                <a:gd name="csX22" fmla="*/ 68865 w 81989"/>
                <a:gd name="csY22" fmla="*/ 18390 h 66308"/>
                <a:gd name="csX23" fmla="*/ 68576 w 81989"/>
                <a:gd name="csY23" fmla="*/ 18999 h 66308"/>
                <a:gd name="csX24" fmla="*/ 66674 w 81989"/>
                <a:gd name="csY24" fmla="*/ 21213 h 66308"/>
                <a:gd name="csX25" fmla="*/ 66506 w 81989"/>
                <a:gd name="csY25" fmla="*/ 21989 h 66308"/>
                <a:gd name="csX26" fmla="*/ 67138 w 81989"/>
                <a:gd name="csY26" fmla="*/ 23259 h 66308"/>
                <a:gd name="csX27" fmla="*/ 67663 w 81989"/>
                <a:gd name="csY27" fmla="*/ 24309 h 66308"/>
                <a:gd name="csX28" fmla="*/ 67678 w 81989"/>
                <a:gd name="csY28" fmla="*/ 24104 h 66308"/>
                <a:gd name="csX29" fmla="*/ 70592 w 81989"/>
                <a:gd name="csY29" fmla="*/ 23153 h 66308"/>
                <a:gd name="csX30" fmla="*/ 71909 w 81989"/>
                <a:gd name="csY30" fmla="*/ 25063 h 66308"/>
                <a:gd name="csX31" fmla="*/ 74070 w 81989"/>
                <a:gd name="csY31" fmla="*/ 25131 h 66308"/>
                <a:gd name="csX32" fmla="*/ 74328 w 81989"/>
                <a:gd name="csY32" fmla="*/ 25747 h 66308"/>
                <a:gd name="csX33" fmla="*/ 76755 w 81989"/>
                <a:gd name="csY33" fmla="*/ 27528 h 66308"/>
                <a:gd name="csX34" fmla="*/ 77501 w 81989"/>
                <a:gd name="csY34" fmla="*/ 28935 h 66308"/>
                <a:gd name="csX35" fmla="*/ 79243 w 81989"/>
                <a:gd name="csY35" fmla="*/ 30297 h 66308"/>
                <a:gd name="csX36" fmla="*/ 77798 w 81989"/>
                <a:gd name="csY36" fmla="*/ 32017 h 66308"/>
                <a:gd name="csX37" fmla="*/ 78018 w 81989"/>
                <a:gd name="csY37" fmla="*/ 32785 h 66308"/>
                <a:gd name="csX38" fmla="*/ 78536 w 81989"/>
                <a:gd name="csY38" fmla="*/ 33569 h 66308"/>
                <a:gd name="csX39" fmla="*/ 80499 w 81989"/>
                <a:gd name="csY39" fmla="*/ 34026 h 66308"/>
                <a:gd name="csX40" fmla="*/ 81480 w 81989"/>
                <a:gd name="csY40" fmla="*/ 35152 h 66308"/>
                <a:gd name="csX41" fmla="*/ 81541 w 81989"/>
                <a:gd name="csY41" fmla="*/ 36879 h 66308"/>
                <a:gd name="csX42" fmla="*/ 81990 w 81989"/>
                <a:gd name="csY42" fmla="*/ 39679 h 66308"/>
                <a:gd name="csX43" fmla="*/ 77942 w 81989"/>
                <a:gd name="csY43" fmla="*/ 42463 h 66308"/>
                <a:gd name="csX44" fmla="*/ 76793 w 81989"/>
                <a:gd name="csY44" fmla="*/ 45568 h 66308"/>
                <a:gd name="csX45" fmla="*/ 76687 w 81989"/>
                <a:gd name="csY45" fmla="*/ 46176 h 66308"/>
                <a:gd name="csX46" fmla="*/ 76550 w 81989"/>
                <a:gd name="csY46" fmla="*/ 46085 h 66308"/>
                <a:gd name="csX47" fmla="*/ 76108 w 81989"/>
                <a:gd name="csY47" fmla="*/ 45058 h 66308"/>
                <a:gd name="csX48" fmla="*/ 75371 w 81989"/>
                <a:gd name="csY48" fmla="*/ 45073 h 66308"/>
                <a:gd name="csX49" fmla="*/ 73697 w 81989"/>
                <a:gd name="csY49" fmla="*/ 44639 h 66308"/>
                <a:gd name="csX50" fmla="*/ 71361 w 81989"/>
                <a:gd name="csY50" fmla="*/ 47439 h 66308"/>
                <a:gd name="csX51" fmla="*/ 70303 w 81989"/>
                <a:gd name="csY51" fmla="*/ 49768 h 66308"/>
                <a:gd name="csX52" fmla="*/ 69679 w 81989"/>
                <a:gd name="csY52" fmla="*/ 51472 h 66308"/>
                <a:gd name="csX53" fmla="*/ 68736 w 81989"/>
                <a:gd name="csY53" fmla="*/ 52849 h 66308"/>
                <a:gd name="csX54" fmla="*/ 68546 w 81989"/>
                <a:gd name="csY54" fmla="*/ 54302 h 66308"/>
                <a:gd name="csX55" fmla="*/ 68667 w 81989"/>
                <a:gd name="csY55" fmla="*/ 54919 h 66308"/>
                <a:gd name="csX56" fmla="*/ 68348 w 81989"/>
                <a:gd name="csY56" fmla="*/ 55702 h 66308"/>
                <a:gd name="csX57" fmla="*/ 68333 w 81989"/>
                <a:gd name="csY57" fmla="*/ 56532 h 66308"/>
                <a:gd name="csX58" fmla="*/ 69672 w 81989"/>
                <a:gd name="csY58" fmla="*/ 58152 h 66308"/>
                <a:gd name="csX59" fmla="*/ 70014 w 81989"/>
                <a:gd name="csY59" fmla="*/ 59035 h 66308"/>
                <a:gd name="csX60" fmla="*/ 71650 w 81989"/>
                <a:gd name="csY60" fmla="*/ 61918 h 66308"/>
                <a:gd name="csX61" fmla="*/ 71140 w 81989"/>
                <a:gd name="csY61" fmla="*/ 62961 h 66308"/>
                <a:gd name="csX62" fmla="*/ 70737 w 81989"/>
                <a:gd name="csY62" fmla="*/ 64095 h 66308"/>
                <a:gd name="csX63" fmla="*/ 70265 w 81989"/>
                <a:gd name="csY63" fmla="*/ 64901 h 66308"/>
                <a:gd name="csX64" fmla="*/ 69710 w 81989"/>
                <a:gd name="csY64" fmla="*/ 65411 h 66308"/>
                <a:gd name="csX65" fmla="*/ 68021 w 81989"/>
                <a:gd name="csY65" fmla="*/ 65380 h 66308"/>
                <a:gd name="csX66" fmla="*/ 65875 w 81989"/>
                <a:gd name="csY66" fmla="*/ 65738 h 66308"/>
                <a:gd name="csX67" fmla="*/ 64429 w 81989"/>
                <a:gd name="csY67" fmla="*/ 66309 h 66308"/>
                <a:gd name="csX68" fmla="*/ 63684 w 81989"/>
                <a:gd name="csY68" fmla="*/ 66309 h 66308"/>
                <a:gd name="csX69" fmla="*/ 62132 w 81989"/>
                <a:gd name="csY69" fmla="*/ 64878 h 66308"/>
                <a:gd name="csX70" fmla="*/ 60397 w 81989"/>
                <a:gd name="csY70" fmla="*/ 62733 h 66308"/>
                <a:gd name="csX71" fmla="*/ 59301 w 81989"/>
                <a:gd name="csY71" fmla="*/ 61706 h 66308"/>
                <a:gd name="csX72" fmla="*/ 58799 w 81989"/>
                <a:gd name="csY72" fmla="*/ 60823 h 66308"/>
                <a:gd name="csX73" fmla="*/ 57437 w 81989"/>
                <a:gd name="csY73" fmla="*/ 60450 h 66308"/>
                <a:gd name="csX74" fmla="*/ 55497 w 81989"/>
                <a:gd name="csY74" fmla="*/ 59392 h 66308"/>
                <a:gd name="csX75" fmla="*/ 54150 w 81989"/>
                <a:gd name="csY75" fmla="*/ 58236 h 66308"/>
                <a:gd name="csX76" fmla="*/ 52994 w 81989"/>
                <a:gd name="csY76" fmla="*/ 57513 h 66308"/>
                <a:gd name="csX77" fmla="*/ 51365 w 81989"/>
                <a:gd name="csY77" fmla="*/ 57155 h 66308"/>
                <a:gd name="csX78" fmla="*/ 50019 w 81989"/>
                <a:gd name="csY78" fmla="*/ 57194 h 66308"/>
                <a:gd name="csX79" fmla="*/ 49631 w 81989"/>
                <a:gd name="csY79" fmla="*/ 55246 h 66308"/>
                <a:gd name="csX80" fmla="*/ 49463 w 81989"/>
                <a:gd name="csY80" fmla="*/ 53024 h 66308"/>
                <a:gd name="csX81" fmla="*/ 48368 w 81989"/>
                <a:gd name="csY81" fmla="*/ 51525 h 66308"/>
                <a:gd name="csX82" fmla="*/ 49874 w 81989"/>
                <a:gd name="csY82" fmla="*/ 45682 h 66308"/>
                <a:gd name="csX83" fmla="*/ 48976 w 81989"/>
                <a:gd name="csY83" fmla="*/ 45111 h 66308"/>
                <a:gd name="csX84" fmla="*/ 48002 w 81989"/>
                <a:gd name="csY84" fmla="*/ 45575 h 66308"/>
                <a:gd name="csX85" fmla="*/ 46587 w 81989"/>
                <a:gd name="csY85" fmla="*/ 46975 h 66308"/>
                <a:gd name="csX86" fmla="*/ 45910 w 81989"/>
                <a:gd name="csY86" fmla="*/ 48634 h 66308"/>
                <a:gd name="csX87" fmla="*/ 45507 w 81989"/>
                <a:gd name="csY87" fmla="*/ 50110 h 66308"/>
                <a:gd name="csX88" fmla="*/ 43133 w 81989"/>
                <a:gd name="csY88" fmla="*/ 51502 h 66308"/>
                <a:gd name="csX89" fmla="*/ 39367 w 81989"/>
                <a:gd name="csY89" fmla="*/ 52012 h 66308"/>
                <a:gd name="csX90" fmla="*/ 35250 w 81989"/>
                <a:gd name="csY90" fmla="*/ 51502 h 66308"/>
                <a:gd name="csX91" fmla="*/ 34687 w 81989"/>
                <a:gd name="csY91" fmla="*/ 51130 h 66308"/>
                <a:gd name="csX92" fmla="*/ 34421 w 81989"/>
                <a:gd name="csY92" fmla="*/ 50703 h 66308"/>
                <a:gd name="csX93" fmla="*/ 34421 w 81989"/>
                <a:gd name="csY93" fmla="*/ 50194 h 66308"/>
                <a:gd name="csX94" fmla="*/ 34703 w 81989"/>
                <a:gd name="csY94" fmla="*/ 49402 h 66308"/>
                <a:gd name="csX95" fmla="*/ 35418 w 81989"/>
                <a:gd name="csY95" fmla="*/ 48436 h 66308"/>
                <a:gd name="csX96" fmla="*/ 35601 w 81989"/>
                <a:gd name="csY96" fmla="*/ 47067 h 66308"/>
                <a:gd name="csX97" fmla="*/ 34862 w 81989"/>
                <a:gd name="csY97" fmla="*/ 45880 h 66308"/>
                <a:gd name="csX98" fmla="*/ 34383 w 81989"/>
                <a:gd name="csY98" fmla="*/ 45415 h 66308"/>
                <a:gd name="csX99" fmla="*/ 34573 w 81989"/>
                <a:gd name="csY99" fmla="*/ 44267 h 66308"/>
                <a:gd name="csX100" fmla="*/ 35113 w 81989"/>
                <a:gd name="csY100" fmla="*/ 42829 h 66308"/>
                <a:gd name="csX101" fmla="*/ 35228 w 81989"/>
                <a:gd name="csY101" fmla="*/ 41999 h 66308"/>
                <a:gd name="csX102" fmla="*/ 32435 w 81989"/>
                <a:gd name="csY102" fmla="*/ 39511 h 66308"/>
                <a:gd name="csX103" fmla="*/ 30419 w 81989"/>
                <a:gd name="csY103" fmla="*/ 39024 h 66308"/>
                <a:gd name="csX104" fmla="*/ 28464 w 81989"/>
                <a:gd name="csY104" fmla="*/ 38933 h 66308"/>
                <a:gd name="csX105" fmla="*/ 26980 w 81989"/>
                <a:gd name="csY105" fmla="*/ 38652 h 66308"/>
                <a:gd name="csX106" fmla="*/ 26113 w 81989"/>
                <a:gd name="csY106" fmla="*/ 38773 h 66308"/>
                <a:gd name="csX107" fmla="*/ 25496 w 81989"/>
                <a:gd name="csY107" fmla="*/ 39496 h 66308"/>
                <a:gd name="csX108" fmla="*/ 24865 w 81989"/>
                <a:gd name="csY108" fmla="*/ 40021 h 66308"/>
                <a:gd name="csX109" fmla="*/ 24393 w 81989"/>
                <a:gd name="csY109" fmla="*/ 39397 h 66308"/>
                <a:gd name="csX110" fmla="*/ 23526 w 81989"/>
                <a:gd name="csY110" fmla="*/ 34969 h 66308"/>
                <a:gd name="csX111" fmla="*/ 22856 w 81989"/>
                <a:gd name="csY111" fmla="*/ 34299 h 66308"/>
                <a:gd name="csX112" fmla="*/ 20330 w 81989"/>
                <a:gd name="csY112" fmla="*/ 33554 h 66308"/>
                <a:gd name="csX113" fmla="*/ 16891 w 81989"/>
                <a:gd name="csY113" fmla="*/ 33287 h 66308"/>
                <a:gd name="csX114" fmla="*/ 15978 w 81989"/>
                <a:gd name="csY114" fmla="*/ 32481 h 66308"/>
                <a:gd name="csX115" fmla="*/ 15476 w 81989"/>
                <a:gd name="csY115" fmla="*/ 30480 h 66308"/>
                <a:gd name="csX116" fmla="*/ 15156 w 81989"/>
                <a:gd name="csY116" fmla="*/ 28076 h 66308"/>
                <a:gd name="csX117" fmla="*/ 14030 w 81989"/>
                <a:gd name="csY117" fmla="*/ 25763 h 66308"/>
                <a:gd name="csX118" fmla="*/ 13452 w 81989"/>
                <a:gd name="csY118" fmla="*/ 25177 h 66308"/>
                <a:gd name="csX119" fmla="*/ 12425 w 81989"/>
                <a:gd name="csY119" fmla="*/ 24157 h 66308"/>
                <a:gd name="csX120" fmla="*/ 10629 w 81989"/>
                <a:gd name="csY120" fmla="*/ 24576 h 66308"/>
                <a:gd name="csX121" fmla="*/ 8476 w 81989"/>
                <a:gd name="csY121" fmla="*/ 25922 h 66308"/>
                <a:gd name="csX122" fmla="*/ 7205 w 81989"/>
                <a:gd name="csY122" fmla="*/ 26288 h 66308"/>
                <a:gd name="csX123" fmla="*/ 6718 w 81989"/>
                <a:gd name="csY123" fmla="*/ 26432 h 66308"/>
                <a:gd name="csX124" fmla="*/ 5007 w 81989"/>
                <a:gd name="csY124" fmla="*/ 25123 h 66308"/>
                <a:gd name="csX125" fmla="*/ 3074 w 81989"/>
                <a:gd name="csY125" fmla="*/ 23077 h 66308"/>
                <a:gd name="csX126" fmla="*/ 1529 w 81989"/>
                <a:gd name="csY126" fmla="*/ 20901 h 66308"/>
                <a:gd name="csX127" fmla="*/ 1157 w 81989"/>
                <a:gd name="csY127" fmla="*/ 19691 h 66308"/>
                <a:gd name="csX128" fmla="*/ 1628 w 81989"/>
                <a:gd name="csY128" fmla="*/ 18223 h 66308"/>
                <a:gd name="csX129" fmla="*/ 1065 w 81989"/>
                <a:gd name="csY129" fmla="*/ 17097 h 66308"/>
                <a:gd name="csX130" fmla="*/ 236 w 81989"/>
                <a:gd name="csY130" fmla="*/ 15035 h 66308"/>
                <a:gd name="csX131" fmla="*/ 0 w 81989"/>
                <a:gd name="csY131" fmla="*/ 13422 h 66308"/>
                <a:gd name="csX132" fmla="*/ 9290 w 81989"/>
                <a:gd name="csY132" fmla="*/ 7700 h 66308"/>
                <a:gd name="csX133" fmla="*/ 14951 w 81989"/>
                <a:gd name="csY133" fmla="*/ 4763 h 66308"/>
                <a:gd name="csX134" fmla="*/ 17622 w 81989"/>
                <a:gd name="csY134" fmla="*/ 3873 h 66308"/>
                <a:gd name="csX135" fmla="*/ 18261 w 81989"/>
                <a:gd name="csY135" fmla="*/ 6825 h 66308"/>
                <a:gd name="csX136" fmla="*/ 18748 w 81989"/>
                <a:gd name="csY136" fmla="*/ 7761 h 66308"/>
                <a:gd name="csX137" fmla="*/ 19379 w 81989"/>
                <a:gd name="csY137" fmla="*/ 8369 h 66308"/>
                <a:gd name="csX138" fmla="*/ 20216 w 81989"/>
                <a:gd name="csY138" fmla="*/ 8491 h 66308"/>
                <a:gd name="csX139" fmla="*/ 21182 w 81989"/>
                <a:gd name="csY139" fmla="*/ 7761 h 66308"/>
                <a:gd name="csX140" fmla="*/ 22537 w 81989"/>
                <a:gd name="csY140" fmla="*/ 6992 h 66308"/>
                <a:gd name="csX141" fmla="*/ 24705 w 81989"/>
                <a:gd name="csY141" fmla="*/ 7350 h 66308"/>
                <a:gd name="csX142" fmla="*/ 26280 w 81989"/>
                <a:gd name="csY142" fmla="*/ 8057 h 66308"/>
                <a:gd name="csX143" fmla="*/ 26835 w 81989"/>
                <a:gd name="csY143" fmla="*/ 8796 h 66308"/>
                <a:gd name="csX144" fmla="*/ 27885 w 81989"/>
                <a:gd name="csY144" fmla="*/ 9496 h 66308"/>
                <a:gd name="csX145" fmla="*/ 29407 w 81989"/>
                <a:gd name="csY145" fmla="*/ 9663 h 66308"/>
                <a:gd name="csX146" fmla="*/ 32352 w 81989"/>
                <a:gd name="csY146" fmla="*/ 8324 h 66308"/>
                <a:gd name="csX147" fmla="*/ 35182 w 81989"/>
                <a:gd name="csY147" fmla="*/ 6285 h 66308"/>
                <a:gd name="csX148" fmla="*/ 36011 w 81989"/>
                <a:gd name="csY148" fmla="*/ 4862 h 66308"/>
                <a:gd name="csX149" fmla="*/ 36323 w 81989"/>
                <a:gd name="csY149" fmla="*/ 3576 h 66308"/>
                <a:gd name="csX150" fmla="*/ 37997 w 81989"/>
                <a:gd name="csY150" fmla="*/ 4428 h 66308"/>
                <a:gd name="csX151" fmla="*/ 39473 w 81989"/>
                <a:gd name="csY151" fmla="*/ 4611 h 66308"/>
                <a:gd name="csX152" fmla="*/ 40128 w 81989"/>
                <a:gd name="csY152" fmla="*/ 4230 h 66308"/>
                <a:gd name="csX153" fmla="*/ 39709 w 81989"/>
                <a:gd name="csY153" fmla="*/ 2168 h 66308"/>
                <a:gd name="csX154" fmla="*/ 40911 w 81989"/>
                <a:gd name="csY154" fmla="*/ 1065 h 66308"/>
                <a:gd name="csX155" fmla="*/ 42243 w 81989"/>
                <a:gd name="csY155" fmla="*/ 563 h 66308"/>
                <a:gd name="csX156" fmla="*/ 42844 w 81989"/>
                <a:gd name="csY156" fmla="*/ 1453 h 66308"/>
                <a:gd name="csX157" fmla="*/ 44069 w 81989"/>
                <a:gd name="csY157" fmla="*/ 2366 h 66308"/>
                <a:gd name="csX158" fmla="*/ 45035 w 81989"/>
                <a:gd name="csY158" fmla="*/ 2374 h 66308"/>
                <a:gd name="csX159" fmla="*/ 47630 w 81989"/>
                <a:gd name="csY159" fmla="*/ 0 h 66308"/>
                <a:gd name="csX160" fmla="*/ 48238 w 81989"/>
                <a:gd name="csY160" fmla="*/ 472 h 66308"/>
                <a:gd name="csX161" fmla="*/ 48801 w 81989"/>
                <a:gd name="csY161" fmla="*/ 1316 h 663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Lst>
              <a:rect l="l" t="t" r="r" b="b"/>
              <a:pathLst>
                <a:path w="81989" h="66308">
                  <a:moveTo>
                    <a:pt x="48923" y="1993"/>
                  </a:moveTo>
                  <a:lnTo>
                    <a:pt x="49022" y="2701"/>
                  </a:lnTo>
                  <a:lnTo>
                    <a:pt x="49608" y="2998"/>
                  </a:lnTo>
                  <a:lnTo>
                    <a:pt x="51655" y="2846"/>
                  </a:lnTo>
                  <a:lnTo>
                    <a:pt x="52689" y="1560"/>
                  </a:lnTo>
                  <a:lnTo>
                    <a:pt x="53511" y="753"/>
                  </a:lnTo>
                  <a:lnTo>
                    <a:pt x="54120" y="1301"/>
                  </a:lnTo>
                  <a:lnTo>
                    <a:pt x="54417" y="2884"/>
                  </a:lnTo>
                  <a:lnTo>
                    <a:pt x="54980" y="4938"/>
                  </a:lnTo>
                  <a:lnTo>
                    <a:pt x="57422" y="7236"/>
                  </a:lnTo>
                  <a:lnTo>
                    <a:pt x="59484" y="7890"/>
                  </a:lnTo>
                  <a:lnTo>
                    <a:pt x="62025" y="7441"/>
                  </a:lnTo>
                  <a:lnTo>
                    <a:pt x="63029" y="7030"/>
                  </a:lnTo>
                  <a:lnTo>
                    <a:pt x="63714" y="7373"/>
                  </a:lnTo>
                  <a:lnTo>
                    <a:pt x="64391" y="8590"/>
                  </a:lnTo>
                  <a:lnTo>
                    <a:pt x="65844" y="9975"/>
                  </a:lnTo>
                  <a:lnTo>
                    <a:pt x="68919" y="10964"/>
                  </a:lnTo>
                  <a:lnTo>
                    <a:pt x="69854" y="11519"/>
                  </a:lnTo>
                  <a:lnTo>
                    <a:pt x="70509" y="12455"/>
                  </a:lnTo>
                  <a:lnTo>
                    <a:pt x="70318" y="13779"/>
                  </a:lnTo>
                  <a:lnTo>
                    <a:pt x="68858" y="17089"/>
                  </a:lnTo>
                  <a:lnTo>
                    <a:pt x="68667" y="18063"/>
                  </a:lnTo>
                  <a:lnTo>
                    <a:pt x="68865" y="18390"/>
                  </a:lnTo>
                  <a:lnTo>
                    <a:pt x="68576" y="18999"/>
                  </a:lnTo>
                  <a:lnTo>
                    <a:pt x="66674" y="21213"/>
                  </a:lnTo>
                  <a:lnTo>
                    <a:pt x="66506" y="21989"/>
                  </a:lnTo>
                  <a:lnTo>
                    <a:pt x="67138" y="23259"/>
                  </a:lnTo>
                  <a:lnTo>
                    <a:pt x="67663" y="24309"/>
                  </a:lnTo>
                  <a:lnTo>
                    <a:pt x="67678" y="24104"/>
                  </a:lnTo>
                  <a:lnTo>
                    <a:pt x="70592" y="23153"/>
                  </a:lnTo>
                  <a:lnTo>
                    <a:pt x="71909" y="25063"/>
                  </a:lnTo>
                  <a:lnTo>
                    <a:pt x="74070" y="25131"/>
                  </a:lnTo>
                  <a:lnTo>
                    <a:pt x="74328" y="25747"/>
                  </a:lnTo>
                  <a:lnTo>
                    <a:pt x="76755" y="27528"/>
                  </a:lnTo>
                  <a:lnTo>
                    <a:pt x="77501" y="28935"/>
                  </a:lnTo>
                  <a:lnTo>
                    <a:pt x="79243" y="30297"/>
                  </a:lnTo>
                  <a:lnTo>
                    <a:pt x="77798" y="32017"/>
                  </a:lnTo>
                  <a:lnTo>
                    <a:pt x="78018" y="32785"/>
                  </a:lnTo>
                  <a:lnTo>
                    <a:pt x="78536" y="33569"/>
                  </a:lnTo>
                  <a:lnTo>
                    <a:pt x="80499" y="34026"/>
                  </a:lnTo>
                  <a:lnTo>
                    <a:pt x="81480" y="35152"/>
                  </a:lnTo>
                  <a:lnTo>
                    <a:pt x="81541" y="36879"/>
                  </a:lnTo>
                  <a:lnTo>
                    <a:pt x="81990" y="39679"/>
                  </a:lnTo>
                  <a:lnTo>
                    <a:pt x="77942" y="42463"/>
                  </a:lnTo>
                  <a:lnTo>
                    <a:pt x="76793" y="45568"/>
                  </a:lnTo>
                  <a:lnTo>
                    <a:pt x="76687" y="46176"/>
                  </a:lnTo>
                  <a:lnTo>
                    <a:pt x="76550" y="46085"/>
                  </a:lnTo>
                  <a:lnTo>
                    <a:pt x="76108" y="45058"/>
                  </a:lnTo>
                  <a:lnTo>
                    <a:pt x="75371" y="45073"/>
                  </a:lnTo>
                  <a:lnTo>
                    <a:pt x="73697" y="44639"/>
                  </a:lnTo>
                  <a:lnTo>
                    <a:pt x="71361" y="47439"/>
                  </a:lnTo>
                  <a:lnTo>
                    <a:pt x="70303" y="49768"/>
                  </a:lnTo>
                  <a:lnTo>
                    <a:pt x="69679" y="51472"/>
                  </a:lnTo>
                  <a:lnTo>
                    <a:pt x="68736" y="52849"/>
                  </a:lnTo>
                  <a:lnTo>
                    <a:pt x="68546" y="54302"/>
                  </a:lnTo>
                  <a:lnTo>
                    <a:pt x="68667" y="54919"/>
                  </a:lnTo>
                  <a:lnTo>
                    <a:pt x="68348" y="55702"/>
                  </a:lnTo>
                  <a:lnTo>
                    <a:pt x="68333" y="56532"/>
                  </a:lnTo>
                  <a:lnTo>
                    <a:pt x="69672" y="58152"/>
                  </a:lnTo>
                  <a:lnTo>
                    <a:pt x="70014" y="59035"/>
                  </a:lnTo>
                  <a:lnTo>
                    <a:pt x="71650" y="61918"/>
                  </a:lnTo>
                  <a:lnTo>
                    <a:pt x="71140" y="62961"/>
                  </a:lnTo>
                  <a:lnTo>
                    <a:pt x="70737" y="64095"/>
                  </a:lnTo>
                  <a:lnTo>
                    <a:pt x="70265" y="64901"/>
                  </a:lnTo>
                  <a:lnTo>
                    <a:pt x="69710" y="65411"/>
                  </a:lnTo>
                  <a:lnTo>
                    <a:pt x="68021" y="65380"/>
                  </a:lnTo>
                  <a:lnTo>
                    <a:pt x="65875" y="65738"/>
                  </a:lnTo>
                  <a:lnTo>
                    <a:pt x="64429" y="66309"/>
                  </a:lnTo>
                  <a:lnTo>
                    <a:pt x="63684" y="66309"/>
                  </a:lnTo>
                  <a:lnTo>
                    <a:pt x="62132" y="64878"/>
                  </a:lnTo>
                  <a:lnTo>
                    <a:pt x="60397" y="62733"/>
                  </a:lnTo>
                  <a:lnTo>
                    <a:pt x="59301" y="61706"/>
                  </a:lnTo>
                  <a:lnTo>
                    <a:pt x="58799" y="60823"/>
                  </a:lnTo>
                  <a:lnTo>
                    <a:pt x="57437" y="60450"/>
                  </a:lnTo>
                  <a:lnTo>
                    <a:pt x="55497" y="59392"/>
                  </a:lnTo>
                  <a:lnTo>
                    <a:pt x="54150" y="58236"/>
                  </a:lnTo>
                  <a:lnTo>
                    <a:pt x="52994" y="57513"/>
                  </a:lnTo>
                  <a:lnTo>
                    <a:pt x="51365" y="57155"/>
                  </a:lnTo>
                  <a:lnTo>
                    <a:pt x="50019" y="57194"/>
                  </a:lnTo>
                  <a:lnTo>
                    <a:pt x="49631" y="55246"/>
                  </a:lnTo>
                  <a:lnTo>
                    <a:pt x="49463" y="53024"/>
                  </a:lnTo>
                  <a:lnTo>
                    <a:pt x="48368" y="51525"/>
                  </a:lnTo>
                  <a:lnTo>
                    <a:pt x="49874" y="45682"/>
                  </a:lnTo>
                  <a:lnTo>
                    <a:pt x="48976" y="45111"/>
                  </a:lnTo>
                  <a:lnTo>
                    <a:pt x="48002" y="45575"/>
                  </a:lnTo>
                  <a:lnTo>
                    <a:pt x="46587" y="46975"/>
                  </a:lnTo>
                  <a:lnTo>
                    <a:pt x="45910" y="48634"/>
                  </a:lnTo>
                  <a:lnTo>
                    <a:pt x="45507" y="50110"/>
                  </a:lnTo>
                  <a:lnTo>
                    <a:pt x="43133" y="51502"/>
                  </a:lnTo>
                  <a:lnTo>
                    <a:pt x="39367" y="52012"/>
                  </a:lnTo>
                  <a:lnTo>
                    <a:pt x="35250" y="51502"/>
                  </a:lnTo>
                  <a:lnTo>
                    <a:pt x="34687" y="51130"/>
                  </a:lnTo>
                  <a:lnTo>
                    <a:pt x="34421" y="50703"/>
                  </a:lnTo>
                  <a:lnTo>
                    <a:pt x="34421" y="50194"/>
                  </a:lnTo>
                  <a:lnTo>
                    <a:pt x="34703" y="49402"/>
                  </a:lnTo>
                  <a:lnTo>
                    <a:pt x="35418" y="48436"/>
                  </a:lnTo>
                  <a:lnTo>
                    <a:pt x="35601" y="47067"/>
                  </a:lnTo>
                  <a:lnTo>
                    <a:pt x="34862" y="45880"/>
                  </a:lnTo>
                  <a:lnTo>
                    <a:pt x="34383" y="45415"/>
                  </a:lnTo>
                  <a:lnTo>
                    <a:pt x="34573" y="44267"/>
                  </a:lnTo>
                  <a:lnTo>
                    <a:pt x="35113" y="42829"/>
                  </a:lnTo>
                  <a:lnTo>
                    <a:pt x="35228" y="41999"/>
                  </a:lnTo>
                  <a:lnTo>
                    <a:pt x="32435" y="39511"/>
                  </a:lnTo>
                  <a:lnTo>
                    <a:pt x="30419" y="39024"/>
                  </a:lnTo>
                  <a:lnTo>
                    <a:pt x="28464" y="38933"/>
                  </a:lnTo>
                  <a:lnTo>
                    <a:pt x="26980" y="38652"/>
                  </a:lnTo>
                  <a:lnTo>
                    <a:pt x="26113" y="38773"/>
                  </a:lnTo>
                  <a:lnTo>
                    <a:pt x="25496" y="39496"/>
                  </a:lnTo>
                  <a:lnTo>
                    <a:pt x="24865" y="40021"/>
                  </a:lnTo>
                  <a:lnTo>
                    <a:pt x="24393" y="39397"/>
                  </a:lnTo>
                  <a:lnTo>
                    <a:pt x="23526" y="34969"/>
                  </a:lnTo>
                  <a:lnTo>
                    <a:pt x="22856" y="34299"/>
                  </a:lnTo>
                  <a:lnTo>
                    <a:pt x="20330" y="33554"/>
                  </a:lnTo>
                  <a:lnTo>
                    <a:pt x="16891" y="33287"/>
                  </a:lnTo>
                  <a:lnTo>
                    <a:pt x="15978" y="32481"/>
                  </a:lnTo>
                  <a:lnTo>
                    <a:pt x="15476" y="30480"/>
                  </a:lnTo>
                  <a:lnTo>
                    <a:pt x="15156" y="28076"/>
                  </a:lnTo>
                  <a:lnTo>
                    <a:pt x="14030" y="25763"/>
                  </a:lnTo>
                  <a:lnTo>
                    <a:pt x="13452" y="25177"/>
                  </a:lnTo>
                  <a:lnTo>
                    <a:pt x="12425" y="24157"/>
                  </a:lnTo>
                  <a:lnTo>
                    <a:pt x="10629" y="24576"/>
                  </a:lnTo>
                  <a:lnTo>
                    <a:pt x="8476" y="25922"/>
                  </a:lnTo>
                  <a:lnTo>
                    <a:pt x="7205" y="26288"/>
                  </a:lnTo>
                  <a:lnTo>
                    <a:pt x="6718" y="26432"/>
                  </a:lnTo>
                  <a:lnTo>
                    <a:pt x="5007" y="25123"/>
                  </a:lnTo>
                  <a:lnTo>
                    <a:pt x="3074" y="23077"/>
                  </a:lnTo>
                  <a:lnTo>
                    <a:pt x="1529" y="20901"/>
                  </a:lnTo>
                  <a:lnTo>
                    <a:pt x="1157" y="19691"/>
                  </a:lnTo>
                  <a:lnTo>
                    <a:pt x="1628" y="18223"/>
                  </a:lnTo>
                  <a:lnTo>
                    <a:pt x="1065" y="17097"/>
                  </a:lnTo>
                  <a:lnTo>
                    <a:pt x="236" y="15035"/>
                  </a:lnTo>
                  <a:lnTo>
                    <a:pt x="0" y="13422"/>
                  </a:lnTo>
                  <a:lnTo>
                    <a:pt x="9290" y="7700"/>
                  </a:lnTo>
                  <a:lnTo>
                    <a:pt x="14951" y="4763"/>
                  </a:lnTo>
                  <a:lnTo>
                    <a:pt x="17622" y="3873"/>
                  </a:lnTo>
                  <a:lnTo>
                    <a:pt x="18261" y="6825"/>
                  </a:lnTo>
                  <a:lnTo>
                    <a:pt x="18748" y="7761"/>
                  </a:lnTo>
                  <a:lnTo>
                    <a:pt x="19379" y="8369"/>
                  </a:lnTo>
                  <a:lnTo>
                    <a:pt x="20216" y="8491"/>
                  </a:lnTo>
                  <a:lnTo>
                    <a:pt x="21182" y="7761"/>
                  </a:lnTo>
                  <a:lnTo>
                    <a:pt x="22537" y="6992"/>
                  </a:lnTo>
                  <a:lnTo>
                    <a:pt x="24705" y="7350"/>
                  </a:lnTo>
                  <a:lnTo>
                    <a:pt x="26280" y="8057"/>
                  </a:lnTo>
                  <a:lnTo>
                    <a:pt x="26835" y="8796"/>
                  </a:lnTo>
                  <a:lnTo>
                    <a:pt x="27885" y="9496"/>
                  </a:lnTo>
                  <a:lnTo>
                    <a:pt x="29407" y="9663"/>
                  </a:lnTo>
                  <a:lnTo>
                    <a:pt x="32352" y="8324"/>
                  </a:lnTo>
                  <a:lnTo>
                    <a:pt x="35182" y="6285"/>
                  </a:lnTo>
                  <a:lnTo>
                    <a:pt x="36011" y="4862"/>
                  </a:lnTo>
                  <a:lnTo>
                    <a:pt x="36323" y="3576"/>
                  </a:lnTo>
                  <a:lnTo>
                    <a:pt x="37997" y="4428"/>
                  </a:lnTo>
                  <a:lnTo>
                    <a:pt x="39473" y="4611"/>
                  </a:lnTo>
                  <a:lnTo>
                    <a:pt x="40128" y="4230"/>
                  </a:lnTo>
                  <a:lnTo>
                    <a:pt x="39709" y="2168"/>
                  </a:lnTo>
                  <a:lnTo>
                    <a:pt x="40911" y="1065"/>
                  </a:lnTo>
                  <a:lnTo>
                    <a:pt x="42243" y="563"/>
                  </a:lnTo>
                  <a:lnTo>
                    <a:pt x="42844" y="1453"/>
                  </a:lnTo>
                  <a:lnTo>
                    <a:pt x="44069" y="2366"/>
                  </a:lnTo>
                  <a:lnTo>
                    <a:pt x="45035" y="2374"/>
                  </a:lnTo>
                  <a:lnTo>
                    <a:pt x="47630" y="0"/>
                  </a:lnTo>
                  <a:lnTo>
                    <a:pt x="48238" y="472"/>
                  </a:lnTo>
                  <a:lnTo>
                    <a:pt x="48801" y="1316"/>
                  </a:lnTo>
                  <a:close/>
                </a:path>
              </a:pathLst>
            </a:custGeom>
            <a:solidFill>
              <a:srgbClr val="2562E8"/>
            </a:solidFill>
            <a:ln w="6168" cap="flat">
              <a:solidFill>
                <a:srgbClr val="2562E8"/>
              </a:solidFill>
              <a:prstDash val="solid"/>
              <a:miter/>
            </a:ln>
          </p:spPr>
          <p:txBody>
            <a:bodyPr/>
            <a:lstStyle/>
            <a:p>
              <a:endParaRPr lang="en-US"/>
            </a:p>
          </p:txBody>
        </p:sp>
        <p:sp>
          <p:nvSpPr>
            <p:cNvPr id="48" name="Freeform: Shape 47">
              <a:extLst>
                <a:ext uri="{FF2B5EF4-FFF2-40B4-BE49-F238E27FC236}">
                  <a16:creationId xmlns:a16="http://schemas.microsoft.com/office/drawing/2014/main" id="{FB689C4D-AD1C-ACCF-5FD0-BA5D9054CE88}"/>
                </a:ext>
              </a:extLst>
            </p:cNvPr>
            <p:cNvSpPr/>
            <p:nvPr/>
          </p:nvSpPr>
          <p:spPr>
            <a:xfrm>
              <a:off x="9455921" y="4680638"/>
              <a:ext cx="168963" cy="122786"/>
            </a:xfrm>
            <a:custGeom>
              <a:avLst/>
              <a:gdLst>
                <a:gd name="csX0" fmla="*/ 122589 w 168963"/>
                <a:gd name="csY0" fmla="*/ 3652 h 122786"/>
                <a:gd name="csX1" fmla="*/ 122293 w 168963"/>
                <a:gd name="csY1" fmla="*/ 4672 h 122786"/>
                <a:gd name="csX2" fmla="*/ 122277 w 168963"/>
                <a:gd name="csY2" fmla="*/ 6475 h 122786"/>
                <a:gd name="csX3" fmla="*/ 121897 w 168963"/>
                <a:gd name="csY3" fmla="*/ 9328 h 122786"/>
                <a:gd name="csX4" fmla="*/ 121440 w 168963"/>
                <a:gd name="csY4" fmla="*/ 12744 h 122786"/>
                <a:gd name="csX5" fmla="*/ 123297 w 168963"/>
                <a:gd name="csY5" fmla="*/ 14951 h 122786"/>
                <a:gd name="csX6" fmla="*/ 125518 w 168963"/>
                <a:gd name="csY6" fmla="*/ 17325 h 122786"/>
                <a:gd name="csX7" fmla="*/ 126112 w 168963"/>
                <a:gd name="csY7" fmla="*/ 18245 h 122786"/>
                <a:gd name="csX8" fmla="*/ 125518 w 168963"/>
                <a:gd name="csY8" fmla="*/ 20581 h 122786"/>
                <a:gd name="csX9" fmla="*/ 125937 w 168963"/>
                <a:gd name="csY9" fmla="*/ 21951 h 122786"/>
                <a:gd name="csX10" fmla="*/ 127109 w 168963"/>
                <a:gd name="csY10" fmla="*/ 24233 h 122786"/>
                <a:gd name="csX11" fmla="*/ 129102 w 168963"/>
                <a:gd name="csY11" fmla="*/ 27132 h 122786"/>
                <a:gd name="csX12" fmla="*/ 131149 w 168963"/>
                <a:gd name="csY12" fmla="*/ 30107 h 122786"/>
                <a:gd name="csX13" fmla="*/ 132564 w 168963"/>
                <a:gd name="csY13" fmla="*/ 30495 h 122786"/>
                <a:gd name="csX14" fmla="*/ 133911 w 168963"/>
                <a:gd name="csY14" fmla="*/ 30738 h 122786"/>
                <a:gd name="csX15" fmla="*/ 134732 w 168963"/>
                <a:gd name="csY15" fmla="*/ 31271 h 122786"/>
                <a:gd name="csX16" fmla="*/ 135927 w 168963"/>
                <a:gd name="csY16" fmla="*/ 31788 h 122786"/>
                <a:gd name="csX17" fmla="*/ 137121 w 168963"/>
                <a:gd name="csY17" fmla="*/ 32123 h 122786"/>
                <a:gd name="csX18" fmla="*/ 138156 w 168963"/>
                <a:gd name="csY18" fmla="*/ 32778 h 122786"/>
                <a:gd name="csX19" fmla="*/ 138818 w 168963"/>
                <a:gd name="csY19" fmla="*/ 33417 h 122786"/>
                <a:gd name="csX20" fmla="*/ 139678 w 168963"/>
                <a:gd name="csY20" fmla="*/ 35250 h 122786"/>
                <a:gd name="csX21" fmla="*/ 141983 w 168963"/>
                <a:gd name="csY21" fmla="*/ 36460 h 122786"/>
                <a:gd name="csX22" fmla="*/ 143596 w 168963"/>
                <a:gd name="csY22" fmla="*/ 37655 h 122786"/>
                <a:gd name="csX23" fmla="*/ 142950 w 168963"/>
                <a:gd name="csY23" fmla="*/ 38263 h 122786"/>
                <a:gd name="csX24" fmla="*/ 140941 w 168963"/>
                <a:gd name="csY24" fmla="*/ 38020 h 122786"/>
                <a:gd name="csX25" fmla="*/ 139054 w 168963"/>
                <a:gd name="csY25" fmla="*/ 37495 h 122786"/>
                <a:gd name="csX26" fmla="*/ 138803 w 168963"/>
                <a:gd name="csY26" fmla="*/ 38378 h 122786"/>
                <a:gd name="csX27" fmla="*/ 138727 w 168963"/>
                <a:gd name="csY27" fmla="*/ 41740 h 122786"/>
                <a:gd name="csX28" fmla="*/ 139024 w 168963"/>
                <a:gd name="csY28" fmla="*/ 44533 h 122786"/>
                <a:gd name="csX29" fmla="*/ 139465 w 168963"/>
                <a:gd name="csY29" fmla="*/ 44906 h 122786"/>
                <a:gd name="csX30" fmla="*/ 141367 w 168963"/>
                <a:gd name="csY30" fmla="*/ 45423 h 122786"/>
                <a:gd name="csX31" fmla="*/ 145894 w 168963"/>
                <a:gd name="csY31" fmla="*/ 49052 h 122786"/>
                <a:gd name="csX32" fmla="*/ 149988 w 168963"/>
                <a:gd name="csY32" fmla="*/ 52491 h 122786"/>
                <a:gd name="csX33" fmla="*/ 151365 w 168963"/>
                <a:gd name="csY33" fmla="*/ 53382 h 122786"/>
                <a:gd name="csX34" fmla="*/ 153624 w 168963"/>
                <a:gd name="csY34" fmla="*/ 53716 h 122786"/>
                <a:gd name="csX35" fmla="*/ 156166 w 168963"/>
                <a:gd name="csY35" fmla="*/ 53861 h 122786"/>
                <a:gd name="csX36" fmla="*/ 157254 w 168963"/>
                <a:gd name="csY36" fmla="*/ 53541 h 122786"/>
                <a:gd name="csX37" fmla="*/ 159711 w 168963"/>
                <a:gd name="csY37" fmla="*/ 51814 h 122786"/>
                <a:gd name="csX38" fmla="*/ 161020 w 168963"/>
                <a:gd name="csY38" fmla="*/ 51624 h 122786"/>
                <a:gd name="csX39" fmla="*/ 162230 w 168963"/>
                <a:gd name="csY39" fmla="*/ 51670 h 122786"/>
                <a:gd name="csX40" fmla="*/ 162884 w 168963"/>
                <a:gd name="csY40" fmla="*/ 51944 h 122786"/>
                <a:gd name="csX41" fmla="*/ 164063 w 168963"/>
                <a:gd name="csY41" fmla="*/ 53359 h 122786"/>
                <a:gd name="csX42" fmla="*/ 165167 w 168963"/>
                <a:gd name="csY42" fmla="*/ 55489 h 122786"/>
                <a:gd name="csX43" fmla="*/ 165479 w 168963"/>
                <a:gd name="csY43" fmla="*/ 57064 h 122786"/>
                <a:gd name="csX44" fmla="*/ 165380 w 168963"/>
                <a:gd name="csY44" fmla="*/ 57909 h 122786"/>
                <a:gd name="csX45" fmla="*/ 165007 w 168963"/>
                <a:gd name="csY45" fmla="*/ 58228 h 122786"/>
                <a:gd name="csX46" fmla="*/ 162991 w 168963"/>
                <a:gd name="csY46" fmla="*/ 58632 h 122786"/>
                <a:gd name="csX47" fmla="*/ 162116 w 168963"/>
                <a:gd name="csY47" fmla="*/ 58951 h 122786"/>
                <a:gd name="csX48" fmla="*/ 161903 w 168963"/>
                <a:gd name="csY48" fmla="*/ 59408 h 122786"/>
                <a:gd name="csX49" fmla="*/ 162215 w 168963"/>
                <a:gd name="csY49" fmla="*/ 60465 h 122786"/>
                <a:gd name="csX50" fmla="*/ 162603 w 168963"/>
                <a:gd name="csY50" fmla="*/ 61150 h 122786"/>
                <a:gd name="csX51" fmla="*/ 164801 w 168963"/>
                <a:gd name="csY51" fmla="*/ 64216 h 122786"/>
                <a:gd name="csX52" fmla="*/ 167982 w 168963"/>
                <a:gd name="csY52" fmla="*/ 68355 h 122786"/>
                <a:gd name="csX53" fmla="*/ 168963 w 168963"/>
                <a:gd name="csY53" fmla="*/ 69413 h 122786"/>
                <a:gd name="csX54" fmla="*/ 168408 w 168963"/>
                <a:gd name="csY54" fmla="*/ 70645 h 122786"/>
                <a:gd name="csX55" fmla="*/ 166787 w 168963"/>
                <a:gd name="csY55" fmla="*/ 73871 h 122786"/>
                <a:gd name="csX56" fmla="*/ 165578 w 168963"/>
                <a:gd name="csY56" fmla="*/ 75218 h 122786"/>
                <a:gd name="csX57" fmla="*/ 160229 w 168963"/>
                <a:gd name="csY57" fmla="*/ 79783 h 122786"/>
                <a:gd name="csX58" fmla="*/ 157611 w 168963"/>
                <a:gd name="csY58" fmla="*/ 79243 h 122786"/>
                <a:gd name="csX59" fmla="*/ 152110 w 168963"/>
                <a:gd name="csY59" fmla="*/ 80164 h 122786"/>
                <a:gd name="csX60" fmla="*/ 151289 w 168963"/>
                <a:gd name="csY60" fmla="*/ 79114 h 122786"/>
                <a:gd name="csX61" fmla="*/ 150003 w 168963"/>
                <a:gd name="csY61" fmla="*/ 78977 h 122786"/>
                <a:gd name="csX62" fmla="*/ 148413 w 168963"/>
                <a:gd name="csY62" fmla="*/ 79159 h 122786"/>
                <a:gd name="csX63" fmla="*/ 147834 w 168963"/>
                <a:gd name="csY63" fmla="*/ 79555 h 122786"/>
                <a:gd name="csX64" fmla="*/ 147659 w 168963"/>
                <a:gd name="csY64" fmla="*/ 80004 h 122786"/>
                <a:gd name="csX65" fmla="*/ 147089 w 168963"/>
                <a:gd name="csY65" fmla="*/ 80635 h 122786"/>
                <a:gd name="csX66" fmla="*/ 146069 w 168963"/>
                <a:gd name="csY66" fmla="*/ 82446 h 122786"/>
                <a:gd name="csX67" fmla="*/ 145286 w 168963"/>
                <a:gd name="csY67" fmla="*/ 82903 h 122786"/>
                <a:gd name="csX68" fmla="*/ 144312 w 168963"/>
                <a:gd name="csY68" fmla="*/ 83184 h 122786"/>
                <a:gd name="csX69" fmla="*/ 143109 w 168963"/>
                <a:gd name="csY69" fmla="*/ 83146 h 122786"/>
                <a:gd name="csX70" fmla="*/ 142409 w 168963"/>
                <a:gd name="csY70" fmla="*/ 83382 h 122786"/>
                <a:gd name="csX71" fmla="*/ 142409 w 168963"/>
                <a:gd name="csY71" fmla="*/ 84280 h 122786"/>
                <a:gd name="csX72" fmla="*/ 142197 w 168963"/>
                <a:gd name="csY72" fmla="*/ 85056 h 122786"/>
                <a:gd name="csX73" fmla="*/ 141382 w 168963"/>
                <a:gd name="csY73" fmla="*/ 85452 h 122786"/>
                <a:gd name="csX74" fmla="*/ 141040 w 168963"/>
                <a:gd name="csY74" fmla="*/ 86319 h 122786"/>
                <a:gd name="csX75" fmla="*/ 141101 w 168963"/>
                <a:gd name="csY75" fmla="*/ 87179 h 122786"/>
                <a:gd name="csX76" fmla="*/ 140629 w 168963"/>
                <a:gd name="csY76" fmla="*/ 87574 h 122786"/>
                <a:gd name="csX77" fmla="*/ 139594 w 168963"/>
                <a:gd name="csY77" fmla="*/ 87361 h 122786"/>
                <a:gd name="csX78" fmla="*/ 138978 w 168963"/>
                <a:gd name="csY78" fmla="*/ 87118 h 122786"/>
                <a:gd name="csX79" fmla="*/ 138400 w 168963"/>
                <a:gd name="csY79" fmla="*/ 88229 h 122786"/>
                <a:gd name="csX80" fmla="*/ 137684 w 168963"/>
                <a:gd name="csY80" fmla="*/ 88982 h 122786"/>
                <a:gd name="csX81" fmla="*/ 137175 w 168963"/>
                <a:gd name="csY81" fmla="*/ 88974 h 122786"/>
                <a:gd name="csX82" fmla="*/ 131674 w 168963"/>
                <a:gd name="csY82" fmla="*/ 89195 h 122786"/>
                <a:gd name="csX83" fmla="*/ 129673 w 168963"/>
                <a:gd name="csY83" fmla="*/ 89789 h 122786"/>
                <a:gd name="csX84" fmla="*/ 128471 w 168963"/>
                <a:gd name="csY84" fmla="*/ 89804 h 122786"/>
                <a:gd name="csX85" fmla="*/ 128425 w 168963"/>
                <a:gd name="csY85" fmla="*/ 89302 h 122786"/>
                <a:gd name="csX86" fmla="*/ 128280 w 168963"/>
                <a:gd name="csY86" fmla="*/ 89005 h 122786"/>
                <a:gd name="csX87" fmla="*/ 121341 w 168963"/>
                <a:gd name="csY87" fmla="*/ 87323 h 122786"/>
                <a:gd name="csX88" fmla="*/ 116480 w 168963"/>
                <a:gd name="csY88" fmla="*/ 86327 h 122786"/>
                <a:gd name="csX89" fmla="*/ 111549 w 168963"/>
                <a:gd name="csY89" fmla="*/ 85223 h 122786"/>
                <a:gd name="csX90" fmla="*/ 111268 w 168963"/>
                <a:gd name="csY90" fmla="*/ 86258 h 122786"/>
                <a:gd name="csX91" fmla="*/ 110560 w 168963"/>
                <a:gd name="csY91" fmla="*/ 86928 h 122786"/>
                <a:gd name="csX92" fmla="*/ 109495 w 168963"/>
                <a:gd name="csY92" fmla="*/ 86973 h 122786"/>
                <a:gd name="csX93" fmla="*/ 108757 w 168963"/>
                <a:gd name="csY93" fmla="*/ 86814 h 122786"/>
                <a:gd name="csX94" fmla="*/ 108262 w 168963"/>
                <a:gd name="csY94" fmla="*/ 87612 h 122786"/>
                <a:gd name="csX95" fmla="*/ 107441 w 168963"/>
                <a:gd name="csY95" fmla="*/ 88670 h 122786"/>
                <a:gd name="csX96" fmla="*/ 106299 w 168963"/>
                <a:gd name="csY96" fmla="*/ 89180 h 122786"/>
                <a:gd name="csX97" fmla="*/ 105181 w 168963"/>
                <a:gd name="csY97" fmla="*/ 89834 h 122786"/>
                <a:gd name="csX98" fmla="*/ 104549 w 168963"/>
                <a:gd name="csY98" fmla="*/ 90405 h 122786"/>
                <a:gd name="csX99" fmla="*/ 104093 w 168963"/>
                <a:gd name="csY99" fmla="*/ 90412 h 122786"/>
                <a:gd name="csX100" fmla="*/ 102967 w 168963"/>
                <a:gd name="csY100" fmla="*/ 89073 h 122786"/>
                <a:gd name="csX101" fmla="*/ 101468 w 168963"/>
                <a:gd name="csY101" fmla="*/ 88936 h 122786"/>
                <a:gd name="csX102" fmla="*/ 98668 w 168963"/>
                <a:gd name="csY102" fmla="*/ 89157 h 122786"/>
                <a:gd name="csX103" fmla="*/ 97405 w 168963"/>
                <a:gd name="csY103" fmla="*/ 88792 h 122786"/>
                <a:gd name="csX104" fmla="*/ 95685 w 168963"/>
                <a:gd name="csY104" fmla="*/ 88617 h 122786"/>
                <a:gd name="csX105" fmla="*/ 91622 w 168963"/>
                <a:gd name="csY105" fmla="*/ 88891 h 122786"/>
                <a:gd name="csX106" fmla="*/ 85132 w 168963"/>
                <a:gd name="csY106" fmla="*/ 88343 h 122786"/>
                <a:gd name="csX107" fmla="*/ 84067 w 168963"/>
                <a:gd name="csY107" fmla="*/ 88640 h 122786"/>
                <a:gd name="csX108" fmla="*/ 83786 w 168963"/>
                <a:gd name="csY108" fmla="*/ 88883 h 122786"/>
                <a:gd name="csX109" fmla="*/ 77356 w 168963"/>
                <a:gd name="csY109" fmla="*/ 88944 h 122786"/>
                <a:gd name="csX110" fmla="*/ 70288 w 168963"/>
                <a:gd name="csY110" fmla="*/ 89013 h 122786"/>
                <a:gd name="csX111" fmla="*/ 64368 w 168963"/>
                <a:gd name="csY111" fmla="*/ 89073 h 122786"/>
                <a:gd name="csX112" fmla="*/ 59187 w 168963"/>
                <a:gd name="csY112" fmla="*/ 89127 h 122786"/>
                <a:gd name="csX113" fmla="*/ 59179 w 168963"/>
                <a:gd name="csY113" fmla="*/ 88898 h 122786"/>
                <a:gd name="csX114" fmla="*/ 57513 w 168963"/>
                <a:gd name="csY114" fmla="*/ 88868 h 122786"/>
                <a:gd name="csX115" fmla="*/ 57330 w 168963"/>
                <a:gd name="csY115" fmla="*/ 89317 h 122786"/>
                <a:gd name="csX116" fmla="*/ 55862 w 168963"/>
                <a:gd name="csY116" fmla="*/ 94704 h 122786"/>
                <a:gd name="csX117" fmla="*/ 55702 w 168963"/>
                <a:gd name="csY117" fmla="*/ 97633 h 122786"/>
                <a:gd name="csX118" fmla="*/ 56486 w 168963"/>
                <a:gd name="csY118" fmla="*/ 99451 h 122786"/>
                <a:gd name="csX119" fmla="*/ 57361 w 168963"/>
                <a:gd name="csY119" fmla="*/ 100608 h 122786"/>
                <a:gd name="csX120" fmla="*/ 58342 w 168963"/>
                <a:gd name="csY120" fmla="*/ 101087 h 122786"/>
                <a:gd name="csX121" fmla="*/ 58441 w 168963"/>
                <a:gd name="csY121" fmla="*/ 101741 h 122786"/>
                <a:gd name="csX122" fmla="*/ 57650 w 168963"/>
                <a:gd name="csY122" fmla="*/ 102586 h 122786"/>
                <a:gd name="csX123" fmla="*/ 57719 w 168963"/>
                <a:gd name="csY123" fmla="*/ 103446 h 122786"/>
                <a:gd name="csX124" fmla="*/ 58647 w 168963"/>
                <a:gd name="csY124" fmla="*/ 104336 h 122786"/>
                <a:gd name="csX125" fmla="*/ 58875 w 168963"/>
                <a:gd name="csY125" fmla="*/ 105280 h 122786"/>
                <a:gd name="csX126" fmla="*/ 58403 w 168963"/>
                <a:gd name="csY126" fmla="*/ 106261 h 122786"/>
                <a:gd name="csX127" fmla="*/ 58517 w 168963"/>
                <a:gd name="csY127" fmla="*/ 108620 h 122786"/>
                <a:gd name="csX128" fmla="*/ 59202 w 168963"/>
                <a:gd name="csY128" fmla="*/ 112356 h 122786"/>
                <a:gd name="csX129" fmla="*/ 59225 w 168963"/>
                <a:gd name="csY129" fmla="*/ 114775 h 122786"/>
                <a:gd name="csX130" fmla="*/ 58571 w 168963"/>
                <a:gd name="csY130" fmla="*/ 115878 h 122786"/>
                <a:gd name="csX131" fmla="*/ 58883 w 168963"/>
                <a:gd name="csY131" fmla="*/ 117773 h 122786"/>
                <a:gd name="csX132" fmla="*/ 60153 w 168963"/>
                <a:gd name="csY132" fmla="*/ 120443 h 122786"/>
                <a:gd name="csX133" fmla="*/ 60381 w 168963"/>
                <a:gd name="csY133" fmla="*/ 121570 h 122786"/>
                <a:gd name="csX134" fmla="*/ 59925 w 168963"/>
                <a:gd name="csY134" fmla="*/ 122095 h 122786"/>
                <a:gd name="csX135" fmla="*/ 58867 w 168963"/>
                <a:gd name="csY135" fmla="*/ 122787 h 122786"/>
                <a:gd name="csX136" fmla="*/ 57795 w 168963"/>
                <a:gd name="csY136" fmla="*/ 122764 h 122786"/>
                <a:gd name="csX137" fmla="*/ 56547 w 168963"/>
                <a:gd name="csY137" fmla="*/ 121151 h 122786"/>
                <a:gd name="csX138" fmla="*/ 55999 w 168963"/>
                <a:gd name="csY138" fmla="*/ 120428 h 122786"/>
                <a:gd name="csX139" fmla="*/ 54995 w 168963"/>
                <a:gd name="csY139" fmla="*/ 118785 h 122786"/>
                <a:gd name="csX140" fmla="*/ 54135 w 168963"/>
                <a:gd name="csY140" fmla="*/ 117141 h 122786"/>
                <a:gd name="csX141" fmla="*/ 52978 w 168963"/>
                <a:gd name="csY141" fmla="*/ 116419 h 122786"/>
                <a:gd name="csX142" fmla="*/ 51837 w 168963"/>
                <a:gd name="csY142" fmla="*/ 115749 h 122786"/>
                <a:gd name="csX143" fmla="*/ 50452 w 168963"/>
                <a:gd name="csY143" fmla="*/ 113657 h 122786"/>
                <a:gd name="csX144" fmla="*/ 49113 w 168963"/>
                <a:gd name="csY144" fmla="*/ 112660 h 122786"/>
                <a:gd name="csX145" fmla="*/ 47698 w 168963"/>
                <a:gd name="csY145" fmla="*/ 112941 h 122786"/>
                <a:gd name="csX146" fmla="*/ 45636 w 168963"/>
                <a:gd name="csY146" fmla="*/ 112553 h 122786"/>
                <a:gd name="csX147" fmla="*/ 41474 w 168963"/>
                <a:gd name="csY147" fmla="*/ 112036 h 122786"/>
                <a:gd name="csX148" fmla="*/ 37000 w 168963"/>
                <a:gd name="csY148" fmla="*/ 112188 h 122786"/>
                <a:gd name="csX149" fmla="*/ 35144 w 168963"/>
                <a:gd name="csY149" fmla="*/ 112667 h 122786"/>
                <a:gd name="csX150" fmla="*/ 33310 w 168963"/>
                <a:gd name="csY150" fmla="*/ 113428 h 122786"/>
                <a:gd name="csX151" fmla="*/ 28661 w 168963"/>
                <a:gd name="csY151" fmla="*/ 115110 h 122786"/>
                <a:gd name="csX152" fmla="*/ 26828 w 168963"/>
                <a:gd name="csY152" fmla="*/ 115932 h 122786"/>
                <a:gd name="csX153" fmla="*/ 25435 w 168963"/>
                <a:gd name="csY153" fmla="*/ 118032 h 122786"/>
                <a:gd name="csX154" fmla="*/ 23853 w 168963"/>
                <a:gd name="csY154" fmla="*/ 117986 h 122786"/>
                <a:gd name="csX155" fmla="*/ 22278 w 168963"/>
                <a:gd name="csY155" fmla="*/ 117316 h 122786"/>
                <a:gd name="csX156" fmla="*/ 21289 w 168963"/>
                <a:gd name="csY156" fmla="*/ 116365 h 122786"/>
                <a:gd name="csX157" fmla="*/ 19166 w 168963"/>
                <a:gd name="csY157" fmla="*/ 116571 h 122786"/>
                <a:gd name="csX158" fmla="*/ 17119 w 168963"/>
                <a:gd name="csY158" fmla="*/ 115650 h 122786"/>
                <a:gd name="csX159" fmla="*/ 15141 w 168963"/>
                <a:gd name="csY159" fmla="*/ 113832 h 122786"/>
                <a:gd name="csX160" fmla="*/ 13680 w 168963"/>
                <a:gd name="csY160" fmla="*/ 113230 h 122786"/>
                <a:gd name="csX161" fmla="*/ 11816 w 168963"/>
                <a:gd name="csY161" fmla="*/ 111914 h 122786"/>
                <a:gd name="csX162" fmla="*/ 11306 w 168963"/>
                <a:gd name="csY162" fmla="*/ 109403 h 122786"/>
                <a:gd name="csX163" fmla="*/ 10127 w 168963"/>
                <a:gd name="csY163" fmla="*/ 107646 h 122786"/>
                <a:gd name="csX164" fmla="*/ 9047 w 168963"/>
                <a:gd name="csY164" fmla="*/ 105196 h 122786"/>
                <a:gd name="csX165" fmla="*/ 7433 w 168963"/>
                <a:gd name="csY165" fmla="*/ 104100 h 122786"/>
                <a:gd name="csX166" fmla="*/ 5577 w 168963"/>
                <a:gd name="csY166" fmla="*/ 103514 h 122786"/>
                <a:gd name="csX167" fmla="*/ 3013 w 168963"/>
                <a:gd name="csY167" fmla="*/ 103636 h 122786"/>
                <a:gd name="csX168" fmla="*/ 1331 w 168963"/>
                <a:gd name="csY168" fmla="*/ 102655 h 122786"/>
                <a:gd name="csX169" fmla="*/ 0 w 168963"/>
                <a:gd name="csY169" fmla="*/ 101224 h 122786"/>
                <a:gd name="csX170" fmla="*/ 350 w 168963"/>
                <a:gd name="csY170" fmla="*/ 99984 h 122786"/>
                <a:gd name="csX171" fmla="*/ 951 w 168963"/>
                <a:gd name="csY171" fmla="*/ 98219 h 122786"/>
                <a:gd name="csX172" fmla="*/ 1020 w 168963"/>
                <a:gd name="csY172" fmla="*/ 96522 h 122786"/>
                <a:gd name="csX173" fmla="*/ 1415 w 168963"/>
                <a:gd name="csY173" fmla="*/ 93768 h 122786"/>
                <a:gd name="csX174" fmla="*/ 1172 w 168963"/>
                <a:gd name="csY174" fmla="*/ 90321 h 122786"/>
                <a:gd name="csX175" fmla="*/ 707 w 168963"/>
                <a:gd name="csY175" fmla="*/ 87917 h 122786"/>
                <a:gd name="csX176" fmla="*/ 2123 w 168963"/>
                <a:gd name="csY176" fmla="*/ 86913 h 122786"/>
                <a:gd name="csX177" fmla="*/ 3759 w 168963"/>
                <a:gd name="csY177" fmla="*/ 86015 h 122786"/>
                <a:gd name="csX178" fmla="*/ 4778 w 168963"/>
                <a:gd name="csY178" fmla="*/ 84379 h 122786"/>
                <a:gd name="csX179" fmla="*/ 5836 w 168963"/>
                <a:gd name="csY179" fmla="*/ 80704 h 122786"/>
                <a:gd name="csX180" fmla="*/ 6277 w 168963"/>
                <a:gd name="csY180" fmla="*/ 77531 h 122786"/>
                <a:gd name="csX181" fmla="*/ 5950 w 168963"/>
                <a:gd name="csY181" fmla="*/ 76352 h 122786"/>
                <a:gd name="csX182" fmla="*/ 5410 w 168963"/>
                <a:gd name="csY182" fmla="*/ 75416 h 122786"/>
                <a:gd name="csX183" fmla="*/ 4976 w 168963"/>
                <a:gd name="csY183" fmla="*/ 74046 h 122786"/>
                <a:gd name="csX184" fmla="*/ 4725 w 168963"/>
                <a:gd name="csY184" fmla="*/ 72373 h 122786"/>
                <a:gd name="csX185" fmla="*/ 5021 w 168963"/>
                <a:gd name="csY185" fmla="*/ 70912 h 122786"/>
                <a:gd name="csX186" fmla="*/ 6262 w 168963"/>
                <a:gd name="csY186" fmla="*/ 69557 h 122786"/>
                <a:gd name="csX187" fmla="*/ 7814 w 168963"/>
                <a:gd name="csY187" fmla="*/ 68431 h 122786"/>
                <a:gd name="csX188" fmla="*/ 8917 w 168963"/>
                <a:gd name="csY188" fmla="*/ 67884 h 122786"/>
                <a:gd name="csX189" fmla="*/ 11839 w 168963"/>
                <a:gd name="csY189" fmla="*/ 67320 h 122786"/>
                <a:gd name="csX190" fmla="*/ 15491 w 168963"/>
                <a:gd name="csY190" fmla="*/ 66484 h 122786"/>
                <a:gd name="csX191" fmla="*/ 17599 w 168963"/>
                <a:gd name="csY191" fmla="*/ 65525 h 122786"/>
                <a:gd name="csX192" fmla="*/ 19135 w 168963"/>
                <a:gd name="csY192" fmla="*/ 64574 h 122786"/>
                <a:gd name="csX193" fmla="*/ 19995 w 168963"/>
                <a:gd name="csY193" fmla="*/ 63813 h 122786"/>
                <a:gd name="csX194" fmla="*/ 20870 w 168963"/>
                <a:gd name="csY194" fmla="*/ 62268 h 122786"/>
                <a:gd name="csX195" fmla="*/ 22285 w 168963"/>
                <a:gd name="csY195" fmla="*/ 61066 h 122786"/>
                <a:gd name="csX196" fmla="*/ 23381 w 168963"/>
                <a:gd name="csY196" fmla="*/ 59849 h 122786"/>
                <a:gd name="csX197" fmla="*/ 23533 w 168963"/>
                <a:gd name="csY197" fmla="*/ 56478 h 122786"/>
                <a:gd name="csX198" fmla="*/ 23526 w 168963"/>
                <a:gd name="csY198" fmla="*/ 54553 h 122786"/>
                <a:gd name="csX199" fmla="*/ 22711 w 168963"/>
                <a:gd name="csY199" fmla="*/ 53488 h 122786"/>
                <a:gd name="csX200" fmla="*/ 22270 w 168963"/>
                <a:gd name="csY200" fmla="*/ 52583 h 122786"/>
                <a:gd name="csX201" fmla="*/ 27680 w 168963"/>
                <a:gd name="csY201" fmla="*/ 49935 h 122786"/>
                <a:gd name="csX202" fmla="*/ 27718 w 168963"/>
                <a:gd name="csY202" fmla="*/ 48071 h 122786"/>
                <a:gd name="csX203" fmla="*/ 26965 w 168963"/>
                <a:gd name="csY203" fmla="*/ 45986 h 122786"/>
                <a:gd name="csX204" fmla="*/ 25907 w 168963"/>
                <a:gd name="csY204" fmla="*/ 44305 h 122786"/>
                <a:gd name="csX205" fmla="*/ 25512 w 168963"/>
                <a:gd name="csY205" fmla="*/ 42859 h 122786"/>
                <a:gd name="csX206" fmla="*/ 27010 w 168963"/>
                <a:gd name="csY206" fmla="*/ 41147 h 122786"/>
                <a:gd name="csX207" fmla="*/ 28342 w 168963"/>
                <a:gd name="csY207" fmla="*/ 39861 h 122786"/>
                <a:gd name="csX208" fmla="*/ 29308 w 168963"/>
                <a:gd name="csY208" fmla="*/ 38773 h 122786"/>
                <a:gd name="csX209" fmla="*/ 31439 w 168963"/>
                <a:gd name="csY209" fmla="*/ 37114 h 122786"/>
                <a:gd name="csX210" fmla="*/ 33660 w 168963"/>
                <a:gd name="csY210" fmla="*/ 36681 h 122786"/>
                <a:gd name="csX211" fmla="*/ 35661 w 168963"/>
                <a:gd name="csY211" fmla="*/ 37305 h 122786"/>
                <a:gd name="csX212" fmla="*/ 41588 w 168963"/>
                <a:gd name="csY212" fmla="*/ 41216 h 122786"/>
                <a:gd name="csX213" fmla="*/ 42615 w 168963"/>
                <a:gd name="csY213" fmla="*/ 41467 h 122786"/>
                <a:gd name="csX214" fmla="*/ 43848 w 168963"/>
                <a:gd name="csY214" fmla="*/ 41170 h 122786"/>
                <a:gd name="csX215" fmla="*/ 45416 w 168963"/>
                <a:gd name="csY215" fmla="*/ 40135 h 122786"/>
                <a:gd name="csX216" fmla="*/ 47439 w 168963"/>
                <a:gd name="csY216" fmla="*/ 39329 h 122786"/>
                <a:gd name="csX217" fmla="*/ 48185 w 168963"/>
                <a:gd name="csY217" fmla="*/ 36711 h 122786"/>
                <a:gd name="csX218" fmla="*/ 48116 w 168963"/>
                <a:gd name="csY218" fmla="*/ 32861 h 122786"/>
                <a:gd name="csX219" fmla="*/ 48581 w 168963"/>
                <a:gd name="csY219" fmla="*/ 31096 h 122786"/>
                <a:gd name="csX220" fmla="*/ 49646 w 168963"/>
                <a:gd name="csY220" fmla="*/ 30776 h 122786"/>
                <a:gd name="csX221" fmla="*/ 53054 w 168963"/>
                <a:gd name="csY221" fmla="*/ 31515 h 122786"/>
                <a:gd name="csX222" fmla="*/ 53945 w 168963"/>
                <a:gd name="csY222" fmla="*/ 31553 h 122786"/>
                <a:gd name="csX223" fmla="*/ 54934 w 168963"/>
                <a:gd name="csY223" fmla="*/ 31309 h 122786"/>
                <a:gd name="csX224" fmla="*/ 55657 w 168963"/>
                <a:gd name="csY224" fmla="*/ 30632 h 122786"/>
                <a:gd name="csX225" fmla="*/ 55626 w 168963"/>
                <a:gd name="csY225" fmla="*/ 29384 h 122786"/>
                <a:gd name="csX226" fmla="*/ 55466 w 168963"/>
                <a:gd name="csY226" fmla="*/ 28281 h 122786"/>
                <a:gd name="csX227" fmla="*/ 56577 w 168963"/>
                <a:gd name="csY227" fmla="*/ 24705 h 122786"/>
                <a:gd name="csX228" fmla="*/ 58609 w 168963"/>
                <a:gd name="csY228" fmla="*/ 22012 h 122786"/>
                <a:gd name="csX229" fmla="*/ 62710 w 168963"/>
                <a:gd name="csY229" fmla="*/ 18648 h 122786"/>
                <a:gd name="csX230" fmla="*/ 63988 w 168963"/>
                <a:gd name="csY230" fmla="*/ 17971 h 122786"/>
                <a:gd name="csX231" fmla="*/ 65472 w 168963"/>
                <a:gd name="csY231" fmla="*/ 17629 h 122786"/>
                <a:gd name="csX232" fmla="*/ 72821 w 168963"/>
                <a:gd name="csY232" fmla="*/ 19942 h 122786"/>
                <a:gd name="csX233" fmla="*/ 74016 w 168963"/>
                <a:gd name="csY233" fmla="*/ 19371 h 122786"/>
                <a:gd name="csX234" fmla="*/ 75812 w 168963"/>
                <a:gd name="csY234" fmla="*/ 13634 h 122786"/>
                <a:gd name="csX235" fmla="*/ 77805 w 168963"/>
                <a:gd name="csY235" fmla="*/ 13087 h 122786"/>
                <a:gd name="csX236" fmla="*/ 80194 w 168963"/>
                <a:gd name="csY236" fmla="*/ 12988 h 122786"/>
                <a:gd name="csX237" fmla="*/ 81746 w 168963"/>
                <a:gd name="csY237" fmla="*/ 12493 h 122786"/>
                <a:gd name="csX238" fmla="*/ 82553 w 168963"/>
                <a:gd name="csY238" fmla="*/ 12098 h 122786"/>
                <a:gd name="csX239" fmla="*/ 86053 w 168963"/>
                <a:gd name="csY239" fmla="*/ 9914 h 122786"/>
                <a:gd name="csX240" fmla="*/ 92216 w 168963"/>
                <a:gd name="csY240" fmla="*/ 6947 h 122786"/>
                <a:gd name="csX241" fmla="*/ 95533 w 168963"/>
                <a:gd name="csY241" fmla="*/ 5668 h 122786"/>
                <a:gd name="csX242" fmla="*/ 96180 w 168963"/>
                <a:gd name="csY242" fmla="*/ 5189 h 122786"/>
                <a:gd name="csX243" fmla="*/ 98554 w 168963"/>
                <a:gd name="csY243" fmla="*/ 3081 h 122786"/>
                <a:gd name="csX244" fmla="*/ 101704 w 168963"/>
                <a:gd name="csY244" fmla="*/ 662 h 122786"/>
                <a:gd name="csX245" fmla="*/ 103712 w 168963"/>
                <a:gd name="csY245" fmla="*/ 175 h 122786"/>
                <a:gd name="csX246" fmla="*/ 106490 w 168963"/>
                <a:gd name="csY246" fmla="*/ 0 h 122786"/>
                <a:gd name="csX247" fmla="*/ 108239 w 168963"/>
                <a:gd name="csY247" fmla="*/ 396 h 122786"/>
                <a:gd name="csX248" fmla="*/ 108711 w 168963"/>
                <a:gd name="csY248" fmla="*/ 1080 h 122786"/>
                <a:gd name="csX249" fmla="*/ 109289 w 168963"/>
                <a:gd name="csY249" fmla="*/ 1430 h 122786"/>
                <a:gd name="csX250" fmla="*/ 112911 w 168963"/>
                <a:gd name="csY250" fmla="*/ 403 h 122786"/>
                <a:gd name="csX251" fmla="*/ 118100 w 168963"/>
                <a:gd name="csY251" fmla="*/ 2039 h 1227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Lst>
              <a:rect l="l" t="t" r="r" b="b"/>
              <a:pathLst>
                <a:path w="168963" h="122786">
                  <a:moveTo>
                    <a:pt x="122589" y="3652"/>
                  </a:moveTo>
                  <a:lnTo>
                    <a:pt x="122293" y="4672"/>
                  </a:lnTo>
                  <a:lnTo>
                    <a:pt x="122277" y="6475"/>
                  </a:lnTo>
                  <a:lnTo>
                    <a:pt x="121897" y="9328"/>
                  </a:lnTo>
                  <a:lnTo>
                    <a:pt x="121440" y="12744"/>
                  </a:lnTo>
                  <a:lnTo>
                    <a:pt x="123297" y="14951"/>
                  </a:lnTo>
                  <a:lnTo>
                    <a:pt x="125518" y="17325"/>
                  </a:lnTo>
                  <a:lnTo>
                    <a:pt x="126112" y="18245"/>
                  </a:lnTo>
                  <a:lnTo>
                    <a:pt x="125518" y="20581"/>
                  </a:lnTo>
                  <a:lnTo>
                    <a:pt x="125937" y="21951"/>
                  </a:lnTo>
                  <a:lnTo>
                    <a:pt x="127109" y="24233"/>
                  </a:lnTo>
                  <a:lnTo>
                    <a:pt x="129102" y="27132"/>
                  </a:lnTo>
                  <a:lnTo>
                    <a:pt x="131149" y="30107"/>
                  </a:lnTo>
                  <a:lnTo>
                    <a:pt x="132564" y="30495"/>
                  </a:lnTo>
                  <a:lnTo>
                    <a:pt x="133911" y="30738"/>
                  </a:lnTo>
                  <a:lnTo>
                    <a:pt x="134732" y="31271"/>
                  </a:lnTo>
                  <a:lnTo>
                    <a:pt x="135927" y="31788"/>
                  </a:lnTo>
                  <a:lnTo>
                    <a:pt x="137121" y="32123"/>
                  </a:lnTo>
                  <a:lnTo>
                    <a:pt x="138156" y="32778"/>
                  </a:lnTo>
                  <a:lnTo>
                    <a:pt x="138818" y="33417"/>
                  </a:lnTo>
                  <a:lnTo>
                    <a:pt x="139678" y="35250"/>
                  </a:lnTo>
                  <a:lnTo>
                    <a:pt x="141983" y="36460"/>
                  </a:lnTo>
                  <a:lnTo>
                    <a:pt x="143596" y="37655"/>
                  </a:lnTo>
                  <a:lnTo>
                    <a:pt x="142950" y="38263"/>
                  </a:lnTo>
                  <a:lnTo>
                    <a:pt x="140941" y="38020"/>
                  </a:lnTo>
                  <a:lnTo>
                    <a:pt x="139054" y="37495"/>
                  </a:lnTo>
                  <a:lnTo>
                    <a:pt x="138803" y="38378"/>
                  </a:lnTo>
                  <a:lnTo>
                    <a:pt x="138727" y="41740"/>
                  </a:lnTo>
                  <a:lnTo>
                    <a:pt x="139024" y="44533"/>
                  </a:lnTo>
                  <a:lnTo>
                    <a:pt x="139465" y="44906"/>
                  </a:lnTo>
                  <a:lnTo>
                    <a:pt x="141367" y="45423"/>
                  </a:lnTo>
                  <a:lnTo>
                    <a:pt x="145894" y="49052"/>
                  </a:lnTo>
                  <a:lnTo>
                    <a:pt x="149988" y="52491"/>
                  </a:lnTo>
                  <a:lnTo>
                    <a:pt x="151365" y="53382"/>
                  </a:lnTo>
                  <a:lnTo>
                    <a:pt x="153624" y="53716"/>
                  </a:lnTo>
                  <a:lnTo>
                    <a:pt x="156166" y="53861"/>
                  </a:lnTo>
                  <a:lnTo>
                    <a:pt x="157254" y="53541"/>
                  </a:lnTo>
                  <a:lnTo>
                    <a:pt x="159711" y="51814"/>
                  </a:lnTo>
                  <a:lnTo>
                    <a:pt x="161020" y="51624"/>
                  </a:lnTo>
                  <a:lnTo>
                    <a:pt x="162230" y="51670"/>
                  </a:lnTo>
                  <a:lnTo>
                    <a:pt x="162884" y="51944"/>
                  </a:lnTo>
                  <a:lnTo>
                    <a:pt x="164063" y="53359"/>
                  </a:lnTo>
                  <a:lnTo>
                    <a:pt x="165167" y="55489"/>
                  </a:lnTo>
                  <a:lnTo>
                    <a:pt x="165479" y="57064"/>
                  </a:lnTo>
                  <a:lnTo>
                    <a:pt x="165380" y="57909"/>
                  </a:lnTo>
                  <a:lnTo>
                    <a:pt x="165007" y="58228"/>
                  </a:lnTo>
                  <a:lnTo>
                    <a:pt x="162991" y="58632"/>
                  </a:lnTo>
                  <a:lnTo>
                    <a:pt x="162116" y="58951"/>
                  </a:lnTo>
                  <a:lnTo>
                    <a:pt x="161903" y="59408"/>
                  </a:lnTo>
                  <a:lnTo>
                    <a:pt x="162215" y="60465"/>
                  </a:lnTo>
                  <a:lnTo>
                    <a:pt x="162603" y="61150"/>
                  </a:lnTo>
                  <a:lnTo>
                    <a:pt x="164801" y="64216"/>
                  </a:lnTo>
                  <a:lnTo>
                    <a:pt x="167982" y="68355"/>
                  </a:lnTo>
                  <a:lnTo>
                    <a:pt x="168963" y="69413"/>
                  </a:lnTo>
                  <a:lnTo>
                    <a:pt x="168408" y="70645"/>
                  </a:lnTo>
                  <a:lnTo>
                    <a:pt x="166787" y="73871"/>
                  </a:lnTo>
                  <a:lnTo>
                    <a:pt x="165578" y="75218"/>
                  </a:lnTo>
                  <a:lnTo>
                    <a:pt x="160229" y="79783"/>
                  </a:lnTo>
                  <a:lnTo>
                    <a:pt x="157611" y="79243"/>
                  </a:lnTo>
                  <a:lnTo>
                    <a:pt x="152110" y="80164"/>
                  </a:lnTo>
                  <a:lnTo>
                    <a:pt x="151289" y="79114"/>
                  </a:lnTo>
                  <a:lnTo>
                    <a:pt x="150003" y="78977"/>
                  </a:lnTo>
                  <a:lnTo>
                    <a:pt x="148413" y="79159"/>
                  </a:lnTo>
                  <a:lnTo>
                    <a:pt x="147834" y="79555"/>
                  </a:lnTo>
                  <a:lnTo>
                    <a:pt x="147659" y="80004"/>
                  </a:lnTo>
                  <a:lnTo>
                    <a:pt x="147089" y="80635"/>
                  </a:lnTo>
                  <a:lnTo>
                    <a:pt x="146069" y="82446"/>
                  </a:lnTo>
                  <a:lnTo>
                    <a:pt x="145286" y="82903"/>
                  </a:lnTo>
                  <a:lnTo>
                    <a:pt x="144312" y="83184"/>
                  </a:lnTo>
                  <a:lnTo>
                    <a:pt x="143109" y="83146"/>
                  </a:lnTo>
                  <a:lnTo>
                    <a:pt x="142409" y="83382"/>
                  </a:lnTo>
                  <a:lnTo>
                    <a:pt x="142409" y="84280"/>
                  </a:lnTo>
                  <a:lnTo>
                    <a:pt x="142197" y="85056"/>
                  </a:lnTo>
                  <a:lnTo>
                    <a:pt x="141382" y="85452"/>
                  </a:lnTo>
                  <a:lnTo>
                    <a:pt x="141040" y="86319"/>
                  </a:lnTo>
                  <a:lnTo>
                    <a:pt x="141101" y="87179"/>
                  </a:lnTo>
                  <a:lnTo>
                    <a:pt x="140629" y="87574"/>
                  </a:lnTo>
                  <a:lnTo>
                    <a:pt x="139594" y="87361"/>
                  </a:lnTo>
                  <a:lnTo>
                    <a:pt x="138978" y="87118"/>
                  </a:lnTo>
                  <a:lnTo>
                    <a:pt x="138400" y="88229"/>
                  </a:lnTo>
                  <a:lnTo>
                    <a:pt x="137684" y="88982"/>
                  </a:lnTo>
                  <a:lnTo>
                    <a:pt x="137175" y="88974"/>
                  </a:lnTo>
                  <a:lnTo>
                    <a:pt x="131674" y="89195"/>
                  </a:lnTo>
                  <a:lnTo>
                    <a:pt x="129673" y="89789"/>
                  </a:lnTo>
                  <a:lnTo>
                    <a:pt x="128471" y="89804"/>
                  </a:lnTo>
                  <a:lnTo>
                    <a:pt x="128425" y="89302"/>
                  </a:lnTo>
                  <a:lnTo>
                    <a:pt x="128280" y="89005"/>
                  </a:lnTo>
                  <a:lnTo>
                    <a:pt x="121341" y="87323"/>
                  </a:lnTo>
                  <a:lnTo>
                    <a:pt x="116480" y="86327"/>
                  </a:lnTo>
                  <a:lnTo>
                    <a:pt x="111549" y="85223"/>
                  </a:lnTo>
                  <a:lnTo>
                    <a:pt x="111268" y="86258"/>
                  </a:lnTo>
                  <a:lnTo>
                    <a:pt x="110560" y="86928"/>
                  </a:lnTo>
                  <a:lnTo>
                    <a:pt x="109495" y="86973"/>
                  </a:lnTo>
                  <a:lnTo>
                    <a:pt x="108757" y="86814"/>
                  </a:lnTo>
                  <a:lnTo>
                    <a:pt x="108262" y="87612"/>
                  </a:lnTo>
                  <a:lnTo>
                    <a:pt x="107441" y="88670"/>
                  </a:lnTo>
                  <a:lnTo>
                    <a:pt x="106299" y="89180"/>
                  </a:lnTo>
                  <a:lnTo>
                    <a:pt x="105181" y="89834"/>
                  </a:lnTo>
                  <a:lnTo>
                    <a:pt x="104549" y="90405"/>
                  </a:lnTo>
                  <a:lnTo>
                    <a:pt x="104093" y="90412"/>
                  </a:lnTo>
                  <a:lnTo>
                    <a:pt x="102967" y="89073"/>
                  </a:lnTo>
                  <a:lnTo>
                    <a:pt x="101468" y="88936"/>
                  </a:lnTo>
                  <a:lnTo>
                    <a:pt x="98668" y="89157"/>
                  </a:lnTo>
                  <a:lnTo>
                    <a:pt x="97405" y="88792"/>
                  </a:lnTo>
                  <a:lnTo>
                    <a:pt x="95685" y="88617"/>
                  </a:lnTo>
                  <a:lnTo>
                    <a:pt x="91622" y="88891"/>
                  </a:lnTo>
                  <a:lnTo>
                    <a:pt x="85132" y="88343"/>
                  </a:lnTo>
                  <a:lnTo>
                    <a:pt x="84067" y="88640"/>
                  </a:lnTo>
                  <a:lnTo>
                    <a:pt x="83786" y="88883"/>
                  </a:lnTo>
                  <a:lnTo>
                    <a:pt x="77356" y="88944"/>
                  </a:lnTo>
                  <a:lnTo>
                    <a:pt x="70288" y="89013"/>
                  </a:lnTo>
                  <a:lnTo>
                    <a:pt x="64368" y="89073"/>
                  </a:lnTo>
                  <a:lnTo>
                    <a:pt x="59187" y="89127"/>
                  </a:lnTo>
                  <a:lnTo>
                    <a:pt x="59179" y="88898"/>
                  </a:lnTo>
                  <a:lnTo>
                    <a:pt x="57513" y="88868"/>
                  </a:lnTo>
                  <a:lnTo>
                    <a:pt x="57330" y="89317"/>
                  </a:lnTo>
                  <a:lnTo>
                    <a:pt x="55862" y="94704"/>
                  </a:lnTo>
                  <a:lnTo>
                    <a:pt x="55702" y="97633"/>
                  </a:lnTo>
                  <a:lnTo>
                    <a:pt x="56486" y="99451"/>
                  </a:lnTo>
                  <a:lnTo>
                    <a:pt x="57361" y="100608"/>
                  </a:lnTo>
                  <a:lnTo>
                    <a:pt x="58342" y="101087"/>
                  </a:lnTo>
                  <a:lnTo>
                    <a:pt x="58441" y="101741"/>
                  </a:lnTo>
                  <a:lnTo>
                    <a:pt x="57650" y="102586"/>
                  </a:lnTo>
                  <a:lnTo>
                    <a:pt x="57719" y="103446"/>
                  </a:lnTo>
                  <a:lnTo>
                    <a:pt x="58647" y="104336"/>
                  </a:lnTo>
                  <a:lnTo>
                    <a:pt x="58875" y="105280"/>
                  </a:lnTo>
                  <a:lnTo>
                    <a:pt x="58403" y="106261"/>
                  </a:lnTo>
                  <a:lnTo>
                    <a:pt x="58517" y="108620"/>
                  </a:lnTo>
                  <a:lnTo>
                    <a:pt x="59202" y="112356"/>
                  </a:lnTo>
                  <a:lnTo>
                    <a:pt x="59225" y="114775"/>
                  </a:lnTo>
                  <a:lnTo>
                    <a:pt x="58571" y="115878"/>
                  </a:lnTo>
                  <a:lnTo>
                    <a:pt x="58883" y="117773"/>
                  </a:lnTo>
                  <a:lnTo>
                    <a:pt x="60153" y="120443"/>
                  </a:lnTo>
                  <a:lnTo>
                    <a:pt x="60381" y="121570"/>
                  </a:lnTo>
                  <a:lnTo>
                    <a:pt x="59925" y="122095"/>
                  </a:lnTo>
                  <a:lnTo>
                    <a:pt x="58867" y="122787"/>
                  </a:lnTo>
                  <a:lnTo>
                    <a:pt x="57795" y="122764"/>
                  </a:lnTo>
                  <a:lnTo>
                    <a:pt x="56547" y="121151"/>
                  </a:lnTo>
                  <a:lnTo>
                    <a:pt x="55999" y="120428"/>
                  </a:lnTo>
                  <a:lnTo>
                    <a:pt x="54995" y="118785"/>
                  </a:lnTo>
                  <a:lnTo>
                    <a:pt x="54135" y="117141"/>
                  </a:lnTo>
                  <a:lnTo>
                    <a:pt x="52978" y="116419"/>
                  </a:lnTo>
                  <a:lnTo>
                    <a:pt x="51837" y="115749"/>
                  </a:lnTo>
                  <a:lnTo>
                    <a:pt x="50452" y="113657"/>
                  </a:lnTo>
                  <a:lnTo>
                    <a:pt x="49113" y="112660"/>
                  </a:lnTo>
                  <a:lnTo>
                    <a:pt x="47698" y="112941"/>
                  </a:lnTo>
                  <a:lnTo>
                    <a:pt x="45636" y="112553"/>
                  </a:lnTo>
                  <a:lnTo>
                    <a:pt x="41474" y="112036"/>
                  </a:lnTo>
                  <a:lnTo>
                    <a:pt x="37000" y="112188"/>
                  </a:lnTo>
                  <a:lnTo>
                    <a:pt x="35144" y="112667"/>
                  </a:lnTo>
                  <a:lnTo>
                    <a:pt x="33310" y="113428"/>
                  </a:lnTo>
                  <a:lnTo>
                    <a:pt x="28661" y="115110"/>
                  </a:lnTo>
                  <a:lnTo>
                    <a:pt x="26828" y="115932"/>
                  </a:lnTo>
                  <a:lnTo>
                    <a:pt x="25435" y="118032"/>
                  </a:lnTo>
                  <a:lnTo>
                    <a:pt x="23853" y="117986"/>
                  </a:lnTo>
                  <a:lnTo>
                    <a:pt x="22278" y="117316"/>
                  </a:lnTo>
                  <a:lnTo>
                    <a:pt x="21289" y="116365"/>
                  </a:lnTo>
                  <a:lnTo>
                    <a:pt x="19166" y="116571"/>
                  </a:lnTo>
                  <a:lnTo>
                    <a:pt x="17119" y="115650"/>
                  </a:lnTo>
                  <a:lnTo>
                    <a:pt x="15141" y="113832"/>
                  </a:lnTo>
                  <a:lnTo>
                    <a:pt x="13680" y="113230"/>
                  </a:lnTo>
                  <a:lnTo>
                    <a:pt x="11816" y="111914"/>
                  </a:lnTo>
                  <a:lnTo>
                    <a:pt x="11306" y="109403"/>
                  </a:lnTo>
                  <a:lnTo>
                    <a:pt x="10127" y="107646"/>
                  </a:lnTo>
                  <a:lnTo>
                    <a:pt x="9047" y="105196"/>
                  </a:lnTo>
                  <a:lnTo>
                    <a:pt x="7433" y="104100"/>
                  </a:lnTo>
                  <a:lnTo>
                    <a:pt x="5577" y="103514"/>
                  </a:lnTo>
                  <a:lnTo>
                    <a:pt x="3013" y="103636"/>
                  </a:lnTo>
                  <a:lnTo>
                    <a:pt x="1331" y="102655"/>
                  </a:lnTo>
                  <a:lnTo>
                    <a:pt x="0" y="101224"/>
                  </a:lnTo>
                  <a:lnTo>
                    <a:pt x="350" y="99984"/>
                  </a:lnTo>
                  <a:lnTo>
                    <a:pt x="951" y="98219"/>
                  </a:lnTo>
                  <a:lnTo>
                    <a:pt x="1020" y="96522"/>
                  </a:lnTo>
                  <a:lnTo>
                    <a:pt x="1415" y="93768"/>
                  </a:lnTo>
                  <a:lnTo>
                    <a:pt x="1172" y="90321"/>
                  </a:lnTo>
                  <a:lnTo>
                    <a:pt x="707" y="87917"/>
                  </a:lnTo>
                  <a:lnTo>
                    <a:pt x="2123" y="86913"/>
                  </a:lnTo>
                  <a:lnTo>
                    <a:pt x="3759" y="86015"/>
                  </a:lnTo>
                  <a:lnTo>
                    <a:pt x="4778" y="84379"/>
                  </a:lnTo>
                  <a:lnTo>
                    <a:pt x="5836" y="80704"/>
                  </a:lnTo>
                  <a:lnTo>
                    <a:pt x="6277" y="77531"/>
                  </a:lnTo>
                  <a:lnTo>
                    <a:pt x="5950" y="76352"/>
                  </a:lnTo>
                  <a:lnTo>
                    <a:pt x="5410" y="75416"/>
                  </a:lnTo>
                  <a:lnTo>
                    <a:pt x="4976" y="74046"/>
                  </a:lnTo>
                  <a:lnTo>
                    <a:pt x="4725" y="72373"/>
                  </a:lnTo>
                  <a:lnTo>
                    <a:pt x="5021" y="70912"/>
                  </a:lnTo>
                  <a:lnTo>
                    <a:pt x="6262" y="69557"/>
                  </a:lnTo>
                  <a:lnTo>
                    <a:pt x="7814" y="68431"/>
                  </a:lnTo>
                  <a:lnTo>
                    <a:pt x="8917" y="67884"/>
                  </a:lnTo>
                  <a:lnTo>
                    <a:pt x="11839" y="67320"/>
                  </a:lnTo>
                  <a:lnTo>
                    <a:pt x="15491" y="66484"/>
                  </a:lnTo>
                  <a:lnTo>
                    <a:pt x="17599" y="65525"/>
                  </a:lnTo>
                  <a:lnTo>
                    <a:pt x="19135" y="64574"/>
                  </a:lnTo>
                  <a:lnTo>
                    <a:pt x="19995" y="63813"/>
                  </a:lnTo>
                  <a:lnTo>
                    <a:pt x="20870" y="62268"/>
                  </a:lnTo>
                  <a:lnTo>
                    <a:pt x="22285" y="61066"/>
                  </a:lnTo>
                  <a:lnTo>
                    <a:pt x="23381" y="59849"/>
                  </a:lnTo>
                  <a:lnTo>
                    <a:pt x="23533" y="56478"/>
                  </a:lnTo>
                  <a:lnTo>
                    <a:pt x="23526" y="54553"/>
                  </a:lnTo>
                  <a:lnTo>
                    <a:pt x="22711" y="53488"/>
                  </a:lnTo>
                  <a:lnTo>
                    <a:pt x="22270" y="52583"/>
                  </a:lnTo>
                  <a:lnTo>
                    <a:pt x="27680" y="49935"/>
                  </a:lnTo>
                  <a:lnTo>
                    <a:pt x="27718" y="48071"/>
                  </a:lnTo>
                  <a:lnTo>
                    <a:pt x="26965" y="45986"/>
                  </a:lnTo>
                  <a:lnTo>
                    <a:pt x="25907" y="44305"/>
                  </a:lnTo>
                  <a:lnTo>
                    <a:pt x="25512" y="42859"/>
                  </a:lnTo>
                  <a:lnTo>
                    <a:pt x="27010" y="41147"/>
                  </a:lnTo>
                  <a:lnTo>
                    <a:pt x="28342" y="39861"/>
                  </a:lnTo>
                  <a:lnTo>
                    <a:pt x="29308" y="38773"/>
                  </a:lnTo>
                  <a:lnTo>
                    <a:pt x="31439" y="37114"/>
                  </a:lnTo>
                  <a:lnTo>
                    <a:pt x="33660" y="36681"/>
                  </a:lnTo>
                  <a:lnTo>
                    <a:pt x="35661" y="37305"/>
                  </a:lnTo>
                  <a:lnTo>
                    <a:pt x="41588" y="41216"/>
                  </a:lnTo>
                  <a:lnTo>
                    <a:pt x="42615" y="41467"/>
                  </a:lnTo>
                  <a:lnTo>
                    <a:pt x="43848" y="41170"/>
                  </a:lnTo>
                  <a:lnTo>
                    <a:pt x="45416" y="40135"/>
                  </a:lnTo>
                  <a:lnTo>
                    <a:pt x="47439" y="39329"/>
                  </a:lnTo>
                  <a:lnTo>
                    <a:pt x="48185" y="36711"/>
                  </a:lnTo>
                  <a:lnTo>
                    <a:pt x="48116" y="32861"/>
                  </a:lnTo>
                  <a:lnTo>
                    <a:pt x="48581" y="31096"/>
                  </a:lnTo>
                  <a:lnTo>
                    <a:pt x="49646" y="30776"/>
                  </a:lnTo>
                  <a:lnTo>
                    <a:pt x="53054" y="31515"/>
                  </a:lnTo>
                  <a:lnTo>
                    <a:pt x="53945" y="31553"/>
                  </a:lnTo>
                  <a:lnTo>
                    <a:pt x="54934" y="31309"/>
                  </a:lnTo>
                  <a:lnTo>
                    <a:pt x="55657" y="30632"/>
                  </a:lnTo>
                  <a:lnTo>
                    <a:pt x="55626" y="29384"/>
                  </a:lnTo>
                  <a:lnTo>
                    <a:pt x="55466" y="28281"/>
                  </a:lnTo>
                  <a:lnTo>
                    <a:pt x="56577" y="24705"/>
                  </a:lnTo>
                  <a:lnTo>
                    <a:pt x="58609" y="22012"/>
                  </a:lnTo>
                  <a:lnTo>
                    <a:pt x="62710" y="18648"/>
                  </a:lnTo>
                  <a:lnTo>
                    <a:pt x="63988" y="17971"/>
                  </a:lnTo>
                  <a:lnTo>
                    <a:pt x="65472" y="17629"/>
                  </a:lnTo>
                  <a:lnTo>
                    <a:pt x="72821" y="19942"/>
                  </a:lnTo>
                  <a:lnTo>
                    <a:pt x="74016" y="19371"/>
                  </a:lnTo>
                  <a:lnTo>
                    <a:pt x="75812" y="13634"/>
                  </a:lnTo>
                  <a:lnTo>
                    <a:pt x="77805" y="13087"/>
                  </a:lnTo>
                  <a:lnTo>
                    <a:pt x="80194" y="12988"/>
                  </a:lnTo>
                  <a:lnTo>
                    <a:pt x="81746" y="12493"/>
                  </a:lnTo>
                  <a:lnTo>
                    <a:pt x="82553" y="12098"/>
                  </a:lnTo>
                  <a:lnTo>
                    <a:pt x="86053" y="9914"/>
                  </a:lnTo>
                  <a:lnTo>
                    <a:pt x="92216" y="6947"/>
                  </a:lnTo>
                  <a:lnTo>
                    <a:pt x="95533" y="5668"/>
                  </a:lnTo>
                  <a:lnTo>
                    <a:pt x="96180" y="5189"/>
                  </a:lnTo>
                  <a:lnTo>
                    <a:pt x="98554" y="3081"/>
                  </a:lnTo>
                  <a:lnTo>
                    <a:pt x="101704" y="662"/>
                  </a:lnTo>
                  <a:lnTo>
                    <a:pt x="103712" y="175"/>
                  </a:lnTo>
                  <a:lnTo>
                    <a:pt x="106490" y="0"/>
                  </a:lnTo>
                  <a:lnTo>
                    <a:pt x="108239" y="396"/>
                  </a:lnTo>
                  <a:lnTo>
                    <a:pt x="108711" y="1080"/>
                  </a:lnTo>
                  <a:lnTo>
                    <a:pt x="109289" y="1430"/>
                  </a:lnTo>
                  <a:lnTo>
                    <a:pt x="112911" y="403"/>
                  </a:lnTo>
                  <a:lnTo>
                    <a:pt x="118100" y="203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49" name="Freeform: Shape 48">
              <a:extLst>
                <a:ext uri="{FF2B5EF4-FFF2-40B4-BE49-F238E27FC236}">
                  <a16:creationId xmlns:a16="http://schemas.microsoft.com/office/drawing/2014/main" id="{B4C6C20D-5BED-E0FE-46E0-D51D120BB923}"/>
                </a:ext>
              </a:extLst>
            </p:cNvPr>
            <p:cNvSpPr/>
            <p:nvPr/>
          </p:nvSpPr>
          <p:spPr>
            <a:xfrm>
              <a:off x="10050987" y="3954515"/>
              <a:ext cx="133271" cy="86767"/>
            </a:xfrm>
            <a:custGeom>
              <a:avLst/>
              <a:gdLst>
                <a:gd name="csX0" fmla="*/ 133272 w 133271"/>
                <a:gd name="csY0" fmla="*/ 14654 h 86767"/>
                <a:gd name="csX1" fmla="*/ 132770 w 133271"/>
                <a:gd name="csY1" fmla="*/ 21738 h 86767"/>
                <a:gd name="csX2" fmla="*/ 130708 w 133271"/>
                <a:gd name="csY2" fmla="*/ 25017 h 86767"/>
                <a:gd name="csX3" fmla="*/ 127596 w 133271"/>
                <a:gd name="csY3" fmla="*/ 23921 h 86767"/>
                <a:gd name="csX4" fmla="*/ 123624 w 133271"/>
                <a:gd name="csY4" fmla="*/ 24834 h 86767"/>
                <a:gd name="csX5" fmla="*/ 121524 w 133271"/>
                <a:gd name="csY5" fmla="*/ 28563 h 86767"/>
                <a:gd name="csX6" fmla="*/ 120330 w 133271"/>
                <a:gd name="csY6" fmla="*/ 29666 h 86767"/>
                <a:gd name="csX7" fmla="*/ 119257 w 133271"/>
                <a:gd name="csY7" fmla="*/ 30959 h 86767"/>
                <a:gd name="csX8" fmla="*/ 118564 w 133271"/>
                <a:gd name="csY8" fmla="*/ 35783 h 86767"/>
                <a:gd name="csX9" fmla="*/ 118397 w 133271"/>
                <a:gd name="csY9" fmla="*/ 43650 h 86767"/>
                <a:gd name="csX10" fmla="*/ 116890 w 133271"/>
                <a:gd name="csY10" fmla="*/ 44601 h 86767"/>
                <a:gd name="csX11" fmla="*/ 115513 w 133271"/>
                <a:gd name="csY11" fmla="*/ 44898 h 86767"/>
                <a:gd name="csX12" fmla="*/ 109769 w 133271"/>
                <a:gd name="csY12" fmla="*/ 51791 h 86767"/>
                <a:gd name="csX13" fmla="*/ 113079 w 133271"/>
                <a:gd name="csY13" fmla="*/ 53724 h 86767"/>
                <a:gd name="csX14" fmla="*/ 114540 w 133271"/>
                <a:gd name="csY14" fmla="*/ 55192 h 86767"/>
                <a:gd name="csX15" fmla="*/ 116959 w 133271"/>
                <a:gd name="csY15" fmla="*/ 59278 h 86767"/>
                <a:gd name="csX16" fmla="*/ 120398 w 133271"/>
                <a:gd name="csY16" fmla="*/ 63881 h 86767"/>
                <a:gd name="csX17" fmla="*/ 121083 w 133271"/>
                <a:gd name="csY17" fmla="*/ 66126 h 86767"/>
                <a:gd name="csX18" fmla="*/ 118191 w 133271"/>
                <a:gd name="csY18" fmla="*/ 65624 h 86767"/>
                <a:gd name="csX19" fmla="*/ 117187 w 133271"/>
                <a:gd name="csY19" fmla="*/ 65776 h 86767"/>
                <a:gd name="csX20" fmla="*/ 116541 w 133271"/>
                <a:gd name="csY20" fmla="*/ 66483 h 86767"/>
                <a:gd name="csX21" fmla="*/ 115194 w 133271"/>
                <a:gd name="csY21" fmla="*/ 66339 h 86767"/>
                <a:gd name="csX22" fmla="*/ 113535 w 133271"/>
                <a:gd name="csY22" fmla="*/ 66347 h 86767"/>
                <a:gd name="csX23" fmla="*/ 111800 w 133271"/>
                <a:gd name="csY23" fmla="*/ 67161 h 86767"/>
                <a:gd name="csX24" fmla="*/ 110842 w 133271"/>
                <a:gd name="csY24" fmla="*/ 67503 h 86767"/>
                <a:gd name="csX25" fmla="*/ 109564 w 133271"/>
                <a:gd name="csY25" fmla="*/ 66757 h 86767"/>
                <a:gd name="csX26" fmla="*/ 107167 w 133271"/>
                <a:gd name="csY26" fmla="*/ 64520 h 86767"/>
                <a:gd name="csX27" fmla="*/ 105713 w 133271"/>
                <a:gd name="csY27" fmla="*/ 62961 h 86767"/>
                <a:gd name="csX28" fmla="*/ 104641 w 133271"/>
                <a:gd name="csY28" fmla="*/ 62565 h 86767"/>
                <a:gd name="csX29" fmla="*/ 103553 w 133271"/>
                <a:gd name="csY29" fmla="*/ 63029 h 86767"/>
                <a:gd name="csX30" fmla="*/ 99672 w 133271"/>
                <a:gd name="csY30" fmla="*/ 63562 h 86767"/>
                <a:gd name="csX31" fmla="*/ 98752 w 133271"/>
                <a:gd name="csY31" fmla="*/ 64467 h 86767"/>
                <a:gd name="csX32" fmla="*/ 96956 w 133271"/>
                <a:gd name="csY32" fmla="*/ 65471 h 86767"/>
                <a:gd name="csX33" fmla="*/ 95161 w 133271"/>
                <a:gd name="csY33" fmla="*/ 65951 h 86767"/>
                <a:gd name="csX34" fmla="*/ 92566 w 133271"/>
                <a:gd name="csY34" fmla="*/ 66293 h 86767"/>
                <a:gd name="csX35" fmla="*/ 91204 w 133271"/>
                <a:gd name="csY35" fmla="*/ 66248 h 86767"/>
                <a:gd name="csX36" fmla="*/ 90443 w 133271"/>
                <a:gd name="csY36" fmla="*/ 66727 h 86767"/>
                <a:gd name="csX37" fmla="*/ 89804 w 133271"/>
                <a:gd name="csY37" fmla="*/ 68195 h 86767"/>
                <a:gd name="csX38" fmla="*/ 89370 w 133271"/>
                <a:gd name="csY38" fmla="*/ 69626 h 86767"/>
                <a:gd name="csX39" fmla="*/ 88990 w 133271"/>
                <a:gd name="csY39" fmla="*/ 70204 h 86767"/>
                <a:gd name="csX40" fmla="*/ 85764 w 133271"/>
                <a:gd name="csY40" fmla="*/ 70912 h 86767"/>
                <a:gd name="csX41" fmla="*/ 85048 w 133271"/>
                <a:gd name="csY41" fmla="*/ 71733 h 86767"/>
                <a:gd name="csX42" fmla="*/ 84858 w 133271"/>
                <a:gd name="csY42" fmla="*/ 72532 h 86767"/>
                <a:gd name="csX43" fmla="*/ 84919 w 133271"/>
                <a:gd name="csY43" fmla="*/ 73331 h 86767"/>
                <a:gd name="csX44" fmla="*/ 82348 w 133271"/>
                <a:gd name="csY44" fmla="*/ 72555 h 86767"/>
                <a:gd name="csX45" fmla="*/ 80362 w 133271"/>
                <a:gd name="csY45" fmla="*/ 73080 h 86767"/>
                <a:gd name="csX46" fmla="*/ 79890 w 133271"/>
                <a:gd name="csY46" fmla="*/ 73689 h 86767"/>
                <a:gd name="csX47" fmla="*/ 79479 w 133271"/>
                <a:gd name="csY47" fmla="*/ 74571 h 86767"/>
                <a:gd name="csX48" fmla="*/ 79707 w 133271"/>
                <a:gd name="csY48" fmla="*/ 75507 h 86767"/>
                <a:gd name="csX49" fmla="*/ 80438 w 133271"/>
                <a:gd name="csY49" fmla="*/ 76420 h 86767"/>
                <a:gd name="csX50" fmla="*/ 81130 w 133271"/>
                <a:gd name="csY50" fmla="*/ 78885 h 86767"/>
                <a:gd name="csX51" fmla="*/ 81381 w 133271"/>
                <a:gd name="csY51" fmla="*/ 81343 h 86767"/>
                <a:gd name="csX52" fmla="*/ 80955 w 133271"/>
                <a:gd name="csY52" fmla="*/ 82743 h 86767"/>
                <a:gd name="csX53" fmla="*/ 79479 w 133271"/>
                <a:gd name="csY53" fmla="*/ 83732 h 86767"/>
                <a:gd name="csX54" fmla="*/ 76428 w 133271"/>
                <a:gd name="csY54" fmla="*/ 84835 h 86767"/>
                <a:gd name="csX55" fmla="*/ 73468 w 133271"/>
                <a:gd name="csY55" fmla="*/ 84310 h 86767"/>
                <a:gd name="csX56" fmla="*/ 72175 w 133271"/>
                <a:gd name="csY56" fmla="*/ 84744 h 86767"/>
                <a:gd name="csX57" fmla="*/ 69984 w 133271"/>
                <a:gd name="csY57" fmla="*/ 84881 h 86767"/>
                <a:gd name="csX58" fmla="*/ 67967 w 133271"/>
                <a:gd name="csY58" fmla="*/ 85170 h 86767"/>
                <a:gd name="csX59" fmla="*/ 64871 w 133271"/>
                <a:gd name="csY59" fmla="*/ 86174 h 86767"/>
                <a:gd name="csX60" fmla="*/ 62071 w 133271"/>
                <a:gd name="csY60" fmla="*/ 86768 h 86767"/>
                <a:gd name="csX61" fmla="*/ 59560 w 133271"/>
                <a:gd name="csY61" fmla="*/ 84721 h 86767"/>
                <a:gd name="csX62" fmla="*/ 56577 w 133271"/>
                <a:gd name="csY62" fmla="*/ 83329 h 86767"/>
                <a:gd name="csX63" fmla="*/ 53442 w 133271"/>
                <a:gd name="csY63" fmla="*/ 82500 h 86767"/>
                <a:gd name="csX64" fmla="*/ 52354 w 133271"/>
                <a:gd name="csY64" fmla="*/ 83101 h 86767"/>
                <a:gd name="csX65" fmla="*/ 51883 w 133271"/>
                <a:gd name="csY65" fmla="*/ 83580 h 86767"/>
                <a:gd name="csX66" fmla="*/ 49258 w 133271"/>
                <a:gd name="csY66" fmla="*/ 81769 h 86767"/>
                <a:gd name="csX67" fmla="*/ 48086 w 133271"/>
                <a:gd name="csY67" fmla="*/ 81122 h 86767"/>
                <a:gd name="csX68" fmla="*/ 47515 w 133271"/>
                <a:gd name="csY68" fmla="*/ 80422 h 86767"/>
                <a:gd name="csX69" fmla="*/ 46427 w 133271"/>
                <a:gd name="csY69" fmla="*/ 78003 h 86767"/>
                <a:gd name="csX70" fmla="*/ 45781 w 133271"/>
                <a:gd name="csY70" fmla="*/ 77927 h 86767"/>
                <a:gd name="csX71" fmla="*/ 43620 w 133271"/>
                <a:gd name="csY71" fmla="*/ 78825 h 86767"/>
                <a:gd name="csX72" fmla="*/ 41535 w 133271"/>
                <a:gd name="csY72" fmla="*/ 78786 h 86767"/>
                <a:gd name="csX73" fmla="*/ 40280 w 133271"/>
                <a:gd name="csY73" fmla="*/ 78619 h 86767"/>
                <a:gd name="csX74" fmla="*/ 36552 w 133271"/>
                <a:gd name="csY74" fmla="*/ 78726 h 86767"/>
                <a:gd name="csX75" fmla="*/ 36057 w 133271"/>
                <a:gd name="csY75" fmla="*/ 80377 h 86767"/>
                <a:gd name="csX76" fmla="*/ 35601 w 133271"/>
                <a:gd name="csY76" fmla="*/ 80628 h 86767"/>
                <a:gd name="csX77" fmla="*/ 34794 w 133271"/>
                <a:gd name="csY77" fmla="*/ 80848 h 86767"/>
                <a:gd name="csX78" fmla="*/ 32816 w 133271"/>
                <a:gd name="csY78" fmla="*/ 80742 h 86767"/>
                <a:gd name="csX79" fmla="*/ 30282 w 133271"/>
                <a:gd name="csY79" fmla="*/ 81967 h 86767"/>
                <a:gd name="csX80" fmla="*/ 27566 w 133271"/>
                <a:gd name="csY80" fmla="*/ 82713 h 86767"/>
                <a:gd name="csX81" fmla="*/ 25443 w 133271"/>
                <a:gd name="csY81" fmla="*/ 82728 h 86767"/>
                <a:gd name="csX82" fmla="*/ 23259 w 133271"/>
                <a:gd name="csY82" fmla="*/ 82370 h 86767"/>
                <a:gd name="csX83" fmla="*/ 21951 w 133271"/>
                <a:gd name="csY83" fmla="*/ 82629 h 86767"/>
                <a:gd name="csX84" fmla="*/ 19128 w 133271"/>
                <a:gd name="csY84" fmla="*/ 82758 h 86767"/>
                <a:gd name="csX85" fmla="*/ 17340 w 133271"/>
                <a:gd name="csY85" fmla="*/ 84539 h 86767"/>
                <a:gd name="csX86" fmla="*/ 14555 w 133271"/>
                <a:gd name="csY86" fmla="*/ 84440 h 86767"/>
                <a:gd name="csX87" fmla="*/ 12212 w 133271"/>
                <a:gd name="csY87" fmla="*/ 84143 h 86767"/>
                <a:gd name="csX88" fmla="*/ 12501 w 133271"/>
                <a:gd name="csY88" fmla="*/ 83580 h 86767"/>
                <a:gd name="csX89" fmla="*/ 12973 w 133271"/>
                <a:gd name="csY89" fmla="*/ 76496 h 86767"/>
                <a:gd name="csX90" fmla="*/ 14129 w 133271"/>
                <a:gd name="csY90" fmla="*/ 73324 h 86767"/>
                <a:gd name="csX91" fmla="*/ 14084 w 133271"/>
                <a:gd name="csY91" fmla="*/ 72669 h 86767"/>
                <a:gd name="csX92" fmla="*/ 13832 w 133271"/>
                <a:gd name="csY92" fmla="*/ 72175 h 86767"/>
                <a:gd name="csX93" fmla="*/ 12805 w 133271"/>
                <a:gd name="csY93" fmla="*/ 71665 h 86767"/>
                <a:gd name="csX94" fmla="*/ 12067 w 133271"/>
                <a:gd name="csY94" fmla="*/ 69945 h 86767"/>
                <a:gd name="csX95" fmla="*/ 10523 w 133271"/>
                <a:gd name="csY95" fmla="*/ 65418 h 86767"/>
                <a:gd name="csX96" fmla="*/ 9648 w 133271"/>
                <a:gd name="csY96" fmla="*/ 64505 h 86767"/>
                <a:gd name="csX97" fmla="*/ 7220 w 133271"/>
                <a:gd name="csY97" fmla="*/ 63547 h 86767"/>
                <a:gd name="csX98" fmla="*/ 5098 w 133271"/>
                <a:gd name="csY98" fmla="*/ 62238 h 86767"/>
                <a:gd name="csX99" fmla="*/ 3294 w 133271"/>
                <a:gd name="csY99" fmla="*/ 60503 h 86767"/>
                <a:gd name="csX100" fmla="*/ 0 w 133271"/>
                <a:gd name="csY100" fmla="*/ 56227 h 86767"/>
                <a:gd name="csX101" fmla="*/ 1666 w 133271"/>
                <a:gd name="csY101" fmla="*/ 55801 h 86767"/>
                <a:gd name="csX102" fmla="*/ 2168 w 133271"/>
                <a:gd name="csY102" fmla="*/ 54926 h 86767"/>
                <a:gd name="csX103" fmla="*/ 3834 w 133271"/>
                <a:gd name="csY103" fmla="*/ 52568 h 86767"/>
                <a:gd name="csX104" fmla="*/ 4025 w 133271"/>
                <a:gd name="csY104" fmla="*/ 51411 h 86767"/>
                <a:gd name="csX105" fmla="*/ 3850 w 133271"/>
                <a:gd name="csY105" fmla="*/ 50757 h 86767"/>
                <a:gd name="csX106" fmla="*/ 2732 w 133271"/>
                <a:gd name="csY106" fmla="*/ 49623 h 86767"/>
                <a:gd name="csX107" fmla="*/ 1970 w 133271"/>
                <a:gd name="csY107" fmla="*/ 47135 h 86767"/>
                <a:gd name="csX108" fmla="*/ 2541 w 133271"/>
                <a:gd name="csY108" fmla="*/ 44814 h 86767"/>
                <a:gd name="csX109" fmla="*/ 2595 w 133271"/>
                <a:gd name="csY109" fmla="*/ 43620 h 86767"/>
                <a:gd name="csX110" fmla="*/ 2031 w 133271"/>
                <a:gd name="csY110" fmla="*/ 42433 h 86767"/>
                <a:gd name="csX111" fmla="*/ 2617 w 133271"/>
                <a:gd name="csY111" fmla="*/ 40957 h 86767"/>
                <a:gd name="csX112" fmla="*/ 3820 w 133271"/>
                <a:gd name="csY112" fmla="*/ 40150 h 86767"/>
                <a:gd name="csX113" fmla="*/ 4573 w 133271"/>
                <a:gd name="csY113" fmla="*/ 39915 h 86767"/>
                <a:gd name="csX114" fmla="*/ 7730 w 133271"/>
                <a:gd name="csY114" fmla="*/ 39755 h 86767"/>
                <a:gd name="csX115" fmla="*/ 9731 w 133271"/>
                <a:gd name="csY115" fmla="*/ 36795 h 86767"/>
                <a:gd name="csX116" fmla="*/ 10949 w 133271"/>
                <a:gd name="csY116" fmla="*/ 35851 h 86767"/>
                <a:gd name="csX117" fmla="*/ 12196 w 133271"/>
                <a:gd name="csY117" fmla="*/ 34170 h 86767"/>
                <a:gd name="csX118" fmla="*/ 12775 w 133271"/>
                <a:gd name="csY118" fmla="*/ 33554 h 86767"/>
                <a:gd name="csX119" fmla="*/ 13322 w 133271"/>
                <a:gd name="csY119" fmla="*/ 32245 h 86767"/>
                <a:gd name="csX120" fmla="*/ 13513 w 133271"/>
                <a:gd name="csY120" fmla="*/ 30906 h 86767"/>
                <a:gd name="csX121" fmla="*/ 11010 w 133271"/>
                <a:gd name="csY121" fmla="*/ 29027 h 86767"/>
                <a:gd name="csX122" fmla="*/ 10158 w 133271"/>
                <a:gd name="csY122" fmla="*/ 27611 h 86767"/>
                <a:gd name="csX123" fmla="*/ 9039 w 133271"/>
                <a:gd name="csY123" fmla="*/ 26044 h 86767"/>
                <a:gd name="csX124" fmla="*/ 7532 w 133271"/>
                <a:gd name="csY124" fmla="*/ 24963 h 86767"/>
                <a:gd name="csX125" fmla="*/ 4497 w 133271"/>
                <a:gd name="csY125" fmla="*/ 23107 h 86767"/>
                <a:gd name="csX126" fmla="*/ 3310 w 133271"/>
                <a:gd name="csY126" fmla="*/ 21220 h 86767"/>
                <a:gd name="csX127" fmla="*/ 2777 w 133271"/>
                <a:gd name="csY127" fmla="*/ 18770 h 86767"/>
                <a:gd name="csX128" fmla="*/ 1970 w 133271"/>
                <a:gd name="csY128" fmla="*/ 16914 h 86767"/>
                <a:gd name="csX129" fmla="*/ 1080 w 133271"/>
                <a:gd name="csY129" fmla="*/ 15704 h 86767"/>
                <a:gd name="csX130" fmla="*/ 913 w 133271"/>
                <a:gd name="csY130" fmla="*/ 14715 h 86767"/>
                <a:gd name="csX131" fmla="*/ 540 w 133271"/>
                <a:gd name="csY131" fmla="*/ 13505 h 86767"/>
                <a:gd name="csX132" fmla="*/ 456 w 133271"/>
                <a:gd name="csY132" fmla="*/ 11124 h 86767"/>
                <a:gd name="csX133" fmla="*/ 1179 w 133271"/>
                <a:gd name="csY133" fmla="*/ 7951 h 86767"/>
                <a:gd name="csX134" fmla="*/ 1643 w 133271"/>
                <a:gd name="csY134" fmla="*/ 6825 h 86767"/>
                <a:gd name="csX135" fmla="*/ 2671 w 133271"/>
                <a:gd name="csY135" fmla="*/ 6513 h 86767"/>
                <a:gd name="csX136" fmla="*/ 5410 w 133271"/>
                <a:gd name="csY136" fmla="*/ 4816 h 86767"/>
                <a:gd name="csX137" fmla="*/ 5539 w 133271"/>
                <a:gd name="csY137" fmla="*/ 2648 h 86767"/>
                <a:gd name="csX138" fmla="*/ 6033 w 133271"/>
                <a:gd name="csY138" fmla="*/ 1293 h 86767"/>
                <a:gd name="csX139" fmla="*/ 6901 w 133271"/>
                <a:gd name="csY139" fmla="*/ 517 h 86767"/>
                <a:gd name="csX140" fmla="*/ 7707 w 133271"/>
                <a:gd name="csY140" fmla="*/ 0 h 86767"/>
                <a:gd name="csX141" fmla="*/ 9207 w 133271"/>
                <a:gd name="csY141" fmla="*/ 1263 h 86767"/>
                <a:gd name="csX142" fmla="*/ 12843 w 133271"/>
                <a:gd name="csY142" fmla="*/ 3279 h 86767"/>
                <a:gd name="csX143" fmla="*/ 14616 w 133271"/>
                <a:gd name="csY143" fmla="*/ 4740 h 86767"/>
                <a:gd name="csX144" fmla="*/ 14525 w 133271"/>
                <a:gd name="csY144" fmla="*/ 5646 h 86767"/>
                <a:gd name="csX145" fmla="*/ 13695 w 133271"/>
                <a:gd name="csY145" fmla="*/ 6543 h 86767"/>
                <a:gd name="csX146" fmla="*/ 12113 w 133271"/>
                <a:gd name="csY146" fmla="*/ 7426 h 86767"/>
                <a:gd name="csX147" fmla="*/ 11192 w 133271"/>
                <a:gd name="csY147" fmla="*/ 8590 h 86767"/>
                <a:gd name="csX148" fmla="*/ 10941 w 133271"/>
                <a:gd name="csY148" fmla="*/ 10028 h 86767"/>
                <a:gd name="csX149" fmla="*/ 11177 w 133271"/>
                <a:gd name="csY149" fmla="*/ 11048 h 86767"/>
                <a:gd name="csX150" fmla="*/ 12272 w 133271"/>
                <a:gd name="csY150" fmla="*/ 11938 h 86767"/>
                <a:gd name="csX151" fmla="*/ 18801 w 133271"/>
                <a:gd name="csY151" fmla="*/ 10774 h 86767"/>
                <a:gd name="csX152" fmla="*/ 25420 w 133271"/>
                <a:gd name="csY152" fmla="*/ 11375 h 86767"/>
                <a:gd name="csX153" fmla="*/ 34307 w 133271"/>
                <a:gd name="csY153" fmla="*/ 13345 h 86767"/>
                <a:gd name="csX154" fmla="*/ 40196 w 133271"/>
                <a:gd name="csY154" fmla="*/ 14030 h 86767"/>
                <a:gd name="csX155" fmla="*/ 44556 w 133271"/>
                <a:gd name="csY155" fmla="*/ 13117 h 86767"/>
                <a:gd name="csX156" fmla="*/ 52613 w 133271"/>
                <a:gd name="csY156" fmla="*/ 14768 h 86767"/>
                <a:gd name="csX157" fmla="*/ 60123 w 133271"/>
                <a:gd name="csY157" fmla="*/ 16305 h 86767"/>
                <a:gd name="csX158" fmla="*/ 67328 w 133271"/>
                <a:gd name="csY158" fmla="*/ 16754 h 86767"/>
                <a:gd name="csX159" fmla="*/ 71361 w 133271"/>
                <a:gd name="csY159" fmla="*/ 15552 h 86767"/>
                <a:gd name="csX160" fmla="*/ 74199 w 133271"/>
                <a:gd name="csY160" fmla="*/ 13931 h 86767"/>
                <a:gd name="csX161" fmla="*/ 76641 w 133271"/>
                <a:gd name="csY161" fmla="*/ 10873 h 86767"/>
                <a:gd name="csX162" fmla="*/ 82674 w 133271"/>
                <a:gd name="csY162" fmla="*/ 6832 h 86767"/>
                <a:gd name="csX163" fmla="*/ 88510 w 133271"/>
                <a:gd name="csY163" fmla="*/ 4558 h 86767"/>
                <a:gd name="csX164" fmla="*/ 96165 w 133271"/>
                <a:gd name="csY164" fmla="*/ 2716 h 86767"/>
                <a:gd name="csX165" fmla="*/ 101277 w 133271"/>
                <a:gd name="csY165" fmla="*/ 2092 h 86767"/>
                <a:gd name="csX166" fmla="*/ 101993 w 133271"/>
                <a:gd name="csY166" fmla="*/ 2716 h 86767"/>
                <a:gd name="csX167" fmla="*/ 108498 w 133271"/>
                <a:gd name="csY167" fmla="*/ 6437 h 86767"/>
                <a:gd name="csX168" fmla="*/ 111397 w 133271"/>
                <a:gd name="csY168" fmla="*/ 6452 h 86767"/>
                <a:gd name="csX169" fmla="*/ 113740 w 133271"/>
                <a:gd name="csY169" fmla="*/ 7114 h 86767"/>
                <a:gd name="csX170" fmla="*/ 114600 w 133271"/>
                <a:gd name="csY170" fmla="*/ 8095 h 86767"/>
                <a:gd name="csX171" fmla="*/ 115186 w 133271"/>
                <a:gd name="csY171" fmla="*/ 8339 h 86767"/>
                <a:gd name="csX172" fmla="*/ 118306 w 133271"/>
                <a:gd name="csY172" fmla="*/ 7418 h 86767"/>
                <a:gd name="csX173" fmla="*/ 119683 w 133271"/>
                <a:gd name="csY173" fmla="*/ 9450 h 86767"/>
                <a:gd name="csX174" fmla="*/ 121836 w 133271"/>
                <a:gd name="csY174" fmla="*/ 12295 h 86767"/>
                <a:gd name="csX175" fmla="*/ 125511 w 133271"/>
                <a:gd name="csY175" fmla="*/ 13756 h 86767"/>
                <a:gd name="csX176" fmla="*/ 128783 w 133271"/>
                <a:gd name="csY176" fmla="*/ 14578 h 86767"/>
                <a:gd name="csX177" fmla="*/ 129817 w 133271"/>
                <a:gd name="csY177" fmla="*/ 14707 h 867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Lst>
              <a:rect l="l" t="t" r="r" b="b"/>
              <a:pathLst>
                <a:path w="133271" h="86767">
                  <a:moveTo>
                    <a:pt x="133272" y="14654"/>
                  </a:moveTo>
                  <a:lnTo>
                    <a:pt x="132770" y="21738"/>
                  </a:lnTo>
                  <a:lnTo>
                    <a:pt x="130708" y="25017"/>
                  </a:lnTo>
                  <a:lnTo>
                    <a:pt x="127596" y="23921"/>
                  </a:lnTo>
                  <a:lnTo>
                    <a:pt x="123624" y="24834"/>
                  </a:lnTo>
                  <a:lnTo>
                    <a:pt x="121524" y="28563"/>
                  </a:lnTo>
                  <a:lnTo>
                    <a:pt x="120330" y="29666"/>
                  </a:lnTo>
                  <a:lnTo>
                    <a:pt x="119257" y="30959"/>
                  </a:lnTo>
                  <a:lnTo>
                    <a:pt x="118564" y="35783"/>
                  </a:lnTo>
                  <a:lnTo>
                    <a:pt x="118397" y="43650"/>
                  </a:lnTo>
                  <a:lnTo>
                    <a:pt x="116890" y="44601"/>
                  </a:lnTo>
                  <a:lnTo>
                    <a:pt x="115513" y="44898"/>
                  </a:lnTo>
                  <a:lnTo>
                    <a:pt x="109769" y="51791"/>
                  </a:lnTo>
                  <a:lnTo>
                    <a:pt x="113079" y="53724"/>
                  </a:lnTo>
                  <a:lnTo>
                    <a:pt x="114540" y="55192"/>
                  </a:lnTo>
                  <a:lnTo>
                    <a:pt x="116959" y="59278"/>
                  </a:lnTo>
                  <a:lnTo>
                    <a:pt x="120398" y="63881"/>
                  </a:lnTo>
                  <a:lnTo>
                    <a:pt x="121083" y="66126"/>
                  </a:lnTo>
                  <a:lnTo>
                    <a:pt x="118191" y="65624"/>
                  </a:lnTo>
                  <a:lnTo>
                    <a:pt x="117187" y="65776"/>
                  </a:lnTo>
                  <a:lnTo>
                    <a:pt x="116541" y="66483"/>
                  </a:lnTo>
                  <a:lnTo>
                    <a:pt x="115194" y="66339"/>
                  </a:lnTo>
                  <a:lnTo>
                    <a:pt x="113535" y="66347"/>
                  </a:lnTo>
                  <a:lnTo>
                    <a:pt x="111800" y="67161"/>
                  </a:lnTo>
                  <a:lnTo>
                    <a:pt x="110842" y="67503"/>
                  </a:lnTo>
                  <a:lnTo>
                    <a:pt x="109564" y="66757"/>
                  </a:lnTo>
                  <a:lnTo>
                    <a:pt x="107167" y="64520"/>
                  </a:lnTo>
                  <a:lnTo>
                    <a:pt x="105713" y="62961"/>
                  </a:lnTo>
                  <a:lnTo>
                    <a:pt x="104641" y="62565"/>
                  </a:lnTo>
                  <a:lnTo>
                    <a:pt x="103553" y="63029"/>
                  </a:lnTo>
                  <a:lnTo>
                    <a:pt x="99672" y="63562"/>
                  </a:lnTo>
                  <a:lnTo>
                    <a:pt x="98752" y="64467"/>
                  </a:lnTo>
                  <a:lnTo>
                    <a:pt x="96956" y="65471"/>
                  </a:lnTo>
                  <a:lnTo>
                    <a:pt x="95161" y="65951"/>
                  </a:lnTo>
                  <a:lnTo>
                    <a:pt x="92566" y="66293"/>
                  </a:lnTo>
                  <a:lnTo>
                    <a:pt x="91204" y="66248"/>
                  </a:lnTo>
                  <a:lnTo>
                    <a:pt x="90443" y="66727"/>
                  </a:lnTo>
                  <a:lnTo>
                    <a:pt x="89804" y="68195"/>
                  </a:lnTo>
                  <a:lnTo>
                    <a:pt x="89370" y="69626"/>
                  </a:lnTo>
                  <a:lnTo>
                    <a:pt x="88990" y="70204"/>
                  </a:lnTo>
                  <a:lnTo>
                    <a:pt x="85764" y="70912"/>
                  </a:lnTo>
                  <a:lnTo>
                    <a:pt x="85048" y="71733"/>
                  </a:lnTo>
                  <a:lnTo>
                    <a:pt x="84858" y="72532"/>
                  </a:lnTo>
                  <a:lnTo>
                    <a:pt x="84919" y="73331"/>
                  </a:lnTo>
                  <a:lnTo>
                    <a:pt x="82348" y="72555"/>
                  </a:lnTo>
                  <a:lnTo>
                    <a:pt x="80362" y="73080"/>
                  </a:lnTo>
                  <a:lnTo>
                    <a:pt x="79890" y="73689"/>
                  </a:lnTo>
                  <a:lnTo>
                    <a:pt x="79479" y="74571"/>
                  </a:lnTo>
                  <a:lnTo>
                    <a:pt x="79707" y="75507"/>
                  </a:lnTo>
                  <a:lnTo>
                    <a:pt x="80438" y="76420"/>
                  </a:lnTo>
                  <a:lnTo>
                    <a:pt x="81130" y="78885"/>
                  </a:lnTo>
                  <a:lnTo>
                    <a:pt x="81381" y="81343"/>
                  </a:lnTo>
                  <a:lnTo>
                    <a:pt x="80955" y="82743"/>
                  </a:lnTo>
                  <a:lnTo>
                    <a:pt x="79479" y="83732"/>
                  </a:lnTo>
                  <a:lnTo>
                    <a:pt x="76428" y="84835"/>
                  </a:lnTo>
                  <a:lnTo>
                    <a:pt x="73468" y="84310"/>
                  </a:lnTo>
                  <a:lnTo>
                    <a:pt x="72175" y="84744"/>
                  </a:lnTo>
                  <a:lnTo>
                    <a:pt x="69984" y="84881"/>
                  </a:lnTo>
                  <a:lnTo>
                    <a:pt x="67967" y="85170"/>
                  </a:lnTo>
                  <a:lnTo>
                    <a:pt x="64871" y="86174"/>
                  </a:lnTo>
                  <a:lnTo>
                    <a:pt x="62071" y="86768"/>
                  </a:lnTo>
                  <a:lnTo>
                    <a:pt x="59560" y="84721"/>
                  </a:lnTo>
                  <a:lnTo>
                    <a:pt x="56577" y="83329"/>
                  </a:lnTo>
                  <a:lnTo>
                    <a:pt x="53442" y="82500"/>
                  </a:lnTo>
                  <a:lnTo>
                    <a:pt x="52354" y="83101"/>
                  </a:lnTo>
                  <a:lnTo>
                    <a:pt x="51883" y="83580"/>
                  </a:lnTo>
                  <a:lnTo>
                    <a:pt x="49258" y="81769"/>
                  </a:lnTo>
                  <a:lnTo>
                    <a:pt x="48086" y="81122"/>
                  </a:lnTo>
                  <a:lnTo>
                    <a:pt x="47515" y="80422"/>
                  </a:lnTo>
                  <a:lnTo>
                    <a:pt x="46427" y="78003"/>
                  </a:lnTo>
                  <a:lnTo>
                    <a:pt x="45781" y="77927"/>
                  </a:lnTo>
                  <a:lnTo>
                    <a:pt x="43620" y="78825"/>
                  </a:lnTo>
                  <a:lnTo>
                    <a:pt x="41535" y="78786"/>
                  </a:lnTo>
                  <a:lnTo>
                    <a:pt x="40280" y="78619"/>
                  </a:lnTo>
                  <a:lnTo>
                    <a:pt x="36552" y="78726"/>
                  </a:lnTo>
                  <a:lnTo>
                    <a:pt x="36057" y="80377"/>
                  </a:lnTo>
                  <a:lnTo>
                    <a:pt x="35601" y="80628"/>
                  </a:lnTo>
                  <a:lnTo>
                    <a:pt x="34794" y="80848"/>
                  </a:lnTo>
                  <a:lnTo>
                    <a:pt x="32816" y="80742"/>
                  </a:lnTo>
                  <a:lnTo>
                    <a:pt x="30282" y="81967"/>
                  </a:lnTo>
                  <a:lnTo>
                    <a:pt x="27566" y="82713"/>
                  </a:lnTo>
                  <a:lnTo>
                    <a:pt x="25443" y="82728"/>
                  </a:lnTo>
                  <a:lnTo>
                    <a:pt x="23259" y="82370"/>
                  </a:lnTo>
                  <a:lnTo>
                    <a:pt x="21951" y="82629"/>
                  </a:lnTo>
                  <a:lnTo>
                    <a:pt x="19128" y="82758"/>
                  </a:lnTo>
                  <a:lnTo>
                    <a:pt x="17340" y="84539"/>
                  </a:lnTo>
                  <a:lnTo>
                    <a:pt x="14555" y="84440"/>
                  </a:lnTo>
                  <a:lnTo>
                    <a:pt x="12212" y="84143"/>
                  </a:lnTo>
                  <a:lnTo>
                    <a:pt x="12501" y="83580"/>
                  </a:lnTo>
                  <a:lnTo>
                    <a:pt x="12973" y="76496"/>
                  </a:lnTo>
                  <a:lnTo>
                    <a:pt x="14129" y="73324"/>
                  </a:lnTo>
                  <a:lnTo>
                    <a:pt x="14084" y="72669"/>
                  </a:lnTo>
                  <a:lnTo>
                    <a:pt x="13832" y="72175"/>
                  </a:lnTo>
                  <a:lnTo>
                    <a:pt x="12805" y="71665"/>
                  </a:lnTo>
                  <a:lnTo>
                    <a:pt x="12067" y="69945"/>
                  </a:lnTo>
                  <a:lnTo>
                    <a:pt x="10523" y="65418"/>
                  </a:lnTo>
                  <a:lnTo>
                    <a:pt x="9648" y="64505"/>
                  </a:lnTo>
                  <a:lnTo>
                    <a:pt x="7220" y="63547"/>
                  </a:lnTo>
                  <a:lnTo>
                    <a:pt x="5098" y="62238"/>
                  </a:lnTo>
                  <a:lnTo>
                    <a:pt x="3294" y="60503"/>
                  </a:lnTo>
                  <a:lnTo>
                    <a:pt x="0" y="56227"/>
                  </a:lnTo>
                  <a:lnTo>
                    <a:pt x="1666" y="55801"/>
                  </a:lnTo>
                  <a:lnTo>
                    <a:pt x="2168" y="54926"/>
                  </a:lnTo>
                  <a:lnTo>
                    <a:pt x="3834" y="52568"/>
                  </a:lnTo>
                  <a:lnTo>
                    <a:pt x="4025" y="51411"/>
                  </a:lnTo>
                  <a:lnTo>
                    <a:pt x="3850" y="50757"/>
                  </a:lnTo>
                  <a:lnTo>
                    <a:pt x="2732" y="49623"/>
                  </a:lnTo>
                  <a:lnTo>
                    <a:pt x="1970" y="47135"/>
                  </a:lnTo>
                  <a:lnTo>
                    <a:pt x="2541" y="44814"/>
                  </a:lnTo>
                  <a:lnTo>
                    <a:pt x="2595" y="43620"/>
                  </a:lnTo>
                  <a:lnTo>
                    <a:pt x="2031" y="42433"/>
                  </a:lnTo>
                  <a:lnTo>
                    <a:pt x="2617" y="40957"/>
                  </a:lnTo>
                  <a:lnTo>
                    <a:pt x="3820" y="40150"/>
                  </a:lnTo>
                  <a:lnTo>
                    <a:pt x="4573" y="39915"/>
                  </a:lnTo>
                  <a:lnTo>
                    <a:pt x="7730" y="39755"/>
                  </a:lnTo>
                  <a:lnTo>
                    <a:pt x="9731" y="36795"/>
                  </a:lnTo>
                  <a:lnTo>
                    <a:pt x="10949" y="35851"/>
                  </a:lnTo>
                  <a:lnTo>
                    <a:pt x="12196" y="34170"/>
                  </a:lnTo>
                  <a:lnTo>
                    <a:pt x="12775" y="33554"/>
                  </a:lnTo>
                  <a:lnTo>
                    <a:pt x="13322" y="32245"/>
                  </a:lnTo>
                  <a:lnTo>
                    <a:pt x="13513" y="30906"/>
                  </a:lnTo>
                  <a:lnTo>
                    <a:pt x="11010" y="29027"/>
                  </a:lnTo>
                  <a:lnTo>
                    <a:pt x="10158" y="27611"/>
                  </a:lnTo>
                  <a:lnTo>
                    <a:pt x="9039" y="26044"/>
                  </a:lnTo>
                  <a:lnTo>
                    <a:pt x="7532" y="24963"/>
                  </a:lnTo>
                  <a:lnTo>
                    <a:pt x="4497" y="23107"/>
                  </a:lnTo>
                  <a:lnTo>
                    <a:pt x="3310" y="21220"/>
                  </a:lnTo>
                  <a:lnTo>
                    <a:pt x="2777" y="18770"/>
                  </a:lnTo>
                  <a:lnTo>
                    <a:pt x="1970" y="16914"/>
                  </a:lnTo>
                  <a:lnTo>
                    <a:pt x="1080" y="15704"/>
                  </a:lnTo>
                  <a:lnTo>
                    <a:pt x="913" y="14715"/>
                  </a:lnTo>
                  <a:lnTo>
                    <a:pt x="540" y="13505"/>
                  </a:lnTo>
                  <a:lnTo>
                    <a:pt x="456" y="11124"/>
                  </a:lnTo>
                  <a:lnTo>
                    <a:pt x="1179" y="7951"/>
                  </a:lnTo>
                  <a:lnTo>
                    <a:pt x="1643" y="6825"/>
                  </a:lnTo>
                  <a:lnTo>
                    <a:pt x="2671" y="6513"/>
                  </a:lnTo>
                  <a:lnTo>
                    <a:pt x="5410" y="4816"/>
                  </a:lnTo>
                  <a:lnTo>
                    <a:pt x="5539" y="2648"/>
                  </a:lnTo>
                  <a:lnTo>
                    <a:pt x="6033" y="1293"/>
                  </a:lnTo>
                  <a:lnTo>
                    <a:pt x="6901" y="517"/>
                  </a:lnTo>
                  <a:lnTo>
                    <a:pt x="7707" y="0"/>
                  </a:lnTo>
                  <a:lnTo>
                    <a:pt x="9207" y="1263"/>
                  </a:lnTo>
                  <a:lnTo>
                    <a:pt x="12843" y="3279"/>
                  </a:lnTo>
                  <a:lnTo>
                    <a:pt x="14616" y="4740"/>
                  </a:lnTo>
                  <a:lnTo>
                    <a:pt x="14525" y="5646"/>
                  </a:lnTo>
                  <a:lnTo>
                    <a:pt x="13695" y="6543"/>
                  </a:lnTo>
                  <a:lnTo>
                    <a:pt x="12113" y="7426"/>
                  </a:lnTo>
                  <a:lnTo>
                    <a:pt x="11192" y="8590"/>
                  </a:lnTo>
                  <a:lnTo>
                    <a:pt x="10941" y="10028"/>
                  </a:lnTo>
                  <a:lnTo>
                    <a:pt x="11177" y="11048"/>
                  </a:lnTo>
                  <a:lnTo>
                    <a:pt x="12272" y="11938"/>
                  </a:lnTo>
                  <a:lnTo>
                    <a:pt x="18801" y="10774"/>
                  </a:lnTo>
                  <a:lnTo>
                    <a:pt x="25420" y="11375"/>
                  </a:lnTo>
                  <a:lnTo>
                    <a:pt x="34307" y="13345"/>
                  </a:lnTo>
                  <a:lnTo>
                    <a:pt x="40196" y="14030"/>
                  </a:lnTo>
                  <a:lnTo>
                    <a:pt x="44556" y="13117"/>
                  </a:lnTo>
                  <a:lnTo>
                    <a:pt x="52613" y="14768"/>
                  </a:lnTo>
                  <a:lnTo>
                    <a:pt x="60123" y="16305"/>
                  </a:lnTo>
                  <a:lnTo>
                    <a:pt x="67328" y="16754"/>
                  </a:lnTo>
                  <a:lnTo>
                    <a:pt x="71361" y="15552"/>
                  </a:lnTo>
                  <a:lnTo>
                    <a:pt x="74199" y="13931"/>
                  </a:lnTo>
                  <a:lnTo>
                    <a:pt x="76641" y="10873"/>
                  </a:lnTo>
                  <a:lnTo>
                    <a:pt x="82674" y="6832"/>
                  </a:lnTo>
                  <a:lnTo>
                    <a:pt x="88510" y="4558"/>
                  </a:lnTo>
                  <a:lnTo>
                    <a:pt x="96165" y="2716"/>
                  </a:lnTo>
                  <a:lnTo>
                    <a:pt x="101277" y="2092"/>
                  </a:lnTo>
                  <a:lnTo>
                    <a:pt x="101993" y="2716"/>
                  </a:lnTo>
                  <a:lnTo>
                    <a:pt x="108498" y="6437"/>
                  </a:lnTo>
                  <a:lnTo>
                    <a:pt x="111397" y="6452"/>
                  </a:lnTo>
                  <a:lnTo>
                    <a:pt x="113740" y="7114"/>
                  </a:lnTo>
                  <a:lnTo>
                    <a:pt x="114600" y="8095"/>
                  </a:lnTo>
                  <a:lnTo>
                    <a:pt x="115186" y="8339"/>
                  </a:lnTo>
                  <a:lnTo>
                    <a:pt x="118306" y="7418"/>
                  </a:lnTo>
                  <a:lnTo>
                    <a:pt x="119683" y="9450"/>
                  </a:lnTo>
                  <a:lnTo>
                    <a:pt x="121836" y="12295"/>
                  </a:lnTo>
                  <a:lnTo>
                    <a:pt x="125511" y="13756"/>
                  </a:lnTo>
                  <a:lnTo>
                    <a:pt x="128783" y="14578"/>
                  </a:lnTo>
                  <a:lnTo>
                    <a:pt x="129817" y="14707"/>
                  </a:lnTo>
                  <a:close/>
                </a:path>
              </a:pathLst>
            </a:custGeom>
            <a:solidFill>
              <a:srgbClr val="2562E8"/>
            </a:solidFill>
            <a:ln w="6168" cap="flat">
              <a:solidFill>
                <a:srgbClr val="2562E8"/>
              </a:solidFill>
              <a:prstDash val="solid"/>
              <a:miter/>
            </a:ln>
          </p:spPr>
          <p:txBody>
            <a:bodyPr/>
            <a:lstStyle/>
            <a:p>
              <a:endParaRPr lang="en-US"/>
            </a:p>
          </p:txBody>
        </p:sp>
        <p:sp>
          <p:nvSpPr>
            <p:cNvPr id="50" name="Freeform: Shape 49">
              <a:extLst>
                <a:ext uri="{FF2B5EF4-FFF2-40B4-BE49-F238E27FC236}">
                  <a16:creationId xmlns:a16="http://schemas.microsoft.com/office/drawing/2014/main" id="{A33731E4-1117-3FF5-8DE5-5B3F67783763}"/>
                </a:ext>
              </a:extLst>
            </p:cNvPr>
            <p:cNvSpPr/>
            <p:nvPr/>
          </p:nvSpPr>
          <p:spPr>
            <a:xfrm>
              <a:off x="10651197" y="4426725"/>
              <a:ext cx="3522" cy="10393"/>
            </a:xfrm>
            <a:custGeom>
              <a:avLst/>
              <a:gdLst>
                <a:gd name="csX0" fmla="*/ 3310 w 3522"/>
                <a:gd name="csY0" fmla="*/ 8590 h 10393"/>
                <a:gd name="csX1" fmla="*/ 2617 w 3522"/>
                <a:gd name="csY1" fmla="*/ 10393 h 10393"/>
                <a:gd name="csX2" fmla="*/ 1956 w 3522"/>
                <a:gd name="csY2" fmla="*/ 9762 h 10393"/>
                <a:gd name="csX3" fmla="*/ 281 w 3522"/>
                <a:gd name="csY3" fmla="*/ 6642 h 10393"/>
                <a:gd name="csX4" fmla="*/ 784 w 3522"/>
                <a:gd name="csY4" fmla="*/ 4451 h 10393"/>
                <a:gd name="csX5" fmla="*/ 0 w 3522"/>
                <a:gd name="csY5" fmla="*/ 1316 h 10393"/>
                <a:gd name="csX6" fmla="*/ 373 w 3522"/>
                <a:gd name="csY6" fmla="*/ 418 h 10393"/>
                <a:gd name="csX7" fmla="*/ 2381 w 3522"/>
                <a:gd name="csY7" fmla="*/ 0 h 10393"/>
                <a:gd name="csX8" fmla="*/ 2846 w 3522"/>
                <a:gd name="csY8" fmla="*/ 137 h 10393"/>
                <a:gd name="csX9" fmla="*/ 2244 w 3522"/>
                <a:gd name="csY9" fmla="*/ 1141 h 10393"/>
                <a:gd name="csX10" fmla="*/ 3356 w 3522"/>
                <a:gd name="csY10" fmla="*/ 2891 h 10393"/>
                <a:gd name="csX11" fmla="*/ 3523 w 3522"/>
                <a:gd name="csY11" fmla="*/ 5775 h 103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22" h="10393">
                  <a:moveTo>
                    <a:pt x="3310" y="8590"/>
                  </a:moveTo>
                  <a:lnTo>
                    <a:pt x="2617" y="10393"/>
                  </a:lnTo>
                  <a:lnTo>
                    <a:pt x="1956" y="9762"/>
                  </a:lnTo>
                  <a:lnTo>
                    <a:pt x="281" y="6642"/>
                  </a:lnTo>
                  <a:lnTo>
                    <a:pt x="784" y="4451"/>
                  </a:lnTo>
                  <a:lnTo>
                    <a:pt x="0" y="1316"/>
                  </a:lnTo>
                  <a:lnTo>
                    <a:pt x="373" y="418"/>
                  </a:lnTo>
                  <a:lnTo>
                    <a:pt x="2381" y="0"/>
                  </a:lnTo>
                  <a:lnTo>
                    <a:pt x="2846" y="137"/>
                  </a:lnTo>
                  <a:lnTo>
                    <a:pt x="2244" y="1141"/>
                  </a:lnTo>
                  <a:lnTo>
                    <a:pt x="3356" y="2891"/>
                  </a:lnTo>
                  <a:lnTo>
                    <a:pt x="3523" y="577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1" name="Freeform: Shape 50">
              <a:extLst>
                <a:ext uri="{FF2B5EF4-FFF2-40B4-BE49-F238E27FC236}">
                  <a16:creationId xmlns:a16="http://schemas.microsoft.com/office/drawing/2014/main" id="{BCC0B1B6-EA11-DDFA-4F70-D88A39E8F1C4}"/>
                </a:ext>
              </a:extLst>
            </p:cNvPr>
            <p:cNvSpPr/>
            <p:nvPr/>
          </p:nvSpPr>
          <p:spPr>
            <a:xfrm>
              <a:off x="10193412" y="5053320"/>
              <a:ext cx="38377" cy="45529"/>
            </a:xfrm>
            <a:custGeom>
              <a:avLst/>
              <a:gdLst>
                <a:gd name="csX0" fmla="*/ 32877 w 38377"/>
                <a:gd name="csY0" fmla="*/ 1849 h 45529"/>
                <a:gd name="csX1" fmla="*/ 32451 w 38377"/>
                <a:gd name="csY1" fmla="*/ 2404 h 45529"/>
                <a:gd name="csX2" fmla="*/ 30495 w 38377"/>
                <a:gd name="csY2" fmla="*/ 6376 h 45529"/>
                <a:gd name="csX3" fmla="*/ 30115 w 38377"/>
                <a:gd name="csY3" fmla="*/ 6977 h 45529"/>
                <a:gd name="csX4" fmla="*/ 30328 w 38377"/>
                <a:gd name="csY4" fmla="*/ 7342 h 45529"/>
                <a:gd name="csX5" fmla="*/ 31165 w 38377"/>
                <a:gd name="csY5" fmla="*/ 8095 h 45529"/>
                <a:gd name="csX6" fmla="*/ 30670 w 38377"/>
                <a:gd name="csY6" fmla="*/ 9351 h 45529"/>
                <a:gd name="csX7" fmla="*/ 30480 w 38377"/>
                <a:gd name="csY7" fmla="*/ 9686 h 45529"/>
                <a:gd name="csX8" fmla="*/ 30107 w 38377"/>
                <a:gd name="csY8" fmla="*/ 10850 h 45529"/>
                <a:gd name="csX9" fmla="*/ 30313 w 38377"/>
                <a:gd name="csY9" fmla="*/ 11923 h 45529"/>
                <a:gd name="csX10" fmla="*/ 30784 w 38377"/>
                <a:gd name="csY10" fmla="*/ 12318 h 45529"/>
                <a:gd name="csX11" fmla="*/ 32055 w 38377"/>
                <a:gd name="csY11" fmla="*/ 12836 h 45529"/>
                <a:gd name="csX12" fmla="*/ 33957 w 38377"/>
                <a:gd name="csY12" fmla="*/ 13208 h 45529"/>
                <a:gd name="csX13" fmla="*/ 36202 w 38377"/>
                <a:gd name="csY13" fmla="*/ 14106 h 45529"/>
                <a:gd name="csX14" fmla="*/ 37716 w 38377"/>
                <a:gd name="csY14" fmla="*/ 14266 h 45529"/>
                <a:gd name="csX15" fmla="*/ 38073 w 38377"/>
                <a:gd name="csY15" fmla="*/ 14913 h 45529"/>
                <a:gd name="csX16" fmla="*/ 38005 w 38377"/>
                <a:gd name="csY16" fmla="*/ 16062 h 45529"/>
                <a:gd name="csX17" fmla="*/ 38370 w 38377"/>
                <a:gd name="csY17" fmla="*/ 17058 h 45529"/>
                <a:gd name="csX18" fmla="*/ 38378 w 38377"/>
                <a:gd name="csY18" fmla="*/ 18846 h 45529"/>
                <a:gd name="csX19" fmla="*/ 37929 w 38377"/>
                <a:gd name="csY19" fmla="*/ 20421 h 45529"/>
                <a:gd name="csX20" fmla="*/ 35616 w 38377"/>
                <a:gd name="csY20" fmla="*/ 21159 h 45529"/>
                <a:gd name="csX21" fmla="*/ 34421 w 38377"/>
                <a:gd name="csY21" fmla="*/ 21966 h 45529"/>
                <a:gd name="csX22" fmla="*/ 34102 w 38377"/>
                <a:gd name="csY22" fmla="*/ 22377 h 45529"/>
                <a:gd name="csX23" fmla="*/ 34391 w 38377"/>
                <a:gd name="csY23" fmla="*/ 22848 h 45529"/>
                <a:gd name="csX24" fmla="*/ 34543 w 38377"/>
                <a:gd name="csY24" fmla="*/ 23480 h 45529"/>
                <a:gd name="csX25" fmla="*/ 32367 w 38377"/>
                <a:gd name="csY25" fmla="*/ 25055 h 45529"/>
                <a:gd name="csX26" fmla="*/ 30130 w 38377"/>
                <a:gd name="csY26" fmla="*/ 27102 h 45529"/>
                <a:gd name="csX27" fmla="*/ 29597 w 38377"/>
                <a:gd name="csY27" fmla="*/ 28479 h 45529"/>
                <a:gd name="csX28" fmla="*/ 29148 w 38377"/>
                <a:gd name="csY28" fmla="*/ 30115 h 45529"/>
                <a:gd name="csX29" fmla="*/ 28494 w 38377"/>
                <a:gd name="csY29" fmla="*/ 31157 h 45529"/>
                <a:gd name="csX30" fmla="*/ 26790 w 38377"/>
                <a:gd name="csY30" fmla="*/ 32664 h 45529"/>
                <a:gd name="csX31" fmla="*/ 25047 w 38377"/>
                <a:gd name="csY31" fmla="*/ 35692 h 45529"/>
                <a:gd name="csX32" fmla="*/ 24195 w 38377"/>
                <a:gd name="csY32" fmla="*/ 37655 h 45529"/>
                <a:gd name="csX33" fmla="*/ 19927 w 38377"/>
                <a:gd name="csY33" fmla="*/ 42372 h 45529"/>
                <a:gd name="csX34" fmla="*/ 16130 w 38377"/>
                <a:gd name="csY34" fmla="*/ 44731 h 45529"/>
                <a:gd name="csX35" fmla="*/ 15027 w 38377"/>
                <a:gd name="csY35" fmla="*/ 45530 h 45529"/>
                <a:gd name="csX36" fmla="*/ 8308 w 38377"/>
                <a:gd name="csY36" fmla="*/ 45393 h 45529"/>
                <a:gd name="csX37" fmla="*/ 7799 w 38377"/>
                <a:gd name="csY37" fmla="*/ 42212 h 45529"/>
                <a:gd name="csX38" fmla="*/ 6779 w 38377"/>
                <a:gd name="csY38" fmla="*/ 37868 h 45529"/>
                <a:gd name="csX39" fmla="*/ 4466 w 38377"/>
                <a:gd name="csY39" fmla="*/ 33949 h 45529"/>
                <a:gd name="csX40" fmla="*/ 4223 w 38377"/>
                <a:gd name="csY40" fmla="*/ 32306 h 45529"/>
                <a:gd name="csX41" fmla="*/ 4330 w 38377"/>
                <a:gd name="csY41" fmla="*/ 29141 h 45529"/>
                <a:gd name="csX42" fmla="*/ 4337 w 38377"/>
                <a:gd name="csY42" fmla="*/ 24697 h 45529"/>
                <a:gd name="csX43" fmla="*/ 4185 w 38377"/>
                <a:gd name="csY43" fmla="*/ 22308 h 45529"/>
                <a:gd name="csX44" fmla="*/ 4238 w 38377"/>
                <a:gd name="csY44" fmla="*/ 20566 h 45529"/>
                <a:gd name="csX45" fmla="*/ 4527 w 38377"/>
                <a:gd name="csY45" fmla="*/ 17538 h 45529"/>
                <a:gd name="csX46" fmla="*/ 4489 w 38377"/>
                <a:gd name="csY46" fmla="*/ 15727 h 45529"/>
                <a:gd name="csX47" fmla="*/ 2975 w 38377"/>
                <a:gd name="csY47" fmla="*/ 13642 h 45529"/>
                <a:gd name="csX48" fmla="*/ 1088 w 38377"/>
                <a:gd name="csY48" fmla="*/ 11421 h 45529"/>
                <a:gd name="csX49" fmla="*/ 53 w 38377"/>
                <a:gd name="csY49" fmla="*/ 10332 h 45529"/>
                <a:gd name="csX50" fmla="*/ 0 w 38377"/>
                <a:gd name="csY50" fmla="*/ 9458 h 45529"/>
                <a:gd name="csX51" fmla="*/ 7 w 38377"/>
                <a:gd name="csY51" fmla="*/ 8643 h 45529"/>
                <a:gd name="csX52" fmla="*/ 312 w 38377"/>
                <a:gd name="csY52" fmla="*/ 7464 h 45529"/>
                <a:gd name="csX53" fmla="*/ 1050 w 38377"/>
                <a:gd name="csY53" fmla="*/ 6148 h 45529"/>
                <a:gd name="csX54" fmla="*/ 1879 w 38377"/>
                <a:gd name="csY54" fmla="*/ 6003 h 45529"/>
                <a:gd name="csX55" fmla="*/ 3919 w 38377"/>
                <a:gd name="csY55" fmla="*/ 6528 h 45529"/>
                <a:gd name="csX56" fmla="*/ 6041 w 38377"/>
                <a:gd name="csY56" fmla="*/ 7647 h 45529"/>
                <a:gd name="csX57" fmla="*/ 7167 w 38377"/>
                <a:gd name="csY57" fmla="*/ 10165 h 45529"/>
                <a:gd name="csX58" fmla="*/ 8035 w 38377"/>
                <a:gd name="csY58" fmla="*/ 10523 h 45529"/>
                <a:gd name="csX59" fmla="*/ 9602 w 38377"/>
                <a:gd name="csY59" fmla="*/ 10515 h 45529"/>
                <a:gd name="csX60" fmla="*/ 13612 w 38377"/>
                <a:gd name="csY60" fmla="*/ 10188 h 45529"/>
                <a:gd name="csX61" fmla="*/ 14608 w 38377"/>
                <a:gd name="csY61" fmla="*/ 10226 h 45529"/>
                <a:gd name="csX62" fmla="*/ 16427 w 38377"/>
                <a:gd name="csY62" fmla="*/ 9625 h 45529"/>
                <a:gd name="csX63" fmla="*/ 18238 w 38377"/>
                <a:gd name="csY63" fmla="*/ 8567 h 45529"/>
                <a:gd name="csX64" fmla="*/ 18763 w 38377"/>
                <a:gd name="csY64" fmla="*/ 7472 h 45529"/>
                <a:gd name="csX65" fmla="*/ 19181 w 38377"/>
                <a:gd name="csY65" fmla="*/ 4999 h 45529"/>
                <a:gd name="csX66" fmla="*/ 19562 w 38377"/>
                <a:gd name="csY66" fmla="*/ 563 h 45529"/>
                <a:gd name="csX67" fmla="*/ 20490 w 38377"/>
                <a:gd name="csY67" fmla="*/ 517 h 45529"/>
                <a:gd name="csX68" fmla="*/ 23016 w 38377"/>
                <a:gd name="csY68" fmla="*/ 2092 h 45529"/>
                <a:gd name="csX69" fmla="*/ 23564 w 38377"/>
                <a:gd name="csY69" fmla="*/ 2199 h 45529"/>
                <a:gd name="csX70" fmla="*/ 24089 w 38377"/>
                <a:gd name="csY70" fmla="*/ 2146 h 45529"/>
                <a:gd name="csX71" fmla="*/ 24971 w 38377"/>
                <a:gd name="csY71" fmla="*/ 1362 h 45529"/>
                <a:gd name="csX72" fmla="*/ 26044 w 38377"/>
                <a:gd name="csY72" fmla="*/ 723 h 45529"/>
                <a:gd name="csX73" fmla="*/ 26843 w 38377"/>
                <a:gd name="csY73" fmla="*/ 738 h 45529"/>
                <a:gd name="csX74" fmla="*/ 29780 w 38377"/>
                <a:gd name="csY74" fmla="*/ 0 h 45529"/>
                <a:gd name="csX75" fmla="*/ 31355 w 38377"/>
                <a:gd name="csY75" fmla="*/ 1339 h 45529"/>
                <a:gd name="csX76" fmla="*/ 32344 w 38377"/>
                <a:gd name="csY76" fmla="*/ 1757 h 455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38377" h="45529">
                  <a:moveTo>
                    <a:pt x="32877" y="1849"/>
                  </a:moveTo>
                  <a:lnTo>
                    <a:pt x="32451" y="2404"/>
                  </a:lnTo>
                  <a:lnTo>
                    <a:pt x="30495" y="6376"/>
                  </a:lnTo>
                  <a:lnTo>
                    <a:pt x="30115" y="6977"/>
                  </a:lnTo>
                  <a:lnTo>
                    <a:pt x="30328" y="7342"/>
                  </a:lnTo>
                  <a:lnTo>
                    <a:pt x="31165" y="8095"/>
                  </a:lnTo>
                  <a:lnTo>
                    <a:pt x="30670" y="9351"/>
                  </a:lnTo>
                  <a:lnTo>
                    <a:pt x="30480" y="9686"/>
                  </a:lnTo>
                  <a:lnTo>
                    <a:pt x="30107" y="10850"/>
                  </a:lnTo>
                  <a:lnTo>
                    <a:pt x="30313" y="11923"/>
                  </a:lnTo>
                  <a:lnTo>
                    <a:pt x="30784" y="12318"/>
                  </a:lnTo>
                  <a:lnTo>
                    <a:pt x="32055" y="12836"/>
                  </a:lnTo>
                  <a:lnTo>
                    <a:pt x="33957" y="13208"/>
                  </a:lnTo>
                  <a:lnTo>
                    <a:pt x="36202" y="14106"/>
                  </a:lnTo>
                  <a:lnTo>
                    <a:pt x="37716" y="14266"/>
                  </a:lnTo>
                  <a:lnTo>
                    <a:pt x="38073" y="14913"/>
                  </a:lnTo>
                  <a:lnTo>
                    <a:pt x="38005" y="16062"/>
                  </a:lnTo>
                  <a:lnTo>
                    <a:pt x="38370" y="17058"/>
                  </a:lnTo>
                  <a:lnTo>
                    <a:pt x="38378" y="18846"/>
                  </a:lnTo>
                  <a:lnTo>
                    <a:pt x="37929" y="20421"/>
                  </a:lnTo>
                  <a:lnTo>
                    <a:pt x="35616" y="21159"/>
                  </a:lnTo>
                  <a:lnTo>
                    <a:pt x="34421" y="21966"/>
                  </a:lnTo>
                  <a:lnTo>
                    <a:pt x="34102" y="22377"/>
                  </a:lnTo>
                  <a:lnTo>
                    <a:pt x="34391" y="22848"/>
                  </a:lnTo>
                  <a:lnTo>
                    <a:pt x="34543" y="23480"/>
                  </a:lnTo>
                  <a:lnTo>
                    <a:pt x="32367" y="25055"/>
                  </a:lnTo>
                  <a:lnTo>
                    <a:pt x="30130" y="27102"/>
                  </a:lnTo>
                  <a:lnTo>
                    <a:pt x="29597" y="28479"/>
                  </a:lnTo>
                  <a:lnTo>
                    <a:pt x="29148" y="30115"/>
                  </a:lnTo>
                  <a:lnTo>
                    <a:pt x="28494" y="31157"/>
                  </a:lnTo>
                  <a:lnTo>
                    <a:pt x="26790" y="32664"/>
                  </a:lnTo>
                  <a:lnTo>
                    <a:pt x="25047" y="35692"/>
                  </a:lnTo>
                  <a:lnTo>
                    <a:pt x="24195" y="37655"/>
                  </a:lnTo>
                  <a:lnTo>
                    <a:pt x="19927" y="42372"/>
                  </a:lnTo>
                  <a:lnTo>
                    <a:pt x="16130" y="44731"/>
                  </a:lnTo>
                  <a:lnTo>
                    <a:pt x="15027" y="45530"/>
                  </a:lnTo>
                  <a:lnTo>
                    <a:pt x="8308" y="45393"/>
                  </a:lnTo>
                  <a:lnTo>
                    <a:pt x="7799" y="42212"/>
                  </a:lnTo>
                  <a:lnTo>
                    <a:pt x="6779" y="37868"/>
                  </a:lnTo>
                  <a:lnTo>
                    <a:pt x="4466" y="33949"/>
                  </a:lnTo>
                  <a:lnTo>
                    <a:pt x="4223" y="32306"/>
                  </a:lnTo>
                  <a:lnTo>
                    <a:pt x="4330" y="29141"/>
                  </a:lnTo>
                  <a:lnTo>
                    <a:pt x="4337" y="24697"/>
                  </a:lnTo>
                  <a:lnTo>
                    <a:pt x="4185" y="22308"/>
                  </a:lnTo>
                  <a:lnTo>
                    <a:pt x="4238" y="20566"/>
                  </a:lnTo>
                  <a:lnTo>
                    <a:pt x="4527" y="17538"/>
                  </a:lnTo>
                  <a:lnTo>
                    <a:pt x="4489" y="15727"/>
                  </a:lnTo>
                  <a:lnTo>
                    <a:pt x="2975" y="13642"/>
                  </a:lnTo>
                  <a:lnTo>
                    <a:pt x="1088" y="11421"/>
                  </a:lnTo>
                  <a:lnTo>
                    <a:pt x="53" y="10332"/>
                  </a:lnTo>
                  <a:lnTo>
                    <a:pt x="0" y="9458"/>
                  </a:lnTo>
                  <a:lnTo>
                    <a:pt x="7" y="8643"/>
                  </a:lnTo>
                  <a:lnTo>
                    <a:pt x="312" y="7464"/>
                  </a:lnTo>
                  <a:lnTo>
                    <a:pt x="1050" y="6148"/>
                  </a:lnTo>
                  <a:lnTo>
                    <a:pt x="1879" y="6003"/>
                  </a:lnTo>
                  <a:lnTo>
                    <a:pt x="3919" y="6528"/>
                  </a:lnTo>
                  <a:lnTo>
                    <a:pt x="6041" y="7647"/>
                  </a:lnTo>
                  <a:lnTo>
                    <a:pt x="7167" y="10165"/>
                  </a:lnTo>
                  <a:lnTo>
                    <a:pt x="8035" y="10523"/>
                  </a:lnTo>
                  <a:lnTo>
                    <a:pt x="9602" y="10515"/>
                  </a:lnTo>
                  <a:lnTo>
                    <a:pt x="13612" y="10188"/>
                  </a:lnTo>
                  <a:lnTo>
                    <a:pt x="14608" y="10226"/>
                  </a:lnTo>
                  <a:lnTo>
                    <a:pt x="16427" y="9625"/>
                  </a:lnTo>
                  <a:lnTo>
                    <a:pt x="18238" y="8567"/>
                  </a:lnTo>
                  <a:lnTo>
                    <a:pt x="18763" y="7472"/>
                  </a:lnTo>
                  <a:lnTo>
                    <a:pt x="19181" y="4999"/>
                  </a:lnTo>
                  <a:lnTo>
                    <a:pt x="19562" y="563"/>
                  </a:lnTo>
                  <a:lnTo>
                    <a:pt x="20490" y="517"/>
                  </a:lnTo>
                  <a:lnTo>
                    <a:pt x="23016" y="2092"/>
                  </a:lnTo>
                  <a:lnTo>
                    <a:pt x="23564" y="2199"/>
                  </a:lnTo>
                  <a:lnTo>
                    <a:pt x="24089" y="2146"/>
                  </a:lnTo>
                  <a:lnTo>
                    <a:pt x="24971" y="1362"/>
                  </a:lnTo>
                  <a:lnTo>
                    <a:pt x="26044" y="723"/>
                  </a:lnTo>
                  <a:lnTo>
                    <a:pt x="26843" y="738"/>
                  </a:lnTo>
                  <a:lnTo>
                    <a:pt x="29780" y="0"/>
                  </a:lnTo>
                  <a:lnTo>
                    <a:pt x="31355" y="1339"/>
                  </a:lnTo>
                  <a:lnTo>
                    <a:pt x="32344" y="175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2" name="Freeform: Shape 51">
              <a:extLst>
                <a:ext uri="{FF2B5EF4-FFF2-40B4-BE49-F238E27FC236}">
                  <a16:creationId xmlns:a16="http://schemas.microsoft.com/office/drawing/2014/main" id="{FF88F364-44AA-B839-3C17-31F1DA0C9867}"/>
                </a:ext>
              </a:extLst>
            </p:cNvPr>
            <p:cNvSpPr/>
            <p:nvPr/>
          </p:nvSpPr>
          <p:spPr>
            <a:xfrm>
              <a:off x="9590167" y="4739490"/>
              <a:ext cx="65578" cy="132632"/>
            </a:xfrm>
            <a:custGeom>
              <a:avLst/>
              <a:gdLst>
                <a:gd name="csX0" fmla="*/ 60473 w 65578"/>
                <a:gd name="csY0" fmla="*/ 14913 h 132632"/>
                <a:gd name="csX1" fmla="*/ 59590 w 65578"/>
                <a:gd name="csY1" fmla="*/ 16305 h 132632"/>
                <a:gd name="csX2" fmla="*/ 58236 w 65578"/>
                <a:gd name="csY2" fmla="*/ 19181 h 132632"/>
                <a:gd name="csX3" fmla="*/ 58175 w 65578"/>
                <a:gd name="csY3" fmla="*/ 21426 h 132632"/>
                <a:gd name="csX4" fmla="*/ 61401 w 65578"/>
                <a:gd name="csY4" fmla="*/ 26158 h 132632"/>
                <a:gd name="csX5" fmla="*/ 61774 w 65578"/>
                <a:gd name="csY5" fmla="*/ 26638 h 132632"/>
                <a:gd name="csX6" fmla="*/ 62603 w 65578"/>
                <a:gd name="csY6" fmla="*/ 27376 h 132632"/>
                <a:gd name="csX7" fmla="*/ 63052 w 65578"/>
                <a:gd name="csY7" fmla="*/ 28258 h 132632"/>
                <a:gd name="csX8" fmla="*/ 63440 w 65578"/>
                <a:gd name="csY8" fmla="*/ 30587 h 132632"/>
                <a:gd name="csX9" fmla="*/ 63661 w 65578"/>
                <a:gd name="csY9" fmla="*/ 33212 h 132632"/>
                <a:gd name="csX10" fmla="*/ 63920 w 65578"/>
                <a:gd name="csY10" fmla="*/ 34977 h 132632"/>
                <a:gd name="csX11" fmla="*/ 65479 w 65578"/>
                <a:gd name="csY11" fmla="*/ 37457 h 132632"/>
                <a:gd name="csX12" fmla="*/ 65578 w 65578"/>
                <a:gd name="csY12" fmla="*/ 38454 h 132632"/>
                <a:gd name="csX13" fmla="*/ 64498 w 65578"/>
                <a:gd name="csY13" fmla="*/ 42159 h 132632"/>
                <a:gd name="csX14" fmla="*/ 64239 w 65578"/>
                <a:gd name="csY14" fmla="*/ 42555 h 132632"/>
                <a:gd name="csX15" fmla="*/ 63958 w 65578"/>
                <a:gd name="csY15" fmla="*/ 42654 h 132632"/>
                <a:gd name="csX16" fmla="*/ 62284 w 65578"/>
                <a:gd name="csY16" fmla="*/ 42334 h 132632"/>
                <a:gd name="csX17" fmla="*/ 61569 w 65578"/>
                <a:gd name="csY17" fmla="*/ 42737 h 132632"/>
                <a:gd name="csX18" fmla="*/ 60656 w 65578"/>
                <a:gd name="csY18" fmla="*/ 43993 h 132632"/>
                <a:gd name="csX19" fmla="*/ 60100 w 65578"/>
                <a:gd name="csY19" fmla="*/ 45248 h 132632"/>
                <a:gd name="csX20" fmla="*/ 60070 w 65578"/>
                <a:gd name="csY20" fmla="*/ 45773 h 132632"/>
                <a:gd name="csX21" fmla="*/ 61553 w 65578"/>
                <a:gd name="csY21" fmla="*/ 48101 h 132632"/>
                <a:gd name="csX22" fmla="*/ 60618 w 65578"/>
                <a:gd name="csY22" fmla="*/ 51457 h 132632"/>
                <a:gd name="csX23" fmla="*/ 59659 w 65578"/>
                <a:gd name="csY23" fmla="*/ 53549 h 132632"/>
                <a:gd name="csX24" fmla="*/ 57939 w 65578"/>
                <a:gd name="csY24" fmla="*/ 54744 h 132632"/>
                <a:gd name="csX25" fmla="*/ 56402 w 65578"/>
                <a:gd name="csY25" fmla="*/ 55025 h 132632"/>
                <a:gd name="csX26" fmla="*/ 55330 w 65578"/>
                <a:gd name="csY26" fmla="*/ 55588 h 132632"/>
                <a:gd name="csX27" fmla="*/ 54706 w 65578"/>
                <a:gd name="csY27" fmla="*/ 56326 h 132632"/>
                <a:gd name="csX28" fmla="*/ 54797 w 65578"/>
                <a:gd name="csY28" fmla="*/ 58723 h 132632"/>
                <a:gd name="csX29" fmla="*/ 52529 w 65578"/>
                <a:gd name="csY29" fmla="*/ 60907 h 132632"/>
                <a:gd name="csX30" fmla="*/ 51274 w 65578"/>
                <a:gd name="csY30" fmla="*/ 62436 h 132632"/>
                <a:gd name="csX31" fmla="*/ 50665 w 65578"/>
                <a:gd name="csY31" fmla="*/ 63356 h 132632"/>
                <a:gd name="csX32" fmla="*/ 50924 w 65578"/>
                <a:gd name="csY32" fmla="*/ 66172 h 132632"/>
                <a:gd name="csX33" fmla="*/ 50118 w 65578"/>
                <a:gd name="csY33" fmla="*/ 69017 h 132632"/>
                <a:gd name="csX34" fmla="*/ 48718 w 65578"/>
                <a:gd name="csY34" fmla="*/ 71262 h 132632"/>
                <a:gd name="csX35" fmla="*/ 45583 w 65578"/>
                <a:gd name="csY35" fmla="*/ 71749 h 132632"/>
                <a:gd name="csX36" fmla="*/ 42951 w 65578"/>
                <a:gd name="csY36" fmla="*/ 72023 h 132632"/>
                <a:gd name="csX37" fmla="*/ 42053 w 65578"/>
                <a:gd name="csY37" fmla="*/ 77737 h 132632"/>
                <a:gd name="csX38" fmla="*/ 42098 w 65578"/>
                <a:gd name="csY38" fmla="*/ 81351 h 132632"/>
                <a:gd name="csX39" fmla="*/ 41855 w 65578"/>
                <a:gd name="csY39" fmla="*/ 85041 h 132632"/>
                <a:gd name="csX40" fmla="*/ 41421 w 65578"/>
                <a:gd name="csY40" fmla="*/ 86547 h 132632"/>
                <a:gd name="csX41" fmla="*/ 41604 w 65578"/>
                <a:gd name="csY41" fmla="*/ 88663 h 132632"/>
                <a:gd name="csX42" fmla="*/ 41406 w 65578"/>
                <a:gd name="csY42" fmla="*/ 93448 h 132632"/>
                <a:gd name="csX43" fmla="*/ 41056 w 65578"/>
                <a:gd name="csY43" fmla="*/ 97215 h 132632"/>
                <a:gd name="csX44" fmla="*/ 41520 w 65578"/>
                <a:gd name="csY44" fmla="*/ 98227 h 132632"/>
                <a:gd name="csX45" fmla="*/ 41786 w 65578"/>
                <a:gd name="csY45" fmla="*/ 100441 h 132632"/>
                <a:gd name="csX46" fmla="*/ 41771 w 65578"/>
                <a:gd name="csY46" fmla="*/ 102731 h 132632"/>
                <a:gd name="csX47" fmla="*/ 42441 w 65578"/>
                <a:gd name="csY47" fmla="*/ 104321 h 132632"/>
                <a:gd name="csX48" fmla="*/ 43171 w 65578"/>
                <a:gd name="csY48" fmla="*/ 105713 h 132632"/>
                <a:gd name="csX49" fmla="*/ 43148 w 65578"/>
                <a:gd name="csY49" fmla="*/ 106429 h 132632"/>
                <a:gd name="csX50" fmla="*/ 42760 w 65578"/>
                <a:gd name="csY50" fmla="*/ 106877 h 132632"/>
                <a:gd name="csX51" fmla="*/ 42433 w 65578"/>
                <a:gd name="csY51" fmla="*/ 107463 h 132632"/>
                <a:gd name="csX52" fmla="*/ 42433 w 65578"/>
                <a:gd name="csY52" fmla="*/ 112850 h 132632"/>
                <a:gd name="csX53" fmla="*/ 42570 w 65578"/>
                <a:gd name="csY53" fmla="*/ 114463 h 132632"/>
                <a:gd name="csX54" fmla="*/ 42372 w 65578"/>
                <a:gd name="csY54" fmla="*/ 115483 h 132632"/>
                <a:gd name="csX55" fmla="*/ 41809 w 65578"/>
                <a:gd name="csY55" fmla="*/ 116335 h 132632"/>
                <a:gd name="csX56" fmla="*/ 42030 w 65578"/>
                <a:gd name="csY56" fmla="*/ 119059 h 132632"/>
                <a:gd name="csX57" fmla="*/ 42486 w 65578"/>
                <a:gd name="csY57" fmla="*/ 120794 h 132632"/>
                <a:gd name="csX58" fmla="*/ 42943 w 65578"/>
                <a:gd name="csY58" fmla="*/ 122072 h 132632"/>
                <a:gd name="csX59" fmla="*/ 42501 w 65578"/>
                <a:gd name="csY59" fmla="*/ 123137 h 132632"/>
                <a:gd name="csX60" fmla="*/ 42113 w 65578"/>
                <a:gd name="csY60" fmla="*/ 124545 h 132632"/>
                <a:gd name="csX61" fmla="*/ 41528 w 65578"/>
                <a:gd name="csY61" fmla="*/ 128136 h 132632"/>
                <a:gd name="csX62" fmla="*/ 41490 w 65578"/>
                <a:gd name="csY62" fmla="*/ 129384 h 132632"/>
                <a:gd name="csX63" fmla="*/ 32534 w 65578"/>
                <a:gd name="csY63" fmla="*/ 130258 h 132632"/>
                <a:gd name="csX64" fmla="*/ 22521 w 65578"/>
                <a:gd name="csY64" fmla="*/ 131697 h 132632"/>
                <a:gd name="csX65" fmla="*/ 18344 w 65578"/>
                <a:gd name="csY65" fmla="*/ 132632 h 132632"/>
                <a:gd name="csX66" fmla="*/ 18101 w 65578"/>
                <a:gd name="csY66" fmla="*/ 131910 h 132632"/>
                <a:gd name="csX67" fmla="*/ 21662 w 65578"/>
                <a:gd name="csY67" fmla="*/ 130974 h 132632"/>
                <a:gd name="csX68" fmla="*/ 20924 w 65578"/>
                <a:gd name="csY68" fmla="*/ 128166 h 132632"/>
                <a:gd name="csX69" fmla="*/ 18702 w 65578"/>
                <a:gd name="csY69" fmla="*/ 124849 h 132632"/>
                <a:gd name="csX70" fmla="*/ 17834 w 65578"/>
                <a:gd name="csY70" fmla="*/ 124240 h 132632"/>
                <a:gd name="csX71" fmla="*/ 17386 w 65578"/>
                <a:gd name="csY71" fmla="*/ 122589 h 132632"/>
                <a:gd name="csX72" fmla="*/ 17926 w 65578"/>
                <a:gd name="csY72" fmla="*/ 121509 h 132632"/>
                <a:gd name="csX73" fmla="*/ 17667 w 65578"/>
                <a:gd name="csY73" fmla="*/ 120778 h 132632"/>
                <a:gd name="csX74" fmla="*/ 17485 w 65578"/>
                <a:gd name="csY74" fmla="*/ 118541 h 132632"/>
                <a:gd name="csX75" fmla="*/ 16389 w 65578"/>
                <a:gd name="csY75" fmla="*/ 116069 h 132632"/>
                <a:gd name="csX76" fmla="*/ 18390 w 65578"/>
                <a:gd name="csY76" fmla="*/ 115970 h 132632"/>
                <a:gd name="csX77" fmla="*/ 18390 w 65578"/>
                <a:gd name="csY77" fmla="*/ 108019 h 132632"/>
                <a:gd name="csX78" fmla="*/ 18390 w 65578"/>
                <a:gd name="csY78" fmla="*/ 100380 h 132632"/>
                <a:gd name="csX79" fmla="*/ 18390 w 65578"/>
                <a:gd name="csY79" fmla="*/ 93867 h 132632"/>
                <a:gd name="csX80" fmla="*/ 18390 w 65578"/>
                <a:gd name="csY80" fmla="*/ 88708 h 132632"/>
                <a:gd name="csX81" fmla="*/ 18002 w 65578"/>
                <a:gd name="csY81" fmla="*/ 82522 h 132632"/>
                <a:gd name="csX82" fmla="*/ 17949 w 65578"/>
                <a:gd name="csY82" fmla="*/ 77980 h 132632"/>
                <a:gd name="csX83" fmla="*/ 17865 w 65578"/>
                <a:gd name="csY83" fmla="*/ 71985 h 132632"/>
                <a:gd name="csX84" fmla="*/ 17142 w 65578"/>
                <a:gd name="csY84" fmla="*/ 70113 h 132632"/>
                <a:gd name="csX85" fmla="*/ 14114 w 65578"/>
                <a:gd name="csY85" fmla="*/ 66940 h 132632"/>
                <a:gd name="csX86" fmla="*/ 13285 w 65578"/>
                <a:gd name="csY86" fmla="*/ 65297 h 132632"/>
                <a:gd name="csX87" fmla="*/ 13140 w 65578"/>
                <a:gd name="csY87" fmla="*/ 63113 h 132632"/>
                <a:gd name="csX88" fmla="*/ 12463 w 65578"/>
                <a:gd name="csY88" fmla="*/ 60868 h 132632"/>
                <a:gd name="csX89" fmla="*/ 12425 w 65578"/>
                <a:gd name="csY89" fmla="*/ 56935 h 132632"/>
                <a:gd name="csX90" fmla="*/ 12372 w 65578"/>
                <a:gd name="csY90" fmla="*/ 52355 h 132632"/>
                <a:gd name="csX91" fmla="*/ 12098 w 65578"/>
                <a:gd name="csY91" fmla="*/ 51616 h 132632"/>
                <a:gd name="csX92" fmla="*/ 8811 w 65578"/>
                <a:gd name="csY92" fmla="*/ 49433 h 132632"/>
                <a:gd name="csX93" fmla="*/ 4162 w 65578"/>
                <a:gd name="csY93" fmla="*/ 46336 h 132632"/>
                <a:gd name="csX94" fmla="*/ 616 w 65578"/>
                <a:gd name="csY94" fmla="*/ 43977 h 132632"/>
                <a:gd name="csX95" fmla="*/ 358 w 65578"/>
                <a:gd name="csY95" fmla="*/ 43803 h 132632"/>
                <a:gd name="csX96" fmla="*/ 0 w 65578"/>
                <a:gd name="csY96" fmla="*/ 43224 h 132632"/>
                <a:gd name="csX97" fmla="*/ 517 w 65578"/>
                <a:gd name="csY97" fmla="*/ 36240 h 132632"/>
                <a:gd name="csX98" fmla="*/ 1248 w 65578"/>
                <a:gd name="csY98" fmla="*/ 35327 h 132632"/>
                <a:gd name="csX99" fmla="*/ 2382 w 65578"/>
                <a:gd name="csY99" fmla="*/ 32451 h 132632"/>
                <a:gd name="csX100" fmla="*/ 2929 w 65578"/>
                <a:gd name="csY100" fmla="*/ 30122 h 132632"/>
                <a:gd name="csX101" fmla="*/ 3439 w 65578"/>
                <a:gd name="csY101" fmla="*/ 30130 h 132632"/>
                <a:gd name="csX102" fmla="*/ 4154 w 65578"/>
                <a:gd name="csY102" fmla="*/ 29377 h 132632"/>
                <a:gd name="csX103" fmla="*/ 4733 w 65578"/>
                <a:gd name="csY103" fmla="*/ 28266 h 132632"/>
                <a:gd name="csX104" fmla="*/ 5349 w 65578"/>
                <a:gd name="csY104" fmla="*/ 28509 h 132632"/>
                <a:gd name="csX105" fmla="*/ 6384 w 65578"/>
                <a:gd name="csY105" fmla="*/ 28722 h 132632"/>
                <a:gd name="csX106" fmla="*/ 6855 w 65578"/>
                <a:gd name="csY106" fmla="*/ 28327 h 132632"/>
                <a:gd name="csX107" fmla="*/ 6794 w 65578"/>
                <a:gd name="csY107" fmla="*/ 27467 h 132632"/>
                <a:gd name="csX108" fmla="*/ 7137 w 65578"/>
                <a:gd name="csY108" fmla="*/ 26600 h 132632"/>
                <a:gd name="csX109" fmla="*/ 7951 w 65578"/>
                <a:gd name="csY109" fmla="*/ 26204 h 132632"/>
                <a:gd name="csX110" fmla="*/ 8164 w 65578"/>
                <a:gd name="csY110" fmla="*/ 25428 h 132632"/>
                <a:gd name="csX111" fmla="*/ 8164 w 65578"/>
                <a:gd name="csY111" fmla="*/ 24530 h 132632"/>
                <a:gd name="csX112" fmla="*/ 8864 w 65578"/>
                <a:gd name="csY112" fmla="*/ 24294 h 132632"/>
                <a:gd name="csX113" fmla="*/ 10066 w 65578"/>
                <a:gd name="csY113" fmla="*/ 24332 h 132632"/>
                <a:gd name="csX114" fmla="*/ 11040 w 65578"/>
                <a:gd name="csY114" fmla="*/ 24051 h 132632"/>
                <a:gd name="csX115" fmla="*/ 11824 w 65578"/>
                <a:gd name="csY115" fmla="*/ 23594 h 132632"/>
                <a:gd name="csX116" fmla="*/ 12843 w 65578"/>
                <a:gd name="csY116" fmla="*/ 21783 h 132632"/>
                <a:gd name="csX117" fmla="*/ 13414 w 65578"/>
                <a:gd name="csY117" fmla="*/ 21152 h 132632"/>
                <a:gd name="csX118" fmla="*/ 13589 w 65578"/>
                <a:gd name="csY118" fmla="*/ 20703 h 132632"/>
                <a:gd name="csX119" fmla="*/ 14167 w 65578"/>
                <a:gd name="csY119" fmla="*/ 20307 h 132632"/>
                <a:gd name="csX120" fmla="*/ 15757 w 65578"/>
                <a:gd name="csY120" fmla="*/ 20125 h 132632"/>
                <a:gd name="csX121" fmla="*/ 17043 w 65578"/>
                <a:gd name="csY121" fmla="*/ 20262 h 132632"/>
                <a:gd name="csX122" fmla="*/ 17865 w 65578"/>
                <a:gd name="csY122" fmla="*/ 21312 h 132632"/>
                <a:gd name="csX123" fmla="*/ 23366 w 65578"/>
                <a:gd name="csY123" fmla="*/ 20391 h 132632"/>
                <a:gd name="csX124" fmla="*/ 25983 w 65578"/>
                <a:gd name="csY124" fmla="*/ 20931 h 132632"/>
                <a:gd name="csX125" fmla="*/ 31332 w 65578"/>
                <a:gd name="csY125" fmla="*/ 16366 h 132632"/>
                <a:gd name="csX126" fmla="*/ 32542 w 65578"/>
                <a:gd name="csY126" fmla="*/ 15019 h 132632"/>
                <a:gd name="csX127" fmla="*/ 34163 w 65578"/>
                <a:gd name="csY127" fmla="*/ 11793 h 132632"/>
                <a:gd name="csX128" fmla="*/ 34718 w 65578"/>
                <a:gd name="csY128" fmla="*/ 10561 h 132632"/>
                <a:gd name="csX129" fmla="*/ 35220 w 65578"/>
                <a:gd name="csY129" fmla="*/ 8339 h 132632"/>
                <a:gd name="csX130" fmla="*/ 34163 w 65578"/>
                <a:gd name="csY130" fmla="*/ 4238 h 132632"/>
                <a:gd name="csX131" fmla="*/ 34223 w 65578"/>
                <a:gd name="csY131" fmla="*/ 3508 h 132632"/>
                <a:gd name="csX132" fmla="*/ 36430 w 65578"/>
                <a:gd name="csY132" fmla="*/ 2625 h 132632"/>
                <a:gd name="csX133" fmla="*/ 39184 w 65578"/>
                <a:gd name="csY133" fmla="*/ 1940 h 132632"/>
                <a:gd name="csX134" fmla="*/ 40249 w 65578"/>
                <a:gd name="csY134" fmla="*/ 1887 h 132632"/>
                <a:gd name="csX135" fmla="*/ 40957 w 65578"/>
                <a:gd name="csY135" fmla="*/ 1537 h 132632"/>
                <a:gd name="csX136" fmla="*/ 41961 w 65578"/>
                <a:gd name="csY136" fmla="*/ 647 h 132632"/>
                <a:gd name="csX137" fmla="*/ 43597 w 65578"/>
                <a:gd name="csY137" fmla="*/ 0 h 132632"/>
                <a:gd name="csX138" fmla="*/ 44563 w 65578"/>
                <a:gd name="csY138" fmla="*/ 213 h 132632"/>
                <a:gd name="csX139" fmla="*/ 45157 w 65578"/>
                <a:gd name="csY139" fmla="*/ 342 h 132632"/>
                <a:gd name="csX140" fmla="*/ 50955 w 65578"/>
                <a:gd name="csY140" fmla="*/ 5767 h 132632"/>
                <a:gd name="csX141" fmla="*/ 53473 w 65578"/>
                <a:gd name="csY141" fmla="*/ 8506 h 132632"/>
                <a:gd name="csX142" fmla="*/ 54143 w 65578"/>
                <a:gd name="csY142" fmla="*/ 9906 h 132632"/>
                <a:gd name="csX143" fmla="*/ 55444 w 65578"/>
                <a:gd name="csY143" fmla="*/ 10918 h 132632"/>
                <a:gd name="csX144" fmla="*/ 57361 w 65578"/>
                <a:gd name="csY144" fmla="*/ 11542 h 132632"/>
                <a:gd name="csX145" fmla="*/ 59111 w 65578"/>
                <a:gd name="csY145" fmla="*/ 12935 h 1326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65578" h="132632">
                  <a:moveTo>
                    <a:pt x="60473" y="14913"/>
                  </a:moveTo>
                  <a:lnTo>
                    <a:pt x="59590" y="16305"/>
                  </a:lnTo>
                  <a:lnTo>
                    <a:pt x="58236" y="19181"/>
                  </a:lnTo>
                  <a:lnTo>
                    <a:pt x="58175" y="21426"/>
                  </a:lnTo>
                  <a:lnTo>
                    <a:pt x="61401" y="26158"/>
                  </a:lnTo>
                  <a:lnTo>
                    <a:pt x="61774" y="26638"/>
                  </a:lnTo>
                  <a:lnTo>
                    <a:pt x="62603" y="27376"/>
                  </a:lnTo>
                  <a:lnTo>
                    <a:pt x="63052" y="28258"/>
                  </a:lnTo>
                  <a:lnTo>
                    <a:pt x="63440" y="30587"/>
                  </a:lnTo>
                  <a:lnTo>
                    <a:pt x="63661" y="33212"/>
                  </a:lnTo>
                  <a:lnTo>
                    <a:pt x="63920" y="34977"/>
                  </a:lnTo>
                  <a:lnTo>
                    <a:pt x="65479" y="37457"/>
                  </a:lnTo>
                  <a:lnTo>
                    <a:pt x="65578" y="38454"/>
                  </a:lnTo>
                  <a:lnTo>
                    <a:pt x="64498" y="42159"/>
                  </a:lnTo>
                  <a:lnTo>
                    <a:pt x="64239" y="42555"/>
                  </a:lnTo>
                  <a:lnTo>
                    <a:pt x="63958" y="42654"/>
                  </a:lnTo>
                  <a:lnTo>
                    <a:pt x="62284" y="42334"/>
                  </a:lnTo>
                  <a:lnTo>
                    <a:pt x="61569" y="42737"/>
                  </a:lnTo>
                  <a:lnTo>
                    <a:pt x="60656" y="43993"/>
                  </a:lnTo>
                  <a:lnTo>
                    <a:pt x="60100" y="45248"/>
                  </a:lnTo>
                  <a:lnTo>
                    <a:pt x="60070" y="45773"/>
                  </a:lnTo>
                  <a:lnTo>
                    <a:pt x="61553" y="48101"/>
                  </a:lnTo>
                  <a:lnTo>
                    <a:pt x="60618" y="51457"/>
                  </a:lnTo>
                  <a:lnTo>
                    <a:pt x="59659" y="53549"/>
                  </a:lnTo>
                  <a:lnTo>
                    <a:pt x="57939" y="54744"/>
                  </a:lnTo>
                  <a:lnTo>
                    <a:pt x="56402" y="55025"/>
                  </a:lnTo>
                  <a:lnTo>
                    <a:pt x="55330" y="55588"/>
                  </a:lnTo>
                  <a:lnTo>
                    <a:pt x="54706" y="56326"/>
                  </a:lnTo>
                  <a:lnTo>
                    <a:pt x="54797" y="58723"/>
                  </a:lnTo>
                  <a:lnTo>
                    <a:pt x="52529" y="60907"/>
                  </a:lnTo>
                  <a:lnTo>
                    <a:pt x="51274" y="62436"/>
                  </a:lnTo>
                  <a:lnTo>
                    <a:pt x="50665" y="63356"/>
                  </a:lnTo>
                  <a:lnTo>
                    <a:pt x="50924" y="66172"/>
                  </a:lnTo>
                  <a:lnTo>
                    <a:pt x="50118" y="69017"/>
                  </a:lnTo>
                  <a:lnTo>
                    <a:pt x="48718" y="71262"/>
                  </a:lnTo>
                  <a:lnTo>
                    <a:pt x="45583" y="71749"/>
                  </a:lnTo>
                  <a:lnTo>
                    <a:pt x="42951" y="72023"/>
                  </a:lnTo>
                  <a:lnTo>
                    <a:pt x="42053" y="77737"/>
                  </a:lnTo>
                  <a:lnTo>
                    <a:pt x="42098" y="81351"/>
                  </a:lnTo>
                  <a:lnTo>
                    <a:pt x="41855" y="85041"/>
                  </a:lnTo>
                  <a:lnTo>
                    <a:pt x="41421" y="86547"/>
                  </a:lnTo>
                  <a:lnTo>
                    <a:pt x="41604" y="88663"/>
                  </a:lnTo>
                  <a:lnTo>
                    <a:pt x="41406" y="93448"/>
                  </a:lnTo>
                  <a:lnTo>
                    <a:pt x="41056" y="97215"/>
                  </a:lnTo>
                  <a:lnTo>
                    <a:pt x="41520" y="98227"/>
                  </a:lnTo>
                  <a:lnTo>
                    <a:pt x="41786" y="100441"/>
                  </a:lnTo>
                  <a:lnTo>
                    <a:pt x="41771" y="102731"/>
                  </a:lnTo>
                  <a:lnTo>
                    <a:pt x="42441" y="104321"/>
                  </a:lnTo>
                  <a:lnTo>
                    <a:pt x="43171" y="105713"/>
                  </a:lnTo>
                  <a:lnTo>
                    <a:pt x="43148" y="106429"/>
                  </a:lnTo>
                  <a:lnTo>
                    <a:pt x="42760" y="106877"/>
                  </a:lnTo>
                  <a:lnTo>
                    <a:pt x="42433" y="107463"/>
                  </a:lnTo>
                  <a:lnTo>
                    <a:pt x="42433" y="112850"/>
                  </a:lnTo>
                  <a:lnTo>
                    <a:pt x="42570" y="114463"/>
                  </a:lnTo>
                  <a:lnTo>
                    <a:pt x="42372" y="115483"/>
                  </a:lnTo>
                  <a:lnTo>
                    <a:pt x="41809" y="116335"/>
                  </a:lnTo>
                  <a:lnTo>
                    <a:pt x="42030" y="119059"/>
                  </a:lnTo>
                  <a:lnTo>
                    <a:pt x="42486" y="120794"/>
                  </a:lnTo>
                  <a:lnTo>
                    <a:pt x="42943" y="122072"/>
                  </a:lnTo>
                  <a:lnTo>
                    <a:pt x="42501" y="123137"/>
                  </a:lnTo>
                  <a:lnTo>
                    <a:pt x="42113" y="124545"/>
                  </a:lnTo>
                  <a:lnTo>
                    <a:pt x="41528" y="128136"/>
                  </a:lnTo>
                  <a:lnTo>
                    <a:pt x="41490" y="129384"/>
                  </a:lnTo>
                  <a:lnTo>
                    <a:pt x="32534" y="130258"/>
                  </a:lnTo>
                  <a:lnTo>
                    <a:pt x="22521" y="131697"/>
                  </a:lnTo>
                  <a:lnTo>
                    <a:pt x="18344" y="132632"/>
                  </a:lnTo>
                  <a:lnTo>
                    <a:pt x="18101" y="131910"/>
                  </a:lnTo>
                  <a:lnTo>
                    <a:pt x="21662" y="130974"/>
                  </a:lnTo>
                  <a:lnTo>
                    <a:pt x="20924" y="128166"/>
                  </a:lnTo>
                  <a:lnTo>
                    <a:pt x="18702" y="124849"/>
                  </a:lnTo>
                  <a:lnTo>
                    <a:pt x="17834" y="124240"/>
                  </a:lnTo>
                  <a:lnTo>
                    <a:pt x="17386" y="122589"/>
                  </a:lnTo>
                  <a:lnTo>
                    <a:pt x="17926" y="121509"/>
                  </a:lnTo>
                  <a:lnTo>
                    <a:pt x="17667" y="120778"/>
                  </a:lnTo>
                  <a:lnTo>
                    <a:pt x="17485" y="118541"/>
                  </a:lnTo>
                  <a:lnTo>
                    <a:pt x="16389" y="116069"/>
                  </a:lnTo>
                  <a:lnTo>
                    <a:pt x="18390" y="115970"/>
                  </a:lnTo>
                  <a:lnTo>
                    <a:pt x="18390" y="108019"/>
                  </a:lnTo>
                  <a:lnTo>
                    <a:pt x="18390" y="100380"/>
                  </a:lnTo>
                  <a:lnTo>
                    <a:pt x="18390" y="93867"/>
                  </a:lnTo>
                  <a:lnTo>
                    <a:pt x="18390" y="88708"/>
                  </a:lnTo>
                  <a:lnTo>
                    <a:pt x="18002" y="82522"/>
                  </a:lnTo>
                  <a:lnTo>
                    <a:pt x="17949" y="77980"/>
                  </a:lnTo>
                  <a:lnTo>
                    <a:pt x="17865" y="71985"/>
                  </a:lnTo>
                  <a:lnTo>
                    <a:pt x="17142" y="70113"/>
                  </a:lnTo>
                  <a:lnTo>
                    <a:pt x="14114" y="66940"/>
                  </a:lnTo>
                  <a:lnTo>
                    <a:pt x="13285" y="65297"/>
                  </a:lnTo>
                  <a:lnTo>
                    <a:pt x="13140" y="63113"/>
                  </a:lnTo>
                  <a:lnTo>
                    <a:pt x="12463" y="60868"/>
                  </a:lnTo>
                  <a:lnTo>
                    <a:pt x="12425" y="56935"/>
                  </a:lnTo>
                  <a:lnTo>
                    <a:pt x="12372" y="52355"/>
                  </a:lnTo>
                  <a:lnTo>
                    <a:pt x="12098" y="51616"/>
                  </a:lnTo>
                  <a:lnTo>
                    <a:pt x="8811" y="49433"/>
                  </a:lnTo>
                  <a:lnTo>
                    <a:pt x="4162" y="46336"/>
                  </a:lnTo>
                  <a:lnTo>
                    <a:pt x="616" y="43977"/>
                  </a:lnTo>
                  <a:lnTo>
                    <a:pt x="358" y="43803"/>
                  </a:lnTo>
                  <a:lnTo>
                    <a:pt x="0" y="43224"/>
                  </a:lnTo>
                  <a:lnTo>
                    <a:pt x="517" y="36240"/>
                  </a:lnTo>
                  <a:lnTo>
                    <a:pt x="1248" y="35327"/>
                  </a:lnTo>
                  <a:lnTo>
                    <a:pt x="2382" y="32451"/>
                  </a:lnTo>
                  <a:lnTo>
                    <a:pt x="2929" y="30122"/>
                  </a:lnTo>
                  <a:lnTo>
                    <a:pt x="3439" y="30130"/>
                  </a:lnTo>
                  <a:lnTo>
                    <a:pt x="4154" y="29377"/>
                  </a:lnTo>
                  <a:lnTo>
                    <a:pt x="4733" y="28266"/>
                  </a:lnTo>
                  <a:lnTo>
                    <a:pt x="5349" y="28509"/>
                  </a:lnTo>
                  <a:lnTo>
                    <a:pt x="6384" y="28722"/>
                  </a:lnTo>
                  <a:lnTo>
                    <a:pt x="6855" y="28327"/>
                  </a:lnTo>
                  <a:lnTo>
                    <a:pt x="6794" y="27467"/>
                  </a:lnTo>
                  <a:lnTo>
                    <a:pt x="7137" y="26600"/>
                  </a:lnTo>
                  <a:lnTo>
                    <a:pt x="7951" y="26204"/>
                  </a:lnTo>
                  <a:lnTo>
                    <a:pt x="8164" y="25428"/>
                  </a:lnTo>
                  <a:lnTo>
                    <a:pt x="8164" y="24530"/>
                  </a:lnTo>
                  <a:lnTo>
                    <a:pt x="8864" y="24294"/>
                  </a:lnTo>
                  <a:lnTo>
                    <a:pt x="10066" y="24332"/>
                  </a:lnTo>
                  <a:lnTo>
                    <a:pt x="11040" y="24051"/>
                  </a:lnTo>
                  <a:lnTo>
                    <a:pt x="11824" y="23594"/>
                  </a:lnTo>
                  <a:lnTo>
                    <a:pt x="12843" y="21783"/>
                  </a:lnTo>
                  <a:lnTo>
                    <a:pt x="13414" y="21152"/>
                  </a:lnTo>
                  <a:lnTo>
                    <a:pt x="13589" y="20703"/>
                  </a:lnTo>
                  <a:lnTo>
                    <a:pt x="14167" y="20307"/>
                  </a:lnTo>
                  <a:lnTo>
                    <a:pt x="15757" y="20125"/>
                  </a:lnTo>
                  <a:lnTo>
                    <a:pt x="17043" y="20262"/>
                  </a:lnTo>
                  <a:lnTo>
                    <a:pt x="17865" y="21312"/>
                  </a:lnTo>
                  <a:lnTo>
                    <a:pt x="23366" y="20391"/>
                  </a:lnTo>
                  <a:lnTo>
                    <a:pt x="25983" y="20931"/>
                  </a:lnTo>
                  <a:lnTo>
                    <a:pt x="31332" y="16366"/>
                  </a:lnTo>
                  <a:lnTo>
                    <a:pt x="32542" y="15019"/>
                  </a:lnTo>
                  <a:lnTo>
                    <a:pt x="34163" y="11793"/>
                  </a:lnTo>
                  <a:lnTo>
                    <a:pt x="34718" y="10561"/>
                  </a:lnTo>
                  <a:lnTo>
                    <a:pt x="35220" y="8339"/>
                  </a:lnTo>
                  <a:lnTo>
                    <a:pt x="34163" y="4238"/>
                  </a:lnTo>
                  <a:lnTo>
                    <a:pt x="34223" y="3508"/>
                  </a:lnTo>
                  <a:lnTo>
                    <a:pt x="36430" y="2625"/>
                  </a:lnTo>
                  <a:lnTo>
                    <a:pt x="39184" y="1940"/>
                  </a:lnTo>
                  <a:lnTo>
                    <a:pt x="40249" y="1887"/>
                  </a:lnTo>
                  <a:lnTo>
                    <a:pt x="40957" y="1537"/>
                  </a:lnTo>
                  <a:lnTo>
                    <a:pt x="41961" y="647"/>
                  </a:lnTo>
                  <a:lnTo>
                    <a:pt x="43597" y="0"/>
                  </a:lnTo>
                  <a:lnTo>
                    <a:pt x="44563" y="213"/>
                  </a:lnTo>
                  <a:lnTo>
                    <a:pt x="45157" y="342"/>
                  </a:lnTo>
                  <a:lnTo>
                    <a:pt x="50955" y="5767"/>
                  </a:lnTo>
                  <a:lnTo>
                    <a:pt x="53473" y="8506"/>
                  </a:lnTo>
                  <a:lnTo>
                    <a:pt x="54143" y="9906"/>
                  </a:lnTo>
                  <a:lnTo>
                    <a:pt x="55444" y="10918"/>
                  </a:lnTo>
                  <a:lnTo>
                    <a:pt x="57361" y="11542"/>
                  </a:lnTo>
                  <a:lnTo>
                    <a:pt x="59111" y="1293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3" name="Freeform: Shape 52">
              <a:extLst>
                <a:ext uri="{FF2B5EF4-FFF2-40B4-BE49-F238E27FC236}">
                  <a16:creationId xmlns:a16="http://schemas.microsoft.com/office/drawing/2014/main" id="{E4A40E4A-9C32-2C13-1F90-25538AC0733A}"/>
                </a:ext>
              </a:extLst>
            </p:cNvPr>
            <p:cNvSpPr/>
            <p:nvPr/>
          </p:nvSpPr>
          <p:spPr>
            <a:xfrm>
              <a:off x="8231261" y="4617669"/>
              <a:ext cx="1620" cy="1049"/>
            </a:xfrm>
            <a:custGeom>
              <a:avLst/>
              <a:gdLst>
                <a:gd name="csX0" fmla="*/ 936 w 1620"/>
                <a:gd name="csY0" fmla="*/ 1027 h 1049"/>
                <a:gd name="csX1" fmla="*/ 609 w 1620"/>
                <a:gd name="csY1" fmla="*/ 1050 h 1049"/>
                <a:gd name="csX2" fmla="*/ 358 w 1620"/>
                <a:gd name="csY2" fmla="*/ 867 h 1049"/>
                <a:gd name="csX3" fmla="*/ 129 w 1620"/>
                <a:gd name="csY3" fmla="*/ 533 h 1049"/>
                <a:gd name="csX4" fmla="*/ 0 w 1620"/>
                <a:gd name="csY4" fmla="*/ 198 h 1049"/>
                <a:gd name="csX5" fmla="*/ 30 w 1620"/>
                <a:gd name="csY5" fmla="*/ 0 h 1049"/>
                <a:gd name="csX6" fmla="*/ 221 w 1620"/>
                <a:gd name="csY6" fmla="*/ 91 h 1049"/>
                <a:gd name="csX7" fmla="*/ 1620 w 1620"/>
                <a:gd name="csY7" fmla="*/ 304 h 1049"/>
                <a:gd name="csX8" fmla="*/ 1468 w 1620"/>
                <a:gd name="csY8" fmla="*/ 555 h 1049"/>
                <a:gd name="csX9" fmla="*/ 1225 w 1620"/>
                <a:gd name="csY9" fmla="*/ 822 h 1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620" h="1049">
                  <a:moveTo>
                    <a:pt x="936" y="1027"/>
                  </a:moveTo>
                  <a:lnTo>
                    <a:pt x="609" y="1050"/>
                  </a:lnTo>
                  <a:lnTo>
                    <a:pt x="358" y="867"/>
                  </a:lnTo>
                  <a:lnTo>
                    <a:pt x="129" y="533"/>
                  </a:lnTo>
                  <a:lnTo>
                    <a:pt x="0" y="198"/>
                  </a:lnTo>
                  <a:lnTo>
                    <a:pt x="30" y="0"/>
                  </a:lnTo>
                  <a:lnTo>
                    <a:pt x="221" y="91"/>
                  </a:lnTo>
                  <a:lnTo>
                    <a:pt x="1620" y="304"/>
                  </a:lnTo>
                  <a:lnTo>
                    <a:pt x="1468" y="555"/>
                  </a:lnTo>
                  <a:lnTo>
                    <a:pt x="1225" y="82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4" name="Freeform: Shape 53">
              <a:extLst>
                <a:ext uri="{FF2B5EF4-FFF2-40B4-BE49-F238E27FC236}">
                  <a16:creationId xmlns:a16="http://schemas.microsoft.com/office/drawing/2014/main" id="{84E02267-49D9-74C2-7DAD-E968D1123ED7}"/>
                </a:ext>
              </a:extLst>
            </p:cNvPr>
            <p:cNvSpPr/>
            <p:nvPr/>
          </p:nvSpPr>
          <p:spPr>
            <a:xfrm>
              <a:off x="12009509" y="4897558"/>
              <a:ext cx="26964" cy="21266"/>
            </a:xfrm>
            <a:custGeom>
              <a:avLst/>
              <a:gdLst>
                <a:gd name="csX0" fmla="*/ 20566 w 26964"/>
                <a:gd name="csY0" fmla="*/ 2640 h 21266"/>
                <a:gd name="csX1" fmla="*/ 18824 w 26964"/>
                <a:gd name="csY1" fmla="*/ 3569 h 21266"/>
                <a:gd name="csX2" fmla="*/ 17104 w 26964"/>
                <a:gd name="csY2" fmla="*/ 4725 h 21266"/>
                <a:gd name="csX3" fmla="*/ 15385 w 26964"/>
                <a:gd name="csY3" fmla="*/ 5722 h 21266"/>
                <a:gd name="csX4" fmla="*/ 14586 w 26964"/>
                <a:gd name="csY4" fmla="*/ 6505 h 21266"/>
                <a:gd name="csX5" fmla="*/ 14867 w 26964"/>
                <a:gd name="csY5" fmla="*/ 7601 h 21266"/>
                <a:gd name="csX6" fmla="*/ 15286 w 26964"/>
                <a:gd name="csY6" fmla="*/ 10013 h 21266"/>
                <a:gd name="csX7" fmla="*/ 15514 w 26964"/>
                <a:gd name="csY7" fmla="*/ 11907 h 21266"/>
                <a:gd name="csX8" fmla="*/ 16115 w 26964"/>
                <a:gd name="csY8" fmla="*/ 12661 h 21266"/>
                <a:gd name="csX9" fmla="*/ 16587 w 26964"/>
                <a:gd name="csY9" fmla="*/ 13414 h 21266"/>
                <a:gd name="csX10" fmla="*/ 16397 w 26964"/>
                <a:gd name="csY10" fmla="*/ 14236 h 21266"/>
                <a:gd name="csX11" fmla="*/ 15377 w 26964"/>
                <a:gd name="csY11" fmla="*/ 15803 h 21266"/>
                <a:gd name="csX12" fmla="*/ 15956 w 26964"/>
                <a:gd name="csY12" fmla="*/ 16107 h 21266"/>
                <a:gd name="csX13" fmla="*/ 15217 w 26964"/>
                <a:gd name="csY13" fmla="*/ 18185 h 21266"/>
                <a:gd name="csX14" fmla="*/ 14122 w 26964"/>
                <a:gd name="csY14" fmla="*/ 19721 h 21266"/>
                <a:gd name="csX15" fmla="*/ 12608 w 26964"/>
                <a:gd name="csY15" fmla="*/ 20977 h 21266"/>
                <a:gd name="csX16" fmla="*/ 11634 w 26964"/>
                <a:gd name="csY16" fmla="*/ 21266 h 21266"/>
                <a:gd name="csX17" fmla="*/ 10850 w 26964"/>
                <a:gd name="csY17" fmla="*/ 20733 h 21266"/>
                <a:gd name="csX18" fmla="*/ 9572 w 26964"/>
                <a:gd name="csY18" fmla="*/ 19356 h 21266"/>
                <a:gd name="csX19" fmla="*/ 8179 w 26964"/>
                <a:gd name="csY19" fmla="*/ 17446 h 21266"/>
                <a:gd name="csX20" fmla="*/ 7533 w 26964"/>
                <a:gd name="csY20" fmla="*/ 16336 h 21266"/>
                <a:gd name="csX21" fmla="*/ 5532 w 26964"/>
                <a:gd name="csY21" fmla="*/ 16184 h 21266"/>
                <a:gd name="csX22" fmla="*/ 4816 w 26964"/>
                <a:gd name="csY22" fmla="*/ 15301 h 21266"/>
                <a:gd name="csX23" fmla="*/ 4771 w 26964"/>
                <a:gd name="csY23" fmla="*/ 14221 h 21266"/>
                <a:gd name="csX24" fmla="*/ 4208 w 26964"/>
                <a:gd name="csY24" fmla="*/ 12957 h 21266"/>
                <a:gd name="csX25" fmla="*/ 3417 w 26964"/>
                <a:gd name="csY25" fmla="*/ 11603 h 21266"/>
                <a:gd name="csX26" fmla="*/ 2245 w 26964"/>
                <a:gd name="csY26" fmla="*/ 10553 h 21266"/>
                <a:gd name="csX27" fmla="*/ 670 w 26964"/>
                <a:gd name="csY27" fmla="*/ 9739 h 21266"/>
                <a:gd name="csX28" fmla="*/ 0 w 26964"/>
                <a:gd name="csY28" fmla="*/ 9153 h 21266"/>
                <a:gd name="csX29" fmla="*/ 2435 w 26964"/>
                <a:gd name="csY29" fmla="*/ 9191 h 21266"/>
                <a:gd name="csX30" fmla="*/ 5029 w 26964"/>
                <a:gd name="csY30" fmla="*/ 8849 h 21266"/>
                <a:gd name="csX31" fmla="*/ 7700 w 26964"/>
                <a:gd name="csY31" fmla="*/ 7715 h 21266"/>
                <a:gd name="csX32" fmla="*/ 10272 w 26964"/>
                <a:gd name="csY32" fmla="*/ 6346 h 21266"/>
                <a:gd name="csX33" fmla="*/ 12433 w 26964"/>
                <a:gd name="csY33" fmla="*/ 4778 h 21266"/>
                <a:gd name="csX34" fmla="*/ 14464 w 26964"/>
                <a:gd name="csY34" fmla="*/ 3013 h 21266"/>
                <a:gd name="csX35" fmla="*/ 16587 w 26964"/>
                <a:gd name="csY35" fmla="*/ 1621 h 21266"/>
                <a:gd name="csX36" fmla="*/ 19897 w 26964"/>
                <a:gd name="csY36" fmla="*/ 0 h 21266"/>
                <a:gd name="csX37" fmla="*/ 21008 w 26964"/>
                <a:gd name="csY37" fmla="*/ 129 h 21266"/>
                <a:gd name="csX38" fmla="*/ 21000 w 26964"/>
                <a:gd name="csY38" fmla="*/ 1278 h 21266"/>
                <a:gd name="csX39" fmla="*/ 20566 w 26964"/>
                <a:gd name="csY39" fmla="*/ 2640 h 21266"/>
                <a:gd name="csX40" fmla="*/ 20566 w 26964"/>
                <a:gd name="csY40" fmla="*/ 2640 h 21266"/>
                <a:gd name="csX41" fmla="*/ 22985 w 26964"/>
                <a:gd name="csY41" fmla="*/ 2640 h 21266"/>
                <a:gd name="csX42" fmla="*/ 23587 w 26964"/>
                <a:gd name="csY42" fmla="*/ 3340 h 21266"/>
                <a:gd name="csX43" fmla="*/ 24857 w 26964"/>
                <a:gd name="csY43" fmla="*/ 5813 h 21266"/>
                <a:gd name="csX44" fmla="*/ 25687 w 26964"/>
                <a:gd name="csY44" fmla="*/ 8294 h 21266"/>
                <a:gd name="csX45" fmla="*/ 25953 w 26964"/>
                <a:gd name="csY45" fmla="*/ 12075 h 21266"/>
                <a:gd name="csX46" fmla="*/ 26965 w 26964"/>
                <a:gd name="csY46" fmla="*/ 13680 h 21266"/>
                <a:gd name="csX47" fmla="*/ 26805 w 26964"/>
                <a:gd name="csY47" fmla="*/ 14007 h 21266"/>
                <a:gd name="csX48" fmla="*/ 26196 w 26964"/>
                <a:gd name="csY48" fmla="*/ 14281 h 21266"/>
                <a:gd name="csX49" fmla="*/ 25253 w 26964"/>
                <a:gd name="csY49" fmla="*/ 14395 h 21266"/>
                <a:gd name="csX50" fmla="*/ 23625 w 26964"/>
                <a:gd name="csY50" fmla="*/ 14030 h 21266"/>
                <a:gd name="csX51" fmla="*/ 22270 w 26964"/>
                <a:gd name="csY51" fmla="*/ 13475 h 21266"/>
                <a:gd name="csX52" fmla="*/ 21083 w 26964"/>
                <a:gd name="csY52" fmla="*/ 9381 h 21266"/>
                <a:gd name="csX53" fmla="*/ 20559 w 26964"/>
                <a:gd name="csY53" fmla="*/ 7068 h 21266"/>
                <a:gd name="csX54" fmla="*/ 20604 w 26964"/>
                <a:gd name="csY54" fmla="*/ 4307 h 21266"/>
                <a:gd name="csX55" fmla="*/ 20566 w 26964"/>
                <a:gd name="csY55" fmla="*/ 2640 h 212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26964" h="21266">
                  <a:moveTo>
                    <a:pt x="20566" y="2640"/>
                  </a:moveTo>
                  <a:lnTo>
                    <a:pt x="18824" y="3569"/>
                  </a:lnTo>
                  <a:lnTo>
                    <a:pt x="17104" y="4725"/>
                  </a:lnTo>
                  <a:lnTo>
                    <a:pt x="15385" y="5722"/>
                  </a:lnTo>
                  <a:lnTo>
                    <a:pt x="14586" y="6505"/>
                  </a:lnTo>
                  <a:lnTo>
                    <a:pt x="14867" y="7601"/>
                  </a:lnTo>
                  <a:lnTo>
                    <a:pt x="15286" y="10013"/>
                  </a:lnTo>
                  <a:lnTo>
                    <a:pt x="15514" y="11907"/>
                  </a:lnTo>
                  <a:lnTo>
                    <a:pt x="16115" y="12661"/>
                  </a:lnTo>
                  <a:lnTo>
                    <a:pt x="16587" y="13414"/>
                  </a:lnTo>
                  <a:lnTo>
                    <a:pt x="16397" y="14236"/>
                  </a:lnTo>
                  <a:lnTo>
                    <a:pt x="15377" y="15803"/>
                  </a:lnTo>
                  <a:lnTo>
                    <a:pt x="15956" y="16107"/>
                  </a:lnTo>
                  <a:lnTo>
                    <a:pt x="15217" y="18185"/>
                  </a:lnTo>
                  <a:lnTo>
                    <a:pt x="14122" y="19721"/>
                  </a:lnTo>
                  <a:lnTo>
                    <a:pt x="12608" y="20977"/>
                  </a:lnTo>
                  <a:lnTo>
                    <a:pt x="11634" y="21266"/>
                  </a:lnTo>
                  <a:lnTo>
                    <a:pt x="10850" y="20733"/>
                  </a:lnTo>
                  <a:lnTo>
                    <a:pt x="9572" y="19356"/>
                  </a:lnTo>
                  <a:lnTo>
                    <a:pt x="8179" y="17446"/>
                  </a:lnTo>
                  <a:lnTo>
                    <a:pt x="7533" y="16336"/>
                  </a:lnTo>
                  <a:lnTo>
                    <a:pt x="5532" y="16184"/>
                  </a:lnTo>
                  <a:lnTo>
                    <a:pt x="4816" y="15301"/>
                  </a:lnTo>
                  <a:lnTo>
                    <a:pt x="4771" y="14221"/>
                  </a:lnTo>
                  <a:lnTo>
                    <a:pt x="4208" y="12957"/>
                  </a:lnTo>
                  <a:lnTo>
                    <a:pt x="3417" y="11603"/>
                  </a:lnTo>
                  <a:lnTo>
                    <a:pt x="2245" y="10553"/>
                  </a:lnTo>
                  <a:lnTo>
                    <a:pt x="670" y="9739"/>
                  </a:lnTo>
                  <a:lnTo>
                    <a:pt x="0" y="9153"/>
                  </a:lnTo>
                  <a:lnTo>
                    <a:pt x="2435" y="9191"/>
                  </a:lnTo>
                  <a:lnTo>
                    <a:pt x="5029" y="8849"/>
                  </a:lnTo>
                  <a:lnTo>
                    <a:pt x="7700" y="7715"/>
                  </a:lnTo>
                  <a:lnTo>
                    <a:pt x="10272" y="6346"/>
                  </a:lnTo>
                  <a:lnTo>
                    <a:pt x="12433" y="4778"/>
                  </a:lnTo>
                  <a:lnTo>
                    <a:pt x="14464" y="3013"/>
                  </a:lnTo>
                  <a:lnTo>
                    <a:pt x="16587" y="1621"/>
                  </a:lnTo>
                  <a:lnTo>
                    <a:pt x="19897" y="0"/>
                  </a:lnTo>
                  <a:lnTo>
                    <a:pt x="21008" y="129"/>
                  </a:lnTo>
                  <a:lnTo>
                    <a:pt x="21000" y="1278"/>
                  </a:lnTo>
                  <a:lnTo>
                    <a:pt x="20566" y="2640"/>
                  </a:lnTo>
                  <a:close/>
                  <a:moveTo>
                    <a:pt x="20566" y="2640"/>
                  </a:moveTo>
                  <a:lnTo>
                    <a:pt x="22985" y="2640"/>
                  </a:lnTo>
                  <a:lnTo>
                    <a:pt x="23587" y="3340"/>
                  </a:lnTo>
                  <a:lnTo>
                    <a:pt x="24857" y="5813"/>
                  </a:lnTo>
                  <a:lnTo>
                    <a:pt x="25687" y="8294"/>
                  </a:lnTo>
                  <a:lnTo>
                    <a:pt x="25953" y="12075"/>
                  </a:lnTo>
                  <a:lnTo>
                    <a:pt x="26965" y="13680"/>
                  </a:lnTo>
                  <a:lnTo>
                    <a:pt x="26805" y="14007"/>
                  </a:lnTo>
                  <a:lnTo>
                    <a:pt x="26196" y="14281"/>
                  </a:lnTo>
                  <a:lnTo>
                    <a:pt x="25253" y="14395"/>
                  </a:lnTo>
                  <a:lnTo>
                    <a:pt x="23625" y="14030"/>
                  </a:lnTo>
                  <a:lnTo>
                    <a:pt x="22270" y="13475"/>
                  </a:lnTo>
                  <a:lnTo>
                    <a:pt x="21083" y="9381"/>
                  </a:lnTo>
                  <a:lnTo>
                    <a:pt x="20559" y="7068"/>
                  </a:lnTo>
                  <a:lnTo>
                    <a:pt x="20604" y="4307"/>
                  </a:lnTo>
                  <a:lnTo>
                    <a:pt x="20566" y="2640"/>
                  </a:lnTo>
                  <a:close/>
                </a:path>
              </a:pathLst>
            </a:custGeom>
            <a:solidFill>
              <a:srgbClr val="2562E8"/>
            </a:solidFill>
            <a:ln w="6168" cap="flat">
              <a:solidFill>
                <a:srgbClr val="2562E8"/>
              </a:solidFill>
              <a:prstDash val="solid"/>
              <a:miter/>
            </a:ln>
          </p:spPr>
          <p:txBody>
            <a:bodyPr/>
            <a:lstStyle/>
            <a:p>
              <a:endParaRPr lang="en-US"/>
            </a:p>
          </p:txBody>
        </p:sp>
        <p:sp>
          <p:nvSpPr>
            <p:cNvPr id="55" name="Freeform: Shape 54">
              <a:extLst>
                <a:ext uri="{FF2B5EF4-FFF2-40B4-BE49-F238E27FC236}">
                  <a16:creationId xmlns:a16="http://schemas.microsoft.com/office/drawing/2014/main" id="{BC14941C-A1E7-FD14-3ABD-6F917B811B5A}"/>
                </a:ext>
              </a:extLst>
            </p:cNvPr>
            <p:cNvSpPr/>
            <p:nvPr/>
          </p:nvSpPr>
          <p:spPr>
            <a:xfrm>
              <a:off x="8086698" y="5211221"/>
              <a:ext cx="259444" cy="292199"/>
            </a:xfrm>
            <a:custGeom>
              <a:avLst/>
              <a:gdLst>
                <a:gd name="csX0" fmla="*/ 245262 w 259444"/>
                <a:gd name="csY0" fmla="*/ 229961 h 292199"/>
                <a:gd name="csX1" fmla="*/ 245688 w 259444"/>
                <a:gd name="csY1" fmla="*/ 226210 h 292199"/>
                <a:gd name="csX2" fmla="*/ 245255 w 259444"/>
                <a:gd name="csY2" fmla="*/ 222961 h 292199"/>
                <a:gd name="csX3" fmla="*/ 244821 w 259444"/>
                <a:gd name="csY3" fmla="*/ 222124 h 292199"/>
                <a:gd name="csX4" fmla="*/ 238544 w 259444"/>
                <a:gd name="csY4" fmla="*/ 218259 h 292199"/>
                <a:gd name="csX5" fmla="*/ 232845 w 259444"/>
                <a:gd name="csY5" fmla="*/ 214744 h 292199"/>
                <a:gd name="csX6" fmla="*/ 225389 w 259444"/>
                <a:gd name="csY6" fmla="*/ 210149 h 292199"/>
                <a:gd name="csX7" fmla="*/ 215771 w 259444"/>
                <a:gd name="csY7" fmla="*/ 210278 h 292199"/>
                <a:gd name="csX8" fmla="*/ 205812 w 259444"/>
                <a:gd name="csY8" fmla="*/ 210407 h 292199"/>
                <a:gd name="csX9" fmla="*/ 196324 w 259444"/>
                <a:gd name="csY9" fmla="*/ 212461 h 292199"/>
                <a:gd name="csX10" fmla="*/ 186988 w 259444"/>
                <a:gd name="csY10" fmla="*/ 214478 h 292199"/>
                <a:gd name="csX11" fmla="*/ 182560 w 259444"/>
                <a:gd name="csY11" fmla="*/ 215437 h 292199"/>
                <a:gd name="csX12" fmla="*/ 173681 w 259444"/>
                <a:gd name="csY12" fmla="*/ 217354 h 292199"/>
                <a:gd name="csX13" fmla="*/ 168454 w 259444"/>
                <a:gd name="csY13" fmla="*/ 218236 h 292199"/>
                <a:gd name="csX14" fmla="*/ 167084 w 259444"/>
                <a:gd name="csY14" fmla="*/ 221934 h 292199"/>
                <a:gd name="csX15" fmla="*/ 165038 w 259444"/>
                <a:gd name="csY15" fmla="*/ 227488 h 292199"/>
                <a:gd name="csX16" fmla="*/ 163006 w 259444"/>
                <a:gd name="csY16" fmla="*/ 230737 h 292199"/>
                <a:gd name="csX17" fmla="*/ 160663 w 259444"/>
                <a:gd name="csY17" fmla="*/ 234153 h 292199"/>
                <a:gd name="csX18" fmla="*/ 157360 w 259444"/>
                <a:gd name="csY18" fmla="*/ 238970 h 292199"/>
                <a:gd name="csX19" fmla="*/ 157353 w 259444"/>
                <a:gd name="csY19" fmla="*/ 244828 h 292199"/>
                <a:gd name="csX20" fmla="*/ 157353 w 259444"/>
                <a:gd name="csY20" fmla="*/ 250405 h 292199"/>
                <a:gd name="csX21" fmla="*/ 155032 w 259444"/>
                <a:gd name="csY21" fmla="*/ 258280 h 292199"/>
                <a:gd name="csX22" fmla="*/ 153054 w 259444"/>
                <a:gd name="csY22" fmla="*/ 264976 h 292199"/>
                <a:gd name="csX23" fmla="*/ 151152 w 259444"/>
                <a:gd name="csY23" fmla="*/ 271458 h 292199"/>
                <a:gd name="csX24" fmla="*/ 149843 w 259444"/>
                <a:gd name="csY24" fmla="*/ 275940 h 292199"/>
                <a:gd name="csX25" fmla="*/ 149356 w 259444"/>
                <a:gd name="csY25" fmla="*/ 277081 h 292199"/>
                <a:gd name="csX26" fmla="*/ 149052 w 259444"/>
                <a:gd name="csY26" fmla="*/ 276716 h 292199"/>
                <a:gd name="csX27" fmla="*/ 147363 w 259444"/>
                <a:gd name="csY27" fmla="*/ 275377 h 292199"/>
                <a:gd name="csX28" fmla="*/ 145856 w 259444"/>
                <a:gd name="csY28" fmla="*/ 272850 h 292199"/>
                <a:gd name="csX29" fmla="*/ 145445 w 259444"/>
                <a:gd name="csY29" fmla="*/ 271702 h 292199"/>
                <a:gd name="csX30" fmla="*/ 145255 w 259444"/>
                <a:gd name="csY30" fmla="*/ 271656 h 292199"/>
                <a:gd name="csX31" fmla="*/ 136201 w 259444"/>
                <a:gd name="csY31" fmla="*/ 271732 h 292199"/>
                <a:gd name="csX32" fmla="*/ 127489 w 259444"/>
                <a:gd name="csY32" fmla="*/ 271816 h 292199"/>
                <a:gd name="csX33" fmla="*/ 126599 w 259444"/>
                <a:gd name="csY33" fmla="*/ 272348 h 292199"/>
                <a:gd name="csX34" fmla="*/ 125344 w 259444"/>
                <a:gd name="csY34" fmla="*/ 272341 h 292199"/>
                <a:gd name="csX35" fmla="*/ 124423 w 259444"/>
                <a:gd name="csY35" fmla="*/ 271846 h 292199"/>
                <a:gd name="csX36" fmla="*/ 123525 w 259444"/>
                <a:gd name="csY36" fmla="*/ 271884 h 292199"/>
                <a:gd name="csX37" fmla="*/ 122224 w 259444"/>
                <a:gd name="csY37" fmla="*/ 272371 h 292199"/>
                <a:gd name="csX38" fmla="*/ 121060 w 259444"/>
                <a:gd name="csY38" fmla="*/ 273383 h 292199"/>
                <a:gd name="csX39" fmla="*/ 117735 w 259444"/>
                <a:gd name="csY39" fmla="*/ 280109 h 292199"/>
                <a:gd name="csX40" fmla="*/ 116092 w 259444"/>
                <a:gd name="csY40" fmla="*/ 282985 h 292199"/>
                <a:gd name="csX41" fmla="*/ 114866 w 259444"/>
                <a:gd name="csY41" fmla="*/ 285565 h 292199"/>
                <a:gd name="csX42" fmla="*/ 113976 w 259444"/>
                <a:gd name="csY42" fmla="*/ 289985 h 292199"/>
                <a:gd name="csX43" fmla="*/ 113604 w 259444"/>
                <a:gd name="csY43" fmla="*/ 290723 h 292199"/>
                <a:gd name="csX44" fmla="*/ 112569 w 259444"/>
                <a:gd name="csY44" fmla="*/ 289194 h 292199"/>
                <a:gd name="csX45" fmla="*/ 111039 w 259444"/>
                <a:gd name="csY45" fmla="*/ 285154 h 292199"/>
                <a:gd name="csX46" fmla="*/ 110355 w 259444"/>
                <a:gd name="csY46" fmla="*/ 282848 h 292199"/>
                <a:gd name="csX47" fmla="*/ 109373 w 259444"/>
                <a:gd name="csY47" fmla="*/ 280238 h 292199"/>
                <a:gd name="csX48" fmla="*/ 107623 w 259444"/>
                <a:gd name="csY48" fmla="*/ 276959 h 292199"/>
                <a:gd name="csX49" fmla="*/ 105607 w 259444"/>
                <a:gd name="csY49" fmla="*/ 275970 h 292199"/>
                <a:gd name="csX50" fmla="*/ 104351 w 259444"/>
                <a:gd name="csY50" fmla="*/ 275643 h 292199"/>
                <a:gd name="csX51" fmla="*/ 102548 w 259444"/>
                <a:gd name="csY51" fmla="*/ 275019 h 292199"/>
                <a:gd name="csX52" fmla="*/ 99360 w 259444"/>
                <a:gd name="csY52" fmla="*/ 274235 h 292199"/>
                <a:gd name="csX53" fmla="*/ 97968 w 259444"/>
                <a:gd name="csY53" fmla="*/ 274076 h 292199"/>
                <a:gd name="csX54" fmla="*/ 88845 w 259444"/>
                <a:gd name="csY54" fmla="*/ 273969 h 292199"/>
                <a:gd name="csX55" fmla="*/ 88122 w 259444"/>
                <a:gd name="csY55" fmla="*/ 273885 h 292199"/>
                <a:gd name="csX56" fmla="*/ 84546 w 259444"/>
                <a:gd name="csY56" fmla="*/ 274243 h 292199"/>
                <a:gd name="csX57" fmla="*/ 82736 w 259444"/>
                <a:gd name="csY57" fmla="*/ 273999 h 292199"/>
                <a:gd name="csX58" fmla="*/ 80833 w 259444"/>
                <a:gd name="csY58" fmla="*/ 272173 h 292199"/>
                <a:gd name="csX59" fmla="*/ 76595 w 259444"/>
                <a:gd name="csY59" fmla="*/ 268963 h 292199"/>
                <a:gd name="csX60" fmla="*/ 75743 w 259444"/>
                <a:gd name="csY60" fmla="*/ 267943 h 292199"/>
                <a:gd name="csX61" fmla="*/ 74115 w 259444"/>
                <a:gd name="csY61" fmla="*/ 267274 h 292199"/>
                <a:gd name="csX62" fmla="*/ 73149 w 259444"/>
                <a:gd name="csY62" fmla="*/ 267205 h 292199"/>
                <a:gd name="csX63" fmla="*/ 72555 w 259444"/>
                <a:gd name="csY63" fmla="*/ 267836 h 292199"/>
                <a:gd name="csX64" fmla="*/ 71825 w 259444"/>
                <a:gd name="csY64" fmla="*/ 270515 h 292199"/>
                <a:gd name="csX65" fmla="*/ 70957 w 259444"/>
                <a:gd name="csY65" fmla="*/ 272934 h 292199"/>
                <a:gd name="csX66" fmla="*/ 70052 w 259444"/>
                <a:gd name="csY66" fmla="*/ 274327 h 292199"/>
                <a:gd name="csX67" fmla="*/ 67024 w 259444"/>
                <a:gd name="csY67" fmla="*/ 275354 h 292199"/>
                <a:gd name="csX68" fmla="*/ 64201 w 259444"/>
                <a:gd name="csY68" fmla="*/ 276427 h 292199"/>
                <a:gd name="csX69" fmla="*/ 62649 w 259444"/>
                <a:gd name="csY69" fmla="*/ 276678 h 292199"/>
                <a:gd name="csX70" fmla="*/ 61820 w 259444"/>
                <a:gd name="csY70" fmla="*/ 277887 h 292199"/>
                <a:gd name="csX71" fmla="*/ 61454 w 259444"/>
                <a:gd name="csY71" fmla="*/ 279584 h 292199"/>
                <a:gd name="csX72" fmla="*/ 60762 w 259444"/>
                <a:gd name="csY72" fmla="*/ 281113 h 292199"/>
                <a:gd name="csX73" fmla="*/ 56684 w 259444"/>
                <a:gd name="csY73" fmla="*/ 283419 h 292199"/>
                <a:gd name="csX74" fmla="*/ 55778 w 259444"/>
                <a:gd name="csY74" fmla="*/ 284385 h 292199"/>
                <a:gd name="csX75" fmla="*/ 55307 w 259444"/>
                <a:gd name="csY75" fmla="*/ 286660 h 292199"/>
                <a:gd name="csX76" fmla="*/ 53032 w 259444"/>
                <a:gd name="csY76" fmla="*/ 289483 h 292199"/>
                <a:gd name="csX77" fmla="*/ 52332 w 259444"/>
                <a:gd name="csY77" fmla="*/ 290586 h 292199"/>
                <a:gd name="csX78" fmla="*/ 48756 w 259444"/>
                <a:gd name="csY78" fmla="*/ 291362 h 292199"/>
                <a:gd name="csX79" fmla="*/ 44107 w 259444"/>
                <a:gd name="csY79" fmla="*/ 292199 h 292199"/>
                <a:gd name="csX80" fmla="*/ 41391 w 259444"/>
                <a:gd name="csY80" fmla="*/ 292146 h 292199"/>
                <a:gd name="csX81" fmla="*/ 39534 w 259444"/>
                <a:gd name="csY81" fmla="*/ 291925 h 292199"/>
                <a:gd name="csX82" fmla="*/ 38971 w 259444"/>
                <a:gd name="csY82" fmla="*/ 291415 h 292199"/>
                <a:gd name="csX83" fmla="*/ 37716 w 259444"/>
                <a:gd name="csY83" fmla="*/ 290617 h 292199"/>
                <a:gd name="csX84" fmla="*/ 37503 w 259444"/>
                <a:gd name="csY84" fmla="*/ 289726 h 292199"/>
                <a:gd name="csX85" fmla="*/ 37487 w 259444"/>
                <a:gd name="csY85" fmla="*/ 288463 h 292199"/>
                <a:gd name="csX86" fmla="*/ 37837 w 259444"/>
                <a:gd name="csY86" fmla="*/ 286188 h 292199"/>
                <a:gd name="csX87" fmla="*/ 37662 w 259444"/>
                <a:gd name="csY87" fmla="*/ 283038 h 292199"/>
                <a:gd name="csX88" fmla="*/ 36202 w 259444"/>
                <a:gd name="csY88" fmla="*/ 279371 h 292199"/>
                <a:gd name="csX89" fmla="*/ 36316 w 259444"/>
                <a:gd name="csY89" fmla="*/ 278192 h 292199"/>
                <a:gd name="csX90" fmla="*/ 36125 w 259444"/>
                <a:gd name="csY90" fmla="*/ 276396 h 292199"/>
                <a:gd name="csX91" fmla="*/ 35387 w 259444"/>
                <a:gd name="csY91" fmla="*/ 273026 h 292199"/>
                <a:gd name="csX92" fmla="*/ 33500 w 259444"/>
                <a:gd name="csY92" fmla="*/ 271329 h 292199"/>
                <a:gd name="csX93" fmla="*/ 32968 w 259444"/>
                <a:gd name="csY93" fmla="*/ 268529 h 292199"/>
                <a:gd name="csX94" fmla="*/ 32747 w 259444"/>
                <a:gd name="csY94" fmla="*/ 266071 h 292199"/>
                <a:gd name="csX95" fmla="*/ 31157 w 259444"/>
                <a:gd name="csY95" fmla="*/ 262998 h 292199"/>
                <a:gd name="csX96" fmla="*/ 30898 w 259444"/>
                <a:gd name="csY96" fmla="*/ 259087 h 292199"/>
                <a:gd name="csX97" fmla="*/ 30937 w 259444"/>
                <a:gd name="csY97" fmla="*/ 255739 h 292199"/>
                <a:gd name="csX98" fmla="*/ 28441 w 259444"/>
                <a:gd name="csY98" fmla="*/ 251851 h 292199"/>
                <a:gd name="csX99" fmla="*/ 25839 w 259444"/>
                <a:gd name="csY99" fmla="*/ 247727 h 292199"/>
                <a:gd name="csX100" fmla="*/ 23739 w 259444"/>
                <a:gd name="csY100" fmla="*/ 247164 h 292199"/>
                <a:gd name="csX101" fmla="*/ 23221 w 259444"/>
                <a:gd name="csY101" fmla="*/ 246670 h 292199"/>
                <a:gd name="csX102" fmla="*/ 22993 w 259444"/>
                <a:gd name="csY102" fmla="*/ 245490 h 292199"/>
                <a:gd name="csX103" fmla="*/ 22947 w 259444"/>
                <a:gd name="csY103" fmla="*/ 243657 h 292199"/>
                <a:gd name="csX104" fmla="*/ 23115 w 259444"/>
                <a:gd name="csY104" fmla="*/ 242546 h 292199"/>
                <a:gd name="csX105" fmla="*/ 24736 w 259444"/>
                <a:gd name="csY105" fmla="*/ 240743 h 292199"/>
                <a:gd name="csX106" fmla="*/ 24796 w 259444"/>
                <a:gd name="csY106" fmla="*/ 240469 h 292199"/>
                <a:gd name="csX107" fmla="*/ 24469 w 259444"/>
                <a:gd name="csY107" fmla="*/ 240088 h 292199"/>
                <a:gd name="csX108" fmla="*/ 20284 w 259444"/>
                <a:gd name="csY108" fmla="*/ 237395 h 292199"/>
                <a:gd name="csX109" fmla="*/ 19227 w 259444"/>
                <a:gd name="csY109" fmla="*/ 236611 h 292199"/>
                <a:gd name="csX110" fmla="*/ 18900 w 259444"/>
                <a:gd name="csY110" fmla="*/ 235652 h 292199"/>
                <a:gd name="csX111" fmla="*/ 18930 w 259444"/>
                <a:gd name="csY111" fmla="*/ 234785 h 292199"/>
                <a:gd name="csX112" fmla="*/ 19927 w 259444"/>
                <a:gd name="csY112" fmla="*/ 233903 h 292199"/>
                <a:gd name="csX113" fmla="*/ 20437 w 259444"/>
                <a:gd name="csY113" fmla="*/ 233248 h 292199"/>
                <a:gd name="csX114" fmla="*/ 19455 w 259444"/>
                <a:gd name="csY114" fmla="*/ 231331 h 292199"/>
                <a:gd name="csX115" fmla="*/ 19554 w 259444"/>
                <a:gd name="csY115" fmla="*/ 229596 h 292199"/>
                <a:gd name="csX116" fmla="*/ 18930 w 259444"/>
                <a:gd name="csY116" fmla="*/ 228850 h 292199"/>
                <a:gd name="csX117" fmla="*/ 18999 w 259444"/>
                <a:gd name="csY117" fmla="*/ 228287 h 292199"/>
                <a:gd name="csX118" fmla="*/ 19607 w 259444"/>
                <a:gd name="csY118" fmla="*/ 227808 h 292199"/>
                <a:gd name="csX119" fmla="*/ 22323 w 259444"/>
                <a:gd name="csY119" fmla="*/ 227253 h 292199"/>
                <a:gd name="csX120" fmla="*/ 23168 w 259444"/>
                <a:gd name="csY120" fmla="*/ 225495 h 292199"/>
                <a:gd name="csX121" fmla="*/ 23198 w 259444"/>
                <a:gd name="csY121" fmla="*/ 224034 h 292199"/>
                <a:gd name="csX122" fmla="*/ 22788 w 259444"/>
                <a:gd name="csY122" fmla="*/ 222999 h 292199"/>
                <a:gd name="csX123" fmla="*/ 20277 w 259444"/>
                <a:gd name="csY123" fmla="*/ 220390 h 292199"/>
                <a:gd name="csX124" fmla="*/ 20223 w 259444"/>
                <a:gd name="csY124" fmla="*/ 219948 h 292199"/>
                <a:gd name="csX125" fmla="*/ 22856 w 259444"/>
                <a:gd name="csY125" fmla="*/ 216319 h 292199"/>
                <a:gd name="csX126" fmla="*/ 24743 w 259444"/>
                <a:gd name="csY126" fmla="*/ 213938 h 292199"/>
                <a:gd name="csX127" fmla="*/ 25261 w 259444"/>
                <a:gd name="csY127" fmla="*/ 213450 h 292199"/>
                <a:gd name="csX128" fmla="*/ 25101 w 259444"/>
                <a:gd name="csY128" fmla="*/ 212933 h 292199"/>
                <a:gd name="csX129" fmla="*/ 24637 w 259444"/>
                <a:gd name="csY129" fmla="*/ 212302 h 292199"/>
                <a:gd name="csX130" fmla="*/ 23442 w 259444"/>
                <a:gd name="csY130" fmla="*/ 211389 h 292199"/>
                <a:gd name="csX131" fmla="*/ 21890 w 259444"/>
                <a:gd name="csY131" fmla="*/ 210385 h 292199"/>
                <a:gd name="csX132" fmla="*/ 20604 w 259444"/>
                <a:gd name="csY132" fmla="*/ 209167 h 292199"/>
                <a:gd name="csX133" fmla="*/ 18930 w 259444"/>
                <a:gd name="csY133" fmla="*/ 207364 h 292199"/>
                <a:gd name="csX134" fmla="*/ 16823 w 259444"/>
                <a:gd name="csY134" fmla="*/ 205819 h 292199"/>
                <a:gd name="csX135" fmla="*/ 15263 w 259444"/>
                <a:gd name="csY135" fmla="*/ 204282 h 292199"/>
                <a:gd name="csX136" fmla="*/ 14464 w 259444"/>
                <a:gd name="csY136" fmla="*/ 203004 h 292199"/>
                <a:gd name="csX137" fmla="*/ 14449 w 259444"/>
                <a:gd name="csY137" fmla="*/ 201695 h 292199"/>
                <a:gd name="csX138" fmla="*/ 14236 w 259444"/>
                <a:gd name="csY138" fmla="*/ 199527 h 292199"/>
                <a:gd name="csX139" fmla="*/ 13216 w 259444"/>
                <a:gd name="csY139" fmla="*/ 196012 h 292199"/>
                <a:gd name="csX140" fmla="*/ 12942 w 259444"/>
                <a:gd name="csY140" fmla="*/ 193638 h 292199"/>
                <a:gd name="csX141" fmla="*/ 12501 w 259444"/>
                <a:gd name="csY141" fmla="*/ 191013 h 292199"/>
                <a:gd name="csX142" fmla="*/ 12060 w 259444"/>
                <a:gd name="csY142" fmla="*/ 189301 h 292199"/>
                <a:gd name="csX143" fmla="*/ 11816 w 259444"/>
                <a:gd name="csY143" fmla="*/ 187650 h 292199"/>
                <a:gd name="csX144" fmla="*/ 11086 w 259444"/>
                <a:gd name="csY144" fmla="*/ 185862 h 292199"/>
                <a:gd name="csX145" fmla="*/ 10682 w 259444"/>
                <a:gd name="csY145" fmla="*/ 184553 h 292199"/>
                <a:gd name="csX146" fmla="*/ 11268 w 259444"/>
                <a:gd name="csY146" fmla="*/ 183632 h 292199"/>
                <a:gd name="csX147" fmla="*/ 11854 w 259444"/>
                <a:gd name="csY147" fmla="*/ 182917 h 292199"/>
                <a:gd name="csX148" fmla="*/ 11786 w 259444"/>
                <a:gd name="csY148" fmla="*/ 182469 h 292199"/>
                <a:gd name="csX149" fmla="*/ 7761 w 259444"/>
                <a:gd name="csY149" fmla="*/ 180559 h 292199"/>
                <a:gd name="csX150" fmla="*/ 7091 w 259444"/>
                <a:gd name="csY150" fmla="*/ 180072 h 292199"/>
                <a:gd name="csX151" fmla="*/ 6140 w 259444"/>
                <a:gd name="csY151" fmla="*/ 176252 h 292199"/>
                <a:gd name="csX152" fmla="*/ 3218 w 259444"/>
                <a:gd name="csY152" fmla="*/ 172859 h 292199"/>
                <a:gd name="csX153" fmla="*/ 2876 w 259444"/>
                <a:gd name="csY153" fmla="*/ 170333 h 292199"/>
                <a:gd name="csX154" fmla="*/ 2876 w 259444"/>
                <a:gd name="csY154" fmla="*/ 170303 h 292199"/>
                <a:gd name="csX155" fmla="*/ 2876 w 259444"/>
                <a:gd name="csY155" fmla="*/ 169313 h 292199"/>
                <a:gd name="csX156" fmla="*/ 2640 w 259444"/>
                <a:gd name="csY156" fmla="*/ 167723 h 292199"/>
                <a:gd name="csX157" fmla="*/ 1750 w 259444"/>
                <a:gd name="csY157" fmla="*/ 166483 h 292199"/>
                <a:gd name="csX158" fmla="*/ 418 w 259444"/>
                <a:gd name="csY158" fmla="*/ 165623 h 292199"/>
                <a:gd name="csX159" fmla="*/ 0 w 259444"/>
                <a:gd name="csY159" fmla="*/ 164604 h 292199"/>
                <a:gd name="csX160" fmla="*/ 441 w 259444"/>
                <a:gd name="csY160" fmla="*/ 163531 h 292199"/>
                <a:gd name="csX161" fmla="*/ 3036 w 259444"/>
                <a:gd name="csY161" fmla="*/ 161408 h 292199"/>
                <a:gd name="csX162" fmla="*/ 4428 w 259444"/>
                <a:gd name="csY162" fmla="*/ 161050 h 292199"/>
                <a:gd name="csX163" fmla="*/ 4793 w 259444"/>
                <a:gd name="csY163" fmla="*/ 159970 h 292199"/>
                <a:gd name="csX164" fmla="*/ 5638 w 259444"/>
                <a:gd name="csY164" fmla="*/ 159118 h 292199"/>
                <a:gd name="csX165" fmla="*/ 8080 w 259444"/>
                <a:gd name="csY165" fmla="*/ 155998 h 292199"/>
                <a:gd name="csX166" fmla="*/ 9518 w 259444"/>
                <a:gd name="csY166" fmla="*/ 153952 h 292199"/>
                <a:gd name="csX167" fmla="*/ 10956 w 259444"/>
                <a:gd name="csY167" fmla="*/ 152719 h 292199"/>
                <a:gd name="csX168" fmla="*/ 12623 w 259444"/>
                <a:gd name="csY168" fmla="*/ 151867 h 292199"/>
                <a:gd name="csX169" fmla="*/ 13345 w 259444"/>
                <a:gd name="csY169" fmla="*/ 151152 h 292199"/>
                <a:gd name="csX170" fmla="*/ 12965 w 259444"/>
                <a:gd name="csY170" fmla="*/ 148953 h 292199"/>
                <a:gd name="csX171" fmla="*/ 13079 w 259444"/>
                <a:gd name="csY171" fmla="*/ 147469 h 292199"/>
                <a:gd name="csX172" fmla="*/ 13657 w 259444"/>
                <a:gd name="csY172" fmla="*/ 146533 h 292199"/>
                <a:gd name="csX173" fmla="*/ 15324 w 259444"/>
                <a:gd name="csY173" fmla="*/ 145544 h 292199"/>
                <a:gd name="csX174" fmla="*/ 16823 w 259444"/>
                <a:gd name="csY174" fmla="*/ 144791 h 292199"/>
                <a:gd name="csX175" fmla="*/ 17142 w 259444"/>
                <a:gd name="csY175" fmla="*/ 144418 h 292199"/>
                <a:gd name="csX176" fmla="*/ 17013 w 259444"/>
                <a:gd name="csY176" fmla="*/ 143863 h 292199"/>
                <a:gd name="csX177" fmla="*/ 15636 w 259444"/>
                <a:gd name="csY177" fmla="*/ 142737 h 292199"/>
                <a:gd name="csX178" fmla="*/ 12798 w 259444"/>
                <a:gd name="csY178" fmla="*/ 141755 h 292199"/>
                <a:gd name="csX179" fmla="*/ 10918 w 259444"/>
                <a:gd name="csY179" fmla="*/ 141854 h 292199"/>
                <a:gd name="csX180" fmla="*/ 9769 w 259444"/>
                <a:gd name="csY180" fmla="*/ 140987 h 292199"/>
                <a:gd name="csX181" fmla="*/ 9138 w 259444"/>
                <a:gd name="csY181" fmla="*/ 140249 h 292199"/>
                <a:gd name="csX182" fmla="*/ 5417 w 259444"/>
                <a:gd name="csY182" fmla="*/ 131149 h 292199"/>
                <a:gd name="csX183" fmla="*/ 4801 w 259444"/>
                <a:gd name="csY183" fmla="*/ 129026 h 292199"/>
                <a:gd name="csX184" fmla="*/ 4847 w 259444"/>
                <a:gd name="csY184" fmla="*/ 128204 h 292199"/>
                <a:gd name="csX185" fmla="*/ 7342 w 259444"/>
                <a:gd name="csY185" fmla="*/ 123715 h 292199"/>
                <a:gd name="csX186" fmla="*/ 8354 w 259444"/>
                <a:gd name="csY186" fmla="*/ 122247 h 292199"/>
                <a:gd name="csX187" fmla="*/ 10104 w 259444"/>
                <a:gd name="csY187" fmla="*/ 120132 h 292199"/>
                <a:gd name="csX188" fmla="*/ 9792 w 259444"/>
                <a:gd name="csY188" fmla="*/ 119295 h 292199"/>
                <a:gd name="csX189" fmla="*/ 6726 w 259444"/>
                <a:gd name="csY189" fmla="*/ 115787 h 292199"/>
                <a:gd name="csX190" fmla="*/ 5783 w 259444"/>
                <a:gd name="csY190" fmla="*/ 114121 h 292199"/>
                <a:gd name="csX191" fmla="*/ 5805 w 259444"/>
                <a:gd name="csY191" fmla="*/ 112454 h 292199"/>
                <a:gd name="csX192" fmla="*/ 6110 w 259444"/>
                <a:gd name="csY192" fmla="*/ 110438 h 292199"/>
                <a:gd name="csX193" fmla="*/ 7890 w 259444"/>
                <a:gd name="csY193" fmla="*/ 109350 h 292199"/>
                <a:gd name="csX194" fmla="*/ 8400 w 259444"/>
                <a:gd name="csY194" fmla="*/ 107707 h 292199"/>
                <a:gd name="csX195" fmla="*/ 8773 w 259444"/>
                <a:gd name="csY195" fmla="*/ 106086 h 292199"/>
                <a:gd name="csX196" fmla="*/ 9533 w 259444"/>
                <a:gd name="csY196" fmla="*/ 105554 h 292199"/>
                <a:gd name="csX197" fmla="*/ 10309 w 259444"/>
                <a:gd name="csY197" fmla="*/ 104633 h 292199"/>
                <a:gd name="csX198" fmla="*/ 11230 w 259444"/>
                <a:gd name="csY198" fmla="*/ 103309 h 292199"/>
                <a:gd name="csX199" fmla="*/ 12661 w 259444"/>
                <a:gd name="csY199" fmla="*/ 102152 h 292199"/>
                <a:gd name="csX200" fmla="*/ 13505 w 259444"/>
                <a:gd name="csY200" fmla="*/ 101270 h 292199"/>
                <a:gd name="csX201" fmla="*/ 13688 w 259444"/>
                <a:gd name="csY201" fmla="*/ 98812 h 292199"/>
                <a:gd name="csX202" fmla="*/ 14388 w 259444"/>
                <a:gd name="csY202" fmla="*/ 98143 h 292199"/>
                <a:gd name="csX203" fmla="*/ 16343 w 259444"/>
                <a:gd name="csY203" fmla="*/ 97359 h 292199"/>
                <a:gd name="csX204" fmla="*/ 16541 w 259444"/>
                <a:gd name="csY204" fmla="*/ 96728 h 292199"/>
                <a:gd name="csX205" fmla="*/ 16100 w 259444"/>
                <a:gd name="csY205" fmla="*/ 95077 h 292199"/>
                <a:gd name="csX206" fmla="*/ 15126 w 259444"/>
                <a:gd name="csY206" fmla="*/ 93334 h 292199"/>
                <a:gd name="csX207" fmla="*/ 14335 w 259444"/>
                <a:gd name="csY207" fmla="*/ 92482 h 292199"/>
                <a:gd name="csX208" fmla="*/ 13292 w 259444"/>
                <a:gd name="csY208" fmla="*/ 88206 h 292199"/>
                <a:gd name="csX209" fmla="*/ 12204 w 259444"/>
                <a:gd name="csY209" fmla="*/ 86083 h 292199"/>
                <a:gd name="csX210" fmla="*/ 12661 w 259444"/>
                <a:gd name="csY210" fmla="*/ 85231 h 292199"/>
                <a:gd name="csX211" fmla="*/ 13414 w 259444"/>
                <a:gd name="csY211" fmla="*/ 84151 h 292199"/>
                <a:gd name="csX212" fmla="*/ 14144 w 259444"/>
                <a:gd name="csY212" fmla="*/ 82013 h 292199"/>
                <a:gd name="csX213" fmla="*/ 14380 w 259444"/>
                <a:gd name="csY213" fmla="*/ 79525 h 292199"/>
                <a:gd name="csX214" fmla="*/ 14198 w 259444"/>
                <a:gd name="csY214" fmla="*/ 70379 h 292199"/>
                <a:gd name="csX215" fmla="*/ 14243 w 259444"/>
                <a:gd name="csY215" fmla="*/ 68576 h 292199"/>
                <a:gd name="csX216" fmla="*/ 15202 w 259444"/>
                <a:gd name="csY216" fmla="*/ 67320 h 292199"/>
                <a:gd name="csX217" fmla="*/ 16609 w 259444"/>
                <a:gd name="csY217" fmla="*/ 65860 h 292199"/>
                <a:gd name="csX218" fmla="*/ 17804 w 259444"/>
                <a:gd name="csY218" fmla="*/ 65304 h 292199"/>
                <a:gd name="csX219" fmla="*/ 18930 w 259444"/>
                <a:gd name="csY219" fmla="*/ 64384 h 292199"/>
                <a:gd name="csX220" fmla="*/ 18846 w 259444"/>
                <a:gd name="csY220" fmla="*/ 62657 h 292199"/>
                <a:gd name="csX221" fmla="*/ 19592 w 259444"/>
                <a:gd name="csY221" fmla="*/ 61637 h 292199"/>
                <a:gd name="csX222" fmla="*/ 20513 w 259444"/>
                <a:gd name="csY222" fmla="*/ 60359 h 292199"/>
                <a:gd name="csX223" fmla="*/ 17659 w 259444"/>
                <a:gd name="csY223" fmla="*/ 55329 h 292199"/>
                <a:gd name="csX224" fmla="*/ 15149 w 259444"/>
                <a:gd name="csY224" fmla="*/ 50909 h 292199"/>
                <a:gd name="csX225" fmla="*/ 12798 w 259444"/>
                <a:gd name="csY225" fmla="*/ 46762 h 292199"/>
                <a:gd name="csX226" fmla="*/ 10074 w 259444"/>
                <a:gd name="csY226" fmla="*/ 41969 h 292199"/>
                <a:gd name="csX227" fmla="*/ 8286 w 259444"/>
                <a:gd name="csY227" fmla="*/ 38811 h 292199"/>
                <a:gd name="csX228" fmla="*/ 6056 w 259444"/>
                <a:gd name="csY228" fmla="*/ 34893 h 292199"/>
                <a:gd name="csX229" fmla="*/ 4101 w 259444"/>
                <a:gd name="csY229" fmla="*/ 31454 h 292199"/>
                <a:gd name="csX230" fmla="*/ 1430 w 259444"/>
                <a:gd name="csY230" fmla="*/ 26767 h 292199"/>
                <a:gd name="csX231" fmla="*/ 3911 w 259444"/>
                <a:gd name="csY231" fmla="*/ 26683 h 292199"/>
                <a:gd name="csX232" fmla="*/ 8910 w 259444"/>
                <a:gd name="csY232" fmla="*/ 26851 h 292199"/>
                <a:gd name="csX233" fmla="*/ 13749 w 259444"/>
                <a:gd name="csY233" fmla="*/ 27688 h 292199"/>
                <a:gd name="csX234" fmla="*/ 17028 w 259444"/>
                <a:gd name="csY234" fmla="*/ 28053 h 292199"/>
                <a:gd name="csX235" fmla="*/ 18398 w 259444"/>
                <a:gd name="csY235" fmla="*/ 28768 h 292199"/>
                <a:gd name="csX236" fmla="*/ 18702 w 259444"/>
                <a:gd name="csY236" fmla="*/ 29917 h 292199"/>
                <a:gd name="csX237" fmla="*/ 19607 w 259444"/>
                <a:gd name="csY237" fmla="*/ 30450 h 292199"/>
                <a:gd name="csX238" fmla="*/ 20657 w 259444"/>
                <a:gd name="csY238" fmla="*/ 30244 h 292199"/>
                <a:gd name="csX239" fmla="*/ 21844 w 259444"/>
                <a:gd name="csY239" fmla="*/ 30168 h 292199"/>
                <a:gd name="csX240" fmla="*/ 24500 w 259444"/>
                <a:gd name="csY240" fmla="*/ 28996 h 292199"/>
                <a:gd name="csX241" fmla="*/ 26645 w 259444"/>
                <a:gd name="csY241" fmla="*/ 28213 h 292199"/>
                <a:gd name="csX242" fmla="*/ 28494 w 259444"/>
                <a:gd name="csY242" fmla="*/ 27277 h 292199"/>
                <a:gd name="csX243" fmla="*/ 29445 w 259444"/>
                <a:gd name="csY243" fmla="*/ 26364 h 292199"/>
                <a:gd name="csX244" fmla="*/ 31751 w 259444"/>
                <a:gd name="csY244" fmla="*/ 23161 h 292199"/>
                <a:gd name="csX245" fmla="*/ 33607 w 259444"/>
                <a:gd name="csY245" fmla="*/ 21395 h 292199"/>
                <a:gd name="csX246" fmla="*/ 35319 w 259444"/>
                <a:gd name="csY246" fmla="*/ 20779 h 292199"/>
                <a:gd name="csX247" fmla="*/ 38659 w 259444"/>
                <a:gd name="csY247" fmla="*/ 20520 h 292199"/>
                <a:gd name="csX248" fmla="*/ 39717 w 259444"/>
                <a:gd name="csY248" fmla="*/ 21022 h 292199"/>
                <a:gd name="csX249" fmla="*/ 41079 w 259444"/>
                <a:gd name="csY249" fmla="*/ 20962 h 292199"/>
                <a:gd name="csX250" fmla="*/ 42258 w 259444"/>
                <a:gd name="csY250" fmla="*/ 19143 h 292199"/>
                <a:gd name="csX251" fmla="*/ 44054 w 259444"/>
                <a:gd name="csY251" fmla="*/ 17135 h 292199"/>
                <a:gd name="csX252" fmla="*/ 47592 w 259444"/>
                <a:gd name="csY252" fmla="*/ 14631 h 292199"/>
                <a:gd name="csX253" fmla="*/ 49387 w 259444"/>
                <a:gd name="csY253" fmla="*/ 13947 h 292199"/>
                <a:gd name="csX254" fmla="*/ 50506 w 259444"/>
                <a:gd name="csY254" fmla="*/ 13072 h 292199"/>
                <a:gd name="csX255" fmla="*/ 52423 w 259444"/>
                <a:gd name="csY255" fmla="*/ 12942 h 292199"/>
                <a:gd name="csX256" fmla="*/ 54112 w 259444"/>
                <a:gd name="csY256" fmla="*/ 12029 h 292199"/>
                <a:gd name="csX257" fmla="*/ 62261 w 259444"/>
                <a:gd name="csY257" fmla="*/ 5706 h 292199"/>
                <a:gd name="csX258" fmla="*/ 65563 w 259444"/>
                <a:gd name="csY258" fmla="*/ 4078 h 292199"/>
                <a:gd name="csX259" fmla="*/ 67617 w 259444"/>
                <a:gd name="csY259" fmla="*/ 3782 h 292199"/>
                <a:gd name="csX260" fmla="*/ 69322 w 259444"/>
                <a:gd name="csY260" fmla="*/ 3394 h 292199"/>
                <a:gd name="csX261" fmla="*/ 72213 w 259444"/>
                <a:gd name="csY261" fmla="*/ 2488 h 292199"/>
                <a:gd name="csX262" fmla="*/ 79456 w 259444"/>
                <a:gd name="csY262" fmla="*/ 1605 h 292199"/>
                <a:gd name="csX263" fmla="*/ 84105 w 259444"/>
                <a:gd name="csY263" fmla="*/ 1248 h 292199"/>
                <a:gd name="csX264" fmla="*/ 85596 w 259444"/>
                <a:gd name="csY264" fmla="*/ 2123 h 292199"/>
                <a:gd name="csX265" fmla="*/ 87270 w 259444"/>
                <a:gd name="csY265" fmla="*/ 1872 h 292199"/>
                <a:gd name="csX266" fmla="*/ 88693 w 259444"/>
                <a:gd name="csY266" fmla="*/ 456 h 292199"/>
                <a:gd name="csX267" fmla="*/ 89872 w 259444"/>
                <a:gd name="csY267" fmla="*/ 0 h 292199"/>
                <a:gd name="csX268" fmla="*/ 90740 w 259444"/>
                <a:gd name="csY268" fmla="*/ 38 h 292199"/>
                <a:gd name="csX269" fmla="*/ 91988 w 259444"/>
                <a:gd name="csY269" fmla="*/ 1712 h 292199"/>
                <a:gd name="csX270" fmla="*/ 92596 w 259444"/>
                <a:gd name="csY270" fmla="*/ 3492 h 292199"/>
                <a:gd name="csX271" fmla="*/ 92193 w 259444"/>
                <a:gd name="csY271" fmla="*/ 4847 h 292199"/>
                <a:gd name="csX272" fmla="*/ 92269 w 259444"/>
                <a:gd name="csY272" fmla="*/ 6817 h 292199"/>
                <a:gd name="csX273" fmla="*/ 92824 w 259444"/>
                <a:gd name="csY273" fmla="*/ 9389 h 292199"/>
                <a:gd name="csX274" fmla="*/ 92513 w 259444"/>
                <a:gd name="csY274" fmla="*/ 11687 h 292199"/>
                <a:gd name="csX275" fmla="*/ 90755 w 259444"/>
                <a:gd name="csY275" fmla="*/ 14684 h 292199"/>
                <a:gd name="csX276" fmla="*/ 89872 w 259444"/>
                <a:gd name="csY276" fmla="*/ 15910 h 292199"/>
                <a:gd name="csX277" fmla="*/ 89652 w 259444"/>
                <a:gd name="csY277" fmla="*/ 17173 h 292199"/>
                <a:gd name="csX278" fmla="*/ 89804 w 259444"/>
                <a:gd name="csY278" fmla="*/ 18877 h 292199"/>
                <a:gd name="csX279" fmla="*/ 90610 w 259444"/>
                <a:gd name="csY279" fmla="*/ 21646 h 292199"/>
                <a:gd name="csX280" fmla="*/ 92064 w 259444"/>
                <a:gd name="csY280" fmla="*/ 25496 h 292199"/>
                <a:gd name="csX281" fmla="*/ 92284 w 259444"/>
                <a:gd name="csY281" fmla="*/ 28342 h 292199"/>
                <a:gd name="csX282" fmla="*/ 91265 w 259444"/>
                <a:gd name="csY282" fmla="*/ 30191 h 292199"/>
                <a:gd name="csX283" fmla="*/ 90793 w 259444"/>
                <a:gd name="csY283" fmla="*/ 31789 h 292199"/>
                <a:gd name="csX284" fmla="*/ 90877 w 259444"/>
                <a:gd name="csY284" fmla="*/ 33135 h 292199"/>
                <a:gd name="csX285" fmla="*/ 91234 w 259444"/>
                <a:gd name="csY285" fmla="*/ 34079 h 292199"/>
                <a:gd name="csX286" fmla="*/ 91889 w 259444"/>
                <a:gd name="csY286" fmla="*/ 34619 h 292199"/>
                <a:gd name="csX287" fmla="*/ 92246 w 259444"/>
                <a:gd name="csY287" fmla="*/ 35692 h 292199"/>
                <a:gd name="csX288" fmla="*/ 92322 w 259444"/>
                <a:gd name="csY288" fmla="*/ 37305 h 292199"/>
                <a:gd name="csX289" fmla="*/ 93175 w 259444"/>
                <a:gd name="csY289" fmla="*/ 38865 h 292199"/>
                <a:gd name="csX290" fmla="*/ 94795 w 259444"/>
                <a:gd name="csY290" fmla="*/ 40371 h 292199"/>
                <a:gd name="csX291" fmla="*/ 95457 w 259444"/>
                <a:gd name="csY291" fmla="*/ 41802 h 292199"/>
                <a:gd name="csX292" fmla="*/ 95153 w 259444"/>
                <a:gd name="csY292" fmla="*/ 43171 h 292199"/>
                <a:gd name="csX293" fmla="*/ 95236 w 259444"/>
                <a:gd name="csY293" fmla="*/ 44031 h 292199"/>
                <a:gd name="csX294" fmla="*/ 95708 w 259444"/>
                <a:gd name="csY294" fmla="*/ 44365 h 292199"/>
                <a:gd name="csX295" fmla="*/ 96149 w 259444"/>
                <a:gd name="csY295" fmla="*/ 44092 h 292199"/>
                <a:gd name="csX296" fmla="*/ 96743 w 259444"/>
                <a:gd name="csY296" fmla="*/ 43711 h 292199"/>
                <a:gd name="csX297" fmla="*/ 97268 w 259444"/>
                <a:gd name="csY297" fmla="*/ 43848 h 292199"/>
                <a:gd name="csX298" fmla="*/ 98409 w 259444"/>
                <a:gd name="csY298" fmla="*/ 45758 h 292199"/>
                <a:gd name="csX299" fmla="*/ 98554 w 259444"/>
                <a:gd name="csY299" fmla="*/ 46146 h 292199"/>
                <a:gd name="csX300" fmla="*/ 99170 w 259444"/>
                <a:gd name="csY300" fmla="*/ 47729 h 292199"/>
                <a:gd name="csX301" fmla="*/ 99360 w 259444"/>
                <a:gd name="csY301" fmla="*/ 48923 h 292199"/>
                <a:gd name="csX302" fmla="*/ 101026 w 259444"/>
                <a:gd name="csY302" fmla="*/ 49593 h 292199"/>
                <a:gd name="csX303" fmla="*/ 102830 w 259444"/>
                <a:gd name="csY303" fmla="*/ 50118 h 292199"/>
                <a:gd name="csX304" fmla="*/ 103826 w 259444"/>
                <a:gd name="csY304" fmla="*/ 50742 h 292199"/>
                <a:gd name="csX305" fmla="*/ 105820 w 259444"/>
                <a:gd name="csY305" fmla="*/ 52636 h 292199"/>
                <a:gd name="csX306" fmla="*/ 107494 w 259444"/>
                <a:gd name="csY306" fmla="*/ 53884 h 292199"/>
                <a:gd name="csX307" fmla="*/ 109594 w 259444"/>
                <a:gd name="csY307" fmla="*/ 54903 h 292199"/>
                <a:gd name="csX308" fmla="*/ 110286 w 259444"/>
                <a:gd name="csY308" fmla="*/ 56539 h 292199"/>
                <a:gd name="csX309" fmla="*/ 111572 w 259444"/>
                <a:gd name="csY309" fmla="*/ 59004 h 292199"/>
                <a:gd name="csX310" fmla="*/ 115110 w 259444"/>
                <a:gd name="csY310" fmla="*/ 59948 h 292199"/>
                <a:gd name="csX311" fmla="*/ 119234 w 259444"/>
                <a:gd name="csY311" fmla="*/ 60420 h 292199"/>
                <a:gd name="csX312" fmla="*/ 121866 w 259444"/>
                <a:gd name="csY312" fmla="*/ 60960 h 292199"/>
                <a:gd name="csX313" fmla="*/ 125077 w 259444"/>
                <a:gd name="csY313" fmla="*/ 59651 h 292199"/>
                <a:gd name="csX314" fmla="*/ 127200 w 259444"/>
                <a:gd name="csY314" fmla="*/ 59834 h 292199"/>
                <a:gd name="csX315" fmla="*/ 129399 w 259444"/>
                <a:gd name="csY315" fmla="*/ 60724 h 292199"/>
                <a:gd name="csX316" fmla="*/ 130335 w 259444"/>
                <a:gd name="csY316" fmla="*/ 61333 h 292199"/>
                <a:gd name="csX317" fmla="*/ 131971 w 259444"/>
                <a:gd name="csY317" fmla="*/ 62603 h 292199"/>
                <a:gd name="csX318" fmla="*/ 134504 w 259444"/>
                <a:gd name="csY318" fmla="*/ 64232 h 292199"/>
                <a:gd name="csX319" fmla="*/ 136574 w 259444"/>
                <a:gd name="csY319" fmla="*/ 64832 h 292199"/>
                <a:gd name="csX320" fmla="*/ 138050 w 259444"/>
                <a:gd name="csY320" fmla="*/ 63927 h 292199"/>
                <a:gd name="csX321" fmla="*/ 139412 w 259444"/>
                <a:gd name="csY321" fmla="*/ 63608 h 292199"/>
                <a:gd name="csX322" fmla="*/ 140469 w 259444"/>
                <a:gd name="csY322" fmla="*/ 63988 h 292199"/>
                <a:gd name="csX323" fmla="*/ 141025 w 259444"/>
                <a:gd name="csY323" fmla="*/ 65761 h 292199"/>
                <a:gd name="csX324" fmla="*/ 141580 w 259444"/>
                <a:gd name="csY324" fmla="*/ 66955 h 292199"/>
                <a:gd name="csX325" fmla="*/ 142805 w 259444"/>
                <a:gd name="csY325" fmla="*/ 67861 h 292199"/>
                <a:gd name="csX326" fmla="*/ 145430 w 259444"/>
                <a:gd name="csY326" fmla="*/ 70181 h 292199"/>
                <a:gd name="csX327" fmla="*/ 146914 w 259444"/>
                <a:gd name="csY327" fmla="*/ 71132 h 292199"/>
                <a:gd name="csX328" fmla="*/ 148588 w 259444"/>
                <a:gd name="csY328" fmla="*/ 71064 h 292199"/>
                <a:gd name="csX329" fmla="*/ 152042 w 259444"/>
                <a:gd name="csY329" fmla="*/ 72593 h 292199"/>
                <a:gd name="csX330" fmla="*/ 155725 w 259444"/>
                <a:gd name="csY330" fmla="*/ 74077 h 292199"/>
                <a:gd name="csX331" fmla="*/ 157627 w 259444"/>
                <a:gd name="csY331" fmla="*/ 74320 h 292199"/>
                <a:gd name="csX332" fmla="*/ 159498 w 259444"/>
                <a:gd name="csY332" fmla="*/ 74100 h 292199"/>
                <a:gd name="csX333" fmla="*/ 160739 w 259444"/>
                <a:gd name="csY333" fmla="*/ 74678 h 292199"/>
                <a:gd name="csX334" fmla="*/ 161241 w 259444"/>
                <a:gd name="csY334" fmla="*/ 76466 h 292199"/>
                <a:gd name="csX335" fmla="*/ 164444 w 259444"/>
                <a:gd name="csY335" fmla="*/ 80042 h 292199"/>
                <a:gd name="csX336" fmla="*/ 165951 w 259444"/>
                <a:gd name="csY336" fmla="*/ 81450 h 292199"/>
                <a:gd name="csX337" fmla="*/ 167746 w 259444"/>
                <a:gd name="csY337" fmla="*/ 82652 h 292199"/>
                <a:gd name="csX338" fmla="*/ 172319 w 259444"/>
                <a:gd name="csY338" fmla="*/ 82629 h 292199"/>
                <a:gd name="csX339" fmla="*/ 173688 w 259444"/>
                <a:gd name="csY339" fmla="*/ 82987 h 292199"/>
                <a:gd name="csX340" fmla="*/ 175728 w 259444"/>
                <a:gd name="csY340" fmla="*/ 82667 h 292199"/>
                <a:gd name="csX341" fmla="*/ 181860 w 259444"/>
                <a:gd name="csY341" fmla="*/ 82058 h 292199"/>
                <a:gd name="csX342" fmla="*/ 182971 w 259444"/>
                <a:gd name="csY342" fmla="*/ 81868 h 292199"/>
                <a:gd name="csX343" fmla="*/ 186440 w 259444"/>
                <a:gd name="csY343" fmla="*/ 83428 h 292199"/>
                <a:gd name="csX344" fmla="*/ 190541 w 259444"/>
                <a:gd name="csY344" fmla="*/ 85680 h 292199"/>
                <a:gd name="csX345" fmla="*/ 193258 w 259444"/>
                <a:gd name="csY345" fmla="*/ 87445 h 292199"/>
                <a:gd name="csX346" fmla="*/ 195152 w 259444"/>
                <a:gd name="csY346" fmla="*/ 88419 h 292199"/>
                <a:gd name="csX347" fmla="*/ 196141 w 259444"/>
                <a:gd name="csY347" fmla="*/ 90002 h 292199"/>
                <a:gd name="csX348" fmla="*/ 196948 w 259444"/>
                <a:gd name="csY348" fmla="*/ 91653 h 292199"/>
                <a:gd name="csX349" fmla="*/ 197321 w 259444"/>
                <a:gd name="csY349" fmla="*/ 93433 h 292199"/>
                <a:gd name="csX350" fmla="*/ 196826 w 259444"/>
                <a:gd name="csY350" fmla="*/ 95198 h 292199"/>
                <a:gd name="csX351" fmla="*/ 196080 w 259444"/>
                <a:gd name="csY351" fmla="*/ 95914 h 292199"/>
                <a:gd name="csX352" fmla="*/ 195829 w 259444"/>
                <a:gd name="csY352" fmla="*/ 97055 h 292199"/>
                <a:gd name="csX353" fmla="*/ 196141 w 259444"/>
                <a:gd name="csY353" fmla="*/ 98767 h 292199"/>
                <a:gd name="csX354" fmla="*/ 197503 w 259444"/>
                <a:gd name="csY354" fmla="*/ 100296 h 292199"/>
                <a:gd name="csX355" fmla="*/ 198005 w 259444"/>
                <a:gd name="csY355" fmla="*/ 102175 h 292199"/>
                <a:gd name="csX356" fmla="*/ 198751 w 259444"/>
                <a:gd name="csY356" fmla="*/ 105508 h 292199"/>
                <a:gd name="csX357" fmla="*/ 199588 w 259444"/>
                <a:gd name="csY357" fmla="*/ 106558 h 292199"/>
                <a:gd name="csX358" fmla="*/ 200128 w 259444"/>
                <a:gd name="csY358" fmla="*/ 116883 h 292199"/>
                <a:gd name="csX359" fmla="*/ 197381 w 259444"/>
                <a:gd name="csY359" fmla="*/ 116966 h 292199"/>
                <a:gd name="csX360" fmla="*/ 193509 w 259444"/>
                <a:gd name="csY360" fmla="*/ 117088 h 292199"/>
                <a:gd name="csX361" fmla="*/ 194642 w 259444"/>
                <a:gd name="csY361" fmla="*/ 118077 h 292199"/>
                <a:gd name="csX362" fmla="*/ 197846 w 259444"/>
                <a:gd name="csY362" fmla="*/ 121927 h 292199"/>
                <a:gd name="csX363" fmla="*/ 200790 w 259444"/>
                <a:gd name="csY363" fmla="*/ 125480 h 292199"/>
                <a:gd name="csX364" fmla="*/ 201262 w 259444"/>
                <a:gd name="csY364" fmla="*/ 131187 h 292199"/>
                <a:gd name="csX365" fmla="*/ 201551 w 259444"/>
                <a:gd name="csY365" fmla="*/ 134786 h 292199"/>
                <a:gd name="csX366" fmla="*/ 201969 w 259444"/>
                <a:gd name="csY366" fmla="*/ 139868 h 292199"/>
                <a:gd name="csX367" fmla="*/ 202213 w 259444"/>
                <a:gd name="csY367" fmla="*/ 142904 h 292199"/>
                <a:gd name="csX368" fmla="*/ 209570 w 259444"/>
                <a:gd name="csY368" fmla="*/ 143178 h 292199"/>
                <a:gd name="csX369" fmla="*/ 218046 w 259444"/>
                <a:gd name="csY369" fmla="*/ 143490 h 292199"/>
                <a:gd name="csX370" fmla="*/ 228234 w 259444"/>
                <a:gd name="csY370" fmla="*/ 143870 h 292199"/>
                <a:gd name="csX371" fmla="*/ 237189 w 259444"/>
                <a:gd name="csY371" fmla="*/ 144205 h 292199"/>
                <a:gd name="csX372" fmla="*/ 238072 w 259444"/>
                <a:gd name="csY372" fmla="*/ 144167 h 292199"/>
                <a:gd name="csX373" fmla="*/ 239624 w 259444"/>
                <a:gd name="csY373" fmla="*/ 143756 h 292199"/>
                <a:gd name="csX374" fmla="*/ 240659 w 259444"/>
                <a:gd name="csY374" fmla="*/ 143216 h 292199"/>
                <a:gd name="csX375" fmla="*/ 241290 w 259444"/>
                <a:gd name="csY375" fmla="*/ 143231 h 292199"/>
                <a:gd name="csX376" fmla="*/ 241397 w 259444"/>
                <a:gd name="csY376" fmla="*/ 144464 h 292199"/>
                <a:gd name="csX377" fmla="*/ 241184 w 259444"/>
                <a:gd name="csY377" fmla="*/ 146016 h 292199"/>
                <a:gd name="csX378" fmla="*/ 241191 w 259444"/>
                <a:gd name="csY378" fmla="*/ 147804 h 292199"/>
                <a:gd name="csX379" fmla="*/ 238628 w 259444"/>
                <a:gd name="csY379" fmla="*/ 151334 h 292199"/>
                <a:gd name="csX380" fmla="*/ 238468 w 259444"/>
                <a:gd name="csY380" fmla="*/ 152445 h 292199"/>
                <a:gd name="csX381" fmla="*/ 238856 w 259444"/>
                <a:gd name="csY381" fmla="*/ 157102 h 292199"/>
                <a:gd name="csX382" fmla="*/ 239761 w 259444"/>
                <a:gd name="csY382" fmla="*/ 160875 h 292199"/>
                <a:gd name="csX383" fmla="*/ 240218 w 259444"/>
                <a:gd name="csY383" fmla="*/ 164284 h 292199"/>
                <a:gd name="csX384" fmla="*/ 241245 w 259444"/>
                <a:gd name="csY384" fmla="*/ 165349 h 292199"/>
                <a:gd name="csX385" fmla="*/ 244281 w 259444"/>
                <a:gd name="csY385" fmla="*/ 167153 h 292199"/>
                <a:gd name="csX386" fmla="*/ 248869 w 259444"/>
                <a:gd name="csY386" fmla="*/ 170485 h 292199"/>
                <a:gd name="csX387" fmla="*/ 250702 w 259444"/>
                <a:gd name="csY387" fmla="*/ 170919 h 292199"/>
                <a:gd name="csX388" fmla="*/ 252254 w 259444"/>
                <a:gd name="csY388" fmla="*/ 170462 h 292199"/>
                <a:gd name="csX389" fmla="*/ 253183 w 259444"/>
                <a:gd name="csY389" fmla="*/ 171824 h 292199"/>
                <a:gd name="csX390" fmla="*/ 253365 w 259444"/>
                <a:gd name="csY390" fmla="*/ 174023 h 292199"/>
                <a:gd name="csX391" fmla="*/ 255899 w 259444"/>
                <a:gd name="csY391" fmla="*/ 180163 h 292199"/>
                <a:gd name="csX392" fmla="*/ 257504 w 259444"/>
                <a:gd name="csY392" fmla="*/ 184066 h 292199"/>
                <a:gd name="csX393" fmla="*/ 258242 w 259444"/>
                <a:gd name="csY393" fmla="*/ 185428 h 292199"/>
                <a:gd name="csX394" fmla="*/ 259445 w 259444"/>
                <a:gd name="csY394" fmla="*/ 186128 h 292199"/>
                <a:gd name="csX395" fmla="*/ 259216 w 259444"/>
                <a:gd name="csY395" fmla="*/ 186638 h 292199"/>
                <a:gd name="csX396" fmla="*/ 258220 w 259444"/>
                <a:gd name="csY396" fmla="*/ 186844 h 292199"/>
                <a:gd name="csX397" fmla="*/ 257771 w 259444"/>
                <a:gd name="csY397" fmla="*/ 187574 h 292199"/>
                <a:gd name="csX398" fmla="*/ 256378 w 259444"/>
                <a:gd name="csY398" fmla="*/ 191957 h 292199"/>
                <a:gd name="csX399" fmla="*/ 254545 w 259444"/>
                <a:gd name="csY399" fmla="*/ 197731 h 292199"/>
                <a:gd name="csX400" fmla="*/ 253304 w 259444"/>
                <a:gd name="csY400" fmla="*/ 201802 h 292199"/>
                <a:gd name="csX401" fmla="*/ 254423 w 259444"/>
                <a:gd name="csY401" fmla="*/ 201863 h 292199"/>
                <a:gd name="csX402" fmla="*/ 254469 w 259444"/>
                <a:gd name="csY402" fmla="*/ 202989 h 292199"/>
                <a:gd name="csX403" fmla="*/ 254720 w 259444"/>
                <a:gd name="csY403" fmla="*/ 204708 h 292199"/>
                <a:gd name="csX404" fmla="*/ 253342 w 259444"/>
                <a:gd name="csY404" fmla="*/ 204921 h 292199"/>
                <a:gd name="csX405" fmla="*/ 252931 w 259444"/>
                <a:gd name="csY405" fmla="*/ 205538 h 292199"/>
                <a:gd name="csX406" fmla="*/ 251349 w 259444"/>
                <a:gd name="csY406" fmla="*/ 208878 h 292199"/>
                <a:gd name="csX407" fmla="*/ 249280 w 259444"/>
                <a:gd name="csY407" fmla="*/ 213253 h 292199"/>
                <a:gd name="csX408" fmla="*/ 247134 w 259444"/>
                <a:gd name="csY408" fmla="*/ 217787 h 292199"/>
                <a:gd name="csX409" fmla="*/ 245863 w 259444"/>
                <a:gd name="csY409" fmla="*/ 220473 h 292199"/>
                <a:gd name="csX410" fmla="*/ 248032 w 259444"/>
                <a:gd name="csY410" fmla="*/ 222459 h 292199"/>
                <a:gd name="csX411" fmla="*/ 251646 w 259444"/>
                <a:gd name="csY411" fmla="*/ 225776 h 292199"/>
                <a:gd name="csX412" fmla="*/ 251075 w 259444"/>
                <a:gd name="csY412" fmla="*/ 226697 h 292199"/>
                <a:gd name="csX413" fmla="*/ 249523 w 259444"/>
                <a:gd name="csY413" fmla="*/ 227161 h 292199"/>
                <a:gd name="csX414" fmla="*/ 248222 w 259444"/>
                <a:gd name="csY414" fmla="*/ 227481 h 292199"/>
                <a:gd name="csX415" fmla="*/ 247225 w 259444"/>
                <a:gd name="csY415" fmla="*/ 228736 h 292199"/>
                <a:gd name="csX416" fmla="*/ 246670 w 259444"/>
                <a:gd name="csY416" fmla="*/ 229657 h 2921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Lst>
              <a:rect l="l" t="t" r="r" b="b"/>
              <a:pathLst>
                <a:path w="259444" h="292199">
                  <a:moveTo>
                    <a:pt x="245262" y="229961"/>
                  </a:moveTo>
                  <a:lnTo>
                    <a:pt x="245688" y="226210"/>
                  </a:lnTo>
                  <a:lnTo>
                    <a:pt x="245255" y="222961"/>
                  </a:lnTo>
                  <a:lnTo>
                    <a:pt x="244821" y="222124"/>
                  </a:lnTo>
                  <a:lnTo>
                    <a:pt x="238544" y="218259"/>
                  </a:lnTo>
                  <a:lnTo>
                    <a:pt x="232845" y="214744"/>
                  </a:lnTo>
                  <a:lnTo>
                    <a:pt x="225389" y="210149"/>
                  </a:lnTo>
                  <a:lnTo>
                    <a:pt x="215771" y="210278"/>
                  </a:lnTo>
                  <a:lnTo>
                    <a:pt x="205812" y="210407"/>
                  </a:lnTo>
                  <a:lnTo>
                    <a:pt x="196324" y="212461"/>
                  </a:lnTo>
                  <a:lnTo>
                    <a:pt x="186988" y="214478"/>
                  </a:lnTo>
                  <a:lnTo>
                    <a:pt x="182560" y="215437"/>
                  </a:lnTo>
                  <a:lnTo>
                    <a:pt x="173681" y="217354"/>
                  </a:lnTo>
                  <a:lnTo>
                    <a:pt x="168454" y="218236"/>
                  </a:lnTo>
                  <a:lnTo>
                    <a:pt x="167084" y="221934"/>
                  </a:lnTo>
                  <a:lnTo>
                    <a:pt x="165038" y="227488"/>
                  </a:lnTo>
                  <a:lnTo>
                    <a:pt x="163006" y="230737"/>
                  </a:lnTo>
                  <a:lnTo>
                    <a:pt x="160663" y="234153"/>
                  </a:lnTo>
                  <a:lnTo>
                    <a:pt x="157360" y="238970"/>
                  </a:lnTo>
                  <a:lnTo>
                    <a:pt x="157353" y="244828"/>
                  </a:lnTo>
                  <a:lnTo>
                    <a:pt x="157353" y="250405"/>
                  </a:lnTo>
                  <a:lnTo>
                    <a:pt x="155032" y="258280"/>
                  </a:lnTo>
                  <a:lnTo>
                    <a:pt x="153054" y="264976"/>
                  </a:lnTo>
                  <a:lnTo>
                    <a:pt x="151152" y="271458"/>
                  </a:lnTo>
                  <a:lnTo>
                    <a:pt x="149843" y="275940"/>
                  </a:lnTo>
                  <a:lnTo>
                    <a:pt x="149356" y="277081"/>
                  </a:lnTo>
                  <a:lnTo>
                    <a:pt x="149052" y="276716"/>
                  </a:lnTo>
                  <a:lnTo>
                    <a:pt x="147363" y="275377"/>
                  </a:lnTo>
                  <a:lnTo>
                    <a:pt x="145856" y="272850"/>
                  </a:lnTo>
                  <a:lnTo>
                    <a:pt x="145445" y="271702"/>
                  </a:lnTo>
                  <a:lnTo>
                    <a:pt x="145255" y="271656"/>
                  </a:lnTo>
                  <a:lnTo>
                    <a:pt x="136201" y="271732"/>
                  </a:lnTo>
                  <a:lnTo>
                    <a:pt x="127489" y="271816"/>
                  </a:lnTo>
                  <a:lnTo>
                    <a:pt x="126599" y="272348"/>
                  </a:lnTo>
                  <a:lnTo>
                    <a:pt x="125344" y="272341"/>
                  </a:lnTo>
                  <a:lnTo>
                    <a:pt x="124423" y="271846"/>
                  </a:lnTo>
                  <a:lnTo>
                    <a:pt x="123525" y="271884"/>
                  </a:lnTo>
                  <a:lnTo>
                    <a:pt x="122224" y="272371"/>
                  </a:lnTo>
                  <a:lnTo>
                    <a:pt x="121060" y="273383"/>
                  </a:lnTo>
                  <a:lnTo>
                    <a:pt x="117735" y="280109"/>
                  </a:lnTo>
                  <a:lnTo>
                    <a:pt x="116092" y="282985"/>
                  </a:lnTo>
                  <a:lnTo>
                    <a:pt x="114866" y="285565"/>
                  </a:lnTo>
                  <a:lnTo>
                    <a:pt x="113976" y="289985"/>
                  </a:lnTo>
                  <a:lnTo>
                    <a:pt x="113604" y="290723"/>
                  </a:lnTo>
                  <a:lnTo>
                    <a:pt x="112569" y="289194"/>
                  </a:lnTo>
                  <a:lnTo>
                    <a:pt x="111039" y="285154"/>
                  </a:lnTo>
                  <a:lnTo>
                    <a:pt x="110355" y="282848"/>
                  </a:lnTo>
                  <a:lnTo>
                    <a:pt x="109373" y="280238"/>
                  </a:lnTo>
                  <a:lnTo>
                    <a:pt x="107623" y="276959"/>
                  </a:lnTo>
                  <a:lnTo>
                    <a:pt x="105607" y="275970"/>
                  </a:lnTo>
                  <a:lnTo>
                    <a:pt x="104351" y="275643"/>
                  </a:lnTo>
                  <a:lnTo>
                    <a:pt x="102548" y="275019"/>
                  </a:lnTo>
                  <a:lnTo>
                    <a:pt x="99360" y="274235"/>
                  </a:lnTo>
                  <a:lnTo>
                    <a:pt x="97968" y="274076"/>
                  </a:lnTo>
                  <a:lnTo>
                    <a:pt x="88845" y="273969"/>
                  </a:lnTo>
                  <a:lnTo>
                    <a:pt x="88122" y="273885"/>
                  </a:lnTo>
                  <a:lnTo>
                    <a:pt x="84546" y="274243"/>
                  </a:lnTo>
                  <a:lnTo>
                    <a:pt x="82736" y="273999"/>
                  </a:lnTo>
                  <a:lnTo>
                    <a:pt x="80833" y="272173"/>
                  </a:lnTo>
                  <a:lnTo>
                    <a:pt x="76595" y="268963"/>
                  </a:lnTo>
                  <a:lnTo>
                    <a:pt x="75743" y="267943"/>
                  </a:lnTo>
                  <a:lnTo>
                    <a:pt x="74115" y="267274"/>
                  </a:lnTo>
                  <a:lnTo>
                    <a:pt x="73149" y="267205"/>
                  </a:lnTo>
                  <a:lnTo>
                    <a:pt x="72555" y="267836"/>
                  </a:lnTo>
                  <a:lnTo>
                    <a:pt x="71825" y="270515"/>
                  </a:lnTo>
                  <a:lnTo>
                    <a:pt x="70957" y="272934"/>
                  </a:lnTo>
                  <a:lnTo>
                    <a:pt x="70052" y="274327"/>
                  </a:lnTo>
                  <a:lnTo>
                    <a:pt x="67024" y="275354"/>
                  </a:lnTo>
                  <a:lnTo>
                    <a:pt x="64201" y="276427"/>
                  </a:lnTo>
                  <a:lnTo>
                    <a:pt x="62649" y="276678"/>
                  </a:lnTo>
                  <a:lnTo>
                    <a:pt x="61820" y="277887"/>
                  </a:lnTo>
                  <a:lnTo>
                    <a:pt x="61454" y="279584"/>
                  </a:lnTo>
                  <a:lnTo>
                    <a:pt x="60762" y="281113"/>
                  </a:lnTo>
                  <a:lnTo>
                    <a:pt x="56684" y="283419"/>
                  </a:lnTo>
                  <a:lnTo>
                    <a:pt x="55778" y="284385"/>
                  </a:lnTo>
                  <a:lnTo>
                    <a:pt x="55307" y="286660"/>
                  </a:lnTo>
                  <a:lnTo>
                    <a:pt x="53032" y="289483"/>
                  </a:lnTo>
                  <a:lnTo>
                    <a:pt x="52332" y="290586"/>
                  </a:lnTo>
                  <a:lnTo>
                    <a:pt x="48756" y="291362"/>
                  </a:lnTo>
                  <a:lnTo>
                    <a:pt x="44107" y="292199"/>
                  </a:lnTo>
                  <a:lnTo>
                    <a:pt x="41391" y="292146"/>
                  </a:lnTo>
                  <a:lnTo>
                    <a:pt x="39534" y="291925"/>
                  </a:lnTo>
                  <a:lnTo>
                    <a:pt x="38971" y="291415"/>
                  </a:lnTo>
                  <a:lnTo>
                    <a:pt x="37716" y="290617"/>
                  </a:lnTo>
                  <a:lnTo>
                    <a:pt x="37503" y="289726"/>
                  </a:lnTo>
                  <a:lnTo>
                    <a:pt x="37487" y="288463"/>
                  </a:lnTo>
                  <a:lnTo>
                    <a:pt x="37837" y="286188"/>
                  </a:lnTo>
                  <a:lnTo>
                    <a:pt x="37662" y="283038"/>
                  </a:lnTo>
                  <a:lnTo>
                    <a:pt x="36202" y="279371"/>
                  </a:lnTo>
                  <a:lnTo>
                    <a:pt x="36316" y="278192"/>
                  </a:lnTo>
                  <a:lnTo>
                    <a:pt x="36125" y="276396"/>
                  </a:lnTo>
                  <a:lnTo>
                    <a:pt x="35387" y="273026"/>
                  </a:lnTo>
                  <a:lnTo>
                    <a:pt x="33500" y="271329"/>
                  </a:lnTo>
                  <a:lnTo>
                    <a:pt x="32968" y="268529"/>
                  </a:lnTo>
                  <a:lnTo>
                    <a:pt x="32747" y="266071"/>
                  </a:lnTo>
                  <a:lnTo>
                    <a:pt x="31157" y="262998"/>
                  </a:lnTo>
                  <a:lnTo>
                    <a:pt x="30898" y="259087"/>
                  </a:lnTo>
                  <a:lnTo>
                    <a:pt x="30937" y="255739"/>
                  </a:lnTo>
                  <a:lnTo>
                    <a:pt x="28441" y="251851"/>
                  </a:lnTo>
                  <a:lnTo>
                    <a:pt x="25839" y="247727"/>
                  </a:lnTo>
                  <a:lnTo>
                    <a:pt x="23739" y="247164"/>
                  </a:lnTo>
                  <a:lnTo>
                    <a:pt x="23221" y="246670"/>
                  </a:lnTo>
                  <a:lnTo>
                    <a:pt x="22993" y="245490"/>
                  </a:lnTo>
                  <a:lnTo>
                    <a:pt x="22947" y="243657"/>
                  </a:lnTo>
                  <a:lnTo>
                    <a:pt x="23115" y="242546"/>
                  </a:lnTo>
                  <a:lnTo>
                    <a:pt x="24736" y="240743"/>
                  </a:lnTo>
                  <a:lnTo>
                    <a:pt x="24796" y="240469"/>
                  </a:lnTo>
                  <a:lnTo>
                    <a:pt x="24469" y="240088"/>
                  </a:lnTo>
                  <a:lnTo>
                    <a:pt x="20284" y="237395"/>
                  </a:lnTo>
                  <a:lnTo>
                    <a:pt x="19227" y="236611"/>
                  </a:lnTo>
                  <a:lnTo>
                    <a:pt x="18900" y="235652"/>
                  </a:lnTo>
                  <a:lnTo>
                    <a:pt x="18930" y="234785"/>
                  </a:lnTo>
                  <a:lnTo>
                    <a:pt x="19927" y="233903"/>
                  </a:lnTo>
                  <a:lnTo>
                    <a:pt x="20437" y="233248"/>
                  </a:lnTo>
                  <a:lnTo>
                    <a:pt x="19455" y="231331"/>
                  </a:lnTo>
                  <a:lnTo>
                    <a:pt x="19554" y="229596"/>
                  </a:lnTo>
                  <a:lnTo>
                    <a:pt x="18930" y="228850"/>
                  </a:lnTo>
                  <a:lnTo>
                    <a:pt x="18999" y="228287"/>
                  </a:lnTo>
                  <a:lnTo>
                    <a:pt x="19607" y="227808"/>
                  </a:lnTo>
                  <a:lnTo>
                    <a:pt x="22323" y="227253"/>
                  </a:lnTo>
                  <a:lnTo>
                    <a:pt x="23168" y="225495"/>
                  </a:lnTo>
                  <a:lnTo>
                    <a:pt x="23198" y="224034"/>
                  </a:lnTo>
                  <a:lnTo>
                    <a:pt x="22788" y="222999"/>
                  </a:lnTo>
                  <a:lnTo>
                    <a:pt x="20277" y="220390"/>
                  </a:lnTo>
                  <a:lnTo>
                    <a:pt x="20223" y="219948"/>
                  </a:lnTo>
                  <a:lnTo>
                    <a:pt x="22856" y="216319"/>
                  </a:lnTo>
                  <a:lnTo>
                    <a:pt x="24743" y="213938"/>
                  </a:lnTo>
                  <a:lnTo>
                    <a:pt x="25261" y="213450"/>
                  </a:lnTo>
                  <a:lnTo>
                    <a:pt x="25101" y="212933"/>
                  </a:lnTo>
                  <a:lnTo>
                    <a:pt x="24637" y="212302"/>
                  </a:lnTo>
                  <a:lnTo>
                    <a:pt x="23442" y="211389"/>
                  </a:lnTo>
                  <a:lnTo>
                    <a:pt x="21890" y="210385"/>
                  </a:lnTo>
                  <a:lnTo>
                    <a:pt x="20604" y="209167"/>
                  </a:lnTo>
                  <a:lnTo>
                    <a:pt x="18930" y="207364"/>
                  </a:lnTo>
                  <a:lnTo>
                    <a:pt x="16823" y="205819"/>
                  </a:lnTo>
                  <a:lnTo>
                    <a:pt x="15263" y="204282"/>
                  </a:lnTo>
                  <a:lnTo>
                    <a:pt x="14464" y="203004"/>
                  </a:lnTo>
                  <a:lnTo>
                    <a:pt x="14449" y="201695"/>
                  </a:lnTo>
                  <a:lnTo>
                    <a:pt x="14236" y="199527"/>
                  </a:lnTo>
                  <a:lnTo>
                    <a:pt x="13216" y="196012"/>
                  </a:lnTo>
                  <a:lnTo>
                    <a:pt x="12942" y="193638"/>
                  </a:lnTo>
                  <a:lnTo>
                    <a:pt x="12501" y="191013"/>
                  </a:lnTo>
                  <a:lnTo>
                    <a:pt x="12060" y="189301"/>
                  </a:lnTo>
                  <a:lnTo>
                    <a:pt x="11816" y="187650"/>
                  </a:lnTo>
                  <a:lnTo>
                    <a:pt x="11086" y="185862"/>
                  </a:lnTo>
                  <a:lnTo>
                    <a:pt x="10682" y="184553"/>
                  </a:lnTo>
                  <a:lnTo>
                    <a:pt x="11268" y="183632"/>
                  </a:lnTo>
                  <a:lnTo>
                    <a:pt x="11854" y="182917"/>
                  </a:lnTo>
                  <a:lnTo>
                    <a:pt x="11786" y="182469"/>
                  </a:lnTo>
                  <a:lnTo>
                    <a:pt x="7761" y="180559"/>
                  </a:lnTo>
                  <a:lnTo>
                    <a:pt x="7091" y="180072"/>
                  </a:lnTo>
                  <a:lnTo>
                    <a:pt x="6140" y="176252"/>
                  </a:lnTo>
                  <a:lnTo>
                    <a:pt x="3218" y="172859"/>
                  </a:lnTo>
                  <a:lnTo>
                    <a:pt x="2876" y="170333"/>
                  </a:lnTo>
                  <a:lnTo>
                    <a:pt x="2876" y="170303"/>
                  </a:lnTo>
                  <a:lnTo>
                    <a:pt x="2876" y="169313"/>
                  </a:lnTo>
                  <a:lnTo>
                    <a:pt x="2640" y="167723"/>
                  </a:lnTo>
                  <a:lnTo>
                    <a:pt x="1750" y="166483"/>
                  </a:lnTo>
                  <a:lnTo>
                    <a:pt x="418" y="165623"/>
                  </a:lnTo>
                  <a:lnTo>
                    <a:pt x="0" y="164604"/>
                  </a:lnTo>
                  <a:lnTo>
                    <a:pt x="441" y="163531"/>
                  </a:lnTo>
                  <a:lnTo>
                    <a:pt x="3036" y="161408"/>
                  </a:lnTo>
                  <a:lnTo>
                    <a:pt x="4428" y="161050"/>
                  </a:lnTo>
                  <a:lnTo>
                    <a:pt x="4793" y="159970"/>
                  </a:lnTo>
                  <a:lnTo>
                    <a:pt x="5638" y="159118"/>
                  </a:lnTo>
                  <a:lnTo>
                    <a:pt x="8080" y="155998"/>
                  </a:lnTo>
                  <a:lnTo>
                    <a:pt x="9518" y="153952"/>
                  </a:lnTo>
                  <a:lnTo>
                    <a:pt x="10956" y="152719"/>
                  </a:lnTo>
                  <a:lnTo>
                    <a:pt x="12623" y="151867"/>
                  </a:lnTo>
                  <a:lnTo>
                    <a:pt x="13345" y="151152"/>
                  </a:lnTo>
                  <a:lnTo>
                    <a:pt x="12965" y="148953"/>
                  </a:lnTo>
                  <a:lnTo>
                    <a:pt x="13079" y="147469"/>
                  </a:lnTo>
                  <a:lnTo>
                    <a:pt x="13657" y="146533"/>
                  </a:lnTo>
                  <a:lnTo>
                    <a:pt x="15324" y="145544"/>
                  </a:lnTo>
                  <a:lnTo>
                    <a:pt x="16823" y="144791"/>
                  </a:lnTo>
                  <a:lnTo>
                    <a:pt x="17142" y="144418"/>
                  </a:lnTo>
                  <a:lnTo>
                    <a:pt x="17013" y="143863"/>
                  </a:lnTo>
                  <a:lnTo>
                    <a:pt x="15636" y="142737"/>
                  </a:lnTo>
                  <a:lnTo>
                    <a:pt x="12798" y="141755"/>
                  </a:lnTo>
                  <a:lnTo>
                    <a:pt x="10918" y="141854"/>
                  </a:lnTo>
                  <a:lnTo>
                    <a:pt x="9769" y="140987"/>
                  </a:lnTo>
                  <a:lnTo>
                    <a:pt x="9138" y="140249"/>
                  </a:lnTo>
                  <a:lnTo>
                    <a:pt x="5417" y="131149"/>
                  </a:lnTo>
                  <a:lnTo>
                    <a:pt x="4801" y="129026"/>
                  </a:lnTo>
                  <a:lnTo>
                    <a:pt x="4847" y="128204"/>
                  </a:lnTo>
                  <a:lnTo>
                    <a:pt x="7342" y="123715"/>
                  </a:lnTo>
                  <a:lnTo>
                    <a:pt x="8354" y="122247"/>
                  </a:lnTo>
                  <a:lnTo>
                    <a:pt x="10104" y="120132"/>
                  </a:lnTo>
                  <a:lnTo>
                    <a:pt x="9792" y="119295"/>
                  </a:lnTo>
                  <a:lnTo>
                    <a:pt x="6726" y="115787"/>
                  </a:lnTo>
                  <a:lnTo>
                    <a:pt x="5783" y="114121"/>
                  </a:lnTo>
                  <a:lnTo>
                    <a:pt x="5805" y="112454"/>
                  </a:lnTo>
                  <a:lnTo>
                    <a:pt x="6110" y="110438"/>
                  </a:lnTo>
                  <a:lnTo>
                    <a:pt x="7890" y="109350"/>
                  </a:lnTo>
                  <a:lnTo>
                    <a:pt x="8400" y="107707"/>
                  </a:lnTo>
                  <a:lnTo>
                    <a:pt x="8773" y="106086"/>
                  </a:lnTo>
                  <a:lnTo>
                    <a:pt x="9533" y="105554"/>
                  </a:lnTo>
                  <a:lnTo>
                    <a:pt x="10309" y="104633"/>
                  </a:lnTo>
                  <a:lnTo>
                    <a:pt x="11230" y="103309"/>
                  </a:lnTo>
                  <a:lnTo>
                    <a:pt x="12661" y="102152"/>
                  </a:lnTo>
                  <a:lnTo>
                    <a:pt x="13505" y="101270"/>
                  </a:lnTo>
                  <a:lnTo>
                    <a:pt x="13688" y="98812"/>
                  </a:lnTo>
                  <a:lnTo>
                    <a:pt x="14388" y="98143"/>
                  </a:lnTo>
                  <a:lnTo>
                    <a:pt x="16343" y="97359"/>
                  </a:lnTo>
                  <a:lnTo>
                    <a:pt x="16541" y="96728"/>
                  </a:lnTo>
                  <a:lnTo>
                    <a:pt x="16100" y="95077"/>
                  </a:lnTo>
                  <a:lnTo>
                    <a:pt x="15126" y="93334"/>
                  </a:lnTo>
                  <a:lnTo>
                    <a:pt x="14335" y="92482"/>
                  </a:lnTo>
                  <a:lnTo>
                    <a:pt x="13292" y="88206"/>
                  </a:lnTo>
                  <a:lnTo>
                    <a:pt x="12204" y="86083"/>
                  </a:lnTo>
                  <a:lnTo>
                    <a:pt x="12661" y="85231"/>
                  </a:lnTo>
                  <a:lnTo>
                    <a:pt x="13414" y="84151"/>
                  </a:lnTo>
                  <a:lnTo>
                    <a:pt x="14144" y="82013"/>
                  </a:lnTo>
                  <a:lnTo>
                    <a:pt x="14380" y="79525"/>
                  </a:lnTo>
                  <a:lnTo>
                    <a:pt x="14198" y="70379"/>
                  </a:lnTo>
                  <a:lnTo>
                    <a:pt x="14243" y="68576"/>
                  </a:lnTo>
                  <a:lnTo>
                    <a:pt x="15202" y="67320"/>
                  </a:lnTo>
                  <a:lnTo>
                    <a:pt x="16609" y="65860"/>
                  </a:lnTo>
                  <a:lnTo>
                    <a:pt x="17804" y="65304"/>
                  </a:lnTo>
                  <a:lnTo>
                    <a:pt x="18930" y="64384"/>
                  </a:lnTo>
                  <a:lnTo>
                    <a:pt x="18846" y="62657"/>
                  </a:lnTo>
                  <a:lnTo>
                    <a:pt x="19592" y="61637"/>
                  </a:lnTo>
                  <a:lnTo>
                    <a:pt x="20513" y="60359"/>
                  </a:lnTo>
                  <a:lnTo>
                    <a:pt x="17659" y="55329"/>
                  </a:lnTo>
                  <a:lnTo>
                    <a:pt x="15149" y="50909"/>
                  </a:lnTo>
                  <a:lnTo>
                    <a:pt x="12798" y="46762"/>
                  </a:lnTo>
                  <a:lnTo>
                    <a:pt x="10074" y="41969"/>
                  </a:lnTo>
                  <a:lnTo>
                    <a:pt x="8286" y="38811"/>
                  </a:lnTo>
                  <a:lnTo>
                    <a:pt x="6056" y="34893"/>
                  </a:lnTo>
                  <a:lnTo>
                    <a:pt x="4101" y="31454"/>
                  </a:lnTo>
                  <a:lnTo>
                    <a:pt x="1430" y="26767"/>
                  </a:lnTo>
                  <a:lnTo>
                    <a:pt x="3911" y="26683"/>
                  </a:lnTo>
                  <a:lnTo>
                    <a:pt x="8910" y="26851"/>
                  </a:lnTo>
                  <a:lnTo>
                    <a:pt x="13749" y="27688"/>
                  </a:lnTo>
                  <a:lnTo>
                    <a:pt x="17028" y="28053"/>
                  </a:lnTo>
                  <a:lnTo>
                    <a:pt x="18398" y="28768"/>
                  </a:lnTo>
                  <a:lnTo>
                    <a:pt x="18702" y="29917"/>
                  </a:lnTo>
                  <a:lnTo>
                    <a:pt x="19607" y="30450"/>
                  </a:lnTo>
                  <a:lnTo>
                    <a:pt x="20657" y="30244"/>
                  </a:lnTo>
                  <a:lnTo>
                    <a:pt x="21844" y="30168"/>
                  </a:lnTo>
                  <a:lnTo>
                    <a:pt x="24500" y="28996"/>
                  </a:lnTo>
                  <a:lnTo>
                    <a:pt x="26645" y="28213"/>
                  </a:lnTo>
                  <a:lnTo>
                    <a:pt x="28494" y="27277"/>
                  </a:lnTo>
                  <a:lnTo>
                    <a:pt x="29445" y="26364"/>
                  </a:lnTo>
                  <a:lnTo>
                    <a:pt x="31751" y="23161"/>
                  </a:lnTo>
                  <a:lnTo>
                    <a:pt x="33607" y="21395"/>
                  </a:lnTo>
                  <a:lnTo>
                    <a:pt x="35319" y="20779"/>
                  </a:lnTo>
                  <a:lnTo>
                    <a:pt x="38659" y="20520"/>
                  </a:lnTo>
                  <a:lnTo>
                    <a:pt x="39717" y="21022"/>
                  </a:lnTo>
                  <a:lnTo>
                    <a:pt x="41079" y="20962"/>
                  </a:lnTo>
                  <a:lnTo>
                    <a:pt x="42258" y="19143"/>
                  </a:lnTo>
                  <a:lnTo>
                    <a:pt x="44054" y="17135"/>
                  </a:lnTo>
                  <a:lnTo>
                    <a:pt x="47592" y="14631"/>
                  </a:lnTo>
                  <a:lnTo>
                    <a:pt x="49387" y="13947"/>
                  </a:lnTo>
                  <a:lnTo>
                    <a:pt x="50506" y="13072"/>
                  </a:lnTo>
                  <a:lnTo>
                    <a:pt x="52423" y="12942"/>
                  </a:lnTo>
                  <a:lnTo>
                    <a:pt x="54112" y="12029"/>
                  </a:lnTo>
                  <a:lnTo>
                    <a:pt x="62261" y="5706"/>
                  </a:lnTo>
                  <a:lnTo>
                    <a:pt x="65563" y="4078"/>
                  </a:lnTo>
                  <a:lnTo>
                    <a:pt x="67617" y="3782"/>
                  </a:lnTo>
                  <a:lnTo>
                    <a:pt x="69322" y="3394"/>
                  </a:lnTo>
                  <a:lnTo>
                    <a:pt x="72213" y="2488"/>
                  </a:lnTo>
                  <a:lnTo>
                    <a:pt x="79456" y="1605"/>
                  </a:lnTo>
                  <a:lnTo>
                    <a:pt x="84105" y="1248"/>
                  </a:lnTo>
                  <a:lnTo>
                    <a:pt x="85596" y="2123"/>
                  </a:lnTo>
                  <a:lnTo>
                    <a:pt x="87270" y="1872"/>
                  </a:lnTo>
                  <a:lnTo>
                    <a:pt x="88693" y="456"/>
                  </a:lnTo>
                  <a:lnTo>
                    <a:pt x="89872" y="0"/>
                  </a:lnTo>
                  <a:lnTo>
                    <a:pt x="90740" y="38"/>
                  </a:lnTo>
                  <a:lnTo>
                    <a:pt x="91988" y="1712"/>
                  </a:lnTo>
                  <a:lnTo>
                    <a:pt x="92596" y="3492"/>
                  </a:lnTo>
                  <a:lnTo>
                    <a:pt x="92193" y="4847"/>
                  </a:lnTo>
                  <a:lnTo>
                    <a:pt x="92269" y="6817"/>
                  </a:lnTo>
                  <a:lnTo>
                    <a:pt x="92824" y="9389"/>
                  </a:lnTo>
                  <a:lnTo>
                    <a:pt x="92513" y="11687"/>
                  </a:lnTo>
                  <a:lnTo>
                    <a:pt x="90755" y="14684"/>
                  </a:lnTo>
                  <a:lnTo>
                    <a:pt x="89872" y="15910"/>
                  </a:lnTo>
                  <a:lnTo>
                    <a:pt x="89652" y="17173"/>
                  </a:lnTo>
                  <a:lnTo>
                    <a:pt x="89804" y="18877"/>
                  </a:lnTo>
                  <a:lnTo>
                    <a:pt x="90610" y="21646"/>
                  </a:lnTo>
                  <a:lnTo>
                    <a:pt x="92064" y="25496"/>
                  </a:lnTo>
                  <a:lnTo>
                    <a:pt x="92284" y="28342"/>
                  </a:lnTo>
                  <a:lnTo>
                    <a:pt x="91265" y="30191"/>
                  </a:lnTo>
                  <a:lnTo>
                    <a:pt x="90793" y="31789"/>
                  </a:lnTo>
                  <a:lnTo>
                    <a:pt x="90877" y="33135"/>
                  </a:lnTo>
                  <a:lnTo>
                    <a:pt x="91234" y="34079"/>
                  </a:lnTo>
                  <a:lnTo>
                    <a:pt x="91889" y="34619"/>
                  </a:lnTo>
                  <a:lnTo>
                    <a:pt x="92246" y="35692"/>
                  </a:lnTo>
                  <a:lnTo>
                    <a:pt x="92322" y="37305"/>
                  </a:lnTo>
                  <a:lnTo>
                    <a:pt x="93175" y="38865"/>
                  </a:lnTo>
                  <a:lnTo>
                    <a:pt x="94795" y="40371"/>
                  </a:lnTo>
                  <a:lnTo>
                    <a:pt x="95457" y="41802"/>
                  </a:lnTo>
                  <a:lnTo>
                    <a:pt x="95153" y="43171"/>
                  </a:lnTo>
                  <a:lnTo>
                    <a:pt x="95236" y="44031"/>
                  </a:lnTo>
                  <a:lnTo>
                    <a:pt x="95708" y="44365"/>
                  </a:lnTo>
                  <a:lnTo>
                    <a:pt x="96149" y="44092"/>
                  </a:lnTo>
                  <a:lnTo>
                    <a:pt x="96743" y="43711"/>
                  </a:lnTo>
                  <a:lnTo>
                    <a:pt x="97268" y="43848"/>
                  </a:lnTo>
                  <a:lnTo>
                    <a:pt x="98409" y="45758"/>
                  </a:lnTo>
                  <a:lnTo>
                    <a:pt x="98554" y="46146"/>
                  </a:lnTo>
                  <a:lnTo>
                    <a:pt x="99170" y="47729"/>
                  </a:lnTo>
                  <a:lnTo>
                    <a:pt x="99360" y="48923"/>
                  </a:lnTo>
                  <a:lnTo>
                    <a:pt x="101026" y="49593"/>
                  </a:lnTo>
                  <a:lnTo>
                    <a:pt x="102830" y="50118"/>
                  </a:lnTo>
                  <a:lnTo>
                    <a:pt x="103826" y="50742"/>
                  </a:lnTo>
                  <a:lnTo>
                    <a:pt x="105820" y="52636"/>
                  </a:lnTo>
                  <a:lnTo>
                    <a:pt x="107494" y="53884"/>
                  </a:lnTo>
                  <a:lnTo>
                    <a:pt x="109594" y="54903"/>
                  </a:lnTo>
                  <a:lnTo>
                    <a:pt x="110286" y="56539"/>
                  </a:lnTo>
                  <a:lnTo>
                    <a:pt x="111572" y="59004"/>
                  </a:lnTo>
                  <a:lnTo>
                    <a:pt x="115110" y="59948"/>
                  </a:lnTo>
                  <a:lnTo>
                    <a:pt x="119234" y="60420"/>
                  </a:lnTo>
                  <a:lnTo>
                    <a:pt x="121866" y="60960"/>
                  </a:lnTo>
                  <a:lnTo>
                    <a:pt x="125077" y="59651"/>
                  </a:lnTo>
                  <a:lnTo>
                    <a:pt x="127200" y="59834"/>
                  </a:lnTo>
                  <a:lnTo>
                    <a:pt x="129399" y="60724"/>
                  </a:lnTo>
                  <a:lnTo>
                    <a:pt x="130335" y="61333"/>
                  </a:lnTo>
                  <a:lnTo>
                    <a:pt x="131971" y="62603"/>
                  </a:lnTo>
                  <a:lnTo>
                    <a:pt x="134504" y="64232"/>
                  </a:lnTo>
                  <a:lnTo>
                    <a:pt x="136574" y="64832"/>
                  </a:lnTo>
                  <a:lnTo>
                    <a:pt x="138050" y="63927"/>
                  </a:lnTo>
                  <a:lnTo>
                    <a:pt x="139412" y="63608"/>
                  </a:lnTo>
                  <a:lnTo>
                    <a:pt x="140469" y="63988"/>
                  </a:lnTo>
                  <a:lnTo>
                    <a:pt x="141025" y="65761"/>
                  </a:lnTo>
                  <a:lnTo>
                    <a:pt x="141580" y="66955"/>
                  </a:lnTo>
                  <a:lnTo>
                    <a:pt x="142805" y="67861"/>
                  </a:lnTo>
                  <a:lnTo>
                    <a:pt x="145430" y="70181"/>
                  </a:lnTo>
                  <a:lnTo>
                    <a:pt x="146914" y="71132"/>
                  </a:lnTo>
                  <a:lnTo>
                    <a:pt x="148588" y="71064"/>
                  </a:lnTo>
                  <a:lnTo>
                    <a:pt x="152042" y="72593"/>
                  </a:lnTo>
                  <a:lnTo>
                    <a:pt x="155725" y="74077"/>
                  </a:lnTo>
                  <a:lnTo>
                    <a:pt x="157627" y="74320"/>
                  </a:lnTo>
                  <a:lnTo>
                    <a:pt x="159498" y="74100"/>
                  </a:lnTo>
                  <a:lnTo>
                    <a:pt x="160739" y="74678"/>
                  </a:lnTo>
                  <a:lnTo>
                    <a:pt x="161241" y="76466"/>
                  </a:lnTo>
                  <a:lnTo>
                    <a:pt x="164444" y="80042"/>
                  </a:lnTo>
                  <a:lnTo>
                    <a:pt x="165951" y="81450"/>
                  </a:lnTo>
                  <a:lnTo>
                    <a:pt x="167746" y="82652"/>
                  </a:lnTo>
                  <a:lnTo>
                    <a:pt x="172319" y="82629"/>
                  </a:lnTo>
                  <a:lnTo>
                    <a:pt x="173688" y="82987"/>
                  </a:lnTo>
                  <a:lnTo>
                    <a:pt x="175728" y="82667"/>
                  </a:lnTo>
                  <a:lnTo>
                    <a:pt x="181860" y="82058"/>
                  </a:lnTo>
                  <a:lnTo>
                    <a:pt x="182971" y="81868"/>
                  </a:lnTo>
                  <a:lnTo>
                    <a:pt x="186440" y="83428"/>
                  </a:lnTo>
                  <a:lnTo>
                    <a:pt x="190541" y="85680"/>
                  </a:lnTo>
                  <a:lnTo>
                    <a:pt x="193258" y="87445"/>
                  </a:lnTo>
                  <a:lnTo>
                    <a:pt x="195152" y="88419"/>
                  </a:lnTo>
                  <a:lnTo>
                    <a:pt x="196141" y="90002"/>
                  </a:lnTo>
                  <a:lnTo>
                    <a:pt x="196948" y="91653"/>
                  </a:lnTo>
                  <a:lnTo>
                    <a:pt x="197321" y="93433"/>
                  </a:lnTo>
                  <a:lnTo>
                    <a:pt x="196826" y="95198"/>
                  </a:lnTo>
                  <a:lnTo>
                    <a:pt x="196080" y="95914"/>
                  </a:lnTo>
                  <a:lnTo>
                    <a:pt x="195829" y="97055"/>
                  </a:lnTo>
                  <a:lnTo>
                    <a:pt x="196141" y="98767"/>
                  </a:lnTo>
                  <a:lnTo>
                    <a:pt x="197503" y="100296"/>
                  </a:lnTo>
                  <a:lnTo>
                    <a:pt x="198005" y="102175"/>
                  </a:lnTo>
                  <a:lnTo>
                    <a:pt x="198751" y="105508"/>
                  </a:lnTo>
                  <a:lnTo>
                    <a:pt x="199588" y="106558"/>
                  </a:lnTo>
                  <a:lnTo>
                    <a:pt x="200128" y="116883"/>
                  </a:lnTo>
                  <a:lnTo>
                    <a:pt x="197381" y="116966"/>
                  </a:lnTo>
                  <a:lnTo>
                    <a:pt x="193509" y="117088"/>
                  </a:lnTo>
                  <a:lnTo>
                    <a:pt x="194642" y="118077"/>
                  </a:lnTo>
                  <a:lnTo>
                    <a:pt x="197846" y="121927"/>
                  </a:lnTo>
                  <a:lnTo>
                    <a:pt x="200790" y="125480"/>
                  </a:lnTo>
                  <a:lnTo>
                    <a:pt x="201262" y="131187"/>
                  </a:lnTo>
                  <a:lnTo>
                    <a:pt x="201551" y="134786"/>
                  </a:lnTo>
                  <a:lnTo>
                    <a:pt x="201969" y="139868"/>
                  </a:lnTo>
                  <a:lnTo>
                    <a:pt x="202213" y="142904"/>
                  </a:lnTo>
                  <a:lnTo>
                    <a:pt x="209570" y="143178"/>
                  </a:lnTo>
                  <a:lnTo>
                    <a:pt x="218046" y="143490"/>
                  </a:lnTo>
                  <a:lnTo>
                    <a:pt x="228234" y="143870"/>
                  </a:lnTo>
                  <a:lnTo>
                    <a:pt x="237189" y="144205"/>
                  </a:lnTo>
                  <a:lnTo>
                    <a:pt x="238072" y="144167"/>
                  </a:lnTo>
                  <a:lnTo>
                    <a:pt x="239624" y="143756"/>
                  </a:lnTo>
                  <a:lnTo>
                    <a:pt x="240659" y="143216"/>
                  </a:lnTo>
                  <a:lnTo>
                    <a:pt x="241290" y="143231"/>
                  </a:lnTo>
                  <a:lnTo>
                    <a:pt x="241397" y="144464"/>
                  </a:lnTo>
                  <a:lnTo>
                    <a:pt x="241184" y="146016"/>
                  </a:lnTo>
                  <a:lnTo>
                    <a:pt x="241191" y="147804"/>
                  </a:lnTo>
                  <a:lnTo>
                    <a:pt x="238628" y="151334"/>
                  </a:lnTo>
                  <a:lnTo>
                    <a:pt x="238468" y="152445"/>
                  </a:lnTo>
                  <a:lnTo>
                    <a:pt x="238856" y="157102"/>
                  </a:lnTo>
                  <a:lnTo>
                    <a:pt x="239761" y="160875"/>
                  </a:lnTo>
                  <a:lnTo>
                    <a:pt x="240218" y="164284"/>
                  </a:lnTo>
                  <a:lnTo>
                    <a:pt x="241245" y="165349"/>
                  </a:lnTo>
                  <a:lnTo>
                    <a:pt x="244281" y="167153"/>
                  </a:lnTo>
                  <a:lnTo>
                    <a:pt x="248869" y="170485"/>
                  </a:lnTo>
                  <a:lnTo>
                    <a:pt x="250702" y="170919"/>
                  </a:lnTo>
                  <a:lnTo>
                    <a:pt x="252254" y="170462"/>
                  </a:lnTo>
                  <a:lnTo>
                    <a:pt x="253183" y="171824"/>
                  </a:lnTo>
                  <a:lnTo>
                    <a:pt x="253365" y="174023"/>
                  </a:lnTo>
                  <a:lnTo>
                    <a:pt x="255899" y="180163"/>
                  </a:lnTo>
                  <a:lnTo>
                    <a:pt x="257504" y="184066"/>
                  </a:lnTo>
                  <a:lnTo>
                    <a:pt x="258242" y="185428"/>
                  </a:lnTo>
                  <a:lnTo>
                    <a:pt x="259445" y="186128"/>
                  </a:lnTo>
                  <a:lnTo>
                    <a:pt x="259216" y="186638"/>
                  </a:lnTo>
                  <a:lnTo>
                    <a:pt x="258220" y="186844"/>
                  </a:lnTo>
                  <a:lnTo>
                    <a:pt x="257771" y="187574"/>
                  </a:lnTo>
                  <a:lnTo>
                    <a:pt x="256378" y="191957"/>
                  </a:lnTo>
                  <a:lnTo>
                    <a:pt x="254545" y="197731"/>
                  </a:lnTo>
                  <a:lnTo>
                    <a:pt x="253304" y="201802"/>
                  </a:lnTo>
                  <a:lnTo>
                    <a:pt x="254423" y="201863"/>
                  </a:lnTo>
                  <a:lnTo>
                    <a:pt x="254469" y="202989"/>
                  </a:lnTo>
                  <a:lnTo>
                    <a:pt x="254720" y="204708"/>
                  </a:lnTo>
                  <a:lnTo>
                    <a:pt x="253342" y="204921"/>
                  </a:lnTo>
                  <a:lnTo>
                    <a:pt x="252931" y="205538"/>
                  </a:lnTo>
                  <a:lnTo>
                    <a:pt x="251349" y="208878"/>
                  </a:lnTo>
                  <a:lnTo>
                    <a:pt x="249280" y="213253"/>
                  </a:lnTo>
                  <a:lnTo>
                    <a:pt x="247134" y="217787"/>
                  </a:lnTo>
                  <a:lnTo>
                    <a:pt x="245863" y="220473"/>
                  </a:lnTo>
                  <a:lnTo>
                    <a:pt x="248032" y="222459"/>
                  </a:lnTo>
                  <a:lnTo>
                    <a:pt x="251646" y="225776"/>
                  </a:lnTo>
                  <a:lnTo>
                    <a:pt x="251075" y="226697"/>
                  </a:lnTo>
                  <a:lnTo>
                    <a:pt x="249523" y="227161"/>
                  </a:lnTo>
                  <a:lnTo>
                    <a:pt x="248222" y="227481"/>
                  </a:lnTo>
                  <a:lnTo>
                    <a:pt x="247225" y="228736"/>
                  </a:lnTo>
                  <a:lnTo>
                    <a:pt x="246670" y="22965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6" name="Freeform: Shape 55">
              <a:extLst>
                <a:ext uri="{FF2B5EF4-FFF2-40B4-BE49-F238E27FC236}">
                  <a16:creationId xmlns:a16="http://schemas.microsoft.com/office/drawing/2014/main" id="{9C72342E-A567-77AE-DF83-F0F8E01E0F6D}"/>
                </a:ext>
              </a:extLst>
            </p:cNvPr>
            <p:cNvSpPr/>
            <p:nvPr/>
          </p:nvSpPr>
          <p:spPr>
            <a:xfrm>
              <a:off x="8188828" y="4276996"/>
              <a:ext cx="4154" cy="3203"/>
            </a:xfrm>
            <a:custGeom>
              <a:avLst/>
              <a:gdLst>
                <a:gd name="csX0" fmla="*/ 2830 w 4154"/>
                <a:gd name="csY0" fmla="*/ 2351 h 3203"/>
                <a:gd name="csX1" fmla="*/ 913 w 4154"/>
                <a:gd name="csY1" fmla="*/ 3203 h 3203"/>
                <a:gd name="csX2" fmla="*/ 380 w 4154"/>
                <a:gd name="csY2" fmla="*/ 3135 h 3203"/>
                <a:gd name="csX3" fmla="*/ 0 w 4154"/>
                <a:gd name="csY3" fmla="*/ 2846 h 3203"/>
                <a:gd name="csX4" fmla="*/ 1955 w 4154"/>
                <a:gd name="csY4" fmla="*/ 1993 h 3203"/>
                <a:gd name="csX5" fmla="*/ 3591 w 4154"/>
                <a:gd name="csY5" fmla="*/ 0 h 3203"/>
                <a:gd name="csX6" fmla="*/ 4154 w 4154"/>
                <a:gd name="csY6" fmla="*/ 129 h 32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154" h="3203">
                  <a:moveTo>
                    <a:pt x="2830" y="2351"/>
                  </a:moveTo>
                  <a:lnTo>
                    <a:pt x="913" y="3203"/>
                  </a:lnTo>
                  <a:lnTo>
                    <a:pt x="380" y="3135"/>
                  </a:lnTo>
                  <a:lnTo>
                    <a:pt x="0" y="2846"/>
                  </a:lnTo>
                  <a:lnTo>
                    <a:pt x="1955" y="1993"/>
                  </a:lnTo>
                  <a:lnTo>
                    <a:pt x="3591" y="0"/>
                  </a:lnTo>
                  <a:lnTo>
                    <a:pt x="4154" y="12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7" name="Freeform: Shape 56">
              <a:extLst>
                <a:ext uri="{FF2B5EF4-FFF2-40B4-BE49-F238E27FC236}">
                  <a16:creationId xmlns:a16="http://schemas.microsoft.com/office/drawing/2014/main" id="{D834C4DF-46E1-6A61-E611-1E045EBFE7A3}"/>
                </a:ext>
              </a:extLst>
            </p:cNvPr>
            <p:cNvSpPr/>
            <p:nvPr/>
          </p:nvSpPr>
          <p:spPr>
            <a:xfrm>
              <a:off x="8113922" y="4623695"/>
              <a:ext cx="116015" cy="123426"/>
            </a:xfrm>
            <a:custGeom>
              <a:avLst/>
              <a:gdLst>
                <a:gd name="csX0" fmla="*/ 3523 w 116015"/>
                <a:gd name="csY0" fmla="*/ 120984 h 123426"/>
                <a:gd name="csX1" fmla="*/ 2488 w 116015"/>
                <a:gd name="csY1" fmla="*/ 123426 h 123426"/>
                <a:gd name="csX2" fmla="*/ 1894 w 116015"/>
                <a:gd name="csY2" fmla="*/ 122338 h 123426"/>
                <a:gd name="csX3" fmla="*/ 1788 w 116015"/>
                <a:gd name="csY3" fmla="*/ 120398 h 123426"/>
                <a:gd name="csX4" fmla="*/ 1362 w 116015"/>
                <a:gd name="csY4" fmla="*/ 119637 h 123426"/>
                <a:gd name="csX5" fmla="*/ 479 w 116015"/>
                <a:gd name="csY5" fmla="*/ 119173 h 123426"/>
                <a:gd name="csX6" fmla="*/ 0 w 116015"/>
                <a:gd name="csY6" fmla="*/ 118534 h 123426"/>
                <a:gd name="csX7" fmla="*/ 38 w 116015"/>
                <a:gd name="csY7" fmla="*/ 117575 h 123426"/>
                <a:gd name="csX8" fmla="*/ 3234 w 116015"/>
                <a:gd name="csY8" fmla="*/ 119112 h 123426"/>
                <a:gd name="csX9" fmla="*/ 3523 w 116015"/>
                <a:gd name="csY9" fmla="*/ 120984 h 123426"/>
                <a:gd name="csX10" fmla="*/ 116015 w 116015"/>
                <a:gd name="csY10" fmla="*/ 3477 h 123426"/>
                <a:gd name="csX11" fmla="*/ 115498 w 116015"/>
                <a:gd name="csY11" fmla="*/ 3941 h 123426"/>
                <a:gd name="csX12" fmla="*/ 115042 w 116015"/>
                <a:gd name="csY12" fmla="*/ 3903 h 123426"/>
                <a:gd name="csX13" fmla="*/ 114737 w 116015"/>
                <a:gd name="csY13" fmla="*/ 3454 h 123426"/>
                <a:gd name="csX14" fmla="*/ 114684 w 116015"/>
                <a:gd name="csY14" fmla="*/ 2709 h 123426"/>
                <a:gd name="csX15" fmla="*/ 115118 w 116015"/>
                <a:gd name="csY15" fmla="*/ 2914 h 123426"/>
                <a:gd name="csX16" fmla="*/ 115277 w 116015"/>
                <a:gd name="csY16" fmla="*/ 3028 h 123426"/>
                <a:gd name="csX17" fmla="*/ 115414 w 116015"/>
                <a:gd name="csY17" fmla="*/ 3180 h 123426"/>
                <a:gd name="csX18" fmla="*/ 116015 w 116015"/>
                <a:gd name="csY18" fmla="*/ 3477 h 123426"/>
                <a:gd name="csX19" fmla="*/ 109715 w 116015"/>
                <a:gd name="csY19" fmla="*/ 639 h 123426"/>
                <a:gd name="csX20" fmla="*/ 109525 w 116015"/>
                <a:gd name="csY20" fmla="*/ 723 h 123426"/>
                <a:gd name="csX21" fmla="*/ 109251 w 116015"/>
                <a:gd name="csY21" fmla="*/ 517 h 123426"/>
                <a:gd name="csX22" fmla="*/ 109297 w 116015"/>
                <a:gd name="csY22" fmla="*/ 152 h 123426"/>
                <a:gd name="csX23" fmla="*/ 109525 w 116015"/>
                <a:gd name="csY23" fmla="*/ 0 h 123426"/>
                <a:gd name="csX24" fmla="*/ 109700 w 116015"/>
                <a:gd name="csY24" fmla="*/ 107 h 123426"/>
                <a:gd name="csX25" fmla="*/ 109837 w 116015"/>
                <a:gd name="csY25" fmla="*/ 396 h 123426"/>
                <a:gd name="csX26" fmla="*/ 109715 w 116015"/>
                <a:gd name="csY26" fmla="*/ 639 h 1234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16015" h="123426">
                  <a:moveTo>
                    <a:pt x="3523" y="120984"/>
                  </a:moveTo>
                  <a:lnTo>
                    <a:pt x="2488" y="123426"/>
                  </a:lnTo>
                  <a:lnTo>
                    <a:pt x="1894" y="122338"/>
                  </a:lnTo>
                  <a:lnTo>
                    <a:pt x="1788" y="120398"/>
                  </a:lnTo>
                  <a:lnTo>
                    <a:pt x="1362" y="119637"/>
                  </a:lnTo>
                  <a:lnTo>
                    <a:pt x="479" y="119173"/>
                  </a:lnTo>
                  <a:lnTo>
                    <a:pt x="0" y="118534"/>
                  </a:lnTo>
                  <a:lnTo>
                    <a:pt x="38" y="117575"/>
                  </a:lnTo>
                  <a:lnTo>
                    <a:pt x="3234" y="119112"/>
                  </a:lnTo>
                  <a:lnTo>
                    <a:pt x="3523" y="120984"/>
                  </a:lnTo>
                  <a:close/>
                  <a:moveTo>
                    <a:pt x="116015" y="3477"/>
                  </a:moveTo>
                  <a:lnTo>
                    <a:pt x="115498" y="3941"/>
                  </a:lnTo>
                  <a:lnTo>
                    <a:pt x="115042" y="3903"/>
                  </a:lnTo>
                  <a:lnTo>
                    <a:pt x="114737" y="3454"/>
                  </a:lnTo>
                  <a:lnTo>
                    <a:pt x="114684" y="2709"/>
                  </a:lnTo>
                  <a:lnTo>
                    <a:pt x="115118" y="2914"/>
                  </a:lnTo>
                  <a:lnTo>
                    <a:pt x="115277" y="3028"/>
                  </a:lnTo>
                  <a:lnTo>
                    <a:pt x="115414" y="3180"/>
                  </a:lnTo>
                  <a:lnTo>
                    <a:pt x="116015" y="3477"/>
                  </a:lnTo>
                  <a:close/>
                  <a:moveTo>
                    <a:pt x="109715" y="639"/>
                  </a:moveTo>
                  <a:lnTo>
                    <a:pt x="109525" y="723"/>
                  </a:lnTo>
                  <a:lnTo>
                    <a:pt x="109251" y="517"/>
                  </a:lnTo>
                  <a:lnTo>
                    <a:pt x="109297" y="152"/>
                  </a:lnTo>
                  <a:lnTo>
                    <a:pt x="109525" y="0"/>
                  </a:lnTo>
                  <a:lnTo>
                    <a:pt x="109700" y="107"/>
                  </a:lnTo>
                  <a:lnTo>
                    <a:pt x="109837" y="396"/>
                  </a:lnTo>
                  <a:lnTo>
                    <a:pt x="109715" y="63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8" name="Freeform: Shape 57">
              <a:extLst>
                <a:ext uri="{FF2B5EF4-FFF2-40B4-BE49-F238E27FC236}">
                  <a16:creationId xmlns:a16="http://schemas.microsoft.com/office/drawing/2014/main" id="{764A954C-CEEA-AC7E-B463-9ADF8FFAC7C7}"/>
                </a:ext>
              </a:extLst>
            </p:cNvPr>
            <p:cNvSpPr/>
            <p:nvPr/>
          </p:nvSpPr>
          <p:spPr>
            <a:xfrm>
              <a:off x="7993813" y="4892536"/>
              <a:ext cx="836919" cy="873264"/>
            </a:xfrm>
            <a:custGeom>
              <a:avLst/>
              <a:gdLst>
                <a:gd name="csX0" fmla="*/ 373954 w 836919"/>
                <a:gd name="csY0" fmla="*/ 70509 h 873264"/>
                <a:gd name="csX1" fmla="*/ 374593 w 836919"/>
                <a:gd name="csY1" fmla="*/ 70714 h 873264"/>
                <a:gd name="csX2" fmla="*/ 376023 w 836919"/>
                <a:gd name="csY2" fmla="*/ 70889 h 873264"/>
                <a:gd name="csX3" fmla="*/ 379417 w 836919"/>
                <a:gd name="csY3" fmla="*/ 71703 h 873264"/>
                <a:gd name="csX4" fmla="*/ 383845 w 836919"/>
                <a:gd name="csY4" fmla="*/ 72624 h 873264"/>
                <a:gd name="csX5" fmla="*/ 385054 w 836919"/>
                <a:gd name="csY5" fmla="*/ 72304 h 873264"/>
                <a:gd name="csX6" fmla="*/ 385777 w 836919"/>
                <a:gd name="csY6" fmla="*/ 71657 h 873264"/>
                <a:gd name="csX7" fmla="*/ 385945 w 836919"/>
                <a:gd name="csY7" fmla="*/ 69763 h 873264"/>
                <a:gd name="csX8" fmla="*/ 386082 w 836919"/>
                <a:gd name="csY8" fmla="*/ 68424 h 873264"/>
                <a:gd name="csX9" fmla="*/ 385085 w 836919"/>
                <a:gd name="csY9" fmla="*/ 67244 h 873264"/>
                <a:gd name="csX10" fmla="*/ 383845 w 836919"/>
                <a:gd name="csY10" fmla="*/ 65905 h 873264"/>
                <a:gd name="csX11" fmla="*/ 382703 w 836919"/>
                <a:gd name="csY11" fmla="*/ 64239 h 873264"/>
                <a:gd name="csX12" fmla="*/ 381334 w 836919"/>
                <a:gd name="csY12" fmla="*/ 63760 h 873264"/>
                <a:gd name="csX13" fmla="*/ 381509 w 836919"/>
                <a:gd name="csY13" fmla="*/ 62900 h 873264"/>
                <a:gd name="csX14" fmla="*/ 382399 w 836919"/>
                <a:gd name="csY14" fmla="*/ 62010 h 873264"/>
                <a:gd name="csX15" fmla="*/ 383312 w 836919"/>
                <a:gd name="csY15" fmla="*/ 61523 h 873264"/>
                <a:gd name="csX16" fmla="*/ 383837 w 836919"/>
                <a:gd name="csY16" fmla="*/ 60922 h 873264"/>
                <a:gd name="csX17" fmla="*/ 384415 w 836919"/>
                <a:gd name="csY17" fmla="*/ 58700 h 873264"/>
                <a:gd name="csX18" fmla="*/ 384796 w 836919"/>
                <a:gd name="csY18" fmla="*/ 58304 h 873264"/>
                <a:gd name="csX19" fmla="*/ 385184 w 836919"/>
                <a:gd name="csY19" fmla="*/ 58205 h 873264"/>
                <a:gd name="csX20" fmla="*/ 385640 w 836919"/>
                <a:gd name="csY20" fmla="*/ 58289 h 873264"/>
                <a:gd name="csX21" fmla="*/ 386546 w 836919"/>
                <a:gd name="csY21" fmla="*/ 58867 h 873264"/>
                <a:gd name="csX22" fmla="*/ 390030 w 836919"/>
                <a:gd name="csY22" fmla="*/ 60633 h 873264"/>
                <a:gd name="csX23" fmla="*/ 391560 w 836919"/>
                <a:gd name="csY23" fmla="*/ 60366 h 873264"/>
                <a:gd name="csX24" fmla="*/ 397403 w 836919"/>
                <a:gd name="csY24" fmla="*/ 59902 h 873264"/>
                <a:gd name="csX25" fmla="*/ 398286 w 836919"/>
                <a:gd name="csY25" fmla="*/ 58883 h 873264"/>
                <a:gd name="csX26" fmla="*/ 399526 w 836919"/>
                <a:gd name="csY26" fmla="*/ 58654 h 873264"/>
                <a:gd name="csX27" fmla="*/ 401626 w 836919"/>
                <a:gd name="csY27" fmla="*/ 57635 h 873264"/>
                <a:gd name="csX28" fmla="*/ 402455 w 836919"/>
                <a:gd name="csY28" fmla="*/ 57566 h 873264"/>
                <a:gd name="csX29" fmla="*/ 403201 w 836919"/>
                <a:gd name="csY29" fmla="*/ 57810 h 873264"/>
                <a:gd name="csX30" fmla="*/ 404137 w 836919"/>
                <a:gd name="csY30" fmla="*/ 57620 h 873264"/>
                <a:gd name="csX31" fmla="*/ 405514 w 836919"/>
                <a:gd name="csY31" fmla="*/ 56669 h 873264"/>
                <a:gd name="csX32" fmla="*/ 406092 w 836919"/>
                <a:gd name="csY32" fmla="*/ 56570 h 873264"/>
                <a:gd name="csX33" fmla="*/ 406313 w 836919"/>
                <a:gd name="csY33" fmla="*/ 57620 h 873264"/>
                <a:gd name="csX34" fmla="*/ 407203 w 836919"/>
                <a:gd name="csY34" fmla="*/ 58707 h 873264"/>
                <a:gd name="csX35" fmla="*/ 408283 w 836919"/>
                <a:gd name="csY35" fmla="*/ 59704 h 873264"/>
                <a:gd name="csX36" fmla="*/ 408801 w 836919"/>
                <a:gd name="csY36" fmla="*/ 59932 h 873264"/>
                <a:gd name="csX37" fmla="*/ 410612 w 836919"/>
                <a:gd name="csY37" fmla="*/ 59613 h 873264"/>
                <a:gd name="csX38" fmla="*/ 411563 w 836919"/>
                <a:gd name="csY38" fmla="*/ 59894 h 873264"/>
                <a:gd name="csX39" fmla="*/ 411974 w 836919"/>
                <a:gd name="csY39" fmla="*/ 60823 h 873264"/>
                <a:gd name="csX40" fmla="*/ 412095 w 836919"/>
                <a:gd name="csY40" fmla="*/ 61629 h 873264"/>
                <a:gd name="csX41" fmla="*/ 412856 w 836919"/>
                <a:gd name="csY41" fmla="*/ 62314 h 873264"/>
                <a:gd name="csX42" fmla="*/ 413830 w 836919"/>
                <a:gd name="csY42" fmla="*/ 62329 h 873264"/>
                <a:gd name="csX43" fmla="*/ 414347 w 836919"/>
                <a:gd name="csY43" fmla="*/ 62611 h 873264"/>
                <a:gd name="csX44" fmla="*/ 415238 w 836919"/>
                <a:gd name="csY44" fmla="*/ 63052 h 873264"/>
                <a:gd name="csX45" fmla="*/ 415991 w 836919"/>
                <a:gd name="csY45" fmla="*/ 64064 h 873264"/>
                <a:gd name="csX46" fmla="*/ 417741 w 836919"/>
                <a:gd name="csY46" fmla="*/ 64871 h 873264"/>
                <a:gd name="csX47" fmla="*/ 420731 w 836919"/>
                <a:gd name="csY47" fmla="*/ 65996 h 873264"/>
                <a:gd name="csX48" fmla="*/ 422123 w 836919"/>
                <a:gd name="csY48" fmla="*/ 66012 h 873264"/>
                <a:gd name="csX49" fmla="*/ 423417 w 836919"/>
                <a:gd name="csY49" fmla="*/ 66354 h 873264"/>
                <a:gd name="csX50" fmla="*/ 424208 w 836919"/>
                <a:gd name="csY50" fmla="*/ 66697 h 873264"/>
                <a:gd name="csX51" fmla="*/ 425068 w 836919"/>
                <a:gd name="csY51" fmla="*/ 66065 h 873264"/>
                <a:gd name="csX52" fmla="*/ 428127 w 836919"/>
                <a:gd name="csY52" fmla="*/ 64323 h 873264"/>
                <a:gd name="csX53" fmla="*/ 429618 w 836919"/>
                <a:gd name="csY53" fmla="*/ 63349 h 873264"/>
                <a:gd name="csX54" fmla="*/ 430622 w 836919"/>
                <a:gd name="csY54" fmla="*/ 62611 h 873264"/>
                <a:gd name="csX55" fmla="*/ 431376 w 836919"/>
                <a:gd name="csY55" fmla="*/ 61911 h 873264"/>
                <a:gd name="csX56" fmla="*/ 431938 w 836919"/>
                <a:gd name="csY56" fmla="*/ 61728 h 873264"/>
                <a:gd name="csX57" fmla="*/ 432319 w 836919"/>
                <a:gd name="csY57" fmla="*/ 62147 h 873264"/>
                <a:gd name="csX58" fmla="*/ 432646 w 836919"/>
                <a:gd name="csY58" fmla="*/ 62710 h 873264"/>
                <a:gd name="csX59" fmla="*/ 433742 w 836919"/>
                <a:gd name="csY59" fmla="*/ 63037 h 873264"/>
                <a:gd name="csX60" fmla="*/ 436298 w 836919"/>
                <a:gd name="csY60" fmla="*/ 63691 h 873264"/>
                <a:gd name="csX61" fmla="*/ 437470 w 836919"/>
                <a:gd name="csY61" fmla="*/ 63874 h 873264"/>
                <a:gd name="csX62" fmla="*/ 439113 w 836919"/>
                <a:gd name="csY62" fmla="*/ 63318 h 873264"/>
                <a:gd name="csX63" fmla="*/ 440521 w 836919"/>
                <a:gd name="csY63" fmla="*/ 62367 h 873264"/>
                <a:gd name="csX64" fmla="*/ 441190 w 836919"/>
                <a:gd name="csY64" fmla="*/ 62040 h 873264"/>
                <a:gd name="csX65" fmla="*/ 442233 w 836919"/>
                <a:gd name="csY65" fmla="*/ 62991 h 873264"/>
                <a:gd name="csX66" fmla="*/ 442948 w 836919"/>
                <a:gd name="csY66" fmla="*/ 64323 h 873264"/>
                <a:gd name="csX67" fmla="*/ 443427 w 836919"/>
                <a:gd name="csY67" fmla="*/ 64908 h 873264"/>
                <a:gd name="csX68" fmla="*/ 444485 w 836919"/>
                <a:gd name="csY68" fmla="*/ 64772 h 873264"/>
                <a:gd name="csX69" fmla="*/ 446577 w 836919"/>
                <a:gd name="csY69" fmla="*/ 64977 h 873264"/>
                <a:gd name="csX70" fmla="*/ 448122 w 836919"/>
                <a:gd name="csY70" fmla="*/ 65403 h 873264"/>
                <a:gd name="csX71" fmla="*/ 449081 w 836919"/>
                <a:gd name="csY71" fmla="*/ 65365 h 873264"/>
                <a:gd name="csX72" fmla="*/ 450389 w 836919"/>
                <a:gd name="csY72" fmla="*/ 64772 h 873264"/>
                <a:gd name="csX73" fmla="*/ 451097 w 836919"/>
                <a:gd name="csY73" fmla="*/ 63600 h 873264"/>
                <a:gd name="csX74" fmla="*/ 452953 w 836919"/>
                <a:gd name="csY74" fmla="*/ 62527 h 873264"/>
                <a:gd name="csX75" fmla="*/ 454719 w 836919"/>
                <a:gd name="csY75" fmla="*/ 61538 h 873264"/>
                <a:gd name="csX76" fmla="*/ 455730 w 836919"/>
                <a:gd name="csY76" fmla="*/ 60222 h 873264"/>
                <a:gd name="csX77" fmla="*/ 457229 w 836919"/>
                <a:gd name="csY77" fmla="*/ 58030 h 873264"/>
                <a:gd name="csX78" fmla="*/ 457732 w 836919"/>
                <a:gd name="csY78" fmla="*/ 57095 h 873264"/>
                <a:gd name="csX79" fmla="*/ 457838 w 836919"/>
                <a:gd name="csY79" fmla="*/ 55512 h 873264"/>
                <a:gd name="csX80" fmla="*/ 459945 w 836919"/>
                <a:gd name="csY80" fmla="*/ 50916 h 873264"/>
                <a:gd name="csX81" fmla="*/ 460744 w 836919"/>
                <a:gd name="csY81" fmla="*/ 50072 h 873264"/>
                <a:gd name="csX82" fmla="*/ 461216 w 836919"/>
                <a:gd name="csY82" fmla="*/ 48619 h 873264"/>
                <a:gd name="csX83" fmla="*/ 462061 w 836919"/>
                <a:gd name="csY83" fmla="*/ 46937 h 873264"/>
                <a:gd name="csX84" fmla="*/ 462061 w 836919"/>
                <a:gd name="csY84" fmla="*/ 45529 h 873264"/>
                <a:gd name="csX85" fmla="*/ 462677 w 836919"/>
                <a:gd name="csY85" fmla="*/ 44168 h 873264"/>
                <a:gd name="csX86" fmla="*/ 463887 w 836919"/>
                <a:gd name="csY86" fmla="*/ 42996 h 873264"/>
                <a:gd name="csX87" fmla="*/ 464777 w 836919"/>
                <a:gd name="csY87" fmla="*/ 42258 h 873264"/>
                <a:gd name="csX88" fmla="*/ 466208 w 836919"/>
                <a:gd name="csY88" fmla="*/ 40280 h 873264"/>
                <a:gd name="csX89" fmla="*/ 467204 w 836919"/>
                <a:gd name="csY89" fmla="*/ 38415 h 873264"/>
                <a:gd name="csX90" fmla="*/ 469692 w 836919"/>
                <a:gd name="csY90" fmla="*/ 34284 h 873264"/>
                <a:gd name="csX91" fmla="*/ 469882 w 836919"/>
                <a:gd name="csY91" fmla="*/ 33112 h 873264"/>
                <a:gd name="csX92" fmla="*/ 470871 w 836919"/>
                <a:gd name="csY92" fmla="*/ 32412 h 873264"/>
                <a:gd name="csX93" fmla="*/ 471199 w 836919"/>
                <a:gd name="csY93" fmla="*/ 31522 h 873264"/>
                <a:gd name="csX94" fmla="*/ 472256 w 836919"/>
                <a:gd name="csY94" fmla="*/ 30419 h 873264"/>
                <a:gd name="csX95" fmla="*/ 473367 w 836919"/>
                <a:gd name="csY95" fmla="*/ 29551 h 873264"/>
                <a:gd name="csX96" fmla="*/ 473847 w 836919"/>
                <a:gd name="csY96" fmla="*/ 28266 h 873264"/>
                <a:gd name="csX97" fmla="*/ 474661 w 836919"/>
                <a:gd name="csY97" fmla="*/ 26934 h 873264"/>
                <a:gd name="csX98" fmla="*/ 476441 w 836919"/>
                <a:gd name="csY98" fmla="*/ 25938 h 873264"/>
                <a:gd name="csX99" fmla="*/ 477103 w 836919"/>
                <a:gd name="csY99" fmla="*/ 25481 h 873264"/>
                <a:gd name="csX100" fmla="*/ 479127 w 836919"/>
                <a:gd name="csY100" fmla="*/ 21814 h 873264"/>
                <a:gd name="csX101" fmla="*/ 479355 w 836919"/>
                <a:gd name="csY101" fmla="*/ 20178 h 873264"/>
                <a:gd name="csX102" fmla="*/ 481181 w 836919"/>
                <a:gd name="csY102" fmla="*/ 20117 h 873264"/>
                <a:gd name="csX103" fmla="*/ 484049 w 836919"/>
                <a:gd name="csY103" fmla="*/ 22011 h 873264"/>
                <a:gd name="csX104" fmla="*/ 486340 w 836919"/>
                <a:gd name="csY104" fmla="*/ 24804 h 873264"/>
                <a:gd name="csX105" fmla="*/ 489406 w 836919"/>
                <a:gd name="csY105" fmla="*/ 33774 h 873264"/>
                <a:gd name="csX106" fmla="*/ 489916 w 836919"/>
                <a:gd name="csY106" fmla="*/ 42060 h 873264"/>
                <a:gd name="csX107" fmla="*/ 491156 w 836919"/>
                <a:gd name="csY107" fmla="*/ 46397 h 873264"/>
                <a:gd name="csX108" fmla="*/ 494724 w 836919"/>
                <a:gd name="csY108" fmla="*/ 55436 h 873264"/>
                <a:gd name="csX109" fmla="*/ 494953 w 836919"/>
                <a:gd name="csY109" fmla="*/ 57110 h 873264"/>
                <a:gd name="csX110" fmla="*/ 495523 w 836919"/>
                <a:gd name="csY110" fmla="*/ 59134 h 873264"/>
                <a:gd name="csX111" fmla="*/ 496649 w 836919"/>
                <a:gd name="csY111" fmla="*/ 61279 h 873264"/>
                <a:gd name="csX112" fmla="*/ 497897 w 836919"/>
                <a:gd name="csY112" fmla="*/ 64810 h 873264"/>
                <a:gd name="csX113" fmla="*/ 497943 w 836919"/>
                <a:gd name="csY113" fmla="*/ 65464 h 873264"/>
                <a:gd name="csX114" fmla="*/ 497136 w 836919"/>
                <a:gd name="csY114" fmla="*/ 66423 h 873264"/>
                <a:gd name="csX115" fmla="*/ 498323 w 836919"/>
                <a:gd name="csY115" fmla="*/ 66491 h 873264"/>
                <a:gd name="csX116" fmla="*/ 499396 w 836919"/>
                <a:gd name="csY116" fmla="*/ 67062 h 873264"/>
                <a:gd name="csX117" fmla="*/ 500096 w 836919"/>
                <a:gd name="csY117" fmla="*/ 69299 h 873264"/>
                <a:gd name="csX118" fmla="*/ 500986 w 836919"/>
                <a:gd name="csY118" fmla="*/ 70813 h 873264"/>
                <a:gd name="csX119" fmla="*/ 502599 w 836919"/>
                <a:gd name="csY119" fmla="*/ 72882 h 873264"/>
                <a:gd name="csX120" fmla="*/ 505901 w 836919"/>
                <a:gd name="csY120" fmla="*/ 73560 h 873264"/>
                <a:gd name="csX121" fmla="*/ 508397 w 836919"/>
                <a:gd name="csY121" fmla="*/ 73811 h 873264"/>
                <a:gd name="csX122" fmla="*/ 511235 w 836919"/>
                <a:gd name="csY122" fmla="*/ 74982 h 873264"/>
                <a:gd name="csX123" fmla="*/ 513320 w 836919"/>
                <a:gd name="csY123" fmla="*/ 76481 h 873264"/>
                <a:gd name="csX124" fmla="*/ 514933 w 836919"/>
                <a:gd name="csY124" fmla="*/ 81571 h 873264"/>
                <a:gd name="csX125" fmla="*/ 514408 w 836919"/>
                <a:gd name="csY125" fmla="*/ 84767 h 873264"/>
                <a:gd name="csX126" fmla="*/ 514568 w 836919"/>
                <a:gd name="csY126" fmla="*/ 87019 h 873264"/>
                <a:gd name="csX127" fmla="*/ 513730 w 836919"/>
                <a:gd name="csY127" fmla="*/ 87902 h 873264"/>
                <a:gd name="csX128" fmla="*/ 511395 w 836919"/>
                <a:gd name="csY128" fmla="*/ 89378 h 873264"/>
                <a:gd name="csX129" fmla="*/ 510885 w 836919"/>
                <a:gd name="csY129" fmla="*/ 90161 h 873264"/>
                <a:gd name="csX130" fmla="*/ 506114 w 836919"/>
                <a:gd name="csY130" fmla="*/ 93966 h 873264"/>
                <a:gd name="csX131" fmla="*/ 505072 w 836919"/>
                <a:gd name="csY131" fmla="*/ 95761 h 873264"/>
                <a:gd name="csX132" fmla="*/ 502515 w 836919"/>
                <a:gd name="csY132" fmla="*/ 98173 h 873264"/>
                <a:gd name="csX133" fmla="*/ 499982 w 836919"/>
                <a:gd name="csY133" fmla="*/ 102769 h 873264"/>
                <a:gd name="csX134" fmla="*/ 496277 w 836919"/>
                <a:gd name="csY134" fmla="*/ 106969 h 873264"/>
                <a:gd name="csX135" fmla="*/ 494968 w 836919"/>
                <a:gd name="csY135" fmla="*/ 108034 h 873264"/>
                <a:gd name="csX136" fmla="*/ 492967 w 836919"/>
                <a:gd name="csY136" fmla="*/ 108277 h 873264"/>
                <a:gd name="csX137" fmla="*/ 491749 w 836919"/>
                <a:gd name="csY137" fmla="*/ 108924 h 873264"/>
                <a:gd name="csX138" fmla="*/ 488873 w 836919"/>
                <a:gd name="csY138" fmla="*/ 112356 h 873264"/>
                <a:gd name="csX139" fmla="*/ 485008 w 836919"/>
                <a:gd name="csY139" fmla="*/ 113497 h 873264"/>
                <a:gd name="csX140" fmla="*/ 484651 w 836919"/>
                <a:gd name="csY140" fmla="*/ 115483 h 873264"/>
                <a:gd name="csX141" fmla="*/ 482421 w 836919"/>
                <a:gd name="csY141" fmla="*/ 120017 h 873264"/>
                <a:gd name="csX142" fmla="*/ 480451 w 836919"/>
                <a:gd name="csY142" fmla="*/ 122498 h 873264"/>
                <a:gd name="csX143" fmla="*/ 479195 w 836919"/>
                <a:gd name="csY143" fmla="*/ 123335 h 873264"/>
                <a:gd name="csX144" fmla="*/ 476038 w 836919"/>
                <a:gd name="csY144" fmla="*/ 127854 h 873264"/>
                <a:gd name="csX145" fmla="*/ 475634 w 836919"/>
                <a:gd name="csY145" fmla="*/ 129832 h 873264"/>
                <a:gd name="csX146" fmla="*/ 475650 w 836919"/>
                <a:gd name="csY146" fmla="*/ 133294 h 873264"/>
                <a:gd name="csX147" fmla="*/ 473542 w 836919"/>
                <a:gd name="csY147" fmla="*/ 135402 h 873264"/>
                <a:gd name="csX148" fmla="*/ 471351 w 836919"/>
                <a:gd name="csY148" fmla="*/ 136741 h 873264"/>
                <a:gd name="csX149" fmla="*/ 471077 w 836919"/>
                <a:gd name="csY149" fmla="*/ 139701 h 873264"/>
                <a:gd name="csX150" fmla="*/ 470088 w 836919"/>
                <a:gd name="csY150" fmla="*/ 140713 h 873264"/>
                <a:gd name="csX151" fmla="*/ 469243 w 836919"/>
                <a:gd name="csY151" fmla="*/ 141367 h 873264"/>
                <a:gd name="csX152" fmla="*/ 464785 w 836919"/>
                <a:gd name="csY152" fmla="*/ 140591 h 873264"/>
                <a:gd name="csX153" fmla="*/ 457861 w 836919"/>
                <a:gd name="csY153" fmla="*/ 143809 h 873264"/>
                <a:gd name="csX154" fmla="*/ 455495 w 836919"/>
                <a:gd name="csY154" fmla="*/ 144608 h 873264"/>
                <a:gd name="csX155" fmla="*/ 463050 w 836919"/>
                <a:gd name="csY155" fmla="*/ 144768 h 873264"/>
                <a:gd name="csX156" fmla="*/ 465477 w 836919"/>
                <a:gd name="csY156" fmla="*/ 146480 h 873264"/>
                <a:gd name="csX157" fmla="*/ 470795 w 836919"/>
                <a:gd name="csY157" fmla="*/ 145346 h 873264"/>
                <a:gd name="csX158" fmla="*/ 477232 w 836919"/>
                <a:gd name="csY158" fmla="*/ 141268 h 873264"/>
                <a:gd name="csX159" fmla="*/ 479690 w 836919"/>
                <a:gd name="csY159" fmla="*/ 140408 h 873264"/>
                <a:gd name="csX160" fmla="*/ 484681 w 836919"/>
                <a:gd name="csY160" fmla="*/ 137639 h 873264"/>
                <a:gd name="csX161" fmla="*/ 486712 w 836919"/>
                <a:gd name="csY161" fmla="*/ 135790 h 873264"/>
                <a:gd name="csX162" fmla="*/ 490410 w 836919"/>
                <a:gd name="csY162" fmla="*/ 133576 h 873264"/>
                <a:gd name="csX163" fmla="*/ 491201 w 836919"/>
                <a:gd name="csY163" fmla="*/ 132602 h 873264"/>
                <a:gd name="csX164" fmla="*/ 493271 w 836919"/>
                <a:gd name="csY164" fmla="*/ 131567 h 873264"/>
                <a:gd name="csX165" fmla="*/ 494397 w 836919"/>
                <a:gd name="csY165" fmla="*/ 132883 h 873264"/>
                <a:gd name="csX166" fmla="*/ 494488 w 836919"/>
                <a:gd name="csY166" fmla="*/ 133713 h 873264"/>
                <a:gd name="csX167" fmla="*/ 492784 w 836919"/>
                <a:gd name="csY167" fmla="*/ 135333 h 873264"/>
                <a:gd name="csX168" fmla="*/ 493226 w 836919"/>
                <a:gd name="csY168" fmla="*/ 136376 h 873264"/>
                <a:gd name="csX169" fmla="*/ 494344 w 836919"/>
                <a:gd name="csY169" fmla="*/ 137684 h 873264"/>
                <a:gd name="csX170" fmla="*/ 494747 w 836919"/>
                <a:gd name="csY170" fmla="*/ 139495 h 873264"/>
                <a:gd name="csX171" fmla="*/ 494899 w 836919"/>
                <a:gd name="csY171" fmla="*/ 140872 h 873264"/>
                <a:gd name="csX172" fmla="*/ 495592 w 836919"/>
                <a:gd name="csY172" fmla="*/ 143284 h 873264"/>
                <a:gd name="csX173" fmla="*/ 497882 w 836919"/>
                <a:gd name="csY173" fmla="*/ 146548 h 873264"/>
                <a:gd name="csX174" fmla="*/ 497958 w 836919"/>
                <a:gd name="csY174" fmla="*/ 147629 h 873264"/>
                <a:gd name="csX175" fmla="*/ 497638 w 836919"/>
                <a:gd name="csY175" fmla="*/ 149052 h 873264"/>
                <a:gd name="csX176" fmla="*/ 498734 w 836919"/>
                <a:gd name="csY176" fmla="*/ 150223 h 873264"/>
                <a:gd name="csX177" fmla="*/ 499868 w 836919"/>
                <a:gd name="csY177" fmla="*/ 150916 h 873264"/>
                <a:gd name="csX178" fmla="*/ 503763 w 836919"/>
                <a:gd name="csY178" fmla="*/ 154431 h 873264"/>
                <a:gd name="csX179" fmla="*/ 506807 w 836919"/>
                <a:gd name="csY179" fmla="*/ 152468 h 873264"/>
                <a:gd name="csX180" fmla="*/ 508686 w 836919"/>
                <a:gd name="csY180" fmla="*/ 151897 h 873264"/>
                <a:gd name="csX181" fmla="*/ 509881 w 836919"/>
                <a:gd name="csY181" fmla="*/ 151075 h 873264"/>
                <a:gd name="csX182" fmla="*/ 512391 w 836919"/>
                <a:gd name="csY182" fmla="*/ 150528 h 873264"/>
                <a:gd name="csX183" fmla="*/ 514446 w 836919"/>
                <a:gd name="csY183" fmla="*/ 151349 h 873264"/>
                <a:gd name="csX184" fmla="*/ 518364 w 836919"/>
                <a:gd name="csY184" fmla="*/ 152529 h 873264"/>
                <a:gd name="csX185" fmla="*/ 521233 w 836919"/>
                <a:gd name="csY185" fmla="*/ 151273 h 873264"/>
                <a:gd name="csX186" fmla="*/ 527030 w 836919"/>
                <a:gd name="csY186" fmla="*/ 148397 h 873264"/>
                <a:gd name="csX187" fmla="*/ 525219 w 836919"/>
                <a:gd name="csY187" fmla="*/ 153487 h 873264"/>
                <a:gd name="csX188" fmla="*/ 523903 w 836919"/>
                <a:gd name="csY188" fmla="*/ 158159 h 873264"/>
                <a:gd name="csX189" fmla="*/ 522907 w 836919"/>
                <a:gd name="csY189" fmla="*/ 160046 h 873264"/>
                <a:gd name="csX190" fmla="*/ 521917 w 836919"/>
                <a:gd name="csY190" fmla="*/ 165128 h 873264"/>
                <a:gd name="csX191" fmla="*/ 520944 w 836919"/>
                <a:gd name="csY191" fmla="*/ 166490 h 873264"/>
                <a:gd name="csX192" fmla="*/ 520152 w 836919"/>
                <a:gd name="csY192" fmla="*/ 168043 h 873264"/>
                <a:gd name="csX193" fmla="*/ 521446 w 836919"/>
                <a:gd name="csY193" fmla="*/ 167502 h 873264"/>
                <a:gd name="csX194" fmla="*/ 522556 w 836919"/>
                <a:gd name="csY194" fmla="*/ 166764 h 873264"/>
                <a:gd name="csX195" fmla="*/ 523979 w 836919"/>
                <a:gd name="csY195" fmla="*/ 164809 h 873264"/>
                <a:gd name="csX196" fmla="*/ 525044 w 836919"/>
                <a:gd name="csY196" fmla="*/ 161408 h 873264"/>
                <a:gd name="csX197" fmla="*/ 529244 w 836919"/>
                <a:gd name="csY197" fmla="*/ 152331 h 873264"/>
                <a:gd name="csX198" fmla="*/ 530447 w 836919"/>
                <a:gd name="csY198" fmla="*/ 151524 h 873264"/>
                <a:gd name="csX199" fmla="*/ 533939 w 836919"/>
                <a:gd name="csY199" fmla="*/ 150490 h 873264"/>
                <a:gd name="csX200" fmla="*/ 539950 w 836919"/>
                <a:gd name="csY200" fmla="*/ 143231 h 873264"/>
                <a:gd name="csX201" fmla="*/ 542301 w 836919"/>
                <a:gd name="csY201" fmla="*/ 143254 h 873264"/>
                <a:gd name="csX202" fmla="*/ 543807 w 836919"/>
                <a:gd name="csY202" fmla="*/ 144920 h 873264"/>
                <a:gd name="csX203" fmla="*/ 545230 w 836919"/>
                <a:gd name="csY203" fmla="*/ 145909 h 873264"/>
                <a:gd name="csX204" fmla="*/ 545595 w 836919"/>
                <a:gd name="csY204" fmla="*/ 143923 h 873264"/>
                <a:gd name="csX205" fmla="*/ 547650 w 836919"/>
                <a:gd name="csY205" fmla="*/ 143117 h 873264"/>
                <a:gd name="csX206" fmla="*/ 545481 w 836919"/>
                <a:gd name="csY206" fmla="*/ 142135 h 873264"/>
                <a:gd name="csX207" fmla="*/ 545131 w 836919"/>
                <a:gd name="csY207" fmla="*/ 141245 h 873264"/>
                <a:gd name="csX208" fmla="*/ 544926 w 836919"/>
                <a:gd name="csY208" fmla="*/ 139762 h 873264"/>
                <a:gd name="csX209" fmla="*/ 546402 w 836919"/>
                <a:gd name="csY209" fmla="*/ 137753 h 873264"/>
                <a:gd name="csX210" fmla="*/ 545519 w 836919"/>
                <a:gd name="csY210" fmla="*/ 135972 h 873264"/>
                <a:gd name="csX211" fmla="*/ 548578 w 836919"/>
                <a:gd name="csY211" fmla="*/ 133736 h 873264"/>
                <a:gd name="csX212" fmla="*/ 548342 w 836919"/>
                <a:gd name="csY212" fmla="*/ 132054 h 873264"/>
                <a:gd name="csX213" fmla="*/ 549438 w 836919"/>
                <a:gd name="csY213" fmla="*/ 130669 h 873264"/>
                <a:gd name="csX214" fmla="*/ 550822 w 836919"/>
                <a:gd name="csY214" fmla="*/ 129239 h 873264"/>
                <a:gd name="csX215" fmla="*/ 552390 w 836919"/>
                <a:gd name="csY215" fmla="*/ 128547 h 873264"/>
                <a:gd name="csX216" fmla="*/ 552679 w 836919"/>
                <a:gd name="csY216" fmla="*/ 127321 h 873264"/>
                <a:gd name="csX217" fmla="*/ 553668 w 836919"/>
                <a:gd name="csY217" fmla="*/ 126819 h 873264"/>
                <a:gd name="csX218" fmla="*/ 554444 w 836919"/>
                <a:gd name="csY218" fmla="*/ 126637 h 873264"/>
                <a:gd name="csX219" fmla="*/ 555973 w 836919"/>
                <a:gd name="csY219" fmla="*/ 128006 h 873264"/>
                <a:gd name="csX220" fmla="*/ 557632 w 836919"/>
                <a:gd name="csY220" fmla="*/ 126393 h 873264"/>
                <a:gd name="csX221" fmla="*/ 559245 w 836919"/>
                <a:gd name="csY221" fmla="*/ 125762 h 873264"/>
                <a:gd name="csX222" fmla="*/ 559968 w 836919"/>
                <a:gd name="csY222" fmla="*/ 126043 h 873264"/>
                <a:gd name="csX223" fmla="*/ 560873 w 836919"/>
                <a:gd name="csY223" fmla="*/ 126758 h 873264"/>
                <a:gd name="csX224" fmla="*/ 561824 w 836919"/>
                <a:gd name="csY224" fmla="*/ 127063 h 873264"/>
                <a:gd name="csX225" fmla="*/ 562593 w 836919"/>
                <a:gd name="csY225" fmla="*/ 126933 h 873264"/>
                <a:gd name="csX226" fmla="*/ 564594 w 836919"/>
                <a:gd name="csY226" fmla="*/ 125899 h 873264"/>
                <a:gd name="csX227" fmla="*/ 566443 w 836919"/>
                <a:gd name="csY227" fmla="*/ 127565 h 873264"/>
                <a:gd name="csX228" fmla="*/ 567554 w 836919"/>
                <a:gd name="csY228" fmla="*/ 127930 h 873264"/>
                <a:gd name="csX229" fmla="*/ 567249 w 836919"/>
                <a:gd name="csY229" fmla="*/ 126994 h 873264"/>
                <a:gd name="csX230" fmla="*/ 566663 w 836919"/>
                <a:gd name="csY230" fmla="*/ 126127 h 873264"/>
                <a:gd name="csX231" fmla="*/ 567120 w 836919"/>
                <a:gd name="csY231" fmla="*/ 125419 h 873264"/>
                <a:gd name="csX232" fmla="*/ 567995 w 836919"/>
                <a:gd name="csY232" fmla="*/ 124978 h 873264"/>
                <a:gd name="csX233" fmla="*/ 570764 w 836919"/>
                <a:gd name="csY233" fmla="*/ 125374 h 873264"/>
                <a:gd name="csX234" fmla="*/ 572218 w 836919"/>
                <a:gd name="csY234" fmla="*/ 126119 h 873264"/>
                <a:gd name="csX235" fmla="*/ 573793 w 836919"/>
                <a:gd name="csY235" fmla="*/ 127497 h 873264"/>
                <a:gd name="csX236" fmla="*/ 575976 w 836919"/>
                <a:gd name="csY236" fmla="*/ 127595 h 873264"/>
                <a:gd name="csX237" fmla="*/ 577696 w 836919"/>
                <a:gd name="csY237" fmla="*/ 127451 h 873264"/>
                <a:gd name="csX238" fmla="*/ 578776 w 836919"/>
                <a:gd name="csY238" fmla="*/ 128227 h 873264"/>
                <a:gd name="csX239" fmla="*/ 580534 w 836919"/>
                <a:gd name="csY239" fmla="*/ 128219 h 873264"/>
                <a:gd name="csX240" fmla="*/ 581416 w 836919"/>
                <a:gd name="csY240" fmla="*/ 129429 h 873264"/>
                <a:gd name="csX241" fmla="*/ 584095 w 836919"/>
                <a:gd name="csY241" fmla="*/ 131126 h 873264"/>
                <a:gd name="csX242" fmla="*/ 584673 w 836919"/>
                <a:gd name="csY242" fmla="*/ 132275 h 873264"/>
                <a:gd name="csX243" fmla="*/ 586826 w 836919"/>
                <a:gd name="csY243" fmla="*/ 132830 h 873264"/>
                <a:gd name="csX244" fmla="*/ 588850 w 836919"/>
                <a:gd name="csY244" fmla="*/ 133538 h 873264"/>
                <a:gd name="csX245" fmla="*/ 591003 w 836919"/>
                <a:gd name="csY245" fmla="*/ 133728 h 873264"/>
                <a:gd name="csX246" fmla="*/ 593179 w 836919"/>
                <a:gd name="csY246" fmla="*/ 133561 h 873264"/>
                <a:gd name="csX247" fmla="*/ 593271 w 836919"/>
                <a:gd name="csY247" fmla="*/ 135014 h 873264"/>
                <a:gd name="csX248" fmla="*/ 594861 w 836919"/>
                <a:gd name="csY248" fmla="*/ 135410 h 873264"/>
                <a:gd name="csX249" fmla="*/ 596907 w 836919"/>
                <a:gd name="csY249" fmla="*/ 135090 h 873264"/>
                <a:gd name="csX250" fmla="*/ 598452 w 836919"/>
                <a:gd name="csY250" fmla="*/ 136878 h 873264"/>
                <a:gd name="csX251" fmla="*/ 602583 w 836919"/>
                <a:gd name="csY251" fmla="*/ 138225 h 873264"/>
                <a:gd name="csX252" fmla="*/ 605444 w 836919"/>
                <a:gd name="csY252" fmla="*/ 140287 h 873264"/>
                <a:gd name="csX253" fmla="*/ 607324 w 836919"/>
                <a:gd name="csY253" fmla="*/ 139921 h 873264"/>
                <a:gd name="csX254" fmla="*/ 609424 w 836919"/>
                <a:gd name="csY254" fmla="*/ 140469 h 873264"/>
                <a:gd name="csX255" fmla="*/ 611676 w 836919"/>
                <a:gd name="csY255" fmla="*/ 144951 h 873264"/>
                <a:gd name="csX256" fmla="*/ 612185 w 836919"/>
                <a:gd name="csY256" fmla="*/ 148131 h 873264"/>
                <a:gd name="csX257" fmla="*/ 613190 w 836919"/>
                <a:gd name="csY257" fmla="*/ 147690 h 873264"/>
                <a:gd name="csX258" fmla="*/ 614126 w 836919"/>
                <a:gd name="csY258" fmla="*/ 146267 h 873264"/>
                <a:gd name="csX259" fmla="*/ 615328 w 836919"/>
                <a:gd name="csY259" fmla="*/ 143665 h 873264"/>
                <a:gd name="csX260" fmla="*/ 617588 w 836919"/>
                <a:gd name="csY260" fmla="*/ 142805 h 873264"/>
                <a:gd name="csX261" fmla="*/ 618668 w 836919"/>
                <a:gd name="csY261" fmla="*/ 143802 h 873264"/>
                <a:gd name="csX262" fmla="*/ 620928 w 836919"/>
                <a:gd name="csY262" fmla="*/ 145399 h 873264"/>
                <a:gd name="csX263" fmla="*/ 622875 w 836919"/>
                <a:gd name="csY263" fmla="*/ 147150 h 873264"/>
                <a:gd name="csX264" fmla="*/ 623697 w 836919"/>
                <a:gd name="csY264" fmla="*/ 148275 h 873264"/>
                <a:gd name="csX265" fmla="*/ 625166 w 836919"/>
                <a:gd name="csY265" fmla="*/ 148458 h 873264"/>
                <a:gd name="csX266" fmla="*/ 623941 w 836919"/>
                <a:gd name="csY266" fmla="*/ 149843 h 873264"/>
                <a:gd name="csX267" fmla="*/ 625173 w 836919"/>
                <a:gd name="csY267" fmla="*/ 149698 h 873264"/>
                <a:gd name="csX268" fmla="*/ 626657 w 836919"/>
                <a:gd name="csY268" fmla="*/ 148717 h 873264"/>
                <a:gd name="csX269" fmla="*/ 627927 w 836919"/>
                <a:gd name="csY269" fmla="*/ 150756 h 873264"/>
                <a:gd name="csX270" fmla="*/ 628886 w 836919"/>
                <a:gd name="csY270" fmla="*/ 152978 h 873264"/>
                <a:gd name="csX271" fmla="*/ 629076 w 836919"/>
                <a:gd name="csY271" fmla="*/ 155237 h 873264"/>
                <a:gd name="csX272" fmla="*/ 628171 w 836919"/>
                <a:gd name="csY272" fmla="*/ 156531 h 873264"/>
                <a:gd name="csX273" fmla="*/ 627380 w 836919"/>
                <a:gd name="csY273" fmla="*/ 157345 h 873264"/>
                <a:gd name="csX274" fmla="*/ 626497 w 836919"/>
                <a:gd name="csY274" fmla="*/ 158943 h 873264"/>
                <a:gd name="csX275" fmla="*/ 625455 w 836919"/>
                <a:gd name="csY275" fmla="*/ 159232 h 873264"/>
                <a:gd name="csX276" fmla="*/ 624413 w 836919"/>
                <a:gd name="csY276" fmla="*/ 159749 h 873264"/>
                <a:gd name="csX277" fmla="*/ 625599 w 836919"/>
                <a:gd name="csY277" fmla="*/ 160913 h 873264"/>
                <a:gd name="csX278" fmla="*/ 626414 w 836919"/>
                <a:gd name="csY278" fmla="*/ 162032 h 873264"/>
                <a:gd name="csX279" fmla="*/ 628194 w 836919"/>
                <a:gd name="csY279" fmla="*/ 159004 h 873264"/>
                <a:gd name="csX280" fmla="*/ 629449 w 836919"/>
                <a:gd name="csY280" fmla="*/ 158151 h 873264"/>
                <a:gd name="csX281" fmla="*/ 631260 w 836919"/>
                <a:gd name="csY281" fmla="*/ 157680 h 873264"/>
                <a:gd name="csX282" fmla="*/ 632204 w 836919"/>
                <a:gd name="csY282" fmla="*/ 159833 h 873264"/>
                <a:gd name="csX283" fmla="*/ 632401 w 836919"/>
                <a:gd name="csY283" fmla="*/ 161872 h 873264"/>
                <a:gd name="csX284" fmla="*/ 629449 w 836919"/>
                <a:gd name="csY284" fmla="*/ 162717 h 873264"/>
                <a:gd name="csX285" fmla="*/ 629442 w 836919"/>
                <a:gd name="csY285" fmla="*/ 164322 h 873264"/>
                <a:gd name="csX286" fmla="*/ 628559 w 836919"/>
                <a:gd name="csY286" fmla="*/ 165235 h 873264"/>
                <a:gd name="csX287" fmla="*/ 627981 w 836919"/>
                <a:gd name="csY287" fmla="*/ 166285 h 873264"/>
                <a:gd name="csX288" fmla="*/ 627517 w 836919"/>
                <a:gd name="csY288" fmla="*/ 168476 h 873264"/>
                <a:gd name="csX289" fmla="*/ 626916 w 836919"/>
                <a:gd name="csY289" fmla="*/ 170295 h 873264"/>
                <a:gd name="csX290" fmla="*/ 625158 w 836919"/>
                <a:gd name="csY290" fmla="*/ 178360 h 873264"/>
                <a:gd name="csX291" fmla="*/ 625128 w 836919"/>
                <a:gd name="csY291" fmla="*/ 179691 h 873264"/>
                <a:gd name="csX292" fmla="*/ 627273 w 836919"/>
                <a:gd name="csY292" fmla="*/ 178268 h 873264"/>
                <a:gd name="csX293" fmla="*/ 631230 w 836919"/>
                <a:gd name="csY293" fmla="*/ 174160 h 873264"/>
                <a:gd name="csX294" fmla="*/ 632432 w 836919"/>
                <a:gd name="csY294" fmla="*/ 169785 h 873264"/>
                <a:gd name="csX295" fmla="*/ 633992 w 836919"/>
                <a:gd name="csY295" fmla="*/ 165471 h 873264"/>
                <a:gd name="csX296" fmla="*/ 635688 w 836919"/>
                <a:gd name="csY296" fmla="*/ 164116 h 873264"/>
                <a:gd name="csX297" fmla="*/ 636746 w 836919"/>
                <a:gd name="csY297" fmla="*/ 164116 h 873264"/>
                <a:gd name="csX298" fmla="*/ 638321 w 836919"/>
                <a:gd name="csY298" fmla="*/ 164588 h 873264"/>
                <a:gd name="csX299" fmla="*/ 638412 w 836919"/>
                <a:gd name="csY299" fmla="*/ 166003 h 873264"/>
                <a:gd name="csX300" fmla="*/ 638169 w 836919"/>
                <a:gd name="csY300" fmla="*/ 166818 h 873264"/>
                <a:gd name="csX301" fmla="*/ 636480 w 836919"/>
                <a:gd name="csY301" fmla="*/ 168963 h 873264"/>
                <a:gd name="csX302" fmla="*/ 635764 w 836919"/>
                <a:gd name="csY302" fmla="*/ 170135 h 873264"/>
                <a:gd name="csX303" fmla="*/ 636457 w 836919"/>
                <a:gd name="csY303" fmla="*/ 171291 h 873264"/>
                <a:gd name="csX304" fmla="*/ 640284 w 836919"/>
                <a:gd name="csY304" fmla="*/ 167738 h 873264"/>
                <a:gd name="csX305" fmla="*/ 642003 w 836919"/>
                <a:gd name="csY305" fmla="*/ 166490 h 873264"/>
                <a:gd name="csX306" fmla="*/ 643464 w 836919"/>
                <a:gd name="csY306" fmla="*/ 166741 h 873264"/>
                <a:gd name="csX307" fmla="*/ 646363 w 836919"/>
                <a:gd name="csY307" fmla="*/ 165098 h 873264"/>
                <a:gd name="csX308" fmla="*/ 652207 w 836919"/>
                <a:gd name="csY308" fmla="*/ 164756 h 873264"/>
                <a:gd name="csX309" fmla="*/ 652648 w 836919"/>
                <a:gd name="csY309" fmla="*/ 162876 h 873264"/>
                <a:gd name="csX310" fmla="*/ 653812 w 836919"/>
                <a:gd name="csY310" fmla="*/ 162077 h 873264"/>
                <a:gd name="csX311" fmla="*/ 657023 w 836919"/>
                <a:gd name="csY311" fmla="*/ 162290 h 873264"/>
                <a:gd name="csX312" fmla="*/ 663277 w 836919"/>
                <a:gd name="csY312" fmla="*/ 163964 h 873264"/>
                <a:gd name="csX313" fmla="*/ 665506 w 836919"/>
                <a:gd name="csY313" fmla="*/ 165334 h 873264"/>
                <a:gd name="csX314" fmla="*/ 668847 w 836919"/>
                <a:gd name="csY314" fmla="*/ 166604 h 873264"/>
                <a:gd name="csX315" fmla="*/ 670604 w 836919"/>
                <a:gd name="csY315" fmla="*/ 168119 h 873264"/>
                <a:gd name="csX316" fmla="*/ 677946 w 836919"/>
                <a:gd name="csY316" fmla="*/ 170903 h 873264"/>
                <a:gd name="csX317" fmla="*/ 683280 w 836919"/>
                <a:gd name="csY317" fmla="*/ 171200 h 873264"/>
                <a:gd name="csX318" fmla="*/ 685920 w 836919"/>
                <a:gd name="csY318" fmla="*/ 169937 h 873264"/>
                <a:gd name="csX319" fmla="*/ 689215 w 836919"/>
                <a:gd name="csY319" fmla="*/ 171261 h 873264"/>
                <a:gd name="csX320" fmla="*/ 690957 w 836919"/>
                <a:gd name="csY320" fmla="*/ 172745 h 873264"/>
                <a:gd name="csX321" fmla="*/ 694381 w 836919"/>
                <a:gd name="csY321" fmla="*/ 173544 h 873264"/>
                <a:gd name="csX322" fmla="*/ 697835 w 836919"/>
                <a:gd name="csY322" fmla="*/ 173962 h 873264"/>
                <a:gd name="csX323" fmla="*/ 700475 w 836919"/>
                <a:gd name="csY323" fmla="*/ 172897 h 873264"/>
                <a:gd name="csX324" fmla="*/ 707292 w 836919"/>
                <a:gd name="csY324" fmla="*/ 172547 h 873264"/>
                <a:gd name="csX325" fmla="*/ 715852 w 836919"/>
                <a:gd name="csY325" fmla="*/ 170972 h 873264"/>
                <a:gd name="csX326" fmla="*/ 720958 w 836919"/>
                <a:gd name="csY326" fmla="*/ 171345 h 873264"/>
                <a:gd name="csX327" fmla="*/ 726740 w 836919"/>
                <a:gd name="csY327" fmla="*/ 172372 h 873264"/>
                <a:gd name="csX328" fmla="*/ 730864 w 836919"/>
                <a:gd name="csY328" fmla="*/ 175012 h 873264"/>
                <a:gd name="csX329" fmla="*/ 734333 w 836919"/>
                <a:gd name="csY329" fmla="*/ 176503 h 873264"/>
                <a:gd name="csX330" fmla="*/ 736433 w 836919"/>
                <a:gd name="csY330" fmla="*/ 177972 h 873264"/>
                <a:gd name="csX331" fmla="*/ 739819 w 836919"/>
                <a:gd name="csY331" fmla="*/ 179501 h 873264"/>
                <a:gd name="csX332" fmla="*/ 747040 w 836919"/>
                <a:gd name="csY332" fmla="*/ 183602 h 873264"/>
                <a:gd name="csX333" fmla="*/ 749573 w 836919"/>
                <a:gd name="csY333" fmla="*/ 185976 h 873264"/>
                <a:gd name="csX334" fmla="*/ 754047 w 836919"/>
                <a:gd name="csY334" fmla="*/ 189202 h 873264"/>
                <a:gd name="csX335" fmla="*/ 758544 w 836919"/>
                <a:gd name="csY335" fmla="*/ 190556 h 873264"/>
                <a:gd name="csX336" fmla="*/ 760971 w 836919"/>
                <a:gd name="csY336" fmla="*/ 193934 h 873264"/>
                <a:gd name="csX337" fmla="*/ 762896 w 836919"/>
                <a:gd name="csY337" fmla="*/ 195456 h 873264"/>
                <a:gd name="csX338" fmla="*/ 767659 w 836919"/>
                <a:gd name="csY338" fmla="*/ 201163 h 873264"/>
                <a:gd name="csX339" fmla="*/ 773061 w 836919"/>
                <a:gd name="csY339" fmla="*/ 205157 h 873264"/>
                <a:gd name="csX340" fmla="*/ 776675 w 836919"/>
                <a:gd name="csY340" fmla="*/ 209152 h 873264"/>
                <a:gd name="csX341" fmla="*/ 783614 w 836919"/>
                <a:gd name="csY341" fmla="*/ 211723 h 873264"/>
                <a:gd name="csX342" fmla="*/ 786323 w 836919"/>
                <a:gd name="csY342" fmla="*/ 215969 h 873264"/>
                <a:gd name="csX343" fmla="*/ 791017 w 836919"/>
                <a:gd name="csY343" fmla="*/ 216486 h 873264"/>
                <a:gd name="csX344" fmla="*/ 793018 w 836919"/>
                <a:gd name="csY344" fmla="*/ 217118 h 873264"/>
                <a:gd name="csX345" fmla="*/ 795453 w 836919"/>
                <a:gd name="csY345" fmla="*/ 218906 h 873264"/>
                <a:gd name="csX346" fmla="*/ 798793 w 836919"/>
                <a:gd name="csY346" fmla="*/ 219902 h 873264"/>
                <a:gd name="csX347" fmla="*/ 803145 w 836919"/>
                <a:gd name="csY347" fmla="*/ 219621 h 873264"/>
                <a:gd name="csX348" fmla="*/ 807946 w 836919"/>
                <a:gd name="csY348" fmla="*/ 219826 h 873264"/>
                <a:gd name="csX349" fmla="*/ 811834 w 836919"/>
                <a:gd name="csY349" fmla="*/ 218989 h 873264"/>
                <a:gd name="csX350" fmla="*/ 821025 w 836919"/>
                <a:gd name="csY350" fmla="*/ 220580 h 873264"/>
                <a:gd name="csX351" fmla="*/ 822471 w 836919"/>
                <a:gd name="csY351" fmla="*/ 221363 h 873264"/>
                <a:gd name="csX352" fmla="*/ 824373 w 836919"/>
                <a:gd name="csY352" fmla="*/ 223167 h 873264"/>
                <a:gd name="csX353" fmla="*/ 827729 w 836919"/>
                <a:gd name="csY353" fmla="*/ 229900 h 873264"/>
                <a:gd name="csX354" fmla="*/ 829730 w 836919"/>
                <a:gd name="csY354" fmla="*/ 237372 h 873264"/>
                <a:gd name="csX355" fmla="*/ 830719 w 836919"/>
                <a:gd name="csY355" fmla="*/ 243086 h 873264"/>
                <a:gd name="csX356" fmla="*/ 833009 w 836919"/>
                <a:gd name="csY356" fmla="*/ 247529 h 873264"/>
                <a:gd name="csX357" fmla="*/ 834257 w 836919"/>
                <a:gd name="csY357" fmla="*/ 255883 h 873264"/>
                <a:gd name="csX358" fmla="*/ 835322 w 836919"/>
                <a:gd name="csY358" fmla="*/ 258516 h 873264"/>
                <a:gd name="csX359" fmla="*/ 835406 w 836919"/>
                <a:gd name="csY359" fmla="*/ 260547 h 873264"/>
                <a:gd name="csX360" fmla="*/ 836311 w 836919"/>
                <a:gd name="csY360" fmla="*/ 261004 h 873264"/>
                <a:gd name="csX361" fmla="*/ 836920 w 836919"/>
                <a:gd name="csY361" fmla="*/ 266649 h 873264"/>
                <a:gd name="csX362" fmla="*/ 836684 w 836919"/>
                <a:gd name="csY362" fmla="*/ 268925 h 873264"/>
                <a:gd name="csX363" fmla="*/ 835801 w 836919"/>
                <a:gd name="csY363" fmla="*/ 271884 h 873264"/>
                <a:gd name="csX364" fmla="*/ 835740 w 836919"/>
                <a:gd name="csY364" fmla="*/ 273208 h 873264"/>
                <a:gd name="csX365" fmla="*/ 835870 w 836919"/>
                <a:gd name="csY365" fmla="*/ 274045 h 873264"/>
                <a:gd name="csX366" fmla="*/ 835482 w 836919"/>
                <a:gd name="csY366" fmla="*/ 275285 h 873264"/>
                <a:gd name="csX367" fmla="*/ 835360 w 836919"/>
                <a:gd name="csY367" fmla="*/ 276472 h 873264"/>
                <a:gd name="csX368" fmla="*/ 836250 w 836919"/>
                <a:gd name="csY368" fmla="*/ 279135 h 873264"/>
                <a:gd name="csX369" fmla="*/ 836296 w 836919"/>
                <a:gd name="csY369" fmla="*/ 281265 h 873264"/>
                <a:gd name="csX370" fmla="*/ 835101 w 836919"/>
                <a:gd name="csY370" fmla="*/ 283852 h 873264"/>
                <a:gd name="csX371" fmla="*/ 833473 w 836919"/>
                <a:gd name="csY371" fmla="*/ 290616 h 873264"/>
                <a:gd name="csX372" fmla="*/ 829395 w 836919"/>
                <a:gd name="csY372" fmla="*/ 301839 h 873264"/>
                <a:gd name="csX373" fmla="*/ 825484 w 836919"/>
                <a:gd name="csY373" fmla="*/ 308291 h 873264"/>
                <a:gd name="csX374" fmla="*/ 820013 w 836919"/>
                <a:gd name="csY374" fmla="*/ 314956 h 873264"/>
                <a:gd name="csX375" fmla="*/ 816445 w 836919"/>
                <a:gd name="csY375" fmla="*/ 318441 h 873264"/>
                <a:gd name="csX376" fmla="*/ 815030 w 836919"/>
                <a:gd name="csY376" fmla="*/ 318799 h 873264"/>
                <a:gd name="csX377" fmla="*/ 813736 w 836919"/>
                <a:gd name="csY377" fmla="*/ 318106 h 873264"/>
                <a:gd name="csX378" fmla="*/ 814657 w 836919"/>
                <a:gd name="csY378" fmla="*/ 319947 h 873264"/>
                <a:gd name="csX379" fmla="*/ 813858 w 836919"/>
                <a:gd name="csY379" fmla="*/ 321568 h 873264"/>
                <a:gd name="csX380" fmla="*/ 810236 w 836919"/>
                <a:gd name="csY380" fmla="*/ 326483 h 873264"/>
                <a:gd name="csX381" fmla="*/ 806638 w 836919"/>
                <a:gd name="csY381" fmla="*/ 329694 h 873264"/>
                <a:gd name="csX382" fmla="*/ 802902 w 836919"/>
                <a:gd name="csY382" fmla="*/ 335279 h 873264"/>
                <a:gd name="csX383" fmla="*/ 802620 w 836919"/>
                <a:gd name="csY383" fmla="*/ 335408 h 873264"/>
                <a:gd name="csX384" fmla="*/ 797835 w 836919"/>
                <a:gd name="csY384" fmla="*/ 337569 h 873264"/>
                <a:gd name="csX385" fmla="*/ 795004 w 836919"/>
                <a:gd name="csY385" fmla="*/ 339334 h 873264"/>
                <a:gd name="csX386" fmla="*/ 791382 w 836919"/>
                <a:gd name="csY386" fmla="*/ 342545 h 873264"/>
                <a:gd name="csX387" fmla="*/ 788058 w 836919"/>
                <a:gd name="csY387" fmla="*/ 347612 h 873264"/>
                <a:gd name="csX388" fmla="*/ 787373 w 836919"/>
                <a:gd name="csY388" fmla="*/ 348259 h 873264"/>
                <a:gd name="csX389" fmla="*/ 786148 w 836919"/>
                <a:gd name="csY389" fmla="*/ 347901 h 873264"/>
                <a:gd name="csX390" fmla="*/ 786186 w 836919"/>
                <a:gd name="csY390" fmla="*/ 350473 h 873264"/>
                <a:gd name="csX391" fmla="*/ 783325 w 836919"/>
                <a:gd name="csY391" fmla="*/ 354551 h 873264"/>
                <a:gd name="csX392" fmla="*/ 782450 w 836919"/>
                <a:gd name="csY392" fmla="*/ 355152 h 873264"/>
                <a:gd name="csX393" fmla="*/ 782473 w 836919"/>
                <a:gd name="csY393" fmla="*/ 353996 h 873264"/>
                <a:gd name="csX394" fmla="*/ 782967 w 836919"/>
                <a:gd name="csY394" fmla="*/ 353113 h 873264"/>
                <a:gd name="csX395" fmla="*/ 783196 w 836919"/>
                <a:gd name="csY395" fmla="*/ 352177 h 873264"/>
                <a:gd name="csX396" fmla="*/ 783180 w 836919"/>
                <a:gd name="csY396" fmla="*/ 351066 h 873264"/>
                <a:gd name="csX397" fmla="*/ 782382 w 836919"/>
                <a:gd name="csY397" fmla="*/ 351873 h 873264"/>
                <a:gd name="csX398" fmla="*/ 780685 w 836919"/>
                <a:gd name="csY398" fmla="*/ 354932 h 873264"/>
                <a:gd name="csX399" fmla="*/ 781255 w 836919"/>
                <a:gd name="csY399" fmla="*/ 357169 h 873264"/>
                <a:gd name="csX400" fmla="*/ 780030 w 836919"/>
                <a:gd name="csY400" fmla="*/ 360554 h 873264"/>
                <a:gd name="csX401" fmla="*/ 775344 w 836919"/>
                <a:gd name="csY401" fmla="*/ 370232 h 873264"/>
                <a:gd name="csX402" fmla="*/ 769607 w 836919"/>
                <a:gd name="csY402" fmla="*/ 378381 h 873264"/>
                <a:gd name="csX403" fmla="*/ 768283 w 836919"/>
                <a:gd name="csY403" fmla="*/ 380900 h 873264"/>
                <a:gd name="csX404" fmla="*/ 763573 w 836919"/>
                <a:gd name="csY404" fmla="*/ 386400 h 873264"/>
                <a:gd name="csX405" fmla="*/ 760111 w 836919"/>
                <a:gd name="csY405" fmla="*/ 389056 h 873264"/>
                <a:gd name="csX406" fmla="*/ 759137 w 836919"/>
                <a:gd name="csY406" fmla="*/ 389071 h 873264"/>
                <a:gd name="csX407" fmla="*/ 758034 w 836919"/>
                <a:gd name="csY407" fmla="*/ 388843 h 873264"/>
                <a:gd name="csX408" fmla="*/ 757479 w 836919"/>
                <a:gd name="csY408" fmla="*/ 384613 h 873264"/>
                <a:gd name="csX409" fmla="*/ 754724 w 836919"/>
                <a:gd name="csY409" fmla="*/ 382056 h 873264"/>
                <a:gd name="csX410" fmla="*/ 753933 w 836919"/>
                <a:gd name="csY410" fmla="*/ 381607 h 873264"/>
                <a:gd name="csX411" fmla="*/ 752807 w 836919"/>
                <a:gd name="csY411" fmla="*/ 384316 h 873264"/>
                <a:gd name="csX412" fmla="*/ 751863 w 836919"/>
                <a:gd name="csY412" fmla="*/ 385061 h 873264"/>
                <a:gd name="csX413" fmla="*/ 750502 w 836919"/>
                <a:gd name="csY413" fmla="*/ 385221 h 873264"/>
                <a:gd name="csX414" fmla="*/ 751955 w 836919"/>
                <a:gd name="csY414" fmla="*/ 386400 h 873264"/>
                <a:gd name="csX415" fmla="*/ 752381 w 836919"/>
                <a:gd name="csY415" fmla="*/ 387770 h 873264"/>
                <a:gd name="csX416" fmla="*/ 750897 w 836919"/>
                <a:gd name="csY416" fmla="*/ 390509 h 873264"/>
                <a:gd name="csX417" fmla="*/ 750852 w 836919"/>
                <a:gd name="csY417" fmla="*/ 392997 h 873264"/>
                <a:gd name="csX418" fmla="*/ 748204 w 836919"/>
                <a:gd name="csY418" fmla="*/ 395744 h 873264"/>
                <a:gd name="csX419" fmla="*/ 746667 w 836919"/>
                <a:gd name="csY419" fmla="*/ 397752 h 873264"/>
                <a:gd name="csX420" fmla="*/ 745891 w 836919"/>
                <a:gd name="csY420" fmla="*/ 400271 h 873264"/>
                <a:gd name="csX421" fmla="*/ 745419 w 836919"/>
                <a:gd name="csY421" fmla="*/ 402622 h 873264"/>
                <a:gd name="csX422" fmla="*/ 746583 w 836919"/>
                <a:gd name="csY422" fmla="*/ 401983 h 873264"/>
                <a:gd name="csX423" fmla="*/ 747139 w 836919"/>
                <a:gd name="csY423" fmla="*/ 402477 h 873264"/>
                <a:gd name="csX424" fmla="*/ 747572 w 836919"/>
                <a:gd name="csY424" fmla="*/ 403208 h 873264"/>
                <a:gd name="csX425" fmla="*/ 747306 w 836919"/>
                <a:gd name="csY425" fmla="*/ 404288 h 873264"/>
                <a:gd name="csX426" fmla="*/ 746454 w 836919"/>
                <a:gd name="csY426" fmla="*/ 406335 h 873264"/>
                <a:gd name="csX427" fmla="*/ 746583 w 836919"/>
                <a:gd name="csY427" fmla="*/ 411425 h 873264"/>
                <a:gd name="csX428" fmla="*/ 746302 w 836919"/>
                <a:gd name="csY428" fmla="*/ 412582 h 873264"/>
                <a:gd name="csX429" fmla="*/ 747146 w 836919"/>
                <a:gd name="csY429" fmla="*/ 413837 h 873264"/>
                <a:gd name="csX430" fmla="*/ 748044 w 836919"/>
                <a:gd name="csY430" fmla="*/ 411699 h 873264"/>
                <a:gd name="csX431" fmla="*/ 748561 w 836919"/>
                <a:gd name="csY431" fmla="*/ 412300 h 873264"/>
                <a:gd name="csX432" fmla="*/ 746058 w 836919"/>
                <a:gd name="csY432" fmla="*/ 425965 h 873264"/>
                <a:gd name="csX433" fmla="*/ 747040 w 836919"/>
                <a:gd name="csY433" fmla="*/ 432128 h 873264"/>
                <a:gd name="csX434" fmla="*/ 747405 w 836919"/>
                <a:gd name="csY434" fmla="*/ 439120 h 873264"/>
                <a:gd name="csX435" fmla="*/ 748531 w 836919"/>
                <a:gd name="csY435" fmla="*/ 445960 h 873264"/>
                <a:gd name="csX436" fmla="*/ 749771 w 836919"/>
                <a:gd name="csY436" fmla="*/ 452078 h 873264"/>
                <a:gd name="csX437" fmla="*/ 749870 w 836919"/>
                <a:gd name="csY437" fmla="*/ 452565 h 873264"/>
                <a:gd name="csX438" fmla="*/ 748158 w 836919"/>
                <a:gd name="csY438" fmla="*/ 459679 h 873264"/>
                <a:gd name="csX439" fmla="*/ 745967 w 836919"/>
                <a:gd name="csY439" fmla="*/ 466709 h 873264"/>
                <a:gd name="csX440" fmla="*/ 744651 w 836919"/>
                <a:gd name="csY440" fmla="*/ 472453 h 873264"/>
                <a:gd name="csX441" fmla="*/ 743821 w 836919"/>
                <a:gd name="csY441" fmla="*/ 478662 h 873264"/>
                <a:gd name="csX442" fmla="*/ 742992 w 836919"/>
                <a:gd name="csY442" fmla="*/ 481652 h 873264"/>
                <a:gd name="csX443" fmla="*/ 742726 w 836919"/>
                <a:gd name="csY443" fmla="*/ 484711 h 873264"/>
                <a:gd name="csX444" fmla="*/ 743677 w 836919"/>
                <a:gd name="csY444" fmla="*/ 491969 h 873264"/>
                <a:gd name="csX445" fmla="*/ 744034 w 836919"/>
                <a:gd name="csY445" fmla="*/ 493347 h 873264"/>
                <a:gd name="csX446" fmla="*/ 741379 w 836919"/>
                <a:gd name="csY446" fmla="*/ 496588 h 873264"/>
                <a:gd name="csX447" fmla="*/ 738510 w 836919"/>
                <a:gd name="csY447" fmla="*/ 498163 h 873264"/>
                <a:gd name="csX448" fmla="*/ 736928 w 836919"/>
                <a:gd name="csY448" fmla="*/ 499730 h 873264"/>
                <a:gd name="csX449" fmla="*/ 733428 w 836919"/>
                <a:gd name="csY449" fmla="*/ 505589 h 873264"/>
                <a:gd name="csX450" fmla="*/ 731526 w 836919"/>
                <a:gd name="csY450" fmla="*/ 514262 h 873264"/>
                <a:gd name="csX451" fmla="*/ 731480 w 836919"/>
                <a:gd name="csY451" fmla="*/ 518881 h 873264"/>
                <a:gd name="csX452" fmla="*/ 732378 w 836919"/>
                <a:gd name="csY452" fmla="*/ 528574 h 873264"/>
                <a:gd name="csX453" fmla="*/ 731708 w 836919"/>
                <a:gd name="csY453" fmla="*/ 532538 h 873264"/>
                <a:gd name="csX454" fmla="*/ 730598 w 836919"/>
                <a:gd name="csY454" fmla="*/ 535194 h 873264"/>
                <a:gd name="csX455" fmla="*/ 729289 w 836919"/>
                <a:gd name="csY455" fmla="*/ 536936 h 873264"/>
                <a:gd name="csX456" fmla="*/ 725949 w 836919"/>
                <a:gd name="csY456" fmla="*/ 539028 h 873264"/>
                <a:gd name="csX457" fmla="*/ 722951 w 836919"/>
                <a:gd name="csY457" fmla="*/ 544134 h 873264"/>
                <a:gd name="csX458" fmla="*/ 721650 w 836919"/>
                <a:gd name="csY458" fmla="*/ 549505 h 873264"/>
                <a:gd name="csX459" fmla="*/ 719596 w 836919"/>
                <a:gd name="csY459" fmla="*/ 551468 h 873264"/>
                <a:gd name="csX460" fmla="*/ 719177 w 836919"/>
                <a:gd name="csY460" fmla="*/ 554481 h 873264"/>
                <a:gd name="csX461" fmla="*/ 717526 w 836919"/>
                <a:gd name="csY461" fmla="*/ 557738 h 873264"/>
                <a:gd name="csX462" fmla="*/ 713242 w 836919"/>
                <a:gd name="csY462" fmla="*/ 562600 h 873264"/>
                <a:gd name="csX463" fmla="*/ 710458 w 836919"/>
                <a:gd name="csY463" fmla="*/ 564015 h 873264"/>
                <a:gd name="csX464" fmla="*/ 709134 w 836919"/>
                <a:gd name="csY464" fmla="*/ 565377 h 873264"/>
                <a:gd name="csX465" fmla="*/ 708289 w 836919"/>
                <a:gd name="csY465" fmla="*/ 568230 h 873264"/>
                <a:gd name="csX466" fmla="*/ 705603 w 836919"/>
                <a:gd name="csY466" fmla="*/ 572932 h 873264"/>
                <a:gd name="csX467" fmla="*/ 703625 w 836919"/>
                <a:gd name="csY467" fmla="*/ 579042 h 873264"/>
                <a:gd name="csX468" fmla="*/ 704143 w 836919"/>
                <a:gd name="csY468" fmla="*/ 581119 h 873264"/>
                <a:gd name="csX469" fmla="*/ 704173 w 836919"/>
                <a:gd name="csY469" fmla="*/ 581439 h 873264"/>
                <a:gd name="csX470" fmla="*/ 704896 w 836919"/>
                <a:gd name="csY470" fmla="*/ 588514 h 873264"/>
                <a:gd name="csX471" fmla="*/ 704630 w 836919"/>
                <a:gd name="csY471" fmla="*/ 590318 h 873264"/>
                <a:gd name="csX472" fmla="*/ 702020 w 836919"/>
                <a:gd name="csY472" fmla="*/ 592273 h 873264"/>
                <a:gd name="csX473" fmla="*/ 692190 w 836919"/>
                <a:gd name="csY473" fmla="*/ 595925 h 873264"/>
                <a:gd name="csX474" fmla="*/ 689572 w 836919"/>
                <a:gd name="csY474" fmla="*/ 597439 h 873264"/>
                <a:gd name="csX475" fmla="*/ 683706 w 836919"/>
                <a:gd name="csY475" fmla="*/ 603663 h 873264"/>
                <a:gd name="csX476" fmla="*/ 683341 w 836919"/>
                <a:gd name="csY476" fmla="*/ 605131 h 873264"/>
                <a:gd name="csX477" fmla="*/ 683584 w 836919"/>
                <a:gd name="csY477" fmla="*/ 607231 h 873264"/>
                <a:gd name="csX478" fmla="*/ 684543 w 836919"/>
                <a:gd name="csY478" fmla="*/ 608441 h 873264"/>
                <a:gd name="csX479" fmla="*/ 683554 w 836919"/>
                <a:gd name="csY479" fmla="*/ 609750 h 873264"/>
                <a:gd name="csX480" fmla="*/ 682382 w 836919"/>
                <a:gd name="csY480" fmla="*/ 612101 h 873264"/>
                <a:gd name="csX481" fmla="*/ 680670 w 836919"/>
                <a:gd name="csY481" fmla="*/ 611956 h 873264"/>
                <a:gd name="csX482" fmla="*/ 670878 w 836919"/>
                <a:gd name="csY482" fmla="*/ 611956 h 873264"/>
                <a:gd name="csX483" fmla="*/ 665582 w 836919"/>
                <a:gd name="csY483" fmla="*/ 612702 h 873264"/>
                <a:gd name="csX484" fmla="*/ 662828 w 836919"/>
                <a:gd name="csY484" fmla="*/ 612557 h 873264"/>
                <a:gd name="csX485" fmla="*/ 661588 w 836919"/>
                <a:gd name="csY485" fmla="*/ 611994 h 873264"/>
                <a:gd name="csX486" fmla="*/ 660203 w 836919"/>
                <a:gd name="csY486" fmla="*/ 611074 h 873264"/>
                <a:gd name="csX487" fmla="*/ 659785 w 836919"/>
                <a:gd name="csY487" fmla="*/ 609864 h 873264"/>
                <a:gd name="csX488" fmla="*/ 660538 w 836919"/>
                <a:gd name="csY488" fmla="*/ 608038 h 873264"/>
                <a:gd name="csX489" fmla="*/ 660089 w 836919"/>
                <a:gd name="csY489" fmla="*/ 606950 h 873264"/>
                <a:gd name="csX490" fmla="*/ 658636 w 836919"/>
                <a:gd name="csY490" fmla="*/ 606988 h 873264"/>
                <a:gd name="csX491" fmla="*/ 657046 w 836919"/>
                <a:gd name="csY491" fmla="*/ 607505 h 873264"/>
                <a:gd name="csX492" fmla="*/ 656772 w 836919"/>
                <a:gd name="csY492" fmla="*/ 608593 h 873264"/>
                <a:gd name="csX493" fmla="*/ 656886 w 836919"/>
                <a:gd name="csY493" fmla="*/ 609377 h 873264"/>
                <a:gd name="csX494" fmla="*/ 657479 w 836919"/>
                <a:gd name="csY494" fmla="*/ 610511 h 873264"/>
                <a:gd name="csX495" fmla="*/ 657806 w 836919"/>
                <a:gd name="csY495" fmla="*/ 611911 h 873264"/>
                <a:gd name="csX496" fmla="*/ 657152 w 836919"/>
                <a:gd name="csY496" fmla="*/ 613121 h 873264"/>
                <a:gd name="csX497" fmla="*/ 654048 w 836919"/>
                <a:gd name="csY497" fmla="*/ 613280 h 873264"/>
                <a:gd name="csX498" fmla="*/ 650563 w 836919"/>
                <a:gd name="csY498" fmla="*/ 614391 h 873264"/>
                <a:gd name="csX499" fmla="*/ 646211 w 836919"/>
                <a:gd name="csY499" fmla="*/ 614855 h 873264"/>
                <a:gd name="csX500" fmla="*/ 642742 w 836919"/>
                <a:gd name="csY500" fmla="*/ 615662 h 873264"/>
                <a:gd name="csX501" fmla="*/ 641144 w 836919"/>
                <a:gd name="csY501" fmla="*/ 614642 h 873264"/>
                <a:gd name="csX502" fmla="*/ 642742 w 836919"/>
                <a:gd name="csY502" fmla="*/ 614132 h 873264"/>
                <a:gd name="csX503" fmla="*/ 645039 w 836919"/>
                <a:gd name="csY503" fmla="*/ 614376 h 873264"/>
                <a:gd name="csX504" fmla="*/ 647504 w 836919"/>
                <a:gd name="csY504" fmla="*/ 613531 h 873264"/>
                <a:gd name="csX505" fmla="*/ 646926 w 836919"/>
                <a:gd name="csY505" fmla="*/ 612535 h 873264"/>
                <a:gd name="csX506" fmla="*/ 643441 w 836919"/>
                <a:gd name="csY506" fmla="*/ 611257 h 873264"/>
                <a:gd name="csX507" fmla="*/ 639569 w 836919"/>
                <a:gd name="csY507" fmla="*/ 612040 h 873264"/>
                <a:gd name="csX508" fmla="*/ 637423 w 836919"/>
                <a:gd name="csY508" fmla="*/ 613569 h 873264"/>
                <a:gd name="csX509" fmla="*/ 632729 w 836919"/>
                <a:gd name="csY509" fmla="*/ 613425 h 873264"/>
                <a:gd name="csX510" fmla="*/ 626976 w 836919"/>
                <a:gd name="csY510" fmla="*/ 614589 h 873264"/>
                <a:gd name="csX511" fmla="*/ 626041 w 836919"/>
                <a:gd name="csY511" fmla="*/ 615776 h 873264"/>
                <a:gd name="csX512" fmla="*/ 626200 w 836919"/>
                <a:gd name="csY512" fmla="*/ 618074 h 873264"/>
                <a:gd name="csX513" fmla="*/ 627319 w 836919"/>
                <a:gd name="csY513" fmla="*/ 618576 h 873264"/>
                <a:gd name="csX514" fmla="*/ 628422 w 836919"/>
                <a:gd name="csY514" fmla="*/ 619626 h 873264"/>
                <a:gd name="csX515" fmla="*/ 627365 w 836919"/>
                <a:gd name="csY515" fmla="*/ 620607 h 873264"/>
                <a:gd name="csX516" fmla="*/ 626337 w 836919"/>
                <a:gd name="csY516" fmla="*/ 621041 h 873264"/>
                <a:gd name="csX517" fmla="*/ 620266 w 836919"/>
                <a:gd name="csY517" fmla="*/ 622114 h 873264"/>
                <a:gd name="csX518" fmla="*/ 614635 w 836919"/>
                <a:gd name="csY518" fmla="*/ 626610 h 873264"/>
                <a:gd name="csX519" fmla="*/ 612284 w 836919"/>
                <a:gd name="csY519" fmla="*/ 627173 h 873264"/>
                <a:gd name="csX520" fmla="*/ 610192 w 836919"/>
                <a:gd name="csY520" fmla="*/ 629159 h 873264"/>
                <a:gd name="csX521" fmla="*/ 609979 w 836919"/>
                <a:gd name="csY521" fmla="*/ 630856 h 873264"/>
                <a:gd name="csX522" fmla="*/ 609317 w 836919"/>
                <a:gd name="csY522" fmla="*/ 631883 h 873264"/>
                <a:gd name="csX523" fmla="*/ 607978 w 836919"/>
                <a:gd name="csY523" fmla="*/ 631936 h 873264"/>
                <a:gd name="csX524" fmla="*/ 605041 w 836919"/>
                <a:gd name="csY524" fmla="*/ 631008 h 873264"/>
                <a:gd name="csX525" fmla="*/ 601229 w 836919"/>
                <a:gd name="csY525" fmla="*/ 630985 h 873264"/>
                <a:gd name="csX526" fmla="*/ 598475 w 836919"/>
                <a:gd name="csY526" fmla="*/ 631724 h 873264"/>
                <a:gd name="csX527" fmla="*/ 584406 w 836919"/>
                <a:gd name="csY527" fmla="*/ 639035 h 873264"/>
                <a:gd name="csX528" fmla="*/ 579354 w 836919"/>
                <a:gd name="csY528" fmla="*/ 641972 h 873264"/>
                <a:gd name="csX529" fmla="*/ 573595 w 836919"/>
                <a:gd name="csY529" fmla="*/ 647960 h 873264"/>
                <a:gd name="csX530" fmla="*/ 563879 w 836919"/>
                <a:gd name="csY530" fmla="*/ 654686 h 873264"/>
                <a:gd name="csX531" fmla="*/ 558773 w 836919"/>
                <a:gd name="csY531" fmla="*/ 658711 h 873264"/>
                <a:gd name="csX532" fmla="*/ 557807 w 836919"/>
                <a:gd name="csY532" fmla="*/ 659753 h 873264"/>
                <a:gd name="csX533" fmla="*/ 557000 w 836919"/>
                <a:gd name="csY533" fmla="*/ 659807 h 873264"/>
                <a:gd name="csX534" fmla="*/ 555403 w 836919"/>
                <a:gd name="csY534" fmla="*/ 660643 h 873264"/>
                <a:gd name="csX535" fmla="*/ 556034 w 836919"/>
                <a:gd name="csY535" fmla="*/ 661336 h 873264"/>
                <a:gd name="csX536" fmla="*/ 557122 w 836919"/>
                <a:gd name="csY536" fmla="*/ 661397 h 873264"/>
                <a:gd name="csX537" fmla="*/ 556673 w 836919"/>
                <a:gd name="csY537" fmla="*/ 663748 h 873264"/>
                <a:gd name="csX538" fmla="*/ 554642 w 836919"/>
                <a:gd name="csY538" fmla="*/ 665353 h 873264"/>
                <a:gd name="csX539" fmla="*/ 550830 w 836919"/>
                <a:gd name="csY539" fmla="*/ 669576 h 873264"/>
                <a:gd name="csX540" fmla="*/ 549985 w 836919"/>
                <a:gd name="csY540" fmla="*/ 669264 h 873264"/>
                <a:gd name="csX541" fmla="*/ 551195 w 836919"/>
                <a:gd name="csY541" fmla="*/ 667065 h 873264"/>
                <a:gd name="csX542" fmla="*/ 549323 w 836919"/>
                <a:gd name="csY542" fmla="*/ 666981 h 873264"/>
                <a:gd name="csX543" fmla="*/ 546569 w 836919"/>
                <a:gd name="csY543" fmla="*/ 666175 h 873264"/>
                <a:gd name="csX544" fmla="*/ 545375 w 836919"/>
                <a:gd name="csY544" fmla="*/ 667080 h 873264"/>
                <a:gd name="csX545" fmla="*/ 546036 w 836919"/>
                <a:gd name="csY545" fmla="*/ 669256 h 873264"/>
                <a:gd name="csX546" fmla="*/ 545002 w 836919"/>
                <a:gd name="csY546" fmla="*/ 670192 h 873264"/>
                <a:gd name="csX547" fmla="*/ 543122 w 836919"/>
                <a:gd name="csY547" fmla="*/ 670299 h 873264"/>
                <a:gd name="csX548" fmla="*/ 541418 w 836919"/>
                <a:gd name="csY548" fmla="*/ 670040 h 873264"/>
                <a:gd name="csX549" fmla="*/ 539546 w 836919"/>
                <a:gd name="csY549" fmla="*/ 668450 h 873264"/>
                <a:gd name="csX550" fmla="*/ 540391 w 836919"/>
                <a:gd name="csY550" fmla="*/ 671334 h 873264"/>
                <a:gd name="csX551" fmla="*/ 544347 w 836919"/>
                <a:gd name="csY551" fmla="*/ 672033 h 873264"/>
                <a:gd name="csX552" fmla="*/ 545991 w 836919"/>
                <a:gd name="csY552" fmla="*/ 672711 h 873264"/>
                <a:gd name="csX553" fmla="*/ 546607 w 836919"/>
                <a:gd name="csY553" fmla="*/ 673821 h 873264"/>
                <a:gd name="csX554" fmla="*/ 543533 w 836919"/>
                <a:gd name="csY554" fmla="*/ 678972 h 873264"/>
                <a:gd name="csX555" fmla="*/ 540962 w 836919"/>
                <a:gd name="csY555" fmla="*/ 679642 h 873264"/>
                <a:gd name="csX556" fmla="*/ 540680 w 836919"/>
                <a:gd name="csY556" fmla="*/ 680373 h 873264"/>
                <a:gd name="csX557" fmla="*/ 542095 w 836919"/>
                <a:gd name="csY557" fmla="*/ 680373 h 873264"/>
                <a:gd name="csX558" fmla="*/ 542879 w 836919"/>
                <a:gd name="csY558" fmla="*/ 681803 h 873264"/>
                <a:gd name="csX559" fmla="*/ 541958 w 836919"/>
                <a:gd name="csY559" fmla="*/ 687570 h 873264"/>
                <a:gd name="csX560" fmla="*/ 540688 w 836919"/>
                <a:gd name="csY560" fmla="*/ 688666 h 873264"/>
                <a:gd name="csX561" fmla="*/ 539942 w 836919"/>
                <a:gd name="csY561" fmla="*/ 688696 h 873264"/>
                <a:gd name="csX562" fmla="*/ 539204 w 836919"/>
                <a:gd name="csY562" fmla="*/ 689685 h 873264"/>
                <a:gd name="csX563" fmla="*/ 540216 w 836919"/>
                <a:gd name="csY563" fmla="*/ 691572 h 873264"/>
                <a:gd name="csX564" fmla="*/ 541266 w 836919"/>
                <a:gd name="csY564" fmla="*/ 692950 h 873264"/>
                <a:gd name="csX565" fmla="*/ 541121 w 836919"/>
                <a:gd name="csY565" fmla="*/ 695628 h 873264"/>
                <a:gd name="csX566" fmla="*/ 540726 w 836919"/>
                <a:gd name="csY566" fmla="*/ 697841 h 873264"/>
                <a:gd name="csX567" fmla="*/ 540703 w 836919"/>
                <a:gd name="csY567" fmla="*/ 699995 h 873264"/>
                <a:gd name="csX568" fmla="*/ 542027 w 836919"/>
                <a:gd name="csY568" fmla="*/ 704165 h 873264"/>
                <a:gd name="csX569" fmla="*/ 542506 w 836919"/>
                <a:gd name="csY569" fmla="*/ 708448 h 873264"/>
                <a:gd name="csX570" fmla="*/ 543039 w 836919"/>
                <a:gd name="csY570" fmla="*/ 710008 h 873264"/>
                <a:gd name="csX571" fmla="*/ 543343 w 836919"/>
                <a:gd name="csY571" fmla="*/ 711743 h 873264"/>
                <a:gd name="csX572" fmla="*/ 542460 w 836919"/>
                <a:gd name="csY572" fmla="*/ 713363 h 873264"/>
                <a:gd name="csX573" fmla="*/ 542963 w 836919"/>
                <a:gd name="csY573" fmla="*/ 715965 h 873264"/>
                <a:gd name="csX574" fmla="*/ 541456 w 836919"/>
                <a:gd name="csY574" fmla="*/ 720401 h 873264"/>
                <a:gd name="csX575" fmla="*/ 542248 w 836919"/>
                <a:gd name="csY575" fmla="*/ 726807 h 873264"/>
                <a:gd name="csX576" fmla="*/ 541928 w 836919"/>
                <a:gd name="csY576" fmla="*/ 732834 h 873264"/>
                <a:gd name="csX577" fmla="*/ 541335 w 836919"/>
                <a:gd name="csY577" fmla="*/ 736006 h 873264"/>
                <a:gd name="csX578" fmla="*/ 540376 w 836919"/>
                <a:gd name="csY578" fmla="*/ 738487 h 873264"/>
                <a:gd name="csX579" fmla="*/ 538154 w 836919"/>
                <a:gd name="csY579" fmla="*/ 741682 h 873264"/>
                <a:gd name="csX580" fmla="*/ 538108 w 836919"/>
                <a:gd name="csY580" fmla="*/ 744886 h 873264"/>
                <a:gd name="csX581" fmla="*/ 533323 w 836919"/>
                <a:gd name="csY581" fmla="*/ 747876 h 873264"/>
                <a:gd name="csX582" fmla="*/ 528035 w 836919"/>
                <a:gd name="csY582" fmla="*/ 752052 h 873264"/>
                <a:gd name="csX583" fmla="*/ 523150 w 836919"/>
                <a:gd name="csY583" fmla="*/ 757014 h 873264"/>
                <a:gd name="csX584" fmla="*/ 517893 w 836919"/>
                <a:gd name="csY584" fmla="*/ 764021 h 873264"/>
                <a:gd name="csX585" fmla="*/ 511760 w 836919"/>
                <a:gd name="csY585" fmla="*/ 774718 h 873264"/>
                <a:gd name="csX586" fmla="*/ 506076 w 836919"/>
                <a:gd name="csY586" fmla="*/ 790065 h 873264"/>
                <a:gd name="csX587" fmla="*/ 499236 w 836919"/>
                <a:gd name="csY587" fmla="*/ 801721 h 873264"/>
                <a:gd name="csX588" fmla="*/ 496497 w 836919"/>
                <a:gd name="csY588" fmla="*/ 805944 h 873264"/>
                <a:gd name="csX589" fmla="*/ 492799 w 836919"/>
                <a:gd name="csY589" fmla="*/ 810677 h 873264"/>
                <a:gd name="csX590" fmla="*/ 487877 w 836919"/>
                <a:gd name="csY590" fmla="*/ 816200 h 873264"/>
                <a:gd name="csX591" fmla="*/ 481288 w 836919"/>
                <a:gd name="csY591" fmla="*/ 821740 h 873264"/>
                <a:gd name="csX592" fmla="*/ 474075 w 836919"/>
                <a:gd name="csY592" fmla="*/ 826685 h 873264"/>
                <a:gd name="csX593" fmla="*/ 471473 w 836919"/>
                <a:gd name="csY593" fmla="*/ 828914 h 873264"/>
                <a:gd name="csX594" fmla="*/ 468931 w 836919"/>
                <a:gd name="csY594" fmla="*/ 832057 h 873264"/>
                <a:gd name="csX595" fmla="*/ 468300 w 836919"/>
                <a:gd name="csY595" fmla="*/ 830756 h 873264"/>
                <a:gd name="csX596" fmla="*/ 468848 w 836919"/>
                <a:gd name="csY596" fmla="*/ 828610 h 873264"/>
                <a:gd name="csX597" fmla="*/ 468498 w 836919"/>
                <a:gd name="csY597" fmla="*/ 827004 h 873264"/>
                <a:gd name="csX598" fmla="*/ 468422 w 836919"/>
                <a:gd name="csY598" fmla="*/ 824927 h 873264"/>
                <a:gd name="csX599" fmla="*/ 469875 w 836919"/>
                <a:gd name="csY599" fmla="*/ 824539 h 873264"/>
                <a:gd name="csX600" fmla="*/ 472051 w 836919"/>
                <a:gd name="csY600" fmla="*/ 825863 h 873264"/>
                <a:gd name="csX601" fmla="*/ 473162 w 836919"/>
                <a:gd name="csY601" fmla="*/ 824965 h 873264"/>
                <a:gd name="csX602" fmla="*/ 473968 w 836919"/>
                <a:gd name="csY602" fmla="*/ 824083 h 873264"/>
                <a:gd name="csX603" fmla="*/ 476593 w 836919"/>
                <a:gd name="csY603" fmla="*/ 823528 h 873264"/>
                <a:gd name="csX604" fmla="*/ 481600 w 836919"/>
                <a:gd name="csY604" fmla="*/ 818103 h 873264"/>
                <a:gd name="csX605" fmla="*/ 485313 w 836919"/>
                <a:gd name="csY605" fmla="*/ 816102 h 873264"/>
                <a:gd name="csX606" fmla="*/ 487405 w 836919"/>
                <a:gd name="csY606" fmla="*/ 812685 h 873264"/>
                <a:gd name="csX607" fmla="*/ 487762 w 836919"/>
                <a:gd name="csY607" fmla="*/ 810874 h 873264"/>
                <a:gd name="csX608" fmla="*/ 487679 w 836919"/>
                <a:gd name="csY608" fmla="*/ 807200 h 873264"/>
                <a:gd name="csX609" fmla="*/ 488866 w 836919"/>
                <a:gd name="csY609" fmla="*/ 806263 h 873264"/>
                <a:gd name="csX610" fmla="*/ 491552 w 836919"/>
                <a:gd name="csY610" fmla="*/ 806583 h 873264"/>
                <a:gd name="csX611" fmla="*/ 492099 w 836919"/>
                <a:gd name="csY611" fmla="*/ 805533 h 873264"/>
                <a:gd name="csX612" fmla="*/ 491863 w 836919"/>
                <a:gd name="csY612" fmla="*/ 804377 h 873264"/>
                <a:gd name="csX613" fmla="*/ 492388 w 836919"/>
                <a:gd name="csY613" fmla="*/ 801851 h 873264"/>
                <a:gd name="csX614" fmla="*/ 496033 w 836919"/>
                <a:gd name="csY614" fmla="*/ 799614 h 873264"/>
                <a:gd name="csX615" fmla="*/ 497760 w 836919"/>
                <a:gd name="csY615" fmla="*/ 796920 h 873264"/>
                <a:gd name="csX616" fmla="*/ 497182 w 836919"/>
                <a:gd name="csY616" fmla="*/ 790058 h 873264"/>
                <a:gd name="csX617" fmla="*/ 497852 w 836919"/>
                <a:gd name="csY617" fmla="*/ 789746 h 873264"/>
                <a:gd name="csX618" fmla="*/ 499350 w 836919"/>
                <a:gd name="csY618" fmla="*/ 790811 h 873264"/>
                <a:gd name="csX619" fmla="*/ 500058 w 836919"/>
                <a:gd name="csY619" fmla="*/ 790369 h 873264"/>
                <a:gd name="csX620" fmla="*/ 500811 w 836919"/>
                <a:gd name="csY620" fmla="*/ 787364 h 873264"/>
                <a:gd name="csX621" fmla="*/ 500446 w 836919"/>
                <a:gd name="csY621" fmla="*/ 785804 h 873264"/>
                <a:gd name="csX622" fmla="*/ 498681 w 836919"/>
                <a:gd name="csY622" fmla="*/ 785393 h 873264"/>
                <a:gd name="csX623" fmla="*/ 492579 w 836919"/>
                <a:gd name="csY623" fmla="*/ 788779 h 873264"/>
                <a:gd name="csX624" fmla="*/ 490593 w 836919"/>
                <a:gd name="csY624" fmla="*/ 788635 h 873264"/>
                <a:gd name="csX625" fmla="*/ 490266 w 836919"/>
                <a:gd name="csY625" fmla="*/ 785979 h 873264"/>
                <a:gd name="csX626" fmla="*/ 487298 w 836919"/>
                <a:gd name="csY626" fmla="*/ 784762 h 873264"/>
                <a:gd name="csX627" fmla="*/ 486142 w 836919"/>
                <a:gd name="csY627" fmla="*/ 782555 h 873264"/>
                <a:gd name="csX628" fmla="*/ 485799 w 836919"/>
                <a:gd name="csY628" fmla="*/ 781049 h 873264"/>
                <a:gd name="csX629" fmla="*/ 484772 w 836919"/>
                <a:gd name="csY629" fmla="*/ 780433 h 873264"/>
                <a:gd name="csX630" fmla="*/ 484833 w 836919"/>
                <a:gd name="csY630" fmla="*/ 783043 h 873264"/>
                <a:gd name="csX631" fmla="*/ 485115 w 836919"/>
                <a:gd name="csY631" fmla="*/ 785576 h 873264"/>
                <a:gd name="csX632" fmla="*/ 487778 w 836919"/>
                <a:gd name="csY632" fmla="*/ 788536 h 873264"/>
                <a:gd name="csX633" fmla="*/ 487131 w 836919"/>
                <a:gd name="csY633" fmla="*/ 789715 h 873264"/>
                <a:gd name="csX634" fmla="*/ 485868 w 836919"/>
                <a:gd name="csY634" fmla="*/ 791084 h 873264"/>
                <a:gd name="csX635" fmla="*/ 484985 w 836919"/>
                <a:gd name="csY635" fmla="*/ 794135 h 873264"/>
                <a:gd name="csX636" fmla="*/ 485084 w 836919"/>
                <a:gd name="csY636" fmla="*/ 798099 h 873264"/>
                <a:gd name="csX637" fmla="*/ 484369 w 836919"/>
                <a:gd name="csY637" fmla="*/ 796890 h 873264"/>
                <a:gd name="csX638" fmla="*/ 483456 w 836919"/>
                <a:gd name="csY638" fmla="*/ 796190 h 873264"/>
                <a:gd name="csX639" fmla="*/ 483083 w 836919"/>
                <a:gd name="csY639" fmla="*/ 800451 h 873264"/>
                <a:gd name="csX640" fmla="*/ 481318 w 836919"/>
                <a:gd name="csY640" fmla="*/ 802087 h 873264"/>
                <a:gd name="csX641" fmla="*/ 480763 w 836919"/>
                <a:gd name="csY641" fmla="*/ 803692 h 873264"/>
                <a:gd name="csX642" fmla="*/ 481227 w 836919"/>
                <a:gd name="csY642" fmla="*/ 805556 h 873264"/>
                <a:gd name="csX643" fmla="*/ 480314 w 836919"/>
                <a:gd name="csY643" fmla="*/ 806842 h 873264"/>
                <a:gd name="csX644" fmla="*/ 475817 w 836919"/>
                <a:gd name="csY644" fmla="*/ 810304 h 873264"/>
                <a:gd name="csX645" fmla="*/ 471336 w 836919"/>
                <a:gd name="csY645" fmla="*/ 812670 h 873264"/>
                <a:gd name="csX646" fmla="*/ 470362 w 836919"/>
                <a:gd name="csY646" fmla="*/ 813781 h 873264"/>
                <a:gd name="csX647" fmla="*/ 469882 w 836919"/>
                <a:gd name="csY647" fmla="*/ 816429 h 873264"/>
                <a:gd name="csX648" fmla="*/ 469198 w 836919"/>
                <a:gd name="csY648" fmla="*/ 819145 h 873264"/>
                <a:gd name="csX649" fmla="*/ 467212 w 836919"/>
                <a:gd name="csY649" fmla="*/ 821542 h 873264"/>
                <a:gd name="csX650" fmla="*/ 465637 w 836919"/>
                <a:gd name="csY650" fmla="*/ 826305 h 873264"/>
                <a:gd name="csX651" fmla="*/ 465675 w 836919"/>
                <a:gd name="csY651" fmla="*/ 828359 h 873264"/>
                <a:gd name="csX652" fmla="*/ 466200 w 836919"/>
                <a:gd name="csY652" fmla="*/ 831387 h 873264"/>
                <a:gd name="csX653" fmla="*/ 467044 w 836919"/>
                <a:gd name="csY653" fmla="*/ 833381 h 873264"/>
                <a:gd name="csX654" fmla="*/ 465705 w 836919"/>
                <a:gd name="csY654" fmla="*/ 834712 h 873264"/>
                <a:gd name="csX655" fmla="*/ 463902 w 836919"/>
                <a:gd name="csY655" fmla="*/ 837299 h 873264"/>
                <a:gd name="csX656" fmla="*/ 462472 w 836919"/>
                <a:gd name="csY656" fmla="*/ 840221 h 873264"/>
                <a:gd name="csX657" fmla="*/ 458911 w 836919"/>
                <a:gd name="csY657" fmla="*/ 851215 h 873264"/>
                <a:gd name="csX658" fmla="*/ 455845 w 836919"/>
                <a:gd name="csY658" fmla="*/ 857872 h 873264"/>
                <a:gd name="csX659" fmla="*/ 453478 w 836919"/>
                <a:gd name="csY659" fmla="*/ 861137 h 873264"/>
                <a:gd name="csX660" fmla="*/ 450108 w 836919"/>
                <a:gd name="csY660" fmla="*/ 864583 h 873264"/>
                <a:gd name="csX661" fmla="*/ 440506 w 836919"/>
                <a:gd name="csY661" fmla="*/ 873265 h 873264"/>
                <a:gd name="csX662" fmla="*/ 439927 w 836919"/>
                <a:gd name="csY662" fmla="*/ 873143 h 873264"/>
                <a:gd name="csX663" fmla="*/ 438520 w 836919"/>
                <a:gd name="csY663" fmla="*/ 872443 h 873264"/>
                <a:gd name="csX664" fmla="*/ 437341 w 836919"/>
                <a:gd name="csY664" fmla="*/ 871614 h 873264"/>
                <a:gd name="csX665" fmla="*/ 437074 w 836919"/>
                <a:gd name="csY665" fmla="*/ 871058 h 873264"/>
                <a:gd name="csX666" fmla="*/ 436937 w 836919"/>
                <a:gd name="csY666" fmla="*/ 870229 h 873264"/>
                <a:gd name="csX667" fmla="*/ 437097 w 836919"/>
                <a:gd name="csY667" fmla="*/ 867102 h 873264"/>
                <a:gd name="csX668" fmla="*/ 437074 w 836919"/>
                <a:gd name="csY668" fmla="*/ 858717 h 873264"/>
                <a:gd name="csX669" fmla="*/ 437493 w 836919"/>
                <a:gd name="csY669" fmla="*/ 857135 h 873264"/>
                <a:gd name="csX670" fmla="*/ 438117 w 836919"/>
                <a:gd name="csY670" fmla="*/ 856115 h 873264"/>
                <a:gd name="csX671" fmla="*/ 439988 w 836919"/>
                <a:gd name="csY671" fmla="*/ 854639 h 873264"/>
                <a:gd name="csX672" fmla="*/ 441807 w 836919"/>
                <a:gd name="csY672" fmla="*/ 852531 h 873264"/>
                <a:gd name="csX673" fmla="*/ 443861 w 836919"/>
                <a:gd name="csY673" fmla="*/ 849845 h 873264"/>
                <a:gd name="csX674" fmla="*/ 445756 w 836919"/>
                <a:gd name="csY674" fmla="*/ 847715 h 873264"/>
                <a:gd name="csX675" fmla="*/ 445079 w 836919"/>
                <a:gd name="csY675" fmla="*/ 846285 h 873264"/>
                <a:gd name="csX676" fmla="*/ 443496 w 836919"/>
                <a:gd name="csY676" fmla="*/ 844900 h 873264"/>
                <a:gd name="csX677" fmla="*/ 440688 w 836919"/>
                <a:gd name="csY677" fmla="*/ 843789 h 873264"/>
                <a:gd name="csX678" fmla="*/ 437987 w 836919"/>
                <a:gd name="csY678" fmla="*/ 841826 h 873264"/>
                <a:gd name="csX679" fmla="*/ 435591 w 836919"/>
                <a:gd name="csY679" fmla="*/ 839300 h 873264"/>
                <a:gd name="csX680" fmla="*/ 434480 w 836919"/>
                <a:gd name="csY680" fmla="*/ 836675 h 873264"/>
                <a:gd name="csX681" fmla="*/ 433460 w 836919"/>
                <a:gd name="csY681" fmla="*/ 833844 h 873264"/>
                <a:gd name="csX682" fmla="*/ 432494 w 836919"/>
                <a:gd name="csY682" fmla="*/ 831615 h 873264"/>
                <a:gd name="csX683" fmla="*/ 432174 w 836919"/>
                <a:gd name="csY683" fmla="*/ 830596 h 873264"/>
                <a:gd name="csX684" fmla="*/ 431223 w 836919"/>
                <a:gd name="csY684" fmla="*/ 830170 h 873264"/>
                <a:gd name="csX685" fmla="*/ 429717 w 836919"/>
                <a:gd name="csY685" fmla="*/ 829036 h 873264"/>
                <a:gd name="csX686" fmla="*/ 428773 w 836919"/>
                <a:gd name="csY686" fmla="*/ 827978 h 873264"/>
                <a:gd name="csX687" fmla="*/ 427396 w 836919"/>
                <a:gd name="csY687" fmla="*/ 827370 h 873264"/>
                <a:gd name="csX688" fmla="*/ 424931 w 836919"/>
                <a:gd name="csY688" fmla="*/ 826708 h 873264"/>
                <a:gd name="csX689" fmla="*/ 422367 w 836919"/>
                <a:gd name="csY689" fmla="*/ 825544 h 873264"/>
                <a:gd name="csX690" fmla="*/ 419179 w 836919"/>
                <a:gd name="csY690" fmla="*/ 822790 h 873264"/>
                <a:gd name="csX691" fmla="*/ 416881 w 836919"/>
                <a:gd name="csY691" fmla="*/ 819739 h 873264"/>
                <a:gd name="csX692" fmla="*/ 415747 w 836919"/>
                <a:gd name="csY692" fmla="*/ 817722 h 873264"/>
                <a:gd name="csX693" fmla="*/ 414538 w 836919"/>
                <a:gd name="csY693" fmla="*/ 816307 h 873264"/>
                <a:gd name="csX694" fmla="*/ 407956 w 836919"/>
                <a:gd name="csY694" fmla="*/ 813963 h 873264"/>
                <a:gd name="csX695" fmla="*/ 404966 w 836919"/>
                <a:gd name="csY695" fmla="*/ 811171 h 873264"/>
                <a:gd name="csX696" fmla="*/ 403787 w 836919"/>
                <a:gd name="csY696" fmla="*/ 812046 h 873264"/>
                <a:gd name="csX697" fmla="*/ 402029 w 836919"/>
                <a:gd name="csY697" fmla="*/ 811194 h 873264"/>
                <a:gd name="csX698" fmla="*/ 400294 w 836919"/>
                <a:gd name="csY698" fmla="*/ 809855 h 873264"/>
                <a:gd name="csX699" fmla="*/ 399777 w 836919"/>
                <a:gd name="csY699" fmla="*/ 808820 h 873264"/>
                <a:gd name="csX700" fmla="*/ 399047 w 836919"/>
                <a:gd name="csY700" fmla="*/ 807762 h 873264"/>
                <a:gd name="csX701" fmla="*/ 398362 w 836919"/>
                <a:gd name="csY701" fmla="*/ 806553 h 873264"/>
                <a:gd name="csX702" fmla="*/ 397921 w 836919"/>
                <a:gd name="csY702" fmla="*/ 805396 h 873264"/>
                <a:gd name="csX703" fmla="*/ 396140 w 836919"/>
                <a:gd name="csY703" fmla="*/ 803365 h 873264"/>
                <a:gd name="csX704" fmla="*/ 393835 w 836919"/>
                <a:gd name="csY704" fmla="*/ 801174 h 873264"/>
                <a:gd name="csX705" fmla="*/ 392861 w 836919"/>
                <a:gd name="csY705" fmla="*/ 800550 h 873264"/>
                <a:gd name="csX706" fmla="*/ 392344 w 836919"/>
                <a:gd name="csY706" fmla="*/ 800732 h 873264"/>
                <a:gd name="csX707" fmla="*/ 391849 w 836919"/>
                <a:gd name="csY707" fmla="*/ 801569 h 873264"/>
                <a:gd name="csX708" fmla="*/ 391529 w 836919"/>
                <a:gd name="csY708" fmla="*/ 802383 h 873264"/>
                <a:gd name="csX709" fmla="*/ 390662 w 836919"/>
                <a:gd name="csY709" fmla="*/ 802924 h 873264"/>
                <a:gd name="csX710" fmla="*/ 389589 w 836919"/>
                <a:gd name="csY710" fmla="*/ 803928 h 873264"/>
                <a:gd name="csX711" fmla="*/ 388486 w 836919"/>
                <a:gd name="csY711" fmla="*/ 805161 h 873264"/>
                <a:gd name="csX712" fmla="*/ 387078 w 836919"/>
                <a:gd name="csY712" fmla="*/ 805975 h 873264"/>
                <a:gd name="csX713" fmla="*/ 385404 w 836919"/>
                <a:gd name="csY713" fmla="*/ 806256 h 873264"/>
                <a:gd name="csX714" fmla="*/ 384278 w 836919"/>
                <a:gd name="csY714" fmla="*/ 806218 h 873264"/>
                <a:gd name="csX715" fmla="*/ 384050 w 836919"/>
                <a:gd name="csY715" fmla="*/ 805731 h 873264"/>
                <a:gd name="csX716" fmla="*/ 383989 w 836919"/>
                <a:gd name="csY716" fmla="*/ 804050 h 873264"/>
                <a:gd name="csX717" fmla="*/ 384408 w 836919"/>
                <a:gd name="csY717" fmla="*/ 800223 h 873264"/>
                <a:gd name="csX718" fmla="*/ 383434 w 836919"/>
                <a:gd name="csY718" fmla="*/ 798746 h 873264"/>
                <a:gd name="csX719" fmla="*/ 382133 w 836919"/>
                <a:gd name="csY719" fmla="*/ 797164 h 873264"/>
                <a:gd name="csX720" fmla="*/ 380634 w 836919"/>
                <a:gd name="csY720" fmla="*/ 795056 h 873264"/>
                <a:gd name="csX721" fmla="*/ 375703 w 836919"/>
                <a:gd name="csY721" fmla="*/ 790590 h 873264"/>
                <a:gd name="csX722" fmla="*/ 368985 w 836919"/>
                <a:gd name="csY722" fmla="*/ 784176 h 873264"/>
                <a:gd name="csX723" fmla="*/ 366611 w 836919"/>
                <a:gd name="csY723" fmla="*/ 782221 h 873264"/>
                <a:gd name="csX724" fmla="*/ 364382 w 836919"/>
                <a:gd name="csY724" fmla="*/ 782068 h 873264"/>
                <a:gd name="csX725" fmla="*/ 362343 w 836919"/>
                <a:gd name="csY725" fmla="*/ 782289 h 873264"/>
                <a:gd name="csX726" fmla="*/ 360464 w 836919"/>
                <a:gd name="csY726" fmla="*/ 783134 h 873264"/>
                <a:gd name="csX727" fmla="*/ 359041 w 836919"/>
                <a:gd name="csY727" fmla="*/ 786094 h 873264"/>
                <a:gd name="csX728" fmla="*/ 358455 w 836919"/>
                <a:gd name="csY728" fmla="*/ 786550 h 873264"/>
                <a:gd name="csX729" fmla="*/ 354833 w 836919"/>
                <a:gd name="csY729" fmla="*/ 786489 h 873264"/>
                <a:gd name="csX730" fmla="*/ 351234 w 836919"/>
                <a:gd name="csY730" fmla="*/ 786010 h 873264"/>
                <a:gd name="csX731" fmla="*/ 350025 w 836919"/>
                <a:gd name="csY731" fmla="*/ 784206 h 873264"/>
                <a:gd name="csX732" fmla="*/ 350983 w 836919"/>
                <a:gd name="csY732" fmla="*/ 783035 h 873264"/>
                <a:gd name="csX733" fmla="*/ 354369 w 836919"/>
                <a:gd name="csY733" fmla="*/ 780433 h 873264"/>
                <a:gd name="csX734" fmla="*/ 356241 w 836919"/>
                <a:gd name="csY734" fmla="*/ 778112 h 873264"/>
                <a:gd name="csX735" fmla="*/ 356598 w 836919"/>
                <a:gd name="csY735" fmla="*/ 776080 h 873264"/>
                <a:gd name="csX736" fmla="*/ 358219 w 836919"/>
                <a:gd name="csY736" fmla="*/ 774254 h 873264"/>
                <a:gd name="csX737" fmla="*/ 361110 w 836919"/>
                <a:gd name="csY737" fmla="*/ 772642 h 873264"/>
                <a:gd name="csX738" fmla="*/ 364329 w 836919"/>
                <a:gd name="csY738" fmla="*/ 769674 h 873264"/>
                <a:gd name="csX739" fmla="*/ 367874 w 836919"/>
                <a:gd name="csY739" fmla="*/ 765353 h 873264"/>
                <a:gd name="csX740" fmla="*/ 370035 w 836919"/>
                <a:gd name="csY740" fmla="*/ 762172 h 873264"/>
                <a:gd name="csX741" fmla="*/ 370796 w 836919"/>
                <a:gd name="csY741" fmla="*/ 760118 h 873264"/>
                <a:gd name="csX742" fmla="*/ 372188 w 836919"/>
                <a:gd name="csY742" fmla="*/ 758535 h 873264"/>
                <a:gd name="csX743" fmla="*/ 374212 w 836919"/>
                <a:gd name="csY743" fmla="*/ 757425 h 873264"/>
                <a:gd name="csX744" fmla="*/ 375977 w 836919"/>
                <a:gd name="csY744" fmla="*/ 755111 h 873264"/>
                <a:gd name="csX745" fmla="*/ 377492 w 836919"/>
                <a:gd name="csY745" fmla="*/ 751596 h 873264"/>
                <a:gd name="csX746" fmla="*/ 379554 w 836919"/>
                <a:gd name="csY746" fmla="*/ 748804 h 873264"/>
                <a:gd name="csX747" fmla="*/ 382171 w 836919"/>
                <a:gd name="csY747" fmla="*/ 746734 h 873264"/>
                <a:gd name="csX748" fmla="*/ 383639 w 836919"/>
                <a:gd name="csY748" fmla="*/ 745015 h 873264"/>
                <a:gd name="csX749" fmla="*/ 383951 w 836919"/>
                <a:gd name="csY749" fmla="*/ 743653 h 873264"/>
                <a:gd name="csX750" fmla="*/ 384689 w 836919"/>
                <a:gd name="csY750" fmla="*/ 742786 h 873264"/>
                <a:gd name="csX751" fmla="*/ 385861 w 836919"/>
                <a:gd name="csY751" fmla="*/ 742405 h 873264"/>
                <a:gd name="csX752" fmla="*/ 386424 w 836919"/>
                <a:gd name="csY752" fmla="*/ 741690 h 873264"/>
                <a:gd name="csX753" fmla="*/ 386386 w 836919"/>
                <a:gd name="csY753" fmla="*/ 740640 h 873264"/>
                <a:gd name="csX754" fmla="*/ 386706 w 836919"/>
                <a:gd name="csY754" fmla="*/ 739924 h 873264"/>
                <a:gd name="csX755" fmla="*/ 387375 w 836919"/>
                <a:gd name="csY755" fmla="*/ 739544 h 873264"/>
                <a:gd name="csX756" fmla="*/ 388501 w 836919"/>
                <a:gd name="csY756" fmla="*/ 739681 h 873264"/>
                <a:gd name="csX757" fmla="*/ 390084 w 836919"/>
                <a:gd name="csY757" fmla="*/ 740328 h 873264"/>
                <a:gd name="csX758" fmla="*/ 391035 w 836919"/>
                <a:gd name="csY758" fmla="*/ 740206 h 873264"/>
                <a:gd name="csX759" fmla="*/ 391362 w 836919"/>
                <a:gd name="csY759" fmla="*/ 739316 h 873264"/>
                <a:gd name="csX760" fmla="*/ 390943 w 836919"/>
                <a:gd name="csY760" fmla="*/ 738296 h 873264"/>
                <a:gd name="csX761" fmla="*/ 389779 w 836919"/>
                <a:gd name="csY761" fmla="*/ 737155 h 873264"/>
                <a:gd name="csX762" fmla="*/ 390221 w 836919"/>
                <a:gd name="csY762" fmla="*/ 735915 h 873264"/>
                <a:gd name="csX763" fmla="*/ 393279 w 836919"/>
                <a:gd name="csY763" fmla="*/ 733906 h 873264"/>
                <a:gd name="csX764" fmla="*/ 395532 w 836919"/>
                <a:gd name="csY764" fmla="*/ 733145 h 873264"/>
                <a:gd name="csX765" fmla="*/ 396962 w 836919"/>
                <a:gd name="csY765" fmla="*/ 731905 h 873264"/>
                <a:gd name="csX766" fmla="*/ 398316 w 836919"/>
                <a:gd name="csY766" fmla="*/ 729935 h 873264"/>
                <a:gd name="csX767" fmla="*/ 400515 w 836919"/>
                <a:gd name="csY767" fmla="*/ 728565 h 873264"/>
                <a:gd name="csX768" fmla="*/ 403551 w 836919"/>
                <a:gd name="csY768" fmla="*/ 727789 h 873264"/>
                <a:gd name="csX769" fmla="*/ 404357 w 836919"/>
                <a:gd name="csY769" fmla="*/ 727051 h 873264"/>
                <a:gd name="csX770" fmla="*/ 404243 w 836919"/>
                <a:gd name="csY770" fmla="*/ 726100 h 873264"/>
                <a:gd name="csX771" fmla="*/ 404867 w 836919"/>
                <a:gd name="csY771" fmla="*/ 725415 h 873264"/>
                <a:gd name="csX772" fmla="*/ 406663 w 836919"/>
                <a:gd name="csY772" fmla="*/ 724920 h 873264"/>
                <a:gd name="csX773" fmla="*/ 407637 w 836919"/>
                <a:gd name="csY773" fmla="*/ 723992 h 873264"/>
                <a:gd name="csX774" fmla="*/ 407797 w 836919"/>
                <a:gd name="csY774" fmla="*/ 722631 h 873264"/>
                <a:gd name="csX775" fmla="*/ 408375 w 836919"/>
                <a:gd name="csY775" fmla="*/ 721367 h 873264"/>
                <a:gd name="csX776" fmla="*/ 409372 w 836919"/>
                <a:gd name="csY776" fmla="*/ 720203 h 873264"/>
                <a:gd name="csX777" fmla="*/ 410482 w 836919"/>
                <a:gd name="csY777" fmla="*/ 719769 h 873264"/>
                <a:gd name="csX778" fmla="*/ 411707 w 836919"/>
                <a:gd name="csY778" fmla="*/ 720066 h 873264"/>
                <a:gd name="csX779" fmla="*/ 412856 w 836919"/>
                <a:gd name="csY779" fmla="*/ 719625 h 873264"/>
                <a:gd name="csX780" fmla="*/ 413936 w 836919"/>
                <a:gd name="csY780" fmla="*/ 718446 h 873264"/>
                <a:gd name="csX781" fmla="*/ 415230 w 836919"/>
                <a:gd name="csY781" fmla="*/ 717898 h 873264"/>
                <a:gd name="csX782" fmla="*/ 416737 w 836919"/>
                <a:gd name="csY782" fmla="*/ 717974 h 873264"/>
                <a:gd name="csX783" fmla="*/ 417513 w 836919"/>
                <a:gd name="csY783" fmla="*/ 717715 h 873264"/>
                <a:gd name="csX784" fmla="*/ 420099 w 836919"/>
                <a:gd name="csY784" fmla="*/ 717168 h 873264"/>
                <a:gd name="csX785" fmla="*/ 421530 w 836919"/>
                <a:gd name="csY785" fmla="*/ 716178 h 873264"/>
                <a:gd name="csX786" fmla="*/ 422702 w 836919"/>
                <a:gd name="csY786" fmla="*/ 713964 h 873264"/>
                <a:gd name="csX787" fmla="*/ 423744 w 836919"/>
                <a:gd name="csY787" fmla="*/ 713112 h 873264"/>
                <a:gd name="csX788" fmla="*/ 424657 w 836919"/>
                <a:gd name="csY788" fmla="*/ 713607 h 873264"/>
                <a:gd name="csX789" fmla="*/ 426232 w 836919"/>
                <a:gd name="csY789" fmla="*/ 712869 h 873264"/>
                <a:gd name="csX790" fmla="*/ 428469 w 836919"/>
                <a:gd name="csY790" fmla="*/ 710898 h 873264"/>
                <a:gd name="csX791" fmla="*/ 428895 w 836919"/>
                <a:gd name="csY791" fmla="*/ 710860 h 873264"/>
                <a:gd name="csX792" fmla="*/ 430546 w 836919"/>
                <a:gd name="csY792" fmla="*/ 709939 h 873264"/>
                <a:gd name="csX793" fmla="*/ 432250 w 836919"/>
                <a:gd name="csY793" fmla="*/ 706531 h 873264"/>
                <a:gd name="csX794" fmla="*/ 433125 w 836919"/>
                <a:gd name="csY794" fmla="*/ 704256 h 873264"/>
                <a:gd name="csX795" fmla="*/ 432920 w 836919"/>
                <a:gd name="csY795" fmla="*/ 702392 h 873264"/>
                <a:gd name="csX796" fmla="*/ 432357 w 836919"/>
                <a:gd name="csY796" fmla="*/ 701060 h 873264"/>
                <a:gd name="csX797" fmla="*/ 432547 w 836919"/>
                <a:gd name="csY797" fmla="*/ 699105 h 873264"/>
                <a:gd name="csX798" fmla="*/ 433110 w 836919"/>
                <a:gd name="csY798" fmla="*/ 693802 h 873264"/>
                <a:gd name="csX799" fmla="*/ 433262 w 836919"/>
                <a:gd name="csY799" fmla="*/ 691633 h 873264"/>
                <a:gd name="csX800" fmla="*/ 434168 w 836919"/>
                <a:gd name="csY800" fmla="*/ 690127 h 873264"/>
                <a:gd name="csX801" fmla="*/ 434107 w 836919"/>
                <a:gd name="csY801" fmla="*/ 688635 h 873264"/>
                <a:gd name="csX802" fmla="*/ 432494 w 836919"/>
                <a:gd name="csY802" fmla="*/ 685288 h 873264"/>
                <a:gd name="csX803" fmla="*/ 430866 w 836919"/>
                <a:gd name="csY803" fmla="*/ 682351 h 873264"/>
                <a:gd name="csX804" fmla="*/ 429991 w 836919"/>
                <a:gd name="csY804" fmla="*/ 677382 h 873264"/>
                <a:gd name="csX805" fmla="*/ 429412 w 836919"/>
                <a:gd name="csY805" fmla="*/ 675496 h 873264"/>
                <a:gd name="csX806" fmla="*/ 428058 w 836919"/>
                <a:gd name="csY806" fmla="*/ 674993 h 873264"/>
                <a:gd name="csX807" fmla="*/ 426825 w 836919"/>
                <a:gd name="csY807" fmla="*/ 673350 h 873264"/>
                <a:gd name="csX808" fmla="*/ 425273 w 836919"/>
                <a:gd name="csY808" fmla="*/ 673205 h 873264"/>
                <a:gd name="csX809" fmla="*/ 424543 w 836919"/>
                <a:gd name="csY809" fmla="*/ 672574 h 873264"/>
                <a:gd name="csX810" fmla="*/ 423790 w 836919"/>
                <a:gd name="csY810" fmla="*/ 672056 h 873264"/>
                <a:gd name="csX811" fmla="*/ 422687 w 836919"/>
                <a:gd name="csY811" fmla="*/ 672209 h 873264"/>
                <a:gd name="csX812" fmla="*/ 421743 w 836919"/>
                <a:gd name="csY812" fmla="*/ 673167 h 873264"/>
                <a:gd name="csX813" fmla="*/ 420001 w 836919"/>
                <a:gd name="csY813" fmla="*/ 673198 h 873264"/>
                <a:gd name="csX814" fmla="*/ 418897 w 836919"/>
                <a:gd name="csY814" fmla="*/ 673593 h 873264"/>
                <a:gd name="csX815" fmla="*/ 417604 w 836919"/>
                <a:gd name="csY815" fmla="*/ 674446 h 873264"/>
                <a:gd name="csX816" fmla="*/ 416371 w 836919"/>
                <a:gd name="csY816" fmla="*/ 674057 h 873264"/>
                <a:gd name="csX817" fmla="*/ 415595 w 836919"/>
                <a:gd name="csY817" fmla="*/ 673304 h 873264"/>
                <a:gd name="csX818" fmla="*/ 413929 w 836919"/>
                <a:gd name="csY818" fmla="*/ 673297 h 873264"/>
                <a:gd name="csX819" fmla="*/ 414043 w 836919"/>
                <a:gd name="csY819" fmla="*/ 669926 h 873264"/>
                <a:gd name="csX820" fmla="*/ 416980 w 836919"/>
                <a:gd name="csY820" fmla="*/ 664935 h 873264"/>
                <a:gd name="csX821" fmla="*/ 417771 w 836919"/>
                <a:gd name="csY821" fmla="*/ 662614 h 873264"/>
                <a:gd name="csX822" fmla="*/ 417391 w 836919"/>
                <a:gd name="csY822" fmla="*/ 661298 h 873264"/>
                <a:gd name="csX823" fmla="*/ 418266 w 836919"/>
                <a:gd name="csY823" fmla="*/ 656664 h 873264"/>
                <a:gd name="csX824" fmla="*/ 420404 w 836919"/>
                <a:gd name="csY824" fmla="*/ 648736 h 873264"/>
                <a:gd name="csX825" fmla="*/ 421089 w 836919"/>
                <a:gd name="csY825" fmla="*/ 643555 h 873264"/>
                <a:gd name="csX826" fmla="*/ 420313 w 836919"/>
                <a:gd name="csY826" fmla="*/ 641112 h 873264"/>
                <a:gd name="csX827" fmla="*/ 420290 w 836919"/>
                <a:gd name="csY827" fmla="*/ 639408 h 873264"/>
                <a:gd name="csX828" fmla="*/ 421393 w 836919"/>
                <a:gd name="csY828" fmla="*/ 637962 h 873264"/>
                <a:gd name="csX829" fmla="*/ 421926 w 836919"/>
                <a:gd name="csY829" fmla="*/ 637529 h 873264"/>
                <a:gd name="csX830" fmla="*/ 419171 w 836919"/>
                <a:gd name="csY830" fmla="*/ 635763 h 873264"/>
                <a:gd name="csX831" fmla="*/ 417688 w 836919"/>
                <a:gd name="csY831" fmla="*/ 634150 h 873264"/>
                <a:gd name="csX832" fmla="*/ 415785 w 836919"/>
                <a:gd name="csY832" fmla="*/ 633002 h 873264"/>
                <a:gd name="csX833" fmla="*/ 413739 w 836919"/>
                <a:gd name="csY833" fmla="*/ 632081 h 873264"/>
                <a:gd name="csX834" fmla="*/ 412750 w 836919"/>
                <a:gd name="csY834" fmla="*/ 632469 h 873264"/>
                <a:gd name="csX835" fmla="*/ 411692 w 836919"/>
                <a:gd name="csY835" fmla="*/ 633002 h 873264"/>
                <a:gd name="csX836" fmla="*/ 409645 w 836919"/>
                <a:gd name="csY836" fmla="*/ 633846 h 873264"/>
                <a:gd name="csX837" fmla="*/ 407317 w 836919"/>
                <a:gd name="csY837" fmla="*/ 635307 h 873264"/>
                <a:gd name="csX838" fmla="*/ 406115 w 836919"/>
                <a:gd name="csY838" fmla="*/ 635839 h 873264"/>
                <a:gd name="csX839" fmla="*/ 403992 w 836919"/>
                <a:gd name="csY839" fmla="*/ 636380 h 873264"/>
                <a:gd name="csX840" fmla="*/ 401596 w 836919"/>
                <a:gd name="csY840" fmla="*/ 636844 h 873264"/>
                <a:gd name="csX841" fmla="*/ 399617 w 836919"/>
                <a:gd name="csY841" fmla="*/ 636540 h 873264"/>
                <a:gd name="csX842" fmla="*/ 397921 w 836919"/>
                <a:gd name="csY842" fmla="*/ 636228 h 873264"/>
                <a:gd name="csX843" fmla="*/ 396855 w 836919"/>
                <a:gd name="csY843" fmla="*/ 635307 h 873264"/>
                <a:gd name="csX844" fmla="*/ 396292 w 836919"/>
                <a:gd name="csY844" fmla="*/ 633306 h 873264"/>
                <a:gd name="csX845" fmla="*/ 396292 w 836919"/>
                <a:gd name="csY845" fmla="*/ 631617 h 873264"/>
                <a:gd name="csX846" fmla="*/ 395942 w 836919"/>
                <a:gd name="csY846" fmla="*/ 629167 h 873264"/>
                <a:gd name="csX847" fmla="*/ 394672 w 836919"/>
                <a:gd name="csY847" fmla="*/ 627782 h 873264"/>
                <a:gd name="csX848" fmla="*/ 394246 w 836919"/>
                <a:gd name="csY848" fmla="*/ 626709 h 873264"/>
                <a:gd name="csX849" fmla="*/ 394177 w 836919"/>
                <a:gd name="csY849" fmla="*/ 625408 h 873264"/>
                <a:gd name="csX850" fmla="*/ 394322 w 836919"/>
                <a:gd name="csY850" fmla="*/ 623955 h 873264"/>
                <a:gd name="csX851" fmla="*/ 394672 w 836919"/>
                <a:gd name="csY851" fmla="*/ 622882 h 873264"/>
                <a:gd name="csX852" fmla="*/ 394459 w 836919"/>
                <a:gd name="csY852" fmla="*/ 621581 h 873264"/>
                <a:gd name="csX853" fmla="*/ 393896 w 836919"/>
                <a:gd name="csY853" fmla="*/ 620660 h 873264"/>
                <a:gd name="csX854" fmla="*/ 394040 w 836919"/>
                <a:gd name="csY854" fmla="*/ 619055 h 873264"/>
                <a:gd name="csX855" fmla="*/ 393759 w 836919"/>
                <a:gd name="csY855" fmla="*/ 616833 h 873264"/>
                <a:gd name="csX856" fmla="*/ 392914 w 836919"/>
                <a:gd name="csY856" fmla="*/ 615456 h 873264"/>
                <a:gd name="csX857" fmla="*/ 392488 w 836919"/>
                <a:gd name="csY857" fmla="*/ 613858 h 873264"/>
                <a:gd name="csX858" fmla="*/ 392488 w 836919"/>
                <a:gd name="csY858" fmla="*/ 612261 h 873264"/>
                <a:gd name="csX859" fmla="*/ 391857 w 836919"/>
                <a:gd name="csY859" fmla="*/ 610663 h 873264"/>
                <a:gd name="csX860" fmla="*/ 391788 w 836919"/>
                <a:gd name="csY860" fmla="*/ 608913 h 873264"/>
                <a:gd name="csX861" fmla="*/ 392351 w 836919"/>
                <a:gd name="csY861" fmla="*/ 607315 h 873264"/>
                <a:gd name="csX862" fmla="*/ 392564 w 836919"/>
                <a:gd name="csY862" fmla="*/ 605717 h 873264"/>
                <a:gd name="csX863" fmla="*/ 391933 w 836919"/>
                <a:gd name="csY863" fmla="*/ 604576 h 873264"/>
                <a:gd name="csX864" fmla="*/ 390730 w 836919"/>
                <a:gd name="csY864" fmla="*/ 603891 h 873264"/>
                <a:gd name="csX865" fmla="*/ 389810 w 836919"/>
                <a:gd name="csY865" fmla="*/ 602065 h 873264"/>
                <a:gd name="csX866" fmla="*/ 389665 w 836919"/>
                <a:gd name="csY866" fmla="*/ 599707 h 873264"/>
                <a:gd name="csX867" fmla="*/ 388676 w 836919"/>
                <a:gd name="csY867" fmla="*/ 598421 h 873264"/>
                <a:gd name="csX868" fmla="*/ 387619 w 836919"/>
                <a:gd name="csY868" fmla="*/ 597355 h 873264"/>
                <a:gd name="csX869" fmla="*/ 386417 w 836919"/>
                <a:gd name="csY869" fmla="*/ 597355 h 873264"/>
                <a:gd name="csX870" fmla="*/ 384583 w 836919"/>
                <a:gd name="csY870" fmla="*/ 596747 h 873264"/>
                <a:gd name="csX871" fmla="*/ 382962 w 836919"/>
                <a:gd name="csY871" fmla="*/ 596823 h 873264"/>
                <a:gd name="csX872" fmla="*/ 380345 w 836919"/>
                <a:gd name="csY872" fmla="*/ 596747 h 873264"/>
                <a:gd name="csX873" fmla="*/ 379143 w 836919"/>
                <a:gd name="csY873" fmla="*/ 596366 h 873264"/>
                <a:gd name="csX874" fmla="*/ 378511 w 836919"/>
                <a:gd name="csY874" fmla="*/ 595537 h 873264"/>
                <a:gd name="csX875" fmla="*/ 376890 w 836919"/>
                <a:gd name="csY875" fmla="*/ 594403 h 873264"/>
                <a:gd name="csX876" fmla="*/ 375970 w 836919"/>
                <a:gd name="csY876" fmla="*/ 592433 h 873264"/>
                <a:gd name="csX877" fmla="*/ 374844 w 836919"/>
                <a:gd name="csY877" fmla="*/ 592052 h 873264"/>
                <a:gd name="csX878" fmla="*/ 373216 w 836919"/>
                <a:gd name="csY878" fmla="*/ 592661 h 873264"/>
                <a:gd name="csX879" fmla="*/ 372652 w 836919"/>
                <a:gd name="csY879" fmla="*/ 593422 h 873264"/>
                <a:gd name="csX880" fmla="*/ 372021 w 836919"/>
                <a:gd name="csY880" fmla="*/ 594487 h 873264"/>
                <a:gd name="csX881" fmla="*/ 370895 w 836919"/>
                <a:gd name="csY881" fmla="*/ 595705 h 873264"/>
                <a:gd name="csX882" fmla="*/ 369411 w 836919"/>
                <a:gd name="csY882" fmla="*/ 595628 h 873264"/>
                <a:gd name="csX883" fmla="*/ 367859 w 836919"/>
                <a:gd name="csY883" fmla="*/ 596313 h 873264"/>
                <a:gd name="csX884" fmla="*/ 366376 w 836919"/>
                <a:gd name="csY884" fmla="*/ 596389 h 873264"/>
                <a:gd name="csX885" fmla="*/ 364397 w 836919"/>
                <a:gd name="csY885" fmla="*/ 596541 h 873264"/>
                <a:gd name="csX886" fmla="*/ 362419 w 836919"/>
                <a:gd name="csY886" fmla="*/ 595933 h 873264"/>
                <a:gd name="csX887" fmla="*/ 360022 w 836919"/>
                <a:gd name="csY887" fmla="*/ 595248 h 873264"/>
                <a:gd name="csX888" fmla="*/ 357968 w 836919"/>
                <a:gd name="csY888" fmla="*/ 594792 h 873264"/>
                <a:gd name="csX889" fmla="*/ 355990 w 836919"/>
                <a:gd name="csY889" fmla="*/ 595248 h 873264"/>
                <a:gd name="csX890" fmla="*/ 354651 w 836919"/>
                <a:gd name="csY890" fmla="*/ 594867 h 873264"/>
                <a:gd name="csX891" fmla="*/ 352885 w 836919"/>
                <a:gd name="csY891" fmla="*/ 594639 h 873264"/>
                <a:gd name="csX892" fmla="*/ 350907 w 836919"/>
                <a:gd name="csY892" fmla="*/ 594487 h 873264"/>
                <a:gd name="csX893" fmla="*/ 349355 w 836919"/>
                <a:gd name="csY893" fmla="*/ 593270 h 873264"/>
                <a:gd name="csX894" fmla="*/ 347658 w 836919"/>
                <a:gd name="csY894" fmla="*/ 592593 h 873264"/>
                <a:gd name="csX895" fmla="*/ 346738 w 836919"/>
                <a:gd name="csY895" fmla="*/ 592821 h 873264"/>
                <a:gd name="csX896" fmla="*/ 345536 w 836919"/>
                <a:gd name="csY896" fmla="*/ 593582 h 873264"/>
                <a:gd name="csX897" fmla="*/ 344265 w 836919"/>
                <a:gd name="csY897" fmla="*/ 593430 h 873264"/>
                <a:gd name="csX898" fmla="*/ 342637 w 836919"/>
                <a:gd name="csY898" fmla="*/ 592821 h 873264"/>
                <a:gd name="csX899" fmla="*/ 342005 w 836919"/>
                <a:gd name="csY899" fmla="*/ 591383 h 873264"/>
                <a:gd name="csX900" fmla="*/ 342150 w 836919"/>
                <a:gd name="csY900" fmla="*/ 590469 h 873264"/>
                <a:gd name="csX901" fmla="*/ 342500 w 836919"/>
                <a:gd name="csY901" fmla="*/ 589557 h 873264"/>
                <a:gd name="csX902" fmla="*/ 343131 w 836919"/>
                <a:gd name="csY902" fmla="*/ 588271 h 873264"/>
                <a:gd name="csX903" fmla="*/ 342781 w 836919"/>
                <a:gd name="csY903" fmla="*/ 586909 h 873264"/>
                <a:gd name="csX904" fmla="*/ 342926 w 836919"/>
                <a:gd name="csY904" fmla="*/ 585699 h 873264"/>
                <a:gd name="csX905" fmla="*/ 343207 w 836919"/>
                <a:gd name="csY905" fmla="*/ 584641 h 873264"/>
                <a:gd name="csX906" fmla="*/ 343489 w 836919"/>
                <a:gd name="csY906" fmla="*/ 583432 h 873264"/>
                <a:gd name="csX907" fmla="*/ 343276 w 836919"/>
                <a:gd name="csY907" fmla="*/ 582298 h 873264"/>
                <a:gd name="csX908" fmla="*/ 343207 w 836919"/>
                <a:gd name="csY908" fmla="*/ 581088 h 873264"/>
                <a:gd name="csX909" fmla="*/ 343063 w 836919"/>
                <a:gd name="csY909" fmla="*/ 579955 h 873264"/>
                <a:gd name="csX910" fmla="*/ 342850 w 836919"/>
                <a:gd name="csY910" fmla="*/ 578745 h 873264"/>
                <a:gd name="csX911" fmla="*/ 343694 w 836919"/>
                <a:gd name="csY911" fmla="*/ 577010 h 873264"/>
                <a:gd name="csX912" fmla="*/ 344402 w 836919"/>
                <a:gd name="csY912" fmla="*/ 575580 h 873264"/>
                <a:gd name="csX913" fmla="*/ 343976 w 836919"/>
                <a:gd name="csY913" fmla="*/ 574377 h 873264"/>
                <a:gd name="csX914" fmla="*/ 344120 w 836919"/>
                <a:gd name="csY914" fmla="*/ 573548 h 873264"/>
                <a:gd name="csX915" fmla="*/ 344683 w 836919"/>
                <a:gd name="csY915" fmla="*/ 572194 h 873264"/>
                <a:gd name="csX916" fmla="*/ 345391 w 836919"/>
                <a:gd name="csY916" fmla="*/ 570535 h 873264"/>
                <a:gd name="csX917" fmla="*/ 345323 w 836919"/>
                <a:gd name="csY917" fmla="*/ 567446 h 873264"/>
                <a:gd name="csX918" fmla="*/ 344691 w 836919"/>
                <a:gd name="csY918" fmla="*/ 565643 h 873264"/>
                <a:gd name="csX919" fmla="*/ 343999 w 836919"/>
                <a:gd name="csY919" fmla="*/ 565156 h 873264"/>
                <a:gd name="csX920" fmla="*/ 343824 w 836919"/>
                <a:gd name="csY920" fmla="*/ 564616 h 873264"/>
                <a:gd name="csX921" fmla="*/ 344158 w 836919"/>
                <a:gd name="csY921" fmla="*/ 563901 h 873264"/>
                <a:gd name="csX922" fmla="*/ 343793 w 836919"/>
                <a:gd name="csY922" fmla="*/ 563170 h 873264"/>
                <a:gd name="csX923" fmla="*/ 343649 w 836919"/>
                <a:gd name="csY923" fmla="*/ 562417 h 873264"/>
                <a:gd name="csX924" fmla="*/ 344014 w 836919"/>
                <a:gd name="csY924" fmla="*/ 561763 h 873264"/>
                <a:gd name="csX925" fmla="*/ 343512 w 836919"/>
                <a:gd name="csY925" fmla="*/ 560469 h 873264"/>
                <a:gd name="csX926" fmla="*/ 342500 w 836919"/>
                <a:gd name="csY926" fmla="*/ 560097 h 873264"/>
                <a:gd name="csX927" fmla="*/ 342150 w 836919"/>
                <a:gd name="csY927" fmla="*/ 559724 h 873264"/>
                <a:gd name="csX928" fmla="*/ 341800 w 836919"/>
                <a:gd name="csY928" fmla="*/ 558293 h 873264"/>
                <a:gd name="csX929" fmla="*/ 341518 w 836919"/>
                <a:gd name="csY929" fmla="*/ 556642 h 873264"/>
                <a:gd name="csX930" fmla="*/ 341663 w 836919"/>
                <a:gd name="csY930" fmla="*/ 555371 h 873264"/>
                <a:gd name="csX931" fmla="*/ 341168 w 836919"/>
                <a:gd name="csY931" fmla="*/ 554253 h 873264"/>
                <a:gd name="csX932" fmla="*/ 340461 w 836919"/>
                <a:gd name="csY932" fmla="*/ 553576 h 873264"/>
                <a:gd name="csX933" fmla="*/ 339753 w 836919"/>
                <a:gd name="csY933" fmla="*/ 552381 h 873264"/>
                <a:gd name="csX934" fmla="*/ 339045 w 836919"/>
                <a:gd name="csY934" fmla="*/ 551484 h 873264"/>
                <a:gd name="csX935" fmla="*/ 338764 w 836919"/>
                <a:gd name="csY935" fmla="*/ 550213 h 873264"/>
                <a:gd name="csX936" fmla="*/ 338292 w 836919"/>
                <a:gd name="csY936" fmla="*/ 548569 h 873264"/>
                <a:gd name="csX937" fmla="*/ 339700 w 836919"/>
                <a:gd name="csY937" fmla="*/ 548265 h 873264"/>
                <a:gd name="csX938" fmla="*/ 340255 w 836919"/>
                <a:gd name="csY938" fmla="*/ 547344 h 873264"/>
                <a:gd name="csX939" fmla="*/ 341244 w 836919"/>
                <a:gd name="csY939" fmla="*/ 546097 h 873264"/>
                <a:gd name="csX940" fmla="*/ 342545 w 836919"/>
                <a:gd name="csY940" fmla="*/ 545769 h 873264"/>
                <a:gd name="csX941" fmla="*/ 344098 w 836919"/>
                <a:gd name="csY941" fmla="*/ 545313 h 873264"/>
                <a:gd name="csX942" fmla="*/ 344668 w 836919"/>
                <a:gd name="csY942" fmla="*/ 544392 h 873264"/>
                <a:gd name="csX943" fmla="*/ 341054 w 836919"/>
                <a:gd name="csY943" fmla="*/ 541075 h 873264"/>
                <a:gd name="csX944" fmla="*/ 338886 w 836919"/>
                <a:gd name="csY944" fmla="*/ 539089 h 873264"/>
                <a:gd name="csX945" fmla="*/ 340156 w 836919"/>
                <a:gd name="csY945" fmla="*/ 536396 h 873264"/>
                <a:gd name="csX946" fmla="*/ 342302 w 836919"/>
                <a:gd name="csY946" fmla="*/ 531869 h 873264"/>
                <a:gd name="csX947" fmla="*/ 344372 w 836919"/>
                <a:gd name="csY947" fmla="*/ 527486 h 873264"/>
                <a:gd name="csX948" fmla="*/ 345954 w 836919"/>
                <a:gd name="csY948" fmla="*/ 524154 h 873264"/>
                <a:gd name="csX949" fmla="*/ 346357 w 836919"/>
                <a:gd name="csY949" fmla="*/ 523537 h 873264"/>
                <a:gd name="csX950" fmla="*/ 347742 w 836919"/>
                <a:gd name="csY950" fmla="*/ 523324 h 873264"/>
                <a:gd name="csX951" fmla="*/ 347491 w 836919"/>
                <a:gd name="csY951" fmla="*/ 521605 h 873264"/>
                <a:gd name="csX952" fmla="*/ 347445 w 836919"/>
                <a:gd name="csY952" fmla="*/ 520479 h 873264"/>
                <a:gd name="csX953" fmla="*/ 346335 w 836919"/>
                <a:gd name="csY953" fmla="*/ 520418 h 873264"/>
                <a:gd name="csX954" fmla="*/ 347575 w 836919"/>
                <a:gd name="csY954" fmla="*/ 516355 h 873264"/>
                <a:gd name="csX955" fmla="*/ 349408 w 836919"/>
                <a:gd name="csY955" fmla="*/ 510572 h 873264"/>
                <a:gd name="csX956" fmla="*/ 350801 w 836919"/>
                <a:gd name="csY956" fmla="*/ 506197 h 873264"/>
                <a:gd name="csX957" fmla="*/ 351250 w 836919"/>
                <a:gd name="csY957" fmla="*/ 505467 h 873264"/>
                <a:gd name="csX958" fmla="*/ 352246 w 836919"/>
                <a:gd name="csY958" fmla="*/ 505261 h 873264"/>
                <a:gd name="csX959" fmla="*/ 352474 w 836919"/>
                <a:gd name="csY959" fmla="*/ 504759 h 873264"/>
                <a:gd name="csX960" fmla="*/ 351272 w 836919"/>
                <a:gd name="csY960" fmla="*/ 504059 h 873264"/>
                <a:gd name="csX961" fmla="*/ 350534 w 836919"/>
                <a:gd name="csY961" fmla="*/ 502698 h 873264"/>
                <a:gd name="csX962" fmla="*/ 348929 w 836919"/>
                <a:gd name="csY962" fmla="*/ 498794 h 873264"/>
                <a:gd name="csX963" fmla="*/ 346395 w 836919"/>
                <a:gd name="csY963" fmla="*/ 492646 h 873264"/>
                <a:gd name="csX964" fmla="*/ 346213 w 836919"/>
                <a:gd name="csY964" fmla="*/ 490447 h 873264"/>
                <a:gd name="csX965" fmla="*/ 345285 w 836919"/>
                <a:gd name="csY965" fmla="*/ 489093 h 873264"/>
                <a:gd name="csX966" fmla="*/ 343732 w 836919"/>
                <a:gd name="csY966" fmla="*/ 489550 h 873264"/>
                <a:gd name="csX967" fmla="*/ 341899 w 836919"/>
                <a:gd name="csY967" fmla="*/ 489116 h 873264"/>
                <a:gd name="csX968" fmla="*/ 337311 w 836919"/>
                <a:gd name="csY968" fmla="*/ 485784 h 873264"/>
                <a:gd name="csX969" fmla="*/ 334275 w 836919"/>
                <a:gd name="csY969" fmla="*/ 483980 h 873264"/>
                <a:gd name="csX970" fmla="*/ 333248 w 836919"/>
                <a:gd name="csY970" fmla="*/ 482915 h 873264"/>
                <a:gd name="csX971" fmla="*/ 332791 w 836919"/>
                <a:gd name="csY971" fmla="*/ 479499 h 873264"/>
                <a:gd name="csX972" fmla="*/ 331886 w 836919"/>
                <a:gd name="csY972" fmla="*/ 475733 h 873264"/>
                <a:gd name="csX973" fmla="*/ 331498 w 836919"/>
                <a:gd name="csY973" fmla="*/ 471076 h 873264"/>
                <a:gd name="csX974" fmla="*/ 331657 w 836919"/>
                <a:gd name="csY974" fmla="*/ 469965 h 873264"/>
                <a:gd name="csX975" fmla="*/ 334222 w 836919"/>
                <a:gd name="csY975" fmla="*/ 466435 h 873264"/>
                <a:gd name="csX976" fmla="*/ 334214 w 836919"/>
                <a:gd name="csY976" fmla="*/ 464655 h 873264"/>
                <a:gd name="csX977" fmla="*/ 334427 w 836919"/>
                <a:gd name="csY977" fmla="*/ 463095 h 873264"/>
                <a:gd name="csX978" fmla="*/ 334321 w 836919"/>
                <a:gd name="csY978" fmla="*/ 461862 h 873264"/>
                <a:gd name="csX979" fmla="*/ 333689 w 836919"/>
                <a:gd name="csY979" fmla="*/ 461847 h 873264"/>
                <a:gd name="csX980" fmla="*/ 332662 w 836919"/>
                <a:gd name="csY980" fmla="*/ 462387 h 873264"/>
                <a:gd name="csX981" fmla="*/ 331102 w 836919"/>
                <a:gd name="csY981" fmla="*/ 462798 h 873264"/>
                <a:gd name="csX982" fmla="*/ 330219 w 836919"/>
                <a:gd name="csY982" fmla="*/ 462836 h 873264"/>
                <a:gd name="csX983" fmla="*/ 321264 w 836919"/>
                <a:gd name="csY983" fmla="*/ 462501 h 873264"/>
                <a:gd name="csX984" fmla="*/ 311076 w 836919"/>
                <a:gd name="csY984" fmla="*/ 462121 h 873264"/>
                <a:gd name="csX985" fmla="*/ 302600 w 836919"/>
                <a:gd name="csY985" fmla="*/ 461801 h 873264"/>
                <a:gd name="csX986" fmla="*/ 295243 w 836919"/>
                <a:gd name="csY986" fmla="*/ 461528 h 873264"/>
                <a:gd name="csX987" fmla="*/ 294999 w 836919"/>
                <a:gd name="csY987" fmla="*/ 458492 h 873264"/>
                <a:gd name="csX988" fmla="*/ 294581 w 836919"/>
                <a:gd name="csY988" fmla="*/ 453417 h 873264"/>
                <a:gd name="csX989" fmla="*/ 294284 w 836919"/>
                <a:gd name="csY989" fmla="*/ 449810 h 873264"/>
                <a:gd name="csX990" fmla="*/ 293812 w 836919"/>
                <a:gd name="csY990" fmla="*/ 444104 h 873264"/>
                <a:gd name="csX991" fmla="*/ 290860 w 836919"/>
                <a:gd name="csY991" fmla="*/ 440551 h 873264"/>
                <a:gd name="csX992" fmla="*/ 287657 w 836919"/>
                <a:gd name="csY992" fmla="*/ 436701 h 873264"/>
                <a:gd name="csX993" fmla="*/ 286531 w 836919"/>
                <a:gd name="csY993" fmla="*/ 435712 h 873264"/>
                <a:gd name="csX994" fmla="*/ 290404 w 836919"/>
                <a:gd name="csY994" fmla="*/ 435590 h 873264"/>
                <a:gd name="csX995" fmla="*/ 293150 w 836919"/>
                <a:gd name="csY995" fmla="*/ 435506 h 873264"/>
                <a:gd name="csX996" fmla="*/ 292610 w 836919"/>
                <a:gd name="csY996" fmla="*/ 425181 h 873264"/>
                <a:gd name="csX997" fmla="*/ 291773 w 836919"/>
                <a:gd name="csY997" fmla="*/ 424131 h 873264"/>
                <a:gd name="csX998" fmla="*/ 291028 w 836919"/>
                <a:gd name="csY998" fmla="*/ 420799 h 873264"/>
                <a:gd name="csX999" fmla="*/ 290526 w 836919"/>
                <a:gd name="csY999" fmla="*/ 418912 h 873264"/>
                <a:gd name="csX1000" fmla="*/ 289164 w 836919"/>
                <a:gd name="csY1000" fmla="*/ 417390 h 873264"/>
                <a:gd name="csX1001" fmla="*/ 288852 w 836919"/>
                <a:gd name="csY1001" fmla="*/ 415671 h 873264"/>
                <a:gd name="csX1002" fmla="*/ 289103 w 836919"/>
                <a:gd name="csY1002" fmla="*/ 414529 h 873264"/>
                <a:gd name="csX1003" fmla="*/ 289848 w 836919"/>
                <a:gd name="csY1003" fmla="*/ 413822 h 873264"/>
                <a:gd name="csX1004" fmla="*/ 290343 w 836919"/>
                <a:gd name="csY1004" fmla="*/ 412057 h 873264"/>
                <a:gd name="csX1005" fmla="*/ 289970 w 836919"/>
                <a:gd name="csY1005" fmla="*/ 410284 h 873264"/>
                <a:gd name="csX1006" fmla="*/ 289164 w 836919"/>
                <a:gd name="csY1006" fmla="*/ 408633 h 873264"/>
                <a:gd name="csX1007" fmla="*/ 288175 w 836919"/>
                <a:gd name="csY1007" fmla="*/ 407050 h 873264"/>
                <a:gd name="csX1008" fmla="*/ 286280 w 836919"/>
                <a:gd name="csY1008" fmla="*/ 406076 h 873264"/>
                <a:gd name="csX1009" fmla="*/ 283571 w 836919"/>
                <a:gd name="csY1009" fmla="*/ 404311 h 873264"/>
                <a:gd name="csX1010" fmla="*/ 279463 w 836919"/>
                <a:gd name="csY1010" fmla="*/ 402067 h 873264"/>
                <a:gd name="csX1011" fmla="*/ 275993 w 836919"/>
                <a:gd name="csY1011" fmla="*/ 400499 h 873264"/>
                <a:gd name="csX1012" fmla="*/ 274882 w 836919"/>
                <a:gd name="csY1012" fmla="*/ 400689 h 873264"/>
                <a:gd name="csX1013" fmla="*/ 268750 w 836919"/>
                <a:gd name="csY1013" fmla="*/ 401298 h 873264"/>
                <a:gd name="csX1014" fmla="*/ 266711 w 836919"/>
                <a:gd name="csY1014" fmla="*/ 401618 h 873264"/>
                <a:gd name="csX1015" fmla="*/ 265341 w 836919"/>
                <a:gd name="csY1015" fmla="*/ 401260 h 873264"/>
                <a:gd name="csX1016" fmla="*/ 260769 w 836919"/>
                <a:gd name="csY1016" fmla="*/ 401275 h 873264"/>
                <a:gd name="csX1017" fmla="*/ 258973 w 836919"/>
                <a:gd name="csY1017" fmla="*/ 400073 h 873264"/>
                <a:gd name="csX1018" fmla="*/ 257466 w 836919"/>
                <a:gd name="csY1018" fmla="*/ 398665 h 873264"/>
                <a:gd name="csX1019" fmla="*/ 254263 w 836919"/>
                <a:gd name="csY1019" fmla="*/ 395089 h 873264"/>
                <a:gd name="csX1020" fmla="*/ 253769 w 836919"/>
                <a:gd name="csY1020" fmla="*/ 393302 h 873264"/>
                <a:gd name="csX1021" fmla="*/ 252528 w 836919"/>
                <a:gd name="csY1021" fmla="*/ 392731 h 873264"/>
                <a:gd name="csX1022" fmla="*/ 250649 w 836919"/>
                <a:gd name="csY1022" fmla="*/ 392952 h 873264"/>
                <a:gd name="csX1023" fmla="*/ 248747 w 836919"/>
                <a:gd name="csY1023" fmla="*/ 392708 h 873264"/>
                <a:gd name="csX1024" fmla="*/ 245064 w 836919"/>
                <a:gd name="csY1024" fmla="*/ 391224 h 873264"/>
                <a:gd name="csX1025" fmla="*/ 241610 w 836919"/>
                <a:gd name="csY1025" fmla="*/ 389703 h 873264"/>
                <a:gd name="csX1026" fmla="*/ 239936 w 836919"/>
                <a:gd name="csY1026" fmla="*/ 389764 h 873264"/>
                <a:gd name="csX1027" fmla="*/ 238453 w 836919"/>
                <a:gd name="csY1027" fmla="*/ 388812 h 873264"/>
                <a:gd name="csX1028" fmla="*/ 235828 w 836919"/>
                <a:gd name="csY1028" fmla="*/ 386492 h 873264"/>
                <a:gd name="csX1029" fmla="*/ 234603 w 836919"/>
                <a:gd name="csY1029" fmla="*/ 385586 h 873264"/>
                <a:gd name="csX1030" fmla="*/ 234047 w 836919"/>
                <a:gd name="csY1030" fmla="*/ 384384 h 873264"/>
                <a:gd name="csX1031" fmla="*/ 233492 w 836919"/>
                <a:gd name="csY1031" fmla="*/ 382619 h 873264"/>
                <a:gd name="csX1032" fmla="*/ 232434 w 836919"/>
                <a:gd name="csY1032" fmla="*/ 382239 h 873264"/>
                <a:gd name="csX1033" fmla="*/ 231072 w 836919"/>
                <a:gd name="csY1033" fmla="*/ 382558 h 873264"/>
                <a:gd name="csX1034" fmla="*/ 229596 w 836919"/>
                <a:gd name="csY1034" fmla="*/ 383464 h 873264"/>
                <a:gd name="csX1035" fmla="*/ 227527 w 836919"/>
                <a:gd name="csY1035" fmla="*/ 382863 h 873264"/>
                <a:gd name="csX1036" fmla="*/ 224993 w 836919"/>
                <a:gd name="csY1036" fmla="*/ 381234 h 873264"/>
                <a:gd name="csX1037" fmla="*/ 223357 w 836919"/>
                <a:gd name="csY1037" fmla="*/ 379964 h 873264"/>
                <a:gd name="csX1038" fmla="*/ 222421 w 836919"/>
                <a:gd name="csY1038" fmla="*/ 379363 h 873264"/>
                <a:gd name="csX1039" fmla="*/ 220222 w 836919"/>
                <a:gd name="csY1039" fmla="*/ 378472 h 873264"/>
                <a:gd name="csX1040" fmla="*/ 218100 w 836919"/>
                <a:gd name="csY1040" fmla="*/ 378290 h 873264"/>
                <a:gd name="csX1041" fmla="*/ 214889 w 836919"/>
                <a:gd name="csY1041" fmla="*/ 379599 h 873264"/>
                <a:gd name="csX1042" fmla="*/ 212256 w 836919"/>
                <a:gd name="csY1042" fmla="*/ 379058 h 873264"/>
                <a:gd name="csX1043" fmla="*/ 208132 w 836919"/>
                <a:gd name="csY1043" fmla="*/ 378587 h 873264"/>
                <a:gd name="csX1044" fmla="*/ 204602 w 836919"/>
                <a:gd name="csY1044" fmla="*/ 377636 h 873264"/>
                <a:gd name="csX1045" fmla="*/ 203316 w 836919"/>
                <a:gd name="csY1045" fmla="*/ 375170 h 873264"/>
                <a:gd name="csX1046" fmla="*/ 202624 w 836919"/>
                <a:gd name="csY1046" fmla="*/ 373542 h 873264"/>
                <a:gd name="csX1047" fmla="*/ 200524 w 836919"/>
                <a:gd name="csY1047" fmla="*/ 372523 h 873264"/>
                <a:gd name="csX1048" fmla="*/ 198850 w 836919"/>
                <a:gd name="csY1048" fmla="*/ 371275 h 873264"/>
                <a:gd name="csX1049" fmla="*/ 196857 w 836919"/>
                <a:gd name="csY1049" fmla="*/ 369380 h 873264"/>
                <a:gd name="csX1050" fmla="*/ 195867 w 836919"/>
                <a:gd name="csY1050" fmla="*/ 368749 h 873264"/>
                <a:gd name="csX1051" fmla="*/ 194064 w 836919"/>
                <a:gd name="csY1051" fmla="*/ 368224 h 873264"/>
                <a:gd name="csX1052" fmla="*/ 192398 w 836919"/>
                <a:gd name="csY1052" fmla="*/ 367554 h 873264"/>
                <a:gd name="csX1053" fmla="*/ 192215 w 836919"/>
                <a:gd name="csY1053" fmla="*/ 366360 h 873264"/>
                <a:gd name="csX1054" fmla="*/ 191591 w 836919"/>
                <a:gd name="csY1054" fmla="*/ 364785 h 873264"/>
                <a:gd name="csX1055" fmla="*/ 191447 w 836919"/>
                <a:gd name="csY1055" fmla="*/ 364397 h 873264"/>
                <a:gd name="csX1056" fmla="*/ 190313 w 836919"/>
                <a:gd name="csY1056" fmla="*/ 362487 h 873264"/>
                <a:gd name="csX1057" fmla="*/ 189780 w 836919"/>
                <a:gd name="csY1057" fmla="*/ 362350 h 873264"/>
                <a:gd name="csX1058" fmla="*/ 189195 w 836919"/>
                <a:gd name="csY1058" fmla="*/ 362730 h 873264"/>
                <a:gd name="csX1059" fmla="*/ 188753 w 836919"/>
                <a:gd name="csY1059" fmla="*/ 363004 h 873264"/>
                <a:gd name="csX1060" fmla="*/ 188274 w 836919"/>
                <a:gd name="csY1060" fmla="*/ 362669 h 873264"/>
                <a:gd name="csX1061" fmla="*/ 188190 w 836919"/>
                <a:gd name="csY1061" fmla="*/ 361817 h 873264"/>
                <a:gd name="csX1062" fmla="*/ 188495 w 836919"/>
                <a:gd name="csY1062" fmla="*/ 360448 h 873264"/>
                <a:gd name="csX1063" fmla="*/ 187840 w 836919"/>
                <a:gd name="csY1063" fmla="*/ 359017 h 873264"/>
                <a:gd name="csX1064" fmla="*/ 186220 w 836919"/>
                <a:gd name="csY1064" fmla="*/ 357511 h 873264"/>
                <a:gd name="csX1065" fmla="*/ 185368 w 836919"/>
                <a:gd name="csY1065" fmla="*/ 355951 h 873264"/>
                <a:gd name="csX1066" fmla="*/ 185291 w 836919"/>
                <a:gd name="csY1066" fmla="*/ 354338 h 873264"/>
                <a:gd name="csX1067" fmla="*/ 184934 w 836919"/>
                <a:gd name="csY1067" fmla="*/ 353265 h 873264"/>
                <a:gd name="csX1068" fmla="*/ 184287 w 836919"/>
                <a:gd name="csY1068" fmla="*/ 352717 h 873264"/>
                <a:gd name="csX1069" fmla="*/ 183922 w 836919"/>
                <a:gd name="csY1069" fmla="*/ 351774 h 873264"/>
                <a:gd name="csX1070" fmla="*/ 183846 w 836919"/>
                <a:gd name="csY1070" fmla="*/ 350435 h 873264"/>
                <a:gd name="csX1071" fmla="*/ 184318 w 836919"/>
                <a:gd name="csY1071" fmla="*/ 348837 h 873264"/>
                <a:gd name="csX1072" fmla="*/ 185337 w 836919"/>
                <a:gd name="csY1072" fmla="*/ 346988 h 873264"/>
                <a:gd name="csX1073" fmla="*/ 185117 w 836919"/>
                <a:gd name="csY1073" fmla="*/ 344135 h 873264"/>
                <a:gd name="csX1074" fmla="*/ 183663 w 836919"/>
                <a:gd name="csY1074" fmla="*/ 340285 h 873264"/>
                <a:gd name="csX1075" fmla="*/ 182857 w 836919"/>
                <a:gd name="csY1075" fmla="*/ 337516 h 873264"/>
                <a:gd name="csX1076" fmla="*/ 182705 w 836919"/>
                <a:gd name="csY1076" fmla="*/ 335811 h 873264"/>
                <a:gd name="csX1077" fmla="*/ 182925 w 836919"/>
                <a:gd name="csY1077" fmla="*/ 334548 h 873264"/>
                <a:gd name="csX1078" fmla="*/ 183808 w 836919"/>
                <a:gd name="csY1078" fmla="*/ 333323 h 873264"/>
                <a:gd name="csX1079" fmla="*/ 185565 w 836919"/>
                <a:gd name="csY1079" fmla="*/ 330318 h 873264"/>
                <a:gd name="csX1080" fmla="*/ 185877 w 836919"/>
                <a:gd name="csY1080" fmla="*/ 328028 h 873264"/>
                <a:gd name="csX1081" fmla="*/ 185322 w 836919"/>
                <a:gd name="csY1081" fmla="*/ 325448 h 873264"/>
                <a:gd name="csX1082" fmla="*/ 185246 w 836919"/>
                <a:gd name="csY1082" fmla="*/ 323478 h 873264"/>
                <a:gd name="csX1083" fmla="*/ 185649 w 836919"/>
                <a:gd name="csY1083" fmla="*/ 322123 h 873264"/>
                <a:gd name="csX1084" fmla="*/ 185040 w 836919"/>
                <a:gd name="csY1084" fmla="*/ 320351 h 873264"/>
                <a:gd name="csX1085" fmla="*/ 183793 w 836919"/>
                <a:gd name="csY1085" fmla="*/ 318677 h 873264"/>
                <a:gd name="csX1086" fmla="*/ 182925 w 836919"/>
                <a:gd name="csY1086" fmla="*/ 318639 h 873264"/>
                <a:gd name="csX1087" fmla="*/ 181746 w 836919"/>
                <a:gd name="csY1087" fmla="*/ 319095 h 873264"/>
                <a:gd name="csX1088" fmla="*/ 180323 w 836919"/>
                <a:gd name="csY1088" fmla="*/ 320511 h 873264"/>
                <a:gd name="csX1089" fmla="*/ 178649 w 836919"/>
                <a:gd name="csY1089" fmla="*/ 320762 h 873264"/>
                <a:gd name="csX1090" fmla="*/ 177166 w 836919"/>
                <a:gd name="csY1090" fmla="*/ 319887 h 873264"/>
                <a:gd name="csX1091" fmla="*/ 172509 w 836919"/>
                <a:gd name="csY1091" fmla="*/ 320252 h 873264"/>
                <a:gd name="csX1092" fmla="*/ 165273 w 836919"/>
                <a:gd name="csY1092" fmla="*/ 321127 h 873264"/>
                <a:gd name="csX1093" fmla="*/ 162382 w 836919"/>
                <a:gd name="csY1093" fmla="*/ 322032 h 873264"/>
                <a:gd name="csX1094" fmla="*/ 160678 w 836919"/>
                <a:gd name="csY1094" fmla="*/ 322420 h 873264"/>
                <a:gd name="csX1095" fmla="*/ 158616 w 836919"/>
                <a:gd name="csY1095" fmla="*/ 322717 h 873264"/>
                <a:gd name="csX1096" fmla="*/ 155314 w 836919"/>
                <a:gd name="csY1096" fmla="*/ 324345 h 873264"/>
                <a:gd name="csX1097" fmla="*/ 147165 w 836919"/>
                <a:gd name="csY1097" fmla="*/ 330668 h 873264"/>
                <a:gd name="csX1098" fmla="*/ 145476 w 836919"/>
                <a:gd name="csY1098" fmla="*/ 331589 h 873264"/>
                <a:gd name="csX1099" fmla="*/ 143559 w 836919"/>
                <a:gd name="csY1099" fmla="*/ 331718 h 873264"/>
                <a:gd name="csX1100" fmla="*/ 142440 w 836919"/>
                <a:gd name="csY1100" fmla="*/ 332593 h 873264"/>
                <a:gd name="csX1101" fmla="*/ 140645 w 836919"/>
                <a:gd name="csY1101" fmla="*/ 333278 h 873264"/>
                <a:gd name="csX1102" fmla="*/ 137114 w 836919"/>
                <a:gd name="csY1102" fmla="*/ 335781 h 873264"/>
                <a:gd name="csX1103" fmla="*/ 135318 w 836919"/>
                <a:gd name="csY1103" fmla="*/ 337790 h 873264"/>
                <a:gd name="csX1104" fmla="*/ 134139 w 836919"/>
                <a:gd name="csY1104" fmla="*/ 339608 h 873264"/>
                <a:gd name="csX1105" fmla="*/ 132777 w 836919"/>
                <a:gd name="csY1105" fmla="*/ 339669 h 873264"/>
                <a:gd name="csX1106" fmla="*/ 131720 w 836919"/>
                <a:gd name="csY1106" fmla="*/ 339167 h 873264"/>
                <a:gd name="csX1107" fmla="*/ 128379 w 836919"/>
                <a:gd name="csY1107" fmla="*/ 339418 h 873264"/>
                <a:gd name="csX1108" fmla="*/ 126668 w 836919"/>
                <a:gd name="csY1108" fmla="*/ 340042 h 873264"/>
                <a:gd name="csX1109" fmla="*/ 124811 w 836919"/>
                <a:gd name="csY1109" fmla="*/ 341807 h 873264"/>
                <a:gd name="csX1110" fmla="*/ 122506 w 836919"/>
                <a:gd name="csY1110" fmla="*/ 345002 h 873264"/>
                <a:gd name="csX1111" fmla="*/ 121555 w 836919"/>
                <a:gd name="csY1111" fmla="*/ 345915 h 873264"/>
                <a:gd name="csX1112" fmla="*/ 119698 w 836919"/>
                <a:gd name="csY1112" fmla="*/ 346859 h 873264"/>
                <a:gd name="csX1113" fmla="*/ 117552 w 836919"/>
                <a:gd name="csY1113" fmla="*/ 347643 h 873264"/>
                <a:gd name="csX1114" fmla="*/ 114897 w 836919"/>
                <a:gd name="csY1114" fmla="*/ 348814 h 873264"/>
                <a:gd name="csX1115" fmla="*/ 113710 w 836919"/>
                <a:gd name="csY1115" fmla="*/ 348890 h 873264"/>
                <a:gd name="csX1116" fmla="*/ 112660 w 836919"/>
                <a:gd name="csY1116" fmla="*/ 349096 h 873264"/>
                <a:gd name="csX1117" fmla="*/ 111755 w 836919"/>
                <a:gd name="csY1117" fmla="*/ 348563 h 873264"/>
                <a:gd name="csX1118" fmla="*/ 111450 w 836919"/>
                <a:gd name="csY1118" fmla="*/ 347414 h 873264"/>
                <a:gd name="csX1119" fmla="*/ 110081 w 836919"/>
                <a:gd name="csY1119" fmla="*/ 346691 h 873264"/>
                <a:gd name="csX1120" fmla="*/ 106809 w 836919"/>
                <a:gd name="csY1120" fmla="*/ 346326 h 873264"/>
                <a:gd name="csX1121" fmla="*/ 101962 w 836919"/>
                <a:gd name="csY1121" fmla="*/ 345489 h 873264"/>
                <a:gd name="csX1122" fmla="*/ 96964 w 836919"/>
                <a:gd name="csY1122" fmla="*/ 345330 h 873264"/>
                <a:gd name="csX1123" fmla="*/ 94483 w 836919"/>
                <a:gd name="csY1123" fmla="*/ 345406 h 873264"/>
                <a:gd name="csX1124" fmla="*/ 92444 w 836919"/>
                <a:gd name="csY1124" fmla="*/ 345459 h 873264"/>
                <a:gd name="csX1125" fmla="*/ 88906 w 836919"/>
                <a:gd name="csY1125" fmla="*/ 345010 h 873264"/>
                <a:gd name="csX1126" fmla="*/ 86327 w 836919"/>
                <a:gd name="csY1126" fmla="*/ 344934 h 873264"/>
                <a:gd name="csX1127" fmla="*/ 84067 w 836919"/>
                <a:gd name="csY1127" fmla="*/ 346068 h 873264"/>
                <a:gd name="csX1128" fmla="*/ 80780 w 836919"/>
                <a:gd name="csY1128" fmla="*/ 347475 h 873264"/>
                <a:gd name="csX1129" fmla="*/ 79281 w 836919"/>
                <a:gd name="csY1129" fmla="*/ 347833 h 873264"/>
                <a:gd name="csX1130" fmla="*/ 78178 w 836919"/>
                <a:gd name="csY1130" fmla="*/ 347886 h 873264"/>
                <a:gd name="csX1131" fmla="*/ 77105 w 836919"/>
                <a:gd name="csY1131" fmla="*/ 347711 h 873264"/>
                <a:gd name="csX1132" fmla="*/ 75850 w 836919"/>
                <a:gd name="csY1132" fmla="*/ 346981 h 873264"/>
                <a:gd name="csX1133" fmla="*/ 74092 w 836919"/>
                <a:gd name="csY1133" fmla="*/ 345299 h 873264"/>
                <a:gd name="csX1134" fmla="*/ 72738 w 836919"/>
                <a:gd name="csY1134" fmla="*/ 345946 h 873264"/>
                <a:gd name="csX1135" fmla="*/ 71764 w 836919"/>
                <a:gd name="csY1135" fmla="*/ 346669 h 873264"/>
                <a:gd name="csX1136" fmla="*/ 71779 w 836919"/>
                <a:gd name="csY1136" fmla="*/ 343009 h 873264"/>
                <a:gd name="csX1137" fmla="*/ 71802 w 836919"/>
                <a:gd name="csY1137" fmla="*/ 337508 h 873264"/>
                <a:gd name="csX1138" fmla="*/ 71825 w 836919"/>
                <a:gd name="csY1138" fmla="*/ 332661 h 873264"/>
                <a:gd name="csX1139" fmla="*/ 71840 w 836919"/>
                <a:gd name="csY1139" fmla="*/ 328789 h 873264"/>
                <a:gd name="csX1140" fmla="*/ 71855 w 836919"/>
                <a:gd name="csY1140" fmla="*/ 324269 h 873264"/>
                <a:gd name="csX1141" fmla="*/ 71871 w 836919"/>
                <a:gd name="csY1141" fmla="*/ 321081 h 873264"/>
                <a:gd name="csX1142" fmla="*/ 72791 w 836919"/>
                <a:gd name="csY1142" fmla="*/ 319871 h 873264"/>
                <a:gd name="csX1143" fmla="*/ 73354 w 836919"/>
                <a:gd name="csY1143" fmla="*/ 318517 h 873264"/>
                <a:gd name="csX1144" fmla="*/ 72677 w 836919"/>
                <a:gd name="csY1144" fmla="*/ 316706 h 873264"/>
                <a:gd name="csX1145" fmla="*/ 72829 w 836919"/>
                <a:gd name="csY1145" fmla="*/ 315047 h 873264"/>
                <a:gd name="csX1146" fmla="*/ 73301 w 836919"/>
                <a:gd name="csY1146" fmla="*/ 313891 h 873264"/>
                <a:gd name="csX1147" fmla="*/ 73917 w 836919"/>
                <a:gd name="csY1147" fmla="*/ 312765 h 873264"/>
                <a:gd name="csX1148" fmla="*/ 72495 w 836919"/>
                <a:gd name="csY1148" fmla="*/ 313328 h 873264"/>
                <a:gd name="csX1149" fmla="*/ 71871 w 836919"/>
                <a:gd name="csY1149" fmla="*/ 313640 h 873264"/>
                <a:gd name="csX1150" fmla="*/ 71110 w 836919"/>
                <a:gd name="csY1150" fmla="*/ 314492 h 873264"/>
                <a:gd name="csX1151" fmla="*/ 69268 w 836919"/>
                <a:gd name="csY1151" fmla="*/ 315649 h 873264"/>
                <a:gd name="csX1152" fmla="*/ 68036 w 836919"/>
                <a:gd name="csY1152" fmla="*/ 316805 h 873264"/>
                <a:gd name="csX1153" fmla="*/ 66583 w 836919"/>
                <a:gd name="csY1153" fmla="*/ 317749 h 873264"/>
                <a:gd name="csX1154" fmla="*/ 64741 w 836919"/>
                <a:gd name="csY1154" fmla="*/ 319826 h 873264"/>
                <a:gd name="csX1155" fmla="*/ 63227 w 836919"/>
                <a:gd name="csY1155" fmla="*/ 320967 h 873264"/>
                <a:gd name="csX1156" fmla="*/ 61652 w 836919"/>
                <a:gd name="csY1156" fmla="*/ 321697 h 873264"/>
                <a:gd name="csX1157" fmla="*/ 59035 w 836919"/>
                <a:gd name="csY1157" fmla="*/ 324140 h 873264"/>
                <a:gd name="csX1158" fmla="*/ 56866 w 836919"/>
                <a:gd name="csY1158" fmla="*/ 324627 h 873264"/>
                <a:gd name="csX1159" fmla="*/ 51130 w 836919"/>
                <a:gd name="csY1159" fmla="*/ 325000 h 873264"/>
                <a:gd name="csX1160" fmla="*/ 45164 w 836919"/>
                <a:gd name="csY1160" fmla="*/ 324992 h 873264"/>
                <a:gd name="csX1161" fmla="*/ 39709 w 836919"/>
                <a:gd name="csY1161" fmla="*/ 324984 h 873264"/>
                <a:gd name="csX1162" fmla="*/ 38887 w 836919"/>
                <a:gd name="csY1162" fmla="*/ 324954 h 873264"/>
                <a:gd name="csX1163" fmla="*/ 38941 w 836919"/>
                <a:gd name="csY1163" fmla="*/ 322938 h 873264"/>
                <a:gd name="csX1164" fmla="*/ 39078 w 836919"/>
                <a:gd name="csY1164" fmla="*/ 321515 h 873264"/>
                <a:gd name="csX1165" fmla="*/ 37213 w 836919"/>
                <a:gd name="csY1165" fmla="*/ 320016 h 873264"/>
                <a:gd name="csX1166" fmla="*/ 37084 w 836919"/>
                <a:gd name="csY1166" fmla="*/ 318167 h 873264"/>
                <a:gd name="csX1167" fmla="*/ 36590 w 836919"/>
                <a:gd name="csY1167" fmla="*/ 316889 h 873264"/>
                <a:gd name="csX1168" fmla="*/ 35966 w 836919"/>
                <a:gd name="csY1168" fmla="*/ 315329 h 873264"/>
                <a:gd name="csX1169" fmla="*/ 34665 w 836919"/>
                <a:gd name="csY1169" fmla="*/ 314332 h 873264"/>
                <a:gd name="csX1170" fmla="*/ 32831 w 836919"/>
                <a:gd name="csY1170" fmla="*/ 313944 h 873264"/>
                <a:gd name="csX1171" fmla="*/ 29826 w 836919"/>
                <a:gd name="csY1171" fmla="*/ 313084 h 873264"/>
                <a:gd name="csX1172" fmla="*/ 25367 w 836919"/>
                <a:gd name="csY1172" fmla="*/ 312187 h 873264"/>
                <a:gd name="csX1173" fmla="*/ 21106 w 836919"/>
                <a:gd name="csY1173" fmla="*/ 312126 h 873264"/>
                <a:gd name="csX1174" fmla="*/ 16929 w 836919"/>
                <a:gd name="csY1174" fmla="*/ 312210 h 873264"/>
                <a:gd name="csX1175" fmla="*/ 19478 w 836919"/>
                <a:gd name="csY1175" fmla="*/ 309075 h 873264"/>
                <a:gd name="csX1176" fmla="*/ 22027 w 836919"/>
                <a:gd name="csY1176" fmla="*/ 305948 h 873264"/>
                <a:gd name="csX1177" fmla="*/ 21951 w 836919"/>
                <a:gd name="csY1177" fmla="*/ 303224 h 873264"/>
                <a:gd name="csX1178" fmla="*/ 19889 w 836919"/>
                <a:gd name="csY1178" fmla="*/ 300850 h 873264"/>
                <a:gd name="csX1179" fmla="*/ 18778 w 836919"/>
                <a:gd name="csY1179" fmla="*/ 299374 h 873264"/>
                <a:gd name="csX1180" fmla="*/ 17058 w 836919"/>
                <a:gd name="csY1180" fmla="*/ 297342 h 873264"/>
                <a:gd name="csX1181" fmla="*/ 14936 w 836919"/>
                <a:gd name="csY1181" fmla="*/ 295935 h 873264"/>
                <a:gd name="csX1182" fmla="*/ 13779 w 836919"/>
                <a:gd name="csY1182" fmla="*/ 294063 h 873264"/>
                <a:gd name="csX1183" fmla="*/ 13886 w 836919"/>
                <a:gd name="csY1183" fmla="*/ 292930 h 873264"/>
                <a:gd name="csX1184" fmla="*/ 13703 w 836919"/>
                <a:gd name="csY1184" fmla="*/ 292184 h 873264"/>
                <a:gd name="csX1185" fmla="*/ 12897 w 836919"/>
                <a:gd name="csY1185" fmla="*/ 291750 h 873264"/>
                <a:gd name="csX1186" fmla="*/ 12090 w 836919"/>
                <a:gd name="csY1186" fmla="*/ 291065 h 873264"/>
                <a:gd name="csX1187" fmla="*/ 10979 w 836919"/>
                <a:gd name="csY1187" fmla="*/ 290312 h 873264"/>
                <a:gd name="csX1188" fmla="*/ 9678 w 836919"/>
                <a:gd name="csY1188" fmla="*/ 289315 h 873264"/>
                <a:gd name="csX1189" fmla="*/ 9678 w 836919"/>
                <a:gd name="csY1189" fmla="*/ 288319 h 873264"/>
                <a:gd name="csX1190" fmla="*/ 9184 w 836919"/>
                <a:gd name="csY1190" fmla="*/ 287261 h 873264"/>
                <a:gd name="csX1191" fmla="*/ 8377 w 836919"/>
                <a:gd name="csY1191" fmla="*/ 286021 h 873264"/>
                <a:gd name="csX1192" fmla="*/ 8377 w 836919"/>
                <a:gd name="csY1192" fmla="*/ 285024 h 873264"/>
                <a:gd name="csX1193" fmla="*/ 7631 w 836919"/>
                <a:gd name="csY1193" fmla="*/ 283464 h 873264"/>
                <a:gd name="csX1194" fmla="*/ 6825 w 836919"/>
                <a:gd name="csY1194" fmla="*/ 282346 h 873264"/>
                <a:gd name="csX1195" fmla="*/ 6018 w 836919"/>
                <a:gd name="csY1195" fmla="*/ 281600 h 873264"/>
                <a:gd name="csX1196" fmla="*/ 4839 w 836919"/>
                <a:gd name="csY1196" fmla="*/ 280543 h 873264"/>
                <a:gd name="csX1197" fmla="*/ 4900 w 836919"/>
                <a:gd name="csY1197" fmla="*/ 279675 h 873264"/>
                <a:gd name="csX1198" fmla="*/ 5767 w 836919"/>
                <a:gd name="csY1198" fmla="*/ 279242 h 873264"/>
                <a:gd name="csX1199" fmla="*/ 6140 w 836919"/>
                <a:gd name="csY1199" fmla="*/ 278245 h 873264"/>
                <a:gd name="csX1200" fmla="*/ 6018 w 836919"/>
                <a:gd name="csY1200" fmla="*/ 277248 h 873264"/>
                <a:gd name="csX1201" fmla="*/ 5029 w 836919"/>
                <a:gd name="csY1201" fmla="*/ 276624 h 873264"/>
                <a:gd name="csX1202" fmla="*/ 3850 w 836919"/>
                <a:gd name="csY1202" fmla="*/ 276312 h 873264"/>
                <a:gd name="csX1203" fmla="*/ 2298 w 836919"/>
                <a:gd name="csY1203" fmla="*/ 274509 h 873264"/>
                <a:gd name="csX1204" fmla="*/ 1179 w 836919"/>
                <a:gd name="csY1204" fmla="*/ 273573 h 873264"/>
                <a:gd name="csX1205" fmla="*/ 434 w 836919"/>
                <a:gd name="csY1205" fmla="*/ 273010 h 873264"/>
                <a:gd name="csX1206" fmla="*/ 0 w 836919"/>
                <a:gd name="csY1206" fmla="*/ 272386 h 873264"/>
                <a:gd name="csX1207" fmla="*/ 434 w 836919"/>
                <a:gd name="csY1207" fmla="*/ 271953 h 873264"/>
                <a:gd name="csX1208" fmla="*/ 928 w 836919"/>
                <a:gd name="csY1208" fmla="*/ 271329 h 873264"/>
                <a:gd name="csX1209" fmla="*/ 1058 w 836919"/>
                <a:gd name="csY1209" fmla="*/ 270332 h 873264"/>
                <a:gd name="csX1210" fmla="*/ 807 w 836919"/>
                <a:gd name="csY1210" fmla="*/ 269404 h 873264"/>
                <a:gd name="csX1211" fmla="*/ 807 w 836919"/>
                <a:gd name="csY1211" fmla="*/ 268597 h 873264"/>
                <a:gd name="csX1212" fmla="*/ 1552 w 836919"/>
                <a:gd name="csY1212" fmla="*/ 268346 h 873264"/>
                <a:gd name="csX1213" fmla="*/ 2359 w 836919"/>
                <a:gd name="csY1213" fmla="*/ 268475 h 873264"/>
                <a:gd name="csX1214" fmla="*/ 3165 w 836919"/>
                <a:gd name="csY1214" fmla="*/ 267981 h 873264"/>
                <a:gd name="csX1215" fmla="*/ 4223 w 836919"/>
                <a:gd name="csY1215" fmla="*/ 267798 h 873264"/>
                <a:gd name="csX1216" fmla="*/ 5402 w 836919"/>
                <a:gd name="csY1216" fmla="*/ 267669 h 873264"/>
                <a:gd name="csX1217" fmla="*/ 6026 w 836919"/>
                <a:gd name="csY1217" fmla="*/ 267114 h 873264"/>
                <a:gd name="csX1218" fmla="*/ 5965 w 836919"/>
                <a:gd name="csY1218" fmla="*/ 266124 h 873264"/>
                <a:gd name="csX1219" fmla="*/ 5220 w 836919"/>
                <a:gd name="csY1219" fmla="*/ 264200 h 873264"/>
                <a:gd name="csX1220" fmla="*/ 4474 w 836919"/>
                <a:gd name="csY1220" fmla="*/ 263393 h 873264"/>
                <a:gd name="csX1221" fmla="*/ 4223 w 836919"/>
                <a:gd name="csY1221" fmla="*/ 262214 h 873264"/>
                <a:gd name="csX1222" fmla="*/ 4832 w 836919"/>
                <a:gd name="csY1222" fmla="*/ 259946 h 873264"/>
                <a:gd name="csX1223" fmla="*/ 5220 w 836919"/>
                <a:gd name="csY1223" fmla="*/ 258493 h 873264"/>
                <a:gd name="csX1224" fmla="*/ 6581 w 836919"/>
                <a:gd name="csY1224" fmla="*/ 256956 h 873264"/>
                <a:gd name="csX1225" fmla="*/ 10736 w 836919"/>
                <a:gd name="csY1225" fmla="*/ 253662 h 873264"/>
                <a:gd name="csX1226" fmla="*/ 14464 w 836919"/>
                <a:gd name="csY1226" fmla="*/ 251425 h 873264"/>
                <a:gd name="csX1227" fmla="*/ 16282 w 836919"/>
                <a:gd name="csY1227" fmla="*/ 251196 h 873264"/>
                <a:gd name="csX1228" fmla="*/ 17629 w 836919"/>
                <a:gd name="csY1228" fmla="*/ 250367 h 873264"/>
                <a:gd name="csX1229" fmla="*/ 18481 w 836919"/>
                <a:gd name="csY1229" fmla="*/ 249096 h 873264"/>
                <a:gd name="csX1230" fmla="*/ 18717 w 836919"/>
                <a:gd name="csY1230" fmla="*/ 247712 h 873264"/>
                <a:gd name="csX1231" fmla="*/ 18527 w 836919"/>
                <a:gd name="csY1231" fmla="*/ 246502 h 873264"/>
                <a:gd name="csX1232" fmla="*/ 17834 w 836919"/>
                <a:gd name="csY1232" fmla="*/ 244722 h 873264"/>
                <a:gd name="csX1233" fmla="*/ 17005 w 836919"/>
                <a:gd name="csY1233" fmla="*/ 242500 h 873264"/>
                <a:gd name="csX1234" fmla="*/ 16381 w 836919"/>
                <a:gd name="csY1234" fmla="*/ 241260 h 873264"/>
                <a:gd name="csX1235" fmla="*/ 16937 w 836919"/>
                <a:gd name="csY1235" fmla="*/ 239776 h 873264"/>
                <a:gd name="csX1236" fmla="*/ 17926 w 836919"/>
                <a:gd name="csY1236" fmla="*/ 237744 h 873264"/>
                <a:gd name="csX1237" fmla="*/ 19950 w 836919"/>
                <a:gd name="csY1237" fmla="*/ 234678 h 873264"/>
                <a:gd name="csX1238" fmla="*/ 21837 w 836919"/>
                <a:gd name="csY1238" fmla="*/ 231376 h 873264"/>
                <a:gd name="csX1239" fmla="*/ 22042 w 836919"/>
                <a:gd name="csY1239" fmla="*/ 230418 h 873264"/>
                <a:gd name="csX1240" fmla="*/ 22286 w 836919"/>
                <a:gd name="csY1240" fmla="*/ 228401 h 873264"/>
                <a:gd name="csX1241" fmla="*/ 23153 w 836919"/>
                <a:gd name="csY1241" fmla="*/ 224293 h 873264"/>
                <a:gd name="csX1242" fmla="*/ 23632 w 836919"/>
                <a:gd name="csY1242" fmla="*/ 222071 h 873264"/>
                <a:gd name="csX1243" fmla="*/ 23381 w 836919"/>
                <a:gd name="csY1243" fmla="*/ 221211 h 873264"/>
                <a:gd name="csX1244" fmla="*/ 23815 w 836919"/>
                <a:gd name="csY1244" fmla="*/ 220465 h 873264"/>
                <a:gd name="csX1245" fmla="*/ 24994 w 836919"/>
                <a:gd name="csY1245" fmla="*/ 219842 h 873264"/>
                <a:gd name="csX1246" fmla="*/ 27840 w 836919"/>
                <a:gd name="csY1246" fmla="*/ 219278 h 873264"/>
                <a:gd name="csX1247" fmla="*/ 29772 w 836919"/>
                <a:gd name="csY1247" fmla="*/ 218054 h 873264"/>
                <a:gd name="csX1248" fmla="*/ 32747 w 836919"/>
                <a:gd name="csY1248" fmla="*/ 215748 h 873264"/>
                <a:gd name="csX1249" fmla="*/ 35228 w 836919"/>
                <a:gd name="csY1249" fmla="*/ 213298 h 873264"/>
                <a:gd name="csX1250" fmla="*/ 37282 w 836919"/>
                <a:gd name="csY1250" fmla="*/ 212507 h 873264"/>
                <a:gd name="csX1251" fmla="*/ 41003 w 836919"/>
                <a:gd name="csY1251" fmla="*/ 210240 h 873264"/>
                <a:gd name="csX1252" fmla="*/ 43141 w 836919"/>
                <a:gd name="csY1252" fmla="*/ 208802 h 873264"/>
                <a:gd name="csX1253" fmla="*/ 43978 w 836919"/>
                <a:gd name="csY1253" fmla="*/ 208353 h 873264"/>
                <a:gd name="csX1254" fmla="*/ 46077 w 836919"/>
                <a:gd name="csY1254" fmla="*/ 207310 h 873264"/>
                <a:gd name="csX1255" fmla="*/ 49844 w 836919"/>
                <a:gd name="csY1255" fmla="*/ 206953 h 873264"/>
                <a:gd name="csX1256" fmla="*/ 52979 w 836919"/>
                <a:gd name="csY1256" fmla="*/ 206580 h 873264"/>
                <a:gd name="csX1257" fmla="*/ 54751 w 836919"/>
                <a:gd name="csY1257" fmla="*/ 205895 h 873264"/>
                <a:gd name="csX1258" fmla="*/ 57346 w 836919"/>
                <a:gd name="csY1258" fmla="*/ 205614 h 873264"/>
                <a:gd name="csX1259" fmla="*/ 59088 w 836919"/>
                <a:gd name="csY1259" fmla="*/ 204845 h 873264"/>
                <a:gd name="csX1260" fmla="*/ 61028 w 836919"/>
                <a:gd name="csY1260" fmla="*/ 204822 h 873264"/>
                <a:gd name="csX1261" fmla="*/ 64673 w 836919"/>
                <a:gd name="csY1261" fmla="*/ 204039 h 873264"/>
                <a:gd name="csX1262" fmla="*/ 65913 w 836919"/>
                <a:gd name="csY1262" fmla="*/ 202867 h 873264"/>
                <a:gd name="csX1263" fmla="*/ 66971 w 836919"/>
                <a:gd name="csY1263" fmla="*/ 201467 h 873264"/>
                <a:gd name="csX1264" fmla="*/ 68394 w 836919"/>
                <a:gd name="csY1264" fmla="*/ 200272 h 873264"/>
                <a:gd name="csX1265" fmla="*/ 70060 w 836919"/>
                <a:gd name="csY1265" fmla="*/ 199960 h 873264"/>
                <a:gd name="csX1266" fmla="*/ 71916 w 836919"/>
                <a:gd name="csY1266" fmla="*/ 200166 h 873264"/>
                <a:gd name="csX1267" fmla="*/ 74138 w 836919"/>
                <a:gd name="csY1267" fmla="*/ 200143 h 873264"/>
                <a:gd name="csX1268" fmla="*/ 76831 w 836919"/>
                <a:gd name="csY1268" fmla="*/ 199770 h 873264"/>
                <a:gd name="csX1269" fmla="*/ 78132 w 836919"/>
                <a:gd name="csY1269" fmla="*/ 200698 h 873264"/>
                <a:gd name="csX1270" fmla="*/ 78703 w 836919"/>
                <a:gd name="csY1270" fmla="*/ 201832 h 873264"/>
                <a:gd name="csX1271" fmla="*/ 80362 w 836919"/>
                <a:gd name="csY1271" fmla="*/ 202981 h 873264"/>
                <a:gd name="csX1272" fmla="*/ 81541 w 836919"/>
                <a:gd name="csY1272" fmla="*/ 202920 h 873264"/>
                <a:gd name="csX1273" fmla="*/ 82720 w 836919"/>
                <a:gd name="csY1273" fmla="*/ 202669 h 873264"/>
                <a:gd name="csX1274" fmla="*/ 84333 w 836919"/>
                <a:gd name="csY1274" fmla="*/ 203658 h 873264"/>
                <a:gd name="csX1275" fmla="*/ 85391 w 836919"/>
                <a:gd name="csY1275" fmla="*/ 203536 h 873264"/>
                <a:gd name="csX1276" fmla="*/ 86068 w 836919"/>
                <a:gd name="csY1276" fmla="*/ 202981 h 873264"/>
                <a:gd name="csX1277" fmla="*/ 86198 w 836919"/>
                <a:gd name="csY1277" fmla="*/ 201596 h 873264"/>
                <a:gd name="csX1278" fmla="*/ 86578 w 836919"/>
                <a:gd name="csY1278" fmla="*/ 200843 h 873264"/>
                <a:gd name="csX1279" fmla="*/ 87369 w 836919"/>
                <a:gd name="csY1279" fmla="*/ 196506 h 873264"/>
                <a:gd name="csX1280" fmla="*/ 88678 w 836919"/>
                <a:gd name="csY1280" fmla="*/ 189346 h 873264"/>
                <a:gd name="csX1281" fmla="*/ 89865 w 836919"/>
                <a:gd name="csY1281" fmla="*/ 182856 h 873264"/>
                <a:gd name="csX1282" fmla="*/ 91173 w 836919"/>
                <a:gd name="csY1282" fmla="*/ 175682 h 873264"/>
                <a:gd name="csX1283" fmla="*/ 92536 w 836919"/>
                <a:gd name="csY1283" fmla="*/ 168271 h 873264"/>
                <a:gd name="csX1284" fmla="*/ 93913 w 836919"/>
                <a:gd name="csY1284" fmla="*/ 160769 h 873264"/>
                <a:gd name="csX1285" fmla="*/ 95039 w 836919"/>
                <a:gd name="csY1285" fmla="*/ 154613 h 873264"/>
                <a:gd name="csX1286" fmla="*/ 96005 w 836919"/>
                <a:gd name="csY1286" fmla="*/ 149325 h 873264"/>
                <a:gd name="csX1287" fmla="*/ 96606 w 836919"/>
                <a:gd name="csY1287" fmla="*/ 146077 h 873264"/>
                <a:gd name="csX1288" fmla="*/ 97534 w 836919"/>
                <a:gd name="csY1288" fmla="*/ 141823 h 873264"/>
                <a:gd name="csX1289" fmla="*/ 97899 w 836919"/>
                <a:gd name="csY1289" fmla="*/ 138088 h 873264"/>
                <a:gd name="csX1290" fmla="*/ 98272 w 836919"/>
                <a:gd name="csY1290" fmla="*/ 137015 h 873264"/>
                <a:gd name="csX1291" fmla="*/ 98036 w 836919"/>
                <a:gd name="csY1291" fmla="*/ 136109 h 873264"/>
                <a:gd name="csX1292" fmla="*/ 97230 w 836919"/>
                <a:gd name="csY1292" fmla="*/ 134824 h 873264"/>
                <a:gd name="csX1293" fmla="*/ 97237 w 836919"/>
                <a:gd name="csY1293" fmla="*/ 134261 h 873264"/>
                <a:gd name="csX1294" fmla="*/ 97329 w 836919"/>
                <a:gd name="csY1294" fmla="*/ 133515 h 873264"/>
                <a:gd name="csX1295" fmla="*/ 97237 w 836919"/>
                <a:gd name="csY1295" fmla="*/ 132860 h 873264"/>
                <a:gd name="csX1296" fmla="*/ 96393 w 836919"/>
                <a:gd name="csY1296" fmla="*/ 132161 h 873264"/>
                <a:gd name="csX1297" fmla="*/ 95739 w 836919"/>
                <a:gd name="csY1297" fmla="*/ 131742 h 873264"/>
                <a:gd name="csX1298" fmla="*/ 95221 w 836919"/>
                <a:gd name="csY1298" fmla="*/ 131133 h 873264"/>
                <a:gd name="csX1299" fmla="*/ 94985 w 836919"/>
                <a:gd name="csY1299" fmla="*/ 130289 h 873264"/>
                <a:gd name="csX1300" fmla="*/ 94559 w 836919"/>
                <a:gd name="csY1300" fmla="*/ 129444 h 873264"/>
                <a:gd name="csX1301" fmla="*/ 94369 w 836919"/>
                <a:gd name="csY1301" fmla="*/ 128554 h 873264"/>
                <a:gd name="csX1302" fmla="*/ 93753 w 836919"/>
                <a:gd name="csY1302" fmla="*/ 127854 h 873264"/>
                <a:gd name="csX1303" fmla="*/ 93570 w 836919"/>
                <a:gd name="csY1303" fmla="*/ 126964 h 873264"/>
                <a:gd name="csX1304" fmla="*/ 93996 w 836919"/>
                <a:gd name="csY1304" fmla="*/ 126119 h 873264"/>
                <a:gd name="csX1305" fmla="*/ 94179 w 836919"/>
                <a:gd name="csY1305" fmla="*/ 125229 h 873264"/>
                <a:gd name="csX1306" fmla="*/ 93996 w 836919"/>
                <a:gd name="csY1306" fmla="*/ 124392 h 873264"/>
                <a:gd name="csX1307" fmla="*/ 93760 w 836919"/>
                <a:gd name="csY1307" fmla="*/ 123411 h 873264"/>
                <a:gd name="csX1308" fmla="*/ 93289 w 836919"/>
                <a:gd name="csY1308" fmla="*/ 122475 h 873264"/>
                <a:gd name="csX1309" fmla="*/ 92573 w 836919"/>
                <a:gd name="csY1309" fmla="*/ 121904 h 873264"/>
                <a:gd name="csX1310" fmla="*/ 90862 w 836919"/>
                <a:gd name="csY1310" fmla="*/ 121273 h 873264"/>
                <a:gd name="csX1311" fmla="*/ 89142 w 836919"/>
                <a:gd name="csY1311" fmla="*/ 119759 h 873264"/>
                <a:gd name="csX1312" fmla="*/ 87111 w 836919"/>
                <a:gd name="csY1312" fmla="*/ 118404 h 873264"/>
                <a:gd name="csX1313" fmla="*/ 84524 w 836919"/>
                <a:gd name="csY1313" fmla="*/ 115833 h 873264"/>
                <a:gd name="csX1314" fmla="*/ 83961 w 836919"/>
                <a:gd name="csY1314" fmla="*/ 114615 h 873264"/>
                <a:gd name="csX1315" fmla="*/ 83953 w 836919"/>
                <a:gd name="csY1315" fmla="*/ 111275 h 873264"/>
                <a:gd name="csX1316" fmla="*/ 84067 w 836919"/>
                <a:gd name="csY1316" fmla="*/ 107653 h 873264"/>
                <a:gd name="csX1317" fmla="*/ 84235 w 836919"/>
                <a:gd name="csY1317" fmla="*/ 102183 h 873264"/>
                <a:gd name="csX1318" fmla="*/ 84318 w 836919"/>
                <a:gd name="csY1318" fmla="*/ 99398 h 873264"/>
                <a:gd name="csX1319" fmla="*/ 85779 w 836919"/>
                <a:gd name="csY1319" fmla="*/ 99238 h 873264"/>
                <a:gd name="csX1320" fmla="*/ 87065 w 836919"/>
                <a:gd name="csY1320" fmla="*/ 99162 h 873264"/>
                <a:gd name="csX1321" fmla="*/ 88412 w 836919"/>
                <a:gd name="csY1321" fmla="*/ 98972 h 873264"/>
                <a:gd name="csX1322" fmla="*/ 89583 w 836919"/>
                <a:gd name="csY1322" fmla="*/ 98782 h 873264"/>
                <a:gd name="csX1323" fmla="*/ 90664 w 836919"/>
                <a:gd name="csY1323" fmla="*/ 98379 h 873264"/>
                <a:gd name="csX1324" fmla="*/ 91470 w 836919"/>
                <a:gd name="csY1324" fmla="*/ 97884 h 873264"/>
                <a:gd name="csX1325" fmla="*/ 92429 w 836919"/>
                <a:gd name="csY1325" fmla="*/ 97565 h 873264"/>
                <a:gd name="csX1326" fmla="*/ 93182 w 836919"/>
                <a:gd name="csY1326" fmla="*/ 97679 h 873264"/>
                <a:gd name="csX1327" fmla="*/ 93935 w 836919"/>
                <a:gd name="csY1327" fmla="*/ 97237 h 873264"/>
                <a:gd name="csX1328" fmla="*/ 94765 w 836919"/>
                <a:gd name="csY1328" fmla="*/ 96819 h 873264"/>
                <a:gd name="csX1329" fmla="*/ 95571 w 836919"/>
                <a:gd name="csY1329" fmla="*/ 96476 h 873264"/>
                <a:gd name="csX1330" fmla="*/ 96743 w 836919"/>
                <a:gd name="csY1330" fmla="*/ 96187 h 873264"/>
                <a:gd name="csX1331" fmla="*/ 97839 w 836919"/>
                <a:gd name="csY1331" fmla="*/ 96857 h 873264"/>
                <a:gd name="csX1332" fmla="*/ 98455 w 836919"/>
                <a:gd name="csY1332" fmla="*/ 97526 h 873264"/>
                <a:gd name="csX1333" fmla="*/ 99170 w 836919"/>
                <a:gd name="csY1333" fmla="*/ 97846 h 873264"/>
                <a:gd name="csX1334" fmla="*/ 99840 w 836919"/>
                <a:gd name="csY1334" fmla="*/ 97770 h 873264"/>
                <a:gd name="csX1335" fmla="*/ 100304 w 836919"/>
                <a:gd name="csY1335" fmla="*/ 97831 h 873264"/>
                <a:gd name="csX1336" fmla="*/ 100783 w 836919"/>
                <a:gd name="csY1336" fmla="*/ 98363 h 873264"/>
                <a:gd name="csX1337" fmla="*/ 101399 w 836919"/>
                <a:gd name="csY1337" fmla="*/ 98401 h 873264"/>
                <a:gd name="csX1338" fmla="*/ 102282 w 836919"/>
                <a:gd name="csY1338" fmla="*/ 98302 h 873264"/>
                <a:gd name="csX1339" fmla="*/ 103111 w 836919"/>
                <a:gd name="csY1339" fmla="*/ 98188 h 873264"/>
                <a:gd name="csX1340" fmla="*/ 103492 w 836919"/>
                <a:gd name="csY1340" fmla="*/ 98028 h 873264"/>
                <a:gd name="csX1341" fmla="*/ 103553 w 836919"/>
                <a:gd name="csY1341" fmla="*/ 97686 h 873264"/>
                <a:gd name="csX1342" fmla="*/ 103340 w 836919"/>
                <a:gd name="csY1342" fmla="*/ 97093 h 873264"/>
                <a:gd name="csX1343" fmla="*/ 103051 w 836919"/>
                <a:gd name="csY1343" fmla="*/ 96537 h 873264"/>
                <a:gd name="csX1344" fmla="*/ 103279 w 836919"/>
                <a:gd name="csY1344" fmla="*/ 95677 h 873264"/>
                <a:gd name="csX1345" fmla="*/ 103302 w 836919"/>
                <a:gd name="csY1345" fmla="*/ 94643 h 873264"/>
                <a:gd name="csX1346" fmla="*/ 103340 w 836919"/>
                <a:gd name="csY1346" fmla="*/ 93327 h 873264"/>
                <a:gd name="csX1347" fmla="*/ 102685 w 836919"/>
                <a:gd name="csY1347" fmla="*/ 92596 h 873264"/>
                <a:gd name="csX1348" fmla="*/ 102031 w 836919"/>
                <a:gd name="csY1348" fmla="*/ 91219 h 873264"/>
                <a:gd name="csX1349" fmla="*/ 101300 w 836919"/>
                <a:gd name="csY1349" fmla="*/ 90108 h 873264"/>
                <a:gd name="csX1350" fmla="*/ 100167 w 836919"/>
                <a:gd name="csY1350" fmla="*/ 89362 h 873264"/>
                <a:gd name="csX1351" fmla="*/ 99109 w 836919"/>
                <a:gd name="csY1351" fmla="*/ 89073 h 873264"/>
                <a:gd name="csX1352" fmla="*/ 98227 w 836919"/>
                <a:gd name="csY1352" fmla="*/ 89537 h 873264"/>
                <a:gd name="csX1353" fmla="*/ 97405 w 836919"/>
                <a:gd name="csY1353" fmla="*/ 89613 h 873264"/>
                <a:gd name="csX1354" fmla="*/ 96789 w 836919"/>
                <a:gd name="csY1354" fmla="*/ 89195 h 873264"/>
                <a:gd name="csX1355" fmla="*/ 95792 w 836919"/>
                <a:gd name="csY1355" fmla="*/ 89180 h 873264"/>
                <a:gd name="csX1356" fmla="*/ 94711 w 836919"/>
                <a:gd name="csY1356" fmla="*/ 89043 h 873264"/>
                <a:gd name="csX1357" fmla="*/ 93578 w 836919"/>
                <a:gd name="csY1357" fmla="*/ 88883 h 873264"/>
                <a:gd name="csX1358" fmla="*/ 91523 w 836919"/>
                <a:gd name="csY1358" fmla="*/ 89187 h 873264"/>
                <a:gd name="csX1359" fmla="*/ 90793 w 836919"/>
                <a:gd name="csY1359" fmla="*/ 88815 h 873264"/>
                <a:gd name="csX1360" fmla="*/ 89796 w 836919"/>
                <a:gd name="csY1360" fmla="*/ 88777 h 873264"/>
                <a:gd name="csX1361" fmla="*/ 88640 w 836919"/>
                <a:gd name="csY1361" fmla="*/ 89180 h 873264"/>
                <a:gd name="csX1362" fmla="*/ 88670 w 836919"/>
                <a:gd name="csY1362" fmla="*/ 83892 h 873264"/>
                <a:gd name="csX1363" fmla="*/ 88701 w 836919"/>
                <a:gd name="csY1363" fmla="*/ 78908 h 873264"/>
                <a:gd name="csX1364" fmla="*/ 88716 w 836919"/>
                <a:gd name="csY1364" fmla="*/ 75408 h 873264"/>
                <a:gd name="csX1365" fmla="*/ 89751 w 836919"/>
                <a:gd name="csY1365" fmla="*/ 75484 h 873264"/>
                <a:gd name="csX1366" fmla="*/ 91036 w 836919"/>
                <a:gd name="csY1366" fmla="*/ 74853 h 873264"/>
                <a:gd name="csX1367" fmla="*/ 92946 w 836919"/>
                <a:gd name="csY1367" fmla="*/ 74754 h 873264"/>
                <a:gd name="csX1368" fmla="*/ 94415 w 836919"/>
                <a:gd name="csY1368" fmla="*/ 74092 h 873264"/>
                <a:gd name="csX1369" fmla="*/ 95236 w 836919"/>
                <a:gd name="csY1369" fmla="*/ 74039 h 873264"/>
                <a:gd name="csX1370" fmla="*/ 96789 w 836919"/>
                <a:gd name="csY1370" fmla="*/ 74358 h 873264"/>
                <a:gd name="csX1371" fmla="*/ 98409 w 836919"/>
                <a:gd name="csY1371" fmla="*/ 75043 h 873264"/>
                <a:gd name="csX1372" fmla="*/ 99999 w 836919"/>
                <a:gd name="csY1372" fmla="*/ 75142 h 873264"/>
                <a:gd name="csX1373" fmla="*/ 104169 w 836919"/>
                <a:gd name="csY1373" fmla="*/ 75142 h 873264"/>
                <a:gd name="csX1374" fmla="*/ 108673 w 836919"/>
                <a:gd name="csY1374" fmla="*/ 75142 h 873264"/>
                <a:gd name="csX1375" fmla="*/ 113687 w 836919"/>
                <a:gd name="csY1375" fmla="*/ 75142 h 873264"/>
                <a:gd name="csX1376" fmla="*/ 118709 w 836919"/>
                <a:gd name="csY1376" fmla="*/ 75142 h 873264"/>
                <a:gd name="csX1377" fmla="*/ 123061 w 836919"/>
                <a:gd name="csY1377" fmla="*/ 75142 h 873264"/>
                <a:gd name="csX1378" fmla="*/ 124408 w 836919"/>
                <a:gd name="csY1378" fmla="*/ 75180 h 873264"/>
                <a:gd name="csX1379" fmla="*/ 123624 w 836919"/>
                <a:gd name="csY1379" fmla="*/ 74016 h 873264"/>
                <a:gd name="csX1380" fmla="*/ 122711 w 836919"/>
                <a:gd name="csY1380" fmla="*/ 72510 h 873264"/>
                <a:gd name="csX1381" fmla="*/ 123061 w 836919"/>
                <a:gd name="csY1381" fmla="*/ 71323 h 873264"/>
                <a:gd name="csX1382" fmla="*/ 123510 w 836919"/>
                <a:gd name="csY1382" fmla="*/ 70128 h 873264"/>
                <a:gd name="csX1383" fmla="*/ 124035 w 836919"/>
                <a:gd name="csY1383" fmla="*/ 69504 h 873264"/>
                <a:gd name="csX1384" fmla="*/ 125389 w 836919"/>
                <a:gd name="csY1384" fmla="*/ 70166 h 873264"/>
                <a:gd name="csX1385" fmla="*/ 126523 w 836919"/>
                <a:gd name="csY1385" fmla="*/ 72197 h 873264"/>
                <a:gd name="csX1386" fmla="*/ 127466 w 836919"/>
                <a:gd name="csY1386" fmla="*/ 73727 h 873264"/>
                <a:gd name="csX1387" fmla="*/ 128387 w 836919"/>
                <a:gd name="csY1387" fmla="*/ 74480 h 873264"/>
                <a:gd name="csX1388" fmla="*/ 129528 w 836919"/>
                <a:gd name="csY1388" fmla="*/ 74564 h 873264"/>
                <a:gd name="csX1389" fmla="*/ 130822 w 836919"/>
                <a:gd name="csY1389" fmla="*/ 74305 h 873264"/>
                <a:gd name="csX1390" fmla="*/ 132115 w 836919"/>
                <a:gd name="csY1390" fmla="*/ 73674 h 873264"/>
                <a:gd name="csX1391" fmla="*/ 134322 w 836919"/>
                <a:gd name="csY1391" fmla="*/ 70874 h 873264"/>
                <a:gd name="csX1392" fmla="*/ 136513 w 836919"/>
                <a:gd name="csY1392" fmla="*/ 68477 h 873264"/>
                <a:gd name="csX1393" fmla="*/ 137647 w 836919"/>
                <a:gd name="csY1393" fmla="*/ 67670 h 873264"/>
                <a:gd name="csX1394" fmla="*/ 138849 w 836919"/>
                <a:gd name="csY1394" fmla="*/ 66932 h 873264"/>
                <a:gd name="csX1395" fmla="*/ 139747 w 836919"/>
                <a:gd name="csY1395" fmla="*/ 66651 h 873264"/>
                <a:gd name="csX1396" fmla="*/ 140972 w 836919"/>
                <a:gd name="csY1396" fmla="*/ 66742 h 873264"/>
                <a:gd name="csX1397" fmla="*/ 142006 w 836919"/>
                <a:gd name="csY1397" fmla="*/ 67396 h 873264"/>
                <a:gd name="csX1398" fmla="*/ 142676 w 836919"/>
                <a:gd name="csY1398" fmla="*/ 68538 h 873264"/>
                <a:gd name="csX1399" fmla="*/ 145126 w 836919"/>
                <a:gd name="csY1399" fmla="*/ 72510 h 873264"/>
                <a:gd name="csX1400" fmla="*/ 146975 w 836919"/>
                <a:gd name="csY1400" fmla="*/ 75507 h 873264"/>
                <a:gd name="csX1401" fmla="*/ 147599 w 836919"/>
                <a:gd name="csY1401" fmla="*/ 77379 h 873264"/>
                <a:gd name="csX1402" fmla="*/ 147637 w 836919"/>
                <a:gd name="csY1402" fmla="*/ 81944 h 873264"/>
                <a:gd name="csX1403" fmla="*/ 147523 w 836919"/>
                <a:gd name="csY1403" fmla="*/ 85984 h 873264"/>
                <a:gd name="csX1404" fmla="*/ 147766 w 836919"/>
                <a:gd name="csY1404" fmla="*/ 86509 h 873264"/>
                <a:gd name="csX1405" fmla="*/ 148131 w 836919"/>
                <a:gd name="csY1405" fmla="*/ 86661 h 873264"/>
                <a:gd name="csX1406" fmla="*/ 152171 w 836919"/>
                <a:gd name="csY1406" fmla="*/ 85710 h 873264"/>
                <a:gd name="csX1407" fmla="*/ 157657 w 836919"/>
                <a:gd name="csY1407" fmla="*/ 90610 h 873264"/>
                <a:gd name="csX1408" fmla="*/ 161712 w 836919"/>
                <a:gd name="csY1408" fmla="*/ 94232 h 873264"/>
                <a:gd name="csX1409" fmla="*/ 163463 w 836919"/>
                <a:gd name="csY1409" fmla="*/ 95388 h 873264"/>
                <a:gd name="csX1410" fmla="*/ 164436 w 836919"/>
                <a:gd name="csY1410" fmla="*/ 95708 h 873264"/>
                <a:gd name="csX1411" fmla="*/ 166795 w 836919"/>
                <a:gd name="csY1411" fmla="*/ 95465 h 873264"/>
                <a:gd name="csX1412" fmla="*/ 169595 w 836919"/>
                <a:gd name="csY1412" fmla="*/ 94993 h 873264"/>
                <a:gd name="csX1413" fmla="*/ 170957 w 836919"/>
                <a:gd name="csY1413" fmla="*/ 94475 h 873264"/>
                <a:gd name="csX1414" fmla="*/ 172463 w 836919"/>
                <a:gd name="csY1414" fmla="*/ 93342 h 873264"/>
                <a:gd name="csX1415" fmla="*/ 174906 w 836919"/>
                <a:gd name="csY1415" fmla="*/ 91767 h 873264"/>
                <a:gd name="csX1416" fmla="*/ 176899 w 836919"/>
                <a:gd name="csY1416" fmla="*/ 90899 h 873264"/>
                <a:gd name="csX1417" fmla="*/ 177683 w 836919"/>
                <a:gd name="csY1417" fmla="*/ 90785 h 873264"/>
                <a:gd name="csX1418" fmla="*/ 178474 w 836919"/>
                <a:gd name="csY1418" fmla="*/ 91067 h 873264"/>
                <a:gd name="csX1419" fmla="*/ 180156 w 836919"/>
                <a:gd name="csY1419" fmla="*/ 92010 h 873264"/>
                <a:gd name="csX1420" fmla="*/ 181076 w 836919"/>
                <a:gd name="csY1420" fmla="*/ 93760 h 873264"/>
                <a:gd name="csX1421" fmla="*/ 180232 w 836919"/>
                <a:gd name="csY1421" fmla="*/ 95792 h 873264"/>
                <a:gd name="csX1422" fmla="*/ 180376 w 836919"/>
                <a:gd name="csY1422" fmla="*/ 97055 h 873264"/>
                <a:gd name="csX1423" fmla="*/ 182141 w 836919"/>
                <a:gd name="csY1423" fmla="*/ 96986 h 873264"/>
                <a:gd name="csX1424" fmla="*/ 183557 w 836919"/>
                <a:gd name="csY1424" fmla="*/ 94886 h 873264"/>
                <a:gd name="csX1425" fmla="*/ 184546 w 836919"/>
                <a:gd name="csY1425" fmla="*/ 93228 h 873264"/>
                <a:gd name="csX1426" fmla="*/ 186615 w 836919"/>
                <a:gd name="csY1426" fmla="*/ 91881 h 873264"/>
                <a:gd name="csX1427" fmla="*/ 188632 w 836919"/>
                <a:gd name="csY1427" fmla="*/ 89971 h 873264"/>
                <a:gd name="csX1428" fmla="*/ 190039 w 836919"/>
                <a:gd name="csY1428" fmla="*/ 88145 h 873264"/>
                <a:gd name="csX1429" fmla="*/ 191690 w 836919"/>
                <a:gd name="csY1429" fmla="*/ 87080 h 873264"/>
                <a:gd name="csX1430" fmla="*/ 194178 w 836919"/>
                <a:gd name="csY1430" fmla="*/ 85779 h 873264"/>
                <a:gd name="csX1431" fmla="*/ 196149 w 836919"/>
                <a:gd name="csY1431" fmla="*/ 84987 h 873264"/>
                <a:gd name="csX1432" fmla="*/ 197990 w 836919"/>
                <a:gd name="csY1432" fmla="*/ 85071 h 873264"/>
                <a:gd name="csX1433" fmla="*/ 199360 w 836919"/>
                <a:gd name="csY1433" fmla="*/ 84211 h 873264"/>
                <a:gd name="csX1434" fmla="*/ 201132 w 836919"/>
                <a:gd name="csY1434" fmla="*/ 82598 h 873264"/>
                <a:gd name="csX1435" fmla="*/ 202373 w 836919"/>
                <a:gd name="csY1435" fmla="*/ 81305 h 873264"/>
                <a:gd name="csX1436" fmla="*/ 203232 w 836919"/>
                <a:gd name="csY1436" fmla="*/ 80841 h 873264"/>
                <a:gd name="csX1437" fmla="*/ 204960 w 836919"/>
                <a:gd name="csY1437" fmla="*/ 80970 h 873264"/>
                <a:gd name="csX1438" fmla="*/ 207113 w 836919"/>
                <a:gd name="csY1438" fmla="*/ 80795 h 873264"/>
                <a:gd name="csX1439" fmla="*/ 209228 w 836919"/>
                <a:gd name="csY1439" fmla="*/ 79220 h 873264"/>
                <a:gd name="csX1440" fmla="*/ 211153 w 836919"/>
                <a:gd name="csY1440" fmla="*/ 77318 h 873264"/>
                <a:gd name="csX1441" fmla="*/ 212173 w 836919"/>
                <a:gd name="csY1441" fmla="*/ 74107 h 873264"/>
                <a:gd name="csX1442" fmla="*/ 212842 w 836919"/>
                <a:gd name="csY1442" fmla="*/ 71262 h 873264"/>
                <a:gd name="csX1443" fmla="*/ 213420 w 836919"/>
                <a:gd name="csY1443" fmla="*/ 70683 h 873264"/>
                <a:gd name="csX1444" fmla="*/ 214120 w 836919"/>
                <a:gd name="csY1444" fmla="*/ 70227 h 873264"/>
                <a:gd name="csX1445" fmla="*/ 214942 w 836919"/>
                <a:gd name="csY1445" fmla="*/ 69930 h 873264"/>
                <a:gd name="csX1446" fmla="*/ 216920 w 836919"/>
                <a:gd name="csY1446" fmla="*/ 69725 h 873264"/>
                <a:gd name="csX1447" fmla="*/ 220390 w 836919"/>
                <a:gd name="csY1447" fmla="*/ 68211 h 873264"/>
                <a:gd name="csX1448" fmla="*/ 222779 w 836919"/>
                <a:gd name="csY1448" fmla="*/ 66674 h 873264"/>
                <a:gd name="csX1449" fmla="*/ 225046 w 836919"/>
                <a:gd name="csY1449" fmla="*/ 66347 h 873264"/>
                <a:gd name="csX1450" fmla="*/ 225716 w 836919"/>
                <a:gd name="csY1450" fmla="*/ 65936 h 873264"/>
                <a:gd name="csX1451" fmla="*/ 226538 w 836919"/>
                <a:gd name="csY1451" fmla="*/ 64513 h 873264"/>
                <a:gd name="csX1452" fmla="*/ 226948 w 836919"/>
                <a:gd name="csY1452" fmla="*/ 62010 h 873264"/>
                <a:gd name="csX1453" fmla="*/ 226637 w 836919"/>
                <a:gd name="csY1453" fmla="*/ 60496 h 873264"/>
                <a:gd name="csX1454" fmla="*/ 222467 w 836919"/>
                <a:gd name="csY1454" fmla="*/ 60024 h 873264"/>
                <a:gd name="csX1455" fmla="*/ 219735 w 836919"/>
                <a:gd name="csY1455" fmla="*/ 60024 h 873264"/>
                <a:gd name="csX1456" fmla="*/ 215216 w 836919"/>
                <a:gd name="csY1456" fmla="*/ 59636 h 873264"/>
                <a:gd name="csX1457" fmla="*/ 213063 w 836919"/>
                <a:gd name="csY1457" fmla="*/ 59012 h 873264"/>
                <a:gd name="csX1458" fmla="*/ 212599 w 836919"/>
                <a:gd name="csY1458" fmla="*/ 58578 h 873264"/>
                <a:gd name="csX1459" fmla="*/ 212553 w 836919"/>
                <a:gd name="csY1459" fmla="*/ 58099 h 873264"/>
                <a:gd name="csX1460" fmla="*/ 212987 w 836919"/>
                <a:gd name="csY1460" fmla="*/ 57011 h 873264"/>
                <a:gd name="csX1461" fmla="*/ 213405 w 836919"/>
                <a:gd name="csY1461" fmla="*/ 54979 h 873264"/>
                <a:gd name="csX1462" fmla="*/ 212789 w 836919"/>
                <a:gd name="csY1462" fmla="*/ 52225 h 873264"/>
                <a:gd name="csX1463" fmla="*/ 210537 w 836919"/>
                <a:gd name="csY1463" fmla="*/ 47911 h 873264"/>
                <a:gd name="csX1464" fmla="*/ 208931 w 836919"/>
                <a:gd name="csY1464" fmla="*/ 43665 h 873264"/>
                <a:gd name="csX1465" fmla="*/ 208718 w 836919"/>
                <a:gd name="csY1465" fmla="*/ 40706 h 873264"/>
                <a:gd name="csX1466" fmla="*/ 208756 w 836919"/>
                <a:gd name="csY1466" fmla="*/ 37579 h 873264"/>
                <a:gd name="csX1467" fmla="*/ 208886 w 836919"/>
                <a:gd name="csY1467" fmla="*/ 35532 h 873264"/>
                <a:gd name="csX1468" fmla="*/ 207729 w 836919"/>
                <a:gd name="csY1468" fmla="*/ 33934 h 873264"/>
                <a:gd name="csX1469" fmla="*/ 201483 w 836919"/>
                <a:gd name="csY1469" fmla="*/ 28890 h 873264"/>
                <a:gd name="csX1470" fmla="*/ 199322 w 836919"/>
                <a:gd name="csY1470" fmla="*/ 26508 h 873264"/>
                <a:gd name="csX1471" fmla="*/ 198606 w 836919"/>
                <a:gd name="csY1471" fmla="*/ 24857 h 873264"/>
                <a:gd name="csX1472" fmla="*/ 196141 w 836919"/>
                <a:gd name="csY1472" fmla="*/ 21821 h 873264"/>
                <a:gd name="csX1473" fmla="*/ 196765 w 836919"/>
                <a:gd name="csY1473" fmla="*/ 20885 h 873264"/>
                <a:gd name="csX1474" fmla="*/ 198188 w 836919"/>
                <a:gd name="csY1474" fmla="*/ 20916 h 873264"/>
                <a:gd name="csX1475" fmla="*/ 199398 w 836919"/>
                <a:gd name="csY1475" fmla="*/ 21707 h 873264"/>
                <a:gd name="csX1476" fmla="*/ 200509 w 836919"/>
                <a:gd name="csY1476" fmla="*/ 23396 h 873264"/>
                <a:gd name="csX1477" fmla="*/ 201300 w 836919"/>
                <a:gd name="csY1477" fmla="*/ 23777 h 873264"/>
                <a:gd name="csX1478" fmla="*/ 202388 w 836919"/>
                <a:gd name="csY1478" fmla="*/ 23777 h 873264"/>
                <a:gd name="csX1479" fmla="*/ 208148 w 836919"/>
                <a:gd name="csY1479" fmla="*/ 23769 h 873264"/>
                <a:gd name="csX1480" fmla="*/ 209494 w 836919"/>
                <a:gd name="csY1480" fmla="*/ 24058 h 873264"/>
                <a:gd name="csX1481" fmla="*/ 210308 w 836919"/>
                <a:gd name="csY1481" fmla="*/ 24629 h 873264"/>
                <a:gd name="csX1482" fmla="*/ 211001 w 836919"/>
                <a:gd name="csY1482" fmla="*/ 25336 h 873264"/>
                <a:gd name="csX1483" fmla="*/ 212036 w 836919"/>
                <a:gd name="csY1483" fmla="*/ 27307 h 873264"/>
                <a:gd name="csX1484" fmla="*/ 213146 w 836919"/>
                <a:gd name="csY1484" fmla="*/ 28266 h 873264"/>
                <a:gd name="csX1485" fmla="*/ 215429 w 836919"/>
                <a:gd name="csY1485" fmla="*/ 28235 h 873264"/>
                <a:gd name="csX1486" fmla="*/ 219005 w 836919"/>
                <a:gd name="csY1486" fmla="*/ 28197 h 873264"/>
                <a:gd name="csX1487" fmla="*/ 221014 w 836919"/>
                <a:gd name="csY1487" fmla="*/ 28022 h 873264"/>
                <a:gd name="csX1488" fmla="*/ 222216 w 836919"/>
                <a:gd name="csY1488" fmla="*/ 28570 h 873264"/>
                <a:gd name="csX1489" fmla="*/ 223707 w 836919"/>
                <a:gd name="csY1489" fmla="*/ 29026 h 873264"/>
                <a:gd name="csX1490" fmla="*/ 226849 w 836919"/>
                <a:gd name="csY1490" fmla="*/ 27976 h 873264"/>
                <a:gd name="csX1491" fmla="*/ 227724 w 836919"/>
                <a:gd name="csY1491" fmla="*/ 27954 h 873264"/>
                <a:gd name="csX1492" fmla="*/ 228668 w 836919"/>
                <a:gd name="csY1492" fmla="*/ 28418 h 873264"/>
                <a:gd name="csX1493" fmla="*/ 232054 w 836919"/>
                <a:gd name="csY1493" fmla="*/ 31941 h 873264"/>
                <a:gd name="csX1494" fmla="*/ 233994 w 836919"/>
                <a:gd name="csY1494" fmla="*/ 33424 h 873264"/>
                <a:gd name="csX1495" fmla="*/ 235630 w 836919"/>
                <a:gd name="csY1495" fmla="*/ 35395 h 873264"/>
                <a:gd name="csX1496" fmla="*/ 238011 w 836919"/>
                <a:gd name="csY1496" fmla="*/ 35403 h 873264"/>
                <a:gd name="csX1497" fmla="*/ 239989 w 836919"/>
                <a:gd name="csY1497" fmla="*/ 33714 h 873264"/>
                <a:gd name="csX1498" fmla="*/ 240514 w 836919"/>
                <a:gd name="csY1498" fmla="*/ 28030 h 873264"/>
                <a:gd name="csX1499" fmla="*/ 241108 w 836919"/>
                <a:gd name="csY1499" fmla="*/ 26379 h 873264"/>
                <a:gd name="csX1500" fmla="*/ 242105 w 836919"/>
                <a:gd name="csY1500" fmla="*/ 25915 h 873264"/>
                <a:gd name="csX1501" fmla="*/ 243292 w 836919"/>
                <a:gd name="csY1501" fmla="*/ 25861 h 873264"/>
                <a:gd name="csX1502" fmla="*/ 244699 w 836919"/>
                <a:gd name="csY1502" fmla="*/ 24971 h 873264"/>
                <a:gd name="csX1503" fmla="*/ 246221 w 836919"/>
                <a:gd name="csY1503" fmla="*/ 23815 h 873264"/>
                <a:gd name="csX1504" fmla="*/ 247545 w 836919"/>
                <a:gd name="csY1504" fmla="*/ 23427 h 873264"/>
                <a:gd name="csX1505" fmla="*/ 253046 w 836919"/>
                <a:gd name="csY1505" fmla="*/ 24667 h 873264"/>
                <a:gd name="csX1506" fmla="*/ 254575 w 836919"/>
                <a:gd name="csY1506" fmla="*/ 24073 h 873264"/>
                <a:gd name="csX1507" fmla="*/ 260145 w 836919"/>
                <a:gd name="csY1507" fmla="*/ 22574 h 873264"/>
                <a:gd name="csX1508" fmla="*/ 265836 w 836919"/>
                <a:gd name="csY1508" fmla="*/ 20642 h 873264"/>
                <a:gd name="csX1509" fmla="*/ 267434 w 836919"/>
                <a:gd name="csY1509" fmla="*/ 18207 h 873264"/>
                <a:gd name="csX1510" fmla="*/ 269815 w 836919"/>
                <a:gd name="csY1510" fmla="*/ 17553 h 873264"/>
                <a:gd name="csX1511" fmla="*/ 271687 w 836919"/>
                <a:gd name="csY1511" fmla="*/ 15773 h 873264"/>
                <a:gd name="csX1512" fmla="*/ 273193 w 836919"/>
                <a:gd name="csY1512" fmla="*/ 15955 h 873264"/>
                <a:gd name="csX1513" fmla="*/ 275476 w 836919"/>
                <a:gd name="csY1513" fmla="*/ 16031 h 873264"/>
                <a:gd name="csX1514" fmla="*/ 276891 w 836919"/>
                <a:gd name="csY1514" fmla="*/ 15719 h 873264"/>
                <a:gd name="csX1515" fmla="*/ 277606 w 836919"/>
                <a:gd name="csY1515" fmla="*/ 15384 h 873264"/>
                <a:gd name="csX1516" fmla="*/ 278390 w 836919"/>
                <a:gd name="csY1516" fmla="*/ 14547 h 873264"/>
                <a:gd name="csX1517" fmla="*/ 279676 w 836919"/>
                <a:gd name="csY1517" fmla="*/ 12166 h 873264"/>
                <a:gd name="csX1518" fmla="*/ 281236 w 836919"/>
                <a:gd name="csY1518" fmla="*/ 11261 h 873264"/>
                <a:gd name="csX1519" fmla="*/ 283191 w 836919"/>
                <a:gd name="csY1519" fmla="*/ 10302 h 873264"/>
                <a:gd name="csX1520" fmla="*/ 284530 w 836919"/>
                <a:gd name="csY1520" fmla="*/ 9176 h 873264"/>
                <a:gd name="csX1521" fmla="*/ 285633 w 836919"/>
                <a:gd name="csY1521" fmla="*/ 7783 h 873264"/>
                <a:gd name="csX1522" fmla="*/ 286143 w 836919"/>
                <a:gd name="csY1522" fmla="*/ 6574 h 873264"/>
                <a:gd name="csX1523" fmla="*/ 286128 w 836919"/>
                <a:gd name="csY1523" fmla="*/ 5615 h 873264"/>
                <a:gd name="csX1524" fmla="*/ 285481 w 836919"/>
                <a:gd name="csY1524" fmla="*/ 3751 h 873264"/>
                <a:gd name="csX1525" fmla="*/ 284690 w 836919"/>
                <a:gd name="csY1525" fmla="*/ 2001 h 873264"/>
                <a:gd name="csX1526" fmla="*/ 283838 w 836919"/>
                <a:gd name="csY1526" fmla="*/ 1423 h 873264"/>
                <a:gd name="csX1527" fmla="*/ 283199 w 836919"/>
                <a:gd name="csY1527" fmla="*/ 1202 h 873264"/>
                <a:gd name="csX1528" fmla="*/ 285139 w 836919"/>
                <a:gd name="csY1528" fmla="*/ 791 h 873264"/>
                <a:gd name="csX1529" fmla="*/ 286737 w 836919"/>
                <a:gd name="csY1529" fmla="*/ 1408 h 873264"/>
                <a:gd name="csX1530" fmla="*/ 289232 w 836919"/>
                <a:gd name="csY1530" fmla="*/ 1499 h 873264"/>
                <a:gd name="csX1531" fmla="*/ 290320 w 836919"/>
                <a:gd name="csY1531" fmla="*/ 1027 h 873264"/>
                <a:gd name="csX1532" fmla="*/ 291895 w 836919"/>
                <a:gd name="csY1532" fmla="*/ 1255 h 873264"/>
                <a:gd name="csX1533" fmla="*/ 293889 w 836919"/>
                <a:gd name="csY1533" fmla="*/ 0 h 873264"/>
                <a:gd name="csX1534" fmla="*/ 295167 w 836919"/>
                <a:gd name="csY1534" fmla="*/ 411 h 873264"/>
                <a:gd name="csX1535" fmla="*/ 296011 w 836919"/>
                <a:gd name="csY1535" fmla="*/ 411 h 873264"/>
                <a:gd name="csX1536" fmla="*/ 296780 w 836919"/>
                <a:gd name="csY1536" fmla="*/ 1362 h 873264"/>
                <a:gd name="csX1537" fmla="*/ 297381 w 836919"/>
                <a:gd name="csY1537" fmla="*/ 2435 h 873264"/>
                <a:gd name="csX1538" fmla="*/ 299245 w 836919"/>
                <a:gd name="csY1538" fmla="*/ 3736 h 873264"/>
                <a:gd name="csX1539" fmla="*/ 299062 w 836919"/>
                <a:gd name="csY1539" fmla="*/ 5714 h 873264"/>
                <a:gd name="csX1540" fmla="*/ 298720 w 836919"/>
                <a:gd name="csY1540" fmla="*/ 7464 h 873264"/>
                <a:gd name="csX1541" fmla="*/ 298477 w 836919"/>
                <a:gd name="csY1541" fmla="*/ 9488 h 873264"/>
                <a:gd name="csX1542" fmla="*/ 298370 w 836919"/>
                <a:gd name="csY1542" fmla="*/ 11025 h 873264"/>
                <a:gd name="csX1543" fmla="*/ 297579 w 836919"/>
                <a:gd name="csY1543" fmla="*/ 12600 h 873264"/>
                <a:gd name="csX1544" fmla="*/ 296392 w 836919"/>
                <a:gd name="csY1544" fmla="*/ 14068 h 873264"/>
                <a:gd name="csX1545" fmla="*/ 296042 w 836919"/>
                <a:gd name="csY1545" fmla="*/ 14661 h 873264"/>
                <a:gd name="csX1546" fmla="*/ 295874 w 836919"/>
                <a:gd name="csY1546" fmla="*/ 15438 h 873264"/>
                <a:gd name="csX1547" fmla="*/ 296673 w 836919"/>
                <a:gd name="csY1547" fmla="*/ 15909 h 873264"/>
                <a:gd name="csX1548" fmla="*/ 298089 w 836919"/>
                <a:gd name="csY1548" fmla="*/ 16046 h 873264"/>
                <a:gd name="csX1549" fmla="*/ 299854 w 836919"/>
                <a:gd name="csY1549" fmla="*/ 16107 h 873264"/>
                <a:gd name="csX1550" fmla="*/ 301056 w 836919"/>
                <a:gd name="csY1550" fmla="*/ 16564 h 873264"/>
                <a:gd name="csX1551" fmla="*/ 302608 w 836919"/>
                <a:gd name="csY1551" fmla="*/ 16655 h 873264"/>
                <a:gd name="csX1552" fmla="*/ 304480 w 836919"/>
                <a:gd name="csY1552" fmla="*/ 17918 h 873264"/>
                <a:gd name="csX1553" fmla="*/ 305385 w 836919"/>
                <a:gd name="csY1553" fmla="*/ 18679 h 873264"/>
                <a:gd name="csX1554" fmla="*/ 305461 w 836919"/>
                <a:gd name="csY1554" fmla="*/ 19265 h 873264"/>
                <a:gd name="csX1555" fmla="*/ 304868 w 836919"/>
                <a:gd name="csY1555" fmla="*/ 20665 h 873264"/>
                <a:gd name="csX1556" fmla="*/ 304632 w 836919"/>
                <a:gd name="csY1556" fmla="*/ 21958 h 873264"/>
                <a:gd name="csX1557" fmla="*/ 305096 w 836919"/>
                <a:gd name="csY1557" fmla="*/ 22780 h 873264"/>
                <a:gd name="csX1558" fmla="*/ 305644 w 836919"/>
                <a:gd name="csY1558" fmla="*/ 23373 h 873264"/>
                <a:gd name="csX1559" fmla="*/ 307158 w 836919"/>
                <a:gd name="csY1559" fmla="*/ 26295 h 873264"/>
                <a:gd name="csX1560" fmla="*/ 307881 w 836919"/>
                <a:gd name="csY1560" fmla="*/ 27307 h 873264"/>
                <a:gd name="csX1561" fmla="*/ 308490 w 836919"/>
                <a:gd name="csY1561" fmla="*/ 27634 h 873264"/>
                <a:gd name="csX1562" fmla="*/ 308634 w 836919"/>
                <a:gd name="csY1562" fmla="*/ 28197 h 873264"/>
                <a:gd name="csX1563" fmla="*/ 308117 w 836919"/>
                <a:gd name="csY1563" fmla="*/ 29262 h 873264"/>
                <a:gd name="csX1564" fmla="*/ 307493 w 836919"/>
                <a:gd name="csY1564" fmla="*/ 30617 h 873264"/>
                <a:gd name="csX1565" fmla="*/ 306085 w 836919"/>
                <a:gd name="csY1565" fmla="*/ 32040 h 873264"/>
                <a:gd name="csX1566" fmla="*/ 305895 w 836919"/>
                <a:gd name="csY1566" fmla="*/ 33166 h 873264"/>
                <a:gd name="csX1567" fmla="*/ 304776 w 836919"/>
                <a:gd name="csY1567" fmla="*/ 33873 h 873264"/>
                <a:gd name="csX1568" fmla="*/ 302152 w 836919"/>
                <a:gd name="csY1568" fmla="*/ 35555 h 873264"/>
                <a:gd name="csX1569" fmla="*/ 302608 w 836919"/>
                <a:gd name="csY1569" fmla="*/ 38218 h 873264"/>
                <a:gd name="csX1570" fmla="*/ 302699 w 836919"/>
                <a:gd name="csY1570" fmla="*/ 39564 h 873264"/>
                <a:gd name="csX1571" fmla="*/ 302654 w 836919"/>
                <a:gd name="csY1571" fmla="*/ 40614 h 873264"/>
                <a:gd name="csX1572" fmla="*/ 301756 w 836919"/>
                <a:gd name="csY1572" fmla="*/ 42022 h 873264"/>
                <a:gd name="csX1573" fmla="*/ 300204 w 836919"/>
                <a:gd name="csY1573" fmla="*/ 46169 h 873264"/>
                <a:gd name="csX1574" fmla="*/ 299633 w 836919"/>
                <a:gd name="csY1574" fmla="*/ 48238 h 873264"/>
                <a:gd name="csX1575" fmla="*/ 299131 w 836919"/>
                <a:gd name="csY1575" fmla="*/ 53016 h 873264"/>
                <a:gd name="csX1576" fmla="*/ 299161 w 836919"/>
                <a:gd name="csY1576" fmla="*/ 54622 h 873264"/>
                <a:gd name="csX1577" fmla="*/ 299876 w 836919"/>
                <a:gd name="csY1577" fmla="*/ 56775 h 873264"/>
                <a:gd name="csX1578" fmla="*/ 301398 w 836919"/>
                <a:gd name="csY1578" fmla="*/ 61561 h 873264"/>
                <a:gd name="csX1579" fmla="*/ 302266 w 836919"/>
                <a:gd name="csY1579" fmla="*/ 62329 h 873264"/>
                <a:gd name="csX1580" fmla="*/ 304267 w 836919"/>
                <a:gd name="csY1580" fmla="*/ 63448 h 873264"/>
                <a:gd name="csX1581" fmla="*/ 304518 w 836919"/>
                <a:gd name="csY1581" fmla="*/ 66681 h 873264"/>
                <a:gd name="csX1582" fmla="*/ 304343 w 836919"/>
                <a:gd name="csY1582" fmla="*/ 70059 h 873264"/>
                <a:gd name="csX1583" fmla="*/ 304251 w 836919"/>
                <a:gd name="csY1583" fmla="*/ 71368 h 873264"/>
                <a:gd name="csX1584" fmla="*/ 304579 w 836919"/>
                <a:gd name="csY1584" fmla="*/ 71931 h 873264"/>
                <a:gd name="csX1585" fmla="*/ 305477 w 836919"/>
                <a:gd name="csY1585" fmla="*/ 72205 h 873264"/>
                <a:gd name="csX1586" fmla="*/ 306116 w 836919"/>
                <a:gd name="csY1586" fmla="*/ 72608 h 873264"/>
                <a:gd name="csX1587" fmla="*/ 306214 w 836919"/>
                <a:gd name="csY1587" fmla="*/ 73605 h 873264"/>
                <a:gd name="csX1588" fmla="*/ 306154 w 836919"/>
                <a:gd name="csY1588" fmla="*/ 74647 h 873264"/>
                <a:gd name="csX1589" fmla="*/ 307645 w 836919"/>
                <a:gd name="csY1589" fmla="*/ 75249 h 873264"/>
                <a:gd name="csX1590" fmla="*/ 308946 w 836919"/>
                <a:gd name="csY1590" fmla="*/ 75629 h 873264"/>
                <a:gd name="csX1591" fmla="*/ 310148 w 836919"/>
                <a:gd name="csY1591" fmla="*/ 77059 h 873264"/>
                <a:gd name="csX1592" fmla="*/ 312317 w 836919"/>
                <a:gd name="csY1592" fmla="*/ 79289 h 873264"/>
                <a:gd name="csX1593" fmla="*/ 313184 w 836919"/>
                <a:gd name="csY1593" fmla="*/ 79699 h 873264"/>
                <a:gd name="csX1594" fmla="*/ 313618 w 836919"/>
                <a:gd name="csY1594" fmla="*/ 80620 h 873264"/>
                <a:gd name="csX1595" fmla="*/ 315451 w 836919"/>
                <a:gd name="csY1595" fmla="*/ 82500 h 873264"/>
                <a:gd name="csX1596" fmla="*/ 318244 w 836919"/>
                <a:gd name="csY1596" fmla="*/ 83184 h 873264"/>
                <a:gd name="csX1597" fmla="*/ 321059 w 836919"/>
                <a:gd name="csY1597" fmla="*/ 84014 h 873264"/>
                <a:gd name="csX1598" fmla="*/ 322170 w 836919"/>
                <a:gd name="csY1598" fmla="*/ 85193 h 873264"/>
                <a:gd name="csX1599" fmla="*/ 323326 w 836919"/>
                <a:gd name="csY1599" fmla="*/ 86152 h 873264"/>
                <a:gd name="csX1600" fmla="*/ 324201 w 836919"/>
                <a:gd name="csY1600" fmla="*/ 86197 h 873264"/>
                <a:gd name="csX1601" fmla="*/ 324939 w 836919"/>
                <a:gd name="csY1601" fmla="*/ 86045 h 873264"/>
                <a:gd name="csX1602" fmla="*/ 326157 w 836919"/>
                <a:gd name="csY1602" fmla="*/ 85216 h 873264"/>
                <a:gd name="csX1603" fmla="*/ 327130 w 836919"/>
                <a:gd name="csY1603" fmla="*/ 84501 h 873264"/>
                <a:gd name="csX1604" fmla="*/ 328827 w 836919"/>
                <a:gd name="csY1604" fmla="*/ 84546 h 873264"/>
                <a:gd name="csX1605" fmla="*/ 330821 w 836919"/>
                <a:gd name="csY1605" fmla="*/ 84424 h 873264"/>
                <a:gd name="csX1606" fmla="*/ 331163 w 836919"/>
                <a:gd name="csY1606" fmla="*/ 83839 h 873264"/>
                <a:gd name="csX1607" fmla="*/ 331353 w 836919"/>
                <a:gd name="csY1607" fmla="*/ 83085 h 873264"/>
                <a:gd name="csX1608" fmla="*/ 330942 w 836919"/>
                <a:gd name="csY1608" fmla="*/ 81160 h 873264"/>
                <a:gd name="csX1609" fmla="*/ 331650 w 836919"/>
                <a:gd name="csY1609" fmla="*/ 80575 h 873264"/>
                <a:gd name="csX1610" fmla="*/ 333301 w 836919"/>
                <a:gd name="csY1610" fmla="*/ 80247 h 873264"/>
                <a:gd name="csX1611" fmla="*/ 333628 w 836919"/>
                <a:gd name="csY1611" fmla="*/ 79220 h 873264"/>
                <a:gd name="csX1612" fmla="*/ 334001 w 836919"/>
                <a:gd name="csY1612" fmla="*/ 78657 h 873264"/>
                <a:gd name="csX1613" fmla="*/ 334473 w 836919"/>
                <a:gd name="csY1613" fmla="*/ 78003 h 873264"/>
                <a:gd name="csX1614" fmla="*/ 335036 w 836919"/>
                <a:gd name="csY1614" fmla="*/ 77912 h 873264"/>
                <a:gd name="csX1615" fmla="*/ 335743 w 836919"/>
                <a:gd name="csY1615" fmla="*/ 78284 h 873264"/>
                <a:gd name="csX1616" fmla="*/ 336831 w 836919"/>
                <a:gd name="csY1616" fmla="*/ 78520 h 873264"/>
                <a:gd name="csX1617" fmla="*/ 338056 w 836919"/>
                <a:gd name="csY1617" fmla="*/ 78847 h 873264"/>
                <a:gd name="csX1618" fmla="*/ 338711 w 836919"/>
                <a:gd name="csY1618" fmla="*/ 79502 h 873264"/>
                <a:gd name="csX1619" fmla="*/ 339799 w 836919"/>
                <a:gd name="csY1619" fmla="*/ 79555 h 873264"/>
                <a:gd name="csX1620" fmla="*/ 341008 w 836919"/>
                <a:gd name="csY1620" fmla="*/ 79433 h 873264"/>
                <a:gd name="csX1621" fmla="*/ 341495 w 836919"/>
                <a:gd name="csY1621" fmla="*/ 79015 h 873264"/>
                <a:gd name="csX1622" fmla="*/ 341853 w 836919"/>
                <a:gd name="csY1622" fmla="*/ 78284 h 873264"/>
                <a:gd name="csX1623" fmla="*/ 342119 w 836919"/>
                <a:gd name="csY1623" fmla="*/ 76709 h 873264"/>
                <a:gd name="csX1624" fmla="*/ 342895 w 836919"/>
                <a:gd name="csY1624" fmla="*/ 76664 h 873264"/>
                <a:gd name="csX1625" fmla="*/ 344455 w 836919"/>
                <a:gd name="csY1625" fmla="*/ 76314 h 873264"/>
                <a:gd name="csX1626" fmla="*/ 346114 w 836919"/>
                <a:gd name="csY1626" fmla="*/ 75621 h 873264"/>
                <a:gd name="csX1627" fmla="*/ 348336 w 836919"/>
                <a:gd name="csY1627" fmla="*/ 75515 h 873264"/>
                <a:gd name="csX1628" fmla="*/ 350413 w 836919"/>
                <a:gd name="csY1628" fmla="*/ 75530 h 873264"/>
                <a:gd name="csX1629" fmla="*/ 351455 w 836919"/>
                <a:gd name="csY1629" fmla="*/ 75066 h 873264"/>
                <a:gd name="csX1630" fmla="*/ 352421 w 836919"/>
                <a:gd name="csY1630" fmla="*/ 74054 h 873264"/>
                <a:gd name="csX1631" fmla="*/ 354293 w 836919"/>
                <a:gd name="csY1631" fmla="*/ 71186 h 873264"/>
                <a:gd name="csX1632" fmla="*/ 355275 w 836919"/>
                <a:gd name="csY1632" fmla="*/ 70524 h 873264"/>
                <a:gd name="csX1633" fmla="*/ 356332 w 836919"/>
                <a:gd name="csY1633" fmla="*/ 70029 h 873264"/>
                <a:gd name="csX1634" fmla="*/ 357230 w 836919"/>
                <a:gd name="csY1634" fmla="*/ 70120 h 873264"/>
                <a:gd name="csX1635" fmla="*/ 359064 w 836919"/>
                <a:gd name="csY1635" fmla="*/ 69641 h 873264"/>
                <a:gd name="csX1636" fmla="*/ 360570 w 836919"/>
                <a:gd name="csY1636" fmla="*/ 68956 h 873264"/>
                <a:gd name="csX1637" fmla="*/ 361133 w 836919"/>
                <a:gd name="csY1637" fmla="*/ 69131 h 873264"/>
                <a:gd name="csX1638" fmla="*/ 362305 w 836919"/>
                <a:gd name="csY1638" fmla="*/ 70600 h 873264"/>
                <a:gd name="csX1639" fmla="*/ 362898 w 836919"/>
                <a:gd name="csY1639" fmla="*/ 70919 h 873264"/>
                <a:gd name="csX1640" fmla="*/ 363766 w 836919"/>
                <a:gd name="csY1640" fmla="*/ 71026 h 873264"/>
                <a:gd name="csX1641" fmla="*/ 366604 w 836919"/>
                <a:gd name="csY1641" fmla="*/ 71771 h 873264"/>
                <a:gd name="csX1642" fmla="*/ 368110 w 836919"/>
                <a:gd name="csY1642" fmla="*/ 71536 h 873264"/>
                <a:gd name="csX1643" fmla="*/ 369738 w 836919"/>
                <a:gd name="csY1643" fmla="*/ 71064 h 873264"/>
                <a:gd name="csX1644" fmla="*/ 371306 w 836919"/>
                <a:gd name="csY1644" fmla="*/ 70889 h 873264"/>
                <a:gd name="csX1645" fmla="*/ 372432 w 836919"/>
                <a:gd name="csY1645" fmla="*/ 71216 h 873264"/>
                <a:gd name="csX1646" fmla="*/ 373246 w 836919"/>
                <a:gd name="csY1646" fmla="*/ 70790 h 873264"/>
                <a:gd name="csX1647" fmla="*/ 373954 w 836919"/>
                <a:gd name="csY1647" fmla="*/ 70509 h 873264"/>
                <a:gd name="csX1648" fmla="*/ 506000 w 836919"/>
                <a:gd name="csY1648" fmla="*/ 70584 h 873264"/>
                <a:gd name="csX1649" fmla="*/ 503870 w 836919"/>
                <a:gd name="csY1649" fmla="*/ 71551 h 873264"/>
                <a:gd name="csX1650" fmla="*/ 502645 w 836919"/>
                <a:gd name="csY1650" fmla="*/ 71178 h 873264"/>
                <a:gd name="csX1651" fmla="*/ 501519 w 836919"/>
                <a:gd name="csY1651" fmla="*/ 68652 h 873264"/>
                <a:gd name="csX1652" fmla="*/ 501899 w 836919"/>
                <a:gd name="csY1652" fmla="*/ 66552 h 873264"/>
                <a:gd name="csX1653" fmla="*/ 503444 w 836919"/>
                <a:gd name="csY1653" fmla="*/ 65852 h 873264"/>
                <a:gd name="csX1654" fmla="*/ 504638 w 836919"/>
                <a:gd name="csY1654" fmla="*/ 66004 h 873264"/>
                <a:gd name="csX1655" fmla="*/ 505080 w 836919"/>
                <a:gd name="csY1655" fmla="*/ 66270 h 873264"/>
                <a:gd name="csX1656" fmla="*/ 506145 w 836919"/>
                <a:gd name="csY1656" fmla="*/ 69717 h 873264"/>
                <a:gd name="csX1657" fmla="*/ 506000 w 836919"/>
                <a:gd name="csY1657" fmla="*/ 70584 h 873264"/>
                <a:gd name="csX1658" fmla="*/ 509120 w 836919"/>
                <a:gd name="csY1658" fmla="*/ 103377 h 873264"/>
                <a:gd name="csX1659" fmla="*/ 506799 w 836919"/>
                <a:gd name="csY1659" fmla="*/ 104093 h 873264"/>
                <a:gd name="csX1660" fmla="*/ 506365 w 836919"/>
                <a:gd name="csY1660" fmla="*/ 103423 h 873264"/>
                <a:gd name="csX1661" fmla="*/ 506365 w 836919"/>
                <a:gd name="csY1661" fmla="*/ 100752 h 873264"/>
                <a:gd name="csX1662" fmla="*/ 507020 w 836919"/>
                <a:gd name="csY1662" fmla="*/ 99292 h 873264"/>
                <a:gd name="csX1663" fmla="*/ 509972 w 836919"/>
                <a:gd name="csY1663" fmla="*/ 98881 h 873264"/>
                <a:gd name="csX1664" fmla="*/ 510276 w 836919"/>
                <a:gd name="csY1664" fmla="*/ 98447 h 873264"/>
                <a:gd name="csX1665" fmla="*/ 511121 w 836919"/>
                <a:gd name="csY1665" fmla="*/ 98173 h 873264"/>
                <a:gd name="csX1666" fmla="*/ 511593 w 836919"/>
                <a:gd name="csY1666" fmla="*/ 99094 h 873264"/>
                <a:gd name="csX1667" fmla="*/ 511524 w 836919"/>
                <a:gd name="csY1667" fmla="*/ 100623 h 873264"/>
                <a:gd name="csX1668" fmla="*/ 509120 w 836919"/>
                <a:gd name="csY1668" fmla="*/ 103377 h 873264"/>
                <a:gd name="csX1669" fmla="*/ 503284 w 836919"/>
                <a:gd name="csY1669" fmla="*/ 108757 h 873264"/>
                <a:gd name="csX1670" fmla="*/ 502904 w 836919"/>
                <a:gd name="csY1670" fmla="*/ 111876 h 873264"/>
                <a:gd name="csX1671" fmla="*/ 499061 w 836919"/>
                <a:gd name="csY1671" fmla="*/ 110560 h 873264"/>
                <a:gd name="csX1672" fmla="*/ 499350 w 836919"/>
                <a:gd name="csY1672" fmla="*/ 107372 h 873264"/>
                <a:gd name="csX1673" fmla="*/ 501146 w 836919"/>
                <a:gd name="csY1673" fmla="*/ 106474 h 873264"/>
                <a:gd name="csX1674" fmla="*/ 502736 w 836919"/>
                <a:gd name="csY1674" fmla="*/ 104777 h 873264"/>
                <a:gd name="csX1675" fmla="*/ 503284 w 836919"/>
                <a:gd name="csY1675" fmla="*/ 102700 h 873264"/>
                <a:gd name="csX1676" fmla="*/ 503314 w 836919"/>
                <a:gd name="csY1676" fmla="*/ 99870 h 873264"/>
                <a:gd name="csX1677" fmla="*/ 503908 w 836919"/>
                <a:gd name="csY1677" fmla="*/ 99383 h 873264"/>
                <a:gd name="csX1678" fmla="*/ 504425 w 836919"/>
                <a:gd name="csY1678" fmla="*/ 99185 h 873264"/>
                <a:gd name="csX1679" fmla="*/ 504889 w 836919"/>
                <a:gd name="csY1679" fmla="*/ 99375 h 873264"/>
                <a:gd name="csX1680" fmla="*/ 505072 w 836919"/>
                <a:gd name="csY1680" fmla="*/ 103621 h 873264"/>
                <a:gd name="csX1681" fmla="*/ 505293 w 836919"/>
                <a:gd name="csY1681" fmla="*/ 106223 h 873264"/>
                <a:gd name="csX1682" fmla="*/ 503284 w 836919"/>
                <a:gd name="csY1682" fmla="*/ 108757 h 873264"/>
                <a:gd name="csX1683" fmla="*/ 517976 w 836919"/>
                <a:gd name="csY1683" fmla="*/ 106025 h 873264"/>
                <a:gd name="csX1684" fmla="*/ 518851 w 836919"/>
                <a:gd name="csY1684" fmla="*/ 107136 h 873264"/>
                <a:gd name="csX1685" fmla="*/ 515830 w 836919"/>
                <a:gd name="csY1685" fmla="*/ 111572 h 873264"/>
                <a:gd name="csX1686" fmla="*/ 514164 w 836919"/>
                <a:gd name="csY1686" fmla="*/ 112211 h 873264"/>
                <a:gd name="csX1687" fmla="*/ 512338 w 836919"/>
                <a:gd name="csY1687" fmla="*/ 112340 h 873264"/>
                <a:gd name="csX1688" fmla="*/ 509972 w 836919"/>
                <a:gd name="csY1688" fmla="*/ 111016 h 873264"/>
                <a:gd name="csX1689" fmla="*/ 506289 w 836919"/>
                <a:gd name="csY1689" fmla="*/ 111115 h 873264"/>
                <a:gd name="csX1690" fmla="*/ 505140 w 836919"/>
                <a:gd name="csY1690" fmla="*/ 110803 h 873264"/>
                <a:gd name="csX1691" fmla="*/ 505019 w 836919"/>
                <a:gd name="csY1691" fmla="*/ 108871 h 873264"/>
                <a:gd name="csX1692" fmla="*/ 506563 w 836919"/>
                <a:gd name="csY1692" fmla="*/ 106809 h 873264"/>
                <a:gd name="csX1693" fmla="*/ 509652 w 836919"/>
                <a:gd name="csY1693" fmla="*/ 106923 h 873264"/>
                <a:gd name="csX1694" fmla="*/ 514971 w 836919"/>
                <a:gd name="csY1694" fmla="*/ 105264 h 873264"/>
                <a:gd name="csX1695" fmla="*/ 517976 w 836919"/>
                <a:gd name="csY1695" fmla="*/ 106025 h 873264"/>
                <a:gd name="csX1696" fmla="*/ 524261 w 836919"/>
                <a:gd name="csY1696" fmla="*/ 114098 h 873264"/>
                <a:gd name="csX1697" fmla="*/ 518600 w 836919"/>
                <a:gd name="csY1697" fmla="*/ 114760 h 873264"/>
                <a:gd name="csX1698" fmla="*/ 516013 w 836919"/>
                <a:gd name="csY1698" fmla="*/ 113702 h 873264"/>
                <a:gd name="csX1699" fmla="*/ 516599 w 836919"/>
                <a:gd name="csY1699" fmla="*/ 112812 h 873264"/>
                <a:gd name="csX1700" fmla="*/ 518532 w 836919"/>
                <a:gd name="csY1700" fmla="*/ 111389 h 873264"/>
                <a:gd name="csX1701" fmla="*/ 520883 w 836919"/>
                <a:gd name="csY1701" fmla="*/ 110385 h 873264"/>
                <a:gd name="csX1702" fmla="*/ 522990 w 836919"/>
                <a:gd name="csY1702" fmla="*/ 109936 h 873264"/>
                <a:gd name="csX1703" fmla="*/ 525189 w 836919"/>
                <a:gd name="csY1703" fmla="*/ 110499 h 873264"/>
                <a:gd name="csX1704" fmla="*/ 525790 w 836919"/>
                <a:gd name="csY1704" fmla="*/ 111694 h 873264"/>
                <a:gd name="csX1705" fmla="*/ 525607 w 836919"/>
                <a:gd name="csY1705" fmla="*/ 112896 h 873264"/>
                <a:gd name="csX1706" fmla="*/ 524261 w 836919"/>
                <a:gd name="csY1706" fmla="*/ 114098 h 873264"/>
                <a:gd name="csX1707" fmla="*/ 498445 w 836919"/>
                <a:gd name="csY1707" fmla="*/ 114501 h 873264"/>
                <a:gd name="csX1708" fmla="*/ 492602 w 836919"/>
                <a:gd name="csY1708" fmla="*/ 118655 h 873264"/>
                <a:gd name="csX1709" fmla="*/ 490623 w 836919"/>
                <a:gd name="csY1709" fmla="*/ 117293 h 873264"/>
                <a:gd name="csX1710" fmla="*/ 490213 w 836919"/>
                <a:gd name="csY1710" fmla="*/ 116502 h 873264"/>
                <a:gd name="csX1711" fmla="*/ 490547 w 836919"/>
                <a:gd name="csY1711" fmla="*/ 115703 h 873264"/>
                <a:gd name="csX1712" fmla="*/ 490479 w 836919"/>
                <a:gd name="csY1712" fmla="*/ 115369 h 873264"/>
                <a:gd name="csX1713" fmla="*/ 491133 w 836919"/>
                <a:gd name="csY1713" fmla="*/ 113946 h 873264"/>
                <a:gd name="csX1714" fmla="*/ 494397 w 836919"/>
                <a:gd name="csY1714" fmla="*/ 112782 h 873264"/>
                <a:gd name="csX1715" fmla="*/ 496041 w 836919"/>
                <a:gd name="csY1715" fmla="*/ 112584 h 873264"/>
                <a:gd name="csX1716" fmla="*/ 498141 w 836919"/>
                <a:gd name="csY1716" fmla="*/ 112949 h 873264"/>
                <a:gd name="csX1717" fmla="*/ 498491 w 836919"/>
                <a:gd name="csY1717" fmla="*/ 113968 h 873264"/>
                <a:gd name="csX1718" fmla="*/ 498445 w 836919"/>
                <a:gd name="csY1718" fmla="*/ 114501 h 873264"/>
                <a:gd name="csX1719" fmla="*/ 520312 w 836919"/>
                <a:gd name="csY1719" fmla="*/ 116578 h 873264"/>
                <a:gd name="csX1720" fmla="*/ 522305 w 836919"/>
                <a:gd name="csY1720" fmla="*/ 116670 h 873264"/>
                <a:gd name="csX1721" fmla="*/ 525128 w 836919"/>
                <a:gd name="csY1721" fmla="*/ 116266 h 873264"/>
                <a:gd name="csX1722" fmla="*/ 527023 w 836919"/>
                <a:gd name="csY1722" fmla="*/ 115277 h 873264"/>
                <a:gd name="csX1723" fmla="*/ 529138 w 836919"/>
                <a:gd name="csY1723" fmla="*/ 115079 h 873264"/>
                <a:gd name="csX1724" fmla="*/ 531230 w 836919"/>
                <a:gd name="csY1724" fmla="*/ 115186 h 873264"/>
                <a:gd name="csX1725" fmla="*/ 538283 w 836919"/>
                <a:gd name="csY1725" fmla="*/ 116289 h 873264"/>
                <a:gd name="csX1726" fmla="*/ 542522 w 836919"/>
                <a:gd name="csY1726" fmla="*/ 116631 h 873264"/>
                <a:gd name="csX1727" fmla="*/ 544073 w 836919"/>
                <a:gd name="csY1727" fmla="*/ 116982 h 873264"/>
                <a:gd name="csX1728" fmla="*/ 545588 w 836919"/>
                <a:gd name="csY1728" fmla="*/ 117484 h 873264"/>
                <a:gd name="csX1729" fmla="*/ 546698 w 836919"/>
                <a:gd name="csY1729" fmla="*/ 118024 h 873264"/>
                <a:gd name="csX1730" fmla="*/ 546972 w 836919"/>
                <a:gd name="csY1730" fmla="*/ 119196 h 873264"/>
                <a:gd name="csX1731" fmla="*/ 545945 w 836919"/>
                <a:gd name="csY1731" fmla="*/ 121083 h 873264"/>
                <a:gd name="csX1732" fmla="*/ 545177 w 836919"/>
                <a:gd name="csY1732" fmla="*/ 123061 h 873264"/>
                <a:gd name="csX1733" fmla="*/ 544461 w 836919"/>
                <a:gd name="csY1733" fmla="*/ 125823 h 873264"/>
                <a:gd name="csX1734" fmla="*/ 543906 w 836919"/>
                <a:gd name="csY1734" fmla="*/ 126378 h 873264"/>
                <a:gd name="csX1735" fmla="*/ 542978 w 836919"/>
                <a:gd name="csY1735" fmla="*/ 126233 h 873264"/>
                <a:gd name="csX1736" fmla="*/ 543556 w 836919"/>
                <a:gd name="csY1736" fmla="*/ 128706 h 873264"/>
                <a:gd name="csX1737" fmla="*/ 543351 w 836919"/>
                <a:gd name="csY1737" fmla="*/ 129695 h 873264"/>
                <a:gd name="csX1738" fmla="*/ 542887 w 836919"/>
                <a:gd name="csY1738" fmla="*/ 130654 h 873264"/>
                <a:gd name="csX1739" fmla="*/ 541753 w 836919"/>
                <a:gd name="csY1739" fmla="*/ 132648 h 873264"/>
                <a:gd name="csX1740" fmla="*/ 540033 w 836919"/>
                <a:gd name="csY1740" fmla="*/ 135189 h 873264"/>
                <a:gd name="csX1741" fmla="*/ 539524 w 836919"/>
                <a:gd name="csY1741" fmla="*/ 135721 h 873264"/>
                <a:gd name="csX1742" fmla="*/ 538215 w 836919"/>
                <a:gd name="csY1742" fmla="*/ 136604 h 873264"/>
                <a:gd name="csX1743" fmla="*/ 537150 w 836919"/>
                <a:gd name="csY1743" fmla="*/ 137730 h 873264"/>
                <a:gd name="csX1744" fmla="*/ 537378 w 836919"/>
                <a:gd name="csY1744" fmla="*/ 138795 h 873264"/>
                <a:gd name="csX1745" fmla="*/ 537911 w 836919"/>
                <a:gd name="csY1745" fmla="*/ 139868 h 873264"/>
                <a:gd name="csX1746" fmla="*/ 537279 w 836919"/>
                <a:gd name="csY1746" fmla="*/ 141207 h 873264"/>
                <a:gd name="csX1747" fmla="*/ 535248 w 836919"/>
                <a:gd name="csY1747" fmla="*/ 143162 h 873264"/>
                <a:gd name="csX1748" fmla="*/ 534030 w 836919"/>
                <a:gd name="csY1748" fmla="*/ 143634 h 873264"/>
                <a:gd name="csX1749" fmla="*/ 532912 w 836919"/>
                <a:gd name="csY1749" fmla="*/ 143832 h 873264"/>
                <a:gd name="csX1750" fmla="*/ 531877 w 836919"/>
                <a:gd name="csY1750" fmla="*/ 143642 h 873264"/>
                <a:gd name="csX1751" fmla="*/ 530043 w 836919"/>
                <a:gd name="csY1751" fmla="*/ 141679 h 873264"/>
                <a:gd name="csX1752" fmla="*/ 529853 w 836919"/>
                <a:gd name="csY1752" fmla="*/ 143216 h 873264"/>
                <a:gd name="csX1753" fmla="*/ 529359 w 836919"/>
                <a:gd name="csY1753" fmla="*/ 144791 h 873264"/>
                <a:gd name="csX1754" fmla="*/ 528735 w 836919"/>
                <a:gd name="csY1754" fmla="*/ 145650 h 873264"/>
                <a:gd name="csX1755" fmla="*/ 526368 w 836919"/>
                <a:gd name="csY1755" fmla="*/ 145559 h 873264"/>
                <a:gd name="csX1756" fmla="*/ 525052 w 836919"/>
                <a:gd name="csY1756" fmla="*/ 144715 h 873264"/>
                <a:gd name="csX1757" fmla="*/ 522914 w 836919"/>
                <a:gd name="csY1757" fmla="*/ 143779 h 873264"/>
                <a:gd name="csX1758" fmla="*/ 522511 w 836919"/>
                <a:gd name="csY1758" fmla="*/ 146305 h 873264"/>
                <a:gd name="csX1759" fmla="*/ 521179 w 836919"/>
                <a:gd name="csY1759" fmla="*/ 148047 h 873264"/>
                <a:gd name="csX1760" fmla="*/ 519840 w 836919"/>
                <a:gd name="csY1760" fmla="*/ 148595 h 873264"/>
                <a:gd name="csX1761" fmla="*/ 517740 w 836919"/>
                <a:gd name="csY1761" fmla="*/ 148960 h 873264"/>
                <a:gd name="csX1762" fmla="*/ 516538 w 836919"/>
                <a:gd name="csY1762" fmla="*/ 149706 h 873264"/>
                <a:gd name="csX1763" fmla="*/ 514271 w 836919"/>
                <a:gd name="csY1763" fmla="*/ 149128 h 873264"/>
                <a:gd name="csX1764" fmla="*/ 512163 w 836919"/>
                <a:gd name="csY1764" fmla="*/ 147971 h 873264"/>
                <a:gd name="csX1765" fmla="*/ 510969 w 836919"/>
                <a:gd name="csY1765" fmla="*/ 147872 h 873264"/>
                <a:gd name="csX1766" fmla="*/ 510040 w 836919"/>
                <a:gd name="csY1766" fmla="*/ 148808 h 873264"/>
                <a:gd name="csX1767" fmla="*/ 505148 w 836919"/>
                <a:gd name="csY1767" fmla="*/ 148983 h 873264"/>
                <a:gd name="csX1768" fmla="*/ 502904 w 836919"/>
                <a:gd name="csY1768" fmla="*/ 149934 h 873264"/>
                <a:gd name="csX1769" fmla="*/ 501534 w 836919"/>
                <a:gd name="csY1769" fmla="*/ 149668 h 873264"/>
                <a:gd name="csX1770" fmla="*/ 499518 w 836919"/>
                <a:gd name="csY1770" fmla="*/ 147750 h 873264"/>
                <a:gd name="csX1771" fmla="*/ 499198 w 836919"/>
                <a:gd name="csY1771" fmla="*/ 146480 h 873264"/>
                <a:gd name="csX1772" fmla="*/ 497996 w 836919"/>
                <a:gd name="csY1772" fmla="*/ 143901 h 873264"/>
                <a:gd name="csX1773" fmla="*/ 496916 w 836919"/>
                <a:gd name="csY1773" fmla="*/ 140834 h 873264"/>
                <a:gd name="csX1774" fmla="*/ 496147 w 836919"/>
                <a:gd name="csY1774" fmla="*/ 138050 h 873264"/>
                <a:gd name="csX1775" fmla="*/ 496794 w 836919"/>
                <a:gd name="csY1775" fmla="*/ 135645 h 873264"/>
                <a:gd name="csX1776" fmla="*/ 498103 w 836919"/>
                <a:gd name="csY1776" fmla="*/ 135721 h 873264"/>
                <a:gd name="csX1777" fmla="*/ 499647 w 836919"/>
                <a:gd name="csY1777" fmla="*/ 136079 h 873264"/>
                <a:gd name="csX1778" fmla="*/ 499974 w 836919"/>
                <a:gd name="csY1778" fmla="*/ 135912 h 873264"/>
                <a:gd name="csX1779" fmla="*/ 500050 w 836919"/>
                <a:gd name="csY1779" fmla="*/ 135136 h 873264"/>
                <a:gd name="csX1780" fmla="*/ 499708 w 836919"/>
                <a:gd name="csY1780" fmla="*/ 134496 h 873264"/>
                <a:gd name="csX1781" fmla="*/ 497220 w 836919"/>
                <a:gd name="csY1781" fmla="*/ 134595 h 873264"/>
                <a:gd name="csX1782" fmla="*/ 495645 w 836919"/>
                <a:gd name="csY1782" fmla="*/ 133165 h 873264"/>
                <a:gd name="csX1783" fmla="*/ 495371 w 836919"/>
                <a:gd name="csY1783" fmla="*/ 130958 h 873264"/>
                <a:gd name="csX1784" fmla="*/ 495691 w 836919"/>
                <a:gd name="csY1784" fmla="*/ 126363 h 873264"/>
                <a:gd name="csX1785" fmla="*/ 495896 w 836919"/>
                <a:gd name="csY1785" fmla="*/ 125419 h 873264"/>
                <a:gd name="csX1786" fmla="*/ 496999 w 836919"/>
                <a:gd name="csY1786" fmla="*/ 124103 h 873264"/>
                <a:gd name="csX1787" fmla="*/ 497357 w 836919"/>
                <a:gd name="csY1787" fmla="*/ 122939 h 873264"/>
                <a:gd name="csX1788" fmla="*/ 497083 w 836919"/>
                <a:gd name="csY1788" fmla="*/ 121706 h 873264"/>
                <a:gd name="csX1789" fmla="*/ 497555 w 836919"/>
                <a:gd name="csY1789" fmla="*/ 119462 h 873264"/>
                <a:gd name="csX1790" fmla="*/ 498582 w 836919"/>
                <a:gd name="csY1790" fmla="*/ 117522 h 873264"/>
                <a:gd name="csX1791" fmla="*/ 502508 w 836919"/>
                <a:gd name="csY1791" fmla="*/ 115072 h 873264"/>
                <a:gd name="csX1792" fmla="*/ 507066 w 836919"/>
                <a:gd name="csY1792" fmla="*/ 114197 h 873264"/>
                <a:gd name="csX1793" fmla="*/ 520312 w 836919"/>
                <a:gd name="csY1793" fmla="*/ 116578 h 873264"/>
                <a:gd name="csX1794" fmla="*/ 473253 w 836919"/>
                <a:gd name="csY1794" fmla="*/ 142128 h 873264"/>
                <a:gd name="csX1795" fmla="*/ 470993 w 836919"/>
                <a:gd name="csY1795" fmla="*/ 142531 h 873264"/>
                <a:gd name="csX1796" fmla="*/ 473907 w 836919"/>
                <a:gd name="csY1796" fmla="*/ 137220 h 873264"/>
                <a:gd name="csX1797" fmla="*/ 476509 w 836919"/>
                <a:gd name="csY1797" fmla="*/ 134748 h 873264"/>
                <a:gd name="csX1798" fmla="*/ 476547 w 836919"/>
                <a:gd name="csY1798" fmla="*/ 129848 h 873264"/>
                <a:gd name="csX1799" fmla="*/ 479370 w 836919"/>
                <a:gd name="csY1799" fmla="*/ 125488 h 873264"/>
                <a:gd name="csX1800" fmla="*/ 481965 w 836919"/>
                <a:gd name="csY1800" fmla="*/ 123715 h 873264"/>
                <a:gd name="csX1801" fmla="*/ 485609 w 836919"/>
                <a:gd name="csY1801" fmla="*/ 123198 h 873264"/>
                <a:gd name="csX1802" fmla="*/ 487603 w 836919"/>
                <a:gd name="csY1802" fmla="*/ 125853 h 873264"/>
                <a:gd name="csX1803" fmla="*/ 485130 w 836919"/>
                <a:gd name="csY1803" fmla="*/ 133385 h 873264"/>
                <a:gd name="csX1804" fmla="*/ 484407 w 836919"/>
                <a:gd name="csY1804" fmla="*/ 133431 h 873264"/>
                <a:gd name="csX1805" fmla="*/ 481098 w 836919"/>
                <a:gd name="csY1805" fmla="*/ 137403 h 873264"/>
                <a:gd name="csX1806" fmla="*/ 477415 w 836919"/>
                <a:gd name="csY1806" fmla="*/ 140180 h 873264"/>
                <a:gd name="csX1807" fmla="*/ 473253 w 836919"/>
                <a:gd name="csY1807" fmla="*/ 142128 h 873264"/>
                <a:gd name="csX1808" fmla="*/ 621651 w 836919"/>
                <a:gd name="csY1808" fmla="*/ 139670 h 873264"/>
                <a:gd name="csX1809" fmla="*/ 620281 w 836919"/>
                <a:gd name="csY1809" fmla="*/ 140690 h 873264"/>
                <a:gd name="csX1810" fmla="*/ 619832 w 836919"/>
                <a:gd name="csY1810" fmla="*/ 141215 h 873264"/>
                <a:gd name="csX1811" fmla="*/ 618706 w 836919"/>
                <a:gd name="csY1811" fmla="*/ 140819 h 873264"/>
                <a:gd name="csX1812" fmla="*/ 618911 w 836919"/>
                <a:gd name="csY1812" fmla="*/ 140233 h 873264"/>
                <a:gd name="csX1813" fmla="*/ 619246 w 836919"/>
                <a:gd name="csY1813" fmla="*/ 140294 h 873264"/>
                <a:gd name="csX1814" fmla="*/ 619611 w 836919"/>
                <a:gd name="csY1814" fmla="*/ 138590 h 873264"/>
                <a:gd name="csX1815" fmla="*/ 621536 w 836919"/>
                <a:gd name="csY1815" fmla="*/ 138795 h 873264"/>
                <a:gd name="csX1816" fmla="*/ 621651 w 836919"/>
                <a:gd name="csY1816" fmla="*/ 139670 h 873264"/>
                <a:gd name="csX1817" fmla="*/ 629845 w 836919"/>
                <a:gd name="csY1817" fmla="*/ 174091 h 873264"/>
                <a:gd name="csX1818" fmla="*/ 627745 w 836919"/>
                <a:gd name="csY1818" fmla="*/ 176176 h 873264"/>
                <a:gd name="csX1819" fmla="*/ 628437 w 836919"/>
                <a:gd name="csY1819" fmla="*/ 173764 h 873264"/>
                <a:gd name="csX1820" fmla="*/ 628087 w 836919"/>
                <a:gd name="csY1820" fmla="*/ 172098 h 873264"/>
                <a:gd name="csX1821" fmla="*/ 628361 w 836919"/>
                <a:gd name="csY1821" fmla="*/ 170812 h 873264"/>
                <a:gd name="csX1822" fmla="*/ 629799 w 836919"/>
                <a:gd name="csY1822" fmla="*/ 169564 h 873264"/>
                <a:gd name="csX1823" fmla="*/ 630233 w 836919"/>
                <a:gd name="csY1823" fmla="*/ 169382 h 873264"/>
                <a:gd name="csX1824" fmla="*/ 630111 w 836919"/>
                <a:gd name="csY1824" fmla="*/ 170919 h 873264"/>
                <a:gd name="csX1825" fmla="*/ 630210 w 836919"/>
                <a:gd name="csY1825" fmla="*/ 171390 h 873264"/>
                <a:gd name="csX1826" fmla="*/ 629845 w 836919"/>
                <a:gd name="csY1826" fmla="*/ 174091 h 873264"/>
                <a:gd name="csX1827" fmla="*/ 752739 w 836919"/>
                <a:gd name="csY1827" fmla="*/ 391993 h 873264"/>
                <a:gd name="csX1828" fmla="*/ 751902 w 836919"/>
                <a:gd name="csY1828" fmla="*/ 392465 h 873264"/>
                <a:gd name="csX1829" fmla="*/ 751818 w 836919"/>
                <a:gd name="csY1829" fmla="*/ 391080 h 873264"/>
                <a:gd name="csX1830" fmla="*/ 754002 w 836919"/>
                <a:gd name="csY1830" fmla="*/ 389337 h 873264"/>
                <a:gd name="csX1831" fmla="*/ 754359 w 836919"/>
                <a:gd name="csY1831" fmla="*/ 387276 h 873264"/>
                <a:gd name="csX1832" fmla="*/ 755500 w 836919"/>
                <a:gd name="csY1832" fmla="*/ 388227 h 873264"/>
                <a:gd name="csX1833" fmla="*/ 755805 w 836919"/>
                <a:gd name="csY1833" fmla="*/ 389284 h 873264"/>
                <a:gd name="csX1834" fmla="*/ 755790 w 836919"/>
                <a:gd name="csY1834" fmla="*/ 389725 h 873264"/>
                <a:gd name="csX1835" fmla="*/ 752739 w 836919"/>
                <a:gd name="csY1835" fmla="*/ 391993 h 873264"/>
                <a:gd name="csX1836" fmla="*/ 749330 w 836919"/>
                <a:gd name="csY1836" fmla="*/ 400195 h 873264"/>
                <a:gd name="csX1837" fmla="*/ 748600 w 836919"/>
                <a:gd name="csY1837" fmla="*/ 401481 h 873264"/>
                <a:gd name="csX1838" fmla="*/ 747755 w 836919"/>
                <a:gd name="csY1838" fmla="*/ 401290 h 873264"/>
                <a:gd name="csX1839" fmla="*/ 747420 w 836919"/>
                <a:gd name="csY1839" fmla="*/ 400431 h 873264"/>
                <a:gd name="csX1840" fmla="*/ 746796 w 836919"/>
                <a:gd name="csY1840" fmla="*/ 399594 h 873264"/>
                <a:gd name="csX1841" fmla="*/ 747131 w 836919"/>
                <a:gd name="csY1841" fmla="*/ 398939 h 873264"/>
                <a:gd name="csX1842" fmla="*/ 747694 w 836919"/>
                <a:gd name="csY1842" fmla="*/ 398567 h 873264"/>
                <a:gd name="csX1843" fmla="*/ 749254 w 836919"/>
                <a:gd name="csY1843" fmla="*/ 398620 h 873264"/>
                <a:gd name="csX1844" fmla="*/ 749330 w 836919"/>
                <a:gd name="csY1844" fmla="*/ 400195 h 873264"/>
                <a:gd name="csX1845" fmla="*/ 637743 w 836919"/>
                <a:gd name="csY1845" fmla="*/ 616658 h 873264"/>
                <a:gd name="csX1846" fmla="*/ 638412 w 836919"/>
                <a:gd name="csY1846" fmla="*/ 617290 h 873264"/>
                <a:gd name="csX1847" fmla="*/ 637180 w 836919"/>
                <a:gd name="csY1847" fmla="*/ 617229 h 873264"/>
                <a:gd name="csX1848" fmla="*/ 635795 w 836919"/>
                <a:gd name="csY1848" fmla="*/ 617784 h 873264"/>
                <a:gd name="csX1849" fmla="*/ 633672 w 836919"/>
                <a:gd name="csY1849" fmla="*/ 618279 h 873264"/>
                <a:gd name="csX1850" fmla="*/ 632820 w 836919"/>
                <a:gd name="csY1850" fmla="*/ 617351 h 873264"/>
                <a:gd name="csX1851" fmla="*/ 634653 w 836919"/>
                <a:gd name="csY1851" fmla="*/ 616057 h 873264"/>
                <a:gd name="csX1852" fmla="*/ 635323 w 836919"/>
                <a:gd name="csY1852" fmla="*/ 615091 h 873264"/>
                <a:gd name="csX1853" fmla="*/ 635802 w 836919"/>
                <a:gd name="csY1853" fmla="*/ 615296 h 873264"/>
                <a:gd name="csX1854" fmla="*/ 636419 w 836919"/>
                <a:gd name="csY1854" fmla="*/ 615997 h 873264"/>
                <a:gd name="csX1855" fmla="*/ 637743 w 836919"/>
                <a:gd name="csY1855" fmla="*/ 616658 h 873264"/>
                <a:gd name="csX1856" fmla="*/ 613593 w 836919"/>
                <a:gd name="csY1856" fmla="*/ 633968 h 873264"/>
                <a:gd name="csX1857" fmla="*/ 613578 w 836919"/>
                <a:gd name="csY1857" fmla="*/ 635178 h 873264"/>
                <a:gd name="csX1858" fmla="*/ 612688 w 836919"/>
                <a:gd name="csY1858" fmla="*/ 634561 h 873264"/>
                <a:gd name="csX1859" fmla="*/ 610329 w 836919"/>
                <a:gd name="csY1859" fmla="*/ 635033 h 873264"/>
                <a:gd name="csX1860" fmla="*/ 609507 w 836919"/>
                <a:gd name="csY1860" fmla="*/ 634120 h 873264"/>
                <a:gd name="csX1861" fmla="*/ 612688 w 836919"/>
                <a:gd name="csY1861" fmla="*/ 630217 h 873264"/>
                <a:gd name="csX1862" fmla="*/ 613327 w 836919"/>
                <a:gd name="csY1862" fmla="*/ 630787 h 873264"/>
                <a:gd name="csX1863" fmla="*/ 613821 w 836919"/>
                <a:gd name="csY1863" fmla="*/ 631495 h 873264"/>
                <a:gd name="csX1864" fmla="*/ 614164 w 836919"/>
                <a:gd name="csY1864" fmla="*/ 632484 h 873264"/>
                <a:gd name="csX1865" fmla="*/ 613798 w 836919"/>
                <a:gd name="csY1865" fmla="*/ 633123 h 873264"/>
                <a:gd name="csX1866" fmla="*/ 613593 w 836919"/>
                <a:gd name="csY1866" fmla="*/ 633968 h 873264"/>
                <a:gd name="csX1867" fmla="*/ 542613 w 836919"/>
                <a:gd name="csY1867" fmla="*/ 692912 h 873264"/>
                <a:gd name="csX1868" fmla="*/ 542217 w 836919"/>
                <a:gd name="csY1868" fmla="*/ 693200 h 873264"/>
                <a:gd name="csX1869" fmla="*/ 540878 w 836919"/>
                <a:gd name="csY1869" fmla="*/ 690256 h 873264"/>
                <a:gd name="csX1870" fmla="*/ 543571 w 836919"/>
                <a:gd name="csY1870" fmla="*/ 687433 h 873264"/>
                <a:gd name="csX1871" fmla="*/ 544469 w 836919"/>
                <a:gd name="csY1871" fmla="*/ 688575 h 873264"/>
                <a:gd name="csX1872" fmla="*/ 543754 w 836919"/>
                <a:gd name="csY1872" fmla="*/ 690812 h 873264"/>
                <a:gd name="csX1873" fmla="*/ 542963 w 836919"/>
                <a:gd name="csY1873" fmla="*/ 692394 h 873264"/>
                <a:gd name="csX1874" fmla="*/ 542613 w 836919"/>
                <a:gd name="csY1874" fmla="*/ 692912 h 873264"/>
                <a:gd name="csX1875" fmla="*/ 544720 w 836919"/>
                <a:gd name="csY1875" fmla="*/ 725484 h 873264"/>
                <a:gd name="csX1876" fmla="*/ 543252 w 836919"/>
                <a:gd name="csY1876" fmla="*/ 726571 h 873264"/>
                <a:gd name="csX1877" fmla="*/ 543518 w 836919"/>
                <a:gd name="csY1877" fmla="*/ 720873 h 873264"/>
                <a:gd name="csX1878" fmla="*/ 544309 w 836919"/>
                <a:gd name="csY1878" fmla="*/ 718971 h 873264"/>
                <a:gd name="csX1879" fmla="*/ 545169 w 836919"/>
                <a:gd name="csY1879" fmla="*/ 717548 h 873264"/>
                <a:gd name="csX1880" fmla="*/ 546234 w 836919"/>
                <a:gd name="csY1880" fmla="*/ 716673 h 873264"/>
                <a:gd name="csX1881" fmla="*/ 547026 w 836919"/>
                <a:gd name="csY1881" fmla="*/ 717913 h 873264"/>
                <a:gd name="csX1882" fmla="*/ 546349 w 836919"/>
                <a:gd name="csY1882" fmla="*/ 720660 h 873264"/>
                <a:gd name="csX1883" fmla="*/ 544484 w 836919"/>
                <a:gd name="csY1883" fmla="*/ 724030 h 873264"/>
                <a:gd name="csX1884" fmla="*/ 544720 w 836919"/>
                <a:gd name="csY1884" fmla="*/ 725484 h 8732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Lst>
              <a:rect l="l" t="t" r="r" b="b"/>
              <a:pathLst>
                <a:path w="836919" h="873264">
                  <a:moveTo>
                    <a:pt x="373954" y="70509"/>
                  </a:moveTo>
                  <a:lnTo>
                    <a:pt x="374593" y="70714"/>
                  </a:lnTo>
                  <a:lnTo>
                    <a:pt x="376023" y="70889"/>
                  </a:lnTo>
                  <a:lnTo>
                    <a:pt x="379417" y="71703"/>
                  </a:lnTo>
                  <a:lnTo>
                    <a:pt x="383845" y="72624"/>
                  </a:lnTo>
                  <a:lnTo>
                    <a:pt x="385054" y="72304"/>
                  </a:lnTo>
                  <a:lnTo>
                    <a:pt x="385777" y="71657"/>
                  </a:lnTo>
                  <a:lnTo>
                    <a:pt x="385945" y="69763"/>
                  </a:lnTo>
                  <a:lnTo>
                    <a:pt x="386082" y="68424"/>
                  </a:lnTo>
                  <a:lnTo>
                    <a:pt x="385085" y="67244"/>
                  </a:lnTo>
                  <a:lnTo>
                    <a:pt x="383845" y="65905"/>
                  </a:lnTo>
                  <a:lnTo>
                    <a:pt x="382703" y="64239"/>
                  </a:lnTo>
                  <a:lnTo>
                    <a:pt x="381334" y="63760"/>
                  </a:lnTo>
                  <a:lnTo>
                    <a:pt x="381509" y="62900"/>
                  </a:lnTo>
                  <a:lnTo>
                    <a:pt x="382399" y="62010"/>
                  </a:lnTo>
                  <a:lnTo>
                    <a:pt x="383312" y="61523"/>
                  </a:lnTo>
                  <a:lnTo>
                    <a:pt x="383837" y="60922"/>
                  </a:lnTo>
                  <a:lnTo>
                    <a:pt x="384415" y="58700"/>
                  </a:lnTo>
                  <a:lnTo>
                    <a:pt x="384796" y="58304"/>
                  </a:lnTo>
                  <a:lnTo>
                    <a:pt x="385184" y="58205"/>
                  </a:lnTo>
                  <a:lnTo>
                    <a:pt x="385640" y="58289"/>
                  </a:lnTo>
                  <a:lnTo>
                    <a:pt x="386546" y="58867"/>
                  </a:lnTo>
                  <a:lnTo>
                    <a:pt x="390030" y="60633"/>
                  </a:lnTo>
                  <a:lnTo>
                    <a:pt x="391560" y="60366"/>
                  </a:lnTo>
                  <a:lnTo>
                    <a:pt x="397403" y="59902"/>
                  </a:lnTo>
                  <a:lnTo>
                    <a:pt x="398286" y="58883"/>
                  </a:lnTo>
                  <a:lnTo>
                    <a:pt x="399526" y="58654"/>
                  </a:lnTo>
                  <a:lnTo>
                    <a:pt x="401626" y="57635"/>
                  </a:lnTo>
                  <a:lnTo>
                    <a:pt x="402455" y="57566"/>
                  </a:lnTo>
                  <a:lnTo>
                    <a:pt x="403201" y="57810"/>
                  </a:lnTo>
                  <a:lnTo>
                    <a:pt x="404137" y="57620"/>
                  </a:lnTo>
                  <a:lnTo>
                    <a:pt x="405514" y="56669"/>
                  </a:lnTo>
                  <a:lnTo>
                    <a:pt x="406092" y="56570"/>
                  </a:lnTo>
                  <a:lnTo>
                    <a:pt x="406313" y="57620"/>
                  </a:lnTo>
                  <a:lnTo>
                    <a:pt x="407203" y="58707"/>
                  </a:lnTo>
                  <a:lnTo>
                    <a:pt x="408283" y="59704"/>
                  </a:lnTo>
                  <a:lnTo>
                    <a:pt x="408801" y="59932"/>
                  </a:lnTo>
                  <a:lnTo>
                    <a:pt x="410612" y="59613"/>
                  </a:lnTo>
                  <a:lnTo>
                    <a:pt x="411563" y="59894"/>
                  </a:lnTo>
                  <a:lnTo>
                    <a:pt x="411974" y="60823"/>
                  </a:lnTo>
                  <a:lnTo>
                    <a:pt x="412095" y="61629"/>
                  </a:lnTo>
                  <a:lnTo>
                    <a:pt x="412856" y="62314"/>
                  </a:lnTo>
                  <a:lnTo>
                    <a:pt x="413830" y="62329"/>
                  </a:lnTo>
                  <a:lnTo>
                    <a:pt x="414347" y="62611"/>
                  </a:lnTo>
                  <a:lnTo>
                    <a:pt x="415238" y="63052"/>
                  </a:lnTo>
                  <a:lnTo>
                    <a:pt x="415991" y="64064"/>
                  </a:lnTo>
                  <a:lnTo>
                    <a:pt x="417741" y="64871"/>
                  </a:lnTo>
                  <a:lnTo>
                    <a:pt x="420731" y="65996"/>
                  </a:lnTo>
                  <a:lnTo>
                    <a:pt x="422123" y="66012"/>
                  </a:lnTo>
                  <a:lnTo>
                    <a:pt x="423417" y="66354"/>
                  </a:lnTo>
                  <a:lnTo>
                    <a:pt x="424208" y="66697"/>
                  </a:lnTo>
                  <a:lnTo>
                    <a:pt x="425068" y="66065"/>
                  </a:lnTo>
                  <a:lnTo>
                    <a:pt x="428127" y="64323"/>
                  </a:lnTo>
                  <a:lnTo>
                    <a:pt x="429618" y="63349"/>
                  </a:lnTo>
                  <a:lnTo>
                    <a:pt x="430622" y="62611"/>
                  </a:lnTo>
                  <a:lnTo>
                    <a:pt x="431376" y="61911"/>
                  </a:lnTo>
                  <a:lnTo>
                    <a:pt x="431938" y="61728"/>
                  </a:lnTo>
                  <a:lnTo>
                    <a:pt x="432319" y="62147"/>
                  </a:lnTo>
                  <a:lnTo>
                    <a:pt x="432646" y="62710"/>
                  </a:lnTo>
                  <a:lnTo>
                    <a:pt x="433742" y="63037"/>
                  </a:lnTo>
                  <a:lnTo>
                    <a:pt x="436298" y="63691"/>
                  </a:lnTo>
                  <a:lnTo>
                    <a:pt x="437470" y="63874"/>
                  </a:lnTo>
                  <a:lnTo>
                    <a:pt x="439113" y="63318"/>
                  </a:lnTo>
                  <a:lnTo>
                    <a:pt x="440521" y="62367"/>
                  </a:lnTo>
                  <a:lnTo>
                    <a:pt x="441190" y="62040"/>
                  </a:lnTo>
                  <a:lnTo>
                    <a:pt x="442233" y="62991"/>
                  </a:lnTo>
                  <a:lnTo>
                    <a:pt x="442948" y="64323"/>
                  </a:lnTo>
                  <a:lnTo>
                    <a:pt x="443427" y="64908"/>
                  </a:lnTo>
                  <a:lnTo>
                    <a:pt x="444485" y="64772"/>
                  </a:lnTo>
                  <a:lnTo>
                    <a:pt x="446577" y="64977"/>
                  </a:lnTo>
                  <a:lnTo>
                    <a:pt x="448122" y="65403"/>
                  </a:lnTo>
                  <a:lnTo>
                    <a:pt x="449081" y="65365"/>
                  </a:lnTo>
                  <a:lnTo>
                    <a:pt x="450389" y="64772"/>
                  </a:lnTo>
                  <a:lnTo>
                    <a:pt x="451097" y="63600"/>
                  </a:lnTo>
                  <a:lnTo>
                    <a:pt x="452953" y="62527"/>
                  </a:lnTo>
                  <a:lnTo>
                    <a:pt x="454719" y="61538"/>
                  </a:lnTo>
                  <a:lnTo>
                    <a:pt x="455730" y="60222"/>
                  </a:lnTo>
                  <a:lnTo>
                    <a:pt x="457229" y="58030"/>
                  </a:lnTo>
                  <a:lnTo>
                    <a:pt x="457732" y="57095"/>
                  </a:lnTo>
                  <a:lnTo>
                    <a:pt x="457838" y="55512"/>
                  </a:lnTo>
                  <a:lnTo>
                    <a:pt x="459945" y="50916"/>
                  </a:lnTo>
                  <a:lnTo>
                    <a:pt x="460744" y="50072"/>
                  </a:lnTo>
                  <a:lnTo>
                    <a:pt x="461216" y="48619"/>
                  </a:lnTo>
                  <a:lnTo>
                    <a:pt x="462061" y="46937"/>
                  </a:lnTo>
                  <a:lnTo>
                    <a:pt x="462061" y="45529"/>
                  </a:lnTo>
                  <a:lnTo>
                    <a:pt x="462677" y="44168"/>
                  </a:lnTo>
                  <a:lnTo>
                    <a:pt x="463887" y="42996"/>
                  </a:lnTo>
                  <a:lnTo>
                    <a:pt x="464777" y="42258"/>
                  </a:lnTo>
                  <a:lnTo>
                    <a:pt x="466208" y="40280"/>
                  </a:lnTo>
                  <a:lnTo>
                    <a:pt x="467204" y="38415"/>
                  </a:lnTo>
                  <a:lnTo>
                    <a:pt x="469692" y="34284"/>
                  </a:lnTo>
                  <a:lnTo>
                    <a:pt x="469882" y="33112"/>
                  </a:lnTo>
                  <a:lnTo>
                    <a:pt x="470871" y="32412"/>
                  </a:lnTo>
                  <a:lnTo>
                    <a:pt x="471199" y="31522"/>
                  </a:lnTo>
                  <a:lnTo>
                    <a:pt x="472256" y="30419"/>
                  </a:lnTo>
                  <a:lnTo>
                    <a:pt x="473367" y="29551"/>
                  </a:lnTo>
                  <a:lnTo>
                    <a:pt x="473847" y="28266"/>
                  </a:lnTo>
                  <a:lnTo>
                    <a:pt x="474661" y="26934"/>
                  </a:lnTo>
                  <a:lnTo>
                    <a:pt x="476441" y="25938"/>
                  </a:lnTo>
                  <a:lnTo>
                    <a:pt x="477103" y="25481"/>
                  </a:lnTo>
                  <a:lnTo>
                    <a:pt x="479127" y="21814"/>
                  </a:lnTo>
                  <a:lnTo>
                    <a:pt x="479355" y="20178"/>
                  </a:lnTo>
                  <a:lnTo>
                    <a:pt x="481181" y="20117"/>
                  </a:lnTo>
                  <a:lnTo>
                    <a:pt x="484049" y="22011"/>
                  </a:lnTo>
                  <a:lnTo>
                    <a:pt x="486340" y="24804"/>
                  </a:lnTo>
                  <a:lnTo>
                    <a:pt x="489406" y="33774"/>
                  </a:lnTo>
                  <a:lnTo>
                    <a:pt x="489916" y="42060"/>
                  </a:lnTo>
                  <a:lnTo>
                    <a:pt x="491156" y="46397"/>
                  </a:lnTo>
                  <a:lnTo>
                    <a:pt x="494724" y="55436"/>
                  </a:lnTo>
                  <a:lnTo>
                    <a:pt x="494953" y="57110"/>
                  </a:lnTo>
                  <a:lnTo>
                    <a:pt x="495523" y="59134"/>
                  </a:lnTo>
                  <a:lnTo>
                    <a:pt x="496649" y="61279"/>
                  </a:lnTo>
                  <a:lnTo>
                    <a:pt x="497897" y="64810"/>
                  </a:lnTo>
                  <a:lnTo>
                    <a:pt x="497943" y="65464"/>
                  </a:lnTo>
                  <a:lnTo>
                    <a:pt x="497136" y="66423"/>
                  </a:lnTo>
                  <a:lnTo>
                    <a:pt x="498323" y="66491"/>
                  </a:lnTo>
                  <a:lnTo>
                    <a:pt x="499396" y="67062"/>
                  </a:lnTo>
                  <a:lnTo>
                    <a:pt x="500096" y="69299"/>
                  </a:lnTo>
                  <a:lnTo>
                    <a:pt x="500986" y="70813"/>
                  </a:lnTo>
                  <a:lnTo>
                    <a:pt x="502599" y="72882"/>
                  </a:lnTo>
                  <a:lnTo>
                    <a:pt x="505901" y="73560"/>
                  </a:lnTo>
                  <a:lnTo>
                    <a:pt x="508397" y="73811"/>
                  </a:lnTo>
                  <a:lnTo>
                    <a:pt x="511235" y="74982"/>
                  </a:lnTo>
                  <a:lnTo>
                    <a:pt x="513320" y="76481"/>
                  </a:lnTo>
                  <a:lnTo>
                    <a:pt x="514933" y="81571"/>
                  </a:lnTo>
                  <a:lnTo>
                    <a:pt x="514408" y="84767"/>
                  </a:lnTo>
                  <a:lnTo>
                    <a:pt x="514568" y="87019"/>
                  </a:lnTo>
                  <a:lnTo>
                    <a:pt x="513730" y="87902"/>
                  </a:lnTo>
                  <a:lnTo>
                    <a:pt x="511395" y="89378"/>
                  </a:lnTo>
                  <a:lnTo>
                    <a:pt x="510885" y="90161"/>
                  </a:lnTo>
                  <a:lnTo>
                    <a:pt x="506114" y="93966"/>
                  </a:lnTo>
                  <a:lnTo>
                    <a:pt x="505072" y="95761"/>
                  </a:lnTo>
                  <a:lnTo>
                    <a:pt x="502515" y="98173"/>
                  </a:lnTo>
                  <a:lnTo>
                    <a:pt x="499982" y="102769"/>
                  </a:lnTo>
                  <a:lnTo>
                    <a:pt x="496277" y="106969"/>
                  </a:lnTo>
                  <a:lnTo>
                    <a:pt x="494968" y="108034"/>
                  </a:lnTo>
                  <a:lnTo>
                    <a:pt x="492967" y="108277"/>
                  </a:lnTo>
                  <a:lnTo>
                    <a:pt x="491749" y="108924"/>
                  </a:lnTo>
                  <a:lnTo>
                    <a:pt x="488873" y="112356"/>
                  </a:lnTo>
                  <a:lnTo>
                    <a:pt x="485008" y="113497"/>
                  </a:lnTo>
                  <a:lnTo>
                    <a:pt x="484651" y="115483"/>
                  </a:lnTo>
                  <a:lnTo>
                    <a:pt x="482421" y="120017"/>
                  </a:lnTo>
                  <a:lnTo>
                    <a:pt x="480451" y="122498"/>
                  </a:lnTo>
                  <a:lnTo>
                    <a:pt x="479195" y="123335"/>
                  </a:lnTo>
                  <a:lnTo>
                    <a:pt x="476038" y="127854"/>
                  </a:lnTo>
                  <a:lnTo>
                    <a:pt x="475634" y="129832"/>
                  </a:lnTo>
                  <a:lnTo>
                    <a:pt x="475650" y="133294"/>
                  </a:lnTo>
                  <a:lnTo>
                    <a:pt x="473542" y="135402"/>
                  </a:lnTo>
                  <a:lnTo>
                    <a:pt x="471351" y="136741"/>
                  </a:lnTo>
                  <a:lnTo>
                    <a:pt x="471077" y="139701"/>
                  </a:lnTo>
                  <a:lnTo>
                    <a:pt x="470088" y="140713"/>
                  </a:lnTo>
                  <a:lnTo>
                    <a:pt x="469243" y="141367"/>
                  </a:lnTo>
                  <a:lnTo>
                    <a:pt x="464785" y="140591"/>
                  </a:lnTo>
                  <a:lnTo>
                    <a:pt x="457861" y="143809"/>
                  </a:lnTo>
                  <a:lnTo>
                    <a:pt x="455495" y="144608"/>
                  </a:lnTo>
                  <a:lnTo>
                    <a:pt x="463050" y="144768"/>
                  </a:lnTo>
                  <a:lnTo>
                    <a:pt x="465477" y="146480"/>
                  </a:lnTo>
                  <a:lnTo>
                    <a:pt x="470795" y="145346"/>
                  </a:lnTo>
                  <a:lnTo>
                    <a:pt x="477232" y="141268"/>
                  </a:lnTo>
                  <a:lnTo>
                    <a:pt x="479690" y="140408"/>
                  </a:lnTo>
                  <a:lnTo>
                    <a:pt x="484681" y="137639"/>
                  </a:lnTo>
                  <a:lnTo>
                    <a:pt x="486712" y="135790"/>
                  </a:lnTo>
                  <a:lnTo>
                    <a:pt x="490410" y="133576"/>
                  </a:lnTo>
                  <a:lnTo>
                    <a:pt x="491201" y="132602"/>
                  </a:lnTo>
                  <a:lnTo>
                    <a:pt x="493271" y="131567"/>
                  </a:lnTo>
                  <a:lnTo>
                    <a:pt x="494397" y="132883"/>
                  </a:lnTo>
                  <a:lnTo>
                    <a:pt x="494488" y="133713"/>
                  </a:lnTo>
                  <a:lnTo>
                    <a:pt x="492784" y="135333"/>
                  </a:lnTo>
                  <a:lnTo>
                    <a:pt x="493226" y="136376"/>
                  </a:lnTo>
                  <a:lnTo>
                    <a:pt x="494344" y="137684"/>
                  </a:lnTo>
                  <a:lnTo>
                    <a:pt x="494747" y="139495"/>
                  </a:lnTo>
                  <a:lnTo>
                    <a:pt x="494899" y="140872"/>
                  </a:lnTo>
                  <a:lnTo>
                    <a:pt x="495592" y="143284"/>
                  </a:lnTo>
                  <a:lnTo>
                    <a:pt x="497882" y="146548"/>
                  </a:lnTo>
                  <a:lnTo>
                    <a:pt x="497958" y="147629"/>
                  </a:lnTo>
                  <a:lnTo>
                    <a:pt x="497638" y="149052"/>
                  </a:lnTo>
                  <a:lnTo>
                    <a:pt x="498734" y="150223"/>
                  </a:lnTo>
                  <a:lnTo>
                    <a:pt x="499868" y="150916"/>
                  </a:lnTo>
                  <a:lnTo>
                    <a:pt x="503763" y="154431"/>
                  </a:lnTo>
                  <a:lnTo>
                    <a:pt x="506807" y="152468"/>
                  </a:lnTo>
                  <a:lnTo>
                    <a:pt x="508686" y="151897"/>
                  </a:lnTo>
                  <a:lnTo>
                    <a:pt x="509881" y="151075"/>
                  </a:lnTo>
                  <a:lnTo>
                    <a:pt x="512391" y="150528"/>
                  </a:lnTo>
                  <a:lnTo>
                    <a:pt x="514446" y="151349"/>
                  </a:lnTo>
                  <a:lnTo>
                    <a:pt x="518364" y="152529"/>
                  </a:lnTo>
                  <a:lnTo>
                    <a:pt x="521233" y="151273"/>
                  </a:lnTo>
                  <a:lnTo>
                    <a:pt x="527030" y="148397"/>
                  </a:lnTo>
                  <a:lnTo>
                    <a:pt x="525219" y="153487"/>
                  </a:lnTo>
                  <a:lnTo>
                    <a:pt x="523903" y="158159"/>
                  </a:lnTo>
                  <a:lnTo>
                    <a:pt x="522907" y="160046"/>
                  </a:lnTo>
                  <a:lnTo>
                    <a:pt x="521917" y="165128"/>
                  </a:lnTo>
                  <a:lnTo>
                    <a:pt x="520944" y="166490"/>
                  </a:lnTo>
                  <a:lnTo>
                    <a:pt x="520152" y="168043"/>
                  </a:lnTo>
                  <a:lnTo>
                    <a:pt x="521446" y="167502"/>
                  </a:lnTo>
                  <a:lnTo>
                    <a:pt x="522556" y="166764"/>
                  </a:lnTo>
                  <a:lnTo>
                    <a:pt x="523979" y="164809"/>
                  </a:lnTo>
                  <a:lnTo>
                    <a:pt x="525044" y="161408"/>
                  </a:lnTo>
                  <a:lnTo>
                    <a:pt x="529244" y="152331"/>
                  </a:lnTo>
                  <a:lnTo>
                    <a:pt x="530447" y="151524"/>
                  </a:lnTo>
                  <a:lnTo>
                    <a:pt x="533939" y="150490"/>
                  </a:lnTo>
                  <a:lnTo>
                    <a:pt x="539950" y="143231"/>
                  </a:lnTo>
                  <a:lnTo>
                    <a:pt x="542301" y="143254"/>
                  </a:lnTo>
                  <a:lnTo>
                    <a:pt x="543807" y="144920"/>
                  </a:lnTo>
                  <a:lnTo>
                    <a:pt x="545230" y="145909"/>
                  </a:lnTo>
                  <a:lnTo>
                    <a:pt x="545595" y="143923"/>
                  </a:lnTo>
                  <a:lnTo>
                    <a:pt x="547650" y="143117"/>
                  </a:lnTo>
                  <a:lnTo>
                    <a:pt x="545481" y="142135"/>
                  </a:lnTo>
                  <a:lnTo>
                    <a:pt x="545131" y="141245"/>
                  </a:lnTo>
                  <a:lnTo>
                    <a:pt x="544926" y="139762"/>
                  </a:lnTo>
                  <a:lnTo>
                    <a:pt x="546402" y="137753"/>
                  </a:lnTo>
                  <a:lnTo>
                    <a:pt x="545519" y="135972"/>
                  </a:lnTo>
                  <a:lnTo>
                    <a:pt x="548578" y="133736"/>
                  </a:lnTo>
                  <a:lnTo>
                    <a:pt x="548342" y="132054"/>
                  </a:lnTo>
                  <a:lnTo>
                    <a:pt x="549438" y="130669"/>
                  </a:lnTo>
                  <a:lnTo>
                    <a:pt x="550822" y="129239"/>
                  </a:lnTo>
                  <a:lnTo>
                    <a:pt x="552390" y="128547"/>
                  </a:lnTo>
                  <a:lnTo>
                    <a:pt x="552679" y="127321"/>
                  </a:lnTo>
                  <a:lnTo>
                    <a:pt x="553668" y="126819"/>
                  </a:lnTo>
                  <a:lnTo>
                    <a:pt x="554444" y="126637"/>
                  </a:lnTo>
                  <a:lnTo>
                    <a:pt x="555973" y="128006"/>
                  </a:lnTo>
                  <a:lnTo>
                    <a:pt x="557632" y="126393"/>
                  </a:lnTo>
                  <a:lnTo>
                    <a:pt x="559245" y="125762"/>
                  </a:lnTo>
                  <a:lnTo>
                    <a:pt x="559968" y="126043"/>
                  </a:lnTo>
                  <a:lnTo>
                    <a:pt x="560873" y="126758"/>
                  </a:lnTo>
                  <a:lnTo>
                    <a:pt x="561824" y="127063"/>
                  </a:lnTo>
                  <a:lnTo>
                    <a:pt x="562593" y="126933"/>
                  </a:lnTo>
                  <a:lnTo>
                    <a:pt x="564594" y="125899"/>
                  </a:lnTo>
                  <a:lnTo>
                    <a:pt x="566443" y="127565"/>
                  </a:lnTo>
                  <a:lnTo>
                    <a:pt x="567554" y="127930"/>
                  </a:lnTo>
                  <a:lnTo>
                    <a:pt x="567249" y="126994"/>
                  </a:lnTo>
                  <a:lnTo>
                    <a:pt x="566663" y="126127"/>
                  </a:lnTo>
                  <a:lnTo>
                    <a:pt x="567120" y="125419"/>
                  </a:lnTo>
                  <a:lnTo>
                    <a:pt x="567995" y="124978"/>
                  </a:lnTo>
                  <a:lnTo>
                    <a:pt x="570764" y="125374"/>
                  </a:lnTo>
                  <a:lnTo>
                    <a:pt x="572218" y="126119"/>
                  </a:lnTo>
                  <a:lnTo>
                    <a:pt x="573793" y="127497"/>
                  </a:lnTo>
                  <a:lnTo>
                    <a:pt x="575976" y="127595"/>
                  </a:lnTo>
                  <a:lnTo>
                    <a:pt x="577696" y="127451"/>
                  </a:lnTo>
                  <a:lnTo>
                    <a:pt x="578776" y="128227"/>
                  </a:lnTo>
                  <a:lnTo>
                    <a:pt x="580534" y="128219"/>
                  </a:lnTo>
                  <a:lnTo>
                    <a:pt x="581416" y="129429"/>
                  </a:lnTo>
                  <a:lnTo>
                    <a:pt x="584095" y="131126"/>
                  </a:lnTo>
                  <a:lnTo>
                    <a:pt x="584673" y="132275"/>
                  </a:lnTo>
                  <a:lnTo>
                    <a:pt x="586826" y="132830"/>
                  </a:lnTo>
                  <a:lnTo>
                    <a:pt x="588850" y="133538"/>
                  </a:lnTo>
                  <a:lnTo>
                    <a:pt x="591003" y="133728"/>
                  </a:lnTo>
                  <a:lnTo>
                    <a:pt x="593179" y="133561"/>
                  </a:lnTo>
                  <a:lnTo>
                    <a:pt x="593271" y="135014"/>
                  </a:lnTo>
                  <a:lnTo>
                    <a:pt x="594861" y="135410"/>
                  </a:lnTo>
                  <a:lnTo>
                    <a:pt x="596907" y="135090"/>
                  </a:lnTo>
                  <a:lnTo>
                    <a:pt x="598452" y="136878"/>
                  </a:lnTo>
                  <a:lnTo>
                    <a:pt x="602583" y="138225"/>
                  </a:lnTo>
                  <a:lnTo>
                    <a:pt x="605444" y="140287"/>
                  </a:lnTo>
                  <a:lnTo>
                    <a:pt x="607324" y="139921"/>
                  </a:lnTo>
                  <a:lnTo>
                    <a:pt x="609424" y="140469"/>
                  </a:lnTo>
                  <a:lnTo>
                    <a:pt x="611676" y="144951"/>
                  </a:lnTo>
                  <a:lnTo>
                    <a:pt x="612185" y="148131"/>
                  </a:lnTo>
                  <a:lnTo>
                    <a:pt x="613190" y="147690"/>
                  </a:lnTo>
                  <a:lnTo>
                    <a:pt x="614126" y="146267"/>
                  </a:lnTo>
                  <a:lnTo>
                    <a:pt x="615328" y="143665"/>
                  </a:lnTo>
                  <a:lnTo>
                    <a:pt x="617588" y="142805"/>
                  </a:lnTo>
                  <a:lnTo>
                    <a:pt x="618668" y="143802"/>
                  </a:lnTo>
                  <a:lnTo>
                    <a:pt x="620928" y="145399"/>
                  </a:lnTo>
                  <a:lnTo>
                    <a:pt x="622875" y="147150"/>
                  </a:lnTo>
                  <a:lnTo>
                    <a:pt x="623697" y="148275"/>
                  </a:lnTo>
                  <a:lnTo>
                    <a:pt x="625166" y="148458"/>
                  </a:lnTo>
                  <a:lnTo>
                    <a:pt x="623941" y="149843"/>
                  </a:lnTo>
                  <a:lnTo>
                    <a:pt x="625173" y="149698"/>
                  </a:lnTo>
                  <a:lnTo>
                    <a:pt x="626657" y="148717"/>
                  </a:lnTo>
                  <a:lnTo>
                    <a:pt x="627927" y="150756"/>
                  </a:lnTo>
                  <a:lnTo>
                    <a:pt x="628886" y="152978"/>
                  </a:lnTo>
                  <a:lnTo>
                    <a:pt x="629076" y="155237"/>
                  </a:lnTo>
                  <a:lnTo>
                    <a:pt x="628171" y="156531"/>
                  </a:lnTo>
                  <a:lnTo>
                    <a:pt x="627380" y="157345"/>
                  </a:lnTo>
                  <a:lnTo>
                    <a:pt x="626497" y="158943"/>
                  </a:lnTo>
                  <a:lnTo>
                    <a:pt x="625455" y="159232"/>
                  </a:lnTo>
                  <a:lnTo>
                    <a:pt x="624413" y="159749"/>
                  </a:lnTo>
                  <a:lnTo>
                    <a:pt x="625599" y="160913"/>
                  </a:lnTo>
                  <a:lnTo>
                    <a:pt x="626414" y="162032"/>
                  </a:lnTo>
                  <a:lnTo>
                    <a:pt x="628194" y="159004"/>
                  </a:lnTo>
                  <a:lnTo>
                    <a:pt x="629449" y="158151"/>
                  </a:lnTo>
                  <a:lnTo>
                    <a:pt x="631260" y="157680"/>
                  </a:lnTo>
                  <a:lnTo>
                    <a:pt x="632204" y="159833"/>
                  </a:lnTo>
                  <a:lnTo>
                    <a:pt x="632401" y="161872"/>
                  </a:lnTo>
                  <a:lnTo>
                    <a:pt x="629449" y="162717"/>
                  </a:lnTo>
                  <a:lnTo>
                    <a:pt x="629442" y="164322"/>
                  </a:lnTo>
                  <a:lnTo>
                    <a:pt x="628559" y="165235"/>
                  </a:lnTo>
                  <a:lnTo>
                    <a:pt x="627981" y="166285"/>
                  </a:lnTo>
                  <a:lnTo>
                    <a:pt x="627517" y="168476"/>
                  </a:lnTo>
                  <a:lnTo>
                    <a:pt x="626916" y="170295"/>
                  </a:lnTo>
                  <a:lnTo>
                    <a:pt x="625158" y="178360"/>
                  </a:lnTo>
                  <a:lnTo>
                    <a:pt x="625128" y="179691"/>
                  </a:lnTo>
                  <a:lnTo>
                    <a:pt x="627273" y="178268"/>
                  </a:lnTo>
                  <a:lnTo>
                    <a:pt x="631230" y="174160"/>
                  </a:lnTo>
                  <a:lnTo>
                    <a:pt x="632432" y="169785"/>
                  </a:lnTo>
                  <a:lnTo>
                    <a:pt x="633992" y="165471"/>
                  </a:lnTo>
                  <a:lnTo>
                    <a:pt x="635688" y="164116"/>
                  </a:lnTo>
                  <a:lnTo>
                    <a:pt x="636746" y="164116"/>
                  </a:lnTo>
                  <a:lnTo>
                    <a:pt x="638321" y="164588"/>
                  </a:lnTo>
                  <a:lnTo>
                    <a:pt x="638412" y="166003"/>
                  </a:lnTo>
                  <a:lnTo>
                    <a:pt x="638169" y="166818"/>
                  </a:lnTo>
                  <a:lnTo>
                    <a:pt x="636480" y="168963"/>
                  </a:lnTo>
                  <a:lnTo>
                    <a:pt x="635764" y="170135"/>
                  </a:lnTo>
                  <a:lnTo>
                    <a:pt x="636457" y="171291"/>
                  </a:lnTo>
                  <a:lnTo>
                    <a:pt x="640284" y="167738"/>
                  </a:lnTo>
                  <a:lnTo>
                    <a:pt x="642003" y="166490"/>
                  </a:lnTo>
                  <a:lnTo>
                    <a:pt x="643464" y="166741"/>
                  </a:lnTo>
                  <a:lnTo>
                    <a:pt x="646363" y="165098"/>
                  </a:lnTo>
                  <a:lnTo>
                    <a:pt x="652207" y="164756"/>
                  </a:lnTo>
                  <a:lnTo>
                    <a:pt x="652648" y="162876"/>
                  </a:lnTo>
                  <a:lnTo>
                    <a:pt x="653812" y="162077"/>
                  </a:lnTo>
                  <a:lnTo>
                    <a:pt x="657023" y="162290"/>
                  </a:lnTo>
                  <a:lnTo>
                    <a:pt x="663277" y="163964"/>
                  </a:lnTo>
                  <a:lnTo>
                    <a:pt x="665506" y="165334"/>
                  </a:lnTo>
                  <a:lnTo>
                    <a:pt x="668847" y="166604"/>
                  </a:lnTo>
                  <a:lnTo>
                    <a:pt x="670604" y="168119"/>
                  </a:lnTo>
                  <a:lnTo>
                    <a:pt x="677946" y="170903"/>
                  </a:lnTo>
                  <a:lnTo>
                    <a:pt x="683280" y="171200"/>
                  </a:lnTo>
                  <a:lnTo>
                    <a:pt x="685920" y="169937"/>
                  </a:lnTo>
                  <a:lnTo>
                    <a:pt x="689215" y="171261"/>
                  </a:lnTo>
                  <a:lnTo>
                    <a:pt x="690957" y="172745"/>
                  </a:lnTo>
                  <a:lnTo>
                    <a:pt x="694381" y="173544"/>
                  </a:lnTo>
                  <a:lnTo>
                    <a:pt x="697835" y="173962"/>
                  </a:lnTo>
                  <a:lnTo>
                    <a:pt x="700475" y="172897"/>
                  </a:lnTo>
                  <a:lnTo>
                    <a:pt x="707292" y="172547"/>
                  </a:lnTo>
                  <a:lnTo>
                    <a:pt x="715852" y="170972"/>
                  </a:lnTo>
                  <a:lnTo>
                    <a:pt x="720958" y="171345"/>
                  </a:lnTo>
                  <a:lnTo>
                    <a:pt x="726740" y="172372"/>
                  </a:lnTo>
                  <a:lnTo>
                    <a:pt x="730864" y="175012"/>
                  </a:lnTo>
                  <a:lnTo>
                    <a:pt x="734333" y="176503"/>
                  </a:lnTo>
                  <a:lnTo>
                    <a:pt x="736433" y="177972"/>
                  </a:lnTo>
                  <a:lnTo>
                    <a:pt x="739819" y="179501"/>
                  </a:lnTo>
                  <a:lnTo>
                    <a:pt x="747040" y="183602"/>
                  </a:lnTo>
                  <a:lnTo>
                    <a:pt x="749573" y="185976"/>
                  </a:lnTo>
                  <a:lnTo>
                    <a:pt x="754047" y="189202"/>
                  </a:lnTo>
                  <a:lnTo>
                    <a:pt x="758544" y="190556"/>
                  </a:lnTo>
                  <a:lnTo>
                    <a:pt x="760971" y="193934"/>
                  </a:lnTo>
                  <a:lnTo>
                    <a:pt x="762896" y="195456"/>
                  </a:lnTo>
                  <a:lnTo>
                    <a:pt x="767659" y="201163"/>
                  </a:lnTo>
                  <a:lnTo>
                    <a:pt x="773061" y="205157"/>
                  </a:lnTo>
                  <a:lnTo>
                    <a:pt x="776675" y="209152"/>
                  </a:lnTo>
                  <a:lnTo>
                    <a:pt x="783614" y="211723"/>
                  </a:lnTo>
                  <a:lnTo>
                    <a:pt x="786323" y="215969"/>
                  </a:lnTo>
                  <a:lnTo>
                    <a:pt x="791017" y="216486"/>
                  </a:lnTo>
                  <a:lnTo>
                    <a:pt x="793018" y="217118"/>
                  </a:lnTo>
                  <a:lnTo>
                    <a:pt x="795453" y="218906"/>
                  </a:lnTo>
                  <a:lnTo>
                    <a:pt x="798793" y="219902"/>
                  </a:lnTo>
                  <a:lnTo>
                    <a:pt x="803145" y="219621"/>
                  </a:lnTo>
                  <a:lnTo>
                    <a:pt x="807946" y="219826"/>
                  </a:lnTo>
                  <a:lnTo>
                    <a:pt x="811834" y="218989"/>
                  </a:lnTo>
                  <a:lnTo>
                    <a:pt x="821025" y="220580"/>
                  </a:lnTo>
                  <a:lnTo>
                    <a:pt x="822471" y="221363"/>
                  </a:lnTo>
                  <a:lnTo>
                    <a:pt x="824373" y="223167"/>
                  </a:lnTo>
                  <a:lnTo>
                    <a:pt x="827729" y="229900"/>
                  </a:lnTo>
                  <a:lnTo>
                    <a:pt x="829730" y="237372"/>
                  </a:lnTo>
                  <a:lnTo>
                    <a:pt x="830719" y="243086"/>
                  </a:lnTo>
                  <a:lnTo>
                    <a:pt x="833009" y="247529"/>
                  </a:lnTo>
                  <a:lnTo>
                    <a:pt x="834257" y="255883"/>
                  </a:lnTo>
                  <a:lnTo>
                    <a:pt x="835322" y="258516"/>
                  </a:lnTo>
                  <a:lnTo>
                    <a:pt x="835406" y="260547"/>
                  </a:lnTo>
                  <a:lnTo>
                    <a:pt x="836311" y="261004"/>
                  </a:lnTo>
                  <a:lnTo>
                    <a:pt x="836920" y="266649"/>
                  </a:lnTo>
                  <a:lnTo>
                    <a:pt x="836684" y="268925"/>
                  </a:lnTo>
                  <a:lnTo>
                    <a:pt x="835801" y="271884"/>
                  </a:lnTo>
                  <a:lnTo>
                    <a:pt x="835740" y="273208"/>
                  </a:lnTo>
                  <a:lnTo>
                    <a:pt x="835870" y="274045"/>
                  </a:lnTo>
                  <a:lnTo>
                    <a:pt x="835482" y="275285"/>
                  </a:lnTo>
                  <a:lnTo>
                    <a:pt x="835360" y="276472"/>
                  </a:lnTo>
                  <a:lnTo>
                    <a:pt x="836250" y="279135"/>
                  </a:lnTo>
                  <a:lnTo>
                    <a:pt x="836296" y="281265"/>
                  </a:lnTo>
                  <a:lnTo>
                    <a:pt x="835101" y="283852"/>
                  </a:lnTo>
                  <a:lnTo>
                    <a:pt x="833473" y="290616"/>
                  </a:lnTo>
                  <a:lnTo>
                    <a:pt x="829395" y="301839"/>
                  </a:lnTo>
                  <a:lnTo>
                    <a:pt x="825484" y="308291"/>
                  </a:lnTo>
                  <a:lnTo>
                    <a:pt x="820013" y="314956"/>
                  </a:lnTo>
                  <a:lnTo>
                    <a:pt x="816445" y="318441"/>
                  </a:lnTo>
                  <a:lnTo>
                    <a:pt x="815030" y="318799"/>
                  </a:lnTo>
                  <a:lnTo>
                    <a:pt x="813736" y="318106"/>
                  </a:lnTo>
                  <a:lnTo>
                    <a:pt x="814657" y="319947"/>
                  </a:lnTo>
                  <a:lnTo>
                    <a:pt x="813858" y="321568"/>
                  </a:lnTo>
                  <a:lnTo>
                    <a:pt x="810236" y="326483"/>
                  </a:lnTo>
                  <a:lnTo>
                    <a:pt x="806638" y="329694"/>
                  </a:lnTo>
                  <a:lnTo>
                    <a:pt x="802902" y="335279"/>
                  </a:lnTo>
                  <a:lnTo>
                    <a:pt x="802620" y="335408"/>
                  </a:lnTo>
                  <a:lnTo>
                    <a:pt x="797835" y="337569"/>
                  </a:lnTo>
                  <a:lnTo>
                    <a:pt x="795004" y="339334"/>
                  </a:lnTo>
                  <a:lnTo>
                    <a:pt x="791382" y="342545"/>
                  </a:lnTo>
                  <a:lnTo>
                    <a:pt x="788058" y="347612"/>
                  </a:lnTo>
                  <a:lnTo>
                    <a:pt x="787373" y="348259"/>
                  </a:lnTo>
                  <a:lnTo>
                    <a:pt x="786148" y="347901"/>
                  </a:lnTo>
                  <a:lnTo>
                    <a:pt x="786186" y="350473"/>
                  </a:lnTo>
                  <a:lnTo>
                    <a:pt x="783325" y="354551"/>
                  </a:lnTo>
                  <a:lnTo>
                    <a:pt x="782450" y="355152"/>
                  </a:lnTo>
                  <a:lnTo>
                    <a:pt x="782473" y="353996"/>
                  </a:lnTo>
                  <a:lnTo>
                    <a:pt x="782967" y="353113"/>
                  </a:lnTo>
                  <a:lnTo>
                    <a:pt x="783196" y="352177"/>
                  </a:lnTo>
                  <a:lnTo>
                    <a:pt x="783180" y="351066"/>
                  </a:lnTo>
                  <a:lnTo>
                    <a:pt x="782382" y="351873"/>
                  </a:lnTo>
                  <a:lnTo>
                    <a:pt x="780685" y="354932"/>
                  </a:lnTo>
                  <a:lnTo>
                    <a:pt x="781255" y="357169"/>
                  </a:lnTo>
                  <a:lnTo>
                    <a:pt x="780030" y="360554"/>
                  </a:lnTo>
                  <a:lnTo>
                    <a:pt x="775344" y="370232"/>
                  </a:lnTo>
                  <a:lnTo>
                    <a:pt x="769607" y="378381"/>
                  </a:lnTo>
                  <a:lnTo>
                    <a:pt x="768283" y="380900"/>
                  </a:lnTo>
                  <a:lnTo>
                    <a:pt x="763573" y="386400"/>
                  </a:lnTo>
                  <a:lnTo>
                    <a:pt x="760111" y="389056"/>
                  </a:lnTo>
                  <a:lnTo>
                    <a:pt x="759137" y="389071"/>
                  </a:lnTo>
                  <a:lnTo>
                    <a:pt x="758034" y="388843"/>
                  </a:lnTo>
                  <a:lnTo>
                    <a:pt x="757479" y="384613"/>
                  </a:lnTo>
                  <a:lnTo>
                    <a:pt x="754724" y="382056"/>
                  </a:lnTo>
                  <a:lnTo>
                    <a:pt x="753933" y="381607"/>
                  </a:lnTo>
                  <a:lnTo>
                    <a:pt x="752807" y="384316"/>
                  </a:lnTo>
                  <a:lnTo>
                    <a:pt x="751863" y="385061"/>
                  </a:lnTo>
                  <a:lnTo>
                    <a:pt x="750502" y="385221"/>
                  </a:lnTo>
                  <a:lnTo>
                    <a:pt x="751955" y="386400"/>
                  </a:lnTo>
                  <a:lnTo>
                    <a:pt x="752381" y="387770"/>
                  </a:lnTo>
                  <a:lnTo>
                    <a:pt x="750897" y="390509"/>
                  </a:lnTo>
                  <a:lnTo>
                    <a:pt x="750852" y="392997"/>
                  </a:lnTo>
                  <a:lnTo>
                    <a:pt x="748204" y="395744"/>
                  </a:lnTo>
                  <a:lnTo>
                    <a:pt x="746667" y="397752"/>
                  </a:lnTo>
                  <a:lnTo>
                    <a:pt x="745891" y="400271"/>
                  </a:lnTo>
                  <a:lnTo>
                    <a:pt x="745419" y="402622"/>
                  </a:lnTo>
                  <a:lnTo>
                    <a:pt x="746583" y="401983"/>
                  </a:lnTo>
                  <a:lnTo>
                    <a:pt x="747139" y="402477"/>
                  </a:lnTo>
                  <a:lnTo>
                    <a:pt x="747572" y="403208"/>
                  </a:lnTo>
                  <a:lnTo>
                    <a:pt x="747306" y="404288"/>
                  </a:lnTo>
                  <a:lnTo>
                    <a:pt x="746454" y="406335"/>
                  </a:lnTo>
                  <a:lnTo>
                    <a:pt x="746583" y="411425"/>
                  </a:lnTo>
                  <a:lnTo>
                    <a:pt x="746302" y="412582"/>
                  </a:lnTo>
                  <a:lnTo>
                    <a:pt x="747146" y="413837"/>
                  </a:lnTo>
                  <a:lnTo>
                    <a:pt x="748044" y="411699"/>
                  </a:lnTo>
                  <a:lnTo>
                    <a:pt x="748561" y="412300"/>
                  </a:lnTo>
                  <a:lnTo>
                    <a:pt x="746058" y="425965"/>
                  </a:lnTo>
                  <a:lnTo>
                    <a:pt x="747040" y="432128"/>
                  </a:lnTo>
                  <a:lnTo>
                    <a:pt x="747405" y="439120"/>
                  </a:lnTo>
                  <a:lnTo>
                    <a:pt x="748531" y="445960"/>
                  </a:lnTo>
                  <a:lnTo>
                    <a:pt x="749771" y="452078"/>
                  </a:lnTo>
                  <a:lnTo>
                    <a:pt x="749870" y="452565"/>
                  </a:lnTo>
                  <a:lnTo>
                    <a:pt x="748158" y="459679"/>
                  </a:lnTo>
                  <a:lnTo>
                    <a:pt x="745967" y="466709"/>
                  </a:lnTo>
                  <a:lnTo>
                    <a:pt x="744651" y="472453"/>
                  </a:lnTo>
                  <a:lnTo>
                    <a:pt x="743821" y="478662"/>
                  </a:lnTo>
                  <a:lnTo>
                    <a:pt x="742992" y="481652"/>
                  </a:lnTo>
                  <a:lnTo>
                    <a:pt x="742726" y="484711"/>
                  </a:lnTo>
                  <a:lnTo>
                    <a:pt x="743677" y="491969"/>
                  </a:lnTo>
                  <a:lnTo>
                    <a:pt x="744034" y="493347"/>
                  </a:lnTo>
                  <a:lnTo>
                    <a:pt x="741379" y="496588"/>
                  </a:lnTo>
                  <a:lnTo>
                    <a:pt x="738510" y="498163"/>
                  </a:lnTo>
                  <a:lnTo>
                    <a:pt x="736928" y="499730"/>
                  </a:lnTo>
                  <a:lnTo>
                    <a:pt x="733428" y="505589"/>
                  </a:lnTo>
                  <a:lnTo>
                    <a:pt x="731526" y="514262"/>
                  </a:lnTo>
                  <a:lnTo>
                    <a:pt x="731480" y="518881"/>
                  </a:lnTo>
                  <a:lnTo>
                    <a:pt x="732378" y="528574"/>
                  </a:lnTo>
                  <a:lnTo>
                    <a:pt x="731708" y="532538"/>
                  </a:lnTo>
                  <a:lnTo>
                    <a:pt x="730598" y="535194"/>
                  </a:lnTo>
                  <a:lnTo>
                    <a:pt x="729289" y="536936"/>
                  </a:lnTo>
                  <a:lnTo>
                    <a:pt x="725949" y="539028"/>
                  </a:lnTo>
                  <a:lnTo>
                    <a:pt x="722951" y="544134"/>
                  </a:lnTo>
                  <a:lnTo>
                    <a:pt x="721650" y="549505"/>
                  </a:lnTo>
                  <a:lnTo>
                    <a:pt x="719596" y="551468"/>
                  </a:lnTo>
                  <a:lnTo>
                    <a:pt x="719177" y="554481"/>
                  </a:lnTo>
                  <a:lnTo>
                    <a:pt x="717526" y="557738"/>
                  </a:lnTo>
                  <a:lnTo>
                    <a:pt x="713242" y="562600"/>
                  </a:lnTo>
                  <a:lnTo>
                    <a:pt x="710458" y="564015"/>
                  </a:lnTo>
                  <a:lnTo>
                    <a:pt x="709134" y="565377"/>
                  </a:lnTo>
                  <a:lnTo>
                    <a:pt x="708289" y="568230"/>
                  </a:lnTo>
                  <a:lnTo>
                    <a:pt x="705603" y="572932"/>
                  </a:lnTo>
                  <a:lnTo>
                    <a:pt x="703625" y="579042"/>
                  </a:lnTo>
                  <a:lnTo>
                    <a:pt x="704143" y="581119"/>
                  </a:lnTo>
                  <a:lnTo>
                    <a:pt x="704173" y="581439"/>
                  </a:lnTo>
                  <a:lnTo>
                    <a:pt x="704896" y="588514"/>
                  </a:lnTo>
                  <a:lnTo>
                    <a:pt x="704630" y="590318"/>
                  </a:lnTo>
                  <a:lnTo>
                    <a:pt x="702020" y="592273"/>
                  </a:lnTo>
                  <a:lnTo>
                    <a:pt x="692190" y="595925"/>
                  </a:lnTo>
                  <a:lnTo>
                    <a:pt x="689572" y="597439"/>
                  </a:lnTo>
                  <a:lnTo>
                    <a:pt x="683706" y="603663"/>
                  </a:lnTo>
                  <a:lnTo>
                    <a:pt x="683341" y="605131"/>
                  </a:lnTo>
                  <a:lnTo>
                    <a:pt x="683584" y="607231"/>
                  </a:lnTo>
                  <a:lnTo>
                    <a:pt x="684543" y="608441"/>
                  </a:lnTo>
                  <a:lnTo>
                    <a:pt x="683554" y="609750"/>
                  </a:lnTo>
                  <a:lnTo>
                    <a:pt x="682382" y="612101"/>
                  </a:lnTo>
                  <a:lnTo>
                    <a:pt x="680670" y="611956"/>
                  </a:lnTo>
                  <a:lnTo>
                    <a:pt x="670878" y="611956"/>
                  </a:lnTo>
                  <a:lnTo>
                    <a:pt x="665582" y="612702"/>
                  </a:lnTo>
                  <a:lnTo>
                    <a:pt x="662828" y="612557"/>
                  </a:lnTo>
                  <a:lnTo>
                    <a:pt x="661588" y="611994"/>
                  </a:lnTo>
                  <a:lnTo>
                    <a:pt x="660203" y="611074"/>
                  </a:lnTo>
                  <a:lnTo>
                    <a:pt x="659785" y="609864"/>
                  </a:lnTo>
                  <a:lnTo>
                    <a:pt x="660538" y="608038"/>
                  </a:lnTo>
                  <a:lnTo>
                    <a:pt x="660089" y="606950"/>
                  </a:lnTo>
                  <a:lnTo>
                    <a:pt x="658636" y="606988"/>
                  </a:lnTo>
                  <a:lnTo>
                    <a:pt x="657046" y="607505"/>
                  </a:lnTo>
                  <a:lnTo>
                    <a:pt x="656772" y="608593"/>
                  </a:lnTo>
                  <a:lnTo>
                    <a:pt x="656886" y="609377"/>
                  </a:lnTo>
                  <a:lnTo>
                    <a:pt x="657479" y="610511"/>
                  </a:lnTo>
                  <a:lnTo>
                    <a:pt x="657806" y="611911"/>
                  </a:lnTo>
                  <a:lnTo>
                    <a:pt x="657152" y="613121"/>
                  </a:lnTo>
                  <a:lnTo>
                    <a:pt x="654048" y="613280"/>
                  </a:lnTo>
                  <a:lnTo>
                    <a:pt x="650563" y="614391"/>
                  </a:lnTo>
                  <a:lnTo>
                    <a:pt x="646211" y="614855"/>
                  </a:lnTo>
                  <a:lnTo>
                    <a:pt x="642742" y="615662"/>
                  </a:lnTo>
                  <a:lnTo>
                    <a:pt x="641144" y="614642"/>
                  </a:lnTo>
                  <a:lnTo>
                    <a:pt x="642742" y="614132"/>
                  </a:lnTo>
                  <a:lnTo>
                    <a:pt x="645039" y="614376"/>
                  </a:lnTo>
                  <a:lnTo>
                    <a:pt x="647504" y="613531"/>
                  </a:lnTo>
                  <a:lnTo>
                    <a:pt x="646926" y="612535"/>
                  </a:lnTo>
                  <a:lnTo>
                    <a:pt x="643441" y="611257"/>
                  </a:lnTo>
                  <a:lnTo>
                    <a:pt x="639569" y="612040"/>
                  </a:lnTo>
                  <a:lnTo>
                    <a:pt x="637423" y="613569"/>
                  </a:lnTo>
                  <a:lnTo>
                    <a:pt x="632729" y="613425"/>
                  </a:lnTo>
                  <a:lnTo>
                    <a:pt x="626976" y="614589"/>
                  </a:lnTo>
                  <a:lnTo>
                    <a:pt x="626041" y="615776"/>
                  </a:lnTo>
                  <a:lnTo>
                    <a:pt x="626200" y="618074"/>
                  </a:lnTo>
                  <a:lnTo>
                    <a:pt x="627319" y="618576"/>
                  </a:lnTo>
                  <a:lnTo>
                    <a:pt x="628422" y="619626"/>
                  </a:lnTo>
                  <a:lnTo>
                    <a:pt x="627365" y="620607"/>
                  </a:lnTo>
                  <a:lnTo>
                    <a:pt x="626337" y="621041"/>
                  </a:lnTo>
                  <a:lnTo>
                    <a:pt x="620266" y="622114"/>
                  </a:lnTo>
                  <a:lnTo>
                    <a:pt x="614635" y="626610"/>
                  </a:lnTo>
                  <a:lnTo>
                    <a:pt x="612284" y="627173"/>
                  </a:lnTo>
                  <a:lnTo>
                    <a:pt x="610192" y="629159"/>
                  </a:lnTo>
                  <a:lnTo>
                    <a:pt x="609979" y="630856"/>
                  </a:lnTo>
                  <a:lnTo>
                    <a:pt x="609317" y="631883"/>
                  </a:lnTo>
                  <a:lnTo>
                    <a:pt x="607978" y="631936"/>
                  </a:lnTo>
                  <a:lnTo>
                    <a:pt x="605041" y="631008"/>
                  </a:lnTo>
                  <a:lnTo>
                    <a:pt x="601229" y="630985"/>
                  </a:lnTo>
                  <a:lnTo>
                    <a:pt x="598475" y="631724"/>
                  </a:lnTo>
                  <a:lnTo>
                    <a:pt x="584406" y="639035"/>
                  </a:lnTo>
                  <a:lnTo>
                    <a:pt x="579354" y="641972"/>
                  </a:lnTo>
                  <a:lnTo>
                    <a:pt x="573595" y="647960"/>
                  </a:lnTo>
                  <a:lnTo>
                    <a:pt x="563879" y="654686"/>
                  </a:lnTo>
                  <a:lnTo>
                    <a:pt x="558773" y="658711"/>
                  </a:lnTo>
                  <a:lnTo>
                    <a:pt x="557807" y="659753"/>
                  </a:lnTo>
                  <a:lnTo>
                    <a:pt x="557000" y="659807"/>
                  </a:lnTo>
                  <a:lnTo>
                    <a:pt x="555403" y="660643"/>
                  </a:lnTo>
                  <a:lnTo>
                    <a:pt x="556034" y="661336"/>
                  </a:lnTo>
                  <a:lnTo>
                    <a:pt x="557122" y="661397"/>
                  </a:lnTo>
                  <a:lnTo>
                    <a:pt x="556673" y="663748"/>
                  </a:lnTo>
                  <a:lnTo>
                    <a:pt x="554642" y="665353"/>
                  </a:lnTo>
                  <a:lnTo>
                    <a:pt x="550830" y="669576"/>
                  </a:lnTo>
                  <a:lnTo>
                    <a:pt x="549985" y="669264"/>
                  </a:lnTo>
                  <a:lnTo>
                    <a:pt x="551195" y="667065"/>
                  </a:lnTo>
                  <a:lnTo>
                    <a:pt x="549323" y="666981"/>
                  </a:lnTo>
                  <a:lnTo>
                    <a:pt x="546569" y="666175"/>
                  </a:lnTo>
                  <a:lnTo>
                    <a:pt x="545375" y="667080"/>
                  </a:lnTo>
                  <a:lnTo>
                    <a:pt x="546036" y="669256"/>
                  </a:lnTo>
                  <a:lnTo>
                    <a:pt x="545002" y="670192"/>
                  </a:lnTo>
                  <a:lnTo>
                    <a:pt x="543122" y="670299"/>
                  </a:lnTo>
                  <a:lnTo>
                    <a:pt x="541418" y="670040"/>
                  </a:lnTo>
                  <a:lnTo>
                    <a:pt x="539546" y="668450"/>
                  </a:lnTo>
                  <a:lnTo>
                    <a:pt x="540391" y="671334"/>
                  </a:lnTo>
                  <a:lnTo>
                    <a:pt x="544347" y="672033"/>
                  </a:lnTo>
                  <a:lnTo>
                    <a:pt x="545991" y="672711"/>
                  </a:lnTo>
                  <a:lnTo>
                    <a:pt x="546607" y="673821"/>
                  </a:lnTo>
                  <a:lnTo>
                    <a:pt x="543533" y="678972"/>
                  </a:lnTo>
                  <a:lnTo>
                    <a:pt x="540962" y="679642"/>
                  </a:lnTo>
                  <a:lnTo>
                    <a:pt x="540680" y="680373"/>
                  </a:lnTo>
                  <a:lnTo>
                    <a:pt x="542095" y="680373"/>
                  </a:lnTo>
                  <a:lnTo>
                    <a:pt x="542879" y="681803"/>
                  </a:lnTo>
                  <a:lnTo>
                    <a:pt x="541958" y="687570"/>
                  </a:lnTo>
                  <a:lnTo>
                    <a:pt x="540688" y="688666"/>
                  </a:lnTo>
                  <a:lnTo>
                    <a:pt x="539942" y="688696"/>
                  </a:lnTo>
                  <a:lnTo>
                    <a:pt x="539204" y="689685"/>
                  </a:lnTo>
                  <a:lnTo>
                    <a:pt x="540216" y="691572"/>
                  </a:lnTo>
                  <a:lnTo>
                    <a:pt x="541266" y="692950"/>
                  </a:lnTo>
                  <a:lnTo>
                    <a:pt x="541121" y="695628"/>
                  </a:lnTo>
                  <a:lnTo>
                    <a:pt x="540726" y="697841"/>
                  </a:lnTo>
                  <a:lnTo>
                    <a:pt x="540703" y="699995"/>
                  </a:lnTo>
                  <a:lnTo>
                    <a:pt x="542027" y="704165"/>
                  </a:lnTo>
                  <a:lnTo>
                    <a:pt x="542506" y="708448"/>
                  </a:lnTo>
                  <a:lnTo>
                    <a:pt x="543039" y="710008"/>
                  </a:lnTo>
                  <a:lnTo>
                    <a:pt x="543343" y="711743"/>
                  </a:lnTo>
                  <a:lnTo>
                    <a:pt x="542460" y="713363"/>
                  </a:lnTo>
                  <a:lnTo>
                    <a:pt x="542963" y="715965"/>
                  </a:lnTo>
                  <a:lnTo>
                    <a:pt x="541456" y="720401"/>
                  </a:lnTo>
                  <a:lnTo>
                    <a:pt x="542248" y="726807"/>
                  </a:lnTo>
                  <a:lnTo>
                    <a:pt x="541928" y="732834"/>
                  </a:lnTo>
                  <a:lnTo>
                    <a:pt x="541335" y="736006"/>
                  </a:lnTo>
                  <a:lnTo>
                    <a:pt x="540376" y="738487"/>
                  </a:lnTo>
                  <a:lnTo>
                    <a:pt x="538154" y="741682"/>
                  </a:lnTo>
                  <a:lnTo>
                    <a:pt x="538108" y="744886"/>
                  </a:lnTo>
                  <a:lnTo>
                    <a:pt x="533323" y="747876"/>
                  </a:lnTo>
                  <a:lnTo>
                    <a:pt x="528035" y="752052"/>
                  </a:lnTo>
                  <a:lnTo>
                    <a:pt x="523150" y="757014"/>
                  </a:lnTo>
                  <a:lnTo>
                    <a:pt x="517893" y="764021"/>
                  </a:lnTo>
                  <a:lnTo>
                    <a:pt x="511760" y="774718"/>
                  </a:lnTo>
                  <a:lnTo>
                    <a:pt x="506076" y="790065"/>
                  </a:lnTo>
                  <a:lnTo>
                    <a:pt x="499236" y="801721"/>
                  </a:lnTo>
                  <a:lnTo>
                    <a:pt x="496497" y="805944"/>
                  </a:lnTo>
                  <a:lnTo>
                    <a:pt x="492799" y="810677"/>
                  </a:lnTo>
                  <a:lnTo>
                    <a:pt x="487877" y="816200"/>
                  </a:lnTo>
                  <a:lnTo>
                    <a:pt x="481288" y="821740"/>
                  </a:lnTo>
                  <a:lnTo>
                    <a:pt x="474075" y="826685"/>
                  </a:lnTo>
                  <a:lnTo>
                    <a:pt x="471473" y="828914"/>
                  </a:lnTo>
                  <a:lnTo>
                    <a:pt x="468931" y="832057"/>
                  </a:lnTo>
                  <a:lnTo>
                    <a:pt x="468300" y="830756"/>
                  </a:lnTo>
                  <a:lnTo>
                    <a:pt x="468848" y="828610"/>
                  </a:lnTo>
                  <a:lnTo>
                    <a:pt x="468498" y="827004"/>
                  </a:lnTo>
                  <a:lnTo>
                    <a:pt x="468422" y="824927"/>
                  </a:lnTo>
                  <a:lnTo>
                    <a:pt x="469875" y="824539"/>
                  </a:lnTo>
                  <a:lnTo>
                    <a:pt x="472051" y="825863"/>
                  </a:lnTo>
                  <a:lnTo>
                    <a:pt x="473162" y="824965"/>
                  </a:lnTo>
                  <a:lnTo>
                    <a:pt x="473968" y="824083"/>
                  </a:lnTo>
                  <a:lnTo>
                    <a:pt x="476593" y="823528"/>
                  </a:lnTo>
                  <a:lnTo>
                    <a:pt x="481600" y="818103"/>
                  </a:lnTo>
                  <a:lnTo>
                    <a:pt x="485313" y="816102"/>
                  </a:lnTo>
                  <a:lnTo>
                    <a:pt x="487405" y="812685"/>
                  </a:lnTo>
                  <a:lnTo>
                    <a:pt x="487762" y="810874"/>
                  </a:lnTo>
                  <a:lnTo>
                    <a:pt x="487679" y="807200"/>
                  </a:lnTo>
                  <a:lnTo>
                    <a:pt x="488866" y="806263"/>
                  </a:lnTo>
                  <a:lnTo>
                    <a:pt x="491552" y="806583"/>
                  </a:lnTo>
                  <a:lnTo>
                    <a:pt x="492099" y="805533"/>
                  </a:lnTo>
                  <a:lnTo>
                    <a:pt x="491863" y="804377"/>
                  </a:lnTo>
                  <a:lnTo>
                    <a:pt x="492388" y="801851"/>
                  </a:lnTo>
                  <a:lnTo>
                    <a:pt x="496033" y="799614"/>
                  </a:lnTo>
                  <a:lnTo>
                    <a:pt x="497760" y="796920"/>
                  </a:lnTo>
                  <a:lnTo>
                    <a:pt x="497182" y="790058"/>
                  </a:lnTo>
                  <a:lnTo>
                    <a:pt x="497852" y="789746"/>
                  </a:lnTo>
                  <a:lnTo>
                    <a:pt x="499350" y="790811"/>
                  </a:lnTo>
                  <a:lnTo>
                    <a:pt x="500058" y="790369"/>
                  </a:lnTo>
                  <a:lnTo>
                    <a:pt x="500811" y="787364"/>
                  </a:lnTo>
                  <a:lnTo>
                    <a:pt x="500446" y="785804"/>
                  </a:lnTo>
                  <a:lnTo>
                    <a:pt x="498681" y="785393"/>
                  </a:lnTo>
                  <a:lnTo>
                    <a:pt x="492579" y="788779"/>
                  </a:lnTo>
                  <a:lnTo>
                    <a:pt x="490593" y="788635"/>
                  </a:lnTo>
                  <a:lnTo>
                    <a:pt x="490266" y="785979"/>
                  </a:lnTo>
                  <a:lnTo>
                    <a:pt x="487298" y="784762"/>
                  </a:lnTo>
                  <a:lnTo>
                    <a:pt x="486142" y="782555"/>
                  </a:lnTo>
                  <a:lnTo>
                    <a:pt x="485799" y="781049"/>
                  </a:lnTo>
                  <a:lnTo>
                    <a:pt x="484772" y="780433"/>
                  </a:lnTo>
                  <a:lnTo>
                    <a:pt x="484833" y="783043"/>
                  </a:lnTo>
                  <a:lnTo>
                    <a:pt x="485115" y="785576"/>
                  </a:lnTo>
                  <a:lnTo>
                    <a:pt x="487778" y="788536"/>
                  </a:lnTo>
                  <a:lnTo>
                    <a:pt x="487131" y="789715"/>
                  </a:lnTo>
                  <a:lnTo>
                    <a:pt x="485868" y="791084"/>
                  </a:lnTo>
                  <a:lnTo>
                    <a:pt x="484985" y="794135"/>
                  </a:lnTo>
                  <a:lnTo>
                    <a:pt x="485084" y="798099"/>
                  </a:lnTo>
                  <a:lnTo>
                    <a:pt x="484369" y="796890"/>
                  </a:lnTo>
                  <a:lnTo>
                    <a:pt x="483456" y="796190"/>
                  </a:lnTo>
                  <a:lnTo>
                    <a:pt x="483083" y="800451"/>
                  </a:lnTo>
                  <a:lnTo>
                    <a:pt x="481318" y="802087"/>
                  </a:lnTo>
                  <a:lnTo>
                    <a:pt x="480763" y="803692"/>
                  </a:lnTo>
                  <a:lnTo>
                    <a:pt x="481227" y="805556"/>
                  </a:lnTo>
                  <a:lnTo>
                    <a:pt x="480314" y="806842"/>
                  </a:lnTo>
                  <a:lnTo>
                    <a:pt x="475817" y="810304"/>
                  </a:lnTo>
                  <a:lnTo>
                    <a:pt x="471336" y="812670"/>
                  </a:lnTo>
                  <a:lnTo>
                    <a:pt x="470362" y="813781"/>
                  </a:lnTo>
                  <a:lnTo>
                    <a:pt x="469882" y="816429"/>
                  </a:lnTo>
                  <a:lnTo>
                    <a:pt x="469198" y="819145"/>
                  </a:lnTo>
                  <a:lnTo>
                    <a:pt x="467212" y="821542"/>
                  </a:lnTo>
                  <a:lnTo>
                    <a:pt x="465637" y="826305"/>
                  </a:lnTo>
                  <a:lnTo>
                    <a:pt x="465675" y="828359"/>
                  </a:lnTo>
                  <a:lnTo>
                    <a:pt x="466200" y="831387"/>
                  </a:lnTo>
                  <a:lnTo>
                    <a:pt x="467044" y="833381"/>
                  </a:lnTo>
                  <a:lnTo>
                    <a:pt x="465705" y="834712"/>
                  </a:lnTo>
                  <a:lnTo>
                    <a:pt x="463902" y="837299"/>
                  </a:lnTo>
                  <a:lnTo>
                    <a:pt x="462472" y="840221"/>
                  </a:lnTo>
                  <a:lnTo>
                    <a:pt x="458911" y="851215"/>
                  </a:lnTo>
                  <a:lnTo>
                    <a:pt x="455845" y="857872"/>
                  </a:lnTo>
                  <a:lnTo>
                    <a:pt x="453478" y="861137"/>
                  </a:lnTo>
                  <a:lnTo>
                    <a:pt x="450108" y="864583"/>
                  </a:lnTo>
                  <a:lnTo>
                    <a:pt x="440506" y="873265"/>
                  </a:lnTo>
                  <a:lnTo>
                    <a:pt x="439927" y="873143"/>
                  </a:lnTo>
                  <a:lnTo>
                    <a:pt x="438520" y="872443"/>
                  </a:lnTo>
                  <a:lnTo>
                    <a:pt x="437341" y="871614"/>
                  </a:lnTo>
                  <a:lnTo>
                    <a:pt x="437074" y="871058"/>
                  </a:lnTo>
                  <a:lnTo>
                    <a:pt x="436937" y="870229"/>
                  </a:lnTo>
                  <a:lnTo>
                    <a:pt x="437097" y="867102"/>
                  </a:lnTo>
                  <a:lnTo>
                    <a:pt x="437074" y="858717"/>
                  </a:lnTo>
                  <a:lnTo>
                    <a:pt x="437493" y="857135"/>
                  </a:lnTo>
                  <a:lnTo>
                    <a:pt x="438117" y="856115"/>
                  </a:lnTo>
                  <a:lnTo>
                    <a:pt x="439988" y="854639"/>
                  </a:lnTo>
                  <a:lnTo>
                    <a:pt x="441807" y="852531"/>
                  </a:lnTo>
                  <a:lnTo>
                    <a:pt x="443861" y="849845"/>
                  </a:lnTo>
                  <a:lnTo>
                    <a:pt x="445756" y="847715"/>
                  </a:lnTo>
                  <a:lnTo>
                    <a:pt x="445079" y="846285"/>
                  </a:lnTo>
                  <a:lnTo>
                    <a:pt x="443496" y="844900"/>
                  </a:lnTo>
                  <a:lnTo>
                    <a:pt x="440688" y="843789"/>
                  </a:lnTo>
                  <a:lnTo>
                    <a:pt x="437987" y="841826"/>
                  </a:lnTo>
                  <a:lnTo>
                    <a:pt x="435591" y="839300"/>
                  </a:lnTo>
                  <a:lnTo>
                    <a:pt x="434480" y="836675"/>
                  </a:lnTo>
                  <a:lnTo>
                    <a:pt x="433460" y="833844"/>
                  </a:lnTo>
                  <a:lnTo>
                    <a:pt x="432494" y="831615"/>
                  </a:lnTo>
                  <a:lnTo>
                    <a:pt x="432174" y="830596"/>
                  </a:lnTo>
                  <a:lnTo>
                    <a:pt x="431223" y="830170"/>
                  </a:lnTo>
                  <a:lnTo>
                    <a:pt x="429717" y="829036"/>
                  </a:lnTo>
                  <a:lnTo>
                    <a:pt x="428773" y="827978"/>
                  </a:lnTo>
                  <a:lnTo>
                    <a:pt x="427396" y="827370"/>
                  </a:lnTo>
                  <a:lnTo>
                    <a:pt x="424931" y="826708"/>
                  </a:lnTo>
                  <a:lnTo>
                    <a:pt x="422367" y="825544"/>
                  </a:lnTo>
                  <a:lnTo>
                    <a:pt x="419179" y="822790"/>
                  </a:lnTo>
                  <a:lnTo>
                    <a:pt x="416881" y="819739"/>
                  </a:lnTo>
                  <a:lnTo>
                    <a:pt x="415747" y="817722"/>
                  </a:lnTo>
                  <a:lnTo>
                    <a:pt x="414538" y="816307"/>
                  </a:lnTo>
                  <a:lnTo>
                    <a:pt x="407956" y="813963"/>
                  </a:lnTo>
                  <a:lnTo>
                    <a:pt x="404966" y="811171"/>
                  </a:lnTo>
                  <a:lnTo>
                    <a:pt x="403787" y="812046"/>
                  </a:lnTo>
                  <a:lnTo>
                    <a:pt x="402029" y="811194"/>
                  </a:lnTo>
                  <a:lnTo>
                    <a:pt x="400294" y="809855"/>
                  </a:lnTo>
                  <a:lnTo>
                    <a:pt x="399777" y="808820"/>
                  </a:lnTo>
                  <a:lnTo>
                    <a:pt x="399047" y="807762"/>
                  </a:lnTo>
                  <a:lnTo>
                    <a:pt x="398362" y="806553"/>
                  </a:lnTo>
                  <a:lnTo>
                    <a:pt x="397921" y="805396"/>
                  </a:lnTo>
                  <a:lnTo>
                    <a:pt x="396140" y="803365"/>
                  </a:lnTo>
                  <a:lnTo>
                    <a:pt x="393835" y="801174"/>
                  </a:lnTo>
                  <a:lnTo>
                    <a:pt x="392861" y="800550"/>
                  </a:lnTo>
                  <a:lnTo>
                    <a:pt x="392344" y="800732"/>
                  </a:lnTo>
                  <a:lnTo>
                    <a:pt x="391849" y="801569"/>
                  </a:lnTo>
                  <a:lnTo>
                    <a:pt x="391529" y="802383"/>
                  </a:lnTo>
                  <a:lnTo>
                    <a:pt x="390662" y="802924"/>
                  </a:lnTo>
                  <a:lnTo>
                    <a:pt x="389589" y="803928"/>
                  </a:lnTo>
                  <a:lnTo>
                    <a:pt x="388486" y="805161"/>
                  </a:lnTo>
                  <a:lnTo>
                    <a:pt x="387078" y="805975"/>
                  </a:lnTo>
                  <a:lnTo>
                    <a:pt x="385404" y="806256"/>
                  </a:lnTo>
                  <a:lnTo>
                    <a:pt x="384278" y="806218"/>
                  </a:lnTo>
                  <a:lnTo>
                    <a:pt x="384050" y="805731"/>
                  </a:lnTo>
                  <a:lnTo>
                    <a:pt x="383989" y="804050"/>
                  </a:lnTo>
                  <a:lnTo>
                    <a:pt x="384408" y="800223"/>
                  </a:lnTo>
                  <a:lnTo>
                    <a:pt x="383434" y="798746"/>
                  </a:lnTo>
                  <a:lnTo>
                    <a:pt x="382133" y="797164"/>
                  </a:lnTo>
                  <a:lnTo>
                    <a:pt x="380634" y="795056"/>
                  </a:lnTo>
                  <a:lnTo>
                    <a:pt x="375703" y="790590"/>
                  </a:lnTo>
                  <a:lnTo>
                    <a:pt x="368985" y="784176"/>
                  </a:lnTo>
                  <a:lnTo>
                    <a:pt x="366611" y="782221"/>
                  </a:lnTo>
                  <a:lnTo>
                    <a:pt x="364382" y="782068"/>
                  </a:lnTo>
                  <a:lnTo>
                    <a:pt x="362343" y="782289"/>
                  </a:lnTo>
                  <a:lnTo>
                    <a:pt x="360464" y="783134"/>
                  </a:lnTo>
                  <a:lnTo>
                    <a:pt x="359041" y="786094"/>
                  </a:lnTo>
                  <a:lnTo>
                    <a:pt x="358455" y="786550"/>
                  </a:lnTo>
                  <a:lnTo>
                    <a:pt x="354833" y="786489"/>
                  </a:lnTo>
                  <a:lnTo>
                    <a:pt x="351234" y="786010"/>
                  </a:lnTo>
                  <a:lnTo>
                    <a:pt x="350025" y="784206"/>
                  </a:lnTo>
                  <a:lnTo>
                    <a:pt x="350983" y="783035"/>
                  </a:lnTo>
                  <a:lnTo>
                    <a:pt x="354369" y="780433"/>
                  </a:lnTo>
                  <a:lnTo>
                    <a:pt x="356241" y="778112"/>
                  </a:lnTo>
                  <a:lnTo>
                    <a:pt x="356598" y="776080"/>
                  </a:lnTo>
                  <a:lnTo>
                    <a:pt x="358219" y="774254"/>
                  </a:lnTo>
                  <a:lnTo>
                    <a:pt x="361110" y="772642"/>
                  </a:lnTo>
                  <a:lnTo>
                    <a:pt x="364329" y="769674"/>
                  </a:lnTo>
                  <a:lnTo>
                    <a:pt x="367874" y="765353"/>
                  </a:lnTo>
                  <a:lnTo>
                    <a:pt x="370035" y="762172"/>
                  </a:lnTo>
                  <a:lnTo>
                    <a:pt x="370796" y="760118"/>
                  </a:lnTo>
                  <a:lnTo>
                    <a:pt x="372188" y="758535"/>
                  </a:lnTo>
                  <a:lnTo>
                    <a:pt x="374212" y="757425"/>
                  </a:lnTo>
                  <a:lnTo>
                    <a:pt x="375977" y="755111"/>
                  </a:lnTo>
                  <a:lnTo>
                    <a:pt x="377492" y="751596"/>
                  </a:lnTo>
                  <a:lnTo>
                    <a:pt x="379554" y="748804"/>
                  </a:lnTo>
                  <a:lnTo>
                    <a:pt x="382171" y="746734"/>
                  </a:lnTo>
                  <a:lnTo>
                    <a:pt x="383639" y="745015"/>
                  </a:lnTo>
                  <a:lnTo>
                    <a:pt x="383951" y="743653"/>
                  </a:lnTo>
                  <a:lnTo>
                    <a:pt x="384689" y="742786"/>
                  </a:lnTo>
                  <a:lnTo>
                    <a:pt x="385861" y="742405"/>
                  </a:lnTo>
                  <a:lnTo>
                    <a:pt x="386424" y="741690"/>
                  </a:lnTo>
                  <a:lnTo>
                    <a:pt x="386386" y="740640"/>
                  </a:lnTo>
                  <a:lnTo>
                    <a:pt x="386706" y="739924"/>
                  </a:lnTo>
                  <a:lnTo>
                    <a:pt x="387375" y="739544"/>
                  </a:lnTo>
                  <a:lnTo>
                    <a:pt x="388501" y="739681"/>
                  </a:lnTo>
                  <a:lnTo>
                    <a:pt x="390084" y="740328"/>
                  </a:lnTo>
                  <a:lnTo>
                    <a:pt x="391035" y="740206"/>
                  </a:lnTo>
                  <a:lnTo>
                    <a:pt x="391362" y="739316"/>
                  </a:lnTo>
                  <a:lnTo>
                    <a:pt x="390943" y="738296"/>
                  </a:lnTo>
                  <a:lnTo>
                    <a:pt x="389779" y="737155"/>
                  </a:lnTo>
                  <a:lnTo>
                    <a:pt x="390221" y="735915"/>
                  </a:lnTo>
                  <a:lnTo>
                    <a:pt x="393279" y="733906"/>
                  </a:lnTo>
                  <a:lnTo>
                    <a:pt x="395532" y="733145"/>
                  </a:lnTo>
                  <a:lnTo>
                    <a:pt x="396962" y="731905"/>
                  </a:lnTo>
                  <a:lnTo>
                    <a:pt x="398316" y="729935"/>
                  </a:lnTo>
                  <a:lnTo>
                    <a:pt x="400515" y="728565"/>
                  </a:lnTo>
                  <a:lnTo>
                    <a:pt x="403551" y="727789"/>
                  </a:lnTo>
                  <a:lnTo>
                    <a:pt x="404357" y="727051"/>
                  </a:lnTo>
                  <a:lnTo>
                    <a:pt x="404243" y="726100"/>
                  </a:lnTo>
                  <a:lnTo>
                    <a:pt x="404867" y="725415"/>
                  </a:lnTo>
                  <a:lnTo>
                    <a:pt x="406663" y="724920"/>
                  </a:lnTo>
                  <a:lnTo>
                    <a:pt x="407637" y="723992"/>
                  </a:lnTo>
                  <a:lnTo>
                    <a:pt x="407797" y="722631"/>
                  </a:lnTo>
                  <a:lnTo>
                    <a:pt x="408375" y="721367"/>
                  </a:lnTo>
                  <a:lnTo>
                    <a:pt x="409372" y="720203"/>
                  </a:lnTo>
                  <a:lnTo>
                    <a:pt x="410482" y="719769"/>
                  </a:lnTo>
                  <a:lnTo>
                    <a:pt x="411707" y="720066"/>
                  </a:lnTo>
                  <a:lnTo>
                    <a:pt x="412856" y="719625"/>
                  </a:lnTo>
                  <a:lnTo>
                    <a:pt x="413936" y="718446"/>
                  </a:lnTo>
                  <a:lnTo>
                    <a:pt x="415230" y="717898"/>
                  </a:lnTo>
                  <a:lnTo>
                    <a:pt x="416737" y="717974"/>
                  </a:lnTo>
                  <a:lnTo>
                    <a:pt x="417513" y="717715"/>
                  </a:lnTo>
                  <a:lnTo>
                    <a:pt x="420099" y="717168"/>
                  </a:lnTo>
                  <a:lnTo>
                    <a:pt x="421530" y="716178"/>
                  </a:lnTo>
                  <a:lnTo>
                    <a:pt x="422702" y="713964"/>
                  </a:lnTo>
                  <a:lnTo>
                    <a:pt x="423744" y="713112"/>
                  </a:lnTo>
                  <a:lnTo>
                    <a:pt x="424657" y="713607"/>
                  </a:lnTo>
                  <a:lnTo>
                    <a:pt x="426232" y="712869"/>
                  </a:lnTo>
                  <a:lnTo>
                    <a:pt x="428469" y="710898"/>
                  </a:lnTo>
                  <a:lnTo>
                    <a:pt x="428895" y="710860"/>
                  </a:lnTo>
                  <a:lnTo>
                    <a:pt x="430546" y="709939"/>
                  </a:lnTo>
                  <a:lnTo>
                    <a:pt x="432250" y="706531"/>
                  </a:lnTo>
                  <a:lnTo>
                    <a:pt x="433125" y="704256"/>
                  </a:lnTo>
                  <a:lnTo>
                    <a:pt x="432920" y="702392"/>
                  </a:lnTo>
                  <a:lnTo>
                    <a:pt x="432357" y="701060"/>
                  </a:lnTo>
                  <a:lnTo>
                    <a:pt x="432547" y="699105"/>
                  </a:lnTo>
                  <a:lnTo>
                    <a:pt x="433110" y="693802"/>
                  </a:lnTo>
                  <a:lnTo>
                    <a:pt x="433262" y="691633"/>
                  </a:lnTo>
                  <a:lnTo>
                    <a:pt x="434168" y="690127"/>
                  </a:lnTo>
                  <a:lnTo>
                    <a:pt x="434107" y="688635"/>
                  </a:lnTo>
                  <a:lnTo>
                    <a:pt x="432494" y="685288"/>
                  </a:lnTo>
                  <a:lnTo>
                    <a:pt x="430866" y="682351"/>
                  </a:lnTo>
                  <a:lnTo>
                    <a:pt x="429991" y="677382"/>
                  </a:lnTo>
                  <a:lnTo>
                    <a:pt x="429412" y="675496"/>
                  </a:lnTo>
                  <a:lnTo>
                    <a:pt x="428058" y="674993"/>
                  </a:lnTo>
                  <a:lnTo>
                    <a:pt x="426825" y="673350"/>
                  </a:lnTo>
                  <a:lnTo>
                    <a:pt x="425273" y="673205"/>
                  </a:lnTo>
                  <a:lnTo>
                    <a:pt x="424543" y="672574"/>
                  </a:lnTo>
                  <a:lnTo>
                    <a:pt x="423790" y="672056"/>
                  </a:lnTo>
                  <a:lnTo>
                    <a:pt x="422687" y="672209"/>
                  </a:lnTo>
                  <a:lnTo>
                    <a:pt x="421743" y="673167"/>
                  </a:lnTo>
                  <a:lnTo>
                    <a:pt x="420001" y="673198"/>
                  </a:lnTo>
                  <a:lnTo>
                    <a:pt x="418897" y="673593"/>
                  </a:lnTo>
                  <a:lnTo>
                    <a:pt x="417604" y="674446"/>
                  </a:lnTo>
                  <a:lnTo>
                    <a:pt x="416371" y="674057"/>
                  </a:lnTo>
                  <a:lnTo>
                    <a:pt x="415595" y="673304"/>
                  </a:lnTo>
                  <a:lnTo>
                    <a:pt x="413929" y="673297"/>
                  </a:lnTo>
                  <a:lnTo>
                    <a:pt x="414043" y="669926"/>
                  </a:lnTo>
                  <a:lnTo>
                    <a:pt x="416980" y="664935"/>
                  </a:lnTo>
                  <a:lnTo>
                    <a:pt x="417771" y="662614"/>
                  </a:lnTo>
                  <a:lnTo>
                    <a:pt x="417391" y="661298"/>
                  </a:lnTo>
                  <a:lnTo>
                    <a:pt x="418266" y="656664"/>
                  </a:lnTo>
                  <a:lnTo>
                    <a:pt x="420404" y="648736"/>
                  </a:lnTo>
                  <a:lnTo>
                    <a:pt x="421089" y="643555"/>
                  </a:lnTo>
                  <a:lnTo>
                    <a:pt x="420313" y="641112"/>
                  </a:lnTo>
                  <a:lnTo>
                    <a:pt x="420290" y="639408"/>
                  </a:lnTo>
                  <a:lnTo>
                    <a:pt x="421393" y="637962"/>
                  </a:lnTo>
                  <a:lnTo>
                    <a:pt x="421926" y="637529"/>
                  </a:lnTo>
                  <a:lnTo>
                    <a:pt x="419171" y="635763"/>
                  </a:lnTo>
                  <a:lnTo>
                    <a:pt x="417688" y="634150"/>
                  </a:lnTo>
                  <a:lnTo>
                    <a:pt x="415785" y="633002"/>
                  </a:lnTo>
                  <a:lnTo>
                    <a:pt x="413739" y="632081"/>
                  </a:lnTo>
                  <a:lnTo>
                    <a:pt x="412750" y="632469"/>
                  </a:lnTo>
                  <a:lnTo>
                    <a:pt x="411692" y="633002"/>
                  </a:lnTo>
                  <a:lnTo>
                    <a:pt x="409645" y="633846"/>
                  </a:lnTo>
                  <a:lnTo>
                    <a:pt x="407317" y="635307"/>
                  </a:lnTo>
                  <a:lnTo>
                    <a:pt x="406115" y="635839"/>
                  </a:lnTo>
                  <a:lnTo>
                    <a:pt x="403992" y="636380"/>
                  </a:lnTo>
                  <a:lnTo>
                    <a:pt x="401596" y="636844"/>
                  </a:lnTo>
                  <a:lnTo>
                    <a:pt x="399617" y="636540"/>
                  </a:lnTo>
                  <a:lnTo>
                    <a:pt x="397921" y="636228"/>
                  </a:lnTo>
                  <a:lnTo>
                    <a:pt x="396855" y="635307"/>
                  </a:lnTo>
                  <a:lnTo>
                    <a:pt x="396292" y="633306"/>
                  </a:lnTo>
                  <a:lnTo>
                    <a:pt x="396292" y="631617"/>
                  </a:lnTo>
                  <a:lnTo>
                    <a:pt x="395942" y="629167"/>
                  </a:lnTo>
                  <a:lnTo>
                    <a:pt x="394672" y="627782"/>
                  </a:lnTo>
                  <a:lnTo>
                    <a:pt x="394246" y="626709"/>
                  </a:lnTo>
                  <a:lnTo>
                    <a:pt x="394177" y="625408"/>
                  </a:lnTo>
                  <a:lnTo>
                    <a:pt x="394322" y="623955"/>
                  </a:lnTo>
                  <a:lnTo>
                    <a:pt x="394672" y="622882"/>
                  </a:lnTo>
                  <a:lnTo>
                    <a:pt x="394459" y="621581"/>
                  </a:lnTo>
                  <a:lnTo>
                    <a:pt x="393896" y="620660"/>
                  </a:lnTo>
                  <a:lnTo>
                    <a:pt x="394040" y="619055"/>
                  </a:lnTo>
                  <a:lnTo>
                    <a:pt x="393759" y="616833"/>
                  </a:lnTo>
                  <a:lnTo>
                    <a:pt x="392914" y="615456"/>
                  </a:lnTo>
                  <a:lnTo>
                    <a:pt x="392488" y="613858"/>
                  </a:lnTo>
                  <a:lnTo>
                    <a:pt x="392488" y="612261"/>
                  </a:lnTo>
                  <a:lnTo>
                    <a:pt x="391857" y="610663"/>
                  </a:lnTo>
                  <a:lnTo>
                    <a:pt x="391788" y="608913"/>
                  </a:lnTo>
                  <a:lnTo>
                    <a:pt x="392351" y="607315"/>
                  </a:lnTo>
                  <a:lnTo>
                    <a:pt x="392564" y="605717"/>
                  </a:lnTo>
                  <a:lnTo>
                    <a:pt x="391933" y="604576"/>
                  </a:lnTo>
                  <a:lnTo>
                    <a:pt x="390730" y="603891"/>
                  </a:lnTo>
                  <a:lnTo>
                    <a:pt x="389810" y="602065"/>
                  </a:lnTo>
                  <a:lnTo>
                    <a:pt x="389665" y="599707"/>
                  </a:lnTo>
                  <a:lnTo>
                    <a:pt x="388676" y="598421"/>
                  </a:lnTo>
                  <a:lnTo>
                    <a:pt x="387619" y="597355"/>
                  </a:lnTo>
                  <a:lnTo>
                    <a:pt x="386417" y="597355"/>
                  </a:lnTo>
                  <a:lnTo>
                    <a:pt x="384583" y="596747"/>
                  </a:lnTo>
                  <a:lnTo>
                    <a:pt x="382962" y="596823"/>
                  </a:lnTo>
                  <a:lnTo>
                    <a:pt x="380345" y="596747"/>
                  </a:lnTo>
                  <a:lnTo>
                    <a:pt x="379143" y="596366"/>
                  </a:lnTo>
                  <a:lnTo>
                    <a:pt x="378511" y="595537"/>
                  </a:lnTo>
                  <a:lnTo>
                    <a:pt x="376890" y="594403"/>
                  </a:lnTo>
                  <a:lnTo>
                    <a:pt x="375970" y="592433"/>
                  </a:lnTo>
                  <a:lnTo>
                    <a:pt x="374844" y="592052"/>
                  </a:lnTo>
                  <a:lnTo>
                    <a:pt x="373216" y="592661"/>
                  </a:lnTo>
                  <a:lnTo>
                    <a:pt x="372652" y="593422"/>
                  </a:lnTo>
                  <a:lnTo>
                    <a:pt x="372021" y="594487"/>
                  </a:lnTo>
                  <a:lnTo>
                    <a:pt x="370895" y="595705"/>
                  </a:lnTo>
                  <a:lnTo>
                    <a:pt x="369411" y="595628"/>
                  </a:lnTo>
                  <a:lnTo>
                    <a:pt x="367859" y="596313"/>
                  </a:lnTo>
                  <a:lnTo>
                    <a:pt x="366376" y="596389"/>
                  </a:lnTo>
                  <a:lnTo>
                    <a:pt x="364397" y="596541"/>
                  </a:lnTo>
                  <a:lnTo>
                    <a:pt x="362419" y="595933"/>
                  </a:lnTo>
                  <a:lnTo>
                    <a:pt x="360022" y="595248"/>
                  </a:lnTo>
                  <a:lnTo>
                    <a:pt x="357968" y="594792"/>
                  </a:lnTo>
                  <a:lnTo>
                    <a:pt x="355990" y="595248"/>
                  </a:lnTo>
                  <a:lnTo>
                    <a:pt x="354651" y="594867"/>
                  </a:lnTo>
                  <a:lnTo>
                    <a:pt x="352885" y="594639"/>
                  </a:lnTo>
                  <a:lnTo>
                    <a:pt x="350907" y="594487"/>
                  </a:lnTo>
                  <a:lnTo>
                    <a:pt x="349355" y="593270"/>
                  </a:lnTo>
                  <a:lnTo>
                    <a:pt x="347658" y="592593"/>
                  </a:lnTo>
                  <a:lnTo>
                    <a:pt x="346738" y="592821"/>
                  </a:lnTo>
                  <a:lnTo>
                    <a:pt x="345536" y="593582"/>
                  </a:lnTo>
                  <a:lnTo>
                    <a:pt x="344265" y="593430"/>
                  </a:lnTo>
                  <a:lnTo>
                    <a:pt x="342637" y="592821"/>
                  </a:lnTo>
                  <a:lnTo>
                    <a:pt x="342005" y="591383"/>
                  </a:lnTo>
                  <a:lnTo>
                    <a:pt x="342150" y="590469"/>
                  </a:lnTo>
                  <a:lnTo>
                    <a:pt x="342500" y="589557"/>
                  </a:lnTo>
                  <a:lnTo>
                    <a:pt x="343131" y="588271"/>
                  </a:lnTo>
                  <a:lnTo>
                    <a:pt x="342781" y="586909"/>
                  </a:lnTo>
                  <a:lnTo>
                    <a:pt x="342926" y="585699"/>
                  </a:lnTo>
                  <a:lnTo>
                    <a:pt x="343207" y="584641"/>
                  </a:lnTo>
                  <a:lnTo>
                    <a:pt x="343489" y="583432"/>
                  </a:lnTo>
                  <a:lnTo>
                    <a:pt x="343276" y="582298"/>
                  </a:lnTo>
                  <a:lnTo>
                    <a:pt x="343207" y="581088"/>
                  </a:lnTo>
                  <a:lnTo>
                    <a:pt x="343063" y="579955"/>
                  </a:lnTo>
                  <a:lnTo>
                    <a:pt x="342850" y="578745"/>
                  </a:lnTo>
                  <a:lnTo>
                    <a:pt x="343694" y="577010"/>
                  </a:lnTo>
                  <a:lnTo>
                    <a:pt x="344402" y="575580"/>
                  </a:lnTo>
                  <a:lnTo>
                    <a:pt x="343976" y="574377"/>
                  </a:lnTo>
                  <a:lnTo>
                    <a:pt x="344120" y="573548"/>
                  </a:lnTo>
                  <a:lnTo>
                    <a:pt x="344683" y="572194"/>
                  </a:lnTo>
                  <a:lnTo>
                    <a:pt x="345391" y="570535"/>
                  </a:lnTo>
                  <a:lnTo>
                    <a:pt x="345323" y="567446"/>
                  </a:lnTo>
                  <a:lnTo>
                    <a:pt x="344691" y="565643"/>
                  </a:lnTo>
                  <a:lnTo>
                    <a:pt x="343999" y="565156"/>
                  </a:lnTo>
                  <a:lnTo>
                    <a:pt x="343824" y="564616"/>
                  </a:lnTo>
                  <a:lnTo>
                    <a:pt x="344158" y="563901"/>
                  </a:lnTo>
                  <a:lnTo>
                    <a:pt x="343793" y="563170"/>
                  </a:lnTo>
                  <a:lnTo>
                    <a:pt x="343649" y="562417"/>
                  </a:lnTo>
                  <a:lnTo>
                    <a:pt x="344014" y="561763"/>
                  </a:lnTo>
                  <a:lnTo>
                    <a:pt x="343512" y="560469"/>
                  </a:lnTo>
                  <a:lnTo>
                    <a:pt x="342500" y="560097"/>
                  </a:lnTo>
                  <a:lnTo>
                    <a:pt x="342150" y="559724"/>
                  </a:lnTo>
                  <a:lnTo>
                    <a:pt x="341800" y="558293"/>
                  </a:lnTo>
                  <a:lnTo>
                    <a:pt x="341518" y="556642"/>
                  </a:lnTo>
                  <a:lnTo>
                    <a:pt x="341663" y="555371"/>
                  </a:lnTo>
                  <a:lnTo>
                    <a:pt x="341168" y="554253"/>
                  </a:lnTo>
                  <a:lnTo>
                    <a:pt x="340461" y="553576"/>
                  </a:lnTo>
                  <a:lnTo>
                    <a:pt x="339753" y="552381"/>
                  </a:lnTo>
                  <a:lnTo>
                    <a:pt x="339045" y="551484"/>
                  </a:lnTo>
                  <a:lnTo>
                    <a:pt x="338764" y="550213"/>
                  </a:lnTo>
                  <a:lnTo>
                    <a:pt x="338292" y="548569"/>
                  </a:lnTo>
                  <a:lnTo>
                    <a:pt x="339700" y="548265"/>
                  </a:lnTo>
                  <a:lnTo>
                    <a:pt x="340255" y="547344"/>
                  </a:lnTo>
                  <a:lnTo>
                    <a:pt x="341244" y="546097"/>
                  </a:lnTo>
                  <a:lnTo>
                    <a:pt x="342545" y="545769"/>
                  </a:lnTo>
                  <a:lnTo>
                    <a:pt x="344098" y="545313"/>
                  </a:lnTo>
                  <a:lnTo>
                    <a:pt x="344668" y="544392"/>
                  </a:lnTo>
                  <a:lnTo>
                    <a:pt x="341054" y="541075"/>
                  </a:lnTo>
                  <a:lnTo>
                    <a:pt x="338886" y="539089"/>
                  </a:lnTo>
                  <a:lnTo>
                    <a:pt x="340156" y="536396"/>
                  </a:lnTo>
                  <a:lnTo>
                    <a:pt x="342302" y="531869"/>
                  </a:lnTo>
                  <a:lnTo>
                    <a:pt x="344372" y="527486"/>
                  </a:lnTo>
                  <a:lnTo>
                    <a:pt x="345954" y="524154"/>
                  </a:lnTo>
                  <a:lnTo>
                    <a:pt x="346357" y="523537"/>
                  </a:lnTo>
                  <a:lnTo>
                    <a:pt x="347742" y="523324"/>
                  </a:lnTo>
                  <a:lnTo>
                    <a:pt x="347491" y="521605"/>
                  </a:lnTo>
                  <a:lnTo>
                    <a:pt x="347445" y="520479"/>
                  </a:lnTo>
                  <a:lnTo>
                    <a:pt x="346335" y="520418"/>
                  </a:lnTo>
                  <a:lnTo>
                    <a:pt x="347575" y="516355"/>
                  </a:lnTo>
                  <a:lnTo>
                    <a:pt x="349408" y="510572"/>
                  </a:lnTo>
                  <a:lnTo>
                    <a:pt x="350801" y="506197"/>
                  </a:lnTo>
                  <a:lnTo>
                    <a:pt x="351250" y="505467"/>
                  </a:lnTo>
                  <a:lnTo>
                    <a:pt x="352246" y="505261"/>
                  </a:lnTo>
                  <a:lnTo>
                    <a:pt x="352474" y="504759"/>
                  </a:lnTo>
                  <a:lnTo>
                    <a:pt x="351272" y="504059"/>
                  </a:lnTo>
                  <a:lnTo>
                    <a:pt x="350534" y="502698"/>
                  </a:lnTo>
                  <a:lnTo>
                    <a:pt x="348929" y="498794"/>
                  </a:lnTo>
                  <a:lnTo>
                    <a:pt x="346395" y="492646"/>
                  </a:lnTo>
                  <a:lnTo>
                    <a:pt x="346213" y="490447"/>
                  </a:lnTo>
                  <a:lnTo>
                    <a:pt x="345285" y="489093"/>
                  </a:lnTo>
                  <a:lnTo>
                    <a:pt x="343732" y="489550"/>
                  </a:lnTo>
                  <a:lnTo>
                    <a:pt x="341899" y="489116"/>
                  </a:lnTo>
                  <a:lnTo>
                    <a:pt x="337311" y="485784"/>
                  </a:lnTo>
                  <a:lnTo>
                    <a:pt x="334275" y="483980"/>
                  </a:lnTo>
                  <a:lnTo>
                    <a:pt x="333248" y="482915"/>
                  </a:lnTo>
                  <a:lnTo>
                    <a:pt x="332791" y="479499"/>
                  </a:lnTo>
                  <a:lnTo>
                    <a:pt x="331886" y="475733"/>
                  </a:lnTo>
                  <a:lnTo>
                    <a:pt x="331498" y="471076"/>
                  </a:lnTo>
                  <a:lnTo>
                    <a:pt x="331657" y="469965"/>
                  </a:lnTo>
                  <a:lnTo>
                    <a:pt x="334222" y="466435"/>
                  </a:lnTo>
                  <a:lnTo>
                    <a:pt x="334214" y="464655"/>
                  </a:lnTo>
                  <a:lnTo>
                    <a:pt x="334427" y="463095"/>
                  </a:lnTo>
                  <a:lnTo>
                    <a:pt x="334321" y="461862"/>
                  </a:lnTo>
                  <a:lnTo>
                    <a:pt x="333689" y="461847"/>
                  </a:lnTo>
                  <a:lnTo>
                    <a:pt x="332662" y="462387"/>
                  </a:lnTo>
                  <a:lnTo>
                    <a:pt x="331102" y="462798"/>
                  </a:lnTo>
                  <a:lnTo>
                    <a:pt x="330219" y="462836"/>
                  </a:lnTo>
                  <a:lnTo>
                    <a:pt x="321264" y="462501"/>
                  </a:lnTo>
                  <a:lnTo>
                    <a:pt x="311076" y="462121"/>
                  </a:lnTo>
                  <a:lnTo>
                    <a:pt x="302600" y="461801"/>
                  </a:lnTo>
                  <a:lnTo>
                    <a:pt x="295243" y="461528"/>
                  </a:lnTo>
                  <a:lnTo>
                    <a:pt x="294999" y="458492"/>
                  </a:lnTo>
                  <a:lnTo>
                    <a:pt x="294581" y="453417"/>
                  </a:lnTo>
                  <a:lnTo>
                    <a:pt x="294284" y="449810"/>
                  </a:lnTo>
                  <a:lnTo>
                    <a:pt x="293812" y="444104"/>
                  </a:lnTo>
                  <a:lnTo>
                    <a:pt x="290860" y="440551"/>
                  </a:lnTo>
                  <a:lnTo>
                    <a:pt x="287657" y="436701"/>
                  </a:lnTo>
                  <a:lnTo>
                    <a:pt x="286531" y="435712"/>
                  </a:lnTo>
                  <a:lnTo>
                    <a:pt x="290404" y="435590"/>
                  </a:lnTo>
                  <a:lnTo>
                    <a:pt x="293150" y="435506"/>
                  </a:lnTo>
                  <a:lnTo>
                    <a:pt x="292610" y="425181"/>
                  </a:lnTo>
                  <a:lnTo>
                    <a:pt x="291773" y="424131"/>
                  </a:lnTo>
                  <a:lnTo>
                    <a:pt x="291028" y="420799"/>
                  </a:lnTo>
                  <a:lnTo>
                    <a:pt x="290526" y="418912"/>
                  </a:lnTo>
                  <a:lnTo>
                    <a:pt x="289164" y="417390"/>
                  </a:lnTo>
                  <a:lnTo>
                    <a:pt x="288852" y="415671"/>
                  </a:lnTo>
                  <a:lnTo>
                    <a:pt x="289103" y="414529"/>
                  </a:lnTo>
                  <a:lnTo>
                    <a:pt x="289848" y="413822"/>
                  </a:lnTo>
                  <a:lnTo>
                    <a:pt x="290343" y="412057"/>
                  </a:lnTo>
                  <a:lnTo>
                    <a:pt x="289970" y="410284"/>
                  </a:lnTo>
                  <a:lnTo>
                    <a:pt x="289164" y="408633"/>
                  </a:lnTo>
                  <a:lnTo>
                    <a:pt x="288175" y="407050"/>
                  </a:lnTo>
                  <a:lnTo>
                    <a:pt x="286280" y="406076"/>
                  </a:lnTo>
                  <a:lnTo>
                    <a:pt x="283571" y="404311"/>
                  </a:lnTo>
                  <a:lnTo>
                    <a:pt x="279463" y="402067"/>
                  </a:lnTo>
                  <a:lnTo>
                    <a:pt x="275993" y="400499"/>
                  </a:lnTo>
                  <a:lnTo>
                    <a:pt x="274882" y="400689"/>
                  </a:lnTo>
                  <a:lnTo>
                    <a:pt x="268750" y="401298"/>
                  </a:lnTo>
                  <a:lnTo>
                    <a:pt x="266711" y="401618"/>
                  </a:lnTo>
                  <a:lnTo>
                    <a:pt x="265341" y="401260"/>
                  </a:lnTo>
                  <a:lnTo>
                    <a:pt x="260769" y="401275"/>
                  </a:lnTo>
                  <a:lnTo>
                    <a:pt x="258973" y="400073"/>
                  </a:lnTo>
                  <a:lnTo>
                    <a:pt x="257466" y="398665"/>
                  </a:lnTo>
                  <a:lnTo>
                    <a:pt x="254263" y="395089"/>
                  </a:lnTo>
                  <a:lnTo>
                    <a:pt x="253769" y="393302"/>
                  </a:lnTo>
                  <a:lnTo>
                    <a:pt x="252528" y="392731"/>
                  </a:lnTo>
                  <a:lnTo>
                    <a:pt x="250649" y="392952"/>
                  </a:lnTo>
                  <a:lnTo>
                    <a:pt x="248747" y="392708"/>
                  </a:lnTo>
                  <a:lnTo>
                    <a:pt x="245064" y="391224"/>
                  </a:lnTo>
                  <a:lnTo>
                    <a:pt x="241610" y="389703"/>
                  </a:lnTo>
                  <a:lnTo>
                    <a:pt x="239936" y="389764"/>
                  </a:lnTo>
                  <a:lnTo>
                    <a:pt x="238453" y="388812"/>
                  </a:lnTo>
                  <a:lnTo>
                    <a:pt x="235828" y="386492"/>
                  </a:lnTo>
                  <a:lnTo>
                    <a:pt x="234603" y="385586"/>
                  </a:lnTo>
                  <a:lnTo>
                    <a:pt x="234047" y="384384"/>
                  </a:lnTo>
                  <a:lnTo>
                    <a:pt x="233492" y="382619"/>
                  </a:lnTo>
                  <a:lnTo>
                    <a:pt x="232434" y="382239"/>
                  </a:lnTo>
                  <a:lnTo>
                    <a:pt x="231072" y="382558"/>
                  </a:lnTo>
                  <a:lnTo>
                    <a:pt x="229596" y="383464"/>
                  </a:lnTo>
                  <a:lnTo>
                    <a:pt x="227527" y="382863"/>
                  </a:lnTo>
                  <a:lnTo>
                    <a:pt x="224993" y="381234"/>
                  </a:lnTo>
                  <a:lnTo>
                    <a:pt x="223357" y="379964"/>
                  </a:lnTo>
                  <a:lnTo>
                    <a:pt x="222421" y="379363"/>
                  </a:lnTo>
                  <a:lnTo>
                    <a:pt x="220222" y="378472"/>
                  </a:lnTo>
                  <a:lnTo>
                    <a:pt x="218100" y="378290"/>
                  </a:lnTo>
                  <a:lnTo>
                    <a:pt x="214889" y="379599"/>
                  </a:lnTo>
                  <a:lnTo>
                    <a:pt x="212256" y="379058"/>
                  </a:lnTo>
                  <a:lnTo>
                    <a:pt x="208132" y="378587"/>
                  </a:lnTo>
                  <a:lnTo>
                    <a:pt x="204602" y="377636"/>
                  </a:lnTo>
                  <a:lnTo>
                    <a:pt x="203316" y="375170"/>
                  </a:lnTo>
                  <a:lnTo>
                    <a:pt x="202624" y="373542"/>
                  </a:lnTo>
                  <a:lnTo>
                    <a:pt x="200524" y="372523"/>
                  </a:lnTo>
                  <a:lnTo>
                    <a:pt x="198850" y="371275"/>
                  </a:lnTo>
                  <a:lnTo>
                    <a:pt x="196857" y="369380"/>
                  </a:lnTo>
                  <a:lnTo>
                    <a:pt x="195867" y="368749"/>
                  </a:lnTo>
                  <a:lnTo>
                    <a:pt x="194064" y="368224"/>
                  </a:lnTo>
                  <a:lnTo>
                    <a:pt x="192398" y="367554"/>
                  </a:lnTo>
                  <a:lnTo>
                    <a:pt x="192215" y="366360"/>
                  </a:lnTo>
                  <a:lnTo>
                    <a:pt x="191591" y="364785"/>
                  </a:lnTo>
                  <a:lnTo>
                    <a:pt x="191447" y="364397"/>
                  </a:lnTo>
                  <a:lnTo>
                    <a:pt x="190313" y="362487"/>
                  </a:lnTo>
                  <a:lnTo>
                    <a:pt x="189780" y="362350"/>
                  </a:lnTo>
                  <a:lnTo>
                    <a:pt x="189195" y="362730"/>
                  </a:lnTo>
                  <a:lnTo>
                    <a:pt x="188753" y="363004"/>
                  </a:lnTo>
                  <a:lnTo>
                    <a:pt x="188274" y="362669"/>
                  </a:lnTo>
                  <a:lnTo>
                    <a:pt x="188190" y="361817"/>
                  </a:lnTo>
                  <a:lnTo>
                    <a:pt x="188495" y="360448"/>
                  </a:lnTo>
                  <a:lnTo>
                    <a:pt x="187840" y="359017"/>
                  </a:lnTo>
                  <a:lnTo>
                    <a:pt x="186220" y="357511"/>
                  </a:lnTo>
                  <a:lnTo>
                    <a:pt x="185368" y="355951"/>
                  </a:lnTo>
                  <a:lnTo>
                    <a:pt x="185291" y="354338"/>
                  </a:lnTo>
                  <a:lnTo>
                    <a:pt x="184934" y="353265"/>
                  </a:lnTo>
                  <a:lnTo>
                    <a:pt x="184287" y="352717"/>
                  </a:lnTo>
                  <a:lnTo>
                    <a:pt x="183922" y="351774"/>
                  </a:lnTo>
                  <a:lnTo>
                    <a:pt x="183846" y="350435"/>
                  </a:lnTo>
                  <a:lnTo>
                    <a:pt x="184318" y="348837"/>
                  </a:lnTo>
                  <a:lnTo>
                    <a:pt x="185337" y="346988"/>
                  </a:lnTo>
                  <a:lnTo>
                    <a:pt x="185117" y="344135"/>
                  </a:lnTo>
                  <a:lnTo>
                    <a:pt x="183663" y="340285"/>
                  </a:lnTo>
                  <a:lnTo>
                    <a:pt x="182857" y="337516"/>
                  </a:lnTo>
                  <a:lnTo>
                    <a:pt x="182705" y="335811"/>
                  </a:lnTo>
                  <a:lnTo>
                    <a:pt x="182925" y="334548"/>
                  </a:lnTo>
                  <a:lnTo>
                    <a:pt x="183808" y="333323"/>
                  </a:lnTo>
                  <a:lnTo>
                    <a:pt x="185565" y="330318"/>
                  </a:lnTo>
                  <a:lnTo>
                    <a:pt x="185877" y="328028"/>
                  </a:lnTo>
                  <a:lnTo>
                    <a:pt x="185322" y="325448"/>
                  </a:lnTo>
                  <a:lnTo>
                    <a:pt x="185246" y="323478"/>
                  </a:lnTo>
                  <a:lnTo>
                    <a:pt x="185649" y="322123"/>
                  </a:lnTo>
                  <a:lnTo>
                    <a:pt x="185040" y="320351"/>
                  </a:lnTo>
                  <a:lnTo>
                    <a:pt x="183793" y="318677"/>
                  </a:lnTo>
                  <a:lnTo>
                    <a:pt x="182925" y="318639"/>
                  </a:lnTo>
                  <a:lnTo>
                    <a:pt x="181746" y="319095"/>
                  </a:lnTo>
                  <a:lnTo>
                    <a:pt x="180323" y="320511"/>
                  </a:lnTo>
                  <a:lnTo>
                    <a:pt x="178649" y="320762"/>
                  </a:lnTo>
                  <a:lnTo>
                    <a:pt x="177166" y="319887"/>
                  </a:lnTo>
                  <a:lnTo>
                    <a:pt x="172509" y="320252"/>
                  </a:lnTo>
                  <a:lnTo>
                    <a:pt x="165273" y="321127"/>
                  </a:lnTo>
                  <a:lnTo>
                    <a:pt x="162382" y="322032"/>
                  </a:lnTo>
                  <a:lnTo>
                    <a:pt x="160678" y="322420"/>
                  </a:lnTo>
                  <a:lnTo>
                    <a:pt x="158616" y="322717"/>
                  </a:lnTo>
                  <a:lnTo>
                    <a:pt x="155314" y="324345"/>
                  </a:lnTo>
                  <a:lnTo>
                    <a:pt x="147165" y="330668"/>
                  </a:lnTo>
                  <a:lnTo>
                    <a:pt x="145476" y="331589"/>
                  </a:lnTo>
                  <a:lnTo>
                    <a:pt x="143559" y="331718"/>
                  </a:lnTo>
                  <a:lnTo>
                    <a:pt x="142440" y="332593"/>
                  </a:lnTo>
                  <a:lnTo>
                    <a:pt x="140645" y="333278"/>
                  </a:lnTo>
                  <a:lnTo>
                    <a:pt x="137114" y="335781"/>
                  </a:lnTo>
                  <a:lnTo>
                    <a:pt x="135318" y="337790"/>
                  </a:lnTo>
                  <a:lnTo>
                    <a:pt x="134139" y="339608"/>
                  </a:lnTo>
                  <a:lnTo>
                    <a:pt x="132777" y="339669"/>
                  </a:lnTo>
                  <a:lnTo>
                    <a:pt x="131720" y="339167"/>
                  </a:lnTo>
                  <a:lnTo>
                    <a:pt x="128379" y="339418"/>
                  </a:lnTo>
                  <a:lnTo>
                    <a:pt x="126668" y="340042"/>
                  </a:lnTo>
                  <a:lnTo>
                    <a:pt x="124811" y="341807"/>
                  </a:lnTo>
                  <a:lnTo>
                    <a:pt x="122506" y="345002"/>
                  </a:lnTo>
                  <a:lnTo>
                    <a:pt x="121555" y="345915"/>
                  </a:lnTo>
                  <a:lnTo>
                    <a:pt x="119698" y="346859"/>
                  </a:lnTo>
                  <a:lnTo>
                    <a:pt x="117552" y="347643"/>
                  </a:lnTo>
                  <a:lnTo>
                    <a:pt x="114897" y="348814"/>
                  </a:lnTo>
                  <a:lnTo>
                    <a:pt x="113710" y="348890"/>
                  </a:lnTo>
                  <a:lnTo>
                    <a:pt x="112660" y="349096"/>
                  </a:lnTo>
                  <a:lnTo>
                    <a:pt x="111755" y="348563"/>
                  </a:lnTo>
                  <a:lnTo>
                    <a:pt x="111450" y="347414"/>
                  </a:lnTo>
                  <a:lnTo>
                    <a:pt x="110081" y="346691"/>
                  </a:lnTo>
                  <a:lnTo>
                    <a:pt x="106809" y="346326"/>
                  </a:lnTo>
                  <a:lnTo>
                    <a:pt x="101962" y="345489"/>
                  </a:lnTo>
                  <a:lnTo>
                    <a:pt x="96964" y="345330"/>
                  </a:lnTo>
                  <a:lnTo>
                    <a:pt x="94483" y="345406"/>
                  </a:lnTo>
                  <a:lnTo>
                    <a:pt x="92444" y="345459"/>
                  </a:lnTo>
                  <a:lnTo>
                    <a:pt x="88906" y="345010"/>
                  </a:lnTo>
                  <a:lnTo>
                    <a:pt x="86327" y="344934"/>
                  </a:lnTo>
                  <a:lnTo>
                    <a:pt x="84067" y="346068"/>
                  </a:lnTo>
                  <a:lnTo>
                    <a:pt x="80780" y="347475"/>
                  </a:lnTo>
                  <a:lnTo>
                    <a:pt x="79281" y="347833"/>
                  </a:lnTo>
                  <a:lnTo>
                    <a:pt x="78178" y="347886"/>
                  </a:lnTo>
                  <a:lnTo>
                    <a:pt x="77105" y="347711"/>
                  </a:lnTo>
                  <a:lnTo>
                    <a:pt x="75850" y="346981"/>
                  </a:lnTo>
                  <a:lnTo>
                    <a:pt x="74092" y="345299"/>
                  </a:lnTo>
                  <a:lnTo>
                    <a:pt x="72738" y="345946"/>
                  </a:lnTo>
                  <a:lnTo>
                    <a:pt x="71764" y="346669"/>
                  </a:lnTo>
                  <a:lnTo>
                    <a:pt x="71779" y="343009"/>
                  </a:lnTo>
                  <a:lnTo>
                    <a:pt x="71802" y="337508"/>
                  </a:lnTo>
                  <a:lnTo>
                    <a:pt x="71825" y="332661"/>
                  </a:lnTo>
                  <a:lnTo>
                    <a:pt x="71840" y="328789"/>
                  </a:lnTo>
                  <a:lnTo>
                    <a:pt x="71855" y="324269"/>
                  </a:lnTo>
                  <a:lnTo>
                    <a:pt x="71871" y="321081"/>
                  </a:lnTo>
                  <a:lnTo>
                    <a:pt x="72791" y="319871"/>
                  </a:lnTo>
                  <a:lnTo>
                    <a:pt x="73354" y="318517"/>
                  </a:lnTo>
                  <a:lnTo>
                    <a:pt x="72677" y="316706"/>
                  </a:lnTo>
                  <a:lnTo>
                    <a:pt x="72829" y="315047"/>
                  </a:lnTo>
                  <a:lnTo>
                    <a:pt x="73301" y="313891"/>
                  </a:lnTo>
                  <a:lnTo>
                    <a:pt x="73917" y="312765"/>
                  </a:lnTo>
                  <a:lnTo>
                    <a:pt x="72495" y="313328"/>
                  </a:lnTo>
                  <a:lnTo>
                    <a:pt x="71871" y="313640"/>
                  </a:lnTo>
                  <a:lnTo>
                    <a:pt x="71110" y="314492"/>
                  </a:lnTo>
                  <a:lnTo>
                    <a:pt x="69268" y="315649"/>
                  </a:lnTo>
                  <a:lnTo>
                    <a:pt x="68036" y="316805"/>
                  </a:lnTo>
                  <a:lnTo>
                    <a:pt x="66583" y="317749"/>
                  </a:lnTo>
                  <a:lnTo>
                    <a:pt x="64741" y="319826"/>
                  </a:lnTo>
                  <a:lnTo>
                    <a:pt x="63227" y="320967"/>
                  </a:lnTo>
                  <a:lnTo>
                    <a:pt x="61652" y="321697"/>
                  </a:lnTo>
                  <a:lnTo>
                    <a:pt x="59035" y="324140"/>
                  </a:lnTo>
                  <a:lnTo>
                    <a:pt x="56866" y="324627"/>
                  </a:lnTo>
                  <a:lnTo>
                    <a:pt x="51130" y="325000"/>
                  </a:lnTo>
                  <a:lnTo>
                    <a:pt x="45164" y="324992"/>
                  </a:lnTo>
                  <a:lnTo>
                    <a:pt x="39709" y="324984"/>
                  </a:lnTo>
                  <a:lnTo>
                    <a:pt x="38887" y="324954"/>
                  </a:lnTo>
                  <a:lnTo>
                    <a:pt x="38941" y="322938"/>
                  </a:lnTo>
                  <a:lnTo>
                    <a:pt x="39078" y="321515"/>
                  </a:lnTo>
                  <a:lnTo>
                    <a:pt x="37213" y="320016"/>
                  </a:lnTo>
                  <a:lnTo>
                    <a:pt x="37084" y="318167"/>
                  </a:lnTo>
                  <a:lnTo>
                    <a:pt x="36590" y="316889"/>
                  </a:lnTo>
                  <a:lnTo>
                    <a:pt x="35966" y="315329"/>
                  </a:lnTo>
                  <a:lnTo>
                    <a:pt x="34665" y="314332"/>
                  </a:lnTo>
                  <a:lnTo>
                    <a:pt x="32831" y="313944"/>
                  </a:lnTo>
                  <a:lnTo>
                    <a:pt x="29826" y="313084"/>
                  </a:lnTo>
                  <a:lnTo>
                    <a:pt x="25367" y="312187"/>
                  </a:lnTo>
                  <a:lnTo>
                    <a:pt x="21106" y="312126"/>
                  </a:lnTo>
                  <a:lnTo>
                    <a:pt x="16929" y="312210"/>
                  </a:lnTo>
                  <a:lnTo>
                    <a:pt x="19478" y="309075"/>
                  </a:lnTo>
                  <a:lnTo>
                    <a:pt x="22027" y="305948"/>
                  </a:lnTo>
                  <a:lnTo>
                    <a:pt x="21951" y="303224"/>
                  </a:lnTo>
                  <a:lnTo>
                    <a:pt x="19889" y="300850"/>
                  </a:lnTo>
                  <a:lnTo>
                    <a:pt x="18778" y="299374"/>
                  </a:lnTo>
                  <a:lnTo>
                    <a:pt x="17058" y="297342"/>
                  </a:lnTo>
                  <a:lnTo>
                    <a:pt x="14936" y="295935"/>
                  </a:lnTo>
                  <a:lnTo>
                    <a:pt x="13779" y="294063"/>
                  </a:lnTo>
                  <a:lnTo>
                    <a:pt x="13886" y="292930"/>
                  </a:lnTo>
                  <a:lnTo>
                    <a:pt x="13703" y="292184"/>
                  </a:lnTo>
                  <a:lnTo>
                    <a:pt x="12897" y="291750"/>
                  </a:lnTo>
                  <a:lnTo>
                    <a:pt x="12090" y="291065"/>
                  </a:lnTo>
                  <a:lnTo>
                    <a:pt x="10979" y="290312"/>
                  </a:lnTo>
                  <a:lnTo>
                    <a:pt x="9678" y="289315"/>
                  </a:lnTo>
                  <a:lnTo>
                    <a:pt x="9678" y="288319"/>
                  </a:lnTo>
                  <a:lnTo>
                    <a:pt x="9184" y="287261"/>
                  </a:lnTo>
                  <a:lnTo>
                    <a:pt x="8377" y="286021"/>
                  </a:lnTo>
                  <a:lnTo>
                    <a:pt x="8377" y="285024"/>
                  </a:lnTo>
                  <a:lnTo>
                    <a:pt x="7631" y="283464"/>
                  </a:lnTo>
                  <a:lnTo>
                    <a:pt x="6825" y="282346"/>
                  </a:lnTo>
                  <a:lnTo>
                    <a:pt x="6018" y="281600"/>
                  </a:lnTo>
                  <a:lnTo>
                    <a:pt x="4839" y="280543"/>
                  </a:lnTo>
                  <a:lnTo>
                    <a:pt x="4900" y="279675"/>
                  </a:lnTo>
                  <a:lnTo>
                    <a:pt x="5767" y="279242"/>
                  </a:lnTo>
                  <a:lnTo>
                    <a:pt x="6140" y="278245"/>
                  </a:lnTo>
                  <a:lnTo>
                    <a:pt x="6018" y="277248"/>
                  </a:lnTo>
                  <a:lnTo>
                    <a:pt x="5029" y="276624"/>
                  </a:lnTo>
                  <a:lnTo>
                    <a:pt x="3850" y="276312"/>
                  </a:lnTo>
                  <a:lnTo>
                    <a:pt x="2298" y="274509"/>
                  </a:lnTo>
                  <a:lnTo>
                    <a:pt x="1179" y="273573"/>
                  </a:lnTo>
                  <a:lnTo>
                    <a:pt x="434" y="273010"/>
                  </a:lnTo>
                  <a:lnTo>
                    <a:pt x="0" y="272386"/>
                  </a:lnTo>
                  <a:lnTo>
                    <a:pt x="434" y="271953"/>
                  </a:lnTo>
                  <a:lnTo>
                    <a:pt x="928" y="271329"/>
                  </a:lnTo>
                  <a:lnTo>
                    <a:pt x="1058" y="270332"/>
                  </a:lnTo>
                  <a:lnTo>
                    <a:pt x="807" y="269404"/>
                  </a:lnTo>
                  <a:lnTo>
                    <a:pt x="807" y="268597"/>
                  </a:lnTo>
                  <a:lnTo>
                    <a:pt x="1552" y="268346"/>
                  </a:lnTo>
                  <a:lnTo>
                    <a:pt x="2359" y="268475"/>
                  </a:lnTo>
                  <a:lnTo>
                    <a:pt x="3165" y="267981"/>
                  </a:lnTo>
                  <a:lnTo>
                    <a:pt x="4223" y="267798"/>
                  </a:lnTo>
                  <a:lnTo>
                    <a:pt x="5402" y="267669"/>
                  </a:lnTo>
                  <a:lnTo>
                    <a:pt x="6026" y="267114"/>
                  </a:lnTo>
                  <a:lnTo>
                    <a:pt x="5965" y="266124"/>
                  </a:lnTo>
                  <a:lnTo>
                    <a:pt x="5220" y="264200"/>
                  </a:lnTo>
                  <a:lnTo>
                    <a:pt x="4474" y="263393"/>
                  </a:lnTo>
                  <a:lnTo>
                    <a:pt x="4223" y="262214"/>
                  </a:lnTo>
                  <a:lnTo>
                    <a:pt x="4832" y="259946"/>
                  </a:lnTo>
                  <a:lnTo>
                    <a:pt x="5220" y="258493"/>
                  </a:lnTo>
                  <a:lnTo>
                    <a:pt x="6581" y="256956"/>
                  </a:lnTo>
                  <a:lnTo>
                    <a:pt x="10736" y="253662"/>
                  </a:lnTo>
                  <a:lnTo>
                    <a:pt x="14464" y="251425"/>
                  </a:lnTo>
                  <a:lnTo>
                    <a:pt x="16282" y="251196"/>
                  </a:lnTo>
                  <a:lnTo>
                    <a:pt x="17629" y="250367"/>
                  </a:lnTo>
                  <a:lnTo>
                    <a:pt x="18481" y="249096"/>
                  </a:lnTo>
                  <a:lnTo>
                    <a:pt x="18717" y="247712"/>
                  </a:lnTo>
                  <a:lnTo>
                    <a:pt x="18527" y="246502"/>
                  </a:lnTo>
                  <a:lnTo>
                    <a:pt x="17834" y="244722"/>
                  </a:lnTo>
                  <a:lnTo>
                    <a:pt x="17005" y="242500"/>
                  </a:lnTo>
                  <a:lnTo>
                    <a:pt x="16381" y="241260"/>
                  </a:lnTo>
                  <a:lnTo>
                    <a:pt x="16937" y="239776"/>
                  </a:lnTo>
                  <a:lnTo>
                    <a:pt x="17926" y="237744"/>
                  </a:lnTo>
                  <a:lnTo>
                    <a:pt x="19950" y="234678"/>
                  </a:lnTo>
                  <a:lnTo>
                    <a:pt x="21837" y="231376"/>
                  </a:lnTo>
                  <a:lnTo>
                    <a:pt x="22042" y="230418"/>
                  </a:lnTo>
                  <a:lnTo>
                    <a:pt x="22286" y="228401"/>
                  </a:lnTo>
                  <a:lnTo>
                    <a:pt x="23153" y="224293"/>
                  </a:lnTo>
                  <a:lnTo>
                    <a:pt x="23632" y="222071"/>
                  </a:lnTo>
                  <a:lnTo>
                    <a:pt x="23381" y="221211"/>
                  </a:lnTo>
                  <a:lnTo>
                    <a:pt x="23815" y="220465"/>
                  </a:lnTo>
                  <a:lnTo>
                    <a:pt x="24994" y="219842"/>
                  </a:lnTo>
                  <a:lnTo>
                    <a:pt x="27840" y="219278"/>
                  </a:lnTo>
                  <a:lnTo>
                    <a:pt x="29772" y="218054"/>
                  </a:lnTo>
                  <a:lnTo>
                    <a:pt x="32747" y="215748"/>
                  </a:lnTo>
                  <a:lnTo>
                    <a:pt x="35228" y="213298"/>
                  </a:lnTo>
                  <a:lnTo>
                    <a:pt x="37282" y="212507"/>
                  </a:lnTo>
                  <a:lnTo>
                    <a:pt x="41003" y="210240"/>
                  </a:lnTo>
                  <a:lnTo>
                    <a:pt x="43141" y="208802"/>
                  </a:lnTo>
                  <a:lnTo>
                    <a:pt x="43978" y="208353"/>
                  </a:lnTo>
                  <a:lnTo>
                    <a:pt x="46077" y="207310"/>
                  </a:lnTo>
                  <a:lnTo>
                    <a:pt x="49844" y="206953"/>
                  </a:lnTo>
                  <a:lnTo>
                    <a:pt x="52979" y="206580"/>
                  </a:lnTo>
                  <a:lnTo>
                    <a:pt x="54751" y="205895"/>
                  </a:lnTo>
                  <a:lnTo>
                    <a:pt x="57346" y="205614"/>
                  </a:lnTo>
                  <a:lnTo>
                    <a:pt x="59088" y="204845"/>
                  </a:lnTo>
                  <a:lnTo>
                    <a:pt x="61028" y="204822"/>
                  </a:lnTo>
                  <a:lnTo>
                    <a:pt x="64673" y="204039"/>
                  </a:lnTo>
                  <a:lnTo>
                    <a:pt x="65913" y="202867"/>
                  </a:lnTo>
                  <a:lnTo>
                    <a:pt x="66971" y="201467"/>
                  </a:lnTo>
                  <a:lnTo>
                    <a:pt x="68394" y="200272"/>
                  </a:lnTo>
                  <a:lnTo>
                    <a:pt x="70060" y="199960"/>
                  </a:lnTo>
                  <a:lnTo>
                    <a:pt x="71916" y="200166"/>
                  </a:lnTo>
                  <a:lnTo>
                    <a:pt x="74138" y="200143"/>
                  </a:lnTo>
                  <a:lnTo>
                    <a:pt x="76831" y="199770"/>
                  </a:lnTo>
                  <a:lnTo>
                    <a:pt x="78132" y="200698"/>
                  </a:lnTo>
                  <a:lnTo>
                    <a:pt x="78703" y="201832"/>
                  </a:lnTo>
                  <a:lnTo>
                    <a:pt x="80362" y="202981"/>
                  </a:lnTo>
                  <a:lnTo>
                    <a:pt x="81541" y="202920"/>
                  </a:lnTo>
                  <a:lnTo>
                    <a:pt x="82720" y="202669"/>
                  </a:lnTo>
                  <a:lnTo>
                    <a:pt x="84333" y="203658"/>
                  </a:lnTo>
                  <a:lnTo>
                    <a:pt x="85391" y="203536"/>
                  </a:lnTo>
                  <a:lnTo>
                    <a:pt x="86068" y="202981"/>
                  </a:lnTo>
                  <a:lnTo>
                    <a:pt x="86198" y="201596"/>
                  </a:lnTo>
                  <a:lnTo>
                    <a:pt x="86578" y="200843"/>
                  </a:lnTo>
                  <a:lnTo>
                    <a:pt x="87369" y="196506"/>
                  </a:lnTo>
                  <a:lnTo>
                    <a:pt x="88678" y="189346"/>
                  </a:lnTo>
                  <a:lnTo>
                    <a:pt x="89865" y="182856"/>
                  </a:lnTo>
                  <a:lnTo>
                    <a:pt x="91173" y="175682"/>
                  </a:lnTo>
                  <a:lnTo>
                    <a:pt x="92536" y="168271"/>
                  </a:lnTo>
                  <a:lnTo>
                    <a:pt x="93913" y="160769"/>
                  </a:lnTo>
                  <a:lnTo>
                    <a:pt x="95039" y="154613"/>
                  </a:lnTo>
                  <a:lnTo>
                    <a:pt x="96005" y="149325"/>
                  </a:lnTo>
                  <a:lnTo>
                    <a:pt x="96606" y="146077"/>
                  </a:lnTo>
                  <a:lnTo>
                    <a:pt x="97534" y="141823"/>
                  </a:lnTo>
                  <a:lnTo>
                    <a:pt x="97899" y="138088"/>
                  </a:lnTo>
                  <a:lnTo>
                    <a:pt x="98272" y="137015"/>
                  </a:lnTo>
                  <a:lnTo>
                    <a:pt x="98036" y="136109"/>
                  </a:lnTo>
                  <a:lnTo>
                    <a:pt x="97230" y="134824"/>
                  </a:lnTo>
                  <a:lnTo>
                    <a:pt x="97237" y="134261"/>
                  </a:lnTo>
                  <a:lnTo>
                    <a:pt x="97329" y="133515"/>
                  </a:lnTo>
                  <a:lnTo>
                    <a:pt x="97237" y="132860"/>
                  </a:lnTo>
                  <a:lnTo>
                    <a:pt x="96393" y="132161"/>
                  </a:lnTo>
                  <a:lnTo>
                    <a:pt x="95739" y="131742"/>
                  </a:lnTo>
                  <a:lnTo>
                    <a:pt x="95221" y="131133"/>
                  </a:lnTo>
                  <a:lnTo>
                    <a:pt x="94985" y="130289"/>
                  </a:lnTo>
                  <a:lnTo>
                    <a:pt x="94559" y="129444"/>
                  </a:lnTo>
                  <a:lnTo>
                    <a:pt x="94369" y="128554"/>
                  </a:lnTo>
                  <a:lnTo>
                    <a:pt x="93753" y="127854"/>
                  </a:lnTo>
                  <a:lnTo>
                    <a:pt x="93570" y="126964"/>
                  </a:lnTo>
                  <a:lnTo>
                    <a:pt x="93996" y="126119"/>
                  </a:lnTo>
                  <a:lnTo>
                    <a:pt x="94179" y="125229"/>
                  </a:lnTo>
                  <a:lnTo>
                    <a:pt x="93996" y="124392"/>
                  </a:lnTo>
                  <a:lnTo>
                    <a:pt x="93760" y="123411"/>
                  </a:lnTo>
                  <a:lnTo>
                    <a:pt x="93289" y="122475"/>
                  </a:lnTo>
                  <a:lnTo>
                    <a:pt x="92573" y="121904"/>
                  </a:lnTo>
                  <a:lnTo>
                    <a:pt x="90862" y="121273"/>
                  </a:lnTo>
                  <a:lnTo>
                    <a:pt x="89142" y="119759"/>
                  </a:lnTo>
                  <a:lnTo>
                    <a:pt x="87111" y="118404"/>
                  </a:lnTo>
                  <a:lnTo>
                    <a:pt x="84524" y="115833"/>
                  </a:lnTo>
                  <a:lnTo>
                    <a:pt x="83961" y="114615"/>
                  </a:lnTo>
                  <a:lnTo>
                    <a:pt x="83953" y="111275"/>
                  </a:lnTo>
                  <a:lnTo>
                    <a:pt x="84067" y="107653"/>
                  </a:lnTo>
                  <a:lnTo>
                    <a:pt x="84235" y="102183"/>
                  </a:lnTo>
                  <a:lnTo>
                    <a:pt x="84318" y="99398"/>
                  </a:lnTo>
                  <a:lnTo>
                    <a:pt x="85779" y="99238"/>
                  </a:lnTo>
                  <a:lnTo>
                    <a:pt x="87065" y="99162"/>
                  </a:lnTo>
                  <a:lnTo>
                    <a:pt x="88412" y="98972"/>
                  </a:lnTo>
                  <a:lnTo>
                    <a:pt x="89583" y="98782"/>
                  </a:lnTo>
                  <a:lnTo>
                    <a:pt x="90664" y="98379"/>
                  </a:lnTo>
                  <a:lnTo>
                    <a:pt x="91470" y="97884"/>
                  </a:lnTo>
                  <a:lnTo>
                    <a:pt x="92429" y="97565"/>
                  </a:lnTo>
                  <a:lnTo>
                    <a:pt x="93182" y="97679"/>
                  </a:lnTo>
                  <a:lnTo>
                    <a:pt x="93935" y="97237"/>
                  </a:lnTo>
                  <a:lnTo>
                    <a:pt x="94765" y="96819"/>
                  </a:lnTo>
                  <a:lnTo>
                    <a:pt x="95571" y="96476"/>
                  </a:lnTo>
                  <a:lnTo>
                    <a:pt x="96743" y="96187"/>
                  </a:lnTo>
                  <a:lnTo>
                    <a:pt x="97839" y="96857"/>
                  </a:lnTo>
                  <a:lnTo>
                    <a:pt x="98455" y="97526"/>
                  </a:lnTo>
                  <a:lnTo>
                    <a:pt x="99170" y="97846"/>
                  </a:lnTo>
                  <a:lnTo>
                    <a:pt x="99840" y="97770"/>
                  </a:lnTo>
                  <a:lnTo>
                    <a:pt x="100304" y="97831"/>
                  </a:lnTo>
                  <a:lnTo>
                    <a:pt x="100783" y="98363"/>
                  </a:lnTo>
                  <a:lnTo>
                    <a:pt x="101399" y="98401"/>
                  </a:lnTo>
                  <a:lnTo>
                    <a:pt x="102282" y="98302"/>
                  </a:lnTo>
                  <a:lnTo>
                    <a:pt x="103111" y="98188"/>
                  </a:lnTo>
                  <a:lnTo>
                    <a:pt x="103492" y="98028"/>
                  </a:lnTo>
                  <a:lnTo>
                    <a:pt x="103553" y="97686"/>
                  </a:lnTo>
                  <a:lnTo>
                    <a:pt x="103340" y="97093"/>
                  </a:lnTo>
                  <a:lnTo>
                    <a:pt x="103051" y="96537"/>
                  </a:lnTo>
                  <a:lnTo>
                    <a:pt x="103279" y="95677"/>
                  </a:lnTo>
                  <a:lnTo>
                    <a:pt x="103302" y="94643"/>
                  </a:lnTo>
                  <a:lnTo>
                    <a:pt x="103340" y="93327"/>
                  </a:lnTo>
                  <a:lnTo>
                    <a:pt x="102685" y="92596"/>
                  </a:lnTo>
                  <a:lnTo>
                    <a:pt x="102031" y="91219"/>
                  </a:lnTo>
                  <a:lnTo>
                    <a:pt x="101300" y="90108"/>
                  </a:lnTo>
                  <a:lnTo>
                    <a:pt x="100167" y="89362"/>
                  </a:lnTo>
                  <a:lnTo>
                    <a:pt x="99109" y="89073"/>
                  </a:lnTo>
                  <a:lnTo>
                    <a:pt x="98227" y="89537"/>
                  </a:lnTo>
                  <a:lnTo>
                    <a:pt x="97405" y="89613"/>
                  </a:lnTo>
                  <a:lnTo>
                    <a:pt x="96789" y="89195"/>
                  </a:lnTo>
                  <a:lnTo>
                    <a:pt x="95792" y="89180"/>
                  </a:lnTo>
                  <a:lnTo>
                    <a:pt x="94711" y="89043"/>
                  </a:lnTo>
                  <a:lnTo>
                    <a:pt x="93578" y="88883"/>
                  </a:lnTo>
                  <a:lnTo>
                    <a:pt x="91523" y="89187"/>
                  </a:lnTo>
                  <a:lnTo>
                    <a:pt x="90793" y="88815"/>
                  </a:lnTo>
                  <a:lnTo>
                    <a:pt x="89796" y="88777"/>
                  </a:lnTo>
                  <a:lnTo>
                    <a:pt x="88640" y="89180"/>
                  </a:lnTo>
                  <a:lnTo>
                    <a:pt x="88670" y="83892"/>
                  </a:lnTo>
                  <a:lnTo>
                    <a:pt x="88701" y="78908"/>
                  </a:lnTo>
                  <a:lnTo>
                    <a:pt x="88716" y="75408"/>
                  </a:lnTo>
                  <a:lnTo>
                    <a:pt x="89751" y="75484"/>
                  </a:lnTo>
                  <a:lnTo>
                    <a:pt x="91036" y="74853"/>
                  </a:lnTo>
                  <a:lnTo>
                    <a:pt x="92946" y="74754"/>
                  </a:lnTo>
                  <a:lnTo>
                    <a:pt x="94415" y="74092"/>
                  </a:lnTo>
                  <a:lnTo>
                    <a:pt x="95236" y="74039"/>
                  </a:lnTo>
                  <a:lnTo>
                    <a:pt x="96789" y="74358"/>
                  </a:lnTo>
                  <a:lnTo>
                    <a:pt x="98409" y="75043"/>
                  </a:lnTo>
                  <a:lnTo>
                    <a:pt x="99999" y="75142"/>
                  </a:lnTo>
                  <a:lnTo>
                    <a:pt x="104169" y="75142"/>
                  </a:lnTo>
                  <a:lnTo>
                    <a:pt x="108673" y="75142"/>
                  </a:lnTo>
                  <a:lnTo>
                    <a:pt x="113687" y="75142"/>
                  </a:lnTo>
                  <a:lnTo>
                    <a:pt x="118709" y="75142"/>
                  </a:lnTo>
                  <a:lnTo>
                    <a:pt x="123061" y="75142"/>
                  </a:lnTo>
                  <a:lnTo>
                    <a:pt x="124408" y="75180"/>
                  </a:lnTo>
                  <a:lnTo>
                    <a:pt x="123624" y="74016"/>
                  </a:lnTo>
                  <a:lnTo>
                    <a:pt x="122711" y="72510"/>
                  </a:lnTo>
                  <a:lnTo>
                    <a:pt x="123061" y="71323"/>
                  </a:lnTo>
                  <a:lnTo>
                    <a:pt x="123510" y="70128"/>
                  </a:lnTo>
                  <a:lnTo>
                    <a:pt x="124035" y="69504"/>
                  </a:lnTo>
                  <a:lnTo>
                    <a:pt x="125389" y="70166"/>
                  </a:lnTo>
                  <a:lnTo>
                    <a:pt x="126523" y="72197"/>
                  </a:lnTo>
                  <a:lnTo>
                    <a:pt x="127466" y="73727"/>
                  </a:lnTo>
                  <a:lnTo>
                    <a:pt x="128387" y="74480"/>
                  </a:lnTo>
                  <a:lnTo>
                    <a:pt x="129528" y="74564"/>
                  </a:lnTo>
                  <a:lnTo>
                    <a:pt x="130822" y="74305"/>
                  </a:lnTo>
                  <a:lnTo>
                    <a:pt x="132115" y="73674"/>
                  </a:lnTo>
                  <a:lnTo>
                    <a:pt x="134322" y="70874"/>
                  </a:lnTo>
                  <a:lnTo>
                    <a:pt x="136513" y="68477"/>
                  </a:lnTo>
                  <a:lnTo>
                    <a:pt x="137647" y="67670"/>
                  </a:lnTo>
                  <a:lnTo>
                    <a:pt x="138849" y="66932"/>
                  </a:lnTo>
                  <a:lnTo>
                    <a:pt x="139747" y="66651"/>
                  </a:lnTo>
                  <a:lnTo>
                    <a:pt x="140972" y="66742"/>
                  </a:lnTo>
                  <a:lnTo>
                    <a:pt x="142006" y="67396"/>
                  </a:lnTo>
                  <a:lnTo>
                    <a:pt x="142676" y="68538"/>
                  </a:lnTo>
                  <a:lnTo>
                    <a:pt x="145126" y="72510"/>
                  </a:lnTo>
                  <a:lnTo>
                    <a:pt x="146975" y="75507"/>
                  </a:lnTo>
                  <a:lnTo>
                    <a:pt x="147599" y="77379"/>
                  </a:lnTo>
                  <a:lnTo>
                    <a:pt x="147637" y="81944"/>
                  </a:lnTo>
                  <a:lnTo>
                    <a:pt x="147523" y="85984"/>
                  </a:lnTo>
                  <a:lnTo>
                    <a:pt x="147766" y="86509"/>
                  </a:lnTo>
                  <a:lnTo>
                    <a:pt x="148131" y="86661"/>
                  </a:lnTo>
                  <a:lnTo>
                    <a:pt x="152171" y="85710"/>
                  </a:lnTo>
                  <a:lnTo>
                    <a:pt x="157657" y="90610"/>
                  </a:lnTo>
                  <a:lnTo>
                    <a:pt x="161712" y="94232"/>
                  </a:lnTo>
                  <a:lnTo>
                    <a:pt x="163463" y="95388"/>
                  </a:lnTo>
                  <a:lnTo>
                    <a:pt x="164436" y="95708"/>
                  </a:lnTo>
                  <a:lnTo>
                    <a:pt x="166795" y="95465"/>
                  </a:lnTo>
                  <a:lnTo>
                    <a:pt x="169595" y="94993"/>
                  </a:lnTo>
                  <a:lnTo>
                    <a:pt x="170957" y="94475"/>
                  </a:lnTo>
                  <a:lnTo>
                    <a:pt x="172463" y="93342"/>
                  </a:lnTo>
                  <a:lnTo>
                    <a:pt x="174906" y="91767"/>
                  </a:lnTo>
                  <a:lnTo>
                    <a:pt x="176899" y="90899"/>
                  </a:lnTo>
                  <a:lnTo>
                    <a:pt x="177683" y="90785"/>
                  </a:lnTo>
                  <a:lnTo>
                    <a:pt x="178474" y="91067"/>
                  </a:lnTo>
                  <a:lnTo>
                    <a:pt x="180156" y="92010"/>
                  </a:lnTo>
                  <a:lnTo>
                    <a:pt x="181076" y="93760"/>
                  </a:lnTo>
                  <a:lnTo>
                    <a:pt x="180232" y="95792"/>
                  </a:lnTo>
                  <a:lnTo>
                    <a:pt x="180376" y="97055"/>
                  </a:lnTo>
                  <a:lnTo>
                    <a:pt x="182141" y="96986"/>
                  </a:lnTo>
                  <a:lnTo>
                    <a:pt x="183557" y="94886"/>
                  </a:lnTo>
                  <a:lnTo>
                    <a:pt x="184546" y="93228"/>
                  </a:lnTo>
                  <a:lnTo>
                    <a:pt x="186615" y="91881"/>
                  </a:lnTo>
                  <a:lnTo>
                    <a:pt x="188632" y="89971"/>
                  </a:lnTo>
                  <a:lnTo>
                    <a:pt x="190039" y="88145"/>
                  </a:lnTo>
                  <a:lnTo>
                    <a:pt x="191690" y="87080"/>
                  </a:lnTo>
                  <a:lnTo>
                    <a:pt x="194178" y="85779"/>
                  </a:lnTo>
                  <a:lnTo>
                    <a:pt x="196149" y="84987"/>
                  </a:lnTo>
                  <a:lnTo>
                    <a:pt x="197990" y="85071"/>
                  </a:lnTo>
                  <a:lnTo>
                    <a:pt x="199360" y="84211"/>
                  </a:lnTo>
                  <a:lnTo>
                    <a:pt x="201132" y="82598"/>
                  </a:lnTo>
                  <a:lnTo>
                    <a:pt x="202373" y="81305"/>
                  </a:lnTo>
                  <a:lnTo>
                    <a:pt x="203232" y="80841"/>
                  </a:lnTo>
                  <a:lnTo>
                    <a:pt x="204960" y="80970"/>
                  </a:lnTo>
                  <a:lnTo>
                    <a:pt x="207113" y="80795"/>
                  </a:lnTo>
                  <a:lnTo>
                    <a:pt x="209228" y="79220"/>
                  </a:lnTo>
                  <a:lnTo>
                    <a:pt x="211153" y="77318"/>
                  </a:lnTo>
                  <a:lnTo>
                    <a:pt x="212173" y="74107"/>
                  </a:lnTo>
                  <a:lnTo>
                    <a:pt x="212842" y="71262"/>
                  </a:lnTo>
                  <a:lnTo>
                    <a:pt x="213420" y="70683"/>
                  </a:lnTo>
                  <a:lnTo>
                    <a:pt x="214120" y="70227"/>
                  </a:lnTo>
                  <a:lnTo>
                    <a:pt x="214942" y="69930"/>
                  </a:lnTo>
                  <a:lnTo>
                    <a:pt x="216920" y="69725"/>
                  </a:lnTo>
                  <a:lnTo>
                    <a:pt x="220390" y="68211"/>
                  </a:lnTo>
                  <a:lnTo>
                    <a:pt x="222779" y="66674"/>
                  </a:lnTo>
                  <a:lnTo>
                    <a:pt x="225046" y="66347"/>
                  </a:lnTo>
                  <a:lnTo>
                    <a:pt x="225716" y="65936"/>
                  </a:lnTo>
                  <a:lnTo>
                    <a:pt x="226538" y="64513"/>
                  </a:lnTo>
                  <a:lnTo>
                    <a:pt x="226948" y="62010"/>
                  </a:lnTo>
                  <a:lnTo>
                    <a:pt x="226637" y="60496"/>
                  </a:lnTo>
                  <a:lnTo>
                    <a:pt x="222467" y="60024"/>
                  </a:lnTo>
                  <a:lnTo>
                    <a:pt x="219735" y="60024"/>
                  </a:lnTo>
                  <a:lnTo>
                    <a:pt x="215216" y="59636"/>
                  </a:lnTo>
                  <a:lnTo>
                    <a:pt x="213063" y="59012"/>
                  </a:lnTo>
                  <a:lnTo>
                    <a:pt x="212599" y="58578"/>
                  </a:lnTo>
                  <a:lnTo>
                    <a:pt x="212553" y="58099"/>
                  </a:lnTo>
                  <a:lnTo>
                    <a:pt x="212987" y="57011"/>
                  </a:lnTo>
                  <a:lnTo>
                    <a:pt x="213405" y="54979"/>
                  </a:lnTo>
                  <a:lnTo>
                    <a:pt x="212789" y="52225"/>
                  </a:lnTo>
                  <a:lnTo>
                    <a:pt x="210537" y="47911"/>
                  </a:lnTo>
                  <a:lnTo>
                    <a:pt x="208931" y="43665"/>
                  </a:lnTo>
                  <a:lnTo>
                    <a:pt x="208718" y="40706"/>
                  </a:lnTo>
                  <a:lnTo>
                    <a:pt x="208756" y="37579"/>
                  </a:lnTo>
                  <a:lnTo>
                    <a:pt x="208886" y="35532"/>
                  </a:lnTo>
                  <a:lnTo>
                    <a:pt x="207729" y="33934"/>
                  </a:lnTo>
                  <a:lnTo>
                    <a:pt x="201483" y="28890"/>
                  </a:lnTo>
                  <a:lnTo>
                    <a:pt x="199322" y="26508"/>
                  </a:lnTo>
                  <a:lnTo>
                    <a:pt x="198606" y="24857"/>
                  </a:lnTo>
                  <a:lnTo>
                    <a:pt x="196141" y="21821"/>
                  </a:lnTo>
                  <a:lnTo>
                    <a:pt x="196765" y="20885"/>
                  </a:lnTo>
                  <a:lnTo>
                    <a:pt x="198188" y="20916"/>
                  </a:lnTo>
                  <a:lnTo>
                    <a:pt x="199398" y="21707"/>
                  </a:lnTo>
                  <a:lnTo>
                    <a:pt x="200509" y="23396"/>
                  </a:lnTo>
                  <a:lnTo>
                    <a:pt x="201300" y="23777"/>
                  </a:lnTo>
                  <a:lnTo>
                    <a:pt x="202388" y="23777"/>
                  </a:lnTo>
                  <a:lnTo>
                    <a:pt x="208148" y="23769"/>
                  </a:lnTo>
                  <a:lnTo>
                    <a:pt x="209494" y="24058"/>
                  </a:lnTo>
                  <a:lnTo>
                    <a:pt x="210308" y="24629"/>
                  </a:lnTo>
                  <a:lnTo>
                    <a:pt x="211001" y="25336"/>
                  </a:lnTo>
                  <a:lnTo>
                    <a:pt x="212036" y="27307"/>
                  </a:lnTo>
                  <a:lnTo>
                    <a:pt x="213146" y="28266"/>
                  </a:lnTo>
                  <a:lnTo>
                    <a:pt x="215429" y="28235"/>
                  </a:lnTo>
                  <a:lnTo>
                    <a:pt x="219005" y="28197"/>
                  </a:lnTo>
                  <a:lnTo>
                    <a:pt x="221014" y="28022"/>
                  </a:lnTo>
                  <a:lnTo>
                    <a:pt x="222216" y="28570"/>
                  </a:lnTo>
                  <a:lnTo>
                    <a:pt x="223707" y="29026"/>
                  </a:lnTo>
                  <a:lnTo>
                    <a:pt x="226849" y="27976"/>
                  </a:lnTo>
                  <a:lnTo>
                    <a:pt x="227724" y="27954"/>
                  </a:lnTo>
                  <a:lnTo>
                    <a:pt x="228668" y="28418"/>
                  </a:lnTo>
                  <a:lnTo>
                    <a:pt x="232054" y="31941"/>
                  </a:lnTo>
                  <a:lnTo>
                    <a:pt x="233994" y="33424"/>
                  </a:lnTo>
                  <a:lnTo>
                    <a:pt x="235630" y="35395"/>
                  </a:lnTo>
                  <a:lnTo>
                    <a:pt x="238011" y="35403"/>
                  </a:lnTo>
                  <a:lnTo>
                    <a:pt x="239989" y="33714"/>
                  </a:lnTo>
                  <a:lnTo>
                    <a:pt x="240514" y="28030"/>
                  </a:lnTo>
                  <a:lnTo>
                    <a:pt x="241108" y="26379"/>
                  </a:lnTo>
                  <a:lnTo>
                    <a:pt x="242105" y="25915"/>
                  </a:lnTo>
                  <a:lnTo>
                    <a:pt x="243292" y="25861"/>
                  </a:lnTo>
                  <a:lnTo>
                    <a:pt x="244699" y="24971"/>
                  </a:lnTo>
                  <a:lnTo>
                    <a:pt x="246221" y="23815"/>
                  </a:lnTo>
                  <a:lnTo>
                    <a:pt x="247545" y="23427"/>
                  </a:lnTo>
                  <a:lnTo>
                    <a:pt x="253046" y="24667"/>
                  </a:lnTo>
                  <a:lnTo>
                    <a:pt x="254575" y="24073"/>
                  </a:lnTo>
                  <a:lnTo>
                    <a:pt x="260145" y="22574"/>
                  </a:lnTo>
                  <a:lnTo>
                    <a:pt x="265836" y="20642"/>
                  </a:lnTo>
                  <a:lnTo>
                    <a:pt x="267434" y="18207"/>
                  </a:lnTo>
                  <a:lnTo>
                    <a:pt x="269815" y="17553"/>
                  </a:lnTo>
                  <a:lnTo>
                    <a:pt x="271687" y="15773"/>
                  </a:lnTo>
                  <a:lnTo>
                    <a:pt x="273193" y="15955"/>
                  </a:lnTo>
                  <a:lnTo>
                    <a:pt x="275476" y="16031"/>
                  </a:lnTo>
                  <a:lnTo>
                    <a:pt x="276891" y="15719"/>
                  </a:lnTo>
                  <a:lnTo>
                    <a:pt x="277606" y="15384"/>
                  </a:lnTo>
                  <a:lnTo>
                    <a:pt x="278390" y="14547"/>
                  </a:lnTo>
                  <a:lnTo>
                    <a:pt x="279676" y="12166"/>
                  </a:lnTo>
                  <a:lnTo>
                    <a:pt x="281236" y="11261"/>
                  </a:lnTo>
                  <a:lnTo>
                    <a:pt x="283191" y="10302"/>
                  </a:lnTo>
                  <a:lnTo>
                    <a:pt x="284530" y="9176"/>
                  </a:lnTo>
                  <a:lnTo>
                    <a:pt x="285633" y="7783"/>
                  </a:lnTo>
                  <a:lnTo>
                    <a:pt x="286143" y="6574"/>
                  </a:lnTo>
                  <a:lnTo>
                    <a:pt x="286128" y="5615"/>
                  </a:lnTo>
                  <a:lnTo>
                    <a:pt x="285481" y="3751"/>
                  </a:lnTo>
                  <a:lnTo>
                    <a:pt x="284690" y="2001"/>
                  </a:lnTo>
                  <a:lnTo>
                    <a:pt x="283838" y="1423"/>
                  </a:lnTo>
                  <a:lnTo>
                    <a:pt x="283199" y="1202"/>
                  </a:lnTo>
                  <a:lnTo>
                    <a:pt x="285139" y="791"/>
                  </a:lnTo>
                  <a:lnTo>
                    <a:pt x="286737" y="1408"/>
                  </a:lnTo>
                  <a:lnTo>
                    <a:pt x="289232" y="1499"/>
                  </a:lnTo>
                  <a:lnTo>
                    <a:pt x="290320" y="1027"/>
                  </a:lnTo>
                  <a:lnTo>
                    <a:pt x="291895" y="1255"/>
                  </a:lnTo>
                  <a:lnTo>
                    <a:pt x="293889" y="0"/>
                  </a:lnTo>
                  <a:lnTo>
                    <a:pt x="295167" y="411"/>
                  </a:lnTo>
                  <a:lnTo>
                    <a:pt x="296011" y="411"/>
                  </a:lnTo>
                  <a:lnTo>
                    <a:pt x="296780" y="1362"/>
                  </a:lnTo>
                  <a:lnTo>
                    <a:pt x="297381" y="2435"/>
                  </a:lnTo>
                  <a:lnTo>
                    <a:pt x="299245" y="3736"/>
                  </a:lnTo>
                  <a:lnTo>
                    <a:pt x="299062" y="5714"/>
                  </a:lnTo>
                  <a:lnTo>
                    <a:pt x="298720" y="7464"/>
                  </a:lnTo>
                  <a:lnTo>
                    <a:pt x="298477" y="9488"/>
                  </a:lnTo>
                  <a:lnTo>
                    <a:pt x="298370" y="11025"/>
                  </a:lnTo>
                  <a:lnTo>
                    <a:pt x="297579" y="12600"/>
                  </a:lnTo>
                  <a:lnTo>
                    <a:pt x="296392" y="14068"/>
                  </a:lnTo>
                  <a:lnTo>
                    <a:pt x="296042" y="14661"/>
                  </a:lnTo>
                  <a:lnTo>
                    <a:pt x="295874" y="15438"/>
                  </a:lnTo>
                  <a:lnTo>
                    <a:pt x="296673" y="15909"/>
                  </a:lnTo>
                  <a:lnTo>
                    <a:pt x="298089" y="16046"/>
                  </a:lnTo>
                  <a:lnTo>
                    <a:pt x="299854" y="16107"/>
                  </a:lnTo>
                  <a:lnTo>
                    <a:pt x="301056" y="16564"/>
                  </a:lnTo>
                  <a:lnTo>
                    <a:pt x="302608" y="16655"/>
                  </a:lnTo>
                  <a:lnTo>
                    <a:pt x="304480" y="17918"/>
                  </a:lnTo>
                  <a:lnTo>
                    <a:pt x="305385" y="18679"/>
                  </a:lnTo>
                  <a:lnTo>
                    <a:pt x="305461" y="19265"/>
                  </a:lnTo>
                  <a:lnTo>
                    <a:pt x="304868" y="20665"/>
                  </a:lnTo>
                  <a:lnTo>
                    <a:pt x="304632" y="21958"/>
                  </a:lnTo>
                  <a:lnTo>
                    <a:pt x="305096" y="22780"/>
                  </a:lnTo>
                  <a:lnTo>
                    <a:pt x="305644" y="23373"/>
                  </a:lnTo>
                  <a:lnTo>
                    <a:pt x="307158" y="26295"/>
                  </a:lnTo>
                  <a:lnTo>
                    <a:pt x="307881" y="27307"/>
                  </a:lnTo>
                  <a:lnTo>
                    <a:pt x="308490" y="27634"/>
                  </a:lnTo>
                  <a:lnTo>
                    <a:pt x="308634" y="28197"/>
                  </a:lnTo>
                  <a:lnTo>
                    <a:pt x="308117" y="29262"/>
                  </a:lnTo>
                  <a:lnTo>
                    <a:pt x="307493" y="30617"/>
                  </a:lnTo>
                  <a:lnTo>
                    <a:pt x="306085" y="32040"/>
                  </a:lnTo>
                  <a:lnTo>
                    <a:pt x="305895" y="33166"/>
                  </a:lnTo>
                  <a:lnTo>
                    <a:pt x="304776" y="33873"/>
                  </a:lnTo>
                  <a:lnTo>
                    <a:pt x="302152" y="35555"/>
                  </a:lnTo>
                  <a:lnTo>
                    <a:pt x="302608" y="38218"/>
                  </a:lnTo>
                  <a:lnTo>
                    <a:pt x="302699" y="39564"/>
                  </a:lnTo>
                  <a:lnTo>
                    <a:pt x="302654" y="40614"/>
                  </a:lnTo>
                  <a:lnTo>
                    <a:pt x="301756" y="42022"/>
                  </a:lnTo>
                  <a:lnTo>
                    <a:pt x="300204" y="46169"/>
                  </a:lnTo>
                  <a:lnTo>
                    <a:pt x="299633" y="48238"/>
                  </a:lnTo>
                  <a:lnTo>
                    <a:pt x="299131" y="53016"/>
                  </a:lnTo>
                  <a:lnTo>
                    <a:pt x="299161" y="54622"/>
                  </a:lnTo>
                  <a:lnTo>
                    <a:pt x="299876" y="56775"/>
                  </a:lnTo>
                  <a:lnTo>
                    <a:pt x="301398" y="61561"/>
                  </a:lnTo>
                  <a:lnTo>
                    <a:pt x="302266" y="62329"/>
                  </a:lnTo>
                  <a:lnTo>
                    <a:pt x="304267" y="63448"/>
                  </a:lnTo>
                  <a:lnTo>
                    <a:pt x="304518" y="66681"/>
                  </a:lnTo>
                  <a:lnTo>
                    <a:pt x="304343" y="70059"/>
                  </a:lnTo>
                  <a:lnTo>
                    <a:pt x="304251" y="71368"/>
                  </a:lnTo>
                  <a:lnTo>
                    <a:pt x="304579" y="71931"/>
                  </a:lnTo>
                  <a:lnTo>
                    <a:pt x="305477" y="72205"/>
                  </a:lnTo>
                  <a:lnTo>
                    <a:pt x="306116" y="72608"/>
                  </a:lnTo>
                  <a:lnTo>
                    <a:pt x="306214" y="73605"/>
                  </a:lnTo>
                  <a:lnTo>
                    <a:pt x="306154" y="74647"/>
                  </a:lnTo>
                  <a:lnTo>
                    <a:pt x="307645" y="75249"/>
                  </a:lnTo>
                  <a:lnTo>
                    <a:pt x="308946" y="75629"/>
                  </a:lnTo>
                  <a:lnTo>
                    <a:pt x="310148" y="77059"/>
                  </a:lnTo>
                  <a:lnTo>
                    <a:pt x="312317" y="79289"/>
                  </a:lnTo>
                  <a:lnTo>
                    <a:pt x="313184" y="79699"/>
                  </a:lnTo>
                  <a:lnTo>
                    <a:pt x="313618" y="80620"/>
                  </a:lnTo>
                  <a:lnTo>
                    <a:pt x="315451" y="82500"/>
                  </a:lnTo>
                  <a:lnTo>
                    <a:pt x="318244" y="83184"/>
                  </a:lnTo>
                  <a:lnTo>
                    <a:pt x="321059" y="84014"/>
                  </a:lnTo>
                  <a:lnTo>
                    <a:pt x="322170" y="85193"/>
                  </a:lnTo>
                  <a:lnTo>
                    <a:pt x="323326" y="86152"/>
                  </a:lnTo>
                  <a:lnTo>
                    <a:pt x="324201" y="86197"/>
                  </a:lnTo>
                  <a:lnTo>
                    <a:pt x="324939" y="86045"/>
                  </a:lnTo>
                  <a:lnTo>
                    <a:pt x="326157" y="85216"/>
                  </a:lnTo>
                  <a:lnTo>
                    <a:pt x="327130" y="84501"/>
                  </a:lnTo>
                  <a:lnTo>
                    <a:pt x="328827" y="84546"/>
                  </a:lnTo>
                  <a:lnTo>
                    <a:pt x="330821" y="84424"/>
                  </a:lnTo>
                  <a:lnTo>
                    <a:pt x="331163" y="83839"/>
                  </a:lnTo>
                  <a:lnTo>
                    <a:pt x="331353" y="83085"/>
                  </a:lnTo>
                  <a:lnTo>
                    <a:pt x="330942" y="81160"/>
                  </a:lnTo>
                  <a:lnTo>
                    <a:pt x="331650" y="80575"/>
                  </a:lnTo>
                  <a:lnTo>
                    <a:pt x="333301" y="80247"/>
                  </a:lnTo>
                  <a:lnTo>
                    <a:pt x="333628" y="79220"/>
                  </a:lnTo>
                  <a:lnTo>
                    <a:pt x="334001" y="78657"/>
                  </a:lnTo>
                  <a:lnTo>
                    <a:pt x="334473" y="78003"/>
                  </a:lnTo>
                  <a:lnTo>
                    <a:pt x="335036" y="77912"/>
                  </a:lnTo>
                  <a:lnTo>
                    <a:pt x="335743" y="78284"/>
                  </a:lnTo>
                  <a:lnTo>
                    <a:pt x="336831" y="78520"/>
                  </a:lnTo>
                  <a:lnTo>
                    <a:pt x="338056" y="78847"/>
                  </a:lnTo>
                  <a:lnTo>
                    <a:pt x="338711" y="79502"/>
                  </a:lnTo>
                  <a:lnTo>
                    <a:pt x="339799" y="79555"/>
                  </a:lnTo>
                  <a:lnTo>
                    <a:pt x="341008" y="79433"/>
                  </a:lnTo>
                  <a:lnTo>
                    <a:pt x="341495" y="79015"/>
                  </a:lnTo>
                  <a:lnTo>
                    <a:pt x="341853" y="78284"/>
                  </a:lnTo>
                  <a:lnTo>
                    <a:pt x="342119" y="76709"/>
                  </a:lnTo>
                  <a:lnTo>
                    <a:pt x="342895" y="76664"/>
                  </a:lnTo>
                  <a:lnTo>
                    <a:pt x="344455" y="76314"/>
                  </a:lnTo>
                  <a:lnTo>
                    <a:pt x="346114" y="75621"/>
                  </a:lnTo>
                  <a:lnTo>
                    <a:pt x="348336" y="75515"/>
                  </a:lnTo>
                  <a:lnTo>
                    <a:pt x="350413" y="75530"/>
                  </a:lnTo>
                  <a:lnTo>
                    <a:pt x="351455" y="75066"/>
                  </a:lnTo>
                  <a:lnTo>
                    <a:pt x="352421" y="74054"/>
                  </a:lnTo>
                  <a:lnTo>
                    <a:pt x="354293" y="71186"/>
                  </a:lnTo>
                  <a:lnTo>
                    <a:pt x="355275" y="70524"/>
                  </a:lnTo>
                  <a:lnTo>
                    <a:pt x="356332" y="70029"/>
                  </a:lnTo>
                  <a:lnTo>
                    <a:pt x="357230" y="70120"/>
                  </a:lnTo>
                  <a:lnTo>
                    <a:pt x="359064" y="69641"/>
                  </a:lnTo>
                  <a:lnTo>
                    <a:pt x="360570" y="68956"/>
                  </a:lnTo>
                  <a:lnTo>
                    <a:pt x="361133" y="69131"/>
                  </a:lnTo>
                  <a:lnTo>
                    <a:pt x="362305" y="70600"/>
                  </a:lnTo>
                  <a:lnTo>
                    <a:pt x="362898" y="70919"/>
                  </a:lnTo>
                  <a:lnTo>
                    <a:pt x="363766" y="71026"/>
                  </a:lnTo>
                  <a:lnTo>
                    <a:pt x="366604" y="71771"/>
                  </a:lnTo>
                  <a:lnTo>
                    <a:pt x="368110" y="71536"/>
                  </a:lnTo>
                  <a:lnTo>
                    <a:pt x="369738" y="71064"/>
                  </a:lnTo>
                  <a:lnTo>
                    <a:pt x="371306" y="70889"/>
                  </a:lnTo>
                  <a:lnTo>
                    <a:pt x="372432" y="71216"/>
                  </a:lnTo>
                  <a:lnTo>
                    <a:pt x="373246" y="70790"/>
                  </a:lnTo>
                  <a:lnTo>
                    <a:pt x="373954" y="70509"/>
                  </a:lnTo>
                  <a:close/>
                  <a:moveTo>
                    <a:pt x="506000" y="70584"/>
                  </a:moveTo>
                  <a:lnTo>
                    <a:pt x="503870" y="71551"/>
                  </a:lnTo>
                  <a:lnTo>
                    <a:pt x="502645" y="71178"/>
                  </a:lnTo>
                  <a:lnTo>
                    <a:pt x="501519" y="68652"/>
                  </a:lnTo>
                  <a:lnTo>
                    <a:pt x="501899" y="66552"/>
                  </a:lnTo>
                  <a:lnTo>
                    <a:pt x="503444" y="65852"/>
                  </a:lnTo>
                  <a:lnTo>
                    <a:pt x="504638" y="66004"/>
                  </a:lnTo>
                  <a:lnTo>
                    <a:pt x="505080" y="66270"/>
                  </a:lnTo>
                  <a:lnTo>
                    <a:pt x="506145" y="69717"/>
                  </a:lnTo>
                  <a:lnTo>
                    <a:pt x="506000" y="70584"/>
                  </a:lnTo>
                  <a:close/>
                  <a:moveTo>
                    <a:pt x="509120" y="103377"/>
                  </a:moveTo>
                  <a:lnTo>
                    <a:pt x="506799" y="104093"/>
                  </a:lnTo>
                  <a:lnTo>
                    <a:pt x="506365" y="103423"/>
                  </a:lnTo>
                  <a:lnTo>
                    <a:pt x="506365" y="100752"/>
                  </a:lnTo>
                  <a:lnTo>
                    <a:pt x="507020" y="99292"/>
                  </a:lnTo>
                  <a:lnTo>
                    <a:pt x="509972" y="98881"/>
                  </a:lnTo>
                  <a:lnTo>
                    <a:pt x="510276" y="98447"/>
                  </a:lnTo>
                  <a:lnTo>
                    <a:pt x="511121" y="98173"/>
                  </a:lnTo>
                  <a:lnTo>
                    <a:pt x="511593" y="99094"/>
                  </a:lnTo>
                  <a:lnTo>
                    <a:pt x="511524" y="100623"/>
                  </a:lnTo>
                  <a:lnTo>
                    <a:pt x="509120" y="103377"/>
                  </a:lnTo>
                  <a:close/>
                  <a:moveTo>
                    <a:pt x="503284" y="108757"/>
                  </a:moveTo>
                  <a:lnTo>
                    <a:pt x="502904" y="111876"/>
                  </a:lnTo>
                  <a:lnTo>
                    <a:pt x="499061" y="110560"/>
                  </a:lnTo>
                  <a:lnTo>
                    <a:pt x="499350" y="107372"/>
                  </a:lnTo>
                  <a:lnTo>
                    <a:pt x="501146" y="106474"/>
                  </a:lnTo>
                  <a:lnTo>
                    <a:pt x="502736" y="104777"/>
                  </a:lnTo>
                  <a:lnTo>
                    <a:pt x="503284" y="102700"/>
                  </a:lnTo>
                  <a:lnTo>
                    <a:pt x="503314" y="99870"/>
                  </a:lnTo>
                  <a:lnTo>
                    <a:pt x="503908" y="99383"/>
                  </a:lnTo>
                  <a:lnTo>
                    <a:pt x="504425" y="99185"/>
                  </a:lnTo>
                  <a:lnTo>
                    <a:pt x="504889" y="99375"/>
                  </a:lnTo>
                  <a:lnTo>
                    <a:pt x="505072" y="103621"/>
                  </a:lnTo>
                  <a:lnTo>
                    <a:pt x="505293" y="106223"/>
                  </a:lnTo>
                  <a:lnTo>
                    <a:pt x="503284" y="108757"/>
                  </a:lnTo>
                  <a:close/>
                  <a:moveTo>
                    <a:pt x="517976" y="106025"/>
                  </a:moveTo>
                  <a:lnTo>
                    <a:pt x="518851" y="107136"/>
                  </a:lnTo>
                  <a:lnTo>
                    <a:pt x="515830" y="111572"/>
                  </a:lnTo>
                  <a:lnTo>
                    <a:pt x="514164" y="112211"/>
                  </a:lnTo>
                  <a:lnTo>
                    <a:pt x="512338" y="112340"/>
                  </a:lnTo>
                  <a:lnTo>
                    <a:pt x="509972" y="111016"/>
                  </a:lnTo>
                  <a:lnTo>
                    <a:pt x="506289" y="111115"/>
                  </a:lnTo>
                  <a:lnTo>
                    <a:pt x="505140" y="110803"/>
                  </a:lnTo>
                  <a:lnTo>
                    <a:pt x="505019" y="108871"/>
                  </a:lnTo>
                  <a:lnTo>
                    <a:pt x="506563" y="106809"/>
                  </a:lnTo>
                  <a:lnTo>
                    <a:pt x="509652" y="106923"/>
                  </a:lnTo>
                  <a:lnTo>
                    <a:pt x="514971" y="105264"/>
                  </a:lnTo>
                  <a:lnTo>
                    <a:pt x="517976" y="106025"/>
                  </a:lnTo>
                  <a:close/>
                  <a:moveTo>
                    <a:pt x="524261" y="114098"/>
                  </a:moveTo>
                  <a:lnTo>
                    <a:pt x="518600" y="114760"/>
                  </a:lnTo>
                  <a:lnTo>
                    <a:pt x="516013" y="113702"/>
                  </a:lnTo>
                  <a:lnTo>
                    <a:pt x="516599" y="112812"/>
                  </a:lnTo>
                  <a:lnTo>
                    <a:pt x="518532" y="111389"/>
                  </a:lnTo>
                  <a:lnTo>
                    <a:pt x="520883" y="110385"/>
                  </a:lnTo>
                  <a:lnTo>
                    <a:pt x="522990" y="109936"/>
                  </a:lnTo>
                  <a:lnTo>
                    <a:pt x="525189" y="110499"/>
                  </a:lnTo>
                  <a:lnTo>
                    <a:pt x="525790" y="111694"/>
                  </a:lnTo>
                  <a:lnTo>
                    <a:pt x="525607" y="112896"/>
                  </a:lnTo>
                  <a:lnTo>
                    <a:pt x="524261" y="114098"/>
                  </a:lnTo>
                  <a:close/>
                  <a:moveTo>
                    <a:pt x="498445" y="114501"/>
                  </a:moveTo>
                  <a:lnTo>
                    <a:pt x="492602" y="118655"/>
                  </a:lnTo>
                  <a:lnTo>
                    <a:pt x="490623" y="117293"/>
                  </a:lnTo>
                  <a:lnTo>
                    <a:pt x="490213" y="116502"/>
                  </a:lnTo>
                  <a:lnTo>
                    <a:pt x="490547" y="115703"/>
                  </a:lnTo>
                  <a:lnTo>
                    <a:pt x="490479" y="115369"/>
                  </a:lnTo>
                  <a:lnTo>
                    <a:pt x="491133" y="113946"/>
                  </a:lnTo>
                  <a:lnTo>
                    <a:pt x="494397" y="112782"/>
                  </a:lnTo>
                  <a:lnTo>
                    <a:pt x="496041" y="112584"/>
                  </a:lnTo>
                  <a:lnTo>
                    <a:pt x="498141" y="112949"/>
                  </a:lnTo>
                  <a:lnTo>
                    <a:pt x="498491" y="113968"/>
                  </a:lnTo>
                  <a:lnTo>
                    <a:pt x="498445" y="114501"/>
                  </a:lnTo>
                  <a:close/>
                  <a:moveTo>
                    <a:pt x="520312" y="116578"/>
                  </a:moveTo>
                  <a:lnTo>
                    <a:pt x="522305" y="116670"/>
                  </a:lnTo>
                  <a:lnTo>
                    <a:pt x="525128" y="116266"/>
                  </a:lnTo>
                  <a:lnTo>
                    <a:pt x="527023" y="115277"/>
                  </a:lnTo>
                  <a:lnTo>
                    <a:pt x="529138" y="115079"/>
                  </a:lnTo>
                  <a:lnTo>
                    <a:pt x="531230" y="115186"/>
                  </a:lnTo>
                  <a:lnTo>
                    <a:pt x="538283" y="116289"/>
                  </a:lnTo>
                  <a:lnTo>
                    <a:pt x="542522" y="116631"/>
                  </a:lnTo>
                  <a:lnTo>
                    <a:pt x="544073" y="116982"/>
                  </a:lnTo>
                  <a:lnTo>
                    <a:pt x="545588" y="117484"/>
                  </a:lnTo>
                  <a:lnTo>
                    <a:pt x="546698" y="118024"/>
                  </a:lnTo>
                  <a:lnTo>
                    <a:pt x="546972" y="119196"/>
                  </a:lnTo>
                  <a:lnTo>
                    <a:pt x="545945" y="121083"/>
                  </a:lnTo>
                  <a:lnTo>
                    <a:pt x="545177" y="123061"/>
                  </a:lnTo>
                  <a:lnTo>
                    <a:pt x="544461" y="125823"/>
                  </a:lnTo>
                  <a:lnTo>
                    <a:pt x="543906" y="126378"/>
                  </a:lnTo>
                  <a:lnTo>
                    <a:pt x="542978" y="126233"/>
                  </a:lnTo>
                  <a:lnTo>
                    <a:pt x="543556" y="128706"/>
                  </a:lnTo>
                  <a:lnTo>
                    <a:pt x="543351" y="129695"/>
                  </a:lnTo>
                  <a:lnTo>
                    <a:pt x="542887" y="130654"/>
                  </a:lnTo>
                  <a:lnTo>
                    <a:pt x="541753" y="132648"/>
                  </a:lnTo>
                  <a:lnTo>
                    <a:pt x="540033" y="135189"/>
                  </a:lnTo>
                  <a:lnTo>
                    <a:pt x="539524" y="135721"/>
                  </a:lnTo>
                  <a:lnTo>
                    <a:pt x="538215" y="136604"/>
                  </a:lnTo>
                  <a:lnTo>
                    <a:pt x="537150" y="137730"/>
                  </a:lnTo>
                  <a:lnTo>
                    <a:pt x="537378" y="138795"/>
                  </a:lnTo>
                  <a:lnTo>
                    <a:pt x="537911" y="139868"/>
                  </a:lnTo>
                  <a:lnTo>
                    <a:pt x="537279" y="141207"/>
                  </a:lnTo>
                  <a:lnTo>
                    <a:pt x="535248" y="143162"/>
                  </a:lnTo>
                  <a:lnTo>
                    <a:pt x="534030" y="143634"/>
                  </a:lnTo>
                  <a:lnTo>
                    <a:pt x="532912" y="143832"/>
                  </a:lnTo>
                  <a:lnTo>
                    <a:pt x="531877" y="143642"/>
                  </a:lnTo>
                  <a:lnTo>
                    <a:pt x="530043" y="141679"/>
                  </a:lnTo>
                  <a:lnTo>
                    <a:pt x="529853" y="143216"/>
                  </a:lnTo>
                  <a:lnTo>
                    <a:pt x="529359" y="144791"/>
                  </a:lnTo>
                  <a:lnTo>
                    <a:pt x="528735" y="145650"/>
                  </a:lnTo>
                  <a:lnTo>
                    <a:pt x="526368" y="145559"/>
                  </a:lnTo>
                  <a:lnTo>
                    <a:pt x="525052" y="144715"/>
                  </a:lnTo>
                  <a:lnTo>
                    <a:pt x="522914" y="143779"/>
                  </a:lnTo>
                  <a:lnTo>
                    <a:pt x="522511" y="146305"/>
                  </a:lnTo>
                  <a:lnTo>
                    <a:pt x="521179" y="148047"/>
                  </a:lnTo>
                  <a:lnTo>
                    <a:pt x="519840" y="148595"/>
                  </a:lnTo>
                  <a:lnTo>
                    <a:pt x="517740" y="148960"/>
                  </a:lnTo>
                  <a:lnTo>
                    <a:pt x="516538" y="149706"/>
                  </a:lnTo>
                  <a:lnTo>
                    <a:pt x="514271" y="149128"/>
                  </a:lnTo>
                  <a:lnTo>
                    <a:pt x="512163" y="147971"/>
                  </a:lnTo>
                  <a:lnTo>
                    <a:pt x="510969" y="147872"/>
                  </a:lnTo>
                  <a:lnTo>
                    <a:pt x="510040" y="148808"/>
                  </a:lnTo>
                  <a:lnTo>
                    <a:pt x="505148" y="148983"/>
                  </a:lnTo>
                  <a:lnTo>
                    <a:pt x="502904" y="149934"/>
                  </a:lnTo>
                  <a:lnTo>
                    <a:pt x="501534" y="149668"/>
                  </a:lnTo>
                  <a:lnTo>
                    <a:pt x="499518" y="147750"/>
                  </a:lnTo>
                  <a:lnTo>
                    <a:pt x="499198" y="146480"/>
                  </a:lnTo>
                  <a:lnTo>
                    <a:pt x="497996" y="143901"/>
                  </a:lnTo>
                  <a:lnTo>
                    <a:pt x="496916" y="140834"/>
                  </a:lnTo>
                  <a:lnTo>
                    <a:pt x="496147" y="138050"/>
                  </a:lnTo>
                  <a:lnTo>
                    <a:pt x="496794" y="135645"/>
                  </a:lnTo>
                  <a:lnTo>
                    <a:pt x="498103" y="135721"/>
                  </a:lnTo>
                  <a:lnTo>
                    <a:pt x="499647" y="136079"/>
                  </a:lnTo>
                  <a:lnTo>
                    <a:pt x="499974" y="135912"/>
                  </a:lnTo>
                  <a:lnTo>
                    <a:pt x="500050" y="135136"/>
                  </a:lnTo>
                  <a:lnTo>
                    <a:pt x="499708" y="134496"/>
                  </a:lnTo>
                  <a:lnTo>
                    <a:pt x="497220" y="134595"/>
                  </a:lnTo>
                  <a:lnTo>
                    <a:pt x="495645" y="133165"/>
                  </a:lnTo>
                  <a:lnTo>
                    <a:pt x="495371" y="130958"/>
                  </a:lnTo>
                  <a:lnTo>
                    <a:pt x="495691" y="126363"/>
                  </a:lnTo>
                  <a:lnTo>
                    <a:pt x="495896" y="125419"/>
                  </a:lnTo>
                  <a:lnTo>
                    <a:pt x="496999" y="124103"/>
                  </a:lnTo>
                  <a:lnTo>
                    <a:pt x="497357" y="122939"/>
                  </a:lnTo>
                  <a:lnTo>
                    <a:pt x="497083" y="121706"/>
                  </a:lnTo>
                  <a:lnTo>
                    <a:pt x="497555" y="119462"/>
                  </a:lnTo>
                  <a:lnTo>
                    <a:pt x="498582" y="117522"/>
                  </a:lnTo>
                  <a:lnTo>
                    <a:pt x="502508" y="115072"/>
                  </a:lnTo>
                  <a:lnTo>
                    <a:pt x="507066" y="114197"/>
                  </a:lnTo>
                  <a:lnTo>
                    <a:pt x="520312" y="116578"/>
                  </a:lnTo>
                  <a:close/>
                  <a:moveTo>
                    <a:pt x="473253" y="142128"/>
                  </a:moveTo>
                  <a:lnTo>
                    <a:pt x="470993" y="142531"/>
                  </a:lnTo>
                  <a:lnTo>
                    <a:pt x="473907" y="137220"/>
                  </a:lnTo>
                  <a:lnTo>
                    <a:pt x="476509" y="134748"/>
                  </a:lnTo>
                  <a:lnTo>
                    <a:pt x="476547" y="129848"/>
                  </a:lnTo>
                  <a:lnTo>
                    <a:pt x="479370" y="125488"/>
                  </a:lnTo>
                  <a:lnTo>
                    <a:pt x="481965" y="123715"/>
                  </a:lnTo>
                  <a:lnTo>
                    <a:pt x="485609" y="123198"/>
                  </a:lnTo>
                  <a:lnTo>
                    <a:pt x="487603" y="125853"/>
                  </a:lnTo>
                  <a:lnTo>
                    <a:pt x="485130" y="133385"/>
                  </a:lnTo>
                  <a:lnTo>
                    <a:pt x="484407" y="133431"/>
                  </a:lnTo>
                  <a:lnTo>
                    <a:pt x="481098" y="137403"/>
                  </a:lnTo>
                  <a:lnTo>
                    <a:pt x="477415" y="140180"/>
                  </a:lnTo>
                  <a:lnTo>
                    <a:pt x="473253" y="142128"/>
                  </a:lnTo>
                  <a:close/>
                  <a:moveTo>
                    <a:pt x="621651" y="139670"/>
                  </a:moveTo>
                  <a:lnTo>
                    <a:pt x="620281" y="140690"/>
                  </a:lnTo>
                  <a:lnTo>
                    <a:pt x="619832" y="141215"/>
                  </a:lnTo>
                  <a:lnTo>
                    <a:pt x="618706" y="140819"/>
                  </a:lnTo>
                  <a:lnTo>
                    <a:pt x="618911" y="140233"/>
                  </a:lnTo>
                  <a:lnTo>
                    <a:pt x="619246" y="140294"/>
                  </a:lnTo>
                  <a:lnTo>
                    <a:pt x="619611" y="138590"/>
                  </a:lnTo>
                  <a:lnTo>
                    <a:pt x="621536" y="138795"/>
                  </a:lnTo>
                  <a:lnTo>
                    <a:pt x="621651" y="139670"/>
                  </a:lnTo>
                  <a:close/>
                  <a:moveTo>
                    <a:pt x="629845" y="174091"/>
                  </a:moveTo>
                  <a:lnTo>
                    <a:pt x="627745" y="176176"/>
                  </a:lnTo>
                  <a:lnTo>
                    <a:pt x="628437" y="173764"/>
                  </a:lnTo>
                  <a:lnTo>
                    <a:pt x="628087" y="172098"/>
                  </a:lnTo>
                  <a:lnTo>
                    <a:pt x="628361" y="170812"/>
                  </a:lnTo>
                  <a:lnTo>
                    <a:pt x="629799" y="169564"/>
                  </a:lnTo>
                  <a:lnTo>
                    <a:pt x="630233" y="169382"/>
                  </a:lnTo>
                  <a:lnTo>
                    <a:pt x="630111" y="170919"/>
                  </a:lnTo>
                  <a:lnTo>
                    <a:pt x="630210" y="171390"/>
                  </a:lnTo>
                  <a:lnTo>
                    <a:pt x="629845" y="174091"/>
                  </a:lnTo>
                  <a:close/>
                  <a:moveTo>
                    <a:pt x="752739" y="391993"/>
                  </a:moveTo>
                  <a:lnTo>
                    <a:pt x="751902" y="392465"/>
                  </a:lnTo>
                  <a:lnTo>
                    <a:pt x="751818" y="391080"/>
                  </a:lnTo>
                  <a:lnTo>
                    <a:pt x="754002" y="389337"/>
                  </a:lnTo>
                  <a:lnTo>
                    <a:pt x="754359" y="387276"/>
                  </a:lnTo>
                  <a:lnTo>
                    <a:pt x="755500" y="388227"/>
                  </a:lnTo>
                  <a:lnTo>
                    <a:pt x="755805" y="389284"/>
                  </a:lnTo>
                  <a:lnTo>
                    <a:pt x="755790" y="389725"/>
                  </a:lnTo>
                  <a:lnTo>
                    <a:pt x="752739" y="391993"/>
                  </a:lnTo>
                  <a:close/>
                  <a:moveTo>
                    <a:pt x="749330" y="400195"/>
                  </a:moveTo>
                  <a:lnTo>
                    <a:pt x="748600" y="401481"/>
                  </a:lnTo>
                  <a:lnTo>
                    <a:pt x="747755" y="401290"/>
                  </a:lnTo>
                  <a:lnTo>
                    <a:pt x="747420" y="400431"/>
                  </a:lnTo>
                  <a:lnTo>
                    <a:pt x="746796" y="399594"/>
                  </a:lnTo>
                  <a:lnTo>
                    <a:pt x="747131" y="398939"/>
                  </a:lnTo>
                  <a:lnTo>
                    <a:pt x="747694" y="398567"/>
                  </a:lnTo>
                  <a:lnTo>
                    <a:pt x="749254" y="398620"/>
                  </a:lnTo>
                  <a:lnTo>
                    <a:pt x="749330" y="400195"/>
                  </a:lnTo>
                  <a:close/>
                  <a:moveTo>
                    <a:pt x="637743" y="616658"/>
                  </a:moveTo>
                  <a:lnTo>
                    <a:pt x="638412" y="617290"/>
                  </a:lnTo>
                  <a:lnTo>
                    <a:pt x="637180" y="617229"/>
                  </a:lnTo>
                  <a:lnTo>
                    <a:pt x="635795" y="617784"/>
                  </a:lnTo>
                  <a:lnTo>
                    <a:pt x="633672" y="618279"/>
                  </a:lnTo>
                  <a:lnTo>
                    <a:pt x="632820" y="617351"/>
                  </a:lnTo>
                  <a:lnTo>
                    <a:pt x="634653" y="616057"/>
                  </a:lnTo>
                  <a:lnTo>
                    <a:pt x="635323" y="615091"/>
                  </a:lnTo>
                  <a:lnTo>
                    <a:pt x="635802" y="615296"/>
                  </a:lnTo>
                  <a:lnTo>
                    <a:pt x="636419" y="615997"/>
                  </a:lnTo>
                  <a:lnTo>
                    <a:pt x="637743" y="616658"/>
                  </a:lnTo>
                  <a:close/>
                  <a:moveTo>
                    <a:pt x="613593" y="633968"/>
                  </a:moveTo>
                  <a:lnTo>
                    <a:pt x="613578" y="635178"/>
                  </a:lnTo>
                  <a:lnTo>
                    <a:pt x="612688" y="634561"/>
                  </a:lnTo>
                  <a:lnTo>
                    <a:pt x="610329" y="635033"/>
                  </a:lnTo>
                  <a:lnTo>
                    <a:pt x="609507" y="634120"/>
                  </a:lnTo>
                  <a:lnTo>
                    <a:pt x="612688" y="630217"/>
                  </a:lnTo>
                  <a:lnTo>
                    <a:pt x="613327" y="630787"/>
                  </a:lnTo>
                  <a:lnTo>
                    <a:pt x="613821" y="631495"/>
                  </a:lnTo>
                  <a:lnTo>
                    <a:pt x="614164" y="632484"/>
                  </a:lnTo>
                  <a:lnTo>
                    <a:pt x="613798" y="633123"/>
                  </a:lnTo>
                  <a:lnTo>
                    <a:pt x="613593" y="633968"/>
                  </a:lnTo>
                  <a:close/>
                  <a:moveTo>
                    <a:pt x="542613" y="692912"/>
                  </a:moveTo>
                  <a:lnTo>
                    <a:pt x="542217" y="693200"/>
                  </a:lnTo>
                  <a:lnTo>
                    <a:pt x="540878" y="690256"/>
                  </a:lnTo>
                  <a:lnTo>
                    <a:pt x="543571" y="687433"/>
                  </a:lnTo>
                  <a:lnTo>
                    <a:pt x="544469" y="688575"/>
                  </a:lnTo>
                  <a:lnTo>
                    <a:pt x="543754" y="690812"/>
                  </a:lnTo>
                  <a:lnTo>
                    <a:pt x="542963" y="692394"/>
                  </a:lnTo>
                  <a:lnTo>
                    <a:pt x="542613" y="692912"/>
                  </a:lnTo>
                  <a:close/>
                  <a:moveTo>
                    <a:pt x="544720" y="725484"/>
                  </a:moveTo>
                  <a:lnTo>
                    <a:pt x="543252" y="726571"/>
                  </a:lnTo>
                  <a:lnTo>
                    <a:pt x="543518" y="720873"/>
                  </a:lnTo>
                  <a:lnTo>
                    <a:pt x="544309" y="718971"/>
                  </a:lnTo>
                  <a:lnTo>
                    <a:pt x="545169" y="717548"/>
                  </a:lnTo>
                  <a:lnTo>
                    <a:pt x="546234" y="716673"/>
                  </a:lnTo>
                  <a:lnTo>
                    <a:pt x="547026" y="717913"/>
                  </a:lnTo>
                  <a:lnTo>
                    <a:pt x="546349" y="720660"/>
                  </a:lnTo>
                  <a:lnTo>
                    <a:pt x="544484" y="724030"/>
                  </a:lnTo>
                  <a:lnTo>
                    <a:pt x="544720" y="72548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59" name="Freeform: Shape 58">
              <a:extLst>
                <a:ext uri="{FF2B5EF4-FFF2-40B4-BE49-F238E27FC236}">
                  <a16:creationId xmlns:a16="http://schemas.microsoft.com/office/drawing/2014/main" id="{488E2EEE-E8D9-1621-2033-C6FF11865DAF}"/>
                </a:ext>
              </a:extLst>
            </p:cNvPr>
            <p:cNvSpPr/>
            <p:nvPr/>
          </p:nvSpPr>
          <p:spPr>
            <a:xfrm>
              <a:off x="7887270" y="4410252"/>
              <a:ext cx="133195" cy="139540"/>
            </a:xfrm>
            <a:custGeom>
              <a:avLst/>
              <a:gdLst>
                <a:gd name="csX0" fmla="*/ 37571 w 133195"/>
                <a:gd name="csY0" fmla="*/ 24568 h 139540"/>
                <a:gd name="csX1" fmla="*/ 37122 w 133195"/>
                <a:gd name="csY1" fmla="*/ 24774 h 139540"/>
                <a:gd name="csX2" fmla="*/ 35266 w 133195"/>
                <a:gd name="csY2" fmla="*/ 22407 h 139540"/>
                <a:gd name="csX3" fmla="*/ 33774 w 133195"/>
                <a:gd name="csY3" fmla="*/ 21723 h 139540"/>
                <a:gd name="csX4" fmla="*/ 36103 w 133195"/>
                <a:gd name="csY4" fmla="*/ 20049 h 139540"/>
                <a:gd name="csX5" fmla="*/ 37115 w 133195"/>
                <a:gd name="csY5" fmla="*/ 18611 h 139540"/>
                <a:gd name="csX6" fmla="*/ 37092 w 133195"/>
                <a:gd name="csY6" fmla="*/ 15468 h 139540"/>
                <a:gd name="csX7" fmla="*/ 37662 w 133195"/>
                <a:gd name="csY7" fmla="*/ 13741 h 139540"/>
                <a:gd name="csX8" fmla="*/ 37472 w 133195"/>
                <a:gd name="csY8" fmla="*/ 12250 h 139540"/>
                <a:gd name="csX9" fmla="*/ 37982 w 133195"/>
                <a:gd name="csY9" fmla="*/ 10728 h 139540"/>
                <a:gd name="csX10" fmla="*/ 37290 w 133195"/>
                <a:gd name="csY10" fmla="*/ 9016 h 139540"/>
                <a:gd name="csX11" fmla="*/ 35342 w 133195"/>
                <a:gd name="csY11" fmla="*/ 7654 h 139540"/>
                <a:gd name="csX12" fmla="*/ 31484 w 133195"/>
                <a:gd name="csY12" fmla="*/ 2245 h 139540"/>
                <a:gd name="csX13" fmla="*/ 25390 w 133195"/>
                <a:gd name="csY13" fmla="*/ 928 h 139540"/>
                <a:gd name="csX14" fmla="*/ 22232 w 133195"/>
                <a:gd name="csY14" fmla="*/ 875 h 139540"/>
                <a:gd name="csX15" fmla="*/ 23967 w 133195"/>
                <a:gd name="csY15" fmla="*/ 0 h 139540"/>
                <a:gd name="csX16" fmla="*/ 25565 w 133195"/>
                <a:gd name="csY16" fmla="*/ 107 h 139540"/>
                <a:gd name="csX17" fmla="*/ 28030 w 133195"/>
                <a:gd name="csY17" fmla="*/ 624 h 139540"/>
                <a:gd name="csX18" fmla="*/ 30982 w 133195"/>
                <a:gd name="csY18" fmla="*/ 875 h 139540"/>
                <a:gd name="csX19" fmla="*/ 32785 w 133195"/>
                <a:gd name="csY19" fmla="*/ 2465 h 139540"/>
                <a:gd name="csX20" fmla="*/ 34505 w 133195"/>
                <a:gd name="csY20" fmla="*/ 4581 h 139540"/>
                <a:gd name="csX21" fmla="*/ 36065 w 133195"/>
                <a:gd name="csY21" fmla="*/ 5433 h 139540"/>
                <a:gd name="csX22" fmla="*/ 36704 w 133195"/>
                <a:gd name="csY22" fmla="*/ 5973 h 139540"/>
                <a:gd name="csX23" fmla="*/ 36635 w 133195"/>
                <a:gd name="csY23" fmla="*/ 6589 h 139540"/>
                <a:gd name="csX24" fmla="*/ 36894 w 133195"/>
                <a:gd name="csY24" fmla="*/ 7167 h 139540"/>
                <a:gd name="csX25" fmla="*/ 38925 w 133195"/>
                <a:gd name="csY25" fmla="*/ 8157 h 139540"/>
                <a:gd name="csX26" fmla="*/ 40972 w 133195"/>
                <a:gd name="csY26" fmla="*/ 9747 h 139540"/>
                <a:gd name="csX27" fmla="*/ 41573 w 133195"/>
                <a:gd name="csY27" fmla="*/ 14411 h 139540"/>
                <a:gd name="csX28" fmla="*/ 38819 w 133195"/>
                <a:gd name="csY28" fmla="*/ 16617 h 139540"/>
                <a:gd name="csX29" fmla="*/ 38317 w 133195"/>
                <a:gd name="csY29" fmla="*/ 23358 h 139540"/>
                <a:gd name="csX30" fmla="*/ 37571 w 133195"/>
                <a:gd name="csY30" fmla="*/ 24568 h 139540"/>
                <a:gd name="csX31" fmla="*/ 10507 w 133195"/>
                <a:gd name="csY31" fmla="*/ 5022 h 139540"/>
                <a:gd name="csX32" fmla="*/ 13094 w 133195"/>
                <a:gd name="csY32" fmla="*/ 5767 h 139540"/>
                <a:gd name="csX33" fmla="*/ 14487 w 133195"/>
                <a:gd name="csY33" fmla="*/ 5661 h 139540"/>
                <a:gd name="csX34" fmla="*/ 15316 w 133195"/>
                <a:gd name="csY34" fmla="*/ 5181 h 139540"/>
                <a:gd name="csX35" fmla="*/ 19143 w 133195"/>
                <a:gd name="csY35" fmla="*/ 5379 h 139540"/>
                <a:gd name="csX36" fmla="*/ 22232 w 133195"/>
                <a:gd name="csY36" fmla="*/ 4664 h 139540"/>
                <a:gd name="csX37" fmla="*/ 22696 w 133195"/>
                <a:gd name="csY37" fmla="*/ 5927 h 139540"/>
                <a:gd name="csX38" fmla="*/ 22620 w 133195"/>
                <a:gd name="csY38" fmla="*/ 6589 h 139540"/>
                <a:gd name="csX39" fmla="*/ 16046 w 133195"/>
                <a:gd name="csY39" fmla="*/ 7205 h 139540"/>
                <a:gd name="csX40" fmla="*/ 10020 w 133195"/>
                <a:gd name="csY40" fmla="*/ 9062 h 139540"/>
                <a:gd name="csX41" fmla="*/ 6718 w 133195"/>
                <a:gd name="csY41" fmla="*/ 10317 h 139540"/>
                <a:gd name="csX42" fmla="*/ 5166 w 133195"/>
                <a:gd name="csY42" fmla="*/ 10462 h 139540"/>
                <a:gd name="csX43" fmla="*/ 3979 w 133195"/>
                <a:gd name="csY43" fmla="*/ 9800 h 139540"/>
                <a:gd name="csX44" fmla="*/ 0 w 133195"/>
                <a:gd name="csY44" fmla="*/ 5980 h 139540"/>
                <a:gd name="csX45" fmla="*/ 1065 w 133195"/>
                <a:gd name="csY45" fmla="*/ 6361 h 139540"/>
                <a:gd name="csX46" fmla="*/ 4002 w 133195"/>
                <a:gd name="csY46" fmla="*/ 8522 h 139540"/>
                <a:gd name="csX47" fmla="*/ 5828 w 133195"/>
                <a:gd name="csY47" fmla="*/ 8126 h 139540"/>
                <a:gd name="csX48" fmla="*/ 7525 w 133195"/>
                <a:gd name="csY48" fmla="*/ 6696 h 139540"/>
                <a:gd name="csX49" fmla="*/ 7784 w 133195"/>
                <a:gd name="csY49" fmla="*/ 5615 h 139540"/>
                <a:gd name="csX50" fmla="*/ 7532 w 133195"/>
                <a:gd name="csY50" fmla="*/ 5105 h 139540"/>
                <a:gd name="csX51" fmla="*/ 8301 w 133195"/>
                <a:gd name="csY51" fmla="*/ 3394 h 139540"/>
                <a:gd name="csX52" fmla="*/ 10507 w 133195"/>
                <a:gd name="csY52" fmla="*/ 5022 h 139540"/>
                <a:gd name="csX53" fmla="*/ 49882 w 133195"/>
                <a:gd name="csY53" fmla="*/ 34391 h 139540"/>
                <a:gd name="csX54" fmla="*/ 53397 w 133195"/>
                <a:gd name="csY54" fmla="*/ 37039 h 139540"/>
                <a:gd name="csX55" fmla="*/ 56395 w 133195"/>
                <a:gd name="csY55" fmla="*/ 38043 h 139540"/>
                <a:gd name="csX56" fmla="*/ 59636 w 133195"/>
                <a:gd name="csY56" fmla="*/ 41360 h 139540"/>
                <a:gd name="csX57" fmla="*/ 61036 w 133195"/>
                <a:gd name="csY57" fmla="*/ 42539 h 139540"/>
                <a:gd name="csX58" fmla="*/ 61287 w 133195"/>
                <a:gd name="csY58" fmla="*/ 43612 h 139540"/>
                <a:gd name="csX59" fmla="*/ 60739 w 133195"/>
                <a:gd name="csY59" fmla="*/ 48512 h 139540"/>
                <a:gd name="csX60" fmla="*/ 60009 w 133195"/>
                <a:gd name="csY60" fmla="*/ 51457 h 139540"/>
                <a:gd name="csX61" fmla="*/ 60115 w 133195"/>
                <a:gd name="csY61" fmla="*/ 54036 h 139540"/>
                <a:gd name="csX62" fmla="*/ 59354 w 133195"/>
                <a:gd name="csY62" fmla="*/ 53268 h 139540"/>
                <a:gd name="csX63" fmla="*/ 58586 w 133195"/>
                <a:gd name="csY63" fmla="*/ 51579 h 139540"/>
                <a:gd name="csX64" fmla="*/ 57323 w 133195"/>
                <a:gd name="csY64" fmla="*/ 50612 h 139540"/>
                <a:gd name="csX65" fmla="*/ 56897 w 133195"/>
                <a:gd name="csY65" fmla="*/ 50103 h 139540"/>
                <a:gd name="csX66" fmla="*/ 59164 w 133195"/>
                <a:gd name="csY66" fmla="*/ 49988 h 139540"/>
                <a:gd name="csX67" fmla="*/ 59362 w 133195"/>
                <a:gd name="csY67" fmla="*/ 47325 h 139540"/>
                <a:gd name="csX68" fmla="*/ 60473 w 133195"/>
                <a:gd name="csY68" fmla="*/ 45225 h 139540"/>
                <a:gd name="csX69" fmla="*/ 60305 w 133195"/>
                <a:gd name="csY69" fmla="*/ 43034 h 139540"/>
                <a:gd name="csX70" fmla="*/ 57658 w 133195"/>
                <a:gd name="csY70" fmla="*/ 40622 h 139540"/>
                <a:gd name="csX71" fmla="*/ 55847 w 133195"/>
                <a:gd name="csY71" fmla="*/ 38499 h 139540"/>
                <a:gd name="csX72" fmla="*/ 53054 w 133195"/>
                <a:gd name="csY72" fmla="*/ 37815 h 139540"/>
                <a:gd name="csX73" fmla="*/ 50475 w 133195"/>
                <a:gd name="csY73" fmla="*/ 35699 h 139540"/>
                <a:gd name="csX74" fmla="*/ 48938 w 133195"/>
                <a:gd name="csY74" fmla="*/ 35441 h 139540"/>
                <a:gd name="csX75" fmla="*/ 47059 w 133195"/>
                <a:gd name="csY75" fmla="*/ 35813 h 139540"/>
                <a:gd name="csX76" fmla="*/ 47736 w 133195"/>
                <a:gd name="csY76" fmla="*/ 34551 h 139540"/>
                <a:gd name="csX77" fmla="*/ 48208 w 133195"/>
                <a:gd name="csY77" fmla="*/ 32877 h 139540"/>
                <a:gd name="csX78" fmla="*/ 48550 w 133195"/>
                <a:gd name="csY78" fmla="*/ 32557 h 139540"/>
                <a:gd name="csX79" fmla="*/ 49882 w 133195"/>
                <a:gd name="csY79" fmla="*/ 34391 h 139540"/>
                <a:gd name="csX80" fmla="*/ 26501 w 133195"/>
                <a:gd name="csY80" fmla="*/ 52682 h 139540"/>
                <a:gd name="csX81" fmla="*/ 26455 w 133195"/>
                <a:gd name="csY81" fmla="*/ 55512 h 139540"/>
                <a:gd name="csX82" fmla="*/ 26691 w 133195"/>
                <a:gd name="csY82" fmla="*/ 57627 h 139540"/>
                <a:gd name="csX83" fmla="*/ 26478 w 133195"/>
                <a:gd name="csY83" fmla="*/ 58381 h 139540"/>
                <a:gd name="csX84" fmla="*/ 24165 w 133195"/>
                <a:gd name="csY84" fmla="*/ 59796 h 139540"/>
                <a:gd name="csX85" fmla="*/ 23571 w 133195"/>
                <a:gd name="csY85" fmla="*/ 60587 h 139540"/>
                <a:gd name="csX86" fmla="*/ 21395 w 133195"/>
                <a:gd name="csY86" fmla="*/ 61386 h 139540"/>
                <a:gd name="csX87" fmla="*/ 20079 w 133195"/>
                <a:gd name="csY87" fmla="*/ 62497 h 139540"/>
                <a:gd name="csX88" fmla="*/ 19417 w 133195"/>
                <a:gd name="csY88" fmla="*/ 60694 h 139540"/>
                <a:gd name="csX89" fmla="*/ 18139 w 133195"/>
                <a:gd name="csY89" fmla="*/ 59583 h 139540"/>
                <a:gd name="csX90" fmla="*/ 17926 w 133195"/>
                <a:gd name="csY90" fmla="*/ 57688 h 139540"/>
                <a:gd name="csX91" fmla="*/ 16952 w 133195"/>
                <a:gd name="csY91" fmla="*/ 58327 h 139540"/>
                <a:gd name="csX92" fmla="*/ 15537 w 133195"/>
                <a:gd name="csY92" fmla="*/ 57939 h 139540"/>
                <a:gd name="csX93" fmla="*/ 13208 w 133195"/>
                <a:gd name="csY93" fmla="*/ 56509 h 139540"/>
                <a:gd name="csX94" fmla="*/ 11740 w 133195"/>
                <a:gd name="csY94" fmla="*/ 54561 h 139540"/>
                <a:gd name="csX95" fmla="*/ 13802 w 133195"/>
                <a:gd name="csY95" fmla="*/ 54226 h 139540"/>
                <a:gd name="csX96" fmla="*/ 14228 w 133195"/>
                <a:gd name="csY96" fmla="*/ 55436 h 139540"/>
                <a:gd name="csX97" fmla="*/ 15856 w 133195"/>
                <a:gd name="csY97" fmla="*/ 53952 h 139540"/>
                <a:gd name="csX98" fmla="*/ 15483 w 133195"/>
                <a:gd name="csY98" fmla="*/ 53169 h 139540"/>
                <a:gd name="csX99" fmla="*/ 15187 w 133195"/>
                <a:gd name="csY99" fmla="*/ 53070 h 139540"/>
                <a:gd name="csX100" fmla="*/ 14654 w 133195"/>
                <a:gd name="csY100" fmla="*/ 51616 h 139540"/>
                <a:gd name="csX101" fmla="*/ 17104 w 133195"/>
                <a:gd name="csY101" fmla="*/ 47797 h 139540"/>
                <a:gd name="csX102" fmla="*/ 17637 w 133195"/>
                <a:gd name="csY102" fmla="*/ 45332 h 139540"/>
                <a:gd name="csX103" fmla="*/ 16526 w 133195"/>
                <a:gd name="csY103" fmla="*/ 41368 h 139540"/>
                <a:gd name="csX104" fmla="*/ 17568 w 133195"/>
                <a:gd name="csY104" fmla="*/ 41109 h 139540"/>
                <a:gd name="csX105" fmla="*/ 20330 w 133195"/>
                <a:gd name="csY105" fmla="*/ 42501 h 139540"/>
                <a:gd name="csX106" fmla="*/ 21570 w 133195"/>
                <a:gd name="csY106" fmla="*/ 43871 h 139540"/>
                <a:gd name="csX107" fmla="*/ 21608 w 133195"/>
                <a:gd name="csY107" fmla="*/ 45750 h 139540"/>
                <a:gd name="csX108" fmla="*/ 22772 w 133195"/>
                <a:gd name="csY108" fmla="*/ 47196 h 139540"/>
                <a:gd name="csX109" fmla="*/ 24454 w 133195"/>
                <a:gd name="csY109" fmla="*/ 50673 h 139540"/>
                <a:gd name="csX110" fmla="*/ 26501 w 133195"/>
                <a:gd name="csY110" fmla="*/ 52682 h 139540"/>
                <a:gd name="csX111" fmla="*/ 34969 w 133195"/>
                <a:gd name="csY111" fmla="*/ 45507 h 139540"/>
                <a:gd name="csX112" fmla="*/ 32557 w 133195"/>
                <a:gd name="csY112" fmla="*/ 45994 h 139540"/>
                <a:gd name="csX113" fmla="*/ 30830 w 133195"/>
                <a:gd name="csY113" fmla="*/ 45515 h 139540"/>
                <a:gd name="csX114" fmla="*/ 30389 w 133195"/>
                <a:gd name="csY114" fmla="*/ 45126 h 139540"/>
                <a:gd name="csX115" fmla="*/ 31127 w 133195"/>
                <a:gd name="csY115" fmla="*/ 44480 h 139540"/>
                <a:gd name="csX116" fmla="*/ 32747 w 133195"/>
                <a:gd name="csY116" fmla="*/ 43940 h 139540"/>
                <a:gd name="csX117" fmla="*/ 35357 w 133195"/>
                <a:gd name="csY117" fmla="*/ 43886 h 139540"/>
                <a:gd name="csX118" fmla="*/ 36498 w 133195"/>
                <a:gd name="csY118" fmla="*/ 44525 h 139540"/>
                <a:gd name="csX119" fmla="*/ 36635 w 133195"/>
                <a:gd name="csY119" fmla="*/ 44807 h 139540"/>
                <a:gd name="csX120" fmla="*/ 34969 w 133195"/>
                <a:gd name="csY120" fmla="*/ 45507 h 139540"/>
                <a:gd name="csX121" fmla="*/ 78513 w 133195"/>
                <a:gd name="csY121" fmla="*/ 64521 h 139540"/>
                <a:gd name="csX122" fmla="*/ 78657 w 133195"/>
                <a:gd name="csY122" fmla="*/ 65700 h 139540"/>
                <a:gd name="csX123" fmla="*/ 77227 w 133195"/>
                <a:gd name="csY123" fmla="*/ 65464 h 139540"/>
                <a:gd name="csX124" fmla="*/ 75112 w 133195"/>
                <a:gd name="csY124" fmla="*/ 65928 h 139540"/>
                <a:gd name="csX125" fmla="*/ 74351 w 133195"/>
                <a:gd name="csY125" fmla="*/ 65944 h 139540"/>
                <a:gd name="csX126" fmla="*/ 74823 w 133195"/>
                <a:gd name="csY126" fmla="*/ 65129 h 139540"/>
                <a:gd name="csX127" fmla="*/ 76291 w 133195"/>
                <a:gd name="csY127" fmla="*/ 64034 h 139540"/>
                <a:gd name="csX128" fmla="*/ 76367 w 133195"/>
                <a:gd name="csY128" fmla="*/ 62991 h 139540"/>
                <a:gd name="csX129" fmla="*/ 74549 w 133195"/>
                <a:gd name="csY129" fmla="*/ 61485 h 139540"/>
                <a:gd name="csX130" fmla="*/ 72441 w 133195"/>
                <a:gd name="csY130" fmla="*/ 57734 h 139540"/>
                <a:gd name="csX131" fmla="*/ 71452 w 133195"/>
                <a:gd name="csY131" fmla="*/ 56844 h 139540"/>
                <a:gd name="csX132" fmla="*/ 70980 w 133195"/>
                <a:gd name="csY132" fmla="*/ 55428 h 139540"/>
                <a:gd name="csX133" fmla="*/ 69208 w 133195"/>
                <a:gd name="csY133" fmla="*/ 53914 h 139540"/>
                <a:gd name="csX134" fmla="*/ 69573 w 133195"/>
                <a:gd name="csY134" fmla="*/ 53108 h 139540"/>
                <a:gd name="csX135" fmla="*/ 69938 w 133195"/>
                <a:gd name="csY135" fmla="*/ 52918 h 139540"/>
                <a:gd name="csX136" fmla="*/ 71133 w 133195"/>
                <a:gd name="csY136" fmla="*/ 53306 h 139540"/>
                <a:gd name="csX137" fmla="*/ 73841 w 133195"/>
                <a:gd name="csY137" fmla="*/ 58708 h 139540"/>
                <a:gd name="csX138" fmla="*/ 74016 w 133195"/>
                <a:gd name="csY138" fmla="*/ 59225 h 139540"/>
                <a:gd name="csX139" fmla="*/ 78513 w 133195"/>
                <a:gd name="csY139" fmla="*/ 64521 h 139540"/>
                <a:gd name="csX140" fmla="*/ 28342 w 133195"/>
                <a:gd name="csY140" fmla="*/ 63364 h 139540"/>
                <a:gd name="csX141" fmla="*/ 28380 w 133195"/>
                <a:gd name="csY141" fmla="*/ 63897 h 139540"/>
                <a:gd name="csX142" fmla="*/ 26265 w 133195"/>
                <a:gd name="csY142" fmla="*/ 65365 h 139540"/>
                <a:gd name="csX143" fmla="*/ 27802 w 133195"/>
                <a:gd name="csY143" fmla="*/ 66415 h 139540"/>
                <a:gd name="csX144" fmla="*/ 29247 w 133195"/>
                <a:gd name="csY144" fmla="*/ 64133 h 139540"/>
                <a:gd name="csX145" fmla="*/ 30396 w 133195"/>
                <a:gd name="csY145" fmla="*/ 65989 h 139540"/>
                <a:gd name="csX146" fmla="*/ 31028 w 133195"/>
                <a:gd name="csY146" fmla="*/ 69459 h 139540"/>
                <a:gd name="csX147" fmla="*/ 30921 w 133195"/>
                <a:gd name="csY147" fmla="*/ 70067 h 139540"/>
                <a:gd name="csX148" fmla="*/ 31028 w 133195"/>
                <a:gd name="csY148" fmla="*/ 70585 h 139540"/>
                <a:gd name="csX149" fmla="*/ 31248 w 133195"/>
                <a:gd name="csY149" fmla="*/ 71247 h 139540"/>
                <a:gd name="csX150" fmla="*/ 31302 w 133195"/>
                <a:gd name="csY150" fmla="*/ 72205 h 139540"/>
                <a:gd name="csX151" fmla="*/ 30130 w 133195"/>
                <a:gd name="csY151" fmla="*/ 75226 h 139540"/>
                <a:gd name="csX152" fmla="*/ 25915 w 133195"/>
                <a:gd name="csY152" fmla="*/ 74914 h 139540"/>
                <a:gd name="csX153" fmla="*/ 25816 w 133195"/>
                <a:gd name="csY153" fmla="*/ 72365 h 139540"/>
                <a:gd name="csX154" fmla="*/ 25162 w 133195"/>
                <a:gd name="csY154" fmla="*/ 71871 h 139540"/>
                <a:gd name="csX155" fmla="*/ 24180 w 133195"/>
                <a:gd name="csY155" fmla="*/ 68226 h 139540"/>
                <a:gd name="csX156" fmla="*/ 22864 w 133195"/>
                <a:gd name="csY156" fmla="*/ 67054 h 139540"/>
                <a:gd name="csX157" fmla="*/ 21030 w 133195"/>
                <a:gd name="csY157" fmla="*/ 64057 h 139540"/>
                <a:gd name="csX158" fmla="*/ 22095 w 133195"/>
                <a:gd name="csY158" fmla="*/ 63281 h 139540"/>
                <a:gd name="csX159" fmla="*/ 23518 w 133195"/>
                <a:gd name="csY159" fmla="*/ 63539 h 139540"/>
                <a:gd name="csX160" fmla="*/ 24248 w 133195"/>
                <a:gd name="csY160" fmla="*/ 63174 h 139540"/>
                <a:gd name="csX161" fmla="*/ 26219 w 133195"/>
                <a:gd name="csY161" fmla="*/ 62885 h 139540"/>
                <a:gd name="csX162" fmla="*/ 27414 w 133195"/>
                <a:gd name="csY162" fmla="*/ 62474 h 139540"/>
                <a:gd name="csX163" fmla="*/ 28342 w 133195"/>
                <a:gd name="csY163" fmla="*/ 63364 h 139540"/>
                <a:gd name="csX164" fmla="*/ 97276 w 133195"/>
                <a:gd name="csY164" fmla="*/ 67587 h 139540"/>
                <a:gd name="csX165" fmla="*/ 95579 w 133195"/>
                <a:gd name="csY165" fmla="*/ 70105 h 139540"/>
                <a:gd name="csX166" fmla="*/ 94673 w 133195"/>
                <a:gd name="csY166" fmla="*/ 69892 h 139540"/>
                <a:gd name="csX167" fmla="*/ 95183 w 133195"/>
                <a:gd name="csY167" fmla="*/ 66720 h 139540"/>
                <a:gd name="csX168" fmla="*/ 96355 w 133195"/>
                <a:gd name="csY168" fmla="*/ 66217 h 139540"/>
                <a:gd name="csX169" fmla="*/ 96819 w 133195"/>
                <a:gd name="csY169" fmla="*/ 66248 h 139540"/>
                <a:gd name="csX170" fmla="*/ 97276 w 133195"/>
                <a:gd name="csY170" fmla="*/ 67587 h 139540"/>
                <a:gd name="csX171" fmla="*/ 70904 w 133195"/>
                <a:gd name="csY171" fmla="*/ 81921 h 139540"/>
                <a:gd name="csX172" fmla="*/ 70014 w 133195"/>
                <a:gd name="csY172" fmla="*/ 82058 h 139540"/>
                <a:gd name="csX173" fmla="*/ 68424 w 133195"/>
                <a:gd name="csY173" fmla="*/ 81442 h 139540"/>
                <a:gd name="csX174" fmla="*/ 64688 w 133195"/>
                <a:gd name="csY174" fmla="*/ 78627 h 139540"/>
                <a:gd name="csX175" fmla="*/ 62953 w 133195"/>
                <a:gd name="csY175" fmla="*/ 78383 h 139540"/>
                <a:gd name="csX176" fmla="*/ 63524 w 133195"/>
                <a:gd name="csY176" fmla="*/ 76793 h 139540"/>
                <a:gd name="csX177" fmla="*/ 64848 w 133195"/>
                <a:gd name="csY177" fmla="*/ 77349 h 139540"/>
                <a:gd name="csX178" fmla="*/ 67861 w 133195"/>
                <a:gd name="csY178" fmla="*/ 79776 h 139540"/>
                <a:gd name="csX179" fmla="*/ 68994 w 133195"/>
                <a:gd name="csY179" fmla="*/ 80993 h 139540"/>
                <a:gd name="csX180" fmla="*/ 70904 w 133195"/>
                <a:gd name="csY180" fmla="*/ 81921 h 139540"/>
                <a:gd name="csX181" fmla="*/ 88503 w 133195"/>
                <a:gd name="csY181" fmla="*/ 94757 h 139540"/>
                <a:gd name="csX182" fmla="*/ 88366 w 133195"/>
                <a:gd name="csY182" fmla="*/ 95351 h 139540"/>
                <a:gd name="csX183" fmla="*/ 85672 w 133195"/>
                <a:gd name="csY183" fmla="*/ 90747 h 139540"/>
                <a:gd name="csX184" fmla="*/ 82279 w 133195"/>
                <a:gd name="csY184" fmla="*/ 89629 h 139540"/>
                <a:gd name="csX185" fmla="*/ 80331 w 133195"/>
                <a:gd name="csY185" fmla="*/ 88518 h 139540"/>
                <a:gd name="csX186" fmla="*/ 80734 w 133195"/>
                <a:gd name="csY186" fmla="*/ 87887 h 139540"/>
                <a:gd name="csX187" fmla="*/ 82089 w 133195"/>
                <a:gd name="csY187" fmla="*/ 87613 h 139540"/>
                <a:gd name="csX188" fmla="*/ 82317 w 133195"/>
                <a:gd name="csY188" fmla="*/ 86152 h 139540"/>
                <a:gd name="csX189" fmla="*/ 81739 w 133195"/>
                <a:gd name="csY189" fmla="*/ 84569 h 139540"/>
                <a:gd name="csX190" fmla="*/ 79951 w 133195"/>
                <a:gd name="csY190" fmla="*/ 81374 h 139540"/>
                <a:gd name="csX191" fmla="*/ 78947 w 133195"/>
                <a:gd name="csY191" fmla="*/ 79205 h 139540"/>
                <a:gd name="csX192" fmla="*/ 78482 w 133195"/>
                <a:gd name="csY192" fmla="*/ 78703 h 139540"/>
                <a:gd name="csX193" fmla="*/ 78345 w 133195"/>
                <a:gd name="csY193" fmla="*/ 76885 h 139540"/>
                <a:gd name="csX194" fmla="*/ 80468 w 133195"/>
                <a:gd name="csY194" fmla="*/ 79707 h 139540"/>
                <a:gd name="csX195" fmla="*/ 81351 w 133195"/>
                <a:gd name="csY195" fmla="*/ 82211 h 139540"/>
                <a:gd name="csX196" fmla="*/ 82774 w 133195"/>
                <a:gd name="csY196" fmla="*/ 84661 h 139540"/>
                <a:gd name="csX197" fmla="*/ 83725 w 133195"/>
                <a:gd name="csY197" fmla="*/ 88876 h 139540"/>
                <a:gd name="csX198" fmla="*/ 86441 w 133195"/>
                <a:gd name="csY198" fmla="*/ 90306 h 139540"/>
                <a:gd name="csX199" fmla="*/ 88396 w 133195"/>
                <a:gd name="csY199" fmla="*/ 92345 h 139540"/>
                <a:gd name="csX200" fmla="*/ 88503 w 133195"/>
                <a:gd name="csY200" fmla="*/ 94757 h 139540"/>
                <a:gd name="csX201" fmla="*/ 105219 w 133195"/>
                <a:gd name="csY201" fmla="*/ 98691 h 139540"/>
                <a:gd name="csX202" fmla="*/ 105706 w 133195"/>
                <a:gd name="csY202" fmla="*/ 99102 h 139540"/>
                <a:gd name="csX203" fmla="*/ 104344 w 133195"/>
                <a:gd name="csY203" fmla="*/ 100030 h 139540"/>
                <a:gd name="csX204" fmla="*/ 101278 w 133195"/>
                <a:gd name="csY204" fmla="*/ 98889 h 139540"/>
                <a:gd name="csX205" fmla="*/ 100585 w 133195"/>
                <a:gd name="csY205" fmla="*/ 98972 h 139540"/>
                <a:gd name="csX206" fmla="*/ 99976 w 133195"/>
                <a:gd name="csY206" fmla="*/ 97755 h 139540"/>
                <a:gd name="csX207" fmla="*/ 99741 w 133195"/>
                <a:gd name="csY207" fmla="*/ 96857 h 139540"/>
                <a:gd name="csX208" fmla="*/ 99893 w 133195"/>
                <a:gd name="csY208" fmla="*/ 96028 h 139540"/>
                <a:gd name="csX209" fmla="*/ 101719 w 133195"/>
                <a:gd name="csY209" fmla="*/ 96667 h 139540"/>
                <a:gd name="csX210" fmla="*/ 102700 w 133195"/>
                <a:gd name="csY210" fmla="*/ 97861 h 139540"/>
                <a:gd name="csX211" fmla="*/ 105219 w 133195"/>
                <a:gd name="csY211" fmla="*/ 98691 h 139540"/>
                <a:gd name="csX212" fmla="*/ 102031 w 133195"/>
                <a:gd name="csY212" fmla="*/ 110400 h 139540"/>
                <a:gd name="csX213" fmla="*/ 100532 w 133195"/>
                <a:gd name="csY213" fmla="*/ 111093 h 139540"/>
                <a:gd name="csX214" fmla="*/ 100867 w 133195"/>
                <a:gd name="csY214" fmla="*/ 109906 h 139540"/>
                <a:gd name="csX215" fmla="*/ 103735 w 133195"/>
                <a:gd name="csY215" fmla="*/ 107890 h 139540"/>
                <a:gd name="csX216" fmla="*/ 105325 w 133195"/>
                <a:gd name="csY216" fmla="*/ 106117 h 139540"/>
                <a:gd name="csX217" fmla="*/ 106231 w 133195"/>
                <a:gd name="csY217" fmla="*/ 105485 h 139540"/>
                <a:gd name="csX218" fmla="*/ 106550 w 133195"/>
                <a:gd name="csY218" fmla="*/ 104998 h 139540"/>
                <a:gd name="csX219" fmla="*/ 107813 w 133195"/>
                <a:gd name="csY219" fmla="*/ 104344 h 139540"/>
                <a:gd name="csX220" fmla="*/ 108445 w 133195"/>
                <a:gd name="csY220" fmla="*/ 103202 h 139540"/>
                <a:gd name="csX221" fmla="*/ 108270 w 133195"/>
                <a:gd name="csY221" fmla="*/ 102267 h 139540"/>
                <a:gd name="csX222" fmla="*/ 106954 w 133195"/>
                <a:gd name="csY222" fmla="*/ 100722 h 139540"/>
                <a:gd name="csX223" fmla="*/ 106969 w 133195"/>
                <a:gd name="csY223" fmla="*/ 99634 h 139540"/>
                <a:gd name="csX224" fmla="*/ 107425 w 133195"/>
                <a:gd name="csY224" fmla="*/ 98866 h 139540"/>
                <a:gd name="csX225" fmla="*/ 109647 w 133195"/>
                <a:gd name="csY225" fmla="*/ 98508 h 139540"/>
                <a:gd name="csX226" fmla="*/ 109061 w 133195"/>
                <a:gd name="csY226" fmla="*/ 99665 h 139540"/>
                <a:gd name="csX227" fmla="*/ 109936 w 133195"/>
                <a:gd name="csY227" fmla="*/ 102936 h 139540"/>
                <a:gd name="csX228" fmla="*/ 106984 w 133195"/>
                <a:gd name="csY228" fmla="*/ 107007 h 139540"/>
                <a:gd name="csX229" fmla="*/ 104458 w 133195"/>
                <a:gd name="csY229" fmla="*/ 108270 h 139540"/>
                <a:gd name="csX230" fmla="*/ 102031 w 133195"/>
                <a:gd name="csY230" fmla="*/ 110400 h 139540"/>
                <a:gd name="csX231" fmla="*/ 126926 w 133195"/>
                <a:gd name="csY231" fmla="*/ 105462 h 139540"/>
                <a:gd name="csX232" fmla="*/ 128250 w 133195"/>
                <a:gd name="csY232" fmla="*/ 105790 h 139540"/>
                <a:gd name="csX233" fmla="*/ 128973 w 133195"/>
                <a:gd name="csY233" fmla="*/ 105767 h 139540"/>
                <a:gd name="csX234" fmla="*/ 131415 w 133195"/>
                <a:gd name="csY234" fmla="*/ 106451 h 139540"/>
                <a:gd name="csX235" fmla="*/ 132868 w 133195"/>
                <a:gd name="csY235" fmla="*/ 107402 h 139540"/>
                <a:gd name="csX236" fmla="*/ 133195 w 133195"/>
                <a:gd name="csY236" fmla="*/ 107791 h 139540"/>
                <a:gd name="csX237" fmla="*/ 132412 w 133195"/>
                <a:gd name="csY237" fmla="*/ 108635 h 139540"/>
                <a:gd name="csX238" fmla="*/ 130167 w 133195"/>
                <a:gd name="csY238" fmla="*/ 107037 h 139540"/>
                <a:gd name="csX239" fmla="*/ 128204 w 133195"/>
                <a:gd name="csY239" fmla="*/ 106832 h 139540"/>
                <a:gd name="csX240" fmla="*/ 125450 w 133195"/>
                <a:gd name="csY240" fmla="*/ 106870 h 139540"/>
                <a:gd name="csX241" fmla="*/ 124347 w 133195"/>
                <a:gd name="csY241" fmla="*/ 106566 h 139540"/>
                <a:gd name="csX242" fmla="*/ 125085 w 133195"/>
                <a:gd name="csY242" fmla="*/ 104846 h 139540"/>
                <a:gd name="csX243" fmla="*/ 126926 w 133195"/>
                <a:gd name="csY243" fmla="*/ 105462 h 139540"/>
                <a:gd name="csX244" fmla="*/ 129597 w 133195"/>
                <a:gd name="csY244" fmla="*/ 126576 h 139540"/>
                <a:gd name="csX245" fmla="*/ 126751 w 133195"/>
                <a:gd name="csY245" fmla="*/ 127695 h 139540"/>
                <a:gd name="csX246" fmla="*/ 126462 w 133195"/>
                <a:gd name="csY246" fmla="*/ 126378 h 139540"/>
                <a:gd name="csX247" fmla="*/ 127915 w 133195"/>
                <a:gd name="csY247" fmla="*/ 125321 h 139540"/>
                <a:gd name="csX248" fmla="*/ 129597 w 133195"/>
                <a:gd name="csY248" fmla="*/ 126576 h 139540"/>
                <a:gd name="csX249" fmla="*/ 127223 w 133195"/>
                <a:gd name="csY249" fmla="*/ 133743 h 139540"/>
                <a:gd name="csX250" fmla="*/ 126546 w 133195"/>
                <a:gd name="csY250" fmla="*/ 135410 h 139540"/>
                <a:gd name="csX251" fmla="*/ 124286 w 133195"/>
                <a:gd name="csY251" fmla="*/ 138590 h 139540"/>
                <a:gd name="csX252" fmla="*/ 119241 w 133195"/>
                <a:gd name="csY252" fmla="*/ 139389 h 139540"/>
                <a:gd name="csX253" fmla="*/ 113687 w 133195"/>
                <a:gd name="csY253" fmla="*/ 139541 h 139540"/>
                <a:gd name="csX254" fmla="*/ 113261 w 133195"/>
                <a:gd name="csY254" fmla="*/ 138674 h 139540"/>
                <a:gd name="csX255" fmla="*/ 113139 w 133195"/>
                <a:gd name="csY255" fmla="*/ 137913 h 139540"/>
                <a:gd name="csX256" fmla="*/ 113543 w 133195"/>
                <a:gd name="csY256" fmla="*/ 136718 h 139540"/>
                <a:gd name="csX257" fmla="*/ 113505 w 133195"/>
                <a:gd name="csY257" fmla="*/ 136247 h 139540"/>
                <a:gd name="csX258" fmla="*/ 113276 w 133195"/>
                <a:gd name="csY258" fmla="*/ 135767 h 139540"/>
                <a:gd name="csX259" fmla="*/ 115316 w 133195"/>
                <a:gd name="csY259" fmla="*/ 135257 h 139540"/>
                <a:gd name="csX260" fmla="*/ 116639 w 133195"/>
                <a:gd name="csY260" fmla="*/ 133781 h 139540"/>
                <a:gd name="csX261" fmla="*/ 118747 w 133195"/>
                <a:gd name="csY261" fmla="*/ 133530 h 139540"/>
                <a:gd name="csX262" fmla="*/ 121372 w 133195"/>
                <a:gd name="csY262" fmla="*/ 134573 h 139540"/>
                <a:gd name="csX263" fmla="*/ 122787 w 133195"/>
                <a:gd name="csY263" fmla="*/ 134611 h 139540"/>
                <a:gd name="csX264" fmla="*/ 124879 w 133195"/>
                <a:gd name="csY264" fmla="*/ 133470 h 139540"/>
                <a:gd name="csX265" fmla="*/ 126561 w 133195"/>
                <a:gd name="csY265" fmla="*/ 130997 h 139540"/>
                <a:gd name="csX266" fmla="*/ 127558 w 133195"/>
                <a:gd name="csY266" fmla="*/ 131316 h 139540"/>
                <a:gd name="csX267" fmla="*/ 127223 w 133195"/>
                <a:gd name="csY267" fmla="*/ 133743 h 13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Lst>
              <a:rect l="l" t="t" r="r" b="b"/>
              <a:pathLst>
                <a:path w="133195" h="139540">
                  <a:moveTo>
                    <a:pt x="37571" y="24568"/>
                  </a:moveTo>
                  <a:lnTo>
                    <a:pt x="37122" y="24774"/>
                  </a:lnTo>
                  <a:lnTo>
                    <a:pt x="35266" y="22407"/>
                  </a:lnTo>
                  <a:lnTo>
                    <a:pt x="33774" y="21723"/>
                  </a:lnTo>
                  <a:lnTo>
                    <a:pt x="36103" y="20049"/>
                  </a:lnTo>
                  <a:lnTo>
                    <a:pt x="37115" y="18611"/>
                  </a:lnTo>
                  <a:lnTo>
                    <a:pt x="37092" y="15468"/>
                  </a:lnTo>
                  <a:lnTo>
                    <a:pt x="37662" y="13741"/>
                  </a:lnTo>
                  <a:lnTo>
                    <a:pt x="37472" y="12250"/>
                  </a:lnTo>
                  <a:lnTo>
                    <a:pt x="37982" y="10728"/>
                  </a:lnTo>
                  <a:lnTo>
                    <a:pt x="37290" y="9016"/>
                  </a:lnTo>
                  <a:lnTo>
                    <a:pt x="35342" y="7654"/>
                  </a:lnTo>
                  <a:lnTo>
                    <a:pt x="31484" y="2245"/>
                  </a:lnTo>
                  <a:lnTo>
                    <a:pt x="25390" y="928"/>
                  </a:lnTo>
                  <a:lnTo>
                    <a:pt x="22232" y="875"/>
                  </a:lnTo>
                  <a:lnTo>
                    <a:pt x="23967" y="0"/>
                  </a:lnTo>
                  <a:lnTo>
                    <a:pt x="25565" y="107"/>
                  </a:lnTo>
                  <a:lnTo>
                    <a:pt x="28030" y="624"/>
                  </a:lnTo>
                  <a:lnTo>
                    <a:pt x="30982" y="875"/>
                  </a:lnTo>
                  <a:lnTo>
                    <a:pt x="32785" y="2465"/>
                  </a:lnTo>
                  <a:lnTo>
                    <a:pt x="34505" y="4581"/>
                  </a:lnTo>
                  <a:lnTo>
                    <a:pt x="36065" y="5433"/>
                  </a:lnTo>
                  <a:lnTo>
                    <a:pt x="36704" y="5973"/>
                  </a:lnTo>
                  <a:lnTo>
                    <a:pt x="36635" y="6589"/>
                  </a:lnTo>
                  <a:lnTo>
                    <a:pt x="36894" y="7167"/>
                  </a:lnTo>
                  <a:lnTo>
                    <a:pt x="38925" y="8157"/>
                  </a:lnTo>
                  <a:lnTo>
                    <a:pt x="40972" y="9747"/>
                  </a:lnTo>
                  <a:lnTo>
                    <a:pt x="41573" y="14411"/>
                  </a:lnTo>
                  <a:lnTo>
                    <a:pt x="38819" y="16617"/>
                  </a:lnTo>
                  <a:lnTo>
                    <a:pt x="38317" y="23358"/>
                  </a:lnTo>
                  <a:lnTo>
                    <a:pt x="37571" y="24568"/>
                  </a:lnTo>
                  <a:close/>
                  <a:moveTo>
                    <a:pt x="10507" y="5022"/>
                  </a:moveTo>
                  <a:lnTo>
                    <a:pt x="13094" y="5767"/>
                  </a:lnTo>
                  <a:lnTo>
                    <a:pt x="14487" y="5661"/>
                  </a:lnTo>
                  <a:lnTo>
                    <a:pt x="15316" y="5181"/>
                  </a:lnTo>
                  <a:lnTo>
                    <a:pt x="19143" y="5379"/>
                  </a:lnTo>
                  <a:lnTo>
                    <a:pt x="22232" y="4664"/>
                  </a:lnTo>
                  <a:lnTo>
                    <a:pt x="22696" y="5927"/>
                  </a:lnTo>
                  <a:lnTo>
                    <a:pt x="22620" y="6589"/>
                  </a:lnTo>
                  <a:lnTo>
                    <a:pt x="16046" y="7205"/>
                  </a:lnTo>
                  <a:lnTo>
                    <a:pt x="10020" y="9062"/>
                  </a:lnTo>
                  <a:lnTo>
                    <a:pt x="6718" y="10317"/>
                  </a:lnTo>
                  <a:lnTo>
                    <a:pt x="5166" y="10462"/>
                  </a:lnTo>
                  <a:lnTo>
                    <a:pt x="3979" y="9800"/>
                  </a:lnTo>
                  <a:lnTo>
                    <a:pt x="0" y="5980"/>
                  </a:lnTo>
                  <a:lnTo>
                    <a:pt x="1065" y="6361"/>
                  </a:lnTo>
                  <a:lnTo>
                    <a:pt x="4002" y="8522"/>
                  </a:lnTo>
                  <a:lnTo>
                    <a:pt x="5828" y="8126"/>
                  </a:lnTo>
                  <a:lnTo>
                    <a:pt x="7525" y="6696"/>
                  </a:lnTo>
                  <a:lnTo>
                    <a:pt x="7784" y="5615"/>
                  </a:lnTo>
                  <a:lnTo>
                    <a:pt x="7532" y="5105"/>
                  </a:lnTo>
                  <a:lnTo>
                    <a:pt x="8301" y="3394"/>
                  </a:lnTo>
                  <a:lnTo>
                    <a:pt x="10507" y="5022"/>
                  </a:lnTo>
                  <a:close/>
                  <a:moveTo>
                    <a:pt x="49882" y="34391"/>
                  </a:moveTo>
                  <a:lnTo>
                    <a:pt x="53397" y="37039"/>
                  </a:lnTo>
                  <a:lnTo>
                    <a:pt x="56395" y="38043"/>
                  </a:lnTo>
                  <a:lnTo>
                    <a:pt x="59636" y="41360"/>
                  </a:lnTo>
                  <a:lnTo>
                    <a:pt x="61036" y="42539"/>
                  </a:lnTo>
                  <a:lnTo>
                    <a:pt x="61287" y="43612"/>
                  </a:lnTo>
                  <a:lnTo>
                    <a:pt x="60739" y="48512"/>
                  </a:lnTo>
                  <a:lnTo>
                    <a:pt x="60009" y="51457"/>
                  </a:lnTo>
                  <a:lnTo>
                    <a:pt x="60115" y="54036"/>
                  </a:lnTo>
                  <a:lnTo>
                    <a:pt x="59354" y="53268"/>
                  </a:lnTo>
                  <a:lnTo>
                    <a:pt x="58586" y="51579"/>
                  </a:lnTo>
                  <a:lnTo>
                    <a:pt x="57323" y="50612"/>
                  </a:lnTo>
                  <a:lnTo>
                    <a:pt x="56897" y="50103"/>
                  </a:lnTo>
                  <a:lnTo>
                    <a:pt x="59164" y="49988"/>
                  </a:lnTo>
                  <a:lnTo>
                    <a:pt x="59362" y="47325"/>
                  </a:lnTo>
                  <a:lnTo>
                    <a:pt x="60473" y="45225"/>
                  </a:lnTo>
                  <a:lnTo>
                    <a:pt x="60305" y="43034"/>
                  </a:lnTo>
                  <a:lnTo>
                    <a:pt x="57658" y="40622"/>
                  </a:lnTo>
                  <a:lnTo>
                    <a:pt x="55847" y="38499"/>
                  </a:lnTo>
                  <a:lnTo>
                    <a:pt x="53054" y="37815"/>
                  </a:lnTo>
                  <a:lnTo>
                    <a:pt x="50475" y="35699"/>
                  </a:lnTo>
                  <a:lnTo>
                    <a:pt x="48938" y="35441"/>
                  </a:lnTo>
                  <a:lnTo>
                    <a:pt x="47059" y="35813"/>
                  </a:lnTo>
                  <a:lnTo>
                    <a:pt x="47736" y="34551"/>
                  </a:lnTo>
                  <a:lnTo>
                    <a:pt x="48208" y="32877"/>
                  </a:lnTo>
                  <a:lnTo>
                    <a:pt x="48550" y="32557"/>
                  </a:lnTo>
                  <a:lnTo>
                    <a:pt x="49882" y="34391"/>
                  </a:lnTo>
                  <a:close/>
                  <a:moveTo>
                    <a:pt x="26501" y="52682"/>
                  </a:moveTo>
                  <a:lnTo>
                    <a:pt x="26455" y="55512"/>
                  </a:lnTo>
                  <a:lnTo>
                    <a:pt x="26691" y="57627"/>
                  </a:lnTo>
                  <a:lnTo>
                    <a:pt x="26478" y="58381"/>
                  </a:lnTo>
                  <a:lnTo>
                    <a:pt x="24165" y="59796"/>
                  </a:lnTo>
                  <a:lnTo>
                    <a:pt x="23571" y="60587"/>
                  </a:lnTo>
                  <a:lnTo>
                    <a:pt x="21395" y="61386"/>
                  </a:lnTo>
                  <a:lnTo>
                    <a:pt x="20079" y="62497"/>
                  </a:lnTo>
                  <a:lnTo>
                    <a:pt x="19417" y="60694"/>
                  </a:lnTo>
                  <a:lnTo>
                    <a:pt x="18139" y="59583"/>
                  </a:lnTo>
                  <a:lnTo>
                    <a:pt x="17926" y="57688"/>
                  </a:lnTo>
                  <a:lnTo>
                    <a:pt x="16952" y="58327"/>
                  </a:lnTo>
                  <a:lnTo>
                    <a:pt x="15537" y="57939"/>
                  </a:lnTo>
                  <a:lnTo>
                    <a:pt x="13208" y="56509"/>
                  </a:lnTo>
                  <a:lnTo>
                    <a:pt x="11740" y="54561"/>
                  </a:lnTo>
                  <a:lnTo>
                    <a:pt x="13802" y="54226"/>
                  </a:lnTo>
                  <a:lnTo>
                    <a:pt x="14228" y="55436"/>
                  </a:lnTo>
                  <a:lnTo>
                    <a:pt x="15856" y="53952"/>
                  </a:lnTo>
                  <a:lnTo>
                    <a:pt x="15483" y="53169"/>
                  </a:lnTo>
                  <a:lnTo>
                    <a:pt x="15187" y="53070"/>
                  </a:lnTo>
                  <a:lnTo>
                    <a:pt x="14654" y="51616"/>
                  </a:lnTo>
                  <a:lnTo>
                    <a:pt x="17104" y="47797"/>
                  </a:lnTo>
                  <a:lnTo>
                    <a:pt x="17637" y="45332"/>
                  </a:lnTo>
                  <a:lnTo>
                    <a:pt x="16526" y="41368"/>
                  </a:lnTo>
                  <a:lnTo>
                    <a:pt x="17568" y="41109"/>
                  </a:lnTo>
                  <a:lnTo>
                    <a:pt x="20330" y="42501"/>
                  </a:lnTo>
                  <a:lnTo>
                    <a:pt x="21570" y="43871"/>
                  </a:lnTo>
                  <a:lnTo>
                    <a:pt x="21608" y="45750"/>
                  </a:lnTo>
                  <a:lnTo>
                    <a:pt x="22772" y="47196"/>
                  </a:lnTo>
                  <a:lnTo>
                    <a:pt x="24454" y="50673"/>
                  </a:lnTo>
                  <a:lnTo>
                    <a:pt x="26501" y="52682"/>
                  </a:lnTo>
                  <a:close/>
                  <a:moveTo>
                    <a:pt x="34969" y="45507"/>
                  </a:moveTo>
                  <a:lnTo>
                    <a:pt x="32557" y="45994"/>
                  </a:lnTo>
                  <a:lnTo>
                    <a:pt x="30830" y="45515"/>
                  </a:lnTo>
                  <a:lnTo>
                    <a:pt x="30389" y="45126"/>
                  </a:lnTo>
                  <a:lnTo>
                    <a:pt x="31127" y="44480"/>
                  </a:lnTo>
                  <a:lnTo>
                    <a:pt x="32747" y="43940"/>
                  </a:lnTo>
                  <a:lnTo>
                    <a:pt x="35357" y="43886"/>
                  </a:lnTo>
                  <a:lnTo>
                    <a:pt x="36498" y="44525"/>
                  </a:lnTo>
                  <a:lnTo>
                    <a:pt x="36635" y="44807"/>
                  </a:lnTo>
                  <a:lnTo>
                    <a:pt x="34969" y="45507"/>
                  </a:lnTo>
                  <a:close/>
                  <a:moveTo>
                    <a:pt x="78513" y="64521"/>
                  </a:moveTo>
                  <a:lnTo>
                    <a:pt x="78657" y="65700"/>
                  </a:lnTo>
                  <a:lnTo>
                    <a:pt x="77227" y="65464"/>
                  </a:lnTo>
                  <a:lnTo>
                    <a:pt x="75112" y="65928"/>
                  </a:lnTo>
                  <a:lnTo>
                    <a:pt x="74351" y="65944"/>
                  </a:lnTo>
                  <a:lnTo>
                    <a:pt x="74823" y="65129"/>
                  </a:lnTo>
                  <a:lnTo>
                    <a:pt x="76291" y="64034"/>
                  </a:lnTo>
                  <a:lnTo>
                    <a:pt x="76367" y="62991"/>
                  </a:lnTo>
                  <a:lnTo>
                    <a:pt x="74549" y="61485"/>
                  </a:lnTo>
                  <a:lnTo>
                    <a:pt x="72441" y="57734"/>
                  </a:lnTo>
                  <a:lnTo>
                    <a:pt x="71452" y="56844"/>
                  </a:lnTo>
                  <a:lnTo>
                    <a:pt x="70980" y="55428"/>
                  </a:lnTo>
                  <a:lnTo>
                    <a:pt x="69208" y="53914"/>
                  </a:lnTo>
                  <a:lnTo>
                    <a:pt x="69573" y="53108"/>
                  </a:lnTo>
                  <a:lnTo>
                    <a:pt x="69938" y="52918"/>
                  </a:lnTo>
                  <a:lnTo>
                    <a:pt x="71133" y="53306"/>
                  </a:lnTo>
                  <a:lnTo>
                    <a:pt x="73841" y="58708"/>
                  </a:lnTo>
                  <a:lnTo>
                    <a:pt x="74016" y="59225"/>
                  </a:lnTo>
                  <a:lnTo>
                    <a:pt x="78513" y="64521"/>
                  </a:lnTo>
                  <a:close/>
                  <a:moveTo>
                    <a:pt x="28342" y="63364"/>
                  </a:moveTo>
                  <a:lnTo>
                    <a:pt x="28380" y="63897"/>
                  </a:lnTo>
                  <a:lnTo>
                    <a:pt x="26265" y="65365"/>
                  </a:lnTo>
                  <a:lnTo>
                    <a:pt x="27802" y="66415"/>
                  </a:lnTo>
                  <a:lnTo>
                    <a:pt x="29247" y="64133"/>
                  </a:lnTo>
                  <a:lnTo>
                    <a:pt x="30396" y="65989"/>
                  </a:lnTo>
                  <a:lnTo>
                    <a:pt x="31028" y="69459"/>
                  </a:lnTo>
                  <a:lnTo>
                    <a:pt x="30921" y="70067"/>
                  </a:lnTo>
                  <a:lnTo>
                    <a:pt x="31028" y="70585"/>
                  </a:lnTo>
                  <a:lnTo>
                    <a:pt x="31248" y="71247"/>
                  </a:lnTo>
                  <a:lnTo>
                    <a:pt x="31302" y="72205"/>
                  </a:lnTo>
                  <a:lnTo>
                    <a:pt x="30130" y="75226"/>
                  </a:lnTo>
                  <a:lnTo>
                    <a:pt x="25915" y="74914"/>
                  </a:lnTo>
                  <a:lnTo>
                    <a:pt x="25816" y="72365"/>
                  </a:lnTo>
                  <a:lnTo>
                    <a:pt x="25162" y="71871"/>
                  </a:lnTo>
                  <a:lnTo>
                    <a:pt x="24180" y="68226"/>
                  </a:lnTo>
                  <a:lnTo>
                    <a:pt x="22864" y="67054"/>
                  </a:lnTo>
                  <a:lnTo>
                    <a:pt x="21030" y="64057"/>
                  </a:lnTo>
                  <a:lnTo>
                    <a:pt x="22095" y="63281"/>
                  </a:lnTo>
                  <a:lnTo>
                    <a:pt x="23518" y="63539"/>
                  </a:lnTo>
                  <a:lnTo>
                    <a:pt x="24248" y="63174"/>
                  </a:lnTo>
                  <a:lnTo>
                    <a:pt x="26219" y="62885"/>
                  </a:lnTo>
                  <a:lnTo>
                    <a:pt x="27414" y="62474"/>
                  </a:lnTo>
                  <a:lnTo>
                    <a:pt x="28342" y="63364"/>
                  </a:lnTo>
                  <a:close/>
                  <a:moveTo>
                    <a:pt x="97276" y="67587"/>
                  </a:moveTo>
                  <a:lnTo>
                    <a:pt x="95579" y="70105"/>
                  </a:lnTo>
                  <a:lnTo>
                    <a:pt x="94673" y="69892"/>
                  </a:lnTo>
                  <a:lnTo>
                    <a:pt x="95183" y="66720"/>
                  </a:lnTo>
                  <a:lnTo>
                    <a:pt x="96355" y="66217"/>
                  </a:lnTo>
                  <a:lnTo>
                    <a:pt x="96819" y="66248"/>
                  </a:lnTo>
                  <a:lnTo>
                    <a:pt x="97276" y="67587"/>
                  </a:lnTo>
                  <a:close/>
                  <a:moveTo>
                    <a:pt x="70904" y="81921"/>
                  </a:moveTo>
                  <a:lnTo>
                    <a:pt x="70014" y="82058"/>
                  </a:lnTo>
                  <a:lnTo>
                    <a:pt x="68424" y="81442"/>
                  </a:lnTo>
                  <a:lnTo>
                    <a:pt x="64688" y="78627"/>
                  </a:lnTo>
                  <a:lnTo>
                    <a:pt x="62953" y="78383"/>
                  </a:lnTo>
                  <a:lnTo>
                    <a:pt x="63524" y="76793"/>
                  </a:lnTo>
                  <a:lnTo>
                    <a:pt x="64848" y="77349"/>
                  </a:lnTo>
                  <a:lnTo>
                    <a:pt x="67861" y="79776"/>
                  </a:lnTo>
                  <a:lnTo>
                    <a:pt x="68994" y="80993"/>
                  </a:lnTo>
                  <a:lnTo>
                    <a:pt x="70904" y="81921"/>
                  </a:lnTo>
                  <a:close/>
                  <a:moveTo>
                    <a:pt x="88503" y="94757"/>
                  </a:moveTo>
                  <a:lnTo>
                    <a:pt x="88366" y="95351"/>
                  </a:lnTo>
                  <a:lnTo>
                    <a:pt x="85672" y="90747"/>
                  </a:lnTo>
                  <a:lnTo>
                    <a:pt x="82279" y="89629"/>
                  </a:lnTo>
                  <a:lnTo>
                    <a:pt x="80331" y="88518"/>
                  </a:lnTo>
                  <a:lnTo>
                    <a:pt x="80734" y="87887"/>
                  </a:lnTo>
                  <a:lnTo>
                    <a:pt x="82089" y="87613"/>
                  </a:lnTo>
                  <a:lnTo>
                    <a:pt x="82317" y="86152"/>
                  </a:lnTo>
                  <a:lnTo>
                    <a:pt x="81739" y="84569"/>
                  </a:lnTo>
                  <a:lnTo>
                    <a:pt x="79951" y="81374"/>
                  </a:lnTo>
                  <a:lnTo>
                    <a:pt x="78947" y="79205"/>
                  </a:lnTo>
                  <a:lnTo>
                    <a:pt x="78482" y="78703"/>
                  </a:lnTo>
                  <a:lnTo>
                    <a:pt x="78345" y="76885"/>
                  </a:lnTo>
                  <a:lnTo>
                    <a:pt x="80468" y="79707"/>
                  </a:lnTo>
                  <a:lnTo>
                    <a:pt x="81351" y="82211"/>
                  </a:lnTo>
                  <a:lnTo>
                    <a:pt x="82774" y="84661"/>
                  </a:lnTo>
                  <a:lnTo>
                    <a:pt x="83725" y="88876"/>
                  </a:lnTo>
                  <a:lnTo>
                    <a:pt x="86441" y="90306"/>
                  </a:lnTo>
                  <a:lnTo>
                    <a:pt x="88396" y="92345"/>
                  </a:lnTo>
                  <a:lnTo>
                    <a:pt x="88503" y="94757"/>
                  </a:lnTo>
                  <a:close/>
                  <a:moveTo>
                    <a:pt x="105219" y="98691"/>
                  </a:moveTo>
                  <a:lnTo>
                    <a:pt x="105706" y="99102"/>
                  </a:lnTo>
                  <a:lnTo>
                    <a:pt x="104344" y="100030"/>
                  </a:lnTo>
                  <a:lnTo>
                    <a:pt x="101278" y="98889"/>
                  </a:lnTo>
                  <a:lnTo>
                    <a:pt x="100585" y="98972"/>
                  </a:lnTo>
                  <a:lnTo>
                    <a:pt x="99976" y="97755"/>
                  </a:lnTo>
                  <a:lnTo>
                    <a:pt x="99741" y="96857"/>
                  </a:lnTo>
                  <a:lnTo>
                    <a:pt x="99893" y="96028"/>
                  </a:lnTo>
                  <a:lnTo>
                    <a:pt x="101719" y="96667"/>
                  </a:lnTo>
                  <a:lnTo>
                    <a:pt x="102700" y="97861"/>
                  </a:lnTo>
                  <a:lnTo>
                    <a:pt x="105219" y="98691"/>
                  </a:lnTo>
                  <a:close/>
                  <a:moveTo>
                    <a:pt x="102031" y="110400"/>
                  </a:moveTo>
                  <a:lnTo>
                    <a:pt x="100532" y="111093"/>
                  </a:lnTo>
                  <a:lnTo>
                    <a:pt x="100867" y="109906"/>
                  </a:lnTo>
                  <a:lnTo>
                    <a:pt x="103735" y="107890"/>
                  </a:lnTo>
                  <a:lnTo>
                    <a:pt x="105325" y="106117"/>
                  </a:lnTo>
                  <a:lnTo>
                    <a:pt x="106231" y="105485"/>
                  </a:lnTo>
                  <a:lnTo>
                    <a:pt x="106550" y="104998"/>
                  </a:lnTo>
                  <a:lnTo>
                    <a:pt x="107813" y="104344"/>
                  </a:lnTo>
                  <a:lnTo>
                    <a:pt x="108445" y="103202"/>
                  </a:lnTo>
                  <a:lnTo>
                    <a:pt x="108270" y="102267"/>
                  </a:lnTo>
                  <a:lnTo>
                    <a:pt x="106954" y="100722"/>
                  </a:lnTo>
                  <a:lnTo>
                    <a:pt x="106969" y="99634"/>
                  </a:lnTo>
                  <a:lnTo>
                    <a:pt x="107425" y="98866"/>
                  </a:lnTo>
                  <a:lnTo>
                    <a:pt x="109647" y="98508"/>
                  </a:lnTo>
                  <a:lnTo>
                    <a:pt x="109061" y="99665"/>
                  </a:lnTo>
                  <a:lnTo>
                    <a:pt x="109936" y="102936"/>
                  </a:lnTo>
                  <a:lnTo>
                    <a:pt x="106984" y="107007"/>
                  </a:lnTo>
                  <a:lnTo>
                    <a:pt x="104458" y="108270"/>
                  </a:lnTo>
                  <a:lnTo>
                    <a:pt x="102031" y="110400"/>
                  </a:lnTo>
                  <a:close/>
                  <a:moveTo>
                    <a:pt x="126926" y="105462"/>
                  </a:moveTo>
                  <a:lnTo>
                    <a:pt x="128250" y="105790"/>
                  </a:lnTo>
                  <a:lnTo>
                    <a:pt x="128973" y="105767"/>
                  </a:lnTo>
                  <a:lnTo>
                    <a:pt x="131415" y="106451"/>
                  </a:lnTo>
                  <a:lnTo>
                    <a:pt x="132868" y="107402"/>
                  </a:lnTo>
                  <a:lnTo>
                    <a:pt x="133195" y="107791"/>
                  </a:lnTo>
                  <a:lnTo>
                    <a:pt x="132412" y="108635"/>
                  </a:lnTo>
                  <a:lnTo>
                    <a:pt x="130167" y="107037"/>
                  </a:lnTo>
                  <a:lnTo>
                    <a:pt x="128204" y="106832"/>
                  </a:lnTo>
                  <a:lnTo>
                    <a:pt x="125450" y="106870"/>
                  </a:lnTo>
                  <a:lnTo>
                    <a:pt x="124347" y="106566"/>
                  </a:lnTo>
                  <a:lnTo>
                    <a:pt x="125085" y="104846"/>
                  </a:lnTo>
                  <a:lnTo>
                    <a:pt x="126926" y="105462"/>
                  </a:lnTo>
                  <a:close/>
                  <a:moveTo>
                    <a:pt x="129597" y="126576"/>
                  </a:moveTo>
                  <a:lnTo>
                    <a:pt x="126751" y="127695"/>
                  </a:lnTo>
                  <a:lnTo>
                    <a:pt x="126462" y="126378"/>
                  </a:lnTo>
                  <a:lnTo>
                    <a:pt x="127915" y="125321"/>
                  </a:lnTo>
                  <a:lnTo>
                    <a:pt x="129597" y="126576"/>
                  </a:lnTo>
                  <a:close/>
                  <a:moveTo>
                    <a:pt x="127223" y="133743"/>
                  </a:moveTo>
                  <a:lnTo>
                    <a:pt x="126546" y="135410"/>
                  </a:lnTo>
                  <a:lnTo>
                    <a:pt x="124286" y="138590"/>
                  </a:lnTo>
                  <a:lnTo>
                    <a:pt x="119241" y="139389"/>
                  </a:lnTo>
                  <a:lnTo>
                    <a:pt x="113687" y="139541"/>
                  </a:lnTo>
                  <a:lnTo>
                    <a:pt x="113261" y="138674"/>
                  </a:lnTo>
                  <a:lnTo>
                    <a:pt x="113139" y="137913"/>
                  </a:lnTo>
                  <a:lnTo>
                    <a:pt x="113543" y="136718"/>
                  </a:lnTo>
                  <a:lnTo>
                    <a:pt x="113505" y="136247"/>
                  </a:lnTo>
                  <a:lnTo>
                    <a:pt x="113276" y="135767"/>
                  </a:lnTo>
                  <a:lnTo>
                    <a:pt x="115316" y="135257"/>
                  </a:lnTo>
                  <a:lnTo>
                    <a:pt x="116639" y="133781"/>
                  </a:lnTo>
                  <a:lnTo>
                    <a:pt x="118747" y="133530"/>
                  </a:lnTo>
                  <a:lnTo>
                    <a:pt x="121372" y="134573"/>
                  </a:lnTo>
                  <a:lnTo>
                    <a:pt x="122787" y="134611"/>
                  </a:lnTo>
                  <a:lnTo>
                    <a:pt x="124879" y="133470"/>
                  </a:lnTo>
                  <a:lnTo>
                    <a:pt x="126561" y="130997"/>
                  </a:lnTo>
                  <a:lnTo>
                    <a:pt x="127558" y="131316"/>
                  </a:lnTo>
                  <a:lnTo>
                    <a:pt x="127223" y="13374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60" name="Freeform: Shape 59">
              <a:extLst>
                <a:ext uri="{FF2B5EF4-FFF2-40B4-BE49-F238E27FC236}">
                  <a16:creationId xmlns:a16="http://schemas.microsoft.com/office/drawing/2014/main" id="{9D58E3CA-F3F8-A2B5-CE14-26B52BBB41A0}"/>
                </a:ext>
              </a:extLst>
            </p:cNvPr>
            <p:cNvSpPr/>
            <p:nvPr/>
          </p:nvSpPr>
          <p:spPr>
            <a:xfrm>
              <a:off x="11468737" y="4377376"/>
              <a:ext cx="71421" cy="38552"/>
            </a:xfrm>
            <a:custGeom>
              <a:avLst/>
              <a:gdLst>
                <a:gd name="csX0" fmla="*/ 61774 w 71421"/>
                <a:gd name="csY0" fmla="*/ 13269 h 38552"/>
                <a:gd name="csX1" fmla="*/ 61652 w 71421"/>
                <a:gd name="csY1" fmla="*/ 13810 h 38552"/>
                <a:gd name="csX2" fmla="*/ 61051 w 71421"/>
                <a:gd name="csY2" fmla="*/ 15263 h 38552"/>
                <a:gd name="csX3" fmla="*/ 60655 w 71421"/>
                <a:gd name="csY3" fmla="*/ 16830 h 38552"/>
                <a:gd name="csX4" fmla="*/ 60983 w 71421"/>
                <a:gd name="csY4" fmla="*/ 18124 h 38552"/>
                <a:gd name="csX5" fmla="*/ 62337 w 71421"/>
                <a:gd name="csY5" fmla="*/ 19653 h 38552"/>
                <a:gd name="csX6" fmla="*/ 64156 w 71421"/>
                <a:gd name="csY6" fmla="*/ 20878 h 38552"/>
                <a:gd name="csX7" fmla="*/ 66461 w 71421"/>
                <a:gd name="csY7" fmla="*/ 20969 h 38552"/>
                <a:gd name="csX8" fmla="*/ 68591 w 71421"/>
                <a:gd name="csY8" fmla="*/ 20497 h 38552"/>
                <a:gd name="csX9" fmla="*/ 69436 w 71421"/>
                <a:gd name="csY9" fmla="*/ 20695 h 38552"/>
                <a:gd name="csX10" fmla="*/ 70592 w 71421"/>
                <a:gd name="csY10" fmla="*/ 22742 h 38552"/>
                <a:gd name="csX11" fmla="*/ 71422 w 71421"/>
                <a:gd name="csY11" fmla="*/ 24507 h 38552"/>
                <a:gd name="csX12" fmla="*/ 70296 w 71421"/>
                <a:gd name="csY12" fmla="*/ 26333 h 38552"/>
                <a:gd name="csX13" fmla="*/ 69687 w 71421"/>
                <a:gd name="csY13" fmla="*/ 27931 h 38552"/>
                <a:gd name="csX14" fmla="*/ 69474 w 71421"/>
                <a:gd name="csY14" fmla="*/ 29065 h 38552"/>
                <a:gd name="csX15" fmla="*/ 69611 w 71421"/>
                <a:gd name="csY15" fmla="*/ 29559 h 38552"/>
                <a:gd name="csX16" fmla="*/ 70296 w 71421"/>
                <a:gd name="csY16" fmla="*/ 30472 h 38552"/>
                <a:gd name="csX17" fmla="*/ 71094 w 71421"/>
                <a:gd name="csY17" fmla="*/ 32040 h 38552"/>
                <a:gd name="csX18" fmla="*/ 71209 w 71421"/>
                <a:gd name="csY18" fmla="*/ 33478 h 38552"/>
                <a:gd name="csX19" fmla="*/ 70699 w 71421"/>
                <a:gd name="csY19" fmla="*/ 34429 h 38552"/>
                <a:gd name="csX20" fmla="*/ 69603 w 71421"/>
                <a:gd name="csY20" fmla="*/ 34901 h 38552"/>
                <a:gd name="csX21" fmla="*/ 68432 w 71421"/>
                <a:gd name="csY21" fmla="*/ 34764 h 38552"/>
                <a:gd name="csX22" fmla="*/ 67465 w 71421"/>
                <a:gd name="csY22" fmla="*/ 34786 h 38552"/>
                <a:gd name="csX23" fmla="*/ 66263 w 71421"/>
                <a:gd name="csY23" fmla="*/ 34954 h 38552"/>
                <a:gd name="csX24" fmla="*/ 64376 w 71421"/>
                <a:gd name="csY24" fmla="*/ 35479 h 38552"/>
                <a:gd name="csX25" fmla="*/ 62626 w 71421"/>
                <a:gd name="csY25" fmla="*/ 36163 h 38552"/>
                <a:gd name="csX26" fmla="*/ 59331 w 71421"/>
                <a:gd name="csY26" fmla="*/ 36042 h 38552"/>
                <a:gd name="csX27" fmla="*/ 58015 w 71421"/>
                <a:gd name="csY27" fmla="*/ 34619 h 38552"/>
                <a:gd name="csX28" fmla="*/ 57399 w 71421"/>
                <a:gd name="csY28" fmla="*/ 34611 h 38552"/>
                <a:gd name="csX29" fmla="*/ 54409 w 71421"/>
                <a:gd name="csY29" fmla="*/ 36452 h 38552"/>
                <a:gd name="csX30" fmla="*/ 51145 w 71421"/>
                <a:gd name="csY30" fmla="*/ 36125 h 38552"/>
                <a:gd name="csX31" fmla="*/ 45210 w 71421"/>
                <a:gd name="csY31" fmla="*/ 36742 h 38552"/>
                <a:gd name="csX32" fmla="*/ 42722 w 71421"/>
                <a:gd name="csY32" fmla="*/ 36886 h 38552"/>
                <a:gd name="csX33" fmla="*/ 40173 w 71421"/>
                <a:gd name="csY33" fmla="*/ 36681 h 38552"/>
                <a:gd name="csX34" fmla="*/ 38880 w 71421"/>
                <a:gd name="csY34" fmla="*/ 36293 h 38552"/>
                <a:gd name="csX35" fmla="*/ 36491 w 71421"/>
                <a:gd name="csY35" fmla="*/ 34999 h 38552"/>
                <a:gd name="csX36" fmla="*/ 34315 w 71421"/>
                <a:gd name="csY36" fmla="*/ 34063 h 38552"/>
                <a:gd name="csX37" fmla="*/ 32108 w 71421"/>
                <a:gd name="csY37" fmla="*/ 34923 h 38552"/>
                <a:gd name="csX38" fmla="*/ 31325 w 71421"/>
                <a:gd name="csY38" fmla="*/ 35083 h 38552"/>
                <a:gd name="csX39" fmla="*/ 29559 w 71421"/>
                <a:gd name="csY39" fmla="*/ 37290 h 38552"/>
                <a:gd name="csX40" fmla="*/ 25717 w 71421"/>
                <a:gd name="csY40" fmla="*/ 38020 h 38552"/>
                <a:gd name="csX41" fmla="*/ 21890 w 71421"/>
                <a:gd name="csY41" fmla="*/ 38552 h 38552"/>
                <a:gd name="csX42" fmla="*/ 20756 w 71421"/>
                <a:gd name="csY42" fmla="*/ 38263 h 38552"/>
                <a:gd name="csX43" fmla="*/ 18595 w 71421"/>
                <a:gd name="csY43" fmla="*/ 38126 h 38552"/>
                <a:gd name="csX44" fmla="*/ 18519 w 71421"/>
                <a:gd name="csY44" fmla="*/ 37609 h 38552"/>
                <a:gd name="csX45" fmla="*/ 18588 w 71421"/>
                <a:gd name="csY45" fmla="*/ 37107 h 38552"/>
                <a:gd name="csX46" fmla="*/ 18093 w 71421"/>
                <a:gd name="csY46" fmla="*/ 36711 h 38552"/>
                <a:gd name="csX47" fmla="*/ 17218 w 71421"/>
                <a:gd name="csY47" fmla="*/ 36300 h 38552"/>
                <a:gd name="csX48" fmla="*/ 15712 w 71421"/>
                <a:gd name="csY48" fmla="*/ 36125 h 38552"/>
                <a:gd name="csX49" fmla="*/ 13779 w 71421"/>
                <a:gd name="csY49" fmla="*/ 35578 h 38552"/>
                <a:gd name="csX50" fmla="*/ 12668 w 71421"/>
                <a:gd name="csY50" fmla="*/ 35053 h 38552"/>
                <a:gd name="csX51" fmla="*/ 8742 w 71421"/>
                <a:gd name="csY51" fmla="*/ 35829 h 38552"/>
                <a:gd name="csX52" fmla="*/ 6452 w 71421"/>
                <a:gd name="csY52" fmla="*/ 34665 h 38552"/>
                <a:gd name="csX53" fmla="*/ 3850 w 71421"/>
                <a:gd name="csY53" fmla="*/ 33059 h 38552"/>
                <a:gd name="csX54" fmla="*/ 2534 w 71421"/>
                <a:gd name="csY54" fmla="*/ 32367 h 38552"/>
                <a:gd name="csX55" fmla="*/ 2062 w 71421"/>
                <a:gd name="csY55" fmla="*/ 29886 h 38552"/>
                <a:gd name="csX56" fmla="*/ 1598 w 71421"/>
                <a:gd name="csY56" fmla="*/ 29088 h 38552"/>
                <a:gd name="csX57" fmla="*/ 571 w 71421"/>
                <a:gd name="csY57" fmla="*/ 28243 h 38552"/>
                <a:gd name="csX58" fmla="*/ 0 w 71421"/>
                <a:gd name="csY58" fmla="*/ 27254 h 38552"/>
                <a:gd name="csX59" fmla="*/ 464 w 71421"/>
                <a:gd name="csY59" fmla="*/ 26242 h 38552"/>
                <a:gd name="csX60" fmla="*/ 3051 w 71421"/>
                <a:gd name="csY60" fmla="*/ 24347 h 38552"/>
                <a:gd name="csX61" fmla="*/ 3256 w 71421"/>
                <a:gd name="csY61" fmla="*/ 23898 h 38552"/>
                <a:gd name="csX62" fmla="*/ 4459 w 71421"/>
                <a:gd name="csY62" fmla="*/ 20368 h 38552"/>
                <a:gd name="csX63" fmla="*/ 6125 w 71421"/>
                <a:gd name="csY63" fmla="*/ 19075 h 38552"/>
                <a:gd name="csX64" fmla="*/ 7768 w 71421"/>
                <a:gd name="csY64" fmla="*/ 17287 h 38552"/>
                <a:gd name="csX65" fmla="*/ 9009 w 71421"/>
                <a:gd name="csY65" fmla="*/ 14441 h 38552"/>
                <a:gd name="csX66" fmla="*/ 11398 w 71421"/>
                <a:gd name="csY66" fmla="*/ 11512 h 38552"/>
                <a:gd name="csX67" fmla="*/ 14030 w 71421"/>
                <a:gd name="csY67" fmla="*/ 8506 h 38552"/>
                <a:gd name="csX68" fmla="*/ 15841 w 71421"/>
                <a:gd name="csY68" fmla="*/ 6056 h 38552"/>
                <a:gd name="csX69" fmla="*/ 17036 w 71421"/>
                <a:gd name="csY69" fmla="*/ 4915 h 38552"/>
                <a:gd name="csX70" fmla="*/ 19516 w 71421"/>
                <a:gd name="csY70" fmla="*/ 3690 h 38552"/>
                <a:gd name="csX71" fmla="*/ 21585 w 71421"/>
                <a:gd name="csY71" fmla="*/ 2967 h 38552"/>
                <a:gd name="csX72" fmla="*/ 23024 w 71421"/>
                <a:gd name="csY72" fmla="*/ 1331 h 38552"/>
                <a:gd name="csX73" fmla="*/ 24751 w 71421"/>
                <a:gd name="csY73" fmla="*/ 411 h 38552"/>
                <a:gd name="csX74" fmla="*/ 26524 w 71421"/>
                <a:gd name="csY74" fmla="*/ 0 h 38552"/>
                <a:gd name="csX75" fmla="*/ 29164 w 71421"/>
                <a:gd name="csY75" fmla="*/ 228 h 38552"/>
                <a:gd name="csX76" fmla="*/ 31644 w 71421"/>
                <a:gd name="csY76" fmla="*/ 806 h 38552"/>
                <a:gd name="csX77" fmla="*/ 34368 w 71421"/>
                <a:gd name="csY77" fmla="*/ 1628 h 38552"/>
                <a:gd name="csX78" fmla="*/ 34680 w 71421"/>
                <a:gd name="csY78" fmla="*/ 2290 h 38552"/>
                <a:gd name="csX79" fmla="*/ 34444 w 71421"/>
                <a:gd name="csY79" fmla="*/ 3447 h 38552"/>
                <a:gd name="csX80" fmla="*/ 34056 w 71421"/>
                <a:gd name="csY80" fmla="*/ 4634 h 38552"/>
                <a:gd name="csX81" fmla="*/ 34048 w 71421"/>
                <a:gd name="csY81" fmla="*/ 5235 h 38552"/>
                <a:gd name="csX82" fmla="*/ 34459 w 71421"/>
                <a:gd name="csY82" fmla="*/ 5569 h 38552"/>
                <a:gd name="csX83" fmla="*/ 37122 w 71421"/>
                <a:gd name="csY83" fmla="*/ 5798 h 38552"/>
                <a:gd name="csX84" fmla="*/ 40386 w 71421"/>
                <a:gd name="csY84" fmla="*/ 5615 h 38552"/>
                <a:gd name="csX85" fmla="*/ 42212 w 71421"/>
                <a:gd name="csY85" fmla="*/ 5775 h 38552"/>
                <a:gd name="csX86" fmla="*/ 46290 w 71421"/>
                <a:gd name="csY86" fmla="*/ 6863 h 38552"/>
                <a:gd name="csX87" fmla="*/ 47477 w 71421"/>
                <a:gd name="csY87" fmla="*/ 7631 h 38552"/>
                <a:gd name="csX88" fmla="*/ 48725 w 71421"/>
                <a:gd name="csY88" fmla="*/ 8217 h 38552"/>
                <a:gd name="csX89" fmla="*/ 49950 w 71421"/>
                <a:gd name="csY89" fmla="*/ 8118 h 38552"/>
                <a:gd name="csX90" fmla="*/ 51487 w 71421"/>
                <a:gd name="csY90" fmla="*/ 6855 h 38552"/>
                <a:gd name="csX91" fmla="*/ 53108 w 71421"/>
                <a:gd name="csY91" fmla="*/ 5790 h 38552"/>
                <a:gd name="csX92" fmla="*/ 54112 w 71421"/>
                <a:gd name="csY92" fmla="*/ 5615 h 38552"/>
                <a:gd name="csX93" fmla="*/ 54835 w 71421"/>
                <a:gd name="csY93" fmla="*/ 5957 h 38552"/>
                <a:gd name="csX94" fmla="*/ 56129 w 71421"/>
                <a:gd name="csY94" fmla="*/ 6977 h 38552"/>
                <a:gd name="csX95" fmla="*/ 58822 w 71421"/>
                <a:gd name="csY95" fmla="*/ 7936 h 38552"/>
                <a:gd name="csX96" fmla="*/ 61211 w 71421"/>
                <a:gd name="csY96" fmla="*/ 8659 h 38552"/>
                <a:gd name="csX97" fmla="*/ 61995 w 71421"/>
                <a:gd name="csY97" fmla="*/ 9343 h 38552"/>
                <a:gd name="csX98" fmla="*/ 61721 w 71421"/>
                <a:gd name="csY98" fmla="*/ 12288 h 38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Lst>
              <a:rect l="l" t="t" r="r" b="b"/>
              <a:pathLst>
                <a:path w="71421" h="38552">
                  <a:moveTo>
                    <a:pt x="61774" y="13269"/>
                  </a:moveTo>
                  <a:lnTo>
                    <a:pt x="61652" y="13810"/>
                  </a:lnTo>
                  <a:lnTo>
                    <a:pt x="61051" y="15263"/>
                  </a:lnTo>
                  <a:lnTo>
                    <a:pt x="60655" y="16830"/>
                  </a:lnTo>
                  <a:lnTo>
                    <a:pt x="60983" y="18124"/>
                  </a:lnTo>
                  <a:lnTo>
                    <a:pt x="62337" y="19653"/>
                  </a:lnTo>
                  <a:lnTo>
                    <a:pt x="64156" y="20878"/>
                  </a:lnTo>
                  <a:lnTo>
                    <a:pt x="66461" y="20969"/>
                  </a:lnTo>
                  <a:lnTo>
                    <a:pt x="68591" y="20497"/>
                  </a:lnTo>
                  <a:lnTo>
                    <a:pt x="69436" y="20695"/>
                  </a:lnTo>
                  <a:lnTo>
                    <a:pt x="70592" y="22742"/>
                  </a:lnTo>
                  <a:lnTo>
                    <a:pt x="71422" y="24507"/>
                  </a:lnTo>
                  <a:lnTo>
                    <a:pt x="70296" y="26333"/>
                  </a:lnTo>
                  <a:lnTo>
                    <a:pt x="69687" y="27931"/>
                  </a:lnTo>
                  <a:lnTo>
                    <a:pt x="69474" y="29065"/>
                  </a:lnTo>
                  <a:lnTo>
                    <a:pt x="69611" y="29559"/>
                  </a:lnTo>
                  <a:lnTo>
                    <a:pt x="70296" y="30472"/>
                  </a:lnTo>
                  <a:lnTo>
                    <a:pt x="71094" y="32040"/>
                  </a:lnTo>
                  <a:lnTo>
                    <a:pt x="71209" y="33478"/>
                  </a:lnTo>
                  <a:lnTo>
                    <a:pt x="70699" y="34429"/>
                  </a:lnTo>
                  <a:lnTo>
                    <a:pt x="69603" y="34901"/>
                  </a:lnTo>
                  <a:lnTo>
                    <a:pt x="68432" y="34764"/>
                  </a:lnTo>
                  <a:lnTo>
                    <a:pt x="67465" y="34786"/>
                  </a:lnTo>
                  <a:lnTo>
                    <a:pt x="66263" y="34954"/>
                  </a:lnTo>
                  <a:lnTo>
                    <a:pt x="64376" y="35479"/>
                  </a:lnTo>
                  <a:lnTo>
                    <a:pt x="62626" y="36163"/>
                  </a:lnTo>
                  <a:lnTo>
                    <a:pt x="59331" y="36042"/>
                  </a:lnTo>
                  <a:lnTo>
                    <a:pt x="58015" y="34619"/>
                  </a:lnTo>
                  <a:lnTo>
                    <a:pt x="57399" y="34611"/>
                  </a:lnTo>
                  <a:lnTo>
                    <a:pt x="54409" y="36452"/>
                  </a:lnTo>
                  <a:lnTo>
                    <a:pt x="51145" y="36125"/>
                  </a:lnTo>
                  <a:lnTo>
                    <a:pt x="45210" y="36742"/>
                  </a:lnTo>
                  <a:lnTo>
                    <a:pt x="42722" y="36886"/>
                  </a:lnTo>
                  <a:lnTo>
                    <a:pt x="40173" y="36681"/>
                  </a:lnTo>
                  <a:lnTo>
                    <a:pt x="38880" y="36293"/>
                  </a:lnTo>
                  <a:lnTo>
                    <a:pt x="36491" y="34999"/>
                  </a:lnTo>
                  <a:lnTo>
                    <a:pt x="34315" y="34063"/>
                  </a:lnTo>
                  <a:lnTo>
                    <a:pt x="32108" y="34923"/>
                  </a:lnTo>
                  <a:lnTo>
                    <a:pt x="31325" y="35083"/>
                  </a:lnTo>
                  <a:lnTo>
                    <a:pt x="29559" y="37290"/>
                  </a:lnTo>
                  <a:lnTo>
                    <a:pt x="25717" y="38020"/>
                  </a:lnTo>
                  <a:lnTo>
                    <a:pt x="21890" y="38552"/>
                  </a:lnTo>
                  <a:lnTo>
                    <a:pt x="20756" y="38263"/>
                  </a:lnTo>
                  <a:lnTo>
                    <a:pt x="18595" y="38126"/>
                  </a:lnTo>
                  <a:lnTo>
                    <a:pt x="18519" y="37609"/>
                  </a:lnTo>
                  <a:lnTo>
                    <a:pt x="18588" y="37107"/>
                  </a:lnTo>
                  <a:lnTo>
                    <a:pt x="18093" y="36711"/>
                  </a:lnTo>
                  <a:lnTo>
                    <a:pt x="17218" y="36300"/>
                  </a:lnTo>
                  <a:lnTo>
                    <a:pt x="15712" y="36125"/>
                  </a:lnTo>
                  <a:lnTo>
                    <a:pt x="13779" y="35578"/>
                  </a:lnTo>
                  <a:lnTo>
                    <a:pt x="12668" y="35053"/>
                  </a:lnTo>
                  <a:lnTo>
                    <a:pt x="8742" y="35829"/>
                  </a:lnTo>
                  <a:lnTo>
                    <a:pt x="6452" y="34665"/>
                  </a:lnTo>
                  <a:lnTo>
                    <a:pt x="3850" y="33059"/>
                  </a:lnTo>
                  <a:lnTo>
                    <a:pt x="2534" y="32367"/>
                  </a:lnTo>
                  <a:lnTo>
                    <a:pt x="2062" y="29886"/>
                  </a:lnTo>
                  <a:lnTo>
                    <a:pt x="1598" y="29088"/>
                  </a:lnTo>
                  <a:lnTo>
                    <a:pt x="571" y="28243"/>
                  </a:lnTo>
                  <a:lnTo>
                    <a:pt x="0" y="27254"/>
                  </a:lnTo>
                  <a:lnTo>
                    <a:pt x="464" y="26242"/>
                  </a:lnTo>
                  <a:lnTo>
                    <a:pt x="3051" y="24347"/>
                  </a:lnTo>
                  <a:lnTo>
                    <a:pt x="3256" y="23898"/>
                  </a:lnTo>
                  <a:lnTo>
                    <a:pt x="4459" y="20368"/>
                  </a:lnTo>
                  <a:lnTo>
                    <a:pt x="6125" y="19075"/>
                  </a:lnTo>
                  <a:lnTo>
                    <a:pt x="7768" y="17287"/>
                  </a:lnTo>
                  <a:lnTo>
                    <a:pt x="9009" y="14441"/>
                  </a:lnTo>
                  <a:lnTo>
                    <a:pt x="11398" y="11512"/>
                  </a:lnTo>
                  <a:lnTo>
                    <a:pt x="14030" y="8506"/>
                  </a:lnTo>
                  <a:lnTo>
                    <a:pt x="15841" y="6056"/>
                  </a:lnTo>
                  <a:lnTo>
                    <a:pt x="17036" y="4915"/>
                  </a:lnTo>
                  <a:lnTo>
                    <a:pt x="19516" y="3690"/>
                  </a:lnTo>
                  <a:lnTo>
                    <a:pt x="21585" y="2967"/>
                  </a:lnTo>
                  <a:lnTo>
                    <a:pt x="23024" y="1331"/>
                  </a:lnTo>
                  <a:lnTo>
                    <a:pt x="24751" y="411"/>
                  </a:lnTo>
                  <a:lnTo>
                    <a:pt x="26524" y="0"/>
                  </a:lnTo>
                  <a:lnTo>
                    <a:pt x="29164" y="228"/>
                  </a:lnTo>
                  <a:lnTo>
                    <a:pt x="31644" y="806"/>
                  </a:lnTo>
                  <a:lnTo>
                    <a:pt x="34368" y="1628"/>
                  </a:lnTo>
                  <a:lnTo>
                    <a:pt x="34680" y="2290"/>
                  </a:lnTo>
                  <a:lnTo>
                    <a:pt x="34444" y="3447"/>
                  </a:lnTo>
                  <a:lnTo>
                    <a:pt x="34056" y="4634"/>
                  </a:lnTo>
                  <a:lnTo>
                    <a:pt x="34048" y="5235"/>
                  </a:lnTo>
                  <a:lnTo>
                    <a:pt x="34459" y="5569"/>
                  </a:lnTo>
                  <a:lnTo>
                    <a:pt x="37122" y="5798"/>
                  </a:lnTo>
                  <a:lnTo>
                    <a:pt x="40386" y="5615"/>
                  </a:lnTo>
                  <a:lnTo>
                    <a:pt x="42212" y="5775"/>
                  </a:lnTo>
                  <a:lnTo>
                    <a:pt x="46290" y="6863"/>
                  </a:lnTo>
                  <a:lnTo>
                    <a:pt x="47477" y="7631"/>
                  </a:lnTo>
                  <a:lnTo>
                    <a:pt x="48725" y="8217"/>
                  </a:lnTo>
                  <a:lnTo>
                    <a:pt x="49950" y="8118"/>
                  </a:lnTo>
                  <a:lnTo>
                    <a:pt x="51487" y="6855"/>
                  </a:lnTo>
                  <a:lnTo>
                    <a:pt x="53108" y="5790"/>
                  </a:lnTo>
                  <a:lnTo>
                    <a:pt x="54112" y="5615"/>
                  </a:lnTo>
                  <a:lnTo>
                    <a:pt x="54835" y="5957"/>
                  </a:lnTo>
                  <a:lnTo>
                    <a:pt x="56129" y="6977"/>
                  </a:lnTo>
                  <a:lnTo>
                    <a:pt x="58822" y="7936"/>
                  </a:lnTo>
                  <a:lnTo>
                    <a:pt x="61211" y="8659"/>
                  </a:lnTo>
                  <a:lnTo>
                    <a:pt x="61995" y="9343"/>
                  </a:lnTo>
                  <a:lnTo>
                    <a:pt x="61721" y="12288"/>
                  </a:lnTo>
                  <a:close/>
                </a:path>
              </a:pathLst>
            </a:custGeom>
            <a:solidFill>
              <a:srgbClr val="2562E8"/>
            </a:solidFill>
            <a:ln w="6168" cap="flat">
              <a:solidFill>
                <a:srgbClr val="2562E8"/>
              </a:solidFill>
              <a:prstDash val="solid"/>
              <a:miter/>
            </a:ln>
          </p:spPr>
          <p:txBody>
            <a:bodyPr/>
            <a:lstStyle/>
            <a:p>
              <a:endParaRPr lang="en-US"/>
            </a:p>
          </p:txBody>
        </p:sp>
        <p:sp>
          <p:nvSpPr>
            <p:cNvPr id="61" name="Freeform: Shape 60">
              <a:extLst>
                <a:ext uri="{FF2B5EF4-FFF2-40B4-BE49-F238E27FC236}">
                  <a16:creationId xmlns:a16="http://schemas.microsoft.com/office/drawing/2014/main" id="{74DD293F-E7A6-3EF5-123B-59D9E24858BF}"/>
                </a:ext>
              </a:extLst>
            </p:cNvPr>
            <p:cNvSpPr/>
            <p:nvPr/>
          </p:nvSpPr>
          <p:spPr>
            <a:xfrm>
              <a:off x="10000451" y="5387823"/>
              <a:ext cx="200447" cy="208375"/>
            </a:xfrm>
            <a:custGeom>
              <a:avLst/>
              <a:gdLst>
                <a:gd name="csX0" fmla="*/ 112774 w 200447"/>
                <a:gd name="csY0" fmla="*/ 137 h 208375"/>
                <a:gd name="csX1" fmla="*/ 112356 w 200447"/>
                <a:gd name="csY1" fmla="*/ 1240 h 208375"/>
                <a:gd name="csX2" fmla="*/ 112029 w 200447"/>
                <a:gd name="csY2" fmla="*/ 2845 h 208375"/>
                <a:gd name="csX3" fmla="*/ 112424 w 200447"/>
                <a:gd name="csY3" fmla="*/ 4048 h 208375"/>
                <a:gd name="csX4" fmla="*/ 113276 w 200447"/>
                <a:gd name="csY4" fmla="*/ 5660 h 208375"/>
                <a:gd name="csX5" fmla="*/ 114509 w 200447"/>
                <a:gd name="csY5" fmla="*/ 7068 h 208375"/>
                <a:gd name="csX6" fmla="*/ 115453 w 200447"/>
                <a:gd name="csY6" fmla="*/ 7905 h 208375"/>
                <a:gd name="csX7" fmla="*/ 116571 w 200447"/>
                <a:gd name="csY7" fmla="*/ 9982 h 208375"/>
                <a:gd name="csX8" fmla="*/ 117697 w 200447"/>
                <a:gd name="csY8" fmla="*/ 12584 h 208375"/>
                <a:gd name="csX9" fmla="*/ 119173 w 200447"/>
                <a:gd name="csY9" fmla="*/ 14608 h 208375"/>
                <a:gd name="csX10" fmla="*/ 123502 w 200447"/>
                <a:gd name="csY10" fmla="*/ 19249 h 208375"/>
                <a:gd name="csX11" fmla="*/ 123982 w 200447"/>
                <a:gd name="csY11" fmla="*/ 20916 h 208375"/>
                <a:gd name="csX12" fmla="*/ 124583 w 200447"/>
                <a:gd name="csY12" fmla="*/ 22567 h 208375"/>
                <a:gd name="csX13" fmla="*/ 127307 w 200447"/>
                <a:gd name="csY13" fmla="*/ 25740 h 208375"/>
                <a:gd name="csX14" fmla="*/ 127733 w 200447"/>
                <a:gd name="csY14" fmla="*/ 26797 h 208375"/>
                <a:gd name="csX15" fmla="*/ 127550 w 200447"/>
                <a:gd name="csY15" fmla="*/ 28951 h 208375"/>
                <a:gd name="csX16" fmla="*/ 130350 w 200447"/>
                <a:gd name="csY16" fmla="*/ 35433 h 208375"/>
                <a:gd name="csX17" fmla="*/ 132191 w 200447"/>
                <a:gd name="csY17" fmla="*/ 39222 h 208375"/>
                <a:gd name="csX18" fmla="*/ 133751 w 200447"/>
                <a:gd name="csY18" fmla="*/ 39922 h 208375"/>
                <a:gd name="csX19" fmla="*/ 138735 w 200447"/>
                <a:gd name="csY19" fmla="*/ 43962 h 208375"/>
                <a:gd name="csX20" fmla="*/ 143087 w 200447"/>
                <a:gd name="csY20" fmla="*/ 47219 h 208375"/>
                <a:gd name="csX21" fmla="*/ 148177 w 200447"/>
                <a:gd name="csY21" fmla="*/ 49418 h 208375"/>
                <a:gd name="csX22" fmla="*/ 151913 w 200447"/>
                <a:gd name="csY22" fmla="*/ 50863 h 208375"/>
                <a:gd name="csX23" fmla="*/ 153762 w 200447"/>
                <a:gd name="csY23" fmla="*/ 51921 h 208375"/>
                <a:gd name="csX24" fmla="*/ 154690 w 200447"/>
                <a:gd name="csY24" fmla="*/ 52933 h 208375"/>
                <a:gd name="csX25" fmla="*/ 155436 w 200447"/>
                <a:gd name="csY25" fmla="*/ 54880 h 208375"/>
                <a:gd name="csX26" fmla="*/ 155824 w 200447"/>
                <a:gd name="csY26" fmla="*/ 58274 h 208375"/>
                <a:gd name="csX27" fmla="*/ 155953 w 200447"/>
                <a:gd name="csY27" fmla="*/ 60465 h 208375"/>
                <a:gd name="csX28" fmla="*/ 159970 w 200447"/>
                <a:gd name="csY28" fmla="*/ 60381 h 208375"/>
                <a:gd name="csX29" fmla="*/ 163295 w 200447"/>
                <a:gd name="csY29" fmla="*/ 60579 h 208375"/>
                <a:gd name="csX30" fmla="*/ 164460 w 200447"/>
                <a:gd name="csY30" fmla="*/ 61020 h 208375"/>
                <a:gd name="csX31" fmla="*/ 164893 w 200447"/>
                <a:gd name="csY31" fmla="*/ 61644 h 208375"/>
                <a:gd name="csX32" fmla="*/ 164794 w 200447"/>
                <a:gd name="csY32" fmla="*/ 63090 h 208375"/>
                <a:gd name="csX33" fmla="*/ 164840 w 200447"/>
                <a:gd name="csY33" fmla="*/ 65251 h 208375"/>
                <a:gd name="csX34" fmla="*/ 164992 w 200447"/>
                <a:gd name="csY34" fmla="*/ 66993 h 208375"/>
                <a:gd name="csX35" fmla="*/ 164650 w 200447"/>
                <a:gd name="csY35" fmla="*/ 68849 h 208375"/>
                <a:gd name="csX36" fmla="*/ 164414 w 200447"/>
                <a:gd name="csY36" fmla="*/ 71041 h 208375"/>
                <a:gd name="csX37" fmla="*/ 164254 w 200447"/>
                <a:gd name="csY37" fmla="*/ 73765 h 208375"/>
                <a:gd name="csX38" fmla="*/ 164764 w 200447"/>
                <a:gd name="csY38" fmla="*/ 74822 h 208375"/>
                <a:gd name="csX39" fmla="*/ 167982 w 200447"/>
                <a:gd name="csY39" fmla="*/ 78254 h 208375"/>
                <a:gd name="csX40" fmla="*/ 169329 w 200447"/>
                <a:gd name="csY40" fmla="*/ 80475 h 208375"/>
                <a:gd name="csX41" fmla="*/ 170767 w 200447"/>
                <a:gd name="csY41" fmla="*/ 83846 h 208375"/>
                <a:gd name="csX42" fmla="*/ 171604 w 200447"/>
                <a:gd name="csY42" fmla="*/ 84927 h 208375"/>
                <a:gd name="csX43" fmla="*/ 172281 w 200447"/>
                <a:gd name="csY43" fmla="*/ 85360 h 208375"/>
                <a:gd name="csX44" fmla="*/ 175187 w 200447"/>
                <a:gd name="csY44" fmla="*/ 85725 h 208375"/>
                <a:gd name="csX45" fmla="*/ 182666 w 200447"/>
                <a:gd name="csY45" fmla="*/ 87141 h 208375"/>
                <a:gd name="csX46" fmla="*/ 187277 w 200447"/>
                <a:gd name="csY46" fmla="*/ 88434 h 208375"/>
                <a:gd name="csX47" fmla="*/ 190937 w 200447"/>
                <a:gd name="csY47" fmla="*/ 89766 h 208375"/>
                <a:gd name="csX48" fmla="*/ 192467 w 200447"/>
                <a:gd name="csY48" fmla="*/ 90116 h 208375"/>
                <a:gd name="csX49" fmla="*/ 193204 w 200447"/>
                <a:gd name="csY49" fmla="*/ 90473 h 208375"/>
                <a:gd name="csX50" fmla="*/ 193456 w 200447"/>
                <a:gd name="csY50" fmla="*/ 90800 h 208375"/>
                <a:gd name="csX51" fmla="*/ 192999 w 200447"/>
                <a:gd name="csY51" fmla="*/ 93738 h 208375"/>
                <a:gd name="csX52" fmla="*/ 193159 w 200447"/>
                <a:gd name="csY52" fmla="*/ 94689 h 208375"/>
                <a:gd name="csX53" fmla="*/ 193570 w 200447"/>
                <a:gd name="csY53" fmla="*/ 95541 h 208375"/>
                <a:gd name="csX54" fmla="*/ 194194 w 200447"/>
                <a:gd name="csY54" fmla="*/ 96210 h 208375"/>
                <a:gd name="csX55" fmla="*/ 194947 w 200447"/>
                <a:gd name="csY55" fmla="*/ 96621 h 208375"/>
                <a:gd name="csX56" fmla="*/ 197724 w 200447"/>
                <a:gd name="csY56" fmla="*/ 96940 h 208375"/>
                <a:gd name="csX57" fmla="*/ 199398 w 200447"/>
                <a:gd name="csY57" fmla="*/ 98728 h 208375"/>
                <a:gd name="csX58" fmla="*/ 200448 w 200447"/>
                <a:gd name="csY58" fmla="*/ 99558 h 208375"/>
                <a:gd name="csX59" fmla="*/ 195434 w 200447"/>
                <a:gd name="csY59" fmla="*/ 100007 h 208375"/>
                <a:gd name="csX60" fmla="*/ 192946 w 200447"/>
                <a:gd name="csY60" fmla="*/ 101498 h 208375"/>
                <a:gd name="csX61" fmla="*/ 191508 w 200447"/>
                <a:gd name="csY61" fmla="*/ 104176 h 208375"/>
                <a:gd name="csX62" fmla="*/ 189240 w 200447"/>
                <a:gd name="csY62" fmla="*/ 106147 h 208375"/>
                <a:gd name="csX63" fmla="*/ 186159 w 200447"/>
                <a:gd name="csY63" fmla="*/ 107402 h 208375"/>
                <a:gd name="csX64" fmla="*/ 182902 w 200447"/>
                <a:gd name="csY64" fmla="*/ 108262 h 208375"/>
                <a:gd name="csX65" fmla="*/ 179464 w 200447"/>
                <a:gd name="csY65" fmla="*/ 108734 h 208375"/>
                <a:gd name="csX66" fmla="*/ 175796 w 200447"/>
                <a:gd name="csY66" fmla="*/ 111039 h 208375"/>
                <a:gd name="csX67" fmla="*/ 171908 w 200447"/>
                <a:gd name="csY67" fmla="*/ 115186 h 208375"/>
                <a:gd name="csX68" fmla="*/ 169922 w 200447"/>
                <a:gd name="csY68" fmla="*/ 117796 h 208375"/>
                <a:gd name="csX69" fmla="*/ 169839 w 200447"/>
                <a:gd name="csY69" fmla="*/ 118876 h 208375"/>
                <a:gd name="csX70" fmla="*/ 168971 w 200447"/>
                <a:gd name="csY70" fmla="*/ 119804 h 208375"/>
                <a:gd name="csX71" fmla="*/ 167305 w 200447"/>
                <a:gd name="csY71" fmla="*/ 120588 h 208375"/>
                <a:gd name="csX72" fmla="*/ 166362 w 200447"/>
                <a:gd name="csY72" fmla="*/ 121539 h 208375"/>
                <a:gd name="csX73" fmla="*/ 166149 w 200447"/>
                <a:gd name="csY73" fmla="*/ 122642 h 208375"/>
                <a:gd name="csX74" fmla="*/ 165258 w 200447"/>
                <a:gd name="csY74" fmla="*/ 123167 h 208375"/>
                <a:gd name="csX75" fmla="*/ 163706 w 200447"/>
                <a:gd name="csY75" fmla="*/ 123122 h 208375"/>
                <a:gd name="csX76" fmla="*/ 162610 w 200447"/>
                <a:gd name="csY76" fmla="*/ 123936 h 208375"/>
                <a:gd name="csX77" fmla="*/ 161979 w 200447"/>
                <a:gd name="csY77" fmla="*/ 125594 h 208375"/>
                <a:gd name="csX78" fmla="*/ 160609 w 200447"/>
                <a:gd name="csY78" fmla="*/ 126606 h 208375"/>
                <a:gd name="csX79" fmla="*/ 158479 w 200447"/>
                <a:gd name="csY79" fmla="*/ 126964 h 208375"/>
                <a:gd name="csX80" fmla="*/ 156645 w 200447"/>
                <a:gd name="csY80" fmla="*/ 127900 h 208375"/>
                <a:gd name="csX81" fmla="*/ 155101 w 200447"/>
                <a:gd name="csY81" fmla="*/ 129421 h 208375"/>
                <a:gd name="csX82" fmla="*/ 153922 w 200447"/>
                <a:gd name="csY82" fmla="*/ 130198 h 208375"/>
                <a:gd name="csX83" fmla="*/ 153084 w 200447"/>
                <a:gd name="csY83" fmla="*/ 130220 h 208375"/>
                <a:gd name="csX84" fmla="*/ 151784 w 200447"/>
                <a:gd name="csY84" fmla="*/ 131460 h 208375"/>
                <a:gd name="csX85" fmla="*/ 149676 w 200447"/>
                <a:gd name="csY85" fmla="*/ 134398 h 208375"/>
                <a:gd name="csX86" fmla="*/ 149326 w 200447"/>
                <a:gd name="csY86" fmla="*/ 135759 h 208375"/>
                <a:gd name="csX87" fmla="*/ 146435 w 200447"/>
                <a:gd name="csY87" fmla="*/ 146853 h 208375"/>
                <a:gd name="csX88" fmla="*/ 144852 w 200447"/>
                <a:gd name="csY88" fmla="*/ 148169 h 208375"/>
                <a:gd name="csX89" fmla="*/ 141794 w 200447"/>
                <a:gd name="csY89" fmla="*/ 150459 h 208375"/>
                <a:gd name="csX90" fmla="*/ 139313 w 200447"/>
                <a:gd name="csY90" fmla="*/ 153206 h 208375"/>
                <a:gd name="csX91" fmla="*/ 138248 w 200447"/>
                <a:gd name="csY91" fmla="*/ 154827 h 208375"/>
                <a:gd name="csX92" fmla="*/ 137084 w 200447"/>
                <a:gd name="csY92" fmla="*/ 155549 h 208375"/>
                <a:gd name="csX93" fmla="*/ 131393 w 200447"/>
                <a:gd name="csY93" fmla="*/ 156903 h 208375"/>
                <a:gd name="csX94" fmla="*/ 129285 w 200447"/>
                <a:gd name="csY94" fmla="*/ 157626 h 208375"/>
                <a:gd name="csX95" fmla="*/ 126721 w 200447"/>
                <a:gd name="csY95" fmla="*/ 158676 h 208375"/>
                <a:gd name="csX96" fmla="*/ 126082 w 200447"/>
                <a:gd name="csY96" fmla="*/ 159620 h 208375"/>
                <a:gd name="csX97" fmla="*/ 125450 w 200447"/>
                <a:gd name="csY97" fmla="*/ 163074 h 208375"/>
                <a:gd name="csX98" fmla="*/ 123685 w 200447"/>
                <a:gd name="csY98" fmla="*/ 168020 h 208375"/>
                <a:gd name="csX99" fmla="*/ 122255 w 200447"/>
                <a:gd name="csY99" fmla="*/ 171679 h 208375"/>
                <a:gd name="csX100" fmla="*/ 121327 w 200447"/>
                <a:gd name="csY100" fmla="*/ 174867 h 208375"/>
                <a:gd name="csX101" fmla="*/ 119713 w 200447"/>
                <a:gd name="csY101" fmla="*/ 178831 h 208375"/>
                <a:gd name="csX102" fmla="*/ 118314 w 200447"/>
                <a:gd name="csY102" fmla="*/ 180163 h 208375"/>
                <a:gd name="csX103" fmla="*/ 116723 w 200447"/>
                <a:gd name="csY103" fmla="*/ 181380 h 208375"/>
                <a:gd name="csX104" fmla="*/ 114638 w 200447"/>
                <a:gd name="csY104" fmla="*/ 181981 h 208375"/>
                <a:gd name="csX105" fmla="*/ 111801 w 200447"/>
                <a:gd name="csY105" fmla="*/ 182362 h 208375"/>
                <a:gd name="csX106" fmla="*/ 109221 w 200447"/>
                <a:gd name="csY106" fmla="*/ 182255 h 208375"/>
                <a:gd name="csX107" fmla="*/ 107228 w 200447"/>
                <a:gd name="csY107" fmla="*/ 182309 h 208375"/>
                <a:gd name="csX108" fmla="*/ 104458 w 200447"/>
                <a:gd name="csY108" fmla="*/ 183708 h 208375"/>
                <a:gd name="csX109" fmla="*/ 101871 w 200447"/>
                <a:gd name="csY109" fmla="*/ 183807 h 208375"/>
                <a:gd name="csX110" fmla="*/ 97762 w 200447"/>
                <a:gd name="csY110" fmla="*/ 182993 h 208375"/>
                <a:gd name="csX111" fmla="*/ 94438 w 200447"/>
                <a:gd name="csY111" fmla="*/ 182210 h 208375"/>
                <a:gd name="csX112" fmla="*/ 92954 w 200447"/>
                <a:gd name="csY112" fmla="*/ 182050 h 208375"/>
                <a:gd name="csX113" fmla="*/ 90017 w 200447"/>
                <a:gd name="csY113" fmla="*/ 179455 h 208375"/>
                <a:gd name="csX114" fmla="*/ 88130 w 200447"/>
                <a:gd name="csY114" fmla="*/ 179501 h 208375"/>
                <a:gd name="csX115" fmla="*/ 85247 w 200447"/>
                <a:gd name="csY115" fmla="*/ 179296 h 208375"/>
                <a:gd name="csX116" fmla="*/ 83626 w 200447"/>
                <a:gd name="csY116" fmla="*/ 178702 h 208375"/>
                <a:gd name="csX117" fmla="*/ 82127 w 200447"/>
                <a:gd name="csY117" fmla="*/ 177378 h 208375"/>
                <a:gd name="csX118" fmla="*/ 78863 w 200447"/>
                <a:gd name="csY118" fmla="*/ 174776 h 208375"/>
                <a:gd name="csX119" fmla="*/ 75675 w 200447"/>
                <a:gd name="csY119" fmla="*/ 172668 h 208375"/>
                <a:gd name="csX120" fmla="*/ 72852 w 200447"/>
                <a:gd name="csY120" fmla="*/ 171421 h 208375"/>
                <a:gd name="csX121" fmla="*/ 70220 w 200447"/>
                <a:gd name="csY121" fmla="*/ 170842 h 208375"/>
                <a:gd name="csX122" fmla="*/ 67716 w 200447"/>
                <a:gd name="csY122" fmla="*/ 171360 h 208375"/>
                <a:gd name="csX123" fmla="*/ 65769 w 200447"/>
                <a:gd name="csY123" fmla="*/ 171915 h 208375"/>
                <a:gd name="csX124" fmla="*/ 65016 w 200447"/>
                <a:gd name="csY124" fmla="*/ 172189 h 208375"/>
                <a:gd name="csX125" fmla="*/ 63501 w 200447"/>
                <a:gd name="csY125" fmla="*/ 173277 h 208375"/>
                <a:gd name="csX126" fmla="*/ 61957 w 200447"/>
                <a:gd name="csY126" fmla="*/ 175339 h 208375"/>
                <a:gd name="csX127" fmla="*/ 60671 w 200447"/>
                <a:gd name="csY127" fmla="*/ 178565 h 208375"/>
                <a:gd name="csX128" fmla="*/ 60184 w 200447"/>
                <a:gd name="csY128" fmla="*/ 180544 h 208375"/>
                <a:gd name="csX129" fmla="*/ 58754 w 200447"/>
                <a:gd name="csY129" fmla="*/ 184751 h 208375"/>
                <a:gd name="csX130" fmla="*/ 56859 w 200447"/>
                <a:gd name="csY130" fmla="*/ 189803 h 208375"/>
                <a:gd name="csX131" fmla="*/ 55953 w 200447"/>
                <a:gd name="csY131" fmla="*/ 191256 h 208375"/>
                <a:gd name="csX132" fmla="*/ 54903 w 200447"/>
                <a:gd name="csY132" fmla="*/ 192337 h 208375"/>
                <a:gd name="csX133" fmla="*/ 53245 w 200447"/>
                <a:gd name="csY133" fmla="*/ 193295 h 208375"/>
                <a:gd name="csX134" fmla="*/ 47835 w 200447"/>
                <a:gd name="csY134" fmla="*/ 197320 h 208375"/>
                <a:gd name="csX135" fmla="*/ 45127 w 200447"/>
                <a:gd name="csY135" fmla="*/ 201863 h 208375"/>
                <a:gd name="csX136" fmla="*/ 43422 w 200447"/>
                <a:gd name="csY136" fmla="*/ 203186 h 208375"/>
                <a:gd name="csX137" fmla="*/ 41368 w 200447"/>
                <a:gd name="csY137" fmla="*/ 203802 h 208375"/>
                <a:gd name="csX138" fmla="*/ 39625 w 200447"/>
                <a:gd name="csY138" fmla="*/ 204191 h 208375"/>
                <a:gd name="csX139" fmla="*/ 38667 w 200447"/>
                <a:gd name="csY139" fmla="*/ 204951 h 208375"/>
                <a:gd name="csX140" fmla="*/ 37594 w 200447"/>
                <a:gd name="csY140" fmla="*/ 207249 h 208375"/>
                <a:gd name="csX141" fmla="*/ 36666 w 200447"/>
                <a:gd name="csY141" fmla="*/ 208064 h 208375"/>
                <a:gd name="csX142" fmla="*/ 35639 w 200447"/>
                <a:gd name="csY142" fmla="*/ 208375 h 208375"/>
                <a:gd name="csX143" fmla="*/ 32542 w 200447"/>
                <a:gd name="csY143" fmla="*/ 208101 h 208375"/>
                <a:gd name="csX144" fmla="*/ 31553 w 200447"/>
                <a:gd name="csY144" fmla="*/ 207866 h 208375"/>
                <a:gd name="csX145" fmla="*/ 23351 w 200447"/>
                <a:gd name="csY145" fmla="*/ 208314 h 208375"/>
                <a:gd name="csX146" fmla="*/ 20848 w 200447"/>
                <a:gd name="csY146" fmla="*/ 207592 h 208375"/>
                <a:gd name="csX147" fmla="*/ 19075 w 200447"/>
                <a:gd name="csY147" fmla="*/ 207295 h 208375"/>
                <a:gd name="csX148" fmla="*/ 16282 w 200447"/>
                <a:gd name="csY148" fmla="*/ 208254 h 208375"/>
                <a:gd name="csX149" fmla="*/ 15111 w 200447"/>
                <a:gd name="csY149" fmla="*/ 207622 h 208375"/>
                <a:gd name="csX150" fmla="*/ 14175 w 200447"/>
                <a:gd name="csY150" fmla="*/ 205713 h 208375"/>
                <a:gd name="csX151" fmla="*/ 13719 w 200447"/>
                <a:gd name="csY151" fmla="*/ 201878 h 208375"/>
                <a:gd name="csX152" fmla="*/ 13863 w 200447"/>
                <a:gd name="csY152" fmla="*/ 198621 h 208375"/>
                <a:gd name="csX153" fmla="*/ 15385 w 200447"/>
                <a:gd name="csY153" fmla="*/ 196164 h 208375"/>
                <a:gd name="csX154" fmla="*/ 16648 w 200447"/>
                <a:gd name="csY154" fmla="*/ 194368 h 208375"/>
                <a:gd name="csX155" fmla="*/ 17888 w 200447"/>
                <a:gd name="csY155" fmla="*/ 192017 h 208375"/>
                <a:gd name="csX156" fmla="*/ 18048 w 200447"/>
                <a:gd name="csY156" fmla="*/ 190967 h 208375"/>
                <a:gd name="csX157" fmla="*/ 17797 w 200447"/>
                <a:gd name="csY157" fmla="*/ 190024 h 208375"/>
                <a:gd name="csX158" fmla="*/ 17553 w 200447"/>
                <a:gd name="csY158" fmla="*/ 188099 h 208375"/>
                <a:gd name="csX159" fmla="*/ 17416 w 200447"/>
                <a:gd name="csY159" fmla="*/ 186120 h 208375"/>
                <a:gd name="csX160" fmla="*/ 15659 w 200447"/>
                <a:gd name="csY160" fmla="*/ 181814 h 208375"/>
                <a:gd name="csX161" fmla="*/ 13498 w 200447"/>
                <a:gd name="csY161" fmla="*/ 176115 h 208375"/>
                <a:gd name="csX162" fmla="*/ 10584 w 200447"/>
                <a:gd name="csY162" fmla="*/ 169777 h 208375"/>
                <a:gd name="csX163" fmla="*/ 9678 w 200447"/>
                <a:gd name="csY163" fmla="*/ 168035 h 208375"/>
                <a:gd name="csX164" fmla="*/ 7852 w 200447"/>
                <a:gd name="csY164" fmla="*/ 165288 h 208375"/>
                <a:gd name="csX165" fmla="*/ 1096 w 200447"/>
                <a:gd name="csY165" fmla="*/ 160069 h 208375"/>
                <a:gd name="csX166" fmla="*/ 61 w 200447"/>
                <a:gd name="csY166" fmla="*/ 159361 h 208375"/>
                <a:gd name="csX167" fmla="*/ 61 w 200447"/>
                <a:gd name="csY167" fmla="*/ 158783 h 208375"/>
                <a:gd name="csX168" fmla="*/ 61 w 200447"/>
                <a:gd name="csY168" fmla="*/ 153731 h 208375"/>
                <a:gd name="csX169" fmla="*/ 53 w 200447"/>
                <a:gd name="csY169" fmla="*/ 147050 h 208375"/>
                <a:gd name="csX170" fmla="*/ 46 w 200447"/>
                <a:gd name="csY170" fmla="*/ 140378 h 208375"/>
                <a:gd name="csX171" fmla="*/ 38 w 200447"/>
                <a:gd name="csY171" fmla="*/ 133728 h 208375"/>
                <a:gd name="csX172" fmla="*/ 31 w 200447"/>
                <a:gd name="csY172" fmla="*/ 127086 h 208375"/>
                <a:gd name="csX173" fmla="*/ 23 w 200447"/>
                <a:gd name="csY173" fmla="*/ 120466 h 208375"/>
                <a:gd name="csX174" fmla="*/ 15 w 200447"/>
                <a:gd name="csY174" fmla="*/ 113854 h 208375"/>
                <a:gd name="csX175" fmla="*/ 15 w 200447"/>
                <a:gd name="csY175" fmla="*/ 107258 h 208375"/>
                <a:gd name="csX176" fmla="*/ 8 w 200447"/>
                <a:gd name="csY176" fmla="*/ 100676 h 208375"/>
                <a:gd name="csX177" fmla="*/ 0 w 200447"/>
                <a:gd name="csY177" fmla="*/ 95122 h 208375"/>
                <a:gd name="csX178" fmla="*/ 4870 w 200447"/>
                <a:gd name="csY178" fmla="*/ 95122 h 208375"/>
                <a:gd name="csX179" fmla="*/ 10888 w 200447"/>
                <a:gd name="csY179" fmla="*/ 95122 h 208375"/>
                <a:gd name="csX180" fmla="*/ 18048 w 200447"/>
                <a:gd name="csY180" fmla="*/ 95122 h 208375"/>
                <a:gd name="csX181" fmla="*/ 21213 w 200447"/>
                <a:gd name="csY181" fmla="*/ 95122 h 208375"/>
                <a:gd name="csX182" fmla="*/ 21395 w 200447"/>
                <a:gd name="csY182" fmla="*/ 94247 h 208375"/>
                <a:gd name="csX183" fmla="*/ 21395 w 200447"/>
                <a:gd name="csY183" fmla="*/ 90177 h 208375"/>
                <a:gd name="csX184" fmla="*/ 21380 w 200447"/>
                <a:gd name="csY184" fmla="*/ 80864 h 208375"/>
                <a:gd name="csX185" fmla="*/ 21365 w 200447"/>
                <a:gd name="csY185" fmla="*/ 71574 h 208375"/>
                <a:gd name="csX186" fmla="*/ 21350 w 200447"/>
                <a:gd name="csY186" fmla="*/ 62314 h 208375"/>
                <a:gd name="csX187" fmla="*/ 21342 w 200447"/>
                <a:gd name="csY187" fmla="*/ 53077 h 208375"/>
                <a:gd name="csX188" fmla="*/ 21327 w 200447"/>
                <a:gd name="csY188" fmla="*/ 43871 h 208375"/>
                <a:gd name="csX189" fmla="*/ 21312 w 200447"/>
                <a:gd name="csY189" fmla="*/ 34680 h 208375"/>
                <a:gd name="csX190" fmla="*/ 21296 w 200447"/>
                <a:gd name="csY190" fmla="*/ 25519 h 208375"/>
                <a:gd name="csX191" fmla="*/ 21289 w 200447"/>
                <a:gd name="csY191" fmla="*/ 16366 h 208375"/>
                <a:gd name="csX192" fmla="*/ 21281 w 200447"/>
                <a:gd name="csY192" fmla="*/ 11861 h 208375"/>
                <a:gd name="csX193" fmla="*/ 26805 w 200447"/>
                <a:gd name="csY193" fmla="*/ 11587 h 208375"/>
                <a:gd name="csX194" fmla="*/ 33143 w 200447"/>
                <a:gd name="csY194" fmla="*/ 10667 h 208375"/>
                <a:gd name="csX195" fmla="*/ 43430 w 200447"/>
                <a:gd name="csY195" fmla="*/ 9176 h 208375"/>
                <a:gd name="csX196" fmla="*/ 53009 w 200447"/>
                <a:gd name="csY196" fmla="*/ 7319 h 208375"/>
                <a:gd name="csX197" fmla="*/ 59263 w 200447"/>
                <a:gd name="csY197" fmla="*/ 6239 h 208375"/>
                <a:gd name="csX198" fmla="*/ 66674 w 200447"/>
                <a:gd name="csY198" fmla="*/ 4953 h 208375"/>
                <a:gd name="csX199" fmla="*/ 69223 w 200447"/>
                <a:gd name="csY199" fmla="*/ 4732 h 208375"/>
                <a:gd name="csX200" fmla="*/ 69915 w 200447"/>
                <a:gd name="csY200" fmla="*/ 4907 h 208375"/>
                <a:gd name="csX201" fmla="*/ 70920 w 200447"/>
                <a:gd name="csY201" fmla="*/ 5349 h 208375"/>
                <a:gd name="csX202" fmla="*/ 74359 w 200447"/>
                <a:gd name="csY202" fmla="*/ 9898 h 208375"/>
                <a:gd name="csX203" fmla="*/ 76505 w 200447"/>
                <a:gd name="csY203" fmla="*/ 13368 h 208375"/>
                <a:gd name="csX204" fmla="*/ 76938 w 200447"/>
                <a:gd name="csY204" fmla="*/ 14860 h 208375"/>
                <a:gd name="csX205" fmla="*/ 77349 w 200447"/>
                <a:gd name="csY205" fmla="*/ 15019 h 208375"/>
                <a:gd name="csX206" fmla="*/ 78361 w 200447"/>
                <a:gd name="csY206" fmla="*/ 14775 h 208375"/>
                <a:gd name="csX207" fmla="*/ 79502 w 200447"/>
                <a:gd name="csY207" fmla="*/ 14220 h 208375"/>
                <a:gd name="csX208" fmla="*/ 82994 w 200447"/>
                <a:gd name="csY208" fmla="*/ 10759 h 208375"/>
                <a:gd name="csX209" fmla="*/ 83725 w 200447"/>
                <a:gd name="csY209" fmla="*/ 9853 h 208375"/>
                <a:gd name="csX210" fmla="*/ 85954 w 200447"/>
                <a:gd name="csY210" fmla="*/ 8179 h 208375"/>
                <a:gd name="csX211" fmla="*/ 88655 w 200447"/>
                <a:gd name="csY211" fmla="*/ 6467 h 208375"/>
                <a:gd name="csX212" fmla="*/ 91105 w 200447"/>
                <a:gd name="csY212" fmla="*/ 5257 h 208375"/>
                <a:gd name="csX213" fmla="*/ 93563 w 200447"/>
                <a:gd name="csY213" fmla="*/ 4253 h 208375"/>
                <a:gd name="csX214" fmla="*/ 94697 w 200447"/>
                <a:gd name="csY214" fmla="*/ 4504 h 208375"/>
                <a:gd name="csX215" fmla="*/ 96035 w 200447"/>
                <a:gd name="csY215" fmla="*/ 5372 h 208375"/>
                <a:gd name="csX216" fmla="*/ 97222 w 200447"/>
                <a:gd name="csY216" fmla="*/ 5912 h 208375"/>
                <a:gd name="csX217" fmla="*/ 102807 w 200447"/>
                <a:gd name="csY217" fmla="*/ 1719 h 208375"/>
                <a:gd name="csX218" fmla="*/ 105303 w 200447"/>
                <a:gd name="csY218" fmla="*/ 753 h 208375"/>
                <a:gd name="csX219" fmla="*/ 111861 w 200447"/>
                <a:gd name="csY219" fmla="*/ 0 h 208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Lst>
              <a:rect l="l" t="t" r="r" b="b"/>
              <a:pathLst>
                <a:path w="200447" h="208375">
                  <a:moveTo>
                    <a:pt x="112774" y="137"/>
                  </a:moveTo>
                  <a:lnTo>
                    <a:pt x="112356" y="1240"/>
                  </a:lnTo>
                  <a:lnTo>
                    <a:pt x="112029" y="2845"/>
                  </a:lnTo>
                  <a:lnTo>
                    <a:pt x="112424" y="4048"/>
                  </a:lnTo>
                  <a:lnTo>
                    <a:pt x="113276" y="5660"/>
                  </a:lnTo>
                  <a:lnTo>
                    <a:pt x="114509" y="7068"/>
                  </a:lnTo>
                  <a:lnTo>
                    <a:pt x="115453" y="7905"/>
                  </a:lnTo>
                  <a:lnTo>
                    <a:pt x="116571" y="9982"/>
                  </a:lnTo>
                  <a:lnTo>
                    <a:pt x="117697" y="12584"/>
                  </a:lnTo>
                  <a:lnTo>
                    <a:pt x="119173" y="14608"/>
                  </a:lnTo>
                  <a:lnTo>
                    <a:pt x="123502" y="19249"/>
                  </a:lnTo>
                  <a:lnTo>
                    <a:pt x="123982" y="20916"/>
                  </a:lnTo>
                  <a:lnTo>
                    <a:pt x="124583" y="22567"/>
                  </a:lnTo>
                  <a:lnTo>
                    <a:pt x="127307" y="25740"/>
                  </a:lnTo>
                  <a:lnTo>
                    <a:pt x="127733" y="26797"/>
                  </a:lnTo>
                  <a:lnTo>
                    <a:pt x="127550" y="28951"/>
                  </a:lnTo>
                  <a:lnTo>
                    <a:pt x="130350" y="35433"/>
                  </a:lnTo>
                  <a:lnTo>
                    <a:pt x="132191" y="39222"/>
                  </a:lnTo>
                  <a:lnTo>
                    <a:pt x="133751" y="39922"/>
                  </a:lnTo>
                  <a:lnTo>
                    <a:pt x="138735" y="43962"/>
                  </a:lnTo>
                  <a:lnTo>
                    <a:pt x="143087" y="47219"/>
                  </a:lnTo>
                  <a:lnTo>
                    <a:pt x="148177" y="49418"/>
                  </a:lnTo>
                  <a:lnTo>
                    <a:pt x="151913" y="50863"/>
                  </a:lnTo>
                  <a:lnTo>
                    <a:pt x="153762" y="51921"/>
                  </a:lnTo>
                  <a:lnTo>
                    <a:pt x="154690" y="52933"/>
                  </a:lnTo>
                  <a:lnTo>
                    <a:pt x="155436" y="54880"/>
                  </a:lnTo>
                  <a:lnTo>
                    <a:pt x="155824" y="58274"/>
                  </a:lnTo>
                  <a:lnTo>
                    <a:pt x="155953" y="60465"/>
                  </a:lnTo>
                  <a:lnTo>
                    <a:pt x="159970" y="60381"/>
                  </a:lnTo>
                  <a:lnTo>
                    <a:pt x="163295" y="60579"/>
                  </a:lnTo>
                  <a:lnTo>
                    <a:pt x="164460" y="61020"/>
                  </a:lnTo>
                  <a:lnTo>
                    <a:pt x="164893" y="61644"/>
                  </a:lnTo>
                  <a:lnTo>
                    <a:pt x="164794" y="63090"/>
                  </a:lnTo>
                  <a:lnTo>
                    <a:pt x="164840" y="65251"/>
                  </a:lnTo>
                  <a:lnTo>
                    <a:pt x="164992" y="66993"/>
                  </a:lnTo>
                  <a:lnTo>
                    <a:pt x="164650" y="68849"/>
                  </a:lnTo>
                  <a:lnTo>
                    <a:pt x="164414" y="71041"/>
                  </a:lnTo>
                  <a:lnTo>
                    <a:pt x="164254" y="73765"/>
                  </a:lnTo>
                  <a:lnTo>
                    <a:pt x="164764" y="74822"/>
                  </a:lnTo>
                  <a:lnTo>
                    <a:pt x="167982" y="78254"/>
                  </a:lnTo>
                  <a:lnTo>
                    <a:pt x="169329" y="80475"/>
                  </a:lnTo>
                  <a:lnTo>
                    <a:pt x="170767" y="83846"/>
                  </a:lnTo>
                  <a:lnTo>
                    <a:pt x="171604" y="84927"/>
                  </a:lnTo>
                  <a:lnTo>
                    <a:pt x="172281" y="85360"/>
                  </a:lnTo>
                  <a:lnTo>
                    <a:pt x="175187" y="85725"/>
                  </a:lnTo>
                  <a:lnTo>
                    <a:pt x="182666" y="87141"/>
                  </a:lnTo>
                  <a:lnTo>
                    <a:pt x="187277" y="88434"/>
                  </a:lnTo>
                  <a:lnTo>
                    <a:pt x="190937" y="89766"/>
                  </a:lnTo>
                  <a:lnTo>
                    <a:pt x="192467" y="90116"/>
                  </a:lnTo>
                  <a:lnTo>
                    <a:pt x="193204" y="90473"/>
                  </a:lnTo>
                  <a:lnTo>
                    <a:pt x="193456" y="90800"/>
                  </a:lnTo>
                  <a:lnTo>
                    <a:pt x="192999" y="93738"/>
                  </a:lnTo>
                  <a:lnTo>
                    <a:pt x="193159" y="94689"/>
                  </a:lnTo>
                  <a:lnTo>
                    <a:pt x="193570" y="95541"/>
                  </a:lnTo>
                  <a:lnTo>
                    <a:pt x="194194" y="96210"/>
                  </a:lnTo>
                  <a:lnTo>
                    <a:pt x="194947" y="96621"/>
                  </a:lnTo>
                  <a:lnTo>
                    <a:pt x="197724" y="96940"/>
                  </a:lnTo>
                  <a:lnTo>
                    <a:pt x="199398" y="98728"/>
                  </a:lnTo>
                  <a:lnTo>
                    <a:pt x="200448" y="99558"/>
                  </a:lnTo>
                  <a:lnTo>
                    <a:pt x="195434" y="100007"/>
                  </a:lnTo>
                  <a:lnTo>
                    <a:pt x="192946" y="101498"/>
                  </a:lnTo>
                  <a:lnTo>
                    <a:pt x="191508" y="104176"/>
                  </a:lnTo>
                  <a:lnTo>
                    <a:pt x="189240" y="106147"/>
                  </a:lnTo>
                  <a:lnTo>
                    <a:pt x="186159" y="107402"/>
                  </a:lnTo>
                  <a:lnTo>
                    <a:pt x="182902" y="108262"/>
                  </a:lnTo>
                  <a:lnTo>
                    <a:pt x="179464" y="108734"/>
                  </a:lnTo>
                  <a:lnTo>
                    <a:pt x="175796" y="111039"/>
                  </a:lnTo>
                  <a:lnTo>
                    <a:pt x="171908" y="115186"/>
                  </a:lnTo>
                  <a:lnTo>
                    <a:pt x="169922" y="117796"/>
                  </a:lnTo>
                  <a:lnTo>
                    <a:pt x="169839" y="118876"/>
                  </a:lnTo>
                  <a:lnTo>
                    <a:pt x="168971" y="119804"/>
                  </a:lnTo>
                  <a:lnTo>
                    <a:pt x="167305" y="120588"/>
                  </a:lnTo>
                  <a:lnTo>
                    <a:pt x="166362" y="121539"/>
                  </a:lnTo>
                  <a:lnTo>
                    <a:pt x="166149" y="122642"/>
                  </a:lnTo>
                  <a:lnTo>
                    <a:pt x="165258" y="123167"/>
                  </a:lnTo>
                  <a:lnTo>
                    <a:pt x="163706" y="123122"/>
                  </a:lnTo>
                  <a:lnTo>
                    <a:pt x="162610" y="123936"/>
                  </a:lnTo>
                  <a:lnTo>
                    <a:pt x="161979" y="125594"/>
                  </a:lnTo>
                  <a:lnTo>
                    <a:pt x="160609" y="126606"/>
                  </a:lnTo>
                  <a:lnTo>
                    <a:pt x="158479" y="126964"/>
                  </a:lnTo>
                  <a:lnTo>
                    <a:pt x="156645" y="127900"/>
                  </a:lnTo>
                  <a:lnTo>
                    <a:pt x="155101" y="129421"/>
                  </a:lnTo>
                  <a:lnTo>
                    <a:pt x="153922" y="130198"/>
                  </a:lnTo>
                  <a:lnTo>
                    <a:pt x="153084" y="130220"/>
                  </a:lnTo>
                  <a:lnTo>
                    <a:pt x="151784" y="131460"/>
                  </a:lnTo>
                  <a:lnTo>
                    <a:pt x="149676" y="134398"/>
                  </a:lnTo>
                  <a:lnTo>
                    <a:pt x="149326" y="135759"/>
                  </a:lnTo>
                  <a:lnTo>
                    <a:pt x="146435" y="146853"/>
                  </a:lnTo>
                  <a:lnTo>
                    <a:pt x="144852" y="148169"/>
                  </a:lnTo>
                  <a:lnTo>
                    <a:pt x="141794" y="150459"/>
                  </a:lnTo>
                  <a:lnTo>
                    <a:pt x="139313" y="153206"/>
                  </a:lnTo>
                  <a:lnTo>
                    <a:pt x="138248" y="154827"/>
                  </a:lnTo>
                  <a:lnTo>
                    <a:pt x="137084" y="155549"/>
                  </a:lnTo>
                  <a:lnTo>
                    <a:pt x="131393" y="156903"/>
                  </a:lnTo>
                  <a:lnTo>
                    <a:pt x="129285" y="157626"/>
                  </a:lnTo>
                  <a:lnTo>
                    <a:pt x="126721" y="158676"/>
                  </a:lnTo>
                  <a:lnTo>
                    <a:pt x="126082" y="159620"/>
                  </a:lnTo>
                  <a:lnTo>
                    <a:pt x="125450" y="163074"/>
                  </a:lnTo>
                  <a:lnTo>
                    <a:pt x="123685" y="168020"/>
                  </a:lnTo>
                  <a:lnTo>
                    <a:pt x="122255" y="171679"/>
                  </a:lnTo>
                  <a:lnTo>
                    <a:pt x="121327" y="174867"/>
                  </a:lnTo>
                  <a:lnTo>
                    <a:pt x="119713" y="178831"/>
                  </a:lnTo>
                  <a:lnTo>
                    <a:pt x="118314" y="180163"/>
                  </a:lnTo>
                  <a:lnTo>
                    <a:pt x="116723" y="181380"/>
                  </a:lnTo>
                  <a:lnTo>
                    <a:pt x="114638" y="181981"/>
                  </a:lnTo>
                  <a:lnTo>
                    <a:pt x="111801" y="182362"/>
                  </a:lnTo>
                  <a:lnTo>
                    <a:pt x="109221" y="182255"/>
                  </a:lnTo>
                  <a:lnTo>
                    <a:pt x="107228" y="182309"/>
                  </a:lnTo>
                  <a:lnTo>
                    <a:pt x="104458" y="183708"/>
                  </a:lnTo>
                  <a:lnTo>
                    <a:pt x="101871" y="183807"/>
                  </a:lnTo>
                  <a:lnTo>
                    <a:pt x="97762" y="182993"/>
                  </a:lnTo>
                  <a:lnTo>
                    <a:pt x="94438" y="182210"/>
                  </a:lnTo>
                  <a:lnTo>
                    <a:pt x="92954" y="182050"/>
                  </a:lnTo>
                  <a:lnTo>
                    <a:pt x="90017" y="179455"/>
                  </a:lnTo>
                  <a:lnTo>
                    <a:pt x="88130" y="179501"/>
                  </a:lnTo>
                  <a:lnTo>
                    <a:pt x="85247" y="179296"/>
                  </a:lnTo>
                  <a:lnTo>
                    <a:pt x="83626" y="178702"/>
                  </a:lnTo>
                  <a:lnTo>
                    <a:pt x="82127" y="177378"/>
                  </a:lnTo>
                  <a:lnTo>
                    <a:pt x="78863" y="174776"/>
                  </a:lnTo>
                  <a:lnTo>
                    <a:pt x="75675" y="172668"/>
                  </a:lnTo>
                  <a:lnTo>
                    <a:pt x="72852" y="171421"/>
                  </a:lnTo>
                  <a:lnTo>
                    <a:pt x="70220" y="170842"/>
                  </a:lnTo>
                  <a:lnTo>
                    <a:pt x="67716" y="171360"/>
                  </a:lnTo>
                  <a:lnTo>
                    <a:pt x="65769" y="171915"/>
                  </a:lnTo>
                  <a:lnTo>
                    <a:pt x="65016" y="172189"/>
                  </a:lnTo>
                  <a:lnTo>
                    <a:pt x="63501" y="173277"/>
                  </a:lnTo>
                  <a:lnTo>
                    <a:pt x="61957" y="175339"/>
                  </a:lnTo>
                  <a:lnTo>
                    <a:pt x="60671" y="178565"/>
                  </a:lnTo>
                  <a:lnTo>
                    <a:pt x="60184" y="180544"/>
                  </a:lnTo>
                  <a:lnTo>
                    <a:pt x="58754" y="184751"/>
                  </a:lnTo>
                  <a:lnTo>
                    <a:pt x="56859" y="189803"/>
                  </a:lnTo>
                  <a:lnTo>
                    <a:pt x="55953" y="191256"/>
                  </a:lnTo>
                  <a:lnTo>
                    <a:pt x="54903" y="192337"/>
                  </a:lnTo>
                  <a:lnTo>
                    <a:pt x="53245" y="193295"/>
                  </a:lnTo>
                  <a:lnTo>
                    <a:pt x="47835" y="197320"/>
                  </a:lnTo>
                  <a:lnTo>
                    <a:pt x="45127" y="201863"/>
                  </a:lnTo>
                  <a:lnTo>
                    <a:pt x="43422" y="203186"/>
                  </a:lnTo>
                  <a:lnTo>
                    <a:pt x="41368" y="203802"/>
                  </a:lnTo>
                  <a:lnTo>
                    <a:pt x="39625" y="204191"/>
                  </a:lnTo>
                  <a:lnTo>
                    <a:pt x="38667" y="204951"/>
                  </a:lnTo>
                  <a:lnTo>
                    <a:pt x="37594" y="207249"/>
                  </a:lnTo>
                  <a:lnTo>
                    <a:pt x="36666" y="208064"/>
                  </a:lnTo>
                  <a:lnTo>
                    <a:pt x="35639" y="208375"/>
                  </a:lnTo>
                  <a:lnTo>
                    <a:pt x="32542" y="208101"/>
                  </a:lnTo>
                  <a:lnTo>
                    <a:pt x="31553" y="207866"/>
                  </a:lnTo>
                  <a:lnTo>
                    <a:pt x="23351" y="208314"/>
                  </a:lnTo>
                  <a:lnTo>
                    <a:pt x="20848" y="207592"/>
                  </a:lnTo>
                  <a:lnTo>
                    <a:pt x="19075" y="207295"/>
                  </a:lnTo>
                  <a:lnTo>
                    <a:pt x="16282" y="208254"/>
                  </a:lnTo>
                  <a:lnTo>
                    <a:pt x="15111" y="207622"/>
                  </a:lnTo>
                  <a:lnTo>
                    <a:pt x="14175" y="205713"/>
                  </a:lnTo>
                  <a:lnTo>
                    <a:pt x="13719" y="201878"/>
                  </a:lnTo>
                  <a:lnTo>
                    <a:pt x="13863" y="198621"/>
                  </a:lnTo>
                  <a:lnTo>
                    <a:pt x="15385" y="196164"/>
                  </a:lnTo>
                  <a:lnTo>
                    <a:pt x="16648" y="194368"/>
                  </a:lnTo>
                  <a:lnTo>
                    <a:pt x="17888" y="192017"/>
                  </a:lnTo>
                  <a:lnTo>
                    <a:pt x="18048" y="190967"/>
                  </a:lnTo>
                  <a:lnTo>
                    <a:pt x="17797" y="190024"/>
                  </a:lnTo>
                  <a:lnTo>
                    <a:pt x="17553" y="188099"/>
                  </a:lnTo>
                  <a:lnTo>
                    <a:pt x="17416" y="186120"/>
                  </a:lnTo>
                  <a:lnTo>
                    <a:pt x="15659" y="181814"/>
                  </a:lnTo>
                  <a:lnTo>
                    <a:pt x="13498" y="176115"/>
                  </a:lnTo>
                  <a:lnTo>
                    <a:pt x="10584" y="169777"/>
                  </a:lnTo>
                  <a:lnTo>
                    <a:pt x="9678" y="168035"/>
                  </a:lnTo>
                  <a:lnTo>
                    <a:pt x="7852" y="165288"/>
                  </a:lnTo>
                  <a:lnTo>
                    <a:pt x="1096" y="160069"/>
                  </a:lnTo>
                  <a:lnTo>
                    <a:pt x="61" y="159361"/>
                  </a:lnTo>
                  <a:lnTo>
                    <a:pt x="61" y="158783"/>
                  </a:lnTo>
                  <a:lnTo>
                    <a:pt x="61" y="153731"/>
                  </a:lnTo>
                  <a:lnTo>
                    <a:pt x="53" y="147050"/>
                  </a:lnTo>
                  <a:lnTo>
                    <a:pt x="46" y="140378"/>
                  </a:lnTo>
                  <a:lnTo>
                    <a:pt x="38" y="133728"/>
                  </a:lnTo>
                  <a:lnTo>
                    <a:pt x="31" y="127086"/>
                  </a:lnTo>
                  <a:lnTo>
                    <a:pt x="23" y="120466"/>
                  </a:lnTo>
                  <a:lnTo>
                    <a:pt x="15" y="113854"/>
                  </a:lnTo>
                  <a:lnTo>
                    <a:pt x="15" y="107258"/>
                  </a:lnTo>
                  <a:lnTo>
                    <a:pt x="8" y="100676"/>
                  </a:lnTo>
                  <a:lnTo>
                    <a:pt x="0" y="95122"/>
                  </a:lnTo>
                  <a:lnTo>
                    <a:pt x="4870" y="95122"/>
                  </a:lnTo>
                  <a:lnTo>
                    <a:pt x="10888" y="95122"/>
                  </a:lnTo>
                  <a:lnTo>
                    <a:pt x="18048" y="95122"/>
                  </a:lnTo>
                  <a:lnTo>
                    <a:pt x="21213" y="95122"/>
                  </a:lnTo>
                  <a:lnTo>
                    <a:pt x="21395" y="94247"/>
                  </a:lnTo>
                  <a:lnTo>
                    <a:pt x="21395" y="90177"/>
                  </a:lnTo>
                  <a:lnTo>
                    <a:pt x="21380" y="80864"/>
                  </a:lnTo>
                  <a:lnTo>
                    <a:pt x="21365" y="71574"/>
                  </a:lnTo>
                  <a:lnTo>
                    <a:pt x="21350" y="62314"/>
                  </a:lnTo>
                  <a:lnTo>
                    <a:pt x="21342" y="53077"/>
                  </a:lnTo>
                  <a:lnTo>
                    <a:pt x="21327" y="43871"/>
                  </a:lnTo>
                  <a:lnTo>
                    <a:pt x="21312" y="34680"/>
                  </a:lnTo>
                  <a:lnTo>
                    <a:pt x="21296" y="25519"/>
                  </a:lnTo>
                  <a:lnTo>
                    <a:pt x="21289" y="16366"/>
                  </a:lnTo>
                  <a:lnTo>
                    <a:pt x="21281" y="11861"/>
                  </a:lnTo>
                  <a:lnTo>
                    <a:pt x="26805" y="11587"/>
                  </a:lnTo>
                  <a:lnTo>
                    <a:pt x="33143" y="10667"/>
                  </a:lnTo>
                  <a:lnTo>
                    <a:pt x="43430" y="9176"/>
                  </a:lnTo>
                  <a:lnTo>
                    <a:pt x="53009" y="7319"/>
                  </a:lnTo>
                  <a:lnTo>
                    <a:pt x="59263" y="6239"/>
                  </a:lnTo>
                  <a:lnTo>
                    <a:pt x="66674" y="4953"/>
                  </a:lnTo>
                  <a:lnTo>
                    <a:pt x="69223" y="4732"/>
                  </a:lnTo>
                  <a:lnTo>
                    <a:pt x="69915" y="4907"/>
                  </a:lnTo>
                  <a:lnTo>
                    <a:pt x="70920" y="5349"/>
                  </a:lnTo>
                  <a:lnTo>
                    <a:pt x="74359" y="9898"/>
                  </a:lnTo>
                  <a:lnTo>
                    <a:pt x="76505" y="13368"/>
                  </a:lnTo>
                  <a:lnTo>
                    <a:pt x="76938" y="14860"/>
                  </a:lnTo>
                  <a:lnTo>
                    <a:pt x="77349" y="15019"/>
                  </a:lnTo>
                  <a:lnTo>
                    <a:pt x="78361" y="14775"/>
                  </a:lnTo>
                  <a:lnTo>
                    <a:pt x="79502" y="14220"/>
                  </a:lnTo>
                  <a:lnTo>
                    <a:pt x="82994" y="10759"/>
                  </a:lnTo>
                  <a:lnTo>
                    <a:pt x="83725" y="9853"/>
                  </a:lnTo>
                  <a:lnTo>
                    <a:pt x="85954" y="8179"/>
                  </a:lnTo>
                  <a:lnTo>
                    <a:pt x="88655" y="6467"/>
                  </a:lnTo>
                  <a:lnTo>
                    <a:pt x="91105" y="5257"/>
                  </a:lnTo>
                  <a:lnTo>
                    <a:pt x="93563" y="4253"/>
                  </a:lnTo>
                  <a:lnTo>
                    <a:pt x="94697" y="4504"/>
                  </a:lnTo>
                  <a:lnTo>
                    <a:pt x="96035" y="5372"/>
                  </a:lnTo>
                  <a:lnTo>
                    <a:pt x="97222" y="5912"/>
                  </a:lnTo>
                  <a:lnTo>
                    <a:pt x="102807" y="1719"/>
                  </a:lnTo>
                  <a:lnTo>
                    <a:pt x="105303" y="753"/>
                  </a:lnTo>
                  <a:lnTo>
                    <a:pt x="111861" y="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62" name="Freeform: Shape 61">
              <a:extLst>
                <a:ext uri="{FF2B5EF4-FFF2-40B4-BE49-F238E27FC236}">
                  <a16:creationId xmlns:a16="http://schemas.microsoft.com/office/drawing/2014/main" id="{791FC004-5BC2-A672-7DA0-4947A85602BE}"/>
                </a:ext>
              </a:extLst>
            </p:cNvPr>
            <p:cNvSpPr/>
            <p:nvPr/>
          </p:nvSpPr>
          <p:spPr>
            <a:xfrm>
              <a:off x="10068730" y="3555621"/>
              <a:ext cx="203605" cy="175909"/>
            </a:xfrm>
            <a:custGeom>
              <a:avLst/>
              <a:gdLst>
                <a:gd name="csX0" fmla="*/ 106186 w 203605"/>
                <a:gd name="csY0" fmla="*/ 114 h 175909"/>
                <a:gd name="csX1" fmla="*/ 109100 w 203605"/>
                <a:gd name="csY1" fmla="*/ 3439 h 175909"/>
                <a:gd name="csX2" fmla="*/ 109784 w 203605"/>
                <a:gd name="csY2" fmla="*/ 3568 h 175909"/>
                <a:gd name="csX3" fmla="*/ 111405 w 203605"/>
                <a:gd name="csY3" fmla="*/ 2260 h 175909"/>
                <a:gd name="csX4" fmla="*/ 111724 w 203605"/>
                <a:gd name="csY4" fmla="*/ 2176 h 175909"/>
                <a:gd name="csX5" fmla="*/ 115072 w 203605"/>
                <a:gd name="csY5" fmla="*/ 2062 h 175909"/>
                <a:gd name="csX6" fmla="*/ 116624 w 203605"/>
                <a:gd name="csY6" fmla="*/ 3218 h 175909"/>
                <a:gd name="csX7" fmla="*/ 117781 w 203605"/>
                <a:gd name="csY7" fmla="*/ 5471 h 175909"/>
                <a:gd name="csX8" fmla="*/ 118846 w 203605"/>
                <a:gd name="csY8" fmla="*/ 7266 h 175909"/>
                <a:gd name="csX9" fmla="*/ 120003 w 203605"/>
                <a:gd name="csY9" fmla="*/ 7753 h 175909"/>
                <a:gd name="csX10" fmla="*/ 123259 w 203605"/>
                <a:gd name="csY10" fmla="*/ 5493 h 175909"/>
                <a:gd name="csX11" fmla="*/ 125062 w 203605"/>
                <a:gd name="csY11" fmla="*/ 4740 h 175909"/>
                <a:gd name="csX12" fmla="*/ 126249 w 203605"/>
                <a:gd name="csY12" fmla="*/ 4763 h 175909"/>
                <a:gd name="csX13" fmla="*/ 130426 w 203605"/>
                <a:gd name="csY13" fmla="*/ 6794 h 175909"/>
                <a:gd name="csX14" fmla="*/ 132389 w 203605"/>
                <a:gd name="csY14" fmla="*/ 7905 h 175909"/>
                <a:gd name="csX15" fmla="*/ 132838 w 203605"/>
                <a:gd name="csY15" fmla="*/ 8910 h 175909"/>
                <a:gd name="csX16" fmla="*/ 132884 w 203605"/>
                <a:gd name="csY16" fmla="*/ 10097 h 175909"/>
                <a:gd name="csX17" fmla="*/ 132351 w 203605"/>
                <a:gd name="csY17" fmla="*/ 11854 h 175909"/>
                <a:gd name="csX18" fmla="*/ 131933 w 203605"/>
                <a:gd name="csY18" fmla="*/ 13764 h 175909"/>
                <a:gd name="csX19" fmla="*/ 133203 w 203605"/>
                <a:gd name="csY19" fmla="*/ 16016 h 175909"/>
                <a:gd name="csX20" fmla="*/ 134680 w 203605"/>
                <a:gd name="csY20" fmla="*/ 17545 h 175909"/>
                <a:gd name="csX21" fmla="*/ 137837 w 203605"/>
                <a:gd name="csY21" fmla="*/ 15019 h 175909"/>
                <a:gd name="csX22" fmla="*/ 139001 w 203605"/>
                <a:gd name="csY22" fmla="*/ 14319 h 175909"/>
                <a:gd name="csX23" fmla="*/ 140272 w 203605"/>
                <a:gd name="csY23" fmla="*/ 14296 h 175909"/>
                <a:gd name="csX24" fmla="*/ 141976 w 203605"/>
                <a:gd name="csY24" fmla="*/ 13360 h 175909"/>
                <a:gd name="csX25" fmla="*/ 143209 w 203605"/>
                <a:gd name="csY25" fmla="*/ 11945 h 175909"/>
                <a:gd name="csX26" fmla="*/ 144388 w 203605"/>
                <a:gd name="csY26" fmla="*/ 11458 h 175909"/>
                <a:gd name="csX27" fmla="*/ 146648 w 203605"/>
                <a:gd name="csY27" fmla="*/ 11793 h 175909"/>
                <a:gd name="csX28" fmla="*/ 150726 w 203605"/>
                <a:gd name="csY28" fmla="*/ 11458 h 175909"/>
                <a:gd name="csX29" fmla="*/ 155481 w 203605"/>
                <a:gd name="csY29" fmla="*/ 13673 h 175909"/>
                <a:gd name="csX30" fmla="*/ 155892 w 203605"/>
                <a:gd name="csY30" fmla="*/ 14357 h 175909"/>
                <a:gd name="csX31" fmla="*/ 158266 w 203605"/>
                <a:gd name="csY31" fmla="*/ 16944 h 175909"/>
                <a:gd name="csX32" fmla="*/ 159095 w 203605"/>
                <a:gd name="csY32" fmla="*/ 18230 h 175909"/>
                <a:gd name="csX33" fmla="*/ 159879 w 203605"/>
                <a:gd name="csY33" fmla="*/ 18641 h 175909"/>
                <a:gd name="csX34" fmla="*/ 161142 w 203605"/>
                <a:gd name="csY34" fmla="*/ 19904 h 175909"/>
                <a:gd name="csX35" fmla="*/ 162839 w 203605"/>
                <a:gd name="csY35" fmla="*/ 20695 h 175909"/>
                <a:gd name="csX36" fmla="*/ 164011 w 203605"/>
                <a:gd name="csY36" fmla="*/ 20452 h 175909"/>
                <a:gd name="csX37" fmla="*/ 164573 w 203605"/>
                <a:gd name="csY37" fmla="*/ 20870 h 175909"/>
                <a:gd name="csX38" fmla="*/ 165099 w 203605"/>
                <a:gd name="csY38" fmla="*/ 21859 h 175909"/>
                <a:gd name="csX39" fmla="*/ 165137 w 203605"/>
                <a:gd name="csY39" fmla="*/ 23548 h 175909"/>
                <a:gd name="csX40" fmla="*/ 164969 w 203605"/>
                <a:gd name="csY40" fmla="*/ 28357 h 175909"/>
                <a:gd name="csX41" fmla="*/ 164140 w 203605"/>
                <a:gd name="csY41" fmla="*/ 29742 h 175909"/>
                <a:gd name="csX42" fmla="*/ 163265 w 203605"/>
                <a:gd name="csY42" fmla="*/ 30868 h 175909"/>
                <a:gd name="csX43" fmla="*/ 163044 w 203605"/>
                <a:gd name="csY43" fmla="*/ 31743 h 175909"/>
                <a:gd name="csX44" fmla="*/ 163128 w 203605"/>
                <a:gd name="csY44" fmla="*/ 32801 h 175909"/>
                <a:gd name="csX45" fmla="*/ 164474 w 203605"/>
                <a:gd name="csY45" fmla="*/ 34870 h 175909"/>
                <a:gd name="csX46" fmla="*/ 166209 w 203605"/>
                <a:gd name="csY46" fmla="*/ 38073 h 175909"/>
                <a:gd name="csX47" fmla="*/ 166613 w 203605"/>
                <a:gd name="csY47" fmla="*/ 39922 h 175909"/>
                <a:gd name="csX48" fmla="*/ 166613 w 203605"/>
                <a:gd name="csY48" fmla="*/ 41314 h 175909"/>
                <a:gd name="csX49" fmla="*/ 164246 w 203605"/>
                <a:gd name="csY49" fmla="*/ 45393 h 175909"/>
                <a:gd name="csX50" fmla="*/ 163463 w 203605"/>
                <a:gd name="csY50" fmla="*/ 46344 h 175909"/>
                <a:gd name="csX51" fmla="*/ 162915 w 203605"/>
                <a:gd name="csY51" fmla="*/ 48345 h 175909"/>
                <a:gd name="csX52" fmla="*/ 162626 w 203605"/>
                <a:gd name="csY52" fmla="*/ 50376 h 175909"/>
                <a:gd name="csX53" fmla="*/ 162793 w 203605"/>
                <a:gd name="csY53" fmla="*/ 51221 h 175909"/>
                <a:gd name="csX54" fmla="*/ 166750 w 203605"/>
                <a:gd name="csY54" fmla="*/ 54447 h 175909"/>
                <a:gd name="csX55" fmla="*/ 169679 w 203605"/>
                <a:gd name="csY55" fmla="*/ 56189 h 175909"/>
                <a:gd name="csX56" fmla="*/ 170333 w 203605"/>
                <a:gd name="csY56" fmla="*/ 57041 h 175909"/>
                <a:gd name="csX57" fmla="*/ 170394 w 203605"/>
                <a:gd name="csY57" fmla="*/ 57574 h 175909"/>
                <a:gd name="csX58" fmla="*/ 168842 w 203605"/>
                <a:gd name="csY58" fmla="*/ 61021 h 175909"/>
                <a:gd name="csX59" fmla="*/ 168690 w 203605"/>
                <a:gd name="csY59" fmla="*/ 61949 h 175909"/>
                <a:gd name="csX60" fmla="*/ 171033 w 203605"/>
                <a:gd name="csY60" fmla="*/ 63372 h 175909"/>
                <a:gd name="csX61" fmla="*/ 172334 w 203605"/>
                <a:gd name="csY61" fmla="*/ 65616 h 175909"/>
                <a:gd name="csX62" fmla="*/ 173476 w 203605"/>
                <a:gd name="csY62" fmla="*/ 69268 h 175909"/>
                <a:gd name="csX63" fmla="*/ 175705 w 203605"/>
                <a:gd name="csY63" fmla="*/ 72761 h 175909"/>
                <a:gd name="csX64" fmla="*/ 180506 w 203605"/>
                <a:gd name="csY64" fmla="*/ 75850 h 175909"/>
                <a:gd name="csX65" fmla="*/ 183998 w 203605"/>
                <a:gd name="csY65" fmla="*/ 77858 h 175909"/>
                <a:gd name="csX66" fmla="*/ 184729 w 203605"/>
                <a:gd name="csY66" fmla="*/ 78771 h 175909"/>
                <a:gd name="csX67" fmla="*/ 184980 w 203605"/>
                <a:gd name="csY67" fmla="*/ 79852 h 175909"/>
                <a:gd name="csX68" fmla="*/ 184714 w 203605"/>
                <a:gd name="csY68" fmla="*/ 82233 h 175909"/>
                <a:gd name="csX69" fmla="*/ 183808 w 203605"/>
                <a:gd name="csY69" fmla="*/ 85132 h 175909"/>
                <a:gd name="csX70" fmla="*/ 183192 w 203605"/>
                <a:gd name="csY70" fmla="*/ 86738 h 175909"/>
                <a:gd name="csX71" fmla="*/ 184615 w 203605"/>
                <a:gd name="csY71" fmla="*/ 87407 h 175909"/>
                <a:gd name="csX72" fmla="*/ 188274 w 203605"/>
                <a:gd name="csY72" fmla="*/ 87224 h 175909"/>
                <a:gd name="csX73" fmla="*/ 192725 w 203605"/>
                <a:gd name="csY73" fmla="*/ 87788 h 175909"/>
                <a:gd name="csX74" fmla="*/ 198059 w 203605"/>
                <a:gd name="csY74" fmla="*/ 90968 h 175909"/>
                <a:gd name="csX75" fmla="*/ 198074 w 203605"/>
                <a:gd name="csY75" fmla="*/ 92391 h 175909"/>
                <a:gd name="csX76" fmla="*/ 197526 w 203605"/>
                <a:gd name="csY76" fmla="*/ 93692 h 175909"/>
                <a:gd name="csX77" fmla="*/ 197892 w 203605"/>
                <a:gd name="csY77" fmla="*/ 95054 h 175909"/>
                <a:gd name="csX78" fmla="*/ 198470 w 203605"/>
                <a:gd name="csY78" fmla="*/ 96210 h 175909"/>
                <a:gd name="csX79" fmla="*/ 203088 w 203605"/>
                <a:gd name="csY79" fmla="*/ 99748 h 175909"/>
                <a:gd name="csX80" fmla="*/ 203529 w 203605"/>
                <a:gd name="csY80" fmla="*/ 100775 h 175909"/>
                <a:gd name="csX81" fmla="*/ 203605 w 203605"/>
                <a:gd name="csY81" fmla="*/ 102495 h 175909"/>
                <a:gd name="csX82" fmla="*/ 203484 w 203605"/>
                <a:gd name="csY82" fmla="*/ 103750 h 175909"/>
                <a:gd name="csX83" fmla="*/ 202206 w 203605"/>
                <a:gd name="csY83" fmla="*/ 104009 h 175909"/>
                <a:gd name="csX84" fmla="*/ 200783 w 203605"/>
                <a:gd name="csY84" fmla="*/ 104595 h 175909"/>
                <a:gd name="csX85" fmla="*/ 198462 w 203605"/>
                <a:gd name="csY85" fmla="*/ 106101 h 175909"/>
                <a:gd name="csX86" fmla="*/ 197549 w 203605"/>
                <a:gd name="csY86" fmla="*/ 108224 h 175909"/>
                <a:gd name="csX87" fmla="*/ 193790 w 203605"/>
                <a:gd name="csY87" fmla="*/ 111146 h 175909"/>
                <a:gd name="csX88" fmla="*/ 191477 w 203605"/>
                <a:gd name="csY88" fmla="*/ 112470 h 175909"/>
                <a:gd name="csX89" fmla="*/ 189629 w 203605"/>
                <a:gd name="csY89" fmla="*/ 112523 h 175909"/>
                <a:gd name="csX90" fmla="*/ 185231 w 203605"/>
                <a:gd name="csY90" fmla="*/ 111929 h 175909"/>
                <a:gd name="csX91" fmla="*/ 183686 w 203605"/>
                <a:gd name="csY91" fmla="*/ 110492 h 175909"/>
                <a:gd name="csX92" fmla="*/ 183047 w 203605"/>
                <a:gd name="csY92" fmla="*/ 109168 h 175909"/>
                <a:gd name="csX93" fmla="*/ 181358 w 203605"/>
                <a:gd name="csY93" fmla="*/ 108566 h 175909"/>
                <a:gd name="csX94" fmla="*/ 179113 w 203605"/>
                <a:gd name="csY94" fmla="*/ 108513 h 175909"/>
                <a:gd name="csX95" fmla="*/ 176017 w 203605"/>
                <a:gd name="csY95" fmla="*/ 108741 h 175909"/>
                <a:gd name="csX96" fmla="*/ 175385 w 203605"/>
                <a:gd name="csY96" fmla="*/ 109145 h 175909"/>
                <a:gd name="csX97" fmla="*/ 174875 w 203605"/>
                <a:gd name="csY97" fmla="*/ 110765 h 175909"/>
                <a:gd name="csX98" fmla="*/ 173559 w 203605"/>
                <a:gd name="csY98" fmla="*/ 113543 h 175909"/>
                <a:gd name="csX99" fmla="*/ 172616 w 203605"/>
                <a:gd name="csY99" fmla="*/ 115102 h 175909"/>
                <a:gd name="csX100" fmla="*/ 173392 w 203605"/>
                <a:gd name="csY100" fmla="*/ 116061 h 175909"/>
                <a:gd name="csX101" fmla="*/ 174625 w 203605"/>
                <a:gd name="csY101" fmla="*/ 118054 h 175909"/>
                <a:gd name="csX102" fmla="*/ 176542 w 203605"/>
                <a:gd name="csY102" fmla="*/ 120580 h 175909"/>
                <a:gd name="csX103" fmla="*/ 178520 w 203605"/>
                <a:gd name="csY103" fmla="*/ 122825 h 175909"/>
                <a:gd name="csX104" fmla="*/ 179152 w 203605"/>
                <a:gd name="csY104" fmla="*/ 124194 h 175909"/>
                <a:gd name="csX105" fmla="*/ 179121 w 203605"/>
                <a:gd name="csY105" fmla="*/ 125176 h 175909"/>
                <a:gd name="csX106" fmla="*/ 178185 w 203605"/>
                <a:gd name="csY106" fmla="*/ 126325 h 175909"/>
                <a:gd name="csX107" fmla="*/ 178322 w 203605"/>
                <a:gd name="csY107" fmla="*/ 128638 h 175909"/>
                <a:gd name="csX108" fmla="*/ 180240 w 203605"/>
                <a:gd name="csY108" fmla="*/ 131674 h 175909"/>
                <a:gd name="csX109" fmla="*/ 179593 w 203605"/>
                <a:gd name="csY109" fmla="*/ 132161 h 175909"/>
                <a:gd name="csX110" fmla="*/ 179395 w 203605"/>
                <a:gd name="csY110" fmla="*/ 135881 h 175909"/>
                <a:gd name="csX111" fmla="*/ 179418 w 203605"/>
                <a:gd name="csY111" fmla="*/ 139845 h 175909"/>
                <a:gd name="csX112" fmla="*/ 179935 w 203605"/>
                <a:gd name="csY112" fmla="*/ 140804 h 175909"/>
                <a:gd name="csX113" fmla="*/ 180962 w 203605"/>
                <a:gd name="csY113" fmla="*/ 141595 h 175909"/>
                <a:gd name="csX114" fmla="*/ 181838 w 203605"/>
                <a:gd name="csY114" fmla="*/ 143041 h 175909"/>
                <a:gd name="csX115" fmla="*/ 183291 w 203605"/>
                <a:gd name="csY115" fmla="*/ 146328 h 175909"/>
                <a:gd name="csX116" fmla="*/ 183390 w 203605"/>
                <a:gd name="csY116" fmla="*/ 147188 h 175909"/>
                <a:gd name="csX117" fmla="*/ 179342 w 203605"/>
                <a:gd name="csY117" fmla="*/ 146944 h 175909"/>
                <a:gd name="csX118" fmla="*/ 174480 w 203605"/>
                <a:gd name="csY118" fmla="*/ 147043 h 175909"/>
                <a:gd name="csX119" fmla="*/ 171748 w 203605"/>
                <a:gd name="csY119" fmla="*/ 148953 h 175909"/>
                <a:gd name="csX120" fmla="*/ 170683 w 203605"/>
                <a:gd name="csY120" fmla="*/ 148511 h 175909"/>
                <a:gd name="csX121" fmla="*/ 168781 w 203605"/>
                <a:gd name="csY121" fmla="*/ 148024 h 175909"/>
                <a:gd name="csX122" fmla="*/ 166673 w 203605"/>
                <a:gd name="csY122" fmla="*/ 149090 h 175909"/>
                <a:gd name="csX123" fmla="*/ 163797 w 203605"/>
                <a:gd name="csY123" fmla="*/ 152308 h 175909"/>
                <a:gd name="csX124" fmla="*/ 161865 w 203605"/>
                <a:gd name="csY124" fmla="*/ 154309 h 175909"/>
                <a:gd name="csX125" fmla="*/ 159986 w 203605"/>
                <a:gd name="csY125" fmla="*/ 157109 h 175909"/>
                <a:gd name="csX126" fmla="*/ 159392 w 203605"/>
                <a:gd name="csY126" fmla="*/ 158623 h 175909"/>
                <a:gd name="csX127" fmla="*/ 158205 w 203605"/>
                <a:gd name="csY127" fmla="*/ 161408 h 175909"/>
                <a:gd name="csX128" fmla="*/ 157117 w 203605"/>
                <a:gd name="csY128" fmla="*/ 164588 h 175909"/>
                <a:gd name="csX129" fmla="*/ 157711 w 203605"/>
                <a:gd name="csY129" fmla="*/ 166810 h 175909"/>
                <a:gd name="csX130" fmla="*/ 158601 w 203605"/>
                <a:gd name="csY130" fmla="*/ 168872 h 175909"/>
                <a:gd name="csX131" fmla="*/ 158799 w 203605"/>
                <a:gd name="csY131" fmla="*/ 171094 h 175909"/>
                <a:gd name="csX132" fmla="*/ 159240 w 203605"/>
                <a:gd name="csY132" fmla="*/ 172828 h 175909"/>
                <a:gd name="csX133" fmla="*/ 158053 w 203605"/>
                <a:gd name="csY133" fmla="*/ 174091 h 175909"/>
                <a:gd name="csX134" fmla="*/ 157360 w 203605"/>
                <a:gd name="csY134" fmla="*/ 175910 h 175909"/>
                <a:gd name="csX135" fmla="*/ 155337 w 203605"/>
                <a:gd name="csY135" fmla="*/ 175590 h 175909"/>
                <a:gd name="csX136" fmla="*/ 152856 w 203605"/>
                <a:gd name="csY136" fmla="*/ 173848 h 175909"/>
                <a:gd name="csX137" fmla="*/ 152331 w 203605"/>
                <a:gd name="csY137" fmla="*/ 171322 h 175909"/>
                <a:gd name="csX138" fmla="*/ 150422 w 203605"/>
                <a:gd name="csY138" fmla="*/ 169564 h 175909"/>
                <a:gd name="csX139" fmla="*/ 149166 w 203605"/>
                <a:gd name="csY139" fmla="*/ 168644 h 175909"/>
                <a:gd name="csX140" fmla="*/ 147097 w 203605"/>
                <a:gd name="csY140" fmla="*/ 168507 h 175909"/>
                <a:gd name="csX141" fmla="*/ 143787 w 203605"/>
                <a:gd name="csY141" fmla="*/ 169329 h 175909"/>
                <a:gd name="csX142" fmla="*/ 139458 w 203605"/>
                <a:gd name="csY142" fmla="*/ 169960 h 175909"/>
                <a:gd name="csX143" fmla="*/ 136194 w 203605"/>
                <a:gd name="csY143" fmla="*/ 170127 h 175909"/>
                <a:gd name="csX144" fmla="*/ 134413 w 203605"/>
                <a:gd name="csY144" fmla="*/ 171025 h 175909"/>
                <a:gd name="csX145" fmla="*/ 131780 w 203605"/>
                <a:gd name="csY145" fmla="*/ 171908 h 175909"/>
                <a:gd name="csX146" fmla="*/ 130761 w 203605"/>
                <a:gd name="csY146" fmla="*/ 170858 h 175909"/>
                <a:gd name="csX147" fmla="*/ 129300 w 203605"/>
                <a:gd name="csY147" fmla="*/ 167989 h 175909"/>
                <a:gd name="csX148" fmla="*/ 128106 w 203605"/>
                <a:gd name="csY148" fmla="*/ 165129 h 175909"/>
                <a:gd name="csX149" fmla="*/ 127276 w 203605"/>
                <a:gd name="csY149" fmla="*/ 163873 h 175909"/>
                <a:gd name="csX150" fmla="*/ 126561 w 203605"/>
                <a:gd name="csY150" fmla="*/ 163523 h 175909"/>
                <a:gd name="csX151" fmla="*/ 125678 w 203605"/>
                <a:gd name="csY151" fmla="*/ 163592 h 175909"/>
                <a:gd name="csX152" fmla="*/ 124666 w 203605"/>
                <a:gd name="csY152" fmla="*/ 164497 h 175909"/>
                <a:gd name="csX153" fmla="*/ 123906 w 203605"/>
                <a:gd name="csY153" fmla="*/ 165433 h 175909"/>
                <a:gd name="csX154" fmla="*/ 122833 w 203605"/>
                <a:gd name="csY154" fmla="*/ 165760 h 175909"/>
                <a:gd name="csX155" fmla="*/ 121174 w 203605"/>
                <a:gd name="csY155" fmla="*/ 166513 h 175909"/>
                <a:gd name="csX156" fmla="*/ 119965 w 203605"/>
                <a:gd name="csY156" fmla="*/ 167533 h 175909"/>
                <a:gd name="csX157" fmla="*/ 118641 w 203605"/>
                <a:gd name="csY157" fmla="*/ 170165 h 175909"/>
                <a:gd name="csX158" fmla="*/ 117766 w 203605"/>
                <a:gd name="csY158" fmla="*/ 169983 h 175909"/>
                <a:gd name="csX159" fmla="*/ 116860 w 203605"/>
                <a:gd name="csY159" fmla="*/ 169374 h 175909"/>
                <a:gd name="csX160" fmla="*/ 115818 w 203605"/>
                <a:gd name="csY160" fmla="*/ 166430 h 175909"/>
                <a:gd name="csX161" fmla="*/ 114387 w 203605"/>
                <a:gd name="csY161" fmla="*/ 165752 h 175909"/>
                <a:gd name="csX162" fmla="*/ 112097 w 203605"/>
                <a:gd name="csY162" fmla="*/ 165714 h 175909"/>
                <a:gd name="csX163" fmla="*/ 109259 w 203605"/>
                <a:gd name="csY163" fmla="*/ 165090 h 175909"/>
                <a:gd name="csX164" fmla="*/ 106954 w 203605"/>
                <a:gd name="csY164" fmla="*/ 164193 h 175909"/>
                <a:gd name="csX165" fmla="*/ 106117 w 203605"/>
                <a:gd name="csY165" fmla="*/ 164406 h 175909"/>
                <a:gd name="csX166" fmla="*/ 104740 w 203605"/>
                <a:gd name="csY166" fmla="*/ 165661 h 175909"/>
                <a:gd name="csX167" fmla="*/ 103264 w 203605"/>
                <a:gd name="csY167" fmla="*/ 165844 h 175909"/>
                <a:gd name="csX168" fmla="*/ 100007 w 203605"/>
                <a:gd name="csY168" fmla="*/ 164725 h 175909"/>
                <a:gd name="csX169" fmla="*/ 99376 w 203605"/>
                <a:gd name="csY169" fmla="*/ 165243 h 175909"/>
                <a:gd name="csX170" fmla="*/ 98516 w 203605"/>
                <a:gd name="csY170" fmla="*/ 166894 h 175909"/>
                <a:gd name="csX171" fmla="*/ 97504 w 203605"/>
                <a:gd name="csY171" fmla="*/ 168484 h 175909"/>
                <a:gd name="csX172" fmla="*/ 96621 w 203605"/>
                <a:gd name="csY172" fmla="*/ 168644 h 175909"/>
                <a:gd name="csX173" fmla="*/ 96127 w 203605"/>
                <a:gd name="csY173" fmla="*/ 168233 h 175909"/>
                <a:gd name="csX174" fmla="*/ 96401 w 203605"/>
                <a:gd name="csY174" fmla="*/ 165410 h 175909"/>
                <a:gd name="csX175" fmla="*/ 94514 w 203605"/>
                <a:gd name="csY175" fmla="*/ 164413 h 175909"/>
                <a:gd name="csX176" fmla="*/ 91333 w 203605"/>
                <a:gd name="csY176" fmla="*/ 164253 h 175909"/>
                <a:gd name="csX177" fmla="*/ 89097 w 203605"/>
                <a:gd name="csY177" fmla="*/ 164664 h 175909"/>
                <a:gd name="csX178" fmla="*/ 88008 w 203605"/>
                <a:gd name="csY178" fmla="*/ 164550 h 175909"/>
                <a:gd name="csX179" fmla="*/ 87446 w 203605"/>
                <a:gd name="csY179" fmla="*/ 164002 h 175909"/>
                <a:gd name="csX180" fmla="*/ 84706 w 203605"/>
                <a:gd name="csY180" fmla="*/ 159247 h 175909"/>
                <a:gd name="csX181" fmla="*/ 83261 w 203605"/>
                <a:gd name="csY181" fmla="*/ 158943 h 175909"/>
                <a:gd name="csX182" fmla="*/ 80666 w 203605"/>
                <a:gd name="csY182" fmla="*/ 159179 h 175909"/>
                <a:gd name="csX183" fmla="*/ 76839 w 203605"/>
                <a:gd name="csY183" fmla="*/ 158600 h 175909"/>
                <a:gd name="csX184" fmla="*/ 72426 w 203605"/>
                <a:gd name="csY184" fmla="*/ 157527 h 175909"/>
                <a:gd name="csX185" fmla="*/ 69999 w 203605"/>
                <a:gd name="csY185" fmla="*/ 157132 h 175909"/>
                <a:gd name="csX186" fmla="*/ 68744 w 203605"/>
                <a:gd name="csY186" fmla="*/ 156059 h 175909"/>
                <a:gd name="csX187" fmla="*/ 66027 w 203605"/>
                <a:gd name="csY187" fmla="*/ 155694 h 175909"/>
                <a:gd name="csX188" fmla="*/ 58723 w 203605"/>
                <a:gd name="csY188" fmla="*/ 153678 h 175909"/>
                <a:gd name="csX189" fmla="*/ 55748 w 203605"/>
                <a:gd name="csY189" fmla="*/ 153320 h 175909"/>
                <a:gd name="csX190" fmla="*/ 51358 w 203605"/>
                <a:gd name="csY190" fmla="*/ 153290 h 175909"/>
                <a:gd name="csX191" fmla="*/ 44678 w 203605"/>
                <a:gd name="csY191" fmla="*/ 152841 h 175909"/>
                <a:gd name="csX192" fmla="*/ 40394 w 203605"/>
                <a:gd name="csY192" fmla="*/ 153092 h 175909"/>
                <a:gd name="csX193" fmla="*/ 38408 w 203605"/>
                <a:gd name="csY193" fmla="*/ 153761 h 175909"/>
                <a:gd name="csX194" fmla="*/ 36118 w 203605"/>
                <a:gd name="csY194" fmla="*/ 154180 h 175909"/>
                <a:gd name="csX195" fmla="*/ 32245 w 203605"/>
                <a:gd name="csY195" fmla="*/ 154545 h 175909"/>
                <a:gd name="csX196" fmla="*/ 30670 w 203605"/>
                <a:gd name="csY196" fmla="*/ 154507 h 175909"/>
                <a:gd name="csX197" fmla="*/ 28190 w 203605"/>
                <a:gd name="csY197" fmla="*/ 154728 h 175909"/>
                <a:gd name="csX198" fmla="*/ 25345 w 203605"/>
                <a:gd name="csY198" fmla="*/ 155268 h 175909"/>
                <a:gd name="csX199" fmla="*/ 24530 w 203605"/>
                <a:gd name="csY199" fmla="*/ 156265 h 175909"/>
                <a:gd name="csX200" fmla="*/ 23594 w 203605"/>
                <a:gd name="csY200" fmla="*/ 158463 h 175909"/>
                <a:gd name="csX201" fmla="*/ 20323 w 203605"/>
                <a:gd name="csY201" fmla="*/ 162252 h 175909"/>
                <a:gd name="csX202" fmla="*/ 17150 w 203605"/>
                <a:gd name="csY202" fmla="*/ 164763 h 175909"/>
                <a:gd name="csX203" fmla="*/ 16572 w 203605"/>
                <a:gd name="csY203" fmla="*/ 164976 h 175909"/>
                <a:gd name="csX204" fmla="*/ 14715 w 203605"/>
                <a:gd name="csY204" fmla="*/ 163645 h 175909"/>
                <a:gd name="csX205" fmla="*/ 13171 w 203605"/>
                <a:gd name="csY205" fmla="*/ 163196 h 175909"/>
                <a:gd name="csX206" fmla="*/ 11352 w 203605"/>
                <a:gd name="csY206" fmla="*/ 163051 h 175909"/>
                <a:gd name="csX207" fmla="*/ 10066 w 203605"/>
                <a:gd name="csY207" fmla="*/ 163477 h 175909"/>
                <a:gd name="csX208" fmla="*/ 9260 w 203605"/>
                <a:gd name="csY208" fmla="*/ 164109 h 175909"/>
                <a:gd name="csX209" fmla="*/ 9366 w 203605"/>
                <a:gd name="csY209" fmla="*/ 167023 h 175909"/>
                <a:gd name="csX210" fmla="*/ 9184 w 203605"/>
                <a:gd name="csY210" fmla="*/ 167274 h 175909"/>
                <a:gd name="csX211" fmla="*/ 7784 w 203605"/>
                <a:gd name="csY211" fmla="*/ 163820 h 175909"/>
                <a:gd name="csX212" fmla="*/ 7898 w 203605"/>
                <a:gd name="csY212" fmla="*/ 160685 h 175909"/>
                <a:gd name="csX213" fmla="*/ 8674 w 203605"/>
                <a:gd name="csY213" fmla="*/ 158890 h 175909"/>
                <a:gd name="csX214" fmla="*/ 9625 w 203605"/>
                <a:gd name="csY214" fmla="*/ 157269 h 175909"/>
                <a:gd name="csX215" fmla="*/ 9237 w 203605"/>
                <a:gd name="csY215" fmla="*/ 154842 h 175909"/>
                <a:gd name="csX216" fmla="*/ 10165 w 203605"/>
                <a:gd name="csY216" fmla="*/ 151623 h 175909"/>
                <a:gd name="csX217" fmla="*/ 10196 w 203605"/>
                <a:gd name="csY217" fmla="*/ 149288 h 175909"/>
                <a:gd name="csX218" fmla="*/ 9785 w 203605"/>
                <a:gd name="csY218" fmla="*/ 148283 h 175909"/>
                <a:gd name="csX219" fmla="*/ 9031 w 203605"/>
                <a:gd name="csY219" fmla="*/ 147119 h 175909"/>
                <a:gd name="csX220" fmla="*/ 6962 w 203605"/>
                <a:gd name="csY220" fmla="*/ 145826 h 175909"/>
                <a:gd name="csX221" fmla="*/ 6049 w 203605"/>
                <a:gd name="csY221" fmla="*/ 144814 h 175909"/>
                <a:gd name="csX222" fmla="*/ 3249 w 203605"/>
                <a:gd name="csY222" fmla="*/ 143459 h 175909"/>
                <a:gd name="csX223" fmla="*/ 472 w 203605"/>
                <a:gd name="csY223" fmla="*/ 141778 h 175909"/>
                <a:gd name="csX224" fmla="*/ 0 w 203605"/>
                <a:gd name="csY224" fmla="*/ 140743 h 175909"/>
                <a:gd name="csX225" fmla="*/ 130 w 203605"/>
                <a:gd name="csY225" fmla="*/ 140036 h 175909"/>
                <a:gd name="csX226" fmla="*/ 617 w 203605"/>
                <a:gd name="csY226" fmla="*/ 138955 h 175909"/>
                <a:gd name="csX227" fmla="*/ 2739 w 203605"/>
                <a:gd name="csY227" fmla="*/ 135797 h 175909"/>
                <a:gd name="csX228" fmla="*/ 5037 w 203605"/>
                <a:gd name="csY228" fmla="*/ 132724 h 175909"/>
                <a:gd name="csX229" fmla="*/ 6506 w 203605"/>
                <a:gd name="csY229" fmla="*/ 131491 h 175909"/>
                <a:gd name="csX230" fmla="*/ 14304 w 203605"/>
                <a:gd name="csY230" fmla="*/ 127535 h 175909"/>
                <a:gd name="csX231" fmla="*/ 15506 w 203605"/>
                <a:gd name="csY231" fmla="*/ 126150 h 175909"/>
                <a:gd name="csX232" fmla="*/ 15811 w 203605"/>
                <a:gd name="csY232" fmla="*/ 123806 h 175909"/>
                <a:gd name="csX233" fmla="*/ 15826 w 203605"/>
                <a:gd name="csY233" fmla="*/ 122102 h 175909"/>
                <a:gd name="csX234" fmla="*/ 15682 w 203605"/>
                <a:gd name="csY234" fmla="*/ 119059 h 175909"/>
                <a:gd name="csX235" fmla="*/ 15202 w 203605"/>
                <a:gd name="csY235" fmla="*/ 114722 h 175909"/>
                <a:gd name="csX236" fmla="*/ 14609 w 203605"/>
                <a:gd name="csY236" fmla="*/ 111724 h 175909"/>
                <a:gd name="csX237" fmla="*/ 13117 w 203605"/>
                <a:gd name="csY237" fmla="*/ 106078 h 175909"/>
                <a:gd name="csX238" fmla="*/ 9054 w 203605"/>
                <a:gd name="csY238" fmla="*/ 94338 h 175909"/>
                <a:gd name="csX239" fmla="*/ 6612 w 203605"/>
                <a:gd name="csY239" fmla="*/ 82066 h 175909"/>
                <a:gd name="csX240" fmla="*/ 8202 w 203605"/>
                <a:gd name="csY240" fmla="*/ 82789 h 175909"/>
                <a:gd name="csX241" fmla="*/ 11931 w 203605"/>
                <a:gd name="csY241" fmla="*/ 83055 h 175909"/>
                <a:gd name="csX242" fmla="*/ 14890 w 203605"/>
                <a:gd name="csY242" fmla="*/ 82210 h 175909"/>
                <a:gd name="csX243" fmla="*/ 16427 w 203605"/>
                <a:gd name="csY243" fmla="*/ 82089 h 175909"/>
                <a:gd name="csX244" fmla="*/ 17797 w 203605"/>
                <a:gd name="csY244" fmla="*/ 82363 h 175909"/>
                <a:gd name="csX245" fmla="*/ 19836 w 203605"/>
                <a:gd name="csY245" fmla="*/ 81876 h 175909"/>
                <a:gd name="csX246" fmla="*/ 21700 w 203605"/>
                <a:gd name="csY246" fmla="*/ 81678 h 175909"/>
                <a:gd name="csX247" fmla="*/ 22666 w 203605"/>
                <a:gd name="csY247" fmla="*/ 82781 h 175909"/>
                <a:gd name="csX248" fmla="*/ 24401 w 203605"/>
                <a:gd name="csY248" fmla="*/ 83755 h 175909"/>
                <a:gd name="csX249" fmla="*/ 27832 w 203605"/>
                <a:gd name="csY249" fmla="*/ 82355 h 175909"/>
                <a:gd name="csX250" fmla="*/ 30868 w 203605"/>
                <a:gd name="csY250" fmla="*/ 80613 h 175909"/>
                <a:gd name="csX251" fmla="*/ 34018 w 203605"/>
                <a:gd name="csY251" fmla="*/ 80803 h 175909"/>
                <a:gd name="csX252" fmla="*/ 34467 w 203605"/>
                <a:gd name="csY252" fmla="*/ 79943 h 175909"/>
                <a:gd name="csX253" fmla="*/ 35250 w 203605"/>
                <a:gd name="csY253" fmla="*/ 75568 h 175909"/>
                <a:gd name="csX254" fmla="*/ 36187 w 203605"/>
                <a:gd name="csY254" fmla="*/ 74610 h 175909"/>
                <a:gd name="csX255" fmla="*/ 39953 w 203605"/>
                <a:gd name="csY255" fmla="*/ 75051 h 175909"/>
                <a:gd name="csX256" fmla="*/ 41345 w 203605"/>
                <a:gd name="csY256" fmla="*/ 74259 h 175909"/>
                <a:gd name="csX257" fmla="*/ 42806 w 203605"/>
                <a:gd name="csY257" fmla="*/ 72099 h 175909"/>
                <a:gd name="csX258" fmla="*/ 45028 w 203605"/>
                <a:gd name="csY258" fmla="*/ 70744 h 175909"/>
                <a:gd name="csX259" fmla="*/ 46884 w 203605"/>
                <a:gd name="csY259" fmla="*/ 70752 h 175909"/>
                <a:gd name="csX260" fmla="*/ 48817 w 203605"/>
                <a:gd name="csY260" fmla="*/ 69230 h 175909"/>
                <a:gd name="csX261" fmla="*/ 49768 w 203605"/>
                <a:gd name="csY261" fmla="*/ 70250 h 175909"/>
                <a:gd name="csX262" fmla="*/ 50232 w 203605"/>
                <a:gd name="csY262" fmla="*/ 72068 h 175909"/>
                <a:gd name="csX263" fmla="*/ 49593 w 203605"/>
                <a:gd name="csY263" fmla="*/ 73514 h 175909"/>
                <a:gd name="csX264" fmla="*/ 49867 w 203605"/>
                <a:gd name="csY264" fmla="*/ 74085 h 175909"/>
                <a:gd name="csX265" fmla="*/ 51206 w 203605"/>
                <a:gd name="csY265" fmla="*/ 74800 h 175909"/>
                <a:gd name="csX266" fmla="*/ 53496 w 203605"/>
                <a:gd name="csY266" fmla="*/ 74777 h 175909"/>
                <a:gd name="csX267" fmla="*/ 54964 w 203605"/>
                <a:gd name="csY267" fmla="*/ 74183 h 175909"/>
                <a:gd name="csX268" fmla="*/ 55307 w 203605"/>
                <a:gd name="csY268" fmla="*/ 73354 h 175909"/>
                <a:gd name="csX269" fmla="*/ 55307 w 203605"/>
                <a:gd name="csY269" fmla="*/ 71848 h 175909"/>
                <a:gd name="csX270" fmla="*/ 54942 w 203605"/>
                <a:gd name="csY270" fmla="*/ 70440 h 175909"/>
                <a:gd name="csX271" fmla="*/ 53968 w 203605"/>
                <a:gd name="csY271" fmla="*/ 69230 h 175909"/>
                <a:gd name="csX272" fmla="*/ 52142 w 203605"/>
                <a:gd name="csY272" fmla="*/ 68599 h 175909"/>
                <a:gd name="csX273" fmla="*/ 50871 w 203605"/>
                <a:gd name="csY273" fmla="*/ 68583 h 175909"/>
                <a:gd name="csX274" fmla="*/ 50658 w 203605"/>
                <a:gd name="csY274" fmla="*/ 67807 h 175909"/>
                <a:gd name="csX275" fmla="*/ 51092 w 203605"/>
                <a:gd name="csY275" fmla="*/ 66156 h 175909"/>
                <a:gd name="csX276" fmla="*/ 52218 w 203605"/>
                <a:gd name="csY276" fmla="*/ 63098 h 175909"/>
                <a:gd name="csX277" fmla="*/ 53603 w 203605"/>
                <a:gd name="csY277" fmla="*/ 60336 h 175909"/>
                <a:gd name="csX278" fmla="*/ 54447 w 203605"/>
                <a:gd name="csY278" fmla="*/ 59293 h 175909"/>
                <a:gd name="csX279" fmla="*/ 54592 w 203605"/>
                <a:gd name="csY279" fmla="*/ 58327 h 175909"/>
                <a:gd name="csX280" fmla="*/ 54432 w 203605"/>
                <a:gd name="csY280" fmla="*/ 56653 h 175909"/>
                <a:gd name="csX281" fmla="*/ 54401 w 203605"/>
                <a:gd name="csY281" fmla="*/ 53633 h 175909"/>
                <a:gd name="csX282" fmla="*/ 55642 w 203605"/>
                <a:gd name="csY282" fmla="*/ 49372 h 175909"/>
                <a:gd name="csX283" fmla="*/ 57315 w 203605"/>
                <a:gd name="csY283" fmla="*/ 46191 h 175909"/>
                <a:gd name="csX284" fmla="*/ 59560 w 203605"/>
                <a:gd name="csY284" fmla="*/ 45149 h 175909"/>
                <a:gd name="csX285" fmla="*/ 62307 w 203605"/>
                <a:gd name="csY285" fmla="*/ 44594 h 175909"/>
                <a:gd name="csX286" fmla="*/ 64064 w 203605"/>
                <a:gd name="csY286" fmla="*/ 43072 h 175909"/>
                <a:gd name="csX287" fmla="*/ 64931 w 203605"/>
                <a:gd name="csY287" fmla="*/ 41322 h 175909"/>
                <a:gd name="csX288" fmla="*/ 65259 w 203605"/>
                <a:gd name="csY288" fmla="*/ 39838 h 175909"/>
                <a:gd name="csX289" fmla="*/ 65677 w 203605"/>
                <a:gd name="csY289" fmla="*/ 38560 h 175909"/>
                <a:gd name="csX290" fmla="*/ 66552 w 203605"/>
                <a:gd name="csY290" fmla="*/ 37997 h 175909"/>
                <a:gd name="csX291" fmla="*/ 73157 w 203605"/>
                <a:gd name="csY291" fmla="*/ 38347 h 175909"/>
                <a:gd name="csX292" fmla="*/ 74169 w 203605"/>
                <a:gd name="csY292" fmla="*/ 35585 h 175909"/>
                <a:gd name="csX293" fmla="*/ 74739 w 203605"/>
                <a:gd name="csY293" fmla="*/ 34817 h 175909"/>
                <a:gd name="csX294" fmla="*/ 76002 w 203605"/>
                <a:gd name="csY294" fmla="*/ 33995 h 175909"/>
                <a:gd name="csX295" fmla="*/ 76885 w 203605"/>
                <a:gd name="csY295" fmla="*/ 33013 h 175909"/>
                <a:gd name="csX296" fmla="*/ 76558 w 203605"/>
                <a:gd name="csY296" fmla="*/ 32253 h 175909"/>
                <a:gd name="csX297" fmla="*/ 74869 w 203605"/>
                <a:gd name="csY297" fmla="*/ 31766 h 175909"/>
                <a:gd name="csX298" fmla="*/ 70897 w 203605"/>
                <a:gd name="csY298" fmla="*/ 31332 h 175909"/>
                <a:gd name="csX299" fmla="*/ 70098 w 203605"/>
                <a:gd name="csY299" fmla="*/ 30411 h 175909"/>
                <a:gd name="csX300" fmla="*/ 70349 w 203605"/>
                <a:gd name="csY300" fmla="*/ 29308 h 175909"/>
                <a:gd name="csX301" fmla="*/ 71406 w 203605"/>
                <a:gd name="csY301" fmla="*/ 26447 h 175909"/>
                <a:gd name="csX302" fmla="*/ 72418 w 203605"/>
                <a:gd name="csY302" fmla="*/ 22750 h 175909"/>
                <a:gd name="csX303" fmla="*/ 72944 w 203605"/>
                <a:gd name="csY303" fmla="*/ 19881 h 175909"/>
                <a:gd name="csX304" fmla="*/ 72997 w 203605"/>
                <a:gd name="csY304" fmla="*/ 18184 h 175909"/>
                <a:gd name="csX305" fmla="*/ 73567 w 203605"/>
                <a:gd name="csY305" fmla="*/ 17728 h 175909"/>
                <a:gd name="csX306" fmla="*/ 76801 w 203605"/>
                <a:gd name="csY306" fmla="*/ 17188 h 175909"/>
                <a:gd name="csX307" fmla="*/ 77889 w 203605"/>
                <a:gd name="csY307" fmla="*/ 16609 h 175909"/>
                <a:gd name="csX308" fmla="*/ 80674 w 203605"/>
                <a:gd name="csY308" fmla="*/ 12683 h 175909"/>
                <a:gd name="csX309" fmla="*/ 82797 w 203605"/>
                <a:gd name="csY309" fmla="*/ 12014 h 175909"/>
                <a:gd name="csX310" fmla="*/ 88282 w 203605"/>
                <a:gd name="csY310" fmla="*/ 13026 h 175909"/>
                <a:gd name="csX311" fmla="*/ 90793 w 203605"/>
                <a:gd name="csY311" fmla="*/ 12950 h 175909"/>
                <a:gd name="csX312" fmla="*/ 91478 w 203605"/>
                <a:gd name="csY312" fmla="*/ 13041 h 175909"/>
                <a:gd name="csX313" fmla="*/ 93989 w 203605"/>
                <a:gd name="csY313" fmla="*/ 13216 h 175909"/>
                <a:gd name="csX314" fmla="*/ 94263 w 203605"/>
                <a:gd name="csY314" fmla="*/ 12820 h 175909"/>
                <a:gd name="csX315" fmla="*/ 95389 w 203605"/>
                <a:gd name="csY315" fmla="*/ 8932 h 175909"/>
                <a:gd name="csX316" fmla="*/ 96500 w 203605"/>
                <a:gd name="csY316" fmla="*/ 7799 h 175909"/>
                <a:gd name="csX317" fmla="*/ 100814 w 203605"/>
                <a:gd name="csY317" fmla="*/ 2663 h 175909"/>
                <a:gd name="csX318" fmla="*/ 103713 w 203605"/>
                <a:gd name="csY318" fmla="*/ 479 h 175909"/>
                <a:gd name="csX319" fmla="*/ 105546 w 203605"/>
                <a:gd name="csY319" fmla="*/ 0 h 175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Lst>
              <a:rect l="l" t="t" r="r" b="b"/>
              <a:pathLst>
                <a:path w="203605" h="175909">
                  <a:moveTo>
                    <a:pt x="106186" y="114"/>
                  </a:moveTo>
                  <a:lnTo>
                    <a:pt x="109100" y="3439"/>
                  </a:lnTo>
                  <a:lnTo>
                    <a:pt x="109784" y="3568"/>
                  </a:lnTo>
                  <a:lnTo>
                    <a:pt x="111405" y="2260"/>
                  </a:lnTo>
                  <a:lnTo>
                    <a:pt x="111724" y="2176"/>
                  </a:lnTo>
                  <a:lnTo>
                    <a:pt x="115072" y="2062"/>
                  </a:lnTo>
                  <a:lnTo>
                    <a:pt x="116624" y="3218"/>
                  </a:lnTo>
                  <a:lnTo>
                    <a:pt x="117781" y="5471"/>
                  </a:lnTo>
                  <a:lnTo>
                    <a:pt x="118846" y="7266"/>
                  </a:lnTo>
                  <a:lnTo>
                    <a:pt x="120003" y="7753"/>
                  </a:lnTo>
                  <a:lnTo>
                    <a:pt x="123259" y="5493"/>
                  </a:lnTo>
                  <a:lnTo>
                    <a:pt x="125062" y="4740"/>
                  </a:lnTo>
                  <a:lnTo>
                    <a:pt x="126249" y="4763"/>
                  </a:lnTo>
                  <a:lnTo>
                    <a:pt x="130426" y="6794"/>
                  </a:lnTo>
                  <a:lnTo>
                    <a:pt x="132389" y="7905"/>
                  </a:lnTo>
                  <a:lnTo>
                    <a:pt x="132838" y="8910"/>
                  </a:lnTo>
                  <a:lnTo>
                    <a:pt x="132884" y="10097"/>
                  </a:lnTo>
                  <a:lnTo>
                    <a:pt x="132351" y="11854"/>
                  </a:lnTo>
                  <a:lnTo>
                    <a:pt x="131933" y="13764"/>
                  </a:lnTo>
                  <a:lnTo>
                    <a:pt x="133203" y="16016"/>
                  </a:lnTo>
                  <a:lnTo>
                    <a:pt x="134680" y="17545"/>
                  </a:lnTo>
                  <a:lnTo>
                    <a:pt x="137837" y="15019"/>
                  </a:lnTo>
                  <a:lnTo>
                    <a:pt x="139001" y="14319"/>
                  </a:lnTo>
                  <a:lnTo>
                    <a:pt x="140272" y="14296"/>
                  </a:lnTo>
                  <a:lnTo>
                    <a:pt x="141976" y="13360"/>
                  </a:lnTo>
                  <a:lnTo>
                    <a:pt x="143209" y="11945"/>
                  </a:lnTo>
                  <a:lnTo>
                    <a:pt x="144388" y="11458"/>
                  </a:lnTo>
                  <a:lnTo>
                    <a:pt x="146648" y="11793"/>
                  </a:lnTo>
                  <a:lnTo>
                    <a:pt x="150726" y="11458"/>
                  </a:lnTo>
                  <a:lnTo>
                    <a:pt x="155481" y="13673"/>
                  </a:lnTo>
                  <a:lnTo>
                    <a:pt x="155892" y="14357"/>
                  </a:lnTo>
                  <a:lnTo>
                    <a:pt x="158266" y="16944"/>
                  </a:lnTo>
                  <a:lnTo>
                    <a:pt x="159095" y="18230"/>
                  </a:lnTo>
                  <a:lnTo>
                    <a:pt x="159879" y="18641"/>
                  </a:lnTo>
                  <a:lnTo>
                    <a:pt x="161142" y="19904"/>
                  </a:lnTo>
                  <a:lnTo>
                    <a:pt x="162839" y="20695"/>
                  </a:lnTo>
                  <a:lnTo>
                    <a:pt x="164011" y="20452"/>
                  </a:lnTo>
                  <a:lnTo>
                    <a:pt x="164573" y="20870"/>
                  </a:lnTo>
                  <a:lnTo>
                    <a:pt x="165099" y="21859"/>
                  </a:lnTo>
                  <a:lnTo>
                    <a:pt x="165137" y="23548"/>
                  </a:lnTo>
                  <a:lnTo>
                    <a:pt x="164969" y="28357"/>
                  </a:lnTo>
                  <a:lnTo>
                    <a:pt x="164140" y="29742"/>
                  </a:lnTo>
                  <a:lnTo>
                    <a:pt x="163265" y="30868"/>
                  </a:lnTo>
                  <a:lnTo>
                    <a:pt x="163044" y="31743"/>
                  </a:lnTo>
                  <a:lnTo>
                    <a:pt x="163128" y="32801"/>
                  </a:lnTo>
                  <a:lnTo>
                    <a:pt x="164474" y="34870"/>
                  </a:lnTo>
                  <a:lnTo>
                    <a:pt x="166209" y="38073"/>
                  </a:lnTo>
                  <a:lnTo>
                    <a:pt x="166613" y="39922"/>
                  </a:lnTo>
                  <a:lnTo>
                    <a:pt x="166613" y="41314"/>
                  </a:lnTo>
                  <a:lnTo>
                    <a:pt x="164246" y="45393"/>
                  </a:lnTo>
                  <a:lnTo>
                    <a:pt x="163463" y="46344"/>
                  </a:lnTo>
                  <a:lnTo>
                    <a:pt x="162915" y="48345"/>
                  </a:lnTo>
                  <a:lnTo>
                    <a:pt x="162626" y="50376"/>
                  </a:lnTo>
                  <a:lnTo>
                    <a:pt x="162793" y="51221"/>
                  </a:lnTo>
                  <a:lnTo>
                    <a:pt x="166750" y="54447"/>
                  </a:lnTo>
                  <a:lnTo>
                    <a:pt x="169679" y="56189"/>
                  </a:lnTo>
                  <a:lnTo>
                    <a:pt x="170333" y="57041"/>
                  </a:lnTo>
                  <a:lnTo>
                    <a:pt x="170394" y="57574"/>
                  </a:lnTo>
                  <a:lnTo>
                    <a:pt x="168842" y="61021"/>
                  </a:lnTo>
                  <a:lnTo>
                    <a:pt x="168690" y="61949"/>
                  </a:lnTo>
                  <a:lnTo>
                    <a:pt x="171033" y="63372"/>
                  </a:lnTo>
                  <a:lnTo>
                    <a:pt x="172334" y="65616"/>
                  </a:lnTo>
                  <a:lnTo>
                    <a:pt x="173476" y="69268"/>
                  </a:lnTo>
                  <a:lnTo>
                    <a:pt x="175705" y="72761"/>
                  </a:lnTo>
                  <a:lnTo>
                    <a:pt x="180506" y="75850"/>
                  </a:lnTo>
                  <a:lnTo>
                    <a:pt x="183998" y="77858"/>
                  </a:lnTo>
                  <a:lnTo>
                    <a:pt x="184729" y="78771"/>
                  </a:lnTo>
                  <a:lnTo>
                    <a:pt x="184980" y="79852"/>
                  </a:lnTo>
                  <a:lnTo>
                    <a:pt x="184714" y="82233"/>
                  </a:lnTo>
                  <a:lnTo>
                    <a:pt x="183808" y="85132"/>
                  </a:lnTo>
                  <a:lnTo>
                    <a:pt x="183192" y="86738"/>
                  </a:lnTo>
                  <a:lnTo>
                    <a:pt x="184615" y="87407"/>
                  </a:lnTo>
                  <a:lnTo>
                    <a:pt x="188274" y="87224"/>
                  </a:lnTo>
                  <a:lnTo>
                    <a:pt x="192725" y="87788"/>
                  </a:lnTo>
                  <a:lnTo>
                    <a:pt x="198059" y="90968"/>
                  </a:lnTo>
                  <a:lnTo>
                    <a:pt x="198074" y="92391"/>
                  </a:lnTo>
                  <a:lnTo>
                    <a:pt x="197526" y="93692"/>
                  </a:lnTo>
                  <a:lnTo>
                    <a:pt x="197892" y="95054"/>
                  </a:lnTo>
                  <a:lnTo>
                    <a:pt x="198470" y="96210"/>
                  </a:lnTo>
                  <a:lnTo>
                    <a:pt x="203088" y="99748"/>
                  </a:lnTo>
                  <a:lnTo>
                    <a:pt x="203529" y="100775"/>
                  </a:lnTo>
                  <a:lnTo>
                    <a:pt x="203605" y="102495"/>
                  </a:lnTo>
                  <a:lnTo>
                    <a:pt x="203484" y="103750"/>
                  </a:lnTo>
                  <a:lnTo>
                    <a:pt x="202206" y="104009"/>
                  </a:lnTo>
                  <a:lnTo>
                    <a:pt x="200783" y="104595"/>
                  </a:lnTo>
                  <a:lnTo>
                    <a:pt x="198462" y="106101"/>
                  </a:lnTo>
                  <a:lnTo>
                    <a:pt x="197549" y="108224"/>
                  </a:lnTo>
                  <a:lnTo>
                    <a:pt x="193790" y="111146"/>
                  </a:lnTo>
                  <a:lnTo>
                    <a:pt x="191477" y="112470"/>
                  </a:lnTo>
                  <a:lnTo>
                    <a:pt x="189629" y="112523"/>
                  </a:lnTo>
                  <a:lnTo>
                    <a:pt x="185231" y="111929"/>
                  </a:lnTo>
                  <a:lnTo>
                    <a:pt x="183686" y="110492"/>
                  </a:lnTo>
                  <a:lnTo>
                    <a:pt x="183047" y="109168"/>
                  </a:lnTo>
                  <a:lnTo>
                    <a:pt x="181358" y="108566"/>
                  </a:lnTo>
                  <a:lnTo>
                    <a:pt x="179113" y="108513"/>
                  </a:lnTo>
                  <a:lnTo>
                    <a:pt x="176017" y="108741"/>
                  </a:lnTo>
                  <a:lnTo>
                    <a:pt x="175385" y="109145"/>
                  </a:lnTo>
                  <a:lnTo>
                    <a:pt x="174875" y="110765"/>
                  </a:lnTo>
                  <a:lnTo>
                    <a:pt x="173559" y="113543"/>
                  </a:lnTo>
                  <a:lnTo>
                    <a:pt x="172616" y="115102"/>
                  </a:lnTo>
                  <a:lnTo>
                    <a:pt x="173392" y="116061"/>
                  </a:lnTo>
                  <a:lnTo>
                    <a:pt x="174625" y="118054"/>
                  </a:lnTo>
                  <a:lnTo>
                    <a:pt x="176542" y="120580"/>
                  </a:lnTo>
                  <a:lnTo>
                    <a:pt x="178520" y="122825"/>
                  </a:lnTo>
                  <a:lnTo>
                    <a:pt x="179152" y="124194"/>
                  </a:lnTo>
                  <a:lnTo>
                    <a:pt x="179121" y="125176"/>
                  </a:lnTo>
                  <a:lnTo>
                    <a:pt x="178185" y="126325"/>
                  </a:lnTo>
                  <a:lnTo>
                    <a:pt x="178322" y="128638"/>
                  </a:lnTo>
                  <a:lnTo>
                    <a:pt x="180240" y="131674"/>
                  </a:lnTo>
                  <a:lnTo>
                    <a:pt x="179593" y="132161"/>
                  </a:lnTo>
                  <a:lnTo>
                    <a:pt x="179395" y="135881"/>
                  </a:lnTo>
                  <a:lnTo>
                    <a:pt x="179418" y="139845"/>
                  </a:lnTo>
                  <a:lnTo>
                    <a:pt x="179935" y="140804"/>
                  </a:lnTo>
                  <a:lnTo>
                    <a:pt x="180962" y="141595"/>
                  </a:lnTo>
                  <a:lnTo>
                    <a:pt x="181838" y="143041"/>
                  </a:lnTo>
                  <a:lnTo>
                    <a:pt x="183291" y="146328"/>
                  </a:lnTo>
                  <a:lnTo>
                    <a:pt x="183390" y="147188"/>
                  </a:lnTo>
                  <a:lnTo>
                    <a:pt x="179342" y="146944"/>
                  </a:lnTo>
                  <a:lnTo>
                    <a:pt x="174480" y="147043"/>
                  </a:lnTo>
                  <a:lnTo>
                    <a:pt x="171748" y="148953"/>
                  </a:lnTo>
                  <a:lnTo>
                    <a:pt x="170683" y="148511"/>
                  </a:lnTo>
                  <a:lnTo>
                    <a:pt x="168781" y="148024"/>
                  </a:lnTo>
                  <a:lnTo>
                    <a:pt x="166673" y="149090"/>
                  </a:lnTo>
                  <a:lnTo>
                    <a:pt x="163797" y="152308"/>
                  </a:lnTo>
                  <a:lnTo>
                    <a:pt x="161865" y="154309"/>
                  </a:lnTo>
                  <a:lnTo>
                    <a:pt x="159986" y="157109"/>
                  </a:lnTo>
                  <a:lnTo>
                    <a:pt x="159392" y="158623"/>
                  </a:lnTo>
                  <a:lnTo>
                    <a:pt x="158205" y="161408"/>
                  </a:lnTo>
                  <a:lnTo>
                    <a:pt x="157117" y="164588"/>
                  </a:lnTo>
                  <a:lnTo>
                    <a:pt x="157711" y="166810"/>
                  </a:lnTo>
                  <a:lnTo>
                    <a:pt x="158601" y="168872"/>
                  </a:lnTo>
                  <a:lnTo>
                    <a:pt x="158799" y="171094"/>
                  </a:lnTo>
                  <a:lnTo>
                    <a:pt x="159240" y="172828"/>
                  </a:lnTo>
                  <a:lnTo>
                    <a:pt x="158053" y="174091"/>
                  </a:lnTo>
                  <a:lnTo>
                    <a:pt x="157360" y="175910"/>
                  </a:lnTo>
                  <a:lnTo>
                    <a:pt x="155337" y="175590"/>
                  </a:lnTo>
                  <a:lnTo>
                    <a:pt x="152856" y="173848"/>
                  </a:lnTo>
                  <a:lnTo>
                    <a:pt x="152331" y="171322"/>
                  </a:lnTo>
                  <a:lnTo>
                    <a:pt x="150422" y="169564"/>
                  </a:lnTo>
                  <a:lnTo>
                    <a:pt x="149166" y="168644"/>
                  </a:lnTo>
                  <a:lnTo>
                    <a:pt x="147097" y="168507"/>
                  </a:lnTo>
                  <a:lnTo>
                    <a:pt x="143787" y="169329"/>
                  </a:lnTo>
                  <a:lnTo>
                    <a:pt x="139458" y="169960"/>
                  </a:lnTo>
                  <a:lnTo>
                    <a:pt x="136194" y="170127"/>
                  </a:lnTo>
                  <a:lnTo>
                    <a:pt x="134413" y="171025"/>
                  </a:lnTo>
                  <a:lnTo>
                    <a:pt x="131780" y="171908"/>
                  </a:lnTo>
                  <a:lnTo>
                    <a:pt x="130761" y="170858"/>
                  </a:lnTo>
                  <a:lnTo>
                    <a:pt x="129300" y="167989"/>
                  </a:lnTo>
                  <a:lnTo>
                    <a:pt x="128106" y="165129"/>
                  </a:lnTo>
                  <a:lnTo>
                    <a:pt x="127276" y="163873"/>
                  </a:lnTo>
                  <a:lnTo>
                    <a:pt x="126561" y="163523"/>
                  </a:lnTo>
                  <a:lnTo>
                    <a:pt x="125678" y="163592"/>
                  </a:lnTo>
                  <a:lnTo>
                    <a:pt x="124666" y="164497"/>
                  </a:lnTo>
                  <a:lnTo>
                    <a:pt x="123906" y="165433"/>
                  </a:lnTo>
                  <a:lnTo>
                    <a:pt x="122833" y="165760"/>
                  </a:lnTo>
                  <a:lnTo>
                    <a:pt x="121174" y="166513"/>
                  </a:lnTo>
                  <a:lnTo>
                    <a:pt x="119965" y="167533"/>
                  </a:lnTo>
                  <a:lnTo>
                    <a:pt x="118641" y="170165"/>
                  </a:lnTo>
                  <a:lnTo>
                    <a:pt x="117766" y="169983"/>
                  </a:lnTo>
                  <a:lnTo>
                    <a:pt x="116860" y="169374"/>
                  </a:lnTo>
                  <a:lnTo>
                    <a:pt x="115818" y="166430"/>
                  </a:lnTo>
                  <a:lnTo>
                    <a:pt x="114387" y="165752"/>
                  </a:lnTo>
                  <a:lnTo>
                    <a:pt x="112097" y="165714"/>
                  </a:lnTo>
                  <a:lnTo>
                    <a:pt x="109259" y="165090"/>
                  </a:lnTo>
                  <a:lnTo>
                    <a:pt x="106954" y="164193"/>
                  </a:lnTo>
                  <a:lnTo>
                    <a:pt x="106117" y="164406"/>
                  </a:lnTo>
                  <a:lnTo>
                    <a:pt x="104740" y="165661"/>
                  </a:lnTo>
                  <a:lnTo>
                    <a:pt x="103264" y="165844"/>
                  </a:lnTo>
                  <a:lnTo>
                    <a:pt x="100007" y="164725"/>
                  </a:lnTo>
                  <a:lnTo>
                    <a:pt x="99376" y="165243"/>
                  </a:lnTo>
                  <a:lnTo>
                    <a:pt x="98516" y="166894"/>
                  </a:lnTo>
                  <a:lnTo>
                    <a:pt x="97504" y="168484"/>
                  </a:lnTo>
                  <a:lnTo>
                    <a:pt x="96621" y="168644"/>
                  </a:lnTo>
                  <a:lnTo>
                    <a:pt x="96127" y="168233"/>
                  </a:lnTo>
                  <a:lnTo>
                    <a:pt x="96401" y="165410"/>
                  </a:lnTo>
                  <a:lnTo>
                    <a:pt x="94514" y="164413"/>
                  </a:lnTo>
                  <a:lnTo>
                    <a:pt x="91333" y="164253"/>
                  </a:lnTo>
                  <a:lnTo>
                    <a:pt x="89097" y="164664"/>
                  </a:lnTo>
                  <a:lnTo>
                    <a:pt x="88008" y="164550"/>
                  </a:lnTo>
                  <a:lnTo>
                    <a:pt x="87446" y="164002"/>
                  </a:lnTo>
                  <a:lnTo>
                    <a:pt x="84706" y="159247"/>
                  </a:lnTo>
                  <a:lnTo>
                    <a:pt x="83261" y="158943"/>
                  </a:lnTo>
                  <a:lnTo>
                    <a:pt x="80666" y="159179"/>
                  </a:lnTo>
                  <a:lnTo>
                    <a:pt x="76839" y="158600"/>
                  </a:lnTo>
                  <a:lnTo>
                    <a:pt x="72426" y="157527"/>
                  </a:lnTo>
                  <a:lnTo>
                    <a:pt x="69999" y="157132"/>
                  </a:lnTo>
                  <a:lnTo>
                    <a:pt x="68744" y="156059"/>
                  </a:lnTo>
                  <a:lnTo>
                    <a:pt x="66027" y="155694"/>
                  </a:lnTo>
                  <a:lnTo>
                    <a:pt x="58723" y="153678"/>
                  </a:lnTo>
                  <a:lnTo>
                    <a:pt x="55748" y="153320"/>
                  </a:lnTo>
                  <a:lnTo>
                    <a:pt x="51358" y="153290"/>
                  </a:lnTo>
                  <a:lnTo>
                    <a:pt x="44678" y="152841"/>
                  </a:lnTo>
                  <a:lnTo>
                    <a:pt x="40394" y="153092"/>
                  </a:lnTo>
                  <a:lnTo>
                    <a:pt x="38408" y="153761"/>
                  </a:lnTo>
                  <a:lnTo>
                    <a:pt x="36118" y="154180"/>
                  </a:lnTo>
                  <a:lnTo>
                    <a:pt x="32245" y="154545"/>
                  </a:lnTo>
                  <a:lnTo>
                    <a:pt x="30670" y="154507"/>
                  </a:lnTo>
                  <a:lnTo>
                    <a:pt x="28190" y="154728"/>
                  </a:lnTo>
                  <a:lnTo>
                    <a:pt x="25345" y="155268"/>
                  </a:lnTo>
                  <a:lnTo>
                    <a:pt x="24530" y="156265"/>
                  </a:lnTo>
                  <a:lnTo>
                    <a:pt x="23594" y="158463"/>
                  </a:lnTo>
                  <a:lnTo>
                    <a:pt x="20323" y="162252"/>
                  </a:lnTo>
                  <a:lnTo>
                    <a:pt x="17150" y="164763"/>
                  </a:lnTo>
                  <a:lnTo>
                    <a:pt x="16572" y="164976"/>
                  </a:lnTo>
                  <a:lnTo>
                    <a:pt x="14715" y="163645"/>
                  </a:lnTo>
                  <a:lnTo>
                    <a:pt x="13171" y="163196"/>
                  </a:lnTo>
                  <a:lnTo>
                    <a:pt x="11352" y="163051"/>
                  </a:lnTo>
                  <a:lnTo>
                    <a:pt x="10066" y="163477"/>
                  </a:lnTo>
                  <a:lnTo>
                    <a:pt x="9260" y="164109"/>
                  </a:lnTo>
                  <a:lnTo>
                    <a:pt x="9366" y="167023"/>
                  </a:lnTo>
                  <a:lnTo>
                    <a:pt x="9184" y="167274"/>
                  </a:lnTo>
                  <a:lnTo>
                    <a:pt x="7784" y="163820"/>
                  </a:lnTo>
                  <a:lnTo>
                    <a:pt x="7898" y="160685"/>
                  </a:lnTo>
                  <a:lnTo>
                    <a:pt x="8674" y="158890"/>
                  </a:lnTo>
                  <a:lnTo>
                    <a:pt x="9625" y="157269"/>
                  </a:lnTo>
                  <a:lnTo>
                    <a:pt x="9237" y="154842"/>
                  </a:lnTo>
                  <a:lnTo>
                    <a:pt x="10165" y="151623"/>
                  </a:lnTo>
                  <a:lnTo>
                    <a:pt x="10196" y="149288"/>
                  </a:lnTo>
                  <a:lnTo>
                    <a:pt x="9785" y="148283"/>
                  </a:lnTo>
                  <a:lnTo>
                    <a:pt x="9031" y="147119"/>
                  </a:lnTo>
                  <a:lnTo>
                    <a:pt x="6962" y="145826"/>
                  </a:lnTo>
                  <a:lnTo>
                    <a:pt x="6049" y="144814"/>
                  </a:lnTo>
                  <a:lnTo>
                    <a:pt x="3249" y="143459"/>
                  </a:lnTo>
                  <a:lnTo>
                    <a:pt x="472" y="141778"/>
                  </a:lnTo>
                  <a:lnTo>
                    <a:pt x="0" y="140743"/>
                  </a:lnTo>
                  <a:lnTo>
                    <a:pt x="130" y="140036"/>
                  </a:lnTo>
                  <a:lnTo>
                    <a:pt x="617" y="138955"/>
                  </a:lnTo>
                  <a:lnTo>
                    <a:pt x="2739" y="135797"/>
                  </a:lnTo>
                  <a:lnTo>
                    <a:pt x="5037" y="132724"/>
                  </a:lnTo>
                  <a:lnTo>
                    <a:pt x="6506" y="131491"/>
                  </a:lnTo>
                  <a:lnTo>
                    <a:pt x="14304" y="127535"/>
                  </a:lnTo>
                  <a:lnTo>
                    <a:pt x="15506" y="126150"/>
                  </a:lnTo>
                  <a:lnTo>
                    <a:pt x="15811" y="123806"/>
                  </a:lnTo>
                  <a:lnTo>
                    <a:pt x="15826" y="122102"/>
                  </a:lnTo>
                  <a:lnTo>
                    <a:pt x="15682" y="119059"/>
                  </a:lnTo>
                  <a:lnTo>
                    <a:pt x="15202" y="114722"/>
                  </a:lnTo>
                  <a:lnTo>
                    <a:pt x="14609" y="111724"/>
                  </a:lnTo>
                  <a:lnTo>
                    <a:pt x="13117" y="106078"/>
                  </a:lnTo>
                  <a:lnTo>
                    <a:pt x="9054" y="94338"/>
                  </a:lnTo>
                  <a:lnTo>
                    <a:pt x="6612" y="82066"/>
                  </a:lnTo>
                  <a:lnTo>
                    <a:pt x="8202" y="82789"/>
                  </a:lnTo>
                  <a:lnTo>
                    <a:pt x="11931" y="83055"/>
                  </a:lnTo>
                  <a:lnTo>
                    <a:pt x="14890" y="82210"/>
                  </a:lnTo>
                  <a:lnTo>
                    <a:pt x="16427" y="82089"/>
                  </a:lnTo>
                  <a:lnTo>
                    <a:pt x="17797" y="82363"/>
                  </a:lnTo>
                  <a:lnTo>
                    <a:pt x="19836" y="81876"/>
                  </a:lnTo>
                  <a:lnTo>
                    <a:pt x="21700" y="81678"/>
                  </a:lnTo>
                  <a:lnTo>
                    <a:pt x="22666" y="82781"/>
                  </a:lnTo>
                  <a:lnTo>
                    <a:pt x="24401" y="83755"/>
                  </a:lnTo>
                  <a:lnTo>
                    <a:pt x="27832" y="82355"/>
                  </a:lnTo>
                  <a:lnTo>
                    <a:pt x="30868" y="80613"/>
                  </a:lnTo>
                  <a:lnTo>
                    <a:pt x="34018" y="80803"/>
                  </a:lnTo>
                  <a:lnTo>
                    <a:pt x="34467" y="79943"/>
                  </a:lnTo>
                  <a:lnTo>
                    <a:pt x="35250" y="75568"/>
                  </a:lnTo>
                  <a:lnTo>
                    <a:pt x="36187" y="74610"/>
                  </a:lnTo>
                  <a:lnTo>
                    <a:pt x="39953" y="75051"/>
                  </a:lnTo>
                  <a:lnTo>
                    <a:pt x="41345" y="74259"/>
                  </a:lnTo>
                  <a:lnTo>
                    <a:pt x="42806" y="72099"/>
                  </a:lnTo>
                  <a:lnTo>
                    <a:pt x="45028" y="70744"/>
                  </a:lnTo>
                  <a:lnTo>
                    <a:pt x="46884" y="70752"/>
                  </a:lnTo>
                  <a:lnTo>
                    <a:pt x="48817" y="69230"/>
                  </a:lnTo>
                  <a:lnTo>
                    <a:pt x="49768" y="70250"/>
                  </a:lnTo>
                  <a:lnTo>
                    <a:pt x="50232" y="72068"/>
                  </a:lnTo>
                  <a:lnTo>
                    <a:pt x="49593" y="73514"/>
                  </a:lnTo>
                  <a:lnTo>
                    <a:pt x="49867" y="74085"/>
                  </a:lnTo>
                  <a:lnTo>
                    <a:pt x="51206" y="74800"/>
                  </a:lnTo>
                  <a:lnTo>
                    <a:pt x="53496" y="74777"/>
                  </a:lnTo>
                  <a:lnTo>
                    <a:pt x="54964" y="74183"/>
                  </a:lnTo>
                  <a:lnTo>
                    <a:pt x="55307" y="73354"/>
                  </a:lnTo>
                  <a:lnTo>
                    <a:pt x="55307" y="71848"/>
                  </a:lnTo>
                  <a:lnTo>
                    <a:pt x="54942" y="70440"/>
                  </a:lnTo>
                  <a:lnTo>
                    <a:pt x="53968" y="69230"/>
                  </a:lnTo>
                  <a:lnTo>
                    <a:pt x="52142" y="68599"/>
                  </a:lnTo>
                  <a:lnTo>
                    <a:pt x="50871" y="68583"/>
                  </a:lnTo>
                  <a:lnTo>
                    <a:pt x="50658" y="67807"/>
                  </a:lnTo>
                  <a:lnTo>
                    <a:pt x="51092" y="66156"/>
                  </a:lnTo>
                  <a:lnTo>
                    <a:pt x="52218" y="63098"/>
                  </a:lnTo>
                  <a:lnTo>
                    <a:pt x="53603" y="60336"/>
                  </a:lnTo>
                  <a:lnTo>
                    <a:pt x="54447" y="59293"/>
                  </a:lnTo>
                  <a:lnTo>
                    <a:pt x="54592" y="58327"/>
                  </a:lnTo>
                  <a:lnTo>
                    <a:pt x="54432" y="56653"/>
                  </a:lnTo>
                  <a:lnTo>
                    <a:pt x="54401" y="53633"/>
                  </a:lnTo>
                  <a:lnTo>
                    <a:pt x="55642" y="49372"/>
                  </a:lnTo>
                  <a:lnTo>
                    <a:pt x="57315" y="46191"/>
                  </a:lnTo>
                  <a:lnTo>
                    <a:pt x="59560" y="45149"/>
                  </a:lnTo>
                  <a:lnTo>
                    <a:pt x="62307" y="44594"/>
                  </a:lnTo>
                  <a:lnTo>
                    <a:pt x="64064" y="43072"/>
                  </a:lnTo>
                  <a:lnTo>
                    <a:pt x="64931" y="41322"/>
                  </a:lnTo>
                  <a:lnTo>
                    <a:pt x="65259" y="39838"/>
                  </a:lnTo>
                  <a:lnTo>
                    <a:pt x="65677" y="38560"/>
                  </a:lnTo>
                  <a:lnTo>
                    <a:pt x="66552" y="37997"/>
                  </a:lnTo>
                  <a:lnTo>
                    <a:pt x="73157" y="38347"/>
                  </a:lnTo>
                  <a:lnTo>
                    <a:pt x="74169" y="35585"/>
                  </a:lnTo>
                  <a:lnTo>
                    <a:pt x="74739" y="34817"/>
                  </a:lnTo>
                  <a:lnTo>
                    <a:pt x="76002" y="33995"/>
                  </a:lnTo>
                  <a:lnTo>
                    <a:pt x="76885" y="33013"/>
                  </a:lnTo>
                  <a:lnTo>
                    <a:pt x="76558" y="32253"/>
                  </a:lnTo>
                  <a:lnTo>
                    <a:pt x="74869" y="31766"/>
                  </a:lnTo>
                  <a:lnTo>
                    <a:pt x="70897" y="31332"/>
                  </a:lnTo>
                  <a:lnTo>
                    <a:pt x="70098" y="30411"/>
                  </a:lnTo>
                  <a:lnTo>
                    <a:pt x="70349" y="29308"/>
                  </a:lnTo>
                  <a:lnTo>
                    <a:pt x="71406" y="26447"/>
                  </a:lnTo>
                  <a:lnTo>
                    <a:pt x="72418" y="22750"/>
                  </a:lnTo>
                  <a:lnTo>
                    <a:pt x="72944" y="19881"/>
                  </a:lnTo>
                  <a:lnTo>
                    <a:pt x="72997" y="18184"/>
                  </a:lnTo>
                  <a:lnTo>
                    <a:pt x="73567" y="17728"/>
                  </a:lnTo>
                  <a:lnTo>
                    <a:pt x="76801" y="17188"/>
                  </a:lnTo>
                  <a:lnTo>
                    <a:pt x="77889" y="16609"/>
                  </a:lnTo>
                  <a:lnTo>
                    <a:pt x="80674" y="12683"/>
                  </a:lnTo>
                  <a:lnTo>
                    <a:pt x="82797" y="12014"/>
                  </a:lnTo>
                  <a:lnTo>
                    <a:pt x="88282" y="13026"/>
                  </a:lnTo>
                  <a:lnTo>
                    <a:pt x="90793" y="12950"/>
                  </a:lnTo>
                  <a:lnTo>
                    <a:pt x="91478" y="13041"/>
                  </a:lnTo>
                  <a:lnTo>
                    <a:pt x="93989" y="13216"/>
                  </a:lnTo>
                  <a:lnTo>
                    <a:pt x="94263" y="12820"/>
                  </a:lnTo>
                  <a:lnTo>
                    <a:pt x="95389" y="8932"/>
                  </a:lnTo>
                  <a:lnTo>
                    <a:pt x="96500" y="7799"/>
                  </a:lnTo>
                  <a:lnTo>
                    <a:pt x="100814" y="2663"/>
                  </a:lnTo>
                  <a:lnTo>
                    <a:pt x="103713" y="479"/>
                  </a:lnTo>
                  <a:lnTo>
                    <a:pt x="105546" y="0"/>
                  </a:lnTo>
                  <a:close/>
                </a:path>
              </a:pathLst>
            </a:custGeom>
            <a:solidFill>
              <a:srgbClr val="2562E8"/>
            </a:solidFill>
            <a:ln w="6168" cap="flat">
              <a:solidFill>
                <a:srgbClr val="2562E8"/>
              </a:solidFill>
              <a:prstDash val="solid"/>
              <a:miter/>
            </a:ln>
          </p:spPr>
          <p:txBody>
            <a:bodyPr/>
            <a:lstStyle/>
            <a:p>
              <a:endParaRPr lang="en-US"/>
            </a:p>
          </p:txBody>
        </p:sp>
        <p:sp>
          <p:nvSpPr>
            <p:cNvPr id="63" name="Freeform: Shape 62">
              <a:extLst>
                <a:ext uri="{FF2B5EF4-FFF2-40B4-BE49-F238E27FC236}">
                  <a16:creationId xmlns:a16="http://schemas.microsoft.com/office/drawing/2014/main" id="{385AB543-FB95-71D5-1396-93160F4C957C}"/>
                </a:ext>
              </a:extLst>
            </p:cNvPr>
            <p:cNvSpPr/>
            <p:nvPr/>
          </p:nvSpPr>
          <p:spPr>
            <a:xfrm>
              <a:off x="7668341" y="4605161"/>
              <a:ext cx="30951" cy="57627"/>
            </a:xfrm>
            <a:custGeom>
              <a:avLst/>
              <a:gdLst>
                <a:gd name="csX0" fmla="*/ 20117 w 30951"/>
                <a:gd name="csY0" fmla="*/ 221 h 57627"/>
                <a:gd name="csX1" fmla="*/ 18976 w 30951"/>
                <a:gd name="csY1" fmla="*/ 2762 h 57627"/>
                <a:gd name="csX2" fmla="*/ 20117 w 30951"/>
                <a:gd name="csY2" fmla="*/ 3089 h 57627"/>
                <a:gd name="csX3" fmla="*/ 21152 w 30951"/>
                <a:gd name="csY3" fmla="*/ 2853 h 57627"/>
                <a:gd name="csX4" fmla="*/ 23655 w 30951"/>
                <a:gd name="csY4" fmla="*/ 2944 h 57627"/>
                <a:gd name="csX5" fmla="*/ 24614 w 30951"/>
                <a:gd name="csY5" fmla="*/ 5729 h 57627"/>
                <a:gd name="csX6" fmla="*/ 24363 w 30951"/>
                <a:gd name="csY6" fmla="*/ 8065 h 57627"/>
                <a:gd name="csX7" fmla="*/ 22004 w 30951"/>
                <a:gd name="csY7" fmla="*/ 14213 h 57627"/>
                <a:gd name="csX8" fmla="*/ 21707 w 30951"/>
                <a:gd name="csY8" fmla="*/ 16321 h 57627"/>
                <a:gd name="csX9" fmla="*/ 20634 w 30951"/>
                <a:gd name="csY9" fmla="*/ 19478 h 57627"/>
                <a:gd name="csX10" fmla="*/ 22088 w 30951"/>
                <a:gd name="csY10" fmla="*/ 21555 h 57627"/>
                <a:gd name="csX11" fmla="*/ 20726 w 30951"/>
                <a:gd name="csY11" fmla="*/ 24309 h 57627"/>
                <a:gd name="csX12" fmla="*/ 20262 w 30951"/>
                <a:gd name="csY12" fmla="*/ 26090 h 57627"/>
                <a:gd name="csX13" fmla="*/ 20155 w 30951"/>
                <a:gd name="csY13" fmla="*/ 28768 h 57627"/>
                <a:gd name="csX14" fmla="*/ 20840 w 30951"/>
                <a:gd name="csY14" fmla="*/ 33851 h 57627"/>
                <a:gd name="csX15" fmla="*/ 19737 w 30951"/>
                <a:gd name="csY15" fmla="*/ 41170 h 57627"/>
                <a:gd name="csX16" fmla="*/ 17789 w 30951"/>
                <a:gd name="csY16" fmla="*/ 44365 h 57627"/>
                <a:gd name="csX17" fmla="*/ 16579 w 30951"/>
                <a:gd name="csY17" fmla="*/ 45575 h 57627"/>
                <a:gd name="csX18" fmla="*/ 14418 w 30951"/>
                <a:gd name="csY18" fmla="*/ 48748 h 57627"/>
                <a:gd name="csX19" fmla="*/ 11580 w 30951"/>
                <a:gd name="csY19" fmla="*/ 49692 h 57627"/>
                <a:gd name="csX20" fmla="*/ 7647 w 30951"/>
                <a:gd name="csY20" fmla="*/ 54797 h 57627"/>
                <a:gd name="csX21" fmla="*/ 6954 w 30951"/>
                <a:gd name="csY21" fmla="*/ 56136 h 57627"/>
                <a:gd name="csX22" fmla="*/ 7335 w 30951"/>
                <a:gd name="csY22" fmla="*/ 57582 h 57627"/>
                <a:gd name="csX23" fmla="*/ 6414 w 30951"/>
                <a:gd name="csY23" fmla="*/ 57597 h 57627"/>
                <a:gd name="csX24" fmla="*/ 2648 w 30951"/>
                <a:gd name="csY24" fmla="*/ 57361 h 57627"/>
                <a:gd name="csX25" fmla="*/ 99 w 30951"/>
                <a:gd name="csY25" fmla="*/ 57627 h 57627"/>
                <a:gd name="csX26" fmla="*/ 0 w 30951"/>
                <a:gd name="csY26" fmla="*/ 57498 h 57627"/>
                <a:gd name="csX27" fmla="*/ 205 w 30951"/>
                <a:gd name="csY27" fmla="*/ 52012 h 57627"/>
                <a:gd name="csX28" fmla="*/ 533 w 30951"/>
                <a:gd name="csY28" fmla="*/ 43513 h 57627"/>
                <a:gd name="csX29" fmla="*/ 768 w 30951"/>
                <a:gd name="csY29" fmla="*/ 37267 h 57627"/>
                <a:gd name="csX30" fmla="*/ 997 w 30951"/>
                <a:gd name="csY30" fmla="*/ 31149 h 57627"/>
                <a:gd name="csX31" fmla="*/ 1172 w 30951"/>
                <a:gd name="csY31" fmla="*/ 26561 h 57627"/>
                <a:gd name="csX32" fmla="*/ 1408 w 30951"/>
                <a:gd name="csY32" fmla="*/ 20307 h 57627"/>
                <a:gd name="csX33" fmla="*/ 1613 w 30951"/>
                <a:gd name="csY33" fmla="*/ 14905 h 57627"/>
                <a:gd name="csX34" fmla="*/ 1590 w 30951"/>
                <a:gd name="csY34" fmla="*/ 12965 h 57627"/>
                <a:gd name="csX35" fmla="*/ 2206 w 30951"/>
                <a:gd name="csY35" fmla="*/ 11428 h 57627"/>
                <a:gd name="csX36" fmla="*/ 3979 w 30951"/>
                <a:gd name="csY36" fmla="*/ 10789 h 57627"/>
                <a:gd name="csX37" fmla="*/ 6277 w 30951"/>
                <a:gd name="csY37" fmla="*/ 12128 h 57627"/>
                <a:gd name="csX38" fmla="*/ 7236 w 30951"/>
                <a:gd name="csY38" fmla="*/ 12683 h 57627"/>
                <a:gd name="csX39" fmla="*/ 8095 w 30951"/>
                <a:gd name="csY39" fmla="*/ 12364 h 57627"/>
                <a:gd name="csX40" fmla="*/ 9191 w 30951"/>
                <a:gd name="csY40" fmla="*/ 11550 h 57627"/>
                <a:gd name="csX41" fmla="*/ 10530 w 30951"/>
                <a:gd name="csY41" fmla="*/ 9184 h 57627"/>
                <a:gd name="csX42" fmla="*/ 13893 w 30951"/>
                <a:gd name="csY42" fmla="*/ 4291 h 57627"/>
                <a:gd name="csX43" fmla="*/ 15240 w 30951"/>
                <a:gd name="csY43" fmla="*/ 814 h 57627"/>
                <a:gd name="csX44" fmla="*/ 16556 w 30951"/>
                <a:gd name="csY44" fmla="*/ 122 h 57627"/>
                <a:gd name="csX45" fmla="*/ 18458 w 30951"/>
                <a:gd name="csY45" fmla="*/ 0 h 57627"/>
                <a:gd name="csX46" fmla="*/ 20117 w 30951"/>
                <a:gd name="csY46" fmla="*/ 221 h 57627"/>
                <a:gd name="csX47" fmla="*/ 27482 w 30951"/>
                <a:gd name="csY47" fmla="*/ 12448 h 57627"/>
                <a:gd name="csX48" fmla="*/ 26470 w 30951"/>
                <a:gd name="csY48" fmla="*/ 12858 h 57627"/>
                <a:gd name="csX49" fmla="*/ 27307 w 30951"/>
                <a:gd name="csY49" fmla="*/ 11573 h 57627"/>
                <a:gd name="csX50" fmla="*/ 27429 w 30951"/>
                <a:gd name="csY50" fmla="*/ 10751 h 57627"/>
                <a:gd name="csX51" fmla="*/ 28601 w 30951"/>
                <a:gd name="csY51" fmla="*/ 7312 h 57627"/>
                <a:gd name="csX52" fmla="*/ 29438 w 30951"/>
                <a:gd name="csY52" fmla="*/ 7327 h 57627"/>
                <a:gd name="csX53" fmla="*/ 29658 w 30951"/>
                <a:gd name="csY53" fmla="*/ 7631 h 57627"/>
                <a:gd name="csX54" fmla="*/ 27482 w 30951"/>
                <a:gd name="csY54" fmla="*/ 12448 h 57627"/>
                <a:gd name="csX55" fmla="*/ 29574 w 30951"/>
                <a:gd name="csY55" fmla="*/ 23632 h 57627"/>
                <a:gd name="csX56" fmla="*/ 27931 w 30951"/>
                <a:gd name="csY56" fmla="*/ 26744 h 57627"/>
                <a:gd name="csX57" fmla="*/ 27825 w 30951"/>
                <a:gd name="csY57" fmla="*/ 25854 h 57627"/>
                <a:gd name="csX58" fmla="*/ 28509 w 30951"/>
                <a:gd name="csY58" fmla="*/ 23548 h 57627"/>
                <a:gd name="csX59" fmla="*/ 29438 w 30951"/>
                <a:gd name="csY59" fmla="*/ 22742 h 57627"/>
                <a:gd name="csX60" fmla="*/ 30016 w 30951"/>
                <a:gd name="csY60" fmla="*/ 21890 h 57627"/>
                <a:gd name="csX61" fmla="*/ 30145 w 30951"/>
                <a:gd name="csY61" fmla="*/ 20885 h 57627"/>
                <a:gd name="csX62" fmla="*/ 30952 w 30951"/>
                <a:gd name="csY62" fmla="*/ 21373 h 57627"/>
                <a:gd name="csX63" fmla="*/ 30746 w 30951"/>
                <a:gd name="csY63" fmla="*/ 22362 h 57627"/>
                <a:gd name="csX64" fmla="*/ 29574 w 30951"/>
                <a:gd name="csY64" fmla="*/ 23632 h 57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0951" h="57627">
                  <a:moveTo>
                    <a:pt x="20117" y="221"/>
                  </a:moveTo>
                  <a:lnTo>
                    <a:pt x="18976" y="2762"/>
                  </a:lnTo>
                  <a:lnTo>
                    <a:pt x="20117" y="3089"/>
                  </a:lnTo>
                  <a:lnTo>
                    <a:pt x="21152" y="2853"/>
                  </a:lnTo>
                  <a:lnTo>
                    <a:pt x="23655" y="2944"/>
                  </a:lnTo>
                  <a:lnTo>
                    <a:pt x="24614" y="5729"/>
                  </a:lnTo>
                  <a:lnTo>
                    <a:pt x="24363" y="8065"/>
                  </a:lnTo>
                  <a:lnTo>
                    <a:pt x="22004" y="14213"/>
                  </a:lnTo>
                  <a:lnTo>
                    <a:pt x="21707" y="16321"/>
                  </a:lnTo>
                  <a:lnTo>
                    <a:pt x="20634" y="19478"/>
                  </a:lnTo>
                  <a:lnTo>
                    <a:pt x="22088" y="21555"/>
                  </a:lnTo>
                  <a:lnTo>
                    <a:pt x="20726" y="24309"/>
                  </a:lnTo>
                  <a:lnTo>
                    <a:pt x="20262" y="26090"/>
                  </a:lnTo>
                  <a:lnTo>
                    <a:pt x="20155" y="28768"/>
                  </a:lnTo>
                  <a:lnTo>
                    <a:pt x="20840" y="33851"/>
                  </a:lnTo>
                  <a:lnTo>
                    <a:pt x="19737" y="41170"/>
                  </a:lnTo>
                  <a:lnTo>
                    <a:pt x="17789" y="44365"/>
                  </a:lnTo>
                  <a:lnTo>
                    <a:pt x="16579" y="45575"/>
                  </a:lnTo>
                  <a:lnTo>
                    <a:pt x="14418" y="48748"/>
                  </a:lnTo>
                  <a:lnTo>
                    <a:pt x="11580" y="49692"/>
                  </a:lnTo>
                  <a:lnTo>
                    <a:pt x="7647" y="54797"/>
                  </a:lnTo>
                  <a:lnTo>
                    <a:pt x="6954" y="56136"/>
                  </a:lnTo>
                  <a:lnTo>
                    <a:pt x="7335" y="57582"/>
                  </a:lnTo>
                  <a:lnTo>
                    <a:pt x="6414" y="57597"/>
                  </a:lnTo>
                  <a:lnTo>
                    <a:pt x="2648" y="57361"/>
                  </a:lnTo>
                  <a:lnTo>
                    <a:pt x="99" y="57627"/>
                  </a:lnTo>
                  <a:lnTo>
                    <a:pt x="0" y="57498"/>
                  </a:lnTo>
                  <a:lnTo>
                    <a:pt x="205" y="52012"/>
                  </a:lnTo>
                  <a:lnTo>
                    <a:pt x="533" y="43513"/>
                  </a:lnTo>
                  <a:lnTo>
                    <a:pt x="768" y="37267"/>
                  </a:lnTo>
                  <a:lnTo>
                    <a:pt x="997" y="31149"/>
                  </a:lnTo>
                  <a:lnTo>
                    <a:pt x="1172" y="26561"/>
                  </a:lnTo>
                  <a:lnTo>
                    <a:pt x="1408" y="20307"/>
                  </a:lnTo>
                  <a:lnTo>
                    <a:pt x="1613" y="14905"/>
                  </a:lnTo>
                  <a:lnTo>
                    <a:pt x="1590" y="12965"/>
                  </a:lnTo>
                  <a:lnTo>
                    <a:pt x="2206" y="11428"/>
                  </a:lnTo>
                  <a:lnTo>
                    <a:pt x="3979" y="10789"/>
                  </a:lnTo>
                  <a:lnTo>
                    <a:pt x="6277" y="12128"/>
                  </a:lnTo>
                  <a:lnTo>
                    <a:pt x="7236" y="12683"/>
                  </a:lnTo>
                  <a:lnTo>
                    <a:pt x="8095" y="12364"/>
                  </a:lnTo>
                  <a:lnTo>
                    <a:pt x="9191" y="11550"/>
                  </a:lnTo>
                  <a:lnTo>
                    <a:pt x="10530" y="9184"/>
                  </a:lnTo>
                  <a:lnTo>
                    <a:pt x="13893" y="4291"/>
                  </a:lnTo>
                  <a:lnTo>
                    <a:pt x="15240" y="814"/>
                  </a:lnTo>
                  <a:lnTo>
                    <a:pt x="16556" y="122"/>
                  </a:lnTo>
                  <a:lnTo>
                    <a:pt x="18458" y="0"/>
                  </a:lnTo>
                  <a:lnTo>
                    <a:pt x="20117" y="221"/>
                  </a:lnTo>
                  <a:close/>
                  <a:moveTo>
                    <a:pt x="27482" y="12448"/>
                  </a:moveTo>
                  <a:lnTo>
                    <a:pt x="26470" y="12858"/>
                  </a:lnTo>
                  <a:lnTo>
                    <a:pt x="27307" y="11573"/>
                  </a:lnTo>
                  <a:lnTo>
                    <a:pt x="27429" y="10751"/>
                  </a:lnTo>
                  <a:lnTo>
                    <a:pt x="28601" y="7312"/>
                  </a:lnTo>
                  <a:lnTo>
                    <a:pt x="29438" y="7327"/>
                  </a:lnTo>
                  <a:lnTo>
                    <a:pt x="29658" y="7631"/>
                  </a:lnTo>
                  <a:lnTo>
                    <a:pt x="27482" y="12448"/>
                  </a:lnTo>
                  <a:close/>
                  <a:moveTo>
                    <a:pt x="29574" y="23632"/>
                  </a:moveTo>
                  <a:lnTo>
                    <a:pt x="27931" y="26744"/>
                  </a:lnTo>
                  <a:lnTo>
                    <a:pt x="27825" y="25854"/>
                  </a:lnTo>
                  <a:lnTo>
                    <a:pt x="28509" y="23548"/>
                  </a:lnTo>
                  <a:lnTo>
                    <a:pt x="29438" y="22742"/>
                  </a:lnTo>
                  <a:lnTo>
                    <a:pt x="30016" y="21890"/>
                  </a:lnTo>
                  <a:lnTo>
                    <a:pt x="30145" y="20885"/>
                  </a:lnTo>
                  <a:lnTo>
                    <a:pt x="30952" y="21373"/>
                  </a:lnTo>
                  <a:lnTo>
                    <a:pt x="30746" y="22362"/>
                  </a:lnTo>
                  <a:lnTo>
                    <a:pt x="29574" y="2363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78" name="Freeform: Shape 2177">
              <a:extLst>
                <a:ext uri="{FF2B5EF4-FFF2-40B4-BE49-F238E27FC236}">
                  <a16:creationId xmlns:a16="http://schemas.microsoft.com/office/drawing/2014/main" id="{CC2D28B5-538D-1B07-2E9B-9B3C2FFB898C}"/>
                </a:ext>
              </a:extLst>
            </p:cNvPr>
            <p:cNvSpPr/>
            <p:nvPr/>
          </p:nvSpPr>
          <p:spPr>
            <a:xfrm>
              <a:off x="6563013" y="1573222"/>
              <a:ext cx="1886469" cy="2454076"/>
            </a:xfrm>
            <a:custGeom>
              <a:avLst/>
              <a:gdLst>
                <a:gd name="csX0" fmla="*/ 1527034 w 1886469"/>
                <a:gd name="csY0" fmla="*/ 17629 h 2454076"/>
                <a:gd name="csX1" fmla="*/ 1544450 w 1886469"/>
                <a:gd name="csY1" fmla="*/ 20794 h 2454076"/>
                <a:gd name="csX2" fmla="*/ 1550095 w 1886469"/>
                <a:gd name="csY2" fmla="*/ 19645 h 2454076"/>
                <a:gd name="csX3" fmla="*/ 1556547 w 1886469"/>
                <a:gd name="csY3" fmla="*/ 27353 h 2454076"/>
                <a:gd name="csX4" fmla="*/ 1560435 w 1886469"/>
                <a:gd name="csY4" fmla="*/ 28251 h 2454076"/>
                <a:gd name="csX5" fmla="*/ 1566842 w 1886469"/>
                <a:gd name="csY5" fmla="*/ 26797 h 2454076"/>
                <a:gd name="csX6" fmla="*/ 1571513 w 1886469"/>
                <a:gd name="csY6" fmla="*/ 28623 h 2454076"/>
                <a:gd name="csX7" fmla="*/ 1588899 w 1886469"/>
                <a:gd name="csY7" fmla="*/ 30335 h 2454076"/>
                <a:gd name="csX8" fmla="*/ 1592513 w 1886469"/>
                <a:gd name="csY8" fmla="*/ 33318 h 2454076"/>
                <a:gd name="csX9" fmla="*/ 1592467 w 1886469"/>
                <a:gd name="csY9" fmla="*/ 36902 h 2454076"/>
                <a:gd name="csX10" fmla="*/ 1588716 w 1886469"/>
                <a:gd name="csY10" fmla="*/ 44639 h 2454076"/>
                <a:gd name="csX11" fmla="*/ 1583679 w 1886469"/>
                <a:gd name="csY11" fmla="*/ 52058 h 2454076"/>
                <a:gd name="csX12" fmla="*/ 1551191 w 1886469"/>
                <a:gd name="csY12" fmla="*/ 75926 h 2454076"/>
                <a:gd name="csX13" fmla="*/ 1548802 w 1886469"/>
                <a:gd name="csY13" fmla="*/ 79852 h 2454076"/>
                <a:gd name="csX14" fmla="*/ 1555132 w 1886469"/>
                <a:gd name="csY14" fmla="*/ 81084 h 2454076"/>
                <a:gd name="csX15" fmla="*/ 1564468 w 1886469"/>
                <a:gd name="csY15" fmla="*/ 80004 h 2454076"/>
                <a:gd name="csX16" fmla="*/ 1571704 w 1886469"/>
                <a:gd name="csY16" fmla="*/ 77379 h 2454076"/>
                <a:gd name="csX17" fmla="*/ 1580233 w 1886469"/>
                <a:gd name="csY17" fmla="*/ 69329 h 2454076"/>
                <a:gd name="csX18" fmla="*/ 1583056 w 1886469"/>
                <a:gd name="csY18" fmla="*/ 68865 h 2454076"/>
                <a:gd name="csX19" fmla="*/ 1588473 w 1886469"/>
                <a:gd name="csY19" fmla="*/ 64939 h 2454076"/>
                <a:gd name="csX20" fmla="*/ 1598965 w 1886469"/>
                <a:gd name="csY20" fmla="*/ 53891 h 2454076"/>
                <a:gd name="csX21" fmla="*/ 1607357 w 1886469"/>
                <a:gd name="csY21" fmla="*/ 47858 h 2454076"/>
                <a:gd name="csX22" fmla="*/ 1611154 w 1886469"/>
                <a:gd name="csY22" fmla="*/ 50513 h 2454076"/>
                <a:gd name="csX23" fmla="*/ 1614349 w 1886469"/>
                <a:gd name="csY23" fmla="*/ 54698 h 2454076"/>
                <a:gd name="csX24" fmla="*/ 1616503 w 1886469"/>
                <a:gd name="csY24" fmla="*/ 55177 h 2454076"/>
                <a:gd name="csX25" fmla="*/ 1617621 w 1886469"/>
                <a:gd name="csY25" fmla="*/ 51951 h 2454076"/>
                <a:gd name="csX26" fmla="*/ 1619417 w 1886469"/>
                <a:gd name="csY26" fmla="*/ 43102 h 2454076"/>
                <a:gd name="csX27" fmla="*/ 1620467 w 1886469"/>
                <a:gd name="csY27" fmla="*/ 39876 h 2454076"/>
                <a:gd name="csX28" fmla="*/ 1623229 w 1886469"/>
                <a:gd name="csY28" fmla="*/ 37563 h 2454076"/>
                <a:gd name="csX29" fmla="*/ 1624918 w 1886469"/>
                <a:gd name="csY29" fmla="*/ 37815 h 2454076"/>
                <a:gd name="csX30" fmla="*/ 1627649 w 1886469"/>
                <a:gd name="csY30" fmla="*/ 42022 h 2454076"/>
                <a:gd name="csX31" fmla="*/ 1630677 w 1886469"/>
                <a:gd name="csY31" fmla="*/ 51936 h 2454076"/>
                <a:gd name="csX32" fmla="*/ 1633470 w 1886469"/>
                <a:gd name="csY32" fmla="*/ 58784 h 2454076"/>
                <a:gd name="csX33" fmla="*/ 1634976 w 1886469"/>
                <a:gd name="csY33" fmla="*/ 58898 h 2454076"/>
                <a:gd name="csX34" fmla="*/ 1641360 w 1886469"/>
                <a:gd name="csY34" fmla="*/ 51152 h 2454076"/>
                <a:gd name="csX35" fmla="*/ 1644578 w 1886469"/>
                <a:gd name="csY35" fmla="*/ 50148 h 2454076"/>
                <a:gd name="csX36" fmla="*/ 1651890 w 1886469"/>
                <a:gd name="csY36" fmla="*/ 52963 h 2454076"/>
                <a:gd name="csX37" fmla="*/ 1654926 w 1886469"/>
                <a:gd name="csY37" fmla="*/ 56379 h 2454076"/>
                <a:gd name="csX38" fmla="*/ 1655474 w 1886469"/>
                <a:gd name="csY38" fmla="*/ 60009 h 2454076"/>
                <a:gd name="csX39" fmla="*/ 1653526 w 1886469"/>
                <a:gd name="csY39" fmla="*/ 63813 h 2454076"/>
                <a:gd name="csX40" fmla="*/ 1652324 w 1886469"/>
                <a:gd name="csY40" fmla="*/ 67092 h 2454076"/>
                <a:gd name="csX41" fmla="*/ 1651852 w 1886469"/>
                <a:gd name="csY41" fmla="*/ 69847 h 2454076"/>
                <a:gd name="csX42" fmla="*/ 1652917 w 1886469"/>
                <a:gd name="csY42" fmla="*/ 73035 h 2454076"/>
                <a:gd name="csX43" fmla="*/ 1657345 w 1886469"/>
                <a:gd name="csY43" fmla="*/ 79829 h 2454076"/>
                <a:gd name="csX44" fmla="*/ 1663752 w 1886469"/>
                <a:gd name="csY44" fmla="*/ 94468 h 2454076"/>
                <a:gd name="csX45" fmla="*/ 1663714 w 1886469"/>
                <a:gd name="csY45" fmla="*/ 99809 h 2454076"/>
                <a:gd name="csX46" fmla="*/ 1660222 w 1886469"/>
                <a:gd name="csY46" fmla="*/ 110590 h 2454076"/>
                <a:gd name="csX47" fmla="*/ 1660305 w 1886469"/>
                <a:gd name="csY47" fmla="*/ 113299 h 2454076"/>
                <a:gd name="csX48" fmla="*/ 1676786 w 1886469"/>
                <a:gd name="csY48" fmla="*/ 101978 h 2454076"/>
                <a:gd name="csX49" fmla="*/ 1693403 w 1886469"/>
                <a:gd name="csY49" fmla="*/ 107045 h 2454076"/>
                <a:gd name="csX50" fmla="*/ 1698105 w 1886469"/>
                <a:gd name="csY50" fmla="*/ 110499 h 2454076"/>
                <a:gd name="csX51" fmla="*/ 1699908 w 1886469"/>
                <a:gd name="csY51" fmla="*/ 114646 h 2454076"/>
                <a:gd name="csX52" fmla="*/ 1701825 w 1886469"/>
                <a:gd name="csY52" fmla="*/ 121463 h 2454076"/>
                <a:gd name="csX53" fmla="*/ 1703864 w 1886469"/>
                <a:gd name="csY53" fmla="*/ 130905 h 2454076"/>
                <a:gd name="csX54" fmla="*/ 1702449 w 1886469"/>
                <a:gd name="csY54" fmla="*/ 140675 h 2454076"/>
                <a:gd name="csX55" fmla="*/ 1695152 w 1886469"/>
                <a:gd name="csY55" fmla="*/ 155740 h 2454076"/>
                <a:gd name="csX56" fmla="*/ 1687605 w 1886469"/>
                <a:gd name="csY56" fmla="*/ 167335 h 2454076"/>
                <a:gd name="csX57" fmla="*/ 1683161 w 1886469"/>
                <a:gd name="csY57" fmla="*/ 177683 h 2454076"/>
                <a:gd name="csX58" fmla="*/ 1676336 w 1886469"/>
                <a:gd name="csY58" fmla="*/ 183321 h 2454076"/>
                <a:gd name="csX59" fmla="*/ 1652940 w 1886469"/>
                <a:gd name="csY59" fmla="*/ 207835 h 2454076"/>
                <a:gd name="csX60" fmla="*/ 1641504 w 1886469"/>
                <a:gd name="csY60" fmla="*/ 215611 h 2454076"/>
                <a:gd name="csX61" fmla="*/ 1634931 w 1886469"/>
                <a:gd name="csY61" fmla="*/ 223220 h 2454076"/>
                <a:gd name="csX62" fmla="*/ 1631979 w 1886469"/>
                <a:gd name="csY62" fmla="*/ 224544 h 2454076"/>
                <a:gd name="csX63" fmla="*/ 1618047 w 1886469"/>
                <a:gd name="csY63" fmla="*/ 223091 h 2454076"/>
                <a:gd name="csX64" fmla="*/ 1614357 w 1886469"/>
                <a:gd name="csY64" fmla="*/ 227260 h 2454076"/>
                <a:gd name="csX65" fmla="*/ 1612303 w 1886469"/>
                <a:gd name="csY65" fmla="*/ 234245 h 2454076"/>
                <a:gd name="csX66" fmla="*/ 1607913 w 1886469"/>
                <a:gd name="csY66" fmla="*/ 237562 h 2454076"/>
                <a:gd name="csX67" fmla="*/ 1601423 w 1886469"/>
                <a:gd name="csY67" fmla="*/ 239928 h 2454076"/>
                <a:gd name="csX68" fmla="*/ 1588161 w 1886469"/>
                <a:gd name="csY68" fmla="*/ 241838 h 2454076"/>
                <a:gd name="csX69" fmla="*/ 1585186 w 1886469"/>
                <a:gd name="csY69" fmla="*/ 249629 h 2454076"/>
                <a:gd name="csX70" fmla="*/ 1584425 w 1886469"/>
                <a:gd name="csY70" fmla="*/ 254887 h 2454076"/>
                <a:gd name="csX71" fmla="*/ 1583132 w 1886469"/>
                <a:gd name="csY71" fmla="*/ 258957 h 2454076"/>
                <a:gd name="csX72" fmla="*/ 1582006 w 1886469"/>
                <a:gd name="csY72" fmla="*/ 260920 h 2454076"/>
                <a:gd name="csX73" fmla="*/ 1544115 w 1886469"/>
                <a:gd name="csY73" fmla="*/ 288265 h 2454076"/>
                <a:gd name="csX74" fmla="*/ 1543415 w 1886469"/>
                <a:gd name="csY74" fmla="*/ 292785 h 2454076"/>
                <a:gd name="csX75" fmla="*/ 1547227 w 1886469"/>
                <a:gd name="csY75" fmla="*/ 294641 h 2454076"/>
                <a:gd name="csX76" fmla="*/ 1552028 w 1886469"/>
                <a:gd name="csY76" fmla="*/ 292785 h 2454076"/>
                <a:gd name="csX77" fmla="*/ 1607167 w 1886469"/>
                <a:gd name="csY77" fmla="*/ 259596 h 2454076"/>
                <a:gd name="csX78" fmla="*/ 1617751 w 1886469"/>
                <a:gd name="csY78" fmla="*/ 257375 h 2454076"/>
                <a:gd name="csX79" fmla="*/ 1627573 w 1886469"/>
                <a:gd name="csY79" fmla="*/ 259802 h 2454076"/>
                <a:gd name="csX80" fmla="*/ 1626447 w 1886469"/>
                <a:gd name="csY80" fmla="*/ 267601 h 2454076"/>
                <a:gd name="csX81" fmla="*/ 1612546 w 1886469"/>
                <a:gd name="csY81" fmla="*/ 289468 h 2454076"/>
                <a:gd name="csX82" fmla="*/ 1594841 w 1886469"/>
                <a:gd name="csY82" fmla="*/ 308847 h 2454076"/>
                <a:gd name="csX83" fmla="*/ 1586000 w 1886469"/>
                <a:gd name="csY83" fmla="*/ 323364 h 2454076"/>
                <a:gd name="csX84" fmla="*/ 1563631 w 1886469"/>
                <a:gd name="csY84" fmla="*/ 348000 h 2454076"/>
                <a:gd name="csX85" fmla="*/ 1545347 w 1886469"/>
                <a:gd name="csY85" fmla="*/ 372051 h 2454076"/>
                <a:gd name="csX86" fmla="*/ 1538325 w 1886469"/>
                <a:gd name="csY86" fmla="*/ 384095 h 2454076"/>
                <a:gd name="csX87" fmla="*/ 1528913 w 1886469"/>
                <a:gd name="csY87" fmla="*/ 405323 h 2454076"/>
                <a:gd name="csX88" fmla="*/ 1525695 w 1886469"/>
                <a:gd name="csY88" fmla="*/ 410398 h 2454076"/>
                <a:gd name="csX89" fmla="*/ 1521784 w 1886469"/>
                <a:gd name="csY89" fmla="*/ 412483 h 2454076"/>
                <a:gd name="csX90" fmla="*/ 1517180 w 1886469"/>
                <a:gd name="csY90" fmla="*/ 411608 h 2454076"/>
                <a:gd name="csX91" fmla="*/ 1513034 w 1886469"/>
                <a:gd name="csY91" fmla="*/ 408557 h 2454076"/>
                <a:gd name="csX92" fmla="*/ 1507502 w 1886469"/>
                <a:gd name="csY92" fmla="*/ 400682 h 2454076"/>
                <a:gd name="csX93" fmla="*/ 1502458 w 1886469"/>
                <a:gd name="csY93" fmla="*/ 391818 h 2454076"/>
                <a:gd name="csX94" fmla="*/ 1500875 w 1886469"/>
                <a:gd name="csY94" fmla="*/ 390258 h 2454076"/>
                <a:gd name="csX95" fmla="*/ 1501826 w 1886469"/>
                <a:gd name="csY95" fmla="*/ 394664 h 2454076"/>
                <a:gd name="csX96" fmla="*/ 1511543 w 1886469"/>
                <a:gd name="csY96" fmla="*/ 423812 h 2454076"/>
                <a:gd name="csX97" fmla="*/ 1510432 w 1886469"/>
                <a:gd name="csY97" fmla="*/ 429374 h 2454076"/>
                <a:gd name="csX98" fmla="*/ 1492597 w 1886469"/>
                <a:gd name="csY98" fmla="*/ 435225 h 2454076"/>
                <a:gd name="csX99" fmla="*/ 1484700 w 1886469"/>
                <a:gd name="csY99" fmla="*/ 440368 h 2454076"/>
                <a:gd name="csX100" fmla="*/ 1480629 w 1886469"/>
                <a:gd name="csY100" fmla="*/ 441616 h 2454076"/>
                <a:gd name="csX101" fmla="*/ 1477745 w 1886469"/>
                <a:gd name="csY101" fmla="*/ 440688 h 2454076"/>
                <a:gd name="csX102" fmla="*/ 1474930 w 1886469"/>
                <a:gd name="csY102" fmla="*/ 441213 h 2454076"/>
                <a:gd name="csX103" fmla="*/ 1472191 w 1886469"/>
                <a:gd name="csY103" fmla="*/ 443199 h 2454076"/>
                <a:gd name="csX104" fmla="*/ 1472039 w 1886469"/>
                <a:gd name="csY104" fmla="*/ 445397 h 2454076"/>
                <a:gd name="csX105" fmla="*/ 1474481 w 1886469"/>
                <a:gd name="csY105" fmla="*/ 447802 h 2454076"/>
                <a:gd name="csX106" fmla="*/ 1481588 w 1886469"/>
                <a:gd name="csY106" fmla="*/ 449681 h 2454076"/>
                <a:gd name="csX107" fmla="*/ 1497368 w 1886469"/>
                <a:gd name="csY107" fmla="*/ 443320 h 2454076"/>
                <a:gd name="csX108" fmla="*/ 1499901 w 1886469"/>
                <a:gd name="csY108" fmla="*/ 443769 h 2454076"/>
                <a:gd name="csX109" fmla="*/ 1503964 w 1886469"/>
                <a:gd name="csY109" fmla="*/ 446874 h 2454076"/>
                <a:gd name="csX110" fmla="*/ 1504162 w 1886469"/>
                <a:gd name="csY110" fmla="*/ 449689 h 2454076"/>
                <a:gd name="csX111" fmla="*/ 1499924 w 1886469"/>
                <a:gd name="csY111" fmla="*/ 458667 h 2454076"/>
                <a:gd name="csX112" fmla="*/ 1487149 w 1886469"/>
                <a:gd name="csY112" fmla="*/ 469304 h 2454076"/>
                <a:gd name="csX113" fmla="*/ 1488816 w 1886469"/>
                <a:gd name="csY113" fmla="*/ 469912 h 2454076"/>
                <a:gd name="csX114" fmla="*/ 1492476 w 1886469"/>
                <a:gd name="csY114" fmla="*/ 473656 h 2454076"/>
                <a:gd name="csX115" fmla="*/ 1492392 w 1886469"/>
                <a:gd name="csY115" fmla="*/ 477019 h 2454076"/>
                <a:gd name="csX116" fmla="*/ 1488367 w 1886469"/>
                <a:gd name="csY116" fmla="*/ 484893 h 2454076"/>
                <a:gd name="csX117" fmla="*/ 1486465 w 1886469"/>
                <a:gd name="csY117" fmla="*/ 487397 h 2454076"/>
                <a:gd name="csX118" fmla="*/ 1474146 w 1886469"/>
                <a:gd name="csY118" fmla="*/ 494663 h 2454076"/>
                <a:gd name="csX119" fmla="*/ 1468782 w 1886469"/>
                <a:gd name="csY119" fmla="*/ 496367 h 2454076"/>
                <a:gd name="csX120" fmla="*/ 1464065 w 1886469"/>
                <a:gd name="csY120" fmla="*/ 495462 h 2454076"/>
                <a:gd name="csX121" fmla="*/ 1442464 w 1886469"/>
                <a:gd name="csY121" fmla="*/ 479522 h 2454076"/>
                <a:gd name="csX122" fmla="*/ 1434841 w 1886469"/>
                <a:gd name="csY122" fmla="*/ 477201 h 2454076"/>
                <a:gd name="csX123" fmla="*/ 1427597 w 1886469"/>
                <a:gd name="csY123" fmla="*/ 473138 h 2454076"/>
                <a:gd name="csX124" fmla="*/ 1422256 w 1886469"/>
                <a:gd name="csY124" fmla="*/ 473831 h 2454076"/>
                <a:gd name="csX125" fmla="*/ 1416580 w 1886469"/>
                <a:gd name="csY125" fmla="*/ 478548 h 2454076"/>
                <a:gd name="csX126" fmla="*/ 1419129 w 1886469"/>
                <a:gd name="csY126" fmla="*/ 480914 h 2454076"/>
                <a:gd name="csX127" fmla="*/ 1429591 w 1886469"/>
                <a:gd name="csY127" fmla="*/ 485418 h 2454076"/>
                <a:gd name="csX128" fmla="*/ 1438318 w 1886469"/>
                <a:gd name="csY128" fmla="*/ 486286 h 2454076"/>
                <a:gd name="csX129" fmla="*/ 1441939 w 1886469"/>
                <a:gd name="csY129" fmla="*/ 488036 h 2454076"/>
                <a:gd name="csX130" fmla="*/ 1443362 w 1886469"/>
                <a:gd name="csY130" fmla="*/ 490942 h 2454076"/>
                <a:gd name="csX131" fmla="*/ 1447128 w 1886469"/>
                <a:gd name="csY131" fmla="*/ 501465 h 2454076"/>
                <a:gd name="csX132" fmla="*/ 1447737 w 1886469"/>
                <a:gd name="csY132" fmla="*/ 507080 h 2454076"/>
                <a:gd name="csX133" fmla="*/ 1446908 w 1886469"/>
                <a:gd name="csY133" fmla="*/ 512284 h 2454076"/>
                <a:gd name="csX134" fmla="*/ 1445767 w 1886469"/>
                <a:gd name="csY134" fmla="*/ 515914 h 2454076"/>
                <a:gd name="csX135" fmla="*/ 1444321 w 1886469"/>
                <a:gd name="csY135" fmla="*/ 517975 h 2454076"/>
                <a:gd name="csX136" fmla="*/ 1442092 w 1886469"/>
                <a:gd name="csY136" fmla="*/ 519010 h 2454076"/>
                <a:gd name="csX137" fmla="*/ 1433547 w 1886469"/>
                <a:gd name="csY137" fmla="*/ 518280 h 2454076"/>
                <a:gd name="csX138" fmla="*/ 1430359 w 1886469"/>
                <a:gd name="csY138" fmla="*/ 519550 h 2454076"/>
                <a:gd name="csX139" fmla="*/ 1426654 w 1886469"/>
                <a:gd name="csY139" fmla="*/ 522563 h 2454076"/>
                <a:gd name="csX140" fmla="*/ 1422013 w 1886469"/>
                <a:gd name="csY140" fmla="*/ 523872 h 2454076"/>
                <a:gd name="csX141" fmla="*/ 1413643 w 1886469"/>
                <a:gd name="csY141" fmla="*/ 523271 h 2454076"/>
                <a:gd name="csX142" fmla="*/ 1403790 w 1886469"/>
                <a:gd name="csY142" fmla="*/ 527654 h 2454076"/>
                <a:gd name="csX143" fmla="*/ 1398578 w 1886469"/>
                <a:gd name="csY143" fmla="*/ 528452 h 2454076"/>
                <a:gd name="csX144" fmla="*/ 1392803 w 1886469"/>
                <a:gd name="csY144" fmla="*/ 526474 h 2454076"/>
                <a:gd name="csX145" fmla="*/ 1386541 w 1886469"/>
                <a:gd name="csY145" fmla="*/ 521574 h 2454076"/>
                <a:gd name="csX146" fmla="*/ 1379937 w 1886469"/>
                <a:gd name="csY146" fmla="*/ 519094 h 2454076"/>
                <a:gd name="csX147" fmla="*/ 1368775 w 1886469"/>
                <a:gd name="csY147" fmla="*/ 517002 h 2454076"/>
                <a:gd name="csX148" fmla="*/ 1369711 w 1886469"/>
                <a:gd name="csY148" fmla="*/ 519824 h 2454076"/>
                <a:gd name="csX149" fmla="*/ 1373645 w 1886469"/>
                <a:gd name="csY149" fmla="*/ 521011 h 2454076"/>
                <a:gd name="csX150" fmla="*/ 1381657 w 1886469"/>
                <a:gd name="csY150" fmla="*/ 528529 h 2454076"/>
                <a:gd name="csX151" fmla="*/ 1385484 w 1886469"/>
                <a:gd name="csY151" fmla="*/ 538656 h 2454076"/>
                <a:gd name="csX152" fmla="*/ 1389090 w 1886469"/>
                <a:gd name="csY152" fmla="*/ 540360 h 2454076"/>
                <a:gd name="csX153" fmla="*/ 1396455 w 1886469"/>
                <a:gd name="csY153" fmla="*/ 548592 h 2454076"/>
                <a:gd name="csX154" fmla="*/ 1401804 w 1886469"/>
                <a:gd name="csY154" fmla="*/ 549893 h 2454076"/>
                <a:gd name="csX155" fmla="*/ 1407351 w 1886469"/>
                <a:gd name="csY155" fmla="*/ 552686 h 2454076"/>
                <a:gd name="csX156" fmla="*/ 1415173 w 1886469"/>
                <a:gd name="csY156" fmla="*/ 549094 h 2454076"/>
                <a:gd name="csX157" fmla="*/ 1420422 w 1886469"/>
                <a:gd name="csY157" fmla="*/ 549764 h 2454076"/>
                <a:gd name="csX158" fmla="*/ 1419327 w 1886469"/>
                <a:gd name="csY158" fmla="*/ 569790 h 2454076"/>
                <a:gd name="csX159" fmla="*/ 1417006 w 1886469"/>
                <a:gd name="csY159" fmla="*/ 571722 h 2454076"/>
                <a:gd name="csX160" fmla="*/ 1404361 w 1886469"/>
                <a:gd name="csY160" fmla="*/ 571722 h 2454076"/>
                <a:gd name="csX161" fmla="*/ 1398350 w 1886469"/>
                <a:gd name="csY161" fmla="*/ 568839 h 2454076"/>
                <a:gd name="csX162" fmla="*/ 1395695 w 1886469"/>
                <a:gd name="csY162" fmla="*/ 565856 h 2454076"/>
                <a:gd name="csX163" fmla="*/ 1389866 w 1886469"/>
                <a:gd name="csY163" fmla="*/ 562463 h 2454076"/>
                <a:gd name="csX164" fmla="*/ 1384616 w 1886469"/>
                <a:gd name="csY164" fmla="*/ 564426 h 2454076"/>
                <a:gd name="csX165" fmla="*/ 1379861 w 1886469"/>
                <a:gd name="csY165" fmla="*/ 564000 h 2454076"/>
                <a:gd name="csX166" fmla="*/ 1376635 w 1886469"/>
                <a:gd name="csY166" fmla="*/ 565993 h 2454076"/>
                <a:gd name="csX167" fmla="*/ 1371514 w 1886469"/>
                <a:gd name="csY167" fmla="*/ 565917 h 2454076"/>
                <a:gd name="csX168" fmla="*/ 1358131 w 1886469"/>
                <a:gd name="csY168" fmla="*/ 569280 h 2454076"/>
                <a:gd name="csX169" fmla="*/ 1351055 w 1886469"/>
                <a:gd name="csY169" fmla="*/ 569318 h 2454076"/>
                <a:gd name="csX170" fmla="*/ 1345836 w 1886469"/>
                <a:gd name="csY170" fmla="*/ 567150 h 2454076"/>
                <a:gd name="csX171" fmla="*/ 1339772 w 1886469"/>
                <a:gd name="csY171" fmla="*/ 566480 h 2454076"/>
                <a:gd name="csX172" fmla="*/ 1332855 w 1886469"/>
                <a:gd name="csY172" fmla="*/ 567287 h 2454076"/>
                <a:gd name="csX173" fmla="*/ 1333335 w 1886469"/>
                <a:gd name="csY173" fmla="*/ 569592 h 2454076"/>
                <a:gd name="csX174" fmla="*/ 1336264 w 1886469"/>
                <a:gd name="csY174" fmla="*/ 570284 h 2454076"/>
                <a:gd name="csX175" fmla="*/ 1340532 w 1886469"/>
                <a:gd name="csY175" fmla="*/ 574020 h 2454076"/>
                <a:gd name="csX176" fmla="*/ 1344489 w 1886469"/>
                <a:gd name="csY176" fmla="*/ 579742 h 2454076"/>
                <a:gd name="csX177" fmla="*/ 1347776 w 1886469"/>
                <a:gd name="csY177" fmla="*/ 582138 h 2454076"/>
                <a:gd name="csX178" fmla="*/ 1351717 w 1886469"/>
                <a:gd name="csY178" fmla="*/ 580784 h 2454076"/>
                <a:gd name="csX179" fmla="*/ 1355727 w 1886469"/>
                <a:gd name="csY179" fmla="*/ 578114 h 2454076"/>
                <a:gd name="csX180" fmla="*/ 1370366 w 1886469"/>
                <a:gd name="csY180" fmla="*/ 573708 h 2454076"/>
                <a:gd name="csX181" fmla="*/ 1376787 w 1886469"/>
                <a:gd name="csY181" fmla="*/ 572993 h 2454076"/>
                <a:gd name="csX182" fmla="*/ 1382516 w 1886469"/>
                <a:gd name="csY182" fmla="*/ 574941 h 2454076"/>
                <a:gd name="csX183" fmla="*/ 1386328 w 1886469"/>
                <a:gd name="csY183" fmla="*/ 577368 h 2454076"/>
                <a:gd name="csX184" fmla="*/ 1388991 w 1886469"/>
                <a:gd name="csY184" fmla="*/ 580282 h 2454076"/>
                <a:gd name="csX185" fmla="*/ 1392354 w 1886469"/>
                <a:gd name="csY185" fmla="*/ 587982 h 2454076"/>
                <a:gd name="csX186" fmla="*/ 1400792 w 1886469"/>
                <a:gd name="csY186" fmla="*/ 588925 h 2454076"/>
                <a:gd name="csX187" fmla="*/ 1407229 w 1886469"/>
                <a:gd name="csY187" fmla="*/ 591467 h 2454076"/>
                <a:gd name="csX188" fmla="*/ 1417485 w 1886469"/>
                <a:gd name="csY188" fmla="*/ 602529 h 2454076"/>
                <a:gd name="csX189" fmla="*/ 1420308 w 1886469"/>
                <a:gd name="csY189" fmla="*/ 603366 h 2454076"/>
                <a:gd name="csX190" fmla="*/ 1421442 w 1886469"/>
                <a:gd name="csY190" fmla="*/ 606204 h 2454076"/>
                <a:gd name="csX191" fmla="*/ 1419266 w 1886469"/>
                <a:gd name="csY191" fmla="*/ 613265 h 2454076"/>
                <a:gd name="csX192" fmla="*/ 1419022 w 1886469"/>
                <a:gd name="csY192" fmla="*/ 617488 h 2454076"/>
                <a:gd name="csX193" fmla="*/ 1411931 w 1886469"/>
                <a:gd name="csY193" fmla="*/ 625629 h 2454076"/>
                <a:gd name="csX194" fmla="*/ 1400868 w 1886469"/>
                <a:gd name="csY194" fmla="*/ 627988 h 2454076"/>
                <a:gd name="csX195" fmla="*/ 1388710 w 1886469"/>
                <a:gd name="csY195" fmla="*/ 627234 h 2454076"/>
                <a:gd name="csX196" fmla="*/ 1380006 w 1886469"/>
                <a:gd name="csY196" fmla="*/ 628178 h 2454076"/>
                <a:gd name="csX197" fmla="*/ 1379093 w 1886469"/>
                <a:gd name="csY197" fmla="*/ 629197 h 2454076"/>
                <a:gd name="csX198" fmla="*/ 1385065 w 1886469"/>
                <a:gd name="csY198" fmla="*/ 631320 h 2454076"/>
                <a:gd name="csX199" fmla="*/ 1398905 w 1886469"/>
                <a:gd name="csY199" fmla="*/ 640717 h 2454076"/>
                <a:gd name="csX200" fmla="*/ 1404269 w 1886469"/>
                <a:gd name="csY200" fmla="*/ 645784 h 2454076"/>
                <a:gd name="csX201" fmla="*/ 1405205 w 1886469"/>
                <a:gd name="csY201" fmla="*/ 648744 h 2454076"/>
                <a:gd name="csX202" fmla="*/ 1397581 w 1886469"/>
                <a:gd name="csY202" fmla="*/ 659944 h 2454076"/>
                <a:gd name="csX203" fmla="*/ 1390848 w 1886469"/>
                <a:gd name="csY203" fmla="*/ 681846 h 2454076"/>
                <a:gd name="csX204" fmla="*/ 1388634 w 1886469"/>
                <a:gd name="csY204" fmla="*/ 683557 h 2454076"/>
                <a:gd name="csX205" fmla="*/ 1386328 w 1886469"/>
                <a:gd name="csY205" fmla="*/ 684159 h 2454076"/>
                <a:gd name="csX206" fmla="*/ 1380394 w 1886469"/>
                <a:gd name="csY206" fmla="*/ 683778 h 2454076"/>
                <a:gd name="csX207" fmla="*/ 1372869 w 1886469"/>
                <a:gd name="csY207" fmla="*/ 689218 h 2454076"/>
                <a:gd name="csX208" fmla="*/ 1367185 w 1886469"/>
                <a:gd name="csY208" fmla="*/ 690306 h 2454076"/>
                <a:gd name="csX209" fmla="*/ 1356891 w 1886469"/>
                <a:gd name="csY209" fmla="*/ 688267 h 2454076"/>
                <a:gd name="csX210" fmla="*/ 1345006 w 1886469"/>
                <a:gd name="csY210" fmla="*/ 688381 h 2454076"/>
                <a:gd name="csX211" fmla="*/ 1344070 w 1886469"/>
                <a:gd name="csY211" fmla="*/ 691881 h 2454076"/>
                <a:gd name="csX212" fmla="*/ 1343477 w 1886469"/>
                <a:gd name="csY212" fmla="*/ 698554 h 2454076"/>
                <a:gd name="csX213" fmla="*/ 1343538 w 1886469"/>
                <a:gd name="csY213" fmla="*/ 708529 h 2454076"/>
                <a:gd name="csX214" fmla="*/ 1344261 w 1886469"/>
                <a:gd name="csY214" fmla="*/ 721722 h 2454076"/>
                <a:gd name="csX215" fmla="*/ 1343637 w 1886469"/>
                <a:gd name="csY215" fmla="*/ 731278 h 2454076"/>
                <a:gd name="csX216" fmla="*/ 1341681 w 1886469"/>
                <a:gd name="csY216" fmla="*/ 737289 h 2454076"/>
                <a:gd name="csX217" fmla="*/ 1339208 w 1886469"/>
                <a:gd name="csY217" fmla="*/ 741702 h 2454076"/>
                <a:gd name="csX218" fmla="*/ 1334735 w 1886469"/>
                <a:gd name="csY218" fmla="*/ 745978 h 2454076"/>
                <a:gd name="csX219" fmla="*/ 1330139 w 1886469"/>
                <a:gd name="csY219" fmla="*/ 748634 h 2454076"/>
                <a:gd name="csX220" fmla="*/ 1326700 w 1886469"/>
                <a:gd name="csY220" fmla="*/ 749569 h 2454076"/>
                <a:gd name="csX221" fmla="*/ 1320978 w 1886469"/>
                <a:gd name="csY221" fmla="*/ 749722 h 2454076"/>
                <a:gd name="csX222" fmla="*/ 1304559 w 1886469"/>
                <a:gd name="csY222" fmla="*/ 752773 h 2454076"/>
                <a:gd name="csX223" fmla="*/ 1296547 w 1886469"/>
                <a:gd name="csY223" fmla="*/ 752590 h 2454076"/>
                <a:gd name="csX224" fmla="*/ 1290323 w 1886469"/>
                <a:gd name="csY224" fmla="*/ 751296 h 2454076"/>
                <a:gd name="csX225" fmla="*/ 1283887 w 1886469"/>
                <a:gd name="csY225" fmla="*/ 747036 h 2454076"/>
                <a:gd name="csX226" fmla="*/ 1273159 w 1886469"/>
                <a:gd name="csY226" fmla="*/ 734923 h 2454076"/>
                <a:gd name="csX227" fmla="*/ 1270115 w 1886469"/>
                <a:gd name="csY227" fmla="*/ 732222 h 2454076"/>
                <a:gd name="csX228" fmla="*/ 1267132 w 1886469"/>
                <a:gd name="csY228" fmla="*/ 730647 h 2454076"/>
                <a:gd name="csX229" fmla="*/ 1267247 w 1886469"/>
                <a:gd name="csY229" fmla="*/ 733272 h 2454076"/>
                <a:gd name="csX230" fmla="*/ 1270458 w 1886469"/>
                <a:gd name="csY230" fmla="*/ 740066 h 2454076"/>
                <a:gd name="csX231" fmla="*/ 1273136 w 1886469"/>
                <a:gd name="csY231" fmla="*/ 744434 h 2454076"/>
                <a:gd name="csX232" fmla="*/ 1275281 w 1886469"/>
                <a:gd name="csY232" fmla="*/ 746381 h 2454076"/>
                <a:gd name="csX233" fmla="*/ 1274779 w 1886469"/>
                <a:gd name="csY233" fmla="*/ 748443 h 2454076"/>
                <a:gd name="csX234" fmla="*/ 1270047 w 1886469"/>
                <a:gd name="csY234" fmla="*/ 751677 h 2454076"/>
                <a:gd name="csX235" fmla="*/ 1264827 w 1886469"/>
                <a:gd name="csY235" fmla="*/ 753123 h 2454076"/>
                <a:gd name="csX236" fmla="*/ 1258641 w 1886469"/>
                <a:gd name="csY236" fmla="*/ 753069 h 2454076"/>
                <a:gd name="csX237" fmla="*/ 1258443 w 1886469"/>
                <a:gd name="csY237" fmla="*/ 754317 h 2454076"/>
                <a:gd name="csX238" fmla="*/ 1260536 w 1886469"/>
                <a:gd name="csY238" fmla="*/ 757787 h 2454076"/>
                <a:gd name="csX239" fmla="*/ 1263260 w 1886469"/>
                <a:gd name="csY239" fmla="*/ 761043 h 2454076"/>
                <a:gd name="csX240" fmla="*/ 1265048 w 1886469"/>
                <a:gd name="csY240" fmla="*/ 762017 h 2454076"/>
                <a:gd name="csX241" fmla="*/ 1269788 w 1886469"/>
                <a:gd name="csY241" fmla="*/ 761013 h 2454076"/>
                <a:gd name="csX242" fmla="*/ 1275274 w 1886469"/>
                <a:gd name="csY242" fmla="*/ 756889 h 2454076"/>
                <a:gd name="csX243" fmla="*/ 1278698 w 1886469"/>
                <a:gd name="csY243" fmla="*/ 755671 h 2454076"/>
                <a:gd name="csX244" fmla="*/ 1285515 w 1886469"/>
                <a:gd name="csY244" fmla="*/ 756653 h 2454076"/>
                <a:gd name="csX245" fmla="*/ 1288201 w 1886469"/>
                <a:gd name="csY245" fmla="*/ 758121 h 2454076"/>
                <a:gd name="csX246" fmla="*/ 1296707 w 1886469"/>
                <a:gd name="csY246" fmla="*/ 767115 h 2454076"/>
                <a:gd name="csX247" fmla="*/ 1297894 w 1886469"/>
                <a:gd name="csY247" fmla="*/ 767533 h 2454076"/>
                <a:gd name="csX248" fmla="*/ 1304194 w 1886469"/>
                <a:gd name="csY248" fmla="*/ 763014 h 2454076"/>
                <a:gd name="csX249" fmla="*/ 1313301 w 1886469"/>
                <a:gd name="csY249" fmla="*/ 762770 h 2454076"/>
                <a:gd name="csX250" fmla="*/ 1316641 w 1886469"/>
                <a:gd name="csY250" fmla="*/ 766399 h 2454076"/>
                <a:gd name="csX251" fmla="*/ 1317920 w 1886469"/>
                <a:gd name="csY251" fmla="*/ 773415 h 2454076"/>
                <a:gd name="csX252" fmla="*/ 1318079 w 1886469"/>
                <a:gd name="csY252" fmla="*/ 779075 h 2454076"/>
                <a:gd name="csX253" fmla="*/ 1317113 w 1886469"/>
                <a:gd name="csY253" fmla="*/ 783389 h 2454076"/>
                <a:gd name="csX254" fmla="*/ 1319213 w 1886469"/>
                <a:gd name="csY254" fmla="*/ 787582 h 2454076"/>
                <a:gd name="csX255" fmla="*/ 1324372 w 1886469"/>
                <a:gd name="csY255" fmla="*/ 791652 h 2454076"/>
                <a:gd name="csX256" fmla="*/ 1328374 w 1886469"/>
                <a:gd name="csY256" fmla="*/ 792527 h 2454076"/>
                <a:gd name="csX257" fmla="*/ 1331219 w 1886469"/>
                <a:gd name="csY257" fmla="*/ 790229 h 2454076"/>
                <a:gd name="csX258" fmla="*/ 1335541 w 1886469"/>
                <a:gd name="csY258" fmla="*/ 784637 h 2454076"/>
                <a:gd name="csX259" fmla="*/ 1337375 w 1886469"/>
                <a:gd name="csY259" fmla="*/ 783313 h 2454076"/>
                <a:gd name="csX260" fmla="*/ 1339110 w 1886469"/>
                <a:gd name="csY260" fmla="*/ 783625 h 2454076"/>
                <a:gd name="csX261" fmla="*/ 1341750 w 1886469"/>
                <a:gd name="csY261" fmla="*/ 787703 h 2454076"/>
                <a:gd name="csX262" fmla="*/ 1345303 w 1886469"/>
                <a:gd name="csY262" fmla="*/ 795510 h 2454076"/>
                <a:gd name="csX263" fmla="*/ 1345630 w 1886469"/>
                <a:gd name="csY263" fmla="*/ 804572 h 2454076"/>
                <a:gd name="csX264" fmla="*/ 1342739 w 1886469"/>
                <a:gd name="csY264" fmla="*/ 814866 h 2454076"/>
                <a:gd name="csX265" fmla="*/ 1339201 w 1886469"/>
                <a:gd name="csY265" fmla="*/ 821577 h 2454076"/>
                <a:gd name="csX266" fmla="*/ 1325323 w 1886469"/>
                <a:gd name="csY266" fmla="*/ 832564 h 2454076"/>
                <a:gd name="csX267" fmla="*/ 1321130 w 1886469"/>
                <a:gd name="csY267" fmla="*/ 836855 h 2454076"/>
                <a:gd name="csX268" fmla="*/ 1317813 w 1886469"/>
                <a:gd name="csY268" fmla="*/ 841313 h 2454076"/>
                <a:gd name="csX269" fmla="*/ 1313005 w 1886469"/>
                <a:gd name="csY269" fmla="*/ 845315 h 2454076"/>
                <a:gd name="csX270" fmla="*/ 1303555 w 1886469"/>
                <a:gd name="csY270" fmla="*/ 850641 h 2454076"/>
                <a:gd name="csX271" fmla="*/ 1298571 w 1886469"/>
                <a:gd name="csY271" fmla="*/ 851638 h 2454076"/>
                <a:gd name="csX272" fmla="*/ 1287820 w 1886469"/>
                <a:gd name="csY272" fmla="*/ 857345 h 2454076"/>
                <a:gd name="csX273" fmla="*/ 1285484 w 1886469"/>
                <a:gd name="csY273" fmla="*/ 857603 h 2454076"/>
                <a:gd name="csX274" fmla="*/ 1282000 w 1886469"/>
                <a:gd name="csY274" fmla="*/ 856675 h 2454076"/>
                <a:gd name="csX275" fmla="*/ 1281277 w 1886469"/>
                <a:gd name="csY275" fmla="*/ 853898 h 2454076"/>
                <a:gd name="csX276" fmla="*/ 1282167 w 1886469"/>
                <a:gd name="csY276" fmla="*/ 848945 h 2454076"/>
                <a:gd name="csX277" fmla="*/ 1283316 w 1886469"/>
                <a:gd name="csY277" fmla="*/ 844319 h 2454076"/>
                <a:gd name="csX278" fmla="*/ 1284739 w 1886469"/>
                <a:gd name="csY278" fmla="*/ 840020 h 2454076"/>
                <a:gd name="csX279" fmla="*/ 1284792 w 1886469"/>
                <a:gd name="csY279" fmla="*/ 836436 h 2454076"/>
                <a:gd name="csX280" fmla="*/ 1281756 w 1886469"/>
                <a:gd name="csY280" fmla="*/ 830844 h 2454076"/>
                <a:gd name="csX281" fmla="*/ 1279626 w 1886469"/>
                <a:gd name="csY281" fmla="*/ 828249 h 2454076"/>
                <a:gd name="csX282" fmla="*/ 1277564 w 1886469"/>
                <a:gd name="csY282" fmla="*/ 826941 h 2454076"/>
                <a:gd name="csX283" fmla="*/ 1273417 w 1886469"/>
                <a:gd name="csY283" fmla="*/ 827702 h 2454076"/>
                <a:gd name="csX284" fmla="*/ 1271074 w 1886469"/>
                <a:gd name="csY284" fmla="*/ 829239 h 2454076"/>
                <a:gd name="csX285" fmla="*/ 1268563 w 1886469"/>
                <a:gd name="csY285" fmla="*/ 829535 h 2454076"/>
                <a:gd name="csX286" fmla="*/ 1265885 w 1886469"/>
                <a:gd name="csY286" fmla="*/ 828577 h 2454076"/>
                <a:gd name="csX287" fmla="*/ 1263633 w 1886469"/>
                <a:gd name="csY287" fmla="*/ 826203 h 2454076"/>
                <a:gd name="csX288" fmla="*/ 1259121 w 1886469"/>
                <a:gd name="csY288" fmla="*/ 816220 h 2454076"/>
                <a:gd name="csX289" fmla="*/ 1257424 w 1886469"/>
                <a:gd name="csY289" fmla="*/ 814942 h 2454076"/>
                <a:gd name="csX290" fmla="*/ 1255202 w 1886469"/>
                <a:gd name="csY290" fmla="*/ 815262 h 2454076"/>
                <a:gd name="csX291" fmla="*/ 1253209 w 1886469"/>
                <a:gd name="csY291" fmla="*/ 813824 h 2454076"/>
                <a:gd name="csX292" fmla="*/ 1251451 w 1886469"/>
                <a:gd name="csY292" fmla="*/ 810628 h 2454076"/>
                <a:gd name="csX293" fmla="*/ 1248537 w 1886469"/>
                <a:gd name="csY293" fmla="*/ 807531 h 2454076"/>
                <a:gd name="csX294" fmla="*/ 1249313 w 1886469"/>
                <a:gd name="csY294" fmla="*/ 809898 h 2454076"/>
                <a:gd name="csX295" fmla="*/ 1252227 w 1886469"/>
                <a:gd name="csY295" fmla="*/ 815612 h 2454076"/>
                <a:gd name="csX296" fmla="*/ 1254259 w 1886469"/>
                <a:gd name="csY296" fmla="*/ 821265 h 2454076"/>
                <a:gd name="csX297" fmla="*/ 1255400 w 1886469"/>
                <a:gd name="csY297" fmla="*/ 826857 h 2454076"/>
                <a:gd name="csX298" fmla="*/ 1254867 w 1886469"/>
                <a:gd name="csY298" fmla="*/ 831232 h 2454076"/>
                <a:gd name="csX299" fmla="*/ 1230185 w 1886469"/>
                <a:gd name="csY299" fmla="*/ 833652 h 2454076"/>
                <a:gd name="csX300" fmla="*/ 1219579 w 1886469"/>
                <a:gd name="csY300" fmla="*/ 832388 h 2454076"/>
                <a:gd name="csX301" fmla="*/ 1217433 w 1886469"/>
                <a:gd name="csY301" fmla="*/ 828569 h 2454076"/>
                <a:gd name="csX302" fmla="*/ 1212358 w 1886469"/>
                <a:gd name="csY302" fmla="*/ 811975 h 2454076"/>
                <a:gd name="csX303" fmla="*/ 1211255 w 1886469"/>
                <a:gd name="csY303" fmla="*/ 841161 h 2454076"/>
                <a:gd name="csX304" fmla="*/ 1192766 w 1886469"/>
                <a:gd name="csY304" fmla="*/ 845856 h 2454076"/>
                <a:gd name="csX305" fmla="*/ 1188445 w 1886469"/>
                <a:gd name="csY305" fmla="*/ 845064 h 2454076"/>
                <a:gd name="csX306" fmla="*/ 1181255 w 1886469"/>
                <a:gd name="csY306" fmla="*/ 841846 h 2454076"/>
                <a:gd name="csX307" fmla="*/ 1171957 w 1886469"/>
                <a:gd name="csY307" fmla="*/ 834055 h 2454076"/>
                <a:gd name="csX308" fmla="*/ 1168107 w 1886469"/>
                <a:gd name="csY308" fmla="*/ 828858 h 2454076"/>
                <a:gd name="csX309" fmla="*/ 1166600 w 1886469"/>
                <a:gd name="csY309" fmla="*/ 823662 h 2454076"/>
                <a:gd name="csX310" fmla="*/ 1165482 w 1886469"/>
                <a:gd name="csY310" fmla="*/ 820808 h 2454076"/>
                <a:gd name="csX311" fmla="*/ 1164752 w 1886469"/>
                <a:gd name="csY311" fmla="*/ 820321 h 2454076"/>
                <a:gd name="csX312" fmla="*/ 1162439 w 1886469"/>
                <a:gd name="csY312" fmla="*/ 826598 h 2454076"/>
                <a:gd name="csX313" fmla="*/ 1159913 w 1886469"/>
                <a:gd name="csY313" fmla="*/ 839343 h 2454076"/>
                <a:gd name="csX314" fmla="*/ 1153559 w 1886469"/>
                <a:gd name="csY314" fmla="*/ 836063 h 2454076"/>
                <a:gd name="csX315" fmla="*/ 1145517 w 1886469"/>
                <a:gd name="csY315" fmla="*/ 832853 h 2454076"/>
                <a:gd name="csX316" fmla="*/ 1142626 w 1886469"/>
                <a:gd name="csY316" fmla="*/ 820238 h 2454076"/>
                <a:gd name="csX317" fmla="*/ 1142458 w 1886469"/>
                <a:gd name="csY317" fmla="*/ 838468 h 2454076"/>
                <a:gd name="csX318" fmla="*/ 1129501 w 1886469"/>
                <a:gd name="csY318" fmla="*/ 836071 h 2454076"/>
                <a:gd name="csX319" fmla="*/ 1123270 w 1886469"/>
                <a:gd name="csY319" fmla="*/ 836748 h 2454076"/>
                <a:gd name="csX320" fmla="*/ 1121444 w 1886469"/>
                <a:gd name="csY320" fmla="*/ 820770 h 2454076"/>
                <a:gd name="csX321" fmla="*/ 1121139 w 1886469"/>
                <a:gd name="csY321" fmla="*/ 802921 h 2454076"/>
                <a:gd name="csX322" fmla="*/ 1118613 w 1886469"/>
                <a:gd name="csY322" fmla="*/ 814242 h 2454076"/>
                <a:gd name="csX323" fmla="*/ 1119716 w 1886469"/>
                <a:gd name="csY323" fmla="*/ 823791 h 2454076"/>
                <a:gd name="csX324" fmla="*/ 1120074 w 1886469"/>
                <a:gd name="csY324" fmla="*/ 835325 h 2454076"/>
                <a:gd name="csX325" fmla="*/ 1114565 w 1886469"/>
                <a:gd name="csY325" fmla="*/ 832054 h 2454076"/>
                <a:gd name="csX326" fmla="*/ 1102483 w 1886469"/>
                <a:gd name="csY326" fmla="*/ 830448 h 2454076"/>
                <a:gd name="csX327" fmla="*/ 1098200 w 1886469"/>
                <a:gd name="csY327" fmla="*/ 828858 h 2454076"/>
                <a:gd name="csX328" fmla="*/ 1098747 w 1886469"/>
                <a:gd name="csY328" fmla="*/ 813436 h 2454076"/>
                <a:gd name="csX329" fmla="*/ 1099698 w 1886469"/>
                <a:gd name="csY329" fmla="*/ 797876 h 2454076"/>
                <a:gd name="csX330" fmla="*/ 1115258 w 1886469"/>
                <a:gd name="csY330" fmla="*/ 782180 h 2454076"/>
                <a:gd name="csX331" fmla="*/ 1119846 w 1886469"/>
                <a:gd name="csY331" fmla="*/ 774678 h 2454076"/>
                <a:gd name="csX332" fmla="*/ 1123224 w 1886469"/>
                <a:gd name="csY332" fmla="*/ 771642 h 2454076"/>
                <a:gd name="csX333" fmla="*/ 1128565 w 1886469"/>
                <a:gd name="csY333" fmla="*/ 769724 h 2454076"/>
                <a:gd name="csX334" fmla="*/ 1135390 w 1886469"/>
                <a:gd name="csY334" fmla="*/ 768530 h 2454076"/>
                <a:gd name="csX335" fmla="*/ 1140039 w 1886469"/>
                <a:gd name="csY335" fmla="*/ 769451 h 2454076"/>
                <a:gd name="csX336" fmla="*/ 1145350 w 1886469"/>
                <a:gd name="csY336" fmla="*/ 768553 h 2454076"/>
                <a:gd name="csX337" fmla="*/ 1151695 w 1886469"/>
                <a:gd name="csY337" fmla="*/ 765707 h 2454076"/>
                <a:gd name="csX338" fmla="*/ 1156230 w 1886469"/>
                <a:gd name="csY338" fmla="*/ 764885 h 2454076"/>
                <a:gd name="csX339" fmla="*/ 1157082 w 1886469"/>
                <a:gd name="csY339" fmla="*/ 763873 h 2454076"/>
                <a:gd name="csX340" fmla="*/ 1155773 w 1886469"/>
                <a:gd name="csY340" fmla="*/ 762390 h 2454076"/>
                <a:gd name="csX341" fmla="*/ 1150919 w 1886469"/>
                <a:gd name="csY341" fmla="*/ 751997 h 2454076"/>
                <a:gd name="csX342" fmla="*/ 1149177 w 1886469"/>
                <a:gd name="csY342" fmla="*/ 749623 h 2454076"/>
                <a:gd name="csX343" fmla="*/ 1147404 w 1886469"/>
                <a:gd name="csY343" fmla="*/ 748565 h 2454076"/>
                <a:gd name="csX344" fmla="*/ 1143897 w 1886469"/>
                <a:gd name="csY344" fmla="*/ 748093 h 2454076"/>
                <a:gd name="csX345" fmla="*/ 1140495 w 1886469"/>
                <a:gd name="csY345" fmla="*/ 743498 h 2454076"/>
                <a:gd name="csX346" fmla="*/ 1138525 w 1886469"/>
                <a:gd name="csY346" fmla="*/ 739427 h 2454076"/>
                <a:gd name="csX347" fmla="*/ 1136417 w 1886469"/>
                <a:gd name="csY347" fmla="*/ 733873 h 2454076"/>
                <a:gd name="csX348" fmla="*/ 1133047 w 1886469"/>
                <a:gd name="csY348" fmla="*/ 723282 h 2454076"/>
                <a:gd name="csX349" fmla="*/ 1129699 w 1886469"/>
                <a:gd name="csY349" fmla="*/ 711359 h 2454076"/>
                <a:gd name="csX350" fmla="*/ 1131358 w 1886469"/>
                <a:gd name="csY350" fmla="*/ 704763 h 2454076"/>
                <a:gd name="csX351" fmla="*/ 1136904 w 1886469"/>
                <a:gd name="csY351" fmla="*/ 699558 h 2454076"/>
                <a:gd name="csX352" fmla="*/ 1142466 w 1886469"/>
                <a:gd name="csY352" fmla="*/ 695937 h 2454076"/>
                <a:gd name="csX353" fmla="*/ 1148036 w 1886469"/>
                <a:gd name="csY353" fmla="*/ 693913 h 2454076"/>
                <a:gd name="csX354" fmla="*/ 1152692 w 1886469"/>
                <a:gd name="csY354" fmla="*/ 693867 h 2454076"/>
                <a:gd name="csX355" fmla="*/ 1158307 w 1886469"/>
                <a:gd name="csY355" fmla="*/ 696766 h 2454076"/>
                <a:gd name="csX356" fmla="*/ 1166205 w 1886469"/>
                <a:gd name="csY356" fmla="*/ 702351 h 2454076"/>
                <a:gd name="csX357" fmla="*/ 1170740 w 1886469"/>
                <a:gd name="csY357" fmla="*/ 708643 h 2454076"/>
                <a:gd name="csX358" fmla="*/ 1176423 w 1886469"/>
                <a:gd name="csY358" fmla="*/ 721874 h 2454076"/>
                <a:gd name="csX359" fmla="*/ 1180174 w 1886469"/>
                <a:gd name="csY359" fmla="*/ 732306 h 2454076"/>
                <a:gd name="csX360" fmla="*/ 1183218 w 1886469"/>
                <a:gd name="csY360" fmla="*/ 736985 h 2454076"/>
                <a:gd name="csX361" fmla="*/ 1196837 w 1886469"/>
                <a:gd name="csY361" fmla="*/ 745423 h 2454076"/>
                <a:gd name="csX362" fmla="*/ 1201364 w 1886469"/>
                <a:gd name="csY362" fmla="*/ 746785 h 2454076"/>
                <a:gd name="csX363" fmla="*/ 1206743 w 1886469"/>
                <a:gd name="csY363" fmla="*/ 746107 h 2454076"/>
                <a:gd name="csX364" fmla="*/ 1217707 w 1886469"/>
                <a:gd name="csY364" fmla="*/ 743901 h 2454076"/>
                <a:gd name="csX365" fmla="*/ 1223094 w 1886469"/>
                <a:gd name="csY365" fmla="*/ 741588 h 2454076"/>
                <a:gd name="csX366" fmla="*/ 1225514 w 1886469"/>
                <a:gd name="csY366" fmla="*/ 738834 h 2454076"/>
                <a:gd name="csX367" fmla="*/ 1226754 w 1886469"/>
                <a:gd name="csY367" fmla="*/ 734870 h 2454076"/>
                <a:gd name="csX368" fmla="*/ 1228306 w 1886469"/>
                <a:gd name="csY368" fmla="*/ 731811 h 2454076"/>
                <a:gd name="csX369" fmla="*/ 1233153 w 1886469"/>
                <a:gd name="csY369" fmla="*/ 724758 h 2454076"/>
                <a:gd name="csX370" fmla="*/ 1240579 w 1886469"/>
                <a:gd name="csY370" fmla="*/ 709990 h 2454076"/>
                <a:gd name="csX371" fmla="*/ 1244687 w 1886469"/>
                <a:gd name="csY371" fmla="*/ 698204 h 2454076"/>
                <a:gd name="csX372" fmla="*/ 1245661 w 1886469"/>
                <a:gd name="csY372" fmla="*/ 694209 h 2454076"/>
                <a:gd name="csX373" fmla="*/ 1246483 w 1886469"/>
                <a:gd name="csY373" fmla="*/ 689363 h 2454076"/>
                <a:gd name="csX374" fmla="*/ 1247145 w 1886469"/>
                <a:gd name="csY374" fmla="*/ 683649 h 2454076"/>
                <a:gd name="csX375" fmla="*/ 1244832 w 1886469"/>
                <a:gd name="csY375" fmla="*/ 686692 h 2454076"/>
                <a:gd name="csX376" fmla="*/ 1232019 w 1886469"/>
                <a:gd name="csY376" fmla="*/ 715901 h 2454076"/>
                <a:gd name="csX377" fmla="*/ 1229364 w 1886469"/>
                <a:gd name="csY377" fmla="*/ 721136 h 2454076"/>
                <a:gd name="csX378" fmla="*/ 1221862 w 1886469"/>
                <a:gd name="csY378" fmla="*/ 729932 h 2454076"/>
                <a:gd name="csX379" fmla="*/ 1218689 w 1886469"/>
                <a:gd name="csY379" fmla="*/ 731347 h 2454076"/>
                <a:gd name="csX380" fmla="*/ 1213568 w 1886469"/>
                <a:gd name="csY380" fmla="*/ 730913 h 2454076"/>
                <a:gd name="csX381" fmla="*/ 1206781 w 1886469"/>
                <a:gd name="csY381" fmla="*/ 727025 h 2454076"/>
                <a:gd name="csX382" fmla="*/ 1198777 w 1886469"/>
                <a:gd name="csY382" fmla="*/ 733203 h 2454076"/>
                <a:gd name="csX383" fmla="*/ 1193923 w 1886469"/>
                <a:gd name="csY383" fmla="*/ 731636 h 2454076"/>
                <a:gd name="csX384" fmla="*/ 1189624 w 1886469"/>
                <a:gd name="csY384" fmla="*/ 727314 h 2454076"/>
                <a:gd name="csX385" fmla="*/ 1189571 w 1886469"/>
                <a:gd name="csY385" fmla="*/ 706855 h 2454076"/>
                <a:gd name="csX386" fmla="*/ 1184115 w 1886469"/>
                <a:gd name="csY386" fmla="*/ 690245 h 2454076"/>
                <a:gd name="csX387" fmla="*/ 1190141 w 1886469"/>
                <a:gd name="csY387" fmla="*/ 681754 h 2454076"/>
                <a:gd name="csX388" fmla="*/ 1195133 w 1886469"/>
                <a:gd name="csY388" fmla="*/ 676459 h 2454076"/>
                <a:gd name="csX389" fmla="*/ 1204019 w 1886469"/>
                <a:gd name="csY389" fmla="*/ 662591 h 2454076"/>
                <a:gd name="csX390" fmla="*/ 1205967 w 1886469"/>
                <a:gd name="csY390" fmla="*/ 662447 h 2454076"/>
                <a:gd name="csX391" fmla="*/ 1212404 w 1886469"/>
                <a:gd name="csY391" fmla="*/ 664646 h 2454076"/>
                <a:gd name="csX392" fmla="*/ 1208874 w 1886469"/>
                <a:gd name="csY392" fmla="*/ 661473 h 2454076"/>
                <a:gd name="csX393" fmla="*/ 1205419 w 1886469"/>
                <a:gd name="csY393" fmla="*/ 656763 h 2454076"/>
                <a:gd name="csX394" fmla="*/ 1197727 w 1886469"/>
                <a:gd name="csY394" fmla="*/ 657981 h 2454076"/>
                <a:gd name="csX395" fmla="*/ 1200443 w 1886469"/>
                <a:gd name="csY395" fmla="*/ 627455 h 2454076"/>
                <a:gd name="csX396" fmla="*/ 1195292 w 1886469"/>
                <a:gd name="csY396" fmla="*/ 650342 h 2454076"/>
                <a:gd name="csX397" fmla="*/ 1190043 w 1886469"/>
                <a:gd name="csY397" fmla="*/ 662180 h 2454076"/>
                <a:gd name="csX398" fmla="*/ 1186862 w 1886469"/>
                <a:gd name="csY398" fmla="*/ 668123 h 2454076"/>
                <a:gd name="csX399" fmla="*/ 1183301 w 1886469"/>
                <a:gd name="csY399" fmla="*/ 671528 h 2454076"/>
                <a:gd name="csX400" fmla="*/ 1169811 w 1886469"/>
                <a:gd name="csY400" fmla="*/ 674465 h 2454076"/>
                <a:gd name="csX401" fmla="*/ 1173129 w 1886469"/>
                <a:gd name="csY401" fmla="*/ 663489 h 2454076"/>
                <a:gd name="csX402" fmla="*/ 1176172 w 1886469"/>
                <a:gd name="csY402" fmla="*/ 647123 h 2454076"/>
                <a:gd name="csX403" fmla="*/ 1172954 w 1886469"/>
                <a:gd name="csY403" fmla="*/ 653263 h 2454076"/>
                <a:gd name="csX404" fmla="*/ 1165345 w 1886469"/>
                <a:gd name="csY404" fmla="*/ 662439 h 2454076"/>
                <a:gd name="csX405" fmla="*/ 1159654 w 1886469"/>
                <a:gd name="csY405" fmla="*/ 667233 h 2454076"/>
                <a:gd name="csX406" fmla="*/ 1154967 w 1886469"/>
                <a:gd name="csY406" fmla="*/ 669740 h 2454076"/>
                <a:gd name="csX407" fmla="*/ 1145867 w 1886469"/>
                <a:gd name="csY407" fmla="*/ 669135 h 2454076"/>
                <a:gd name="csX408" fmla="*/ 1141332 w 1886469"/>
                <a:gd name="csY408" fmla="*/ 664562 h 2454076"/>
                <a:gd name="csX409" fmla="*/ 1142626 w 1886469"/>
                <a:gd name="csY409" fmla="*/ 653278 h 2454076"/>
                <a:gd name="csX410" fmla="*/ 1142626 w 1886469"/>
                <a:gd name="csY410" fmla="*/ 639248 h 2454076"/>
                <a:gd name="csX411" fmla="*/ 1145403 w 1886469"/>
                <a:gd name="csY411" fmla="*/ 632690 h 2454076"/>
                <a:gd name="csX412" fmla="*/ 1149611 w 1886469"/>
                <a:gd name="csY412" fmla="*/ 624229 h 2454076"/>
                <a:gd name="csX413" fmla="*/ 1154122 w 1886469"/>
                <a:gd name="csY413" fmla="*/ 612740 h 2454076"/>
                <a:gd name="csX414" fmla="*/ 1157219 w 1886469"/>
                <a:gd name="csY414" fmla="*/ 600688 h 2454076"/>
                <a:gd name="csX415" fmla="*/ 1169301 w 1886469"/>
                <a:gd name="csY415" fmla="*/ 595278 h 2454076"/>
                <a:gd name="csX416" fmla="*/ 1181064 w 1886469"/>
                <a:gd name="csY416" fmla="*/ 593057 h 2454076"/>
                <a:gd name="csX417" fmla="*/ 1190910 w 1886469"/>
                <a:gd name="csY417" fmla="*/ 586612 h 2454076"/>
                <a:gd name="csX418" fmla="*/ 1195734 w 1886469"/>
                <a:gd name="csY418" fmla="*/ 585479 h 2454076"/>
                <a:gd name="csX419" fmla="*/ 1200352 w 1886469"/>
                <a:gd name="csY419" fmla="*/ 588545 h 2454076"/>
                <a:gd name="csX420" fmla="*/ 1219130 w 1886469"/>
                <a:gd name="csY420" fmla="*/ 593567 h 2454076"/>
                <a:gd name="csX421" fmla="*/ 1226838 w 1886469"/>
                <a:gd name="csY421" fmla="*/ 597378 h 2454076"/>
                <a:gd name="csX422" fmla="*/ 1230216 w 1886469"/>
                <a:gd name="csY422" fmla="*/ 600140 h 2454076"/>
                <a:gd name="csX423" fmla="*/ 1232719 w 1886469"/>
                <a:gd name="csY423" fmla="*/ 601129 h 2454076"/>
                <a:gd name="csX424" fmla="*/ 1235367 w 1886469"/>
                <a:gd name="csY424" fmla="*/ 597013 h 2454076"/>
                <a:gd name="csX425" fmla="*/ 1238730 w 1886469"/>
                <a:gd name="csY425" fmla="*/ 593019 h 2454076"/>
                <a:gd name="csX426" fmla="*/ 1250432 w 1886469"/>
                <a:gd name="csY426" fmla="*/ 593430 h 2454076"/>
                <a:gd name="csX427" fmla="*/ 1253658 w 1886469"/>
                <a:gd name="csY427" fmla="*/ 592692 h 2454076"/>
                <a:gd name="csX428" fmla="*/ 1256640 w 1886469"/>
                <a:gd name="csY428" fmla="*/ 590812 h 2454076"/>
                <a:gd name="csX429" fmla="*/ 1260270 w 1886469"/>
                <a:gd name="csY429" fmla="*/ 587008 h 2454076"/>
                <a:gd name="csX430" fmla="*/ 1264546 w 1886469"/>
                <a:gd name="csY430" fmla="*/ 581248 h 2454076"/>
                <a:gd name="csX431" fmla="*/ 1265200 w 1886469"/>
                <a:gd name="csY431" fmla="*/ 578410 h 2454076"/>
                <a:gd name="csX432" fmla="*/ 1262233 w 1886469"/>
                <a:gd name="csY432" fmla="*/ 578509 h 2454076"/>
                <a:gd name="csX433" fmla="*/ 1259258 w 1886469"/>
                <a:gd name="csY433" fmla="*/ 579962 h 2454076"/>
                <a:gd name="csX434" fmla="*/ 1254791 w 1886469"/>
                <a:gd name="csY434" fmla="*/ 584170 h 2454076"/>
                <a:gd name="csX435" fmla="*/ 1250493 w 1886469"/>
                <a:gd name="csY435" fmla="*/ 586430 h 2454076"/>
                <a:gd name="csX436" fmla="*/ 1246110 w 1886469"/>
                <a:gd name="csY436" fmla="*/ 586004 h 2454076"/>
                <a:gd name="csX437" fmla="*/ 1237261 w 1886469"/>
                <a:gd name="csY437" fmla="*/ 582450 h 2454076"/>
                <a:gd name="csX438" fmla="*/ 1221884 w 1886469"/>
                <a:gd name="csY438" fmla="*/ 581811 h 2454076"/>
                <a:gd name="csX439" fmla="*/ 1214040 w 1886469"/>
                <a:gd name="csY439" fmla="*/ 580191 h 2454076"/>
                <a:gd name="csX440" fmla="*/ 1210403 w 1886469"/>
                <a:gd name="csY440" fmla="*/ 578464 h 2454076"/>
                <a:gd name="csX441" fmla="*/ 1208356 w 1886469"/>
                <a:gd name="csY441" fmla="*/ 576082 h 2454076"/>
                <a:gd name="csX442" fmla="*/ 1206568 w 1886469"/>
                <a:gd name="csY442" fmla="*/ 572498 h 2454076"/>
                <a:gd name="csX443" fmla="*/ 1205031 w 1886469"/>
                <a:gd name="csY443" fmla="*/ 567697 h 2454076"/>
                <a:gd name="csX444" fmla="*/ 1205830 w 1886469"/>
                <a:gd name="csY444" fmla="*/ 564319 h 2454076"/>
                <a:gd name="csX445" fmla="*/ 1208965 w 1886469"/>
                <a:gd name="csY445" fmla="*/ 562371 h 2454076"/>
                <a:gd name="csX446" fmla="*/ 1211674 w 1886469"/>
                <a:gd name="csY446" fmla="*/ 561961 h 2454076"/>
                <a:gd name="csX447" fmla="*/ 1216018 w 1886469"/>
                <a:gd name="csY447" fmla="*/ 564616 h 2454076"/>
                <a:gd name="csX448" fmla="*/ 1220895 w 1886469"/>
                <a:gd name="csY448" fmla="*/ 569105 h 2454076"/>
                <a:gd name="csX449" fmla="*/ 1226206 w 1886469"/>
                <a:gd name="csY449" fmla="*/ 569683 h 2454076"/>
                <a:gd name="csX450" fmla="*/ 1224365 w 1886469"/>
                <a:gd name="csY450" fmla="*/ 565582 h 2454076"/>
                <a:gd name="csX451" fmla="*/ 1217616 w 1886469"/>
                <a:gd name="csY451" fmla="*/ 557312 h 2454076"/>
                <a:gd name="csX452" fmla="*/ 1212937 w 1886469"/>
                <a:gd name="csY452" fmla="*/ 550259 h 2454076"/>
                <a:gd name="csX453" fmla="*/ 1209011 w 1886469"/>
                <a:gd name="csY453" fmla="*/ 541532 h 2454076"/>
                <a:gd name="csX454" fmla="*/ 1205990 w 1886469"/>
                <a:gd name="csY454" fmla="*/ 532835 h 2454076"/>
                <a:gd name="csX455" fmla="*/ 1199287 w 1886469"/>
                <a:gd name="csY455" fmla="*/ 519079 h 2454076"/>
                <a:gd name="csX456" fmla="*/ 1193877 w 1886469"/>
                <a:gd name="csY456" fmla="*/ 505254 h 2454076"/>
                <a:gd name="csX457" fmla="*/ 1190065 w 1886469"/>
                <a:gd name="csY457" fmla="*/ 499083 h 2454076"/>
                <a:gd name="csX458" fmla="*/ 1186040 w 1886469"/>
                <a:gd name="csY458" fmla="*/ 496017 h 2454076"/>
                <a:gd name="csX459" fmla="*/ 1173775 w 1886469"/>
                <a:gd name="csY459" fmla="*/ 492182 h 2454076"/>
                <a:gd name="csX460" fmla="*/ 1171318 w 1886469"/>
                <a:gd name="csY460" fmla="*/ 489679 h 2454076"/>
                <a:gd name="csX461" fmla="*/ 1165459 w 1886469"/>
                <a:gd name="csY461" fmla="*/ 477346 h 2454076"/>
                <a:gd name="csX462" fmla="*/ 1163884 w 1886469"/>
                <a:gd name="csY462" fmla="*/ 456224 h 2454076"/>
                <a:gd name="csX463" fmla="*/ 1161320 w 1886469"/>
                <a:gd name="csY463" fmla="*/ 443183 h 2454076"/>
                <a:gd name="csX464" fmla="*/ 1163793 w 1886469"/>
                <a:gd name="csY464" fmla="*/ 426300 h 2454076"/>
                <a:gd name="csX465" fmla="*/ 1167879 w 1886469"/>
                <a:gd name="csY465" fmla="*/ 418562 h 2454076"/>
                <a:gd name="csX466" fmla="*/ 1192386 w 1886469"/>
                <a:gd name="csY466" fmla="*/ 424588 h 2454076"/>
                <a:gd name="csX467" fmla="*/ 1202726 w 1886469"/>
                <a:gd name="csY467" fmla="*/ 423683 h 2454076"/>
                <a:gd name="csX468" fmla="*/ 1215942 w 1886469"/>
                <a:gd name="csY468" fmla="*/ 425828 h 2454076"/>
                <a:gd name="csX469" fmla="*/ 1223056 w 1886469"/>
                <a:gd name="csY469" fmla="*/ 429982 h 2454076"/>
                <a:gd name="csX470" fmla="*/ 1231167 w 1886469"/>
                <a:gd name="csY470" fmla="*/ 440246 h 2454076"/>
                <a:gd name="csX471" fmla="*/ 1238418 w 1886469"/>
                <a:gd name="csY471" fmla="*/ 451720 h 2454076"/>
                <a:gd name="csX472" fmla="*/ 1245395 w 1886469"/>
                <a:gd name="csY472" fmla="*/ 459336 h 2454076"/>
                <a:gd name="csX473" fmla="*/ 1251816 w 1886469"/>
                <a:gd name="csY473" fmla="*/ 469676 h 2454076"/>
                <a:gd name="csX474" fmla="*/ 1258824 w 1886469"/>
                <a:gd name="csY474" fmla="*/ 484871 h 2454076"/>
                <a:gd name="csX475" fmla="*/ 1262948 w 1886469"/>
                <a:gd name="csY475" fmla="*/ 492099 h 2454076"/>
                <a:gd name="csX476" fmla="*/ 1266524 w 1886469"/>
                <a:gd name="csY476" fmla="*/ 496489 h 2454076"/>
                <a:gd name="csX477" fmla="*/ 1271332 w 1886469"/>
                <a:gd name="csY477" fmla="*/ 500263 h 2454076"/>
                <a:gd name="csX478" fmla="*/ 1280402 w 1886469"/>
                <a:gd name="csY478" fmla="*/ 505003 h 2454076"/>
                <a:gd name="csX479" fmla="*/ 1288307 w 1886469"/>
                <a:gd name="csY479" fmla="*/ 506563 h 2454076"/>
                <a:gd name="csX480" fmla="*/ 1292408 w 1886469"/>
                <a:gd name="csY480" fmla="*/ 505946 h 2454076"/>
                <a:gd name="csX481" fmla="*/ 1296791 w 1886469"/>
                <a:gd name="csY481" fmla="*/ 502515 h 2454076"/>
                <a:gd name="csX482" fmla="*/ 1299910 w 1886469"/>
                <a:gd name="csY482" fmla="*/ 498437 h 2454076"/>
                <a:gd name="csX483" fmla="*/ 1296433 w 1886469"/>
                <a:gd name="csY483" fmla="*/ 497311 h 2454076"/>
                <a:gd name="csX484" fmla="*/ 1287326 w 1886469"/>
                <a:gd name="csY484" fmla="*/ 497790 h 2454076"/>
                <a:gd name="csX485" fmla="*/ 1281003 w 1886469"/>
                <a:gd name="csY485" fmla="*/ 495622 h 2454076"/>
                <a:gd name="csX486" fmla="*/ 1277396 w 1886469"/>
                <a:gd name="csY486" fmla="*/ 490805 h 2454076"/>
                <a:gd name="csX487" fmla="*/ 1273562 w 1886469"/>
                <a:gd name="csY487" fmla="*/ 484277 h 2454076"/>
                <a:gd name="csX488" fmla="*/ 1267467 w 1886469"/>
                <a:gd name="csY488" fmla="*/ 471883 h 2454076"/>
                <a:gd name="csX489" fmla="*/ 1262856 w 1886469"/>
                <a:gd name="csY489" fmla="*/ 463711 h 2454076"/>
                <a:gd name="csX490" fmla="*/ 1252775 w 1886469"/>
                <a:gd name="csY490" fmla="*/ 450267 h 2454076"/>
                <a:gd name="csX491" fmla="*/ 1245326 w 1886469"/>
                <a:gd name="csY491" fmla="*/ 436762 h 2454076"/>
                <a:gd name="csX492" fmla="*/ 1239346 w 1886469"/>
                <a:gd name="csY492" fmla="*/ 423812 h 2454076"/>
                <a:gd name="csX493" fmla="*/ 1238791 w 1886469"/>
                <a:gd name="csY493" fmla="*/ 418144 h 2454076"/>
                <a:gd name="csX494" fmla="*/ 1243112 w 1886469"/>
                <a:gd name="csY494" fmla="*/ 414179 h 2454076"/>
                <a:gd name="csX495" fmla="*/ 1248423 w 1886469"/>
                <a:gd name="csY495" fmla="*/ 411395 h 2454076"/>
                <a:gd name="csX496" fmla="*/ 1281657 w 1886469"/>
                <a:gd name="csY496" fmla="*/ 402462 h 2454076"/>
                <a:gd name="csX497" fmla="*/ 1301485 w 1886469"/>
                <a:gd name="csY497" fmla="*/ 391696 h 2454076"/>
                <a:gd name="csX498" fmla="*/ 1309535 w 1886469"/>
                <a:gd name="csY498" fmla="*/ 379089 h 2454076"/>
                <a:gd name="csX499" fmla="*/ 1310494 w 1886469"/>
                <a:gd name="csY499" fmla="*/ 376129 h 2454076"/>
                <a:gd name="csX500" fmla="*/ 1337040 w 1886469"/>
                <a:gd name="csY500" fmla="*/ 358059 h 2454076"/>
                <a:gd name="csX501" fmla="*/ 1355810 w 1886469"/>
                <a:gd name="csY501" fmla="*/ 351325 h 2454076"/>
                <a:gd name="csX502" fmla="*/ 1363031 w 1886469"/>
                <a:gd name="csY502" fmla="*/ 350230 h 2454076"/>
                <a:gd name="csX503" fmla="*/ 1369567 w 1886469"/>
                <a:gd name="csY503" fmla="*/ 347293 h 2454076"/>
                <a:gd name="csX504" fmla="*/ 1369841 w 1886469"/>
                <a:gd name="csY504" fmla="*/ 345489 h 2454076"/>
                <a:gd name="csX505" fmla="*/ 1364119 w 1886469"/>
                <a:gd name="csY505" fmla="*/ 343024 h 2454076"/>
                <a:gd name="csX506" fmla="*/ 1358336 w 1886469"/>
                <a:gd name="csY506" fmla="*/ 341815 h 2454076"/>
                <a:gd name="csX507" fmla="*/ 1345212 w 1886469"/>
                <a:gd name="csY507" fmla="*/ 341891 h 2454076"/>
                <a:gd name="csX508" fmla="*/ 1333525 w 1886469"/>
                <a:gd name="csY508" fmla="*/ 339646 h 2454076"/>
                <a:gd name="csX509" fmla="*/ 1330002 w 1886469"/>
                <a:gd name="csY509" fmla="*/ 335545 h 2454076"/>
                <a:gd name="csX510" fmla="*/ 1330733 w 1886469"/>
                <a:gd name="csY510" fmla="*/ 328819 h 2454076"/>
                <a:gd name="csX511" fmla="*/ 1331851 w 1886469"/>
                <a:gd name="csY511" fmla="*/ 323014 h 2454076"/>
                <a:gd name="csX512" fmla="*/ 1335381 w 1886469"/>
                <a:gd name="csY512" fmla="*/ 313252 h 2454076"/>
                <a:gd name="csX513" fmla="*/ 1339163 w 1886469"/>
                <a:gd name="csY513" fmla="*/ 305872 h 2454076"/>
                <a:gd name="csX514" fmla="*/ 1355194 w 1886469"/>
                <a:gd name="csY514" fmla="*/ 284347 h 2454076"/>
                <a:gd name="csX515" fmla="*/ 1365983 w 1886469"/>
                <a:gd name="csY515" fmla="*/ 275171 h 2454076"/>
                <a:gd name="csX516" fmla="*/ 1369095 w 1886469"/>
                <a:gd name="csY516" fmla="*/ 268803 h 2454076"/>
                <a:gd name="csX517" fmla="*/ 1345881 w 1886469"/>
                <a:gd name="csY517" fmla="*/ 282970 h 2454076"/>
                <a:gd name="csX518" fmla="*/ 1337771 w 1886469"/>
                <a:gd name="csY518" fmla="*/ 293112 h 2454076"/>
                <a:gd name="csX519" fmla="*/ 1329622 w 1886469"/>
                <a:gd name="csY519" fmla="*/ 308177 h 2454076"/>
                <a:gd name="csX520" fmla="*/ 1325399 w 1886469"/>
                <a:gd name="csY520" fmla="*/ 312582 h 2454076"/>
                <a:gd name="csX521" fmla="*/ 1322386 w 1886469"/>
                <a:gd name="csY521" fmla="*/ 311418 h 2454076"/>
                <a:gd name="csX522" fmla="*/ 1319700 w 1886469"/>
                <a:gd name="csY522" fmla="*/ 312811 h 2454076"/>
                <a:gd name="csX523" fmla="*/ 1317326 w 1886469"/>
                <a:gd name="csY523" fmla="*/ 316752 h 2454076"/>
                <a:gd name="csX524" fmla="*/ 1315340 w 1886469"/>
                <a:gd name="csY524" fmla="*/ 323927 h 2454076"/>
                <a:gd name="csX525" fmla="*/ 1313735 w 1886469"/>
                <a:gd name="csY525" fmla="*/ 334274 h 2454076"/>
                <a:gd name="csX526" fmla="*/ 1312282 w 1886469"/>
                <a:gd name="csY526" fmla="*/ 341274 h 2454076"/>
                <a:gd name="csX527" fmla="*/ 1310973 w 1886469"/>
                <a:gd name="csY527" fmla="*/ 344995 h 2454076"/>
                <a:gd name="csX528" fmla="*/ 1307671 w 1886469"/>
                <a:gd name="csY528" fmla="*/ 350351 h 2454076"/>
                <a:gd name="csX529" fmla="*/ 1299720 w 1886469"/>
                <a:gd name="csY529" fmla="*/ 360775 h 2454076"/>
                <a:gd name="csX530" fmla="*/ 1281071 w 1886469"/>
                <a:gd name="csY530" fmla="*/ 375201 h 2454076"/>
                <a:gd name="csX531" fmla="*/ 1274794 w 1886469"/>
                <a:gd name="csY531" fmla="*/ 378838 h 2454076"/>
                <a:gd name="csX532" fmla="*/ 1269415 w 1886469"/>
                <a:gd name="csY532" fmla="*/ 379416 h 2454076"/>
                <a:gd name="csX533" fmla="*/ 1251999 w 1886469"/>
                <a:gd name="csY533" fmla="*/ 387443 h 2454076"/>
                <a:gd name="csX534" fmla="*/ 1246772 w 1886469"/>
                <a:gd name="csY534" fmla="*/ 387755 h 2454076"/>
                <a:gd name="csX535" fmla="*/ 1240982 w 1886469"/>
                <a:gd name="csY535" fmla="*/ 385328 h 2454076"/>
                <a:gd name="csX536" fmla="*/ 1243455 w 1886469"/>
                <a:gd name="csY536" fmla="*/ 378381 h 2454076"/>
                <a:gd name="csX537" fmla="*/ 1252669 w 1886469"/>
                <a:gd name="csY537" fmla="*/ 365462 h 2454076"/>
                <a:gd name="csX538" fmla="*/ 1255111 w 1886469"/>
                <a:gd name="csY538" fmla="*/ 359664 h 2454076"/>
                <a:gd name="csX539" fmla="*/ 1249222 w 1886469"/>
                <a:gd name="csY539" fmla="*/ 360935 h 2454076"/>
                <a:gd name="csX540" fmla="*/ 1243211 w 1886469"/>
                <a:gd name="csY540" fmla="*/ 364480 h 2454076"/>
                <a:gd name="csX541" fmla="*/ 1229942 w 1886469"/>
                <a:gd name="csY541" fmla="*/ 367402 h 2454076"/>
                <a:gd name="csX542" fmla="*/ 1224692 w 1886469"/>
                <a:gd name="csY542" fmla="*/ 372667 h 2454076"/>
                <a:gd name="csX543" fmla="*/ 1219609 w 1886469"/>
                <a:gd name="csY543" fmla="*/ 382163 h 2454076"/>
                <a:gd name="csX544" fmla="*/ 1215531 w 1886469"/>
                <a:gd name="csY544" fmla="*/ 388090 h 2454076"/>
                <a:gd name="csX545" fmla="*/ 1212465 w 1886469"/>
                <a:gd name="csY545" fmla="*/ 390494 h 2454076"/>
                <a:gd name="csX546" fmla="*/ 1208235 w 1886469"/>
                <a:gd name="csY546" fmla="*/ 391924 h 2454076"/>
                <a:gd name="csX547" fmla="*/ 1192690 w 1886469"/>
                <a:gd name="csY547" fmla="*/ 392655 h 2454076"/>
                <a:gd name="csX548" fmla="*/ 1189244 w 1886469"/>
                <a:gd name="csY548" fmla="*/ 392023 h 2454076"/>
                <a:gd name="csX549" fmla="*/ 1180296 w 1886469"/>
                <a:gd name="csY549" fmla="*/ 384856 h 2454076"/>
                <a:gd name="csX550" fmla="*/ 1172375 w 1886469"/>
                <a:gd name="csY550" fmla="*/ 387337 h 2454076"/>
                <a:gd name="csX551" fmla="*/ 1169104 w 1886469"/>
                <a:gd name="csY551" fmla="*/ 386857 h 2454076"/>
                <a:gd name="csX552" fmla="*/ 1163093 w 1886469"/>
                <a:gd name="csY552" fmla="*/ 381775 h 2454076"/>
                <a:gd name="csX553" fmla="*/ 1161305 w 1886469"/>
                <a:gd name="csY553" fmla="*/ 378465 h 2454076"/>
                <a:gd name="csX554" fmla="*/ 1161564 w 1886469"/>
                <a:gd name="csY554" fmla="*/ 373999 h 2454076"/>
                <a:gd name="csX555" fmla="*/ 1165041 w 1886469"/>
                <a:gd name="csY555" fmla="*/ 365546 h 2454076"/>
                <a:gd name="csX556" fmla="*/ 1169066 w 1886469"/>
                <a:gd name="csY556" fmla="*/ 357374 h 2454076"/>
                <a:gd name="csX557" fmla="*/ 1182152 w 1886469"/>
                <a:gd name="csY557" fmla="*/ 339220 h 2454076"/>
                <a:gd name="csX558" fmla="*/ 1190545 w 1886469"/>
                <a:gd name="csY558" fmla="*/ 330630 h 2454076"/>
                <a:gd name="csX559" fmla="*/ 1202635 w 1886469"/>
                <a:gd name="csY559" fmla="*/ 323181 h 2454076"/>
                <a:gd name="csX560" fmla="*/ 1231053 w 1886469"/>
                <a:gd name="csY560" fmla="*/ 314797 h 2454076"/>
                <a:gd name="csX561" fmla="*/ 1232339 w 1886469"/>
                <a:gd name="csY561" fmla="*/ 308618 h 2454076"/>
                <a:gd name="csX562" fmla="*/ 1203586 w 1886469"/>
                <a:gd name="csY562" fmla="*/ 315519 h 2454076"/>
                <a:gd name="csX563" fmla="*/ 1179124 w 1886469"/>
                <a:gd name="csY563" fmla="*/ 324185 h 2454076"/>
                <a:gd name="csX564" fmla="*/ 1175153 w 1886469"/>
                <a:gd name="csY564" fmla="*/ 327358 h 2454076"/>
                <a:gd name="csX565" fmla="*/ 1169461 w 1886469"/>
                <a:gd name="csY565" fmla="*/ 335773 h 2454076"/>
                <a:gd name="csX566" fmla="*/ 1151383 w 1886469"/>
                <a:gd name="csY566" fmla="*/ 365781 h 2454076"/>
                <a:gd name="csX567" fmla="*/ 1146050 w 1886469"/>
                <a:gd name="csY567" fmla="*/ 373245 h 2454076"/>
                <a:gd name="csX568" fmla="*/ 1137901 w 1886469"/>
                <a:gd name="csY568" fmla="*/ 375018 h 2454076"/>
                <a:gd name="csX569" fmla="*/ 1131662 w 1886469"/>
                <a:gd name="csY569" fmla="*/ 372500 h 2454076"/>
                <a:gd name="csX570" fmla="*/ 1126785 w 1886469"/>
                <a:gd name="csY570" fmla="*/ 368749 h 2454076"/>
                <a:gd name="csX571" fmla="*/ 1118393 w 1886469"/>
                <a:gd name="csY571" fmla="*/ 359961 h 2454076"/>
                <a:gd name="csX572" fmla="*/ 1112062 w 1886469"/>
                <a:gd name="csY572" fmla="*/ 355213 h 2454076"/>
                <a:gd name="csX573" fmla="*/ 1109065 w 1886469"/>
                <a:gd name="csY573" fmla="*/ 352018 h 2454076"/>
                <a:gd name="csX574" fmla="*/ 1107299 w 1886469"/>
                <a:gd name="csY574" fmla="*/ 348776 h 2454076"/>
                <a:gd name="csX575" fmla="*/ 1105861 w 1886469"/>
                <a:gd name="csY575" fmla="*/ 344972 h 2454076"/>
                <a:gd name="csX576" fmla="*/ 1104766 w 1886469"/>
                <a:gd name="csY576" fmla="*/ 340605 h 2454076"/>
                <a:gd name="csX577" fmla="*/ 1106820 w 1886469"/>
                <a:gd name="csY577" fmla="*/ 336945 h 2454076"/>
                <a:gd name="csX578" fmla="*/ 1122920 w 1886469"/>
                <a:gd name="csY578" fmla="*/ 328994 h 2454076"/>
                <a:gd name="csX579" fmla="*/ 1144794 w 1886469"/>
                <a:gd name="csY579" fmla="*/ 330546 h 2454076"/>
                <a:gd name="csX580" fmla="*/ 1154609 w 1886469"/>
                <a:gd name="csY580" fmla="*/ 328903 h 2454076"/>
                <a:gd name="csX581" fmla="*/ 1164265 w 1886469"/>
                <a:gd name="csY581" fmla="*/ 324079 h 2454076"/>
                <a:gd name="csX582" fmla="*/ 1178516 w 1886469"/>
                <a:gd name="csY582" fmla="*/ 311981 h 2454076"/>
                <a:gd name="csX583" fmla="*/ 1194022 w 1886469"/>
                <a:gd name="csY583" fmla="*/ 294809 h 2454076"/>
                <a:gd name="csX584" fmla="*/ 1197058 w 1886469"/>
                <a:gd name="csY584" fmla="*/ 289270 h 2454076"/>
                <a:gd name="csX585" fmla="*/ 1191397 w 1886469"/>
                <a:gd name="csY585" fmla="*/ 288052 h 2454076"/>
                <a:gd name="csX586" fmla="*/ 1187205 w 1886469"/>
                <a:gd name="csY586" fmla="*/ 289399 h 2454076"/>
                <a:gd name="csX587" fmla="*/ 1177116 w 1886469"/>
                <a:gd name="csY587" fmla="*/ 295600 h 2454076"/>
                <a:gd name="csX588" fmla="*/ 1161145 w 1886469"/>
                <a:gd name="csY588" fmla="*/ 312111 h 2454076"/>
                <a:gd name="csX589" fmla="*/ 1147214 w 1886469"/>
                <a:gd name="csY589" fmla="*/ 317893 h 2454076"/>
                <a:gd name="csX590" fmla="*/ 1112800 w 1886469"/>
                <a:gd name="csY590" fmla="*/ 320952 h 2454076"/>
                <a:gd name="csX591" fmla="*/ 1101874 w 1886469"/>
                <a:gd name="csY591" fmla="*/ 325502 h 2454076"/>
                <a:gd name="csX592" fmla="*/ 1097081 w 1886469"/>
                <a:gd name="csY592" fmla="*/ 324528 h 2454076"/>
                <a:gd name="csX593" fmla="*/ 1093467 w 1886469"/>
                <a:gd name="csY593" fmla="*/ 320092 h 2454076"/>
                <a:gd name="csX594" fmla="*/ 1089442 w 1886469"/>
                <a:gd name="csY594" fmla="*/ 311837 h 2454076"/>
                <a:gd name="csX595" fmla="*/ 1090157 w 1886469"/>
                <a:gd name="csY595" fmla="*/ 305179 h 2454076"/>
                <a:gd name="csX596" fmla="*/ 1098359 w 1886469"/>
                <a:gd name="csY596" fmla="*/ 297670 h 2454076"/>
                <a:gd name="csX597" fmla="*/ 1104781 w 1886469"/>
                <a:gd name="csY597" fmla="*/ 295912 h 2454076"/>
                <a:gd name="csX598" fmla="*/ 1105930 w 1886469"/>
                <a:gd name="csY598" fmla="*/ 294368 h 2454076"/>
                <a:gd name="csX599" fmla="*/ 1096815 w 1886469"/>
                <a:gd name="csY599" fmla="*/ 287048 h 2454076"/>
                <a:gd name="csX600" fmla="*/ 1096008 w 1886469"/>
                <a:gd name="csY600" fmla="*/ 283289 h 2454076"/>
                <a:gd name="csX601" fmla="*/ 1101273 w 1886469"/>
                <a:gd name="csY601" fmla="*/ 274935 h 2454076"/>
                <a:gd name="csX602" fmla="*/ 1112694 w 1886469"/>
                <a:gd name="csY602" fmla="*/ 262518 h 2454076"/>
                <a:gd name="csX603" fmla="*/ 1118469 w 1886469"/>
                <a:gd name="csY603" fmla="*/ 258577 h 2454076"/>
                <a:gd name="csX604" fmla="*/ 1129045 w 1886469"/>
                <a:gd name="csY604" fmla="*/ 256058 h 2454076"/>
                <a:gd name="csX605" fmla="*/ 1139932 w 1886469"/>
                <a:gd name="csY605" fmla="*/ 257428 h 2454076"/>
                <a:gd name="csX606" fmla="*/ 1140351 w 1886469"/>
                <a:gd name="csY606" fmla="*/ 255039 h 2454076"/>
                <a:gd name="csX607" fmla="*/ 1129585 w 1886469"/>
                <a:gd name="csY607" fmla="*/ 250276 h 2454076"/>
                <a:gd name="csX608" fmla="*/ 1121520 w 1886469"/>
                <a:gd name="csY608" fmla="*/ 249401 h 2454076"/>
                <a:gd name="csX609" fmla="*/ 1110860 w 1886469"/>
                <a:gd name="csY609" fmla="*/ 252764 h 2454076"/>
                <a:gd name="csX610" fmla="*/ 1082564 w 1886469"/>
                <a:gd name="csY610" fmla="*/ 272972 h 2454076"/>
                <a:gd name="csX611" fmla="*/ 1080160 w 1886469"/>
                <a:gd name="csY611" fmla="*/ 272364 h 2454076"/>
                <a:gd name="csX612" fmla="*/ 1076043 w 1886469"/>
                <a:gd name="csY612" fmla="*/ 268902 h 2454076"/>
                <a:gd name="csX613" fmla="*/ 1077223 w 1886469"/>
                <a:gd name="csY613" fmla="*/ 263926 h 2454076"/>
                <a:gd name="csX614" fmla="*/ 1092356 w 1886469"/>
                <a:gd name="csY614" fmla="*/ 242530 h 2454076"/>
                <a:gd name="csX615" fmla="*/ 1092858 w 1886469"/>
                <a:gd name="csY615" fmla="*/ 239129 h 2454076"/>
                <a:gd name="csX616" fmla="*/ 1081986 w 1886469"/>
                <a:gd name="csY616" fmla="*/ 239609 h 2454076"/>
                <a:gd name="csX617" fmla="*/ 1078798 w 1886469"/>
                <a:gd name="csY617" fmla="*/ 238589 h 2454076"/>
                <a:gd name="csX618" fmla="*/ 1075678 w 1886469"/>
                <a:gd name="csY618" fmla="*/ 236025 h 2454076"/>
                <a:gd name="csX619" fmla="*/ 1071250 w 1886469"/>
                <a:gd name="csY619" fmla="*/ 238300 h 2454076"/>
                <a:gd name="csX620" fmla="*/ 1065505 w 1886469"/>
                <a:gd name="csY620" fmla="*/ 245406 h 2454076"/>
                <a:gd name="csX621" fmla="*/ 1061458 w 1886469"/>
                <a:gd name="csY621" fmla="*/ 248427 h 2454076"/>
                <a:gd name="csX622" fmla="*/ 1059099 w 1886469"/>
                <a:gd name="csY622" fmla="*/ 247415 h 2454076"/>
                <a:gd name="csX623" fmla="*/ 1053096 w 1886469"/>
                <a:gd name="csY623" fmla="*/ 239008 h 2454076"/>
                <a:gd name="csX624" fmla="*/ 1053872 w 1886469"/>
                <a:gd name="csY624" fmla="*/ 231916 h 2454076"/>
                <a:gd name="csX625" fmla="*/ 1058650 w 1886469"/>
                <a:gd name="csY625" fmla="*/ 222969 h 2454076"/>
                <a:gd name="csX626" fmla="*/ 1063017 w 1886469"/>
                <a:gd name="csY626" fmla="*/ 216486 h 2454076"/>
                <a:gd name="csX627" fmla="*/ 1068945 w 1886469"/>
                <a:gd name="csY627" fmla="*/ 210529 h 2454076"/>
                <a:gd name="csX628" fmla="*/ 1078592 w 1886469"/>
                <a:gd name="csY628" fmla="*/ 203034 h 2454076"/>
                <a:gd name="csX629" fmla="*/ 1085577 w 1886469"/>
                <a:gd name="csY629" fmla="*/ 200501 h 2454076"/>
                <a:gd name="csX630" fmla="*/ 1096883 w 1886469"/>
                <a:gd name="csY630" fmla="*/ 200417 h 2454076"/>
                <a:gd name="csX631" fmla="*/ 1102270 w 1886469"/>
                <a:gd name="csY631" fmla="*/ 197054 h 2454076"/>
                <a:gd name="csX632" fmla="*/ 1107063 w 1886469"/>
                <a:gd name="csY632" fmla="*/ 191173 h 2454076"/>
                <a:gd name="csX633" fmla="*/ 1113067 w 1886469"/>
                <a:gd name="csY633" fmla="*/ 181586 h 2454076"/>
                <a:gd name="csX634" fmla="*/ 1119648 w 1886469"/>
                <a:gd name="csY634" fmla="*/ 174944 h 2454076"/>
                <a:gd name="csX635" fmla="*/ 1130406 w 1886469"/>
                <a:gd name="csY635" fmla="*/ 169458 h 2454076"/>
                <a:gd name="csX636" fmla="*/ 1139468 w 1886469"/>
                <a:gd name="csY636" fmla="*/ 171223 h 2454076"/>
                <a:gd name="csX637" fmla="*/ 1144475 w 1886469"/>
                <a:gd name="csY637" fmla="*/ 176001 h 2454076"/>
                <a:gd name="csX638" fmla="*/ 1148446 w 1886469"/>
                <a:gd name="csY638" fmla="*/ 184325 h 2454076"/>
                <a:gd name="csX639" fmla="*/ 1152715 w 1886469"/>
                <a:gd name="csY639" fmla="*/ 190663 h 2454076"/>
                <a:gd name="csX640" fmla="*/ 1153118 w 1886469"/>
                <a:gd name="csY640" fmla="*/ 185550 h 2454076"/>
                <a:gd name="csX641" fmla="*/ 1156648 w 1886469"/>
                <a:gd name="csY641" fmla="*/ 179220 h 2454076"/>
                <a:gd name="csX642" fmla="*/ 1161077 w 1886469"/>
                <a:gd name="csY642" fmla="*/ 176496 h 2454076"/>
                <a:gd name="csX643" fmla="*/ 1166403 w 1886469"/>
                <a:gd name="csY643" fmla="*/ 177401 h 2454076"/>
                <a:gd name="csX644" fmla="*/ 1171082 w 1886469"/>
                <a:gd name="csY644" fmla="*/ 180422 h 2454076"/>
                <a:gd name="csX645" fmla="*/ 1177131 w 1886469"/>
                <a:gd name="csY645" fmla="*/ 188068 h 2454076"/>
                <a:gd name="csX646" fmla="*/ 1182023 w 1886469"/>
                <a:gd name="csY646" fmla="*/ 191485 h 2454076"/>
                <a:gd name="csX647" fmla="*/ 1184321 w 1886469"/>
                <a:gd name="csY647" fmla="*/ 191279 h 2454076"/>
                <a:gd name="csX648" fmla="*/ 1187197 w 1886469"/>
                <a:gd name="csY648" fmla="*/ 187064 h 2454076"/>
                <a:gd name="csX649" fmla="*/ 1194851 w 1886469"/>
                <a:gd name="csY649" fmla="*/ 186973 h 2454076"/>
                <a:gd name="csX650" fmla="*/ 1194691 w 1886469"/>
                <a:gd name="csY650" fmla="*/ 185177 h 2454076"/>
                <a:gd name="csX651" fmla="*/ 1192196 w 1886469"/>
                <a:gd name="csY651" fmla="*/ 180749 h 2454076"/>
                <a:gd name="csX652" fmla="*/ 1189175 w 1886469"/>
                <a:gd name="csY652" fmla="*/ 177576 h 2454076"/>
                <a:gd name="csX653" fmla="*/ 1162058 w 1886469"/>
                <a:gd name="csY653" fmla="*/ 155275 h 2454076"/>
                <a:gd name="csX654" fmla="*/ 1161305 w 1886469"/>
                <a:gd name="csY654" fmla="*/ 150345 h 2454076"/>
                <a:gd name="csX655" fmla="*/ 1170443 w 1886469"/>
                <a:gd name="csY655" fmla="*/ 145704 h 2454076"/>
                <a:gd name="csX656" fmla="*/ 1176157 w 1886469"/>
                <a:gd name="csY656" fmla="*/ 140134 h 2454076"/>
                <a:gd name="csX657" fmla="*/ 1178843 w 1886469"/>
                <a:gd name="csY657" fmla="*/ 138773 h 2454076"/>
                <a:gd name="csX658" fmla="*/ 1185538 w 1886469"/>
                <a:gd name="csY658" fmla="*/ 126827 h 2454076"/>
                <a:gd name="csX659" fmla="*/ 1189913 w 1886469"/>
                <a:gd name="csY659" fmla="*/ 120565 h 2454076"/>
                <a:gd name="csX660" fmla="*/ 1198009 w 1886469"/>
                <a:gd name="csY660" fmla="*/ 113398 h 2454076"/>
                <a:gd name="csX661" fmla="*/ 1201258 w 1886469"/>
                <a:gd name="csY661" fmla="*/ 115361 h 2454076"/>
                <a:gd name="csX662" fmla="*/ 1205343 w 1886469"/>
                <a:gd name="csY662" fmla="*/ 121676 h 2454076"/>
                <a:gd name="csX663" fmla="*/ 1209300 w 1886469"/>
                <a:gd name="csY663" fmla="*/ 125610 h 2454076"/>
                <a:gd name="csX664" fmla="*/ 1220926 w 1886469"/>
                <a:gd name="csY664" fmla="*/ 129345 h 2454076"/>
                <a:gd name="csX665" fmla="*/ 1225902 w 1886469"/>
                <a:gd name="csY665" fmla="*/ 133226 h 2454076"/>
                <a:gd name="csX666" fmla="*/ 1234766 w 1886469"/>
                <a:gd name="csY666" fmla="*/ 155291 h 2454076"/>
                <a:gd name="csX667" fmla="*/ 1238296 w 1886469"/>
                <a:gd name="csY667" fmla="*/ 162420 h 2454076"/>
                <a:gd name="csX668" fmla="*/ 1243340 w 1886469"/>
                <a:gd name="csY668" fmla="*/ 169701 h 2454076"/>
                <a:gd name="csX669" fmla="*/ 1246338 w 1886469"/>
                <a:gd name="csY669" fmla="*/ 172433 h 2454076"/>
                <a:gd name="csX670" fmla="*/ 1252265 w 1886469"/>
                <a:gd name="csY670" fmla="*/ 174175 h 2454076"/>
                <a:gd name="csX671" fmla="*/ 1252874 w 1886469"/>
                <a:gd name="csY671" fmla="*/ 170082 h 2454076"/>
                <a:gd name="csX672" fmla="*/ 1245836 w 1886469"/>
                <a:gd name="csY672" fmla="*/ 159818 h 2454076"/>
                <a:gd name="csX673" fmla="*/ 1243904 w 1886469"/>
                <a:gd name="csY673" fmla="*/ 153837 h 2454076"/>
                <a:gd name="csX674" fmla="*/ 1244733 w 1886469"/>
                <a:gd name="csY674" fmla="*/ 148747 h 2454076"/>
                <a:gd name="csX675" fmla="*/ 1246232 w 1886469"/>
                <a:gd name="csY675" fmla="*/ 146062 h 2454076"/>
                <a:gd name="csX676" fmla="*/ 1248400 w 1886469"/>
                <a:gd name="csY676" fmla="*/ 145818 h 2454076"/>
                <a:gd name="csX677" fmla="*/ 1253954 w 1886469"/>
                <a:gd name="csY677" fmla="*/ 150376 h 2454076"/>
                <a:gd name="csX678" fmla="*/ 1268730 w 1886469"/>
                <a:gd name="csY678" fmla="*/ 165714 h 2454076"/>
                <a:gd name="csX679" fmla="*/ 1290818 w 1886469"/>
                <a:gd name="csY679" fmla="*/ 183640 h 2454076"/>
                <a:gd name="csX680" fmla="*/ 1299286 w 1886469"/>
                <a:gd name="csY680" fmla="*/ 187772 h 2454076"/>
                <a:gd name="csX681" fmla="*/ 1304513 w 1886469"/>
                <a:gd name="csY681" fmla="*/ 194087 h 2454076"/>
                <a:gd name="csX682" fmla="*/ 1309276 w 1886469"/>
                <a:gd name="csY682" fmla="*/ 201726 h 2454076"/>
                <a:gd name="csX683" fmla="*/ 1313971 w 1886469"/>
                <a:gd name="csY683" fmla="*/ 206968 h 2454076"/>
                <a:gd name="csX684" fmla="*/ 1314846 w 1886469"/>
                <a:gd name="csY684" fmla="*/ 206473 h 2454076"/>
                <a:gd name="csX685" fmla="*/ 1310471 w 1886469"/>
                <a:gd name="csY685" fmla="*/ 194680 h 2454076"/>
                <a:gd name="csX686" fmla="*/ 1299789 w 1886469"/>
                <a:gd name="csY686" fmla="*/ 179980 h 2454076"/>
                <a:gd name="csX687" fmla="*/ 1271211 w 1886469"/>
                <a:gd name="csY687" fmla="*/ 154461 h 2454076"/>
                <a:gd name="csX688" fmla="*/ 1259904 w 1886469"/>
                <a:gd name="csY688" fmla="*/ 140888 h 2454076"/>
                <a:gd name="csX689" fmla="*/ 1254434 w 1886469"/>
                <a:gd name="csY689" fmla="*/ 131636 h 2454076"/>
                <a:gd name="csX690" fmla="*/ 1250295 w 1886469"/>
                <a:gd name="csY690" fmla="*/ 122201 h 2454076"/>
                <a:gd name="csX691" fmla="*/ 1250211 w 1886469"/>
                <a:gd name="csY691" fmla="*/ 117012 h 2454076"/>
                <a:gd name="csX692" fmla="*/ 1254107 w 1886469"/>
                <a:gd name="csY692" fmla="*/ 110918 h 2454076"/>
                <a:gd name="csX693" fmla="*/ 1259349 w 1886469"/>
                <a:gd name="csY693" fmla="*/ 106056 h 2454076"/>
                <a:gd name="csX694" fmla="*/ 1265869 w 1886469"/>
                <a:gd name="csY694" fmla="*/ 104123 h 2454076"/>
                <a:gd name="csX695" fmla="*/ 1266653 w 1886469"/>
                <a:gd name="csY695" fmla="*/ 102092 h 2454076"/>
                <a:gd name="csX696" fmla="*/ 1260726 w 1886469"/>
                <a:gd name="csY696" fmla="*/ 94757 h 2454076"/>
                <a:gd name="csX697" fmla="*/ 1257226 w 1886469"/>
                <a:gd name="csY697" fmla="*/ 88381 h 2454076"/>
                <a:gd name="csX698" fmla="*/ 1257348 w 1886469"/>
                <a:gd name="csY698" fmla="*/ 83915 h 2454076"/>
                <a:gd name="csX699" fmla="*/ 1264424 w 1886469"/>
                <a:gd name="csY699" fmla="*/ 80491 h 2454076"/>
                <a:gd name="csX700" fmla="*/ 1268814 w 1886469"/>
                <a:gd name="csY700" fmla="*/ 81526 h 2454076"/>
                <a:gd name="csX701" fmla="*/ 1277161 w 1886469"/>
                <a:gd name="csY701" fmla="*/ 89591 h 2454076"/>
                <a:gd name="csX702" fmla="*/ 1284130 w 1886469"/>
                <a:gd name="csY702" fmla="*/ 93387 h 2454076"/>
                <a:gd name="csX703" fmla="*/ 1285256 w 1886469"/>
                <a:gd name="csY703" fmla="*/ 90938 h 2454076"/>
                <a:gd name="csX704" fmla="*/ 1278058 w 1886469"/>
                <a:gd name="csY704" fmla="*/ 69375 h 2454076"/>
                <a:gd name="csX705" fmla="*/ 1277389 w 1886469"/>
                <a:gd name="csY705" fmla="*/ 64460 h 2454076"/>
                <a:gd name="csX706" fmla="*/ 1278454 w 1886469"/>
                <a:gd name="csY706" fmla="*/ 61576 h 2454076"/>
                <a:gd name="csX707" fmla="*/ 1280980 w 1886469"/>
                <a:gd name="csY707" fmla="*/ 58639 h 2454076"/>
                <a:gd name="csX708" fmla="*/ 1288520 w 1886469"/>
                <a:gd name="csY708" fmla="*/ 60321 h 2454076"/>
                <a:gd name="csX709" fmla="*/ 1300930 w 1886469"/>
                <a:gd name="csY709" fmla="*/ 70942 h 2454076"/>
                <a:gd name="csX710" fmla="*/ 1323154 w 1886469"/>
                <a:gd name="csY710" fmla="*/ 76238 h 2454076"/>
                <a:gd name="csX711" fmla="*/ 1329264 w 1886469"/>
                <a:gd name="csY711" fmla="*/ 75446 h 2454076"/>
                <a:gd name="csX712" fmla="*/ 1328343 w 1886469"/>
                <a:gd name="csY712" fmla="*/ 73012 h 2454076"/>
                <a:gd name="csX713" fmla="*/ 1319472 w 1886469"/>
                <a:gd name="csY713" fmla="*/ 66468 h 2454076"/>
                <a:gd name="csX714" fmla="*/ 1310182 w 1886469"/>
                <a:gd name="csY714" fmla="*/ 57620 h 2454076"/>
                <a:gd name="csX715" fmla="*/ 1306088 w 1886469"/>
                <a:gd name="csY715" fmla="*/ 52248 h 2454076"/>
                <a:gd name="csX716" fmla="*/ 1303083 w 1886469"/>
                <a:gd name="csY716" fmla="*/ 44974 h 2454076"/>
                <a:gd name="csX717" fmla="*/ 1299522 w 1886469"/>
                <a:gd name="csY717" fmla="*/ 38903 h 2454076"/>
                <a:gd name="csX718" fmla="*/ 1299225 w 1886469"/>
                <a:gd name="csY718" fmla="*/ 35981 h 2454076"/>
                <a:gd name="csX719" fmla="*/ 1304962 w 1886469"/>
                <a:gd name="csY719" fmla="*/ 31233 h 2454076"/>
                <a:gd name="csX720" fmla="*/ 1320035 w 1886469"/>
                <a:gd name="csY720" fmla="*/ 32161 h 2454076"/>
                <a:gd name="csX721" fmla="*/ 1334035 w 1886469"/>
                <a:gd name="csY721" fmla="*/ 39443 h 2454076"/>
                <a:gd name="csX722" fmla="*/ 1345912 w 1886469"/>
                <a:gd name="csY722" fmla="*/ 36810 h 2454076"/>
                <a:gd name="csX723" fmla="*/ 1353398 w 1886469"/>
                <a:gd name="csY723" fmla="*/ 38621 h 2454076"/>
                <a:gd name="csX724" fmla="*/ 1356358 w 1886469"/>
                <a:gd name="csY724" fmla="*/ 40812 h 2454076"/>
                <a:gd name="csX725" fmla="*/ 1361776 w 1886469"/>
                <a:gd name="csY725" fmla="*/ 48702 h 2454076"/>
                <a:gd name="csX726" fmla="*/ 1378963 w 1886469"/>
                <a:gd name="csY726" fmla="*/ 76854 h 2454076"/>
                <a:gd name="csX727" fmla="*/ 1380789 w 1886469"/>
                <a:gd name="csY727" fmla="*/ 81282 h 2454076"/>
                <a:gd name="csX728" fmla="*/ 1382745 w 1886469"/>
                <a:gd name="csY728" fmla="*/ 87985 h 2454076"/>
                <a:gd name="csX729" fmla="*/ 1384829 w 1886469"/>
                <a:gd name="csY729" fmla="*/ 96948 h 2454076"/>
                <a:gd name="csX730" fmla="*/ 1387759 w 1886469"/>
                <a:gd name="csY730" fmla="*/ 99368 h 2454076"/>
                <a:gd name="csX731" fmla="*/ 1393420 w 1886469"/>
                <a:gd name="csY731" fmla="*/ 93228 h 2454076"/>
                <a:gd name="csX732" fmla="*/ 1397231 w 1886469"/>
                <a:gd name="csY732" fmla="*/ 87247 h 2454076"/>
                <a:gd name="csX733" fmla="*/ 1395580 w 1886469"/>
                <a:gd name="csY733" fmla="*/ 81434 h 2454076"/>
                <a:gd name="csX734" fmla="*/ 1386100 w 1886469"/>
                <a:gd name="csY734" fmla="*/ 67990 h 2454076"/>
                <a:gd name="csX735" fmla="*/ 1383947 w 1886469"/>
                <a:gd name="csY735" fmla="*/ 62200 h 2454076"/>
                <a:gd name="csX736" fmla="*/ 1379199 w 1886469"/>
                <a:gd name="csY736" fmla="*/ 52354 h 2454076"/>
                <a:gd name="csX737" fmla="*/ 1368555 w 1886469"/>
                <a:gd name="csY737" fmla="*/ 34543 h 2454076"/>
                <a:gd name="csX738" fmla="*/ 1365717 w 1886469"/>
                <a:gd name="csY738" fmla="*/ 26173 h 2454076"/>
                <a:gd name="csX739" fmla="*/ 1363929 w 1886469"/>
                <a:gd name="csY739" fmla="*/ 19006 h 2454076"/>
                <a:gd name="csX740" fmla="*/ 1393397 w 1886469"/>
                <a:gd name="csY740" fmla="*/ 12212 h 2454076"/>
                <a:gd name="csX741" fmla="*/ 1421807 w 1886469"/>
                <a:gd name="csY741" fmla="*/ 18207 h 2454076"/>
                <a:gd name="csX742" fmla="*/ 1426426 w 1886469"/>
                <a:gd name="csY742" fmla="*/ 22438 h 2454076"/>
                <a:gd name="csX743" fmla="*/ 1429454 w 1886469"/>
                <a:gd name="csY743" fmla="*/ 28304 h 2454076"/>
                <a:gd name="csX744" fmla="*/ 1432429 w 1886469"/>
                <a:gd name="csY744" fmla="*/ 37183 h 2454076"/>
                <a:gd name="csX745" fmla="*/ 1436986 w 1886469"/>
                <a:gd name="csY745" fmla="*/ 46199 h 2454076"/>
                <a:gd name="csX746" fmla="*/ 1446193 w 1886469"/>
                <a:gd name="csY746" fmla="*/ 59895 h 2454076"/>
                <a:gd name="csX747" fmla="*/ 1459287 w 1886469"/>
                <a:gd name="csY747" fmla="*/ 68340 h 2454076"/>
                <a:gd name="csX748" fmla="*/ 1456784 w 1886469"/>
                <a:gd name="csY748" fmla="*/ 62588 h 2454076"/>
                <a:gd name="csX749" fmla="*/ 1446984 w 1886469"/>
                <a:gd name="csY749" fmla="*/ 47500 h 2454076"/>
                <a:gd name="csX750" fmla="*/ 1442556 w 1886469"/>
                <a:gd name="csY750" fmla="*/ 37069 h 2454076"/>
                <a:gd name="csX751" fmla="*/ 1442578 w 1886469"/>
                <a:gd name="csY751" fmla="*/ 29955 h 2454076"/>
                <a:gd name="csX752" fmla="*/ 1443370 w 1886469"/>
                <a:gd name="csY752" fmla="*/ 24500 h 2454076"/>
                <a:gd name="csX753" fmla="*/ 1444922 w 1886469"/>
                <a:gd name="csY753" fmla="*/ 20726 h 2454076"/>
                <a:gd name="csX754" fmla="*/ 1456015 w 1886469"/>
                <a:gd name="csY754" fmla="*/ 6201 h 2454076"/>
                <a:gd name="csX755" fmla="*/ 1471872 w 1886469"/>
                <a:gd name="csY755" fmla="*/ 1788 h 2454076"/>
                <a:gd name="csX756" fmla="*/ 1473705 w 1886469"/>
                <a:gd name="csY756" fmla="*/ 2602 h 2454076"/>
                <a:gd name="csX757" fmla="*/ 1486031 w 1886469"/>
                <a:gd name="csY757" fmla="*/ 24903 h 2454076"/>
                <a:gd name="csX758" fmla="*/ 1491882 w 1886469"/>
                <a:gd name="csY758" fmla="*/ 33919 h 2454076"/>
                <a:gd name="csX759" fmla="*/ 1495975 w 1886469"/>
                <a:gd name="csY759" fmla="*/ 37525 h 2454076"/>
                <a:gd name="csX760" fmla="*/ 1496135 w 1886469"/>
                <a:gd name="csY760" fmla="*/ 35958 h 2454076"/>
                <a:gd name="csX761" fmla="*/ 1490467 w 1886469"/>
                <a:gd name="csY761" fmla="*/ 25831 h 2454076"/>
                <a:gd name="csX762" fmla="*/ 1486107 w 1886469"/>
                <a:gd name="csY762" fmla="*/ 20284 h 2454076"/>
                <a:gd name="csX763" fmla="*/ 1485658 w 1886469"/>
                <a:gd name="csY763" fmla="*/ 16800 h 2454076"/>
                <a:gd name="csX764" fmla="*/ 1492886 w 1886469"/>
                <a:gd name="csY764" fmla="*/ 5935 h 2454076"/>
                <a:gd name="csX765" fmla="*/ 1497467 w 1886469"/>
                <a:gd name="csY765" fmla="*/ 3196 h 2454076"/>
                <a:gd name="csX766" fmla="*/ 1516701 w 1886469"/>
                <a:gd name="csY766" fmla="*/ 0 h 2454076"/>
                <a:gd name="csX767" fmla="*/ 1518885 w 1886469"/>
                <a:gd name="csY767" fmla="*/ 1156 h 2454076"/>
                <a:gd name="csX768" fmla="*/ 1520711 w 1886469"/>
                <a:gd name="csY768" fmla="*/ 4185 h 2454076"/>
                <a:gd name="csX769" fmla="*/ 1525253 w 1886469"/>
                <a:gd name="csY769" fmla="*/ 16130 h 2454076"/>
                <a:gd name="csX770" fmla="*/ 1527034 w 1886469"/>
                <a:gd name="csY770" fmla="*/ 17629 h 2454076"/>
                <a:gd name="csX771" fmla="*/ 1048789 w 1886469"/>
                <a:gd name="csY771" fmla="*/ 310734 h 2454076"/>
                <a:gd name="csX772" fmla="*/ 1051582 w 1886469"/>
                <a:gd name="csY772" fmla="*/ 322253 h 2454076"/>
                <a:gd name="csX773" fmla="*/ 1061884 w 1886469"/>
                <a:gd name="csY773" fmla="*/ 349294 h 2454076"/>
                <a:gd name="csX774" fmla="*/ 1066548 w 1886469"/>
                <a:gd name="csY774" fmla="*/ 358972 h 2454076"/>
                <a:gd name="csX775" fmla="*/ 1074476 w 1886469"/>
                <a:gd name="csY775" fmla="*/ 370902 h 2454076"/>
                <a:gd name="csX776" fmla="*/ 1075457 w 1886469"/>
                <a:gd name="csY776" fmla="*/ 375170 h 2454076"/>
                <a:gd name="csX777" fmla="*/ 1075549 w 1886469"/>
                <a:gd name="csY777" fmla="*/ 376958 h 2454076"/>
                <a:gd name="csX778" fmla="*/ 1075321 w 1886469"/>
                <a:gd name="csY778" fmla="*/ 383243 h 2454076"/>
                <a:gd name="csX779" fmla="*/ 1077580 w 1886469"/>
                <a:gd name="csY779" fmla="*/ 385564 h 2454076"/>
                <a:gd name="csX780" fmla="*/ 1084405 w 1886469"/>
                <a:gd name="csY780" fmla="*/ 389163 h 2454076"/>
                <a:gd name="csX781" fmla="*/ 1092006 w 1886469"/>
                <a:gd name="csY781" fmla="*/ 395622 h 2454076"/>
                <a:gd name="csX782" fmla="*/ 1093376 w 1886469"/>
                <a:gd name="csY782" fmla="*/ 395257 h 2454076"/>
                <a:gd name="csX783" fmla="*/ 1096023 w 1886469"/>
                <a:gd name="csY783" fmla="*/ 391438 h 2454076"/>
                <a:gd name="csX784" fmla="*/ 1099204 w 1886469"/>
                <a:gd name="csY784" fmla="*/ 390388 h 2454076"/>
                <a:gd name="csX785" fmla="*/ 1103381 w 1886469"/>
                <a:gd name="csY785" fmla="*/ 391308 h 2454076"/>
                <a:gd name="csX786" fmla="*/ 1105382 w 1886469"/>
                <a:gd name="csY786" fmla="*/ 394040 h 2454076"/>
                <a:gd name="csX787" fmla="*/ 1106843 w 1886469"/>
                <a:gd name="csY787" fmla="*/ 398049 h 2454076"/>
                <a:gd name="csX788" fmla="*/ 1107459 w 1886469"/>
                <a:gd name="csY788" fmla="*/ 400910 h 2454076"/>
                <a:gd name="csX789" fmla="*/ 1107550 w 1886469"/>
                <a:gd name="csY789" fmla="*/ 403117 h 2454076"/>
                <a:gd name="csX790" fmla="*/ 1106052 w 1886469"/>
                <a:gd name="csY790" fmla="*/ 407400 h 2454076"/>
                <a:gd name="csX791" fmla="*/ 1106219 w 1886469"/>
                <a:gd name="csY791" fmla="*/ 409044 h 2454076"/>
                <a:gd name="csX792" fmla="*/ 1107117 w 1886469"/>
                <a:gd name="csY792" fmla="*/ 411030 h 2454076"/>
                <a:gd name="csX793" fmla="*/ 1107276 w 1886469"/>
                <a:gd name="csY793" fmla="*/ 413350 h 2454076"/>
                <a:gd name="csX794" fmla="*/ 1105770 w 1886469"/>
                <a:gd name="csY794" fmla="*/ 422382 h 2454076"/>
                <a:gd name="csX795" fmla="*/ 1106188 w 1886469"/>
                <a:gd name="csY795" fmla="*/ 425684 h 2454076"/>
                <a:gd name="csX796" fmla="*/ 1110008 w 1886469"/>
                <a:gd name="csY796" fmla="*/ 433825 h 2454076"/>
                <a:gd name="csX797" fmla="*/ 1113470 w 1886469"/>
                <a:gd name="csY797" fmla="*/ 437865 h 2454076"/>
                <a:gd name="csX798" fmla="*/ 1120295 w 1886469"/>
                <a:gd name="csY798" fmla="*/ 442240 h 2454076"/>
                <a:gd name="csX799" fmla="*/ 1124738 w 1886469"/>
                <a:gd name="csY799" fmla="*/ 441920 h 2454076"/>
                <a:gd name="csX800" fmla="*/ 1127500 w 1886469"/>
                <a:gd name="csY800" fmla="*/ 444690 h 2454076"/>
                <a:gd name="csX801" fmla="*/ 1127568 w 1886469"/>
                <a:gd name="csY801" fmla="*/ 442986 h 2454076"/>
                <a:gd name="csX802" fmla="*/ 1126313 w 1886469"/>
                <a:gd name="csY802" fmla="*/ 437827 h 2454076"/>
                <a:gd name="csX803" fmla="*/ 1123635 w 1886469"/>
                <a:gd name="csY803" fmla="*/ 430469 h 2454076"/>
                <a:gd name="csX804" fmla="*/ 1118689 w 1886469"/>
                <a:gd name="csY804" fmla="*/ 426665 h 2454076"/>
                <a:gd name="csX805" fmla="*/ 1117967 w 1886469"/>
                <a:gd name="csY805" fmla="*/ 422328 h 2454076"/>
                <a:gd name="csX806" fmla="*/ 1117601 w 1886469"/>
                <a:gd name="csY806" fmla="*/ 414895 h 2454076"/>
                <a:gd name="csX807" fmla="*/ 1118027 w 1886469"/>
                <a:gd name="csY807" fmla="*/ 409972 h 2454076"/>
                <a:gd name="csX808" fmla="*/ 1120561 w 1886469"/>
                <a:gd name="csY808" fmla="*/ 405985 h 2454076"/>
                <a:gd name="csX809" fmla="*/ 1122707 w 1886469"/>
                <a:gd name="csY809" fmla="*/ 404699 h 2454076"/>
                <a:gd name="csX810" fmla="*/ 1129098 w 1886469"/>
                <a:gd name="csY810" fmla="*/ 404517 h 2454076"/>
                <a:gd name="csX811" fmla="*/ 1132621 w 1886469"/>
                <a:gd name="csY811" fmla="*/ 406297 h 2454076"/>
                <a:gd name="csX812" fmla="*/ 1138707 w 1886469"/>
                <a:gd name="csY812" fmla="*/ 411859 h 2454076"/>
                <a:gd name="csX813" fmla="*/ 1139339 w 1886469"/>
                <a:gd name="csY813" fmla="*/ 414880 h 2454076"/>
                <a:gd name="csX814" fmla="*/ 1139666 w 1886469"/>
                <a:gd name="csY814" fmla="*/ 420829 h 2454076"/>
                <a:gd name="csX815" fmla="*/ 1139917 w 1886469"/>
                <a:gd name="csY815" fmla="*/ 432706 h 2454076"/>
                <a:gd name="csX816" fmla="*/ 1139765 w 1886469"/>
                <a:gd name="csY816" fmla="*/ 435248 h 2454076"/>
                <a:gd name="csX817" fmla="*/ 1134561 w 1886469"/>
                <a:gd name="csY817" fmla="*/ 441905 h 2454076"/>
                <a:gd name="csX818" fmla="*/ 1133427 w 1886469"/>
                <a:gd name="csY818" fmla="*/ 446402 h 2454076"/>
                <a:gd name="csX819" fmla="*/ 1134743 w 1886469"/>
                <a:gd name="csY819" fmla="*/ 447672 h 2454076"/>
                <a:gd name="csX820" fmla="*/ 1139210 w 1886469"/>
                <a:gd name="csY820" fmla="*/ 448669 h 2454076"/>
                <a:gd name="csX821" fmla="*/ 1146103 w 1886469"/>
                <a:gd name="csY821" fmla="*/ 452740 h 2454076"/>
                <a:gd name="csX822" fmla="*/ 1148804 w 1886469"/>
                <a:gd name="csY822" fmla="*/ 453151 h 2454076"/>
                <a:gd name="csX823" fmla="*/ 1151490 w 1886469"/>
                <a:gd name="csY823" fmla="*/ 462532 h 2454076"/>
                <a:gd name="csX824" fmla="*/ 1153605 w 1886469"/>
                <a:gd name="csY824" fmla="*/ 471411 h 2454076"/>
                <a:gd name="csX825" fmla="*/ 1152061 w 1886469"/>
                <a:gd name="csY825" fmla="*/ 482170 h 2454076"/>
                <a:gd name="csX826" fmla="*/ 1150037 w 1886469"/>
                <a:gd name="csY826" fmla="*/ 499274 h 2454076"/>
                <a:gd name="csX827" fmla="*/ 1148416 w 1886469"/>
                <a:gd name="csY827" fmla="*/ 503162 h 2454076"/>
                <a:gd name="csX828" fmla="*/ 1146818 w 1886469"/>
                <a:gd name="csY828" fmla="*/ 509051 h 2454076"/>
                <a:gd name="csX829" fmla="*/ 1147937 w 1886469"/>
                <a:gd name="csY829" fmla="*/ 510116 h 2454076"/>
                <a:gd name="csX830" fmla="*/ 1154723 w 1886469"/>
                <a:gd name="csY830" fmla="*/ 507772 h 2454076"/>
                <a:gd name="csX831" fmla="*/ 1156093 w 1886469"/>
                <a:gd name="csY831" fmla="*/ 506973 h 2454076"/>
                <a:gd name="csX832" fmla="*/ 1160628 w 1886469"/>
                <a:gd name="csY832" fmla="*/ 501221 h 2454076"/>
                <a:gd name="csX833" fmla="*/ 1167285 w 1886469"/>
                <a:gd name="csY833" fmla="*/ 502561 h 2454076"/>
                <a:gd name="csX834" fmla="*/ 1169522 w 1886469"/>
                <a:gd name="csY834" fmla="*/ 504052 h 2454076"/>
                <a:gd name="csX835" fmla="*/ 1170625 w 1886469"/>
                <a:gd name="csY835" fmla="*/ 506068 h 2454076"/>
                <a:gd name="csX836" fmla="*/ 1172657 w 1886469"/>
                <a:gd name="csY836" fmla="*/ 512467 h 2454076"/>
                <a:gd name="csX837" fmla="*/ 1174331 w 1886469"/>
                <a:gd name="csY837" fmla="*/ 520890 h 2454076"/>
                <a:gd name="csX838" fmla="*/ 1175571 w 1886469"/>
                <a:gd name="csY838" fmla="*/ 520121 h 2454076"/>
                <a:gd name="csX839" fmla="*/ 1178668 w 1886469"/>
                <a:gd name="csY839" fmla="*/ 509895 h 2454076"/>
                <a:gd name="csX840" fmla="*/ 1179794 w 1886469"/>
                <a:gd name="csY840" fmla="*/ 507362 h 2454076"/>
                <a:gd name="csX841" fmla="*/ 1181338 w 1886469"/>
                <a:gd name="csY841" fmla="*/ 504904 h 2454076"/>
                <a:gd name="csX842" fmla="*/ 1181993 w 1886469"/>
                <a:gd name="csY842" fmla="*/ 505360 h 2454076"/>
                <a:gd name="csX843" fmla="*/ 1185120 w 1886469"/>
                <a:gd name="csY843" fmla="*/ 514924 h 2454076"/>
                <a:gd name="csX844" fmla="*/ 1192074 w 1886469"/>
                <a:gd name="csY844" fmla="*/ 531625 h 2454076"/>
                <a:gd name="csX845" fmla="*/ 1194463 w 1886469"/>
                <a:gd name="csY845" fmla="*/ 538450 h 2454076"/>
                <a:gd name="csX846" fmla="*/ 1194927 w 1886469"/>
                <a:gd name="csY846" fmla="*/ 543472 h 2454076"/>
                <a:gd name="csX847" fmla="*/ 1191952 w 1886469"/>
                <a:gd name="csY847" fmla="*/ 549300 h 2454076"/>
                <a:gd name="csX848" fmla="*/ 1189632 w 1886469"/>
                <a:gd name="csY848" fmla="*/ 552199 h 2454076"/>
                <a:gd name="csX849" fmla="*/ 1172512 w 1886469"/>
                <a:gd name="csY849" fmla="*/ 564494 h 2454076"/>
                <a:gd name="csX850" fmla="*/ 1164851 w 1886469"/>
                <a:gd name="csY850" fmla="*/ 571395 h 2454076"/>
                <a:gd name="csX851" fmla="*/ 1161031 w 1886469"/>
                <a:gd name="csY851" fmla="*/ 576706 h 2454076"/>
                <a:gd name="csX852" fmla="*/ 1159083 w 1886469"/>
                <a:gd name="csY852" fmla="*/ 578471 h 2454076"/>
                <a:gd name="csX853" fmla="*/ 1154967 w 1886469"/>
                <a:gd name="csY853" fmla="*/ 577649 h 2454076"/>
                <a:gd name="csX854" fmla="*/ 1154031 w 1886469"/>
                <a:gd name="csY854" fmla="*/ 578532 h 2454076"/>
                <a:gd name="csX855" fmla="*/ 1152760 w 1886469"/>
                <a:gd name="csY855" fmla="*/ 587008 h 2454076"/>
                <a:gd name="csX856" fmla="*/ 1151399 w 1886469"/>
                <a:gd name="csY856" fmla="*/ 590614 h 2454076"/>
                <a:gd name="csX857" fmla="*/ 1147853 w 1886469"/>
                <a:gd name="csY857" fmla="*/ 596420 h 2454076"/>
                <a:gd name="csX858" fmla="*/ 1142892 w 1886469"/>
                <a:gd name="csY858" fmla="*/ 606866 h 2454076"/>
                <a:gd name="csX859" fmla="*/ 1139932 w 1886469"/>
                <a:gd name="csY859" fmla="*/ 611424 h 2454076"/>
                <a:gd name="csX860" fmla="*/ 1134721 w 1886469"/>
                <a:gd name="csY860" fmla="*/ 608099 h 2454076"/>
                <a:gd name="csX861" fmla="*/ 1133427 w 1886469"/>
                <a:gd name="csY861" fmla="*/ 603237 h 2454076"/>
                <a:gd name="csX862" fmla="*/ 1132704 w 1886469"/>
                <a:gd name="csY862" fmla="*/ 592220 h 2454076"/>
                <a:gd name="csX863" fmla="*/ 1132605 w 1886469"/>
                <a:gd name="csY863" fmla="*/ 587624 h 2454076"/>
                <a:gd name="csX864" fmla="*/ 1132765 w 1886469"/>
                <a:gd name="csY864" fmla="*/ 585197 h 2454076"/>
                <a:gd name="csX865" fmla="*/ 1133420 w 1886469"/>
                <a:gd name="csY865" fmla="*/ 581241 h 2454076"/>
                <a:gd name="csX866" fmla="*/ 1135679 w 1886469"/>
                <a:gd name="csY866" fmla="*/ 571654 h 2454076"/>
                <a:gd name="csX867" fmla="*/ 1135405 w 1886469"/>
                <a:gd name="csY867" fmla="*/ 570642 h 2454076"/>
                <a:gd name="csX868" fmla="*/ 1134363 w 1886469"/>
                <a:gd name="csY868" fmla="*/ 571448 h 2454076"/>
                <a:gd name="csX869" fmla="*/ 1130901 w 1886469"/>
                <a:gd name="csY869" fmla="*/ 576249 h 2454076"/>
                <a:gd name="csX870" fmla="*/ 1129539 w 1886469"/>
                <a:gd name="csY870" fmla="*/ 578768 h 2454076"/>
                <a:gd name="csX871" fmla="*/ 1128269 w 1886469"/>
                <a:gd name="csY871" fmla="*/ 583150 h 2454076"/>
                <a:gd name="csX872" fmla="*/ 1127705 w 1886469"/>
                <a:gd name="csY872" fmla="*/ 590477 h 2454076"/>
                <a:gd name="csX873" fmla="*/ 1128208 w 1886469"/>
                <a:gd name="csY873" fmla="*/ 603884 h 2454076"/>
                <a:gd name="csX874" fmla="*/ 1127713 w 1886469"/>
                <a:gd name="csY874" fmla="*/ 609248 h 2454076"/>
                <a:gd name="csX875" fmla="*/ 1126344 w 1886469"/>
                <a:gd name="csY875" fmla="*/ 611903 h 2454076"/>
                <a:gd name="csX876" fmla="*/ 1126891 w 1886469"/>
                <a:gd name="csY876" fmla="*/ 613965 h 2454076"/>
                <a:gd name="csX877" fmla="*/ 1130970 w 1886469"/>
                <a:gd name="csY877" fmla="*/ 616795 h 2454076"/>
                <a:gd name="csX878" fmla="*/ 1131692 w 1886469"/>
                <a:gd name="csY878" fmla="*/ 618036 h 2454076"/>
                <a:gd name="csX879" fmla="*/ 1132141 w 1886469"/>
                <a:gd name="csY879" fmla="*/ 620280 h 2454076"/>
                <a:gd name="csX880" fmla="*/ 1132316 w 1886469"/>
                <a:gd name="csY880" fmla="*/ 623514 h 2454076"/>
                <a:gd name="csX881" fmla="*/ 1132118 w 1886469"/>
                <a:gd name="csY881" fmla="*/ 626489 h 2454076"/>
                <a:gd name="csX882" fmla="*/ 1130894 w 1886469"/>
                <a:gd name="csY882" fmla="*/ 631062 h 2454076"/>
                <a:gd name="csX883" fmla="*/ 1128603 w 1886469"/>
                <a:gd name="csY883" fmla="*/ 632918 h 2454076"/>
                <a:gd name="csX884" fmla="*/ 1125682 w 1886469"/>
                <a:gd name="csY884" fmla="*/ 630841 h 2454076"/>
                <a:gd name="csX885" fmla="*/ 1119359 w 1886469"/>
                <a:gd name="csY885" fmla="*/ 619512 h 2454076"/>
                <a:gd name="csX886" fmla="*/ 1116612 w 1886469"/>
                <a:gd name="csY886" fmla="*/ 620143 h 2454076"/>
                <a:gd name="csX887" fmla="*/ 1115920 w 1886469"/>
                <a:gd name="csY887" fmla="*/ 621444 h 2454076"/>
                <a:gd name="csX888" fmla="*/ 1116513 w 1886469"/>
                <a:gd name="csY888" fmla="*/ 625492 h 2454076"/>
                <a:gd name="csX889" fmla="*/ 1118453 w 1886469"/>
                <a:gd name="csY889" fmla="*/ 634523 h 2454076"/>
                <a:gd name="csX890" fmla="*/ 1118811 w 1886469"/>
                <a:gd name="csY890" fmla="*/ 641980 h 2454076"/>
                <a:gd name="csX891" fmla="*/ 1117913 w 1886469"/>
                <a:gd name="csY891" fmla="*/ 648150 h 2454076"/>
                <a:gd name="csX892" fmla="*/ 1116102 w 1886469"/>
                <a:gd name="csY892" fmla="*/ 657828 h 2454076"/>
                <a:gd name="csX893" fmla="*/ 1114862 w 1886469"/>
                <a:gd name="csY893" fmla="*/ 662972 h 2454076"/>
                <a:gd name="csX894" fmla="*/ 1114193 w 1886469"/>
                <a:gd name="csY894" fmla="*/ 663657 h 2454076"/>
                <a:gd name="csX895" fmla="*/ 1111050 w 1886469"/>
                <a:gd name="csY895" fmla="*/ 663809 h 2454076"/>
                <a:gd name="csX896" fmla="*/ 1108357 w 1886469"/>
                <a:gd name="csY896" fmla="*/ 661214 h 2454076"/>
                <a:gd name="csX897" fmla="*/ 1100360 w 1886469"/>
                <a:gd name="csY897" fmla="*/ 644285 h 2454076"/>
                <a:gd name="csX898" fmla="*/ 1096404 w 1886469"/>
                <a:gd name="csY898" fmla="*/ 636996 h 2454076"/>
                <a:gd name="csX899" fmla="*/ 1090621 w 1886469"/>
                <a:gd name="csY899" fmla="*/ 622624 h 2454076"/>
                <a:gd name="csX900" fmla="*/ 1089145 w 1886469"/>
                <a:gd name="csY900" fmla="*/ 619641 h 2454076"/>
                <a:gd name="csX901" fmla="*/ 1088255 w 1886469"/>
                <a:gd name="csY901" fmla="*/ 618979 h 2454076"/>
                <a:gd name="csX902" fmla="*/ 1087418 w 1886469"/>
                <a:gd name="csY902" fmla="*/ 625195 h 2454076"/>
                <a:gd name="csX903" fmla="*/ 1089024 w 1886469"/>
                <a:gd name="csY903" fmla="*/ 630917 h 2454076"/>
                <a:gd name="csX904" fmla="*/ 1094228 w 1886469"/>
                <a:gd name="csY904" fmla="*/ 644285 h 2454076"/>
                <a:gd name="csX905" fmla="*/ 1097340 w 1886469"/>
                <a:gd name="csY905" fmla="*/ 653918 h 2454076"/>
                <a:gd name="csX906" fmla="*/ 1099577 w 1886469"/>
                <a:gd name="csY906" fmla="*/ 661838 h 2454076"/>
                <a:gd name="csX907" fmla="*/ 1099934 w 1886469"/>
                <a:gd name="csY907" fmla="*/ 665102 h 2454076"/>
                <a:gd name="csX908" fmla="*/ 1099166 w 1886469"/>
                <a:gd name="csY908" fmla="*/ 666388 h 2454076"/>
                <a:gd name="csX909" fmla="*/ 1098017 w 1886469"/>
                <a:gd name="csY909" fmla="*/ 665658 h 2454076"/>
                <a:gd name="csX910" fmla="*/ 1096488 w 1886469"/>
                <a:gd name="csY910" fmla="*/ 662903 h 2454076"/>
                <a:gd name="csX911" fmla="*/ 1091747 w 1886469"/>
                <a:gd name="csY911" fmla="*/ 658247 h 2454076"/>
                <a:gd name="csX912" fmla="*/ 1089777 w 1886469"/>
                <a:gd name="csY912" fmla="*/ 655637 h 2454076"/>
                <a:gd name="csX913" fmla="*/ 1088491 w 1886469"/>
                <a:gd name="csY913" fmla="*/ 652617 h 2454076"/>
                <a:gd name="csX914" fmla="*/ 1086125 w 1886469"/>
                <a:gd name="csY914" fmla="*/ 650319 h 2454076"/>
                <a:gd name="csX915" fmla="*/ 1082686 w 1886469"/>
                <a:gd name="csY915" fmla="*/ 648736 h 2454076"/>
                <a:gd name="csX916" fmla="*/ 1079224 w 1886469"/>
                <a:gd name="csY916" fmla="*/ 648432 h 2454076"/>
                <a:gd name="csX917" fmla="*/ 1075754 w 1886469"/>
                <a:gd name="csY917" fmla="*/ 649398 h 2454076"/>
                <a:gd name="csX918" fmla="*/ 1075100 w 1886469"/>
                <a:gd name="csY918" fmla="*/ 650874 h 2454076"/>
                <a:gd name="csX919" fmla="*/ 1079011 w 1886469"/>
                <a:gd name="csY919" fmla="*/ 654998 h 2454076"/>
                <a:gd name="csX920" fmla="*/ 1080373 w 1886469"/>
                <a:gd name="csY920" fmla="*/ 657288 h 2454076"/>
                <a:gd name="csX921" fmla="*/ 1081385 w 1886469"/>
                <a:gd name="csY921" fmla="*/ 660210 h 2454076"/>
                <a:gd name="csX922" fmla="*/ 1082047 w 1886469"/>
                <a:gd name="csY922" fmla="*/ 663755 h 2454076"/>
                <a:gd name="csX923" fmla="*/ 1080761 w 1886469"/>
                <a:gd name="csY923" fmla="*/ 665992 h 2454076"/>
                <a:gd name="csX924" fmla="*/ 1075906 w 1886469"/>
                <a:gd name="csY924" fmla="*/ 667392 h 2454076"/>
                <a:gd name="csX925" fmla="*/ 1069416 w 1886469"/>
                <a:gd name="csY925" fmla="*/ 666502 h 2454076"/>
                <a:gd name="csX926" fmla="*/ 1058924 w 1886469"/>
                <a:gd name="csY926" fmla="*/ 663421 h 2454076"/>
                <a:gd name="csX927" fmla="*/ 1048470 w 1886469"/>
                <a:gd name="csY927" fmla="*/ 658315 h 2454076"/>
                <a:gd name="csX928" fmla="*/ 1038815 w 1886469"/>
                <a:gd name="csY928" fmla="*/ 650334 h 2454076"/>
                <a:gd name="csX929" fmla="*/ 1031830 w 1886469"/>
                <a:gd name="csY929" fmla="*/ 642277 h 2454076"/>
                <a:gd name="csX930" fmla="*/ 1029068 w 1886469"/>
                <a:gd name="csY930" fmla="*/ 637962 h 2454076"/>
                <a:gd name="csX931" fmla="*/ 1028201 w 1886469"/>
                <a:gd name="csY931" fmla="*/ 634721 h 2454076"/>
                <a:gd name="csX932" fmla="*/ 1030818 w 1886469"/>
                <a:gd name="csY932" fmla="*/ 631883 h 2454076"/>
                <a:gd name="csX933" fmla="*/ 1039979 w 1886469"/>
                <a:gd name="csY933" fmla="*/ 628231 h 2454076"/>
                <a:gd name="csX934" fmla="*/ 1049162 w 1886469"/>
                <a:gd name="csY934" fmla="*/ 625880 h 2454076"/>
                <a:gd name="csX935" fmla="*/ 1047709 w 1886469"/>
                <a:gd name="csY935" fmla="*/ 623833 h 2454076"/>
                <a:gd name="csX936" fmla="*/ 1031046 w 1886469"/>
                <a:gd name="csY936" fmla="*/ 619162 h 2454076"/>
                <a:gd name="csX937" fmla="*/ 1025560 w 1886469"/>
                <a:gd name="csY937" fmla="*/ 618310 h 2454076"/>
                <a:gd name="csX938" fmla="*/ 1022639 w 1886469"/>
                <a:gd name="csY938" fmla="*/ 619542 h 2454076"/>
                <a:gd name="csX939" fmla="*/ 1019283 w 1886469"/>
                <a:gd name="csY939" fmla="*/ 618819 h 2454076"/>
                <a:gd name="csX940" fmla="*/ 1016658 w 1886469"/>
                <a:gd name="csY940" fmla="*/ 615091 h 2454076"/>
                <a:gd name="csX941" fmla="*/ 1013181 w 1886469"/>
                <a:gd name="csY941" fmla="*/ 608008 h 2454076"/>
                <a:gd name="csX942" fmla="*/ 1011424 w 1886469"/>
                <a:gd name="csY942" fmla="*/ 603298 h 2454076"/>
                <a:gd name="csX943" fmla="*/ 1011660 w 1886469"/>
                <a:gd name="csY943" fmla="*/ 601449 h 2454076"/>
                <a:gd name="csX944" fmla="*/ 1012983 w 1886469"/>
                <a:gd name="csY944" fmla="*/ 600399 h 2454076"/>
                <a:gd name="csX945" fmla="*/ 1020524 w 1886469"/>
                <a:gd name="csY945" fmla="*/ 601297 h 2454076"/>
                <a:gd name="csX946" fmla="*/ 1021558 w 1886469"/>
                <a:gd name="csY946" fmla="*/ 600582 h 2454076"/>
                <a:gd name="csX947" fmla="*/ 1017785 w 1886469"/>
                <a:gd name="csY947" fmla="*/ 597021 h 2454076"/>
                <a:gd name="csX948" fmla="*/ 1005702 w 1886469"/>
                <a:gd name="csY948" fmla="*/ 589945 h 2454076"/>
                <a:gd name="csX949" fmla="*/ 1001167 w 1886469"/>
                <a:gd name="csY949" fmla="*/ 583653 h 2454076"/>
                <a:gd name="csX950" fmla="*/ 1000338 w 1886469"/>
                <a:gd name="csY950" fmla="*/ 581187 h 2454076"/>
                <a:gd name="csX951" fmla="*/ 999996 w 1886469"/>
                <a:gd name="csY951" fmla="*/ 578760 h 2454076"/>
                <a:gd name="csX952" fmla="*/ 1000140 w 1886469"/>
                <a:gd name="csY952" fmla="*/ 576371 h 2454076"/>
                <a:gd name="csX953" fmla="*/ 1004683 w 1886469"/>
                <a:gd name="csY953" fmla="*/ 571532 h 2454076"/>
                <a:gd name="csX954" fmla="*/ 1018698 w 1886469"/>
                <a:gd name="csY954" fmla="*/ 560013 h 2454076"/>
                <a:gd name="csX955" fmla="*/ 1023506 w 1886469"/>
                <a:gd name="csY955" fmla="*/ 558217 h 2454076"/>
                <a:gd name="csX956" fmla="*/ 1028353 w 1886469"/>
                <a:gd name="csY956" fmla="*/ 558103 h 2454076"/>
                <a:gd name="csX957" fmla="*/ 1031723 w 1886469"/>
                <a:gd name="csY957" fmla="*/ 554763 h 2454076"/>
                <a:gd name="csX958" fmla="*/ 1034637 w 1886469"/>
                <a:gd name="csY958" fmla="*/ 543700 h 2454076"/>
                <a:gd name="csX959" fmla="*/ 1049155 w 1886469"/>
                <a:gd name="csY959" fmla="*/ 539698 h 2454076"/>
                <a:gd name="csX960" fmla="*/ 1060339 w 1886469"/>
                <a:gd name="csY960" fmla="*/ 534684 h 2454076"/>
                <a:gd name="csX961" fmla="*/ 1061275 w 1886469"/>
                <a:gd name="csY961" fmla="*/ 533314 h 2454076"/>
                <a:gd name="csX962" fmla="*/ 1052883 w 1886469"/>
                <a:gd name="csY962" fmla="*/ 534243 h 2454076"/>
                <a:gd name="csX963" fmla="*/ 1041021 w 1886469"/>
                <a:gd name="csY963" fmla="*/ 533238 h 2454076"/>
                <a:gd name="csX964" fmla="*/ 1035969 w 1886469"/>
                <a:gd name="csY964" fmla="*/ 525599 h 2454076"/>
                <a:gd name="csX965" fmla="*/ 1032545 w 1886469"/>
                <a:gd name="csY965" fmla="*/ 524291 h 2454076"/>
                <a:gd name="csX966" fmla="*/ 1028756 w 1886469"/>
                <a:gd name="csY966" fmla="*/ 524351 h 2454076"/>
                <a:gd name="csX967" fmla="*/ 1024351 w 1886469"/>
                <a:gd name="csY967" fmla="*/ 526756 h 2454076"/>
                <a:gd name="csX968" fmla="*/ 1016818 w 1886469"/>
                <a:gd name="csY968" fmla="*/ 533847 h 2454076"/>
                <a:gd name="csX969" fmla="*/ 1013196 w 1886469"/>
                <a:gd name="csY969" fmla="*/ 535490 h 2454076"/>
                <a:gd name="csX970" fmla="*/ 1005025 w 1886469"/>
                <a:gd name="csY970" fmla="*/ 542779 h 2454076"/>
                <a:gd name="csX971" fmla="*/ 1002750 w 1886469"/>
                <a:gd name="csY971" fmla="*/ 542262 h 2454076"/>
                <a:gd name="csX972" fmla="*/ 1001609 w 1886469"/>
                <a:gd name="csY972" fmla="*/ 541395 h 2454076"/>
                <a:gd name="csX973" fmla="*/ 1001266 w 1886469"/>
                <a:gd name="csY973" fmla="*/ 539972 h 2454076"/>
                <a:gd name="csX974" fmla="*/ 1002742 w 1886469"/>
                <a:gd name="csY974" fmla="*/ 535133 h 2454076"/>
                <a:gd name="csX975" fmla="*/ 1004888 w 1886469"/>
                <a:gd name="csY975" fmla="*/ 531815 h 2454076"/>
                <a:gd name="csX976" fmla="*/ 1004447 w 1886469"/>
                <a:gd name="csY976" fmla="*/ 530674 h 2454076"/>
                <a:gd name="csX977" fmla="*/ 1001243 w 1886469"/>
                <a:gd name="csY977" fmla="*/ 529974 h 2454076"/>
                <a:gd name="csX978" fmla="*/ 997531 w 1886469"/>
                <a:gd name="csY978" fmla="*/ 530111 h 2454076"/>
                <a:gd name="csX979" fmla="*/ 994951 w 1886469"/>
                <a:gd name="csY979" fmla="*/ 531260 h 2454076"/>
                <a:gd name="csX980" fmla="*/ 985532 w 1886469"/>
                <a:gd name="csY980" fmla="*/ 537674 h 2454076"/>
                <a:gd name="csX981" fmla="*/ 981309 w 1886469"/>
                <a:gd name="csY981" fmla="*/ 542452 h 2454076"/>
                <a:gd name="csX982" fmla="*/ 980038 w 1886469"/>
                <a:gd name="csY982" fmla="*/ 542878 h 2454076"/>
                <a:gd name="csX983" fmla="*/ 975481 w 1886469"/>
                <a:gd name="csY983" fmla="*/ 535407 h 2454076"/>
                <a:gd name="csX984" fmla="*/ 968207 w 1886469"/>
                <a:gd name="csY984" fmla="*/ 531283 h 2454076"/>
                <a:gd name="csX985" fmla="*/ 966586 w 1886469"/>
                <a:gd name="csY985" fmla="*/ 528057 h 2454076"/>
                <a:gd name="csX986" fmla="*/ 968078 w 1886469"/>
                <a:gd name="csY986" fmla="*/ 515305 h 2454076"/>
                <a:gd name="csX987" fmla="*/ 970200 w 1886469"/>
                <a:gd name="csY987" fmla="*/ 512665 h 2454076"/>
                <a:gd name="csX988" fmla="*/ 975778 w 1886469"/>
                <a:gd name="csY988" fmla="*/ 510504 h 2454076"/>
                <a:gd name="csX989" fmla="*/ 992486 w 1886469"/>
                <a:gd name="csY989" fmla="*/ 498771 h 2454076"/>
                <a:gd name="csX990" fmla="*/ 993429 w 1886469"/>
                <a:gd name="csY990" fmla="*/ 496496 h 2454076"/>
                <a:gd name="csX991" fmla="*/ 995004 w 1886469"/>
                <a:gd name="csY991" fmla="*/ 490509 h 2454076"/>
                <a:gd name="csX992" fmla="*/ 991185 w 1886469"/>
                <a:gd name="csY992" fmla="*/ 491787 h 2454076"/>
                <a:gd name="csX993" fmla="*/ 982808 w 1886469"/>
                <a:gd name="csY993" fmla="*/ 497569 h 2454076"/>
                <a:gd name="csX994" fmla="*/ 975892 w 1886469"/>
                <a:gd name="csY994" fmla="*/ 500438 h 2454076"/>
                <a:gd name="csX995" fmla="*/ 970436 w 1886469"/>
                <a:gd name="csY995" fmla="*/ 500422 h 2454076"/>
                <a:gd name="csX996" fmla="*/ 966449 w 1886469"/>
                <a:gd name="csY996" fmla="*/ 499601 h 2454076"/>
                <a:gd name="csX997" fmla="*/ 963923 w 1886469"/>
                <a:gd name="csY997" fmla="*/ 497980 h 2454076"/>
                <a:gd name="csX998" fmla="*/ 960888 w 1886469"/>
                <a:gd name="csY998" fmla="*/ 494298 h 2454076"/>
                <a:gd name="csX999" fmla="*/ 950997 w 1886469"/>
                <a:gd name="csY999" fmla="*/ 477118 h 2454076"/>
                <a:gd name="csX1000" fmla="*/ 948303 w 1886469"/>
                <a:gd name="csY1000" fmla="*/ 468718 h 2454076"/>
                <a:gd name="csX1001" fmla="*/ 947923 w 1886469"/>
                <a:gd name="csY1001" fmla="*/ 461254 h 2454076"/>
                <a:gd name="csX1002" fmla="*/ 947230 w 1886469"/>
                <a:gd name="csY1002" fmla="*/ 455540 h 2454076"/>
                <a:gd name="csX1003" fmla="*/ 944369 w 1886469"/>
                <a:gd name="csY1003" fmla="*/ 441707 h 2454076"/>
                <a:gd name="csX1004" fmla="*/ 965536 w 1886469"/>
                <a:gd name="csY1004" fmla="*/ 450320 h 2454076"/>
                <a:gd name="csX1005" fmla="*/ 973822 w 1886469"/>
                <a:gd name="csY1005" fmla="*/ 451948 h 2454076"/>
                <a:gd name="csX1006" fmla="*/ 989793 w 1886469"/>
                <a:gd name="csY1006" fmla="*/ 452511 h 2454076"/>
                <a:gd name="csX1007" fmla="*/ 990538 w 1886469"/>
                <a:gd name="csY1007" fmla="*/ 451667 h 2454076"/>
                <a:gd name="csX1008" fmla="*/ 990774 w 1886469"/>
                <a:gd name="csY1008" fmla="*/ 449430 h 2454076"/>
                <a:gd name="csX1009" fmla="*/ 990493 w 1886469"/>
                <a:gd name="csY1009" fmla="*/ 445785 h 2454076"/>
                <a:gd name="csX1010" fmla="*/ 990614 w 1886469"/>
                <a:gd name="csY1010" fmla="*/ 442970 h 2454076"/>
                <a:gd name="csX1011" fmla="*/ 991139 w 1886469"/>
                <a:gd name="csY1011" fmla="*/ 441000 h 2454076"/>
                <a:gd name="csX1012" fmla="*/ 997074 w 1886469"/>
                <a:gd name="csY1012" fmla="*/ 435978 h 2454076"/>
                <a:gd name="csX1013" fmla="*/ 997972 w 1886469"/>
                <a:gd name="csY1013" fmla="*/ 434319 h 2454076"/>
                <a:gd name="csX1014" fmla="*/ 990979 w 1886469"/>
                <a:gd name="csY1014" fmla="*/ 433490 h 2454076"/>
                <a:gd name="csX1015" fmla="*/ 978121 w 1886469"/>
                <a:gd name="csY1015" fmla="*/ 441882 h 2454076"/>
                <a:gd name="csX1016" fmla="*/ 973579 w 1886469"/>
                <a:gd name="csY1016" fmla="*/ 441806 h 2454076"/>
                <a:gd name="csX1017" fmla="*/ 968428 w 1886469"/>
                <a:gd name="csY1017" fmla="*/ 429792 h 2454076"/>
                <a:gd name="csX1018" fmla="*/ 962927 w 1886469"/>
                <a:gd name="csY1018" fmla="*/ 431907 h 2454076"/>
                <a:gd name="csX1019" fmla="*/ 960325 w 1886469"/>
                <a:gd name="csY1019" fmla="*/ 430956 h 2454076"/>
                <a:gd name="csX1020" fmla="*/ 956277 w 1886469"/>
                <a:gd name="csY1020" fmla="*/ 427913 h 2454076"/>
                <a:gd name="csX1021" fmla="*/ 954291 w 1886469"/>
                <a:gd name="csY1021" fmla="*/ 425250 h 2454076"/>
                <a:gd name="csX1022" fmla="*/ 953005 w 1886469"/>
                <a:gd name="csY1022" fmla="*/ 421948 h 2454076"/>
                <a:gd name="csX1023" fmla="*/ 952457 w 1886469"/>
                <a:gd name="csY1023" fmla="*/ 419171 h 2454076"/>
                <a:gd name="csX1024" fmla="*/ 952640 w 1886469"/>
                <a:gd name="csY1024" fmla="*/ 416903 h 2454076"/>
                <a:gd name="csX1025" fmla="*/ 953728 w 1886469"/>
                <a:gd name="csY1025" fmla="*/ 414370 h 2454076"/>
                <a:gd name="csX1026" fmla="*/ 958476 w 1886469"/>
                <a:gd name="csY1026" fmla="*/ 410839 h 2454076"/>
                <a:gd name="csX1027" fmla="*/ 960621 w 1886469"/>
                <a:gd name="csY1027" fmla="*/ 410505 h 2454076"/>
                <a:gd name="csX1028" fmla="*/ 966267 w 1886469"/>
                <a:gd name="csY1028" fmla="*/ 412772 h 2454076"/>
                <a:gd name="csX1029" fmla="*/ 970505 w 1886469"/>
                <a:gd name="csY1029" fmla="*/ 412605 h 2454076"/>
                <a:gd name="csX1030" fmla="*/ 969105 w 1886469"/>
                <a:gd name="csY1030" fmla="*/ 408823 h 2454076"/>
                <a:gd name="csX1031" fmla="*/ 962988 w 1886469"/>
                <a:gd name="csY1031" fmla="*/ 399236 h 2454076"/>
                <a:gd name="csX1032" fmla="*/ 957631 w 1886469"/>
                <a:gd name="csY1032" fmla="*/ 388531 h 2454076"/>
                <a:gd name="csX1033" fmla="*/ 958034 w 1886469"/>
                <a:gd name="csY1033" fmla="*/ 370461 h 2454076"/>
                <a:gd name="csX1034" fmla="*/ 962432 w 1886469"/>
                <a:gd name="csY1034" fmla="*/ 366596 h 2454076"/>
                <a:gd name="csX1035" fmla="*/ 966990 w 1886469"/>
                <a:gd name="csY1035" fmla="*/ 365956 h 2454076"/>
                <a:gd name="csX1036" fmla="*/ 971433 w 1886469"/>
                <a:gd name="csY1036" fmla="*/ 370567 h 2454076"/>
                <a:gd name="csX1037" fmla="*/ 977406 w 1886469"/>
                <a:gd name="csY1037" fmla="*/ 371199 h 2454076"/>
                <a:gd name="csX1038" fmla="*/ 981682 w 1886469"/>
                <a:gd name="csY1038" fmla="*/ 376380 h 2454076"/>
                <a:gd name="csX1039" fmla="*/ 984527 w 1886469"/>
                <a:gd name="csY1039" fmla="*/ 386256 h 2454076"/>
                <a:gd name="csX1040" fmla="*/ 987906 w 1886469"/>
                <a:gd name="csY1040" fmla="*/ 386074 h 2454076"/>
                <a:gd name="csX1041" fmla="*/ 993224 w 1886469"/>
                <a:gd name="csY1041" fmla="*/ 387930 h 2454076"/>
                <a:gd name="csX1042" fmla="*/ 1005131 w 1886469"/>
                <a:gd name="csY1042" fmla="*/ 387785 h 2454076"/>
                <a:gd name="csX1043" fmla="*/ 1002978 w 1886469"/>
                <a:gd name="csY1043" fmla="*/ 384270 h 2454076"/>
                <a:gd name="csX1044" fmla="*/ 999273 w 1886469"/>
                <a:gd name="csY1044" fmla="*/ 381196 h 2454076"/>
                <a:gd name="csX1045" fmla="*/ 990858 w 1886469"/>
                <a:gd name="csY1045" fmla="*/ 377141 h 2454076"/>
                <a:gd name="csX1046" fmla="*/ 986749 w 1886469"/>
                <a:gd name="csY1046" fmla="*/ 362533 h 2454076"/>
                <a:gd name="csX1047" fmla="*/ 978053 w 1886469"/>
                <a:gd name="csY1047" fmla="*/ 354932 h 2454076"/>
                <a:gd name="csX1048" fmla="*/ 971243 w 1886469"/>
                <a:gd name="csY1048" fmla="*/ 350937 h 2454076"/>
                <a:gd name="csX1049" fmla="*/ 971357 w 1886469"/>
                <a:gd name="csY1049" fmla="*/ 347567 h 2454076"/>
                <a:gd name="csX1050" fmla="*/ 976470 w 1886469"/>
                <a:gd name="csY1050" fmla="*/ 328933 h 2454076"/>
                <a:gd name="csX1051" fmla="*/ 982648 w 1886469"/>
                <a:gd name="csY1051" fmla="*/ 322245 h 2454076"/>
                <a:gd name="csX1052" fmla="*/ 992494 w 1886469"/>
                <a:gd name="csY1052" fmla="*/ 324779 h 2454076"/>
                <a:gd name="csX1053" fmla="*/ 998968 w 1886469"/>
                <a:gd name="csY1053" fmla="*/ 321211 h 2454076"/>
                <a:gd name="csX1054" fmla="*/ 1007300 w 1886469"/>
                <a:gd name="csY1054" fmla="*/ 314530 h 2454076"/>
                <a:gd name="csX1055" fmla="*/ 1015464 w 1886469"/>
                <a:gd name="csY1055" fmla="*/ 317627 h 2454076"/>
                <a:gd name="csX1056" fmla="*/ 1017571 w 1886469"/>
                <a:gd name="csY1056" fmla="*/ 317338 h 2454076"/>
                <a:gd name="csX1057" fmla="*/ 1018819 w 1886469"/>
                <a:gd name="csY1057" fmla="*/ 315276 h 2454076"/>
                <a:gd name="csX1058" fmla="*/ 1019907 w 1886469"/>
                <a:gd name="csY1058" fmla="*/ 311327 h 2454076"/>
                <a:gd name="csX1059" fmla="*/ 1019915 w 1886469"/>
                <a:gd name="csY1059" fmla="*/ 307683 h 2454076"/>
                <a:gd name="csX1060" fmla="*/ 1018834 w 1886469"/>
                <a:gd name="csY1060" fmla="*/ 304335 h 2454076"/>
                <a:gd name="csX1061" fmla="*/ 1016263 w 1886469"/>
                <a:gd name="csY1061" fmla="*/ 300165 h 2454076"/>
                <a:gd name="csX1062" fmla="*/ 1005847 w 1886469"/>
                <a:gd name="csY1062" fmla="*/ 299587 h 2454076"/>
                <a:gd name="csX1063" fmla="*/ 1001236 w 1886469"/>
                <a:gd name="csY1063" fmla="*/ 297944 h 2454076"/>
                <a:gd name="csX1064" fmla="*/ 999440 w 1886469"/>
                <a:gd name="csY1064" fmla="*/ 295714 h 2454076"/>
                <a:gd name="csX1065" fmla="*/ 998923 w 1886469"/>
                <a:gd name="csY1065" fmla="*/ 292344 h 2454076"/>
                <a:gd name="csX1066" fmla="*/ 998649 w 1886469"/>
                <a:gd name="csY1066" fmla="*/ 288859 h 2454076"/>
                <a:gd name="csX1067" fmla="*/ 998618 w 1886469"/>
                <a:gd name="csY1067" fmla="*/ 285268 h 2454076"/>
                <a:gd name="csX1068" fmla="*/ 998892 w 1886469"/>
                <a:gd name="csY1068" fmla="*/ 283054 h 2454076"/>
                <a:gd name="csX1069" fmla="*/ 999760 w 1886469"/>
                <a:gd name="csY1069" fmla="*/ 281844 h 2454076"/>
                <a:gd name="csX1070" fmla="*/ 1002316 w 1886469"/>
                <a:gd name="csY1070" fmla="*/ 280421 h 2454076"/>
                <a:gd name="csX1071" fmla="*/ 1012025 w 1886469"/>
                <a:gd name="csY1071" fmla="*/ 280238 h 2454076"/>
                <a:gd name="csX1072" fmla="*/ 1017838 w 1886469"/>
                <a:gd name="csY1072" fmla="*/ 278275 h 2454076"/>
                <a:gd name="csX1073" fmla="*/ 1024206 w 1886469"/>
                <a:gd name="csY1073" fmla="*/ 280847 h 2454076"/>
                <a:gd name="csX1074" fmla="*/ 1037491 w 1886469"/>
                <a:gd name="csY1074" fmla="*/ 290464 h 2454076"/>
                <a:gd name="csX1075" fmla="*/ 1041774 w 1886469"/>
                <a:gd name="csY1075" fmla="*/ 295341 h 2454076"/>
                <a:gd name="csX1076" fmla="*/ 1046347 w 1886469"/>
                <a:gd name="csY1076" fmla="*/ 303460 h 2454076"/>
                <a:gd name="csX1077" fmla="*/ 1048789 w 1886469"/>
                <a:gd name="csY1077" fmla="*/ 310734 h 2454076"/>
                <a:gd name="csX1078" fmla="*/ 901320 w 1886469"/>
                <a:gd name="csY1078" fmla="*/ 460797 h 2454076"/>
                <a:gd name="csX1079" fmla="*/ 901799 w 1886469"/>
                <a:gd name="csY1079" fmla="*/ 476676 h 2454076"/>
                <a:gd name="csX1080" fmla="*/ 901351 w 1886469"/>
                <a:gd name="csY1080" fmla="*/ 484589 h 2454076"/>
                <a:gd name="csX1081" fmla="*/ 900262 w 1886469"/>
                <a:gd name="csY1081" fmla="*/ 490394 h 2454076"/>
                <a:gd name="csX1082" fmla="*/ 899311 w 1886469"/>
                <a:gd name="csY1082" fmla="*/ 491756 h 2454076"/>
                <a:gd name="csX1083" fmla="*/ 898033 w 1886469"/>
                <a:gd name="csY1083" fmla="*/ 491947 h 2454076"/>
                <a:gd name="csX1084" fmla="*/ 892197 w 1886469"/>
                <a:gd name="csY1084" fmla="*/ 487412 h 2454076"/>
                <a:gd name="csX1085" fmla="*/ 890417 w 1886469"/>
                <a:gd name="csY1085" fmla="*/ 484734 h 2454076"/>
                <a:gd name="csX1086" fmla="*/ 890326 w 1886469"/>
                <a:gd name="csY1086" fmla="*/ 482474 h 2454076"/>
                <a:gd name="csX1087" fmla="*/ 889755 w 1886469"/>
                <a:gd name="csY1087" fmla="*/ 478038 h 2454076"/>
                <a:gd name="csX1088" fmla="*/ 885852 w 1886469"/>
                <a:gd name="csY1088" fmla="*/ 472263 h 2454076"/>
                <a:gd name="csX1089" fmla="*/ 878555 w 1886469"/>
                <a:gd name="csY1089" fmla="*/ 473199 h 2454076"/>
                <a:gd name="csX1090" fmla="*/ 875519 w 1886469"/>
                <a:gd name="csY1090" fmla="*/ 472644 h 2454076"/>
                <a:gd name="csX1091" fmla="*/ 874302 w 1886469"/>
                <a:gd name="csY1091" fmla="*/ 470917 h 2454076"/>
                <a:gd name="csX1092" fmla="*/ 873541 w 1886469"/>
                <a:gd name="csY1092" fmla="*/ 468429 h 2454076"/>
                <a:gd name="csX1093" fmla="*/ 872826 w 1886469"/>
                <a:gd name="csY1093" fmla="*/ 458309 h 2454076"/>
                <a:gd name="csX1094" fmla="*/ 872948 w 1886469"/>
                <a:gd name="csY1094" fmla="*/ 454718 h 2454076"/>
                <a:gd name="csX1095" fmla="*/ 873846 w 1886469"/>
                <a:gd name="csY1095" fmla="*/ 448448 h 2454076"/>
                <a:gd name="csX1096" fmla="*/ 874386 w 1886469"/>
                <a:gd name="csY1096" fmla="*/ 446927 h 2454076"/>
                <a:gd name="csX1097" fmla="*/ 879735 w 1886469"/>
                <a:gd name="csY1097" fmla="*/ 441106 h 2454076"/>
                <a:gd name="csX1098" fmla="*/ 881264 w 1886469"/>
                <a:gd name="csY1098" fmla="*/ 440612 h 2454076"/>
                <a:gd name="csX1099" fmla="*/ 887807 w 1886469"/>
                <a:gd name="csY1099" fmla="*/ 442811 h 2454076"/>
                <a:gd name="csX1100" fmla="*/ 893605 w 1886469"/>
                <a:gd name="csY1100" fmla="*/ 443092 h 2454076"/>
                <a:gd name="csX1101" fmla="*/ 896519 w 1886469"/>
                <a:gd name="csY1101" fmla="*/ 444720 h 2454076"/>
                <a:gd name="csX1102" fmla="*/ 899121 w 1886469"/>
                <a:gd name="csY1102" fmla="*/ 448365 h 2454076"/>
                <a:gd name="csX1103" fmla="*/ 900651 w 1886469"/>
                <a:gd name="csY1103" fmla="*/ 453858 h 2454076"/>
                <a:gd name="csX1104" fmla="*/ 901320 w 1886469"/>
                <a:gd name="csY1104" fmla="*/ 460797 h 2454076"/>
                <a:gd name="csX1105" fmla="*/ 802363 w 1886469"/>
                <a:gd name="csY1105" fmla="*/ 539888 h 2454076"/>
                <a:gd name="csX1106" fmla="*/ 807369 w 1886469"/>
                <a:gd name="csY1106" fmla="*/ 542224 h 2454076"/>
                <a:gd name="csX1107" fmla="*/ 813289 w 1886469"/>
                <a:gd name="csY1107" fmla="*/ 549581 h 2454076"/>
                <a:gd name="csX1108" fmla="*/ 818889 w 1886469"/>
                <a:gd name="csY1108" fmla="*/ 565034 h 2454076"/>
                <a:gd name="csX1109" fmla="*/ 819170 w 1886469"/>
                <a:gd name="csY1109" fmla="*/ 566997 h 2454076"/>
                <a:gd name="csX1110" fmla="*/ 819201 w 1886469"/>
                <a:gd name="csY1110" fmla="*/ 569546 h 2454076"/>
                <a:gd name="csX1111" fmla="*/ 818973 w 1886469"/>
                <a:gd name="csY1111" fmla="*/ 572666 h 2454076"/>
                <a:gd name="csX1112" fmla="*/ 818235 w 1886469"/>
                <a:gd name="csY1112" fmla="*/ 576714 h 2454076"/>
                <a:gd name="csX1113" fmla="*/ 817215 w 1886469"/>
                <a:gd name="csY1113" fmla="*/ 579133 h 2454076"/>
                <a:gd name="csX1114" fmla="*/ 820091 w 1886469"/>
                <a:gd name="csY1114" fmla="*/ 582070 h 2454076"/>
                <a:gd name="csX1115" fmla="*/ 820411 w 1886469"/>
                <a:gd name="csY1115" fmla="*/ 583500 h 2454076"/>
                <a:gd name="csX1116" fmla="*/ 820152 w 1886469"/>
                <a:gd name="csY1116" fmla="*/ 586742 h 2454076"/>
                <a:gd name="csX1117" fmla="*/ 820502 w 1886469"/>
                <a:gd name="csY1117" fmla="*/ 589131 h 2454076"/>
                <a:gd name="csX1118" fmla="*/ 822244 w 1886469"/>
                <a:gd name="csY1118" fmla="*/ 586772 h 2454076"/>
                <a:gd name="csX1119" fmla="*/ 823736 w 1886469"/>
                <a:gd name="csY1119" fmla="*/ 583158 h 2454076"/>
                <a:gd name="csX1120" fmla="*/ 824108 w 1886469"/>
                <a:gd name="csY1120" fmla="*/ 580830 h 2454076"/>
                <a:gd name="csX1121" fmla="*/ 824413 w 1886469"/>
                <a:gd name="csY1121" fmla="*/ 574545 h 2454076"/>
                <a:gd name="csX1122" fmla="*/ 828780 w 1886469"/>
                <a:gd name="csY1122" fmla="*/ 571403 h 2454076"/>
                <a:gd name="csX1123" fmla="*/ 833368 w 1886469"/>
                <a:gd name="csY1123" fmla="*/ 566807 h 2454076"/>
                <a:gd name="csX1124" fmla="*/ 835529 w 1886469"/>
                <a:gd name="csY1124" fmla="*/ 565765 h 2454076"/>
                <a:gd name="csX1125" fmla="*/ 839135 w 1886469"/>
                <a:gd name="csY1125" fmla="*/ 566838 h 2454076"/>
                <a:gd name="csX1126" fmla="*/ 847779 w 1886469"/>
                <a:gd name="csY1126" fmla="*/ 577695 h 2454076"/>
                <a:gd name="csX1127" fmla="*/ 851073 w 1886469"/>
                <a:gd name="csY1127" fmla="*/ 578730 h 2454076"/>
                <a:gd name="csX1128" fmla="*/ 852275 w 1886469"/>
                <a:gd name="csY1128" fmla="*/ 580000 h 2454076"/>
                <a:gd name="csX1129" fmla="*/ 853371 w 1886469"/>
                <a:gd name="csY1129" fmla="*/ 582504 h 2454076"/>
                <a:gd name="csX1130" fmla="*/ 853447 w 1886469"/>
                <a:gd name="csY1130" fmla="*/ 585205 h 2454076"/>
                <a:gd name="csX1131" fmla="*/ 851689 w 1886469"/>
                <a:gd name="csY1131" fmla="*/ 591451 h 2454076"/>
                <a:gd name="csX1132" fmla="*/ 851020 w 1886469"/>
                <a:gd name="csY1132" fmla="*/ 595240 h 2454076"/>
                <a:gd name="csX1133" fmla="*/ 851431 w 1886469"/>
                <a:gd name="csY1133" fmla="*/ 597698 h 2454076"/>
                <a:gd name="csX1134" fmla="*/ 855943 w 1886469"/>
                <a:gd name="csY1134" fmla="*/ 599760 h 2454076"/>
                <a:gd name="csX1135" fmla="*/ 866222 w 1886469"/>
                <a:gd name="csY1135" fmla="*/ 595644 h 2454076"/>
                <a:gd name="csX1136" fmla="*/ 875207 w 1886469"/>
                <a:gd name="csY1136" fmla="*/ 605702 h 2454076"/>
                <a:gd name="csX1137" fmla="*/ 880184 w 1886469"/>
                <a:gd name="csY1137" fmla="*/ 617549 h 2454076"/>
                <a:gd name="csX1138" fmla="*/ 883866 w 1886469"/>
                <a:gd name="csY1138" fmla="*/ 621505 h 2454076"/>
                <a:gd name="csX1139" fmla="*/ 884452 w 1886469"/>
                <a:gd name="csY1139" fmla="*/ 623636 h 2454076"/>
                <a:gd name="csX1140" fmla="*/ 883402 w 1886469"/>
                <a:gd name="csY1140" fmla="*/ 625637 h 2454076"/>
                <a:gd name="csX1141" fmla="*/ 882352 w 1886469"/>
                <a:gd name="csY1141" fmla="*/ 631122 h 2454076"/>
                <a:gd name="csX1142" fmla="*/ 879400 w 1886469"/>
                <a:gd name="csY1142" fmla="*/ 635193 h 2454076"/>
                <a:gd name="csX1143" fmla="*/ 878768 w 1886469"/>
                <a:gd name="csY1143" fmla="*/ 637027 h 2454076"/>
                <a:gd name="csX1144" fmla="*/ 880343 w 1886469"/>
                <a:gd name="csY1144" fmla="*/ 641835 h 2454076"/>
                <a:gd name="csX1145" fmla="*/ 880465 w 1886469"/>
                <a:gd name="csY1145" fmla="*/ 644848 h 2454076"/>
                <a:gd name="csX1146" fmla="*/ 880260 w 1886469"/>
                <a:gd name="csY1146" fmla="*/ 649018 h 2454076"/>
                <a:gd name="csX1147" fmla="*/ 880830 w 1886469"/>
                <a:gd name="csY1147" fmla="*/ 651354 h 2454076"/>
                <a:gd name="csX1148" fmla="*/ 884863 w 1886469"/>
                <a:gd name="csY1148" fmla="*/ 653841 h 2454076"/>
                <a:gd name="csX1149" fmla="*/ 894062 w 1886469"/>
                <a:gd name="csY1149" fmla="*/ 670729 h 2454076"/>
                <a:gd name="csX1150" fmla="*/ 895735 w 1886469"/>
                <a:gd name="csY1150" fmla="*/ 675401 h 2454076"/>
                <a:gd name="csX1151" fmla="*/ 896778 w 1886469"/>
                <a:gd name="csY1151" fmla="*/ 681214 h 2454076"/>
                <a:gd name="csX1152" fmla="*/ 896884 w 1886469"/>
                <a:gd name="csY1152" fmla="*/ 683169 h 2454076"/>
                <a:gd name="csX1153" fmla="*/ 895568 w 1886469"/>
                <a:gd name="csY1153" fmla="*/ 686373 h 2454076"/>
                <a:gd name="csX1154" fmla="*/ 894138 w 1886469"/>
                <a:gd name="csY1154" fmla="*/ 695396 h 2454076"/>
                <a:gd name="csX1155" fmla="*/ 893324 w 1886469"/>
                <a:gd name="csY1155" fmla="*/ 697451 h 2454076"/>
                <a:gd name="csX1156" fmla="*/ 889588 w 1886469"/>
                <a:gd name="csY1156" fmla="*/ 699201 h 2454076"/>
                <a:gd name="csX1157" fmla="*/ 882801 w 1886469"/>
                <a:gd name="csY1157" fmla="*/ 700783 h 2454076"/>
                <a:gd name="csX1158" fmla="*/ 876463 w 1886469"/>
                <a:gd name="csY1158" fmla="*/ 703842 h 2454076"/>
                <a:gd name="csX1159" fmla="*/ 869653 w 1886469"/>
                <a:gd name="csY1159" fmla="*/ 699908 h 2454076"/>
                <a:gd name="csX1160" fmla="*/ 863003 w 1886469"/>
                <a:gd name="csY1160" fmla="*/ 693905 h 2454076"/>
                <a:gd name="csX1161" fmla="*/ 860987 w 1886469"/>
                <a:gd name="csY1161" fmla="*/ 689949 h 2454076"/>
                <a:gd name="csX1162" fmla="*/ 859328 w 1886469"/>
                <a:gd name="csY1162" fmla="*/ 685140 h 2454076"/>
                <a:gd name="csX1163" fmla="*/ 858895 w 1886469"/>
                <a:gd name="csY1163" fmla="*/ 683253 h 2454076"/>
                <a:gd name="csX1164" fmla="*/ 858225 w 1886469"/>
                <a:gd name="csY1164" fmla="*/ 675470 h 2454076"/>
                <a:gd name="csX1165" fmla="*/ 857868 w 1886469"/>
                <a:gd name="csY1165" fmla="*/ 673803 h 2454076"/>
                <a:gd name="csX1166" fmla="*/ 855060 w 1886469"/>
                <a:gd name="csY1166" fmla="*/ 669401 h 2454076"/>
                <a:gd name="csX1167" fmla="*/ 852572 w 1886469"/>
                <a:gd name="csY1167" fmla="*/ 662782 h 2454076"/>
                <a:gd name="csX1168" fmla="*/ 847794 w 1886469"/>
                <a:gd name="csY1168" fmla="*/ 662203 h 2454076"/>
                <a:gd name="csX1169" fmla="*/ 836442 w 1886469"/>
                <a:gd name="csY1169" fmla="*/ 655432 h 2454076"/>
                <a:gd name="csX1170" fmla="*/ 831580 w 1886469"/>
                <a:gd name="csY1170" fmla="*/ 653811 h 2454076"/>
                <a:gd name="csX1171" fmla="*/ 826726 w 1886469"/>
                <a:gd name="csY1171" fmla="*/ 654290 h 2454076"/>
                <a:gd name="csX1172" fmla="*/ 819840 w 1886469"/>
                <a:gd name="csY1172" fmla="*/ 657022 h 2454076"/>
                <a:gd name="csX1173" fmla="*/ 818547 w 1886469"/>
                <a:gd name="csY1173" fmla="*/ 656291 h 2454076"/>
                <a:gd name="csX1174" fmla="*/ 817375 w 1886469"/>
                <a:gd name="csY1174" fmla="*/ 654260 h 2454076"/>
                <a:gd name="csX1175" fmla="*/ 816317 w 1886469"/>
                <a:gd name="csY1175" fmla="*/ 650927 h 2454076"/>
                <a:gd name="csX1176" fmla="*/ 816059 w 1886469"/>
                <a:gd name="csY1176" fmla="*/ 648477 h 2454076"/>
                <a:gd name="csX1177" fmla="*/ 817185 w 1886469"/>
                <a:gd name="csY1177" fmla="*/ 644156 h 2454076"/>
                <a:gd name="csX1178" fmla="*/ 796991 w 1886469"/>
                <a:gd name="csY1178" fmla="*/ 649596 h 2454076"/>
                <a:gd name="csX1179" fmla="*/ 791239 w 1886469"/>
                <a:gd name="csY1179" fmla="*/ 655858 h 2454076"/>
                <a:gd name="csX1180" fmla="*/ 783174 w 1886469"/>
                <a:gd name="csY1180" fmla="*/ 654869 h 2454076"/>
                <a:gd name="csX1181" fmla="*/ 779149 w 1886469"/>
                <a:gd name="csY1181" fmla="*/ 652221 h 2454076"/>
                <a:gd name="csX1182" fmla="*/ 773793 w 1886469"/>
                <a:gd name="csY1182" fmla="*/ 646210 h 2454076"/>
                <a:gd name="csX1183" fmla="*/ 771320 w 1886469"/>
                <a:gd name="csY1183" fmla="*/ 640953 h 2454076"/>
                <a:gd name="csX1184" fmla="*/ 769053 w 1886469"/>
                <a:gd name="csY1184" fmla="*/ 633839 h 2454076"/>
                <a:gd name="csX1185" fmla="*/ 768840 w 1886469"/>
                <a:gd name="csY1185" fmla="*/ 628437 h 2454076"/>
                <a:gd name="csX1186" fmla="*/ 770673 w 1886469"/>
                <a:gd name="csY1186" fmla="*/ 624777 h 2454076"/>
                <a:gd name="csX1187" fmla="*/ 772583 w 1886469"/>
                <a:gd name="csY1187" fmla="*/ 622593 h 2454076"/>
                <a:gd name="csX1188" fmla="*/ 774569 w 1886469"/>
                <a:gd name="csY1188" fmla="*/ 621893 h 2454076"/>
                <a:gd name="csX1189" fmla="*/ 785525 w 1886469"/>
                <a:gd name="csY1189" fmla="*/ 626162 h 2454076"/>
                <a:gd name="csX1190" fmla="*/ 795127 w 1886469"/>
                <a:gd name="csY1190" fmla="*/ 628330 h 2454076"/>
                <a:gd name="csX1191" fmla="*/ 799266 w 1886469"/>
                <a:gd name="csY1191" fmla="*/ 626154 h 2454076"/>
                <a:gd name="csX1192" fmla="*/ 801146 w 1886469"/>
                <a:gd name="csY1192" fmla="*/ 620326 h 2454076"/>
                <a:gd name="csX1193" fmla="*/ 798901 w 1886469"/>
                <a:gd name="csY1193" fmla="*/ 617183 h 2454076"/>
                <a:gd name="csX1194" fmla="*/ 789657 w 1886469"/>
                <a:gd name="csY1194" fmla="*/ 615898 h 2454076"/>
                <a:gd name="csX1195" fmla="*/ 791627 w 1886469"/>
                <a:gd name="csY1195" fmla="*/ 612809 h 2454076"/>
                <a:gd name="csX1196" fmla="*/ 799441 w 1886469"/>
                <a:gd name="csY1196" fmla="*/ 609621 h 2454076"/>
                <a:gd name="csX1197" fmla="*/ 803520 w 1886469"/>
                <a:gd name="csY1197" fmla="*/ 604858 h 2454076"/>
                <a:gd name="csX1198" fmla="*/ 802736 w 1886469"/>
                <a:gd name="csY1198" fmla="*/ 603184 h 2454076"/>
                <a:gd name="csX1199" fmla="*/ 800385 w 1886469"/>
                <a:gd name="csY1199" fmla="*/ 601266 h 2454076"/>
                <a:gd name="csX1200" fmla="*/ 789915 w 1886469"/>
                <a:gd name="csY1200" fmla="*/ 601829 h 2454076"/>
                <a:gd name="csX1201" fmla="*/ 786149 w 1886469"/>
                <a:gd name="csY1201" fmla="*/ 599935 h 2454076"/>
                <a:gd name="csX1202" fmla="*/ 785944 w 1886469"/>
                <a:gd name="csY1202" fmla="*/ 598360 h 2454076"/>
                <a:gd name="csX1203" fmla="*/ 786788 w 1886469"/>
                <a:gd name="csY1203" fmla="*/ 596344 h 2454076"/>
                <a:gd name="csX1204" fmla="*/ 792753 w 1886469"/>
                <a:gd name="csY1204" fmla="*/ 586544 h 2454076"/>
                <a:gd name="csX1205" fmla="*/ 792510 w 1886469"/>
                <a:gd name="csY1205" fmla="*/ 584756 h 2454076"/>
                <a:gd name="csX1206" fmla="*/ 789946 w 1886469"/>
                <a:gd name="csY1206" fmla="*/ 581522 h 2454076"/>
                <a:gd name="csX1207" fmla="*/ 787694 w 1886469"/>
                <a:gd name="csY1207" fmla="*/ 577307 h 2454076"/>
                <a:gd name="csX1208" fmla="*/ 786857 w 1886469"/>
                <a:gd name="csY1208" fmla="*/ 576828 h 2454076"/>
                <a:gd name="csX1209" fmla="*/ 781668 w 1886469"/>
                <a:gd name="csY1209" fmla="*/ 580594 h 2454076"/>
                <a:gd name="csX1210" fmla="*/ 774379 w 1886469"/>
                <a:gd name="csY1210" fmla="*/ 595020 h 2454076"/>
                <a:gd name="csX1211" fmla="*/ 772636 w 1886469"/>
                <a:gd name="csY1211" fmla="*/ 597097 h 2454076"/>
                <a:gd name="csX1212" fmla="*/ 770970 w 1886469"/>
                <a:gd name="csY1212" fmla="*/ 596975 h 2454076"/>
                <a:gd name="csX1213" fmla="*/ 769380 w 1886469"/>
                <a:gd name="csY1213" fmla="*/ 594670 h 2454076"/>
                <a:gd name="csX1214" fmla="*/ 769395 w 1886469"/>
                <a:gd name="csY1214" fmla="*/ 591657 h 2454076"/>
                <a:gd name="csX1215" fmla="*/ 771016 w 1886469"/>
                <a:gd name="csY1215" fmla="*/ 587929 h 2454076"/>
                <a:gd name="csX1216" fmla="*/ 774394 w 1886469"/>
                <a:gd name="csY1216" fmla="*/ 576691 h 2454076"/>
                <a:gd name="csX1217" fmla="*/ 774150 w 1886469"/>
                <a:gd name="csY1217" fmla="*/ 572658 h 2454076"/>
                <a:gd name="csX1218" fmla="*/ 770848 w 1886469"/>
                <a:gd name="csY1218" fmla="*/ 569965 h 2454076"/>
                <a:gd name="csX1219" fmla="*/ 762144 w 1886469"/>
                <a:gd name="csY1219" fmla="*/ 571981 h 2454076"/>
                <a:gd name="csX1220" fmla="*/ 757298 w 1886469"/>
                <a:gd name="csY1220" fmla="*/ 572057 h 2454076"/>
                <a:gd name="csX1221" fmla="*/ 756544 w 1886469"/>
                <a:gd name="csY1221" fmla="*/ 568862 h 2454076"/>
                <a:gd name="csX1222" fmla="*/ 756346 w 1886469"/>
                <a:gd name="csY1222" fmla="*/ 562858 h 2454076"/>
                <a:gd name="csX1223" fmla="*/ 756544 w 1886469"/>
                <a:gd name="csY1223" fmla="*/ 557190 h 2454076"/>
                <a:gd name="csX1224" fmla="*/ 757746 w 1886469"/>
                <a:gd name="csY1224" fmla="*/ 548273 h 2454076"/>
                <a:gd name="csX1225" fmla="*/ 759428 w 1886469"/>
                <a:gd name="csY1225" fmla="*/ 541417 h 2454076"/>
                <a:gd name="csX1226" fmla="*/ 760455 w 1886469"/>
                <a:gd name="csY1226" fmla="*/ 538960 h 2454076"/>
                <a:gd name="csX1227" fmla="*/ 771997 w 1886469"/>
                <a:gd name="csY1227" fmla="*/ 540413 h 2454076"/>
                <a:gd name="csX1228" fmla="*/ 790851 w 1886469"/>
                <a:gd name="csY1228" fmla="*/ 536129 h 2454076"/>
                <a:gd name="csX1229" fmla="*/ 796367 w 1886469"/>
                <a:gd name="csY1229" fmla="*/ 535673 h 2454076"/>
                <a:gd name="csX1230" fmla="*/ 802363 w 1886469"/>
                <a:gd name="csY1230" fmla="*/ 539888 h 2454076"/>
                <a:gd name="csX1231" fmla="*/ 956566 w 1886469"/>
                <a:gd name="csY1231" fmla="*/ 627082 h 2454076"/>
                <a:gd name="csX1232" fmla="*/ 961610 w 1886469"/>
                <a:gd name="csY1232" fmla="*/ 629890 h 2454076"/>
                <a:gd name="csX1233" fmla="*/ 970307 w 1886469"/>
                <a:gd name="csY1233" fmla="*/ 628657 h 2454076"/>
                <a:gd name="csX1234" fmla="*/ 973472 w 1886469"/>
                <a:gd name="csY1234" fmla="*/ 630704 h 2454076"/>
                <a:gd name="csX1235" fmla="*/ 981621 w 1886469"/>
                <a:gd name="csY1235" fmla="*/ 637886 h 2454076"/>
                <a:gd name="csX1236" fmla="*/ 984094 w 1886469"/>
                <a:gd name="csY1236" fmla="*/ 642109 h 2454076"/>
                <a:gd name="csX1237" fmla="*/ 984687 w 1886469"/>
                <a:gd name="csY1237" fmla="*/ 645289 h 2454076"/>
                <a:gd name="csX1238" fmla="*/ 984695 w 1886469"/>
                <a:gd name="csY1238" fmla="*/ 646903 h 2454076"/>
                <a:gd name="csX1239" fmla="*/ 981994 w 1886469"/>
                <a:gd name="csY1239" fmla="*/ 650349 h 2454076"/>
                <a:gd name="csX1240" fmla="*/ 976569 w 1886469"/>
                <a:gd name="csY1240" fmla="*/ 655591 h 2454076"/>
                <a:gd name="csX1241" fmla="*/ 975260 w 1886469"/>
                <a:gd name="csY1241" fmla="*/ 659540 h 2454076"/>
                <a:gd name="csX1242" fmla="*/ 980099 w 1886469"/>
                <a:gd name="csY1242" fmla="*/ 664448 h 2454076"/>
                <a:gd name="csX1243" fmla="*/ 982557 w 1886469"/>
                <a:gd name="csY1243" fmla="*/ 668792 h 2454076"/>
                <a:gd name="csX1244" fmla="*/ 983660 w 1886469"/>
                <a:gd name="csY1244" fmla="*/ 671886 h 2454076"/>
                <a:gd name="csX1245" fmla="*/ 983698 w 1886469"/>
                <a:gd name="csY1245" fmla="*/ 675066 h 2454076"/>
                <a:gd name="csX1246" fmla="*/ 980434 w 1886469"/>
                <a:gd name="csY1246" fmla="*/ 683618 h 2454076"/>
                <a:gd name="csX1247" fmla="*/ 978045 w 1886469"/>
                <a:gd name="csY1247" fmla="*/ 686122 h 2454076"/>
                <a:gd name="csX1248" fmla="*/ 974385 w 1886469"/>
                <a:gd name="csY1248" fmla="*/ 685848 h 2454076"/>
                <a:gd name="csX1249" fmla="*/ 972650 w 1886469"/>
                <a:gd name="csY1249" fmla="*/ 686624 h 2454076"/>
                <a:gd name="csX1250" fmla="*/ 967971 w 1886469"/>
                <a:gd name="csY1250" fmla="*/ 690588 h 2454076"/>
                <a:gd name="csX1251" fmla="*/ 960690 w 1886469"/>
                <a:gd name="csY1251" fmla="*/ 694362 h 2454076"/>
                <a:gd name="csX1252" fmla="*/ 950753 w 1886469"/>
                <a:gd name="csY1252" fmla="*/ 695914 h 2454076"/>
                <a:gd name="csX1253" fmla="*/ 948060 w 1886469"/>
                <a:gd name="csY1253" fmla="*/ 698234 h 2454076"/>
                <a:gd name="csX1254" fmla="*/ 943129 w 1886469"/>
                <a:gd name="csY1254" fmla="*/ 702023 h 2454076"/>
                <a:gd name="csX1255" fmla="*/ 939804 w 1886469"/>
                <a:gd name="csY1255" fmla="*/ 702617 h 2454076"/>
                <a:gd name="csX1256" fmla="*/ 938716 w 1886469"/>
                <a:gd name="csY1256" fmla="*/ 700449 h 2454076"/>
                <a:gd name="csX1257" fmla="*/ 938222 w 1886469"/>
                <a:gd name="csY1257" fmla="*/ 697245 h 2454076"/>
                <a:gd name="csX1258" fmla="*/ 938480 w 1886469"/>
                <a:gd name="csY1258" fmla="*/ 695024 h 2454076"/>
                <a:gd name="csX1259" fmla="*/ 939180 w 1886469"/>
                <a:gd name="csY1259" fmla="*/ 692262 h 2454076"/>
                <a:gd name="csX1260" fmla="*/ 937598 w 1886469"/>
                <a:gd name="csY1260" fmla="*/ 689667 h 2454076"/>
                <a:gd name="csX1261" fmla="*/ 930476 w 1886469"/>
                <a:gd name="csY1261" fmla="*/ 684676 h 2454076"/>
                <a:gd name="csX1262" fmla="*/ 926330 w 1886469"/>
                <a:gd name="csY1262" fmla="*/ 677691 h 2454076"/>
                <a:gd name="csX1263" fmla="*/ 925736 w 1886469"/>
                <a:gd name="csY1263" fmla="*/ 675477 h 2454076"/>
                <a:gd name="csX1264" fmla="*/ 925531 w 1886469"/>
                <a:gd name="csY1264" fmla="*/ 673514 h 2454076"/>
                <a:gd name="csX1265" fmla="*/ 934745 w 1886469"/>
                <a:gd name="csY1265" fmla="*/ 672213 h 2454076"/>
                <a:gd name="csX1266" fmla="*/ 938709 w 1886469"/>
                <a:gd name="csY1266" fmla="*/ 670790 h 2454076"/>
                <a:gd name="csX1267" fmla="*/ 940466 w 1886469"/>
                <a:gd name="csY1267" fmla="*/ 668503 h 2454076"/>
                <a:gd name="csX1268" fmla="*/ 940763 w 1886469"/>
                <a:gd name="csY1268" fmla="*/ 667164 h 2454076"/>
                <a:gd name="csX1269" fmla="*/ 938998 w 1886469"/>
                <a:gd name="csY1269" fmla="*/ 666586 h 2454076"/>
                <a:gd name="csX1270" fmla="*/ 932683 w 1886469"/>
                <a:gd name="csY1270" fmla="*/ 661808 h 2454076"/>
                <a:gd name="csX1271" fmla="*/ 922091 w 1886469"/>
                <a:gd name="csY1271" fmla="*/ 658947 h 2454076"/>
                <a:gd name="csX1272" fmla="*/ 921589 w 1886469"/>
                <a:gd name="csY1272" fmla="*/ 655614 h 2454076"/>
                <a:gd name="csX1273" fmla="*/ 917176 w 1886469"/>
                <a:gd name="csY1273" fmla="*/ 648926 h 2454076"/>
                <a:gd name="csX1274" fmla="*/ 916750 w 1886469"/>
                <a:gd name="csY1274" fmla="*/ 642535 h 2454076"/>
                <a:gd name="csX1275" fmla="*/ 915792 w 1886469"/>
                <a:gd name="csY1275" fmla="*/ 640762 h 2454076"/>
                <a:gd name="csX1276" fmla="*/ 912786 w 1886469"/>
                <a:gd name="csY1276" fmla="*/ 637970 h 2454076"/>
                <a:gd name="csX1277" fmla="*/ 912345 w 1886469"/>
                <a:gd name="csY1277" fmla="*/ 637049 h 2454076"/>
                <a:gd name="csX1278" fmla="*/ 911455 w 1886469"/>
                <a:gd name="csY1278" fmla="*/ 632895 h 2454076"/>
                <a:gd name="csX1279" fmla="*/ 911318 w 1886469"/>
                <a:gd name="csY1279" fmla="*/ 630620 h 2454076"/>
                <a:gd name="csX1280" fmla="*/ 911485 w 1886469"/>
                <a:gd name="csY1280" fmla="*/ 628551 h 2454076"/>
                <a:gd name="csX1281" fmla="*/ 916933 w 1886469"/>
                <a:gd name="csY1281" fmla="*/ 624161 h 2454076"/>
                <a:gd name="csX1282" fmla="*/ 916172 w 1886469"/>
                <a:gd name="csY1282" fmla="*/ 621109 h 2454076"/>
                <a:gd name="csX1283" fmla="*/ 912033 w 1886469"/>
                <a:gd name="csY1283" fmla="*/ 609651 h 2454076"/>
                <a:gd name="csX1284" fmla="*/ 910945 w 1886469"/>
                <a:gd name="csY1284" fmla="*/ 603229 h 2454076"/>
                <a:gd name="csX1285" fmla="*/ 911120 w 1886469"/>
                <a:gd name="csY1285" fmla="*/ 600787 h 2454076"/>
                <a:gd name="csX1286" fmla="*/ 913692 w 1886469"/>
                <a:gd name="csY1286" fmla="*/ 597378 h 2454076"/>
                <a:gd name="csX1287" fmla="*/ 917306 w 1886469"/>
                <a:gd name="csY1287" fmla="*/ 597302 h 2454076"/>
                <a:gd name="csX1288" fmla="*/ 926847 w 1886469"/>
                <a:gd name="csY1288" fmla="*/ 598337 h 2454076"/>
                <a:gd name="csX1289" fmla="*/ 931412 w 1886469"/>
                <a:gd name="csY1289" fmla="*/ 599760 h 2454076"/>
                <a:gd name="csX1290" fmla="*/ 935962 w 1886469"/>
                <a:gd name="csY1290" fmla="*/ 602522 h 2454076"/>
                <a:gd name="csX1291" fmla="*/ 940945 w 1886469"/>
                <a:gd name="csY1291" fmla="*/ 606615 h 2454076"/>
                <a:gd name="csX1292" fmla="*/ 948394 w 1886469"/>
                <a:gd name="csY1292" fmla="*/ 610229 h 2454076"/>
                <a:gd name="csX1293" fmla="*/ 950776 w 1886469"/>
                <a:gd name="csY1293" fmla="*/ 612611 h 2454076"/>
                <a:gd name="csX1294" fmla="*/ 955257 w 1886469"/>
                <a:gd name="csY1294" fmla="*/ 620174 h 2454076"/>
                <a:gd name="csX1295" fmla="*/ 955737 w 1886469"/>
                <a:gd name="csY1295" fmla="*/ 622563 h 2454076"/>
                <a:gd name="csX1296" fmla="*/ 955440 w 1886469"/>
                <a:gd name="csY1296" fmla="*/ 624937 h 2454076"/>
                <a:gd name="csX1297" fmla="*/ 956566 w 1886469"/>
                <a:gd name="csY1297" fmla="*/ 627082 h 2454076"/>
                <a:gd name="csX1298" fmla="*/ 665911 w 1886469"/>
                <a:gd name="csY1298" fmla="*/ 614224 h 2454076"/>
                <a:gd name="csX1299" fmla="*/ 669647 w 1886469"/>
                <a:gd name="csY1299" fmla="*/ 620531 h 2454076"/>
                <a:gd name="csX1300" fmla="*/ 670925 w 1886469"/>
                <a:gd name="csY1300" fmla="*/ 620410 h 2454076"/>
                <a:gd name="csX1301" fmla="*/ 672561 w 1886469"/>
                <a:gd name="csY1301" fmla="*/ 621566 h 2454076"/>
                <a:gd name="csX1302" fmla="*/ 673352 w 1886469"/>
                <a:gd name="csY1302" fmla="*/ 623209 h 2454076"/>
                <a:gd name="csX1303" fmla="*/ 675597 w 1886469"/>
                <a:gd name="csY1303" fmla="*/ 631191 h 2454076"/>
                <a:gd name="csX1304" fmla="*/ 676023 w 1886469"/>
                <a:gd name="csY1304" fmla="*/ 635132 h 2454076"/>
                <a:gd name="csX1305" fmla="*/ 676160 w 1886469"/>
                <a:gd name="csY1305" fmla="*/ 640192 h 2454076"/>
                <a:gd name="csX1306" fmla="*/ 675817 w 1886469"/>
                <a:gd name="csY1306" fmla="*/ 644415 h 2454076"/>
                <a:gd name="csX1307" fmla="*/ 674996 w 1886469"/>
                <a:gd name="csY1307" fmla="*/ 647800 h 2454076"/>
                <a:gd name="csX1308" fmla="*/ 672987 w 1886469"/>
                <a:gd name="csY1308" fmla="*/ 649938 h 2454076"/>
                <a:gd name="csX1309" fmla="*/ 668201 w 1886469"/>
                <a:gd name="csY1309" fmla="*/ 651270 h 2454076"/>
                <a:gd name="csX1310" fmla="*/ 661521 w 1886469"/>
                <a:gd name="csY1310" fmla="*/ 649261 h 2454076"/>
                <a:gd name="csX1311" fmla="*/ 655723 w 1886469"/>
                <a:gd name="csY1311" fmla="*/ 651856 h 2454076"/>
                <a:gd name="csX1312" fmla="*/ 653053 w 1886469"/>
                <a:gd name="csY1312" fmla="*/ 652190 h 2454076"/>
                <a:gd name="csX1313" fmla="*/ 645862 w 1886469"/>
                <a:gd name="csY1313" fmla="*/ 650532 h 2454076"/>
                <a:gd name="csX1314" fmla="*/ 644052 w 1886469"/>
                <a:gd name="csY1314" fmla="*/ 649314 h 2454076"/>
                <a:gd name="csX1315" fmla="*/ 640065 w 1886469"/>
                <a:gd name="csY1315" fmla="*/ 644529 h 2454076"/>
                <a:gd name="csX1316" fmla="*/ 637021 w 1886469"/>
                <a:gd name="csY1316" fmla="*/ 642550 h 2454076"/>
                <a:gd name="csX1317" fmla="*/ 635743 w 1886469"/>
                <a:gd name="csY1317" fmla="*/ 643608 h 2454076"/>
                <a:gd name="csX1318" fmla="*/ 634214 w 1886469"/>
                <a:gd name="csY1318" fmla="*/ 647816 h 2454076"/>
                <a:gd name="csX1319" fmla="*/ 631345 w 1886469"/>
                <a:gd name="csY1319" fmla="*/ 652997 h 2454076"/>
                <a:gd name="csX1320" fmla="*/ 629588 w 1886469"/>
                <a:gd name="csY1320" fmla="*/ 654328 h 2454076"/>
                <a:gd name="csX1321" fmla="*/ 624414 w 1886469"/>
                <a:gd name="csY1321" fmla="*/ 653461 h 2454076"/>
                <a:gd name="csX1322" fmla="*/ 616486 w 1886469"/>
                <a:gd name="csY1322" fmla="*/ 644696 h 2454076"/>
                <a:gd name="csX1323" fmla="*/ 607378 w 1886469"/>
                <a:gd name="csY1323" fmla="*/ 647291 h 2454076"/>
                <a:gd name="csX1324" fmla="*/ 597936 w 1886469"/>
                <a:gd name="csY1324" fmla="*/ 652411 h 2454076"/>
                <a:gd name="csX1325" fmla="*/ 594254 w 1886469"/>
                <a:gd name="csY1325" fmla="*/ 653370 h 2454076"/>
                <a:gd name="csX1326" fmla="*/ 593173 w 1886469"/>
                <a:gd name="csY1326" fmla="*/ 651886 h 2454076"/>
                <a:gd name="csX1327" fmla="*/ 591689 w 1886469"/>
                <a:gd name="csY1327" fmla="*/ 648036 h 2454076"/>
                <a:gd name="csX1328" fmla="*/ 591918 w 1886469"/>
                <a:gd name="csY1328" fmla="*/ 646096 h 2454076"/>
                <a:gd name="csX1329" fmla="*/ 594733 w 1886469"/>
                <a:gd name="csY1329" fmla="*/ 640199 h 2454076"/>
                <a:gd name="csX1330" fmla="*/ 601018 w 1886469"/>
                <a:gd name="csY1330" fmla="*/ 633976 h 2454076"/>
                <a:gd name="csX1331" fmla="*/ 605613 w 1886469"/>
                <a:gd name="csY1331" fmla="*/ 630453 h 2454076"/>
                <a:gd name="csX1332" fmla="*/ 614728 w 1886469"/>
                <a:gd name="csY1332" fmla="*/ 625309 h 2454076"/>
                <a:gd name="csX1333" fmla="*/ 625517 w 1886469"/>
                <a:gd name="csY1333" fmla="*/ 622411 h 2454076"/>
                <a:gd name="csX1334" fmla="*/ 629550 w 1886469"/>
                <a:gd name="csY1334" fmla="*/ 619329 h 2454076"/>
                <a:gd name="csX1335" fmla="*/ 632099 w 1886469"/>
                <a:gd name="csY1335" fmla="*/ 614916 h 2454076"/>
                <a:gd name="csX1336" fmla="*/ 639121 w 1886469"/>
                <a:gd name="csY1336" fmla="*/ 607924 h 2454076"/>
                <a:gd name="csX1337" fmla="*/ 643260 w 1886469"/>
                <a:gd name="csY1337" fmla="*/ 605010 h 2454076"/>
                <a:gd name="csX1338" fmla="*/ 648807 w 1886469"/>
                <a:gd name="csY1338" fmla="*/ 602514 h 2454076"/>
                <a:gd name="csX1339" fmla="*/ 653296 w 1886469"/>
                <a:gd name="csY1339" fmla="*/ 602644 h 2454076"/>
                <a:gd name="csX1340" fmla="*/ 659002 w 1886469"/>
                <a:gd name="csY1340" fmla="*/ 608350 h 2454076"/>
                <a:gd name="csX1341" fmla="*/ 663263 w 1886469"/>
                <a:gd name="csY1341" fmla="*/ 611180 h 2454076"/>
                <a:gd name="csX1342" fmla="*/ 665911 w 1886469"/>
                <a:gd name="csY1342" fmla="*/ 614224 h 2454076"/>
                <a:gd name="csX1343" fmla="*/ 811387 w 1886469"/>
                <a:gd name="csY1343" fmla="*/ 667727 h 2454076"/>
                <a:gd name="csX1344" fmla="*/ 808937 w 1886469"/>
                <a:gd name="csY1344" fmla="*/ 669809 h 2454076"/>
                <a:gd name="csX1345" fmla="*/ 806076 w 1886469"/>
                <a:gd name="csY1345" fmla="*/ 668587 h 2454076"/>
                <a:gd name="csX1346" fmla="*/ 805673 w 1886469"/>
                <a:gd name="csY1346" fmla="*/ 667286 h 2454076"/>
                <a:gd name="csX1347" fmla="*/ 805620 w 1886469"/>
                <a:gd name="csY1347" fmla="*/ 665711 h 2454076"/>
                <a:gd name="csX1348" fmla="*/ 805909 w 1886469"/>
                <a:gd name="csY1348" fmla="*/ 663862 h 2454076"/>
                <a:gd name="csX1349" fmla="*/ 809104 w 1886469"/>
                <a:gd name="csY1349" fmla="*/ 657349 h 2454076"/>
                <a:gd name="csX1350" fmla="*/ 812034 w 1886469"/>
                <a:gd name="csY1350" fmla="*/ 655112 h 2454076"/>
                <a:gd name="csX1351" fmla="*/ 813776 w 1886469"/>
                <a:gd name="csY1351" fmla="*/ 654686 h 2454076"/>
                <a:gd name="csX1352" fmla="*/ 815191 w 1886469"/>
                <a:gd name="csY1352" fmla="*/ 656908 h 2454076"/>
                <a:gd name="csX1353" fmla="*/ 815982 w 1886469"/>
                <a:gd name="csY1353" fmla="*/ 660248 h 2454076"/>
                <a:gd name="csX1354" fmla="*/ 811387 w 1886469"/>
                <a:gd name="csY1354" fmla="*/ 667727 h 2454076"/>
                <a:gd name="csX1355" fmla="*/ 652200 w 1886469"/>
                <a:gd name="csY1355" fmla="*/ 672206 h 2454076"/>
                <a:gd name="csX1356" fmla="*/ 669312 w 1886469"/>
                <a:gd name="csY1356" fmla="*/ 674686 h 2454076"/>
                <a:gd name="csX1357" fmla="*/ 670050 w 1886469"/>
                <a:gd name="csY1357" fmla="*/ 675150 h 2454076"/>
                <a:gd name="csX1358" fmla="*/ 670119 w 1886469"/>
                <a:gd name="csY1358" fmla="*/ 677007 h 2454076"/>
                <a:gd name="csX1359" fmla="*/ 668833 w 1886469"/>
                <a:gd name="csY1359" fmla="*/ 682926 h 2454076"/>
                <a:gd name="csX1360" fmla="*/ 666862 w 1886469"/>
                <a:gd name="csY1360" fmla="*/ 687217 h 2454076"/>
                <a:gd name="csX1361" fmla="*/ 657732 w 1886469"/>
                <a:gd name="csY1361" fmla="*/ 692581 h 2454076"/>
                <a:gd name="csX1362" fmla="*/ 645954 w 1886469"/>
                <a:gd name="csY1362" fmla="*/ 697428 h 2454076"/>
                <a:gd name="csX1363" fmla="*/ 643511 w 1886469"/>
                <a:gd name="csY1363" fmla="*/ 699771 h 2454076"/>
                <a:gd name="csX1364" fmla="*/ 643702 w 1886469"/>
                <a:gd name="csY1364" fmla="*/ 701164 h 2454076"/>
                <a:gd name="csX1365" fmla="*/ 644660 w 1886469"/>
                <a:gd name="csY1365" fmla="*/ 702906 h 2454076"/>
                <a:gd name="csX1366" fmla="*/ 646631 w 1886469"/>
                <a:gd name="csY1366" fmla="*/ 705097 h 2454076"/>
                <a:gd name="csX1367" fmla="*/ 655754 w 1886469"/>
                <a:gd name="csY1367" fmla="*/ 704603 h 2454076"/>
                <a:gd name="csX1368" fmla="*/ 657952 w 1886469"/>
                <a:gd name="csY1368" fmla="*/ 705546 h 2454076"/>
                <a:gd name="csX1369" fmla="*/ 658729 w 1886469"/>
                <a:gd name="csY1369" fmla="*/ 706969 h 2454076"/>
                <a:gd name="csX1370" fmla="*/ 659200 w 1886469"/>
                <a:gd name="csY1370" fmla="*/ 709031 h 2454076"/>
                <a:gd name="csX1371" fmla="*/ 659489 w 1886469"/>
                <a:gd name="csY1371" fmla="*/ 711724 h 2454076"/>
                <a:gd name="csX1372" fmla="*/ 659497 w 1886469"/>
                <a:gd name="csY1372" fmla="*/ 720801 h 2454076"/>
                <a:gd name="csX1373" fmla="*/ 659018 w 1886469"/>
                <a:gd name="csY1373" fmla="*/ 726036 h 2454076"/>
                <a:gd name="csX1374" fmla="*/ 657755 w 1886469"/>
                <a:gd name="csY1374" fmla="*/ 730746 h 2454076"/>
                <a:gd name="csX1375" fmla="*/ 654065 w 1886469"/>
                <a:gd name="csY1375" fmla="*/ 734086 h 2454076"/>
                <a:gd name="csX1376" fmla="*/ 647415 w 1886469"/>
                <a:gd name="csY1376" fmla="*/ 738484 h 2454076"/>
                <a:gd name="csX1377" fmla="*/ 642910 w 1886469"/>
                <a:gd name="csY1377" fmla="*/ 740439 h 2454076"/>
                <a:gd name="csX1378" fmla="*/ 639357 w 1886469"/>
                <a:gd name="csY1378" fmla="*/ 739732 h 2454076"/>
                <a:gd name="csX1379" fmla="*/ 635819 w 1886469"/>
                <a:gd name="csY1379" fmla="*/ 740188 h 2454076"/>
                <a:gd name="csX1380" fmla="*/ 620320 w 1886469"/>
                <a:gd name="csY1380" fmla="*/ 748428 h 2454076"/>
                <a:gd name="csX1381" fmla="*/ 615527 w 1886469"/>
                <a:gd name="csY1381" fmla="*/ 748474 h 2454076"/>
                <a:gd name="csX1382" fmla="*/ 611342 w 1886469"/>
                <a:gd name="csY1382" fmla="*/ 746488 h 2454076"/>
                <a:gd name="csX1383" fmla="*/ 605552 w 1886469"/>
                <a:gd name="csY1383" fmla="*/ 738697 h 2454076"/>
                <a:gd name="csX1384" fmla="*/ 599534 w 1886469"/>
                <a:gd name="csY1384" fmla="*/ 735623 h 2454076"/>
                <a:gd name="csX1385" fmla="*/ 596962 w 1886469"/>
                <a:gd name="csY1385" fmla="*/ 732100 h 2454076"/>
                <a:gd name="csX1386" fmla="*/ 594436 w 1886469"/>
                <a:gd name="csY1386" fmla="*/ 730168 h 2454076"/>
                <a:gd name="csX1387" fmla="*/ 593736 w 1886469"/>
                <a:gd name="csY1387" fmla="*/ 727337 h 2454076"/>
                <a:gd name="csX1388" fmla="*/ 593493 w 1886469"/>
                <a:gd name="csY1388" fmla="*/ 725222 h 2454076"/>
                <a:gd name="csX1389" fmla="*/ 593919 w 1886469"/>
                <a:gd name="csY1389" fmla="*/ 723282 h 2454076"/>
                <a:gd name="csX1390" fmla="*/ 595014 w 1886469"/>
                <a:gd name="csY1390" fmla="*/ 721517 h 2454076"/>
                <a:gd name="csX1391" fmla="*/ 595372 w 1886469"/>
                <a:gd name="csY1391" fmla="*/ 720010 h 2454076"/>
                <a:gd name="csX1392" fmla="*/ 594368 w 1886469"/>
                <a:gd name="csY1392" fmla="*/ 715635 h 2454076"/>
                <a:gd name="csX1393" fmla="*/ 593903 w 1886469"/>
                <a:gd name="csY1393" fmla="*/ 711443 h 2454076"/>
                <a:gd name="csX1394" fmla="*/ 592161 w 1886469"/>
                <a:gd name="csY1394" fmla="*/ 705394 h 2454076"/>
                <a:gd name="csX1395" fmla="*/ 591902 w 1886469"/>
                <a:gd name="csY1395" fmla="*/ 701902 h 2454076"/>
                <a:gd name="csX1396" fmla="*/ 591910 w 1886469"/>
                <a:gd name="csY1396" fmla="*/ 699612 h 2454076"/>
                <a:gd name="csX1397" fmla="*/ 592199 w 1886469"/>
                <a:gd name="csY1397" fmla="*/ 697139 h 2454076"/>
                <a:gd name="csX1398" fmla="*/ 593356 w 1886469"/>
                <a:gd name="csY1398" fmla="*/ 692718 h 2454076"/>
                <a:gd name="csX1399" fmla="*/ 593957 w 1886469"/>
                <a:gd name="csY1399" fmla="*/ 691820 h 2454076"/>
                <a:gd name="csX1400" fmla="*/ 597487 w 1886469"/>
                <a:gd name="csY1400" fmla="*/ 691128 h 2454076"/>
                <a:gd name="csX1401" fmla="*/ 602121 w 1886469"/>
                <a:gd name="csY1401" fmla="*/ 688830 h 2454076"/>
                <a:gd name="csX1402" fmla="*/ 612796 w 1886469"/>
                <a:gd name="csY1402" fmla="*/ 682158 h 2454076"/>
                <a:gd name="csX1403" fmla="*/ 636245 w 1886469"/>
                <a:gd name="csY1403" fmla="*/ 673765 h 2454076"/>
                <a:gd name="csX1404" fmla="*/ 643367 w 1886469"/>
                <a:gd name="csY1404" fmla="*/ 674549 h 2454076"/>
                <a:gd name="csX1405" fmla="*/ 646486 w 1886469"/>
                <a:gd name="csY1405" fmla="*/ 672898 h 2454076"/>
                <a:gd name="csX1406" fmla="*/ 652200 w 1886469"/>
                <a:gd name="csY1406" fmla="*/ 672206 h 2454076"/>
                <a:gd name="csX1407" fmla="*/ 580147 w 1886469"/>
                <a:gd name="csY1407" fmla="*/ 707791 h 2454076"/>
                <a:gd name="csX1408" fmla="*/ 574304 w 1886469"/>
                <a:gd name="csY1408" fmla="*/ 711207 h 2454076"/>
                <a:gd name="csX1409" fmla="*/ 570431 w 1886469"/>
                <a:gd name="csY1409" fmla="*/ 711123 h 2454076"/>
                <a:gd name="csX1410" fmla="*/ 563576 w 1886469"/>
                <a:gd name="csY1410" fmla="*/ 706307 h 2454076"/>
                <a:gd name="csX1411" fmla="*/ 555632 w 1886469"/>
                <a:gd name="csY1411" fmla="*/ 691501 h 2454076"/>
                <a:gd name="csX1412" fmla="*/ 554590 w 1886469"/>
                <a:gd name="csY1412" fmla="*/ 686175 h 2454076"/>
                <a:gd name="csX1413" fmla="*/ 557557 w 1886469"/>
                <a:gd name="csY1413" fmla="*/ 685216 h 2454076"/>
                <a:gd name="csX1414" fmla="*/ 559718 w 1886469"/>
                <a:gd name="csY1414" fmla="*/ 683573 h 2454076"/>
                <a:gd name="csX1415" fmla="*/ 561065 w 1886469"/>
                <a:gd name="csY1415" fmla="*/ 681244 h 2454076"/>
                <a:gd name="csX1416" fmla="*/ 563614 w 1886469"/>
                <a:gd name="csY1416" fmla="*/ 678696 h 2454076"/>
                <a:gd name="csX1417" fmla="*/ 569518 w 1886469"/>
                <a:gd name="csY1417" fmla="*/ 674861 h 2454076"/>
                <a:gd name="csX1418" fmla="*/ 570233 w 1886469"/>
                <a:gd name="csY1418" fmla="*/ 676345 h 2454076"/>
                <a:gd name="csX1419" fmla="*/ 570104 w 1886469"/>
                <a:gd name="csY1419" fmla="*/ 679487 h 2454076"/>
                <a:gd name="csX1420" fmla="*/ 570591 w 1886469"/>
                <a:gd name="csY1420" fmla="*/ 682409 h 2454076"/>
                <a:gd name="csX1421" fmla="*/ 572706 w 1886469"/>
                <a:gd name="csY1421" fmla="*/ 683033 h 2454076"/>
                <a:gd name="csX1422" fmla="*/ 574707 w 1886469"/>
                <a:gd name="csY1422" fmla="*/ 685117 h 2454076"/>
                <a:gd name="csX1423" fmla="*/ 578755 w 1886469"/>
                <a:gd name="csY1423" fmla="*/ 691493 h 2454076"/>
                <a:gd name="csX1424" fmla="*/ 581524 w 1886469"/>
                <a:gd name="csY1424" fmla="*/ 692718 h 2454076"/>
                <a:gd name="csX1425" fmla="*/ 582521 w 1886469"/>
                <a:gd name="csY1425" fmla="*/ 694111 h 2454076"/>
                <a:gd name="csX1426" fmla="*/ 583046 w 1886469"/>
                <a:gd name="csY1426" fmla="*/ 696241 h 2454076"/>
                <a:gd name="csX1427" fmla="*/ 584728 w 1886469"/>
                <a:gd name="csY1427" fmla="*/ 699946 h 2454076"/>
                <a:gd name="csX1428" fmla="*/ 584697 w 1886469"/>
                <a:gd name="csY1428" fmla="*/ 701864 h 2454076"/>
                <a:gd name="csX1429" fmla="*/ 582422 w 1886469"/>
                <a:gd name="csY1429" fmla="*/ 705668 h 2454076"/>
                <a:gd name="csX1430" fmla="*/ 580147 w 1886469"/>
                <a:gd name="csY1430" fmla="*/ 707791 h 2454076"/>
                <a:gd name="csX1431" fmla="*/ 839356 w 1886469"/>
                <a:gd name="csY1431" fmla="*/ 713619 h 2454076"/>
                <a:gd name="csX1432" fmla="*/ 836419 w 1886469"/>
                <a:gd name="csY1432" fmla="*/ 714547 h 2454076"/>
                <a:gd name="csX1433" fmla="*/ 831108 w 1886469"/>
                <a:gd name="csY1433" fmla="*/ 714060 h 2454076"/>
                <a:gd name="csX1434" fmla="*/ 824748 w 1886469"/>
                <a:gd name="csY1434" fmla="*/ 710454 h 2454076"/>
                <a:gd name="csX1435" fmla="*/ 823028 w 1886469"/>
                <a:gd name="csY1435" fmla="*/ 706223 h 2454076"/>
                <a:gd name="csX1436" fmla="*/ 822670 w 1886469"/>
                <a:gd name="csY1436" fmla="*/ 699505 h 2454076"/>
                <a:gd name="csX1437" fmla="*/ 822746 w 1886469"/>
                <a:gd name="csY1437" fmla="*/ 695769 h 2454076"/>
                <a:gd name="csX1438" fmla="*/ 823256 w 1886469"/>
                <a:gd name="csY1438" fmla="*/ 695039 h 2454076"/>
                <a:gd name="csX1439" fmla="*/ 827197 w 1886469"/>
                <a:gd name="csY1439" fmla="*/ 694149 h 2454076"/>
                <a:gd name="csX1440" fmla="*/ 834570 w 1886469"/>
                <a:gd name="csY1440" fmla="*/ 693106 h 2454076"/>
                <a:gd name="csX1441" fmla="*/ 840512 w 1886469"/>
                <a:gd name="csY1441" fmla="*/ 693867 h 2454076"/>
                <a:gd name="csX1442" fmla="*/ 847292 w 1886469"/>
                <a:gd name="csY1442" fmla="*/ 697725 h 2454076"/>
                <a:gd name="csX1443" fmla="*/ 850038 w 1886469"/>
                <a:gd name="csY1443" fmla="*/ 700197 h 2454076"/>
                <a:gd name="csX1444" fmla="*/ 851438 w 1886469"/>
                <a:gd name="csY1444" fmla="*/ 701932 h 2454076"/>
                <a:gd name="csX1445" fmla="*/ 853181 w 1886469"/>
                <a:gd name="csY1445" fmla="*/ 705447 h 2454076"/>
                <a:gd name="csX1446" fmla="*/ 853751 w 1886469"/>
                <a:gd name="csY1446" fmla="*/ 706999 h 2454076"/>
                <a:gd name="csX1447" fmla="*/ 854124 w 1886469"/>
                <a:gd name="csY1447" fmla="*/ 709754 h 2454076"/>
                <a:gd name="csX1448" fmla="*/ 845679 w 1886469"/>
                <a:gd name="csY1448" fmla="*/ 710362 h 2454076"/>
                <a:gd name="csX1449" fmla="*/ 841692 w 1886469"/>
                <a:gd name="csY1449" fmla="*/ 711443 h 2454076"/>
                <a:gd name="csX1450" fmla="*/ 839356 w 1886469"/>
                <a:gd name="csY1450" fmla="*/ 713619 h 2454076"/>
                <a:gd name="csX1451" fmla="*/ 971943 w 1886469"/>
                <a:gd name="csY1451" fmla="*/ 704025 h 2454076"/>
                <a:gd name="csX1452" fmla="*/ 977315 w 1886469"/>
                <a:gd name="csY1452" fmla="*/ 707874 h 2454076"/>
                <a:gd name="csX1453" fmla="*/ 983150 w 1886469"/>
                <a:gd name="csY1453" fmla="*/ 705835 h 2454076"/>
                <a:gd name="csX1454" fmla="*/ 989412 w 1886469"/>
                <a:gd name="csY1454" fmla="*/ 705615 h 2454076"/>
                <a:gd name="csX1455" fmla="*/ 1003336 w 1886469"/>
                <a:gd name="csY1455" fmla="*/ 707258 h 2454076"/>
                <a:gd name="csX1456" fmla="*/ 1012557 w 1886469"/>
                <a:gd name="csY1456" fmla="*/ 706163 h 2454076"/>
                <a:gd name="csX1457" fmla="*/ 1014939 w 1886469"/>
                <a:gd name="csY1457" fmla="*/ 706809 h 2454076"/>
                <a:gd name="csX1458" fmla="*/ 1018576 w 1886469"/>
                <a:gd name="csY1458" fmla="*/ 709274 h 2454076"/>
                <a:gd name="csX1459" fmla="*/ 1020501 w 1886469"/>
                <a:gd name="csY1459" fmla="*/ 712249 h 2454076"/>
                <a:gd name="csX1460" fmla="*/ 1022251 w 1886469"/>
                <a:gd name="csY1460" fmla="*/ 717256 h 2454076"/>
                <a:gd name="csX1461" fmla="*/ 1017754 w 1886469"/>
                <a:gd name="csY1461" fmla="*/ 720299 h 2454076"/>
                <a:gd name="csX1462" fmla="*/ 1013904 w 1886469"/>
                <a:gd name="csY1462" fmla="*/ 735676 h 2454076"/>
                <a:gd name="csX1463" fmla="*/ 1013387 w 1886469"/>
                <a:gd name="csY1463" fmla="*/ 736437 h 2454076"/>
                <a:gd name="csX1464" fmla="*/ 1009194 w 1886469"/>
                <a:gd name="csY1464" fmla="*/ 736642 h 2454076"/>
                <a:gd name="csX1465" fmla="*/ 1007140 w 1886469"/>
                <a:gd name="csY1465" fmla="*/ 737860 h 2454076"/>
                <a:gd name="csX1466" fmla="*/ 994913 w 1886469"/>
                <a:gd name="csY1466" fmla="*/ 735691 h 2454076"/>
                <a:gd name="csX1467" fmla="*/ 961215 w 1886469"/>
                <a:gd name="csY1467" fmla="*/ 734717 h 2454076"/>
                <a:gd name="csX1468" fmla="*/ 959739 w 1886469"/>
                <a:gd name="csY1468" fmla="*/ 732808 h 2454076"/>
                <a:gd name="csX1469" fmla="*/ 955303 w 1886469"/>
                <a:gd name="csY1469" fmla="*/ 723792 h 2454076"/>
                <a:gd name="csX1470" fmla="*/ 955029 w 1886469"/>
                <a:gd name="csY1470" fmla="*/ 720208 h 2454076"/>
                <a:gd name="csX1471" fmla="*/ 955828 w 1886469"/>
                <a:gd name="csY1471" fmla="*/ 716016 h 2454076"/>
                <a:gd name="csX1472" fmla="*/ 956779 w 1886469"/>
                <a:gd name="csY1472" fmla="*/ 713216 h 2454076"/>
                <a:gd name="csX1473" fmla="*/ 957882 w 1886469"/>
                <a:gd name="csY1473" fmla="*/ 711823 h 2454076"/>
                <a:gd name="csX1474" fmla="*/ 967690 w 1886469"/>
                <a:gd name="csY1474" fmla="*/ 704991 h 2454076"/>
                <a:gd name="csX1475" fmla="*/ 971943 w 1886469"/>
                <a:gd name="csY1475" fmla="*/ 704025 h 2454076"/>
                <a:gd name="csX1476" fmla="*/ 778183 w 1886469"/>
                <a:gd name="csY1476" fmla="*/ 768005 h 2454076"/>
                <a:gd name="csX1477" fmla="*/ 774911 w 1886469"/>
                <a:gd name="csY1477" fmla="*/ 769709 h 2454076"/>
                <a:gd name="csX1478" fmla="*/ 768414 w 1886469"/>
                <a:gd name="csY1478" fmla="*/ 765814 h 2454076"/>
                <a:gd name="csX1479" fmla="*/ 764153 w 1886469"/>
                <a:gd name="csY1479" fmla="*/ 764132 h 2454076"/>
                <a:gd name="csX1480" fmla="*/ 760630 w 1886469"/>
                <a:gd name="csY1480" fmla="*/ 757163 h 2454076"/>
                <a:gd name="csX1481" fmla="*/ 756864 w 1886469"/>
                <a:gd name="csY1481" fmla="*/ 747606 h 2454076"/>
                <a:gd name="csX1482" fmla="*/ 753896 w 1886469"/>
                <a:gd name="csY1482" fmla="*/ 736962 h 2454076"/>
                <a:gd name="csX1483" fmla="*/ 752786 w 1886469"/>
                <a:gd name="csY1483" fmla="*/ 730647 h 2454076"/>
                <a:gd name="csX1484" fmla="*/ 750632 w 1886469"/>
                <a:gd name="csY1484" fmla="*/ 726881 h 2454076"/>
                <a:gd name="csX1485" fmla="*/ 749887 w 1886469"/>
                <a:gd name="csY1485" fmla="*/ 720611 h 2454076"/>
                <a:gd name="csX1486" fmla="*/ 745976 w 1886469"/>
                <a:gd name="csY1486" fmla="*/ 710720 h 2454076"/>
                <a:gd name="csX1487" fmla="*/ 746623 w 1886469"/>
                <a:gd name="csY1487" fmla="*/ 709267 h 2454076"/>
                <a:gd name="csX1488" fmla="*/ 750305 w 1886469"/>
                <a:gd name="csY1488" fmla="*/ 707806 h 2454076"/>
                <a:gd name="csX1489" fmla="*/ 756179 w 1886469"/>
                <a:gd name="csY1489" fmla="*/ 709655 h 2454076"/>
                <a:gd name="csX1490" fmla="*/ 758994 w 1886469"/>
                <a:gd name="csY1490" fmla="*/ 713170 h 2454076"/>
                <a:gd name="csX1491" fmla="*/ 762547 w 1886469"/>
                <a:gd name="csY1491" fmla="*/ 719051 h 2454076"/>
                <a:gd name="csX1492" fmla="*/ 767151 w 1886469"/>
                <a:gd name="csY1492" fmla="*/ 728372 h 2454076"/>
                <a:gd name="csX1493" fmla="*/ 768573 w 1886469"/>
                <a:gd name="csY1493" fmla="*/ 732481 h 2454076"/>
                <a:gd name="csX1494" fmla="*/ 768855 w 1886469"/>
                <a:gd name="csY1494" fmla="*/ 738103 h 2454076"/>
                <a:gd name="csX1495" fmla="*/ 769684 w 1886469"/>
                <a:gd name="csY1495" fmla="*/ 741139 h 2454076"/>
                <a:gd name="csX1496" fmla="*/ 773641 w 1886469"/>
                <a:gd name="csY1496" fmla="*/ 741672 h 2454076"/>
                <a:gd name="csX1497" fmla="*/ 778510 w 1886469"/>
                <a:gd name="csY1497" fmla="*/ 749044 h 2454076"/>
                <a:gd name="csX1498" fmla="*/ 779393 w 1886469"/>
                <a:gd name="csY1498" fmla="*/ 751890 h 2454076"/>
                <a:gd name="csX1499" fmla="*/ 780397 w 1886469"/>
                <a:gd name="csY1499" fmla="*/ 757650 h 2454076"/>
                <a:gd name="csX1500" fmla="*/ 780329 w 1886469"/>
                <a:gd name="csY1500" fmla="*/ 760389 h 2454076"/>
                <a:gd name="csX1501" fmla="*/ 779553 w 1886469"/>
                <a:gd name="csY1501" fmla="*/ 766019 h 2454076"/>
                <a:gd name="csX1502" fmla="*/ 778183 w 1886469"/>
                <a:gd name="csY1502" fmla="*/ 768005 h 2454076"/>
                <a:gd name="csX1503" fmla="*/ 1092607 w 1886469"/>
                <a:gd name="csY1503" fmla="*/ 755877 h 2454076"/>
                <a:gd name="csX1504" fmla="*/ 1087022 w 1886469"/>
                <a:gd name="csY1504" fmla="*/ 761408 h 2454076"/>
                <a:gd name="csX1505" fmla="*/ 1084169 w 1886469"/>
                <a:gd name="csY1505" fmla="*/ 761210 h 2454076"/>
                <a:gd name="csX1506" fmla="*/ 1067834 w 1886469"/>
                <a:gd name="csY1506" fmla="*/ 749874 h 2454076"/>
                <a:gd name="csX1507" fmla="*/ 1064547 w 1886469"/>
                <a:gd name="csY1507" fmla="*/ 744236 h 2454076"/>
                <a:gd name="csX1508" fmla="*/ 1063915 w 1886469"/>
                <a:gd name="csY1508" fmla="*/ 740424 h 2454076"/>
                <a:gd name="csX1509" fmla="*/ 1063740 w 1886469"/>
                <a:gd name="csY1509" fmla="*/ 734999 h 2454076"/>
                <a:gd name="csX1510" fmla="*/ 1063794 w 1886469"/>
                <a:gd name="csY1510" fmla="*/ 727527 h 2454076"/>
                <a:gd name="csX1511" fmla="*/ 1064501 w 1886469"/>
                <a:gd name="csY1511" fmla="*/ 722475 h 2454076"/>
                <a:gd name="csX1512" fmla="*/ 1065361 w 1886469"/>
                <a:gd name="csY1512" fmla="*/ 720718 h 2454076"/>
                <a:gd name="csX1513" fmla="*/ 1067286 w 1886469"/>
                <a:gd name="csY1513" fmla="*/ 718914 h 2454076"/>
                <a:gd name="csX1514" fmla="*/ 1071052 w 1886469"/>
                <a:gd name="csY1514" fmla="*/ 717804 h 2454076"/>
                <a:gd name="csX1515" fmla="*/ 1074636 w 1886469"/>
                <a:gd name="csY1515" fmla="*/ 718435 h 2454076"/>
                <a:gd name="csX1516" fmla="*/ 1080023 w 1886469"/>
                <a:gd name="csY1516" fmla="*/ 720459 h 2454076"/>
                <a:gd name="csX1517" fmla="*/ 1085379 w 1886469"/>
                <a:gd name="csY1517" fmla="*/ 723807 h 2454076"/>
                <a:gd name="csX1518" fmla="*/ 1092493 w 1886469"/>
                <a:gd name="csY1518" fmla="*/ 734033 h 2454076"/>
                <a:gd name="csX1519" fmla="*/ 1095042 w 1886469"/>
                <a:gd name="csY1519" fmla="*/ 738879 h 2454076"/>
                <a:gd name="csX1520" fmla="*/ 1095582 w 1886469"/>
                <a:gd name="csY1520" fmla="*/ 745149 h 2454076"/>
                <a:gd name="csX1521" fmla="*/ 1095575 w 1886469"/>
                <a:gd name="csY1521" fmla="*/ 748968 h 2454076"/>
                <a:gd name="csX1522" fmla="*/ 1095202 w 1886469"/>
                <a:gd name="csY1522" fmla="*/ 751745 h 2454076"/>
                <a:gd name="csX1523" fmla="*/ 1094464 w 1886469"/>
                <a:gd name="csY1523" fmla="*/ 753480 h 2454076"/>
                <a:gd name="csX1524" fmla="*/ 1092607 w 1886469"/>
                <a:gd name="csY1524" fmla="*/ 755877 h 2454076"/>
                <a:gd name="csX1525" fmla="*/ 543444 w 1886469"/>
                <a:gd name="csY1525" fmla="*/ 746572 h 2454076"/>
                <a:gd name="csX1526" fmla="*/ 545056 w 1886469"/>
                <a:gd name="csY1526" fmla="*/ 750368 h 2454076"/>
                <a:gd name="csX1527" fmla="*/ 545171 w 1886469"/>
                <a:gd name="csY1527" fmla="*/ 751890 h 2454076"/>
                <a:gd name="csX1528" fmla="*/ 544395 w 1886469"/>
                <a:gd name="csY1528" fmla="*/ 753495 h 2454076"/>
                <a:gd name="csX1529" fmla="*/ 541891 w 1886469"/>
                <a:gd name="csY1529" fmla="*/ 756037 h 2454076"/>
                <a:gd name="csX1530" fmla="*/ 529299 w 1886469"/>
                <a:gd name="csY1530" fmla="*/ 764497 h 2454076"/>
                <a:gd name="csX1531" fmla="*/ 526834 w 1886469"/>
                <a:gd name="csY1531" fmla="*/ 768454 h 2454076"/>
                <a:gd name="csX1532" fmla="*/ 527762 w 1886469"/>
                <a:gd name="csY1532" fmla="*/ 771840 h 2454076"/>
                <a:gd name="csX1533" fmla="*/ 532305 w 1886469"/>
                <a:gd name="csY1533" fmla="*/ 778672 h 2454076"/>
                <a:gd name="csX1534" fmla="*/ 536923 w 1886469"/>
                <a:gd name="csY1534" fmla="*/ 784432 h 2454076"/>
                <a:gd name="csX1535" fmla="*/ 537920 w 1886469"/>
                <a:gd name="csY1535" fmla="*/ 787285 h 2454076"/>
                <a:gd name="csX1536" fmla="*/ 535721 w 1886469"/>
                <a:gd name="csY1536" fmla="*/ 790176 h 2454076"/>
                <a:gd name="csX1537" fmla="*/ 531513 w 1886469"/>
                <a:gd name="csY1537" fmla="*/ 789256 h 2454076"/>
                <a:gd name="csX1538" fmla="*/ 529946 w 1886469"/>
                <a:gd name="csY1538" fmla="*/ 789507 h 2454076"/>
                <a:gd name="csX1539" fmla="*/ 528462 w 1886469"/>
                <a:gd name="csY1539" fmla="*/ 790846 h 2454076"/>
                <a:gd name="csX1540" fmla="*/ 528866 w 1886469"/>
                <a:gd name="csY1540" fmla="*/ 793387 h 2454076"/>
                <a:gd name="csX1541" fmla="*/ 533514 w 1886469"/>
                <a:gd name="csY1541" fmla="*/ 801802 h 2454076"/>
                <a:gd name="csX1542" fmla="*/ 535044 w 1886469"/>
                <a:gd name="csY1542" fmla="*/ 806306 h 2454076"/>
                <a:gd name="csX1543" fmla="*/ 535006 w 1886469"/>
                <a:gd name="csY1543" fmla="*/ 808627 h 2454076"/>
                <a:gd name="csX1544" fmla="*/ 534184 w 1886469"/>
                <a:gd name="csY1544" fmla="*/ 810887 h 2454076"/>
                <a:gd name="csX1545" fmla="*/ 532236 w 1886469"/>
                <a:gd name="csY1545" fmla="*/ 813983 h 2454076"/>
                <a:gd name="csX1546" fmla="*/ 529155 w 1886469"/>
                <a:gd name="csY1546" fmla="*/ 817902 h 2454076"/>
                <a:gd name="csX1547" fmla="*/ 523874 w 1886469"/>
                <a:gd name="csY1547" fmla="*/ 821029 h 2454076"/>
                <a:gd name="csX1548" fmla="*/ 512522 w 1886469"/>
                <a:gd name="csY1548" fmla="*/ 825206 h 2454076"/>
                <a:gd name="csX1549" fmla="*/ 512149 w 1886469"/>
                <a:gd name="csY1549" fmla="*/ 828455 h 2454076"/>
                <a:gd name="csX1550" fmla="*/ 512225 w 1886469"/>
                <a:gd name="csY1550" fmla="*/ 830920 h 2454076"/>
                <a:gd name="csX1551" fmla="*/ 511952 w 1886469"/>
                <a:gd name="csY1551" fmla="*/ 836893 h 2454076"/>
                <a:gd name="csX1552" fmla="*/ 511564 w 1886469"/>
                <a:gd name="csY1552" fmla="*/ 839647 h 2454076"/>
                <a:gd name="csX1553" fmla="*/ 510209 w 1886469"/>
                <a:gd name="csY1553" fmla="*/ 844273 h 2454076"/>
                <a:gd name="csX1554" fmla="*/ 509228 w 1886469"/>
                <a:gd name="csY1554" fmla="*/ 846434 h 2454076"/>
                <a:gd name="csX1555" fmla="*/ 507523 w 1886469"/>
                <a:gd name="csY1555" fmla="*/ 847918 h 2454076"/>
                <a:gd name="csX1556" fmla="*/ 505104 w 1886469"/>
                <a:gd name="csY1556" fmla="*/ 848724 h 2454076"/>
                <a:gd name="csX1557" fmla="*/ 502000 w 1886469"/>
                <a:gd name="csY1557" fmla="*/ 848709 h 2454076"/>
                <a:gd name="csX1558" fmla="*/ 496879 w 1886469"/>
                <a:gd name="csY1558" fmla="*/ 844745 h 2454076"/>
                <a:gd name="csX1559" fmla="*/ 494551 w 1886469"/>
                <a:gd name="csY1559" fmla="*/ 842204 h 2454076"/>
                <a:gd name="csX1560" fmla="*/ 491317 w 1886469"/>
                <a:gd name="csY1560" fmla="*/ 836680 h 2454076"/>
                <a:gd name="csX1561" fmla="*/ 490731 w 1886469"/>
                <a:gd name="csY1561" fmla="*/ 832974 h 2454076"/>
                <a:gd name="csX1562" fmla="*/ 491051 w 1886469"/>
                <a:gd name="csY1562" fmla="*/ 828402 h 2454076"/>
                <a:gd name="csX1563" fmla="*/ 491903 w 1886469"/>
                <a:gd name="csY1563" fmla="*/ 821310 h 2454076"/>
                <a:gd name="csX1564" fmla="*/ 493311 w 1886469"/>
                <a:gd name="csY1564" fmla="*/ 814021 h 2454076"/>
                <a:gd name="csX1565" fmla="*/ 495274 w 1886469"/>
                <a:gd name="csY1565" fmla="*/ 806527 h 2454076"/>
                <a:gd name="csX1566" fmla="*/ 495860 w 1886469"/>
                <a:gd name="csY1566" fmla="*/ 801840 h 2454076"/>
                <a:gd name="csX1567" fmla="*/ 495061 w 1886469"/>
                <a:gd name="csY1567" fmla="*/ 799984 h 2454076"/>
                <a:gd name="csX1568" fmla="*/ 493722 w 1886469"/>
                <a:gd name="csY1568" fmla="*/ 799892 h 2454076"/>
                <a:gd name="csX1569" fmla="*/ 489544 w 1886469"/>
                <a:gd name="csY1569" fmla="*/ 802943 h 2454076"/>
                <a:gd name="csX1570" fmla="*/ 486851 w 1886469"/>
                <a:gd name="csY1570" fmla="*/ 804054 h 2454076"/>
                <a:gd name="csX1571" fmla="*/ 484766 w 1886469"/>
                <a:gd name="csY1571" fmla="*/ 806276 h 2454076"/>
                <a:gd name="csX1572" fmla="*/ 483290 w 1886469"/>
                <a:gd name="csY1572" fmla="*/ 809593 h 2454076"/>
                <a:gd name="csX1573" fmla="*/ 482453 w 1886469"/>
                <a:gd name="csY1573" fmla="*/ 813177 h 2454076"/>
                <a:gd name="csX1574" fmla="*/ 481981 w 1886469"/>
                <a:gd name="csY1574" fmla="*/ 820032 h 2454076"/>
                <a:gd name="csX1575" fmla="*/ 481190 w 1886469"/>
                <a:gd name="csY1575" fmla="*/ 823768 h 2454076"/>
                <a:gd name="csX1576" fmla="*/ 478938 w 1886469"/>
                <a:gd name="csY1576" fmla="*/ 825799 h 2454076"/>
                <a:gd name="csX1577" fmla="*/ 475567 w 1886469"/>
                <a:gd name="csY1577" fmla="*/ 825769 h 2454076"/>
                <a:gd name="csX1578" fmla="*/ 474289 w 1886469"/>
                <a:gd name="csY1578" fmla="*/ 826918 h 2454076"/>
                <a:gd name="csX1579" fmla="*/ 473658 w 1886469"/>
                <a:gd name="csY1579" fmla="*/ 829406 h 2454076"/>
                <a:gd name="csX1580" fmla="*/ 474114 w 1886469"/>
                <a:gd name="csY1580" fmla="*/ 831415 h 2454076"/>
                <a:gd name="csX1581" fmla="*/ 477439 w 1886469"/>
                <a:gd name="csY1581" fmla="*/ 835630 h 2454076"/>
                <a:gd name="csX1582" fmla="*/ 477850 w 1886469"/>
                <a:gd name="csY1582" fmla="*/ 840317 h 2454076"/>
                <a:gd name="csX1583" fmla="*/ 477447 w 1886469"/>
                <a:gd name="csY1583" fmla="*/ 843139 h 2454076"/>
                <a:gd name="csX1584" fmla="*/ 473855 w 1886469"/>
                <a:gd name="csY1584" fmla="*/ 848328 h 2454076"/>
                <a:gd name="csX1585" fmla="*/ 473011 w 1886469"/>
                <a:gd name="csY1585" fmla="*/ 850063 h 2454076"/>
                <a:gd name="csX1586" fmla="*/ 470782 w 1886469"/>
                <a:gd name="csY1586" fmla="*/ 858143 h 2454076"/>
                <a:gd name="csX1587" fmla="*/ 469960 w 1886469"/>
                <a:gd name="csY1587" fmla="*/ 860175 h 2454076"/>
                <a:gd name="csX1588" fmla="*/ 468103 w 1886469"/>
                <a:gd name="csY1588" fmla="*/ 862024 h 2454076"/>
                <a:gd name="csX1589" fmla="*/ 466232 w 1886469"/>
                <a:gd name="csY1589" fmla="*/ 861811 h 2454076"/>
                <a:gd name="csX1590" fmla="*/ 464497 w 1886469"/>
                <a:gd name="csY1590" fmla="*/ 858874 h 2454076"/>
                <a:gd name="csX1591" fmla="*/ 461963 w 1886469"/>
                <a:gd name="csY1591" fmla="*/ 853304 h 2454076"/>
                <a:gd name="csX1592" fmla="*/ 460251 w 1886469"/>
                <a:gd name="csY1592" fmla="*/ 848488 h 2454076"/>
                <a:gd name="csX1593" fmla="*/ 459376 w 1886469"/>
                <a:gd name="csY1593" fmla="*/ 844440 h 2454076"/>
                <a:gd name="csX1594" fmla="*/ 458631 w 1886469"/>
                <a:gd name="csY1594" fmla="*/ 842637 h 2454076"/>
                <a:gd name="csX1595" fmla="*/ 457421 w 1886469"/>
                <a:gd name="csY1595" fmla="*/ 843885 h 2454076"/>
                <a:gd name="csX1596" fmla="*/ 455960 w 1886469"/>
                <a:gd name="csY1596" fmla="*/ 848085 h 2454076"/>
                <a:gd name="csX1597" fmla="*/ 455922 w 1886469"/>
                <a:gd name="csY1597" fmla="*/ 851334 h 2454076"/>
                <a:gd name="csX1598" fmla="*/ 456242 w 1886469"/>
                <a:gd name="csY1598" fmla="*/ 856158 h 2454076"/>
                <a:gd name="csX1599" fmla="*/ 456158 w 1886469"/>
                <a:gd name="csY1599" fmla="*/ 859125 h 2454076"/>
                <a:gd name="csX1600" fmla="*/ 454028 w 1886469"/>
                <a:gd name="csY1600" fmla="*/ 862594 h 2454076"/>
                <a:gd name="csX1601" fmla="*/ 454340 w 1886469"/>
                <a:gd name="csY1601" fmla="*/ 864177 h 2454076"/>
                <a:gd name="csX1602" fmla="*/ 458083 w 1886469"/>
                <a:gd name="csY1602" fmla="*/ 868423 h 2454076"/>
                <a:gd name="csX1603" fmla="*/ 458562 w 1886469"/>
                <a:gd name="csY1603" fmla="*/ 870325 h 2454076"/>
                <a:gd name="csX1604" fmla="*/ 458585 w 1886469"/>
                <a:gd name="csY1604" fmla="*/ 873269 h 2454076"/>
                <a:gd name="csX1605" fmla="*/ 458334 w 1886469"/>
                <a:gd name="csY1605" fmla="*/ 874593 h 2454076"/>
                <a:gd name="csX1606" fmla="*/ 456835 w 1886469"/>
                <a:gd name="csY1606" fmla="*/ 874380 h 2454076"/>
                <a:gd name="csX1607" fmla="*/ 455572 w 1886469"/>
                <a:gd name="csY1607" fmla="*/ 877774 h 2454076"/>
                <a:gd name="csX1608" fmla="*/ 454127 w 1886469"/>
                <a:gd name="csY1608" fmla="*/ 880459 h 2454076"/>
                <a:gd name="csX1609" fmla="*/ 450322 w 1886469"/>
                <a:gd name="csY1609" fmla="*/ 885413 h 2454076"/>
                <a:gd name="csX1610" fmla="*/ 445034 w 1886469"/>
                <a:gd name="csY1610" fmla="*/ 886014 h 2454076"/>
                <a:gd name="csX1611" fmla="*/ 440659 w 1886469"/>
                <a:gd name="csY1611" fmla="*/ 888388 h 2454076"/>
                <a:gd name="csX1612" fmla="*/ 439731 w 1886469"/>
                <a:gd name="csY1612" fmla="*/ 888311 h 2454076"/>
                <a:gd name="csX1613" fmla="*/ 438674 w 1886469"/>
                <a:gd name="csY1613" fmla="*/ 884423 h 2454076"/>
                <a:gd name="csX1614" fmla="*/ 437487 w 1886469"/>
                <a:gd name="csY1614" fmla="*/ 876686 h 2454076"/>
                <a:gd name="csX1615" fmla="*/ 436429 w 1886469"/>
                <a:gd name="csY1615" fmla="*/ 872273 h 2454076"/>
                <a:gd name="csX1616" fmla="*/ 434846 w 1886469"/>
                <a:gd name="csY1616" fmla="*/ 870013 h 2454076"/>
                <a:gd name="csX1617" fmla="*/ 432891 w 1886469"/>
                <a:gd name="csY1617" fmla="*/ 861134 h 2454076"/>
                <a:gd name="csX1618" fmla="*/ 431978 w 1886469"/>
                <a:gd name="csY1618" fmla="*/ 858258 h 2454076"/>
                <a:gd name="csX1619" fmla="*/ 431080 w 1886469"/>
                <a:gd name="csY1619" fmla="*/ 857101 h 2454076"/>
                <a:gd name="csX1620" fmla="*/ 430334 w 1886469"/>
                <a:gd name="csY1620" fmla="*/ 856797 h 2454076"/>
                <a:gd name="csX1621" fmla="*/ 429231 w 1886469"/>
                <a:gd name="csY1621" fmla="*/ 858516 h 2454076"/>
                <a:gd name="csX1622" fmla="*/ 426690 w 1886469"/>
                <a:gd name="csY1622" fmla="*/ 871230 h 2454076"/>
                <a:gd name="csX1623" fmla="*/ 422543 w 1886469"/>
                <a:gd name="csY1623" fmla="*/ 874456 h 2454076"/>
                <a:gd name="csX1624" fmla="*/ 420261 w 1886469"/>
                <a:gd name="csY1624" fmla="*/ 875042 h 2454076"/>
                <a:gd name="csX1625" fmla="*/ 417963 w 1886469"/>
                <a:gd name="csY1625" fmla="*/ 874685 h 2454076"/>
                <a:gd name="csX1626" fmla="*/ 412272 w 1886469"/>
                <a:gd name="csY1626" fmla="*/ 871223 h 2454076"/>
                <a:gd name="csX1627" fmla="*/ 407707 w 1886469"/>
                <a:gd name="csY1627" fmla="*/ 869944 h 2454076"/>
                <a:gd name="csX1628" fmla="*/ 404519 w 1886469"/>
                <a:gd name="csY1628" fmla="*/ 871413 h 2454076"/>
                <a:gd name="csX1629" fmla="*/ 399284 w 1886469"/>
                <a:gd name="csY1629" fmla="*/ 876564 h 2454076"/>
                <a:gd name="csX1630" fmla="*/ 397199 w 1886469"/>
                <a:gd name="csY1630" fmla="*/ 877933 h 2454076"/>
                <a:gd name="csX1631" fmla="*/ 394369 w 1886469"/>
                <a:gd name="csY1631" fmla="*/ 877347 h 2454076"/>
                <a:gd name="csX1632" fmla="*/ 393129 w 1886469"/>
                <a:gd name="csY1632" fmla="*/ 875407 h 2454076"/>
                <a:gd name="csX1633" fmla="*/ 392071 w 1886469"/>
                <a:gd name="csY1633" fmla="*/ 872227 h 2454076"/>
                <a:gd name="csX1634" fmla="*/ 391949 w 1886469"/>
                <a:gd name="csY1634" fmla="*/ 870294 h 2454076"/>
                <a:gd name="csX1635" fmla="*/ 392771 w 1886469"/>
                <a:gd name="csY1635" fmla="*/ 869617 h 2454076"/>
                <a:gd name="csX1636" fmla="*/ 394072 w 1886469"/>
                <a:gd name="csY1636" fmla="*/ 865912 h 2454076"/>
                <a:gd name="csX1637" fmla="*/ 394034 w 1886469"/>
                <a:gd name="csY1637" fmla="*/ 864421 h 2454076"/>
                <a:gd name="csX1638" fmla="*/ 392748 w 1886469"/>
                <a:gd name="csY1638" fmla="*/ 862275 h 2454076"/>
                <a:gd name="csX1639" fmla="*/ 392733 w 1886469"/>
                <a:gd name="csY1639" fmla="*/ 860601 h 2454076"/>
                <a:gd name="csX1640" fmla="*/ 393197 w 1886469"/>
                <a:gd name="csY1640" fmla="*/ 859467 h 2454076"/>
                <a:gd name="csX1641" fmla="*/ 393091 w 1886469"/>
                <a:gd name="csY1641" fmla="*/ 858661 h 2454076"/>
                <a:gd name="csX1642" fmla="*/ 392429 w 1886469"/>
                <a:gd name="csY1642" fmla="*/ 858174 h 2454076"/>
                <a:gd name="csX1643" fmla="*/ 391135 w 1886469"/>
                <a:gd name="csY1643" fmla="*/ 858630 h 2454076"/>
                <a:gd name="csX1644" fmla="*/ 386479 w 1886469"/>
                <a:gd name="csY1644" fmla="*/ 861096 h 2454076"/>
                <a:gd name="csX1645" fmla="*/ 387004 w 1886469"/>
                <a:gd name="csY1645" fmla="*/ 858410 h 2454076"/>
                <a:gd name="csX1646" fmla="*/ 389225 w 1886469"/>
                <a:gd name="csY1646" fmla="*/ 852779 h 2454076"/>
                <a:gd name="csX1647" fmla="*/ 394666 w 1886469"/>
                <a:gd name="csY1647" fmla="*/ 841481 h 2454076"/>
                <a:gd name="csX1648" fmla="*/ 396720 w 1886469"/>
                <a:gd name="csY1648" fmla="*/ 838141 h 2454076"/>
                <a:gd name="csX1649" fmla="*/ 397952 w 1886469"/>
                <a:gd name="csY1649" fmla="*/ 837129 h 2454076"/>
                <a:gd name="csX1650" fmla="*/ 413999 w 1886469"/>
                <a:gd name="csY1650" fmla="*/ 833477 h 2454076"/>
                <a:gd name="csX1651" fmla="*/ 415125 w 1886469"/>
                <a:gd name="csY1651" fmla="*/ 832381 h 2454076"/>
                <a:gd name="csX1652" fmla="*/ 422749 w 1886469"/>
                <a:gd name="csY1652" fmla="*/ 816913 h 2454076"/>
                <a:gd name="csX1653" fmla="*/ 424925 w 1886469"/>
                <a:gd name="csY1653" fmla="*/ 813344 h 2454076"/>
                <a:gd name="csX1654" fmla="*/ 427154 w 1886469"/>
                <a:gd name="csY1654" fmla="*/ 810499 h 2454076"/>
                <a:gd name="csX1655" fmla="*/ 438095 w 1886469"/>
                <a:gd name="csY1655" fmla="*/ 801026 h 2454076"/>
                <a:gd name="csX1656" fmla="*/ 439115 w 1886469"/>
                <a:gd name="csY1656" fmla="*/ 798850 h 2454076"/>
                <a:gd name="csX1657" fmla="*/ 440827 w 1886469"/>
                <a:gd name="csY1657" fmla="*/ 792238 h 2454076"/>
                <a:gd name="csX1658" fmla="*/ 441823 w 1886469"/>
                <a:gd name="csY1658" fmla="*/ 790572 h 2454076"/>
                <a:gd name="csX1659" fmla="*/ 444190 w 1886469"/>
                <a:gd name="csY1659" fmla="*/ 788053 h 2454076"/>
                <a:gd name="csX1660" fmla="*/ 452072 w 1886469"/>
                <a:gd name="csY1660" fmla="*/ 774525 h 2454076"/>
                <a:gd name="csX1661" fmla="*/ 459255 w 1886469"/>
                <a:gd name="csY1661" fmla="*/ 764657 h 2454076"/>
                <a:gd name="csX1662" fmla="*/ 462899 w 1886469"/>
                <a:gd name="csY1662" fmla="*/ 758509 h 2454076"/>
                <a:gd name="csX1663" fmla="*/ 467890 w 1886469"/>
                <a:gd name="csY1663" fmla="*/ 752263 h 2454076"/>
                <a:gd name="csX1664" fmla="*/ 473658 w 1886469"/>
                <a:gd name="csY1664" fmla="*/ 749577 h 2454076"/>
                <a:gd name="csX1665" fmla="*/ 491058 w 1886469"/>
                <a:gd name="csY1665" fmla="*/ 744844 h 2454076"/>
                <a:gd name="csX1666" fmla="*/ 503582 w 1886469"/>
                <a:gd name="csY1666" fmla="*/ 751061 h 2454076"/>
                <a:gd name="csX1667" fmla="*/ 506565 w 1886469"/>
                <a:gd name="csY1667" fmla="*/ 751449 h 2454076"/>
                <a:gd name="csX1668" fmla="*/ 508026 w 1886469"/>
                <a:gd name="csY1668" fmla="*/ 749691 h 2454076"/>
                <a:gd name="csX1669" fmla="*/ 509342 w 1886469"/>
                <a:gd name="csY1669" fmla="*/ 746830 h 2454076"/>
                <a:gd name="csX1670" fmla="*/ 511214 w 1886469"/>
                <a:gd name="csY1670" fmla="*/ 748032 h 2454076"/>
                <a:gd name="csX1671" fmla="*/ 515862 w 1886469"/>
                <a:gd name="csY1671" fmla="*/ 748907 h 2454076"/>
                <a:gd name="csX1672" fmla="*/ 516890 w 1886469"/>
                <a:gd name="csY1672" fmla="*/ 748223 h 2454076"/>
                <a:gd name="csX1673" fmla="*/ 518845 w 1886469"/>
                <a:gd name="csY1673" fmla="*/ 744966 h 2454076"/>
                <a:gd name="csX1674" fmla="*/ 517506 w 1886469"/>
                <a:gd name="csY1674" fmla="*/ 743178 h 2454076"/>
                <a:gd name="csX1675" fmla="*/ 511876 w 1886469"/>
                <a:gd name="csY1675" fmla="*/ 739884 h 2454076"/>
                <a:gd name="csX1676" fmla="*/ 511533 w 1886469"/>
                <a:gd name="csY1676" fmla="*/ 738202 h 2454076"/>
                <a:gd name="csX1677" fmla="*/ 511663 w 1886469"/>
                <a:gd name="csY1677" fmla="*/ 736612 h 2454076"/>
                <a:gd name="csX1678" fmla="*/ 513641 w 1886469"/>
                <a:gd name="csY1678" fmla="*/ 732800 h 2454076"/>
                <a:gd name="csX1679" fmla="*/ 516030 w 1886469"/>
                <a:gd name="csY1679" fmla="*/ 730327 h 2454076"/>
                <a:gd name="csX1680" fmla="*/ 522946 w 1886469"/>
                <a:gd name="csY1680" fmla="*/ 728471 h 2454076"/>
                <a:gd name="csX1681" fmla="*/ 526119 w 1886469"/>
                <a:gd name="csY1681" fmla="*/ 728950 h 2454076"/>
                <a:gd name="csX1682" fmla="*/ 529406 w 1886469"/>
                <a:gd name="csY1682" fmla="*/ 731598 h 2454076"/>
                <a:gd name="csX1683" fmla="*/ 533689 w 1886469"/>
                <a:gd name="csY1683" fmla="*/ 737053 h 2454076"/>
                <a:gd name="csX1684" fmla="*/ 543444 w 1886469"/>
                <a:gd name="csY1684" fmla="*/ 746572 h 2454076"/>
                <a:gd name="csX1685" fmla="*/ 997340 w 1886469"/>
                <a:gd name="csY1685" fmla="*/ 789811 h 2454076"/>
                <a:gd name="csX1686" fmla="*/ 1001335 w 1886469"/>
                <a:gd name="csY1686" fmla="*/ 790625 h 2454076"/>
                <a:gd name="csX1687" fmla="*/ 1004751 w 1886469"/>
                <a:gd name="csY1687" fmla="*/ 789370 h 2454076"/>
                <a:gd name="csX1688" fmla="*/ 1007680 w 1886469"/>
                <a:gd name="csY1688" fmla="*/ 789651 h 2454076"/>
                <a:gd name="csX1689" fmla="*/ 1012002 w 1886469"/>
                <a:gd name="csY1689" fmla="*/ 793448 h 2454076"/>
                <a:gd name="csX1690" fmla="*/ 1016012 w 1886469"/>
                <a:gd name="csY1690" fmla="*/ 799223 h 2454076"/>
                <a:gd name="csX1691" fmla="*/ 1019086 w 1886469"/>
                <a:gd name="csY1691" fmla="*/ 801833 h 2454076"/>
                <a:gd name="csX1692" fmla="*/ 1020082 w 1886469"/>
                <a:gd name="csY1692" fmla="*/ 803141 h 2454076"/>
                <a:gd name="csX1693" fmla="*/ 1020470 w 1886469"/>
                <a:gd name="csY1693" fmla="*/ 804594 h 2454076"/>
                <a:gd name="csX1694" fmla="*/ 1020950 w 1886469"/>
                <a:gd name="csY1694" fmla="*/ 808931 h 2454076"/>
                <a:gd name="csX1695" fmla="*/ 1020934 w 1886469"/>
                <a:gd name="csY1695" fmla="*/ 810940 h 2454076"/>
                <a:gd name="csX1696" fmla="*/ 1020706 w 1886469"/>
                <a:gd name="csY1696" fmla="*/ 812538 h 2454076"/>
                <a:gd name="csX1697" fmla="*/ 1019359 w 1886469"/>
                <a:gd name="csY1697" fmla="*/ 816479 h 2454076"/>
                <a:gd name="csX1698" fmla="*/ 1018226 w 1886469"/>
                <a:gd name="csY1698" fmla="*/ 821341 h 2454076"/>
                <a:gd name="csX1699" fmla="*/ 1015890 w 1886469"/>
                <a:gd name="csY1699" fmla="*/ 825609 h 2454076"/>
                <a:gd name="csX1700" fmla="*/ 1014642 w 1886469"/>
                <a:gd name="csY1700" fmla="*/ 828820 h 2454076"/>
                <a:gd name="csX1701" fmla="*/ 1013569 w 1886469"/>
                <a:gd name="csY1701" fmla="*/ 832868 h 2454076"/>
                <a:gd name="csX1702" fmla="*/ 1015974 w 1886469"/>
                <a:gd name="csY1702" fmla="*/ 830456 h 2454076"/>
                <a:gd name="csX1703" fmla="*/ 1025081 w 1886469"/>
                <a:gd name="csY1703" fmla="*/ 817034 h 2454076"/>
                <a:gd name="csX1704" fmla="*/ 1031046 w 1886469"/>
                <a:gd name="csY1704" fmla="*/ 818640 h 2454076"/>
                <a:gd name="csX1705" fmla="*/ 1039994 w 1886469"/>
                <a:gd name="csY1705" fmla="*/ 817438 h 2454076"/>
                <a:gd name="csX1706" fmla="*/ 1050836 w 1886469"/>
                <a:gd name="csY1706" fmla="*/ 811914 h 2454076"/>
                <a:gd name="csX1707" fmla="*/ 1055979 w 1886469"/>
                <a:gd name="csY1707" fmla="*/ 811054 h 2454076"/>
                <a:gd name="csX1708" fmla="*/ 1061176 w 1886469"/>
                <a:gd name="csY1708" fmla="*/ 811457 h 2454076"/>
                <a:gd name="csX1709" fmla="*/ 1065034 w 1886469"/>
                <a:gd name="csY1709" fmla="*/ 813200 h 2454076"/>
                <a:gd name="csX1710" fmla="*/ 1073274 w 1886469"/>
                <a:gd name="csY1710" fmla="*/ 820633 h 2454076"/>
                <a:gd name="csX1711" fmla="*/ 1076127 w 1886469"/>
                <a:gd name="csY1711" fmla="*/ 824164 h 2454076"/>
                <a:gd name="csX1712" fmla="*/ 1077200 w 1886469"/>
                <a:gd name="csY1712" fmla="*/ 826652 h 2454076"/>
                <a:gd name="csX1713" fmla="*/ 1077458 w 1886469"/>
                <a:gd name="csY1713" fmla="*/ 828485 h 2454076"/>
                <a:gd name="csX1714" fmla="*/ 1075769 w 1886469"/>
                <a:gd name="csY1714" fmla="*/ 831323 h 2454076"/>
                <a:gd name="csX1715" fmla="*/ 1070596 w 1886469"/>
                <a:gd name="csY1715" fmla="*/ 829596 h 2454076"/>
                <a:gd name="csX1716" fmla="*/ 1062074 w 1886469"/>
                <a:gd name="csY1716" fmla="*/ 828074 h 2454076"/>
                <a:gd name="csX1717" fmla="*/ 1060514 w 1886469"/>
                <a:gd name="csY1717" fmla="*/ 827131 h 2454076"/>
                <a:gd name="csX1718" fmla="*/ 1059190 w 1886469"/>
                <a:gd name="csY1718" fmla="*/ 827207 h 2454076"/>
                <a:gd name="csX1719" fmla="*/ 1058224 w 1886469"/>
                <a:gd name="csY1719" fmla="*/ 828234 h 2454076"/>
                <a:gd name="csX1720" fmla="*/ 1058833 w 1886469"/>
                <a:gd name="csY1720" fmla="*/ 832130 h 2454076"/>
                <a:gd name="csX1721" fmla="*/ 1060567 w 1886469"/>
                <a:gd name="csY1721" fmla="*/ 832982 h 2454076"/>
                <a:gd name="csX1722" fmla="*/ 1070801 w 1886469"/>
                <a:gd name="csY1722" fmla="*/ 833819 h 2454076"/>
                <a:gd name="csX1723" fmla="*/ 1104332 w 1886469"/>
                <a:gd name="csY1723" fmla="*/ 846114 h 2454076"/>
                <a:gd name="csX1724" fmla="*/ 1105732 w 1886469"/>
                <a:gd name="csY1724" fmla="*/ 850018 h 2454076"/>
                <a:gd name="csX1725" fmla="*/ 1105359 w 1886469"/>
                <a:gd name="csY1725" fmla="*/ 851745 h 2454076"/>
                <a:gd name="csX1726" fmla="*/ 1104172 w 1886469"/>
                <a:gd name="csY1726" fmla="*/ 853647 h 2454076"/>
                <a:gd name="csX1727" fmla="*/ 1101730 w 1886469"/>
                <a:gd name="csY1727" fmla="*/ 856203 h 2454076"/>
                <a:gd name="csX1728" fmla="*/ 1082389 w 1886469"/>
                <a:gd name="csY1728" fmla="*/ 858988 h 2454076"/>
                <a:gd name="csX1729" fmla="*/ 1071387 w 1886469"/>
                <a:gd name="csY1729" fmla="*/ 856523 h 2454076"/>
                <a:gd name="csX1730" fmla="*/ 1062142 w 1886469"/>
                <a:gd name="csY1730" fmla="*/ 852551 h 2454076"/>
                <a:gd name="csX1731" fmla="*/ 1059000 w 1886469"/>
                <a:gd name="csY1731" fmla="*/ 853441 h 2454076"/>
                <a:gd name="csX1732" fmla="*/ 1061732 w 1886469"/>
                <a:gd name="csY1732" fmla="*/ 858821 h 2454076"/>
                <a:gd name="csX1733" fmla="*/ 1067278 w 1886469"/>
                <a:gd name="csY1733" fmla="*/ 860456 h 2454076"/>
                <a:gd name="csX1734" fmla="*/ 1071919 w 1886469"/>
                <a:gd name="csY1734" fmla="*/ 863629 h 2454076"/>
                <a:gd name="csX1735" fmla="*/ 1073844 w 1886469"/>
                <a:gd name="csY1735" fmla="*/ 866277 h 2454076"/>
                <a:gd name="csX1736" fmla="*/ 1083682 w 1886469"/>
                <a:gd name="csY1736" fmla="*/ 868293 h 2454076"/>
                <a:gd name="csX1737" fmla="*/ 1085288 w 1886469"/>
                <a:gd name="csY1737" fmla="*/ 870348 h 2454076"/>
                <a:gd name="csX1738" fmla="*/ 1088346 w 1886469"/>
                <a:gd name="csY1738" fmla="*/ 875582 h 2454076"/>
                <a:gd name="csX1739" fmla="*/ 1090910 w 1886469"/>
                <a:gd name="csY1739" fmla="*/ 875986 h 2454076"/>
                <a:gd name="csX1740" fmla="*/ 1093452 w 1886469"/>
                <a:gd name="csY1740" fmla="*/ 879630 h 2454076"/>
                <a:gd name="csX1741" fmla="*/ 1095544 w 1886469"/>
                <a:gd name="csY1741" fmla="*/ 885869 h 2454076"/>
                <a:gd name="csX1742" fmla="*/ 1096510 w 1886469"/>
                <a:gd name="csY1742" fmla="*/ 886698 h 2454076"/>
                <a:gd name="csX1743" fmla="*/ 1099478 w 1886469"/>
                <a:gd name="csY1743" fmla="*/ 885580 h 2454076"/>
                <a:gd name="csX1744" fmla="*/ 1104469 w 1886469"/>
                <a:gd name="csY1744" fmla="*/ 890967 h 2454076"/>
                <a:gd name="csX1745" fmla="*/ 1106021 w 1886469"/>
                <a:gd name="csY1745" fmla="*/ 893843 h 2454076"/>
                <a:gd name="csX1746" fmla="*/ 1106029 w 1886469"/>
                <a:gd name="csY1746" fmla="*/ 895988 h 2454076"/>
                <a:gd name="csX1747" fmla="*/ 1104918 w 1886469"/>
                <a:gd name="csY1747" fmla="*/ 899344 h 2454076"/>
                <a:gd name="csX1748" fmla="*/ 1102689 w 1886469"/>
                <a:gd name="csY1748" fmla="*/ 903886 h 2454076"/>
                <a:gd name="csX1749" fmla="*/ 1097043 w 1886469"/>
                <a:gd name="csY1749" fmla="*/ 909220 h 2454076"/>
                <a:gd name="csX1750" fmla="*/ 1096602 w 1886469"/>
                <a:gd name="csY1750" fmla="*/ 910818 h 2454076"/>
                <a:gd name="csX1751" fmla="*/ 1103198 w 1886469"/>
                <a:gd name="csY1751" fmla="*/ 910194 h 2454076"/>
                <a:gd name="csX1752" fmla="*/ 1104416 w 1886469"/>
                <a:gd name="csY1752" fmla="*/ 910901 h 2454076"/>
                <a:gd name="csX1753" fmla="*/ 1112184 w 1886469"/>
                <a:gd name="csY1753" fmla="*/ 920298 h 2454076"/>
                <a:gd name="csX1754" fmla="*/ 1113204 w 1886469"/>
                <a:gd name="csY1754" fmla="*/ 920465 h 2454076"/>
                <a:gd name="csX1755" fmla="*/ 1113843 w 1886469"/>
                <a:gd name="csY1755" fmla="*/ 919491 h 2454076"/>
                <a:gd name="csX1756" fmla="*/ 1114588 w 1886469"/>
                <a:gd name="csY1756" fmla="*/ 916166 h 2454076"/>
                <a:gd name="csX1757" fmla="*/ 1114253 w 1886469"/>
                <a:gd name="csY1757" fmla="*/ 913085 h 2454076"/>
                <a:gd name="csX1758" fmla="*/ 1113302 w 1886469"/>
                <a:gd name="csY1758" fmla="*/ 908801 h 2454076"/>
                <a:gd name="csX1759" fmla="*/ 1113554 w 1886469"/>
                <a:gd name="csY1759" fmla="*/ 905682 h 2454076"/>
                <a:gd name="csX1760" fmla="*/ 1115014 w 1886469"/>
                <a:gd name="csY1760" fmla="*/ 903742 h 2454076"/>
                <a:gd name="csX1761" fmla="*/ 1116483 w 1886469"/>
                <a:gd name="csY1761" fmla="*/ 902783 h 2454076"/>
                <a:gd name="csX1762" fmla="*/ 1117974 w 1886469"/>
                <a:gd name="csY1762" fmla="*/ 902798 h 2454076"/>
                <a:gd name="csX1763" fmla="*/ 1119595 w 1886469"/>
                <a:gd name="csY1763" fmla="*/ 903947 h 2454076"/>
                <a:gd name="csX1764" fmla="*/ 1127447 w 1886469"/>
                <a:gd name="csY1764" fmla="*/ 915352 h 2454076"/>
                <a:gd name="csX1765" fmla="*/ 1137521 w 1886469"/>
                <a:gd name="csY1765" fmla="*/ 909912 h 2454076"/>
                <a:gd name="csX1766" fmla="*/ 1139354 w 1886469"/>
                <a:gd name="csY1766" fmla="*/ 912354 h 2454076"/>
                <a:gd name="csX1767" fmla="*/ 1140876 w 1886469"/>
                <a:gd name="csY1767" fmla="*/ 916920 h 2454076"/>
                <a:gd name="csX1768" fmla="*/ 1141584 w 1886469"/>
                <a:gd name="csY1768" fmla="*/ 917673 h 2454076"/>
                <a:gd name="csX1769" fmla="*/ 1145312 w 1886469"/>
                <a:gd name="csY1769" fmla="*/ 908573 h 2454076"/>
                <a:gd name="csX1770" fmla="*/ 1147609 w 1886469"/>
                <a:gd name="csY1770" fmla="*/ 906306 h 2454076"/>
                <a:gd name="csX1771" fmla="*/ 1157059 w 1886469"/>
                <a:gd name="csY1771" fmla="*/ 917117 h 2454076"/>
                <a:gd name="csX1772" fmla="*/ 1162819 w 1886469"/>
                <a:gd name="csY1772" fmla="*/ 919499 h 2454076"/>
                <a:gd name="csX1773" fmla="*/ 1165132 w 1886469"/>
                <a:gd name="csY1773" fmla="*/ 921804 h 2454076"/>
                <a:gd name="csX1774" fmla="*/ 1169408 w 1886469"/>
                <a:gd name="csY1774" fmla="*/ 924338 h 2454076"/>
                <a:gd name="csX1775" fmla="*/ 1175487 w 1886469"/>
                <a:gd name="csY1775" fmla="*/ 925297 h 2454076"/>
                <a:gd name="csX1776" fmla="*/ 1176492 w 1886469"/>
                <a:gd name="csY1776" fmla="*/ 921317 h 2454076"/>
                <a:gd name="csX1777" fmla="*/ 1172992 w 1886469"/>
                <a:gd name="csY1777" fmla="*/ 916189 h 2454076"/>
                <a:gd name="csX1778" fmla="*/ 1175038 w 1886469"/>
                <a:gd name="csY1778" fmla="*/ 913937 h 2454076"/>
                <a:gd name="csX1779" fmla="*/ 1183400 w 1886469"/>
                <a:gd name="csY1779" fmla="*/ 909570 h 2454076"/>
                <a:gd name="csX1780" fmla="*/ 1187866 w 1886469"/>
                <a:gd name="csY1780" fmla="*/ 910186 h 2454076"/>
                <a:gd name="csX1781" fmla="*/ 1196099 w 1886469"/>
                <a:gd name="csY1781" fmla="*/ 903977 h 2454076"/>
                <a:gd name="csX1782" fmla="*/ 1201151 w 1886469"/>
                <a:gd name="csY1782" fmla="*/ 903133 h 2454076"/>
                <a:gd name="csX1783" fmla="*/ 1204255 w 1886469"/>
                <a:gd name="csY1783" fmla="*/ 903239 h 2454076"/>
                <a:gd name="csX1784" fmla="*/ 1214443 w 1886469"/>
                <a:gd name="csY1784" fmla="*/ 893805 h 2454076"/>
                <a:gd name="csX1785" fmla="*/ 1216863 w 1886469"/>
                <a:gd name="csY1785" fmla="*/ 892298 h 2454076"/>
                <a:gd name="csX1786" fmla="*/ 1218620 w 1886469"/>
                <a:gd name="csY1786" fmla="*/ 888905 h 2454076"/>
                <a:gd name="csX1787" fmla="*/ 1222622 w 1886469"/>
                <a:gd name="csY1787" fmla="*/ 889438 h 2454076"/>
                <a:gd name="csX1788" fmla="*/ 1233457 w 1886469"/>
                <a:gd name="csY1788" fmla="*/ 894824 h 2454076"/>
                <a:gd name="csX1789" fmla="*/ 1236523 w 1886469"/>
                <a:gd name="csY1789" fmla="*/ 894337 h 2454076"/>
                <a:gd name="csX1790" fmla="*/ 1248050 w 1886469"/>
                <a:gd name="csY1790" fmla="*/ 888966 h 2454076"/>
                <a:gd name="csX1791" fmla="*/ 1252319 w 1886469"/>
                <a:gd name="csY1791" fmla="*/ 887650 h 2454076"/>
                <a:gd name="csX1792" fmla="*/ 1256595 w 1886469"/>
                <a:gd name="csY1792" fmla="*/ 887847 h 2454076"/>
                <a:gd name="csX1793" fmla="*/ 1267406 w 1886469"/>
                <a:gd name="csY1793" fmla="*/ 890997 h 2454076"/>
                <a:gd name="csX1794" fmla="*/ 1275494 w 1886469"/>
                <a:gd name="csY1794" fmla="*/ 894375 h 2454076"/>
                <a:gd name="csX1795" fmla="*/ 1278005 w 1886469"/>
                <a:gd name="csY1795" fmla="*/ 896148 h 2454076"/>
                <a:gd name="csX1796" fmla="*/ 1277115 w 1886469"/>
                <a:gd name="csY1796" fmla="*/ 900576 h 2454076"/>
                <a:gd name="csX1797" fmla="*/ 1277526 w 1886469"/>
                <a:gd name="csY1797" fmla="*/ 901885 h 2454076"/>
                <a:gd name="csX1798" fmla="*/ 1278576 w 1886469"/>
                <a:gd name="csY1798" fmla="*/ 902836 h 2454076"/>
                <a:gd name="csX1799" fmla="*/ 1281216 w 1886469"/>
                <a:gd name="csY1799" fmla="*/ 904130 h 2454076"/>
                <a:gd name="csX1800" fmla="*/ 1291320 w 1886469"/>
                <a:gd name="csY1800" fmla="*/ 904213 h 2454076"/>
                <a:gd name="csX1801" fmla="*/ 1295710 w 1886469"/>
                <a:gd name="csY1801" fmla="*/ 905332 h 2454076"/>
                <a:gd name="csX1802" fmla="*/ 1299203 w 1886469"/>
                <a:gd name="csY1802" fmla="*/ 909448 h 2454076"/>
                <a:gd name="csX1803" fmla="*/ 1300040 w 1886469"/>
                <a:gd name="csY1803" fmla="*/ 911084 h 2454076"/>
                <a:gd name="csX1804" fmla="*/ 1299895 w 1886469"/>
                <a:gd name="csY1804" fmla="*/ 912788 h 2454076"/>
                <a:gd name="csX1805" fmla="*/ 1296456 w 1886469"/>
                <a:gd name="csY1805" fmla="*/ 917209 h 2454076"/>
                <a:gd name="csX1806" fmla="*/ 1297019 w 1886469"/>
                <a:gd name="csY1806" fmla="*/ 918137 h 2454076"/>
                <a:gd name="csX1807" fmla="*/ 1300450 w 1886469"/>
                <a:gd name="csY1807" fmla="*/ 919164 h 2454076"/>
                <a:gd name="csX1808" fmla="*/ 1308181 w 1886469"/>
                <a:gd name="csY1808" fmla="*/ 919666 h 2454076"/>
                <a:gd name="csX1809" fmla="*/ 1309839 w 1886469"/>
                <a:gd name="csY1809" fmla="*/ 920686 h 2454076"/>
                <a:gd name="csX1810" fmla="*/ 1311430 w 1886469"/>
                <a:gd name="csY1810" fmla="*/ 926164 h 2454076"/>
                <a:gd name="csX1811" fmla="*/ 1313096 w 1886469"/>
                <a:gd name="csY1811" fmla="*/ 933712 h 2454076"/>
                <a:gd name="csX1812" fmla="*/ 1313065 w 1886469"/>
                <a:gd name="csY1812" fmla="*/ 936702 h 2454076"/>
                <a:gd name="csX1813" fmla="*/ 1310387 w 1886469"/>
                <a:gd name="csY1813" fmla="*/ 941762 h 2454076"/>
                <a:gd name="csX1814" fmla="*/ 1303068 w 1886469"/>
                <a:gd name="csY1814" fmla="*/ 948488 h 2454076"/>
                <a:gd name="csX1815" fmla="*/ 1294949 w 1886469"/>
                <a:gd name="csY1815" fmla="*/ 954049 h 2454076"/>
                <a:gd name="csX1816" fmla="*/ 1294424 w 1886469"/>
                <a:gd name="csY1816" fmla="*/ 955480 h 2454076"/>
                <a:gd name="csX1817" fmla="*/ 1297019 w 1886469"/>
                <a:gd name="csY1817" fmla="*/ 958128 h 2454076"/>
                <a:gd name="csX1818" fmla="*/ 1299697 w 1886469"/>
                <a:gd name="csY1818" fmla="*/ 959284 h 2454076"/>
                <a:gd name="csX1819" fmla="*/ 1301805 w 1886469"/>
                <a:gd name="csY1819" fmla="*/ 959056 h 2454076"/>
                <a:gd name="csX1820" fmla="*/ 1308287 w 1886469"/>
                <a:gd name="csY1820" fmla="*/ 956537 h 2454076"/>
                <a:gd name="csX1821" fmla="*/ 1309756 w 1886469"/>
                <a:gd name="csY1821" fmla="*/ 956583 h 2454076"/>
                <a:gd name="csX1822" fmla="*/ 1312731 w 1886469"/>
                <a:gd name="csY1822" fmla="*/ 959155 h 2454076"/>
                <a:gd name="csX1823" fmla="*/ 1314108 w 1886469"/>
                <a:gd name="csY1823" fmla="*/ 961696 h 2454076"/>
                <a:gd name="csX1824" fmla="*/ 1315371 w 1886469"/>
                <a:gd name="csY1824" fmla="*/ 965082 h 2454076"/>
                <a:gd name="csX1825" fmla="*/ 1313096 w 1886469"/>
                <a:gd name="csY1825" fmla="*/ 968148 h 2454076"/>
                <a:gd name="csX1826" fmla="*/ 1303775 w 1886469"/>
                <a:gd name="csY1826" fmla="*/ 971952 h 2454076"/>
                <a:gd name="csX1827" fmla="*/ 1298267 w 1886469"/>
                <a:gd name="csY1827" fmla="*/ 966953 h 2454076"/>
                <a:gd name="csX1828" fmla="*/ 1296418 w 1886469"/>
                <a:gd name="csY1828" fmla="*/ 965843 h 2454076"/>
                <a:gd name="csX1829" fmla="*/ 1295162 w 1886469"/>
                <a:gd name="csY1829" fmla="*/ 966276 h 2454076"/>
                <a:gd name="csX1830" fmla="*/ 1295870 w 1886469"/>
                <a:gd name="csY1830" fmla="*/ 968475 h 2454076"/>
                <a:gd name="csX1831" fmla="*/ 1298533 w 1886469"/>
                <a:gd name="csY1831" fmla="*/ 972432 h 2454076"/>
                <a:gd name="csX1832" fmla="*/ 1299408 w 1886469"/>
                <a:gd name="csY1832" fmla="*/ 975041 h 2454076"/>
                <a:gd name="csX1833" fmla="*/ 1298480 w 1886469"/>
                <a:gd name="csY1833" fmla="*/ 976304 h 2454076"/>
                <a:gd name="csX1834" fmla="*/ 1298039 w 1886469"/>
                <a:gd name="csY1834" fmla="*/ 978800 h 2454076"/>
                <a:gd name="csX1835" fmla="*/ 1298092 w 1886469"/>
                <a:gd name="csY1835" fmla="*/ 982513 h 2454076"/>
                <a:gd name="csX1836" fmla="*/ 1297871 w 1886469"/>
                <a:gd name="csY1836" fmla="*/ 986279 h 2454076"/>
                <a:gd name="csX1837" fmla="*/ 1296973 w 1886469"/>
                <a:gd name="csY1837" fmla="*/ 992123 h 2454076"/>
                <a:gd name="csX1838" fmla="*/ 1296654 w 1886469"/>
                <a:gd name="csY1838" fmla="*/ 992358 h 2454076"/>
                <a:gd name="csX1839" fmla="*/ 1276400 w 1886469"/>
                <a:gd name="csY1839" fmla="*/ 993553 h 2454076"/>
                <a:gd name="csX1840" fmla="*/ 1273957 w 1886469"/>
                <a:gd name="csY1840" fmla="*/ 994603 h 2454076"/>
                <a:gd name="csX1841" fmla="*/ 1268259 w 1886469"/>
                <a:gd name="csY1841" fmla="*/ 998696 h 2454076"/>
                <a:gd name="csX1842" fmla="*/ 1263952 w 1886469"/>
                <a:gd name="csY1842" fmla="*/ 1000751 h 2454076"/>
                <a:gd name="csX1843" fmla="*/ 1261145 w 1886469"/>
                <a:gd name="csY1843" fmla="*/ 1001063 h 2454076"/>
                <a:gd name="csX1844" fmla="*/ 1258406 w 1886469"/>
                <a:gd name="csY1844" fmla="*/ 1000317 h 2454076"/>
                <a:gd name="csX1845" fmla="*/ 1251010 w 1886469"/>
                <a:gd name="csY1845" fmla="*/ 996071 h 2454076"/>
                <a:gd name="csX1846" fmla="*/ 1246087 w 1886469"/>
                <a:gd name="csY1846" fmla="*/ 996870 h 2454076"/>
                <a:gd name="csX1847" fmla="*/ 1244155 w 1886469"/>
                <a:gd name="csY1847" fmla="*/ 996467 h 2454076"/>
                <a:gd name="csX1848" fmla="*/ 1239985 w 1886469"/>
                <a:gd name="csY1848" fmla="*/ 993637 h 2454076"/>
                <a:gd name="csX1849" fmla="*/ 1238973 w 1886469"/>
                <a:gd name="csY1849" fmla="*/ 992206 h 2454076"/>
                <a:gd name="csX1850" fmla="*/ 1237284 w 1886469"/>
                <a:gd name="csY1850" fmla="*/ 988486 h 2454076"/>
                <a:gd name="csX1851" fmla="*/ 1236013 w 1886469"/>
                <a:gd name="csY1851" fmla="*/ 983373 h 2454076"/>
                <a:gd name="csX1852" fmla="*/ 1236112 w 1886469"/>
                <a:gd name="csY1852" fmla="*/ 980215 h 2454076"/>
                <a:gd name="csX1853" fmla="*/ 1236645 w 1886469"/>
                <a:gd name="csY1853" fmla="*/ 975650 h 2454076"/>
                <a:gd name="csX1854" fmla="*/ 1236318 w 1886469"/>
                <a:gd name="csY1854" fmla="*/ 973352 h 2454076"/>
                <a:gd name="csX1855" fmla="*/ 1235131 w 1886469"/>
                <a:gd name="csY1855" fmla="*/ 973345 h 2454076"/>
                <a:gd name="csX1856" fmla="*/ 1233807 w 1886469"/>
                <a:gd name="csY1856" fmla="*/ 972394 h 2454076"/>
                <a:gd name="csX1857" fmla="*/ 1229820 w 1886469"/>
                <a:gd name="csY1857" fmla="*/ 967783 h 2454076"/>
                <a:gd name="csX1858" fmla="*/ 1227363 w 1886469"/>
                <a:gd name="csY1858" fmla="*/ 966421 h 2454076"/>
                <a:gd name="csX1859" fmla="*/ 1226906 w 1886469"/>
                <a:gd name="csY1859" fmla="*/ 967174 h 2454076"/>
                <a:gd name="csX1860" fmla="*/ 1227629 w 1886469"/>
                <a:gd name="csY1860" fmla="*/ 970781 h 2454076"/>
                <a:gd name="csX1861" fmla="*/ 1228108 w 1886469"/>
                <a:gd name="csY1861" fmla="*/ 971929 h 2454076"/>
                <a:gd name="csX1862" fmla="*/ 1230733 w 1886469"/>
                <a:gd name="csY1862" fmla="*/ 974554 h 2454076"/>
                <a:gd name="csX1863" fmla="*/ 1231220 w 1886469"/>
                <a:gd name="csY1863" fmla="*/ 977590 h 2454076"/>
                <a:gd name="csX1864" fmla="*/ 1230102 w 1886469"/>
                <a:gd name="csY1864" fmla="*/ 985237 h 2454076"/>
                <a:gd name="csX1865" fmla="*/ 1229706 w 1886469"/>
                <a:gd name="csY1865" fmla="*/ 986462 h 2454076"/>
                <a:gd name="csX1866" fmla="*/ 1227157 w 1886469"/>
                <a:gd name="csY1866" fmla="*/ 992039 h 2454076"/>
                <a:gd name="csX1867" fmla="*/ 1225232 w 1886469"/>
                <a:gd name="csY1867" fmla="*/ 993621 h 2454076"/>
                <a:gd name="csX1868" fmla="*/ 1219975 w 1886469"/>
                <a:gd name="csY1868" fmla="*/ 993743 h 2454076"/>
                <a:gd name="csX1869" fmla="*/ 1211925 w 1886469"/>
                <a:gd name="csY1869" fmla="*/ 997684 h 2454076"/>
                <a:gd name="csX1870" fmla="*/ 1208075 w 1886469"/>
                <a:gd name="csY1870" fmla="*/ 998255 h 2454076"/>
                <a:gd name="csX1871" fmla="*/ 1202916 w 1886469"/>
                <a:gd name="csY1871" fmla="*/ 997334 h 2454076"/>
                <a:gd name="csX1872" fmla="*/ 1199690 w 1886469"/>
                <a:gd name="csY1872" fmla="*/ 995539 h 2454076"/>
                <a:gd name="csX1873" fmla="*/ 1197598 w 1886469"/>
                <a:gd name="csY1873" fmla="*/ 993477 h 2454076"/>
                <a:gd name="csX1874" fmla="*/ 1195566 w 1886469"/>
                <a:gd name="csY1874" fmla="*/ 990548 h 2454076"/>
                <a:gd name="csX1875" fmla="*/ 1194501 w 1886469"/>
                <a:gd name="csY1875" fmla="*/ 990327 h 2454076"/>
                <a:gd name="csX1876" fmla="*/ 1193961 w 1886469"/>
                <a:gd name="csY1876" fmla="*/ 996680 h 2454076"/>
                <a:gd name="csX1877" fmla="*/ 1192964 w 1886469"/>
                <a:gd name="csY1877" fmla="*/ 997502 h 2454076"/>
                <a:gd name="csX1878" fmla="*/ 1191237 w 1886469"/>
                <a:gd name="csY1878" fmla="*/ 997403 h 2454076"/>
                <a:gd name="csX1879" fmla="*/ 1188566 w 1886469"/>
                <a:gd name="csY1879" fmla="*/ 995432 h 2454076"/>
                <a:gd name="csX1880" fmla="*/ 1186368 w 1886469"/>
                <a:gd name="csY1880" fmla="*/ 990837 h 2454076"/>
                <a:gd name="csX1881" fmla="*/ 1185683 w 1886469"/>
                <a:gd name="csY1881" fmla="*/ 990852 h 2454076"/>
                <a:gd name="csX1882" fmla="*/ 1185378 w 1886469"/>
                <a:gd name="csY1882" fmla="*/ 993530 h 2454076"/>
                <a:gd name="csX1883" fmla="*/ 1184884 w 1886469"/>
                <a:gd name="csY1883" fmla="*/ 995288 h 2454076"/>
                <a:gd name="csX1884" fmla="*/ 1184207 w 1886469"/>
                <a:gd name="csY1884" fmla="*/ 996117 h 2454076"/>
                <a:gd name="csX1885" fmla="*/ 1178554 w 1886469"/>
                <a:gd name="csY1885" fmla="*/ 998978 h 2454076"/>
                <a:gd name="csX1886" fmla="*/ 1175404 w 1886469"/>
                <a:gd name="csY1886" fmla="*/ 998993 h 2454076"/>
                <a:gd name="csX1887" fmla="*/ 1172109 w 1886469"/>
                <a:gd name="csY1887" fmla="*/ 995714 h 2454076"/>
                <a:gd name="csX1888" fmla="*/ 1169948 w 1886469"/>
                <a:gd name="csY1888" fmla="*/ 996041 h 2454076"/>
                <a:gd name="csX1889" fmla="*/ 1167179 w 1886469"/>
                <a:gd name="csY1889" fmla="*/ 997814 h 2454076"/>
                <a:gd name="csX1890" fmla="*/ 1160453 w 1886469"/>
                <a:gd name="csY1890" fmla="*/ 994458 h 2454076"/>
                <a:gd name="csX1891" fmla="*/ 1158847 w 1886469"/>
                <a:gd name="csY1891" fmla="*/ 994321 h 2454076"/>
                <a:gd name="csX1892" fmla="*/ 1160232 w 1886469"/>
                <a:gd name="csY1892" fmla="*/ 999754 h 2454076"/>
                <a:gd name="csX1893" fmla="*/ 1158010 w 1886469"/>
                <a:gd name="csY1893" fmla="*/ 1000591 h 2454076"/>
                <a:gd name="csX1894" fmla="*/ 1153217 w 1886469"/>
                <a:gd name="csY1894" fmla="*/ 1000454 h 2454076"/>
                <a:gd name="csX1895" fmla="*/ 1145335 w 1886469"/>
                <a:gd name="csY1895" fmla="*/ 998704 h 2454076"/>
                <a:gd name="csX1896" fmla="*/ 1140450 w 1886469"/>
                <a:gd name="csY1896" fmla="*/ 1001245 h 2454076"/>
                <a:gd name="csX1897" fmla="*/ 1131624 w 1886469"/>
                <a:gd name="csY1897" fmla="*/ 999724 h 2454076"/>
                <a:gd name="csX1898" fmla="*/ 1122714 w 1886469"/>
                <a:gd name="csY1898" fmla="*/ 999343 h 2454076"/>
                <a:gd name="csX1899" fmla="*/ 1121056 w 1886469"/>
                <a:gd name="csY1899" fmla="*/ 998103 h 2454076"/>
                <a:gd name="csX1900" fmla="*/ 1119884 w 1886469"/>
                <a:gd name="csY1900" fmla="*/ 995562 h 2454076"/>
                <a:gd name="csX1901" fmla="*/ 1119838 w 1886469"/>
                <a:gd name="csY1901" fmla="*/ 993302 h 2454076"/>
                <a:gd name="csX1902" fmla="*/ 1120272 w 1886469"/>
                <a:gd name="csY1902" fmla="*/ 990160 h 2454076"/>
                <a:gd name="csX1903" fmla="*/ 1121573 w 1886469"/>
                <a:gd name="csY1903" fmla="*/ 985473 h 2454076"/>
                <a:gd name="csX1904" fmla="*/ 1123749 w 1886469"/>
                <a:gd name="csY1904" fmla="*/ 979226 h 2454076"/>
                <a:gd name="csX1905" fmla="*/ 1124502 w 1886469"/>
                <a:gd name="csY1905" fmla="*/ 975916 h 2454076"/>
                <a:gd name="csX1906" fmla="*/ 1122539 w 1886469"/>
                <a:gd name="csY1906" fmla="*/ 974379 h 2454076"/>
                <a:gd name="csX1907" fmla="*/ 1121322 w 1886469"/>
                <a:gd name="csY1907" fmla="*/ 972325 h 2454076"/>
                <a:gd name="csX1908" fmla="*/ 1120325 w 1886469"/>
                <a:gd name="csY1908" fmla="*/ 972089 h 2454076"/>
                <a:gd name="csX1909" fmla="*/ 1117183 w 1886469"/>
                <a:gd name="csY1909" fmla="*/ 974516 h 2454076"/>
                <a:gd name="csX1910" fmla="*/ 1115136 w 1886469"/>
                <a:gd name="csY1910" fmla="*/ 981562 h 2454076"/>
                <a:gd name="csX1911" fmla="*/ 1113569 w 1886469"/>
                <a:gd name="csY1911" fmla="*/ 983601 h 2454076"/>
                <a:gd name="csX1912" fmla="*/ 1112876 w 1886469"/>
                <a:gd name="csY1912" fmla="*/ 981889 h 2454076"/>
                <a:gd name="csX1913" fmla="*/ 1112359 w 1886469"/>
                <a:gd name="csY1913" fmla="*/ 977613 h 2454076"/>
                <a:gd name="csX1914" fmla="*/ 1111667 w 1886469"/>
                <a:gd name="csY1914" fmla="*/ 975528 h 2454076"/>
                <a:gd name="csX1915" fmla="*/ 1110807 w 1886469"/>
                <a:gd name="csY1915" fmla="*/ 975642 h 2454076"/>
                <a:gd name="csX1916" fmla="*/ 1109970 w 1886469"/>
                <a:gd name="csY1916" fmla="*/ 976784 h 2454076"/>
                <a:gd name="csX1917" fmla="*/ 1109156 w 1886469"/>
                <a:gd name="csY1917" fmla="*/ 978960 h 2454076"/>
                <a:gd name="csX1918" fmla="*/ 1107931 w 1886469"/>
                <a:gd name="csY1918" fmla="*/ 979743 h 2454076"/>
                <a:gd name="csX1919" fmla="*/ 1106295 w 1886469"/>
                <a:gd name="csY1919" fmla="*/ 979150 h 2454076"/>
                <a:gd name="csX1920" fmla="*/ 1105717 w 1886469"/>
                <a:gd name="csY1920" fmla="*/ 980215 h 2454076"/>
                <a:gd name="csX1921" fmla="*/ 1106196 w 1886469"/>
                <a:gd name="csY1921" fmla="*/ 982931 h 2454076"/>
                <a:gd name="csX1922" fmla="*/ 1106364 w 1886469"/>
                <a:gd name="csY1922" fmla="*/ 985465 h 2454076"/>
                <a:gd name="csX1923" fmla="*/ 1106219 w 1886469"/>
                <a:gd name="csY1923" fmla="*/ 987831 h 2454076"/>
                <a:gd name="csX1924" fmla="*/ 1104804 w 1886469"/>
                <a:gd name="csY1924" fmla="*/ 990114 h 2454076"/>
                <a:gd name="csX1925" fmla="*/ 1100786 w 1886469"/>
                <a:gd name="csY1925" fmla="*/ 993431 h 2454076"/>
                <a:gd name="csX1926" fmla="*/ 1098466 w 1886469"/>
                <a:gd name="csY1926" fmla="*/ 994489 h 2454076"/>
                <a:gd name="csX1927" fmla="*/ 1092364 w 1886469"/>
                <a:gd name="csY1927" fmla="*/ 994983 h 2454076"/>
                <a:gd name="csX1928" fmla="*/ 1088719 w 1886469"/>
                <a:gd name="csY1928" fmla="*/ 994002 h 2454076"/>
                <a:gd name="csX1929" fmla="*/ 1081324 w 1886469"/>
                <a:gd name="csY1929" fmla="*/ 990023 h 2454076"/>
                <a:gd name="csX1930" fmla="*/ 1077230 w 1886469"/>
                <a:gd name="csY1930" fmla="*/ 989840 h 2454076"/>
                <a:gd name="csX1931" fmla="*/ 1072300 w 1886469"/>
                <a:gd name="csY1931" fmla="*/ 983137 h 2454076"/>
                <a:gd name="csX1932" fmla="*/ 1068397 w 1886469"/>
                <a:gd name="csY1932" fmla="*/ 981585 h 2454076"/>
                <a:gd name="csX1933" fmla="*/ 1068595 w 1886469"/>
                <a:gd name="csY1933" fmla="*/ 979142 h 2454076"/>
                <a:gd name="csX1934" fmla="*/ 1070299 w 1886469"/>
                <a:gd name="csY1934" fmla="*/ 974600 h 2454076"/>
                <a:gd name="csX1935" fmla="*/ 1070246 w 1886469"/>
                <a:gd name="csY1935" fmla="*/ 973238 h 2454076"/>
                <a:gd name="csX1936" fmla="*/ 1064912 w 1886469"/>
                <a:gd name="csY1936" fmla="*/ 979865 h 2454076"/>
                <a:gd name="csX1937" fmla="*/ 1064189 w 1886469"/>
                <a:gd name="csY1937" fmla="*/ 981973 h 2454076"/>
                <a:gd name="csX1938" fmla="*/ 1064813 w 1886469"/>
                <a:gd name="csY1938" fmla="*/ 986858 h 2454076"/>
                <a:gd name="csX1939" fmla="*/ 1064106 w 1886469"/>
                <a:gd name="csY1939" fmla="*/ 987207 h 2454076"/>
                <a:gd name="csX1940" fmla="*/ 1060438 w 1886469"/>
                <a:gd name="csY1940" fmla="*/ 985457 h 2454076"/>
                <a:gd name="csX1941" fmla="*/ 1056832 w 1886469"/>
                <a:gd name="csY1941" fmla="*/ 986789 h 2454076"/>
                <a:gd name="csX1942" fmla="*/ 1055964 w 1886469"/>
                <a:gd name="csY1942" fmla="*/ 986393 h 2454076"/>
                <a:gd name="csX1943" fmla="*/ 1053476 w 1886469"/>
                <a:gd name="csY1943" fmla="*/ 982871 h 2454076"/>
                <a:gd name="csX1944" fmla="*/ 1049094 w 1886469"/>
                <a:gd name="csY1944" fmla="*/ 979279 h 2454076"/>
                <a:gd name="csX1945" fmla="*/ 1047161 w 1886469"/>
                <a:gd name="csY1945" fmla="*/ 975239 h 2454076"/>
                <a:gd name="csX1946" fmla="*/ 1044148 w 1886469"/>
                <a:gd name="csY1946" fmla="*/ 962548 h 2454076"/>
                <a:gd name="csX1947" fmla="*/ 1042619 w 1886469"/>
                <a:gd name="csY1947" fmla="*/ 954080 h 2454076"/>
                <a:gd name="csX1948" fmla="*/ 1042809 w 1886469"/>
                <a:gd name="csY1948" fmla="*/ 952345 h 2454076"/>
                <a:gd name="csX1949" fmla="*/ 1045046 w 1886469"/>
                <a:gd name="csY1949" fmla="*/ 949941 h 2454076"/>
                <a:gd name="csX1950" fmla="*/ 1044711 w 1886469"/>
                <a:gd name="csY1950" fmla="*/ 948061 h 2454076"/>
                <a:gd name="csX1951" fmla="*/ 1041926 w 1886469"/>
                <a:gd name="csY1951" fmla="*/ 943260 h 2454076"/>
                <a:gd name="csX1952" fmla="*/ 1038921 w 1886469"/>
                <a:gd name="csY1952" fmla="*/ 939205 h 2454076"/>
                <a:gd name="csX1953" fmla="*/ 1038031 w 1886469"/>
                <a:gd name="csY1953" fmla="*/ 936390 h 2454076"/>
                <a:gd name="csX1954" fmla="*/ 1037620 w 1886469"/>
                <a:gd name="csY1954" fmla="*/ 933537 h 2454076"/>
                <a:gd name="csX1955" fmla="*/ 1037224 w 1886469"/>
                <a:gd name="csY1955" fmla="*/ 929398 h 2454076"/>
                <a:gd name="csX1956" fmla="*/ 1037209 w 1886469"/>
                <a:gd name="csY1956" fmla="*/ 926331 h 2454076"/>
                <a:gd name="csX1957" fmla="*/ 1037567 w 1886469"/>
                <a:gd name="csY1957" fmla="*/ 924346 h 2454076"/>
                <a:gd name="csX1958" fmla="*/ 1039286 w 1886469"/>
                <a:gd name="csY1958" fmla="*/ 918129 h 2454076"/>
                <a:gd name="csX1959" fmla="*/ 1043988 w 1886469"/>
                <a:gd name="csY1959" fmla="*/ 906914 h 2454076"/>
                <a:gd name="csX1960" fmla="*/ 1044620 w 1886469"/>
                <a:gd name="csY1960" fmla="*/ 904868 h 2454076"/>
                <a:gd name="csX1961" fmla="*/ 1044871 w 1886469"/>
                <a:gd name="csY1961" fmla="*/ 902844 h 2454076"/>
                <a:gd name="csX1962" fmla="*/ 1044224 w 1886469"/>
                <a:gd name="csY1962" fmla="*/ 896848 h 2454076"/>
                <a:gd name="csX1963" fmla="*/ 1043311 w 1886469"/>
                <a:gd name="csY1963" fmla="*/ 890815 h 2454076"/>
                <a:gd name="csX1964" fmla="*/ 1042391 w 1886469"/>
                <a:gd name="csY1964" fmla="*/ 886485 h 2454076"/>
                <a:gd name="csX1965" fmla="*/ 1039796 w 1886469"/>
                <a:gd name="csY1965" fmla="*/ 880482 h 2454076"/>
                <a:gd name="csX1966" fmla="*/ 1036228 w 1886469"/>
                <a:gd name="csY1966" fmla="*/ 874213 h 2454076"/>
                <a:gd name="csX1967" fmla="*/ 1031206 w 1886469"/>
                <a:gd name="csY1967" fmla="*/ 862884 h 2454076"/>
                <a:gd name="csX1968" fmla="*/ 1027485 w 1886469"/>
                <a:gd name="csY1968" fmla="*/ 854004 h 2454076"/>
                <a:gd name="csX1969" fmla="*/ 1023034 w 1886469"/>
                <a:gd name="csY1969" fmla="*/ 841397 h 2454076"/>
                <a:gd name="csX1970" fmla="*/ 1020889 w 1886469"/>
                <a:gd name="csY1970" fmla="*/ 840301 h 2454076"/>
                <a:gd name="csX1971" fmla="*/ 1018401 w 1886469"/>
                <a:gd name="csY1971" fmla="*/ 840880 h 2454076"/>
                <a:gd name="csX1972" fmla="*/ 1013037 w 1886469"/>
                <a:gd name="csY1972" fmla="*/ 845239 h 2454076"/>
                <a:gd name="csX1973" fmla="*/ 1011233 w 1886469"/>
                <a:gd name="csY1973" fmla="*/ 847301 h 2454076"/>
                <a:gd name="csX1974" fmla="*/ 1010792 w 1886469"/>
                <a:gd name="csY1974" fmla="*/ 848686 h 2454076"/>
                <a:gd name="csX1975" fmla="*/ 1006798 w 1886469"/>
                <a:gd name="csY1975" fmla="*/ 848998 h 2454076"/>
                <a:gd name="csX1976" fmla="*/ 995476 w 1886469"/>
                <a:gd name="csY1976" fmla="*/ 847864 h 2454076"/>
                <a:gd name="csX1977" fmla="*/ 991147 w 1886469"/>
                <a:gd name="csY1977" fmla="*/ 846525 h 2454076"/>
                <a:gd name="csX1978" fmla="*/ 987913 w 1886469"/>
                <a:gd name="csY1978" fmla="*/ 846875 h 2454076"/>
                <a:gd name="csX1979" fmla="*/ 982367 w 1886469"/>
                <a:gd name="csY1979" fmla="*/ 850071 h 2454076"/>
                <a:gd name="csX1980" fmla="*/ 976447 w 1886469"/>
                <a:gd name="csY1980" fmla="*/ 849470 h 2454076"/>
                <a:gd name="csX1981" fmla="*/ 972742 w 1886469"/>
                <a:gd name="csY1981" fmla="*/ 840568 h 2454076"/>
                <a:gd name="csX1982" fmla="*/ 964327 w 1886469"/>
                <a:gd name="csY1982" fmla="*/ 835751 h 2454076"/>
                <a:gd name="csX1983" fmla="*/ 961816 w 1886469"/>
                <a:gd name="csY1983" fmla="*/ 833043 h 2454076"/>
                <a:gd name="csX1984" fmla="*/ 960096 w 1886469"/>
                <a:gd name="csY1984" fmla="*/ 829330 h 2454076"/>
                <a:gd name="csX1985" fmla="*/ 960667 w 1886469"/>
                <a:gd name="csY1985" fmla="*/ 826895 h 2454076"/>
                <a:gd name="csX1986" fmla="*/ 965453 w 1886469"/>
                <a:gd name="csY1986" fmla="*/ 824711 h 2454076"/>
                <a:gd name="csX1987" fmla="*/ 967446 w 1886469"/>
                <a:gd name="csY1987" fmla="*/ 822300 h 2454076"/>
                <a:gd name="csX1988" fmla="*/ 968397 w 1886469"/>
                <a:gd name="csY1988" fmla="*/ 820352 h 2454076"/>
                <a:gd name="csX1989" fmla="*/ 963650 w 1886469"/>
                <a:gd name="csY1989" fmla="*/ 822033 h 2454076"/>
                <a:gd name="csX1990" fmla="*/ 961557 w 1886469"/>
                <a:gd name="csY1990" fmla="*/ 821737 h 2454076"/>
                <a:gd name="csX1991" fmla="*/ 947283 w 1886469"/>
                <a:gd name="csY1991" fmla="*/ 809426 h 2454076"/>
                <a:gd name="csX1992" fmla="*/ 942886 w 1886469"/>
                <a:gd name="csY1992" fmla="*/ 807242 h 2454076"/>
                <a:gd name="csX1993" fmla="*/ 942140 w 1886469"/>
                <a:gd name="csY1993" fmla="*/ 806131 h 2454076"/>
                <a:gd name="csX1994" fmla="*/ 941767 w 1886469"/>
                <a:gd name="csY1994" fmla="*/ 804671 h 2454076"/>
                <a:gd name="csX1995" fmla="*/ 941775 w 1886469"/>
                <a:gd name="csY1995" fmla="*/ 802852 h 2454076"/>
                <a:gd name="csX1996" fmla="*/ 942193 w 1886469"/>
                <a:gd name="csY1996" fmla="*/ 800113 h 2454076"/>
                <a:gd name="csX1997" fmla="*/ 946439 w 1886469"/>
                <a:gd name="csY1997" fmla="*/ 803575 h 2454076"/>
                <a:gd name="csX1998" fmla="*/ 948341 w 1886469"/>
                <a:gd name="csY1998" fmla="*/ 803834 h 2454076"/>
                <a:gd name="csX1999" fmla="*/ 951316 w 1886469"/>
                <a:gd name="csY1999" fmla="*/ 802799 h 2454076"/>
                <a:gd name="csX2000" fmla="*/ 952374 w 1886469"/>
                <a:gd name="csY2000" fmla="*/ 800638 h 2454076"/>
                <a:gd name="csX2001" fmla="*/ 951696 w 1886469"/>
                <a:gd name="csY2001" fmla="*/ 799375 h 2454076"/>
                <a:gd name="csX2002" fmla="*/ 946835 w 1886469"/>
                <a:gd name="csY2002" fmla="*/ 795213 h 2454076"/>
                <a:gd name="csX2003" fmla="*/ 944484 w 1886469"/>
                <a:gd name="csY2003" fmla="*/ 792040 h 2454076"/>
                <a:gd name="csX2004" fmla="*/ 943578 w 1886469"/>
                <a:gd name="csY2004" fmla="*/ 789727 h 2454076"/>
                <a:gd name="csX2005" fmla="*/ 944514 w 1886469"/>
                <a:gd name="csY2005" fmla="*/ 786440 h 2454076"/>
                <a:gd name="csX2006" fmla="*/ 944757 w 1886469"/>
                <a:gd name="csY2006" fmla="*/ 784211 h 2454076"/>
                <a:gd name="csX2007" fmla="*/ 946325 w 1886469"/>
                <a:gd name="csY2007" fmla="*/ 782956 h 2454076"/>
                <a:gd name="csX2008" fmla="*/ 949209 w 1886469"/>
                <a:gd name="csY2008" fmla="*/ 782674 h 2454076"/>
                <a:gd name="csX2009" fmla="*/ 952899 w 1886469"/>
                <a:gd name="csY2009" fmla="*/ 781092 h 2454076"/>
                <a:gd name="csX2010" fmla="*/ 959647 w 1886469"/>
                <a:gd name="csY2010" fmla="*/ 776770 h 2454076"/>
                <a:gd name="csX2011" fmla="*/ 964167 w 1886469"/>
                <a:gd name="csY2011" fmla="*/ 775225 h 2454076"/>
                <a:gd name="csX2012" fmla="*/ 968679 w 1886469"/>
                <a:gd name="csY2012" fmla="*/ 775461 h 2454076"/>
                <a:gd name="csX2013" fmla="*/ 979612 w 1886469"/>
                <a:gd name="csY2013" fmla="*/ 779882 h 2454076"/>
                <a:gd name="csX2014" fmla="*/ 990508 w 1886469"/>
                <a:gd name="csY2014" fmla="*/ 785474 h 2454076"/>
                <a:gd name="csX2015" fmla="*/ 997340 w 1886469"/>
                <a:gd name="csY2015" fmla="*/ 789811 h 2454076"/>
                <a:gd name="csX2016" fmla="*/ 585953 w 1886469"/>
                <a:gd name="csY2016" fmla="*/ 805660 h 2454076"/>
                <a:gd name="csX2017" fmla="*/ 582711 w 1886469"/>
                <a:gd name="csY2017" fmla="*/ 808703 h 2454076"/>
                <a:gd name="csX2018" fmla="*/ 560525 w 1886469"/>
                <a:gd name="csY2018" fmla="*/ 804206 h 2454076"/>
                <a:gd name="csX2019" fmla="*/ 559315 w 1886469"/>
                <a:gd name="csY2019" fmla="*/ 802791 h 2454076"/>
                <a:gd name="csX2020" fmla="*/ 558737 w 1886469"/>
                <a:gd name="csY2020" fmla="*/ 800866 h 2454076"/>
                <a:gd name="csX2021" fmla="*/ 562754 w 1886469"/>
                <a:gd name="csY2021" fmla="*/ 795594 h 2454076"/>
                <a:gd name="csX2022" fmla="*/ 567608 w 1886469"/>
                <a:gd name="csY2022" fmla="*/ 793311 h 2454076"/>
                <a:gd name="csX2023" fmla="*/ 578884 w 1886469"/>
                <a:gd name="csY2023" fmla="*/ 791477 h 2454076"/>
                <a:gd name="csX2024" fmla="*/ 582818 w 1886469"/>
                <a:gd name="csY2024" fmla="*/ 793539 h 2454076"/>
                <a:gd name="csX2025" fmla="*/ 585420 w 1886469"/>
                <a:gd name="csY2025" fmla="*/ 795943 h 2454076"/>
                <a:gd name="csX2026" fmla="*/ 586896 w 1886469"/>
                <a:gd name="csY2026" fmla="*/ 798028 h 2454076"/>
                <a:gd name="csX2027" fmla="*/ 587512 w 1886469"/>
                <a:gd name="csY2027" fmla="*/ 801931 h 2454076"/>
                <a:gd name="csX2028" fmla="*/ 585953 w 1886469"/>
                <a:gd name="csY2028" fmla="*/ 805660 h 2454076"/>
                <a:gd name="csX2029" fmla="*/ 1094890 w 1886469"/>
                <a:gd name="csY2029" fmla="*/ 827420 h 2454076"/>
                <a:gd name="csX2030" fmla="*/ 1093893 w 1886469"/>
                <a:gd name="csY2030" fmla="*/ 828668 h 2454076"/>
                <a:gd name="csX2031" fmla="*/ 1090675 w 1886469"/>
                <a:gd name="csY2031" fmla="*/ 828029 h 2454076"/>
                <a:gd name="csX2032" fmla="*/ 1089609 w 1886469"/>
                <a:gd name="csY2032" fmla="*/ 829246 h 2454076"/>
                <a:gd name="csX2033" fmla="*/ 1087897 w 1886469"/>
                <a:gd name="csY2033" fmla="*/ 828554 h 2454076"/>
                <a:gd name="csX2034" fmla="*/ 1085539 w 1886469"/>
                <a:gd name="csY2034" fmla="*/ 825952 h 2454076"/>
                <a:gd name="csX2035" fmla="*/ 1082785 w 1886469"/>
                <a:gd name="csY2035" fmla="*/ 820824 h 2454076"/>
                <a:gd name="csX2036" fmla="*/ 1079635 w 1886469"/>
                <a:gd name="csY2036" fmla="*/ 813139 h 2454076"/>
                <a:gd name="csX2037" fmla="*/ 1077177 w 1886469"/>
                <a:gd name="csY2037" fmla="*/ 806481 h 2454076"/>
                <a:gd name="csX2038" fmla="*/ 1077040 w 1886469"/>
                <a:gd name="csY2038" fmla="*/ 804648 h 2454076"/>
                <a:gd name="csX2039" fmla="*/ 1077847 w 1886469"/>
                <a:gd name="csY2039" fmla="*/ 801521 h 2454076"/>
                <a:gd name="csX2040" fmla="*/ 1080304 w 1886469"/>
                <a:gd name="csY2040" fmla="*/ 799436 h 2454076"/>
                <a:gd name="csX2041" fmla="*/ 1086140 w 1886469"/>
                <a:gd name="csY2041" fmla="*/ 796925 h 2454076"/>
                <a:gd name="csX2042" fmla="*/ 1090142 w 1886469"/>
                <a:gd name="csY2042" fmla="*/ 796993 h 2454076"/>
                <a:gd name="csX2043" fmla="*/ 1093863 w 1886469"/>
                <a:gd name="csY2043" fmla="*/ 802061 h 2454076"/>
                <a:gd name="csX2044" fmla="*/ 1094913 w 1886469"/>
                <a:gd name="csY2044" fmla="*/ 803803 h 2454076"/>
                <a:gd name="csX2045" fmla="*/ 1095552 w 1886469"/>
                <a:gd name="csY2045" fmla="*/ 805873 h 2454076"/>
                <a:gd name="csX2046" fmla="*/ 1095567 w 1886469"/>
                <a:gd name="csY2046" fmla="*/ 807859 h 2454076"/>
                <a:gd name="csX2047" fmla="*/ 1095263 w 1886469"/>
                <a:gd name="csY2047" fmla="*/ 809593 h 2454076"/>
                <a:gd name="csX2048" fmla="*/ 1093574 w 1886469"/>
                <a:gd name="csY2048" fmla="*/ 813443 h 2454076"/>
                <a:gd name="csX2049" fmla="*/ 1092835 w 1886469"/>
                <a:gd name="csY2049" fmla="*/ 816121 h 2454076"/>
                <a:gd name="csX2050" fmla="*/ 1092835 w 1886469"/>
                <a:gd name="csY2050" fmla="*/ 818739 h 2454076"/>
                <a:gd name="csX2051" fmla="*/ 1093201 w 1886469"/>
                <a:gd name="csY2051" fmla="*/ 822528 h 2454076"/>
                <a:gd name="csX2052" fmla="*/ 1093878 w 1886469"/>
                <a:gd name="csY2052" fmla="*/ 825016 h 2454076"/>
                <a:gd name="csX2053" fmla="*/ 1094874 w 1886469"/>
                <a:gd name="csY2053" fmla="*/ 826218 h 2454076"/>
                <a:gd name="csX2054" fmla="*/ 1094890 w 1886469"/>
                <a:gd name="csY2054" fmla="*/ 827420 h 2454076"/>
                <a:gd name="csX2055" fmla="*/ 698445 w 1886469"/>
                <a:gd name="csY2055" fmla="*/ 867959 h 2454076"/>
                <a:gd name="csX2056" fmla="*/ 701139 w 1886469"/>
                <a:gd name="csY2056" fmla="*/ 868210 h 2454076"/>
                <a:gd name="csX2057" fmla="*/ 704289 w 1886469"/>
                <a:gd name="csY2057" fmla="*/ 867236 h 2454076"/>
                <a:gd name="csX2058" fmla="*/ 707842 w 1886469"/>
                <a:gd name="csY2058" fmla="*/ 867905 h 2454076"/>
                <a:gd name="csX2059" fmla="*/ 709447 w 1886469"/>
                <a:gd name="csY2059" fmla="*/ 869891 h 2454076"/>
                <a:gd name="csX2060" fmla="*/ 710589 w 1886469"/>
                <a:gd name="csY2060" fmla="*/ 873414 h 2454076"/>
                <a:gd name="csX2061" fmla="*/ 710634 w 1886469"/>
                <a:gd name="csY2061" fmla="*/ 875301 h 2454076"/>
                <a:gd name="csX2062" fmla="*/ 710406 w 1886469"/>
                <a:gd name="csY2062" fmla="*/ 876921 h 2454076"/>
                <a:gd name="csX2063" fmla="*/ 709911 w 1886469"/>
                <a:gd name="csY2063" fmla="*/ 878268 h 2454076"/>
                <a:gd name="csX2064" fmla="*/ 705316 w 1886469"/>
                <a:gd name="csY2064" fmla="*/ 887086 h 2454076"/>
                <a:gd name="csX2065" fmla="*/ 704243 w 1886469"/>
                <a:gd name="csY2065" fmla="*/ 890122 h 2454076"/>
                <a:gd name="csX2066" fmla="*/ 705727 w 1886469"/>
                <a:gd name="csY2066" fmla="*/ 890860 h 2454076"/>
                <a:gd name="csX2067" fmla="*/ 706442 w 1886469"/>
                <a:gd name="csY2067" fmla="*/ 890351 h 2454076"/>
                <a:gd name="csX2068" fmla="*/ 711030 w 1886469"/>
                <a:gd name="csY2068" fmla="*/ 883769 h 2454076"/>
                <a:gd name="csX2069" fmla="*/ 714484 w 1886469"/>
                <a:gd name="csY2069" fmla="*/ 881707 h 2454076"/>
                <a:gd name="csX2070" fmla="*/ 717101 w 1886469"/>
                <a:gd name="csY2070" fmla="*/ 881228 h 2454076"/>
                <a:gd name="csX2071" fmla="*/ 721416 w 1886469"/>
                <a:gd name="csY2071" fmla="*/ 882544 h 2454076"/>
                <a:gd name="csX2072" fmla="*/ 723135 w 1886469"/>
                <a:gd name="csY2072" fmla="*/ 883678 h 2454076"/>
                <a:gd name="csX2073" fmla="*/ 724314 w 1886469"/>
                <a:gd name="csY2073" fmla="*/ 885025 h 2454076"/>
                <a:gd name="csX2074" fmla="*/ 724953 w 1886469"/>
                <a:gd name="csY2074" fmla="*/ 886577 h 2454076"/>
                <a:gd name="csX2075" fmla="*/ 726650 w 1886469"/>
                <a:gd name="csY2075" fmla="*/ 892869 h 2454076"/>
                <a:gd name="csX2076" fmla="*/ 727875 w 1886469"/>
                <a:gd name="csY2076" fmla="*/ 900957 h 2454076"/>
                <a:gd name="csX2077" fmla="*/ 728073 w 1886469"/>
                <a:gd name="csY2077" fmla="*/ 900128 h 2454076"/>
                <a:gd name="csX2078" fmla="*/ 728103 w 1886469"/>
                <a:gd name="csY2078" fmla="*/ 895600 h 2454076"/>
                <a:gd name="csX2079" fmla="*/ 728339 w 1886469"/>
                <a:gd name="csY2079" fmla="*/ 892062 h 2454076"/>
                <a:gd name="csX2080" fmla="*/ 732577 w 1886469"/>
                <a:gd name="csY2080" fmla="*/ 889673 h 2454076"/>
                <a:gd name="csX2081" fmla="*/ 732684 w 1886469"/>
                <a:gd name="csY2081" fmla="*/ 888882 h 2454076"/>
                <a:gd name="csX2082" fmla="*/ 731162 w 1886469"/>
                <a:gd name="csY2082" fmla="*/ 886911 h 2454076"/>
                <a:gd name="csX2083" fmla="*/ 729869 w 1886469"/>
                <a:gd name="csY2083" fmla="*/ 884218 h 2454076"/>
                <a:gd name="csX2084" fmla="*/ 728971 w 1886469"/>
                <a:gd name="csY2084" fmla="*/ 879166 h 2454076"/>
                <a:gd name="csX2085" fmla="*/ 729321 w 1886469"/>
                <a:gd name="csY2085" fmla="*/ 877279 h 2454076"/>
                <a:gd name="csX2086" fmla="*/ 730203 w 1886469"/>
                <a:gd name="csY2086" fmla="*/ 875248 h 2454076"/>
                <a:gd name="csX2087" fmla="*/ 732920 w 1886469"/>
                <a:gd name="csY2087" fmla="*/ 870918 h 2454076"/>
                <a:gd name="csX2088" fmla="*/ 736092 w 1886469"/>
                <a:gd name="csY2088" fmla="*/ 868324 h 2454076"/>
                <a:gd name="csX2089" fmla="*/ 738908 w 1886469"/>
                <a:gd name="csY2089" fmla="*/ 867692 h 2454076"/>
                <a:gd name="csX2090" fmla="*/ 749407 w 1886469"/>
                <a:gd name="csY2090" fmla="*/ 872212 h 2454076"/>
                <a:gd name="csX2091" fmla="*/ 753539 w 1886469"/>
                <a:gd name="csY2091" fmla="*/ 875917 h 2454076"/>
                <a:gd name="csX2092" fmla="*/ 755220 w 1886469"/>
                <a:gd name="csY2092" fmla="*/ 877819 h 2454076"/>
                <a:gd name="csX2093" fmla="*/ 755829 w 1886469"/>
                <a:gd name="csY2093" fmla="*/ 879174 h 2454076"/>
                <a:gd name="csX2094" fmla="*/ 756704 w 1886469"/>
                <a:gd name="csY2094" fmla="*/ 883495 h 2454076"/>
                <a:gd name="csX2095" fmla="*/ 758462 w 1886469"/>
                <a:gd name="csY2095" fmla="*/ 895250 h 2454076"/>
                <a:gd name="csX2096" fmla="*/ 758454 w 1886469"/>
                <a:gd name="csY2096" fmla="*/ 899009 h 2454076"/>
                <a:gd name="csX2097" fmla="*/ 757640 w 1886469"/>
                <a:gd name="csY2097" fmla="*/ 905035 h 2454076"/>
                <a:gd name="csX2098" fmla="*/ 754246 w 1886469"/>
                <a:gd name="csY2098" fmla="*/ 916250 h 2454076"/>
                <a:gd name="csX2099" fmla="*/ 753729 w 1886469"/>
                <a:gd name="csY2099" fmla="*/ 923805 h 2454076"/>
                <a:gd name="csX2100" fmla="*/ 750313 w 1886469"/>
                <a:gd name="csY2100" fmla="*/ 942393 h 2454076"/>
                <a:gd name="csX2101" fmla="*/ 747977 w 1886469"/>
                <a:gd name="csY2101" fmla="*/ 947399 h 2454076"/>
                <a:gd name="csX2102" fmla="*/ 745405 w 1886469"/>
                <a:gd name="csY2102" fmla="*/ 950892 h 2454076"/>
                <a:gd name="csX2103" fmla="*/ 734822 w 1886469"/>
                <a:gd name="csY2103" fmla="*/ 957017 h 2454076"/>
                <a:gd name="csX2104" fmla="*/ 726863 w 1886469"/>
                <a:gd name="csY2104" fmla="*/ 963218 h 2454076"/>
                <a:gd name="csX2105" fmla="*/ 724847 w 1886469"/>
                <a:gd name="csY2105" fmla="*/ 964192 h 2454076"/>
                <a:gd name="csX2106" fmla="*/ 722755 w 1886469"/>
                <a:gd name="csY2106" fmla="*/ 964275 h 2454076"/>
                <a:gd name="csX2107" fmla="*/ 716166 w 1886469"/>
                <a:gd name="csY2107" fmla="*/ 962221 h 2454076"/>
                <a:gd name="csX2108" fmla="*/ 708519 w 1886469"/>
                <a:gd name="csY2108" fmla="*/ 958272 h 2454076"/>
                <a:gd name="csX2109" fmla="*/ 704175 w 1886469"/>
                <a:gd name="csY2109" fmla="*/ 959391 h 2454076"/>
                <a:gd name="csX2110" fmla="*/ 699838 w 1886469"/>
                <a:gd name="csY2110" fmla="*/ 962236 h 2454076"/>
                <a:gd name="csX2111" fmla="*/ 697106 w 1886469"/>
                <a:gd name="csY2111" fmla="*/ 962997 h 2454076"/>
                <a:gd name="csX2112" fmla="*/ 694542 w 1886469"/>
                <a:gd name="csY2112" fmla="*/ 962624 h 2454076"/>
                <a:gd name="csX2113" fmla="*/ 691993 w 1886469"/>
                <a:gd name="csY2113" fmla="*/ 961605 h 2454076"/>
                <a:gd name="csX2114" fmla="*/ 688638 w 1886469"/>
                <a:gd name="csY2114" fmla="*/ 958934 h 2454076"/>
                <a:gd name="csX2115" fmla="*/ 690373 w 1886469"/>
                <a:gd name="csY2115" fmla="*/ 957717 h 2454076"/>
                <a:gd name="csX2116" fmla="*/ 691164 w 1886469"/>
                <a:gd name="csY2116" fmla="*/ 956347 h 2454076"/>
                <a:gd name="csX2117" fmla="*/ 690464 w 1886469"/>
                <a:gd name="csY2117" fmla="*/ 954940 h 2454076"/>
                <a:gd name="csX2118" fmla="*/ 686933 w 1886469"/>
                <a:gd name="csY2118" fmla="*/ 952908 h 2454076"/>
                <a:gd name="csX2119" fmla="*/ 683274 w 1886469"/>
                <a:gd name="csY2119" fmla="*/ 957420 h 2454076"/>
                <a:gd name="csX2120" fmla="*/ 672584 w 1886469"/>
                <a:gd name="csY2120" fmla="*/ 967897 h 2454076"/>
                <a:gd name="csX2121" fmla="*/ 658219 w 1886469"/>
                <a:gd name="csY2121" fmla="*/ 971389 h 2454076"/>
                <a:gd name="csX2122" fmla="*/ 653714 w 1886469"/>
                <a:gd name="csY2122" fmla="*/ 973512 h 2454076"/>
                <a:gd name="csX2123" fmla="*/ 650374 w 1886469"/>
                <a:gd name="csY2123" fmla="*/ 976244 h 2454076"/>
                <a:gd name="csX2124" fmla="*/ 648632 w 1886469"/>
                <a:gd name="csY2124" fmla="*/ 978488 h 2454076"/>
                <a:gd name="csX2125" fmla="*/ 645969 w 1886469"/>
                <a:gd name="csY2125" fmla="*/ 983753 h 2454076"/>
                <a:gd name="csX2126" fmla="*/ 641876 w 1886469"/>
                <a:gd name="csY2126" fmla="*/ 987702 h 2454076"/>
                <a:gd name="csX2127" fmla="*/ 634472 w 1886469"/>
                <a:gd name="csY2127" fmla="*/ 992008 h 2454076"/>
                <a:gd name="csX2128" fmla="*/ 625053 w 1886469"/>
                <a:gd name="csY2128" fmla="*/ 998666 h 2454076"/>
                <a:gd name="csX2129" fmla="*/ 608170 w 1886469"/>
                <a:gd name="csY2129" fmla="*/ 1005453 h 2454076"/>
                <a:gd name="csX2130" fmla="*/ 597548 w 1886469"/>
                <a:gd name="csY2130" fmla="*/ 1006640 h 2454076"/>
                <a:gd name="csX2131" fmla="*/ 586934 w 1886469"/>
                <a:gd name="csY2131" fmla="*/ 1004403 h 2454076"/>
                <a:gd name="csX2132" fmla="*/ 583571 w 1886469"/>
                <a:gd name="csY2132" fmla="*/ 1002577 h 2454076"/>
                <a:gd name="csX2133" fmla="*/ 580048 w 1886469"/>
                <a:gd name="csY2133" fmla="*/ 999716 h 2454076"/>
                <a:gd name="csX2134" fmla="*/ 572828 w 1886469"/>
                <a:gd name="csY2134" fmla="*/ 992929 h 2454076"/>
                <a:gd name="csX2135" fmla="*/ 570834 w 1886469"/>
                <a:gd name="csY2135" fmla="*/ 990472 h 2454076"/>
                <a:gd name="csX2136" fmla="*/ 568514 w 1886469"/>
                <a:gd name="csY2136" fmla="*/ 985115 h 2454076"/>
                <a:gd name="csX2137" fmla="*/ 569883 w 1886469"/>
                <a:gd name="csY2137" fmla="*/ 981539 h 2454076"/>
                <a:gd name="csX2138" fmla="*/ 573733 w 1886469"/>
                <a:gd name="csY2138" fmla="*/ 977400 h 2454076"/>
                <a:gd name="csX2139" fmla="*/ 579493 w 1886469"/>
                <a:gd name="csY2139" fmla="*/ 973626 h 2454076"/>
                <a:gd name="csX2140" fmla="*/ 590989 w 1886469"/>
                <a:gd name="csY2140" fmla="*/ 968506 h 2454076"/>
                <a:gd name="csX2141" fmla="*/ 601421 w 1886469"/>
                <a:gd name="csY2141" fmla="*/ 960273 h 2454076"/>
                <a:gd name="csX2142" fmla="*/ 605111 w 1886469"/>
                <a:gd name="csY2142" fmla="*/ 958721 h 2454076"/>
                <a:gd name="csX2143" fmla="*/ 615154 w 1886469"/>
                <a:gd name="csY2143" fmla="*/ 957450 h 2454076"/>
                <a:gd name="csX2144" fmla="*/ 620214 w 1886469"/>
                <a:gd name="csY2144" fmla="*/ 958227 h 2454076"/>
                <a:gd name="csX2145" fmla="*/ 623874 w 1886469"/>
                <a:gd name="csY2145" fmla="*/ 957793 h 2454076"/>
                <a:gd name="csX2146" fmla="*/ 626286 w 1886469"/>
                <a:gd name="csY2146" fmla="*/ 956659 h 2454076"/>
                <a:gd name="csX2147" fmla="*/ 629869 w 1886469"/>
                <a:gd name="csY2147" fmla="*/ 953669 h 2454076"/>
                <a:gd name="csX2148" fmla="*/ 635104 w 1886469"/>
                <a:gd name="csY2148" fmla="*/ 947689 h 2454076"/>
                <a:gd name="csX2149" fmla="*/ 638923 w 1886469"/>
                <a:gd name="csY2149" fmla="*/ 942066 h 2454076"/>
                <a:gd name="csX2150" fmla="*/ 639890 w 1886469"/>
                <a:gd name="csY2150" fmla="*/ 939426 h 2454076"/>
                <a:gd name="csX2151" fmla="*/ 638611 w 1886469"/>
                <a:gd name="csY2151" fmla="*/ 936953 h 2454076"/>
                <a:gd name="csX2152" fmla="*/ 636740 w 1886469"/>
                <a:gd name="csY2152" fmla="*/ 936603 h 2454076"/>
                <a:gd name="csX2153" fmla="*/ 630493 w 1886469"/>
                <a:gd name="csY2153" fmla="*/ 942408 h 2454076"/>
                <a:gd name="csX2154" fmla="*/ 627351 w 1886469"/>
                <a:gd name="csY2154" fmla="*/ 944356 h 2454076"/>
                <a:gd name="csX2155" fmla="*/ 623935 w 1886469"/>
                <a:gd name="csY2155" fmla="*/ 944493 h 2454076"/>
                <a:gd name="csX2156" fmla="*/ 619248 w 1886469"/>
                <a:gd name="csY2156" fmla="*/ 946471 h 2454076"/>
                <a:gd name="csX2157" fmla="*/ 614683 w 1886469"/>
                <a:gd name="csY2157" fmla="*/ 947263 h 2454076"/>
                <a:gd name="csX2158" fmla="*/ 613800 w 1886469"/>
                <a:gd name="csY2158" fmla="*/ 947202 h 2454076"/>
                <a:gd name="csX2159" fmla="*/ 609045 w 1886469"/>
                <a:gd name="csY2159" fmla="*/ 941670 h 2454076"/>
                <a:gd name="csX2160" fmla="*/ 606503 w 1886469"/>
                <a:gd name="csY2160" fmla="*/ 940696 h 2454076"/>
                <a:gd name="csX2161" fmla="*/ 605324 w 1886469"/>
                <a:gd name="csY2161" fmla="*/ 941275 h 2454076"/>
                <a:gd name="csX2162" fmla="*/ 604236 w 1886469"/>
                <a:gd name="csY2162" fmla="*/ 942743 h 2454076"/>
                <a:gd name="csX2163" fmla="*/ 602174 w 1886469"/>
                <a:gd name="csY2163" fmla="*/ 946821 h 2454076"/>
                <a:gd name="csX2164" fmla="*/ 600987 w 1886469"/>
                <a:gd name="csY2164" fmla="*/ 948290 h 2454076"/>
                <a:gd name="csX2165" fmla="*/ 598933 w 1886469"/>
                <a:gd name="csY2165" fmla="*/ 949347 h 2454076"/>
                <a:gd name="csX2166" fmla="*/ 590639 w 1886469"/>
                <a:gd name="csY2166" fmla="*/ 950557 h 2454076"/>
                <a:gd name="csX2167" fmla="*/ 582696 w 1886469"/>
                <a:gd name="csY2167" fmla="*/ 952596 h 2454076"/>
                <a:gd name="csX2168" fmla="*/ 580931 w 1886469"/>
                <a:gd name="csY2168" fmla="*/ 951333 h 2454076"/>
                <a:gd name="csX2169" fmla="*/ 579858 w 1886469"/>
                <a:gd name="csY2169" fmla="*/ 948974 h 2454076"/>
                <a:gd name="csX2170" fmla="*/ 579637 w 1886469"/>
                <a:gd name="csY2170" fmla="*/ 947544 h 2454076"/>
                <a:gd name="csX2171" fmla="*/ 579516 w 1886469"/>
                <a:gd name="csY2171" fmla="*/ 942682 h 2454076"/>
                <a:gd name="csX2172" fmla="*/ 578983 w 1886469"/>
                <a:gd name="csY2172" fmla="*/ 940750 h 2454076"/>
                <a:gd name="csX2173" fmla="*/ 579683 w 1886469"/>
                <a:gd name="csY2173" fmla="*/ 936687 h 2454076"/>
                <a:gd name="csX2174" fmla="*/ 580588 w 1886469"/>
                <a:gd name="csY2174" fmla="*/ 933582 h 2454076"/>
                <a:gd name="csX2175" fmla="*/ 581699 w 1886469"/>
                <a:gd name="csY2175" fmla="*/ 931444 h 2454076"/>
                <a:gd name="csX2176" fmla="*/ 587162 w 1886469"/>
                <a:gd name="csY2176" fmla="*/ 925114 h 2454076"/>
                <a:gd name="csX2177" fmla="*/ 587931 w 1886469"/>
                <a:gd name="csY2177" fmla="*/ 923463 h 2454076"/>
                <a:gd name="csX2178" fmla="*/ 585329 w 1886469"/>
                <a:gd name="csY2178" fmla="*/ 923805 h 2454076"/>
                <a:gd name="csX2179" fmla="*/ 579143 w 1886469"/>
                <a:gd name="csY2179" fmla="*/ 926910 h 2454076"/>
                <a:gd name="csX2180" fmla="*/ 578336 w 1886469"/>
                <a:gd name="csY2180" fmla="*/ 925837 h 2454076"/>
                <a:gd name="csX2181" fmla="*/ 576891 w 1886469"/>
                <a:gd name="csY2181" fmla="*/ 922284 h 2454076"/>
                <a:gd name="csX2182" fmla="*/ 576198 w 1886469"/>
                <a:gd name="csY2182" fmla="*/ 921926 h 2454076"/>
                <a:gd name="csX2183" fmla="*/ 575407 w 1886469"/>
                <a:gd name="csY2183" fmla="*/ 923402 h 2454076"/>
                <a:gd name="csX2184" fmla="*/ 574943 w 1886469"/>
                <a:gd name="csY2184" fmla="*/ 925472 h 2454076"/>
                <a:gd name="csX2185" fmla="*/ 573878 w 1886469"/>
                <a:gd name="csY2185" fmla="*/ 934008 h 2454076"/>
                <a:gd name="csX2186" fmla="*/ 572942 w 1886469"/>
                <a:gd name="csY2186" fmla="*/ 938353 h 2454076"/>
                <a:gd name="csX2187" fmla="*/ 570454 w 1886469"/>
                <a:gd name="csY2187" fmla="*/ 937478 h 2454076"/>
                <a:gd name="csX2188" fmla="*/ 567380 w 1886469"/>
                <a:gd name="csY2188" fmla="*/ 934853 h 2454076"/>
                <a:gd name="csX2189" fmla="*/ 566231 w 1886469"/>
                <a:gd name="csY2189" fmla="*/ 934503 h 2454076"/>
                <a:gd name="csX2190" fmla="*/ 565569 w 1886469"/>
                <a:gd name="csY2190" fmla="*/ 935332 h 2454076"/>
                <a:gd name="csX2191" fmla="*/ 565782 w 1886469"/>
                <a:gd name="csY2191" fmla="*/ 936801 h 2454076"/>
                <a:gd name="csX2192" fmla="*/ 568902 w 1886469"/>
                <a:gd name="csY2192" fmla="*/ 944052 h 2454076"/>
                <a:gd name="csX2193" fmla="*/ 568940 w 1886469"/>
                <a:gd name="csY2193" fmla="*/ 946578 h 2454076"/>
                <a:gd name="csX2194" fmla="*/ 566893 w 1886469"/>
                <a:gd name="csY2194" fmla="*/ 950991 h 2454076"/>
                <a:gd name="csX2195" fmla="*/ 558189 w 1886469"/>
                <a:gd name="csY2195" fmla="*/ 958280 h 2454076"/>
                <a:gd name="csX2196" fmla="*/ 554750 w 1886469"/>
                <a:gd name="csY2196" fmla="*/ 960228 h 2454076"/>
                <a:gd name="csX2197" fmla="*/ 553532 w 1886469"/>
                <a:gd name="csY2197" fmla="*/ 959474 h 2454076"/>
                <a:gd name="csX2198" fmla="*/ 552437 w 1886469"/>
                <a:gd name="csY2198" fmla="*/ 957481 h 2454076"/>
                <a:gd name="csX2199" fmla="*/ 551471 w 1886469"/>
                <a:gd name="csY2199" fmla="*/ 954232 h 2454076"/>
                <a:gd name="csX2200" fmla="*/ 549211 w 1886469"/>
                <a:gd name="csY2200" fmla="*/ 949857 h 2454076"/>
                <a:gd name="csX2201" fmla="*/ 547872 w 1886469"/>
                <a:gd name="csY2201" fmla="*/ 948876 h 2454076"/>
                <a:gd name="csX2202" fmla="*/ 546365 w 1886469"/>
                <a:gd name="csY2202" fmla="*/ 948746 h 2454076"/>
                <a:gd name="csX2203" fmla="*/ 544980 w 1886469"/>
                <a:gd name="csY2203" fmla="*/ 949652 h 2454076"/>
                <a:gd name="csX2204" fmla="*/ 543717 w 1886469"/>
                <a:gd name="csY2204" fmla="*/ 951592 h 2454076"/>
                <a:gd name="csX2205" fmla="*/ 542926 w 1886469"/>
                <a:gd name="csY2205" fmla="*/ 953654 h 2454076"/>
                <a:gd name="csX2206" fmla="*/ 542181 w 1886469"/>
                <a:gd name="csY2206" fmla="*/ 957481 h 2454076"/>
                <a:gd name="csX2207" fmla="*/ 540598 w 1886469"/>
                <a:gd name="csY2207" fmla="*/ 960403 h 2454076"/>
                <a:gd name="csX2208" fmla="*/ 539624 w 1886469"/>
                <a:gd name="csY2208" fmla="*/ 960897 h 2454076"/>
                <a:gd name="csX2209" fmla="*/ 530783 w 1886469"/>
                <a:gd name="csY2209" fmla="*/ 954841 h 2454076"/>
                <a:gd name="csX2210" fmla="*/ 523661 w 1886469"/>
                <a:gd name="csY2210" fmla="*/ 944029 h 2454076"/>
                <a:gd name="csX2211" fmla="*/ 515870 w 1886469"/>
                <a:gd name="csY2211" fmla="*/ 945718 h 2454076"/>
                <a:gd name="csX2212" fmla="*/ 512378 w 1886469"/>
                <a:gd name="csY2212" fmla="*/ 945338 h 2454076"/>
                <a:gd name="csX2213" fmla="*/ 501756 w 1886469"/>
                <a:gd name="csY2213" fmla="*/ 941358 h 2454076"/>
                <a:gd name="csX2214" fmla="*/ 500409 w 1886469"/>
                <a:gd name="csY2214" fmla="*/ 938893 h 2454076"/>
                <a:gd name="csX2215" fmla="*/ 499664 w 1886469"/>
                <a:gd name="csY2215" fmla="*/ 935675 h 2454076"/>
                <a:gd name="csX2216" fmla="*/ 499740 w 1886469"/>
                <a:gd name="csY2216" fmla="*/ 933925 h 2454076"/>
                <a:gd name="csX2217" fmla="*/ 500181 w 1886469"/>
                <a:gd name="csY2217" fmla="*/ 932114 h 2454076"/>
                <a:gd name="csX2218" fmla="*/ 501528 w 1886469"/>
                <a:gd name="csY2218" fmla="*/ 928507 h 2454076"/>
                <a:gd name="csX2219" fmla="*/ 504206 w 1886469"/>
                <a:gd name="csY2219" fmla="*/ 923037 h 2454076"/>
                <a:gd name="csX2220" fmla="*/ 505325 w 1886469"/>
                <a:gd name="csY2220" fmla="*/ 921272 h 2454076"/>
                <a:gd name="csX2221" fmla="*/ 506991 w 1886469"/>
                <a:gd name="csY2221" fmla="*/ 919811 h 2454076"/>
                <a:gd name="csX2222" fmla="*/ 509197 w 1886469"/>
                <a:gd name="csY2222" fmla="*/ 918662 h 2454076"/>
                <a:gd name="csX2223" fmla="*/ 514820 w 1886469"/>
                <a:gd name="csY2223" fmla="*/ 918023 h 2454076"/>
                <a:gd name="csX2224" fmla="*/ 529299 w 1886469"/>
                <a:gd name="csY2224" fmla="*/ 917817 h 2454076"/>
                <a:gd name="csX2225" fmla="*/ 532198 w 1886469"/>
                <a:gd name="csY2225" fmla="*/ 916965 h 2454076"/>
                <a:gd name="csX2226" fmla="*/ 548039 w 1886469"/>
                <a:gd name="csY2226" fmla="*/ 906260 h 2454076"/>
                <a:gd name="csX2227" fmla="*/ 549850 w 1886469"/>
                <a:gd name="csY2227" fmla="*/ 904495 h 2454076"/>
                <a:gd name="csX2228" fmla="*/ 552170 w 1886469"/>
                <a:gd name="csY2228" fmla="*/ 901048 h 2454076"/>
                <a:gd name="csX2229" fmla="*/ 552695 w 1886469"/>
                <a:gd name="csY2229" fmla="*/ 899618 h 2454076"/>
                <a:gd name="csX2230" fmla="*/ 552597 w 1886469"/>
                <a:gd name="csY2230" fmla="*/ 898682 h 2454076"/>
                <a:gd name="csX2231" fmla="*/ 533111 w 1886469"/>
                <a:gd name="csY2231" fmla="*/ 907226 h 2454076"/>
                <a:gd name="csX2232" fmla="*/ 524757 w 1886469"/>
                <a:gd name="csY2232" fmla="*/ 909060 h 2454076"/>
                <a:gd name="csX2233" fmla="*/ 511952 w 1886469"/>
                <a:gd name="csY2233" fmla="*/ 907668 h 2454076"/>
                <a:gd name="csX2234" fmla="*/ 509540 w 1886469"/>
                <a:gd name="csY2234" fmla="*/ 906329 h 2454076"/>
                <a:gd name="csX2235" fmla="*/ 508992 w 1886469"/>
                <a:gd name="csY2235" fmla="*/ 903947 h 2454076"/>
                <a:gd name="csX2236" fmla="*/ 511663 w 1886469"/>
                <a:gd name="csY2236" fmla="*/ 897601 h 2454076"/>
                <a:gd name="csX2237" fmla="*/ 513070 w 1886469"/>
                <a:gd name="csY2237" fmla="*/ 895235 h 2454076"/>
                <a:gd name="csX2238" fmla="*/ 516715 w 1886469"/>
                <a:gd name="csY2238" fmla="*/ 892991 h 2454076"/>
                <a:gd name="csX2239" fmla="*/ 525525 w 1886469"/>
                <a:gd name="csY2239" fmla="*/ 889810 h 2454076"/>
                <a:gd name="csX2240" fmla="*/ 537303 w 1886469"/>
                <a:gd name="csY2240" fmla="*/ 886988 h 2454076"/>
                <a:gd name="csX2241" fmla="*/ 545019 w 1886469"/>
                <a:gd name="csY2241" fmla="*/ 886927 h 2454076"/>
                <a:gd name="csX2242" fmla="*/ 551493 w 1886469"/>
                <a:gd name="csY2242" fmla="*/ 884682 h 2454076"/>
                <a:gd name="csX2243" fmla="*/ 555389 w 1886469"/>
                <a:gd name="csY2243" fmla="*/ 882110 h 2454076"/>
                <a:gd name="csX2244" fmla="*/ 542348 w 1886469"/>
                <a:gd name="csY2244" fmla="*/ 882247 h 2454076"/>
                <a:gd name="csX2245" fmla="*/ 526644 w 1886469"/>
                <a:gd name="csY2245" fmla="*/ 883450 h 2454076"/>
                <a:gd name="csX2246" fmla="*/ 524376 w 1886469"/>
                <a:gd name="csY2246" fmla="*/ 882613 h 2454076"/>
                <a:gd name="csX2247" fmla="*/ 519887 w 1886469"/>
                <a:gd name="csY2247" fmla="*/ 879219 h 2454076"/>
                <a:gd name="csX2248" fmla="*/ 519674 w 1886469"/>
                <a:gd name="csY2248" fmla="*/ 876739 h 2454076"/>
                <a:gd name="csX2249" fmla="*/ 521470 w 1886469"/>
                <a:gd name="csY2249" fmla="*/ 873749 h 2454076"/>
                <a:gd name="csX2250" fmla="*/ 522124 w 1886469"/>
                <a:gd name="csY2250" fmla="*/ 871512 h 2454076"/>
                <a:gd name="csX2251" fmla="*/ 520838 w 1886469"/>
                <a:gd name="csY2251" fmla="*/ 866475 h 2454076"/>
                <a:gd name="csX2252" fmla="*/ 521234 w 1886469"/>
                <a:gd name="csY2252" fmla="*/ 864512 h 2454076"/>
                <a:gd name="csX2253" fmla="*/ 524163 w 1886469"/>
                <a:gd name="csY2253" fmla="*/ 860297 h 2454076"/>
                <a:gd name="csX2254" fmla="*/ 529383 w 1886469"/>
                <a:gd name="csY2254" fmla="*/ 855724 h 2454076"/>
                <a:gd name="csX2255" fmla="*/ 532601 w 1886469"/>
                <a:gd name="csY2255" fmla="*/ 855070 h 2454076"/>
                <a:gd name="csX2256" fmla="*/ 538810 w 1886469"/>
                <a:gd name="csY2256" fmla="*/ 856637 h 2454076"/>
                <a:gd name="csX2257" fmla="*/ 556507 w 1886469"/>
                <a:gd name="csY2257" fmla="*/ 858258 h 2454076"/>
                <a:gd name="csX2258" fmla="*/ 559939 w 1886469"/>
                <a:gd name="csY2258" fmla="*/ 857672 h 2454076"/>
                <a:gd name="csX2259" fmla="*/ 557770 w 1886469"/>
                <a:gd name="csY2259" fmla="*/ 855686 h 2454076"/>
                <a:gd name="csX2260" fmla="*/ 554689 w 1886469"/>
                <a:gd name="csY2260" fmla="*/ 854202 h 2454076"/>
                <a:gd name="csX2261" fmla="*/ 541024 w 1886469"/>
                <a:gd name="csY2261" fmla="*/ 851661 h 2454076"/>
                <a:gd name="csX2262" fmla="*/ 538194 w 1886469"/>
                <a:gd name="csY2262" fmla="*/ 850520 h 2454076"/>
                <a:gd name="csX2263" fmla="*/ 537653 w 1886469"/>
                <a:gd name="csY2263" fmla="*/ 848952 h 2454076"/>
                <a:gd name="csX2264" fmla="*/ 537448 w 1886469"/>
                <a:gd name="csY2264" fmla="*/ 846632 h 2454076"/>
                <a:gd name="csX2265" fmla="*/ 537585 w 1886469"/>
                <a:gd name="csY2265" fmla="*/ 843558 h 2454076"/>
                <a:gd name="csX2266" fmla="*/ 538574 w 1886469"/>
                <a:gd name="csY2266" fmla="*/ 840408 h 2454076"/>
                <a:gd name="csX2267" fmla="*/ 542812 w 1886469"/>
                <a:gd name="csY2267" fmla="*/ 833796 h 2454076"/>
                <a:gd name="csX2268" fmla="*/ 555244 w 1886469"/>
                <a:gd name="csY2268" fmla="*/ 828326 h 2454076"/>
                <a:gd name="csX2269" fmla="*/ 560190 w 1886469"/>
                <a:gd name="csY2269" fmla="*/ 827572 h 2454076"/>
                <a:gd name="csX2270" fmla="*/ 565143 w 1886469"/>
                <a:gd name="csY2270" fmla="*/ 827930 h 2454076"/>
                <a:gd name="csX2271" fmla="*/ 570180 w 1886469"/>
                <a:gd name="csY2271" fmla="*/ 830387 h 2454076"/>
                <a:gd name="csX2272" fmla="*/ 572425 w 1886469"/>
                <a:gd name="csY2272" fmla="*/ 832518 h 2454076"/>
                <a:gd name="csX2273" fmla="*/ 573551 w 1886469"/>
                <a:gd name="csY2273" fmla="*/ 835135 h 2454076"/>
                <a:gd name="csX2274" fmla="*/ 574091 w 1886469"/>
                <a:gd name="csY2274" fmla="*/ 837570 h 2454076"/>
                <a:gd name="csX2275" fmla="*/ 574152 w 1886469"/>
                <a:gd name="csY2275" fmla="*/ 841770 h 2454076"/>
                <a:gd name="csX2276" fmla="*/ 574395 w 1886469"/>
                <a:gd name="csY2276" fmla="*/ 843421 h 2454076"/>
                <a:gd name="csX2277" fmla="*/ 575308 w 1886469"/>
                <a:gd name="csY2277" fmla="*/ 846175 h 2454076"/>
                <a:gd name="csX2278" fmla="*/ 578207 w 1886469"/>
                <a:gd name="csY2278" fmla="*/ 852612 h 2454076"/>
                <a:gd name="csX2279" fmla="*/ 580337 w 1886469"/>
                <a:gd name="csY2279" fmla="*/ 854613 h 2454076"/>
                <a:gd name="csX2280" fmla="*/ 590168 w 1886469"/>
                <a:gd name="csY2280" fmla="*/ 850877 h 2454076"/>
                <a:gd name="csX2281" fmla="*/ 594261 w 1886469"/>
                <a:gd name="csY2281" fmla="*/ 850040 h 2454076"/>
                <a:gd name="csX2282" fmla="*/ 598377 w 1886469"/>
                <a:gd name="csY2282" fmla="*/ 851212 h 2454076"/>
                <a:gd name="csX2283" fmla="*/ 604373 w 1886469"/>
                <a:gd name="csY2283" fmla="*/ 855062 h 2454076"/>
                <a:gd name="csX2284" fmla="*/ 612141 w 1886469"/>
                <a:gd name="csY2284" fmla="*/ 866627 h 2454076"/>
                <a:gd name="csX2285" fmla="*/ 622147 w 1886469"/>
                <a:gd name="csY2285" fmla="*/ 878329 h 2454076"/>
                <a:gd name="csX2286" fmla="*/ 622101 w 1886469"/>
                <a:gd name="csY2286" fmla="*/ 880840 h 2454076"/>
                <a:gd name="csX2287" fmla="*/ 618266 w 1886469"/>
                <a:gd name="csY2287" fmla="*/ 884720 h 2454076"/>
                <a:gd name="csX2288" fmla="*/ 617543 w 1886469"/>
                <a:gd name="csY2288" fmla="*/ 886379 h 2454076"/>
                <a:gd name="csX2289" fmla="*/ 618061 w 1886469"/>
                <a:gd name="csY2289" fmla="*/ 887528 h 2454076"/>
                <a:gd name="csX2290" fmla="*/ 621888 w 1886469"/>
                <a:gd name="csY2290" fmla="*/ 888289 h 2454076"/>
                <a:gd name="csX2291" fmla="*/ 625471 w 1886469"/>
                <a:gd name="csY2291" fmla="*/ 887718 h 2454076"/>
                <a:gd name="csX2292" fmla="*/ 628895 w 1886469"/>
                <a:gd name="csY2292" fmla="*/ 888585 h 2454076"/>
                <a:gd name="csX2293" fmla="*/ 629664 w 1886469"/>
                <a:gd name="csY2293" fmla="*/ 889582 h 2454076"/>
                <a:gd name="csX2294" fmla="*/ 630919 w 1886469"/>
                <a:gd name="csY2294" fmla="*/ 893797 h 2454076"/>
                <a:gd name="csX2295" fmla="*/ 632662 w 1886469"/>
                <a:gd name="csY2295" fmla="*/ 901215 h 2454076"/>
                <a:gd name="csX2296" fmla="*/ 634731 w 1886469"/>
                <a:gd name="csY2296" fmla="*/ 906724 h 2454076"/>
                <a:gd name="csX2297" fmla="*/ 637128 w 1886469"/>
                <a:gd name="csY2297" fmla="*/ 910353 h 2454076"/>
                <a:gd name="csX2298" fmla="*/ 639494 w 1886469"/>
                <a:gd name="csY2298" fmla="*/ 912210 h 2454076"/>
                <a:gd name="csX2299" fmla="*/ 642979 w 1886469"/>
                <a:gd name="csY2299" fmla="*/ 912347 h 2454076"/>
                <a:gd name="csX2300" fmla="*/ 646479 w 1886469"/>
                <a:gd name="csY2300" fmla="*/ 911266 h 2454076"/>
                <a:gd name="csX2301" fmla="*/ 652162 w 1886469"/>
                <a:gd name="csY2301" fmla="*/ 911624 h 2454076"/>
                <a:gd name="csX2302" fmla="*/ 681486 w 1886469"/>
                <a:gd name="csY2302" fmla="*/ 915793 h 2454076"/>
                <a:gd name="csX2303" fmla="*/ 683221 w 1886469"/>
                <a:gd name="csY2303" fmla="*/ 915071 h 2454076"/>
                <a:gd name="csX2304" fmla="*/ 684461 w 1886469"/>
                <a:gd name="csY2304" fmla="*/ 912781 h 2454076"/>
                <a:gd name="csX2305" fmla="*/ 685199 w 1886469"/>
                <a:gd name="csY2305" fmla="*/ 908915 h 2454076"/>
                <a:gd name="csX2306" fmla="*/ 685480 w 1886469"/>
                <a:gd name="csY2306" fmla="*/ 905727 h 2454076"/>
                <a:gd name="csX2307" fmla="*/ 685077 w 1886469"/>
                <a:gd name="csY2307" fmla="*/ 901360 h 2454076"/>
                <a:gd name="csX2308" fmla="*/ 684506 w 1886469"/>
                <a:gd name="csY2308" fmla="*/ 899268 h 2454076"/>
                <a:gd name="csX2309" fmla="*/ 666330 w 1886469"/>
                <a:gd name="csY2309" fmla="*/ 885017 h 2454076"/>
                <a:gd name="csX2310" fmla="*/ 664747 w 1886469"/>
                <a:gd name="csY2310" fmla="*/ 879227 h 2454076"/>
                <a:gd name="csX2311" fmla="*/ 673626 w 1886469"/>
                <a:gd name="csY2311" fmla="*/ 871108 h 2454076"/>
                <a:gd name="csX2312" fmla="*/ 674265 w 1886469"/>
                <a:gd name="csY2312" fmla="*/ 869222 h 2454076"/>
                <a:gd name="csX2313" fmla="*/ 674433 w 1886469"/>
                <a:gd name="csY2313" fmla="*/ 866627 h 2454076"/>
                <a:gd name="csX2314" fmla="*/ 674136 w 1886469"/>
                <a:gd name="csY2314" fmla="*/ 863317 h 2454076"/>
                <a:gd name="csX2315" fmla="*/ 672934 w 1886469"/>
                <a:gd name="csY2315" fmla="*/ 860152 h 2454076"/>
                <a:gd name="csX2316" fmla="*/ 668163 w 1886469"/>
                <a:gd name="csY2316" fmla="*/ 854096 h 2454076"/>
                <a:gd name="csX2317" fmla="*/ 663940 w 1886469"/>
                <a:gd name="csY2317" fmla="*/ 853183 h 2454076"/>
                <a:gd name="csX2318" fmla="*/ 657686 w 1886469"/>
                <a:gd name="csY2318" fmla="*/ 847180 h 2454076"/>
                <a:gd name="csX2319" fmla="*/ 656705 w 1886469"/>
                <a:gd name="csY2319" fmla="*/ 845658 h 2454076"/>
                <a:gd name="csX2320" fmla="*/ 655898 w 1886469"/>
                <a:gd name="csY2320" fmla="*/ 843254 h 2454076"/>
                <a:gd name="csX2321" fmla="*/ 655267 w 1886469"/>
                <a:gd name="csY2321" fmla="*/ 839959 h 2454076"/>
                <a:gd name="csX2322" fmla="*/ 655373 w 1886469"/>
                <a:gd name="csY2322" fmla="*/ 837425 h 2454076"/>
                <a:gd name="csX2323" fmla="*/ 656218 w 1886469"/>
                <a:gd name="csY2323" fmla="*/ 835645 h 2454076"/>
                <a:gd name="csX2324" fmla="*/ 662381 w 1886469"/>
                <a:gd name="csY2324" fmla="*/ 829467 h 2454076"/>
                <a:gd name="csX2325" fmla="*/ 664876 w 1886469"/>
                <a:gd name="csY2325" fmla="*/ 826028 h 2454076"/>
                <a:gd name="csX2326" fmla="*/ 672561 w 1886469"/>
                <a:gd name="csY2326" fmla="*/ 810430 h 2454076"/>
                <a:gd name="csX2327" fmla="*/ 676114 w 1886469"/>
                <a:gd name="csY2327" fmla="*/ 804085 h 2454076"/>
                <a:gd name="csX2328" fmla="*/ 678655 w 1886469"/>
                <a:gd name="csY2328" fmla="*/ 801094 h 2454076"/>
                <a:gd name="csX2329" fmla="*/ 681242 w 1886469"/>
                <a:gd name="csY2329" fmla="*/ 799238 h 2454076"/>
                <a:gd name="csX2330" fmla="*/ 686941 w 1886469"/>
                <a:gd name="csY2330" fmla="*/ 798371 h 2454076"/>
                <a:gd name="csX2331" fmla="*/ 692868 w 1886469"/>
                <a:gd name="csY2331" fmla="*/ 804260 h 2454076"/>
                <a:gd name="csX2332" fmla="*/ 694177 w 1886469"/>
                <a:gd name="csY2332" fmla="*/ 804625 h 2454076"/>
                <a:gd name="csX2333" fmla="*/ 694717 w 1886469"/>
                <a:gd name="csY2333" fmla="*/ 806169 h 2454076"/>
                <a:gd name="csX2334" fmla="*/ 694489 w 1886469"/>
                <a:gd name="csY2334" fmla="*/ 808901 h 2454076"/>
                <a:gd name="csX2335" fmla="*/ 693743 w 1886469"/>
                <a:gd name="csY2335" fmla="*/ 811495 h 2454076"/>
                <a:gd name="csX2336" fmla="*/ 691620 w 1886469"/>
                <a:gd name="csY2336" fmla="*/ 816167 h 2454076"/>
                <a:gd name="csX2337" fmla="*/ 691126 w 1886469"/>
                <a:gd name="csY2337" fmla="*/ 818122 h 2454076"/>
                <a:gd name="csX2338" fmla="*/ 691286 w 1886469"/>
                <a:gd name="csY2338" fmla="*/ 820139 h 2454076"/>
                <a:gd name="csX2339" fmla="*/ 692739 w 1886469"/>
                <a:gd name="csY2339" fmla="*/ 824765 h 2454076"/>
                <a:gd name="csX2340" fmla="*/ 693188 w 1886469"/>
                <a:gd name="csY2340" fmla="*/ 827801 h 2454076"/>
                <a:gd name="csX2341" fmla="*/ 693507 w 1886469"/>
                <a:gd name="csY2341" fmla="*/ 832906 h 2454076"/>
                <a:gd name="csX2342" fmla="*/ 693743 w 1886469"/>
                <a:gd name="csY2342" fmla="*/ 833659 h 2454076"/>
                <a:gd name="csX2343" fmla="*/ 697312 w 1886469"/>
                <a:gd name="csY2343" fmla="*/ 837950 h 2454076"/>
                <a:gd name="csX2344" fmla="*/ 700553 w 1886469"/>
                <a:gd name="csY2344" fmla="*/ 843527 h 2454076"/>
                <a:gd name="csX2345" fmla="*/ 702052 w 1886469"/>
                <a:gd name="csY2345" fmla="*/ 852224 h 2454076"/>
                <a:gd name="csX2346" fmla="*/ 700888 w 1886469"/>
                <a:gd name="csY2346" fmla="*/ 855214 h 2454076"/>
                <a:gd name="csX2347" fmla="*/ 698156 w 1886469"/>
                <a:gd name="csY2347" fmla="*/ 859323 h 2454076"/>
                <a:gd name="csX2348" fmla="*/ 696536 w 1886469"/>
                <a:gd name="csY2348" fmla="*/ 862739 h 2454076"/>
                <a:gd name="csX2349" fmla="*/ 696018 w 1886469"/>
                <a:gd name="csY2349" fmla="*/ 865463 h 2454076"/>
                <a:gd name="csX2350" fmla="*/ 696429 w 1886469"/>
                <a:gd name="csY2350" fmla="*/ 867106 h 2454076"/>
                <a:gd name="csX2351" fmla="*/ 698445 w 1886469"/>
                <a:gd name="csY2351" fmla="*/ 867959 h 2454076"/>
                <a:gd name="csX2352" fmla="*/ 849338 w 1886469"/>
                <a:gd name="csY2352" fmla="*/ 820824 h 2454076"/>
                <a:gd name="csX2353" fmla="*/ 843807 w 1886469"/>
                <a:gd name="csY2353" fmla="*/ 821227 h 2454076"/>
                <a:gd name="csX2354" fmla="*/ 841250 w 1886469"/>
                <a:gd name="csY2354" fmla="*/ 820123 h 2454076"/>
                <a:gd name="csX2355" fmla="*/ 841083 w 1886469"/>
                <a:gd name="csY2355" fmla="*/ 818503 h 2454076"/>
                <a:gd name="csX2356" fmla="*/ 843297 w 1886469"/>
                <a:gd name="csY2356" fmla="*/ 816373 h 2454076"/>
                <a:gd name="csX2357" fmla="*/ 850655 w 1886469"/>
                <a:gd name="csY2357" fmla="*/ 812888 h 2454076"/>
                <a:gd name="csX2358" fmla="*/ 854984 w 1886469"/>
                <a:gd name="csY2358" fmla="*/ 806512 h 2454076"/>
                <a:gd name="csX2359" fmla="*/ 856597 w 1886469"/>
                <a:gd name="csY2359" fmla="*/ 805721 h 2454076"/>
                <a:gd name="csX2360" fmla="*/ 862250 w 1886469"/>
                <a:gd name="csY2360" fmla="*/ 804807 h 2454076"/>
                <a:gd name="csX2361" fmla="*/ 865545 w 1886469"/>
                <a:gd name="csY2361" fmla="*/ 805005 h 2454076"/>
                <a:gd name="csX2362" fmla="*/ 869775 w 1886469"/>
                <a:gd name="csY2362" fmla="*/ 806512 h 2454076"/>
                <a:gd name="csX2363" fmla="*/ 859579 w 1886469"/>
                <a:gd name="csY2363" fmla="*/ 814394 h 2454076"/>
                <a:gd name="csX2364" fmla="*/ 849338 w 1886469"/>
                <a:gd name="csY2364" fmla="*/ 820824 h 2454076"/>
                <a:gd name="csX2365" fmla="*/ 924610 w 1886469"/>
                <a:gd name="csY2365" fmla="*/ 831164 h 2454076"/>
                <a:gd name="csX2366" fmla="*/ 924853 w 1886469"/>
                <a:gd name="csY2366" fmla="*/ 835226 h 2454076"/>
                <a:gd name="csX2367" fmla="*/ 924595 w 1886469"/>
                <a:gd name="csY2367" fmla="*/ 838361 h 2454076"/>
                <a:gd name="csX2368" fmla="*/ 923842 w 1886469"/>
                <a:gd name="csY2368" fmla="*/ 840560 h 2454076"/>
                <a:gd name="csX2369" fmla="*/ 923811 w 1886469"/>
                <a:gd name="csY2369" fmla="*/ 843086 h 2454076"/>
                <a:gd name="csX2370" fmla="*/ 924496 w 1886469"/>
                <a:gd name="csY2370" fmla="*/ 845932 h 2454076"/>
                <a:gd name="csX2371" fmla="*/ 927349 w 1886469"/>
                <a:gd name="csY2371" fmla="*/ 853076 h 2454076"/>
                <a:gd name="csX2372" fmla="*/ 928254 w 1886469"/>
                <a:gd name="csY2372" fmla="*/ 856896 h 2454076"/>
                <a:gd name="csX2373" fmla="*/ 928391 w 1886469"/>
                <a:gd name="csY2373" fmla="*/ 860715 h 2454076"/>
                <a:gd name="csX2374" fmla="*/ 928247 w 1886469"/>
                <a:gd name="csY2374" fmla="*/ 863325 h 2454076"/>
                <a:gd name="csX2375" fmla="*/ 926489 w 1886469"/>
                <a:gd name="csY2375" fmla="*/ 868369 h 2454076"/>
                <a:gd name="csX2376" fmla="*/ 925706 w 1886469"/>
                <a:gd name="csY2376" fmla="*/ 874859 h 2454076"/>
                <a:gd name="csX2377" fmla="*/ 925660 w 1886469"/>
                <a:gd name="csY2377" fmla="*/ 878283 h 2454076"/>
                <a:gd name="csX2378" fmla="*/ 926710 w 1886469"/>
                <a:gd name="csY2378" fmla="*/ 883617 h 2454076"/>
                <a:gd name="csX2379" fmla="*/ 926740 w 1886469"/>
                <a:gd name="csY2379" fmla="*/ 886090 h 2454076"/>
                <a:gd name="csX2380" fmla="*/ 924762 w 1886469"/>
                <a:gd name="csY2380" fmla="*/ 890312 h 2454076"/>
                <a:gd name="csX2381" fmla="*/ 920570 w 1886469"/>
                <a:gd name="csY2381" fmla="*/ 893980 h 2454076"/>
                <a:gd name="csX2382" fmla="*/ 921163 w 1886469"/>
                <a:gd name="csY2382" fmla="*/ 895912 h 2454076"/>
                <a:gd name="csX2383" fmla="*/ 930202 w 1886469"/>
                <a:gd name="csY2383" fmla="*/ 900538 h 2454076"/>
                <a:gd name="csX2384" fmla="*/ 930887 w 1886469"/>
                <a:gd name="csY2384" fmla="*/ 901581 h 2454076"/>
                <a:gd name="csX2385" fmla="*/ 930841 w 1886469"/>
                <a:gd name="csY2385" fmla="*/ 911921 h 2454076"/>
                <a:gd name="csX2386" fmla="*/ 932416 w 1886469"/>
                <a:gd name="csY2386" fmla="*/ 923189 h 2454076"/>
                <a:gd name="csX2387" fmla="*/ 931830 w 1886469"/>
                <a:gd name="csY2387" fmla="*/ 923402 h 2454076"/>
                <a:gd name="csX2388" fmla="*/ 929654 w 1886469"/>
                <a:gd name="csY2388" fmla="*/ 919895 h 2454076"/>
                <a:gd name="csX2389" fmla="*/ 925637 w 1886469"/>
                <a:gd name="csY2389" fmla="*/ 915710 h 2454076"/>
                <a:gd name="csX2390" fmla="*/ 920836 w 1886469"/>
                <a:gd name="csY2390" fmla="*/ 923501 h 2454076"/>
                <a:gd name="csX2391" fmla="*/ 921384 w 1886469"/>
                <a:gd name="csY2391" fmla="*/ 936641 h 2454076"/>
                <a:gd name="csX2392" fmla="*/ 924541 w 1886469"/>
                <a:gd name="csY2392" fmla="*/ 942462 h 2454076"/>
                <a:gd name="csX2393" fmla="*/ 925500 w 1886469"/>
                <a:gd name="csY2393" fmla="*/ 945771 h 2454076"/>
                <a:gd name="csX2394" fmla="*/ 925188 w 1886469"/>
                <a:gd name="csY2394" fmla="*/ 947757 h 2454076"/>
                <a:gd name="csX2395" fmla="*/ 922518 w 1886469"/>
                <a:gd name="csY2395" fmla="*/ 948640 h 2454076"/>
                <a:gd name="csX2396" fmla="*/ 921589 w 1886469"/>
                <a:gd name="csY2396" fmla="*/ 948206 h 2454076"/>
                <a:gd name="csX2397" fmla="*/ 918850 w 1886469"/>
                <a:gd name="csY2397" fmla="*/ 945589 h 2454076"/>
                <a:gd name="csX2398" fmla="*/ 917260 w 1886469"/>
                <a:gd name="csY2398" fmla="*/ 941625 h 2454076"/>
                <a:gd name="csX2399" fmla="*/ 916758 w 1886469"/>
                <a:gd name="csY2399" fmla="*/ 941762 h 2454076"/>
                <a:gd name="csX2400" fmla="*/ 916271 w 1886469"/>
                <a:gd name="csY2400" fmla="*/ 943671 h 2454076"/>
                <a:gd name="csX2401" fmla="*/ 916591 w 1886469"/>
                <a:gd name="csY2401" fmla="*/ 945611 h 2454076"/>
                <a:gd name="csX2402" fmla="*/ 918447 w 1886469"/>
                <a:gd name="csY2402" fmla="*/ 949127 h 2454076"/>
                <a:gd name="csX2403" fmla="*/ 919231 w 1886469"/>
                <a:gd name="csY2403" fmla="*/ 953319 h 2454076"/>
                <a:gd name="csX2404" fmla="*/ 918409 w 1886469"/>
                <a:gd name="csY2404" fmla="*/ 954506 h 2454076"/>
                <a:gd name="csX2405" fmla="*/ 915655 w 1886469"/>
                <a:gd name="csY2405" fmla="*/ 955586 h 2454076"/>
                <a:gd name="csX2406" fmla="*/ 911934 w 1886469"/>
                <a:gd name="csY2406" fmla="*/ 955632 h 2454076"/>
                <a:gd name="csX2407" fmla="*/ 906091 w 1886469"/>
                <a:gd name="csY2407" fmla="*/ 957519 h 2454076"/>
                <a:gd name="csX2408" fmla="*/ 903215 w 1886469"/>
                <a:gd name="csY2408" fmla="*/ 957808 h 2454076"/>
                <a:gd name="csX2409" fmla="*/ 900407 w 1886469"/>
                <a:gd name="csY2409" fmla="*/ 956788 h 2454076"/>
                <a:gd name="csX2410" fmla="*/ 896664 w 1886469"/>
                <a:gd name="csY2410" fmla="*/ 956545 h 2454076"/>
                <a:gd name="csX2411" fmla="*/ 893552 w 1886469"/>
                <a:gd name="csY2411" fmla="*/ 956994 h 2454076"/>
                <a:gd name="csX2412" fmla="*/ 891650 w 1886469"/>
                <a:gd name="csY2412" fmla="*/ 956165 h 2454076"/>
                <a:gd name="csX2413" fmla="*/ 889915 w 1886469"/>
                <a:gd name="csY2413" fmla="*/ 954209 h 2454076"/>
                <a:gd name="csX2414" fmla="*/ 887899 w 1886469"/>
                <a:gd name="csY2414" fmla="*/ 954681 h 2454076"/>
                <a:gd name="csX2415" fmla="*/ 883493 w 1886469"/>
                <a:gd name="csY2415" fmla="*/ 959634 h 2454076"/>
                <a:gd name="csX2416" fmla="*/ 876668 w 1886469"/>
                <a:gd name="csY2416" fmla="*/ 958059 h 2454076"/>
                <a:gd name="csX2417" fmla="*/ 870521 w 1886469"/>
                <a:gd name="csY2417" fmla="*/ 957656 h 2454076"/>
                <a:gd name="csX2418" fmla="*/ 869280 w 1886469"/>
                <a:gd name="csY2418" fmla="*/ 956005 h 2454076"/>
                <a:gd name="csX2419" fmla="*/ 867903 w 1886469"/>
                <a:gd name="csY2419" fmla="*/ 952779 h 2454076"/>
                <a:gd name="csX2420" fmla="*/ 865195 w 1886469"/>
                <a:gd name="csY2420" fmla="*/ 942659 h 2454076"/>
                <a:gd name="csX2421" fmla="*/ 865704 w 1886469"/>
                <a:gd name="csY2421" fmla="*/ 940103 h 2454076"/>
                <a:gd name="csX2422" fmla="*/ 872271 w 1886469"/>
                <a:gd name="csY2422" fmla="*/ 938711 h 2454076"/>
                <a:gd name="csX2423" fmla="*/ 872408 w 1886469"/>
                <a:gd name="csY2423" fmla="*/ 937836 h 2454076"/>
                <a:gd name="csX2424" fmla="*/ 867744 w 1886469"/>
                <a:gd name="csY2424" fmla="*/ 934191 h 2454076"/>
                <a:gd name="csX2425" fmla="*/ 862387 w 1886469"/>
                <a:gd name="csY2425" fmla="*/ 931505 h 2454076"/>
                <a:gd name="csX2426" fmla="*/ 859907 w 1886469"/>
                <a:gd name="csY2426" fmla="*/ 929390 h 2454076"/>
                <a:gd name="csX2427" fmla="*/ 860477 w 1886469"/>
                <a:gd name="csY2427" fmla="*/ 925350 h 2454076"/>
                <a:gd name="csX2428" fmla="*/ 860317 w 1886469"/>
                <a:gd name="csY2428" fmla="*/ 924330 h 2454076"/>
                <a:gd name="csX2429" fmla="*/ 869547 w 1886469"/>
                <a:gd name="csY2429" fmla="*/ 919697 h 2454076"/>
                <a:gd name="csX2430" fmla="*/ 876257 w 1886469"/>
                <a:gd name="csY2430" fmla="*/ 910513 h 2454076"/>
                <a:gd name="csX2431" fmla="*/ 880419 w 1886469"/>
                <a:gd name="csY2431" fmla="*/ 906762 h 2454076"/>
                <a:gd name="csX2432" fmla="*/ 880724 w 1886469"/>
                <a:gd name="csY2432" fmla="*/ 904944 h 2454076"/>
                <a:gd name="csX2433" fmla="*/ 884246 w 1886469"/>
                <a:gd name="csY2433" fmla="*/ 903049 h 2454076"/>
                <a:gd name="csX2434" fmla="*/ 892395 w 1886469"/>
                <a:gd name="csY2434" fmla="*/ 901908 h 2454076"/>
                <a:gd name="csX2435" fmla="*/ 892715 w 1886469"/>
                <a:gd name="csY2435" fmla="*/ 899336 h 2454076"/>
                <a:gd name="csX2436" fmla="*/ 877330 w 1886469"/>
                <a:gd name="csY2436" fmla="*/ 900812 h 2454076"/>
                <a:gd name="csX2437" fmla="*/ 856262 w 1886469"/>
                <a:gd name="csY2437" fmla="*/ 906055 h 2454076"/>
                <a:gd name="csX2438" fmla="*/ 849749 w 1886469"/>
                <a:gd name="csY2438" fmla="*/ 908626 h 2454076"/>
                <a:gd name="csX2439" fmla="*/ 844317 w 1886469"/>
                <a:gd name="csY2439" fmla="*/ 907127 h 2454076"/>
                <a:gd name="csX2440" fmla="*/ 821255 w 1886469"/>
                <a:gd name="csY2440" fmla="*/ 915200 h 2454076"/>
                <a:gd name="csX2441" fmla="*/ 820274 w 1886469"/>
                <a:gd name="csY2441" fmla="*/ 915200 h 2454076"/>
                <a:gd name="csX2442" fmla="*/ 817862 w 1886469"/>
                <a:gd name="csY2442" fmla="*/ 912644 h 2454076"/>
                <a:gd name="csX2443" fmla="*/ 815792 w 1886469"/>
                <a:gd name="csY2443" fmla="*/ 907843 h 2454076"/>
                <a:gd name="csX2444" fmla="*/ 817276 w 1886469"/>
                <a:gd name="csY2444" fmla="*/ 904487 h 2454076"/>
                <a:gd name="csX2445" fmla="*/ 824047 w 1886469"/>
                <a:gd name="csY2445" fmla="*/ 898096 h 2454076"/>
                <a:gd name="csX2446" fmla="*/ 827433 w 1886469"/>
                <a:gd name="csY2446" fmla="*/ 892466 h 2454076"/>
                <a:gd name="csX2447" fmla="*/ 827038 w 1886469"/>
                <a:gd name="csY2447" fmla="*/ 889422 h 2454076"/>
                <a:gd name="csX2448" fmla="*/ 829731 w 1886469"/>
                <a:gd name="csY2448" fmla="*/ 883990 h 2454076"/>
                <a:gd name="csX2449" fmla="*/ 834038 w 1886469"/>
                <a:gd name="csY2449" fmla="*/ 883221 h 2454076"/>
                <a:gd name="csX2450" fmla="*/ 841365 w 1886469"/>
                <a:gd name="csY2450" fmla="*/ 887687 h 2454076"/>
                <a:gd name="csX2451" fmla="*/ 845169 w 1886469"/>
                <a:gd name="csY2451" fmla="*/ 892108 h 2454076"/>
                <a:gd name="csX2452" fmla="*/ 848585 w 1886469"/>
                <a:gd name="csY2452" fmla="*/ 894170 h 2454076"/>
                <a:gd name="csX2453" fmla="*/ 851613 w 1886469"/>
                <a:gd name="csY2453" fmla="*/ 893759 h 2454076"/>
                <a:gd name="csX2454" fmla="*/ 854748 w 1886469"/>
                <a:gd name="csY2454" fmla="*/ 890678 h 2454076"/>
                <a:gd name="csX2455" fmla="*/ 853957 w 1886469"/>
                <a:gd name="csY2455" fmla="*/ 890328 h 2454076"/>
                <a:gd name="csX2456" fmla="*/ 848638 w 1886469"/>
                <a:gd name="csY2456" fmla="*/ 891964 h 2454076"/>
                <a:gd name="csX2457" fmla="*/ 848015 w 1886469"/>
                <a:gd name="csY2457" fmla="*/ 891484 h 2454076"/>
                <a:gd name="csX2458" fmla="*/ 845306 w 1886469"/>
                <a:gd name="csY2458" fmla="*/ 886546 h 2454076"/>
                <a:gd name="csX2459" fmla="*/ 844127 w 1886469"/>
                <a:gd name="csY2459" fmla="*/ 883389 h 2454076"/>
                <a:gd name="csX2460" fmla="*/ 843366 w 1886469"/>
                <a:gd name="csY2460" fmla="*/ 880224 h 2454076"/>
                <a:gd name="csX2461" fmla="*/ 843320 w 1886469"/>
                <a:gd name="csY2461" fmla="*/ 877987 h 2454076"/>
                <a:gd name="csX2462" fmla="*/ 844956 w 1886469"/>
                <a:gd name="csY2462" fmla="*/ 873726 h 2454076"/>
                <a:gd name="csX2463" fmla="*/ 838861 w 1886469"/>
                <a:gd name="csY2463" fmla="*/ 872318 h 2454076"/>
                <a:gd name="csX2464" fmla="*/ 836586 w 1886469"/>
                <a:gd name="csY2464" fmla="*/ 869358 h 2454076"/>
                <a:gd name="csX2465" fmla="*/ 835544 w 1886469"/>
                <a:gd name="csY2465" fmla="*/ 865661 h 2454076"/>
                <a:gd name="csX2466" fmla="*/ 835772 w 1886469"/>
                <a:gd name="csY2466" fmla="*/ 864055 h 2454076"/>
                <a:gd name="csX2467" fmla="*/ 837690 w 1886469"/>
                <a:gd name="csY2467" fmla="*/ 859711 h 2454076"/>
                <a:gd name="csX2468" fmla="*/ 842864 w 1886469"/>
                <a:gd name="csY2468" fmla="*/ 853700 h 2454076"/>
                <a:gd name="csX2469" fmla="*/ 842262 w 1886469"/>
                <a:gd name="csY2469" fmla="*/ 852034 h 2454076"/>
                <a:gd name="csX2470" fmla="*/ 834730 w 1886469"/>
                <a:gd name="csY2470" fmla="*/ 852171 h 2454076"/>
                <a:gd name="csX2471" fmla="*/ 833071 w 1886469"/>
                <a:gd name="csY2471" fmla="*/ 851387 h 2454076"/>
                <a:gd name="csX2472" fmla="*/ 829860 w 1886469"/>
                <a:gd name="csY2472" fmla="*/ 847628 h 2454076"/>
                <a:gd name="csX2473" fmla="*/ 830568 w 1886469"/>
                <a:gd name="csY2473" fmla="*/ 843451 h 2454076"/>
                <a:gd name="csX2474" fmla="*/ 833566 w 1886469"/>
                <a:gd name="csY2474" fmla="*/ 837311 h 2454076"/>
                <a:gd name="csX2475" fmla="*/ 835826 w 1886469"/>
                <a:gd name="csY2475" fmla="*/ 833674 h 2454076"/>
                <a:gd name="csX2476" fmla="*/ 837340 w 1886469"/>
                <a:gd name="csY2476" fmla="*/ 832556 h 2454076"/>
                <a:gd name="csX2477" fmla="*/ 839698 w 1886469"/>
                <a:gd name="csY2477" fmla="*/ 832579 h 2454076"/>
                <a:gd name="csX2478" fmla="*/ 845291 w 1886469"/>
                <a:gd name="csY2478" fmla="*/ 834960 h 2454076"/>
                <a:gd name="csX2479" fmla="*/ 846904 w 1886469"/>
                <a:gd name="csY2479" fmla="*/ 836269 h 2454076"/>
                <a:gd name="csX2480" fmla="*/ 851187 w 1886469"/>
                <a:gd name="csY2480" fmla="*/ 842188 h 2454076"/>
                <a:gd name="csX2481" fmla="*/ 852283 w 1886469"/>
                <a:gd name="csY2481" fmla="*/ 845559 h 2454076"/>
                <a:gd name="csX2482" fmla="*/ 852146 w 1886469"/>
                <a:gd name="csY2482" fmla="*/ 848793 h 2454076"/>
                <a:gd name="csX2483" fmla="*/ 852968 w 1886469"/>
                <a:gd name="csY2483" fmla="*/ 851166 h 2454076"/>
                <a:gd name="csX2484" fmla="*/ 856293 w 1886469"/>
                <a:gd name="csY2484" fmla="*/ 854621 h 2454076"/>
                <a:gd name="csX2485" fmla="*/ 870582 w 1886469"/>
                <a:gd name="csY2485" fmla="*/ 872349 h 2454076"/>
                <a:gd name="csX2486" fmla="*/ 873252 w 1886469"/>
                <a:gd name="csY2486" fmla="*/ 876511 h 2454076"/>
                <a:gd name="csX2487" fmla="*/ 875078 w 1886469"/>
                <a:gd name="csY2487" fmla="*/ 878344 h 2454076"/>
                <a:gd name="csX2488" fmla="*/ 878380 w 1886469"/>
                <a:gd name="csY2488" fmla="*/ 879691 h 2454076"/>
                <a:gd name="csX2489" fmla="*/ 880313 w 1886469"/>
                <a:gd name="csY2489" fmla="*/ 879409 h 2454076"/>
                <a:gd name="csX2490" fmla="*/ 881888 w 1886469"/>
                <a:gd name="csY2490" fmla="*/ 878169 h 2454076"/>
                <a:gd name="csX2491" fmla="*/ 882154 w 1886469"/>
                <a:gd name="csY2491" fmla="*/ 876564 h 2454076"/>
                <a:gd name="csX2492" fmla="*/ 875976 w 1886469"/>
                <a:gd name="csY2492" fmla="*/ 870408 h 2454076"/>
                <a:gd name="csX2493" fmla="*/ 874424 w 1886469"/>
                <a:gd name="csY2493" fmla="*/ 867122 h 2454076"/>
                <a:gd name="csX2494" fmla="*/ 873100 w 1886469"/>
                <a:gd name="csY2494" fmla="*/ 862625 h 2454076"/>
                <a:gd name="csX2495" fmla="*/ 873678 w 1886469"/>
                <a:gd name="csY2495" fmla="*/ 861172 h 2454076"/>
                <a:gd name="csX2496" fmla="*/ 875474 w 1886469"/>
                <a:gd name="csY2496" fmla="*/ 860670 h 2454076"/>
                <a:gd name="csX2497" fmla="*/ 879993 w 1886469"/>
                <a:gd name="csY2497" fmla="*/ 861263 h 2454076"/>
                <a:gd name="csX2498" fmla="*/ 885312 w 1886469"/>
                <a:gd name="csY2498" fmla="*/ 860046 h 2454076"/>
                <a:gd name="csX2499" fmla="*/ 879415 w 1886469"/>
                <a:gd name="csY2499" fmla="*/ 858143 h 2454076"/>
                <a:gd name="csX2500" fmla="*/ 875565 w 1886469"/>
                <a:gd name="csY2500" fmla="*/ 855617 h 2454076"/>
                <a:gd name="csX2501" fmla="*/ 871609 w 1886469"/>
                <a:gd name="csY2501" fmla="*/ 855496 h 2454076"/>
                <a:gd name="csX2502" fmla="*/ 866663 w 1886469"/>
                <a:gd name="csY2502" fmla="*/ 851433 h 2454076"/>
                <a:gd name="csX2503" fmla="*/ 866663 w 1886469"/>
                <a:gd name="csY2503" fmla="*/ 850162 h 2454076"/>
                <a:gd name="csX2504" fmla="*/ 867873 w 1886469"/>
                <a:gd name="csY2504" fmla="*/ 848861 h 2454076"/>
                <a:gd name="csX2505" fmla="*/ 874599 w 1886469"/>
                <a:gd name="csY2505" fmla="*/ 847050 h 2454076"/>
                <a:gd name="csX2506" fmla="*/ 875869 w 1886469"/>
                <a:gd name="csY2506" fmla="*/ 846274 h 2454076"/>
                <a:gd name="csX2507" fmla="*/ 875984 w 1886469"/>
                <a:gd name="csY2507" fmla="*/ 845140 h 2454076"/>
                <a:gd name="csX2508" fmla="*/ 873762 w 1886469"/>
                <a:gd name="csY2508" fmla="*/ 842401 h 2454076"/>
                <a:gd name="csX2509" fmla="*/ 871784 w 1886469"/>
                <a:gd name="csY2509" fmla="*/ 840910 h 2454076"/>
                <a:gd name="csX2510" fmla="*/ 861619 w 1886469"/>
                <a:gd name="csY2510" fmla="*/ 837585 h 2454076"/>
                <a:gd name="csX2511" fmla="*/ 858005 w 1886469"/>
                <a:gd name="csY2511" fmla="*/ 833857 h 2454076"/>
                <a:gd name="csX2512" fmla="*/ 856856 w 1886469"/>
                <a:gd name="csY2512" fmla="*/ 832077 h 2454076"/>
                <a:gd name="csX2513" fmla="*/ 856490 w 1886469"/>
                <a:gd name="csY2513" fmla="*/ 830349 h 2454076"/>
                <a:gd name="csX2514" fmla="*/ 857792 w 1886469"/>
                <a:gd name="csY2514" fmla="*/ 825921 h 2454076"/>
                <a:gd name="csX2515" fmla="*/ 863254 w 1886469"/>
                <a:gd name="csY2515" fmla="*/ 820352 h 2454076"/>
                <a:gd name="csX2516" fmla="*/ 867219 w 1886469"/>
                <a:gd name="csY2516" fmla="*/ 817681 h 2454076"/>
                <a:gd name="csX2517" fmla="*/ 874036 w 1886469"/>
                <a:gd name="csY2517" fmla="*/ 815726 h 2454076"/>
                <a:gd name="csX2518" fmla="*/ 879476 w 1886469"/>
                <a:gd name="csY2518" fmla="*/ 815962 h 2454076"/>
                <a:gd name="csX2519" fmla="*/ 882573 w 1886469"/>
                <a:gd name="csY2519" fmla="*/ 816715 h 2454076"/>
                <a:gd name="csX2520" fmla="*/ 889824 w 1886469"/>
                <a:gd name="csY2520" fmla="*/ 826165 h 2454076"/>
                <a:gd name="csX2521" fmla="*/ 893240 w 1886469"/>
                <a:gd name="csY2521" fmla="*/ 832343 h 2454076"/>
                <a:gd name="csX2522" fmla="*/ 899205 w 1886469"/>
                <a:gd name="csY2522" fmla="*/ 831262 h 2454076"/>
                <a:gd name="csX2523" fmla="*/ 897478 w 1886469"/>
                <a:gd name="csY2523" fmla="*/ 824765 h 2454076"/>
                <a:gd name="csX2524" fmla="*/ 896359 w 1886469"/>
                <a:gd name="csY2524" fmla="*/ 817597 h 2454076"/>
                <a:gd name="csX2525" fmla="*/ 898125 w 1886469"/>
                <a:gd name="csY2525" fmla="*/ 814957 h 2454076"/>
                <a:gd name="csX2526" fmla="*/ 903040 w 1886469"/>
                <a:gd name="csY2526" fmla="*/ 810263 h 2454076"/>
                <a:gd name="csX2527" fmla="*/ 906951 w 1886469"/>
                <a:gd name="csY2527" fmla="*/ 812720 h 2454076"/>
                <a:gd name="csX2528" fmla="*/ 912048 w 1886469"/>
                <a:gd name="csY2528" fmla="*/ 819058 h 2454076"/>
                <a:gd name="csX2529" fmla="*/ 913167 w 1886469"/>
                <a:gd name="csY2529" fmla="*/ 821212 h 2454076"/>
                <a:gd name="csX2530" fmla="*/ 918904 w 1886469"/>
                <a:gd name="csY2530" fmla="*/ 825107 h 2454076"/>
                <a:gd name="csX2531" fmla="*/ 922297 w 1886469"/>
                <a:gd name="csY2531" fmla="*/ 826401 h 2454076"/>
                <a:gd name="csX2532" fmla="*/ 924055 w 1886469"/>
                <a:gd name="csY2532" fmla="*/ 828478 h 2454076"/>
                <a:gd name="csX2533" fmla="*/ 924610 w 1886469"/>
                <a:gd name="csY2533" fmla="*/ 831164 h 2454076"/>
                <a:gd name="csX2534" fmla="*/ 789619 w 1886469"/>
                <a:gd name="csY2534" fmla="*/ 820474 h 2454076"/>
                <a:gd name="csX2535" fmla="*/ 790676 w 1886469"/>
                <a:gd name="csY2535" fmla="*/ 820983 h 2454076"/>
                <a:gd name="csX2536" fmla="*/ 793933 w 1886469"/>
                <a:gd name="csY2536" fmla="*/ 819150 h 2454076"/>
                <a:gd name="csX2537" fmla="*/ 796033 w 1886469"/>
                <a:gd name="csY2537" fmla="*/ 818822 h 2454076"/>
                <a:gd name="csX2538" fmla="*/ 798376 w 1886469"/>
                <a:gd name="csY2538" fmla="*/ 822284 h 2454076"/>
                <a:gd name="csX2539" fmla="*/ 798985 w 1886469"/>
                <a:gd name="csY2539" fmla="*/ 824544 h 2454076"/>
                <a:gd name="csX2540" fmla="*/ 807408 w 1886469"/>
                <a:gd name="csY2540" fmla="*/ 830159 h 2454076"/>
                <a:gd name="csX2541" fmla="*/ 810375 w 1886469"/>
                <a:gd name="csY2541" fmla="*/ 832678 h 2454076"/>
                <a:gd name="csX2542" fmla="*/ 810755 w 1886469"/>
                <a:gd name="csY2542" fmla="*/ 834352 h 2454076"/>
                <a:gd name="csX2543" fmla="*/ 809698 w 1886469"/>
                <a:gd name="csY2543" fmla="*/ 836741 h 2454076"/>
                <a:gd name="csX2544" fmla="*/ 807210 w 1886469"/>
                <a:gd name="csY2544" fmla="*/ 839853 h 2454076"/>
                <a:gd name="csX2545" fmla="*/ 804821 w 1886469"/>
                <a:gd name="csY2545" fmla="*/ 841960 h 2454076"/>
                <a:gd name="csX2546" fmla="*/ 801389 w 1886469"/>
                <a:gd name="csY2546" fmla="*/ 843634 h 2454076"/>
                <a:gd name="csX2547" fmla="*/ 784338 w 1886469"/>
                <a:gd name="csY2547" fmla="*/ 843885 h 2454076"/>
                <a:gd name="csX2548" fmla="*/ 782482 w 1886469"/>
                <a:gd name="csY2548" fmla="*/ 843124 h 2454076"/>
                <a:gd name="csX2549" fmla="*/ 781409 w 1886469"/>
                <a:gd name="csY2549" fmla="*/ 840362 h 2454076"/>
                <a:gd name="csX2550" fmla="*/ 779302 w 1886469"/>
                <a:gd name="csY2550" fmla="*/ 830015 h 2454076"/>
                <a:gd name="csX2551" fmla="*/ 777803 w 1886469"/>
                <a:gd name="csY2551" fmla="*/ 824415 h 2454076"/>
                <a:gd name="csX2552" fmla="*/ 777240 w 1886469"/>
                <a:gd name="csY2552" fmla="*/ 820504 h 2454076"/>
                <a:gd name="csX2553" fmla="*/ 777612 w 1886469"/>
                <a:gd name="csY2553" fmla="*/ 818313 h 2454076"/>
                <a:gd name="csX2554" fmla="*/ 779431 w 1886469"/>
                <a:gd name="csY2554" fmla="*/ 816106 h 2454076"/>
                <a:gd name="csX2555" fmla="*/ 785738 w 1886469"/>
                <a:gd name="csY2555" fmla="*/ 812804 h 2454076"/>
                <a:gd name="csX2556" fmla="*/ 788531 w 1886469"/>
                <a:gd name="csY2556" fmla="*/ 812804 h 2454076"/>
                <a:gd name="csX2557" fmla="*/ 790281 w 1886469"/>
                <a:gd name="csY2557" fmla="*/ 813649 h 2454076"/>
                <a:gd name="csX2558" fmla="*/ 790996 w 1886469"/>
                <a:gd name="csY2558" fmla="*/ 815330 h 2454076"/>
                <a:gd name="csX2559" fmla="*/ 790775 w 1886469"/>
                <a:gd name="csY2559" fmla="*/ 817605 h 2454076"/>
                <a:gd name="csX2560" fmla="*/ 789619 w 1886469"/>
                <a:gd name="csY2560" fmla="*/ 820474 h 2454076"/>
                <a:gd name="csX2561" fmla="*/ 827958 w 1886469"/>
                <a:gd name="csY2561" fmla="*/ 871694 h 2454076"/>
                <a:gd name="csX2562" fmla="*/ 832432 w 1886469"/>
                <a:gd name="csY2562" fmla="*/ 877104 h 2454076"/>
                <a:gd name="csX2563" fmla="*/ 832645 w 1886469"/>
                <a:gd name="csY2563" fmla="*/ 878344 h 2454076"/>
                <a:gd name="csX2564" fmla="*/ 831801 w 1886469"/>
                <a:gd name="csY2564" fmla="*/ 879371 h 2454076"/>
                <a:gd name="csX2565" fmla="*/ 826018 w 1886469"/>
                <a:gd name="csY2565" fmla="*/ 882225 h 2454076"/>
                <a:gd name="csX2566" fmla="*/ 823774 w 1886469"/>
                <a:gd name="csY2566" fmla="*/ 884500 h 2454076"/>
                <a:gd name="csX2567" fmla="*/ 821894 w 1886469"/>
                <a:gd name="csY2567" fmla="*/ 889803 h 2454076"/>
                <a:gd name="csX2568" fmla="*/ 820433 w 1886469"/>
                <a:gd name="csY2568" fmla="*/ 892253 h 2454076"/>
                <a:gd name="csX2569" fmla="*/ 812665 w 1886469"/>
                <a:gd name="csY2569" fmla="*/ 893714 h 2454076"/>
                <a:gd name="csX2570" fmla="*/ 804737 w 1886469"/>
                <a:gd name="csY2570" fmla="*/ 893645 h 2454076"/>
                <a:gd name="csX2571" fmla="*/ 806228 w 1886469"/>
                <a:gd name="csY2571" fmla="*/ 888532 h 2454076"/>
                <a:gd name="csX2572" fmla="*/ 810565 w 1886469"/>
                <a:gd name="csY2572" fmla="*/ 880147 h 2454076"/>
                <a:gd name="csX2573" fmla="*/ 807149 w 1886469"/>
                <a:gd name="csY2573" fmla="*/ 876663 h 2454076"/>
                <a:gd name="csX2574" fmla="*/ 795021 w 1886469"/>
                <a:gd name="csY2574" fmla="*/ 882468 h 2454076"/>
                <a:gd name="csX2575" fmla="*/ 790418 w 1886469"/>
                <a:gd name="csY2575" fmla="*/ 878900 h 2454076"/>
                <a:gd name="csX2576" fmla="*/ 794359 w 1886469"/>
                <a:gd name="csY2576" fmla="*/ 869739 h 2454076"/>
                <a:gd name="csX2577" fmla="*/ 790433 w 1886469"/>
                <a:gd name="csY2577" fmla="*/ 868894 h 2454076"/>
                <a:gd name="csX2578" fmla="*/ 784924 w 1886469"/>
                <a:gd name="csY2578" fmla="*/ 868856 h 2454076"/>
                <a:gd name="csX2579" fmla="*/ 781432 w 1886469"/>
                <a:gd name="csY2579" fmla="*/ 863401 h 2454076"/>
                <a:gd name="csX2580" fmla="*/ 782611 w 1886469"/>
                <a:gd name="csY2580" fmla="*/ 856820 h 2454076"/>
                <a:gd name="csX2581" fmla="*/ 789839 w 1886469"/>
                <a:gd name="csY2581" fmla="*/ 853175 h 2454076"/>
                <a:gd name="csX2582" fmla="*/ 799251 w 1886469"/>
                <a:gd name="csY2582" fmla="*/ 850018 h 2454076"/>
                <a:gd name="csX2583" fmla="*/ 809355 w 1886469"/>
                <a:gd name="csY2583" fmla="*/ 845224 h 2454076"/>
                <a:gd name="csX2584" fmla="*/ 817261 w 1886469"/>
                <a:gd name="csY2584" fmla="*/ 845627 h 2454076"/>
                <a:gd name="csX2585" fmla="*/ 820335 w 1886469"/>
                <a:gd name="csY2585" fmla="*/ 847910 h 2454076"/>
                <a:gd name="csX2586" fmla="*/ 821354 w 1886469"/>
                <a:gd name="csY2586" fmla="*/ 855557 h 2454076"/>
                <a:gd name="csX2587" fmla="*/ 822336 w 1886469"/>
                <a:gd name="csY2587" fmla="*/ 864596 h 2454076"/>
                <a:gd name="csX2588" fmla="*/ 823713 w 1886469"/>
                <a:gd name="csY2588" fmla="*/ 865364 h 2454076"/>
                <a:gd name="csX2589" fmla="*/ 827958 w 1886469"/>
                <a:gd name="csY2589" fmla="*/ 871694 h 2454076"/>
                <a:gd name="csX2590" fmla="*/ 1322591 w 1886469"/>
                <a:gd name="csY2590" fmla="*/ 879531 h 2454076"/>
                <a:gd name="csX2591" fmla="*/ 1322835 w 1886469"/>
                <a:gd name="csY2591" fmla="*/ 884690 h 2454076"/>
                <a:gd name="csX2592" fmla="*/ 1321283 w 1886469"/>
                <a:gd name="csY2592" fmla="*/ 884454 h 2454076"/>
                <a:gd name="csX2593" fmla="*/ 1316345 w 1886469"/>
                <a:gd name="csY2593" fmla="*/ 887817 h 2454076"/>
                <a:gd name="csX2594" fmla="*/ 1312312 w 1886469"/>
                <a:gd name="csY2594" fmla="*/ 888296 h 2454076"/>
                <a:gd name="csX2595" fmla="*/ 1310296 w 1886469"/>
                <a:gd name="csY2595" fmla="*/ 886790 h 2454076"/>
                <a:gd name="csX2596" fmla="*/ 1309018 w 1886469"/>
                <a:gd name="csY2596" fmla="*/ 883267 h 2454076"/>
                <a:gd name="csX2597" fmla="*/ 1312168 w 1886469"/>
                <a:gd name="csY2597" fmla="*/ 876678 h 2454076"/>
                <a:gd name="csX2598" fmla="*/ 1315789 w 1886469"/>
                <a:gd name="csY2598" fmla="*/ 872052 h 2454076"/>
                <a:gd name="csX2599" fmla="*/ 1320134 w 1886469"/>
                <a:gd name="csY2599" fmla="*/ 864831 h 2454076"/>
                <a:gd name="csX2600" fmla="*/ 1323748 w 1886469"/>
                <a:gd name="csY2600" fmla="*/ 860068 h 2454076"/>
                <a:gd name="csX2601" fmla="*/ 1325528 w 1886469"/>
                <a:gd name="csY2601" fmla="*/ 861065 h 2454076"/>
                <a:gd name="csX2602" fmla="*/ 1327255 w 1886469"/>
                <a:gd name="csY2602" fmla="*/ 863591 h 2454076"/>
                <a:gd name="csX2603" fmla="*/ 1325095 w 1886469"/>
                <a:gd name="csY2603" fmla="*/ 870758 h 2454076"/>
                <a:gd name="csX2604" fmla="*/ 1322736 w 1886469"/>
                <a:gd name="csY2604" fmla="*/ 874312 h 2454076"/>
                <a:gd name="csX2605" fmla="*/ 1322591 w 1886469"/>
                <a:gd name="csY2605" fmla="*/ 879531 h 2454076"/>
                <a:gd name="csX2606" fmla="*/ 484150 w 1886469"/>
                <a:gd name="csY2606" fmla="*/ 909555 h 2454076"/>
                <a:gd name="csX2607" fmla="*/ 478048 w 1886469"/>
                <a:gd name="csY2607" fmla="*/ 915048 h 2454076"/>
                <a:gd name="csX2608" fmla="*/ 473711 w 1886469"/>
                <a:gd name="csY2608" fmla="*/ 914477 h 2454076"/>
                <a:gd name="csX2609" fmla="*/ 467959 w 1886469"/>
                <a:gd name="csY2609" fmla="*/ 910437 h 2454076"/>
                <a:gd name="csX2610" fmla="*/ 463272 w 1886469"/>
                <a:gd name="csY2610" fmla="*/ 909068 h 2454076"/>
                <a:gd name="csX2611" fmla="*/ 461621 w 1886469"/>
                <a:gd name="csY2611" fmla="*/ 907721 h 2454076"/>
                <a:gd name="csX2612" fmla="*/ 461377 w 1886469"/>
                <a:gd name="csY2612" fmla="*/ 906321 h 2454076"/>
                <a:gd name="csX2613" fmla="*/ 462968 w 1886469"/>
                <a:gd name="csY2613" fmla="*/ 902425 h 2454076"/>
                <a:gd name="csX2614" fmla="*/ 464961 w 1886469"/>
                <a:gd name="csY2614" fmla="*/ 899313 h 2454076"/>
                <a:gd name="csX2615" fmla="*/ 469732 w 1886469"/>
                <a:gd name="csY2615" fmla="*/ 893173 h 2454076"/>
                <a:gd name="csX2616" fmla="*/ 477789 w 1886469"/>
                <a:gd name="csY2616" fmla="*/ 881243 h 2454076"/>
                <a:gd name="csX2617" fmla="*/ 483062 w 1886469"/>
                <a:gd name="csY2617" fmla="*/ 876708 h 2454076"/>
                <a:gd name="csX2618" fmla="*/ 488236 w 1886469"/>
                <a:gd name="csY2618" fmla="*/ 873490 h 2454076"/>
                <a:gd name="csX2619" fmla="*/ 493516 w 1886469"/>
                <a:gd name="csY2619" fmla="*/ 866277 h 2454076"/>
                <a:gd name="csX2620" fmla="*/ 496438 w 1886469"/>
                <a:gd name="csY2620" fmla="*/ 863043 h 2454076"/>
                <a:gd name="csX2621" fmla="*/ 498971 w 1886469"/>
                <a:gd name="csY2621" fmla="*/ 862808 h 2454076"/>
                <a:gd name="csX2622" fmla="*/ 501558 w 1886469"/>
                <a:gd name="csY2622" fmla="*/ 864200 h 2454076"/>
                <a:gd name="csX2623" fmla="*/ 501847 w 1886469"/>
                <a:gd name="csY2623" fmla="*/ 866171 h 2454076"/>
                <a:gd name="csX2624" fmla="*/ 499131 w 1886469"/>
                <a:gd name="csY2624" fmla="*/ 876001 h 2454076"/>
                <a:gd name="csX2625" fmla="*/ 497221 w 1886469"/>
                <a:gd name="csY2625" fmla="*/ 879942 h 2454076"/>
                <a:gd name="csX2626" fmla="*/ 493486 w 1886469"/>
                <a:gd name="csY2626" fmla="*/ 890054 h 2454076"/>
                <a:gd name="csX2627" fmla="*/ 486318 w 1886469"/>
                <a:gd name="csY2627" fmla="*/ 906854 h 2454076"/>
                <a:gd name="csX2628" fmla="*/ 484150 w 1886469"/>
                <a:gd name="csY2628" fmla="*/ 909555 h 2454076"/>
                <a:gd name="csX2629" fmla="*/ 992395 w 1886469"/>
                <a:gd name="csY2629" fmla="*/ 894931 h 2454076"/>
                <a:gd name="csX2630" fmla="*/ 990310 w 1886469"/>
                <a:gd name="csY2630" fmla="*/ 894969 h 2454076"/>
                <a:gd name="csX2631" fmla="*/ 987594 w 1886469"/>
                <a:gd name="csY2631" fmla="*/ 893166 h 2454076"/>
                <a:gd name="csX2632" fmla="*/ 986825 w 1886469"/>
                <a:gd name="csY2632" fmla="*/ 891279 h 2454076"/>
                <a:gd name="csX2633" fmla="*/ 986239 w 1886469"/>
                <a:gd name="csY2633" fmla="*/ 888684 h 2454076"/>
                <a:gd name="csX2634" fmla="*/ 985836 w 1886469"/>
                <a:gd name="csY2634" fmla="*/ 885390 h 2454076"/>
                <a:gd name="csX2635" fmla="*/ 985273 w 1886469"/>
                <a:gd name="csY2635" fmla="*/ 882742 h 2454076"/>
                <a:gd name="csX2636" fmla="*/ 984543 w 1886469"/>
                <a:gd name="csY2636" fmla="*/ 880756 h 2454076"/>
                <a:gd name="csX2637" fmla="*/ 984390 w 1886469"/>
                <a:gd name="csY2637" fmla="*/ 879097 h 2454076"/>
                <a:gd name="csX2638" fmla="*/ 984817 w 1886469"/>
                <a:gd name="csY2638" fmla="*/ 877766 h 2454076"/>
                <a:gd name="csX2639" fmla="*/ 985707 w 1886469"/>
                <a:gd name="csY2639" fmla="*/ 877020 h 2454076"/>
                <a:gd name="csX2640" fmla="*/ 987738 w 1886469"/>
                <a:gd name="csY2640" fmla="*/ 876777 h 2454076"/>
                <a:gd name="csX2641" fmla="*/ 992159 w 1886469"/>
                <a:gd name="csY2641" fmla="*/ 873323 h 2454076"/>
                <a:gd name="csX2642" fmla="*/ 992996 w 1886469"/>
                <a:gd name="csY2642" fmla="*/ 873695 h 2454076"/>
                <a:gd name="csX2643" fmla="*/ 993582 w 1886469"/>
                <a:gd name="csY2643" fmla="*/ 875529 h 2454076"/>
                <a:gd name="csX2644" fmla="*/ 994183 w 1886469"/>
                <a:gd name="csY2644" fmla="*/ 880307 h 2454076"/>
                <a:gd name="csX2645" fmla="*/ 994814 w 1886469"/>
                <a:gd name="csY2645" fmla="*/ 883130 h 2454076"/>
                <a:gd name="csX2646" fmla="*/ 996557 w 1886469"/>
                <a:gd name="csY2646" fmla="*/ 888273 h 2454076"/>
                <a:gd name="csX2647" fmla="*/ 997325 w 1886469"/>
                <a:gd name="csY2647" fmla="*/ 891575 h 2454076"/>
                <a:gd name="csX2648" fmla="*/ 997165 w 1886469"/>
                <a:gd name="csY2648" fmla="*/ 892595 h 2454076"/>
                <a:gd name="csX2649" fmla="*/ 996617 w 1886469"/>
                <a:gd name="csY2649" fmla="*/ 893500 h 2454076"/>
                <a:gd name="csX2650" fmla="*/ 992395 w 1886469"/>
                <a:gd name="csY2650" fmla="*/ 894931 h 2454076"/>
                <a:gd name="csX2651" fmla="*/ 425473 w 1886469"/>
                <a:gd name="csY2651" fmla="*/ 895288 h 2454076"/>
                <a:gd name="csX2652" fmla="*/ 423806 w 1886469"/>
                <a:gd name="csY2652" fmla="*/ 895692 h 2454076"/>
                <a:gd name="csX2653" fmla="*/ 421957 w 1886469"/>
                <a:gd name="csY2653" fmla="*/ 894718 h 2454076"/>
                <a:gd name="csX2654" fmla="*/ 422384 w 1886469"/>
                <a:gd name="csY2654" fmla="*/ 892496 h 2454076"/>
                <a:gd name="csX2655" fmla="*/ 426546 w 1886469"/>
                <a:gd name="csY2655" fmla="*/ 886402 h 2454076"/>
                <a:gd name="csX2656" fmla="*/ 426774 w 1886469"/>
                <a:gd name="csY2656" fmla="*/ 884659 h 2454076"/>
                <a:gd name="csX2657" fmla="*/ 426720 w 1886469"/>
                <a:gd name="csY2657" fmla="*/ 883229 h 2454076"/>
                <a:gd name="csX2658" fmla="*/ 426203 w 1886469"/>
                <a:gd name="csY2658" fmla="*/ 881555 h 2454076"/>
                <a:gd name="csX2659" fmla="*/ 427253 w 1886469"/>
                <a:gd name="csY2659" fmla="*/ 879409 h 2454076"/>
                <a:gd name="csX2660" fmla="*/ 428942 w 1886469"/>
                <a:gd name="csY2660" fmla="*/ 878527 h 2454076"/>
                <a:gd name="csX2661" fmla="*/ 429505 w 1886469"/>
                <a:gd name="csY2661" fmla="*/ 879364 h 2454076"/>
                <a:gd name="csX2662" fmla="*/ 429695 w 1886469"/>
                <a:gd name="csY2662" fmla="*/ 881235 h 2454076"/>
                <a:gd name="csX2663" fmla="*/ 429307 w 1886469"/>
                <a:gd name="csY2663" fmla="*/ 886668 h 2454076"/>
                <a:gd name="csX2664" fmla="*/ 428782 w 1886469"/>
                <a:gd name="csY2664" fmla="*/ 889293 h 2454076"/>
                <a:gd name="csX2665" fmla="*/ 428067 w 1886469"/>
                <a:gd name="csY2665" fmla="*/ 891530 h 2454076"/>
                <a:gd name="csX2666" fmla="*/ 426964 w 1886469"/>
                <a:gd name="csY2666" fmla="*/ 893531 h 2454076"/>
                <a:gd name="csX2667" fmla="*/ 425473 w 1886469"/>
                <a:gd name="csY2667" fmla="*/ 895288 h 2454076"/>
                <a:gd name="csX2668" fmla="*/ 959252 w 1886469"/>
                <a:gd name="csY2668" fmla="*/ 915504 h 2454076"/>
                <a:gd name="csX2669" fmla="*/ 957593 w 1886469"/>
                <a:gd name="csY2669" fmla="*/ 918304 h 2454076"/>
                <a:gd name="csX2670" fmla="*/ 955881 w 1886469"/>
                <a:gd name="csY2670" fmla="*/ 918510 h 2454076"/>
                <a:gd name="csX2671" fmla="*/ 953576 w 1886469"/>
                <a:gd name="csY2671" fmla="*/ 915862 h 2454076"/>
                <a:gd name="csX2672" fmla="*/ 951073 w 1886469"/>
                <a:gd name="csY2672" fmla="*/ 916859 h 2454076"/>
                <a:gd name="csX2673" fmla="*/ 947649 w 1886469"/>
                <a:gd name="csY2673" fmla="*/ 922215 h 2454076"/>
                <a:gd name="csX2674" fmla="*/ 946431 w 1886469"/>
                <a:gd name="csY2674" fmla="*/ 925357 h 2454076"/>
                <a:gd name="csX2675" fmla="*/ 945495 w 1886469"/>
                <a:gd name="csY2675" fmla="*/ 926491 h 2454076"/>
                <a:gd name="csX2676" fmla="*/ 942627 w 1886469"/>
                <a:gd name="csY2676" fmla="*/ 927473 h 2454076"/>
                <a:gd name="csX2677" fmla="*/ 941387 w 1886469"/>
                <a:gd name="csY2677" fmla="*/ 926582 h 2454076"/>
                <a:gd name="csX2678" fmla="*/ 940223 w 1886469"/>
                <a:gd name="csY2678" fmla="*/ 923790 h 2454076"/>
                <a:gd name="csX2679" fmla="*/ 939127 w 1886469"/>
                <a:gd name="csY2679" fmla="*/ 919080 h 2454076"/>
                <a:gd name="csX2680" fmla="*/ 939934 w 1886469"/>
                <a:gd name="csY2680" fmla="*/ 915527 h 2454076"/>
                <a:gd name="csX2681" fmla="*/ 942635 w 1886469"/>
                <a:gd name="csY2681" fmla="*/ 913131 h 2454076"/>
                <a:gd name="csX2682" fmla="*/ 949749 w 1886469"/>
                <a:gd name="csY2682" fmla="*/ 909212 h 2454076"/>
                <a:gd name="csX2683" fmla="*/ 951788 w 1886469"/>
                <a:gd name="csY2683" fmla="*/ 907264 h 2454076"/>
                <a:gd name="csX2684" fmla="*/ 952008 w 1886469"/>
                <a:gd name="csY2684" fmla="*/ 905172 h 2454076"/>
                <a:gd name="csX2685" fmla="*/ 952435 w 1886469"/>
                <a:gd name="csY2685" fmla="*/ 903787 h 2454076"/>
                <a:gd name="csX2686" fmla="*/ 953066 w 1886469"/>
                <a:gd name="csY2686" fmla="*/ 903110 h 2454076"/>
                <a:gd name="csX2687" fmla="*/ 957814 w 1886469"/>
                <a:gd name="csY2687" fmla="*/ 906648 h 2454076"/>
                <a:gd name="csX2688" fmla="*/ 960066 w 1886469"/>
                <a:gd name="csY2688" fmla="*/ 909030 h 2454076"/>
                <a:gd name="csX2689" fmla="*/ 961770 w 1886469"/>
                <a:gd name="csY2689" fmla="*/ 911723 h 2454076"/>
                <a:gd name="csX2690" fmla="*/ 961588 w 1886469"/>
                <a:gd name="csY2690" fmla="*/ 912796 h 2454076"/>
                <a:gd name="csX2691" fmla="*/ 959252 w 1886469"/>
                <a:gd name="csY2691" fmla="*/ 915504 h 2454076"/>
                <a:gd name="csX2692" fmla="*/ 1013402 w 1886469"/>
                <a:gd name="csY2692" fmla="*/ 955982 h 2454076"/>
                <a:gd name="csX2693" fmla="*/ 1014779 w 1886469"/>
                <a:gd name="csY2693" fmla="*/ 962244 h 2454076"/>
                <a:gd name="csX2694" fmla="*/ 1015030 w 1886469"/>
                <a:gd name="csY2694" fmla="*/ 964762 h 2454076"/>
                <a:gd name="csX2695" fmla="*/ 1015099 w 1886469"/>
                <a:gd name="csY2695" fmla="*/ 970065 h 2454076"/>
                <a:gd name="csX2696" fmla="*/ 1014513 w 1886469"/>
                <a:gd name="csY2696" fmla="*/ 976951 h 2454076"/>
                <a:gd name="csX2697" fmla="*/ 1014117 w 1886469"/>
                <a:gd name="csY2697" fmla="*/ 978214 h 2454076"/>
                <a:gd name="csX2698" fmla="*/ 1013554 w 1886469"/>
                <a:gd name="csY2698" fmla="*/ 978792 h 2454076"/>
                <a:gd name="csX2699" fmla="*/ 1013280 w 1886469"/>
                <a:gd name="csY2699" fmla="*/ 980558 h 2454076"/>
                <a:gd name="csX2700" fmla="*/ 1013303 w 1886469"/>
                <a:gd name="csY2700" fmla="*/ 983510 h 2454076"/>
                <a:gd name="csX2701" fmla="*/ 1012748 w 1886469"/>
                <a:gd name="csY2701" fmla="*/ 985305 h 2454076"/>
                <a:gd name="csX2702" fmla="*/ 1011614 w 1886469"/>
                <a:gd name="csY2702" fmla="*/ 985944 h 2454076"/>
                <a:gd name="csX2703" fmla="*/ 1003960 w 1886469"/>
                <a:gd name="csY2703" fmla="*/ 987291 h 2454076"/>
                <a:gd name="csX2704" fmla="*/ 999227 w 1886469"/>
                <a:gd name="csY2704" fmla="*/ 987032 h 2454076"/>
                <a:gd name="csX2705" fmla="*/ 992212 w 1886469"/>
                <a:gd name="csY2705" fmla="*/ 987892 h 2454076"/>
                <a:gd name="csX2706" fmla="*/ 988735 w 1886469"/>
                <a:gd name="csY2706" fmla="*/ 987459 h 2454076"/>
                <a:gd name="csX2707" fmla="*/ 986460 w 1886469"/>
                <a:gd name="csY2707" fmla="*/ 986013 h 2454076"/>
                <a:gd name="csX2708" fmla="*/ 983150 w 1886469"/>
                <a:gd name="csY2708" fmla="*/ 982794 h 2454076"/>
                <a:gd name="csX2709" fmla="*/ 976158 w 1886469"/>
                <a:gd name="csY2709" fmla="*/ 975155 h 2454076"/>
                <a:gd name="csX2710" fmla="*/ 972635 w 1886469"/>
                <a:gd name="csY2710" fmla="*/ 974889 h 2454076"/>
                <a:gd name="csX2711" fmla="*/ 963787 w 1886469"/>
                <a:gd name="csY2711" fmla="*/ 972196 h 2454076"/>
                <a:gd name="csX2712" fmla="*/ 958902 w 1886469"/>
                <a:gd name="csY2712" fmla="*/ 963842 h 2454076"/>
                <a:gd name="csX2713" fmla="*/ 957030 w 1886469"/>
                <a:gd name="csY2713" fmla="*/ 962343 h 2454076"/>
                <a:gd name="csX2714" fmla="*/ 955143 w 1886469"/>
                <a:gd name="csY2714" fmla="*/ 964846 h 2454076"/>
                <a:gd name="csX2715" fmla="*/ 954633 w 1886469"/>
                <a:gd name="csY2715" fmla="*/ 964283 h 2454076"/>
                <a:gd name="csX2716" fmla="*/ 954116 w 1886469"/>
                <a:gd name="csY2716" fmla="*/ 962594 h 2454076"/>
                <a:gd name="csX2717" fmla="*/ 953591 w 1886469"/>
                <a:gd name="csY2717" fmla="*/ 959779 h 2454076"/>
                <a:gd name="csX2718" fmla="*/ 952670 w 1886469"/>
                <a:gd name="csY2718" fmla="*/ 958333 h 2454076"/>
                <a:gd name="csX2719" fmla="*/ 948965 w 1886469"/>
                <a:gd name="csY2719" fmla="*/ 959086 h 2454076"/>
                <a:gd name="csX2720" fmla="*/ 948295 w 1886469"/>
                <a:gd name="csY2720" fmla="*/ 958135 h 2454076"/>
                <a:gd name="csX2721" fmla="*/ 948120 w 1886469"/>
                <a:gd name="csY2721" fmla="*/ 955662 h 2454076"/>
                <a:gd name="csX2722" fmla="*/ 948174 w 1886469"/>
                <a:gd name="csY2722" fmla="*/ 953509 h 2454076"/>
                <a:gd name="csX2723" fmla="*/ 948836 w 1886469"/>
                <a:gd name="csY2723" fmla="*/ 950123 h 2454076"/>
                <a:gd name="csX2724" fmla="*/ 952739 w 1886469"/>
                <a:gd name="csY2724" fmla="*/ 940742 h 2454076"/>
                <a:gd name="csX2725" fmla="*/ 954671 w 1886469"/>
                <a:gd name="csY2725" fmla="*/ 940080 h 2454076"/>
                <a:gd name="csX2726" fmla="*/ 957061 w 1886469"/>
                <a:gd name="csY2726" fmla="*/ 938338 h 2454076"/>
                <a:gd name="csX2727" fmla="*/ 958384 w 1886469"/>
                <a:gd name="csY2727" fmla="*/ 933232 h 2454076"/>
                <a:gd name="csX2728" fmla="*/ 958247 w 1886469"/>
                <a:gd name="csY2728" fmla="*/ 928393 h 2454076"/>
                <a:gd name="csX2729" fmla="*/ 961884 w 1886469"/>
                <a:gd name="csY2729" fmla="*/ 921150 h 2454076"/>
                <a:gd name="csX2730" fmla="*/ 964053 w 1886469"/>
                <a:gd name="csY2730" fmla="*/ 919004 h 2454076"/>
                <a:gd name="csX2731" fmla="*/ 967948 w 1886469"/>
                <a:gd name="csY2731" fmla="*/ 913922 h 2454076"/>
                <a:gd name="csX2732" fmla="*/ 981218 w 1886469"/>
                <a:gd name="csY2732" fmla="*/ 905940 h 2454076"/>
                <a:gd name="csX2733" fmla="*/ 984877 w 1886469"/>
                <a:gd name="csY2733" fmla="*/ 905240 h 2454076"/>
                <a:gd name="csX2734" fmla="*/ 989777 w 1886469"/>
                <a:gd name="csY2734" fmla="*/ 905842 h 2454076"/>
                <a:gd name="csX2735" fmla="*/ 994510 w 1886469"/>
                <a:gd name="csY2735" fmla="*/ 908390 h 2454076"/>
                <a:gd name="csX2736" fmla="*/ 998154 w 1886469"/>
                <a:gd name="csY2736" fmla="*/ 912613 h 2454076"/>
                <a:gd name="csX2737" fmla="*/ 1005580 w 1886469"/>
                <a:gd name="csY2737" fmla="*/ 922961 h 2454076"/>
                <a:gd name="csX2738" fmla="*/ 1008959 w 1886469"/>
                <a:gd name="csY2738" fmla="*/ 929177 h 2454076"/>
                <a:gd name="csX2739" fmla="*/ 1010754 w 1886469"/>
                <a:gd name="csY2739" fmla="*/ 935530 h 2454076"/>
                <a:gd name="csX2740" fmla="*/ 1012367 w 1886469"/>
                <a:gd name="csY2740" fmla="*/ 939167 h 2454076"/>
                <a:gd name="csX2741" fmla="*/ 1014368 w 1886469"/>
                <a:gd name="csY2741" fmla="*/ 946958 h 2454076"/>
                <a:gd name="csX2742" fmla="*/ 1013638 w 1886469"/>
                <a:gd name="csY2742" fmla="*/ 949994 h 2454076"/>
                <a:gd name="csX2743" fmla="*/ 1013204 w 1886469"/>
                <a:gd name="csY2743" fmla="*/ 954072 h 2454076"/>
                <a:gd name="csX2744" fmla="*/ 1013402 w 1886469"/>
                <a:gd name="csY2744" fmla="*/ 955982 h 2454076"/>
                <a:gd name="csX2745" fmla="*/ 787542 w 1886469"/>
                <a:gd name="csY2745" fmla="*/ 955290 h 2454076"/>
                <a:gd name="csX2746" fmla="*/ 783509 w 1886469"/>
                <a:gd name="csY2746" fmla="*/ 955738 h 2454076"/>
                <a:gd name="csX2747" fmla="*/ 776555 w 1886469"/>
                <a:gd name="csY2747" fmla="*/ 953228 h 2454076"/>
                <a:gd name="csX2748" fmla="*/ 772416 w 1886469"/>
                <a:gd name="csY2748" fmla="*/ 948381 h 2454076"/>
                <a:gd name="csX2749" fmla="*/ 771153 w 1886469"/>
                <a:gd name="csY2749" fmla="*/ 946045 h 2454076"/>
                <a:gd name="csX2750" fmla="*/ 771275 w 1886469"/>
                <a:gd name="csY2750" fmla="*/ 944988 h 2454076"/>
                <a:gd name="csX2751" fmla="*/ 771990 w 1886469"/>
                <a:gd name="csY2751" fmla="*/ 943938 h 2454076"/>
                <a:gd name="csX2752" fmla="*/ 772986 w 1886469"/>
                <a:gd name="csY2752" fmla="*/ 940765 h 2454076"/>
                <a:gd name="csX2753" fmla="*/ 775353 w 1886469"/>
                <a:gd name="csY2753" fmla="*/ 931566 h 2454076"/>
                <a:gd name="csX2754" fmla="*/ 776243 w 1886469"/>
                <a:gd name="csY2754" fmla="*/ 929116 h 2454076"/>
                <a:gd name="csX2755" fmla="*/ 779971 w 1886469"/>
                <a:gd name="csY2755" fmla="*/ 923767 h 2454076"/>
                <a:gd name="csX2756" fmla="*/ 782703 w 1886469"/>
                <a:gd name="csY2756" fmla="*/ 922337 h 2454076"/>
                <a:gd name="csX2757" fmla="*/ 788500 w 1886469"/>
                <a:gd name="csY2757" fmla="*/ 922793 h 2454076"/>
                <a:gd name="csX2758" fmla="*/ 791863 w 1886469"/>
                <a:gd name="csY2758" fmla="*/ 925563 h 2454076"/>
                <a:gd name="csX2759" fmla="*/ 793271 w 1886469"/>
                <a:gd name="csY2759" fmla="*/ 927343 h 2454076"/>
                <a:gd name="csX2760" fmla="*/ 794275 w 1886469"/>
                <a:gd name="csY2760" fmla="*/ 929474 h 2454076"/>
                <a:gd name="csX2761" fmla="*/ 795264 w 1886469"/>
                <a:gd name="csY2761" fmla="*/ 934229 h 2454076"/>
                <a:gd name="csX2762" fmla="*/ 795508 w 1886469"/>
                <a:gd name="csY2762" fmla="*/ 937295 h 2454076"/>
                <a:gd name="csX2763" fmla="*/ 797197 w 1886469"/>
                <a:gd name="csY2763" fmla="*/ 940788 h 2454076"/>
                <a:gd name="csX2764" fmla="*/ 797699 w 1886469"/>
                <a:gd name="csY2764" fmla="*/ 942804 h 2454076"/>
                <a:gd name="csX2765" fmla="*/ 797729 w 1886469"/>
                <a:gd name="csY2765" fmla="*/ 944775 h 2454076"/>
                <a:gd name="csX2766" fmla="*/ 797258 w 1886469"/>
                <a:gd name="csY2766" fmla="*/ 946768 h 2454076"/>
                <a:gd name="csX2767" fmla="*/ 796291 w 1886469"/>
                <a:gd name="csY2767" fmla="*/ 948769 h 2454076"/>
                <a:gd name="csX2768" fmla="*/ 794070 w 1886469"/>
                <a:gd name="csY2768" fmla="*/ 951691 h 2454076"/>
                <a:gd name="csX2769" fmla="*/ 787542 w 1886469"/>
                <a:gd name="csY2769" fmla="*/ 955290 h 2454076"/>
                <a:gd name="csX2770" fmla="*/ 975740 w 1886469"/>
                <a:gd name="csY2770" fmla="*/ 998430 h 2454076"/>
                <a:gd name="csX2771" fmla="*/ 974766 w 1886469"/>
                <a:gd name="csY2771" fmla="*/ 998833 h 2454076"/>
                <a:gd name="csX2772" fmla="*/ 972863 w 1886469"/>
                <a:gd name="csY2772" fmla="*/ 998377 h 2454076"/>
                <a:gd name="csX2773" fmla="*/ 965696 w 1886469"/>
                <a:gd name="csY2773" fmla="*/ 994801 h 2454076"/>
                <a:gd name="csX2774" fmla="*/ 964479 w 1886469"/>
                <a:gd name="csY2774" fmla="*/ 993332 h 2454076"/>
                <a:gd name="csX2775" fmla="*/ 964129 w 1886469"/>
                <a:gd name="csY2775" fmla="*/ 992252 h 2454076"/>
                <a:gd name="csX2776" fmla="*/ 965757 w 1886469"/>
                <a:gd name="csY2776" fmla="*/ 990951 h 2454076"/>
                <a:gd name="csX2777" fmla="*/ 966373 w 1886469"/>
                <a:gd name="csY2777" fmla="*/ 989566 h 2454076"/>
                <a:gd name="csX2778" fmla="*/ 968192 w 1886469"/>
                <a:gd name="csY2778" fmla="*/ 987877 h 2454076"/>
                <a:gd name="csX2779" fmla="*/ 971403 w 1886469"/>
                <a:gd name="csY2779" fmla="*/ 987885 h 2454076"/>
                <a:gd name="csX2780" fmla="*/ 974766 w 1886469"/>
                <a:gd name="csY2780" fmla="*/ 992001 h 2454076"/>
                <a:gd name="csX2781" fmla="*/ 976348 w 1886469"/>
                <a:gd name="csY2781" fmla="*/ 995699 h 2454076"/>
                <a:gd name="csX2782" fmla="*/ 976432 w 1886469"/>
                <a:gd name="csY2782" fmla="*/ 997327 h 2454076"/>
                <a:gd name="csX2783" fmla="*/ 975740 w 1886469"/>
                <a:gd name="csY2783" fmla="*/ 998430 h 2454076"/>
                <a:gd name="csX2784" fmla="*/ 931990 w 1886469"/>
                <a:gd name="csY2784" fmla="*/ 996764 h 2454076"/>
                <a:gd name="csX2785" fmla="*/ 925569 w 1886469"/>
                <a:gd name="csY2785" fmla="*/ 1001603 h 2454076"/>
                <a:gd name="csX2786" fmla="*/ 924169 w 1886469"/>
                <a:gd name="csY2786" fmla="*/ 999724 h 2454076"/>
                <a:gd name="csX2787" fmla="*/ 923560 w 1886469"/>
                <a:gd name="csY2787" fmla="*/ 998019 h 2454076"/>
                <a:gd name="csX2788" fmla="*/ 928551 w 1886469"/>
                <a:gd name="csY2788" fmla="*/ 990654 h 2454076"/>
                <a:gd name="csX2789" fmla="*/ 930682 w 1886469"/>
                <a:gd name="csY2789" fmla="*/ 988714 h 2454076"/>
                <a:gd name="csX2790" fmla="*/ 932782 w 1886469"/>
                <a:gd name="csY2790" fmla="*/ 991012 h 2454076"/>
                <a:gd name="csX2791" fmla="*/ 933360 w 1886469"/>
                <a:gd name="csY2791" fmla="*/ 992754 h 2454076"/>
                <a:gd name="csX2792" fmla="*/ 933093 w 1886469"/>
                <a:gd name="csY2792" fmla="*/ 994093 h 2454076"/>
                <a:gd name="csX2793" fmla="*/ 931990 w 1886469"/>
                <a:gd name="csY2793" fmla="*/ 996764 h 2454076"/>
                <a:gd name="csX2794" fmla="*/ 454081 w 1886469"/>
                <a:gd name="csY2794" fmla="*/ 1029427 h 2454076"/>
                <a:gd name="csX2795" fmla="*/ 454248 w 1886469"/>
                <a:gd name="csY2795" fmla="*/ 1029755 h 2454076"/>
                <a:gd name="csX2796" fmla="*/ 459742 w 1886469"/>
                <a:gd name="csY2796" fmla="*/ 1022504 h 2454076"/>
                <a:gd name="csX2797" fmla="*/ 463074 w 1886469"/>
                <a:gd name="csY2797" fmla="*/ 1022108 h 2454076"/>
                <a:gd name="csX2798" fmla="*/ 465402 w 1886469"/>
                <a:gd name="csY2798" fmla="*/ 1022755 h 2454076"/>
                <a:gd name="csX2799" fmla="*/ 466140 w 1886469"/>
                <a:gd name="csY2799" fmla="*/ 1023683 h 2454076"/>
                <a:gd name="csX2800" fmla="*/ 466605 w 1886469"/>
                <a:gd name="csY2800" fmla="*/ 1025113 h 2454076"/>
                <a:gd name="csX2801" fmla="*/ 466833 w 1886469"/>
                <a:gd name="csY2801" fmla="*/ 1028263 h 2454076"/>
                <a:gd name="csX2802" fmla="*/ 466985 w 1886469"/>
                <a:gd name="csY2802" fmla="*/ 1036024 h 2454076"/>
                <a:gd name="csX2803" fmla="*/ 467282 w 1886469"/>
                <a:gd name="csY2803" fmla="*/ 1036983 h 2454076"/>
                <a:gd name="csX2804" fmla="*/ 468043 w 1886469"/>
                <a:gd name="csY2804" fmla="*/ 1036541 h 2454076"/>
                <a:gd name="csX2805" fmla="*/ 469252 w 1886469"/>
                <a:gd name="csY2805" fmla="*/ 1034715 h 2454076"/>
                <a:gd name="csX2806" fmla="*/ 475271 w 1886469"/>
                <a:gd name="csY2806" fmla="*/ 1023226 h 2454076"/>
                <a:gd name="csX2807" fmla="*/ 477804 w 1886469"/>
                <a:gd name="csY2807" fmla="*/ 1020054 h 2454076"/>
                <a:gd name="csX2808" fmla="*/ 479539 w 1886469"/>
                <a:gd name="csY2808" fmla="*/ 1019103 h 2454076"/>
                <a:gd name="csX2809" fmla="*/ 486889 w 1886469"/>
                <a:gd name="csY2809" fmla="*/ 1017368 h 2454076"/>
                <a:gd name="csX2810" fmla="*/ 491880 w 1886469"/>
                <a:gd name="csY2810" fmla="*/ 1017421 h 2454076"/>
                <a:gd name="csX2811" fmla="*/ 497396 w 1886469"/>
                <a:gd name="csY2811" fmla="*/ 1018501 h 2454076"/>
                <a:gd name="csX2812" fmla="*/ 501513 w 1886469"/>
                <a:gd name="csY2812" fmla="*/ 1020122 h 2454076"/>
                <a:gd name="csX2813" fmla="*/ 508261 w 1886469"/>
                <a:gd name="csY2813" fmla="*/ 1024877 h 2454076"/>
                <a:gd name="csX2814" fmla="*/ 513565 w 1886469"/>
                <a:gd name="csY2814" fmla="*/ 1030325 h 2454076"/>
                <a:gd name="csX2815" fmla="*/ 518434 w 1886469"/>
                <a:gd name="csY2815" fmla="*/ 1036100 h 2454076"/>
                <a:gd name="csX2816" fmla="*/ 534762 w 1886469"/>
                <a:gd name="csY2816" fmla="*/ 1057571 h 2454076"/>
                <a:gd name="csX2817" fmla="*/ 541671 w 1886469"/>
                <a:gd name="csY2817" fmla="*/ 1063841 h 2454076"/>
                <a:gd name="csX2818" fmla="*/ 544311 w 1886469"/>
                <a:gd name="csY2818" fmla="*/ 1067387 h 2454076"/>
                <a:gd name="csX2819" fmla="*/ 545483 w 1886469"/>
                <a:gd name="csY2819" fmla="*/ 1069966 h 2454076"/>
                <a:gd name="csX2820" fmla="*/ 546510 w 1886469"/>
                <a:gd name="csY2820" fmla="*/ 1073192 h 2454076"/>
                <a:gd name="csX2821" fmla="*/ 546829 w 1886469"/>
                <a:gd name="csY2821" fmla="*/ 1076197 h 2454076"/>
                <a:gd name="csX2822" fmla="*/ 546426 w 1886469"/>
                <a:gd name="csY2822" fmla="*/ 1078990 h 2454076"/>
                <a:gd name="csX2823" fmla="*/ 545673 w 1886469"/>
                <a:gd name="csY2823" fmla="*/ 1080937 h 2454076"/>
                <a:gd name="csX2824" fmla="*/ 544014 w 1886469"/>
                <a:gd name="csY2824" fmla="*/ 1082588 h 2454076"/>
                <a:gd name="csX2825" fmla="*/ 534024 w 1886469"/>
                <a:gd name="csY2825" fmla="*/ 1089565 h 2454076"/>
                <a:gd name="csX2826" fmla="*/ 528767 w 1886469"/>
                <a:gd name="csY2826" fmla="*/ 1091696 h 2454076"/>
                <a:gd name="csX2827" fmla="*/ 523555 w 1886469"/>
                <a:gd name="csY2827" fmla="*/ 1094762 h 2454076"/>
                <a:gd name="csX2828" fmla="*/ 511107 w 1886469"/>
                <a:gd name="csY2828" fmla="*/ 1105528 h 2454076"/>
                <a:gd name="csX2829" fmla="*/ 502585 w 1886469"/>
                <a:gd name="csY2829" fmla="*/ 1110618 h 2454076"/>
                <a:gd name="csX2830" fmla="*/ 491507 w 1886469"/>
                <a:gd name="csY2830" fmla="*/ 1120494 h 2454076"/>
                <a:gd name="csX2831" fmla="*/ 470614 w 1886469"/>
                <a:gd name="csY2831" fmla="*/ 1136221 h 2454076"/>
                <a:gd name="csX2832" fmla="*/ 468126 w 1886469"/>
                <a:gd name="csY2832" fmla="*/ 1139363 h 2454076"/>
                <a:gd name="csX2833" fmla="*/ 466985 w 1886469"/>
                <a:gd name="csY2833" fmla="*/ 1141616 h 2454076"/>
                <a:gd name="csX2834" fmla="*/ 461088 w 1886469"/>
                <a:gd name="csY2834" fmla="*/ 1159229 h 2454076"/>
                <a:gd name="csX2835" fmla="*/ 458844 w 1886469"/>
                <a:gd name="csY2835" fmla="*/ 1163285 h 2454076"/>
                <a:gd name="csX2836" fmla="*/ 453411 w 1886469"/>
                <a:gd name="csY2836" fmla="*/ 1167409 h 2454076"/>
                <a:gd name="csX2837" fmla="*/ 446533 w 1886469"/>
                <a:gd name="csY2837" fmla="*/ 1168436 h 2454076"/>
                <a:gd name="csX2838" fmla="*/ 444608 w 1886469"/>
                <a:gd name="csY2838" fmla="*/ 1169585 h 2454076"/>
                <a:gd name="csX2839" fmla="*/ 444296 w 1886469"/>
                <a:gd name="csY2839" fmla="*/ 1175573 h 2454076"/>
                <a:gd name="csX2840" fmla="*/ 441831 w 1886469"/>
                <a:gd name="csY2840" fmla="*/ 1185456 h 2454076"/>
                <a:gd name="csX2841" fmla="*/ 440629 w 1886469"/>
                <a:gd name="csY2841" fmla="*/ 1192068 h 2454076"/>
                <a:gd name="csX2842" fmla="*/ 438985 w 1886469"/>
                <a:gd name="csY2842" fmla="*/ 1209606 h 2454076"/>
                <a:gd name="csX2843" fmla="*/ 438605 w 1886469"/>
                <a:gd name="csY2843" fmla="*/ 1211348 h 2454076"/>
                <a:gd name="csX2844" fmla="*/ 437350 w 1886469"/>
                <a:gd name="csY2844" fmla="*/ 1214566 h 2454076"/>
                <a:gd name="csX2845" fmla="*/ 435219 w 1886469"/>
                <a:gd name="csY2845" fmla="*/ 1218044 h 2454076"/>
                <a:gd name="csX2846" fmla="*/ 428577 w 1886469"/>
                <a:gd name="csY2846" fmla="*/ 1222046 h 2454076"/>
                <a:gd name="csX2847" fmla="*/ 423677 w 1886469"/>
                <a:gd name="csY2847" fmla="*/ 1224138 h 2454076"/>
                <a:gd name="csX2848" fmla="*/ 417012 w 1886469"/>
                <a:gd name="csY2848" fmla="*/ 1225873 h 2454076"/>
                <a:gd name="csX2849" fmla="*/ 415422 w 1886469"/>
                <a:gd name="csY2849" fmla="*/ 1224686 h 2454076"/>
                <a:gd name="csX2850" fmla="*/ 413816 w 1886469"/>
                <a:gd name="csY2850" fmla="*/ 1221954 h 2454076"/>
                <a:gd name="csX2851" fmla="*/ 412135 w 1886469"/>
                <a:gd name="csY2851" fmla="*/ 1221711 h 2454076"/>
                <a:gd name="csX2852" fmla="*/ 411100 w 1886469"/>
                <a:gd name="csY2852" fmla="*/ 1222145 h 2454076"/>
                <a:gd name="csX2853" fmla="*/ 402403 w 1886469"/>
                <a:gd name="csY2853" fmla="*/ 1234082 h 2454076"/>
                <a:gd name="csX2854" fmla="*/ 394011 w 1886469"/>
                <a:gd name="csY2854" fmla="*/ 1238883 h 2454076"/>
                <a:gd name="csX2855" fmla="*/ 390374 w 1886469"/>
                <a:gd name="csY2855" fmla="*/ 1243205 h 2454076"/>
                <a:gd name="csX2856" fmla="*/ 387810 w 1886469"/>
                <a:gd name="csY2856" fmla="*/ 1245229 h 2454076"/>
                <a:gd name="csX2857" fmla="*/ 385748 w 1886469"/>
                <a:gd name="csY2857" fmla="*/ 1245853 h 2454076"/>
                <a:gd name="csX2858" fmla="*/ 382355 w 1886469"/>
                <a:gd name="csY2858" fmla="*/ 1245472 h 2454076"/>
                <a:gd name="csX2859" fmla="*/ 379897 w 1886469"/>
                <a:gd name="csY2859" fmla="*/ 1243517 h 2454076"/>
                <a:gd name="csX2860" fmla="*/ 377676 w 1886469"/>
                <a:gd name="csY2860" fmla="*/ 1240496 h 2454076"/>
                <a:gd name="csX2861" fmla="*/ 376002 w 1886469"/>
                <a:gd name="csY2861" fmla="*/ 1237209 h 2454076"/>
                <a:gd name="csX2862" fmla="*/ 371695 w 1886469"/>
                <a:gd name="csY2862" fmla="*/ 1223590 h 2454076"/>
                <a:gd name="csX2863" fmla="*/ 369839 w 1886469"/>
                <a:gd name="csY2863" fmla="*/ 1218896 h 2454076"/>
                <a:gd name="csX2864" fmla="*/ 368264 w 1886469"/>
                <a:gd name="csY2864" fmla="*/ 1216545 h 2454076"/>
                <a:gd name="csX2865" fmla="*/ 364041 w 1886469"/>
                <a:gd name="csY2865" fmla="*/ 1208137 h 2454076"/>
                <a:gd name="csX2866" fmla="*/ 362877 w 1886469"/>
                <a:gd name="csY2866" fmla="*/ 1206441 h 2454076"/>
                <a:gd name="csX2867" fmla="*/ 346815 w 1886469"/>
                <a:gd name="csY2867" fmla="*/ 1195690 h 2454076"/>
                <a:gd name="csX2868" fmla="*/ 338994 w 1886469"/>
                <a:gd name="csY2868" fmla="*/ 1189618 h 2454076"/>
                <a:gd name="csX2869" fmla="*/ 337099 w 1886469"/>
                <a:gd name="csY2869" fmla="*/ 1187472 h 2454076"/>
                <a:gd name="csX2870" fmla="*/ 335349 w 1886469"/>
                <a:gd name="csY2870" fmla="*/ 1186217 h 2454076"/>
                <a:gd name="csX2871" fmla="*/ 325306 w 1886469"/>
                <a:gd name="csY2871" fmla="*/ 1187054 h 2454076"/>
                <a:gd name="csX2872" fmla="*/ 323974 w 1886469"/>
                <a:gd name="csY2872" fmla="*/ 1186727 h 2454076"/>
                <a:gd name="csX2873" fmla="*/ 323632 w 1886469"/>
                <a:gd name="csY2873" fmla="*/ 1185829 h 2454076"/>
                <a:gd name="csX2874" fmla="*/ 324819 w 1886469"/>
                <a:gd name="csY2874" fmla="*/ 1182626 h 2454076"/>
                <a:gd name="csX2875" fmla="*/ 325291 w 1886469"/>
                <a:gd name="csY2875" fmla="*/ 1180602 h 2454076"/>
                <a:gd name="csX2876" fmla="*/ 325450 w 1886469"/>
                <a:gd name="csY2876" fmla="*/ 1178616 h 2454076"/>
                <a:gd name="csX2877" fmla="*/ 325275 w 1886469"/>
                <a:gd name="csY2877" fmla="*/ 1175405 h 2454076"/>
                <a:gd name="csX2878" fmla="*/ 325405 w 1886469"/>
                <a:gd name="csY2878" fmla="*/ 1174819 h 2454076"/>
                <a:gd name="csX2879" fmla="*/ 329217 w 1886469"/>
                <a:gd name="csY2879" fmla="*/ 1171647 h 2454076"/>
                <a:gd name="csX2880" fmla="*/ 328600 w 1886469"/>
                <a:gd name="csY2880" fmla="*/ 1170985 h 2454076"/>
                <a:gd name="csX2881" fmla="*/ 328151 w 1886469"/>
                <a:gd name="csY2881" fmla="*/ 1169744 h 2454076"/>
                <a:gd name="csX2882" fmla="*/ 327878 w 1886469"/>
                <a:gd name="csY2882" fmla="*/ 1167911 h 2454076"/>
                <a:gd name="csX2883" fmla="*/ 328288 w 1886469"/>
                <a:gd name="csY2883" fmla="*/ 1166632 h 2454076"/>
                <a:gd name="csX2884" fmla="*/ 329399 w 1886469"/>
                <a:gd name="csY2884" fmla="*/ 1165894 h 2454076"/>
                <a:gd name="csX2885" fmla="*/ 330746 w 1886469"/>
                <a:gd name="csY2885" fmla="*/ 1162920 h 2454076"/>
                <a:gd name="csX2886" fmla="*/ 332329 w 1886469"/>
                <a:gd name="csY2886" fmla="*/ 1157685 h 2454076"/>
                <a:gd name="csX2887" fmla="*/ 333508 w 1886469"/>
                <a:gd name="csY2887" fmla="*/ 1154733 h 2454076"/>
                <a:gd name="csX2888" fmla="*/ 335144 w 1886469"/>
                <a:gd name="csY2888" fmla="*/ 1152831 h 2454076"/>
                <a:gd name="csX2889" fmla="*/ 338081 w 1886469"/>
                <a:gd name="csY2889" fmla="*/ 1147733 h 2454076"/>
                <a:gd name="csX2890" fmla="*/ 340181 w 1886469"/>
                <a:gd name="csY2890" fmla="*/ 1145671 h 2454076"/>
                <a:gd name="csX2891" fmla="*/ 341953 w 1886469"/>
                <a:gd name="csY2891" fmla="*/ 1143076 h 2454076"/>
                <a:gd name="csX2892" fmla="*/ 342007 w 1886469"/>
                <a:gd name="csY2892" fmla="*/ 1141905 h 2454076"/>
                <a:gd name="csX2893" fmla="*/ 341284 w 1886469"/>
                <a:gd name="csY2893" fmla="*/ 1141007 h 2454076"/>
                <a:gd name="csX2894" fmla="*/ 341033 w 1886469"/>
                <a:gd name="csY2894" fmla="*/ 1139021 h 2454076"/>
                <a:gd name="csX2895" fmla="*/ 341360 w 1886469"/>
                <a:gd name="csY2895" fmla="*/ 1132805 h 2454076"/>
                <a:gd name="csX2896" fmla="*/ 341345 w 1886469"/>
                <a:gd name="csY2896" fmla="*/ 1129594 h 2454076"/>
                <a:gd name="csX2897" fmla="*/ 341664 w 1886469"/>
                <a:gd name="csY2897" fmla="*/ 1126901 h 2454076"/>
                <a:gd name="csX2898" fmla="*/ 342319 w 1886469"/>
                <a:gd name="csY2898" fmla="*/ 1124732 h 2454076"/>
                <a:gd name="csX2899" fmla="*/ 343148 w 1886469"/>
                <a:gd name="csY2899" fmla="*/ 1123294 h 2454076"/>
                <a:gd name="csX2900" fmla="*/ 350589 w 1886469"/>
                <a:gd name="csY2900" fmla="*/ 1118744 h 2454076"/>
                <a:gd name="csX2901" fmla="*/ 350962 w 1886469"/>
                <a:gd name="csY2901" fmla="*/ 1117420 h 2454076"/>
                <a:gd name="csX2902" fmla="*/ 351053 w 1886469"/>
                <a:gd name="csY2902" fmla="*/ 1115899 h 2454076"/>
                <a:gd name="csX2903" fmla="*/ 350855 w 1886469"/>
                <a:gd name="csY2903" fmla="*/ 1114171 h 2454076"/>
                <a:gd name="csX2904" fmla="*/ 350475 w 1886469"/>
                <a:gd name="csY2904" fmla="*/ 1112962 h 2454076"/>
                <a:gd name="csX2905" fmla="*/ 349296 w 1886469"/>
                <a:gd name="csY2905" fmla="*/ 1111965 h 2454076"/>
                <a:gd name="csX2906" fmla="*/ 347310 w 1886469"/>
                <a:gd name="csY2906" fmla="*/ 1111691 h 2454076"/>
                <a:gd name="csX2907" fmla="*/ 345583 w 1886469"/>
                <a:gd name="csY2907" fmla="*/ 1109051 h 2454076"/>
                <a:gd name="csX2908" fmla="*/ 345172 w 1886469"/>
                <a:gd name="csY2908" fmla="*/ 1107773 h 2454076"/>
                <a:gd name="csX2909" fmla="*/ 345864 w 1886469"/>
                <a:gd name="csY2909" fmla="*/ 1104143 h 2454076"/>
                <a:gd name="csX2910" fmla="*/ 349220 w 1886469"/>
                <a:gd name="csY2910" fmla="*/ 1098338 h 2454076"/>
                <a:gd name="csX2911" fmla="*/ 350353 w 1886469"/>
                <a:gd name="csY2911" fmla="*/ 1095462 h 2454076"/>
                <a:gd name="csX2912" fmla="*/ 353975 w 1886469"/>
                <a:gd name="csY2912" fmla="*/ 1082413 h 2454076"/>
                <a:gd name="csX2913" fmla="*/ 360594 w 1886469"/>
                <a:gd name="csY2913" fmla="*/ 1074265 h 2454076"/>
                <a:gd name="csX2914" fmla="*/ 362390 w 1886469"/>
                <a:gd name="csY2914" fmla="*/ 1065439 h 2454076"/>
                <a:gd name="csX2915" fmla="*/ 367366 w 1886469"/>
                <a:gd name="csY2915" fmla="*/ 1056012 h 2454076"/>
                <a:gd name="csX2916" fmla="*/ 367358 w 1886469"/>
                <a:gd name="csY2916" fmla="*/ 1054703 h 2454076"/>
                <a:gd name="csX2917" fmla="*/ 365753 w 1886469"/>
                <a:gd name="csY2917" fmla="*/ 1051469 h 2454076"/>
                <a:gd name="csX2918" fmla="*/ 361165 w 1886469"/>
                <a:gd name="csY2918" fmla="*/ 1049225 h 2454076"/>
                <a:gd name="csX2919" fmla="*/ 358951 w 1886469"/>
                <a:gd name="csY2919" fmla="*/ 1045755 h 2454076"/>
                <a:gd name="csX2920" fmla="*/ 357475 w 1886469"/>
                <a:gd name="csY2920" fmla="*/ 1041799 h 2454076"/>
                <a:gd name="csX2921" fmla="*/ 350757 w 1886469"/>
                <a:gd name="csY2921" fmla="*/ 1018829 h 2454076"/>
                <a:gd name="csX2922" fmla="*/ 349608 w 1886469"/>
                <a:gd name="csY2922" fmla="*/ 1017101 h 2454076"/>
                <a:gd name="csX2923" fmla="*/ 349265 w 1886469"/>
                <a:gd name="csY2923" fmla="*/ 1014400 h 2454076"/>
                <a:gd name="csX2924" fmla="*/ 347896 w 1886469"/>
                <a:gd name="csY2924" fmla="*/ 1012612 h 2454076"/>
                <a:gd name="csX2925" fmla="*/ 348177 w 1886469"/>
                <a:gd name="csY2925" fmla="*/ 1010939 h 2454076"/>
                <a:gd name="csX2926" fmla="*/ 374396 w 1886469"/>
                <a:gd name="csY2926" fmla="*/ 1003961 h 2454076"/>
                <a:gd name="csX2927" fmla="*/ 392444 w 1886469"/>
                <a:gd name="csY2927" fmla="*/ 1001732 h 2454076"/>
                <a:gd name="csX2928" fmla="*/ 411138 w 1886469"/>
                <a:gd name="csY2928" fmla="*/ 995623 h 2454076"/>
                <a:gd name="csX2929" fmla="*/ 416342 w 1886469"/>
                <a:gd name="csY2929" fmla="*/ 995265 h 2454076"/>
                <a:gd name="csX2930" fmla="*/ 420375 w 1886469"/>
                <a:gd name="csY2930" fmla="*/ 996475 h 2454076"/>
                <a:gd name="csX2931" fmla="*/ 424354 w 1886469"/>
                <a:gd name="csY2931" fmla="*/ 999648 h 2454076"/>
                <a:gd name="csX2932" fmla="*/ 429627 w 1886469"/>
                <a:gd name="csY2932" fmla="*/ 1005187 h 2454076"/>
                <a:gd name="csX2933" fmla="*/ 436612 w 1886469"/>
                <a:gd name="csY2933" fmla="*/ 1010566 h 2454076"/>
                <a:gd name="csX2934" fmla="*/ 449660 w 1886469"/>
                <a:gd name="csY2934" fmla="*/ 1018395 h 2454076"/>
                <a:gd name="csX2935" fmla="*/ 457794 w 1886469"/>
                <a:gd name="csY2935" fmla="*/ 1020031 h 2454076"/>
                <a:gd name="csX2936" fmla="*/ 454530 w 1886469"/>
                <a:gd name="csY2936" fmla="*/ 1026232 h 2454076"/>
                <a:gd name="csX2937" fmla="*/ 454066 w 1886469"/>
                <a:gd name="csY2937" fmla="*/ 1028088 h 2454076"/>
                <a:gd name="csX2938" fmla="*/ 454081 w 1886469"/>
                <a:gd name="csY2938" fmla="*/ 1029427 h 2454076"/>
                <a:gd name="csX2939" fmla="*/ 1021345 w 1886469"/>
                <a:gd name="csY2939" fmla="*/ 1025654 h 2454076"/>
                <a:gd name="csX2940" fmla="*/ 1029738 w 1886469"/>
                <a:gd name="csY2940" fmla="*/ 1029344 h 2454076"/>
                <a:gd name="csX2941" fmla="*/ 1033823 w 1886469"/>
                <a:gd name="csY2941" fmla="*/ 1031756 h 2454076"/>
                <a:gd name="csX2942" fmla="*/ 1035832 w 1886469"/>
                <a:gd name="csY2942" fmla="*/ 1033361 h 2454076"/>
                <a:gd name="csX2943" fmla="*/ 1039652 w 1886469"/>
                <a:gd name="csY2943" fmla="*/ 1038763 h 2454076"/>
                <a:gd name="csX2944" fmla="*/ 1041599 w 1886469"/>
                <a:gd name="csY2944" fmla="*/ 1040315 h 2454076"/>
                <a:gd name="csX2945" fmla="*/ 1049040 w 1886469"/>
                <a:gd name="csY2945" fmla="*/ 1037188 h 2454076"/>
                <a:gd name="csX2946" fmla="*/ 1054245 w 1886469"/>
                <a:gd name="csY2946" fmla="*/ 1036024 h 2454076"/>
                <a:gd name="csX2947" fmla="*/ 1065825 w 1886469"/>
                <a:gd name="csY2947" fmla="*/ 1037454 h 2454076"/>
                <a:gd name="csX2948" fmla="*/ 1075655 w 1886469"/>
                <a:gd name="csY2948" fmla="*/ 1041905 h 2454076"/>
                <a:gd name="csX2949" fmla="*/ 1079277 w 1886469"/>
                <a:gd name="csY2949" fmla="*/ 1045246 h 2454076"/>
                <a:gd name="csX2950" fmla="*/ 1081483 w 1886469"/>
                <a:gd name="csY2950" fmla="*/ 1048304 h 2454076"/>
                <a:gd name="csX2951" fmla="*/ 1080913 w 1886469"/>
                <a:gd name="csY2951" fmla="*/ 1051675 h 2454076"/>
                <a:gd name="csX2952" fmla="*/ 1079102 w 1886469"/>
                <a:gd name="csY2952" fmla="*/ 1057092 h 2454076"/>
                <a:gd name="csX2953" fmla="*/ 1076979 w 1886469"/>
                <a:gd name="csY2953" fmla="*/ 1062228 h 2454076"/>
                <a:gd name="csX2954" fmla="*/ 1072734 w 1886469"/>
                <a:gd name="csY2954" fmla="*/ 1070240 h 2454076"/>
                <a:gd name="csX2955" fmla="*/ 1069120 w 1886469"/>
                <a:gd name="csY2955" fmla="*/ 1074227 h 2454076"/>
                <a:gd name="csX2956" fmla="*/ 1068222 w 1886469"/>
                <a:gd name="csY2956" fmla="*/ 1076136 h 2454076"/>
                <a:gd name="csX2957" fmla="*/ 1067659 w 1886469"/>
                <a:gd name="csY2957" fmla="*/ 1078784 h 2454076"/>
                <a:gd name="csX2958" fmla="*/ 1066259 w 1886469"/>
                <a:gd name="csY2958" fmla="*/ 1082649 h 2454076"/>
                <a:gd name="csX2959" fmla="*/ 1062378 w 1886469"/>
                <a:gd name="csY2959" fmla="*/ 1090958 h 2454076"/>
                <a:gd name="csX2960" fmla="*/ 1061344 w 1886469"/>
                <a:gd name="csY2960" fmla="*/ 1092373 h 2454076"/>
                <a:gd name="csX2961" fmla="*/ 1055881 w 1886469"/>
                <a:gd name="csY2961" fmla="*/ 1095995 h 2454076"/>
                <a:gd name="csX2962" fmla="*/ 1057752 w 1886469"/>
                <a:gd name="csY2962" fmla="*/ 1097615 h 2454076"/>
                <a:gd name="csX2963" fmla="*/ 1058604 w 1886469"/>
                <a:gd name="csY2963" fmla="*/ 1099046 h 2454076"/>
                <a:gd name="csX2964" fmla="*/ 1057882 w 1886469"/>
                <a:gd name="csY2964" fmla="*/ 1102690 h 2454076"/>
                <a:gd name="csX2965" fmla="*/ 1054435 w 1886469"/>
                <a:gd name="csY2965" fmla="*/ 1111455 h 2454076"/>
                <a:gd name="csX2966" fmla="*/ 1050859 w 1886469"/>
                <a:gd name="csY2966" fmla="*/ 1119505 h 2454076"/>
                <a:gd name="csX2967" fmla="*/ 1048363 w 1886469"/>
                <a:gd name="csY2967" fmla="*/ 1124299 h 2454076"/>
                <a:gd name="csX2968" fmla="*/ 1043821 w 1886469"/>
                <a:gd name="csY2968" fmla="*/ 1131192 h 2454076"/>
                <a:gd name="csX2969" fmla="*/ 1041318 w 1886469"/>
                <a:gd name="csY2969" fmla="*/ 1133132 h 2454076"/>
                <a:gd name="csX2970" fmla="*/ 1037970 w 1886469"/>
                <a:gd name="csY2970" fmla="*/ 1133733 h 2454076"/>
                <a:gd name="csX2971" fmla="*/ 1017708 w 1886469"/>
                <a:gd name="csY2971" fmla="*/ 1127722 h 2454076"/>
                <a:gd name="csX2972" fmla="*/ 1012626 w 1886469"/>
                <a:gd name="csY2972" fmla="*/ 1127821 h 2454076"/>
                <a:gd name="csX2973" fmla="*/ 999121 w 1886469"/>
                <a:gd name="csY2973" fmla="*/ 1130964 h 2454076"/>
                <a:gd name="csX2974" fmla="*/ 1000391 w 1886469"/>
                <a:gd name="csY2974" fmla="*/ 1132501 h 2454076"/>
                <a:gd name="csX2975" fmla="*/ 1005337 w 1886469"/>
                <a:gd name="csY2975" fmla="*/ 1134821 h 2454076"/>
                <a:gd name="csX2976" fmla="*/ 1008525 w 1886469"/>
                <a:gd name="csY2976" fmla="*/ 1137347 h 2454076"/>
                <a:gd name="csX2977" fmla="*/ 1012763 w 1886469"/>
                <a:gd name="csY2977" fmla="*/ 1145169 h 2454076"/>
                <a:gd name="csX2978" fmla="*/ 1013311 w 1886469"/>
                <a:gd name="csY2978" fmla="*/ 1147117 h 2454076"/>
                <a:gd name="csX2979" fmla="*/ 1013577 w 1886469"/>
                <a:gd name="csY2979" fmla="*/ 1149376 h 2454076"/>
                <a:gd name="csX2980" fmla="*/ 1013417 w 1886469"/>
                <a:gd name="csY2980" fmla="*/ 1153797 h 2454076"/>
                <a:gd name="csX2981" fmla="*/ 1013128 w 1886469"/>
                <a:gd name="csY2981" fmla="*/ 1154915 h 2454076"/>
                <a:gd name="csX2982" fmla="*/ 1006394 w 1886469"/>
                <a:gd name="csY2982" fmla="*/ 1166769 h 2454076"/>
                <a:gd name="csX2983" fmla="*/ 1004218 w 1886469"/>
                <a:gd name="csY2983" fmla="*/ 1175329 h 2454076"/>
                <a:gd name="csX2984" fmla="*/ 1002826 w 1886469"/>
                <a:gd name="csY2984" fmla="*/ 1182352 h 2454076"/>
                <a:gd name="csX2985" fmla="*/ 1000559 w 1886469"/>
                <a:gd name="csY2985" fmla="*/ 1184277 h 2454076"/>
                <a:gd name="csX2986" fmla="*/ 993011 w 1886469"/>
                <a:gd name="csY2986" fmla="*/ 1181317 h 2454076"/>
                <a:gd name="csX2987" fmla="*/ 990576 w 1886469"/>
                <a:gd name="csY2987" fmla="*/ 1181408 h 2454076"/>
                <a:gd name="csX2988" fmla="*/ 982108 w 1886469"/>
                <a:gd name="csY2988" fmla="*/ 1183455 h 2454076"/>
                <a:gd name="csX2989" fmla="*/ 978159 w 1886469"/>
                <a:gd name="csY2989" fmla="*/ 1182443 h 2454076"/>
                <a:gd name="csX2990" fmla="*/ 978714 w 1886469"/>
                <a:gd name="csY2990" fmla="*/ 1171844 h 2454076"/>
                <a:gd name="csX2991" fmla="*/ 978159 w 1886469"/>
                <a:gd name="csY2991" fmla="*/ 1160302 h 2454076"/>
                <a:gd name="csX2992" fmla="*/ 976911 w 1886469"/>
                <a:gd name="csY2992" fmla="*/ 1149201 h 2454076"/>
                <a:gd name="csX2993" fmla="*/ 970573 w 1886469"/>
                <a:gd name="csY2993" fmla="*/ 1129198 h 2454076"/>
                <a:gd name="csX2994" fmla="*/ 969873 w 1886469"/>
                <a:gd name="csY2994" fmla="*/ 1125622 h 2454076"/>
                <a:gd name="csX2995" fmla="*/ 969402 w 1886469"/>
                <a:gd name="csY2995" fmla="*/ 1121757 h 2454076"/>
                <a:gd name="csX2996" fmla="*/ 969166 w 1886469"/>
                <a:gd name="csY2996" fmla="*/ 1117611 h 2454076"/>
                <a:gd name="csX2997" fmla="*/ 969189 w 1886469"/>
                <a:gd name="csY2997" fmla="*/ 1113418 h 2454076"/>
                <a:gd name="csX2998" fmla="*/ 969630 w 1886469"/>
                <a:gd name="csY2998" fmla="*/ 1104912 h 2454076"/>
                <a:gd name="csX2999" fmla="*/ 969683 w 1886469"/>
                <a:gd name="csY2999" fmla="*/ 1100575 h 2454076"/>
                <a:gd name="csX3000" fmla="*/ 969364 w 1886469"/>
                <a:gd name="csY3000" fmla="*/ 1089208 h 2454076"/>
                <a:gd name="csX3001" fmla="*/ 968511 w 1886469"/>
                <a:gd name="csY3001" fmla="*/ 1072005 h 2454076"/>
                <a:gd name="csX3002" fmla="*/ 968428 w 1886469"/>
                <a:gd name="csY3002" fmla="*/ 1065880 h 2454076"/>
                <a:gd name="csX3003" fmla="*/ 968489 w 1886469"/>
                <a:gd name="csY3003" fmla="*/ 1063430 h 2454076"/>
                <a:gd name="csX3004" fmla="*/ 968755 w 1886469"/>
                <a:gd name="csY3004" fmla="*/ 1061558 h 2454076"/>
                <a:gd name="csX3005" fmla="*/ 970109 w 1886469"/>
                <a:gd name="csY3005" fmla="*/ 1059070 h 2454076"/>
                <a:gd name="csX3006" fmla="*/ 972711 w 1886469"/>
                <a:gd name="csY3006" fmla="*/ 1057275 h 2454076"/>
                <a:gd name="csX3007" fmla="*/ 974043 w 1886469"/>
                <a:gd name="csY3007" fmla="*/ 1057001 h 2454076"/>
                <a:gd name="csX3008" fmla="*/ 982367 w 1886469"/>
                <a:gd name="csY3008" fmla="*/ 1062289 h 2454076"/>
                <a:gd name="csX3009" fmla="*/ 986194 w 1886469"/>
                <a:gd name="csY3009" fmla="*/ 1064046 h 2454076"/>
                <a:gd name="csX3010" fmla="*/ 988743 w 1886469"/>
                <a:gd name="csY3010" fmla="*/ 1063970 h 2454076"/>
                <a:gd name="csX3011" fmla="*/ 988879 w 1886469"/>
                <a:gd name="csY3011" fmla="*/ 1063369 h 2454076"/>
                <a:gd name="csX3012" fmla="*/ 986612 w 1886469"/>
                <a:gd name="csY3012" fmla="*/ 1062258 h 2454076"/>
                <a:gd name="csX3013" fmla="*/ 984482 w 1886469"/>
                <a:gd name="csY3013" fmla="*/ 1059983 h 2454076"/>
                <a:gd name="csX3014" fmla="*/ 981012 w 1886469"/>
                <a:gd name="csY3014" fmla="*/ 1053189 h 2454076"/>
                <a:gd name="csX3015" fmla="*/ 979422 w 1886469"/>
                <a:gd name="csY3015" fmla="*/ 1047346 h 2454076"/>
                <a:gd name="csX3016" fmla="*/ 979102 w 1886469"/>
                <a:gd name="csY3016" fmla="*/ 1045405 h 2454076"/>
                <a:gd name="csX3017" fmla="*/ 979026 w 1886469"/>
                <a:gd name="csY3017" fmla="*/ 1043374 h 2454076"/>
                <a:gd name="csX3018" fmla="*/ 979186 w 1886469"/>
                <a:gd name="csY3018" fmla="*/ 1041251 h 2454076"/>
                <a:gd name="csX3019" fmla="*/ 979688 w 1886469"/>
                <a:gd name="csY3019" fmla="*/ 1039341 h 2454076"/>
                <a:gd name="csX3020" fmla="*/ 981431 w 1886469"/>
                <a:gd name="csY3020" fmla="*/ 1036336 h 2454076"/>
                <a:gd name="csX3021" fmla="*/ 982846 w 1886469"/>
                <a:gd name="csY3021" fmla="*/ 1034974 h 2454076"/>
                <a:gd name="csX3022" fmla="*/ 988065 w 1886469"/>
                <a:gd name="csY3022" fmla="*/ 1031512 h 2454076"/>
                <a:gd name="csX3023" fmla="*/ 993331 w 1886469"/>
                <a:gd name="csY3023" fmla="*/ 1029397 h 2454076"/>
                <a:gd name="csX3024" fmla="*/ 1004941 w 1886469"/>
                <a:gd name="csY3024" fmla="*/ 1027959 h 2454076"/>
                <a:gd name="csX3025" fmla="*/ 1008236 w 1886469"/>
                <a:gd name="csY3025" fmla="*/ 1028994 h 2454076"/>
                <a:gd name="csX3026" fmla="*/ 1013265 w 1886469"/>
                <a:gd name="csY3026" fmla="*/ 1025182 h 2454076"/>
                <a:gd name="csX3027" fmla="*/ 1016232 w 1886469"/>
                <a:gd name="csY3027" fmla="*/ 1024269 h 2454076"/>
                <a:gd name="csX3028" fmla="*/ 1021345 w 1886469"/>
                <a:gd name="csY3028" fmla="*/ 1025654 h 2454076"/>
                <a:gd name="csX3029" fmla="*/ 912451 w 1886469"/>
                <a:gd name="csY3029" fmla="*/ 1048319 h 2454076"/>
                <a:gd name="csX3030" fmla="*/ 906304 w 1886469"/>
                <a:gd name="csY3030" fmla="*/ 1049940 h 2454076"/>
                <a:gd name="csX3031" fmla="*/ 903466 w 1886469"/>
                <a:gd name="csY3031" fmla="*/ 1049248 h 2454076"/>
                <a:gd name="csX3032" fmla="*/ 901967 w 1886469"/>
                <a:gd name="csY3032" fmla="*/ 1051363 h 2454076"/>
                <a:gd name="csX3033" fmla="*/ 900787 w 1886469"/>
                <a:gd name="csY3033" fmla="*/ 1052261 h 2454076"/>
                <a:gd name="csX3034" fmla="*/ 897432 w 1886469"/>
                <a:gd name="csY3034" fmla="*/ 1052649 h 2454076"/>
                <a:gd name="csX3035" fmla="*/ 890508 w 1886469"/>
                <a:gd name="csY3035" fmla="*/ 1048829 h 2454076"/>
                <a:gd name="csX3036" fmla="*/ 888644 w 1886469"/>
                <a:gd name="csY3036" fmla="*/ 1047498 h 2454076"/>
                <a:gd name="csX3037" fmla="*/ 887967 w 1886469"/>
                <a:gd name="csY3037" fmla="*/ 1046257 h 2454076"/>
                <a:gd name="csX3038" fmla="*/ 888249 w 1886469"/>
                <a:gd name="csY3038" fmla="*/ 1045070 h 2454076"/>
                <a:gd name="csX3039" fmla="*/ 889489 w 1886469"/>
                <a:gd name="csY3039" fmla="*/ 1043929 h 2454076"/>
                <a:gd name="csX3040" fmla="*/ 894800 w 1886469"/>
                <a:gd name="csY3040" fmla="*/ 1042187 h 2454076"/>
                <a:gd name="csX3041" fmla="*/ 896770 w 1886469"/>
                <a:gd name="csY3041" fmla="*/ 1040901 h 2454076"/>
                <a:gd name="csX3042" fmla="*/ 897577 w 1886469"/>
                <a:gd name="csY3042" fmla="*/ 1039105 h 2454076"/>
                <a:gd name="csX3043" fmla="*/ 898908 w 1886469"/>
                <a:gd name="csY3043" fmla="*/ 1037660 h 2454076"/>
                <a:gd name="csX3044" fmla="*/ 900750 w 1886469"/>
                <a:gd name="csY3044" fmla="*/ 1036564 h 2454076"/>
                <a:gd name="csX3045" fmla="*/ 905725 w 1886469"/>
                <a:gd name="csY3045" fmla="*/ 1035514 h 2454076"/>
                <a:gd name="csX3046" fmla="*/ 916918 w 1886469"/>
                <a:gd name="csY3046" fmla="*/ 1030059 h 2454076"/>
                <a:gd name="csX3047" fmla="*/ 922480 w 1886469"/>
                <a:gd name="csY3047" fmla="*/ 1029283 h 2454076"/>
                <a:gd name="csX3048" fmla="*/ 924663 w 1886469"/>
                <a:gd name="csY3048" fmla="*/ 1029747 h 2454076"/>
                <a:gd name="csX3049" fmla="*/ 925318 w 1886469"/>
                <a:gd name="csY3049" fmla="*/ 1031193 h 2454076"/>
                <a:gd name="csX3050" fmla="*/ 925493 w 1886469"/>
                <a:gd name="csY3050" fmla="*/ 1032631 h 2454076"/>
                <a:gd name="csX3051" fmla="*/ 925188 w 1886469"/>
                <a:gd name="csY3051" fmla="*/ 1034069 h 2454076"/>
                <a:gd name="csX3052" fmla="*/ 923446 w 1886469"/>
                <a:gd name="csY3052" fmla="*/ 1037759 h 2454076"/>
                <a:gd name="csX3053" fmla="*/ 921178 w 1886469"/>
                <a:gd name="csY3053" fmla="*/ 1040620 h 2454076"/>
                <a:gd name="csX3054" fmla="*/ 915076 w 1886469"/>
                <a:gd name="csY3054" fmla="*/ 1046760 h 2454076"/>
                <a:gd name="csX3055" fmla="*/ 912451 w 1886469"/>
                <a:gd name="csY3055" fmla="*/ 1048319 h 2454076"/>
                <a:gd name="csX3056" fmla="*/ 875474 w 1886469"/>
                <a:gd name="csY3056" fmla="*/ 1042362 h 2454076"/>
                <a:gd name="csX3057" fmla="*/ 893499 w 1886469"/>
                <a:gd name="csY3057" fmla="*/ 1058796 h 2454076"/>
                <a:gd name="csX3058" fmla="*/ 896025 w 1886469"/>
                <a:gd name="csY3058" fmla="*/ 1057450 h 2454076"/>
                <a:gd name="csX3059" fmla="*/ 901472 w 1886469"/>
                <a:gd name="csY3059" fmla="*/ 1056590 h 2454076"/>
                <a:gd name="csX3060" fmla="*/ 907133 w 1886469"/>
                <a:gd name="csY3060" fmla="*/ 1054186 h 2454076"/>
                <a:gd name="csX3061" fmla="*/ 914985 w 1886469"/>
                <a:gd name="csY3061" fmla="*/ 1052185 h 2454076"/>
                <a:gd name="csX3062" fmla="*/ 919771 w 1886469"/>
                <a:gd name="csY3062" fmla="*/ 1048540 h 2454076"/>
                <a:gd name="csX3063" fmla="*/ 921810 w 1886469"/>
                <a:gd name="csY3063" fmla="*/ 1047498 h 2454076"/>
                <a:gd name="csX3064" fmla="*/ 925272 w 1886469"/>
                <a:gd name="csY3064" fmla="*/ 1046851 h 2454076"/>
                <a:gd name="csX3065" fmla="*/ 927159 w 1886469"/>
                <a:gd name="csY3065" fmla="*/ 1046866 h 2454076"/>
                <a:gd name="csX3066" fmla="*/ 932599 w 1886469"/>
                <a:gd name="csY3066" fmla="*/ 1048837 h 2454076"/>
                <a:gd name="csX3067" fmla="*/ 934783 w 1886469"/>
                <a:gd name="csY3067" fmla="*/ 1050222 h 2454076"/>
                <a:gd name="csX3068" fmla="*/ 935939 w 1886469"/>
                <a:gd name="csY3068" fmla="*/ 1051675 h 2454076"/>
                <a:gd name="csX3069" fmla="*/ 937195 w 1886469"/>
                <a:gd name="csY3069" fmla="*/ 1054315 h 2454076"/>
                <a:gd name="csX3070" fmla="*/ 939340 w 1886469"/>
                <a:gd name="csY3070" fmla="*/ 1060729 h 2454076"/>
                <a:gd name="csX3071" fmla="*/ 939660 w 1886469"/>
                <a:gd name="csY3071" fmla="*/ 1063110 h 2454076"/>
                <a:gd name="csX3072" fmla="*/ 939546 w 1886469"/>
                <a:gd name="csY3072" fmla="*/ 1063750 h 2454076"/>
                <a:gd name="csX3073" fmla="*/ 937567 w 1886469"/>
                <a:gd name="csY3073" fmla="*/ 1067676 h 2454076"/>
                <a:gd name="csX3074" fmla="*/ 936243 w 1886469"/>
                <a:gd name="csY3074" fmla="*/ 1069380 h 2454076"/>
                <a:gd name="csX3075" fmla="*/ 933520 w 1886469"/>
                <a:gd name="csY3075" fmla="*/ 1071001 h 2454076"/>
                <a:gd name="csX3076" fmla="*/ 931153 w 1886469"/>
                <a:gd name="csY3076" fmla="*/ 1071495 h 2454076"/>
                <a:gd name="csX3077" fmla="*/ 929122 w 1886469"/>
                <a:gd name="csY3077" fmla="*/ 1074325 h 2454076"/>
                <a:gd name="csX3078" fmla="*/ 926832 w 1886469"/>
                <a:gd name="csY3078" fmla="*/ 1073572 h 2454076"/>
                <a:gd name="csX3079" fmla="*/ 926215 w 1886469"/>
                <a:gd name="csY3079" fmla="*/ 1076152 h 2454076"/>
                <a:gd name="csX3080" fmla="*/ 926459 w 1886469"/>
                <a:gd name="csY3080" fmla="*/ 1077727 h 2454076"/>
                <a:gd name="csX3081" fmla="*/ 927075 w 1886469"/>
                <a:gd name="csY3081" fmla="*/ 1078495 h 2454076"/>
                <a:gd name="csX3082" fmla="*/ 928224 w 1886469"/>
                <a:gd name="csY3082" fmla="*/ 1078312 h 2454076"/>
                <a:gd name="csX3083" fmla="*/ 929540 w 1886469"/>
                <a:gd name="csY3083" fmla="*/ 1077217 h 2454076"/>
                <a:gd name="csX3084" fmla="*/ 932097 w 1886469"/>
                <a:gd name="csY3084" fmla="*/ 1077765 h 2454076"/>
                <a:gd name="csX3085" fmla="*/ 933444 w 1886469"/>
                <a:gd name="csY3085" fmla="*/ 1079454 h 2454076"/>
                <a:gd name="csX3086" fmla="*/ 934653 w 1886469"/>
                <a:gd name="csY3086" fmla="*/ 1082238 h 2454076"/>
                <a:gd name="csX3087" fmla="*/ 933755 w 1886469"/>
                <a:gd name="csY3087" fmla="*/ 1084810 h 2454076"/>
                <a:gd name="csX3088" fmla="*/ 929236 w 1886469"/>
                <a:gd name="csY3088" fmla="*/ 1088363 h 2454076"/>
                <a:gd name="csX3089" fmla="*/ 922579 w 1886469"/>
                <a:gd name="csY3089" fmla="*/ 1092365 h 2454076"/>
                <a:gd name="csX3090" fmla="*/ 914468 w 1886469"/>
                <a:gd name="csY3090" fmla="*/ 1104889 h 2454076"/>
                <a:gd name="csX3091" fmla="*/ 910199 w 1886469"/>
                <a:gd name="csY3091" fmla="*/ 1110101 h 2454076"/>
                <a:gd name="csX3092" fmla="*/ 909317 w 1886469"/>
                <a:gd name="csY3092" fmla="*/ 1111722 h 2454076"/>
                <a:gd name="csX3093" fmla="*/ 908883 w 1886469"/>
                <a:gd name="csY3093" fmla="*/ 1113350 h 2454076"/>
                <a:gd name="csX3094" fmla="*/ 909012 w 1886469"/>
                <a:gd name="csY3094" fmla="*/ 1116424 h 2454076"/>
                <a:gd name="csX3095" fmla="*/ 909203 w 1886469"/>
                <a:gd name="csY3095" fmla="*/ 1117664 h 2454076"/>
                <a:gd name="csX3096" fmla="*/ 910382 w 1886469"/>
                <a:gd name="csY3096" fmla="*/ 1118158 h 2454076"/>
                <a:gd name="csX3097" fmla="*/ 914346 w 1886469"/>
                <a:gd name="csY3097" fmla="*/ 1113867 h 2454076"/>
                <a:gd name="csX3098" fmla="*/ 916903 w 1886469"/>
                <a:gd name="csY3098" fmla="*/ 1111866 h 2454076"/>
                <a:gd name="csX3099" fmla="*/ 919497 w 1886469"/>
                <a:gd name="csY3099" fmla="*/ 1110763 h 2454076"/>
                <a:gd name="csX3100" fmla="*/ 924077 w 1886469"/>
                <a:gd name="csY3100" fmla="*/ 1110687 h 2454076"/>
                <a:gd name="csX3101" fmla="*/ 925972 w 1886469"/>
                <a:gd name="csY3101" fmla="*/ 1111349 h 2454076"/>
                <a:gd name="csX3102" fmla="*/ 929403 w 1886469"/>
                <a:gd name="csY3102" fmla="*/ 1113928 h 2454076"/>
                <a:gd name="csX3103" fmla="*/ 932546 w 1886469"/>
                <a:gd name="csY3103" fmla="*/ 1117892 h 2454076"/>
                <a:gd name="csX3104" fmla="*/ 933246 w 1886469"/>
                <a:gd name="csY3104" fmla="*/ 1119330 h 2454076"/>
                <a:gd name="csX3105" fmla="*/ 932941 w 1886469"/>
                <a:gd name="csY3105" fmla="*/ 1120776 h 2454076"/>
                <a:gd name="csX3106" fmla="*/ 931640 w 1886469"/>
                <a:gd name="csY3106" fmla="*/ 1122221 h 2454076"/>
                <a:gd name="csX3107" fmla="*/ 931496 w 1886469"/>
                <a:gd name="csY3107" fmla="*/ 1123172 h 2454076"/>
                <a:gd name="csX3108" fmla="*/ 934493 w 1886469"/>
                <a:gd name="csY3108" fmla="*/ 1125166 h 2454076"/>
                <a:gd name="csX3109" fmla="*/ 937796 w 1886469"/>
                <a:gd name="csY3109" fmla="*/ 1130553 h 2454076"/>
                <a:gd name="csX3110" fmla="*/ 938009 w 1886469"/>
                <a:gd name="csY3110" fmla="*/ 1133809 h 2454076"/>
                <a:gd name="csX3111" fmla="*/ 936571 w 1886469"/>
                <a:gd name="csY3111" fmla="*/ 1137020 h 2454076"/>
                <a:gd name="csX3112" fmla="*/ 936175 w 1886469"/>
                <a:gd name="csY3112" fmla="*/ 1139166 h 2454076"/>
                <a:gd name="csX3113" fmla="*/ 936829 w 1886469"/>
                <a:gd name="csY3113" fmla="*/ 1140254 h 2454076"/>
                <a:gd name="csX3114" fmla="*/ 938458 w 1886469"/>
                <a:gd name="csY3114" fmla="*/ 1139599 h 2454076"/>
                <a:gd name="csX3115" fmla="*/ 942361 w 1886469"/>
                <a:gd name="csY3115" fmla="*/ 1136000 h 2454076"/>
                <a:gd name="csX3116" fmla="*/ 946584 w 1886469"/>
                <a:gd name="csY3116" fmla="*/ 1134121 h 2454076"/>
                <a:gd name="csX3117" fmla="*/ 948280 w 1886469"/>
                <a:gd name="csY3117" fmla="*/ 1134327 h 2454076"/>
                <a:gd name="csX3118" fmla="*/ 949345 w 1886469"/>
                <a:gd name="csY3118" fmla="*/ 1135156 h 2454076"/>
                <a:gd name="csX3119" fmla="*/ 950472 w 1886469"/>
                <a:gd name="csY3119" fmla="*/ 1140086 h 2454076"/>
                <a:gd name="csX3120" fmla="*/ 951407 w 1886469"/>
                <a:gd name="csY3120" fmla="*/ 1145610 h 2454076"/>
                <a:gd name="csX3121" fmla="*/ 951521 w 1886469"/>
                <a:gd name="csY3121" fmla="*/ 1150236 h 2454076"/>
                <a:gd name="csX3122" fmla="*/ 950821 w 1886469"/>
                <a:gd name="csY3122" fmla="*/ 1153980 h 2454076"/>
                <a:gd name="csX3123" fmla="*/ 949817 w 1886469"/>
                <a:gd name="csY3123" fmla="*/ 1156894 h 2454076"/>
                <a:gd name="csX3124" fmla="*/ 947283 w 1886469"/>
                <a:gd name="csY3124" fmla="*/ 1160492 h 2454076"/>
                <a:gd name="csX3125" fmla="*/ 944993 w 1886469"/>
                <a:gd name="csY3125" fmla="*/ 1161862 h 2454076"/>
                <a:gd name="csX3126" fmla="*/ 943799 w 1886469"/>
                <a:gd name="csY3126" fmla="*/ 1161877 h 2454076"/>
                <a:gd name="csX3127" fmla="*/ 943920 w 1886469"/>
                <a:gd name="csY3127" fmla="*/ 1162486 h 2454076"/>
                <a:gd name="csX3128" fmla="*/ 946637 w 1886469"/>
                <a:gd name="csY3128" fmla="*/ 1165468 h 2454076"/>
                <a:gd name="csX3129" fmla="*/ 947770 w 1886469"/>
                <a:gd name="csY3129" fmla="*/ 1167850 h 2454076"/>
                <a:gd name="csX3130" fmla="*/ 948250 w 1886469"/>
                <a:gd name="csY3130" fmla="*/ 1170140 h 2454076"/>
                <a:gd name="csX3131" fmla="*/ 948090 w 1886469"/>
                <a:gd name="csY3131" fmla="*/ 1172347 h 2454076"/>
                <a:gd name="csX3132" fmla="*/ 947717 w 1886469"/>
                <a:gd name="csY3132" fmla="*/ 1174226 h 2454076"/>
                <a:gd name="csX3133" fmla="*/ 944552 w 1886469"/>
                <a:gd name="csY3133" fmla="*/ 1181165 h 2454076"/>
                <a:gd name="csX3134" fmla="*/ 944719 w 1886469"/>
                <a:gd name="csY3134" fmla="*/ 1182154 h 2454076"/>
                <a:gd name="csX3135" fmla="*/ 945594 w 1886469"/>
                <a:gd name="csY3135" fmla="*/ 1182603 h 2454076"/>
                <a:gd name="csX3136" fmla="*/ 947580 w 1886469"/>
                <a:gd name="csY3136" fmla="*/ 1186575 h 2454076"/>
                <a:gd name="csX3137" fmla="*/ 947816 w 1886469"/>
                <a:gd name="csY3137" fmla="*/ 1195766 h 2454076"/>
                <a:gd name="csX3138" fmla="*/ 940702 w 1886469"/>
                <a:gd name="csY3138" fmla="*/ 1198634 h 2454076"/>
                <a:gd name="csX3139" fmla="*/ 939028 w 1886469"/>
                <a:gd name="csY3139" fmla="*/ 1200757 h 2454076"/>
                <a:gd name="csX3140" fmla="*/ 937065 w 1886469"/>
                <a:gd name="csY3140" fmla="*/ 1204158 h 2454076"/>
                <a:gd name="csX3141" fmla="*/ 934813 w 1886469"/>
                <a:gd name="csY3141" fmla="*/ 1206692 h 2454076"/>
                <a:gd name="csX3142" fmla="*/ 929708 w 1886469"/>
                <a:gd name="csY3142" fmla="*/ 1209355 h 2454076"/>
                <a:gd name="csX3143" fmla="*/ 927121 w 1886469"/>
                <a:gd name="csY3143" fmla="*/ 1209659 h 2454076"/>
                <a:gd name="csX3144" fmla="*/ 914331 w 1886469"/>
                <a:gd name="csY3144" fmla="*/ 1207437 h 2454076"/>
                <a:gd name="csX3145" fmla="*/ 913037 w 1886469"/>
                <a:gd name="csY3145" fmla="*/ 1206144 h 2454076"/>
                <a:gd name="csX3146" fmla="*/ 912139 w 1886469"/>
                <a:gd name="csY3146" fmla="*/ 1203831 h 2454076"/>
                <a:gd name="csX3147" fmla="*/ 911645 w 1886469"/>
                <a:gd name="csY3147" fmla="*/ 1200498 h 2454076"/>
                <a:gd name="csX3148" fmla="*/ 911508 w 1886469"/>
                <a:gd name="csY3148" fmla="*/ 1197866 h 2454076"/>
                <a:gd name="csX3149" fmla="*/ 911736 w 1886469"/>
                <a:gd name="csY3149" fmla="*/ 1195948 h 2454076"/>
                <a:gd name="csX3150" fmla="*/ 911668 w 1886469"/>
                <a:gd name="csY3150" fmla="*/ 1194830 h 2454076"/>
                <a:gd name="csX3151" fmla="*/ 911310 w 1886469"/>
                <a:gd name="csY3151" fmla="*/ 1194503 h 2454076"/>
                <a:gd name="csX3152" fmla="*/ 909887 w 1886469"/>
                <a:gd name="csY3152" fmla="*/ 1196428 h 2454076"/>
                <a:gd name="csX3153" fmla="*/ 908404 w 1886469"/>
                <a:gd name="csY3153" fmla="*/ 1199912 h 2454076"/>
                <a:gd name="csX3154" fmla="*/ 909218 w 1886469"/>
                <a:gd name="csY3154" fmla="*/ 1203770 h 2454076"/>
                <a:gd name="csX3155" fmla="*/ 913258 w 1886469"/>
                <a:gd name="csY3155" fmla="*/ 1214445 h 2454076"/>
                <a:gd name="csX3156" fmla="*/ 914034 w 1886469"/>
                <a:gd name="csY3156" fmla="*/ 1219010 h 2454076"/>
                <a:gd name="csX3157" fmla="*/ 914148 w 1886469"/>
                <a:gd name="csY3157" fmla="*/ 1220942 h 2454076"/>
                <a:gd name="csX3158" fmla="*/ 913966 w 1886469"/>
                <a:gd name="csY3158" fmla="*/ 1222388 h 2454076"/>
                <a:gd name="csX3159" fmla="*/ 909400 w 1886469"/>
                <a:gd name="csY3159" fmla="*/ 1228543 h 2454076"/>
                <a:gd name="csX3160" fmla="*/ 906760 w 1886469"/>
                <a:gd name="csY3160" fmla="*/ 1230621 h 2454076"/>
                <a:gd name="csX3161" fmla="*/ 904052 w 1886469"/>
                <a:gd name="csY3161" fmla="*/ 1231655 h 2454076"/>
                <a:gd name="csX3162" fmla="*/ 901472 w 1886469"/>
                <a:gd name="csY3162" fmla="*/ 1230879 h 2454076"/>
                <a:gd name="csX3163" fmla="*/ 899022 w 1886469"/>
                <a:gd name="csY3163" fmla="*/ 1228307 h 2454076"/>
                <a:gd name="csX3164" fmla="*/ 897151 w 1886469"/>
                <a:gd name="csY3164" fmla="*/ 1227159 h 2454076"/>
                <a:gd name="csX3165" fmla="*/ 893285 w 1886469"/>
                <a:gd name="csY3165" fmla="*/ 1227318 h 2454076"/>
                <a:gd name="csX3166" fmla="*/ 892076 w 1886469"/>
                <a:gd name="csY3166" fmla="*/ 1225987 h 2454076"/>
                <a:gd name="csX3167" fmla="*/ 890957 w 1886469"/>
                <a:gd name="csY3167" fmla="*/ 1223507 h 2454076"/>
                <a:gd name="csX3168" fmla="*/ 888241 w 1886469"/>
                <a:gd name="csY3168" fmla="*/ 1214566 h 2454076"/>
                <a:gd name="csX3169" fmla="*/ 884444 w 1886469"/>
                <a:gd name="csY3169" fmla="*/ 1208190 h 2454076"/>
                <a:gd name="csX3170" fmla="*/ 881173 w 1886469"/>
                <a:gd name="csY3170" fmla="*/ 1201008 h 2454076"/>
                <a:gd name="csX3171" fmla="*/ 872856 w 1886469"/>
                <a:gd name="csY3171" fmla="*/ 1190447 h 2454076"/>
                <a:gd name="csX3172" fmla="*/ 868550 w 1886469"/>
                <a:gd name="csY3172" fmla="*/ 1184087 h 2454076"/>
                <a:gd name="csX3173" fmla="*/ 862813 w 1886469"/>
                <a:gd name="csY3173" fmla="*/ 1173785 h 2454076"/>
                <a:gd name="csX3174" fmla="*/ 860416 w 1886469"/>
                <a:gd name="csY3174" fmla="*/ 1171441 h 2454076"/>
                <a:gd name="csX3175" fmla="*/ 858423 w 1886469"/>
                <a:gd name="csY3175" fmla="*/ 1170498 h 2454076"/>
                <a:gd name="csX3176" fmla="*/ 854505 w 1886469"/>
                <a:gd name="csY3176" fmla="*/ 1169752 h 2454076"/>
                <a:gd name="csX3177" fmla="*/ 853599 w 1886469"/>
                <a:gd name="csY3177" fmla="*/ 1168459 h 2454076"/>
                <a:gd name="csX3178" fmla="*/ 852169 w 1886469"/>
                <a:gd name="csY3178" fmla="*/ 1164921 h 2454076"/>
                <a:gd name="csX3179" fmla="*/ 849704 w 1886469"/>
                <a:gd name="csY3179" fmla="*/ 1162258 h 2454076"/>
                <a:gd name="csX3180" fmla="*/ 848806 w 1886469"/>
                <a:gd name="csY3180" fmla="*/ 1161923 h 2454076"/>
                <a:gd name="csX3181" fmla="*/ 847353 w 1886469"/>
                <a:gd name="csY3181" fmla="*/ 1162554 h 2454076"/>
                <a:gd name="csX3182" fmla="*/ 843518 w 1886469"/>
                <a:gd name="csY3182" fmla="*/ 1165012 h 2454076"/>
                <a:gd name="csX3183" fmla="*/ 838702 w 1886469"/>
                <a:gd name="csY3183" fmla="*/ 1162410 h 2454076"/>
                <a:gd name="csX3184" fmla="*/ 837621 w 1886469"/>
                <a:gd name="csY3184" fmla="*/ 1160576 h 2454076"/>
                <a:gd name="csX3185" fmla="*/ 836982 w 1886469"/>
                <a:gd name="csY3185" fmla="*/ 1157472 h 2454076"/>
                <a:gd name="csX3186" fmla="*/ 836373 w 1886469"/>
                <a:gd name="csY3186" fmla="*/ 1155760 h 2454076"/>
                <a:gd name="csX3187" fmla="*/ 834745 w 1886469"/>
                <a:gd name="csY3187" fmla="*/ 1154223 h 2454076"/>
                <a:gd name="csX3188" fmla="*/ 833368 w 1886469"/>
                <a:gd name="csY3188" fmla="*/ 1150320 h 2454076"/>
                <a:gd name="csX3189" fmla="*/ 824215 w 1886469"/>
                <a:gd name="csY3189" fmla="*/ 1142597 h 2454076"/>
                <a:gd name="csX3190" fmla="*/ 818775 w 1886469"/>
                <a:gd name="csY3190" fmla="*/ 1133672 h 2454076"/>
                <a:gd name="csX3191" fmla="*/ 817672 w 1886469"/>
                <a:gd name="csY3191" fmla="*/ 1130431 h 2454076"/>
                <a:gd name="csX3192" fmla="*/ 817565 w 1886469"/>
                <a:gd name="csY3192" fmla="*/ 1129107 h 2454076"/>
                <a:gd name="csX3193" fmla="*/ 818120 w 1886469"/>
                <a:gd name="csY3193" fmla="*/ 1124778 h 2454076"/>
                <a:gd name="csX3194" fmla="*/ 819383 w 1886469"/>
                <a:gd name="csY3194" fmla="*/ 1119855 h 2454076"/>
                <a:gd name="csX3195" fmla="*/ 821035 w 1886469"/>
                <a:gd name="csY3195" fmla="*/ 1114940 h 2454076"/>
                <a:gd name="csX3196" fmla="*/ 822046 w 1886469"/>
                <a:gd name="csY3196" fmla="*/ 1112924 h 2454076"/>
                <a:gd name="csX3197" fmla="*/ 825630 w 1886469"/>
                <a:gd name="csY3197" fmla="*/ 1108663 h 2454076"/>
                <a:gd name="csX3198" fmla="*/ 828453 w 1886469"/>
                <a:gd name="csY3198" fmla="*/ 1107697 h 2454076"/>
                <a:gd name="csX3199" fmla="*/ 832394 w 1886469"/>
                <a:gd name="csY3199" fmla="*/ 1108237 h 2454076"/>
                <a:gd name="csX3200" fmla="*/ 834464 w 1886469"/>
                <a:gd name="csY3200" fmla="*/ 1109188 h 2454076"/>
                <a:gd name="csX3201" fmla="*/ 836328 w 1886469"/>
                <a:gd name="csY3201" fmla="*/ 1112041 h 2454076"/>
                <a:gd name="csX3202" fmla="*/ 837119 w 1886469"/>
                <a:gd name="csY3202" fmla="*/ 1115320 h 2454076"/>
                <a:gd name="csX3203" fmla="*/ 838055 w 1886469"/>
                <a:gd name="csY3203" fmla="*/ 1117527 h 2454076"/>
                <a:gd name="csX3204" fmla="*/ 840977 w 1886469"/>
                <a:gd name="csY3204" fmla="*/ 1119939 h 2454076"/>
                <a:gd name="csX3205" fmla="*/ 842559 w 1886469"/>
                <a:gd name="csY3205" fmla="*/ 1121871 h 2454076"/>
                <a:gd name="csX3206" fmla="*/ 844887 w 1886469"/>
                <a:gd name="csY3206" fmla="*/ 1126360 h 2454076"/>
                <a:gd name="csX3207" fmla="*/ 846683 w 1886469"/>
                <a:gd name="csY3207" fmla="*/ 1131747 h 2454076"/>
                <a:gd name="csX3208" fmla="*/ 848334 w 1886469"/>
                <a:gd name="csY3208" fmla="*/ 1133520 h 2454076"/>
                <a:gd name="csX3209" fmla="*/ 852298 w 1886469"/>
                <a:gd name="csY3209" fmla="*/ 1134121 h 2454076"/>
                <a:gd name="csX3210" fmla="*/ 856392 w 1886469"/>
                <a:gd name="csY3210" fmla="*/ 1133208 h 2454076"/>
                <a:gd name="csX3211" fmla="*/ 865172 w 1886469"/>
                <a:gd name="csY3211" fmla="*/ 1129822 h 2454076"/>
                <a:gd name="csX3212" fmla="*/ 865529 w 1886469"/>
                <a:gd name="csY3212" fmla="*/ 1129396 h 2454076"/>
                <a:gd name="csX3213" fmla="*/ 866070 w 1886469"/>
                <a:gd name="csY3213" fmla="*/ 1127380 h 2454076"/>
                <a:gd name="csX3214" fmla="*/ 867074 w 1886469"/>
                <a:gd name="csY3214" fmla="*/ 1115031 h 2454076"/>
                <a:gd name="csX3215" fmla="*/ 867675 w 1886469"/>
                <a:gd name="csY3215" fmla="*/ 1114978 h 2454076"/>
                <a:gd name="csX3216" fmla="*/ 870658 w 1886469"/>
                <a:gd name="csY3216" fmla="*/ 1120707 h 2454076"/>
                <a:gd name="csX3217" fmla="*/ 871502 w 1886469"/>
                <a:gd name="csY3217" fmla="*/ 1121339 h 2454076"/>
                <a:gd name="csX3218" fmla="*/ 872788 w 1886469"/>
                <a:gd name="csY3218" fmla="*/ 1120144 h 2454076"/>
                <a:gd name="csX3219" fmla="*/ 873549 w 1886469"/>
                <a:gd name="csY3219" fmla="*/ 1117367 h 2454076"/>
                <a:gd name="csX3220" fmla="*/ 873458 w 1886469"/>
                <a:gd name="csY3220" fmla="*/ 1116043 h 2454076"/>
                <a:gd name="csX3221" fmla="*/ 871586 w 1886469"/>
                <a:gd name="csY3221" fmla="*/ 1109310 h 2454076"/>
                <a:gd name="csX3222" fmla="*/ 870475 w 1886469"/>
                <a:gd name="csY3222" fmla="*/ 1106373 h 2454076"/>
                <a:gd name="csX3223" fmla="*/ 869486 w 1886469"/>
                <a:gd name="csY3223" fmla="*/ 1104547 h 2454076"/>
                <a:gd name="csX3224" fmla="*/ 868383 w 1886469"/>
                <a:gd name="csY3224" fmla="*/ 1103946 h 2454076"/>
                <a:gd name="csX3225" fmla="*/ 865994 w 1886469"/>
                <a:gd name="csY3225" fmla="*/ 1104531 h 2454076"/>
                <a:gd name="csX3226" fmla="*/ 864175 w 1886469"/>
                <a:gd name="csY3226" fmla="*/ 1103230 h 2454076"/>
                <a:gd name="csX3227" fmla="*/ 863772 w 1886469"/>
                <a:gd name="csY3227" fmla="*/ 1101359 h 2454076"/>
                <a:gd name="csX3228" fmla="*/ 864069 w 1886469"/>
                <a:gd name="csY3228" fmla="*/ 1098833 h 2454076"/>
                <a:gd name="csX3229" fmla="*/ 865073 w 1886469"/>
                <a:gd name="csY3229" fmla="*/ 1096170 h 2454076"/>
                <a:gd name="csX3230" fmla="*/ 866153 w 1886469"/>
                <a:gd name="csY3230" fmla="*/ 1094640 h 2454076"/>
                <a:gd name="csX3231" fmla="*/ 868246 w 1886469"/>
                <a:gd name="csY3231" fmla="*/ 1093849 h 2454076"/>
                <a:gd name="csX3232" fmla="*/ 870696 w 1886469"/>
                <a:gd name="csY3232" fmla="*/ 1094625 h 2454076"/>
                <a:gd name="csX3233" fmla="*/ 874089 w 1886469"/>
                <a:gd name="csY3233" fmla="*/ 1097851 h 2454076"/>
                <a:gd name="csX3234" fmla="*/ 876235 w 1886469"/>
                <a:gd name="csY3234" fmla="*/ 1098566 h 2454076"/>
                <a:gd name="csX3235" fmla="*/ 879248 w 1886469"/>
                <a:gd name="csY3235" fmla="*/ 1097646 h 2454076"/>
                <a:gd name="csX3236" fmla="*/ 875390 w 1886469"/>
                <a:gd name="csY3236" fmla="*/ 1095751 h 2454076"/>
                <a:gd name="csX3237" fmla="*/ 870003 w 1886469"/>
                <a:gd name="csY3237" fmla="*/ 1088280 h 2454076"/>
                <a:gd name="csX3238" fmla="*/ 867698 w 1886469"/>
                <a:gd name="csY3238" fmla="*/ 1086872 h 2454076"/>
                <a:gd name="csX3239" fmla="*/ 864883 w 1886469"/>
                <a:gd name="csY3239" fmla="*/ 1090090 h 2454076"/>
                <a:gd name="csX3240" fmla="*/ 862981 w 1886469"/>
                <a:gd name="csY3240" fmla="*/ 1091300 h 2454076"/>
                <a:gd name="csX3241" fmla="*/ 859389 w 1886469"/>
                <a:gd name="csY3241" fmla="*/ 1092868 h 2454076"/>
                <a:gd name="csX3242" fmla="*/ 856529 w 1886469"/>
                <a:gd name="csY3242" fmla="*/ 1093096 h 2454076"/>
                <a:gd name="csX3243" fmla="*/ 844537 w 1886469"/>
                <a:gd name="csY3243" fmla="*/ 1081500 h 2454076"/>
                <a:gd name="csX3244" fmla="*/ 843875 w 1886469"/>
                <a:gd name="csY3244" fmla="*/ 1080390 h 2454076"/>
                <a:gd name="csX3245" fmla="*/ 842993 w 1886469"/>
                <a:gd name="csY3245" fmla="*/ 1077354 h 2454076"/>
                <a:gd name="csX3246" fmla="*/ 843099 w 1886469"/>
                <a:gd name="csY3246" fmla="*/ 1075954 h 2454076"/>
                <a:gd name="csX3247" fmla="*/ 844279 w 1886469"/>
                <a:gd name="csY3247" fmla="*/ 1073785 h 2454076"/>
                <a:gd name="csX3248" fmla="*/ 847269 w 1886469"/>
                <a:gd name="csY3248" fmla="*/ 1070909 h 2454076"/>
                <a:gd name="csX3249" fmla="*/ 851712 w 1886469"/>
                <a:gd name="csY3249" fmla="*/ 1069106 h 2454076"/>
                <a:gd name="csX3250" fmla="*/ 854687 w 1886469"/>
                <a:gd name="csY3250" fmla="*/ 1068817 h 2454076"/>
                <a:gd name="csX3251" fmla="*/ 857282 w 1886469"/>
                <a:gd name="csY3251" fmla="*/ 1070962 h 2454076"/>
                <a:gd name="csX3252" fmla="*/ 861071 w 1886469"/>
                <a:gd name="csY3252" fmla="*/ 1076760 h 2454076"/>
                <a:gd name="csX3253" fmla="*/ 864388 w 1886469"/>
                <a:gd name="csY3253" fmla="*/ 1080131 h 2454076"/>
                <a:gd name="csX3254" fmla="*/ 864662 w 1886469"/>
                <a:gd name="csY3254" fmla="*/ 1078913 h 2454076"/>
                <a:gd name="csX3255" fmla="*/ 864076 w 1886469"/>
                <a:gd name="csY3255" fmla="*/ 1075588 h 2454076"/>
                <a:gd name="csX3256" fmla="*/ 862562 w 1886469"/>
                <a:gd name="csY3256" fmla="*/ 1070643 h 2454076"/>
                <a:gd name="csX3257" fmla="*/ 861474 w 1886469"/>
                <a:gd name="csY3257" fmla="*/ 1069289 h 2454076"/>
                <a:gd name="csX3258" fmla="*/ 858811 w 1886469"/>
                <a:gd name="csY3258" fmla="*/ 1067805 h 2454076"/>
                <a:gd name="csX3259" fmla="*/ 856346 w 1886469"/>
                <a:gd name="csY3259" fmla="*/ 1064389 h 2454076"/>
                <a:gd name="csX3260" fmla="*/ 855189 w 1886469"/>
                <a:gd name="csY3260" fmla="*/ 1061855 h 2454076"/>
                <a:gd name="csX3261" fmla="*/ 854573 w 1886469"/>
                <a:gd name="csY3261" fmla="*/ 1059139 h 2454076"/>
                <a:gd name="csX3262" fmla="*/ 854497 w 1886469"/>
                <a:gd name="csY3262" fmla="*/ 1056232 h 2454076"/>
                <a:gd name="csX3263" fmla="*/ 854969 w 1886469"/>
                <a:gd name="csY3263" fmla="*/ 1054239 h 2454076"/>
                <a:gd name="csX3264" fmla="*/ 855988 w 1886469"/>
                <a:gd name="csY3264" fmla="*/ 1053166 h 2454076"/>
                <a:gd name="csX3265" fmla="*/ 865202 w 1886469"/>
                <a:gd name="csY3265" fmla="*/ 1050244 h 2454076"/>
                <a:gd name="csX3266" fmla="*/ 871639 w 1886469"/>
                <a:gd name="csY3266" fmla="*/ 1053478 h 2454076"/>
                <a:gd name="csX3267" fmla="*/ 875725 w 1886469"/>
                <a:gd name="csY3267" fmla="*/ 1053950 h 2454076"/>
                <a:gd name="csX3268" fmla="*/ 877422 w 1886469"/>
                <a:gd name="csY3268" fmla="*/ 1049978 h 2454076"/>
                <a:gd name="csX3269" fmla="*/ 876828 w 1886469"/>
                <a:gd name="csY3269" fmla="*/ 1049202 h 2454076"/>
                <a:gd name="csX3270" fmla="*/ 874682 w 1886469"/>
                <a:gd name="csY3270" fmla="*/ 1050229 h 2454076"/>
                <a:gd name="csX3271" fmla="*/ 872255 w 1886469"/>
                <a:gd name="csY3271" fmla="*/ 1050206 h 2454076"/>
                <a:gd name="csX3272" fmla="*/ 870741 w 1886469"/>
                <a:gd name="csY3272" fmla="*/ 1048023 h 2454076"/>
                <a:gd name="csX3273" fmla="*/ 870696 w 1886469"/>
                <a:gd name="csY3273" fmla="*/ 1046744 h 2454076"/>
                <a:gd name="csX3274" fmla="*/ 872590 w 1886469"/>
                <a:gd name="csY3274" fmla="*/ 1043686 h 2454076"/>
                <a:gd name="csX3275" fmla="*/ 875474 w 1886469"/>
                <a:gd name="csY3275" fmla="*/ 1042362 h 2454076"/>
                <a:gd name="csX3276" fmla="*/ 1161883 w 1886469"/>
                <a:gd name="csY3276" fmla="*/ 1250890 h 2454076"/>
                <a:gd name="csX3277" fmla="*/ 1162728 w 1886469"/>
                <a:gd name="csY3277" fmla="*/ 1252328 h 2454076"/>
                <a:gd name="csX3278" fmla="*/ 1167605 w 1886469"/>
                <a:gd name="csY3278" fmla="*/ 1250494 h 2454076"/>
                <a:gd name="csX3279" fmla="*/ 1171751 w 1886469"/>
                <a:gd name="csY3279" fmla="*/ 1248379 h 2454076"/>
                <a:gd name="csX3280" fmla="*/ 1178211 w 1886469"/>
                <a:gd name="csY3280" fmla="*/ 1243327 h 2454076"/>
                <a:gd name="csX3281" fmla="*/ 1182069 w 1886469"/>
                <a:gd name="csY3281" fmla="*/ 1241569 h 2454076"/>
                <a:gd name="csX3282" fmla="*/ 1193794 w 1886469"/>
                <a:gd name="csY3282" fmla="*/ 1241600 h 2454076"/>
                <a:gd name="csX3283" fmla="*/ 1195787 w 1886469"/>
                <a:gd name="csY3283" fmla="*/ 1242551 h 2454076"/>
                <a:gd name="csX3284" fmla="*/ 1194904 w 1886469"/>
                <a:gd name="csY3284" fmla="*/ 1245571 h 2454076"/>
                <a:gd name="csX3285" fmla="*/ 1194417 w 1886469"/>
                <a:gd name="csY3285" fmla="*/ 1246423 h 2454076"/>
                <a:gd name="csX3286" fmla="*/ 1194805 w 1886469"/>
                <a:gd name="csY3286" fmla="*/ 1247732 h 2454076"/>
                <a:gd name="csX3287" fmla="*/ 1196068 w 1886469"/>
                <a:gd name="csY3287" fmla="*/ 1249497 h 2454076"/>
                <a:gd name="csX3288" fmla="*/ 1198595 w 1886469"/>
                <a:gd name="csY3288" fmla="*/ 1251460 h 2454076"/>
                <a:gd name="csX3289" fmla="*/ 1199591 w 1886469"/>
                <a:gd name="csY3289" fmla="*/ 1249703 h 2454076"/>
                <a:gd name="csX3290" fmla="*/ 1200322 w 1886469"/>
                <a:gd name="csY3290" fmla="*/ 1245450 h 2454076"/>
                <a:gd name="csX3291" fmla="*/ 1202049 w 1886469"/>
                <a:gd name="csY3291" fmla="*/ 1227851 h 2454076"/>
                <a:gd name="csX3292" fmla="*/ 1202779 w 1886469"/>
                <a:gd name="csY3292" fmla="*/ 1222495 h 2454076"/>
                <a:gd name="csX3293" fmla="*/ 1203129 w 1886469"/>
                <a:gd name="csY3293" fmla="*/ 1217404 h 2454076"/>
                <a:gd name="csX3294" fmla="*/ 1203091 w 1886469"/>
                <a:gd name="csY3294" fmla="*/ 1212581 h 2454076"/>
                <a:gd name="csX3295" fmla="*/ 1202247 w 1886469"/>
                <a:gd name="csY3295" fmla="*/ 1209514 h 2454076"/>
                <a:gd name="csX3296" fmla="*/ 1199241 w 1886469"/>
                <a:gd name="csY3296" fmla="*/ 1207673 h 2454076"/>
                <a:gd name="csX3297" fmla="*/ 1195140 w 1886469"/>
                <a:gd name="csY3297" fmla="*/ 1207977 h 2454076"/>
                <a:gd name="csX3298" fmla="*/ 1193033 w 1886469"/>
                <a:gd name="csY3298" fmla="*/ 1207498 h 2454076"/>
                <a:gd name="csX3299" fmla="*/ 1190484 w 1886469"/>
                <a:gd name="csY3299" fmla="*/ 1206547 h 2454076"/>
                <a:gd name="csX3300" fmla="*/ 1188589 w 1886469"/>
                <a:gd name="csY3300" fmla="*/ 1205056 h 2454076"/>
                <a:gd name="csX3301" fmla="*/ 1187357 w 1886469"/>
                <a:gd name="csY3301" fmla="*/ 1203032 h 2454076"/>
                <a:gd name="csX3302" fmla="*/ 1184907 w 1886469"/>
                <a:gd name="csY3302" fmla="*/ 1196930 h 2454076"/>
                <a:gd name="csX3303" fmla="*/ 1183104 w 1886469"/>
                <a:gd name="csY3303" fmla="*/ 1193514 h 2454076"/>
                <a:gd name="csX3304" fmla="*/ 1178470 w 1886469"/>
                <a:gd name="csY3304" fmla="*/ 1187328 h 2454076"/>
                <a:gd name="csX3305" fmla="*/ 1176370 w 1886469"/>
                <a:gd name="csY3305" fmla="*/ 1185258 h 2454076"/>
                <a:gd name="csX3306" fmla="*/ 1177428 w 1886469"/>
                <a:gd name="csY3306" fmla="*/ 1182808 h 2454076"/>
                <a:gd name="csX3307" fmla="*/ 1181643 w 1886469"/>
                <a:gd name="csY3307" fmla="*/ 1179978 h 2454076"/>
                <a:gd name="csX3308" fmla="*/ 1184184 w 1886469"/>
                <a:gd name="csY3308" fmla="*/ 1177292 h 2454076"/>
                <a:gd name="csX3309" fmla="*/ 1187174 w 1886469"/>
                <a:gd name="csY3309" fmla="*/ 1169394 h 2454076"/>
                <a:gd name="csX3310" fmla="*/ 1188970 w 1886469"/>
                <a:gd name="csY3310" fmla="*/ 1168116 h 2454076"/>
                <a:gd name="csX3311" fmla="*/ 1195445 w 1886469"/>
                <a:gd name="csY3311" fmla="*/ 1169166 h 2454076"/>
                <a:gd name="csX3312" fmla="*/ 1204202 w 1886469"/>
                <a:gd name="csY3312" fmla="*/ 1175352 h 2454076"/>
                <a:gd name="csX3313" fmla="*/ 1209688 w 1886469"/>
                <a:gd name="csY3313" fmla="*/ 1180686 h 2454076"/>
                <a:gd name="csX3314" fmla="*/ 1211133 w 1886469"/>
                <a:gd name="csY3314" fmla="*/ 1181256 h 2454076"/>
                <a:gd name="csX3315" fmla="*/ 1211164 w 1886469"/>
                <a:gd name="csY3315" fmla="*/ 1180290 h 2454076"/>
                <a:gd name="csX3316" fmla="*/ 1209771 w 1886469"/>
                <a:gd name="csY3316" fmla="*/ 1177794 h 2454076"/>
                <a:gd name="csX3317" fmla="*/ 1203456 w 1886469"/>
                <a:gd name="csY3317" fmla="*/ 1171175 h 2454076"/>
                <a:gd name="csX3318" fmla="*/ 1200588 w 1886469"/>
                <a:gd name="csY3318" fmla="*/ 1166336 h 2454076"/>
                <a:gd name="csX3319" fmla="*/ 1199211 w 1886469"/>
                <a:gd name="csY3319" fmla="*/ 1162874 h 2454076"/>
                <a:gd name="csX3320" fmla="*/ 1199865 w 1886469"/>
                <a:gd name="csY3320" fmla="*/ 1161367 h 2454076"/>
                <a:gd name="csX3321" fmla="*/ 1203418 w 1886469"/>
                <a:gd name="csY3321" fmla="*/ 1159830 h 2454076"/>
                <a:gd name="csX3322" fmla="*/ 1203883 w 1886469"/>
                <a:gd name="csY3322" fmla="*/ 1158058 h 2454076"/>
                <a:gd name="csX3323" fmla="*/ 1199051 w 1886469"/>
                <a:gd name="csY3323" fmla="*/ 1155965 h 2454076"/>
                <a:gd name="csX3324" fmla="*/ 1196601 w 1886469"/>
                <a:gd name="csY3324" fmla="*/ 1156011 h 2454076"/>
                <a:gd name="csX3325" fmla="*/ 1194623 w 1886469"/>
                <a:gd name="csY3325" fmla="*/ 1157510 h 2454076"/>
                <a:gd name="csX3326" fmla="*/ 1192492 w 1886469"/>
                <a:gd name="csY3326" fmla="*/ 1157609 h 2454076"/>
                <a:gd name="csX3327" fmla="*/ 1188551 w 1886469"/>
                <a:gd name="csY3327" fmla="*/ 1154885 h 2454076"/>
                <a:gd name="csX3328" fmla="*/ 1187478 w 1886469"/>
                <a:gd name="csY3328" fmla="*/ 1153295 h 2454076"/>
                <a:gd name="csX3329" fmla="*/ 1185203 w 1886469"/>
                <a:gd name="csY3329" fmla="*/ 1148570 h 2454076"/>
                <a:gd name="csX3330" fmla="*/ 1184009 w 1886469"/>
                <a:gd name="csY3330" fmla="*/ 1144446 h 2454076"/>
                <a:gd name="csX3331" fmla="*/ 1182685 w 1886469"/>
                <a:gd name="csY3331" fmla="*/ 1141882 h 2454076"/>
                <a:gd name="csX3332" fmla="*/ 1182206 w 1886469"/>
                <a:gd name="csY3332" fmla="*/ 1139835 h 2454076"/>
                <a:gd name="csX3333" fmla="*/ 1181947 w 1886469"/>
                <a:gd name="csY3333" fmla="*/ 1133459 h 2454076"/>
                <a:gd name="csX3334" fmla="*/ 1182061 w 1886469"/>
                <a:gd name="csY3334" fmla="*/ 1129693 h 2454076"/>
                <a:gd name="csX3335" fmla="*/ 1182594 w 1886469"/>
                <a:gd name="csY3335" fmla="*/ 1126467 h 2454076"/>
                <a:gd name="csX3336" fmla="*/ 1183552 w 1886469"/>
                <a:gd name="csY3336" fmla="*/ 1123774 h 2454076"/>
                <a:gd name="csX3337" fmla="*/ 1186109 w 1886469"/>
                <a:gd name="csY3337" fmla="*/ 1118782 h 2454076"/>
                <a:gd name="csX3338" fmla="*/ 1187547 w 1886469"/>
                <a:gd name="csY3338" fmla="*/ 1117344 h 2454076"/>
                <a:gd name="csX3339" fmla="*/ 1190225 w 1886469"/>
                <a:gd name="csY3339" fmla="*/ 1116690 h 2454076"/>
                <a:gd name="csX3340" fmla="*/ 1196046 w 1886469"/>
                <a:gd name="csY3340" fmla="*/ 1119170 h 2454076"/>
                <a:gd name="csX3341" fmla="*/ 1211696 w 1886469"/>
                <a:gd name="csY3341" fmla="*/ 1128088 h 2454076"/>
                <a:gd name="csX3342" fmla="*/ 1211324 w 1886469"/>
                <a:gd name="csY3342" fmla="*/ 1125227 h 2454076"/>
                <a:gd name="csX3343" fmla="*/ 1193816 w 1886469"/>
                <a:gd name="csY3343" fmla="*/ 1113152 h 2454076"/>
                <a:gd name="csX3344" fmla="*/ 1187631 w 1886469"/>
                <a:gd name="csY3344" fmla="*/ 1110025 h 2454076"/>
                <a:gd name="csX3345" fmla="*/ 1186116 w 1886469"/>
                <a:gd name="csY3345" fmla="*/ 1105619 h 2454076"/>
                <a:gd name="csX3346" fmla="*/ 1195437 w 1886469"/>
                <a:gd name="csY3346" fmla="*/ 1088614 h 2454076"/>
                <a:gd name="csX3347" fmla="*/ 1204027 w 1886469"/>
                <a:gd name="csY3347" fmla="*/ 1084589 h 2454076"/>
                <a:gd name="csX3348" fmla="*/ 1208303 w 1886469"/>
                <a:gd name="csY3348" fmla="*/ 1079583 h 2454076"/>
                <a:gd name="csX3349" fmla="*/ 1215288 w 1886469"/>
                <a:gd name="csY3349" fmla="*/ 1079362 h 2454076"/>
                <a:gd name="csX3350" fmla="*/ 1221846 w 1886469"/>
                <a:gd name="csY3350" fmla="*/ 1082543 h 2454076"/>
                <a:gd name="csX3351" fmla="*/ 1221960 w 1886469"/>
                <a:gd name="csY3351" fmla="*/ 1081675 h 2454076"/>
                <a:gd name="csX3352" fmla="*/ 1219001 w 1886469"/>
                <a:gd name="csY3352" fmla="*/ 1075687 h 2454076"/>
                <a:gd name="csX3353" fmla="*/ 1219229 w 1886469"/>
                <a:gd name="csY3353" fmla="*/ 1074189 h 2454076"/>
                <a:gd name="csX3354" fmla="*/ 1222950 w 1886469"/>
                <a:gd name="csY3354" fmla="*/ 1070605 h 2454076"/>
                <a:gd name="csX3355" fmla="*/ 1229767 w 1886469"/>
                <a:gd name="csY3355" fmla="*/ 1066382 h 2454076"/>
                <a:gd name="csX3356" fmla="*/ 1238091 w 1886469"/>
                <a:gd name="csY3356" fmla="*/ 1063019 h 2454076"/>
                <a:gd name="csX3357" fmla="*/ 1239742 w 1886469"/>
                <a:gd name="csY3357" fmla="*/ 1061269 h 2454076"/>
                <a:gd name="csX3358" fmla="*/ 1241872 w 1886469"/>
                <a:gd name="csY3358" fmla="*/ 1060029 h 2454076"/>
                <a:gd name="csX3359" fmla="*/ 1245798 w 1886469"/>
                <a:gd name="csY3359" fmla="*/ 1058949 h 2454076"/>
                <a:gd name="csX3360" fmla="*/ 1255552 w 1886469"/>
                <a:gd name="csY3360" fmla="*/ 1058431 h 2454076"/>
                <a:gd name="csX3361" fmla="*/ 1261030 w 1886469"/>
                <a:gd name="csY3361" fmla="*/ 1058933 h 2454076"/>
                <a:gd name="csX3362" fmla="*/ 1268312 w 1886469"/>
                <a:gd name="csY3362" fmla="*/ 1061505 h 2454076"/>
                <a:gd name="csX3363" fmla="*/ 1272565 w 1886469"/>
                <a:gd name="csY3363" fmla="*/ 1066169 h 2454076"/>
                <a:gd name="csX3364" fmla="*/ 1273889 w 1886469"/>
                <a:gd name="csY3364" fmla="*/ 1068954 h 2454076"/>
                <a:gd name="csX3365" fmla="*/ 1276149 w 1886469"/>
                <a:gd name="csY3365" fmla="*/ 1077848 h 2454076"/>
                <a:gd name="csX3366" fmla="*/ 1277998 w 1886469"/>
                <a:gd name="csY3366" fmla="*/ 1090212 h 2454076"/>
                <a:gd name="csX3367" fmla="*/ 1280699 w 1886469"/>
                <a:gd name="csY3367" fmla="*/ 1095317 h 2454076"/>
                <a:gd name="csX3368" fmla="*/ 1285043 w 1886469"/>
                <a:gd name="csY3368" fmla="*/ 1098133 h 2454076"/>
                <a:gd name="csX3369" fmla="*/ 1288048 w 1886469"/>
                <a:gd name="csY3369" fmla="*/ 1101184 h 2454076"/>
                <a:gd name="csX3370" fmla="*/ 1289707 w 1886469"/>
                <a:gd name="csY3370" fmla="*/ 1104471 h 2454076"/>
                <a:gd name="csX3371" fmla="*/ 1290148 w 1886469"/>
                <a:gd name="csY3371" fmla="*/ 1108594 h 2454076"/>
                <a:gd name="csX3372" fmla="*/ 1289372 w 1886469"/>
                <a:gd name="csY3372" fmla="*/ 1113548 h 2454076"/>
                <a:gd name="csX3373" fmla="*/ 1289958 w 1886469"/>
                <a:gd name="csY3373" fmla="*/ 1118607 h 2454076"/>
                <a:gd name="csX3374" fmla="*/ 1291898 w 1886469"/>
                <a:gd name="csY3374" fmla="*/ 1123766 h 2454076"/>
                <a:gd name="csX3375" fmla="*/ 1293397 w 1886469"/>
                <a:gd name="csY3375" fmla="*/ 1126680 h 2454076"/>
                <a:gd name="csX3376" fmla="*/ 1296677 w 1886469"/>
                <a:gd name="csY3376" fmla="*/ 1130005 h 2454076"/>
                <a:gd name="csX3377" fmla="*/ 1296730 w 1886469"/>
                <a:gd name="csY3377" fmla="*/ 1131778 h 2454076"/>
                <a:gd name="csX3378" fmla="*/ 1295703 w 1886469"/>
                <a:gd name="csY3378" fmla="*/ 1133802 h 2454076"/>
                <a:gd name="csX3379" fmla="*/ 1293534 w 1886469"/>
                <a:gd name="csY3379" fmla="*/ 1136564 h 2454076"/>
                <a:gd name="csX3380" fmla="*/ 1288178 w 1886469"/>
                <a:gd name="csY3380" fmla="*/ 1145154 h 2454076"/>
                <a:gd name="csX3381" fmla="*/ 1281269 w 1886469"/>
                <a:gd name="csY3381" fmla="*/ 1154542 h 2454076"/>
                <a:gd name="csX3382" fmla="*/ 1276346 w 1886469"/>
                <a:gd name="csY3382" fmla="*/ 1162615 h 2454076"/>
                <a:gd name="csX3383" fmla="*/ 1276103 w 1886469"/>
                <a:gd name="csY3383" fmla="*/ 1164989 h 2454076"/>
                <a:gd name="csX3384" fmla="*/ 1286352 w 1886469"/>
                <a:gd name="csY3384" fmla="*/ 1152359 h 2454076"/>
                <a:gd name="csX3385" fmla="*/ 1289540 w 1886469"/>
                <a:gd name="csY3385" fmla="*/ 1152808 h 2454076"/>
                <a:gd name="csX3386" fmla="*/ 1289684 w 1886469"/>
                <a:gd name="csY3386" fmla="*/ 1154581 h 2454076"/>
                <a:gd name="csX3387" fmla="*/ 1287600 w 1886469"/>
                <a:gd name="csY3387" fmla="*/ 1160751 h 2454076"/>
                <a:gd name="csX3388" fmla="*/ 1285058 w 1886469"/>
                <a:gd name="csY3388" fmla="*/ 1166229 h 2454076"/>
                <a:gd name="csX3389" fmla="*/ 1282502 w 1886469"/>
                <a:gd name="csY3389" fmla="*/ 1169729 h 2454076"/>
                <a:gd name="csX3390" fmla="*/ 1282974 w 1886469"/>
                <a:gd name="csY3390" fmla="*/ 1171045 h 2454076"/>
                <a:gd name="csX3391" fmla="*/ 1287843 w 1886469"/>
                <a:gd name="csY3391" fmla="*/ 1177155 h 2454076"/>
                <a:gd name="csX3392" fmla="*/ 1286945 w 1886469"/>
                <a:gd name="csY3392" fmla="*/ 1178159 h 2454076"/>
                <a:gd name="csX3393" fmla="*/ 1284594 w 1886469"/>
                <a:gd name="csY3393" fmla="*/ 1177665 h 2454076"/>
                <a:gd name="csX3394" fmla="*/ 1283636 w 1886469"/>
                <a:gd name="csY3394" fmla="*/ 1178213 h 2454076"/>
                <a:gd name="csX3395" fmla="*/ 1282936 w 1886469"/>
                <a:gd name="csY3395" fmla="*/ 1179324 h 2454076"/>
                <a:gd name="csX3396" fmla="*/ 1282502 w 1886469"/>
                <a:gd name="csY3396" fmla="*/ 1180990 h 2454076"/>
                <a:gd name="csX3397" fmla="*/ 1282471 w 1886469"/>
                <a:gd name="csY3397" fmla="*/ 1183333 h 2454076"/>
                <a:gd name="csX3398" fmla="*/ 1282852 w 1886469"/>
                <a:gd name="csY3398" fmla="*/ 1186346 h 2454076"/>
                <a:gd name="csX3399" fmla="*/ 1282814 w 1886469"/>
                <a:gd name="csY3399" fmla="*/ 1188591 h 2454076"/>
                <a:gd name="csX3400" fmla="*/ 1282357 w 1886469"/>
                <a:gd name="csY3400" fmla="*/ 1190075 h 2454076"/>
                <a:gd name="csX3401" fmla="*/ 1282844 w 1886469"/>
                <a:gd name="csY3401" fmla="*/ 1190691 h 2454076"/>
                <a:gd name="csX3402" fmla="*/ 1284275 w 1886469"/>
                <a:gd name="csY3402" fmla="*/ 1190432 h 2454076"/>
                <a:gd name="csX3403" fmla="*/ 1285477 w 1886469"/>
                <a:gd name="csY3403" fmla="*/ 1189207 h 2454076"/>
                <a:gd name="csX3404" fmla="*/ 1287539 w 1886469"/>
                <a:gd name="csY3404" fmla="*/ 1185144 h 2454076"/>
                <a:gd name="csX3405" fmla="*/ 1294356 w 1886469"/>
                <a:gd name="csY3405" fmla="*/ 1174013 h 2454076"/>
                <a:gd name="csX3406" fmla="*/ 1298716 w 1886469"/>
                <a:gd name="csY3406" fmla="*/ 1169828 h 2454076"/>
                <a:gd name="csX3407" fmla="*/ 1300123 w 1886469"/>
                <a:gd name="csY3407" fmla="*/ 1169463 h 2454076"/>
                <a:gd name="csX3408" fmla="*/ 1304133 w 1886469"/>
                <a:gd name="csY3408" fmla="*/ 1172187 h 2454076"/>
                <a:gd name="csX3409" fmla="*/ 1305069 w 1886469"/>
                <a:gd name="csY3409" fmla="*/ 1172027 h 2454076"/>
                <a:gd name="csX3410" fmla="*/ 1300656 w 1886469"/>
                <a:gd name="csY3410" fmla="*/ 1163376 h 2454076"/>
                <a:gd name="csX3411" fmla="*/ 1300275 w 1886469"/>
                <a:gd name="csY3411" fmla="*/ 1161177 h 2454076"/>
                <a:gd name="csX3412" fmla="*/ 1301173 w 1886469"/>
                <a:gd name="csY3412" fmla="*/ 1157928 h 2454076"/>
                <a:gd name="csX3413" fmla="*/ 1301713 w 1886469"/>
                <a:gd name="csY3413" fmla="*/ 1156810 h 2454076"/>
                <a:gd name="csX3414" fmla="*/ 1304171 w 1886469"/>
                <a:gd name="csY3414" fmla="*/ 1154413 h 2454076"/>
                <a:gd name="csX3415" fmla="*/ 1306210 w 1886469"/>
                <a:gd name="csY3415" fmla="*/ 1153135 h 2454076"/>
                <a:gd name="csX3416" fmla="*/ 1307351 w 1886469"/>
                <a:gd name="csY3416" fmla="*/ 1153668 h 2454076"/>
                <a:gd name="csX3417" fmla="*/ 1309155 w 1886469"/>
                <a:gd name="csY3417" fmla="*/ 1158103 h 2454076"/>
                <a:gd name="csX3418" fmla="*/ 1309992 w 1886469"/>
                <a:gd name="csY3418" fmla="*/ 1161185 h 2454076"/>
                <a:gd name="csX3419" fmla="*/ 1311490 w 1886469"/>
                <a:gd name="csY3419" fmla="*/ 1162417 h 2454076"/>
                <a:gd name="csX3420" fmla="*/ 1314823 w 1886469"/>
                <a:gd name="csY3420" fmla="*/ 1160827 h 2454076"/>
                <a:gd name="csX3421" fmla="*/ 1317045 w 1886469"/>
                <a:gd name="csY3421" fmla="*/ 1157053 h 2454076"/>
                <a:gd name="csX3422" fmla="*/ 1319799 w 1886469"/>
                <a:gd name="csY3422" fmla="*/ 1159526 h 2454076"/>
                <a:gd name="csX3423" fmla="*/ 1323946 w 1886469"/>
                <a:gd name="csY3423" fmla="*/ 1165408 h 2454076"/>
                <a:gd name="csX3424" fmla="*/ 1323565 w 1886469"/>
                <a:gd name="csY3424" fmla="*/ 1171266 h 2454076"/>
                <a:gd name="csX3425" fmla="*/ 1323565 w 1886469"/>
                <a:gd name="csY3425" fmla="*/ 1177109 h 2454076"/>
                <a:gd name="csX3426" fmla="*/ 1323778 w 1886469"/>
                <a:gd name="csY3426" fmla="*/ 1181370 h 2454076"/>
                <a:gd name="csX3427" fmla="*/ 1328732 w 1886469"/>
                <a:gd name="csY3427" fmla="*/ 1189139 h 2454076"/>
                <a:gd name="csX3428" fmla="*/ 1332178 w 1886469"/>
                <a:gd name="csY3428" fmla="*/ 1192532 h 2454076"/>
                <a:gd name="csX3429" fmla="*/ 1332810 w 1886469"/>
                <a:gd name="csY3429" fmla="*/ 1192555 h 2454076"/>
                <a:gd name="csX3430" fmla="*/ 1332734 w 1886469"/>
                <a:gd name="csY3430" fmla="*/ 1191398 h 2454076"/>
                <a:gd name="csX3431" fmla="*/ 1332011 w 1886469"/>
                <a:gd name="csY3431" fmla="*/ 1188827 h 2454076"/>
                <a:gd name="csX3432" fmla="*/ 1330116 w 1886469"/>
                <a:gd name="csY3432" fmla="*/ 1186247 h 2454076"/>
                <a:gd name="csX3433" fmla="*/ 1328412 w 1886469"/>
                <a:gd name="csY3433" fmla="*/ 1182253 h 2454076"/>
                <a:gd name="csX3434" fmla="*/ 1326875 w 1886469"/>
                <a:gd name="csY3434" fmla="*/ 1177361 h 2454076"/>
                <a:gd name="csX3435" fmla="*/ 1327788 w 1886469"/>
                <a:gd name="csY3435" fmla="*/ 1165879 h 2454076"/>
                <a:gd name="csX3436" fmla="*/ 1330367 w 1886469"/>
                <a:gd name="csY3436" fmla="*/ 1159846 h 2454076"/>
                <a:gd name="csX3437" fmla="*/ 1332863 w 1886469"/>
                <a:gd name="csY3437" fmla="*/ 1161398 h 2454076"/>
                <a:gd name="csX3438" fmla="*/ 1336150 w 1886469"/>
                <a:gd name="csY3438" fmla="*/ 1164883 h 2454076"/>
                <a:gd name="csX3439" fmla="*/ 1338737 w 1886469"/>
                <a:gd name="csY3439" fmla="*/ 1165202 h 2454076"/>
                <a:gd name="csX3440" fmla="*/ 1342815 w 1886469"/>
                <a:gd name="csY3440" fmla="*/ 1164837 h 2454076"/>
                <a:gd name="csX3441" fmla="*/ 1351154 w 1886469"/>
                <a:gd name="csY3441" fmla="*/ 1171852 h 2454076"/>
                <a:gd name="csX3442" fmla="*/ 1355628 w 1886469"/>
                <a:gd name="csY3442" fmla="*/ 1172004 h 2454076"/>
                <a:gd name="csX3443" fmla="*/ 1355217 w 1886469"/>
                <a:gd name="csY3443" fmla="*/ 1169143 h 2454076"/>
                <a:gd name="csX3444" fmla="*/ 1351823 w 1886469"/>
                <a:gd name="csY3444" fmla="*/ 1167766 h 2454076"/>
                <a:gd name="csX3445" fmla="*/ 1346878 w 1886469"/>
                <a:gd name="csY3445" fmla="*/ 1163886 h 2454076"/>
                <a:gd name="csX3446" fmla="*/ 1339170 w 1886469"/>
                <a:gd name="csY3446" fmla="*/ 1159252 h 2454076"/>
                <a:gd name="csX3447" fmla="*/ 1335625 w 1886469"/>
                <a:gd name="csY3447" fmla="*/ 1153934 h 2454076"/>
                <a:gd name="csX3448" fmla="*/ 1334963 w 1886469"/>
                <a:gd name="csY3448" fmla="*/ 1151423 h 2454076"/>
                <a:gd name="csX3449" fmla="*/ 1335062 w 1886469"/>
                <a:gd name="csY3449" fmla="*/ 1148722 h 2454076"/>
                <a:gd name="csX3450" fmla="*/ 1335503 w 1886469"/>
                <a:gd name="csY3450" fmla="*/ 1146333 h 2454076"/>
                <a:gd name="csX3451" fmla="*/ 1336279 w 1886469"/>
                <a:gd name="csY3451" fmla="*/ 1144256 h 2454076"/>
                <a:gd name="csX3452" fmla="*/ 1337824 w 1886469"/>
                <a:gd name="csY3452" fmla="*/ 1142209 h 2454076"/>
                <a:gd name="csX3453" fmla="*/ 1345280 w 1886469"/>
                <a:gd name="csY3453" fmla="*/ 1135962 h 2454076"/>
                <a:gd name="csX3454" fmla="*/ 1350576 w 1886469"/>
                <a:gd name="csY3454" fmla="*/ 1133292 h 2454076"/>
                <a:gd name="csX3455" fmla="*/ 1354555 w 1886469"/>
                <a:gd name="csY3455" fmla="*/ 1132424 h 2454076"/>
                <a:gd name="csX3456" fmla="*/ 1361205 w 1886469"/>
                <a:gd name="csY3456" fmla="*/ 1132493 h 2454076"/>
                <a:gd name="csX3457" fmla="*/ 1368935 w 1886469"/>
                <a:gd name="csY3457" fmla="*/ 1133589 h 2454076"/>
                <a:gd name="csX3458" fmla="*/ 1373112 w 1886469"/>
                <a:gd name="csY3458" fmla="*/ 1135430 h 2454076"/>
                <a:gd name="csX3459" fmla="*/ 1377906 w 1886469"/>
                <a:gd name="csY3459" fmla="*/ 1139850 h 2454076"/>
                <a:gd name="csX3460" fmla="*/ 1383985 w 1886469"/>
                <a:gd name="csY3460" fmla="*/ 1144210 h 2454076"/>
                <a:gd name="csX3461" fmla="*/ 1386153 w 1886469"/>
                <a:gd name="csY3461" fmla="*/ 1144986 h 2454076"/>
                <a:gd name="csX3462" fmla="*/ 1388687 w 1886469"/>
                <a:gd name="csY3462" fmla="*/ 1144887 h 2454076"/>
                <a:gd name="csX3463" fmla="*/ 1391578 w 1886469"/>
                <a:gd name="csY3463" fmla="*/ 1143906 h 2454076"/>
                <a:gd name="csX3464" fmla="*/ 1394333 w 1886469"/>
                <a:gd name="csY3464" fmla="*/ 1144263 h 2454076"/>
                <a:gd name="csX3465" fmla="*/ 1403090 w 1886469"/>
                <a:gd name="csY3465" fmla="*/ 1150708 h 2454076"/>
                <a:gd name="csX3466" fmla="*/ 1405403 w 1886469"/>
                <a:gd name="csY3466" fmla="*/ 1154010 h 2454076"/>
                <a:gd name="csX3467" fmla="*/ 1406811 w 1886469"/>
                <a:gd name="csY3467" fmla="*/ 1157997 h 2454076"/>
                <a:gd name="csX3468" fmla="*/ 1407853 w 1886469"/>
                <a:gd name="csY3468" fmla="*/ 1161862 h 2454076"/>
                <a:gd name="csX3469" fmla="*/ 1408522 w 1886469"/>
                <a:gd name="csY3469" fmla="*/ 1165598 h 2454076"/>
                <a:gd name="csX3470" fmla="*/ 1408249 w 1886469"/>
                <a:gd name="csY3470" fmla="*/ 1168618 h 2454076"/>
                <a:gd name="csX3471" fmla="*/ 1400960 w 1886469"/>
                <a:gd name="csY3471" fmla="*/ 1181598 h 2454076"/>
                <a:gd name="csX3472" fmla="*/ 1397787 w 1886469"/>
                <a:gd name="csY3472" fmla="*/ 1183797 h 2454076"/>
                <a:gd name="csX3473" fmla="*/ 1395687 w 1886469"/>
                <a:gd name="csY3473" fmla="*/ 1188682 h 2454076"/>
                <a:gd name="csX3474" fmla="*/ 1392560 w 1886469"/>
                <a:gd name="csY3474" fmla="*/ 1197873 h 2454076"/>
                <a:gd name="csX3475" fmla="*/ 1389912 w 1886469"/>
                <a:gd name="csY3475" fmla="*/ 1202773 h 2454076"/>
                <a:gd name="csX3476" fmla="*/ 1389668 w 1886469"/>
                <a:gd name="csY3476" fmla="*/ 1203724 h 2454076"/>
                <a:gd name="csX3477" fmla="*/ 1390224 w 1886469"/>
                <a:gd name="csY3477" fmla="*/ 1203960 h 2454076"/>
                <a:gd name="csX3478" fmla="*/ 1391814 w 1886469"/>
                <a:gd name="csY3478" fmla="*/ 1201769 h 2454076"/>
                <a:gd name="csX3479" fmla="*/ 1394561 w 1886469"/>
                <a:gd name="csY3479" fmla="*/ 1195438 h 2454076"/>
                <a:gd name="csX3480" fmla="*/ 1396554 w 1886469"/>
                <a:gd name="csY3480" fmla="*/ 1189960 h 2454076"/>
                <a:gd name="csX3481" fmla="*/ 1400214 w 1886469"/>
                <a:gd name="csY3481" fmla="*/ 1185418 h 2454076"/>
                <a:gd name="csX3482" fmla="*/ 1406210 w 1886469"/>
                <a:gd name="csY3482" fmla="*/ 1179986 h 2454076"/>
                <a:gd name="csX3483" fmla="*/ 1411429 w 1886469"/>
                <a:gd name="csY3483" fmla="*/ 1177383 h 2454076"/>
                <a:gd name="csX3484" fmla="*/ 1415872 w 1886469"/>
                <a:gd name="csY3484" fmla="*/ 1177634 h 2454076"/>
                <a:gd name="csX3485" fmla="*/ 1419616 w 1886469"/>
                <a:gd name="csY3485" fmla="*/ 1178418 h 2454076"/>
                <a:gd name="csX3486" fmla="*/ 1422652 w 1886469"/>
                <a:gd name="csY3486" fmla="*/ 1179742 h 2454076"/>
                <a:gd name="csX3487" fmla="*/ 1424455 w 1886469"/>
                <a:gd name="csY3487" fmla="*/ 1180853 h 2454076"/>
                <a:gd name="csX3488" fmla="*/ 1425025 w 1886469"/>
                <a:gd name="csY3488" fmla="*/ 1181751 h 2454076"/>
                <a:gd name="csX3489" fmla="*/ 1426243 w 1886469"/>
                <a:gd name="csY3489" fmla="*/ 1185829 h 2454076"/>
                <a:gd name="csX3490" fmla="*/ 1426174 w 1886469"/>
                <a:gd name="csY3490" fmla="*/ 1188583 h 2454076"/>
                <a:gd name="csX3491" fmla="*/ 1425413 w 1886469"/>
                <a:gd name="csY3491" fmla="*/ 1191680 h 2454076"/>
                <a:gd name="csX3492" fmla="*/ 1423975 w 1886469"/>
                <a:gd name="csY3492" fmla="*/ 1195172 h 2454076"/>
                <a:gd name="csX3493" fmla="*/ 1417447 w 1886469"/>
                <a:gd name="csY3493" fmla="*/ 1199030 h 2454076"/>
                <a:gd name="csX3494" fmla="*/ 1413871 w 1886469"/>
                <a:gd name="csY3494" fmla="*/ 1202050 h 2454076"/>
                <a:gd name="csX3495" fmla="*/ 1411650 w 1886469"/>
                <a:gd name="csY3495" fmla="*/ 1203169 h 2454076"/>
                <a:gd name="csX3496" fmla="*/ 1404992 w 1886469"/>
                <a:gd name="csY3496" fmla="*/ 1204287 h 2454076"/>
                <a:gd name="csX3497" fmla="*/ 1405289 w 1886469"/>
                <a:gd name="csY3497" fmla="*/ 1205474 h 2454076"/>
                <a:gd name="csX3498" fmla="*/ 1410234 w 1886469"/>
                <a:gd name="csY3498" fmla="*/ 1207110 h 2454076"/>
                <a:gd name="csX3499" fmla="*/ 1415758 w 1886469"/>
                <a:gd name="csY3499" fmla="*/ 1206562 h 2454076"/>
                <a:gd name="csX3500" fmla="*/ 1415614 w 1886469"/>
                <a:gd name="csY3500" fmla="*/ 1208502 h 2454076"/>
                <a:gd name="csX3501" fmla="*/ 1413019 w 1886469"/>
                <a:gd name="csY3501" fmla="*/ 1213646 h 2454076"/>
                <a:gd name="csX3502" fmla="*/ 1412182 w 1886469"/>
                <a:gd name="csY3502" fmla="*/ 1218104 h 2454076"/>
                <a:gd name="csX3503" fmla="*/ 1412905 w 1886469"/>
                <a:gd name="csY3503" fmla="*/ 1221741 h 2454076"/>
                <a:gd name="csX3504" fmla="*/ 1412768 w 1886469"/>
                <a:gd name="csY3504" fmla="*/ 1224693 h 2454076"/>
                <a:gd name="csX3505" fmla="*/ 1410836 w 1886469"/>
                <a:gd name="csY3505" fmla="*/ 1230872 h 2454076"/>
                <a:gd name="csX3506" fmla="*/ 1408614 w 1886469"/>
                <a:gd name="csY3506" fmla="*/ 1236418 h 2454076"/>
                <a:gd name="csX3507" fmla="*/ 1409451 w 1886469"/>
                <a:gd name="csY3507" fmla="*/ 1237240 h 2454076"/>
                <a:gd name="csX3508" fmla="*/ 1414518 w 1886469"/>
                <a:gd name="csY3508" fmla="*/ 1229266 h 2454076"/>
                <a:gd name="csX3509" fmla="*/ 1415872 w 1886469"/>
                <a:gd name="csY3509" fmla="*/ 1220478 h 2454076"/>
                <a:gd name="csX3510" fmla="*/ 1417919 w 1886469"/>
                <a:gd name="csY3510" fmla="*/ 1212702 h 2454076"/>
                <a:gd name="csX3511" fmla="*/ 1420301 w 1886469"/>
                <a:gd name="csY3511" fmla="*/ 1208404 h 2454076"/>
                <a:gd name="csX3512" fmla="*/ 1422096 w 1886469"/>
                <a:gd name="csY3512" fmla="*/ 1206768 h 2454076"/>
                <a:gd name="csX3513" fmla="*/ 1427757 w 1886469"/>
                <a:gd name="csY3513" fmla="*/ 1206106 h 2454076"/>
                <a:gd name="csX3514" fmla="*/ 1430892 w 1886469"/>
                <a:gd name="csY3514" fmla="*/ 1201518 h 2454076"/>
                <a:gd name="csX3515" fmla="*/ 1433577 w 1886469"/>
                <a:gd name="csY3515" fmla="*/ 1200057 h 2454076"/>
                <a:gd name="csX3516" fmla="*/ 1434696 w 1886469"/>
                <a:gd name="csY3516" fmla="*/ 1200034 h 2454076"/>
                <a:gd name="csX3517" fmla="*/ 1436979 w 1886469"/>
                <a:gd name="csY3517" fmla="*/ 1201746 h 2454076"/>
                <a:gd name="csX3518" fmla="*/ 1436842 w 1886469"/>
                <a:gd name="csY3518" fmla="*/ 1203549 h 2454076"/>
                <a:gd name="csX3519" fmla="*/ 1433532 w 1886469"/>
                <a:gd name="csY3519" fmla="*/ 1211721 h 2454076"/>
                <a:gd name="csX3520" fmla="*/ 1426517 w 1886469"/>
                <a:gd name="csY3520" fmla="*/ 1224846 h 2454076"/>
                <a:gd name="csX3521" fmla="*/ 1429378 w 1886469"/>
                <a:gd name="csY3521" fmla="*/ 1223354 h 2454076"/>
                <a:gd name="csX3522" fmla="*/ 1431318 w 1886469"/>
                <a:gd name="csY3522" fmla="*/ 1220242 h 2454076"/>
                <a:gd name="csX3523" fmla="*/ 1433912 w 1886469"/>
                <a:gd name="csY3523" fmla="*/ 1217131 h 2454076"/>
                <a:gd name="csX3524" fmla="*/ 1436857 w 1886469"/>
                <a:gd name="csY3524" fmla="*/ 1212512 h 2454076"/>
                <a:gd name="csX3525" fmla="*/ 1438805 w 1886469"/>
                <a:gd name="csY3525" fmla="*/ 1216697 h 2454076"/>
                <a:gd name="csX3526" fmla="*/ 1441802 w 1886469"/>
                <a:gd name="csY3526" fmla="*/ 1219809 h 2454076"/>
                <a:gd name="csX3527" fmla="*/ 1443590 w 1886469"/>
                <a:gd name="csY3527" fmla="*/ 1226900 h 2454076"/>
                <a:gd name="csX3528" fmla="*/ 1446482 w 1886469"/>
                <a:gd name="csY3528" fmla="*/ 1230301 h 2454076"/>
                <a:gd name="csX3529" fmla="*/ 1448232 w 1886469"/>
                <a:gd name="csY3529" fmla="*/ 1232934 h 2454076"/>
                <a:gd name="csX3530" fmla="*/ 1447981 w 1886469"/>
                <a:gd name="csY3530" fmla="*/ 1228475 h 2454076"/>
                <a:gd name="csX3531" fmla="*/ 1445454 w 1886469"/>
                <a:gd name="csY3531" fmla="*/ 1219474 h 2454076"/>
                <a:gd name="csX3532" fmla="*/ 1446147 w 1886469"/>
                <a:gd name="csY3532" fmla="*/ 1215852 h 2454076"/>
                <a:gd name="csX3533" fmla="*/ 1448095 w 1886469"/>
                <a:gd name="csY3533" fmla="*/ 1214041 h 2454076"/>
                <a:gd name="csX3534" fmla="*/ 1454174 w 1886469"/>
                <a:gd name="csY3534" fmla="*/ 1206402 h 2454076"/>
                <a:gd name="csX3535" fmla="*/ 1458420 w 1886469"/>
                <a:gd name="csY3535" fmla="*/ 1208951 h 2454076"/>
                <a:gd name="csX3536" fmla="*/ 1461037 w 1886469"/>
                <a:gd name="csY3536" fmla="*/ 1211211 h 2454076"/>
                <a:gd name="csX3537" fmla="*/ 1462345 w 1886469"/>
                <a:gd name="csY3537" fmla="*/ 1210610 h 2454076"/>
                <a:gd name="csX3538" fmla="*/ 1465648 w 1886469"/>
                <a:gd name="csY3538" fmla="*/ 1210930 h 2454076"/>
                <a:gd name="csX3539" fmla="*/ 1470943 w 1886469"/>
                <a:gd name="csY3539" fmla="*/ 1212162 h 2454076"/>
                <a:gd name="csX3540" fmla="*/ 1476094 w 1886469"/>
                <a:gd name="csY3540" fmla="*/ 1214293 h 2454076"/>
                <a:gd name="csX3541" fmla="*/ 1481101 w 1886469"/>
                <a:gd name="csY3541" fmla="*/ 1217321 h 2454076"/>
                <a:gd name="csX3542" fmla="*/ 1484958 w 1886469"/>
                <a:gd name="csY3542" fmla="*/ 1220851 h 2454076"/>
                <a:gd name="csX3543" fmla="*/ 1487667 w 1886469"/>
                <a:gd name="csY3543" fmla="*/ 1224891 h 2454076"/>
                <a:gd name="csX3544" fmla="*/ 1489310 w 1886469"/>
                <a:gd name="csY3544" fmla="*/ 1227676 h 2454076"/>
                <a:gd name="csX3545" fmla="*/ 1489881 w 1886469"/>
                <a:gd name="csY3545" fmla="*/ 1229213 h 2454076"/>
                <a:gd name="csX3546" fmla="*/ 1490794 w 1886469"/>
                <a:gd name="csY3546" fmla="*/ 1233207 h 2454076"/>
                <a:gd name="csX3547" fmla="*/ 1490094 w 1886469"/>
                <a:gd name="csY3547" fmla="*/ 1235855 h 2454076"/>
                <a:gd name="csX3548" fmla="*/ 1486312 w 1886469"/>
                <a:gd name="csY3548" fmla="*/ 1241942 h 2454076"/>
                <a:gd name="csX3549" fmla="*/ 1484212 w 1886469"/>
                <a:gd name="csY3549" fmla="*/ 1244696 h 2454076"/>
                <a:gd name="csX3550" fmla="*/ 1482120 w 1886469"/>
                <a:gd name="csY3550" fmla="*/ 1245929 h 2454076"/>
                <a:gd name="csX3551" fmla="*/ 1476505 w 1886469"/>
                <a:gd name="csY3551" fmla="*/ 1244719 h 2454076"/>
                <a:gd name="csX3552" fmla="*/ 1474763 w 1886469"/>
                <a:gd name="csY3552" fmla="*/ 1245412 h 2454076"/>
                <a:gd name="csX3553" fmla="*/ 1472929 w 1886469"/>
                <a:gd name="csY3553" fmla="*/ 1247314 h 2454076"/>
                <a:gd name="csX3554" fmla="*/ 1467078 w 1886469"/>
                <a:gd name="csY3554" fmla="*/ 1255607 h 2454076"/>
                <a:gd name="csX3555" fmla="*/ 1463845 w 1886469"/>
                <a:gd name="csY3555" fmla="*/ 1259175 h 2454076"/>
                <a:gd name="csX3556" fmla="*/ 1460664 w 1886469"/>
                <a:gd name="csY3556" fmla="*/ 1261450 h 2454076"/>
                <a:gd name="csX3557" fmla="*/ 1459926 w 1886469"/>
                <a:gd name="csY3557" fmla="*/ 1262645 h 2454076"/>
                <a:gd name="csX3558" fmla="*/ 1466759 w 1886469"/>
                <a:gd name="csY3558" fmla="*/ 1262531 h 2454076"/>
                <a:gd name="csX3559" fmla="*/ 1468653 w 1886469"/>
                <a:gd name="csY3559" fmla="*/ 1260081 h 2454076"/>
                <a:gd name="csX3560" fmla="*/ 1470236 w 1886469"/>
                <a:gd name="csY3560" fmla="*/ 1255478 h 2454076"/>
                <a:gd name="csX3561" fmla="*/ 1473249 w 1886469"/>
                <a:gd name="csY3561" fmla="*/ 1250715 h 2454076"/>
                <a:gd name="csX3562" fmla="*/ 1478940 w 1886469"/>
                <a:gd name="csY3562" fmla="*/ 1248523 h 2454076"/>
                <a:gd name="csX3563" fmla="*/ 1486876 w 1886469"/>
                <a:gd name="csY3563" fmla="*/ 1253225 h 2454076"/>
                <a:gd name="csX3564" fmla="*/ 1490817 w 1886469"/>
                <a:gd name="csY3564" fmla="*/ 1253035 h 2454076"/>
                <a:gd name="csX3565" fmla="*/ 1493830 w 1886469"/>
                <a:gd name="csY3565" fmla="*/ 1248318 h 2454076"/>
                <a:gd name="csX3566" fmla="*/ 1497193 w 1886469"/>
                <a:gd name="csY3566" fmla="*/ 1245092 h 2454076"/>
                <a:gd name="csX3567" fmla="*/ 1498517 w 1886469"/>
                <a:gd name="csY3567" fmla="*/ 1244453 h 2454076"/>
                <a:gd name="csX3568" fmla="*/ 1499232 w 1886469"/>
                <a:gd name="csY3568" fmla="*/ 1244811 h 2454076"/>
                <a:gd name="csX3569" fmla="*/ 1501788 w 1886469"/>
                <a:gd name="csY3569" fmla="*/ 1248173 h 2454076"/>
                <a:gd name="csX3570" fmla="*/ 1502557 w 1886469"/>
                <a:gd name="csY3570" fmla="*/ 1251171 h 2454076"/>
                <a:gd name="csX3571" fmla="*/ 1502504 w 1886469"/>
                <a:gd name="csY3571" fmla="*/ 1257981 h 2454076"/>
                <a:gd name="csX3572" fmla="*/ 1502161 w 1886469"/>
                <a:gd name="csY3572" fmla="*/ 1260035 h 2454076"/>
                <a:gd name="csX3573" fmla="*/ 1499886 w 1886469"/>
                <a:gd name="csY3573" fmla="*/ 1265148 h 2454076"/>
                <a:gd name="csX3574" fmla="*/ 1494332 w 1886469"/>
                <a:gd name="csY3574" fmla="*/ 1272787 h 2454076"/>
                <a:gd name="csX3575" fmla="*/ 1490695 w 1886469"/>
                <a:gd name="csY3575" fmla="*/ 1275640 h 2454076"/>
                <a:gd name="csX3576" fmla="*/ 1486670 w 1886469"/>
                <a:gd name="csY3576" fmla="*/ 1277170 h 2454076"/>
                <a:gd name="csX3577" fmla="*/ 1482280 w 1886469"/>
                <a:gd name="csY3577" fmla="*/ 1279741 h 2454076"/>
                <a:gd name="csX3578" fmla="*/ 1480728 w 1886469"/>
                <a:gd name="csY3578" fmla="*/ 1281811 h 2454076"/>
                <a:gd name="csX3579" fmla="*/ 1479214 w 1886469"/>
                <a:gd name="csY3579" fmla="*/ 1284740 h 2454076"/>
                <a:gd name="csX3580" fmla="*/ 1477700 w 1886469"/>
                <a:gd name="csY3580" fmla="*/ 1286696 h 2454076"/>
                <a:gd name="csX3581" fmla="*/ 1475775 w 1886469"/>
                <a:gd name="csY3581" fmla="*/ 1288316 h 2454076"/>
                <a:gd name="csX3582" fmla="*/ 1478293 w 1886469"/>
                <a:gd name="csY3582" fmla="*/ 1290698 h 2454076"/>
                <a:gd name="csX3583" fmla="*/ 1479252 w 1886469"/>
                <a:gd name="csY3583" fmla="*/ 1290629 h 2454076"/>
                <a:gd name="csX3584" fmla="*/ 1480180 w 1886469"/>
                <a:gd name="csY3584" fmla="*/ 1289206 h 2454076"/>
                <a:gd name="csX3585" fmla="*/ 1482714 w 1886469"/>
                <a:gd name="csY3585" fmla="*/ 1283584 h 2454076"/>
                <a:gd name="csX3586" fmla="*/ 1484601 w 1886469"/>
                <a:gd name="csY3586" fmla="*/ 1281126 h 2454076"/>
                <a:gd name="csX3587" fmla="*/ 1485673 w 1886469"/>
                <a:gd name="csY3587" fmla="*/ 1280609 h 2454076"/>
                <a:gd name="csX3588" fmla="*/ 1486777 w 1886469"/>
                <a:gd name="csY3588" fmla="*/ 1280845 h 2454076"/>
                <a:gd name="csX3589" fmla="*/ 1487850 w 1886469"/>
                <a:gd name="csY3589" fmla="*/ 1281955 h 2454076"/>
                <a:gd name="csX3590" fmla="*/ 1488900 w 1886469"/>
                <a:gd name="csY3590" fmla="*/ 1283926 h 2454076"/>
                <a:gd name="csX3591" fmla="*/ 1488816 w 1886469"/>
                <a:gd name="csY3591" fmla="*/ 1288719 h 2454076"/>
                <a:gd name="csX3592" fmla="*/ 1485620 w 1886469"/>
                <a:gd name="csY3592" fmla="*/ 1307528 h 2454076"/>
                <a:gd name="csX3593" fmla="*/ 1486138 w 1886469"/>
                <a:gd name="csY3593" fmla="*/ 1307475 h 2454076"/>
                <a:gd name="csX3594" fmla="*/ 1488108 w 1886469"/>
                <a:gd name="csY3594" fmla="*/ 1302400 h 2454076"/>
                <a:gd name="csX3595" fmla="*/ 1493822 w 1886469"/>
                <a:gd name="csY3595" fmla="*/ 1282732 h 2454076"/>
                <a:gd name="csX3596" fmla="*/ 1495222 w 1886469"/>
                <a:gd name="csY3596" fmla="*/ 1278760 h 2454076"/>
                <a:gd name="csX3597" fmla="*/ 1497984 w 1886469"/>
                <a:gd name="csY3597" fmla="*/ 1274743 h 2454076"/>
                <a:gd name="csX3598" fmla="*/ 1504170 w 1886469"/>
                <a:gd name="csY3598" fmla="*/ 1268633 h 2454076"/>
                <a:gd name="csX3599" fmla="*/ 1508948 w 1886469"/>
                <a:gd name="csY3599" fmla="*/ 1265422 h 2454076"/>
                <a:gd name="csX3600" fmla="*/ 1514343 w 1886469"/>
                <a:gd name="csY3600" fmla="*/ 1262713 h 2454076"/>
                <a:gd name="csX3601" fmla="*/ 1517219 w 1886469"/>
                <a:gd name="csY3601" fmla="*/ 1261709 h 2454076"/>
                <a:gd name="csX3602" fmla="*/ 1520513 w 1886469"/>
                <a:gd name="csY3602" fmla="*/ 1262386 h 2454076"/>
                <a:gd name="csX3603" fmla="*/ 1522651 w 1886469"/>
                <a:gd name="csY3603" fmla="*/ 1265544 h 2454076"/>
                <a:gd name="csX3604" fmla="*/ 1525542 w 1886469"/>
                <a:gd name="csY3604" fmla="*/ 1266114 h 2454076"/>
                <a:gd name="csX3605" fmla="*/ 1529057 w 1886469"/>
                <a:gd name="csY3605" fmla="*/ 1265323 h 2454076"/>
                <a:gd name="csX3606" fmla="*/ 1531325 w 1886469"/>
                <a:gd name="csY3606" fmla="*/ 1265704 h 2454076"/>
                <a:gd name="csX3607" fmla="*/ 1533897 w 1886469"/>
                <a:gd name="csY3607" fmla="*/ 1266951 h 2454076"/>
                <a:gd name="csX3608" fmla="*/ 1536095 w 1886469"/>
                <a:gd name="csY3608" fmla="*/ 1269287 h 2454076"/>
                <a:gd name="csX3609" fmla="*/ 1539831 w 1886469"/>
                <a:gd name="csY3609" fmla="*/ 1271935 h 2454076"/>
                <a:gd name="csX3610" fmla="*/ 1548269 w 1886469"/>
                <a:gd name="csY3610" fmla="*/ 1276881 h 2454076"/>
                <a:gd name="csX3611" fmla="*/ 1549319 w 1886469"/>
                <a:gd name="csY3611" fmla="*/ 1277923 h 2454076"/>
                <a:gd name="csX3612" fmla="*/ 1550293 w 1886469"/>
                <a:gd name="csY3612" fmla="*/ 1279787 h 2454076"/>
                <a:gd name="csX3613" fmla="*/ 1551206 w 1886469"/>
                <a:gd name="csY3613" fmla="*/ 1282488 h 2454076"/>
                <a:gd name="csX3614" fmla="*/ 1551092 w 1886469"/>
                <a:gd name="csY3614" fmla="*/ 1285151 h 2454076"/>
                <a:gd name="csX3615" fmla="*/ 1549958 w 1886469"/>
                <a:gd name="csY3615" fmla="*/ 1287784 h 2454076"/>
                <a:gd name="csX3616" fmla="*/ 1548551 w 1886469"/>
                <a:gd name="csY3616" fmla="*/ 1289381 h 2454076"/>
                <a:gd name="csX3617" fmla="*/ 1546869 w 1886469"/>
                <a:gd name="csY3617" fmla="*/ 1289967 h 2454076"/>
                <a:gd name="csX3618" fmla="*/ 1545127 w 1886469"/>
                <a:gd name="csY3618" fmla="*/ 1291398 h 2454076"/>
                <a:gd name="csX3619" fmla="*/ 1541908 w 1886469"/>
                <a:gd name="csY3619" fmla="*/ 1295134 h 2454076"/>
                <a:gd name="csX3620" fmla="*/ 1540858 w 1886469"/>
                <a:gd name="csY3620" fmla="*/ 1295765 h 2454076"/>
                <a:gd name="csX3621" fmla="*/ 1535806 w 1886469"/>
                <a:gd name="csY3621" fmla="*/ 1297363 h 2454076"/>
                <a:gd name="csX3622" fmla="*/ 1531127 w 1886469"/>
                <a:gd name="csY3622" fmla="*/ 1298146 h 2454076"/>
                <a:gd name="csX3623" fmla="*/ 1528198 w 1886469"/>
                <a:gd name="csY3623" fmla="*/ 1299638 h 2454076"/>
                <a:gd name="csX3624" fmla="*/ 1522575 w 1886469"/>
                <a:gd name="csY3624" fmla="*/ 1303663 h 2454076"/>
                <a:gd name="csX3625" fmla="*/ 1514829 w 1886469"/>
                <a:gd name="csY3625" fmla="*/ 1311104 h 2454076"/>
                <a:gd name="csX3626" fmla="*/ 1514913 w 1886469"/>
                <a:gd name="csY3626" fmla="*/ 1312861 h 2454076"/>
                <a:gd name="csX3627" fmla="*/ 1518002 w 1886469"/>
                <a:gd name="csY3627" fmla="*/ 1313714 h 2454076"/>
                <a:gd name="csX3628" fmla="*/ 1520505 w 1886469"/>
                <a:gd name="csY3628" fmla="*/ 1312595 h 2454076"/>
                <a:gd name="csX3629" fmla="*/ 1523952 w 1886469"/>
                <a:gd name="csY3629" fmla="*/ 1307467 h 2454076"/>
                <a:gd name="csX3630" fmla="*/ 1527186 w 1886469"/>
                <a:gd name="csY3630" fmla="*/ 1305504 h 2454076"/>
                <a:gd name="csX3631" fmla="*/ 1532245 w 1886469"/>
                <a:gd name="csY3631" fmla="*/ 1303929 h 2454076"/>
                <a:gd name="csX3632" fmla="*/ 1539238 w 1886469"/>
                <a:gd name="csY3632" fmla="*/ 1302552 h 2454076"/>
                <a:gd name="csX3633" fmla="*/ 1542235 w 1886469"/>
                <a:gd name="csY3633" fmla="*/ 1302765 h 2454076"/>
                <a:gd name="csX3634" fmla="*/ 1542776 w 1886469"/>
                <a:gd name="csY3634" fmla="*/ 1303046 h 2454076"/>
                <a:gd name="csX3635" fmla="*/ 1543171 w 1886469"/>
                <a:gd name="csY3635" fmla="*/ 1304264 h 2454076"/>
                <a:gd name="csX3636" fmla="*/ 1543415 w 1886469"/>
                <a:gd name="csY3636" fmla="*/ 1306417 h 2454076"/>
                <a:gd name="csX3637" fmla="*/ 1542266 w 1886469"/>
                <a:gd name="csY3637" fmla="*/ 1309217 h 2454076"/>
                <a:gd name="csX3638" fmla="*/ 1540942 w 1886469"/>
                <a:gd name="csY3638" fmla="*/ 1310541 h 2454076"/>
                <a:gd name="csX3639" fmla="*/ 1537328 w 1886469"/>
                <a:gd name="csY3639" fmla="*/ 1316848 h 2454076"/>
                <a:gd name="csX3640" fmla="*/ 1539702 w 1886469"/>
                <a:gd name="csY3640" fmla="*/ 1318477 h 2454076"/>
                <a:gd name="csX3641" fmla="*/ 1542966 w 1886469"/>
                <a:gd name="csY3641" fmla="*/ 1319176 h 2454076"/>
                <a:gd name="csX3642" fmla="*/ 1544838 w 1886469"/>
                <a:gd name="csY3642" fmla="*/ 1317495 h 2454076"/>
                <a:gd name="csX3643" fmla="*/ 1546519 w 1886469"/>
                <a:gd name="csY3643" fmla="*/ 1313630 h 2454076"/>
                <a:gd name="csX3644" fmla="*/ 1548406 w 1886469"/>
                <a:gd name="csY3644" fmla="*/ 1311477 h 2454076"/>
                <a:gd name="csX3645" fmla="*/ 1550498 w 1886469"/>
                <a:gd name="csY3645" fmla="*/ 1311051 h 2454076"/>
                <a:gd name="csX3646" fmla="*/ 1552340 w 1886469"/>
                <a:gd name="csY3646" fmla="*/ 1310061 h 2454076"/>
                <a:gd name="csX3647" fmla="*/ 1553922 w 1886469"/>
                <a:gd name="csY3647" fmla="*/ 1308509 h 2454076"/>
                <a:gd name="csX3648" fmla="*/ 1554356 w 1886469"/>
                <a:gd name="csY3648" fmla="*/ 1307490 h 2454076"/>
                <a:gd name="csX3649" fmla="*/ 1552043 w 1886469"/>
                <a:gd name="csY3649" fmla="*/ 1305466 h 2454076"/>
                <a:gd name="csX3650" fmla="*/ 1551860 w 1886469"/>
                <a:gd name="csY3650" fmla="*/ 1304233 h 2454076"/>
                <a:gd name="csX3651" fmla="*/ 1552804 w 1886469"/>
                <a:gd name="csY3651" fmla="*/ 1301205 h 2454076"/>
                <a:gd name="csX3652" fmla="*/ 1554500 w 1886469"/>
                <a:gd name="csY3652" fmla="*/ 1297842 h 2454076"/>
                <a:gd name="csX3653" fmla="*/ 1556273 w 1886469"/>
                <a:gd name="csY3653" fmla="*/ 1295750 h 2454076"/>
                <a:gd name="csX3654" fmla="*/ 1557582 w 1886469"/>
                <a:gd name="csY3654" fmla="*/ 1295582 h 2454076"/>
                <a:gd name="csX3655" fmla="*/ 1561934 w 1886469"/>
                <a:gd name="csY3655" fmla="*/ 1297827 h 2454076"/>
                <a:gd name="csX3656" fmla="*/ 1564909 w 1886469"/>
                <a:gd name="csY3656" fmla="*/ 1301738 h 2454076"/>
                <a:gd name="csX3657" fmla="*/ 1572434 w 1886469"/>
                <a:gd name="csY3657" fmla="*/ 1313371 h 2454076"/>
                <a:gd name="csX3658" fmla="*/ 1573400 w 1886469"/>
                <a:gd name="csY3658" fmla="*/ 1315623 h 2454076"/>
                <a:gd name="csX3659" fmla="*/ 1576018 w 1886469"/>
                <a:gd name="csY3659" fmla="*/ 1324183 h 2454076"/>
                <a:gd name="csX3660" fmla="*/ 1576512 w 1886469"/>
                <a:gd name="csY3660" fmla="*/ 1327972 h 2454076"/>
                <a:gd name="csX3661" fmla="*/ 1576086 w 1886469"/>
                <a:gd name="csY3661" fmla="*/ 1330605 h 2454076"/>
                <a:gd name="csX3662" fmla="*/ 1575470 w 1886469"/>
                <a:gd name="csY3662" fmla="*/ 1332210 h 2454076"/>
                <a:gd name="csX3663" fmla="*/ 1574663 w 1886469"/>
                <a:gd name="csY3663" fmla="*/ 1332788 h 2454076"/>
                <a:gd name="csX3664" fmla="*/ 1573012 w 1886469"/>
                <a:gd name="csY3664" fmla="*/ 1332803 h 2454076"/>
                <a:gd name="csX3665" fmla="*/ 1562992 w 1886469"/>
                <a:gd name="csY3665" fmla="*/ 1329326 h 2454076"/>
                <a:gd name="csX3666" fmla="*/ 1558419 w 1886469"/>
                <a:gd name="csY3666" fmla="*/ 1329783 h 2454076"/>
                <a:gd name="csX3667" fmla="*/ 1556418 w 1886469"/>
                <a:gd name="csY3667" fmla="*/ 1330757 h 2454076"/>
                <a:gd name="csX3668" fmla="*/ 1554805 w 1886469"/>
                <a:gd name="csY3668" fmla="*/ 1332210 h 2454076"/>
                <a:gd name="csX3669" fmla="*/ 1553549 w 1886469"/>
                <a:gd name="csY3669" fmla="*/ 1334051 h 2454076"/>
                <a:gd name="csX3670" fmla="*/ 1552659 w 1886469"/>
                <a:gd name="csY3670" fmla="*/ 1336273 h 2454076"/>
                <a:gd name="csX3671" fmla="*/ 1550902 w 1886469"/>
                <a:gd name="csY3671" fmla="*/ 1337521 h 2454076"/>
                <a:gd name="csX3672" fmla="*/ 1544541 w 1886469"/>
                <a:gd name="csY3672" fmla="*/ 1337566 h 2454076"/>
                <a:gd name="csX3673" fmla="*/ 1540973 w 1886469"/>
                <a:gd name="csY3673" fmla="*/ 1338799 h 2454076"/>
                <a:gd name="csX3674" fmla="*/ 1534832 w 1886469"/>
                <a:gd name="csY3674" fmla="*/ 1341804 h 2454076"/>
                <a:gd name="csX3675" fmla="*/ 1532626 w 1886469"/>
                <a:gd name="csY3675" fmla="*/ 1343455 h 2454076"/>
                <a:gd name="csX3676" fmla="*/ 1532131 w 1886469"/>
                <a:gd name="csY3676" fmla="*/ 1345624 h 2454076"/>
                <a:gd name="csX3677" fmla="*/ 1535890 w 1886469"/>
                <a:gd name="csY3677" fmla="*/ 1345251 h 2454076"/>
                <a:gd name="csX3678" fmla="*/ 1542076 w 1886469"/>
                <a:gd name="csY3678" fmla="*/ 1342436 h 2454076"/>
                <a:gd name="csX3679" fmla="*/ 1547889 w 1886469"/>
                <a:gd name="csY3679" fmla="*/ 1341637 h 2454076"/>
                <a:gd name="csX3680" fmla="*/ 1557605 w 1886469"/>
                <a:gd name="csY3680" fmla="*/ 1347823 h 2454076"/>
                <a:gd name="csX3681" fmla="*/ 1560800 w 1886469"/>
                <a:gd name="csY3681" fmla="*/ 1348781 h 2454076"/>
                <a:gd name="csX3682" fmla="*/ 1562581 w 1886469"/>
                <a:gd name="csY3682" fmla="*/ 1347891 h 2454076"/>
                <a:gd name="csX3683" fmla="*/ 1564719 w 1886469"/>
                <a:gd name="csY3683" fmla="*/ 1347617 h 2454076"/>
                <a:gd name="csX3684" fmla="*/ 1572487 w 1886469"/>
                <a:gd name="csY3684" fmla="*/ 1348028 h 2454076"/>
                <a:gd name="csX3685" fmla="*/ 1575120 w 1886469"/>
                <a:gd name="csY3685" fmla="*/ 1348789 h 2454076"/>
                <a:gd name="csX3686" fmla="*/ 1579053 w 1886469"/>
                <a:gd name="csY3686" fmla="*/ 1351155 h 2454076"/>
                <a:gd name="csX3687" fmla="*/ 1585072 w 1886469"/>
                <a:gd name="csY3687" fmla="*/ 1356276 h 2454076"/>
                <a:gd name="csX3688" fmla="*/ 1586228 w 1886469"/>
                <a:gd name="csY3688" fmla="*/ 1357775 h 2454076"/>
                <a:gd name="csX3689" fmla="*/ 1586898 w 1886469"/>
                <a:gd name="csY3689" fmla="*/ 1359350 h 2454076"/>
                <a:gd name="csX3690" fmla="*/ 1587088 w 1886469"/>
                <a:gd name="csY3690" fmla="*/ 1360993 h 2454076"/>
                <a:gd name="csX3691" fmla="*/ 1587027 w 1886469"/>
                <a:gd name="csY3691" fmla="*/ 1365049 h 2454076"/>
                <a:gd name="csX3692" fmla="*/ 1586426 w 1886469"/>
                <a:gd name="csY3692" fmla="*/ 1366418 h 2454076"/>
                <a:gd name="csX3693" fmla="*/ 1584387 w 1886469"/>
                <a:gd name="csY3693" fmla="*/ 1367346 h 2454076"/>
                <a:gd name="csX3694" fmla="*/ 1575736 w 1886469"/>
                <a:gd name="csY3694" fmla="*/ 1366273 h 2454076"/>
                <a:gd name="csX3695" fmla="*/ 1573096 w 1886469"/>
                <a:gd name="csY3695" fmla="*/ 1365429 h 2454076"/>
                <a:gd name="csX3696" fmla="*/ 1569847 w 1886469"/>
                <a:gd name="csY3696" fmla="*/ 1366494 h 2454076"/>
                <a:gd name="csX3697" fmla="*/ 1567215 w 1886469"/>
                <a:gd name="csY3697" fmla="*/ 1366121 h 2454076"/>
                <a:gd name="csX3698" fmla="*/ 1563844 w 1886469"/>
                <a:gd name="csY3698" fmla="*/ 1364501 h 2454076"/>
                <a:gd name="csX3699" fmla="*/ 1560146 w 1886469"/>
                <a:gd name="csY3699" fmla="*/ 1361617 h 2454076"/>
                <a:gd name="csX3700" fmla="*/ 1554599 w 1886469"/>
                <a:gd name="csY3700" fmla="*/ 1364349 h 2454076"/>
                <a:gd name="csX3701" fmla="*/ 1550156 w 1886469"/>
                <a:gd name="csY3701" fmla="*/ 1362576 h 2454076"/>
                <a:gd name="csX3702" fmla="*/ 1545614 w 1886469"/>
                <a:gd name="csY3702" fmla="*/ 1364151 h 2454076"/>
                <a:gd name="csX3703" fmla="*/ 1536605 w 1886469"/>
                <a:gd name="csY3703" fmla="*/ 1370626 h 2454076"/>
                <a:gd name="csX3704" fmla="*/ 1537609 w 1886469"/>
                <a:gd name="csY3704" fmla="*/ 1371736 h 2454076"/>
                <a:gd name="csX3705" fmla="*/ 1549951 w 1886469"/>
                <a:gd name="csY3705" fmla="*/ 1366190 h 2454076"/>
                <a:gd name="csX3706" fmla="*/ 1552332 w 1886469"/>
                <a:gd name="csY3706" fmla="*/ 1366525 h 2454076"/>
                <a:gd name="csX3707" fmla="*/ 1556235 w 1886469"/>
                <a:gd name="csY3707" fmla="*/ 1368556 h 2454076"/>
                <a:gd name="csX3708" fmla="*/ 1562398 w 1886469"/>
                <a:gd name="csY3708" fmla="*/ 1372535 h 2454076"/>
                <a:gd name="csX3709" fmla="*/ 1564125 w 1886469"/>
                <a:gd name="csY3709" fmla="*/ 1374164 h 2454076"/>
                <a:gd name="csX3710" fmla="*/ 1564141 w 1886469"/>
                <a:gd name="csY3710" fmla="*/ 1380403 h 2454076"/>
                <a:gd name="csX3711" fmla="*/ 1563197 w 1886469"/>
                <a:gd name="csY3711" fmla="*/ 1384580 h 2454076"/>
                <a:gd name="csX3712" fmla="*/ 1561310 w 1886469"/>
                <a:gd name="csY3712" fmla="*/ 1389267 h 2454076"/>
                <a:gd name="csX3713" fmla="*/ 1558480 w 1886469"/>
                <a:gd name="csY3713" fmla="*/ 1388635 h 2454076"/>
                <a:gd name="csX3714" fmla="*/ 1551891 w 1886469"/>
                <a:gd name="csY3714" fmla="*/ 1385721 h 2454076"/>
                <a:gd name="csX3715" fmla="*/ 1549197 w 1886469"/>
                <a:gd name="csY3715" fmla="*/ 1385318 h 2454076"/>
                <a:gd name="csX3716" fmla="*/ 1547227 w 1886469"/>
                <a:gd name="csY3716" fmla="*/ 1385797 h 2454076"/>
                <a:gd name="csX3717" fmla="*/ 1544579 w 1886469"/>
                <a:gd name="csY3717" fmla="*/ 1387661 h 2454076"/>
                <a:gd name="csX3718" fmla="*/ 1543324 w 1886469"/>
                <a:gd name="csY3718" fmla="*/ 1387722 h 2454076"/>
                <a:gd name="csX3719" fmla="*/ 1532786 w 1886469"/>
                <a:gd name="csY3719" fmla="*/ 1384024 h 2454076"/>
                <a:gd name="csX3720" fmla="*/ 1530420 w 1886469"/>
                <a:gd name="csY3720" fmla="*/ 1383849 h 2454076"/>
                <a:gd name="csX3721" fmla="*/ 1530146 w 1886469"/>
                <a:gd name="csY3721" fmla="*/ 1384230 h 2454076"/>
                <a:gd name="csX3722" fmla="*/ 1530648 w 1886469"/>
                <a:gd name="csY3722" fmla="*/ 1384960 h 2454076"/>
                <a:gd name="csX3723" fmla="*/ 1540204 w 1886469"/>
                <a:gd name="csY3723" fmla="*/ 1390689 h 2454076"/>
                <a:gd name="csX3724" fmla="*/ 1547272 w 1886469"/>
                <a:gd name="csY3724" fmla="*/ 1391313 h 2454076"/>
                <a:gd name="csX3725" fmla="*/ 1551701 w 1886469"/>
                <a:gd name="csY3725" fmla="*/ 1392302 h 2454076"/>
                <a:gd name="csX3726" fmla="*/ 1554326 w 1886469"/>
                <a:gd name="csY3726" fmla="*/ 1394045 h 2454076"/>
                <a:gd name="csX3727" fmla="*/ 1555566 w 1886469"/>
                <a:gd name="csY3727" fmla="*/ 1395331 h 2454076"/>
                <a:gd name="csX3728" fmla="*/ 1555657 w 1886469"/>
                <a:gd name="csY3728" fmla="*/ 1399135 h 2454076"/>
                <a:gd name="csX3729" fmla="*/ 1558016 w 1886469"/>
                <a:gd name="csY3729" fmla="*/ 1402954 h 2454076"/>
                <a:gd name="csX3730" fmla="*/ 1560138 w 1886469"/>
                <a:gd name="csY3730" fmla="*/ 1404507 h 2454076"/>
                <a:gd name="csX3731" fmla="*/ 1561493 w 1886469"/>
                <a:gd name="csY3731" fmla="*/ 1404583 h 2454076"/>
                <a:gd name="csX3732" fmla="*/ 1563821 w 1886469"/>
                <a:gd name="csY3732" fmla="*/ 1403175 h 2454076"/>
                <a:gd name="csX3733" fmla="*/ 1566172 w 1886469"/>
                <a:gd name="csY3733" fmla="*/ 1402962 h 2454076"/>
                <a:gd name="csX3734" fmla="*/ 1568074 w 1886469"/>
                <a:gd name="csY3734" fmla="*/ 1403936 h 2454076"/>
                <a:gd name="csX3735" fmla="*/ 1570456 w 1886469"/>
                <a:gd name="csY3735" fmla="*/ 1406036 h 2454076"/>
                <a:gd name="csX3736" fmla="*/ 1573332 w 1886469"/>
                <a:gd name="csY3736" fmla="*/ 1406622 h 2454076"/>
                <a:gd name="csX3737" fmla="*/ 1575858 w 1886469"/>
                <a:gd name="csY3737" fmla="*/ 1407900 h 2454076"/>
                <a:gd name="csX3738" fmla="*/ 1577806 w 1886469"/>
                <a:gd name="csY3738" fmla="*/ 1408159 h 2454076"/>
                <a:gd name="csX3739" fmla="*/ 1583291 w 1886469"/>
                <a:gd name="csY3739" fmla="*/ 1407565 h 2454076"/>
                <a:gd name="csX3740" fmla="*/ 1585673 w 1886469"/>
                <a:gd name="csY3740" fmla="*/ 1408364 h 2454076"/>
                <a:gd name="csX3741" fmla="*/ 1586289 w 1886469"/>
                <a:gd name="csY3741" fmla="*/ 1409064 h 2454076"/>
                <a:gd name="csX3742" fmla="*/ 1585254 w 1886469"/>
                <a:gd name="csY3742" fmla="*/ 1410289 h 2454076"/>
                <a:gd name="csX3743" fmla="*/ 1580240 w 1886469"/>
                <a:gd name="csY3743" fmla="*/ 1413218 h 2454076"/>
                <a:gd name="csX3744" fmla="*/ 1579480 w 1886469"/>
                <a:gd name="csY3744" fmla="*/ 1415995 h 2454076"/>
                <a:gd name="csX3745" fmla="*/ 1582310 w 1886469"/>
                <a:gd name="csY3745" fmla="*/ 1419602 h 2454076"/>
                <a:gd name="csX3746" fmla="*/ 1583793 w 1886469"/>
                <a:gd name="csY3746" fmla="*/ 1422356 h 2454076"/>
                <a:gd name="csX3747" fmla="*/ 1583725 w 1886469"/>
                <a:gd name="csY3747" fmla="*/ 1424411 h 2454076"/>
                <a:gd name="csX3748" fmla="*/ 1582211 w 1886469"/>
                <a:gd name="csY3748" fmla="*/ 1429074 h 2454076"/>
                <a:gd name="csX3749" fmla="*/ 1581831 w 1886469"/>
                <a:gd name="csY3749" fmla="*/ 1430946 h 2454076"/>
                <a:gd name="csX3750" fmla="*/ 1582325 w 1886469"/>
                <a:gd name="csY3750" fmla="*/ 1431098 h 2454076"/>
                <a:gd name="csX3751" fmla="*/ 1585970 w 1886469"/>
                <a:gd name="csY3751" fmla="*/ 1427325 h 2454076"/>
                <a:gd name="csX3752" fmla="*/ 1586540 w 1886469"/>
                <a:gd name="csY3752" fmla="*/ 1427804 h 2454076"/>
                <a:gd name="csX3753" fmla="*/ 1586921 w 1886469"/>
                <a:gd name="csY3753" fmla="*/ 1433023 h 2454076"/>
                <a:gd name="csX3754" fmla="*/ 1587385 w 1886469"/>
                <a:gd name="csY3754" fmla="*/ 1432727 h 2454076"/>
                <a:gd name="csX3755" fmla="*/ 1588610 w 1886469"/>
                <a:gd name="csY3755" fmla="*/ 1428413 h 2454076"/>
                <a:gd name="csX3756" fmla="*/ 1588070 w 1886469"/>
                <a:gd name="csY3756" fmla="*/ 1422638 h 2454076"/>
                <a:gd name="csX3757" fmla="*/ 1590207 w 1886469"/>
                <a:gd name="csY3757" fmla="*/ 1420355 h 2454076"/>
                <a:gd name="csX3758" fmla="*/ 1597010 w 1886469"/>
                <a:gd name="csY3758" fmla="*/ 1418620 h 2454076"/>
                <a:gd name="csX3759" fmla="*/ 1595861 w 1886469"/>
                <a:gd name="csY3759" fmla="*/ 1427682 h 2454076"/>
                <a:gd name="csX3760" fmla="*/ 1595686 w 1886469"/>
                <a:gd name="csY3760" fmla="*/ 1432369 h 2454076"/>
                <a:gd name="csX3761" fmla="*/ 1592711 w 1886469"/>
                <a:gd name="csY3761" fmla="*/ 1440130 h 2454076"/>
                <a:gd name="csX3762" fmla="*/ 1590230 w 1886469"/>
                <a:gd name="csY3762" fmla="*/ 1442625 h 2454076"/>
                <a:gd name="csX3763" fmla="*/ 1590306 w 1886469"/>
                <a:gd name="csY3763" fmla="*/ 1443143 h 2454076"/>
                <a:gd name="csX3764" fmla="*/ 1592072 w 1886469"/>
                <a:gd name="csY3764" fmla="*/ 1444124 h 2454076"/>
                <a:gd name="csX3765" fmla="*/ 1593175 w 1886469"/>
                <a:gd name="csY3765" fmla="*/ 1444231 h 2454076"/>
                <a:gd name="csX3766" fmla="*/ 1594233 w 1886469"/>
                <a:gd name="csY3766" fmla="*/ 1443021 h 2454076"/>
                <a:gd name="csX3767" fmla="*/ 1596751 w 1886469"/>
                <a:gd name="csY3767" fmla="*/ 1437041 h 2454076"/>
                <a:gd name="csX3768" fmla="*/ 1601864 w 1886469"/>
                <a:gd name="csY3768" fmla="*/ 1430786 h 2454076"/>
                <a:gd name="csX3769" fmla="*/ 1602792 w 1886469"/>
                <a:gd name="csY3769" fmla="*/ 1430649 h 2454076"/>
                <a:gd name="csX3770" fmla="*/ 1602754 w 1886469"/>
                <a:gd name="csY3770" fmla="*/ 1432917 h 2454076"/>
                <a:gd name="csX3771" fmla="*/ 1602100 w 1886469"/>
                <a:gd name="csY3771" fmla="*/ 1437117 h 2454076"/>
                <a:gd name="csX3772" fmla="*/ 1604458 w 1886469"/>
                <a:gd name="csY3772" fmla="*/ 1439080 h 2454076"/>
                <a:gd name="csX3773" fmla="*/ 1606710 w 1886469"/>
                <a:gd name="csY3773" fmla="*/ 1437132 h 2454076"/>
                <a:gd name="csX3774" fmla="*/ 1607936 w 1886469"/>
                <a:gd name="csY3774" fmla="*/ 1435451 h 2454076"/>
                <a:gd name="csX3775" fmla="*/ 1610766 w 1886469"/>
                <a:gd name="csY3775" fmla="*/ 1435694 h 2454076"/>
                <a:gd name="csX3776" fmla="*/ 1612052 w 1886469"/>
                <a:gd name="csY3776" fmla="*/ 1436493 h 2454076"/>
                <a:gd name="csX3777" fmla="*/ 1612432 w 1886469"/>
                <a:gd name="csY3777" fmla="*/ 1438342 h 2454076"/>
                <a:gd name="csX3778" fmla="*/ 1611131 w 1886469"/>
                <a:gd name="csY3778" fmla="*/ 1446064 h 2454076"/>
                <a:gd name="csX3779" fmla="*/ 1611367 w 1886469"/>
                <a:gd name="csY3779" fmla="*/ 1447967 h 2454076"/>
                <a:gd name="csX3780" fmla="*/ 1614349 w 1886469"/>
                <a:gd name="csY3780" fmla="*/ 1453079 h 2454076"/>
                <a:gd name="csX3781" fmla="*/ 1614654 w 1886469"/>
                <a:gd name="csY3781" fmla="*/ 1452768 h 2454076"/>
                <a:gd name="csX3782" fmla="*/ 1614091 w 1886469"/>
                <a:gd name="csY3782" fmla="*/ 1450302 h 2454076"/>
                <a:gd name="csX3783" fmla="*/ 1613475 w 1886469"/>
                <a:gd name="csY3783" fmla="*/ 1444200 h 2454076"/>
                <a:gd name="csX3784" fmla="*/ 1614053 w 1886469"/>
                <a:gd name="csY3784" fmla="*/ 1441545 h 2454076"/>
                <a:gd name="csX3785" fmla="*/ 1616510 w 1886469"/>
                <a:gd name="csY3785" fmla="*/ 1438129 h 2454076"/>
                <a:gd name="csX3786" fmla="*/ 1621547 w 1886469"/>
                <a:gd name="csY3786" fmla="*/ 1433198 h 2454076"/>
                <a:gd name="csX3787" fmla="*/ 1623419 w 1886469"/>
                <a:gd name="csY3787" fmla="*/ 1432217 h 2454076"/>
                <a:gd name="csX3788" fmla="*/ 1624583 w 1886469"/>
                <a:gd name="csY3788" fmla="*/ 1432886 h 2454076"/>
                <a:gd name="csX3789" fmla="*/ 1626440 w 1886469"/>
                <a:gd name="csY3789" fmla="*/ 1435260 h 2454076"/>
                <a:gd name="csX3790" fmla="*/ 1625861 w 1886469"/>
                <a:gd name="csY3790" fmla="*/ 1436675 h 2454076"/>
                <a:gd name="csX3791" fmla="*/ 1623860 w 1886469"/>
                <a:gd name="csY3791" fmla="*/ 1438152 h 2454076"/>
                <a:gd name="csX3792" fmla="*/ 1622377 w 1886469"/>
                <a:gd name="csY3792" fmla="*/ 1440822 h 2454076"/>
                <a:gd name="csX3793" fmla="*/ 1621403 w 1886469"/>
                <a:gd name="csY3793" fmla="*/ 1444680 h 2454076"/>
                <a:gd name="csX3794" fmla="*/ 1622483 w 1886469"/>
                <a:gd name="csY3794" fmla="*/ 1446734 h 2454076"/>
                <a:gd name="csX3795" fmla="*/ 1626569 w 1886469"/>
                <a:gd name="csY3795" fmla="*/ 1446917 h 2454076"/>
                <a:gd name="csX3796" fmla="*/ 1630670 w 1886469"/>
                <a:gd name="csY3796" fmla="*/ 1443751 h 2454076"/>
                <a:gd name="csX3797" fmla="*/ 1633029 w 1886469"/>
                <a:gd name="csY3797" fmla="*/ 1445311 h 2454076"/>
                <a:gd name="csX3798" fmla="*/ 1635828 w 1886469"/>
                <a:gd name="csY3798" fmla="*/ 1449412 h 2454076"/>
                <a:gd name="csX3799" fmla="*/ 1640957 w 1886469"/>
                <a:gd name="csY3799" fmla="*/ 1455986 h 2454076"/>
                <a:gd name="csX3800" fmla="*/ 1643878 w 1886469"/>
                <a:gd name="csY3800" fmla="*/ 1454198 h 2454076"/>
                <a:gd name="csX3801" fmla="*/ 1647493 w 1886469"/>
                <a:gd name="csY3801" fmla="*/ 1459174 h 2454076"/>
                <a:gd name="csX3802" fmla="*/ 1642638 w 1886469"/>
                <a:gd name="csY3802" fmla="*/ 1463108 h 2454076"/>
                <a:gd name="csX3803" fmla="*/ 1644122 w 1886469"/>
                <a:gd name="csY3803" fmla="*/ 1471348 h 2454076"/>
                <a:gd name="csX3804" fmla="*/ 1637814 w 1886469"/>
                <a:gd name="csY3804" fmla="*/ 1471013 h 2454076"/>
                <a:gd name="csX3805" fmla="*/ 1634269 w 1886469"/>
                <a:gd name="csY3805" fmla="*/ 1471652 h 2454076"/>
                <a:gd name="csX3806" fmla="*/ 1631895 w 1886469"/>
                <a:gd name="csY3806" fmla="*/ 1470914 h 2454076"/>
                <a:gd name="csX3807" fmla="*/ 1629346 w 1886469"/>
                <a:gd name="csY3807" fmla="*/ 1471173 h 2454076"/>
                <a:gd name="csX3808" fmla="*/ 1631712 w 1886469"/>
                <a:gd name="csY3808" fmla="*/ 1473113 h 2454076"/>
                <a:gd name="csX3809" fmla="*/ 1636270 w 1886469"/>
                <a:gd name="csY3809" fmla="*/ 1473912 h 2454076"/>
                <a:gd name="csX3810" fmla="*/ 1636688 w 1886469"/>
                <a:gd name="csY3810" fmla="*/ 1476392 h 2454076"/>
                <a:gd name="csX3811" fmla="*/ 1640264 w 1886469"/>
                <a:gd name="csY3811" fmla="*/ 1476331 h 2454076"/>
                <a:gd name="csX3812" fmla="*/ 1642950 w 1886469"/>
                <a:gd name="csY3812" fmla="*/ 1475852 h 2454076"/>
                <a:gd name="csX3813" fmla="*/ 1647797 w 1886469"/>
                <a:gd name="csY3813" fmla="*/ 1475951 h 2454076"/>
                <a:gd name="csX3814" fmla="*/ 1648056 w 1886469"/>
                <a:gd name="csY3814" fmla="*/ 1473098 h 2454076"/>
                <a:gd name="csX3815" fmla="*/ 1651206 w 1886469"/>
                <a:gd name="csY3815" fmla="*/ 1471469 h 2454076"/>
                <a:gd name="csX3816" fmla="*/ 1653016 w 1886469"/>
                <a:gd name="csY3816" fmla="*/ 1469674 h 2454076"/>
                <a:gd name="csX3817" fmla="*/ 1654523 w 1886469"/>
                <a:gd name="csY3817" fmla="*/ 1470739 h 2454076"/>
                <a:gd name="csX3818" fmla="*/ 1658905 w 1886469"/>
                <a:gd name="csY3818" fmla="*/ 1471956 h 2454076"/>
                <a:gd name="csX3819" fmla="*/ 1664794 w 1886469"/>
                <a:gd name="csY3819" fmla="*/ 1477556 h 2454076"/>
                <a:gd name="csX3820" fmla="*/ 1662200 w 1886469"/>
                <a:gd name="csY3820" fmla="*/ 1480896 h 2454076"/>
                <a:gd name="csX3821" fmla="*/ 1661492 w 1886469"/>
                <a:gd name="csY3821" fmla="*/ 1484046 h 2454076"/>
                <a:gd name="csX3822" fmla="*/ 1660617 w 1886469"/>
                <a:gd name="csY3822" fmla="*/ 1486709 h 2454076"/>
                <a:gd name="csX3823" fmla="*/ 1660130 w 1886469"/>
                <a:gd name="csY3823" fmla="*/ 1489106 h 2454076"/>
                <a:gd name="csX3824" fmla="*/ 1659096 w 1886469"/>
                <a:gd name="csY3824" fmla="*/ 1490749 h 2454076"/>
                <a:gd name="csX3825" fmla="*/ 1650665 w 1886469"/>
                <a:gd name="csY3825" fmla="*/ 1500108 h 2454076"/>
                <a:gd name="csX3826" fmla="*/ 1652065 w 1886469"/>
                <a:gd name="csY3826" fmla="*/ 1500192 h 2454076"/>
                <a:gd name="csX3827" fmla="*/ 1655634 w 1886469"/>
                <a:gd name="csY3827" fmla="*/ 1497940 h 2454076"/>
                <a:gd name="csX3828" fmla="*/ 1662588 w 1886469"/>
                <a:gd name="csY3828" fmla="*/ 1494569 h 2454076"/>
                <a:gd name="csX3829" fmla="*/ 1666461 w 1886469"/>
                <a:gd name="csY3829" fmla="*/ 1493215 h 2454076"/>
                <a:gd name="csX3830" fmla="*/ 1669215 w 1886469"/>
                <a:gd name="csY3830" fmla="*/ 1494112 h 2454076"/>
                <a:gd name="csX3831" fmla="*/ 1670607 w 1886469"/>
                <a:gd name="csY3831" fmla="*/ 1494151 h 2454076"/>
                <a:gd name="csX3832" fmla="*/ 1671840 w 1886469"/>
                <a:gd name="csY3832" fmla="*/ 1492948 h 2454076"/>
                <a:gd name="csX3833" fmla="*/ 1674138 w 1886469"/>
                <a:gd name="csY3833" fmla="*/ 1494333 h 2454076"/>
                <a:gd name="csX3834" fmla="*/ 1678901 w 1886469"/>
                <a:gd name="csY3834" fmla="*/ 1495604 h 2454076"/>
                <a:gd name="csX3835" fmla="*/ 1684371 w 1886469"/>
                <a:gd name="csY3835" fmla="*/ 1487896 h 2454076"/>
                <a:gd name="csX3836" fmla="*/ 1687681 w 1886469"/>
                <a:gd name="csY3836" fmla="*/ 1489410 h 2454076"/>
                <a:gd name="csX3837" fmla="*/ 1690762 w 1886469"/>
                <a:gd name="csY3837" fmla="*/ 1494173 h 2454076"/>
                <a:gd name="csX3838" fmla="*/ 1697367 w 1886469"/>
                <a:gd name="csY3838" fmla="*/ 1502489 h 2454076"/>
                <a:gd name="csX3839" fmla="*/ 1700813 w 1886469"/>
                <a:gd name="csY3839" fmla="*/ 1507306 h 2454076"/>
                <a:gd name="csX3840" fmla="*/ 1701955 w 1886469"/>
                <a:gd name="csY3840" fmla="*/ 1509489 h 2454076"/>
                <a:gd name="csX3841" fmla="*/ 1701795 w 1886469"/>
                <a:gd name="csY3841" fmla="*/ 1511635 h 2454076"/>
                <a:gd name="csX3842" fmla="*/ 1698683 w 1886469"/>
                <a:gd name="csY3842" fmla="*/ 1513902 h 2454076"/>
                <a:gd name="csX3843" fmla="*/ 1697085 w 1886469"/>
                <a:gd name="csY3843" fmla="*/ 1514359 h 2454076"/>
                <a:gd name="csX3844" fmla="*/ 1692893 w 1886469"/>
                <a:gd name="csY3844" fmla="*/ 1510075 h 2454076"/>
                <a:gd name="csX3845" fmla="*/ 1689043 w 1886469"/>
                <a:gd name="csY3845" fmla="*/ 1507907 h 2454076"/>
                <a:gd name="csX3846" fmla="*/ 1686699 w 1886469"/>
                <a:gd name="csY3846" fmla="*/ 1508143 h 2454076"/>
                <a:gd name="csX3847" fmla="*/ 1684371 w 1886469"/>
                <a:gd name="csY3847" fmla="*/ 1509794 h 2454076"/>
                <a:gd name="csX3848" fmla="*/ 1685102 w 1886469"/>
                <a:gd name="csY3848" fmla="*/ 1510714 h 2454076"/>
                <a:gd name="csX3849" fmla="*/ 1694430 w 1886469"/>
                <a:gd name="csY3849" fmla="*/ 1517303 h 2454076"/>
                <a:gd name="csX3850" fmla="*/ 1696058 w 1886469"/>
                <a:gd name="csY3850" fmla="*/ 1522142 h 2454076"/>
                <a:gd name="csX3851" fmla="*/ 1696180 w 1886469"/>
                <a:gd name="csY3851" fmla="*/ 1524250 h 2454076"/>
                <a:gd name="csX3852" fmla="*/ 1689948 w 1886469"/>
                <a:gd name="csY3852" fmla="*/ 1527438 h 2454076"/>
                <a:gd name="csX3853" fmla="*/ 1687947 w 1886469"/>
                <a:gd name="csY3853" fmla="*/ 1527621 h 2454076"/>
                <a:gd name="csX3854" fmla="*/ 1683633 w 1886469"/>
                <a:gd name="csY3854" fmla="*/ 1526099 h 2454076"/>
                <a:gd name="csX3855" fmla="*/ 1681107 w 1886469"/>
                <a:gd name="csY3855" fmla="*/ 1523253 h 2454076"/>
                <a:gd name="csX3856" fmla="*/ 1679022 w 1886469"/>
                <a:gd name="csY3856" fmla="*/ 1522226 h 2454076"/>
                <a:gd name="csX3857" fmla="*/ 1676131 w 1886469"/>
                <a:gd name="csY3857" fmla="*/ 1521884 h 2454076"/>
                <a:gd name="csX3858" fmla="*/ 1675203 w 1886469"/>
                <a:gd name="csY3858" fmla="*/ 1522439 h 2454076"/>
                <a:gd name="csX3859" fmla="*/ 1678353 w 1886469"/>
                <a:gd name="csY3859" fmla="*/ 1527278 h 2454076"/>
                <a:gd name="csX3860" fmla="*/ 1678048 w 1886469"/>
                <a:gd name="csY3860" fmla="*/ 1528724 h 2454076"/>
                <a:gd name="csX3861" fmla="*/ 1676420 w 1886469"/>
                <a:gd name="csY3861" fmla="*/ 1529667 h 2454076"/>
                <a:gd name="csX3862" fmla="*/ 1675621 w 1886469"/>
                <a:gd name="csY3862" fmla="*/ 1531988 h 2454076"/>
                <a:gd name="csX3863" fmla="*/ 1681845 w 1886469"/>
                <a:gd name="csY3863" fmla="*/ 1536165 h 2454076"/>
                <a:gd name="csX3864" fmla="*/ 1686502 w 1886469"/>
                <a:gd name="csY3864" fmla="*/ 1540395 h 2454076"/>
                <a:gd name="csX3865" fmla="*/ 1687186 w 1886469"/>
                <a:gd name="csY3865" fmla="*/ 1542092 h 2454076"/>
                <a:gd name="csX3866" fmla="*/ 1684044 w 1886469"/>
                <a:gd name="csY3866" fmla="*/ 1543348 h 2454076"/>
                <a:gd name="csX3867" fmla="*/ 1681792 w 1886469"/>
                <a:gd name="csY3867" fmla="*/ 1543637 h 2454076"/>
                <a:gd name="csX3868" fmla="*/ 1677021 w 1886469"/>
                <a:gd name="csY3868" fmla="*/ 1543020 h 2454076"/>
                <a:gd name="csX3869" fmla="*/ 1674404 w 1886469"/>
                <a:gd name="csY3869" fmla="*/ 1542130 h 2454076"/>
                <a:gd name="csX3870" fmla="*/ 1673681 w 1886469"/>
                <a:gd name="csY3870" fmla="*/ 1543081 h 2454076"/>
                <a:gd name="csX3871" fmla="*/ 1676382 w 1886469"/>
                <a:gd name="csY3871" fmla="*/ 1545303 h 2454076"/>
                <a:gd name="csX3872" fmla="*/ 1677432 w 1886469"/>
                <a:gd name="csY3872" fmla="*/ 1546794 h 2454076"/>
                <a:gd name="csX3873" fmla="*/ 1678246 w 1886469"/>
                <a:gd name="csY3873" fmla="*/ 1548871 h 2454076"/>
                <a:gd name="csX3874" fmla="*/ 1678718 w 1886469"/>
                <a:gd name="csY3874" fmla="*/ 1550827 h 2454076"/>
                <a:gd name="csX3875" fmla="*/ 1678855 w 1886469"/>
                <a:gd name="csY3875" fmla="*/ 1552653 h 2454076"/>
                <a:gd name="csX3876" fmla="*/ 1676641 w 1886469"/>
                <a:gd name="csY3876" fmla="*/ 1554152 h 2454076"/>
                <a:gd name="csX3877" fmla="*/ 1673978 w 1886469"/>
                <a:gd name="csY3877" fmla="*/ 1558352 h 2454076"/>
                <a:gd name="csX3878" fmla="*/ 1672936 w 1886469"/>
                <a:gd name="csY3878" fmla="*/ 1562688 h 2454076"/>
                <a:gd name="csX3879" fmla="*/ 1670531 w 1886469"/>
                <a:gd name="csY3879" fmla="*/ 1563099 h 2454076"/>
                <a:gd name="csX3880" fmla="*/ 1669557 w 1886469"/>
                <a:gd name="csY3880" fmla="*/ 1562285 h 2454076"/>
                <a:gd name="csX3881" fmla="*/ 1666316 w 1886469"/>
                <a:gd name="csY3881" fmla="*/ 1563601 h 2454076"/>
                <a:gd name="csX3882" fmla="*/ 1662040 w 1886469"/>
                <a:gd name="csY3882" fmla="*/ 1561791 h 2454076"/>
                <a:gd name="csX3883" fmla="*/ 1660511 w 1886469"/>
                <a:gd name="csY3883" fmla="*/ 1559812 h 2454076"/>
                <a:gd name="csX3884" fmla="*/ 1655854 w 1886469"/>
                <a:gd name="csY3884" fmla="*/ 1551626 h 2454076"/>
                <a:gd name="csX3885" fmla="*/ 1655732 w 1886469"/>
                <a:gd name="csY3885" fmla="*/ 1552546 h 2454076"/>
                <a:gd name="csX3886" fmla="*/ 1656897 w 1886469"/>
                <a:gd name="csY3886" fmla="*/ 1556685 h 2454076"/>
                <a:gd name="csX3887" fmla="*/ 1656661 w 1886469"/>
                <a:gd name="csY3887" fmla="*/ 1559135 h 2454076"/>
                <a:gd name="csX3888" fmla="*/ 1651731 w 1886469"/>
                <a:gd name="csY3888" fmla="*/ 1560908 h 2454076"/>
                <a:gd name="csX3889" fmla="*/ 1651746 w 1886469"/>
                <a:gd name="csY3889" fmla="*/ 1561600 h 2454076"/>
                <a:gd name="csX3890" fmla="*/ 1654774 w 1886469"/>
                <a:gd name="csY3890" fmla="*/ 1562886 h 2454076"/>
                <a:gd name="csX3891" fmla="*/ 1658441 w 1886469"/>
                <a:gd name="csY3891" fmla="*/ 1563883 h 2454076"/>
                <a:gd name="csX3892" fmla="*/ 1657870 w 1886469"/>
                <a:gd name="csY3892" fmla="*/ 1567680 h 2454076"/>
                <a:gd name="csX3893" fmla="*/ 1657886 w 1886469"/>
                <a:gd name="csY3893" fmla="*/ 1583734 h 2454076"/>
                <a:gd name="csX3894" fmla="*/ 1657064 w 1886469"/>
                <a:gd name="csY3894" fmla="*/ 1589387 h 2454076"/>
                <a:gd name="csX3895" fmla="*/ 1655268 w 1886469"/>
                <a:gd name="csY3895" fmla="*/ 1594310 h 2454076"/>
                <a:gd name="csX3896" fmla="*/ 1652689 w 1886469"/>
                <a:gd name="csY3896" fmla="*/ 1599004 h 2454076"/>
                <a:gd name="csX3897" fmla="*/ 1649904 w 1886469"/>
                <a:gd name="csY3897" fmla="*/ 1595930 h 2454076"/>
                <a:gd name="csX3898" fmla="*/ 1648786 w 1886469"/>
                <a:gd name="csY3898" fmla="*/ 1592780 h 2454076"/>
                <a:gd name="csX3899" fmla="*/ 1647850 w 1886469"/>
                <a:gd name="csY3899" fmla="*/ 1591167 h 2454076"/>
                <a:gd name="csX3900" fmla="*/ 1646518 w 1886469"/>
                <a:gd name="csY3900" fmla="*/ 1589851 h 2454076"/>
                <a:gd name="csX3901" fmla="*/ 1644791 w 1886469"/>
                <a:gd name="csY3901" fmla="*/ 1589227 h 2454076"/>
                <a:gd name="csX3902" fmla="*/ 1642973 w 1886469"/>
                <a:gd name="csY3902" fmla="*/ 1589204 h 2454076"/>
                <a:gd name="csX3903" fmla="*/ 1641040 w 1886469"/>
                <a:gd name="csY3903" fmla="*/ 1592027 h 2454076"/>
                <a:gd name="csX3904" fmla="*/ 1638933 w 1886469"/>
                <a:gd name="csY3904" fmla="*/ 1589592 h 2454076"/>
                <a:gd name="csX3905" fmla="*/ 1636901 w 1886469"/>
                <a:gd name="csY3905" fmla="*/ 1586640 h 2454076"/>
                <a:gd name="csX3906" fmla="*/ 1637670 w 1886469"/>
                <a:gd name="csY3906" fmla="*/ 1578887 h 2454076"/>
                <a:gd name="csX3907" fmla="*/ 1638530 w 1886469"/>
                <a:gd name="csY3907" fmla="*/ 1574991 h 2454076"/>
                <a:gd name="csX3908" fmla="*/ 1638187 w 1886469"/>
                <a:gd name="csY3908" fmla="*/ 1575014 h 2454076"/>
                <a:gd name="csX3909" fmla="*/ 1637031 w 1886469"/>
                <a:gd name="csY3909" fmla="*/ 1576863 h 2454076"/>
                <a:gd name="csX3910" fmla="*/ 1634253 w 1886469"/>
                <a:gd name="csY3910" fmla="*/ 1582554 h 2454076"/>
                <a:gd name="csX3911" fmla="*/ 1632435 w 1886469"/>
                <a:gd name="csY3911" fmla="*/ 1589471 h 2454076"/>
                <a:gd name="csX3912" fmla="*/ 1630084 w 1886469"/>
                <a:gd name="csY3912" fmla="*/ 1586815 h 2454076"/>
                <a:gd name="csX3913" fmla="*/ 1627961 w 1886469"/>
                <a:gd name="csY3913" fmla="*/ 1583498 h 2454076"/>
                <a:gd name="csX3914" fmla="*/ 1626211 w 1886469"/>
                <a:gd name="csY3914" fmla="*/ 1580165 h 2454076"/>
                <a:gd name="csX3915" fmla="*/ 1623373 w 1886469"/>
                <a:gd name="csY3915" fmla="*/ 1576308 h 2454076"/>
                <a:gd name="csX3916" fmla="*/ 1620627 w 1886469"/>
                <a:gd name="csY3916" fmla="*/ 1571758 h 2454076"/>
                <a:gd name="csX3917" fmla="*/ 1619189 w 1886469"/>
                <a:gd name="csY3917" fmla="*/ 1566386 h 2454076"/>
                <a:gd name="csX3918" fmla="*/ 1618519 w 1886469"/>
                <a:gd name="csY3918" fmla="*/ 1565275 h 2454076"/>
                <a:gd name="csX3919" fmla="*/ 1616921 w 1886469"/>
                <a:gd name="csY3919" fmla="*/ 1560779 h 2454076"/>
                <a:gd name="csX3920" fmla="*/ 1616290 w 1886469"/>
                <a:gd name="csY3920" fmla="*/ 1559493 h 2454076"/>
                <a:gd name="csX3921" fmla="*/ 1615734 w 1886469"/>
                <a:gd name="csY3921" fmla="*/ 1559059 h 2454076"/>
                <a:gd name="csX3922" fmla="*/ 1614365 w 1886469"/>
                <a:gd name="csY3922" fmla="*/ 1556244 h 2454076"/>
                <a:gd name="csX3923" fmla="*/ 1614867 w 1886469"/>
                <a:gd name="csY3923" fmla="*/ 1553223 h 2454076"/>
                <a:gd name="csX3924" fmla="*/ 1617028 w 1886469"/>
                <a:gd name="csY3924" fmla="*/ 1549647 h 2454076"/>
                <a:gd name="csX3925" fmla="*/ 1618991 w 1886469"/>
                <a:gd name="csY3925" fmla="*/ 1547076 h 2454076"/>
                <a:gd name="csX3926" fmla="*/ 1622255 w 1886469"/>
                <a:gd name="csY3926" fmla="*/ 1544534 h 2454076"/>
                <a:gd name="csX3927" fmla="*/ 1626067 w 1886469"/>
                <a:gd name="csY3927" fmla="*/ 1543104 h 2454076"/>
                <a:gd name="csX3928" fmla="*/ 1627801 w 1886469"/>
                <a:gd name="csY3928" fmla="*/ 1539809 h 2454076"/>
                <a:gd name="csX3929" fmla="*/ 1629924 w 1886469"/>
                <a:gd name="csY3929" fmla="*/ 1533791 h 2454076"/>
                <a:gd name="csX3930" fmla="*/ 1632252 w 1886469"/>
                <a:gd name="csY3930" fmla="*/ 1529584 h 2454076"/>
                <a:gd name="csX3931" fmla="*/ 1634786 w 1886469"/>
                <a:gd name="csY3931" fmla="*/ 1527202 h 2454076"/>
                <a:gd name="csX3932" fmla="*/ 1633523 w 1886469"/>
                <a:gd name="csY3932" fmla="*/ 1526753 h 2454076"/>
                <a:gd name="csX3933" fmla="*/ 1630305 w 1886469"/>
                <a:gd name="csY3933" fmla="*/ 1528800 h 2454076"/>
                <a:gd name="csX3934" fmla="*/ 1628045 w 1886469"/>
                <a:gd name="csY3934" fmla="*/ 1531775 h 2454076"/>
                <a:gd name="csX3935" fmla="*/ 1625352 w 1886469"/>
                <a:gd name="csY3935" fmla="*/ 1536713 h 2454076"/>
                <a:gd name="csX3936" fmla="*/ 1622848 w 1886469"/>
                <a:gd name="csY3936" fmla="*/ 1539855 h 2454076"/>
                <a:gd name="csX3937" fmla="*/ 1616427 w 1886469"/>
                <a:gd name="csY3937" fmla="*/ 1543500 h 2454076"/>
                <a:gd name="csX3938" fmla="*/ 1614068 w 1886469"/>
                <a:gd name="csY3938" fmla="*/ 1544230 h 2454076"/>
                <a:gd name="csX3939" fmla="*/ 1611336 w 1886469"/>
                <a:gd name="csY3939" fmla="*/ 1544618 h 2454076"/>
                <a:gd name="csX3940" fmla="*/ 1605311 w 1886469"/>
                <a:gd name="csY3940" fmla="*/ 1544108 h 2454076"/>
                <a:gd name="csX3941" fmla="*/ 1603918 w 1886469"/>
                <a:gd name="csY3941" fmla="*/ 1542883 h 2454076"/>
                <a:gd name="csX3942" fmla="*/ 1604641 w 1886469"/>
                <a:gd name="csY3942" fmla="*/ 1539399 h 2454076"/>
                <a:gd name="csX3943" fmla="*/ 1608932 w 1886469"/>
                <a:gd name="csY3943" fmla="*/ 1533160 h 2454076"/>
                <a:gd name="csX3944" fmla="*/ 1608247 w 1886469"/>
                <a:gd name="csY3944" fmla="*/ 1532718 h 2454076"/>
                <a:gd name="csX3945" fmla="*/ 1606741 w 1886469"/>
                <a:gd name="csY3945" fmla="*/ 1534932 h 2454076"/>
                <a:gd name="csX3946" fmla="*/ 1604671 w 1886469"/>
                <a:gd name="csY3946" fmla="*/ 1536462 h 2454076"/>
                <a:gd name="csX3947" fmla="*/ 1602876 w 1886469"/>
                <a:gd name="csY3947" fmla="*/ 1537245 h 2454076"/>
                <a:gd name="csX3948" fmla="*/ 1600236 w 1886469"/>
                <a:gd name="csY3948" fmla="*/ 1536964 h 2454076"/>
                <a:gd name="csX3949" fmla="*/ 1597139 w 1886469"/>
                <a:gd name="csY3949" fmla="*/ 1533076 h 2454076"/>
                <a:gd name="csX3950" fmla="*/ 1595671 w 1886469"/>
                <a:gd name="csY3950" fmla="*/ 1531874 h 2454076"/>
                <a:gd name="csX3951" fmla="*/ 1592642 w 1886469"/>
                <a:gd name="csY3951" fmla="*/ 1530527 h 2454076"/>
                <a:gd name="csX3952" fmla="*/ 1591410 w 1886469"/>
                <a:gd name="csY3952" fmla="*/ 1529188 h 2454076"/>
                <a:gd name="csX3953" fmla="*/ 1586380 w 1886469"/>
                <a:gd name="csY3953" fmla="*/ 1519571 h 2454076"/>
                <a:gd name="csX3954" fmla="*/ 1585368 w 1886469"/>
                <a:gd name="csY3954" fmla="*/ 1517007 h 2454076"/>
                <a:gd name="csX3955" fmla="*/ 1584775 w 1886469"/>
                <a:gd name="csY3955" fmla="*/ 1514473 h 2454076"/>
                <a:gd name="csX3956" fmla="*/ 1583162 w 1886469"/>
                <a:gd name="csY3956" fmla="*/ 1512350 h 2454076"/>
                <a:gd name="csX3957" fmla="*/ 1580522 w 1886469"/>
                <a:gd name="csY3957" fmla="*/ 1510615 h 2454076"/>
                <a:gd name="csX3958" fmla="*/ 1579913 w 1886469"/>
                <a:gd name="csY3958" fmla="*/ 1510905 h 2454076"/>
                <a:gd name="csX3959" fmla="*/ 1580864 w 1886469"/>
                <a:gd name="csY3959" fmla="*/ 1513073 h 2454076"/>
                <a:gd name="csX3960" fmla="*/ 1580895 w 1886469"/>
                <a:gd name="csY3960" fmla="*/ 1514937 h 2454076"/>
                <a:gd name="csX3961" fmla="*/ 1578589 w 1886469"/>
                <a:gd name="csY3961" fmla="*/ 1516101 h 2454076"/>
                <a:gd name="csX3962" fmla="*/ 1576185 w 1886469"/>
                <a:gd name="csY3962" fmla="*/ 1515698 h 2454076"/>
                <a:gd name="csX3963" fmla="*/ 1573667 w 1886469"/>
                <a:gd name="csY3963" fmla="*/ 1513727 h 2454076"/>
                <a:gd name="csX3964" fmla="*/ 1573446 w 1886469"/>
                <a:gd name="csY3964" fmla="*/ 1516375 h 2454076"/>
                <a:gd name="csX3965" fmla="*/ 1576139 w 1886469"/>
                <a:gd name="csY3965" fmla="*/ 1521062 h 2454076"/>
                <a:gd name="csX3966" fmla="*/ 1576177 w 1886469"/>
                <a:gd name="csY3966" fmla="*/ 1526974 h 2454076"/>
                <a:gd name="csX3967" fmla="*/ 1575416 w 1886469"/>
                <a:gd name="csY3967" fmla="*/ 1527583 h 2454076"/>
                <a:gd name="csX3968" fmla="*/ 1573583 w 1886469"/>
                <a:gd name="csY3968" fmla="*/ 1527925 h 2454076"/>
                <a:gd name="csX3969" fmla="*/ 1572350 w 1886469"/>
                <a:gd name="csY3969" fmla="*/ 1527195 h 2454076"/>
                <a:gd name="csX3970" fmla="*/ 1568272 w 1886469"/>
                <a:gd name="csY3970" fmla="*/ 1522782 h 2454076"/>
                <a:gd name="csX3971" fmla="*/ 1564407 w 1886469"/>
                <a:gd name="csY3971" fmla="*/ 1519700 h 2454076"/>
                <a:gd name="csX3972" fmla="*/ 1561683 w 1886469"/>
                <a:gd name="csY3972" fmla="*/ 1517988 h 2454076"/>
                <a:gd name="csX3973" fmla="*/ 1561363 w 1886469"/>
                <a:gd name="csY3973" fmla="*/ 1519206 h 2454076"/>
                <a:gd name="csX3974" fmla="*/ 1563129 w 1886469"/>
                <a:gd name="csY3974" fmla="*/ 1524539 h 2454076"/>
                <a:gd name="csX3975" fmla="*/ 1565183 w 1886469"/>
                <a:gd name="csY3975" fmla="*/ 1529781 h 2454076"/>
                <a:gd name="csX3976" fmla="*/ 1568538 w 1886469"/>
                <a:gd name="csY3976" fmla="*/ 1534088 h 2454076"/>
                <a:gd name="csX3977" fmla="*/ 1573887 w 1886469"/>
                <a:gd name="csY3977" fmla="*/ 1539201 h 2454076"/>
                <a:gd name="csX3978" fmla="*/ 1576314 w 1886469"/>
                <a:gd name="csY3978" fmla="*/ 1542138 h 2454076"/>
                <a:gd name="csX3979" fmla="*/ 1574404 w 1886469"/>
                <a:gd name="csY3979" fmla="*/ 1546269 h 2454076"/>
                <a:gd name="csX3980" fmla="*/ 1572738 w 1886469"/>
                <a:gd name="csY3980" fmla="*/ 1547616 h 2454076"/>
                <a:gd name="csX3981" fmla="*/ 1571711 w 1886469"/>
                <a:gd name="csY3981" fmla="*/ 1548042 h 2454076"/>
                <a:gd name="csX3982" fmla="*/ 1568462 w 1886469"/>
                <a:gd name="csY3982" fmla="*/ 1548042 h 2454076"/>
                <a:gd name="csX3983" fmla="*/ 1562543 w 1886469"/>
                <a:gd name="csY3983" fmla="*/ 1545759 h 2454076"/>
                <a:gd name="csX3984" fmla="*/ 1559766 w 1886469"/>
                <a:gd name="csY3984" fmla="*/ 1543211 h 2454076"/>
                <a:gd name="csX3985" fmla="*/ 1555733 w 1886469"/>
                <a:gd name="csY3985" fmla="*/ 1537108 h 2454076"/>
                <a:gd name="csX3986" fmla="*/ 1549060 w 1886469"/>
                <a:gd name="csY3986" fmla="*/ 1530793 h 2454076"/>
                <a:gd name="csX3987" fmla="*/ 1547615 w 1886469"/>
                <a:gd name="csY3987" fmla="*/ 1530831 h 2454076"/>
                <a:gd name="csX3988" fmla="*/ 1542890 w 1886469"/>
                <a:gd name="csY3988" fmla="*/ 1533396 h 2454076"/>
                <a:gd name="csX3989" fmla="*/ 1543628 w 1886469"/>
                <a:gd name="csY3989" fmla="*/ 1533806 h 2454076"/>
                <a:gd name="csX3990" fmla="*/ 1546671 w 1886469"/>
                <a:gd name="csY3990" fmla="*/ 1533989 h 2454076"/>
                <a:gd name="csX3991" fmla="*/ 1548901 w 1886469"/>
                <a:gd name="csY3991" fmla="*/ 1534811 h 2454076"/>
                <a:gd name="csX3992" fmla="*/ 1554242 w 1886469"/>
                <a:gd name="csY3992" fmla="*/ 1539779 h 2454076"/>
                <a:gd name="csX3993" fmla="*/ 1554645 w 1886469"/>
                <a:gd name="csY3993" fmla="*/ 1541879 h 2454076"/>
                <a:gd name="csX3994" fmla="*/ 1553313 w 1886469"/>
                <a:gd name="csY3994" fmla="*/ 1544207 h 2454076"/>
                <a:gd name="csX3995" fmla="*/ 1553397 w 1886469"/>
                <a:gd name="csY3995" fmla="*/ 1547144 h 2454076"/>
                <a:gd name="csX3996" fmla="*/ 1554896 w 1886469"/>
                <a:gd name="csY3996" fmla="*/ 1550675 h 2454076"/>
                <a:gd name="csX3997" fmla="*/ 1556426 w 1886469"/>
                <a:gd name="csY3997" fmla="*/ 1552927 h 2454076"/>
                <a:gd name="csX3998" fmla="*/ 1559560 w 1886469"/>
                <a:gd name="csY3998" fmla="*/ 1554509 h 2454076"/>
                <a:gd name="csX3999" fmla="*/ 1561143 w 1886469"/>
                <a:gd name="csY3999" fmla="*/ 1554722 h 2454076"/>
                <a:gd name="csX4000" fmla="*/ 1561736 w 1886469"/>
                <a:gd name="csY4000" fmla="*/ 1555742 h 2454076"/>
                <a:gd name="csX4001" fmla="*/ 1559857 w 1886469"/>
                <a:gd name="csY4001" fmla="*/ 1563548 h 2454076"/>
                <a:gd name="csX4002" fmla="*/ 1559697 w 1886469"/>
                <a:gd name="csY4002" fmla="*/ 1565671 h 2454076"/>
                <a:gd name="csX4003" fmla="*/ 1560237 w 1886469"/>
                <a:gd name="csY4003" fmla="*/ 1566554 h 2454076"/>
                <a:gd name="csX4004" fmla="*/ 1560892 w 1886469"/>
                <a:gd name="csY4004" fmla="*/ 1566622 h 2454076"/>
                <a:gd name="csX4005" fmla="*/ 1564924 w 1886469"/>
                <a:gd name="csY4005" fmla="*/ 1563434 h 2454076"/>
                <a:gd name="csX4006" fmla="*/ 1566613 w 1886469"/>
                <a:gd name="csY4006" fmla="*/ 1562650 h 2454076"/>
                <a:gd name="csX4007" fmla="*/ 1568074 w 1886469"/>
                <a:gd name="csY4007" fmla="*/ 1562491 h 2454076"/>
                <a:gd name="csX4008" fmla="*/ 1569771 w 1886469"/>
                <a:gd name="csY4008" fmla="*/ 1563388 h 2454076"/>
                <a:gd name="csX4009" fmla="*/ 1571704 w 1886469"/>
                <a:gd name="csY4009" fmla="*/ 1565344 h 2454076"/>
                <a:gd name="csX4010" fmla="*/ 1572845 w 1886469"/>
                <a:gd name="csY4010" fmla="*/ 1567353 h 2454076"/>
                <a:gd name="csX4011" fmla="*/ 1573187 w 1886469"/>
                <a:gd name="csY4011" fmla="*/ 1569422 h 2454076"/>
                <a:gd name="csX4012" fmla="*/ 1573765 w 1886469"/>
                <a:gd name="csY4012" fmla="*/ 1570776 h 2454076"/>
                <a:gd name="csX4013" fmla="*/ 1577729 w 1886469"/>
                <a:gd name="csY4013" fmla="*/ 1572960 h 2454076"/>
                <a:gd name="csX4014" fmla="*/ 1577364 w 1886469"/>
                <a:gd name="csY4014" fmla="*/ 1573980 h 2454076"/>
                <a:gd name="csX4015" fmla="*/ 1573286 w 1886469"/>
                <a:gd name="csY4015" fmla="*/ 1577251 h 2454076"/>
                <a:gd name="csX4016" fmla="*/ 1573065 w 1886469"/>
                <a:gd name="csY4016" fmla="*/ 1577761 h 2454076"/>
                <a:gd name="csX4017" fmla="*/ 1573879 w 1886469"/>
                <a:gd name="csY4017" fmla="*/ 1577997 h 2454076"/>
                <a:gd name="csX4018" fmla="*/ 1576459 w 1886469"/>
                <a:gd name="csY4018" fmla="*/ 1579945 h 2454076"/>
                <a:gd name="csX4019" fmla="*/ 1578833 w 1886469"/>
                <a:gd name="csY4019" fmla="*/ 1582988 h 2454076"/>
                <a:gd name="csX4020" fmla="*/ 1580278 w 1886469"/>
                <a:gd name="csY4020" fmla="*/ 1586602 h 2454076"/>
                <a:gd name="csX4021" fmla="*/ 1580575 w 1886469"/>
                <a:gd name="csY4021" fmla="*/ 1588375 h 2454076"/>
                <a:gd name="csX4022" fmla="*/ 1580560 w 1886469"/>
                <a:gd name="csY4022" fmla="*/ 1590064 h 2454076"/>
                <a:gd name="csX4023" fmla="*/ 1580887 w 1886469"/>
                <a:gd name="csY4023" fmla="*/ 1591068 h 2454076"/>
                <a:gd name="csX4024" fmla="*/ 1582142 w 1886469"/>
                <a:gd name="csY4024" fmla="*/ 1591243 h 2454076"/>
                <a:gd name="csX4025" fmla="*/ 1582652 w 1886469"/>
                <a:gd name="csY4025" fmla="*/ 1590604 h 2454076"/>
                <a:gd name="csX4026" fmla="*/ 1583230 w 1886469"/>
                <a:gd name="csY4026" fmla="*/ 1590726 h 2454076"/>
                <a:gd name="csX4027" fmla="*/ 1583862 w 1886469"/>
                <a:gd name="csY4027" fmla="*/ 1591609 h 2454076"/>
                <a:gd name="csX4028" fmla="*/ 1584524 w 1886469"/>
                <a:gd name="csY4028" fmla="*/ 1594363 h 2454076"/>
                <a:gd name="csX4029" fmla="*/ 1585954 w 1886469"/>
                <a:gd name="csY4029" fmla="*/ 1602405 h 2454076"/>
                <a:gd name="csX4030" fmla="*/ 1586708 w 1886469"/>
                <a:gd name="csY4030" fmla="*/ 1604657 h 2454076"/>
                <a:gd name="csX4031" fmla="*/ 1587141 w 1886469"/>
                <a:gd name="csY4031" fmla="*/ 1604733 h 2454076"/>
                <a:gd name="csX4032" fmla="*/ 1587370 w 1886469"/>
                <a:gd name="csY4032" fmla="*/ 1596683 h 2454076"/>
                <a:gd name="csX4033" fmla="*/ 1588032 w 1886469"/>
                <a:gd name="csY4033" fmla="*/ 1595344 h 2454076"/>
                <a:gd name="csX4034" fmla="*/ 1590542 w 1886469"/>
                <a:gd name="csY4034" fmla="*/ 1596775 h 2454076"/>
                <a:gd name="csX4035" fmla="*/ 1594225 w 1886469"/>
                <a:gd name="csY4035" fmla="*/ 1599917 h 2454076"/>
                <a:gd name="csX4036" fmla="*/ 1596819 w 1886469"/>
                <a:gd name="csY4036" fmla="*/ 1602702 h 2454076"/>
                <a:gd name="csX4037" fmla="*/ 1597124 w 1886469"/>
                <a:gd name="csY4037" fmla="*/ 1604003 h 2454076"/>
                <a:gd name="csX4038" fmla="*/ 1595161 w 1886469"/>
                <a:gd name="csY4038" fmla="*/ 1606529 h 2454076"/>
                <a:gd name="csX4039" fmla="*/ 1595579 w 1886469"/>
                <a:gd name="csY4039" fmla="*/ 1607647 h 2454076"/>
                <a:gd name="csX4040" fmla="*/ 1597017 w 1886469"/>
                <a:gd name="csY4040" fmla="*/ 1609291 h 2454076"/>
                <a:gd name="csX4041" fmla="*/ 1598341 w 1886469"/>
                <a:gd name="csY4041" fmla="*/ 1608667 h 2454076"/>
                <a:gd name="csX4042" fmla="*/ 1599300 w 1886469"/>
                <a:gd name="csY4042" fmla="*/ 1605852 h 2454076"/>
                <a:gd name="csX4043" fmla="*/ 1600951 w 1886469"/>
                <a:gd name="csY4043" fmla="*/ 1603075 h 2454076"/>
                <a:gd name="csX4044" fmla="*/ 1602906 w 1886469"/>
                <a:gd name="csY4044" fmla="*/ 1601104 h 2454076"/>
                <a:gd name="csX4045" fmla="*/ 1606551 w 1886469"/>
                <a:gd name="csY4045" fmla="*/ 1602725 h 2454076"/>
                <a:gd name="csX4046" fmla="*/ 1609564 w 1886469"/>
                <a:gd name="csY4046" fmla="*/ 1606871 h 2454076"/>
                <a:gd name="csX4047" fmla="*/ 1610020 w 1886469"/>
                <a:gd name="csY4047" fmla="*/ 1608294 h 2454076"/>
                <a:gd name="csX4048" fmla="*/ 1611991 w 1886469"/>
                <a:gd name="csY4048" fmla="*/ 1610082 h 2454076"/>
                <a:gd name="csX4049" fmla="*/ 1613726 w 1886469"/>
                <a:gd name="csY4049" fmla="*/ 1609085 h 2454076"/>
                <a:gd name="csX4050" fmla="*/ 1617081 w 1886469"/>
                <a:gd name="csY4050" fmla="*/ 1613818 h 2454076"/>
                <a:gd name="csX4051" fmla="*/ 1615491 w 1886469"/>
                <a:gd name="csY4051" fmla="*/ 1615956 h 2454076"/>
                <a:gd name="csX4052" fmla="*/ 1611998 w 1886469"/>
                <a:gd name="csY4052" fmla="*/ 1619060 h 2454076"/>
                <a:gd name="csX4053" fmla="*/ 1611649 w 1886469"/>
                <a:gd name="csY4053" fmla="*/ 1620110 h 2454076"/>
                <a:gd name="csX4054" fmla="*/ 1612485 w 1886469"/>
                <a:gd name="csY4054" fmla="*/ 1619874 h 2454076"/>
                <a:gd name="csX4055" fmla="*/ 1619135 w 1886469"/>
                <a:gd name="csY4055" fmla="*/ 1619874 h 2454076"/>
                <a:gd name="csX4056" fmla="*/ 1620931 w 1886469"/>
                <a:gd name="csY4056" fmla="*/ 1621115 h 2454076"/>
                <a:gd name="csX4057" fmla="*/ 1621357 w 1886469"/>
                <a:gd name="csY4057" fmla="*/ 1623488 h 2454076"/>
                <a:gd name="csX4058" fmla="*/ 1618405 w 1886469"/>
                <a:gd name="csY4058" fmla="*/ 1630070 h 2454076"/>
                <a:gd name="csX4059" fmla="*/ 1615696 w 1886469"/>
                <a:gd name="csY4059" fmla="*/ 1629484 h 2454076"/>
                <a:gd name="csX4060" fmla="*/ 1612113 w 1886469"/>
                <a:gd name="csY4060" fmla="*/ 1629324 h 2454076"/>
                <a:gd name="csX4061" fmla="*/ 1610271 w 1886469"/>
                <a:gd name="csY4061" fmla="*/ 1629674 h 2454076"/>
                <a:gd name="csX4062" fmla="*/ 1610560 w 1886469"/>
                <a:gd name="csY4062" fmla="*/ 1630526 h 2454076"/>
                <a:gd name="csX4063" fmla="*/ 1615521 w 1886469"/>
                <a:gd name="csY4063" fmla="*/ 1633547 h 2454076"/>
                <a:gd name="csX4064" fmla="*/ 1616929 w 1886469"/>
                <a:gd name="csY4064" fmla="*/ 1636027 h 2454076"/>
                <a:gd name="csX4065" fmla="*/ 1618831 w 1886469"/>
                <a:gd name="csY4065" fmla="*/ 1638561 h 2454076"/>
                <a:gd name="csX4066" fmla="*/ 1619752 w 1886469"/>
                <a:gd name="csY4066" fmla="*/ 1640646 h 2454076"/>
                <a:gd name="csX4067" fmla="*/ 1619729 w 1886469"/>
                <a:gd name="csY4067" fmla="*/ 1641604 h 2454076"/>
                <a:gd name="csX4068" fmla="*/ 1618945 w 1886469"/>
                <a:gd name="csY4068" fmla="*/ 1643042 h 2454076"/>
                <a:gd name="csX4069" fmla="*/ 1619318 w 1886469"/>
                <a:gd name="csY4069" fmla="*/ 1643522 h 2454076"/>
                <a:gd name="csX4070" fmla="*/ 1622719 w 1886469"/>
                <a:gd name="csY4070" fmla="*/ 1644465 h 2454076"/>
                <a:gd name="csX4071" fmla="*/ 1624827 w 1886469"/>
                <a:gd name="csY4071" fmla="*/ 1643621 h 2454076"/>
                <a:gd name="csX4072" fmla="*/ 1627474 w 1886469"/>
                <a:gd name="csY4072" fmla="*/ 1643301 h 2454076"/>
                <a:gd name="csX4073" fmla="*/ 1629810 w 1886469"/>
                <a:gd name="csY4073" fmla="*/ 1643537 h 2454076"/>
                <a:gd name="csX4074" fmla="*/ 1629993 w 1886469"/>
                <a:gd name="csY4074" fmla="*/ 1644435 h 2454076"/>
                <a:gd name="csX4075" fmla="*/ 1629643 w 1886469"/>
                <a:gd name="csY4075" fmla="*/ 1646801 h 2454076"/>
                <a:gd name="csX4076" fmla="*/ 1627254 w 1886469"/>
                <a:gd name="csY4076" fmla="*/ 1648985 h 2454076"/>
                <a:gd name="csX4077" fmla="*/ 1627893 w 1886469"/>
                <a:gd name="csY4077" fmla="*/ 1649494 h 2454076"/>
                <a:gd name="csX4078" fmla="*/ 1630700 w 1886469"/>
                <a:gd name="csY4078" fmla="*/ 1648871 h 2454076"/>
                <a:gd name="csX4079" fmla="*/ 1631986 w 1886469"/>
                <a:gd name="csY4079" fmla="*/ 1649890 h 2454076"/>
                <a:gd name="csX4080" fmla="*/ 1633653 w 1886469"/>
                <a:gd name="csY4080" fmla="*/ 1655064 h 2454076"/>
                <a:gd name="csX4081" fmla="*/ 1635524 w 1886469"/>
                <a:gd name="csY4081" fmla="*/ 1659112 h 2454076"/>
                <a:gd name="csX4082" fmla="*/ 1634002 w 1886469"/>
                <a:gd name="csY4082" fmla="*/ 1660040 h 2454076"/>
                <a:gd name="csX4083" fmla="*/ 1632306 w 1886469"/>
                <a:gd name="csY4083" fmla="*/ 1660390 h 2454076"/>
                <a:gd name="csX4084" fmla="*/ 1632549 w 1886469"/>
                <a:gd name="csY4084" fmla="*/ 1665533 h 2454076"/>
                <a:gd name="csX4085" fmla="*/ 1633653 w 1886469"/>
                <a:gd name="csY4085" fmla="*/ 1670783 h 2454076"/>
                <a:gd name="csX4086" fmla="*/ 1633660 w 1886469"/>
                <a:gd name="csY4086" fmla="*/ 1675797 h 2454076"/>
                <a:gd name="csX4087" fmla="*/ 1633310 w 1886469"/>
                <a:gd name="csY4087" fmla="*/ 1680241 h 2454076"/>
                <a:gd name="csX4088" fmla="*/ 1631758 w 1886469"/>
                <a:gd name="csY4088" fmla="*/ 1681222 h 2454076"/>
                <a:gd name="csX4089" fmla="*/ 1630099 w 1886469"/>
                <a:gd name="csY4089" fmla="*/ 1681123 h 2454076"/>
                <a:gd name="csX4090" fmla="*/ 1629437 w 1886469"/>
                <a:gd name="csY4090" fmla="*/ 1680012 h 2454076"/>
                <a:gd name="csX4091" fmla="*/ 1625367 w 1886469"/>
                <a:gd name="csY4091" fmla="*/ 1666682 h 2454076"/>
                <a:gd name="csX4092" fmla="*/ 1624362 w 1886469"/>
                <a:gd name="csY4092" fmla="*/ 1664263 h 2454076"/>
                <a:gd name="csX4093" fmla="*/ 1623160 w 1886469"/>
                <a:gd name="csY4093" fmla="*/ 1662148 h 2454076"/>
                <a:gd name="csX4094" fmla="*/ 1618846 w 1886469"/>
                <a:gd name="csY4094" fmla="*/ 1656327 h 2454076"/>
                <a:gd name="csX4095" fmla="*/ 1619014 w 1886469"/>
                <a:gd name="csY4095" fmla="*/ 1657263 h 2454076"/>
                <a:gd name="csX4096" fmla="*/ 1620086 w 1886469"/>
                <a:gd name="csY4096" fmla="*/ 1659949 h 2454076"/>
                <a:gd name="csX4097" fmla="*/ 1621037 w 1886469"/>
                <a:gd name="csY4097" fmla="*/ 1663943 h 2454076"/>
                <a:gd name="csX4098" fmla="*/ 1622278 w 1886469"/>
                <a:gd name="csY4098" fmla="*/ 1671871 h 2454076"/>
                <a:gd name="csX4099" fmla="*/ 1622841 w 1886469"/>
                <a:gd name="csY4099" fmla="*/ 1676954 h 2454076"/>
                <a:gd name="csX4100" fmla="*/ 1622590 w 1886469"/>
                <a:gd name="csY4100" fmla="*/ 1678879 h 2454076"/>
                <a:gd name="csX4101" fmla="*/ 1621707 w 1886469"/>
                <a:gd name="csY4101" fmla="*/ 1679351 h 2454076"/>
                <a:gd name="csX4102" fmla="*/ 1621471 w 1886469"/>
                <a:gd name="csY4102" fmla="*/ 1680271 h 2454076"/>
                <a:gd name="csX4103" fmla="*/ 1621890 w 1886469"/>
                <a:gd name="csY4103" fmla="*/ 1681641 h 2454076"/>
                <a:gd name="csX4104" fmla="*/ 1625192 w 1886469"/>
                <a:gd name="csY4104" fmla="*/ 1686792 h 2454076"/>
                <a:gd name="csX4105" fmla="*/ 1626782 w 1886469"/>
                <a:gd name="csY4105" fmla="*/ 1689881 h 2454076"/>
                <a:gd name="csX4106" fmla="*/ 1627908 w 1886469"/>
                <a:gd name="csY4106" fmla="*/ 1693084 h 2454076"/>
                <a:gd name="csX4107" fmla="*/ 1628958 w 1886469"/>
                <a:gd name="csY4107" fmla="*/ 1695245 h 2454076"/>
                <a:gd name="csX4108" fmla="*/ 1629932 w 1886469"/>
                <a:gd name="csY4108" fmla="*/ 1696363 h 2454076"/>
                <a:gd name="csX4109" fmla="*/ 1629688 w 1886469"/>
                <a:gd name="csY4109" fmla="*/ 1697284 h 2454076"/>
                <a:gd name="csX4110" fmla="*/ 1628235 w 1886469"/>
                <a:gd name="csY4110" fmla="*/ 1697991 h 2454076"/>
                <a:gd name="csX4111" fmla="*/ 1625740 w 1886469"/>
                <a:gd name="csY4111" fmla="*/ 1698334 h 2454076"/>
                <a:gd name="csX4112" fmla="*/ 1624576 w 1886469"/>
                <a:gd name="csY4112" fmla="*/ 1697900 h 2454076"/>
                <a:gd name="csX4113" fmla="*/ 1620102 w 1886469"/>
                <a:gd name="csY4113" fmla="*/ 1694940 h 2454076"/>
                <a:gd name="csX4114" fmla="*/ 1619462 w 1886469"/>
                <a:gd name="csY4114" fmla="*/ 1695869 h 2454076"/>
                <a:gd name="csX4115" fmla="*/ 1621943 w 1886469"/>
                <a:gd name="csY4115" fmla="*/ 1706658 h 2454076"/>
                <a:gd name="csX4116" fmla="*/ 1621867 w 1886469"/>
                <a:gd name="csY4116" fmla="*/ 1709222 h 2454076"/>
                <a:gd name="csX4117" fmla="*/ 1620619 w 1886469"/>
                <a:gd name="csY4117" fmla="*/ 1710135 h 2454076"/>
                <a:gd name="csX4118" fmla="*/ 1619082 w 1886469"/>
                <a:gd name="csY4118" fmla="*/ 1709069 h 2454076"/>
                <a:gd name="csX4119" fmla="*/ 1617256 w 1886469"/>
                <a:gd name="csY4119" fmla="*/ 1706018 h 2454076"/>
                <a:gd name="csX4120" fmla="*/ 1614464 w 1886469"/>
                <a:gd name="csY4120" fmla="*/ 1702617 h 2454076"/>
                <a:gd name="csX4121" fmla="*/ 1610705 w 1886469"/>
                <a:gd name="csY4121" fmla="*/ 1698851 h 2454076"/>
                <a:gd name="csX4122" fmla="*/ 1607121 w 1886469"/>
                <a:gd name="csY4122" fmla="*/ 1695899 h 2454076"/>
                <a:gd name="csX4123" fmla="*/ 1606277 w 1886469"/>
                <a:gd name="csY4123" fmla="*/ 1695975 h 2454076"/>
                <a:gd name="csX4124" fmla="*/ 1605729 w 1886469"/>
                <a:gd name="csY4124" fmla="*/ 1696850 h 2454076"/>
                <a:gd name="csX4125" fmla="*/ 1605128 w 1886469"/>
                <a:gd name="csY4125" fmla="*/ 1696995 h 2454076"/>
                <a:gd name="csX4126" fmla="*/ 1604481 w 1886469"/>
                <a:gd name="csY4126" fmla="*/ 1696409 h 2454076"/>
                <a:gd name="csX4127" fmla="*/ 1603279 w 1886469"/>
                <a:gd name="csY4127" fmla="*/ 1694187 h 2454076"/>
                <a:gd name="csX4128" fmla="*/ 1602024 w 1886469"/>
                <a:gd name="csY4128" fmla="*/ 1692673 h 2454076"/>
                <a:gd name="csX4129" fmla="*/ 1596789 w 1886469"/>
                <a:gd name="csY4129" fmla="*/ 1687659 h 2454076"/>
                <a:gd name="csX4130" fmla="*/ 1596249 w 1886469"/>
                <a:gd name="csY4130" fmla="*/ 1687606 h 2454076"/>
                <a:gd name="csX4131" fmla="*/ 1596743 w 1886469"/>
                <a:gd name="csY4131" fmla="*/ 1689112 h 2454076"/>
                <a:gd name="csX4132" fmla="*/ 1597276 w 1886469"/>
                <a:gd name="csY4132" fmla="*/ 1692407 h 2454076"/>
                <a:gd name="csX4133" fmla="*/ 1596682 w 1886469"/>
                <a:gd name="csY4133" fmla="*/ 1693122 h 2454076"/>
                <a:gd name="csX4134" fmla="*/ 1595313 w 1886469"/>
                <a:gd name="csY4134" fmla="*/ 1692856 h 2454076"/>
                <a:gd name="csX4135" fmla="*/ 1592711 w 1886469"/>
                <a:gd name="csY4135" fmla="*/ 1691418 h 2454076"/>
                <a:gd name="csX4136" fmla="*/ 1590961 w 1886469"/>
                <a:gd name="csY4136" fmla="*/ 1688123 h 2454076"/>
                <a:gd name="csX4137" fmla="*/ 1588739 w 1886469"/>
                <a:gd name="csY4137" fmla="*/ 1682379 h 2454076"/>
                <a:gd name="csX4138" fmla="*/ 1587575 w 1886469"/>
                <a:gd name="csY4138" fmla="*/ 1680203 h 2454076"/>
                <a:gd name="csX4139" fmla="*/ 1587468 w 1886469"/>
                <a:gd name="csY4139" fmla="*/ 1681618 h 2454076"/>
                <a:gd name="csX4140" fmla="*/ 1588085 w 1886469"/>
                <a:gd name="csY4140" fmla="*/ 1687088 h 2454076"/>
                <a:gd name="csX4141" fmla="*/ 1587963 w 1886469"/>
                <a:gd name="csY4141" fmla="*/ 1688922 h 2454076"/>
                <a:gd name="csX4142" fmla="*/ 1586662 w 1886469"/>
                <a:gd name="csY4142" fmla="*/ 1689417 h 2454076"/>
                <a:gd name="csX4143" fmla="*/ 1586107 w 1886469"/>
                <a:gd name="csY4143" fmla="*/ 1688914 h 2454076"/>
                <a:gd name="csX4144" fmla="*/ 1585566 w 1886469"/>
                <a:gd name="csY4144" fmla="*/ 1687461 h 2454076"/>
                <a:gd name="csX4145" fmla="*/ 1585041 w 1886469"/>
                <a:gd name="csY4145" fmla="*/ 1685049 h 2454076"/>
                <a:gd name="csX4146" fmla="*/ 1583793 w 1886469"/>
                <a:gd name="csY4146" fmla="*/ 1683208 h 2454076"/>
                <a:gd name="csX4147" fmla="*/ 1581838 w 1886469"/>
                <a:gd name="csY4147" fmla="*/ 1681953 h 2454076"/>
                <a:gd name="csX4148" fmla="*/ 1580735 w 1886469"/>
                <a:gd name="csY4148" fmla="*/ 1680629 h 2454076"/>
                <a:gd name="csX4149" fmla="*/ 1580195 w 1886469"/>
                <a:gd name="csY4149" fmla="*/ 1678278 h 2454076"/>
                <a:gd name="csX4150" fmla="*/ 1579814 w 1886469"/>
                <a:gd name="csY4150" fmla="*/ 1677737 h 2454076"/>
                <a:gd name="csX4151" fmla="*/ 1576352 w 1886469"/>
                <a:gd name="csY4151" fmla="*/ 1678285 h 2454076"/>
                <a:gd name="csX4152" fmla="*/ 1574618 w 1886469"/>
                <a:gd name="csY4152" fmla="*/ 1676589 h 2454076"/>
                <a:gd name="csX4153" fmla="*/ 1569619 w 1886469"/>
                <a:gd name="csY4153" fmla="*/ 1669885 h 2454076"/>
                <a:gd name="csX4154" fmla="*/ 1565038 w 1886469"/>
                <a:gd name="csY4154" fmla="*/ 1662581 h 2454076"/>
                <a:gd name="csX4155" fmla="*/ 1562155 w 1886469"/>
                <a:gd name="csY4155" fmla="*/ 1658701 h 2454076"/>
                <a:gd name="csX4156" fmla="*/ 1561112 w 1886469"/>
                <a:gd name="csY4156" fmla="*/ 1657780 h 2454076"/>
                <a:gd name="csX4157" fmla="*/ 1562642 w 1886469"/>
                <a:gd name="csY4157" fmla="*/ 1662528 h 2454076"/>
                <a:gd name="csX4158" fmla="*/ 1564331 w 1886469"/>
                <a:gd name="csY4158" fmla="*/ 1669505 h 2454076"/>
                <a:gd name="csX4159" fmla="*/ 1564757 w 1886469"/>
                <a:gd name="csY4159" fmla="*/ 1672678 h 2454076"/>
                <a:gd name="csX4160" fmla="*/ 1563981 w 1886469"/>
                <a:gd name="csY4160" fmla="*/ 1672822 h 2454076"/>
                <a:gd name="csX4161" fmla="*/ 1562292 w 1886469"/>
                <a:gd name="csY4161" fmla="*/ 1671415 h 2454076"/>
                <a:gd name="csX4162" fmla="*/ 1553626 w 1886469"/>
                <a:gd name="csY4162" fmla="*/ 1662421 h 2454076"/>
                <a:gd name="csX4163" fmla="*/ 1548284 w 1886469"/>
                <a:gd name="csY4163" fmla="*/ 1658168 h 2454076"/>
                <a:gd name="csX4164" fmla="*/ 1545317 w 1886469"/>
                <a:gd name="csY4164" fmla="*/ 1657415 h 2454076"/>
                <a:gd name="csX4165" fmla="*/ 1540486 w 1886469"/>
                <a:gd name="csY4165" fmla="*/ 1656898 h 2454076"/>
                <a:gd name="csX4166" fmla="*/ 1539375 w 1886469"/>
                <a:gd name="csY4166" fmla="*/ 1659241 h 2454076"/>
                <a:gd name="csX4167" fmla="*/ 1541977 w 1886469"/>
                <a:gd name="csY4167" fmla="*/ 1664430 h 2454076"/>
                <a:gd name="csX4168" fmla="*/ 1544511 w 1886469"/>
                <a:gd name="csY4168" fmla="*/ 1668333 h 2454076"/>
                <a:gd name="csX4169" fmla="*/ 1546976 w 1886469"/>
                <a:gd name="csY4169" fmla="*/ 1670951 h 2454076"/>
                <a:gd name="csX4170" fmla="*/ 1550848 w 1886469"/>
                <a:gd name="csY4170" fmla="*/ 1676033 h 2454076"/>
                <a:gd name="csX4171" fmla="*/ 1554386 w 1886469"/>
                <a:gd name="csY4171" fmla="*/ 1682554 h 2454076"/>
                <a:gd name="csX4172" fmla="*/ 1555817 w 1886469"/>
                <a:gd name="csY4172" fmla="*/ 1684555 h 2454076"/>
                <a:gd name="csX4173" fmla="*/ 1560641 w 1886469"/>
                <a:gd name="csY4173" fmla="*/ 1687324 h 2454076"/>
                <a:gd name="csX4174" fmla="*/ 1563159 w 1886469"/>
                <a:gd name="csY4174" fmla="*/ 1688062 h 2454076"/>
                <a:gd name="csX4175" fmla="*/ 1565754 w 1886469"/>
                <a:gd name="csY4175" fmla="*/ 1688275 h 2454076"/>
                <a:gd name="csX4176" fmla="*/ 1565989 w 1886469"/>
                <a:gd name="csY4176" fmla="*/ 1689257 h 2454076"/>
                <a:gd name="csX4177" fmla="*/ 1564734 w 1886469"/>
                <a:gd name="csY4177" fmla="*/ 1691091 h 2454076"/>
                <a:gd name="csX4178" fmla="*/ 1564453 w 1886469"/>
                <a:gd name="csY4178" fmla="*/ 1692217 h 2454076"/>
                <a:gd name="csX4179" fmla="*/ 1570189 w 1886469"/>
                <a:gd name="csY4179" fmla="*/ 1695093 h 2454076"/>
                <a:gd name="csX4180" fmla="*/ 1572358 w 1886469"/>
                <a:gd name="csY4180" fmla="*/ 1696690 h 2454076"/>
                <a:gd name="csX4181" fmla="*/ 1574450 w 1886469"/>
                <a:gd name="csY4181" fmla="*/ 1699338 h 2454076"/>
                <a:gd name="csX4182" fmla="*/ 1575645 w 1886469"/>
                <a:gd name="csY4182" fmla="*/ 1699993 h 2454076"/>
                <a:gd name="csX4183" fmla="*/ 1580621 w 1886469"/>
                <a:gd name="csY4183" fmla="*/ 1706642 h 2454076"/>
                <a:gd name="csX4184" fmla="*/ 1581861 w 1886469"/>
                <a:gd name="csY4184" fmla="*/ 1707700 h 2454076"/>
                <a:gd name="csX4185" fmla="*/ 1586297 w 1886469"/>
                <a:gd name="csY4185" fmla="*/ 1709853 h 2454076"/>
                <a:gd name="csX4186" fmla="*/ 1587773 w 1886469"/>
                <a:gd name="csY4186" fmla="*/ 1711230 h 2454076"/>
                <a:gd name="csX4187" fmla="*/ 1590215 w 1886469"/>
                <a:gd name="csY4187" fmla="*/ 1715491 h 2454076"/>
                <a:gd name="csX4188" fmla="*/ 1591752 w 1886469"/>
                <a:gd name="csY4188" fmla="*/ 1717660 h 2454076"/>
                <a:gd name="csX4189" fmla="*/ 1593920 w 1886469"/>
                <a:gd name="csY4189" fmla="*/ 1722780 h 2454076"/>
                <a:gd name="csX4190" fmla="*/ 1595541 w 1886469"/>
                <a:gd name="csY4190" fmla="*/ 1725040 h 2454076"/>
                <a:gd name="csX4191" fmla="*/ 1599513 w 1886469"/>
                <a:gd name="csY4191" fmla="*/ 1727619 h 2454076"/>
                <a:gd name="csX4192" fmla="*/ 1601210 w 1886469"/>
                <a:gd name="csY4192" fmla="*/ 1728357 h 2454076"/>
                <a:gd name="csX4193" fmla="*/ 1601970 w 1886469"/>
                <a:gd name="csY4193" fmla="*/ 1729331 h 2454076"/>
                <a:gd name="csX4194" fmla="*/ 1601453 w 1886469"/>
                <a:gd name="csY4194" fmla="*/ 1731644 h 2454076"/>
                <a:gd name="csX4195" fmla="*/ 1600974 w 1886469"/>
                <a:gd name="csY4195" fmla="*/ 1732610 h 2454076"/>
                <a:gd name="csX4196" fmla="*/ 1598706 w 1886469"/>
                <a:gd name="csY4196" fmla="*/ 1734193 h 2454076"/>
                <a:gd name="csX4197" fmla="*/ 1599064 w 1886469"/>
                <a:gd name="csY4197" fmla="*/ 1736399 h 2454076"/>
                <a:gd name="csX4198" fmla="*/ 1600342 w 1886469"/>
                <a:gd name="csY4198" fmla="*/ 1740325 h 2454076"/>
                <a:gd name="csX4199" fmla="*/ 1600289 w 1886469"/>
                <a:gd name="csY4199" fmla="*/ 1742753 h 2454076"/>
                <a:gd name="csX4200" fmla="*/ 1598904 w 1886469"/>
                <a:gd name="csY4200" fmla="*/ 1743696 h 2454076"/>
                <a:gd name="csX4201" fmla="*/ 1596066 w 1886469"/>
                <a:gd name="csY4201" fmla="*/ 1744814 h 2454076"/>
                <a:gd name="csX4202" fmla="*/ 1594636 w 1886469"/>
                <a:gd name="csY4202" fmla="*/ 1744723 h 2454076"/>
                <a:gd name="csX4203" fmla="*/ 1592482 w 1886469"/>
                <a:gd name="csY4203" fmla="*/ 1743795 h 2454076"/>
                <a:gd name="csX4204" fmla="*/ 1589781 w 1886469"/>
                <a:gd name="csY4204" fmla="*/ 1742212 h 2454076"/>
                <a:gd name="csX4205" fmla="*/ 1584402 w 1886469"/>
                <a:gd name="csY4205" fmla="*/ 1738264 h 2454076"/>
                <a:gd name="csX4206" fmla="*/ 1576330 w 1886469"/>
                <a:gd name="csY4206" fmla="*/ 1735524 h 2454076"/>
                <a:gd name="csX4207" fmla="*/ 1573317 w 1886469"/>
                <a:gd name="csY4207" fmla="*/ 1734056 h 2454076"/>
                <a:gd name="csX4208" fmla="*/ 1572312 w 1886469"/>
                <a:gd name="csY4208" fmla="*/ 1732732 h 2454076"/>
                <a:gd name="csX4209" fmla="*/ 1570791 w 1886469"/>
                <a:gd name="csY4209" fmla="*/ 1731948 h 2454076"/>
                <a:gd name="csX4210" fmla="*/ 1550750 w 1886469"/>
                <a:gd name="csY4210" fmla="*/ 1728114 h 2454076"/>
                <a:gd name="csX4211" fmla="*/ 1547394 w 1886469"/>
                <a:gd name="csY4211" fmla="*/ 1727170 h 2454076"/>
                <a:gd name="csX4212" fmla="*/ 1545309 w 1886469"/>
                <a:gd name="csY4212" fmla="*/ 1725999 h 2454076"/>
                <a:gd name="csX4213" fmla="*/ 1543377 w 1886469"/>
                <a:gd name="csY4213" fmla="*/ 1724264 h 2454076"/>
                <a:gd name="csX4214" fmla="*/ 1535730 w 1886469"/>
                <a:gd name="csY4214" fmla="*/ 1720300 h 2454076"/>
                <a:gd name="csX4215" fmla="*/ 1534802 w 1886469"/>
                <a:gd name="csY4215" fmla="*/ 1719432 h 2454076"/>
                <a:gd name="csX4216" fmla="*/ 1529666 w 1886469"/>
                <a:gd name="csY4216" fmla="*/ 1712607 h 2454076"/>
                <a:gd name="csX4217" fmla="*/ 1525847 w 1886469"/>
                <a:gd name="csY4217" fmla="*/ 1704588 h 2454076"/>
                <a:gd name="csX4218" fmla="*/ 1524576 w 1886469"/>
                <a:gd name="csY4218" fmla="*/ 1703508 h 2454076"/>
                <a:gd name="csX4219" fmla="*/ 1520422 w 1886469"/>
                <a:gd name="csY4219" fmla="*/ 1702450 h 2454076"/>
                <a:gd name="csX4220" fmla="*/ 1516952 w 1886469"/>
                <a:gd name="csY4220" fmla="*/ 1703120 h 2454076"/>
                <a:gd name="csX4221" fmla="*/ 1514624 w 1886469"/>
                <a:gd name="csY4221" fmla="*/ 1704002 h 2454076"/>
                <a:gd name="csX4222" fmla="*/ 1511094 w 1886469"/>
                <a:gd name="csY4222" fmla="*/ 1703713 h 2454076"/>
                <a:gd name="csX4223" fmla="*/ 1508788 w 1886469"/>
                <a:gd name="csY4223" fmla="*/ 1702404 h 2454076"/>
                <a:gd name="csX4224" fmla="*/ 1503934 w 1886469"/>
                <a:gd name="csY4224" fmla="*/ 1698775 h 2454076"/>
                <a:gd name="csX4225" fmla="*/ 1499019 w 1886469"/>
                <a:gd name="csY4225" fmla="*/ 1696843 h 2454076"/>
                <a:gd name="csX4226" fmla="*/ 1494735 w 1886469"/>
                <a:gd name="csY4226" fmla="*/ 1693662 h 2454076"/>
                <a:gd name="csX4227" fmla="*/ 1492521 w 1886469"/>
                <a:gd name="csY4227" fmla="*/ 1692536 h 2454076"/>
                <a:gd name="csX4228" fmla="*/ 1492727 w 1886469"/>
                <a:gd name="csY4228" fmla="*/ 1691722 h 2454076"/>
                <a:gd name="csX4229" fmla="*/ 1495930 w 1886469"/>
                <a:gd name="csY4229" fmla="*/ 1686967 h 2454076"/>
                <a:gd name="csX4230" fmla="*/ 1494933 w 1886469"/>
                <a:gd name="csY4230" fmla="*/ 1687035 h 2454076"/>
                <a:gd name="csX4231" fmla="*/ 1489363 w 1886469"/>
                <a:gd name="csY4231" fmla="*/ 1690657 h 2454076"/>
                <a:gd name="csX4232" fmla="*/ 1487362 w 1886469"/>
                <a:gd name="csY4232" fmla="*/ 1689546 h 2454076"/>
                <a:gd name="csX4233" fmla="*/ 1484076 w 1886469"/>
                <a:gd name="csY4233" fmla="*/ 1686700 h 2454076"/>
                <a:gd name="csX4234" fmla="*/ 1481603 w 1886469"/>
                <a:gd name="csY4234" fmla="*/ 1683832 h 2454076"/>
                <a:gd name="csX4235" fmla="*/ 1476513 w 1886469"/>
                <a:gd name="csY4235" fmla="*/ 1675866 h 2454076"/>
                <a:gd name="csX4236" fmla="*/ 1473591 w 1886469"/>
                <a:gd name="csY4236" fmla="*/ 1672967 h 2454076"/>
                <a:gd name="csX4237" fmla="*/ 1474002 w 1886469"/>
                <a:gd name="csY4237" fmla="*/ 1672313 h 2454076"/>
                <a:gd name="csX4238" fmla="*/ 1477289 w 1886469"/>
                <a:gd name="csY4238" fmla="*/ 1672046 h 2454076"/>
                <a:gd name="csX4239" fmla="*/ 1479906 w 1886469"/>
                <a:gd name="csY4239" fmla="*/ 1672297 h 2454076"/>
                <a:gd name="csX4240" fmla="*/ 1481664 w 1886469"/>
                <a:gd name="csY4240" fmla="*/ 1671635 h 2454076"/>
                <a:gd name="csX4241" fmla="*/ 1485050 w 1886469"/>
                <a:gd name="csY4241" fmla="*/ 1668379 h 2454076"/>
                <a:gd name="csX4242" fmla="*/ 1486510 w 1886469"/>
                <a:gd name="csY4242" fmla="*/ 1666325 h 2454076"/>
                <a:gd name="csX4243" fmla="*/ 1486655 w 1886469"/>
                <a:gd name="csY4243" fmla="*/ 1665115 h 2454076"/>
                <a:gd name="csX4244" fmla="*/ 1483824 w 1886469"/>
                <a:gd name="csY4244" fmla="*/ 1664810 h 2454076"/>
                <a:gd name="csX4245" fmla="*/ 1483216 w 1886469"/>
                <a:gd name="csY4245" fmla="*/ 1664225 h 2454076"/>
                <a:gd name="csX4246" fmla="*/ 1482714 w 1886469"/>
                <a:gd name="csY4246" fmla="*/ 1662886 h 2454076"/>
                <a:gd name="csX4247" fmla="*/ 1481413 w 1886469"/>
                <a:gd name="csY4247" fmla="*/ 1661166 h 2454076"/>
                <a:gd name="csX4248" fmla="*/ 1479305 w 1886469"/>
                <a:gd name="csY4248" fmla="*/ 1659074 h 2454076"/>
                <a:gd name="csX4249" fmla="*/ 1476908 w 1886469"/>
                <a:gd name="csY4249" fmla="*/ 1658168 h 2454076"/>
                <a:gd name="csX4250" fmla="*/ 1468676 w 1886469"/>
                <a:gd name="csY4250" fmla="*/ 1658944 h 2454076"/>
                <a:gd name="csX4251" fmla="*/ 1467246 w 1886469"/>
                <a:gd name="csY4251" fmla="*/ 1658024 h 2454076"/>
                <a:gd name="csX4252" fmla="*/ 1467276 w 1886469"/>
                <a:gd name="csY4252" fmla="*/ 1656624 h 2454076"/>
                <a:gd name="csX4253" fmla="*/ 1468881 w 1886469"/>
                <a:gd name="csY4253" fmla="*/ 1652675 h 2454076"/>
                <a:gd name="csX4254" fmla="*/ 1469756 w 1886469"/>
                <a:gd name="csY4254" fmla="*/ 1651085 h 2454076"/>
                <a:gd name="csX4255" fmla="*/ 1470038 w 1886469"/>
                <a:gd name="csY4255" fmla="*/ 1650202 h 2454076"/>
                <a:gd name="csX4256" fmla="*/ 1469718 w 1886469"/>
                <a:gd name="csY4256" fmla="*/ 1650035 h 2454076"/>
                <a:gd name="csX4257" fmla="*/ 1468607 w 1886469"/>
                <a:gd name="csY4257" fmla="*/ 1650134 h 2454076"/>
                <a:gd name="csX4258" fmla="*/ 1463837 w 1886469"/>
                <a:gd name="csY4258" fmla="*/ 1653679 h 2454076"/>
                <a:gd name="csX4259" fmla="*/ 1462802 w 1886469"/>
                <a:gd name="csY4259" fmla="*/ 1653420 h 2454076"/>
                <a:gd name="csX4260" fmla="*/ 1460930 w 1886469"/>
                <a:gd name="csY4260" fmla="*/ 1649677 h 2454076"/>
                <a:gd name="csX4261" fmla="*/ 1459797 w 1886469"/>
                <a:gd name="csY4261" fmla="*/ 1645393 h 2454076"/>
                <a:gd name="csX4262" fmla="*/ 1458967 w 1886469"/>
                <a:gd name="csY4262" fmla="*/ 1643887 h 2454076"/>
                <a:gd name="csX4263" fmla="*/ 1457864 w 1886469"/>
                <a:gd name="csY4263" fmla="*/ 1643377 h 2454076"/>
                <a:gd name="csX4264" fmla="*/ 1453946 w 1886469"/>
                <a:gd name="csY4264" fmla="*/ 1639147 h 2454076"/>
                <a:gd name="csX4265" fmla="*/ 1448369 w 1886469"/>
                <a:gd name="csY4265" fmla="*/ 1631074 h 2454076"/>
                <a:gd name="csX4266" fmla="*/ 1446314 w 1886469"/>
                <a:gd name="csY4266" fmla="*/ 1628540 h 2454076"/>
                <a:gd name="csX4267" fmla="*/ 1444032 w 1886469"/>
                <a:gd name="csY4267" fmla="*/ 1626266 h 2454076"/>
                <a:gd name="csX4268" fmla="*/ 1442381 w 1886469"/>
                <a:gd name="csY4268" fmla="*/ 1625299 h 2454076"/>
                <a:gd name="csX4269" fmla="*/ 1442617 w 1886469"/>
                <a:gd name="csY4269" fmla="*/ 1624105 h 2454076"/>
                <a:gd name="csX4270" fmla="*/ 1446147 w 1886469"/>
                <a:gd name="csY4270" fmla="*/ 1617333 h 2454076"/>
                <a:gd name="csX4271" fmla="*/ 1446292 w 1886469"/>
                <a:gd name="csY4271" fmla="*/ 1616222 h 2454076"/>
                <a:gd name="csX4272" fmla="*/ 1443263 w 1886469"/>
                <a:gd name="csY4272" fmla="*/ 1616641 h 2454076"/>
                <a:gd name="csX4273" fmla="*/ 1438698 w 1886469"/>
                <a:gd name="csY4273" fmla="*/ 1615233 h 2454076"/>
                <a:gd name="csX4274" fmla="*/ 1436530 w 1886469"/>
                <a:gd name="csY4274" fmla="*/ 1616937 h 2454076"/>
                <a:gd name="csX4275" fmla="*/ 1435152 w 1886469"/>
                <a:gd name="csY4275" fmla="*/ 1617036 h 2454076"/>
                <a:gd name="csX4276" fmla="*/ 1433547 w 1886469"/>
                <a:gd name="csY4276" fmla="*/ 1616085 h 2454076"/>
                <a:gd name="csX4277" fmla="*/ 1432642 w 1886469"/>
                <a:gd name="csY4277" fmla="*/ 1616443 h 2454076"/>
                <a:gd name="csX4278" fmla="*/ 1431790 w 1886469"/>
                <a:gd name="csY4278" fmla="*/ 1622005 h 2454076"/>
                <a:gd name="csX4279" fmla="*/ 1431135 w 1886469"/>
                <a:gd name="csY4279" fmla="*/ 1623397 h 2454076"/>
                <a:gd name="csX4280" fmla="*/ 1430184 w 1886469"/>
                <a:gd name="csY4280" fmla="*/ 1624143 h 2454076"/>
                <a:gd name="csX4281" fmla="*/ 1429347 w 1886469"/>
                <a:gd name="csY4281" fmla="*/ 1624044 h 2454076"/>
                <a:gd name="csX4282" fmla="*/ 1428624 w 1886469"/>
                <a:gd name="csY4282" fmla="*/ 1623100 h 2454076"/>
                <a:gd name="csX4283" fmla="*/ 1428640 w 1886469"/>
                <a:gd name="csY4283" fmla="*/ 1621807 h 2454076"/>
                <a:gd name="csX4284" fmla="*/ 1427947 w 1886469"/>
                <a:gd name="csY4284" fmla="*/ 1614967 h 2454076"/>
                <a:gd name="csX4285" fmla="*/ 1426357 w 1886469"/>
                <a:gd name="csY4285" fmla="*/ 1613955 h 2454076"/>
                <a:gd name="csX4286" fmla="*/ 1421860 w 1886469"/>
                <a:gd name="csY4286" fmla="*/ 1613689 h 2454076"/>
                <a:gd name="csX4287" fmla="*/ 1420894 w 1886469"/>
                <a:gd name="csY4287" fmla="*/ 1613133 h 2454076"/>
                <a:gd name="csX4288" fmla="*/ 1419799 w 1886469"/>
                <a:gd name="csY4288" fmla="*/ 1611863 h 2454076"/>
                <a:gd name="csX4289" fmla="*/ 1418863 w 1886469"/>
                <a:gd name="csY4289" fmla="*/ 1609504 h 2454076"/>
                <a:gd name="csX4290" fmla="*/ 1418087 w 1886469"/>
                <a:gd name="csY4290" fmla="*/ 1606065 h 2454076"/>
                <a:gd name="csX4291" fmla="*/ 1417196 w 1886469"/>
                <a:gd name="csY4291" fmla="*/ 1604170 h 2454076"/>
                <a:gd name="csX4292" fmla="*/ 1416192 w 1886469"/>
                <a:gd name="csY4292" fmla="*/ 1603836 h 2454076"/>
                <a:gd name="csX4293" fmla="*/ 1415385 w 1886469"/>
                <a:gd name="csY4293" fmla="*/ 1604117 h 2454076"/>
                <a:gd name="csX4294" fmla="*/ 1414777 w 1886469"/>
                <a:gd name="csY4294" fmla="*/ 1605007 h 2454076"/>
                <a:gd name="csX4295" fmla="*/ 1413377 w 1886469"/>
                <a:gd name="csY4295" fmla="*/ 1605563 h 2454076"/>
                <a:gd name="csX4296" fmla="*/ 1411178 w 1886469"/>
                <a:gd name="csY4296" fmla="*/ 1605776 h 2454076"/>
                <a:gd name="csX4297" fmla="*/ 1411110 w 1886469"/>
                <a:gd name="csY4297" fmla="*/ 1607100 h 2454076"/>
                <a:gd name="csX4298" fmla="*/ 1413171 w 1886469"/>
                <a:gd name="csY4298" fmla="*/ 1609534 h 2454076"/>
                <a:gd name="csX4299" fmla="*/ 1415165 w 1886469"/>
                <a:gd name="csY4299" fmla="*/ 1613004 h 2454076"/>
                <a:gd name="csX4300" fmla="*/ 1417082 w 1886469"/>
                <a:gd name="csY4300" fmla="*/ 1617493 h 2454076"/>
                <a:gd name="csX4301" fmla="*/ 1415918 w 1886469"/>
                <a:gd name="csY4301" fmla="*/ 1620498 h 2454076"/>
                <a:gd name="csX4302" fmla="*/ 1411665 w 1886469"/>
                <a:gd name="csY4302" fmla="*/ 1622028 h 2454076"/>
                <a:gd name="csX4303" fmla="*/ 1407960 w 1886469"/>
                <a:gd name="csY4303" fmla="*/ 1622476 h 2454076"/>
                <a:gd name="csX4304" fmla="*/ 1404802 w 1886469"/>
                <a:gd name="csY4304" fmla="*/ 1621845 h 2454076"/>
                <a:gd name="csX4305" fmla="*/ 1402383 w 1886469"/>
                <a:gd name="csY4305" fmla="*/ 1620803 h 2454076"/>
                <a:gd name="csX4306" fmla="*/ 1398981 w 1886469"/>
                <a:gd name="csY4306" fmla="*/ 1618307 h 2454076"/>
                <a:gd name="csX4307" fmla="*/ 1394127 w 1886469"/>
                <a:gd name="csY4307" fmla="*/ 1619121 h 2454076"/>
                <a:gd name="csX4308" fmla="*/ 1393024 w 1886469"/>
                <a:gd name="csY4308" fmla="*/ 1625672 h 2454076"/>
                <a:gd name="csX4309" fmla="*/ 1391989 w 1886469"/>
                <a:gd name="csY4309" fmla="*/ 1626030 h 2454076"/>
                <a:gd name="csX4310" fmla="*/ 1387363 w 1886469"/>
                <a:gd name="csY4310" fmla="*/ 1625862 h 2454076"/>
                <a:gd name="csX4311" fmla="*/ 1385522 w 1886469"/>
                <a:gd name="csY4311" fmla="*/ 1626441 h 2454076"/>
                <a:gd name="csX4312" fmla="*/ 1379351 w 1886469"/>
                <a:gd name="csY4312" fmla="*/ 1630047 h 2454076"/>
                <a:gd name="csX4313" fmla="*/ 1377472 w 1886469"/>
                <a:gd name="csY4313" fmla="*/ 1630549 h 2454076"/>
                <a:gd name="csX4314" fmla="*/ 1376042 w 1886469"/>
                <a:gd name="csY4314" fmla="*/ 1630123 h 2454076"/>
                <a:gd name="csX4315" fmla="*/ 1374657 w 1886469"/>
                <a:gd name="csY4315" fmla="*/ 1630990 h 2454076"/>
                <a:gd name="csX4316" fmla="*/ 1372580 w 1886469"/>
                <a:gd name="csY4316" fmla="*/ 1633052 h 2454076"/>
                <a:gd name="csX4317" fmla="*/ 1369757 w 1886469"/>
                <a:gd name="csY4317" fmla="*/ 1633265 h 2454076"/>
                <a:gd name="csX4318" fmla="*/ 1366181 w 1886469"/>
                <a:gd name="csY4318" fmla="*/ 1631637 h 2454076"/>
                <a:gd name="csX4319" fmla="*/ 1363145 w 1886469"/>
                <a:gd name="csY4319" fmla="*/ 1630937 h 2454076"/>
                <a:gd name="csX4320" fmla="*/ 1360649 w 1886469"/>
                <a:gd name="csY4320" fmla="*/ 1631165 h 2454076"/>
                <a:gd name="csX4321" fmla="*/ 1358078 w 1886469"/>
                <a:gd name="csY4321" fmla="*/ 1630207 h 2454076"/>
                <a:gd name="csX4322" fmla="*/ 1355430 w 1886469"/>
                <a:gd name="csY4322" fmla="*/ 1628046 h 2454076"/>
                <a:gd name="csX4323" fmla="*/ 1353277 w 1886469"/>
                <a:gd name="csY4323" fmla="*/ 1627080 h 2454076"/>
                <a:gd name="csX4324" fmla="*/ 1350439 w 1886469"/>
                <a:gd name="csY4324" fmla="*/ 1627239 h 2454076"/>
                <a:gd name="csX4325" fmla="*/ 1349784 w 1886469"/>
                <a:gd name="csY4325" fmla="*/ 1626897 h 2454076"/>
                <a:gd name="csX4326" fmla="*/ 1345645 w 1886469"/>
                <a:gd name="csY4326" fmla="*/ 1622256 h 2454076"/>
                <a:gd name="csX4327" fmla="*/ 1344360 w 1886469"/>
                <a:gd name="csY4327" fmla="*/ 1620361 h 2454076"/>
                <a:gd name="csX4328" fmla="*/ 1341598 w 1886469"/>
                <a:gd name="csY4328" fmla="*/ 1614480 h 2454076"/>
                <a:gd name="csX4329" fmla="*/ 1341111 w 1886469"/>
                <a:gd name="csY4329" fmla="*/ 1612144 h 2454076"/>
                <a:gd name="csX4330" fmla="*/ 1341034 w 1886469"/>
                <a:gd name="csY4330" fmla="*/ 1609641 h 2454076"/>
                <a:gd name="csX4331" fmla="*/ 1341278 w 1886469"/>
                <a:gd name="csY4331" fmla="*/ 1607792 h 2454076"/>
                <a:gd name="csX4332" fmla="*/ 1342237 w 1886469"/>
                <a:gd name="csY4332" fmla="*/ 1604992 h 2454076"/>
                <a:gd name="csX4333" fmla="*/ 1343287 w 1886469"/>
                <a:gd name="csY4333" fmla="*/ 1598388 h 2454076"/>
                <a:gd name="csX4334" fmla="*/ 1344146 w 1886469"/>
                <a:gd name="csY4334" fmla="*/ 1596189 h 2454076"/>
                <a:gd name="csX4335" fmla="*/ 1345440 w 1886469"/>
                <a:gd name="csY4335" fmla="*/ 1594188 h 2454076"/>
                <a:gd name="csX4336" fmla="*/ 1347974 w 1886469"/>
                <a:gd name="csY4336" fmla="*/ 1591647 h 2454076"/>
                <a:gd name="csX4337" fmla="*/ 1357127 w 1886469"/>
                <a:gd name="csY4337" fmla="*/ 1587158 h 2454076"/>
                <a:gd name="csX4338" fmla="*/ 1358975 w 1886469"/>
                <a:gd name="csY4338" fmla="*/ 1585377 h 2454076"/>
                <a:gd name="csX4339" fmla="*/ 1358915 w 1886469"/>
                <a:gd name="csY4339" fmla="*/ 1584198 h 2454076"/>
                <a:gd name="csX4340" fmla="*/ 1356830 w 1886469"/>
                <a:gd name="csY4340" fmla="*/ 1578674 h 2454076"/>
                <a:gd name="csX4341" fmla="*/ 1356853 w 1886469"/>
                <a:gd name="csY4341" fmla="*/ 1577251 h 2454076"/>
                <a:gd name="csX4342" fmla="*/ 1357553 w 1886469"/>
                <a:gd name="csY4342" fmla="*/ 1576422 h 2454076"/>
                <a:gd name="csX4343" fmla="*/ 1359036 w 1886469"/>
                <a:gd name="csY4343" fmla="*/ 1573181 h 2454076"/>
                <a:gd name="csX4344" fmla="*/ 1359706 w 1886469"/>
                <a:gd name="csY4344" fmla="*/ 1572275 h 2454076"/>
                <a:gd name="csX4345" fmla="*/ 1361319 w 1886469"/>
                <a:gd name="csY4345" fmla="*/ 1571773 h 2454076"/>
                <a:gd name="csX4346" fmla="*/ 1364674 w 1886469"/>
                <a:gd name="csY4346" fmla="*/ 1573417 h 2454076"/>
                <a:gd name="csX4347" fmla="*/ 1367566 w 1886469"/>
                <a:gd name="csY4347" fmla="*/ 1574078 h 2454076"/>
                <a:gd name="csX4348" fmla="*/ 1371400 w 1886469"/>
                <a:gd name="csY4348" fmla="*/ 1574292 h 2454076"/>
                <a:gd name="csX4349" fmla="*/ 1377746 w 1886469"/>
                <a:gd name="csY4349" fmla="*/ 1576551 h 2454076"/>
                <a:gd name="csX4350" fmla="*/ 1386602 w 1886469"/>
                <a:gd name="csY4350" fmla="*/ 1580850 h 2454076"/>
                <a:gd name="csX4351" fmla="*/ 1391692 w 1886469"/>
                <a:gd name="csY4351" fmla="*/ 1583833 h 2454076"/>
                <a:gd name="csX4352" fmla="*/ 1395542 w 1886469"/>
                <a:gd name="csY4352" fmla="*/ 1588215 h 2454076"/>
                <a:gd name="csX4353" fmla="*/ 1398281 w 1886469"/>
                <a:gd name="csY4353" fmla="*/ 1592506 h 2454076"/>
                <a:gd name="csX4354" fmla="*/ 1398669 w 1886469"/>
                <a:gd name="csY4354" fmla="*/ 1594675 h 2454076"/>
                <a:gd name="csX4355" fmla="*/ 1397399 w 1886469"/>
                <a:gd name="csY4355" fmla="*/ 1598007 h 2454076"/>
                <a:gd name="csX4356" fmla="*/ 1396760 w 1886469"/>
                <a:gd name="csY4356" fmla="*/ 1598981 h 2454076"/>
                <a:gd name="csX4357" fmla="*/ 1396798 w 1886469"/>
                <a:gd name="csY4357" fmla="*/ 1600123 h 2454076"/>
                <a:gd name="csX4358" fmla="*/ 1397513 w 1886469"/>
                <a:gd name="csY4358" fmla="*/ 1601416 h 2454076"/>
                <a:gd name="csX4359" fmla="*/ 1399727 w 1886469"/>
                <a:gd name="csY4359" fmla="*/ 1603303 h 2454076"/>
                <a:gd name="csX4360" fmla="*/ 1400260 w 1886469"/>
                <a:gd name="csY4360" fmla="*/ 1602588 h 2454076"/>
                <a:gd name="csX4361" fmla="*/ 1400092 w 1886469"/>
                <a:gd name="csY4361" fmla="*/ 1600328 h 2454076"/>
                <a:gd name="csX4362" fmla="*/ 1400556 w 1886469"/>
                <a:gd name="csY4362" fmla="*/ 1598426 h 2454076"/>
                <a:gd name="csX4363" fmla="*/ 1401644 w 1886469"/>
                <a:gd name="csY4363" fmla="*/ 1596889 h 2454076"/>
                <a:gd name="csX4364" fmla="*/ 1401766 w 1886469"/>
                <a:gd name="csY4364" fmla="*/ 1594888 h 2454076"/>
                <a:gd name="csX4365" fmla="*/ 1400922 w 1886469"/>
                <a:gd name="csY4365" fmla="*/ 1592423 h 2454076"/>
                <a:gd name="csX4366" fmla="*/ 1399872 w 1886469"/>
                <a:gd name="csY4366" fmla="*/ 1590292 h 2454076"/>
                <a:gd name="csX4367" fmla="*/ 1398609 w 1886469"/>
                <a:gd name="csY4367" fmla="*/ 1588497 h 2454076"/>
                <a:gd name="csX4368" fmla="*/ 1392887 w 1886469"/>
                <a:gd name="csY4368" fmla="*/ 1582303 h 2454076"/>
                <a:gd name="csX4369" fmla="*/ 1392339 w 1886469"/>
                <a:gd name="csY4369" fmla="*/ 1580241 h 2454076"/>
                <a:gd name="csX4370" fmla="*/ 1394256 w 1886469"/>
                <a:gd name="csY4370" fmla="*/ 1579313 h 2454076"/>
                <a:gd name="csX4371" fmla="*/ 1402626 w 1886469"/>
                <a:gd name="csY4371" fmla="*/ 1581398 h 2454076"/>
                <a:gd name="csX4372" fmla="*/ 1405837 w 1886469"/>
                <a:gd name="csY4372" fmla="*/ 1580934 h 2454076"/>
                <a:gd name="csX4373" fmla="*/ 1407054 w 1886469"/>
                <a:gd name="csY4373" fmla="*/ 1578507 h 2454076"/>
                <a:gd name="csX4374" fmla="*/ 1408370 w 1886469"/>
                <a:gd name="csY4374" fmla="*/ 1576848 h 2454076"/>
                <a:gd name="csX4375" fmla="*/ 1409778 w 1886469"/>
                <a:gd name="csY4375" fmla="*/ 1575950 h 2454076"/>
                <a:gd name="csX4376" fmla="*/ 1412593 w 1886469"/>
                <a:gd name="csY4376" fmla="*/ 1575562 h 2454076"/>
                <a:gd name="csX4377" fmla="*/ 1416534 w 1886469"/>
                <a:gd name="csY4377" fmla="*/ 1576696 h 2454076"/>
                <a:gd name="csX4378" fmla="*/ 1418467 w 1886469"/>
                <a:gd name="csY4378" fmla="*/ 1576863 h 2454076"/>
                <a:gd name="csX4379" fmla="*/ 1420179 w 1886469"/>
                <a:gd name="csY4379" fmla="*/ 1576452 h 2454076"/>
                <a:gd name="csX4380" fmla="*/ 1422401 w 1886469"/>
                <a:gd name="csY4380" fmla="*/ 1575128 h 2454076"/>
                <a:gd name="csX4381" fmla="*/ 1425687 w 1886469"/>
                <a:gd name="csY4381" fmla="*/ 1570693 h 2454076"/>
                <a:gd name="csX4382" fmla="*/ 1427787 w 1886469"/>
                <a:gd name="csY4382" fmla="*/ 1569688 h 2454076"/>
                <a:gd name="csX4383" fmla="*/ 1430968 w 1886469"/>
                <a:gd name="csY4383" fmla="*/ 1568988 h 2454076"/>
                <a:gd name="csX4384" fmla="*/ 1433349 w 1886469"/>
                <a:gd name="csY4384" fmla="*/ 1568889 h 2454076"/>
                <a:gd name="csX4385" fmla="*/ 1437671 w 1886469"/>
                <a:gd name="csY4385" fmla="*/ 1570662 h 2454076"/>
                <a:gd name="csX4386" fmla="*/ 1440334 w 1886469"/>
                <a:gd name="csY4386" fmla="*/ 1570617 h 2454076"/>
                <a:gd name="csX4387" fmla="*/ 1440121 w 1886469"/>
                <a:gd name="csY4387" fmla="*/ 1567649 h 2454076"/>
                <a:gd name="csX4388" fmla="*/ 1438356 w 1886469"/>
                <a:gd name="csY4388" fmla="*/ 1561950 h 2454076"/>
                <a:gd name="csX4389" fmla="*/ 1436157 w 1886469"/>
                <a:gd name="csY4389" fmla="*/ 1556069 h 2454076"/>
                <a:gd name="csX4390" fmla="*/ 1434453 w 1886469"/>
                <a:gd name="csY4390" fmla="*/ 1554068 h 2454076"/>
                <a:gd name="csX4391" fmla="*/ 1430032 w 1886469"/>
                <a:gd name="csY4391" fmla="*/ 1550317 h 2454076"/>
                <a:gd name="csX4392" fmla="*/ 1424835 w 1886469"/>
                <a:gd name="csY4392" fmla="*/ 1543218 h 2454076"/>
                <a:gd name="csX4393" fmla="*/ 1422172 w 1886469"/>
                <a:gd name="csY4393" fmla="*/ 1538790 h 2454076"/>
                <a:gd name="csX4394" fmla="*/ 1421472 w 1886469"/>
                <a:gd name="csY4394" fmla="*/ 1536568 h 2454076"/>
                <a:gd name="csX4395" fmla="*/ 1421845 w 1886469"/>
                <a:gd name="csY4395" fmla="*/ 1535092 h 2454076"/>
                <a:gd name="csX4396" fmla="*/ 1422728 w 1886469"/>
                <a:gd name="csY4396" fmla="*/ 1532924 h 2454076"/>
                <a:gd name="csX4397" fmla="*/ 1432147 w 1886469"/>
                <a:gd name="csY4397" fmla="*/ 1524973 h 2454076"/>
                <a:gd name="csX4398" fmla="*/ 1439611 w 1886469"/>
                <a:gd name="csY4398" fmla="*/ 1517030 h 2454076"/>
                <a:gd name="csX4399" fmla="*/ 1442883 w 1886469"/>
                <a:gd name="csY4399" fmla="*/ 1512944 h 2454076"/>
                <a:gd name="csX4400" fmla="*/ 1444458 w 1886469"/>
                <a:gd name="csY4400" fmla="*/ 1510090 h 2454076"/>
                <a:gd name="csX4401" fmla="*/ 1446094 w 1886469"/>
                <a:gd name="csY4401" fmla="*/ 1508013 h 2454076"/>
                <a:gd name="csX4402" fmla="*/ 1447798 w 1886469"/>
                <a:gd name="csY4402" fmla="*/ 1506705 h 2454076"/>
                <a:gd name="csX4403" fmla="*/ 1451382 w 1886469"/>
                <a:gd name="csY4403" fmla="*/ 1505137 h 2454076"/>
                <a:gd name="csX4404" fmla="*/ 1452409 w 1886469"/>
                <a:gd name="csY4404" fmla="*/ 1503129 h 2454076"/>
                <a:gd name="csX4405" fmla="*/ 1452629 w 1886469"/>
                <a:gd name="csY4405" fmla="*/ 1499712 h 2454076"/>
                <a:gd name="csX4406" fmla="*/ 1453230 w 1886469"/>
                <a:gd name="csY4406" fmla="*/ 1496737 h 2454076"/>
                <a:gd name="csX4407" fmla="*/ 1456601 w 1886469"/>
                <a:gd name="csY4407" fmla="*/ 1488710 h 2454076"/>
                <a:gd name="csX4408" fmla="*/ 1459188 w 1886469"/>
                <a:gd name="csY4408" fmla="*/ 1486527 h 2454076"/>
                <a:gd name="csX4409" fmla="*/ 1463091 w 1886469"/>
                <a:gd name="csY4409" fmla="*/ 1485013 h 2454076"/>
                <a:gd name="csX4410" fmla="*/ 1465655 w 1886469"/>
                <a:gd name="csY4410" fmla="*/ 1483072 h 2454076"/>
                <a:gd name="csX4411" fmla="*/ 1468752 w 1886469"/>
                <a:gd name="csY4411" fmla="*/ 1476415 h 2454076"/>
                <a:gd name="csX4412" fmla="*/ 1468448 w 1886469"/>
                <a:gd name="csY4412" fmla="*/ 1474756 h 2454076"/>
                <a:gd name="csX4413" fmla="*/ 1467017 w 1886469"/>
                <a:gd name="csY4413" fmla="*/ 1473493 h 2454076"/>
                <a:gd name="csX4414" fmla="*/ 1465906 w 1886469"/>
                <a:gd name="csY4414" fmla="*/ 1471576 h 2454076"/>
                <a:gd name="csX4415" fmla="*/ 1461136 w 1886469"/>
                <a:gd name="csY4415" fmla="*/ 1453916 h 2454076"/>
                <a:gd name="csX4416" fmla="*/ 1457955 w 1886469"/>
                <a:gd name="csY4416" fmla="*/ 1445304 h 2454076"/>
                <a:gd name="csX4417" fmla="*/ 1454143 w 1886469"/>
                <a:gd name="csY4417" fmla="*/ 1437756 h 2454076"/>
                <a:gd name="csX4418" fmla="*/ 1450735 w 1886469"/>
                <a:gd name="csY4418" fmla="*/ 1428512 h 2454076"/>
                <a:gd name="csX4419" fmla="*/ 1445082 w 1886469"/>
                <a:gd name="csY4419" fmla="*/ 1419343 h 2454076"/>
                <a:gd name="csX4420" fmla="*/ 1445013 w 1886469"/>
                <a:gd name="csY4420" fmla="*/ 1416901 h 2454076"/>
                <a:gd name="csX4421" fmla="*/ 1446018 w 1886469"/>
                <a:gd name="csY4421" fmla="*/ 1414131 h 2454076"/>
                <a:gd name="csX4422" fmla="*/ 1445538 w 1886469"/>
                <a:gd name="csY4422" fmla="*/ 1413500 h 2454076"/>
                <a:gd name="csX4423" fmla="*/ 1439703 w 1886469"/>
                <a:gd name="csY4423" fmla="*/ 1417548 h 2454076"/>
                <a:gd name="csX4424" fmla="*/ 1438325 w 1886469"/>
                <a:gd name="csY4424" fmla="*/ 1417730 h 2454076"/>
                <a:gd name="csX4425" fmla="*/ 1436088 w 1886469"/>
                <a:gd name="csY4425" fmla="*/ 1415973 h 2454076"/>
                <a:gd name="csX4426" fmla="*/ 1434574 w 1886469"/>
                <a:gd name="csY4426" fmla="*/ 1413774 h 2454076"/>
                <a:gd name="csX4427" fmla="*/ 1433311 w 1886469"/>
                <a:gd name="csY4427" fmla="*/ 1409924 h 2454076"/>
                <a:gd name="csX4428" fmla="*/ 1433441 w 1886469"/>
                <a:gd name="csY4428" fmla="*/ 1407907 h 2454076"/>
                <a:gd name="csX4429" fmla="*/ 1434270 w 1886469"/>
                <a:gd name="csY4429" fmla="*/ 1405998 h 2454076"/>
                <a:gd name="csX4430" fmla="*/ 1435381 w 1886469"/>
                <a:gd name="csY4430" fmla="*/ 1401273 h 2454076"/>
                <a:gd name="csX4431" fmla="*/ 1435419 w 1886469"/>
                <a:gd name="csY4431" fmla="*/ 1398861 h 2454076"/>
                <a:gd name="csX4432" fmla="*/ 1435038 w 1886469"/>
                <a:gd name="csY4432" fmla="*/ 1396556 h 2454076"/>
                <a:gd name="csX4433" fmla="*/ 1434536 w 1886469"/>
                <a:gd name="csY4433" fmla="*/ 1394950 h 2454076"/>
                <a:gd name="csX4434" fmla="*/ 1433905 w 1886469"/>
                <a:gd name="csY4434" fmla="*/ 1394045 h 2454076"/>
                <a:gd name="csX4435" fmla="*/ 1432124 w 1886469"/>
                <a:gd name="csY4435" fmla="*/ 1393482 h 2454076"/>
                <a:gd name="csX4436" fmla="*/ 1429180 w 1886469"/>
                <a:gd name="csY4436" fmla="*/ 1393253 h 2454076"/>
                <a:gd name="csX4437" fmla="*/ 1428221 w 1886469"/>
                <a:gd name="csY4437" fmla="*/ 1394075 h 2454076"/>
                <a:gd name="csX4438" fmla="*/ 1431462 w 1886469"/>
                <a:gd name="csY4438" fmla="*/ 1401227 h 2454076"/>
                <a:gd name="csX4439" fmla="*/ 1430968 w 1886469"/>
                <a:gd name="csY4439" fmla="*/ 1402985 h 2454076"/>
                <a:gd name="csX4440" fmla="*/ 1426836 w 1886469"/>
                <a:gd name="csY4440" fmla="*/ 1403753 h 2454076"/>
                <a:gd name="csX4441" fmla="*/ 1424972 w 1886469"/>
                <a:gd name="csY4441" fmla="*/ 1403418 h 2454076"/>
                <a:gd name="csX4442" fmla="*/ 1423268 w 1886469"/>
                <a:gd name="csY4442" fmla="*/ 1402551 h 2454076"/>
                <a:gd name="csX4443" fmla="*/ 1421723 w 1886469"/>
                <a:gd name="csY4443" fmla="*/ 1401151 h 2454076"/>
                <a:gd name="csX4444" fmla="*/ 1416907 w 1886469"/>
                <a:gd name="csY4444" fmla="*/ 1393680 h 2454076"/>
                <a:gd name="csX4445" fmla="*/ 1415888 w 1886469"/>
                <a:gd name="csY4445" fmla="*/ 1390857 h 2454076"/>
                <a:gd name="csX4446" fmla="*/ 1416207 w 1886469"/>
                <a:gd name="csY4446" fmla="*/ 1388802 h 2454076"/>
                <a:gd name="csX4447" fmla="*/ 1415796 w 1886469"/>
                <a:gd name="csY4447" fmla="*/ 1387737 h 2454076"/>
                <a:gd name="csX4448" fmla="*/ 1414815 w 1886469"/>
                <a:gd name="csY4448" fmla="*/ 1388422 h 2454076"/>
                <a:gd name="csX4449" fmla="*/ 1413483 w 1886469"/>
                <a:gd name="csY4449" fmla="*/ 1388468 h 2454076"/>
                <a:gd name="csX4450" fmla="*/ 1411672 w 1886469"/>
                <a:gd name="csY4450" fmla="*/ 1387745 h 2454076"/>
                <a:gd name="csX4451" fmla="*/ 1411300 w 1886469"/>
                <a:gd name="csY4451" fmla="*/ 1386862 h 2454076"/>
                <a:gd name="csX4452" fmla="*/ 1414678 w 1886469"/>
                <a:gd name="csY4452" fmla="*/ 1382784 h 2454076"/>
                <a:gd name="csX4453" fmla="*/ 1414868 w 1886469"/>
                <a:gd name="csY4453" fmla="*/ 1381521 h 2454076"/>
                <a:gd name="csX4454" fmla="*/ 1413308 w 1886469"/>
                <a:gd name="csY4454" fmla="*/ 1380174 h 2454076"/>
                <a:gd name="csX4455" fmla="*/ 1410980 w 1886469"/>
                <a:gd name="csY4455" fmla="*/ 1379900 h 2454076"/>
                <a:gd name="csX4456" fmla="*/ 1410356 w 1886469"/>
                <a:gd name="csY4456" fmla="*/ 1378691 h 2454076"/>
                <a:gd name="csX4457" fmla="*/ 1411147 w 1886469"/>
                <a:gd name="csY4457" fmla="*/ 1377397 h 2454076"/>
                <a:gd name="csX4458" fmla="*/ 1414305 w 1886469"/>
                <a:gd name="csY4458" fmla="*/ 1375153 h 2454076"/>
                <a:gd name="csX4459" fmla="*/ 1415424 w 1886469"/>
                <a:gd name="csY4459" fmla="*/ 1373669 h 2454076"/>
                <a:gd name="csX4460" fmla="*/ 1413529 w 1886469"/>
                <a:gd name="csY4460" fmla="*/ 1372550 h 2454076"/>
                <a:gd name="csX4461" fmla="*/ 1412471 w 1886469"/>
                <a:gd name="csY4461" fmla="*/ 1372452 h 2454076"/>
                <a:gd name="csX4462" fmla="*/ 1410349 w 1886469"/>
                <a:gd name="csY4462" fmla="*/ 1374909 h 2454076"/>
                <a:gd name="csX4463" fmla="*/ 1407153 w 1886469"/>
                <a:gd name="csY4463" fmla="*/ 1379908 h 2454076"/>
                <a:gd name="csX4464" fmla="*/ 1404825 w 1886469"/>
                <a:gd name="csY4464" fmla="*/ 1381757 h 2454076"/>
                <a:gd name="csX4465" fmla="*/ 1401637 w 1886469"/>
                <a:gd name="csY4465" fmla="*/ 1379444 h 2454076"/>
                <a:gd name="csX4466" fmla="*/ 1399628 w 1886469"/>
                <a:gd name="csY4466" fmla="*/ 1378675 h 2454076"/>
                <a:gd name="csX4467" fmla="*/ 1398221 w 1886469"/>
                <a:gd name="csY4467" fmla="*/ 1379178 h 2454076"/>
                <a:gd name="csX4468" fmla="*/ 1396075 w 1886469"/>
                <a:gd name="csY4468" fmla="*/ 1383035 h 2454076"/>
                <a:gd name="csX4469" fmla="*/ 1391396 w 1886469"/>
                <a:gd name="csY4469" fmla="*/ 1385850 h 2454076"/>
                <a:gd name="csX4470" fmla="*/ 1383011 w 1886469"/>
                <a:gd name="csY4470" fmla="*/ 1392462 h 2454076"/>
                <a:gd name="csX4471" fmla="*/ 1379412 w 1886469"/>
                <a:gd name="csY4471" fmla="*/ 1394562 h 2454076"/>
                <a:gd name="csX4472" fmla="*/ 1375532 w 1886469"/>
                <a:gd name="csY4472" fmla="*/ 1394189 h 2454076"/>
                <a:gd name="csX4473" fmla="*/ 1374794 w 1886469"/>
                <a:gd name="csY4473" fmla="*/ 1392858 h 2454076"/>
                <a:gd name="csX4474" fmla="*/ 1374862 w 1886469"/>
                <a:gd name="csY4474" fmla="*/ 1390590 h 2454076"/>
                <a:gd name="csX4475" fmla="*/ 1375129 w 1886469"/>
                <a:gd name="csY4475" fmla="*/ 1388719 h 2454076"/>
                <a:gd name="csX4476" fmla="*/ 1375600 w 1886469"/>
                <a:gd name="csY4476" fmla="*/ 1387258 h 2454076"/>
                <a:gd name="csX4477" fmla="*/ 1375753 w 1886469"/>
                <a:gd name="csY4477" fmla="*/ 1385462 h 2454076"/>
                <a:gd name="csX4478" fmla="*/ 1375471 w 1886469"/>
                <a:gd name="csY4478" fmla="*/ 1377884 h 2454076"/>
                <a:gd name="csX4479" fmla="*/ 1376118 w 1886469"/>
                <a:gd name="csY4479" fmla="*/ 1375799 h 2454076"/>
                <a:gd name="csX4480" fmla="*/ 1377442 w 1886469"/>
                <a:gd name="csY4480" fmla="*/ 1374552 h 2454076"/>
                <a:gd name="csX4481" fmla="*/ 1379884 w 1886469"/>
                <a:gd name="csY4481" fmla="*/ 1373243 h 2454076"/>
                <a:gd name="csX4482" fmla="*/ 1386115 w 1886469"/>
                <a:gd name="csY4482" fmla="*/ 1374810 h 2454076"/>
                <a:gd name="csX4483" fmla="*/ 1389006 w 1886469"/>
                <a:gd name="csY4483" fmla="*/ 1374529 h 2454076"/>
                <a:gd name="csX4484" fmla="*/ 1391038 w 1886469"/>
                <a:gd name="csY4484" fmla="*/ 1372771 h 2454076"/>
                <a:gd name="csX4485" fmla="*/ 1393070 w 1886469"/>
                <a:gd name="csY4485" fmla="*/ 1370222 h 2454076"/>
                <a:gd name="csX4486" fmla="*/ 1395109 w 1886469"/>
                <a:gd name="csY4486" fmla="*/ 1366875 h 2454076"/>
                <a:gd name="csX4487" fmla="*/ 1395542 w 1886469"/>
                <a:gd name="csY4487" fmla="*/ 1363648 h 2454076"/>
                <a:gd name="csX4488" fmla="*/ 1393381 w 1886469"/>
                <a:gd name="csY4488" fmla="*/ 1358414 h 2454076"/>
                <a:gd name="csX4489" fmla="*/ 1392567 w 1886469"/>
                <a:gd name="csY4489" fmla="*/ 1357257 h 2454076"/>
                <a:gd name="csX4490" fmla="*/ 1387028 w 1886469"/>
                <a:gd name="csY4490" fmla="*/ 1353156 h 2454076"/>
                <a:gd name="csX4491" fmla="*/ 1383970 w 1886469"/>
                <a:gd name="csY4491" fmla="*/ 1351665 h 2454076"/>
                <a:gd name="csX4492" fmla="*/ 1381269 w 1886469"/>
                <a:gd name="csY4492" fmla="*/ 1351018 h 2454076"/>
                <a:gd name="csX4493" fmla="*/ 1379313 w 1886469"/>
                <a:gd name="csY4493" fmla="*/ 1349839 h 2454076"/>
                <a:gd name="csX4494" fmla="*/ 1378096 w 1886469"/>
                <a:gd name="csY4494" fmla="*/ 1348112 h 2454076"/>
                <a:gd name="csX4495" fmla="*/ 1376917 w 1886469"/>
                <a:gd name="csY4495" fmla="*/ 1345243 h 2454076"/>
                <a:gd name="csX4496" fmla="*/ 1376818 w 1886469"/>
                <a:gd name="csY4496" fmla="*/ 1343280 h 2454076"/>
                <a:gd name="csX4497" fmla="*/ 1377008 w 1886469"/>
                <a:gd name="csY4497" fmla="*/ 1340701 h 2454076"/>
                <a:gd name="csX4498" fmla="*/ 1378134 w 1886469"/>
                <a:gd name="csY4498" fmla="*/ 1338921 h 2454076"/>
                <a:gd name="csX4499" fmla="*/ 1383087 w 1886469"/>
                <a:gd name="csY4499" fmla="*/ 1336866 h 2454076"/>
                <a:gd name="csX4500" fmla="*/ 1383026 w 1886469"/>
                <a:gd name="csY4500" fmla="*/ 1336334 h 2454076"/>
                <a:gd name="csX4501" fmla="*/ 1378978 w 1886469"/>
                <a:gd name="csY4501" fmla="*/ 1334820 h 2454076"/>
                <a:gd name="csX4502" fmla="*/ 1377069 w 1886469"/>
                <a:gd name="csY4502" fmla="*/ 1334995 h 2454076"/>
                <a:gd name="csX4503" fmla="*/ 1375433 w 1886469"/>
                <a:gd name="csY4503" fmla="*/ 1336691 h 2454076"/>
                <a:gd name="csX4504" fmla="*/ 1373371 w 1886469"/>
                <a:gd name="csY4504" fmla="*/ 1340671 h 2454076"/>
                <a:gd name="csX4505" fmla="*/ 1372176 w 1886469"/>
                <a:gd name="csY4505" fmla="*/ 1341789 h 2454076"/>
                <a:gd name="csX4506" fmla="*/ 1368479 w 1886469"/>
                <a:gd name="csY4506" fmla="*/ 1339446 h 2454076"/>
                <a:gd name="csX4507" fmla="*/ 1366257 w 1886469"/>
                <a:gd name="csY4507" fmla="*/ 1339103 h 2454076"/>
                <a:gd name="csX4508" fmla="*/ 1364758 w 1886469"/>
                <a:gd name="csY4508" fmla="*/ 1337985 h 2454076"/>
                <a:gd name="csX4509" fmla="*/ 1363929 w 1886469"/>
                <a:gd name="csY4509" fmla="*/ 1336904 h 2454076"/>
                <a:gd name="csX4510" fmla="*/ 1364431 w 1886469"/>
                <a:gd name="csY4510" fmla="*/ 1335794 h 2454076"/>
                <a:gd name="csX4511" fmla="*/ 1366272 w 1886469"/>
                <a:gd name="csY4511" fmla="*/ 1334668 h 2454076"/>
                <a:gd name="csX4512" fmla="*/ 1369475 w 1886469"/>
                <a:gd name="csY4512" fmla="*/ 1331213 h 2454076"/>
                <a:gd name="csX4513" fmla="*/ 1369689 w 1886469"/>
                <a:gd name="csY4513" fmla="*/ 1329349 h 2454076"/>
                <a:gd name="csX4514" fmla="*/ 1367474 w 1886469"/>
                <a:gd name="csY4514" fmla="*/ 1326298 h 2454076"/>
                <a:gd name="csX4515" fmla="*/ 1366325 w 1886469"/>
                <a:gd name="csY4515" fmla="*/ 1325598 h 2454076"/>
                <a:gd name="csX4516" fmla="*/ 1361707 w 1886469"/>
                <a:gd name="csY4516" fmla="*/ 1324457 h 2454076"/>
                <a:gd name="csX4517" fmla="*/ 1356115 w 1886469"/>
                <a:gd name="csY4517" fmla="*/ 1325590 h 2454076"/>
                <a:gd name="csX4518" fmla="*/ 1354038 w 1886469"/>
                <a:gd name="csY4518" fmla="*/ 1325012 h 2454076"/>
                <a:gd name="csX4519" fmla="*/ 1353102 w 1886469"/>
                <a:gd name="csY4519" fmla="*/ 1321611 h 2454076"/>
                <a:gd name="csX4520" fmla="*/ 1352508 w 1886469"/>
                <a:gd name="csY4520" fmla="*/ 1317548 h 2454076"/>
                <a:gd name="csX4521" fmla="*/ 1352257 w 1886469"/>
                <a:gd name="csY4521" fmla="*/ 1312816 h 2454076"/>
                <a:gd name="csX4522" fmla="*/ 1351245 w 1886469"/>
                <a:gd name="csY4522" fmla="*/ 1304713 h 2454076"/>
                <a:gd name="csX4523" fmla="*/ 1350134 w 1886469"/>
                <a:gd name="csY4523" fmla="*/ 1300444 h 2454076"/>
                <a:gd name="csX4524" fmla="*/ 1348673 w 1886469"/>
                <a:gd name="csY4524" fmla="*/ 1299904 h 2454076"/>
                <a:gd name="csX4525" fmla="*/ 1341963 w 1886469"/>
                <a:gd name="csY4525" fmla="*/ 1301669 h 2454076"/>
                <a:gd name="csX4526" fmla="*/ 1340373 w 1886469"/>
                <a:gd name="csY4526" fmla="*/ 1301692 h 2454076"/>
                <a:gd name="csX4527" fmla="*/ 1339254 w 1886469"/>
                <a:gd name="csY4527" fmla="*/ 1301159 h 2454076"/>
                <a:gd name="csX4528" fmla="*/ 1334818 w 1886469"/>
                <a:gd name="csY4528" fmla="*/ 1295696 h 2454076"/>
                <a:gd name="csX4529" fmla="*/ 1333023 w 1886469"/>
                <a:gd name="csY4529" fmla="*/ 1293756 h 2454076"/>
                <a:gd name="csX4530" fmla="*/ 1332026 w 1886469"/>
                <a:gd name="csY4530" fmla="*/ 1293300 h 2454076"/>
                <a:gd name="csX4531" fmla="*/ 1328800 w 1886469"/>
                <a:gd name="csY4531" fmla="*/ 1287449 h 2454076"/>
                <a:gd name="csX4532" fmla="*/ 1327560 w 1886469"/>
                <a:gd name="csY4532" fmla="*/ 1286308 h 2454076"/>
                <a:gd name="csX4533" fmla="*/ 1326084 w 1886469"/>
                <a:gd name="csY4533" fmla="*/ 1283416 h 2454076"/>
                <a:gd name="csX4534" fmla="*/ 1324379 w 1886469"/>
                <a:gd name="csY4534" fmla="*/ 1278752 h 2454076"/>
                <a:gd name="csX4535" fmla="*/ 1322531 w 1886469"/>
                <a:gd name="csY4535" fmla="*/ 1277322 h 2454076"/>
                <a:gd name="csX4536" fmla="*/ 1320537 w 1886469"/>
                <a:gd name="csY4536" fmla="*/ 1279140 h 2454076"/>
                <a:gd name="csX4537" fmla="*/ 1318544 w 1886469"/>
                <a:gd name="csY4537" fmla="*/ 1281742 h 2454076"/>
                <a:gd name="csX4538" fmla="*/ 1316550 w 1886469"/>
                <a:gd name="csY4538" fmla="*/ 1285121 h 2454076"/>
                <a:gd name="csX4539" fmla="*/ 1315470 w 1886469"/>
                <a:gd name="csY4539" fmla="*/ 1287966 h 2454076"/>
                <a:gd name="csX4540" fmla="*/ 1315302 w 1886469"/>
                <a:gd name="csY4540" fmla="*/ 1290294 h 2454076"/>
                <a:gd name="csX4541" fmla="*/ 1316543 w 1886469"/>
                <a:gd name="csY4541" fmla="*/ 1292098 h 2454076"/>
                <a:gd name="csX4542" fmla="*/ 1323588 w 1886469"/>
                <a:gd name="csY4542" fmla="*/ 1295088 h 2454076"/>
                <a:gd name="csX4543" fmla="*/ 1325376 w 1886469"/>
                <a:gd name="csY4543" fmla="*/ 1297081 h 2454076"/>
                <a:gd name="csX4544" fmla="*/ 1326890 w 1886469"/>
                <a:gd name="csY4544" fmla="*/ 1300361 h 2454076"/>
                <a:gd name="csX4545" fmla="*/ 1328024 w 1886469"/>
                <a:gd name="csY4545" fmla="*/ 1304347 h 2454076"/>
                <a:gd name="csX4546" fmla="*/ 1328769 w 1886469"/>
                <a:gd name="csY4546" fmla="*/ 1309057 h 2454076"/>
                <a:gd name="csX4547" fmla="*/ 1328709 w 1886469"/>
                <a:gd name="csY4547" fmla="*/ 1312557 h 2454076"/>
                <a:gd name="csX4548" fmla="*/ 1327834 w 1886469"/>
                <a:gd name="csY4548" fmla="*/ 1314878 h 2454076"/>
                <a:gd name="csX4549" fmla="*/ 1326320 w 1886469"/>
                <a:gd name="csY4549" fmla="*/ 1316932 h 2454076"/>
                <a:gd name="csX4550" fmla="*/ 1321983 w 1886469"/>
                <a:gd name="csY4550" fmla="*/ 1320181 h 2454076"/>
                <a:gd name="csX4551" fmla="*/ 1317486 w 1886469"/>
                <a:gd name="csY4551" fmla="*/ 1322083 h 2454076"/>
                <a:gd name="csX4552" fmla="*/ 1312959 w 1886469"/>
                <a:gd name="csY4552" fmla="*/ 1322532 h 2454076"/>
                <a:gd name="csX4553" fmla="*/ 1310813 w 1886469"/>
                <a:gd name="csY4553" fmla="*/ 1322091 h 2454076"/>
                <a:gd name="csX4554" fmla="*/ 1299149 w 1886469"/>
                <a:gd name="csY4554" fmla="*/ 1315791 h 2454076"/>
                <a:gd name="csX4555" fmla="*/ 1297049 w 1886469"/>
                <a:gd name="csY4555" fmla="*/ 1315745 h 2454076"/>
                <a:gd name="csX4556" fmla="*/ 1294356 w 1886469"/>
                <a:gd name="csY4556" fmla="*/ 1314893 h 2454076"/>
                <a:gd name="csX4557" fmla="*/ 1288299 w 1886469"/>
                <a:gd name="csY4557" fmla="*/ 1312291 h 2454076"/>
                <a:gd name="csX4558" fmla="*/ 1284982 w 1886469"/>
                <a:gd name="csY4558" fmla="*/ 1312002 h 2454076"/>
                <a:gd name="csX4559" fmla="*/ 1279162 w 1886469"/>
                <a:gd name="csY4559" fmla="*/ 1309841 h 2454076"/>
                <a:gd name="csX4560" fmla="*/ 1269316 w 1886469"/>
                <a:gd name="csY4560" fmla="*/ 1308578 h 2454076"/>
                <a:gd name="csX4561" fmla="*/ 1267346 w 1886469"/>
                <a:gd name="csY4561" fmla="*/ 1309620 h 2454076"/>
                <a:gd name="csX4562" fmla="*/ 1269963 w 1886469"/>
                <a:gd name="csY4562" fmla="*/ 1312534 h 2454076"/>
                <a:gd name="csX4563" fmla="*/ 1272261 w 1886469"/>
                <a:gd name="csY4563" fmla="*/ 1313995 h 2454076"/>
                <a:gd name="csX4564" fmla="*/ 1274231 w 1886469"/>
                <a:gd name="csY4564" fmla="*/ 1314010 h 2454076"/>
                <a:gd name="csX4565" fmla="*/ 1277069 w 1886469"/>
                <a:gd name="csY4565" fmla="*/ 1316605 h 2454076"/>
                <a:gd name="csX4566" fmla="*/ 1280767 w 1886469"/>
                <a:gd name="csY4566" fmla="*/ 1321756 h 2454076"/>
                <a:gd name="csX4567" fmla="*/ 1282875 w 1886469"/>
                <a:gd name="csY4567" fmla="*/ 1324822 h 2454076"/>
                <a:gd name="csX4568" fmla="*/ 1284625 w 1886469"/>
                <a:gd name="csY4568" fmla="*/ 1328467 h 2454076"/>
                <a:gd name="csX4569" fmla="*/ 1284678 w 1886469"/>
                <a:gd name="csY4569" fmla="*/ 1329722 h 2454076"/>
                <a:gd name="csX4570" fmla="*/ 1282936 w 1886469"/>
                <a:gd name="csY4570" fmla="*/ 1332218 h 2454076"/>
                <a:gd name="csX4571" fmla="*/ 1269210 w 1886469"/>
                <a:gd name="csY4571" fmla="*/ 1319108 h 2454076"/>
                <a:gd name="csX4572" fmla="*/ 1260810 w 1886469"/>
                <a:gd name="csY4572" fmla="*/ 1323704 h 2454076"/>
                <a:gd name="csX4573" fmla="*/ 1256945 w 1886469"/>
                <a:gd name="csY4573" fmla="*/ 1325408 h 2454076"/>
                <a:gd name="csX4574" fmla="*/ 1253635 w 1886469"/>
                <a:gd name="csY4574" fmla="*/ 1325674 h 2454076"/>
                <a:gd name="csX4575" fmla="*/ 1249496 w 1886469"/>
                <a:gd name="csY4575" fmla="*/ 1323871 h 2454076"/>
                <a:gd name="csX4576" fmla="*/ 1240153 w 1886469"/>
                <a:gd name="csY4576" fmla="*/ 1317525 h 2454076"/>
                <a:gd name="csX4577" fmla="*/ 1236614 w 1886469"/>
                <a:gd name="csY4577" fmla="*/ 1315304 h 2454076"/>
                <a:gd name="csX4578" fmla="*/ 1235359 w 1886469"/>
                <a:gd name="csY4578" fmla="*/ 1314984 h 2454076"/>
                <a:gd name="csX4579" fmla="*/ 1227226 w 1886469"/>
                <a:gd name="csY4579" fmla="*/ 1317746 h 2454076"/>
                <a:gd name="csX4580" fmla="*/ 1220218 w 1886469"/>
                <a:gd name="csY4580" fmla="*/ 1317875 h 2454076"/>
                <a:gd name="csX4581" fmla="*/ 1206066 w 1886469"/>
                <a:gd name="csY4581" fmla="*/ 1315228 h 2454076"/>
                <a:gd name="csX4582" fmla="*/ 1200869 w 1886469"/>
                <a:gd name="csY4582" fmla="*/ 1313455 h 2454076"/>
                <a:gd name="csX4583" fmla="*/ 1199500 w 1886469"/>
                <a:gd name="csY4583" fmla="*/ 1311598 h 2454076"/>
                <a:gd name="csX4584" fmla="*/ 1197796 w 1886469"/>
                <a:gd name="csY4584" fmla="*/ 1310663 h 2454076"/>
                <a:gd name="csX4585" fmla="*/ 1194691 w 1886469"/>
                <a:gd name="csY4585" fmla="*/ 1310663 h 2454076"/>
                <a:gd name="csX4586" fmla="*/ 1186581 w 1886469"/>
                <a:gd name="csY4586" fmla="*/ 1308585 h 2454076"/>
                <a:gd name="csX4587" fmla="*/ 1179155 w 1886469"/>
                <a:gd name="csY4587" fmla="*/ 1313265 h 2454076"/>
                <a:gd name="csX4588" fmla="*/ 1170230 w 1886469"/>
                <a:gd name="csY4588" fmla="*/ 1308981 h 2454076"/>
                <a:gd name="csX4589" fmla="*/ 1167582 w 1886469"/>
                <a:gd name="csY4589" fmla="*/ 1306447 h 2454076"/>
                <a:gd name="csX4590" fmla="*/ 1166737 w 1886469"/>
                <a:gd name="csY4590" fmla="*/ 1304713 h 2454076"/>
                <a:gd name="csX4591" fmla="*/ 1164143 w 1886469"/>
                <a:gd name="csY4591" fmla="*/ 1297424 h 2454076"/>
                <a:gd name="csX4592" fmla="*/ 1163785 w 1886469"/>
                <a:gd name="csY4592" fmla="*/ 1293505 h 2454076"/>
                <a:gd name="csX4593" fmla="*/ 1164523 w 1886469"/>
                <a:gd name="csY4593" fmla="*/ 1289960 h 2454076"/>
                <a:gd name="csX4594" fmla="*/ 1165254 w 1886469"/>
                <a:gd name="csY4594" fmla="*/ 1287525 h 2454076"/>
                <a:gd name="csX4595" fmla="*/ 1165984 w 1886469"/>
                <a:gd name="csY4595" fmla="*/ 1286201 h 2454076"/>
                <a:gd name="csX4596" fmla="*/ 1161122 w 1886469"/>
                <a:gd name="csY4596" fmla="*/ 1290279 h 2454076"/>
                <a:gd name="csX4597" fmla="*/ 1159418 w 1886469"/>
                <a:gd name="csY4597" fmla="*/ 1290949 h 2454076"/>
                <a:gd name="csX4598" fmla="*/ 1157173 w 1886469"/>
                <a:gd name="csY4598" fmla="*/ 1291109 h 2454076"/>
                <a:gd name="csX4599" fmla="*/ 1150486 w 1886469"/>
                <a:gd name="csY4599" fmla="*/ 1289602 h 2454076"/>
                <a:gd name="csX4600" fmla="*/ 1149428 w 1886469"/>
                <a:gd name="csY4600" fmla="*/ 1290378 h 2454076"/>
                <a:gd name="csX4601" fmla="*/ 1149770 w 1886469"/>
                <a:gd name="csY4601" fmla="*/ 1291801 h 2454076"/>
                <a:gd name="csX4602" fmla="*/ 1151520 w 1886469"/>
                <a:gd name="csY4602" fmla="*/ 1293878 h 2454076"/>
                <a:gd name="csX4603" fmla="*/ 1151749 w 1886469"/>
                <a:gd name="csY4603" fmla="*/ 1295126 h 2454076"/>
                <a:gd name="csX4604" fmla="*/ 1148020 w 1886469"/>
                <a:gd name="csY4604" fmla="*/ 1296100 h 2454076"/>
                <a:gd name="csX4605" fmla="*/ 1142367 w 1886469"/>
                <a:gd name="csY4605" fmla="*/ 1295088 h 2454076"/>
                <a:gd name="csX4606" fmla="*/ 1139902 w 1886469"/>
                <a:gd name="csY4606" fmla="*/ 1295529 h 2454076"/>
                <a:gd name="csX4607" fmla="*/ 1138784 w 1886469"/>
                <a:gd name="csY4607" fmla="*/ 1296100 h 2454076"/>
                <a:gd name="csX4608" fmla="*/ 1136235 w 1886469"/>
                <a:gd name="csY4608" fmla="*/ 1299364 h 2454076"/>
                <a:gd name="csX4609" fmla="*/ 1135200 w 1886469"/>
                <a:gd name="csY4609" fmla="*/ 1300102 h 2454076"/>
                <a:gd name="csX4610" fmla="*/ 1133861 w 1886469"/>
                <a:gd name="csY4610" fmla="*/ 1299767 h 2454076"/>
                <a:gd name="csX4611" fmla="*/ 1127934 w 1886469"/>
                <a:gd name="csY4611" fmla="*/ 1292372 h 2454076"/>
                <a:gd name="csX4612" fmla="*/ 1123156 w 1886469"/>
                <a:gd name="csY4612" fmla="*/ 1287669 h 2454076"/>
                <a:gd name="csX4613" fmla="*/ 1117586 w 1886469"/>
                <a:gd name="csY4613" fmla="*/ 1285859 h 2454076"/>
                <a:gd name="csX4614" fmla="*/ 1115030 w 1886469"/>
                <a:gd name="csY4614" fmla="*/ 1284352 h 2454076"/>
                <a:gd name="csX4615" fmla="*/ 1113630 w 1886469"/>
                <a:gd name="csY4615" fmla="*/ 1282534 h 2454076"/>
                <a:gd name="csX4616" fmla="*/ 1105945 w 1886469"/>
                <a:gd name="csY4616" fmla="*/ 1267286 h 2454076"/>
                <a:gd name="csX4617" fmla="*/ 1104895 w 1886469"/>
                <a:gd name="csY4617" fmla="*/ 1263976 h 2454076"/>
                <a:gd name="csX4618" fmla="*/ 1102460 w 1886469"/>
                <a:gd name="csY4618" fmla="*/ 1251886 h 2454076"/>
                <a:gd name="csX4619" fmla="*/ 1101646 w 1886469"/>
                <a:gd name="csY4619" fmla="*/ 1249292 h 2454076"/>
                <a:gd name="csX4620" fmla="*/ 1100657 w 1886469"/>
                <a:gd name="csY4620" fmla="*/ 1247580 h 2454076"/>
                <a:gd name="csX4621" fmla="*/ 1102590 w 1886469"/>
                <a:gd name="csY4621" fmla="*/ 1247222 h 2454076"/>
                <a:gd name="csX4622" fmla="*/ 1109856 w 1886469"/>
                <a:gd name="csY4622" fmla="*/ 1248706 h 2454076"/>
                <a:gd name="csX4623" fmla="*/ 1116894 w 1886469"/>
                <a:gd name="csY4623" fmla="*/ 1248638 h 2454076"/>
                <a:gd name="csX4624" fmla="*/ 1120713 w 1886469"/>
                <a:gd name="csY4624" fmla="*/ 1249627 h 2454076"/>
                <a:gd name="csX4625" fmla="*/ 1125149 w 1886469"/>
                <a:gd name="csY4625" fmla="*/ 1252655 h 2454076"/>
                <a:gd name="csX4626" fmla="*/ 1130924 w 1886469"/>
                <a:gd name="csY4626" fmla="*/ 1254816 h 2454076"/>
                <a:gd name="csX4627" fmla="*/ 1135063 w 1886469"/>
                <a:gd name="csY4627" fmla="*/ 1255272 h 2454076"/>
                <a:gd name="csX4628" fmla="*/ 1141690 w 1886469"/>
                <a:gd name="csY4628" fmla="*/ 1254473 h 2454076"/>
                <a:gd name="csX4629" fmla="*/ 1149223 w 1886469"/>
                <a:gd name="csY4629" fmla="*/ 1252449 h 2454076"/>
                <a:gd name="csX4630" fmla="*/ 1150113 w 1886469"/>
                <a:gd name="csY4630" fmla="*/ 1250875 h 2454076"/>
                <a:gd name="csX4631" fmla="*/ 1145228 w 1886469"/>
                <a:gd name="csY4631" fmla="*/ 1248166 h 2454076"/>
                <a:gd name="csX4632" fmla="*/ 1140883 w 1886469"/>
                <a:gd name="csY4632" fmla="*/ 1244567 h 2454076"/>
                <a:gd name="csX4633" fmla="*/ 1136866 w 1886469"/>
                <a:gd name="csY4633" fmla="*/ 1239880 h 2454076"/>
                <a:gd name="csX4634" fmla="*/ 1134477 w 1886469"/>
                <a:gd name="csY4634" fmla="*/ 1237894 h 2454076"/>
                <a:gd name="csX4635" fmla="*/ 1130460 w 1886469"/>
                <a:gd name="csY4635" fmla="*/ 1236654 h 2454076"/>
                <a:gd name="csX4636" fmla="*/ 1119169 w 1886469"/>
                <a:gd name="csY4636" fmla="*/ 1235787 h 2454076"/>
                <a:gd name="csX4637" fmla="*/ 1108707 w 1886469"/>
                <a:gd name="csY4637" fmla="*/ 1232622 h 2454076"/>
                <a:gd name="csX4638" fmla="*/ 1101479 w 1886469"/>
                <a:gd name="csY4638" fmla="*/ 1228338 h 2454076"/>
                <a:gd name="csX4639" fmla="*/ 1095597 w 1886469"/>
                <a:gd name="csY4639" fmla="*/ 1223575 h 2454076"/>
                <a:gd name="csX4640" fmla="*/ 1093208 w 1886469"/>
                <a:gd name="csY4640" fmla="*/ 1220973 h 2454076"/>
                <a:gd name="csX4641" fmla="*/ 1092348 w 1886469"/>
                <a:gd name="csY4641" fmla="*/ 1218964 h 2454076"/>
                <a:gd name="csX4642" fmla="*/ 1091435 w 1886469"/>
                <a:gd name="csY4642" fmla="*/ 1212664 h 2454076"/>
                <a:gd name="csX4643" fmla="*/ 1090469 w 1886469"/>
                <a:gd name="csY4643" fmla="*/ 1202020 h 2454076"/>
                <a:gd name="csX4644" fmla="*/ 1089533 w 1886469"/>
                <a:gd name="csY4644" fmla="*/ 1194822 h 2454076"/>
                <a:gd name="csX4645" fmla="*/ 1088636 w 1886469"/>
                <a:gd name="csY4645" fmla="*/ 1191140 h 2454076"/>
                <a:gd name="csX4646" fmla="*/ 1088514 w 1886469"/>
                <a:gd name="csY4646" fmla="*/ 1187906 h 2454076"/>
                <a:gd name="csX4647" fmla="*/ 1090515 w 1886469"/>
                <a:gd name="csY4647" fmla="*/ 1180982 h 2454076"/>
                <a:gd name="csX4648" fmla="*/ 1096229 w 1886469"/>
                <a:gd name="csY4648" fmla="*/ 1173412 h 2454076"/>
                <a:gd name="csX4649" fmla="*/ 1096373 w 1886469"/>
                <a:gd name="csY4649" fmla="*/ 1172225 h 2454076"/>
                <a:gd name="csX4650" fmla="*/ 1095240 w 1886469"/>
                <a:gd name="csY4650" fmla="*/ 1171875 h 2454076"/>
                <a:gd name="csX4651" fmla="*/ 1092843 w 1886469"/>
                <a:gd name="csY4651" fmla="*/ 1169942 h 2454076"/>
                <a:gd name="csX4652" fmla="*/ 1092075 w 1886469"/>
                <a:gd name="csY4652" fmla="*/ 1167104 h 2454076"/>
                <a:gd name="csX4653" fmla="*/ 1091763 w 1886469"/>
                <a:gd name="csY4653" fmla="*/ 1162600 h 2454076"/>
                <a:gd name="csX4654" fmla="*/ 1091747 w 1886469"/>
                <a:gd name="csY4654" fmla="*/ 1158765 h 2454076"/>
                <a:gd name="csX4655" fmla="*/ 1092014 w 1886469"/>
                <a:gd name="csY4655" fmla="*/ 1155608 h 2454076"/>
                <a:gd name="csX4656" fmla="*/ 1092965 w 1886469"/>
                <a:gd name="csY4656" fmla="*/ 1151659 h 2454076"/>
                <a:gd name="csX4657" fmla="*/ 1095430 w 1886469"/>
                <a:gd name="csY4657" fmla="*/ 1144530 h 2454076"/>
                <a:gd name="csX4658" fmla="*/ 1098953 w 1886469"/>
                <a:gd name="csY4658" fmla="*/ 1135825 h 2454076"/>
                <a:gd name="csX4659" fmla="*/ 1102772 w 1886469"/>
                <a:gd name="csY4659" fmla="*/ 1127601 h 2454076"/>
                <a:gd name="csX4660" fmla="*/ 1103427 w 1886469"/>
                <a:gd name="csY4660" fmla="*/ 1124900 h 2454076"/>
                <a:gd name="csX4661" fmla="*/ 1103761 w 1886469"/>
                <a:gd name="csY4661" fmla="*/ 1117542 h 2454076"/>
                <a:gd name="csX4662" fmla="*/ 1104264 w 1886469"/>
                <a:gd name="csY4662" fmla="*/ 1112155 h 2454076"/>
                <a:gd name="csX4663" fmla="*/ 1104789 w 1886469"/>
                <a:gd name="csY4663" fmla="*/ 1108351 h 2454076"/>
                <a:gd name="csX4664" fmla="*/ 1105595 w 1886469"/>
                <a:gd name="csY4664" fmla="*/ 1105490 h 2454076"/>
                <a:gd name="csX4665" fmla="*/ 1107954 w 1886469"/>
                <a:gd name="csY4665" fmla="*/ 1100035 h 2454076"/>
                <a:gd name="csX4666" fmla="*/ 1110898 w 1886469"/>
                <a:gd name="csY4666" fmla="*/ 1094838 h 2454076"/>
                <a:gd name="csX4667" fmla="*/ 1115509 w 1886469"/>
                <a:gd name="csY4667" fmla="*/ 1090395 h 2454076"/>
                <a:gd name="csX4668" fmla="*/ 1115897 w 1886469"/>
                <a:gd name="csY4668" fmla="*/ 1088744 h 2454076"/>
                <a:gd name="csX4669" fmla="*/ 1115958 w 1886469"/>
                <a:gd name="csY4669" fmla="*/ 1086461 h 2454076"/>
                <a:gd name="csX4670" fmla="*/ 1116224 w 1886469"/>
                <a:gd name="csY4670" fmla="*/ 1084749 h 2454076"/>
                <a:gd name="csX4671" fmla="*/ 1116696 w 1886469"/>
                <a:gd name="csY4671" fmla="*/ 1083623 h 2454076"/>
                <a:gd name="csX4672" fmla="*/ 1128124 w 1886469"/>
                <a:gd name="csY4672" fmla="*/ 1069197 h 2454076"/>
                <a:gd name="csX4673" fmla="*/ 1133328 w 1886469"/>
                <a:gd name="csY4673" fmla="*/ 1063286 h 2454076"/>
                <a:gd name="csX4674" fmla="*/ 1137741 w 1886469"/>
                <a:gd name="csY4674" fmla="*/ 1059519 h 2454076"/>
                <a:gd name="csX4675" fmla="*/ 1143022 w 1886469"/>
                <a:gd name="csY4675" fmla="*/ 1056734 h 2454076"/>
                <a:gd name="csX4676" fmla="*/ 1158049 w 1886469"/>
                <a:gd name="csY4676" fmla="*/ 1051028 h 2454076"/>
                <a:gd name="csX4677" fmla="*/ 1165786 w 1886469"/>
                <a:gd name="csY4677" fmla="*/ 1049438 h 2454076"/>
                <a:gd name="csX4678" fmla="*/ 1175518 w 1886469"/>
                <a:gd name="csY4678" fmla="*/ 1049788 h 2454076"/>
                <a:gd name="csX4679" fmla="*/ 1193459 w 1886469"/>
                <a:gd name="csY4679" fmla="*/ 1053006 h 2454076"/>
                <a:gd name="csX4680" fmla="*/ 1195620 w 1886469"/>
                <a:gd name="csY4680" fmla="*/ 1055266 h 2454076"/>
                <a:gd name="csX4681" fmla="*/ 1196167 w 1886469"/>
                <a:gd name="csY4681" fmla="*/ 1056400 h 2454076"/>
                <a:gd name="csX4682" fmla="*/ 1196951 w 1886469"/>
                <a:gd name="csY4682" fmla="*/ 1059603 h 2454076"/>
                <a:gd name="csX4683" fmla="*/ 1196358 w 1886469"/>
                <a:gd name="csY4683" fmla="*/ 1061650 h 2454076"/>
                <a:gd name="csX4684" fmla="*/ 1191450 w 1886469"/>
                <a:gd name="csY4684" fmla="*/ 1068566 h 2454076"/>
                <a:gd name="csX4685" fmla="*/ 1185272 w 1886469"/>
                <a:gd name="csY4685" fmla="*/ 1074287 h 2454076"/>
                <a:gd name="csX4686" fmla="*/ 1181255 w 1886469"/>
                <a:gd name="csY4686" fmla="*/ 1079263 h 2454076"/>
                <a:gd name="csX4687" fmla="*/ 1174453 w 1886469"/>
                <a:gd name="csY4687" fmla="*/ 1090380 h 2454076"/>
                <a:gd name="csX4688" fmla="*/ 1172619 w 1886469"/>
                <a:gd name="csY4688" fmla="*/ 1094260 h 2454076"/>
                <a:gd name="csX4689" fmla="*/ 1164189 w 1886469"/>
                <a:gd name="csY4689" fmla="*/ 1116294 h 2454076"/>
                <a:gd name="csX4690" fmla="*/ 1162195 w 1886469"/>
                <a:gd name="csY4690" fmla="*/ 1119908 h 2454076"/>
                <a:gd name="csX4691" fmla="*/ 1161023 w 1886469"/>
                <a:gd name="csY4691" fmla="*/ 1122792 h 2454076"/>
                <a:gd name="csX4692" fmla="*/ 1160209 w 1886469"/>
                <a:gd name="csY4692" fmla="*/ 1130614 h 2454076"/>
                <a:gd name="csX4693" fmla="*/ 1160453 w 1886469"/>
                <a:gd name="csY4693" fmla="*/ 1133383 h 2454076"/>
                <a:gd name="csX4694" fmla="*/ 1161769 w 1886469"/>
                <a:gd name="csY4694" fmla="*/ 1137895 h 2454076"/>
                <a:gd name="csX4695" fmla="*/ 1166349 w 1886469"/>
                <a:gd name="csY4695" fmla="*/ 1147634 h 2454076"/>
                <a:gd name="csX4696" fmla="*/ 1167582 w 1886469"/>
                <a:gd name="csY4696" fmla="*/ 1152161 h 2454076"/>
                <a:gd name="csX4697" fmla="*/ 1167552 w 1886469"/>
                <a:gd name="csY4697" fmla="*/ 1156308 h 2454076"/>
                <a:gd name="csX4698" fmla="*/ 1167042 w 1886469"/>
                <a:gd name="csY4698" fmla="*/ 1166146 h 2454076"/>
                <a:gd name="csX4699" fmla="*/ 1166981 w 1886469"/>
                <a:gd name="csY4699" fmla="*/ 1171106 h 2454076"/>
                <a:gd name="csX4700" fmla="*/ 1167186 w 1886469"/>
                <a:gd name="csY4700" fmla="*/ 1175854 h 2454076"/>
                <a:gd name="csX4701" fmla="*/ 1168130 w 1886469"/>
                <a:gd name="csY4701" fmla="*/ 1182611 h 2454076"/>
                <a:gd name="csX4702" fmla="*/ 1169811 w 1886469"/>
                <a:gd name="csY4702" fmla="*/ 1191338 h 2454076"/>
                <a:gd name="csX4703" fmla="*/ 1173707 w 1886469"/>
                <a:gd name="csY4703" fmla="*/ 1200110 h 2454076"/>
                <a:gd name="csX4704" fmla="*/ 1179817 w 1886469"/>
                <a:gd name="csY4704" fmla="*/ 1208921 h 2454076"/>
                <a:gd name="csX4705" fmla="*/ 1184367 w 1886469"/>
                <a:gd name="csY4705" fmla="*/ 1214726 h 2454076"/>
                <a:gd name="csX4706" fmla="*/ 1188848 w 1886469"/>
                <a:gd name="csY4706" fmla="*/ 1218987 h 2454076"/>
                <a:gd name="csX4707" fmla="*/ 1194151 w 1886469"/>
                <a:gd name="csY4707" fmla="*/ 1225272 h 2454076"/>
                <a:gd name="csX4708" fmla="*/ 1195330 w 1886469"/>
                <a:gd name="csY4708" fmla="*/ 1228292 h 2454076"/>
                <a:gd name="csX4709" fmla="*/ 1192888 w 1886469"/>
                <a:gd name="csY4709" fmla="*/ 1231617 h 2454076"/>
                <a:gd name="csX4710" fmla="*/ 1187174 w 1886469"/>
                <a:gd name="csY4710" fmla="*/ 1236707 h 2454076"/>
                <a:gd name="csX4711" fmla="*/ 1179664 w 1886469"/>
                <a:gd name="csY4711" fmla="*/ 1238883 h 2454076"/>
                <a:gd name="csX4712" fmla="*/ 1175647 w 1886469"/>
                <a:gd name="csY4712" fmla="*/ 1240953 h 2454076"/>
                <a:gd name="csX4713" fmla="*/ 1170648 w 1886469"/>
                <a:gd name="csY4713" fmla="*/ 1245358 h 2454076"/>
                <a:gd name="csX4714" fmla="*/ 1164379 w 1886469"/>
                <a:gd name="csY4714" fmla="*/ 1248866 h 2454076"/>
                <a:gd name="csX4715" fmla="*/ 1161883 w 1886469"/>
                <a:gd name="csY4715" fmla="*/ 1250890 h 2454076"/>
                <a:gd name="csX4716" fmla="*/ 1312464 w 1886469"/>
                <a:gd name="csY4716" fmla="*/ 1064655 h 2454076"/>
                <a:gd name="csX4717" fmla="*/ 1316109 w 1886469"/>
                <a:gd name="csY4717" fmla="*/ 1065652 h 2454076"/>
                <a:gd name="csX4718" fmla="*/ 1339178 w 1886469"/>
                <a:gd name="csY4718" fmla="*/ 1063795 h 2454076"/>
                <a:gd name="csX4719" fmla="*/ 1343956 w 1886469"/>
                <a:gd name="csY4719" fmla="*/ 1065180 h 2454076"/>
                <a:gd name="csX4720" fmla="*/ 1358489 w 1886469"/>
                <a:gd name="csY4720" fmla="*/ 1073565 h 2454076"/>
                <a:gd name="csX4721" fmla="*/ 1362240 w 1886469"/>
                <a:gd name="csY4721" fmla="*/ 1076357 h 2454076"/>
                <a:gd name="csX4722" fmla="*/ 1364088 w 1886469"/>
                <a:gd name="csY4722" fmla="*/ 1080040 h 2454076"/>
                <a:gd name="csX4723" fmla="*/ 1365762 w 1886469"/>
                <a:gd name="csY4723" fmla="*/ 1085830 h 2454076"/>
                <a:gd name="csX4724" fmla="*/ 1366539 w 1886469"/>
                <a:gd name="csY4724" fmla="*/ 1087100 h 2454076"/>
                <a:gd name="csX4725" fmla="*/ 1371804 w 1886469"/>
                <a:gd name="csY4725" fmla="*/ 1090532 h 2454076"/>
                <a:gd name="csX4726" fmla="*/ 1373972 w 1886469"/>
                <a:gd name="csY4726" fmla="*/ 1094671 h 2454076"/>
                <a:gd name="csX4727" fmla="*/ 1374733 w 1886469"/>
                <a:gd name="csY4727" fmla="*/ 1096809 h 2454076"/>
                <a:gd name="csX4728" fmla="*/ 1375844 w 1886469"/>
                <a:gd name="csY4728" fmla="*/ 1101686 h 2454076"/>
                <a:gd name="csX4729" fmla="*/ 1378225 w 1886469"/>
                <a:gd name="csY4729" fmla="*/ 1104440 h 2454076"/>
                <a:gd name="csX4730" fmla="*/ 1380941 w 1886469"/>
                <a:gd name="csY4730" fmla="*/ 1106007 h 2454076"/>
                <a:gd name="csX4731" fmla="*/ 1381832 w 1886469"/>
                <a:gd name="csY4731" fmla="*/ 1107438 h 2454076"/>
                <a:gd name="csX4732" fmla="*/ 1381406 w 1886469"/>
                <a:gd name="csY4732" fmla="*/ 1113517 h 2454076"/>
                <a:gd name="csX4733" fmla="*/ 1382562 w 1886469"/>
                <a:gd name="csY4733" fmla="*/ 1116340 h 2454076"/>
                <a:gd name="csX4734" fmla="*/ 1385126 w 1886469"/>
                <a:gd name="csY4734" fmla="*/ 1119741 h 2454076"/>
                <a:gd name="csX4735" fmla="*/ 1386085 w 1886469"/>
                <a:gd name="csY4735" fmla="*/ 1122008 h 2454076"/>
                <a:gd name="csX4736" fmla="*/ 1384091 w 1886469"/>
                <a:gd name="csY4736" fmla="*/ 1124770 h 2454076"/>
                <a:gd name="csX4737" fmla="*/ 1379458 w 1886469"/>
                <a:gd name="csY4737" fmla="*/ 1126391 h 2454076"/>
                <a:gd name="csX4738" fmla="*/ 1366371 w 1886469"/>
                <a:gd name="csY4738" fmla="*/ 1124702 h 2454076"/>
                <a:gd name="csX4739" fmla="*/ 1348810 w 1886469"/>
                <a:gd name="csY4739" fmla="*/ 1120875 h 2454076"/>
                <a:gd name="csX4740" fmla="*/ 1338600 w 1886469"/>
                <a:gd name="csY4740" fmla="*/ 1121963 h 2454076"/>
                <a:gd name="csX4741" fmla="*/ 1333479 w 1886469"/>
                <a:gd name="csY4741" fmla="*/ 1123713 h 2454076"/>
                <a:gd name="csX4742" fmla="*/ 1321093 w 1886469"/>
                <a:gd name="csY4742" fmla="*/ 1129929 h 2454076"/>
                <a:gd name="csX4743" fmla="*/ 1317136 w 1886469"/>
                <a:gd name="csY4743" fmla="*/ 1130933 h 2454076"/>
                <a:gd name="csX4744" fmla="*/ 1313271 w 1886469"/>
                <a:gd name="csY4744" fmla="*/ 1131062 h 2454076"/>
                <a:gd name="csX4745" fmla="*/ 1306431 w 1886469"/>
                <a:gd name="csY4745" fmla="*/ 1125988 h 2454076"/>
                <a:gd name="csX4746" fmla="*/ 1303950 w 1886469"/>
                <a:gd name="csY4746" fmla="*/ 1123294 h 2454076"/>
                <a:gd name="csX4747" fmla="*/ 1303129 w 1886469"/>
                <a:gd name="csY4747" fmla="*/ 1121202 h 2454076"/>
                <a:gd name="csX4748" fmla="*/ 1301500 w 1886469"/>
                <a:gd name="csY4748" fmla="*/ 1115054 h 2454076"/>
                <a:gd name="csX4749" fmla="*/ 1300161 w 1886469"/>
                <a:gd name="csY4749" fmla="*/ 1107651 h 2454076"/>
                <a:gd name="csX4750" fmla="*/ 1299477 w 1886469"/>
                <a:gd name="csY4750" fmla="*/ 1101541 h 2454076"/>
                <a:gd name="csX4751" fmla="*/ 1298685 w 1886469"/>
                <a:gd name="csY4751" fmla="*/ 1096862 h 2454076"/>
                <a:gd name="csX4752" fmla="*/ 1296349 w 1886469"/>
                <a:gd name="csY4752" fmla="*/ 1095310 h 2454076"/>
                <a:gd name="csX4753" fmla="*/ 1289403 w 1886469"/>
                <a:gd name="csY4753" fmla="*/ 1093438 h 2454076"/>
                <a:gd name="csX4754" fmla="*/ 1287075 w 1886469"/>
                <a:gd name="csY4754" fmla="*/ 1090874 h 2454076"/>
                <a:gd name="csX4755" fmla="*/ 1286017 w 1886469"/>
                <a:gd name="csY4755" fmla="*/ 1088736 h 2454076"/>
                <a:gd name="csX4756" fmla="*/ 1284997 w 1886469"/>
                <a:gd name="csY4756" fmla="*/ 1085267 h 2454076"/>
                <a:gd name="csX4757" fmla="*/ 1285020 w 1886469"/>
                <a:gd name="csY4757" fmla="*/ 1081660 h 2454076"/>
                <a:gd name="csX4758" fmla="*/ 1285553 w 1886469"/>
                <a:gd name="csY4758" fmla="*/ 1078472 h 2454076"/>
                <a:gd name="csX4759" fmla="*/ 1286002 w 1886469"/>
                <a:gd name="csY4759" fmla="*/ 1077688 h 2454076"/>
                <a:gd name="csX4760" fmla="*/ 1286877 w 1886469"/>
                <a:gd name="csY4760" fmla="*/ 1077605 h 2454076"/>
                <a:gd name="csX4761" fmla="*/ 1284929 w 1886469"/>
                <a:gd name="csY4761" fmla="*/ 1073724 h 2454076"/>
                <a:gd name="csX4762" fmla="*/ 1284259 w 1886469"/>
                <a:gd name="csY4762" fmla="*/ 1069441 h 2454076"/>
                <a:gd name="csX4763" fmla="*/ 1284214 w 1886469"/>
                <a:gd name="csY4763" fmla="*/ 1063445 h 2454076"/>
                <a:gd name="csX4764" fmla="*/ 1284465 w 1886469"/>
                <a:gd name="csY4764" fmla="*/ 1059595 h 2454076"/>
                <a:gd name="csX4765" fmla="*/ 1285020 w 1886469"/>
                <a:gd name="csY4765" fmla="*/ 1057899 h 2454076"/>
                <a:gd name="csX4766" fmla="*/ 1286306 w 1886469"/>
                <a:gd name="csY4766" fmla="*/ 1056803 h 2454076"/>
                <a:gd name="csX4767" fmla="*/ 1289319 w 1886469"/>
                <a:gd name="csY4767" fmla="*/ 1056073 h 2454076"/>
                <a:gd name="csX4768" fmla="*/ 1293785 w 1886469"/>
                <a:gd name="csY4768" fmla="*/ 1056217 h 2454076"/>
                <a:gd name="csX4769" fmla="*/ 1300024 w 1886469"/>
                <a:gd name="csY4769" fmla="*/ 1060661 h 2454076"/>
                <a:gd name="csX4770" fmla="*/ 1304955 w 1886469"/>
                <a:gd name="csY4770" fmla="*/ 1061087 h 2454076"/>
                <a:gd name="csX4771" fmla="*/ 1312464 w 1886469"/>
                <a:gd name="csY4771" fmla="*/ 1064655 h 2454076"/>
                <a:gd name="csX4772" fmla="*/ 762586 w 1886469"/>
                <a:gd name="csY4772" fmla="*/ 1119178 h 2454076"/>
                <a:gd name="csX4773" fmla="*/ 761505 w 1886469"/>
                <a:gd name="csY4773" fmla="*/ 1119543 h 2454076"/>
                <a:gd name="csX4774" fmla="*/ 759481 w 1886469"/>
                <a:gd name="csY4774" fmla="*/ 1117862 h 2454076"/>
                <a:gd name="csX4775" fmla="*/ 756514 w 1886469"/>
                <a:gd name="csY4775" fmla="*/ 1114126 h 2454076"/>
                <a:gd name="csX4776" fmla="*/ 751667 w 1886469"/>
                <a:gd name="csY4776" fmla="*/ 1106517 h 2454076"/>
                <a:gd name="csX4777" fmla="*/ 745885 w 1886469"/>
                <a:gd name="csY4777" fmla="*/ 1098932 h 2454076"/>
                <a:gd name="csX4778" fmla="*/ 744994 w 1886469"/>
                <a:gd name="csY4778" fmla="*/ 1094366 h 2454076"/>
                <a:gd name="csX4779" fmla="*/ 743556 w 1886469"/>
                <a:gd name="csY4779" fmla="*/ 1090950 h 2454076"/>
                <a:gd name="csX4780" fmla="*/ 736176 w 1886469"/>
                <a:gd name="csY4780" fmla="*/ 1082801 h 2454076"/>
                <a:gd name="csX4781" fmla="*/ 731383 w 1886469"/>
                <a:gd name="csY4781" fmla="*/ 1079484 h 2454076"/>
                <a:gd name="csX4782" fmla="*/ 727731 w 1886469"/>
                <a:gd name="csY4782" fmla="*/ 1077825 h 2454076"/>
                <a:gd name="csX4783" fmla="*/ 727130 w 1886469"/>
                <a:gd name="csY4783" fmla="*/ 1075535 h 2454076"/>
                <a:gd name="csX4784" fmla="*/ 729663 w 1886469"/>
                <a:gd name="csY4784" fmla="*/ 1068847 h 2454076"/>
                <a:gd name="csX4785" fmla="*/ 732570 w 1886469"/>
                <a:gd name="csY4785" fmla="*/ 1063483 h 2454076"/>
                <a:gd name="csX4786" fmla="*/ 734297 w 1886469"/>
                <a:gd name="csY4786" fmla="*/ 1061535 h 2454076"/>
                <a:gd name="csX4787" fmla="*/ 739676 w 1886469"/>
                <a:gd name="csY4787" fmla="*/ 1059786 h 2454076"/>
                <a:gd name="csX4788" fmla="*/ 757823 w 1886469"/>
                <a:gd name="csY4788" fmla="*/ 1056187 h 2454076"/>
                <a:gd name="csX4789" fmla="*/ 761969 w 1886469"/>
                <a:gd name="csY4789" fmla="*/ 1056080 h 2454076"/>
                <a:gd name="csX4790" fmla="*/ 766314 w 1886469"/>
                <a:gd name="csY4790" fmla="*/ 1057815 h 2454076"/>
                <a:gd name="csX4791" fmla="*/ 772286 w 1886469"/>
                <a:gd name="csY4791" fmla="*/ 1065195 h 2454076"/>
                <a:gd name="csX4792" fmla="*/ 774774 w 1886469"/>
                <a:gd name="csY4792" fmla="*/ 1066032 h 2454076"/>
                <a:gd name="csX4793" fmla="*/ 776258 w 1886469"/>
                <a:gd name="csY4793" fmla="*/ 1067683 h 2454076"/>
                <a:gd name="csX4794" fmla="*/ 777567 w 1886469"/>
                <a:gd name="csY4794" fmla="*/ 1070430 h 2454076"/>
                <a:gd name="csX4795" fmla="*/ 778259 w 1886469"/>
                <a:gd name="csY4795" fmla="*/ 1073222 h 2454076"/>
                <a:gd name="csX4796" fmla="*/ 778320 w 1886469"/>
                <a:gd name="csY4796" fmla="*/ 1078898 h 2454076"/>
                <a:gd name="csX4797" fmla="*/ 777666 w 1886469"/>
                <a:gd name="csY4797" fmla="*/ 1087245 h 2454076"/>
                <a:gd name="csX4798" fmla="*/ 776836 w 1886469"/>
                <a:gd name="csY4798" fmla="*/ 1090425 h 2454076"/>
                <a:gd name="csX4799" fmla="*/ 773222 w 1886469"/>
                <a:gd name="csY4799" fmla="*/ 1101047 h 2454076"/>
                <a:gd name="csX4800" fmla="*/ 769426 w 1886469"/>
                <a:gd name="csY4800" fmla="*/ 1106852 h 2454076"/>
                <a:gd name="csX4801" fmla="*/ 768703 w 1886469"/>
                <a:gd name="csY4801" fmla="*/ 1110596 h 2454076"/>
                <a:gd name="csX4802" fmla="*/ 767166 w 1886469"/>
                <a:gd name="csY4802" fmla="*/ 1113555 h 2454076"/>
                <a:gd name="csX4803" fmla="*/ 764472 w 1886469"/>
                <a:gd name="csY4803" fmla="*/ 1117177 h 2454076"/>
                <a:gd name="csX4804" fmla="*/ 762586 w 1886469"/>
                <a:gd name="csY4804" fmla="*/ 1119178 h 2454076"/>
                <a:gd name="csX4805" fmla="*/ 565432 w 1886469"/>
                <a:gd name="csY4805" fmla="*/ 1142719 h 2454076"/>
                <a:gd name="csX4806" fmla="*/ 566787 w 1886469"/>
                <a:gd name="csY4806" fmla="*/ 1143617 h 2454076"/>
                <a:gd name="csX4807" fmla="*/ 569259 w 1886469"/>
                <a:gd name="csY4807" fmla="*/ 1142871 h 2454076"/>
                <a:gd name="csX4808" fmla="*/ 572851 w 1886469"/>
                <a:gd name="csY4808" fmla="*/ 1140489 h 2454076"/>
                <a:gd name="csX4809" fmla="*/ 577477 w 1886469"/>
                <a:gd name="csY4809" fmla="*/ 1138526 h 2454076"/>
                <a:gd name="csX4810" fmla="*/ 583145 w 1886469"/>
                <a:gd name="csY4810" fmla="*/ 1136997 h 2454076"/>
                <a:gd name="csX4811" fmla="*/ 584644 w 1886469"/>
                <a:gd name="csY4811" fmla="*/ 1138861 h 2454076"/>
                <a:gd name="csX4812" fmla="*/ 585587 w 1886469"/>
                <a:gd name="csY4812" fmla="*/ 1138481 h 2454076"/>
                <a:gd name="csX4813" fmla="*/ 587254 w 1886469"/>
                <a:gd name="csY4813" fmla="*/ 1135453 h 2454076"/>
                <a:gd name="csX4814" fmla="*/ 587550 w 1886469"/>
                <a:gd name="csY4814" fmla="*/ 1133452 h 2454076"/>
                <a:gd name="csX4815" fmla="*/ 587345 w 1886469"/>
                <a:gd name="csY4815" fmla="*/ 1131192 h 2454076"/>
                <a:gd name="csX4816" fmla="*/ 587444 w 1886469"/>
                <a:gd name="csY4816" fmla="*/ 1126261 h 2454076"/>
                <a:gd name="csX4817" fmla="*/ 588334 w 1886469"/>
                <a:gd name="csY4817" fmla="*/ 1123279 h 2454076"/>
                <a:gd name="csX4818" fmla="*/ 591697 w 1886469"/>
                <a:gd name="csY4818" fmla="*/ 1116994 h 2454076"/>
                <a:gd name="csX4819" fmla="*/ 593500 w 1886469"/>
                <a:gd name="csY4819" fmla="*/ 1114719 h 2454076"/>
                <a:gd name="csX4820" fmla="*/ 596369 w 1886469"/>
                <a:gd name="csY4820" fmla="*/ 1113677 h 2454076"/>
                <a:gd name="csX4821" fmla="*/ 603201 w 1886469"/>
                <a:gd name="csY4821" fmla="*/ 1114354 h 2454076"/>
                <a:gd name="csX4822" fmla="*/ 609608 w 1886469"/>
                <a:gd name="csY4822" fmla="*/ 1117953 h 2454076"/>
                <a:gd name="csX4823" fmla="*/ 618266 w 1886469"/>
                <a:gd name="csY4823" fmla="*/ 1121476 h 2454076"/>
                <a:gd name="csX4824" fmla="*/ 630927 w 1886469"/>
                <a:gd name="csY4824" fmla="*/ 1130309 h 2454076"/>
                <a:gd name="csX4825" fmla="*/ 634891 w 1886469"/>
                <a:gd name="csY4825" fmla="*/ 1134060 h 2454076"/>
                <a:gd name="csX4826" fmla="*/ 635302 w 1886469"/>
                <a:gd name="csY4826" fmla="*/ 1137302 h 2454076"/>
                <a:gd name="csX4827" fmla="*/ 633057 w 1886469"/>
                <a:gd name="csY4827" fmla="*/ 1144195 h 2454076"/>
                <a:gd name="csX4828" fmla="*/ 627602 w 1886469"/>
                <a:gd name="csY4828" fmla="*/ 1153881 h 2454076"/>
                <a:gd name="csX4829" fmla="*/ 623219 w 1886469"/>
                <a:gd name="csY4829" fmla="*/ 1157365 h 2454076"/>
                <a:gd name="csX4830" fmla="*/ 621530 w 1886469"/>
                <a:gd name="csY4830" fmla="*/ 1159496 h 2454076"/>
                <a:gd name="csX4831" fmla="*/ 624384 w 1886469"/>
                <a:gd name="csY4831" fmla="*/ 1160956 h 2454076"/>
                <a:gd name="csX4832" fmla="*/ 626232 w 1886469"/>
                <a:gd name="csY4832" fmla="*/ 1163429 h 2454076"/>
                <a:gd name="csX4833" fmla="*/ 629040 w 1886469"/>
                <a:gd name="csY4833" fmla="*/ 1159861 h 2454076"/>
                <a:gd name="csX4834" fmla="*/ 631094 w 1886469"/>
                <a:gd name="csY4834" fmla="*/ 1155859 h 2454076"/>
                <a:gd name="csX4835" fmla="*/ 634001 w 1886469"/>
                <a:gd name="csY4835" fmla="*/ 1152526 h 2454076"/>
                <a:gd name="csX4836" fmla="*/ 634990 w 1886469"/>
                <a:gd name="csY4836" fmla="*/ 1152230 h 2454076"/>
                <a:gd name="csX4837" fmla="*/ 635233 w 1886469"/>
                <a:gd name="csY4837" fmla="*/ 1152937 h 2454076"/>
                <a:gd name="csX4838" fmla="*/ 634731 w 1886469"/>
                <a:gd name="csY4838" fmla="*/ 1154649 h 2454076"/>
                <a:gd name="csX4839" fmla="*/ 634510 w 1886469"/>
                <a:gd name="csY4839" fmla="*/ 1156323 h 2454076"/>
                <a:gd name="csX4840" fmla="*/ 634587 w 1886469"/>
                <a:gd name="csY4840" fmla="*/ 1157959 h 2454076"/>
                <a:gd name="csX4841" fmla="*/ 634921 w 1886469"/>
                <a:gd name="csY4841" fmla="*/ 1158948 h 2454076"/>
                <a:gd name="csX4842" fmla="*/ 636702 w 1886469"/>
                <a:gd name="csY4842" fmla="*/ 1159458 h 2454076"/>
                <a:gd name="csX4843" fmla="*/ 637660 w 1886469"/>
                <a:gd name="csY4843" fmla="*/ 1158841 h 2454076"/>
                <a:gd name="csX4844" fmla="*/ 641518 w 1886469"/>
                <a:gd name="csY4844" fmla="*/ 1154139 h 2454076"/>
                <a:gd name="csX4845" fmla="*/ 645307 w 1886469"/>
                <a:gd name="csY4845" fmla="*/ 1146911 h 2454076"/>
                <a:gd name="csX4846" fmla="*/ 651051 w 1886469"/>
                <a:gd name="csY4846" fmla="*/ 1142224 h 2454076"/>
                <a:gd name="csX4847" fmla="*/ 652619 w 1886469"/>
                <a:gd name="csY4847" fmla="*/ 1139828 h 2454076"/>
                <a:gd name="csX4848" fmla="*/ 657618 w 1886469"/>
                <a:gd name="csY4848" fmla="*/ 1137827 h 2454076"/>
                <a:gd name="csX4849" fmla="*/ 657557 w 1886469"/>
                <a:gd name="csY4849" fmla="*/ 1136411 h 2454076"/>
                <a:gd name="csX4850" fmla="*/ 657785 w 1886469"/>
                <a:gd name="csY4850" fmla="*/ 1130819 h 2454076"/>
                <a:gd name="csX4851" fmla="*/ 656035 w 1886469"/>
                <a:gd name="csY4851" fmla="*/ 1128430 h 2454076"/>
                <a:gd name="csX4852" fmla="*/ 650169 w 1886469"/>
                <a:gd name="csY4852" fmla="*/ 1123416 h 2454076"/>
                <a:gd name="csX4853" fmla="*/ 647270 w 1886469"/>
                <a:gd name="csY4853" fmla="*/ 1117382 h 2454076"/>
                <a:gd name="csX4854" fmla="*/ 647879 w 1886469"/>
                <a:gd name="csY4854" fmla="*/ 1112741 h 2454076"/>
                <a:gd name="csX4855" fmla="*/ 651112 w 1886469"/>
                <a:gd name="csY4855" fmla="*/ 1113418 h 2454076"/>
                <a:gd name="csX4856" fmla="*/ 659969 w 1886469"/>
                <a:gd name="csY4856" fmla="*/ 1113913 h 2454076"/>
                <a:gd name="csX4857" fmla="*/ 661810 w 1886469"/>
                <a:gd name="csY4857" fmla="*/ 1114537 h 2454076"/>
                <a:gd name="csX4858" fmla="*/ 670316 w 1886469"/>
                <a:gd name="csY4858" fmla="*/ 1122389 h 2454076"/>
                <a:gd name="csX4859" fmla="*/ 673329 w 1886469"/>
                <a:gd name="csY4859" fmla="*/ 1127258 h 2454076"/>
                <a:gd name="csX4860" fmla="*/ 675718 w 1886469"/>
                <a:gd name="csY4860" fmla="*/ 1129663 h 2454076"/>
                <a:gd name="csX4861" fmla="*/ 680740 w 1886469"/>
                <a:gd name="csY4861" fmla="*/ 1133162 h 2454076"/>
                <a:gd name="csX4862" fmla="*/ 682429 w 1886469"/>
                <a:gd name="csY4862" fmla="*/ 1136000 h 2454076"/>
                <a:gd name="csX4863" fmla="*/ 683616 w 1886469"/>
                <a:gd name="csY4863" fmla="*/ 1137149 h 2454076"/>
                <a:gd name="csX4864" fmla="*/ 684027 w 1886469"/>
                <a:gd name="csY4864" fmla="*/ 1138344 h 2454076"/>
                <a:gd name="csX4865" fmla="*/ 683662 w 1886469"/>
                <a:gd name="csY4865" fmla="*/ 1139584 h 2454076"/>
                <a:gd name="csX4866" fmla="*/ 683472 w 1886469"/>
                <a:gd name="csY4866" fmla="*/ 1142498 h 2454076"/>
                <a:gd name="csX4867" fmla="*/ 684407 w 1886469"/>
                <a:gd name="csY4867" fmla="*/ 1143434 h 2454076"/>
                <a:gd name="csX4868" fmla="*/ 687672 w 1886469"/>
                <a:gd name="csY4868" fmla="*/ 1144530 h 2454076"/>
                <a:gd name="csX4869" fmla="*/ 688585 w 1886469"/>
                <a:gd name="csY4869" fmla="*/ 1145701 h 2454076"/>
                <a:gd name="csX4870" fmla="*/ 689794 w 1886469"/>
                <a:gd name="csY4870" fmla="*/ 1149384 h 2454076"/>
                <a:gd name="csX4871" fmla="*/ 691301 w 1886469"/>
                <a:gd name="csY4871" fmla="*/ 1155562 h 2454076"/>
                <a:gd name="csX4872" fmla="*/ 692609 w 1886469"/>
                <a:gd name="csY4872" fmla="*/ 1162227 h 2454076"/>
                <a:gd name="csX4873" fmla="*/ 694679 w 1886469"/>
                <a:gd name="csY4873" fmla="*/ 1174713 h 2454076"/>
                <a:gd name="csX4874" fmla="*/ 698803 w 1886469"/>
                <a:gd name="csY4874" fmla="*/ 1191193 h 2454076"/>
                <a:gd name="csX4875" fmla="*/ 700210 w 1886469"/>
                <a:gd name="csY4875" fmla="*/ 1201404 h 2454076"/>
                <a:gd name="csX4876" fmla="*/ 700690 w 1886469"/>
                <a:gd name="csY4876" fmla="*/ 1203268 h 2454076"/>
                <a:gd name="csX4877" fmla="*/ 701618 w 1886469"/>
                <a:gd name="csY4877" fmla="*/ 1204546 h 2454076"/>
                <a:gd name="csX4878" fmla="*/ 704266 w 1886469"/>
                <a:gd name="csY4878" fmla="*/ 1206410 h 2454076"/>
                <a:gd name="csX4879" fmla="*/ 706305 w 1886469"/>
                <a:gd name="csY4879" fmla="*/ 1209043 h 2454076"/>
                <a:gd name="csX4880" fmla="*/ 708702 w 1886469"/>
                <a:gd name="csY4880" fmla="*/ 1209887 h 2454076"/>
                <a:gd name="csX4881" fmla="*/ 709287 w 1886469"/>
                <a:gd name="csY4881" fmla="*/ 1209651 h 2454076"/>
                <a:gd name="csX4882" fmla="*/ 709889 w 1886469"/>
                <a:gd name="csY4882" fmla="*/ 1207392 h 2454076"/>
                <a:gd name="csX4883" fmla="*/ 711387 w 1886469"/>
                <a:gd name="csY4883" fmla="*/ 1203785 h 2454076"/>
                <a:gd name="csX4884" fmla="*/ 718654 w 1886469"/>
                <a:gd name="csY4884" fmla="*/ 1196755 h 2454076"/>
                <a:gd name="csX4885" fmla="*/ 719034 w 1886469"/>
                <a:gd name="csY4885" fmla="*/ 1195659 h 2454076"/>
                <a:gd name="csX4886" fmla="*/ 718174 w 1886469"/>
                <a:gd name="csY4886" fmla="*/ 1194039 h 2454076"/>
                <a:gd name="csX4887" fmla="*/ 717908 w 1886469"/>
                <a:gd name="csY4887" fmla="*/ 1192928 h 2454076"/>
                <a:gd name="csX4888" fmla="*/ 718015 w 1886469"/>
                <a:gd name="csY4888" fmla="*/ 1192175 h 2454076"/>
                <a:gd name="csX4889" fmla="*/ 719529 w 1886469"/>
                <a:gd name="csY4889" fmla="*/ 1191589 h 2454076"/>
                <a:gd name="csX4890" fmla="*/ 714469 w 1886469"/>
                <a:gd name="csY4890" fmla="*/ 1182580 h 2454076"/>
                <a:gd name="csX4891" fmla="*/ 711197 w 1886469"/>
                <a:gd name="csY4891" fmla="*/ 1173982 h 2454076"/>
                <a:gd name="csX4892" fmla="*/ 709097 w 1886469"/>
                <a:gd name="csY4892" fmla="*/ 1163262 h 2454076"/>
                <a:gd name="csX4893" fmla="*/ 708778 w 1886469"/>
                <a:gd name="csY4893" fmla="*/ 1160112 h 2454076"/>
                <a:gd name="csX4894" fmla="*/ 708466 w 1886469"/>
                <a:gd name="csY4894" fmla="*/ 1153386 h 2454076"/>
                <a:gd name="csX4895" fmla="*/ 707781 w 1886469"/>
                <a:gd name="csY4895" fmla="*/ 1151613 h 2454076"/>
                <a:gd name="csX4896" fmla="*/ 706624 w 1886469"/>
                <a:gd name="csY4896" fmla="*/ 1149985 h 2454076"/>
                <a:gd name="csX4897" fmla="*/ 706145 w 1886469"/>
                <a:gd name="csY4897" fmla="*/ 1147885 h 2454076"/>
                <a:gd name="csX4898" fmla="*/ 706328 w 1886469"/>
                <a:gd name="csY4898" fmla="*/ 1145306 h 2454076"/>
                <a:gd name="csX4899" fmla="*/ 706099 w 1886469"/>
                <a:gd name="csY4899" fmla="*/ 1143092 h 2454076"/>
                <a:gd name="csX4900" fmla="*/ 704760 w 1886469"/>
                <a:gd name="csY4900" fmla="*/ 1138450 h 2454076"/>
                <a:gd name="csX4901" fmla="*/ 699609 w 1886469"/>
                <a:gd name="csY4901" fmla="*/ 1105604 h 2454076"/>
                <a:gd name="csX4902" fmla="*/ 699625 w 1886469"/>
                <a:gd name="csY4902" fmla="*/ 1102363 h 2454076"/>
                <a:gd name="csX4903" fmla="*/ 700332 w 1886469"/>
                <a:gd name="csY4903" fmla="*/ 1099921 h 2454076"/>
                <a:gd name="csX4904" fmla="*/ 702166 w 1886469"/>
                <a:gd name="csY4904" fmla="*/ 1098521 h 2454076"/>
                <a:gd name="csX4905" fmla="*/ 705118 w 1886469"/>
                <a:gd name="csY4905" fmla="*/ 1098178 h 2454076"/>
                <a:gd name="csX4906" fmla="*/ 706054 w 1886469"/>
                <a:gd name="csY4906" fmla="*/ 1097410 h 2454076"/>
                <a:gd name="csX4907" fmla="*/ 704966 w 1886469"/>
                <a:gd name="csY4907" fmla="*/ 1096231 h 2454076"/>
                <a:gd name="csX4908" fmla="*/ 703033 w 1886469"/>
                <a:gd name="csY4908" fmla="*/ 1092655 h 2454076"/>
                <a:gd name="csX4909" fmla="*/ 702782 w 1886469"/>
                <a:gd name="csY4909" fmla="*/ 1091003 h 2454076"/>
                <a:gd name="csX4910" fmla="*/ 704068 w 1886469"/>
                <a:gd name="csY4910" fmla="*/ 1087656 h 2454076"/>
                <a:gd name="csX4911" fmla="*/ 710665 w 1886469"/>
                <a:gd name="csY4911" fmla="*/ 1089124 h 2454076"/>
                <a:gd name="csX4912" fmla="*/ 715443 w 1886469"/>
                <a:gd name="csY4912" fmla="*/ 1092137 h 2454076"/>
                <a:gd name="csX4913" fmla="*/ 723614 w 1886469"/>
                <a:gd name="csY4913" fmla="*/ 1099266 h 2454076"/>
                <a:gd name="csX4914" fmla="*/ 724444 w 1886469"/>
                <a:gd name="csY4914" fmla="*/ 1098878 h 2454076"/>
                <a:gd name="csX4915" fmla="*/ 725342 w 1886469"/>
                <a:gd name="csY4915" fmla="*/ 1095333 h 2454076"/>
                <a:gd name="csX4916" fmla="*/ 727084 w 1886469"/>
                <a:gd name="csY4916" fmla="*/ 1093058 h 2454076"/>
                <a:gd name="csX4917" fmla="*/ 729701 w 1886469"/>
                <a:gd name="csY4917" fmla="*/ 1093803 h 2454076"/>
                <a:gd name="csX4918" fmla="*/ 737097 w 1886469"/>
                <a:gd name="csY4918" fmla="*/ 1098962 h 2454076"/>
                <a:gd name="csX4919" fmla="*/ 745649 w 1886469"/>
                <a:gd name="csY4919" fmla="*/ 1108107 h 2454076"/>
                <a:gd name="csX4920" fmla="*/ 751386 w 1886469"/>
                <a:gd name="csY4920" fmla="*/ 1112589 h 2454076"/>
                <a:gd name="csX4921" fmla="*/ 755411 w 1886469"/>
                <a:gd name="csY4921" fmla="*/ 1118645 h 2454076"/>
                <a:gd name="csX4922" fmla="*/ 758150 w 1886469"/>
                <a:gd name="csY4922" fmla="*/ 1124344 h 2454076"/>
                <a:gd name="csX4923" fmla="*/ 759877 w 1886469"/>
                <a:gd name="csY4923" fmla="*/ 1128727 h 2454076"/>
                <a:gd name="csX4924" fmla="*/ 759953 w 1886469"/>
                <a:gd name="csY4924" fmla="*/ 1130431 h 2454076"/>
                <a:gd name="csX4925" fmla="*/ 759557 w 1886469"/>
                <a:gd name="csY4925" fmla="*/ 1132181 h 2454076"/>
                <a:gd name="csX4926" fmla="*/ 759961 w 1886469"/>
                <a:gd name="csY4926" fmla="*/ 1134456 h 2454076"/>
                <a:gd name="csX4927" fmla="*/ 761170 w 1886469"/>
                <a:gd name="csY4927" fmla="*/ 1137256 h 2454076"/>
                <a:gd name="csX4928" fmla="*/ 761840 w 1886469"/>
                <a:gd name="csY4928" fmla="*/ 1139759 h 2454076"/>
                <a:gd name="csX4929" fmla="*/ 762388 w 1886469"/>
                <a:gd name="csY4929" fmla="*/ 1145062 h 2454076"/>
                <a:gd name="csX4930" fmla="*/ 763476 w 1886469"/>
                <a:gd name="csY4930" fmla="*/ 1151940 h 2454076"/>
                <a:gd name="csX4931" fmla="*/ 763750 w 1886469"/>
                <a:gd name="csY4931" fmla="*/ 1155372 h 2454076"/>
                <a:gd name="csX4932" fmla="*/ 771351 w 1886469"/>
                <a:gd name="csY4932" fmla="*/ 1185745 h 2454076"/>
                <a:gd name="csX4933" fmla="*/ 772804 w 1886469"/>
                <a:gd name="csY4933" fmla="*/ 1191033 h 2454076"/>
                <a:gd name="csX4934" fmla="*/ 773732 w 1886469"/>
                <a:gd name="csY4934" fmla="*/ 1193475 h 2454076"/>
                <a:gd name="csX4935" fmla="*/ 779043 w 1886469"/>
                <a:gd name="csY4935" fmla="*/ 1204964 h 2454076"/>
                <a:gd name="csX4936" fmla="*/ 781873 w 1886469"/>
                <a:gd name="csY4936" fmla="*/ 1213250 h 2454076"/>
                <a:gd name="csX4937" fmla="*/ 782147 w 1886469"/>
                <a:gd name="csY4937" fmla="*/ 1218766 h 2454076"/>
                <a:gd name="csX4938" fmla="*/ 782528 w 1886469"/>
                <a:gd name="csY4938" fmla="*/ 1220349 h 2454076"/>
                <a:gd name="csX4939" fmla="*/ 782649 w 1886469"/>
                <a:gd name="csY4939" fmla="*/ 1222875 h 2454076"/>
                <a:gd name="csX4940" fmla="*/ 782512 w 1886469"/>
                <a:gd name="csY4940" fmla="*/ 1226345 h 2454076"/>
                <a:gd name="csX4941" fmla="*/ 781888 w 1886469"/>
                <a:gd name="csY4941" fmla="*/ 1229319 h 2454076"/>
                <a:gd name="csX4942" fmla="*/ 780778 w 1886469"/>
                <a:gd name="csY4942" fmla="*/ 1231807 h 2454076"/>
                <a:gd name="csX4943" fmla="*/ 779705 w 1886469"/>
                <a:gd name="csY4943" fmla="*/ 1235284 h 2454076"/>
                <a:gd name="csX4944" fmla="*/ 778084 w 1886469"/>
                <a:gd name="csY4944" fmla="*/ 1242931 h 2454076"/>
                <a:gd name="csX4945" fmla="*/ 777947 w 1886469"/>
                <a:gd name="csY4945" fmla="*/ 1244803 h 2454076"/>
                <a:gd name="csX4946" fmla="*/ 779111 w 1886469"/>
                <a:gd name="csY4946" fmla="*/ 1247420 h 2454076"/>
                <a:gd name="csX4947" fmla="*/ 786545 w 1886469"/>
                <a:gd name="csY4947" fmla="*/ 1256406 h 2454076"/>
                <a:gd name="csX4948" fmla="*/ 791102 w 1886469"/>
                <a:gd name="csY4948" fmla="*/ 1267104 h 2454076"/>
                <a:gd name="csX4949" fmla="*/ 793240 w 1886469"/>
                <a:gd name="csY4949" fmla="*/ 1268975 h 2454076"/>
                <a:gd name="csX4950" fmla="*/ 798977 w 1886469"/>
                <a:gd name="csY4950" fmla="*/ 1275618 h 2454076"/>
                <a:gd name="csX4951" fmla="*/ 805163 w 1886469"/>
                <a:gd name="csY4951" fmla="*/ 1279369 h 2454076"/>
                <a:gd name="csX4952" fmla="*/ 807248 w 1886469"/>
                <a:gd name="csY4952" fmla="*/ 1280982 h 2454076"/>
                <a:gd name="csX4953" fmla="*/ 809218 w 1886469"/>
                <a:gd name="csY4953" fmla="*/ 1283355 h 2454076"/>
                <a:gd name="csX4954" fmla="*/ 809812 w 1886469"/>
                <a:gd name="csY4954" fmla="*/ 1283447 h 2454076"/>
                <a:gd name="csX4955" fmla="*/ 811006 w 1886469"/>
                <a:gd name="csY4955" fmla="*/ 1282998 h 2454076"/>
                <a:gd name="csX4956" fmla="*/ 811349 w 1886469"/>
                <a:gd name="csY4956" fmla="*/ 1282351 h 2454076"/>
                <a:gd name="csX4957" fmla="*/ 811433 w 1886469"/>
                <a:gd name="csY4957" fmla="*/ 1281392 h 2454076"/>
                <a:gd name="csX4958" fmla="*/ 809690 w 1886469"/>
                <a:gd name="csY4958" fmla="*/ 1276378 h 2454076"/>
                <a:gd name="csX4959" fmla="*/ 809568 w 1886469"/>
                <a:gd name="csY4959" fmla="*/ 1274408 h 2454076"/>
                <a:gd name="csX4960" fmla="*/ 810398 w 1886469"/>
                <a:gd name="csY4960" fmla="*/ 1274065 h 2454076"/>
                <a:gd name="csX4961" fmla="*/ 816781 w 1886469"/>
                <a:gd name="csY4961" fmla="*/ 1282617 h 2454076"/>
                <a:gd name="csX4962" fmla="*/ 820228 w 1886469"/>
                <a:gd name="csY4962" fmla="*/ 1286003 h 2454076"/>
                <a:gd name="csX4963" fmla="*/ 824938 w 1886469"/>
                <a:gd name="csY4963" fmla="*/ 1289549 h 2454076"/>
                <a:gd name="csX4964" fmla="*/ 833026 w 1886469"/>
                <a:gd name="csY4964" fmla="*/ 1297682 h 2454076"/>
                <a:gd name="csX4965" fmla="*/ 834152 w 1886469"/>
                <a:gd name="csY4965" fmla="*/ 1298344 h 2454076"/>
                <a:gd name="csX4966" fmla="*/ 838527 w 1886469"/>
                <a:gd name="csY4966" fmla="*/ 1297599 h 2454076"/>
                <a:gd name="csX4967" fmla="*/ 839721 w 1886469"/>
                <a:gd name="csY4967" fmla="*/ 1298108 h 2454076"/>
                <a:gd name="csX4968" fmla="*/ 840474 w 1886469"/>
                <a:gd name="csY4968" fmla="*/ 1298907 h 2454076"/>
                <a:gd name="csX4969" fmla="*/ 840786 w 1886469"/>
                <a:gd name="csY4969" fmla="*/ 1299995 h 2454076"/>
                <a:gd name="csX4970" fmla="*/ 840961 w 1886469"/>
                <a:gd name="csY4970" fmla="*/ 1304781 h 2454076"/>
                <a:gd name="csX4971" fmla="*/ 842156 w 1886469"/>
                <a:gd name="csY4971" fmla="*/ 1307132 h 2454076"/>
                <a:gd name="csX4972" fmla="*/ 849057 w 1886469"/>
                <a:gd name="csY4972" fmla="*/ 1306128 h 2454076"/>
                <a:gd name="csX4973" fmla="*/ 850989 w 1886469"/>
                <a:gd name="csY4973" fmla="*/ 1306333 h 2454076"/>
                <a:gd name="csX4974" fmla="*/ 852222 w 1886469"/>
                <a:gd name="csY4974" fmla="*/ 1307087 h 2454076"/>
                <a:gd name="csX4975" fmla="*/ 853249 w 1886469"/>
                <a:gd name="csY4975" fmla="*/ 1308646 h 2454076"/>
                <a:gd name="csX4976" fmla="*/ 854733 w 1886469"/>
                <a:gd name="csY4976" fmla="*/ 1313736 h 2454076"/>
                <a:gd name="csX4977" fmla="*/ 856102 w 1886469"/>
                <a:gd name="csY4977" fmla="*/ 1323711 h 2454076"/>
                <a:gd name="csX4978" fmla="*/ 856171 w 1886469"/>
                <a:gd name="csY4978" fmla="*/ 1327264 h 2454076"/>
                <a:gd name="csX4979" fmla="*/ 855539 w 1886469"/>
                <a:gd name="csY4979" fmla="*/ 1333214 h 2454076"/>
                <a:gd name="csX4980" fmla="*/ 854535 w 1886469"/>
                <a:gd name="csY4980" fmla="*/ 1335398 h 2454076"/>
                <a:gd name="csX4981" fmla="*/ 853226 w 1886469"/>
                <a:gd name="csY4981" fmla="*/ 1336083 h 2454076"/>
                <a:gd name="csX4982" fmla="*/ 849544 w 1886469"/>
                <a:gd name="csY4982" fmla="*/ 1335413 h 2454076"/>
                <a:gd name="csX4983" fmla="*/ 846957 w 1886469"/>
                <a:gd name="csY4983" fmla="*/ 1333526 h 2454076"/>
                <a:gd name="csX4984" fmla="*/ 845618 w 1886469"/>
                <a:gd name="csY4984" fmla="*/ 1331122 h 2454076"/>
                <a:gd name="csX4985" fmla="*/ 844408 w 1886469"/>
                <a:gd name="csY4985" fmla="*/ 1325895 h 2454076"/>
                <a:gd name="csX4986" fmla="*/ 843830 w 1886469"/>
                <a:gd name="csY4986" fmla="*/ 1324883 h 2454076"/>
                <a:gd name="csX4987" fmla="*/ 843305 w 1886469"/>
                <a:gd name="csY4987" fmla="*/ 1325941 h 2454076"/>
                <a:gd name="csX4988" fmla="*/ 842095 w 1886469"/>
                <a:gd name="csY4988" fmla="*/ 1330726 h 2454076"/>
                <a:gd name="csX4989" fmla="*/ 841304 w 1886469"/>
                <a:gd name="csY4989" fmla="*/ 1332841 h 2454076"/>
                <a:gd name="csX4990" fmla="*/ 840337 w 1886469"/>
                <a:gd name="csY4990" fmla="*/ 1334241 h 2454076"/>
                <a:gd name="csX4991" fmla="*/ 838504 w 1886469"/>
                <a:gd name="csY4991" fmla="*/ 1333899 h 2454076"/>
                <a:gd name="csX4992" fmla="*/ 835803 w 1886469"/>
                <a:gd name="csY4992" fmla="*/ 1331814 h 2454076"/>
                <a:gd name="csX4993" fmla="*/ 830728 w 1886469"/>
                <a:gd name="csY4993" fmla="*/ 1326473 h 2454076"/>
                <a:gd name="csX4994" fmla="*/ 828932 w 1886469"/>
                <a:gd name="csY4994" fmla="*/ 1325149 h 2454076"/>
                <a:gd name="csX4995" fmla="*/ 827821 w 1886469"/>
                <a:gd name="csY4995" fmla="*/ 1325377 h 2454076"/>
                <a:gd name="csX4996" fmla="*/ 825394 w 1886469"/>
                <a:gd name="csY4996" fmla="*/ 1327188 h 2454076"/>
                <a:gd name="csX4997" fmla="*/ 821651 w 1886469"/>
                <a:gd name="csY4997" fmla="*/ 1330574 h 2454076"/>
                <a:gd name="csX4998" fmla="*/ 820106 w 1886469"/>
                <a:gd name="csY4998" fmla="*/ 1333055 h 2454076"/>
                <a:gd name="csX4999" fmla="*/ 820761 w 1886469"/>
                <a:gd name="csY4999" fmla="*/ 1334637 h 2454076"/>
                <a:gd name="csX5000" fmla="*/ 821194 w 1886469"/>
                <a:gd name="csY5000" fmla="*/ 1336623 h 2454076"/>
                <a:gd name="csX5001" fmla="*/ 821407 w 1886469"/>
                <a:gd name="csY5001" fmla="*/ 1339012 h 2454076"/>
                <a:gd name="csX5002" fmla="*/ 821278 w 1886469"/>
                <a:gd name="csY5002" fmla="*/ 1340770 h 2454076"/>
                <a:gd name="csX5003" fmla="*/ 820799 w 1886469"/>
                <a:gd name="csY5003" fmla="*/ 1341903 h 2454076"/>
                <a:gd name="csX5004" fmla="*/ 819558 w 1886469"/>
                <a:gd name="csY5004" fmla="*/ 1343250 h 2454076"/>
                <a:gd name="csX5005" fmla="*/ 816941 w 1886469"/>
                <a:gd name="csY5005" fmla="*/ 1343478 h 2454076"/>
                <a:gd name="csX5006" fmla="*/ 813175 w 1886469"/>
                <a:gd name="csY5006" fmla="*/ 1342444 h 2454076"/>
                <a:gd name="csX5007" fmla="*/ 810200 w 1886469"/>
                <a:gd name="csY5007" fmla="*/ 1340610 h 2454076"/>
                <a:gd name="csX5008" fmla="*/ 804988 w 1886469"/>
                <a:gd name="csY5008" fmla="*/ 1335725 h 2454076"/>
                <a:gd name="csX5009" fmla="*/ 803794 w 1886469"/>
                <a:gd name="csY5009" fmla="*/ 1335048 h 2454076"/>
                <a:gd name="csX5010" fmla="*/ 802180 w 1886469"/>
                <a:gd name="csY5010" fmla="*/ 1336136 h 2454076"/>
                <a:gd name="csX5011" fmla="*/ 801541 w 1886469"/>
                <a:gd name="csY5011" fmla="*/ 1337559 h 2454076"/>
                <a:gd name="csX5012" fmla="*/ 802538 w 1886469"/>
                <a:gd name="csY5012" fmla="*/ 1339590 h 2454076"/>
                <a:gd name="csX5013" fmla="*/ 805186 w 1886469"/>
                <a:gd name="csY5013" fmla="*/ 1342215 h 2454076"/>
                <a:gd name="csX5014" fmla="*/ 808419 w 1886469"/>
                <a:gd name="csY5014" fmla="*/ 1346560 h 2454076"/>
                <a:gd name="csX5015" fmla="*/ 809287 w 1886469"/>
                <a:gd name="csY5015" fmla="*/ 1347404 h 2454076"/>
                <a:gd name="csX5016" fmla="*/ 810116 w 1886469"/>
                <a:gd name="csY5016" fmla="*/ 1347305 h 2454076"/>
                <a:gd name="csX5017" fmla="*/ 810413 w 1886469"/>
                <a:gd name="csY5017" fmla="*/ 1348104 h 2454076"/>
                <a:gd name="csX5018" fmla="*/ 810778 w 1886469"/>
                <a:gd name="csY5018" fmla="*/ 1350432 h 2454076"/>
                <a:gd name="csX5019" fmla="*/ 810611 w 1886469"/>
                <a:gd name="csY5019" fmla="*/ 1354427 h 2454076"/>
                <a:gd name="csX5020" fmla="*/ 809051 w 1886469"/>
                <a:gd name="csY5020" fmla="*/ 1362370 h 2454076"/>
                <a:gd name="csX5021" fmla="*/ 808891 w 1886469"/>
                <a:gd name="csY5021" fmla="*/ 1364257 h 2454076"/>
                <a:gd name="csX5022" fmla="*/ 809530 w 1886469"/>
                <a:gd name="csY5022" fmla="*/ 1363808 h 2454076"/>
                <a:gd name="csX5023" fmla="*/ 813936 w 1886469"/>
                <a:gd name="csY5023" fmla="*/ 1356010 h 2454076"/>
                <a:gd name="csX5024" fmla="*/ 816211 w 1886469"/>
                <a:gd name="csY5024" fmla="*/ 1353818 h 2454076"/>
                <a:gd name="csX5025" fmla="*/ 821141 w 1886469"/>
                <a:gd name="csY5025" fmla="*/ 1350364 h 2454076"/>
                <a:gd name="csX5026" fmla="*/ 823271 w 1886469"/>
                <a:gd name="csY5026" fmla="*/ 1347823 h 2454076"/>
                <a:gd name="csX5027" fmla="*/ 829579 w 1886469"/>
                <a:gd name="csY5027" fmla="*/ 1347130 h 2454076"/>
                <a:gd name="csX5028" fmla="*/ 831831 w 1886469"/>
                <a:gd name="csY5028" fmla="*/ 1348523 h 2454076"/>
                <a:gd name="csX5029" fmla="*/ 833277 w 1886469"/>
                <a:gd name="csY5029" fmla="*/ 1350935 h 2454076"/>
                <a:gd name="csX5030" fmla="*/ 833330 w 1886469"/>
                <a:gd name="csY5030" fmla="*/ 1352030 h 2454076"/>
                <a:gd name="csX5031" fmla="*/ 831679 w 1886469"/>
                <a:gd name="csY5031" fmla="*/ 1354853 h 2454076"/>
                <a:gd name="csX5032" fmla="*/ 831375 w 1886469"/>
                <a:gd name="csY5032" fmla="*/ 1356268 h 2454076"/>
                <a:gd name="csX5033" fmla="*/ 831291 w 1886469"/>
                <a:gd name="csY5033" fmla="*/ 1358049 h 2454076"/>
                <a:gd name="csX5034" fmla="*/ 831443 w 1886469"/>
                <a:gd name="csY5034" fmla="*/ 1359639 h 2454076"/>
                <a:gd name="csX5035" fmla="*/ 831823 w 1886469"/>
                <a:gd name="csY5035" fmla="*/ 1361054 h 2454076"/>
                <a:gd name="csX5036" fmla="*/ 832957 w 1886469"/>
                <a:gd name="csY5036" fmla="*/ 1362355 h 2454076"/>
                <a:gd name="csX5037" fmla="*/ 834966 w 1886469"/>
                <a:gd name="csY5037" fmla="*/ 1361784 h 2454076"/>
                <a:gd name="csX5038" fmla="*/ 835529 w 1886469"/>
                <a:gd name="csY5038" fmla="*/ 1362112 h 2454076"/>
                <a:gd name="csX5039" fmla="*/ 836602 w 1886469"/>
                <a:gd name="csY5039" fmla="*/ 1363489 h 2454076"/>
                <a:gd name="csX5040" fmla="*/ 837309 w 1886469"/>
                <a:gd name="csY5040" fmla="*/ 1365619 h 2454076"/>
                <a:gd name="csX5041" fmla="*/ 837340 w 1886469"/>
                <a:gd name="csY5041" fmla="*/ 1368579 h 2454076"/>
                <a:gd name="csX5042" fmla="*/ 835864 w 1886469"/>
                <a:gd name="csY5042" fmla="*/ 1375054 h 2454076"/>
                <a:gd name="csX5043" fmla="*/ 833223 w 1886469"/>
                <a:gd name="csY5043" fmla="*/ 1377161 h 2454076"/>
                <a:gd name="csX5044" fmla="*/ 825143 w 1886469"/>
                <a:gd name="csY5044" fmla="*/ 1381064 h 2454076"/>
                <a:gd name="csX5045" fmla="*/ 822374 w 1886469"/>
                <a:gd name="csY5045" fmla="*/ 1383073 h 2454076"/>
                <a:gd name="csX5046" fmla="*/ 817040 w 1886469"/>
                <a:gd name="csY5046" fmla="*/ 1384496 h 2454076"/>
                <a:gd name="csX5047" fmla="*/ 814978 w 1886469"/>
                <a:gd name="csY5047" fmla="*/ 1386375 h 2454076"/>
                <a:gd name="csX5048" fmla="*/ 813692 w 1886469"/>
                <a:gd name="csY5048" fmla="*/ 1386946 h 2454076"/>
                <a:gd name="csX5049" fmla="*/ 807986 w 1886469"/>
                <a:gd name="csY5049" fmla="*/ 1386642 h 2454076"/>
                <a:gd name="csX5050" fmla="*/ 801458 w 1886469"/>
                <a:gd name="csY5050" fmla="*/ 1387829 h 2454076"/>
                <a:gd name="csX5051" fmla="*/ 793940 w 1886469"/>
                <a:gd name="csY5051" fmla="*/ 1385500 h 2454076"/>
                <a:gd name="csX5052" fmla="*/ 788668 w 1886469"/>
                <a:gd name="csY5052" fmla="*/ 1384466 h 2454076"/>
                <a:gd name="csX5053" fmla="*/ 782573 w 1886469"/>
                <a:gd name="csY5053" fmla="*/ 1380753 h 2454076"/>
                <a:gd name="csX5054" fmla="*/ 780275 w 1886469"/>
                <a:gd name="csY5054" fmla="*/ 1381688 h 2454076"/>
                <a:gd name="csX5055" fmla="*/ 777902 w 1886469"/>
                <a:gd name="csY5055" fmla="*/ 1384070 h 2454076"/>
                <a:gd name="csX5056" fmla="*/ 766489 w 1886469"/>
                <a:gd name="csY5056" fmla="*/ 1381209 h 2454076"/>
                <a:gd name="csX5057" fmla="*/ 765134 w 1886469"/>
                <a:gd name="csY5057" fmla="*/ 1379132 h 2454076"/>
                <a:gd name="csX5058" fmla="*/ 765583 w 1886469"/>
                <a:gd name="csY5058" fmla="*/ 1377778 h 2454076"/>
                <a:gd name="csX5059" fmla="*/ 768284 w 1886469"/>
                <a:gd name="csY5059" fmla="*/ 1373342 h 2454076"/>
                <a:gd name="csX5060" fmla="*/ 768459 w 1886469"/>
                <a:gd name="csY5060" fmla="*/ 1372414 h 2454076"/>
                <a:gd name="csX5061" fmla="*/ 768330 w 1886469"/>
                <a:gd name="csY5061" fmla="*/ 1371622 h 2454076"/>
                <a:gd name="csX5062" fmla="*/ 763149 w 1886469"/>
                <a:gd name="csY5062" fmla="*/ 1370861 h 2454076"/>
                <a:gd name="csX5063" fmla="*/ 757366 w 1886469"/>
                <a:gd name="csY5063" fmla="*/ 1368488 h 2454076"/>
                <a:gd name="csX5064" fmla="*/ 751561 w 1886469"/>
                <a:gd name="csY5064" fmla="*/ 1367308 h 2454076"/>
                <a:gd name="csX5065" fmla="*/ 747216 w 1886469"/>
                <a:gd name="csY5065" fmla="*/ 1367643 h 2454076"/>
                <a:gd name="csX5066" fmla="*/ 744386 w 1886469"/>
                <a:gd name="csY5066" fmla="*/ 1366776 h 2454076"/>
                <a:gd name="csX5067" fmla="*/ 741624 w 1886469"/>
                <a:gd name="csY5067" fmla="*/ 1364820 h 2454076"/>
                <a:gd name="csX5068" fmla="*/ 740110 w 1886469"/>
                <a:gd name="csY5068" fmla="*/ 1363032 h 2454076"/>
                <a:gd name="csX5069" fmla="*/ 739836 w 1886469"/>
                <a:gd name="csY5069" fmla="*/ 1361419 h 2454076"/>
                <a:gd name="csX5070" fmla="*/ 739798 w 1886469"/>
                <a:gd name="csY5070" fmla="*/ 1359646 h 2454076"/>
                <a:gd name="csX5071" fmla="*/ 740041 w 1886469"/>
                <a:gd name="csY5071" fmla="*/ 1356086 h 2454076"/>
                <a:gd name="csX5072" fmla="*/ 739676 w 1886469"/>
                <a:gd name="csY5072" fmla="*/ 1353575 h 2454076"/>
                <a:gd name="csX5073" fmla="*/ 738421 w 1886469"/>
                <a:gd name="csY5073" fmla="*/ 1351589 h 2454076"/>
                <a:gd name="csX5074" fmla="*/ 735864 w 1886469"/>
                <a:gd name="csY5074" fmla="*/ 1349809 h 2454076"/>
                <a:gd name="csX5075" fmla="*/ 733323 w 1886469"/>
                <a:gd name="csY5075" fmla="*/ 1350022 h 2454076"/>
                <a:gd name="csX5076" fmla="*/ 731170 w 1886469"/>
                <a:gd name="csY5076" fmla="*/ 1351992 h 2454076"/>
                <a:gd name="csX5077" fmla="*/ 729123 w 1886469"/>
                <a:gd name="csY5077" fmla="*/ 1355614 h 2454076"/>
                <a:gd name="csX5078" fmla="*/ 725326 w 1886469"/>
                <a:gd name="csY5078" fmla="*/ 1365650 h 2454076"/>
                <a:gd name="csX5079" fmla="*/ 723424 w 1886469"/>
                <a:gd name="csY5079" fmla="*/ 1367354 h 2454076"/>
                <a:gd name="csX5080" fmla="*/ 718494 w 1886469"/>
                <a:gd name="csY5080" fmla="*/ 1374567 h 2454076"/>
                <a:gd name="csX5081" fmla="*/ 716645 w 1886469"/>
                <a:gd name="csY5081" fmla="*/ 1376324 h 2454076"/>
                <a:gd name="csX5082" fmla="*/ 707606 w 1886469"/>
                <a:gd name="csY5082" fmla="*/ 1379170 h 2454076"/>
                <a:gd name="csX5083" fmla="*/ 696893 w 1886469"/>
                <a:gd name="csY5083" fmla="*/ 1380334 h 2454076"/>
                <a:gd name="csX5084" fmla="*/ 692891 w 1886469"/>
                <a:gd name="csY5084" fmla="*/ 1382548 h 2454076"/>
                <a:gd name="csX5085" fmla="*/ 689087 w 1886469"/>
                <a:gd name="csY5085" fmla="*/ 1386687 h 2454076"/>
                <a:gd name="csX5086" fmla="*/ 684491 w 1886469"/>
                <a:gd name="csY5086" fmla="*/ 1390674 h 2454076"/>
                <a:gd name="csX5087" fmla="*/ 673253 w 1886469"/>
                <a:gd name="csY5087" fmla="*/ 1395559 h 2454076"/>
                <a:gd name="csX5088" fmla="*/ 662868 w 1886469"/>
                <a:gd name="csY5088" fmla="*/ 1398275 h 2454076"/>
                <a:gd name="csX5089" fmla="*/ 652003 w 1886469"/>
                <a:gd name="csY5089" fmla="*/ 1399462 h 2454076"/>
                <a:gd name="csX5090" fmla="*/ 643877 w 1886469"/>
                <a:gd name="csY5090" fmla="*/ 1401311 h 2454076"/>
                <a:gd name="csX5091" fmla="*/ 641541 w 1886469"/>
                <a:gd name="csY5091" fmla="*/ 1400383 h 2454076"/>
                <a:gd name="csX5092" fmla="*/ 637904 w 1886469"/>
                <a:gd name="csY5092" fmla="*/ 1400725 h 2454076"/>
                <a:gd name="csX5093" fmla="*/ 633985 w 1886469"/>
                <a:gd name="csY5093" fmla="*/ 1403426 h 2454076"/>
                <a:gd name="csX5094" fmla="*/ 629565 w 1886469"/>
                <a:gd name="csY5094" fmla="*/ 1403951 h 2454076"/>
                <a:gd name="csX5095" fmla="*/ 612765 w 1886469"/>
                <a:gd name="csY5095" fmla="*/ 1404933 h 2454076"/>
                <a:gd name="csX5096" fmla="*/ 605050 w 1886469"/>
                <a:gd name="csY5096" fmla="*/ 1406736 h 2454076"/>
                <a:gd name="csX5097" fmla="*/ 600820 w 1886469"/>
                <a:gd name="csY5097" fmla="*/ 1407215 h 2454076"/>
                <a:gd name="csX5098" fmla="*/ 597502 w 1886469"/>
                <a:gd name="csY5098" fmla="*/ 1406972 h 2454076"/>
                <a:gd name="csX5099" fmla="*/ 595189 w 1886469"/>
                <a:gd name="csY5099" fmla="*/ 1406226 h 2454076"/>
                <a:gd name="csX5100" fmla="*/ 592975 w 1886469"/>
                <a:gd name="csY5100" fmla="*/ 1403829 h 2454076"/>
                <a:gd name="csX5101" fmla="*/ 590700 w 1886469"/>
                <a:gd name="csY5101" fmla="*/ 1400132 h 2454076"/>
                <a:gd name="csX5102" fmla="*/ 586074 w 1886469"/>
                <a:gd name="csY5102" fmla="*/ 1390225 h 2454076"/>
                <a:gd name="csX5103" fmla="*/ 584750 w 1886469"/>
                <a:gd name="csY5103" fmla="*/ 1386041 h 2454076"/>
                <a:gd name="csX5104" fmla="*/ 585268 w 1886469"/>
                <a:gd name="csY5104" fmla="*/ 1378843 h 2454076"/>
                <a:gd name="csX5105" fmla="*/ 584925 w 1886469"/>
                <a:gd name="csY5105" fmla="*/ 1374658 h 2454076"/>
                <a:gd name="csX5106" fmla="*/ 583389 w 1886469"/>
                <a:gd name="csY5106" fmla="*/ 1365581 h 2454076"/>
                <a:gd name="csX5107" fmla="*/ 583099 w 1886469"/>
                <a:gd name="csY5107" fmla="*/ 1364797 h 2454076"/>
                <a:gd name="csX5108" fmla="*/ 575004 w 1886469"/>
                <a:gd name="csY5108" fmla="*/ 1361412 h 2454076"/>
                <a:gd name="csX5109" fmla="*/ 569678 w 1886469"/>
                <a:gd name="csY5109" fmla="*/ 1360339 h 2454076"/>
                <a:gd name="csX5110" fmla="*/ 561643 w 1886469"/>
                <a:gd name="csY5110" fmla="*/ 1360118 h 2454076"/>
                <a:gd name="csX5111" fmla="*/ 551821 w 1886469"/>
                <a:gd name="csY5111" fmla="*/ 1360597 h 2454076"/>
                <a:gd name="csX5112" fmla="*/ 542013 w 1886469"/>
                <a:gd name="csY5112" fmla="*/ 1359502 h 2454076"/>
                <a:gd name="csX5113" fmla="*/ 536832 w 1886469"/>
                <a:gd name="csY5113" fmla="*/ 1358262 h 2454076"/>
                <a:gd name="csX5114" fmla="*/ 531688 w 1886469"/>
                <a:gd name="csY5114" fmla="*/ 1356230 h 2454076"/>
                <a:gd name="csX5115" fmla="*/ 522893 w 1886469"/>
                <a:gd name="csY5115" fmla="*/ 1350935 h 2454076"/>
                <a:gd name="csX5116" fmla="*/ 522398 w 1886469"/>
                <a:gd name="csY5116" fmla="*/ 1350394 h 2454076"/>
                <a:gd name="csX5117" fmla="*/ 521713 w 1886469"/>
                <a:gd name="csY5117" fmla="*/ 1348622 h 2454076"/>
                <a:gd name="csX5118" fmla="*/ 520846 w 1886469"/>
                <a:gd name="csY5118" fmla="*/ 1345616 h 2454076"/>
                <a:gd name="csX5119" fmla="*/ 518655 w 1886469"/>
                <a:gd name="csY5119" fmla="*/ 1341698 h 2454076"/>
                <a:gd name="csX5120" fmla="*/ 512659 w 1886469"/>
                <a:gd name="csY5120" fmla="*/ 1332918 h 2454076"/>
                <a:gd name="csX5121" fmla="*/ 510285 w 1886469"/>
                <a:gd name="csY5121" fmla="*/ 1327683 h 2454076"/>
                <a:gd name="csX5122" fmla="*/ 509897 w 1886469"/>
                <a:gd name="csY5122" fmla="*/ 1326351 h 2454076"/>
                <a:gd name="csX5123" fmla="*/ 509327 w 1886469"/>
                <a:gd name="csY5123" fmla="*/ 1322494 h 2454076"/>
                <a:gd name="csX5124" fmla="*/ 508573 w 1886469"/>
                <a:gd name="csY5124" fmla="*/ 1316095 h 2454076"/>
                <a:gd name="csX5125" fmla="*/ 508330 w 1886469"/>
                <a:gd name="csY5125" fmla="*/ 1312161 h 2454076"/>
                <a:gd name="csX5126" fmla="*/ 509030 w 1886469"/>
                <a:gd name="csY5126" fmla="*/ 1309757 h 2454076"/>
                <a:gd name="csX5127" fmla="*/ 509616 w 1886469"/>
                <a:gd name="csY5127" fmla="*/ 1309278 h 2454076"/>
                <a:gd name="csX5128" fmla="*/ 522033 w 1886469"/>
                <a:gd name="csY5128" fmla="*/ 1304576 h 2454076"/>
                <a:gd name="csX5129" fmla="*/ 543915 w 1886469"/>
                <a:gd name="csY5129" fmla="*/ 1299402 h 2454076"/>
                <a:gd name="csX5130" fmla="*/ 563918 w 1886469"/>
                <a:gd name="csY5130" fmla="*/ 1295902 h 2454076"/>
                <a:gd name="csX5131" fmla="*/ 573003 w 1886469"/>
                <a:gd name="csY5131" fmla="*/ 1296214 h 2454076"/>
                <a:gd name="csX5132" fmla="*/ 578352 w 1886469"/>
                <a:gd name="csY5132" fmla="*/ 1297857 h 2454076"/>
                <a:gd name="csX5133" fmla="*/ 583716 w 1886469"/>
                <a:gd name="csY5133" fmla="*/ 1298603 h 2454076"/>
                <a:gd name="csX5134" fmla="*/ 593424 w 1886469"/>
                <a:gd name="csY5134" fmla="*/ 1298976 h 2454076"/>
                <a:gd name="csX5135" fmla="*/ 605651 w 1886469"/>
                <a:gd name="csY5135" fmla="*/ 1301411 h 2454076"/>
                <a:gd name="csX5136" fmla="*/ 608109 w 1886469"/>
                <a:gd name="csY5136" fmla="*/ 1301205 h 2454076"/>
                <a:gd name="csX5137" fmla="*/ 613595 w 1886469"/>
                <a:gd name="csY5137" fmla="*/ 1299554 h 2454076"/>
                <a:gd name="csX5138" fmla="*/ 615223 w 1886469"/>
                <a:gd name="csY5138" fmla="*/ 1298230 h 2454076"/>
                <a:gd name="csX5139" fmla="*/ 623889 w 1886469"/>
                <a:gd name="csY5139" fmla="*/ 1298398 h 2454076"/>
                <a:gd name="csX5140" fmla="*/ 625570 w 1886469"/>
                <a:gd name="csY5140" fmla="*/ 1297583 h 2454076"/>
                <a:gd name="csX5141" fmla="*/ 627115 w 1886469"/>
                <a:gd name="csY5141" fmla="*/ 1296123 h 2454076"/>
                <a:gd name="csX5142" fmla="*/ 625122 w 1886469"/>
                <a:gd name="csY5142" fmla="*/ 1293383 h 2454076"/>
                <a:gd name="csX5143" fmla="*/ 616828 w 1886469"/>
                <a:gd name="csY5143" fmla="*/ 1287358 h 2454076"/>
                <a:gd name="csX5144" fmla="*/ 594801 w 1886469"/>
                <a:gd name="csY5144" fmla="*/ 1276508 h 2454076"/>
                <a:gd name="csX5145" fmla="*/ 589430 w 1886469"/>
                <a:gd name="csY5145" fmla="*/ 1274187 h 2454076"/>
                <a:gd name="csX5146" fmla="*/ 581737 w 1886469"/>
                <a:gd name="csY5146" fmla="*/ 1271714 h 2454076"/>
                <a:gd name="csX5147" fmla="*/ 577279 w 1886469"/>
                <a:gd name="csY5147" fmla="*/ 1271357 h 2454076"/>
                <a:gd name="csX5148" fmla="*/ 571595 w 1886469"/>
                <a:gd name="csY5148" fmla="*/ 1272772 h 2454076"/>
                <a:gd name="csX5149" fmla="*/ 569480 w 1886469"/>
                <a:gd name="csY5149" fmla="*/ 1272711 h 2454076"/>
                <a:gd name="csX5150" fmla="*/ 563903 w 1886469"/>
                <a:gd name="csY5150" fmla="*/ 1274834 h 2454076"/>
                <a:gd name="csX5151" fmla="*/ 558607 w 1886469"/>
                <a:gd name="csY5151" fmla="*/ 1276180 h 2454076"/>
                <a:gd name="csX5152" fmla="*/ 548564 w 1886469"/>
                <a:gd name="csY5152" fmla="*/ 1277482 h 2454076"/>
                <a:gd name="csX5153" fmla="*/ 534047 w 1886469"/>
                <a:gd name="csY5153" fmla="*/ 1278433 h 2454076"/>
                <a:gd name="csX5154" fmla="*/ 532015 w 1886469"/>
                <a:gd name="csY5154" fmla="*/ 1278151 h 2454076"/>
                <a:gd name="csX5155" fmla="*/ 529033 w 1886469"/>
                <a:gd name="csY5155" fmla="*/ 1276500 h 2454076"/>
                <a:gd name="csX5156" fmla="*/ 526864 w 1886469"/>
                <a:gd name="csY5156" fmla="*/ 1276028 h 2454076"/>
                <a:gd name="csX5157" fmla="*/ 512659 w 1886469"/>
                <a:gd name="csY5157" fmla="*/ 1277322 h 2454076"/>
                <a:gd name="csX5158" fmla="*/ 499968 w 1886469"/>
                <a:gd name="csY5158" fmla="*/ 1275656 h 2454076"/>
                <a:gd name="csX5159" fmla="*/ 485512 w 1886469"/>
                <a:gd name="csY5159" fmla="*/ 1258894 h 2454076"/>
                <a:gd name="csX5160" fmla="*/ 483115 w 1886469"/>
                <a:gd name="csY5160" fmla="*/ 1253713 h 2454076"/>
                <a:gd name="csX5161" fmla="*/ 483625 w 1886469"/>
                <a:gd name="csY5161" fmla="*/ 1251597 h 2454076"/>
                <a:gd name="csX5162" fmla="*/ 485405 w 1886469"/>
                <a:gd name="csY5162" fmla="*/ 1249322 h 2454076"/>
                <a:gd name="csX5163" fmla="*/ 492565 w 1886469"/>
                <a:gd name="csY5163" fmla="*/ 1242749 h 2454076"/>
                <a:gd name="csX5164" fmla="*/ 495122 w 1886469"/>
                <a:gd name="csY5164" fmla="*/ 1241174 h 2454076"/>
                <a:gd name="csX5165" fmla="*/ 505804 w 1886469"/>
                <a:gd name="csY5165" fmla="*/ 1237628 h 2454076"/>
                <a:gd name="csX5166" fmla="*/ 516448 w 1886469"/>
                <a:gd name="csY5166" fmla="*/ 1233322 h 2454076"/>
                <a:gd name="csX5167" fmla="*/ 524856 w 1886469"/>
                <a:gd name="csY5167" fmla="*/ 1229259 h 2454076"/>
                <a:gd name="csX5168" fmla="*/ 528980 w 1886469"/>
                <a:gd name="csY5168" fmla="*/ 1227843 h 2454076"/>
                <a:gd name="csX5169" fmla="*/ 532951 w 1886469"/>
                <a:gd name="csY5169" fmla="*/ 1227676 h 2454076"/>
                <a:gd name="csX5170" fmla="*/ 536162 w 1886469"/>
                <a:gd name="csY5170" fmla="*/ 1226329 h 2454076"/>
                <a:gd name="csX5171" fmla="*/ 535508 w 1886469"/>
                <a:gd name="csY5171" fmla="*/ 1225043 h 2454076"/>
                <a:gd name="csX5172" fmla="*/ 532883 w 1886469"/>
                <a:gd name="csY5172" fmla="*/ 1223567 h 2454076"/>
                <a:gd name="csX5173" fmla="*/ 532913 w 1886469"/>
                <a:gd name="csY5173" fmla="*/ 1221475 h 2454076"/>
                <a:gd name="csX5174" fmla="*/ 534275 w 1886469"/>
                <a:gd name="csY5174" fmla="*/ 1220471 h 2454076"/>
                <a:gd name="csX5175" fmla="*/ 539533 w 1886469"/>
                <a:gd name="csY5175" fmla="*/ 1219405 h 2454076"/>
                <a:gd name="csX5176" fmla="*/ 545125 w 1886469"/>
                <a:gd name="csY5176" fmla="*/ 1220699 h 2454076"/>
                <a:gd name="csX5177" fmla="*/ 547917 w 1886469"/>
                <a:gd name="csY5177" fmla="*/ 1220258 h 2454076"/>
                <a:gd name="csX5178" fmla="*/ 548716 w 1886469"/>
                <a:gd name="csY5178" fmla="*/ 1218827 h 2454076"/>
                <a:gd name="csX5179" fmla="*/ 547971 w 1886469"/>
                <a:gd name="csY5179" fmla="*/ 1217678 h 2454076"/>
                <a:gd name="csX5180" fmla="*/ 542667 w 1886469"/>
                <a:gd name="csY5180" fmla="*/ 1215289 h 2454076"/>
                <a:gd name="csX5181" fmla="*/ 517179 w 1886469"/>
                <a:gd name="csY5181" fmla="*/ 1222160 h 2454076"/>
                <a:gd name="csX5182" fmla="*/ 505287 w 1886469"/>
                <a:gd name="csY5182" fmla="*/ 1222799 h 2454076"/>
                <a:gd name="csX5183" fmla="*/ 497039 w 1886469"/>
                <a:gd name="csY5183" fmla="*/ 1225743 h 2454076"/>
                <a:gd name="csX5184" fmla="*/ 492504 w 1886469"/>
                <a:gd name="csY5184" fmla="*/ 1225652 h 2454076"/>
                <a:gd name="csX5185" fmla="*/ 487110 w 1886469"/>
                <a:gd name="csY5185" fmla="*/ 1222715 h 2454076"/>
                <a:gd name="csX5186" fmla="*/ 486387 w 1886469"/>
                <a:gd name="csY5186" fmla="*/ 1221833 h 2454076"/>
                <a:gd name="csX5187" fmla="*/ 486288 w 1886469"/>
                <a:gd name="csY5187" fmla="*/ 1220623 h 2454076"/>
                <a:gd name="csX5188" fmla="*/ 487954 w 1886469"/>
                <a:gd name="csY5188" fmla="*/ 1216682 h 2454076"/>
                <a:gd name="csX5189" fmla="*/ 493722 w 1886469"/>
                <a:gd name="csY5189" fmla="*/ 1214315 h 2454076"/>
                <a:gd name="csX5190" fmla="*/ 496628 w 1886469"/>
                <a:gd name="csY5190" fmla="*/ 1207650 h 2454076"/>
                <a:gd name="csX5191" fmla="*/ 493524 w 1886469"/>
                <a:gd name="csY5191" fmla="*/ 1207536 h 2454076"/>
                <a:gd name="csX5192" fmla="*/ 483191 w 1886469"/>
                <a:gd name="csY5192" fmla="*/ 1208966 h 2454076"/>
                <a:gd name="csX5193" fmla="*/ 478679 w 1886469"/>
                <a:gd name="csY5193" fmla="*/ 1208350 h 2454076"/>
                <a:gd name="csX5194" fmla="*/ 472585 w 1886469"/>
                <a:gd name="csY5194" fmla="*/ 1205786 h 2454076"/>
                <a:gd name="csX5195" fmla="*/ 470797 w 1886469"/>
                <a:gd name="csY5195" fmla="*/ 1202728 h 2454076"/>
                <a:gd name="csX5196" fmla="*/ 470036 w 1886469"/>
                <a:gd name="csY5196" fmla="*/ 1200513 h 2454076"/>
                <a:gd name="csX5197" fmla="*/ 469907 w 1886469"/>
                <a:gd name="csY5197" fmla="*/ 1197866 h 2454076"/>
                <a:gd name="csX5198" fmla="*/ 470112 w 1886469"/>
                <a:gd name="csY5198" fmla="*/ 1190318 h 2454076"/>
                <a:gd name="csX5199" fmla="*/ 470629 w 1886469"/>
                <a:gd name="csY5199" fmla="*/ 1186247 h 2454076"/>
                <a:gd name="csX5200" fmla="*/ 470949 w 1886469"/>
                <a:gd name="csY5200" fmla="*/ 1185327 h 2454076"/>
                <a:gd name="csX5201" fmla="*/ 478527 w 1886469"/>
                <a:gd name="csY5201" fmla="*/ 1172712 h 2454076"/>
                <a:gd name="csX5202" fmla="*/ 483252 w 1886469"/>
                <a:gd name="csY5202" fmla="*/ 1170064 h 2454076"/>
                <a:gd name="csX5203" fmla="*/ 486569 w 1886469"/>
                <a:gd name="csY5203" fmla="*/ 1166047 h 2454076"/>
                <a:gd name="csX5204" fmla="*/ 486699 w 1886469"/>
                <a:gd name="csY5204" fmla="*/ 1164365 h 2454076"/>
                <a:gd name="csX5205" fmla="*/ 485885 w 1886469"/>
                <a:gd name="csY5205" fmla="*/ 1162668 h 2454076"/>
                <a:gd name="csX5206" fmla="*/ 482796 w 1886469"/>
                <a:gd name="csY5206" fmla="*/ 1158552 h 2454076"/>
                <a:gd name="csX5207" fmla="*/ 481555 w 1886469"/>
                <a:gd name="csY5207" fmla="*/ 1156460 h 2454076"/>
                <a:gd name="csX5208" fmla="*/ 480855 w 1886469"/>
                <a:gd name="csY5208" fmla="*/ 1154451 h 2454076"/>
                <a:gd name="csX5209" fmla="*/ 481380 w 1886469"/>
                <a:gd name="csY5209" fmla="*/ 1151279 h 2454076"/>
                <a:gd name="csX5210" fmla="*/ 483130 w 1886469"/>
                <a:gd name="csY5210" fmla="*/ 1146926 h 2454076"/>
                <a:gd name="csX5211" fmla="*/ 488289 w 1886469"/>
                <a:gd name="csY5211" fmla="*/ 1139873 h 2454076"/>
                <a:gd name="csX5212" fmla="*/ 500699 w 1886469"/>
                <a:gd name="csY5212" fmla="*/ 1125615 h 2454076"/>
                <a:gd name="csX5213" fmla="*/ 507006 w 1886469"/>
                <a:gd name="csY5213" fmla="*/ 1119581 h 2454076"/>
                <a:gd name="csX5214" fmla="*/ 513085 w 1886469"/>
                <a:gd name="csY5214" fmla="*/ 1116310 h 2454076"/>
                <a:gd name="csX5215" fmla="*/ 521592 w 1886469"/>
                <a:gd name="csY5215" fmla="*/ 1109333 h 2454076"/>
                <a:gd name="csX5216" fmla="*/ 543398 w 1886469"/>
                <a:gd name="csY5216" fmla="*/ 1097669 h 2454076"/>
                <a:gd name="csX5217" fmla="*/ 562914 w 1886469"/>
                <a:gd name="csY5217" fmla="*/ 1085852 h 2454076"/>
                <a:gd name="csX5218" fmla="*/ 570096 w 1886469"/>
                <a:gd name="csY5218" fmla="*/ 1088980 h 2454076"/>
                <a:gd name="csX5219" fmla="*/ 572135 w 1886469"/>
                <a:gd name="csY5219" fmla="*/ 1091429 h 2454076"/>
                <a:gd name="csX5220" fmla="*/ 573041 w 1886469"/>
                <a:gd name="csY5220" fmla="*/ 1093499 h 2454076"/>
                <a:gd name="csX5221" fmla="*/ 573832 w 1886469"/>
                <a:gd name="csY5221" fmla="*/ 1096398 h 2454076"/>
                <a:gd name="csX5222" fmla="*/ 574509 w 1886469"/>
                <a:gd name="csY5222" fmla="*/ 1100118 h 2454076"/>
                <a:gd name="csX5223" fmla="*/ 575445 w 1886469"/>
                <a:gd name="csY5223" fmla="*/ 1108153 h 2454076"/>
                <a:gd name="csX5224" fmla="*/ 575567 w 1886469"/>
                <a:gd name="csY5224" fmla="*/ 1112277 h 2454076"/>
                <a:gd name="csX5225" fmla="*/ 575407 w 1886469"/>
                <a:gd name="csY5225" fmla="*/ 1116401 h 2454076"/>
                <a:gd name="csX5226" fmla="*/ 574958 w 1886469"/>
                <a:gd name="csY5226" fmla="*/ 1120129 h 2454076"/>
                <a:gd name="csX5227" fmla="*/ 574220 w 1886469"/>
                <a:gd name="csY5227" fmla="*/ 1123454 h 2454076"/>
                <a:gd name="csX5228" fmla="*/ 572759 w 1886469"/>
                <a:gd name="csY5228" fmla="*/ 1127502 h 2454076"/>
                <a:gd name="csX5229" fmla="*/ 570568 w 1886469"/>
                <a:gd name="csY5229" fmla="*/ 1132257 h 2454076"/>
                <a:gd name="csX5230" fmla="*/ 565927 w 1886469"/>
                <a:gd name="csY5230" fmla="*/ 1140368 h 2454076"/>
                <a:gd name="csX5231" fmla="*/ 565432 w 1886469"/>
                <a:gd name="csY5231" fmla="*/ 1142719 h 2454076"/>
                <a:gd name="csX5232" fmla="*/ 944225 w 1886469"/>
                <a:gd name="csY5232" fmla="*/ 1117968 h 2454076"/>
                <a:gd name="csX5233" fmla="*/ 940778 w 1886469"/>
                <a:gd name="csY5233" fmla="*/ 1118691 h 2454076"/>
                <a:gd name="csX5234" fmla="*/ 937598 w 1886469"/>
                <a:gd name="csY5234" fmla="*/ 1113578 h 2454076"/>
                <a:gd name="csX5235" fmla="*/ 937491 w 1886469"/>
                <a:gd name="csY5235" fmla="*/ 1108792 h 2454076"/>
                <a:gd name="csX5236" fmla="*/ 937704 w 1886469"/>
                <a:gd name="csY5236" fmla="*/ 1106144 h 2454076"/>
                <a:gd name="csX5237" fmla="*/ 938100 w 1886469"/>
                <a:gd name="csY5237" fmla="*/ 1103816 h 2454076"/>
                <a:gd name="csX5238" fmla="*/ 939256 w 1886469"/>
                <a:gd name="csY5238" fmla="*/ 1101823 h 2454076"/>
                <a:gd name="csX5239" fmla="*/ 942513 w 1886469"/>
                <a:gd name="csY5239" fmla="*/ 1099495 h 2454076"/>
                <a:gd name="csX5240" fmla="*/ 943989 w 1886469"/>
                <a:gd name="csY5240" fmla="*/ 1101222 h 2454076"/>
                <a:gd name="csX5241" fmla="*/ 944529 w 1886469"/>
                <a:gd name="csY5241" fmla="*/ 1103291 h 2454076"/>
                <a:gd name="csX5242" fmla="*/ 945024 w 1886469"/>
                <a:gd name="csY5242" fmla="*/ 1104105 h 2454076"/>
                <a:gd name="csX5243" fmla="*/ 947124 w 1886469"/>
                <a:gd name="csY5243" fmla="*/ 1105893 h 2454076"/>
                <a:gd name="csX5244" fmla="*/ 948136 w 1886469"/>
                <a:gd name="csY5244" fmla="*/ 1107955 h 2454076"/>
                <a:gd name="csX5245" fmla="*/ 948029 w 1886469"/>
                <a:gd name="csY5245" fmla="*/ 1110322 h 2454076"/>
                <a:gd name="csX5246" fmla="*/ 947352 w 1886469"/>
                <a:gd name="csY5246" fmla="*/ 1113905 h 2454076"/>
                <a:gd name="csX5247" fmla="*/ 946599 w 1886469"/>
                <a:gd name="csY5247" fmla="*/ 1116203 h 2454076"/>
                <a:gd name="csX5248" fmla="*/ 945777 w 1886469"/>
                <a:gd name="csY5248" fmla="*/ 1117215 h 2454076"/>
                <a:gd name="csX5249" fmla="*/ 944225 w 1886469"/>
                <a:gd name="csY5249" fmla="*/ 1117968 h 2454076"/>
                <a:gd name="csX5250" fmla="*/ 1415568 w 1886469"/>
                <a:gd name="csY5250" fmla="*/ 2358384 h 2454076"/>
                <a:gd name="csX5251" fmla="*/ 1414427 w 1886469"/>
                <a:gd name="csY5251" fmla="*/ 2358529 h 2454076"/>
                <a:gd name="csX5252" fmla="*/ 1412411 w 1886469"/>
                <a:gd name="csY5252" fmla="*/ 2358384 h 2454076"/>
                <a:gd name="csX5253" fmla="*/ 1409428 w 1886469"/>
                <a:gd name="csY5253" fmla="*/ 2359396 h 2454076"/>
                <a:gd name="csX5254" fmla="*/ 1405517 w 1886469"/>
                <a:gd name="csY5254" fmla="*/ 2361526 h 2454076"/>
                <a:gd name="csX5255" fmla="*/ 1400777 w 1886469"/>
                <a:gd name="csY5255" fmla="*/ 2365338 h 2454076"/>
                <a:gd name="csX5256" fmla="*/ 1392430 w 1886469"/>
                <a:gd name="csY5256" fmla="*/ 2373571 h 2454076"/>
                <a:gd name="csX5257" fmla="*/ 1392301 w 1886469"/>
                <a:gd name="csY5257" fmla="*/ 2373761 h 2454076"/>
                <a:gd name="csX5258" fmla="*/ 1392149 w 1886469"/>
                <a:gd name="csY5258" fmla="*/ 2373639 h 2454076"/>
                <a:gd name="csX5259" fmla="*/ 1391586 w 1886469"/>
                <a:gd name="csY5259" fmla="*/ 2373784 h 2454076"/>
                <a:gd name="csX5260" fmla="*/ 1389227 w 1886469"/>
                <a:gd name="csY5260" fmla="*/ 2376142 h 2454076"/>
                <a:gd name="csX5261" fmla="*/ 1386762 w 1886469"/>
                <a:gd name="csY5261" fmla="*/ 2377459 h 2454076"/>
                <a:gd name="csX5262" fmla="*/ 1380706 w 1886469"/>
                <a:gd name="csY5262" fmla="*/ 2379596 h 2454076"/>
                <a:gd name="csX5263" fmla="*/ 1379275 w 1886469"/>
                <a:gd name="csY5263" fmla="*/ 2380555 h 2454076"/>
                <a:gd name="csX5264" fmla="*/ 1377510 w 1886469"/>
                <a:gd name="csY5264" fmla="*/ 2381111 h 2454076"/>
                <a:gd name="csX5265" fmla="*/ 1375410 w 1886469"/>
                <a:gd name="csY5265" fmla="*/ 2381270 h 2454076"/>
                <a:gd name="csX5266" fmla="*/ 1373302 w 1886469"/>
                <a:gd name="csY5266" fmla="*/ 2381879 h 2454076"/>
                <a:gd name="csX5267" fmla="*/ 1371180 w 1886469"/>
                <a:gd name="csY5267" fmla="*/ 2382937 h 2454076"/>
                <a:gd name="csX5268" fmla="*/ 1366812 w 1886469"/>
                <a:gd name="csY5268" fmla="*/ 2386140 h 2454076"/>
                <a:gd name="csX5269" fmla="*/ 1365747 w 1886469"/>
                <a:gd name="csY5269" fmla="*/ 2386231 h 2454076"/>
                <a:gd name="csX5270" fmla="*/ 1365298 w 1886469"/>
                <a:gd name="csY5270" fmla="*/ 2385638 h 2454076"/>
                <a:gd name="csX5271" fmla="*/ 1365450 w 1886469"/>
                <a:gd name="csY5271" fmla="*/ 2385189 h 2454076"/>
                <a:gd name="csX5272" fmla="*/ 1366181 w 1886469"/>
                <a:gd name="csY5272" fmla="*/ 2384398 h 2454076"/>
                <a:gd name="csX5273" fmla="*/ 1368851 w 1886469"/>
                <a:gd name="csY5273" fmla="*/ 2382785 h 2454076"/>
                <a:gd name="csX5274" fmla="*/ 1368486 w 1886469"/>
                <a:gd name="csY5274" fmla="*/ 2382480 h 2454076"/>
                <a:gd name="csX5275" fmla="*/ 1367680 w 1886469"/>
                <a:gd name="csY5275" fmla="*/ 2382823 h 2454076"/>
                <a:gd name="csX5276" fmla="*/ 1366417 w 1886469"/>
                <a:gd name="csY5276" fmla="*/ 2383812 h 2454076"/>
                <a:gd name="csX5277" fmla="*/ 1365930 w 1886469"/>
                <a:gd name="csY5277" fmla="*/ 2383705 h 2454076"/>
                <a:gd name="csX5278" fmla="*/ 1366196 w 1886469"/>
                <a:gd name="csY5278" fmla="*/ 2382503 h 2454076"/>
                <a:gd name="csX5279" fmla="*/ 1365382 w 1886469"/>
                <a:gd name="csY5279" fmla="*/ 2382260 h 2454076"/>
                <a:gd name="csX5280" fmla="*/ 1363480 w 1886469"/>
                <a:gd name="csY5280" fmla="*/ 2382975 h 2454076"/>
                <a:gd name="csX5281" fmla="*/ 1362293 w 1886469"/>
                <a:gd name="csY5281" fmla="*/ 2383135 h 2454076"/>
                <a:gd name="csX5282" fmla="*/ 1361821 w 1886469"/>
                <a:gd name="csY5282" fmla="*/ 2382739 h 2454076"/>
                <a:gd name="csX5283" fmla="*/ 1361281 w 1886469"/>
                <a:gd name="csY5283" fmla="*/ 2382739 h 2454076"/>
                <a:gd name="csX5284" fmla="*/ 1360665 w 1886469"/>
                <a:gd name="csY5284" fmla="*/ 2383127 h 2454076"/>
                <a:gd name="csX5285" fmla="*/ 1359683 w 1886469"/>
                <a:gd name="csY5285" fmla="*/ 2383051 h 2454076"/>
                <a:gd name="csX5286" fmla="*/ 1358139 w 1886469"/>
                <a:gd name="csY5286" fmla="*/ 2383568 h 2454076"/>
                <a:gd name="csX5287" fmla="*/ 1354958 w 1886469"/>
                <a:gd name="csY5287" fmla="*/ 2384664 h 2454076"/>
                <a:gd name="csX5288" fmla="*/ 1354167 w 1886469"/>
                <a:gd name="csY5288" fmla="*/ 2385539 h 2454076"/>
                <a:gd name="csX5289" fmla="*/ 1354137 w 1886469"/>
                <a:gd name="csY5289" fmla="*/ 2385836 h 2454076"/>
                <a:gd name="csX5290" fmla="*/ 1357127 w 1886469"/>
                <a:gd name="csY5290" fmla="*/ 2384458 h 2454076"/>
                <a:gd name="csX5291" fmla="*/ 1358519 w 1886469"/>
                <a:gd name="csY5291" fmla="*/ 2384010 h 2454076"/>
                <a:gd name="csX5292" fmla="*/ 1359546 w 1886469"/>
                <a:gd name="csY5292" fmla="*/ 2383796 h 2454076"/>
                <a:gd name="csX5293" fmla="*/ 1359942 w 1886469"/>
                <a:gd name="csY5293" fmla="*/ 2384101 h 2454076"/>
                <a:gd name="csX5294" fmla="*/ 1359577 w 1886469"/>
                <a:gd name="csY5294" fmla="*/ 2384801 h 2454076"/>
                <a:gd name="csX5295" fmla="*/ 1359569 w 1886469"/>
                <a:gd name="csY5295" fmla="*/ 2385242 h 2454076"/>
                <a:gd name="csX5296" fmla="*/ 1360330 w 1886469"/>
                <a:gd name="csY5296" fmla="*/ 2385425 h 2454076"/>
                <a:gd name="csX5297" fmla="*/ 1360779 w 1886469"/>
                <a:gd name="csY5297" fmla="*/ 2385242 h 2454076"/>
                <a:gd name="csX5298" fmla="*/ 1360817 w 1886469"/>
                <a:gd name="csY5298" fmla="*/ 2385052 h 2454076"/>
                <a:gd name="csX5299" fmla="*/ 1360444 w 1886469"/>
                <a:gd name="csY5299" fmla="*/ 2384854 h 2454076"/>
                <a:gd name="csX5300" fmla="*/ 1360452 w 1886469"/>
                <a:gd name="csY5300" fmla="*/ 2384573 h 2454076"/>
                <a:gd name="csX5301" fmla="*/ 1360840 w 1886469"/>
                <a:gd name="csY5301" fmla="*/ 2384223 h 2454076"/>
                <a:gd name="csX5302" fmla="*/ 1364172 w 1886469"/>
                <a:gd name="csY5302" fmla="*/ 2383211 h 2454076"/>
                <a:gd name="csX5303" fmla="*/ 1364857 w 1886469"/>
                <a:gd name="csY5303" fmla="*/ 2383949 h 2454076"/>
                <a:gd name="csX5304" fmla="*/ 1364134 w 1886469"/>
                <a:gd name="csY5304" fmla="*/ 2385980 h 2454076"/>
                <a:gd name="csX5305" fmla="*/ 1364446 w 1886469"/>
                <a:gd name="csY5305" fmla="*/ 2386962 h 2454076"/>
                <a:gd name="csX5306" fmla="*/ 1365778 w 1886469"/>
                <a:gd name="csY5306" fmla="*/ 2386893 h 2454076"/>
                <a:gd name="csX5307" fmla="*/ 1367292 w 1886469"/>
                <a:gd name="csY5307" fmla="*/ 2386368 h 2454076"/>
                <a:gd name="csX5308" fmla="*/ 1368988 w 1886469"/>
                <a:gd name="csY5308" fmla="*/ 2385394 h 2454076"/>
                <a:gd name="csX5309" fmla="*/ 1369567 w 1886469"/>
                <a:gd name="csY5309" fmla="*/ 2385379 h 2454076"/>
                <a:gd name="csX5310" fmla="*/ 1369027 w 1886469"/>
                <a:gd name="csY5310" fmla="*/ 2386330 h 2454076"/>
                <a:gd name="csX5311" fmla="*/ 1368136 w 1886469"/>
                <a:gd name="csY5311" fmla="*/ 2387205 h 2454076"/>
                <a:gd name="csX5312" fmla="*/ 1366135 w 1886469"/>
                <a:gd name="csY5312" fmla="*/ 2388719 h 2454076"/>
                <a:gd name="csX5313" fmla="*/ 1365709 w 1886469"/>
                <a:gd name="csY5313" fmla="*/ 2389762 h 2454076"/>
                <a:gd name="csX5314" fmla="*/ 1365740 w 1886469"/>
                <a:gd name="csY5314" fmla="*/ 2390036 h 2454076"/>
                <a:gd name="csX5315" fmla="*/ 1366363 w 1886469"/>
                <a:gd name="csY5315" fmla="*/ 2389625 h 2454076"/>
                <a:gd name="csX5316" fmla="*/ 1368562 w 1886469"/>
                <a:gd name="csY5316" fmla="*/ 2389374 h 2454076"/>
                <a:gd name="csX5317" fmla="*/ 1369407 w 1886469"/>
                <a:gd name="csY5317" fmla="*/ 2389374 h 2454076"/>
                <a:gd name="csX5318" fmla="*/ 1369224 w 1886469"/>
                <a:gd name="csY5318" fmla="*/ 2390028 h 2454076"/>
                <a:gd name="csX5319" fmla="*/ 1368045 w 1886469"/>
                <a:gd name="csY5319" fmla="*/ 2390416 h 2454076"/>
                <a:gd name="csX5320" fmla="*/ 1365481 w 1886469"/>
                <a:gd name="csY5320" fmla="*/ 2391793 h 2454076"/>
                <a:gd name="csX5321" fmla="*/ 1363419 w 1886469"/>
                <a:gd name="csY5321" fmla="*/ 2392280 h 2454076"/>
                <a:gd name="csX5322" fmla="*/ 1362209 w 1886469"/>
                <a:gd name="csY5322" fmla="*/ 2391998 h 2454076"/>
                <a:gd name="csX5323" fmla="*/ 1361966 w 1886469"/>
                <a:gd name="csY5323" fmla="*/ 2391299 h 2454076"/>
                <a:gd name="csX5324" fmla="*/ 1362696 w 1886469"/>
                <a:gd name="csY5324" fmla="*/ 2390180 h 2454076"/>
                <a:gd name="csX5325" fmla="*/ 1362590 w 1886469"/>
                <a:gd name="csY5325" fmla="*/ 2389883 h 2454076"/>
                <a:gd name="csX5326" fmla="*/ 1360938 w 1886469"/>
                <a:gd name="csY5326" fmla="*/ 2390652 h 2454076"/>
                <a:gd name="csX5327" fmla="*/ 1360459 w 1886469"/>
                <a:gd name="csY5327" fmla="*/ 2390621 h 2454076"/>
                <a:gd name="csX5328" fmla="*/ 1359919 w 1886469"/>
                <a:gd name="csY5328" fmla="*/ 2389922 h 2454076"/>
                <a:gd name="csX5329" fmla="*/ 1360010 w 1886469"/>
                <a:gd name="csY5329" fmla="*/ 2389762 h 2454076"/>
                <a:gd name="csX5330" fmla="*/ 1360756 w 1886469"/>
                <a:gd name="csY5330" fmla="*/ 2389769 h 2454076"/>
                <a:gd name="csX5331" fmla="*/ 1361106 w 1886469"/>
                <a:gd name="csY5331" fmla="*/ 2389404 h 2454076"/>
                <a:gd name="csX5332" fmla="*/ 1359706 w 1886469"/>
                <a:gd name="csY5332" fmla="*/ 2389183 h 2454076"/>
                <a:gd name="csX5333" fmla="*/ 1357652 w 1886469"/>
                <a:gd name="csY5333" fmla="*/ 2389701 h 2454076"/>
                <a:gd name="csX5334" fmla="*/ 1355894 w 1886469"/>
                <a:gd name="csY5334" fmla="*/ 2389450 h 2454076"/>
                <a:gd name="csX5335" fmla="*/ 1354806 w 1886469"/>
                <a:gd name="csY5335" fmla="*/ 2388628 h 2454076"/>
                <a:gd name="csX5336" fmla="*/ 1354509 w 1886469"/>
                <a:gd name="csY5336" fmla="*/ 2388118 h 2454076"/>
                <a:gd name="csX5337" fmla="*/ 1355019 w 1886469"/>
                <a:gd name="csY5337" fmla="*/ 2387913 h 2454076"/>
                <a:gd name="csX5338" fmla="*/ 1354905 w 1886469"/>
                <a:gd name="csY5338" fmla="*/ 2387608 h 2454076"/>
                <a:gd name="csX5339" fmla="*/ 1354167 w 1886469"/>
                <a:gd name="csY5339" fmla="*/ 2387205 h 2454076"/>
                <a:gd name="csX5340" fmla="*/ 1352067 w 1886469"/>
                <a:gd name="csY5340" fmla="*/ 2387015 h 2454076"/>
                <a:gd name="csX5341" fmla="*/ 1351489 w 1886469"/>
                <a:gd name="csY5341" fmla="*/ 2387350 h 2454076"/>
                <a:gd name="csX5342" fmla="*/ 1351116 w 1886469"/>
                <a:gd name="csY5342" fmla="*/ 2388065 h 2454076"/>
                <a:gd name="csX5343" fmla="*/ 1348925 w 1886469"/>
                <a:gd name="csY5343" fmla="*/ 2388019 h 2454076"/>
                <a:gd name="csX5344" fmla="*/ 1347821 w 1886469"/>
                <a:gd name="csY5344" fmla="*/ 2388514 h 2454076"/>
                <a:gd name="csX5345" fmla="*/ 1345280 w 1886469"/>
                <a:gd name="csY5345" fmla="*/ 2388955 h 2454076"/>
                <a:gd name="csX5346" fmla="*/ 1341301 w 1886469"/>
                <a:gd name="csY5346" fmla="*/ 2389351 h 2454076"/>
                <a:gd name="csX5347" fmla="*/ 1338128 w 1886469"/>
                <a:gd name="csY5347" fmla="*/ 2389975 h 2454076"/>
                <a:gd name="csX5348" fmla="*/ 1335754 w 1886469"/>
                <a:gd name="csY5348" fmla="*/ 2390827 h 2454076"/>
                <a:gd name="csX5349" fmla="*/ 1334004 w 1886469"/>
                <a:gd name="csY5349" fmla="*/ 2391146 h 2454076"/>
                <a:gd name="csX5350" fmla="*/ 1332870 w 1886469"/>
                <a:gd name="csY5350" fmla="*/ 2390933 h 2454076"/>
                <a:gd name="csX5351" fmla="*/ 1330984 w 1886469"/>
                <a:gd name="csY5351" fmla="*/ 2391215 h 2454076"/>
                <a:gd name="csX5352" fmla="*/ 1328343 w 1886469"/>
                <a:gd name="csY5352" fmla="*/ 2391983 h 2454076"/>
                <a:gd name="csX5353" fmla="*/ 1324166 w 1886469"/>
                <a:gd name="csY5353" fmla="*/ 2392600 h 2454076"/>
                <a:gd name="csX5354" fmla="*/ 1322629 w 1886469"/>
                <a:gd name="csY5354" fmla="*/ 2393201 h 2454076"/>
                <a:gd name="csX5355" fmla="*/ 1320392 w 1886469"/>
                <a:gd name="csY5355" fmla="*/ 2394829 h 2454076"/>
                <a:gd name="csX5356" fmla="*/ 1317456 w 1886469"/>
                <a:gd name="csY5356" fmla="*/ 2397484 h 2454076"/>
                <a:gd name="csX5357" fmla="*/ 1315462 w 1886469"/>
                <a:gd name="csY5357" fmla="*/ 2398785 h 2454076"/>
                <a:gd name="csX5358" fmla="*/ 1314397 w 1886469"/>
                <a:gd name="csY5358" fmla="*/ 2398740 h 2454076"/>
                <a:gd name="csX5359" fmla="*/ 1313666 w 1886469"/>
                <a:gd name="csY5359" fmla="*/ 2399067 h 2454076"/>
                <a:gd name="csX5360" fmla="*/ 1313263 w 1886469"/>
                <a:gd name="csY5360" fmla="*/ 2399774 h 2454076"/>
                <a:gd name="csX5361" fmla="*/ 1311764 w 1886469"/>
                <a:gd name="csY5361" fmla="*/ 2400764 h 2454076"/>
                <a:gd name="csX5362" fmla="*/ 1311178 w 1886469"/>
                <a:gd name="csY5362" fmla="*/ 2401540 h 2454076"/>
                <a:gd name="csX5363" fmla="*/ 1310882 w 1886469"/>
                <a:gd name="csY5363" fmla="*/ 2402666 h 2454076"/>
                <a:gd name="csX5364" fmla="*/ 1309893 w 1886469"/>
                <a:gd name="csY5364" fmla="*/ 2404439 h 2454076"/>
                <a:gd name="csX5365" fmla="*/ 1307374 w 1886469"/>
                <a:gd name="csY5365" fmla="*/ 2408334 h 2454076"/>
                <a:gd name="csX5366" fmla="*/ 1307397 w 1886469"/>
                <a:gd name="csY5366" fmla="*/ 2408882 h 2454076"/>
                <a:gd name="csX5367" fmla="*/ 1308363 w 1886469"/>
                <a:gd name="csY5367" fmla="*/ 2410297 h 2454076"/>
                <a:gd name="csX5368" fmla="*/ 1310273 w 1886469"/>
                <a:gd name="csY5368" fmla="*/ 2410822 h 2454076"/>
                <a:gd name="csX5369" fmla="*/ 1312632 w 1886469"/>
                <a:gd name="csY5369" fmla="*/ 2411560 h 2454076"/>
                <a:gd name="csX5370" fmla="*/ 1315333 w 1886469"/>
                <a:gd name="csY5370" fmla="*/ 2411583 h 2454076"/>
                <a:gd name="csX5371" fmla="*/ 1316695 w 1886469"/>
                <a:gd name="csY5371" fmla="*/ 2411902 h 2454076"/>
                <a:gd name="csX5372" fmla="*/ 1317684 w 1886469"/>
                <a:gd name="csY5372" fmla="*/ 2411613 h 2454076"/>
                <a:gd name="csX5373" fmla="*/ 1319350 w 1886469"/>
                <a:gd name="csY5373" fmla="*/ 2410601 h 2454076"/>
                <a:gd name="csX5374" fmla="*/ 1322599 w 1886469"/>
                <a:gd name="csY5374" fmla="*/ 2409414 h 2454076"/>
                <a:gd name="csX5375" fmla="*/ 1322645 w 1886469"/>
                <a:gd name="csY5375" fmla="*/ 2409559 h 2454076"/>
                <a:gd name="csX5376" fmla="*/ 1322500 w 1886469"/>
                <a:gd name="csY5376" fmla="*/ 2414581 h 2454076"/>
                <a:gd name="csX5377" fmla="*/ 1322348 w 1886469"/>
                <a:gd name="csY5377" fmla="*/ 2414961 h 2454076"/>
                <a:gd name="csX5378" fmla="*/ 1322995 w 1886469"/>
                <a:gd name="csY5378" fmla="*/ 2415821 h 2454076"/>
                <a:gd name="csX5379" fmla="*/ 1323170 w 1886469"/>
                <a:gd name="csY5379" fmla="*/ 2416399 h 2454076"/>
                <a:gd name="csX5380" fmla="*/ 1323055 w 1886469"/>
                <a:gd name="csY5380" fmla="*/ 2417053 h 2454076"/>
                <a:gd name="csX5381" fmla="*/ 1323679 w 1886469"/>
                <a:gd name="csY5381" fmla="*/ 2417951 h 2454076"/>
                <a:gd name="csX5382" fmla="*/ 1325034 w 1886469"/>
                <a:gd name="csY5382" fmla="*/ 2419085 h 2454076"/>
                <a:gd name="csX5383" fmla="*/ 1325559 w 1886469"/>
                <a:gd name="csY5383" fmla="*/ 2419892 h 2454076"/>
                <a:gd name="csX5384" fmla="*/ 1325254 w 1886469"/>
                <a:gd name="csY5384" fmla="*/ 2420371 h 2454076"/>
                <a:gd name="csX5385" fmla="*/ 1322683 w 1886469"/>
                <a:gd name="csY5385" fmla="*/ 2421679 h 2454076"/>
                <a:gd name="csX5386" fmla="*/ 1321298 w 1886469"/>
                <a:gd name="csY5386" fmla="*/ 2421816 h 2454076"/>
                <a:gd name="csX5387" fmla="*/ 1320141 w 1886469"/>
                <a:gd name="csY5387" fmla="*/ 2421375 h 2454076"/>
                <a:gd name="csX5388" fmla="*/ 1318262 w 1886469"/>
                <a:gd name="csY5388" fmla="*/ 2421154 h 2454076"/>
                <a:gd name="csX5389" fmla="*/ 1315660 w 1886469"/>
                <a:gd name="csY5389" fmla="*/ 2421147 h 2454076"/>
                <a:gd name="csX5390" fmla="*/ 1311224 w 1886469"/>
                <a:gd name="csY5390" fmla="*/ 2421923 h 2454076"/>
                <a:gd name="csX5391" fmla="*/ 1309786 w 1886469"/>
                <a:gd name="csY5391" fmla="*/ 2422022 h 2454076"/>
                <a:gd name="csX5392" fmla="*/ 1308995 w 1886469"/>
                <a:gd name="csY5392" fmla="*/ 2421702 h 2454076"/>
                <a:gd name="csX5393" fmla="*/ 1307968 w 1886469"/>
                <a:gd name="csY5393" fmla="*/ 2421794 h 2454076"/>
                <a:gd name="csX5394" fmla="*/ 1304201 w 1886469"/>
                <a:gd name="csY5394" fmla="*/ 2422836 h 2454076"/>
                <a:gd name="csX5395" fmla="*/ 1300428 w 1886469"/>
                <a:gd name="csY5395" fmla="*/ 2423422 h 2454076"/>
                <a:gd name="csX5396" fmla="*/ 1297848 w 1886469"/>
                <a:gd name="csY5396" fmla="*/ 2424228 h 2454076"/>
                <a:gd name="csX5397" fmla="*/ 1296448 w 1886469"/>
                <a:gd name="csY5397" fmla="*/ 2425271 h 2454076"/>
                <a:gd name="csX5398" fmla="*/ 1295596 w 1886469"/>
                <a:gd name="csY5398" fmla="*/ 2426176 h 2454076"/>
                <a:gd name="csX5399" fmla="*/ 1294767 w 1886469"/>
                <a:gd name="csY5399" fmla="*/ 2426876 h 2454076"/>
                <a:gd name="csX5400" fmla="*/ 1294112 w 1886469"/>
                <a:gd name="csY5400" fmla="*/ 2427081 h 2454076"/>
                <a:gd name="csX5401" fmla="*/ 1292926 w 1886469"/>
                <a:gd name="csY5401" fmla="*/ 2428885 h 2454076"/>
                <a:gd name="csX5402" fmla="*/ 1293040 w 1886469"/>
                <a:gd name="csY5402" fmla="*/ 2429151 h 2454076"/>
                <a:gd name="csX5403" fmla="*/ 1294714 w 1886469"/>
                <a:gd name="csY5403" fmla="*/ 2429045 h 2454076"/>
                <a:gd name="csX5404" fmla="*/ 1296053 w 1886469"/>
                <a:gd name="csY5404" fmla="*/ 2429570 h 2454076"/>
                <a:gd name="csX5405" fmla="*/ 1300329 w 1886469"/>
                <a:gd name="csY5405" fmla="*/ 2430095 h 2454076"/>
                <a:gd name="csX5406" fmla="*/ 1301242 w 1886469"/>
                <a:gd name="csY5406" fmla="*/ 2430597 h 2454076"/>
                <a:gd name="csX5407" fmla="*/ 1300564 w 1886469"/>
                <a:gd name="csY5407" fmla="*/ 2430825 h 2454076"/>
                <a:gd name="csX5408" fmla="*/ 1294097 w 1886469"/>
                <a:gd name="csY5408" fmla="*/ 2429927 h 2454076"/>
                <a:gd name="csX5409" fmla="*/ 1292469 w 1886469"/>
                <a:gd name="csY5409" fmla="*/ 2430026 h 2454076"/>
                <a:gd name="csX5410" fmla="*/ 1289403 w 1886469"/>
                <a:gd name="csY5410" fmla="*/ 2429395 h 2454076"/>
                <a:gd name="csX5411" fmla="*/ 1284906 w 1886469"/>
                <a:gd name="csY5411" fmla="*/ 2428025 h 2454076"/>
                <a:gd name="csX5412" fmla="*/ 1280379 w 1886469"/>
                <a:gd name="csY5412" fmla="*/ 2427470 h 2454076"/>
                <a:gd name="csX5413" fmla="*/ 1275821 w 1886469"/>
                <a:gd name="csY5413" fmla="*/ 2427721 h 2454076"/>
                <a:gd name="csX5414" fmla="*/ 1272580 w 1886469"/>
                <a:gd name="csY5414" fmla="*/ 2428413 h 2454076"/>
                <a:gd name="csX5415" fmla="*/ 1270648 w 1886469"/>
                <a:gd name="csY5415" fmla="*/ 2429532 h 2454076"/>
                <a:gd name="csX5416" fmla="*/ 1265634 w 1886469"/>
                <a:gd name="csY5416" fmla="*/ 2433701 h 2454076"/>
                <a:gd name="csX5417" fmla="*/ 1263945 w 1886469"/>
                <a:gd name="csY5417" fmla="*/ 2435953 h 2454076"/>
                <a:gd name="csX5418" fmla="*/ 1263267 w 1886469"/>
                <a:gd name="csY5418" fmla="*/ 2438053 h 2454076"/>
                <a:gd name="csX5419" fmla="*/ 1262712 w 1886469"/>
                <a:gd name="csY5419" fmla="*/ 2439118 h 2454076"/>
                <a:gd name="csX5420" fmla="*/ 1262278 w 1886469"/>
                <a:gd name="csY5420" fmla="*/ 2439156 h 2454076"/>
                <a:gd name="csX5421" fmla="*/ 1262286 w 1886469"/>
                <a:gd name="csY5421" fmla="*/ 2438677 h 2454076"/>
                <a:gd name="csX5422" fmla="*/ 1262727 w 1886469"/>
                <a:gd name="csY5422" fmla="*/ 2437688 h 2454076"/>
                <a:gd name="csX5423" fmla="*/ 1262545 w 1886469"/>
                <a:gd name="csY5423" fmla="*/ 2437490 h 2454076"/>
                <a:gd name="csX5424" fmla="*/ 1261373 w 1886469"/>
                <a:gd name="csY5424" fmla="*/ 2438525 h 2454076"/>
                <a:gd name="csX5425" fmla="*/ 1261190 w 1886469"/>
                <a:gd name="csY5425" fmla="*/ 2438822 h 2454076"/>
                <a:gd name="csX5426" fmla="*/ 1258915 w 1886469"/>
                <a:gd name="csY5426" fmla="*/ 2439156 h 2454076"/>
                <a:gd name="csX5427" fmla="*/ 1256442 w 1886469"/>
                <a:gd name="csY5427" fmla="*/ 2440145 h 2454076"/>
                <a:gd name="csX5428" fmla="*/ 1253216 w 1886469"/>
                <a:gd name="csY5428" fmla="*/ 2441994 h 2454076"/>
                <a:gd name="csX5429" fmla="*/ 1251071 w 1886469"/>
                <a:gd name="csY5429" fmla="*/ 2443577 h 2454076"/>
                <a:gd name="csX5430" fmla="*/ 1250006 w 1886469"/>
                <a:gd name="csY5430" fmla="*/ 2444878 h 2454076"/>
                <a:gd name="csX5431" fmla="*/ 1249404 w 1886469"/>
                <a:gd name="csY5431" fmla="*/ 2446400 h 2454076"/>
                <a:gd name="csX5432" fmla="*/ 1249275 w 1886469"/>
                <a:gd name="csY5432" fmla="*/ 2448135 h 2454076"/>
                <a:gd name="csX5433" fmla="*/ 1248940 w 1886469"/>
                <a:gd name="csY5433" fmla="*/ 2448477 h 2454076"/>
                <a:gd name="csX5434" fmla="*/ 1247753 w 1886469"/>
                <a:gd name="csY5434" fmla="*/ 2446537 h 2454076"/>
                <a:gd name="csX5435" fmla="*/ 1246962 w 1886469"/>
                <a:gd name="csY5435" fmla="*/ 2445814 h 2454076"/>
                <a:gd name="csX5436" fmla="*/ 1246087 w 1886469"/>
                <a:gd name="csY5436" fmla="*/ 2445472 h 2454076"/>
                <a:gd name="csX5437" fmla="*/ 1245129 w 1886469"/>
                <a:gd name="csY5437" fmla="*/ 2445510 h 2454076"/>
                <a:gd name="csX5438" fmla="*/ 1242062 w 1886469"/>
                <a:gd name="csY5438" fmla="*/ 2446620 h 2454076"/>
                <a:gd name="csX5439" fmla="*/ 1239863 w 1886469"/>
                <a:gd name="csY5439" fmla="*/ 2446354 h 2454076"/>
                <a:gd name="csX5440" fmla="*/ 1237200 w 1886469"/>
                <a:gd name="csY5440" fmla="*/ 2445099 h 2454076"/>
                <a:gd name="csX5441" fmla="*/ 1236204 w 1886469"/>
                <a:gd name="csY5441" fmla="*/ 2444505 h 2454076"/>
                <a:gd name="csX5442" fmla="*/ 1236006 w 1886469"/>
                <a:gd name="csY5442" fmla="*/ 2443105 h 2454076"/>
                <a:gd name="csX5443" fmla="*/ 1236280 w 1886469"/>
                <a:gd name="csY5443" fmla="*/ 2440366 h 2454076"/>
                <a:gd name="csX5444" fmla="*/ 1236881 w 1886469"/>
                <a:gd name="csY5444" fmla="*/ 2438631 h 2454076"/>
                <a:gd name="csX5445" fmla="*/ 1236637 w 1886469"/>
                <a:gd name="csY5445" fmla="*/ 2438502 h 2454076"/>
                <a:gd name="csX5446" fmla="*/ 1236957 w 1886469"/>
                <a:gd name="csY5446" fmla="*/ 2437916 h 2454076"/>
                <a:gd name="csX5447" fmla="*/ 1238441 w 1886469"/>
                <a:gd name="csY5447" fmla="*/ 2437011 h 2454076"/>
                <a:gd name="csX5448" fmla="*/ 1241339 w 1886469"/>
                <a:gd name="csY5448" fmla="*/ 2435474 h 2454076"/>
                <a:gd name="csX5449" fmla="*/ 1243980 w 1886469"/>
                <a:gd name="csY5449" fmla="*/ 2432354 h 2454076"/>
                <a:gd name="csX5450" fmla="*/ 1246095 w 1886469"/>
                <a:gd name="csY5450" fmla="*/ 2430490 h 2454076"/>
                <a:gd name="csX5451" fmla="*/ 1248225 w 1886469"/>
                <a:gd name="csY5451" fmla="*/ 2428565 h 2454076"/>
                <a:gd name="csX5452" fmla="*/ 1249443 w 1886469"/>
                <a:gd name="csY5452" fmla="*/ 2425240 h 2454076"/>
                <a:gd name="csX5453" fmla="*/ 1250957 w 1886469"/>
                <a:gd name="csY5453" fmla="*/ 2417168 h 2454076"/>
                <a:gd name="csX5454" fmla="*/ 1253201 w 1886469"/>
                <a:gd name="csY5454" fmla="*/ 2416414 h 2454076"/>
                <a:gd name="csX5455" fmla="*/ 1256001 w 1886469"/>
                <a:gd name="csY5455" fmla="*/ 2415197 h 2454076"/>
                <a:gd name="csX5456" fmla="*/ 1257987 w 1886469"/>
                <a:gd name="csY5456" fmla="*/ 2413805 h 2454076"/>
                <a:gd name="csX5457" fmla="*/ 1259159 w 1886469"/>
                <a:gd name="csY5457" fmla="*/ 2412260 h 2454076"/>
                <a:gd name="csX5458" fmla="*/ 1260422 w 1886469"/>
                <a:gd name="csY5458" fmla="*/ 2411157 h 2454076"/>
                <a:gd name="csX5459" fmla="*/ 1261761 w 1886469"/>
                <a:gd name="csY5459" fmla="*/ 2410510 h 2454076"/>
                <a:gd name="csX5460" fmla="*/ 1263108 w 1886469"/>
                <a:gd name="csY5460" fmla="*/ 2409506 h 2454076"/>
                <a:gd name="csX5461" fmla="*/ 1264470 w 1886469"/>
                <a:gd name="csY5461" fmla="*/ 2408136 h 2454076"/>
                <a:gd name="csX5462" fmla="*/ 1265428 w 1886469"/>
                <a:gd name="csY5462" fmla="*/ 2406242 h 2454076"/>
                <a:gd name="csX5463" fmla="*/ 1265999 w 1886469"/>
                <a:gd name="csY5463" fmla="*/ 2403822 h 2454076"/>
                <a:gd name="csX5464" fmla="*/ 1266159 w 1886469"/>
                <a:gd name="csY5464" fmla="*/ 2401372 h 2454076"/>
                <a:gd name="csX5465" fmla="*/ 1265915 w 1886469"/>
                <a:gd name="csY5465" fmla="*/ 2398884 h 2454076"/>
                <a:gd name="csX5466" fmla="*/ 1265877 w 1886469"/>
                <a:gd name="csY5466" fmla="*/ 2388879 h 2454076"/>
                <a:gd name="csX5467" fmla="*/ 1265588 w 1886469"/>
                <a:gd name="csY5467" fmla="*/ 2386543 h 2454076"/>
                <a:gd name="csX5468" fmla="*/ 1266098 w 1886469"/>
                <a:gd name="csY5468" fmla="*/ 2384466 h 2454076"/>
                <a:gd name="csX5469" fmla="*/ 1267406 w 1886469"/>
                <a:gd name="csY5469" fmla="*/ 2382632 h 2454076"/>
                <a:gd name="csX5470" fmla="*/ 1268213 w 1886469"/>
                <a:gd name="csY5470" fmla="*/ 2380852 h 2454076"/>
                <a:gd name="csX5471" fmla="*/ 1268510 w 1886469"/>
                <a:gd name="csY5471" fmla="*/ 2379117 h 2454076"/>
                <a:gd name="csX5472" fmla="*/ 1269149 w 1886469"/>
                <a:gd name="csY5472" fmla="*/ 2377664 h 2454076"/>
                <a:gd name="csX5473" fmla="*/ 1270130 w 1886469"/>
                <a:gd name="csY5473" fmla="*/ 2376492 h 2454076"/>
                <a:gd name="csX5474" fmla="*/ 1271081 w 1886469"/>
                <a:gd name="csY5474" fmla="*/ 2375731 h 2454076"/>
                <a:gd name="csX5475" fmla="*/ 1272002 w 1886469"/>
                <a:gd name="csY5475" fmla="*/ 2375374 h 2454076"/>
                <a:gd name="csX5476" fmla="*/ 1272626 w 1886469"/>
                <a:gd name="csY5476" fmla="*/ 2374659 h 2454076"/>
                <a:gd name="csX5477" fmla="*/ 1272953 w 1886469"/>
                <a:gd name="csY5477" fmla="*/ 2373571 h 2454076"/>
                <a:gd name="csX5478" fmla="*/ 1273699 w 1886469"/>
                <a:gd name="csY5478" fmla="*/ 2372216 h 2454076"/>
                <a:gd name="csX5479" fmla="*/ 1274855 w 1886469"/>
                <a:gd name="csY5479" fmla="*/ 2370596 h 2454076"/>
                <a:gd name="csX5480" fmla="*/ 1275281 w 1886469"/>
                <a:gd name="csY5480" fmla="*/ 2369188 h 2454076"/>
                <a:gd name="csX5481" fmla="*/ 1275220 w 1886469"/>
                <a:gd name="csY5481" fmla="*/ 2367012 h 2454076"/>
                <a:gd name="csX5482" fmla="*/ 1275274 w 1886469"/>
                <a:gd name="csY5482" fmla="*/ 2364805 h 2454076"/>
                <a:gd name="csX5483" fmla="*/ 1274810 w 1886469"/>
                <a:gd name="csY5483" fmla="*/ 2363543 h 2454076"/>
                <a:gd name="csX5484" fmla="*/ 1273935 w 1886469"/>
                <a:gd name="csY5484" fmla="*/ 2362409 h 2454076"/>
                <a:gd name="csX5485" fmla="*/ 1273569 w 1886469"/>
                <a:gd name="csY5485" fmla="*/ 2361169 h 2454076"/>
                <a:gd name="csX5486" fmla="*/ 1273630 w 1886469"/>
                <a:gd name="csY5486" fmla="*/ 2359175 h 2454076"/>
                <a:gd name="csX5487" fmla="*/ 1273166 w 1886469"/>
                <a:gd name="csY5487" fmla="*/ 2358977 h 2454076"/>
                <a:gd name="csX5488" fmla="*/ 1272344 w 1886469"/>
                <a:gd name="csY5488" fmla="*/ 2358878 h 2454076"/>
                <a:gd name="csX5489" fmla="*/ 1271584 w 1886469"/>
                <a:gd name="csY5489" fmla="*/ 2358049 h 2454076"/>
                <a:gd name="csX5490" fmla="*/ 1270556 w 1886469"/>
                <a:gd name="csY5490" fmla="*/ 2356048 h 2454076"/>
                <a:gd name="csX5491" fmla="*/ 1269659 w 1886469"/>
                <a:gd name="csY5491" fmla="*/ 2354739 h 2454076"/>
                <a:gd name="csX5492" fmla="*/ 1268890 w 1886469"/>
                <a:gd name="csY5492" fmla="*/ 2354123 h 2454076"/>
                <a:gd name="csX5493" fmla="*/ 1268616 w 1886469"/>
                <a:gd name="csY5493" fmla="*/ 2353507 h 2454076"/>
                <a:gd name="csX5494" fmla="*/ 1267794 w 1886469"/>
                <a:gd name="csY5494" fmla="*/ 2352807 h 2454076"/>
                <a:gd name="csX5495" fmla="*/ 1266630 w 1886469"/>
                <a:gd name="csY5495" fmla="*/ 2352388 h 2454076"/>
                <a:gd name="csX5496" fmla="*/ 1266143 w 1886469"/>
                <a:gd name="csY5496" fmla="*/ 2351764 h 2454076"/>
                <a:gd name="csX5497" fmla="*/ 1266326 w 1886469"/>
                <a:gd name="csY5497" fmla="*/ 2350928 h 2454076"/>
                <a:gd name="csX5498" fmla="*/ 1268502 w 1886469"/>
                <a:gd name="csY5498" fmla="*/ 2350608 h 2454076"/>
                <a:gd name="csX5499" fmla="*/ 1272679 w 1886469"/>
                <a:gd name="csY5499" fmla="*/ 2350798 h 2454076"/>
                <a:gd name="csX5500" fmla="*/ 1274886 w 1886469"/>
                <a:gd name="csY5500" fmla="*/ 2351004 h 2454076"/>
                <a:gd name="csX5501" fmla="*/ 1275129 w 1886469"/>
                <a:gd name="csY5501" fmla="*/ 2351232 h 2454076"/>
                <a:gd name="csX5502" fmla="*/ 1274475 w 1886469"/>
                <a:gd name="csY5502" fmla="*/ 2352814 h 2454076"/>
                <a:gd name="csX5503" fmla="*/ 1274543 w 1886469"/>
                <a:gd name="csY5503" fmla="*/ 2353796 h 2454076"/>
                <a:gd name="csX5504" fmla="*/ 1275198 w 1886469"/>
                <a:gd name="csY5504" fmla="*/ 2354770 h 2454076"/>
                <a:gd name="csX5505" fmla="*/ 1275578 w 1886469"/>
                <a:gd name="csY5505" fmla="*/ 2356056 h 2454076"/>
                <a:gd name="csX5506" fmla="*/ 1275677 w 1886469"/>
                <a:gd name="csY5506" fmla="*/ 2357653 h 2454076"/>
                <a:gd name="csX5507" fmla="*/ 1276788 w 1886469"/>
                <a:gd name="csY5507" fmla="*/ 2358247 h 2454076"/>
                <a:gd name="csX5508" fmla="*/ 1277092 w 1886469"/>
                <a:gd name="csY5508" fmla="*/ 2358430 h 2454076"/>
                <a:gd name="csX5509" fmla="*/ 1277381 w 1886469"/>
                <a:gd name="csY5509" fmla="*/ 2359282 h 2454076"/>
                <a:gd name="csX5510" fmla="*/ 1278279 w 1886469"/>
                <a:gd name="csY5510" fmla="*/ 2359472 h 2454076"/>
                <a:gd name="csX5511" fmla="*/ 1278561 w 1886469"/>
                <a:gd name="csY5511" fmla="*/ 2359944 h 2454076"/>
                <a:gd name="csX5512" fmla="*/ 1278218 w 1886469"/>
                <a:gd name="csY5512" fmla="*/ 2360689 h 2454076"/>
                <a:gd name="csX5513" fmla="*/ 1278378 w 1886469"/>
                <a:gd name="csY5513" fmla="*/ 2360986 h 2454076"/>
                <a:gd name="csX5514" fmla="*/ 1279649 w 1886469"/>
                <a:gd name="csY5514" fmla="*/ 2361115 h 2454076"/>
                <a:gd name="csX5515" fmla="*/ 1280546 w 1886469"/>
                <a:gd name="csY5515" fmla="*/ 2359814 h 2454076"/>
                <a:gd name="csX5516" fmla="*/ 1280972 w 1886469"/>
                <a:gd name="csY5516" fmla="*/ 2359502 h 2454076"/>
                <a:gd name="csX5517" fmla="*/ 1281809 w 1886469"/>
                <a:gd name="csY5517" fmla="*/ 2359434 h 2454076"/>
                <a:gd name="csX5518" fmla="*/ 1281946 w 1886469"/>
                <a:gd name="csY5518" fmla="*/ 2359761 h 2454076"/>
                <a:gd name="csX5519" fmla="*/ 1281383 w 1886469"/>
                <a:gd name="csY5519" fmla="*/ 2360492 h 2454076"/>
                <a:gd name="csX5520" fmla="*/ 1281094 w 1886469"/>
                <a:gd name="csY5520" fmla="*/ 2361321 h 2454076"/>
                <a:gd name="csX5521" fmla="*/ 1281087 w 1886469"/>
                <a:gd name="csY5521" fmla="*/ 2362242 h 2454076"/>
                <a:gd name="csX5522" fmla="*/ 1280447 w 1886469"/>
                <a:gd name="csY5522" fmla="*/ 2363246 h 2454076"/>
                <a:gd name="csX5523" fmla="*/ 1278500 w 1886469"/>
                <a:gd name="csY5523" fmla="*/ 2365057 h 2454076"/>
                <a:gd name="csX5524" fmla="*/ 1278446 w 1886469"/>
                <a:gd name="csY5524" fmla="*/ 2365445 h 2454076"/>
                <a:gd name="csX5525" fmla="*/ 1278872 w 1886469"/>
                <a:gd name="csY5525" fmla="*/ 2365574 h 2454076"/>
                <a:gd name="csX5526" fmla="*/ 1280759 w 1886469"/>
                <a:gd name="csY5526" fmla="*/ 2364471 h 2454076"/>
                <a:gd name="csX5527" fmla="*/ 1282007 w 1886469"/>
                <a:gd name="csY5527" fmla="*/ 2364265 h 2454076"/>
                <a:gd name="csX5528" fmla="*/ 1282951 w 1886469"/>
                <a:gd name="csY5528" fmla="*/ 2364631 h 2454076"/>
                <a:gd name="csX5529" fmla="*/ 1283468 w 1886469"/>
                <a:gd name="csY5529" fmla="*/ 2365110 h 2454076"/>
                <a:gd name="csX5530" fmla="*/ 1283559 w 1886469"/>
                <a:gd name="csY5530" fmla="*/ 2365696 h 2454076"/>
                <a:gd name="csX5531" fmla="*/ 1283346 w 1886469"/>
                <a:gd name="csY5531" fmla="*/ 2367172 h 2454076"/>
                <a:gd name="csX5532" fmla="*/ 1282829 w 1886469"/>
                <a:gd name="csY5532" fmla="*/ 2369538 h 2454076"/>
                <a:gd name="csX5533" fmla="*/ 1283164 w 1886469"/>
                <a:gd name="csY5533" fmla="*/ 2369995 h 2454076"/>
                <a:gd name="csX5534" fmla="*/ 1284351 w 1886469"/>
                <a:gd name="csY5534" fmla="*/ 2368541 h 2454076"/>
                <a:gd name="csX5535" fmla="*/ 1285720 w 1886469"/>
                <a:gd name="csY5535" fmla="*/ 2367522 h 2454076"/>
                <a:gd name="csX5536" fmla="*/ 1288277 w 1886469"/>
                <a:gd name="csY5536" fmla="*/ 2366723 h 2454076"/>
                <a:gd name="csX5537" fmla="*/ 1288718 w 1886469"/>
                <a:gd name="csY5537" fmla="*/ 2366890 h 2454076"/>
                <a:gd name="csX5538" fmla="*/ 1289928 w 1886469"/>
                <a:gd name="csY5538" fmla="*/ 2369363 h 2454076"/>
                <a:gd name="csX5539" fmla="*/ 1292758 w 1886469"/>
                <a:gd name="csY5539" fmla="*/ 2371182 h 2454076"/>
                <a:gd name="csX5540" fmla="*/ 1297765 w 1886469"/>
                <a:gd name="csY5540" fmla="*/ 2373221 h 2454076"/>
                <a:gd name="csX5541" fmla="*/ 1300778 w 1886469"/>
                <a:gd name="csY5541" fmla="*/ 2373822 h 2454076"/>
                <a:gd name="csX5542" fmla="*/ 1301797 w 1886469"/>
                <a:gd name="csY5542" fmla="*/ 2372985 h 2454076"/>
                <a:gd name="csX5543" fmla="*/ 1302421 w 1886469"/>
                <a:gd name="csY5543" fmla="*/ 2371364 h 2454076"/>
                <a:gd name="csX5544" fmla="*/ 1302642 w 1886469"/>
                <a:gd name="csY5544" fmla="*/ 2368952 h 2454076"/>
                <a:gd name="csX5545" fmla="*/ 1302132 w 1886469"/>
                <a:gd name="csY5545" fmla="*/ 2367240 h 2454076"/>
                <a:gd name="csX5546" fmla="*/ 1300899 w 1886469"/>
                <a:gd name="csY5546" fmla="*/ 2366236 h 2454076"/>
                <a:gd name="csX5547" fmla="*/ 1300283 w 1886469"/>
                <a:gd name="csY5547" fmla="*/ 2365262 h 2454076"/>
                <a:gd name="csX5548" fmla="*/ 1300275 w 1886469"/>
                <a:gd name="csY5548" fmla="*/ 2364326 h 2454076"/>
                <a:gd name="csX5549" fmla="*/ 1301204 w 1886469"/>
                <a:gd name="csY5549" fmla="*/ 2363520 h 2454076"/>
                <a:gd name="csX5550" fmla="*/ 1302649 w 1886469"/>
                <a:gd name="csY5550" fmla="*/ 2362858 h 2454076"/>
                <a:gd name="csX5551" fmla="*/ 1304087 w 1886469"/>
                <a:gd name="csY5551" fmla="*/ 2362637 h 2454076"/>
                <a:gd name="csX5552" fmla="*/ 1304278 w 1886469"/>
                <a:gd name="csY5552" fmla="*/ 2362888 h 2454076"/>
                <a:gd name="csX5553" fmla="*/ 1303958 w 1886469"/>
                <a:gd name="csY5553" fmla="*/ 2363824 h 2454076"/>
                <a:gd name="csX5554" fmla="*/ 1304179 w 1886469"/>
                <a:gd name="csY5554" fmla="*/ 2364144 h 2454076"/>
                <a:gd name="csX5555" fmla="*/ 1304894 w 1886469"/>
                <a:gd name="csY5555" fmla="*/ 2364250 h 2454076"/>
                <a:gd name="csX5556" fmla="*/ 1305213 w 1886469"/>
                <a:gd name="csY5556" fmla="*/ 2364570 h 2454076"/>
                <a:gd name="csX5557" fmla="*/ 1306271 w 1886469"/>
                <a:gd name="csY5557" fmla="*/ 2365490 h 2454076"/>
                <a:gd name="csX5558" fmla="*/ 1308607 w 1886469"/>
                <a:gd name="csY5558" fmla="*/ 2365696 h 2454076"/>
                <a:gd name="csX5559" fmla="*/ 1309451 w 1886469"/>
                <a:gd name="csY5559" fmla="*/ 2365467 h 2454076"/>
                <a:gd name="csX5560" fmla="*/ 1308797 w 1886469"/>
                <a:gd name="csY5560" fmla="*/ 2364798 h 2454076"/>
                <a:gd name="csX5561" fmla="*/ 1308691 w 1886469"/>
                <a:gd name="csY5561" fmla="*/ 2363900 h 2454076"/>
                <a:gd name="csX5562" fmla="*/ 1309139 w 1886469"/>
                <a:gd name="csY5562" fmla="*/ 2362774 h 2454076"/>
                <a:gd name="csX5563" fmla="*/ 1309063 w 1886469"/>
                <a:gd name="csY5563" fmla="*/ 2362287 h 2454076"/>
                <a:gd name="csX5564" fmla="*/ 1308280 w 1886469"/>
                <a:gd name="csY5564" fmla="*/ 2362652 h 2454076"/>
                <a:gd name="csX5565" fmla="*/ 1308280 w 1886469"/>
                <a:gd name="csY5565" fmla="*/ 2363581 h 2454076"/>
                <a:gd name="csX5566" fmla="*/ 1307922 w 1886469"/>
                <a:gd name="csY5566" fmla="*/ 2364075 h 2454076"/>
                <a:gd name="csX5567" fmla="*/ 1307450 w 1886469"/>
                <a:gd name="csY5567" fmla="*/ 2363961 h 2454076"/>
                <a:gd name="csX5568" fmla="*/ 1307169 w 1886469"/>
                <a:gd name="csY5568" fmla="*/ 2362911 h 2454076"/>
                <a:gd name="csX5569" fmla="*/ 1306842 w 1886469"/>
                <a:gd name="csY5569" fmla="*/ 2361990 h 2454076"/>
                <a:gd name="csX5570" fmla="*/ 1306233 w 1886469"/>
                <a:gd name="csY5570" fmla="*/ 2360446 h 2454076"/>
                <a:gd name="csX5571" fmla="*/ 1304650 w 1886469"/>
                <a:gd name="csY5571" fmla="*/ 2359837 h 2454076"/>
                <a:gd name="csX5572" fmla="*/ 1304087 w 1886469"/>
                <a:gd name="csY5572" fmla="*/ 2359305 h 2454076"/>
                <a:gd name="csX5573" fmla="*/ 1304026 w 1886469"/>
                <a:gd name="csY5573" fmla="*/ 2358498 h 2454076"/>
                <a:gd name="csX5574" fmla="*/ 1303722 w 1886469"/>
                <a:gd name="csY5574" fmla="*/ 2358019 h 2454076"/>
                <a:gd name="csX5575" fmla="*/ 1303167 w 1886469"/>
                <a:gd name="csY5575" fmla="*/ 2357867 h 2454076"/>
                <a:gd name="csX5576" fmla="*/ 1302109 w 1886469"/>
                <a:gd name="csY5576" fmla="*/ 2356360 h 2454076"/>
                <a:gd name="csX5577" fmla="*/ 1300732 w 1886469"/>
                <a:gd name="csY5577" fmla="*/ 2355234 h 2454076"/>
                <a:gd name="csX5578" fmla="*/ 1300785 w 1886469"/>
                <a:gd name="csY5578" fmla="*/ 2354724 h 2454076"/>
                <a:gd name="csX5579" fmla="*/ 1302079 w 1886469"/>
                <a:gd name="csY5579" fmla="*/ 2354428 h 2454076"/>
                <a:gd name="csX5580" fmla="*/ 1302421 w 1886469"/>
                <a:gd name="csY5580" fmla="*/ 2353910 h 2454076"/>
                <a:gd name="csX5581" fmla="*/ 1302231 w 1886469"/>
                <a:gd name="csY5581" fmla="*/ 2353225 h 2454076"/>
                <a:gd name="csX5582" fmla="*/ 1301508 w 1886469"/>
                <a:gd name="csY5582" fmla="*/ 2352373 h 2454076"/>
                <a:gd name="csX5583" fmla="*/ 1300960 w 1886469"/>
                <a:gd name="csY5583" fmla="*/ 2352160 h 2454076"/>
                <a:gd name="csX5584" fmla="*/ 1300595 w 1886469"/>
                <a:gd name="csY5584" fmla="*/ 2352594 h 2454076"/>
                <a:gd name="csX5585" fmla="*/ 1300268 w 1886469"/>
                <a:gd name="csY5585" fmla="*/ 2352465 h 2454076"/>
                <a:gd name="csX5586" fmla="*/ 1299979 w 1886469"/>
                <a:gd name="csY5586" fmla="*/ 2351787 h 2454076"/>
                <a:gd name="csX5587" fmla="*/ 1300184 w 1886469"/>
                <a:gd name="csY5587" fmla="*/ 2350699 h 2454076"/>
                <a:gd name="csX5588" fmla="*/ 1301500 w 1886469"/>
                <a:gd name="csY5588" fmla="*/ 2349436 h 2454076"/>
                <a:gd name="csX5589" fmla="*/ 1301683 w 1886469"/>
                <a:gd name="csY5589" fmla="*/ 2348181 h 2454076"/>
                <a:gd name="csX5590" fmla="*/ 1301348 w 1886469"/>
                <a:gd name="csY5590" fmla="*/ 2347207 h 2454076"/>
                <a:gd name="csX5591" fmla="*/ 1300610 w 1886469"/>
                <a:gd name="csY5591" fmla="*/ 2346636 h 2454076"/>
                <a:gd name="csX5592" fmla="*/ 1299477 w 1886469"/>
                <a:gd name="csY5592" fmla="*/ 2346469 h 2454076"/>
                <a:gd name="csX5593" fmla="*/ 1298807 w 1886469"/>
                <a:gd name="csY5593" fmla="*/ 2346537 h 2454076"/>
                <a:gd name="csX5594" fmla="*/ 1298609 w 1886469"/>
                <a:gd name="csY5594" fmla="*/ 2346842 h 2454076"/>
                <a:gd name="csX5595" fmla="*/ 1298990 w 1886469"/>
                <a:gd name="csY5595" fmla="*/ 2347991 h 2454076"/>
                <a:gd name="csX5596" fmla="*/ 1298784 w 1886469"/>
                <a:gd name="csY5596" fmla="*/ 2348135 h 2454076"/>
                <a:gd name="csX5597" fmla="*/ 1296791 w 1886469"/>
                <a:gd name="csY5597" fmla="*/ 2347641 h 2454076"/>
                <a:gd name="csX5598" fmla="*/ 1296114 w 1886469"/>
                <a:gd name="csY5598" fmla="*/ 2346948 h 2454076"/>
                <a:gd name="csX5599" fmla="*/ 1295109 w 1886469"/>
                <a:gd name="csY5599" fmla="*/ 2346461 h 2454076"/>
                <a:gd name="csX5600" fmla="*/ 1294356 w 1886469"/>
                <a:gd name="csY5600" fmla="*/ 2344666 h 2454076"/>
                <a:gd name="csX5601" fmla="*/ 1294204 w 1886469"/>
                <a:gd name="csY5601" fmla="*/ 2343387 h 2454076"/>
                <a:gd name="csX5602" fmla="*/ 1294272 w 1886469"/>
                <a:gd name="csY5602" fmla="*/ 2341166 h 2454076"/>
                <a:gd name="csX5603" fmla="*/ 1293724 w 1886469"/>
                <a:gd name="csY5603" fmla="*/ 2339758 h 2454076"/>
                <a:gd name="csX5604" fmla="*/ 1293397 w 1886469"/>
                <a:gd name="csY5604" fmla="*/ 2339598 h 2454076"/>
                <a:gd name="csX5605" fmla="*/ 1293451 w 1886469"/>
                <a:gd name="csY5605" fmla="*/ 2340435 h 2454076"/>
                <a:gd name="csX5606" fmla="*/ 1293085 w 1886469"/>
                <a:gd name="csY5606" fmla="*/ 2340854 h 2454076"/>
                <a:gd name="csX5607" fmla="*/ 1292203 w 1886469"/>
                <a:gd name="csY5607" fmla="*/ 2341074 h 2454076"/>
                <a:gd name="csX5608" fmla="*/ 1291662 w 1886469"/>
                <a:gd name="csY5608" fmla="*/ 2340686 h 2454076"/>
                <a:gd name="csX5609" fmla="*/ 1291472 w 1886469"/>
                <a:gd name="csY5609" fmla="*/ 2339690 h 2454076"/>
                <a:gd name="csX5610" fmla="*/ 1290924 w 1886469"/>
                <a:gd name="csY5610" fmla="*/ 2338853 h 2454076"/>
                <a:gd name="csX5611" fmla="*/ 1289920 w 1886469"/>
                <a:gd name="csY5611" fmla="*/ 2337879 h 2454076"/>
                <a:gd name="csX5612" fmla="*/ 1289144 w 1886469"/>
                <a:gd name="csY5612" fmla="*/ 2336502 h 2454076"/>
                <a:gd name="csX5613" fmla="*/ 1288885 w 1886469"/>
                <a:gd name="csY5613" fmla="*/ 2335885 h 2454076"/>
                <a:gd name="csX5614" fmla="*/ 1288840 w 1886469"/>
                <a:gd name="csY5614" fmla="*/ 2335277 h 2454076"/>
                <a:gd name="csX5615" fmla="*/ 1288566 w 1886469"/>
                <a:gd name="csY5615" fmla="*/ 2334569 h 2454076"/>
                <a:gd name="csX5616" fmla="*/ 1287706 w 1886469"/>
                <a:gd name="csY5616" fmla="*/ 2333785 h 2454076"/>
                <a:gd name="csX5617" fmla="*/ 1287348 w 1886469"/>
                <a:gd name="csY5617" fmla="*/ 2332484 h 2454076"/>
                <a:gd name="csX5618" fmla="*/ 1286960 w 1886469"/>
                <a:gd name="csY5618" fmla="*/ 2331914 h 2454076"/>
                <a:gd name="csX5619" fmla="*/ 1285789 w 1886469"/>
                <a:gd name="csY5619" fmla="*/ 2330635 h 2454076"/>
                <a:gd name="csX5620" fmla="*/ 1285393 w 1886469"/>
                <a:gd name="csY5620" fmla="*/ 2329920 h 2454076"/>
                <a:gd name="csX5621" fmla="*/ 1285127 w 1886469"/>
                <a:gd name="csY5621" fmla="*/ 2329654 h 2454076"/>
                <a:gd name="csX5622" fmla="*/ 1283575 w 1886469"/>
                <a:gd name="csY5622" fmla="*/ 2329654 h 2454076"/>
                <a:gd name="csX5623" fmla="*/ 1281916 w 1886469"/>
                <a:gd name="csY5623" fmla="*/ 2329631 h 2454076"/>
                <a:gd name="csX5624" fmla="*/ 1279162 w 1886469"/>
                <a:gd name="csY5624" fmla="*/ 2329943 h 2454076"/>
                <a:gd name="csX5625" fmla="*/ 1277815 w 1886469"/>
                <a:gd name="csY5625" fmla="*/ 2329540 h 2454076"/>
                <a:gd name="csX5626" fmla="*/ 1277876 w 1886469"/>
                <a:gd name="csY5626" fmla="*/ 2328414 h 2454076"/>
                <a:gd name="csX5627" fmla="*/ 1277777 w 1886469"/>
                <a:gd name="csY5627" fmla="*/ 2327790 h 2454076"/>
                <a:gd name="csX5628" fmla="*/ 1277526 w 1886469"/>
                <a:gd name="csY5628" fmla="*/ 2327668 h 2454076"/>
                <a:gd name="csX5629" fmla="*/ 1277153 w 1886469"/>
                <a:gd name="csY5629" fmla="*/ 2327973 h 2454076"/>
                <a:gd name="csX5630" fmla="*/ 1277031 w 1886469"/>
                <a:gd name="csY5630" fmla="*/ 2328437 h 2454076"/>
                <a:gd name="csX5631" fmla="*/ 1276179 w 1886469"/>
                <a:gd name="csY5631" fmla="*/ 2328954 h 2454076"/>
                <a:gd name="csX5632" fmla="*/ 1274756 w 1886469"/>
                <a:gd name="csY5632" fmla="*/ 2328954 h 2454076"/>
                <a:gd name="csX5633" fmla="*/ 1271637 w 1886469"/>
                <a:gd name="csY5633" fmla="*/ 2328330 h 2454076"/>
                <a:gd name="csX5634" fmla="*/ 1270503 w 1886469"/>
                <a:gd name="csY5634" fmla="*/ 2328376 h 2454076"/>
                <a:gd name="csX5635" fmla="*/ 1268487 w 1886469"/>
                <a:gd name="csY5635" fmla="*/ 2329182 h 2454076"/>
                <a:gd name="csX5636" fmla="*/ 1267840 w 1886469"/>
                <a:gd name="csY5636" fmla="*/ 2328832 h 2454076"/>
                <a:gd name="csX5637" fmla="*/ 1268525 w 1886469"/>
                <a:gd name="csY5637" fmla="*/ 2328269 h 2454076"/>
                <a:gd name="csX5638" fmla="*/ 1268479 w 1886469"/>
                <a:gd name="csY5638" fmla="*/ 2327790 h 2454076"/>
                <a:gd name="csX5639" fmla="*/ 1267916 w 1886469"/>
                <a:gd name="csY5639" fmla="*/ 2327645 h 2454076"/>
                <a:gd name="csX5640" fmla="*/ 1267794 w 1886469"/>
                <a:gd name="csY5640" fmla="*/ 2327379 h 2454076"/>
                <a:gd name="csX5641" fmla="*/ 1267566 w 1886469"/>
                <a:gd name="csY5641" fmla="*/ 2326930 h 2454076"/>
                <a:gd name="csX5642" fmla="*/ 1269674 w 1886469"/>
                <a:gd name="csY5642" fmla="*/ 2325865 h 2454076"/>
                <a:gd name="csX5643" fmla="*/ 1269613 w 1886469"/>
                <a:gd name="csY5643" fmla="*/ 2325386 h 2454076"/>
                <a:gd name="csX5644" fmla="*/ 1268099 w 1886469"/>
                <a:gd name="csY5644" fmla="*/ 2324496 h 2454076"/>
                <a:gd name="csX5645" fmla="*/ 1267444 w 1886469"/>
                <a:gd name="csY5645" fmla="*/ 2324625 h 2454076"/>
                <a:gd name="csX5646" fmla="*/ 1267117 w 1886469"/>
                <a:gd name="csY5646" fmla="*/ 2325310 h 2454076"/>
                <a:gd name="csX5647" fmla="*/ 1266539 w 1886469"/>
                <a:gd name="csY5647" fmla="*/ 2325743 h 2454076"/>
                <a:gd name="csX5648" fmla="*/ 1265717 w 1886469"/>
                <a:gd name="csY5648" fmla="*/ 2325918 h 2454076"/>
                <a:gd name="csX5649" fmla="*/ 1265223 w 1886469"/>
                <a:gd name="csY5649" fmla="*/ 2326398 h 2454076"/>
                <a:gd name="csX5650" fmla="*/ 1264903 w 1886469"/>
                <a:gd name="csY5650" fmla="*/ 2326382 h 2454076"/>
                <a:gd name="csX5651" fmla="*/ 1264896 w 1886469"/>
                <a:gd name="csY5651" fmla="*/ 2325964 h 2454076"/>
                <a:gd name="csX5652" fmla="*/ 1264819 w 1886469"/>
                <a:gd name="csY5652" fmla="*/ 2324952 h 2454076"/>
                <a:gd name="csX5653" fmla="*/ 1263808 w 1886469"/>
                <a:gd name="csY5653" fmla="*/ 2324632 h 2454076"/>
                <a:gd name="csX5654" fmla="*/ 1259638 w 1886469"/>
                <a:gd name="csY5654" fmla="*/ 2324206 h 2454076"/>
                <a:gd name="csX5655" fmla="*/ 1257416 w 1886469"/>
                <a:gd name="csY5655" fmla="*/ 2324115 h 2454076"/>
                <a:gd name="csX5656" fmla="*/ 1255704 w 1886469"/>
                <a:gd name="csY5656" fmla="*/ 2324046 h 2454076"/>
                <a:gd name="csX5657" fmla="*/ 1253102 w 1886469"/>
                <a:gd name="csY5657" fmla="*/ 2323156 h 2454076"/>
                <a:gd name="csX5658" fmla="*/ 1252410 w 1886469"/>
                <a:gd name="csY5658" fmla="*/ 2322220 h 2454076"/>
                <a:gd name="csX5659" fmla="*/ 1247122 w 1886469"/>
                <a:gd name="csY5659" fmla="*/ 2322715 h 2454076"/>
                <a:gd name="csX5660" fmla="*/ 1246262 w 1886469"/>
                <a:gd name="csY5660" fmla="*/ 2322859 h 2454076"/>
                <a:gd name="csX5661" fmla="*/ 1245714 w 1886469"/>
                <a:gd name="csY5661" fmla="*/ 2322753 h 2454076"/>
                <a:gd name="csX5662" fmla="*/ 1244527 w 1886469"/>
                <a:gd name="csY5662" fmla="*/ 2321794 h 2454076"/>
                <a:gd name="csX5663" fmla="*/ 1240776 w 1886469"/>
                <a:gd name="csY5663" fmla="*/ 2322373 h 2454076"/>
                <a:gd name="csX5664" fmla="*/ 1237984 w 1886469"/>
                <a:gd name="csY5664" fmla="*/ 2322593 h 2454076"/>
                <a:gd name="csX5665" fmla="*/ 1228725 w 1886469"/>
                <a:gd name="csY5665" fmla="*/ 2320858 h 2454076"/>
                <a:gd name="csX5666" fmla="*/ 1226320 w 1886469"/>
                <a:gd name="csY5666" fmla="*/ 2320151 h 2454076"/>
                <a:gd name="csX5667" fmla="*/ 1225871 w 1886469"/>
                <a:gd name="csY5667" fmla="*/ 2319618 h 2454076"/>
                <a:gd name="csX5668" fmla="*/ 1224426 w 1886469"/>
                <a:gd name="csY5668" fmla="*/ 2319253 h 2454076"/>
                <a:gd name="csX5669" fmla="*/ 1220538 w 1886469"/>
                <a:gd name="csY5669" fmla="*/ 2318880 h 2454076"/>
                <a:gd name="csX5670" fmla="*/ 1220104 w 1886469"/>
                <a:gd name="csY5670" fmla="*/ 2318743 h 2454076"/>
                <a:gd name="csX5671" fmla="*/ 1219708 w 1886469"/>
                <a:gd name="csY5671" fmla="*/ 2317922 h 2454076"/>
                <a:gd name="csX5672" fmla="*/ 1218590 w 1886469"/>
                <a:gd name="csY5672" fmla="*/ 2317640 h 2454076"/>
                <a:gd name="csX5673" fmla="*/ 1216467 w 1886469"/>
                <a:gd name="csY5673" fmla="*/ 2317587 h 2454076"/>
                <a:gd name="csX5674" fmla="*/ 1215219 w 1886469"/>
                <a:gd name="csY5674" fmla="*/ 2317062 h 2454076"/>
                <a:gd name="csX5675" fmla="*/ 1214862 w 1886469"/>
                <a:gd name="csY5675" fmla="*/ 2316065 h 2454076"/>
                <a:gd name="csX5676" fmla="*/ 1214915 w 1886469"/>
                <a:gd name="csY5676" fmla="*/ 2314916 h 2454076"/>
                <a:gd name="csX5677" fmla="*/ 1215394 w 1886469"/>
                <a:gd name="csY5677" fmla="*/ 2313615 h 2454076"/>
                <a:gd name="csX5678" fmla="*/ 1215326 w 1886469"/>
                <a:gd name="csY5678" fmla="*/ 2312550 h 2454076"/>
                <a:gd name="csX5679" fmla="*/ 1214664 w 1886469"/>
                <a:gd name="csY5679" fmla="*/ 2311546 h 2454076"/>
                <a:gd name="csX5680" fmla="*/ 1213659 w 1886469"/>
                <a:gd name="csY5680" fmla="*/ 2310830 h 2454076"/>
                <a:gd name="csX5681" fmla="*/ 1212161 w 1886469"/>
                <a:gd name="csY5681" fmla="*/ 2311005 h 2454076"/>
                <a:gd name="csX5682" fmla="*/ 1209848 w 1886469"/>
                <a:gd name="csY5682" fmla="*/ 2311797 h 2454076"/>
                <a:gd name="csX5683" fmla="*/ 1207961 w 1886469"/>
                <a:gd name="csY5683" fmla="*/ 2312078 h 2454076"/>
                <a:gd name="csX5684" fmla="*/ 1207398 w 1886469"/>
                <a:gd name="csY5684" fmla="*/ 2312641 h 2454076"/>
                <a:gd name="csX5685" fmla="*/ 1207040 w 1886469"/>
                <a:gd name="csY5685" fmla="*/ 2313105 h 2454076"/>
                <a:gd name="csX5686" fmla="*/ 1206507 w 1886469"/>
                <a:gd name="csY5686" fmla="*/ 2313281 h 2454076"/>
                <a:gd name="csX5687" fmla="*/ 1205062 w 1886469"/>
                <a:gd name="csY5687" fmla="*/ 2311424 h 2454076"/>
                <a:gd name="csX5688" fmla="*/ 1205062 w 1886469"/>
                <a:gd name="csY5688" fmla="*/ 2310397 h 2454076"/>
                <a:gd name="csX5689" fmla="*/ 1205511 w 1886469"/>
                <a:gd name="csY5689" fmla="*/ 2309674 h 2454076"/>
                <a:gd name="csX5690" fmla="*/ 1207253 w 1886469"/>
                <a:gd name="csY5690" fmla="*/ 2307376 h 2454076"/>
                <a:gd name="csX5691" fmla="*/ 1207847 w 1886469"/>
                <a:gd name="csY5691" fmla="*/ 2305854 h 2454076"/>
                <a:gd name="csX5692" fmla="*/ 1207291 w 1886469"/>
                <a:gd name="csY5692" fmla="*/ 2305109 h 2454076"/>
                <a:gd name="csX5693" fmla="*/ 1206781 w 1886469"/>
                <a:gd name="csY5693" fmla="*/ 2305215 h 2454076"/>
                <a:gd name="csX5694" fmla="*/ 1206302 w 1886469"/>
                <a:gd name="csY5694" fmla="*/ 2306166 h 2454076"/>
                <a:gd name="csX5695" fmla="*/ 1205937 w 1886469"/>
                <a:gd name="csY5695" fmla="*/ 2306646 h 2454076"/>
                <a:gd name="csX5696" fmla="*/ 1205671 w 1886469"/>
                <a:gd name="csY5696" fmla="*/ 2306646 h 2454076"/>
                <a:gd name="csX5697" fmla="*/ 1205222 w 1886469"/>
                <a:gd name="csY5697" fmla="*/ 2305634 h 2454076"/>
                <a:gd name="csX5698" fmla="*/ 1205381 w 1886469"/>
                <a:gd name="csY5698" fmla="*/ 2303283 h 2454076"/>
                <a:gd name="csX5699" fmla="*/ 1205929 w 1886469"/>
                <a:gd name="csY5699" fmla="*/ 2302400 h 2454076"/>
                <a:gd name="csX5700" fmla="*/ 1206850 w 1886469"/>
                <a:gd name="csY5700" fmla="*/ 2301974 h 2454076"/>
                <a:gd name="csX5701" fmla="*/ 1208486 w 1886469"/>
                <a:gd name="csY5701" fmla="*/ 2302103 h 2454076"/>
                <a:gd name="csX5702" fmla="*/ 1209033 w 1886469"/>
                <a:gd name="csY5702" fmla="*/ 2301799 h 2454076"/>
                <a:gd name="csX5703" fmla="*/ 1209345 w 1886469"/>
                <a:gd name="csY5703" fmla="*/ 2300970 h 2454076"/>
                <a:gd name="csX5704" fmla="*/ 1208973 w 1886469"/>
                <a:gd name="csY5704" fmla="*/ 2300171 h 2454076"/>
                <a:gd name="csX5705" fmla="*/ 1207907 w 1886469"/>
                <a:gd name="csY5705" fmla="*/ 2299395 h 2454076"/>
                <a:gd name="csX5706" fmla="*/ 1206774 w 1886469"/>
                <a:gd name="csY5706" fmla="*/ 2298976 h 2454076"/>
                <a:gd name="csX5707" fmla="*/ 1205564 w 1886469"/>
                <a:gd name="csY5707" fmla="*/ 2298923 h 2454076"/>
                <a:gd name="csX5708" fmla="*/ 1204765 w 1886469"/>
                <a:gd name="csY5708" fmla="*/ 2299189 h 2454076"/>
                <a:gd name="csX5709" fmla="*/ 1204369 w 1886469"/>
                <a:gd name="csY5709" fmla="*/ 2299775 h 2454076"/>
                <a:gd name="csX5710" fmla="*/ 1203844 w 1886469"/>
                <a:gd name="csY5710" fmla="*/ 2299653 h 2454076"/>
                <a:gd name="csX5711" fmla="*/ 1203190 w 1886469"/>
                <a:gd name="csY5711" fmla="*/ 2298824 h 2454076"/>
                <a:gd name="csX5712" fmla="*/ 1201166 w 1886469"/>
                <a:gd name="csY5712" fmla="*/ 2297812 h 2454076"/>
                <a:gd name="csX5713" fmla="*/ 1200641 w 1886469"/>
                <a:gd name="csY5713" fmla="*/ 2297105 h 2454076"/>
                <a:gd name="csX5714" fmla="*/ 1200717 w 1886469"/>
                <a:gd name="csY5714" fmla="*/ 2296085 h 2454076"/>
                <a:gd name="csX5715" fmla="*/ 1201988 w 1886469"/>
                <a:gd name="csY5715" fmla="*/ 2293483 h 2454076"/>
                <a:gd name="csX5716" fmla="*/ 1201828 w 1886469"/>
                <a:gd name="csY5716" fmla="*/ 2292790 h 2454076"/>
                <a:gd name="csX5717" fmla="*/ 1202498 w 1886469"/>
                <a:gd name="csY5717" fmla="*/ 2291254 h 2454076"/>
                <a:gd name="csX5718" fmla="*/ 1203989 w 1886469"/>
                <a:gd name="csY5718" fmla="*/ 2288872 h 2454076"/>
                <a:gd name="csX5719" fmla="*/ 1204499 w 1886469"/>
                <a:gd name="csY5719" fmla="*/ 2287206 h 2454076"/>
                <a:gd name="csX5720" fmla="*/ 1204027 w 1886469"/>
                <a:gd name="csY5720" fmla="*/ 2286262 h 2454076"/>
                <a:gd name="csX5721" fmla="*/ 1203502 w 1886469"/>
                <a:gd name="csY5721" fmla="*/ 2285737 h 2454076"/>
                <a:gd name="csX5722" fmla="*/ 1202916 w 1886469"/>
                <a:gd name="csY5722" fmla="*/ 2285623 h 2454076"/>
                <a:gd name="csX5723" fmla="*/ 1202384 w 1886469"/>
                <a:gd name="csY5723" fmla="*/ 2284999 h 2454076"/>
                <a:gd name="csX5724" fmla="*/ 1201904 w 1886469"/>
                <a:gd name="csY5724" fmla="*/ 2283866 h 2454076"/>
                <a:gd name="csX5725" fmla="*/ 1200717 w 1886469"/>
                <a:gd name="csY5725" fmla="*/ 2282762 h 2454076"/>
                <a:gd name="csX5726" fmla="*/ 1198815 w 1886469"/>
                <a:gd name="csY5726" fmla="*/ 2281697 h 2454076"/>
                <a:gd name="csX5727" fmla="*/ 1197202 w 1886469"/>
                <a:gd name="csY5727" fmla="*/ 2280297 h 2454076"/>
                <a:gd name="csX5728" fmla="*/ 1195886 w 1886469"/>
                <a:gd name="csY5728" fmla="*/ 2278563 h 2454076"/>
                <a:gd name="csX5729" fmla="*/ 1195528 w 1886469"/>
                <a:gd name="csY5729" fmla="*/ 2277170 h 2454076"/>
                <a:gd name="csX5730" fmla="*/ 1196137 w 1886469"/>
                <a:gd name="csY5730" fmla="*/ 2276128 h 2454076"/>
                <a:gd name="csX5731" fmla="*/ 1196373 w 1886469"/>
                <a:gd name="csY5731" fmla="*/ 2275299 h 2454076"/>
                <a:gd name="csX5732" fmla="*/ 1196236 w 1886469"/>
                <a:gd name="csY5732" fmla="*/ 2274675 h 2454076"/>
                <a:gd name="csX5733" fmla="*/ 1196670 w 1886469"/>
                <a:gd name="csY5733" fmla="*/ 2273784 h 2454076"/>
                <a:gd name="csX5734" fmla="*/ 1197491 w 1886469"/>
                <a:gd name="csY5734" fmla="*/ 2272301 h 2454076"/>
                <a:gd name="csX5735" fmla="*/ 1197537 w 1886469"/>
                <a:gd name="csY5735" fmla="*/ 2271182 h 2454076"/>
                <a:gd name="csX5736" fmla="*/ 1197643 w 1886469"/>
                <a:gd name="csY5736" fmla="*/ 2270315 h 2454076"/>
                <a:gd name="csX5737" fmla="*/ 1198663 w 1886469"/>
                <a:gd name="csY5737" fmla="*/ 2269006 h 2454076"/>
                <a:gd name="csX5738" fmla="*/ 1199089 w 1886469"/>
                <a:gd name="csY5738" fmla="*/ 2268002 h 2454076"/>
                <a:gd name="csX5739" fmla="*/ 1198929 w 1886469"/>
                <a:gd name="csY5739" fmla="*/ 2267309 h 2454076"/>
                <a:gd name="csX5740" fmla="*/ 1196609 w 1886469"/>
                <a:gd name="csY5740" fmla="*/ 2266982 h 2454076"/>
                <a:gd name="csX5741" fmla="*/ 1192120 w 1886469"/>
                <a:gd name="csY5741" fmla="*/ 2267020 h 2454076"/>
                <a:gd name="csX5742" fmla="*/ 1188521 w 1886469"/>
                <a:gd name="csY5742" fmla="*/ 2267294 h 2454076"/>
                <a:gd name="csX5743" fmla="*/ 1185812 w 1886469"/>
                <a:gd name="csY5743" fmla="*/ 2267804 h 2454076"/>
                <a:gd name="csX5744" fmla="*/ 1182715 w 1886469"/>
                <a:gd name="csY5744" fmla="*/ 2267591 h 2454076"/>
                <a:gd name="csX5745" fmla="*/ 1179231 w 1886469"/>
                <a:gd name="csY5745" fmla="*/ 2266655 h 2454076"/>
                <a:gd name="csX5746" fmla="*/ 1176324 w 1886469"/>
                <a:gd name="csY5746" fmla="*/ 2264761 h 2454076"/>
                <a:gd name="csX5747" fmla="*/ 1174004 w 1886469"/>
                <a:gd name="csY5747" fmla="*/ 2261915 h 2454076"/>
                <a:gd name="csX5748" fmla="*/ 1172261 w 1886469"/>
                <a:gd name="csY5748" fmla="*/ 2259001 h 2454076"/>
                <a:gd name="csX5749" fmla="*/ 1171090 w 1886469"/>
                <a:gd name="csY5749" fmla="*/ 2256003 h 2454076"/>
                <a:gd name="csX5750" fmla="*/ 1170618 w 1886469"/>
                <a:gd name="csY5750" fmla="*/ 2253394 h 2454076"/>
                <a:gd name="csX5751" fmla="*/ 1170397 w 1886469"/>
                <a:gd name="csY5751" fmla="*/ 2252747 h 2454076"/>
                <a:gd name="csX5752" fmla="*/ 1169880 w 1886469"/>
                <a:gd name="csY5752" fmla="*/ 2252191 h 2454076"/>
                <a:gd name="csX5753" fmla="*/ 1169408 w 1886469"/>
                <a:gd name="csY5753" fmla="*/ 2250662 h 2454076"/>
                <a:gd name="csX5754" fmla="*/ 1168990 w 1886469"/>
                <a:gd name="csY5754" fmla="*/ 2248159 h 2454076"/>
                <a:gd name="csX5755" fmla="*/ 1168442 w 1886469"/>
                <a:gd name="csY5755" fmla="*/ 2246569 h 2454076"/>
                <a:gd name="csX5756" fmla="*/ 1167765 w 1886469"/>
                <a:gd name="csY5756" fmla="*/ 2245891 h 2454076"/>
                <a:gd name="csX5757" fmla="*/ 1167536 w 1886469"/>
                <a:gd name="csY5757" fmla="*/ 2245328 h 2454076"/>
                <a:gd name="csX5758" fmla="*/ 1166555 w 1886469"/>
                <a:gd name="csY5758" fmla="*/ 2243685 h 2454076"/>
                <a:gd name="csX5759" fmla="*/ 1166144 w 1886469"/>
                <a:gd name="csY5759" fmla="*/ 2242825 h 2454076"/>
                <a:gd name="csX5760" fmla="*/ 1166015 w 1886469"/>
                <a:gd name="csY5760" fmla="*/ 2242270 h 2454076"/>
                <a:gd name="csX5761" fmla="*/ 1165239 w 1886469"/>
                <a:gd name="csY5761" fmla="*/ 2241402 h 2454076"/>
                <a:gd name="csX5762" fmla="*/ 1164668 w 1886469"/>
                <a:gd name="csY5762" fmla="*/ 2241182 h 2454076"/>
                <a:gd name="csX5763" fmla="*/ 1162073 w 1886469"/>
                <a:gd name="csY5763" fmla="*/ 2241562 h 2454076"/>
                <a:gd name="csX5764" fmla="*/ 1161206 w 1886469"/>
                <a:gd name="csY5764" fmla="*/ 2240771 h 2454076"/>
                <a:gd name="csX5765" fmla="*/ 1160750 w 1886469"/>
                <a:gd name="csY5765" fmla="*/ 2240215 h 2454076"/>
                <a:gd name="csX5766" fmla="*/ 1159684 w 1886469"/>
                <a:gd name="csY5766" fmla="*/ 2239782 h 2454076"/>
                <a:gd name="csX5767" fmla="*/ 1158421 w 1886469"/>
                <a:gd name="csY5767" fmla="*/ 2240017 h 2454076"/>
                <a:gd name="csX5768" fmla="*/ 1156960 w 1886469"/>
                <a:gd name="csY5768" fmla="*/ 2240923 h 2454076"/>
                <a:gd name="csX5769" fmla="*/ 1155515 w 1886469"/>
                <a:gd name="csY5769" fmla="*/ 2240931 h 2454076"/>
                <a:gd name="csX5770" fmla="*/ 1152935 w 1886469"/>
                <a:gd name="csY5770" fmla="*/ 2240398 h 2454076"/>
                <a:gd name="csX5771" fmla="*/ 1151307 w 1886469"/>
                <a:gd name="csY5771" fmla="*/ 2240718 h 2454076"/>
                <a:gd name="csX5772" fmla="*/ 1148340 w 1886469"/>
                <a:gd name="csY5772" fmla="*/ 2240816 h 2454076"/>
                <a:gd name="csX5773" fmla="*/ 1146461 w 1886469"/>
                <a:gd name="csY5773" fmla="*/ 2240056 h 2454076"/>
                <a:gd name="csX5774" fmla="*/ 1144414 w 1886469"/>
                <a:gd name="csY5774" fmla="*/ 2238914 h 2454076"/>
                <a:gd name="csX5775" fmla="*/ 1143204 w 1886469"/>
                <a:gd name="csY5775" fmla="*/ 2238678 h 2454076"/>
                <a:gd name="csX5776" fmla="*/ 1142063 w 1886469"/>
                <a:gd name="csY5776" fmla="*/ 2238793 h 2454076"/>
                <a:gd name="csX5777" fmla="*/ 1141317 w 1886469"/>
                <a:gd name="csY5777" fmla="*/ 2238473 h 2454076"/>
                <a:gd name="csX5778" fmla="*/ 1140982 w 1886469"/>
                <a:gd name="csY5778" fmla="*/ 2237735 h 2454076"/>
                <a:gd name="csX5779" fmla="*/ 1140473 w 1886469"/>
                <a:gd name="csY5779" fmla="*/ 2237507 h 2454076"/>
                <a:gd name="csX5780" fmla="*/ 1138472 w 1886469"/>
                <a:gd name="csY5780" fmla="*/ 2236822 h 2454076"/>
                <a:gd name="csX5781" fmla="*/ 1136859 w 1886469"/>
                <a:gd name="csY5781" fmla="*/ 2236152 h 2454076"/>
                <a:gd name="csX5782" fmla="*/ 1132491 w 1886469"/>
                <a:gd name="csY5782" fmla="*/ 2234897 h 2454076"/>
                <a:gd name="csX5783" fmla="*/ 1131274 w 1886469"/>
                <a:gd name="csY5783" fmla="*/ 2233604 h 2454076"/>
                <a:gd name="csX5784" fmla="*/ 1130262 w 1886469"/>
                <a:gd name="csY5784" fmla="*/ 2233512 h 2454076"/>
                <a:gd name="csX5785" fmla="*/ 1129014 w 1886469"/>
                <a:gd name="csY5785" fmla="*/ 2233619 h 2454076"/>
                <a:gd name="csX5786" fmla="*/ 1128322 w 1886469"/>
                <a:gd name="csY5786" fmla="*/ 2234159 h 2454076"/>
                <a:gd name="csX5787" fmla="*/ 1127470 w 1886469"/>
                <a:gd name="csY5787" fmla="*/ 2234296 h 2454076"/>
                <a:gd name="csX5788" fmla="*/ 1126465 w 1886469"/>
                <a:gd name="csY5788" fmla="*/ 2234030 h 2454076"/>
                <a:gd name="csX5789" fmla="*/ 1126123 w 1886469"/>
                <a:gd name="csY5789" fmla="*/ 2234418 h 2454076"/>
                <a:gd name="csX5790" fmla="*/ 1126442 w 1886469"/>
                <a:gd name="csY5790" fmla="*/ 2235453 h 2454076"/>
                <a:gd name="csX5791" fmla="*/ 1126488 w 1886469"/>
                <a:gd name="csY5791" fmla="*/ 2236259 h 2454076"/>
                <a:gd name="csX5792" fmla="*/ 1126967 w 1886469"/>
                <a:gd name="csY5792" fmla="*/ 2237872 h 2454076"/>
                <a:gd name="csX5793" fmla="*/ 1128611 w 1886469"/>
                <a:gd name="csY5793" fmla="*/ 2239371 h 2454076"/>
                <a:gd name="csX5794" fmla="*/ 1129433 w 1886469"/>
                <a:gd name="csY5794" fmla="*/ 2240816 h 2454076"/>
                <a:gd name="csX5795" fmla="*/ 1129425 w 1886469"/>
                <a:gd name="csY5795" fmla="*/ 2242209 h 2454076"/>
                <a:gd name="csX5796" fmla="*/ 1128801 w 1886469"/>
                <a:gd name="csY5796" fmla="*/ 2243822 h 2454076"/>
                <a:gd name="csX5797" fmla="*/ 1126777 w 1886469"/>
                <a:gd name="csY5797" fmla="*/ 2246599 h 2454076"/>
                <a:gd name="csX5798" fmla="*/ 1126458 w 1886469"/>
                <a:gd name="csY5798" fmla="*/ 2246629 h 2454076"/>
                <a:gd name="csX5799" fmla="*/ 1124807 w 1886469"/>
                <a:gd name="csY5799" fmla="*/ 2247002 h 2454076"/>
                <a:gd name="csX5800" fmla="*/ 1123878 w 1886469"/>
                <a:gd name="csY5800" fmla="*/ 2247710 h 2454076"/>
                <a:gd name="csX5801" fmla="*/ 1123216 w 1886469"/>
                <a:gd name="csY5801" fmla="*/ 2247870 h 2454076"/>
                <a:gd name="csX5802" fmla="*/ 1122821 w 1886469"/>
                <a:gd name="csY5802" fmla="*/ 2247489 h 2454076"/>
                <a:gd name="csX5803" fmla="*/ 1122281 w 1886469"/>
                <a:gd name="csY5803" fmla="*/ 2247778 h 2454076"/>
                <a:gd name="csX5804" fmla="*/ 1121588 w 1886469"/>
                <a:gd name="csY5804" fmla="*/ 2248729 h 2454076"/>
                <a:gd name="csX5805" fmla="*/ 1121299 w 1886469"/>
                <a:gd name="csY5805" fmla="*/ 2249505 h 2454076"/>
                <a:gd name="csX5806" fmla="*/ 1121406 w 1886469"/>
                <a:gd name="csY5806" fmla="*/ 2250099 h 2454076"/>
                <a:gd name="csX5807" fmla="*/ 1121056 w 1886469"/>
                <a:gd name="csY5807" fmla="*/ 2250776 h 2454076"/>
                <a:gd name="csX5808" fmla="*/ 1120249 w 1886469"/>
                <a:gd name="csY5808" fmla="*/ 2251537 h 2454076"/>
                <a:gd name="csX5809" fmla="*/ 1119808 w 1886469"/>
                <a:gd name="csY5809" fmla="*/ 2251430 h 2454076"/>
                <a:gd name="csX5810" fmla="*/ 1119595 w 1886469"/>
                <a:gd name="csY5810" fmla="*/ 2250563 h 2454076"/>
                <a:gd name="csX5811" fmla="*/ 1119275 w 1886469"/>
                <a:gd name="csY5811" fmla="*/ 2249962 h 2454076"/>
                <a:gd name="csX5812" fmla="*/ 1119656 w 1886469"/>
                <a:gd name="csY5812" fmla="*/ 2248821 h 2454076"/>
                <a:gd name="csX5813" fmla="*/ 1123346 w 1886469"/>
                <a:gd name="csY5813" fmla="*/ 2244712 h 2454076"/>
                <a:gd name="csX5814" fmla="*/ 1124632 w 1886469"/>
                <a:gd name="csY5814" fmla="*/ 2242993 h 2454076"/>
                <a:gd name="csX5815" fmla="*/ 1124860 w 1886469"/>
                <a:gd name="csY5815" fmla="*/ 2242042 h 2454076"/>
                <a:gd name="csX5816" fmla="*/ 1124723 w 1886469"/>
                <a:gd name="csY5816" fmla="*/ 2240839 h 2454076"/>
                <a:gd name="csX5817" fmla="*/ 1124228 w 1886469"/>
                <a:gd name="csY5817" fmla="*/ 2239386 h 2454076"/>
                <a:gd name="csX5818" fmla="*/ 1123308 w 1886469"/>
                <a:gd name="csY5818" fmla="*/ 2238602 h 2454076"/>
                <a:gd name="csX5819" fmla="*/ 1121976 w 1886469"/>
                <a:gd name="csY5819" fmla="*/ 2238504 h 2454076"/>
                <a:gd name="csX5820" fmla="*/ 1121018 w 1886469"/>
                <a:gd name="csY5820" fmla="*/ 2238983 h 2454076"/>
                <a:gd name="csX5821" fmla="*/ 1120325 w 1886469"/>
                <a:gd name="csY5821" fmla="*/ 2240512 h 2454076"/>
                <a:gd name="csX5822" fmla="*/ 1120173 w 1886469"/>
                <a:gd name="csY5822" fmla="*/ 2241562 h 2454076"/>
                <a:gd name="csX5823" fmla="*/ 1119968 w 1886469"/>
                <a:gd name="csY5823" fmla="*/ 2243799 h 2454076"/>
                <a:gd name="csX5824" fmla="*/ 1120013 w 1886469"/>
                <a:gd name="csY5824" fmla="*/ 2244621 h 2454076"/>
                <a:gd name="csX5825" fmla="*/ 1119678 w 1886469"/>
                <a:gd name="csY5825" fmla="*/ 2245214 h 2454076"/>
                <a:gd name="csX5826" fmla="*/ 1118895 w 1886469"/>
                <a:gd name="csY5826" fmla="*/ 2245534 h 2454076"/>
                <a:gd name="csX5827" fmla="*/ 1118400 w 1886469"/>
                <a:gd name="csY5827" fmla="*/ 2246538 h 2454076"/>
                <a:gd name="csX5828" fmla="*/ 1118195 w 1886469"/>
                <a:gd name="csY5828" fmla="*/ 2248235 h 2454076"/>
                <a:gd name="csX5829" fmla="*/ 1117784 w 1886469"/>
                <a:gd name="csY5829" fmla="*/ 2249186 h 2454076"/>
                <a:gd name="csX5830" fmla="*/ 1117160 w 1886469"/>
                <a:gd name="csY5830" fmla="*/ 2249391 h 2454076"/>
                <a:gd name="csX5831" fmla="*/ 1116681 w 1886469"/>
                <a:gd name="csY5831" fmla="*/ 2250487 h 2454076"/>
                <a:gd name="csX5832" fmla="*/ 1116338 w 1886469"/>
                <a:gd name="csY5832" fmla="*/ 2252458 h 2454076"/>
                <a:gd name="csX5833" fmla="*/ 1116072 w 1886469"/>
                <a:gd name="csY5833" fmla="*/ 2253431 h 2454076"/>
                <a:gd name="csX5834" fmla="*/ 1115037 w 1886469"/>
                <a:gd name="csY5834" fmla="*/ 2253934 h 2454076"/>
                <a:gd name="csX5835" fmla="*/ 1112785 w 1886469"/>
                <a:gd name="csY5835" fmla="*/ 2254930 h 2454076"/>
                <a:gd name="csX5836" fmla="*/ 1111834 w 1886469"/>
                <a:gd name="csY5836" fmla="*/ 2254991 h 2454076"/>
                <a:gd name="csX5837" fmla="*/ 1112199 w 1886469"/>
                <a:gd name="csY5837" fmla="*/ 2254116 h 2454076"/>
                <a:gd name="csX5838" fmla="*/ 1112602 w 1886469"/>
                <a:gd name="csY5838" fmla="*/ 2253622 h 2454076"/>
                <a:gd name="csX5839" fmla="*/ 1113044 w 1886469"/>
                <a:gd name="csY5839" fmla="*/ 2253515 h 2454076"/>
                <a:gd name="csX5840" fmla="*/ 1114284 w 1886469"/>
                <a:gd name="csY5840" fmla="*/ 2249505 h 2454076"/>
                <a:gd name="csX5841" fmla="*/ 1115448 w 1886469"/>
                <a:gd name="csY5841" fmla="*/ 2247390 h 2454076"/>
                <a:gd name="csX5842" fmla="*/ 1115220 w 1886469"/>
                <a:gd name="csY5842" fmla="*/ 2247048 h 2454076"/>
                <a:gd name="csX5843" fmla="*/ 1108562 w 1886469"/>
                <a:gd name="csY5843" fmla="*/ 2249795 h 2454076"/>
                <a:gd name="csX5844" fmla="*/ 1106120 w 1886469"/>
                <a:gd name="csY5844" fmla="*/ 2251301 h 2454076"/>
                <a:gd name="csX5845" fmla="*/ 1105603 w 1886469"/>
                <a:gd name="csY5845" fmla="*/ 2252366 h 2454076"/>
                <a:gd name="csX5846" fmla="*/ 1105511 w 1886469"/>
                <a:gd name="csY5846" fmla="*/ 2253500 h 2454076"/>
                <a:gd name="csX5847" fmla="*/ 1105839 w 1886469"/>
                <a:gd name="csY5847" fmla="*/ 2254695 h 2454076"/>
                <a:gd name="csX5848" fmla="*/ 1105679 w 1886469"/>
                <a:gd name="csY5848" fmla="*/ 2255790 h 2454076"/>
                <a:gd name="csX5849" fmla="*/ 1105024 w 1886469"/>
                <a:gd name="csY5849" fmla="*/ 2256779 h 2454076"/>
                <a:gd name="csX5850" fmla="*/ 1104073 w 1886469"/>
                <a:gd name="csY5850" fmla="*/ 2259191 h 2454076"/>
                <a:gd name="csX5851" fmla="*/ 1103685 w 1886469"/>
                <a:gd name="csY5851" fmla="*/ 2260637 h 2454076"/>
                <a:gd name="csX5852" fmla="*/ 1103038 w 1886469"/>
                <a:gd name="csY5852" fmla="*/ 2261839 h 2454076"/>
                <a:gd name="csX5853" fmla="*/ 1101053 w 1886469"/>
                <a:gd name="csY5853" fmla="*/ 2262554 h 2454076"/>
                <a:gd name="csX5854" fmla="*/ 1100817 w 1886469"/>
                <a:gd name="csY5854" fmla="*/ 2262760 h 2454076"/>
                <a:gd name="csX5855" fmla="*/ 1098732 w 1886469"/>
                <a:gd name="csY5855" fmla="*/ 2265286 h 2454076"/>
                <a:gd name="csX5856" fmla="*/ 1098093 w 1886469"/>
                <a:gd name="csY5856" fmla="*/ 2265643 h 2454076"/>
                <a:gd name="csX5857" fmla="*/ 1093870 w 1886469"/>
                <a:gd name="csY5857" fmla="*/ 2265209 h 2454076"/>
                <a:gd name="csX5858" fmla="*/ 1091184 w 1886469"/>
                <a:gd name="csY5858" fmla="*/ 2265841 h 2454076"/>
                <a:gd name="csX5859" fmla="*/ 1089206 w 1886469"/>
                <a:gd name="csY5859" fmla="*/ 2265209 h 2454076"/>
                <a:gd name="csX5860" fmla="*/ 1088217 w 1886469"/>
                <a:gd name="csY5860" fmla="*/ 2263208 h 2454076"/>
                <a:gd name="csX5861" fmla="*/ 1087106 w 1886469"/>
                <a:gd name="csY5861" fmla="*/ 2261938 h 2454076"/>
                <a:gd name="csX5862" fmla="*/ 1082229 w 1886469"/>
                <a:gd name="csY5862" fmla="*/ 2262539 h 2454076"/>
                <a:gd name="csX5863" fmla="*/ 1076104 w 1886469"/>
                <a:gd name="csY5863" fmla="*/ 2262113 h 2454076"/>
                <a:gd name="csX5864" fmla="*/ 1073167 w 1886469"/>
                <a:gd name="csY5864" fmla="*/ 2262364 h 2454076"/>
                <a:gd name="csX5865" fmla="*/ 1072041 w 1886469"/>
                <a:gd name="csY5865" fmla="*/ 2261519 h 2454076"/>
                <a:gd name="csX5866" fmla="*/ 1071121 w 1886469"/>
                <a:gd name="csY5866" fmla="*/ 2259305 h 2454076"/>
                <a:gd name="csX5867" fmla="*/ 1069508 w 1886469"/>
                <a:gd name="csY5867" fmla="*/ 2259024 h 2454076"/>
                <a:gd name="csX5868" fmla="*/ 1066784 w 1886469"/>
                <a:gd name="csY5868" fmla="*/ 2259518 h 2454076"/>
                <a:gd name="csX5869" fmla="*/ 1063002 w 1886469"/>
                <a:gd name="csY5869" fmla="*/ 2262364 h 2454076"/>
                <a:gd name="csX5870" fmla="*/ 1059449 w 1886469"/>
                <a:gd name="csY5870" fmla="*/ 2263832 h 2454076"/>
                <a:gd name="csX5871" fmla="*/ 1056649 w 1886469"/>
                <a:gd name="csY5871" fmla="*/ 2263840 h 2454076"/>
                <a:gd name="csX5872" fmla="*/ 1053895 w 1886469"/>
                <a:gd name="csY5872" fmla="*/ 2262364 h 2454076"/>
                <a:gd name="csX5873" fmla="*/ 1049390 w 1886469"/>
                <a:gd name="csY5873" fmla="*/ 2259397 h 2454076"/>
                <a:gd name="csX5874" fmla="*/ 1046256 w 1886469"/>
                <a:gd name="csY5874" fmla="*/ 2256064 h 2454076"/>
                <a:gd name="csX5875" fmla="*/ 1042695 w 1886469"/>
                <a:gd name="csY5875" fmla="*/ 2254892 h 2454076"/>
                <a:gd name="csX5876" fmla="*/ 1039986 w 1886469"/>
                <a:gd name="csY5876" fmla="*/ 2255197 h 2454076"/>
                <a:gd name="csX5877" fmla="*/ 1038921 w 1886469"/>
                <a:gd name="csY5877" fmla="*/ 2256871 h 2454076"/>
                <a:gd name="csX5878" fmla="*/ 1037506 w 1886469"/>
                <a:gd name="csY5878" fmla="*/ 2256871 h 2454076"/>
                <a:gd name="csX5879" fmla="*/ 1036517 w 1886469"/>
                <a:gd name="csY5879" fmla="*/ 2254017 h 2454076"/>
                <a:gd name="csX5880" fmla="*/ 1035665 w 1886469"/>
                <a:gd name="csY5880" fmla="*/ 2251788 h 2454076"/>
                <a:gd name="csX5881" fmla="*/ 1033899 w 1886469"/>
                <a:gd name="csY5881" fmla="*/ 2250837 h 2454076"/>
                <a:gd name="csX5882" fmla="*/ 1030711 w 1886469"/>
                <a:gd name="csY5882" fmla="*/ 2248691 h 2454076"/>
                <a:gd name="csX5883" fmla="*/ 1028490 w 1886469"/>
                <a:gd name="csY5883" fmla="*/ 2247535 h 2454076"/>
                <a:gd name="csX5884" fmla="*/ 1025081 w 1886469"/>
                <a:gd name="csY5884" fmla="*/ 2246120 h 2454076"/>
                <a:gd name="csX5885" fmla="*/ 1023902 w 1886469"/>
                <a:gd name="csY5885" fmla="*/ 2245861 h 2454076"/>
                <a:gd name="csX5886" fmla="*/ 1021688 w 1886469"/>
                <a:gd name="csY5886" fmla="*/ 2245686 h 2454076"/>
                <a:gd name="csX5887" fmla="*/ 1019489 w 1886469"/>
                <a:gd name="csY5887" fmla="*/ 2245572 h 2454076"/>
                <a:gd name="csX5888" fmla="*/ 1016932 w 1886469"/>
                <a:gd name="csY5888" fmla="*/ 2245967 h 2454076"/>
                <a:gd name="csX5889" fmla="*/ 1016955 w 1886469"/>
                <a:gd name="csY5889" fmla="*/ 2245945 h 2454076"/>
                <a:gd name="csX5890" fmla="*/ 1016856 w 1886469"/>
                <a:gd name="csY5890" fmla="*/ 2245975 h 2454076"/>
                <a:gd name="csX5891" fmla="*/ 1016932 w 1886469"/>
                <a:gd name="csY5891" fmla="*/ 2245967 h 2454076"/>
                <a:gd name="csX5892" fmla="*/ 1015099 w 1886469"/>
                <a:gd name="csY5892" fmla="*/ 2247748 h 2454076"/>
                <a:gd name="csX5893" fmla="*/ 1012953 w 1886469"/>
                <a:gd name="csY5893" fmla="*/ 2248532 h 2454076"/>
                <a:gd name="csX5894" fmla="*/ 1009887 w 1886469"/>
                <a:gd name="csY5894" fmla="*/ 2248897 h 2454076"/>
                <a:gd name="csX5895" fmla="*/ 1007840 w 1886469"/>
                <a:gd name="csY5895" fmla="*/ 2248144 h 2454076"/>
                <a:gd name="csX5896" fmla="*/ 1006813 w 1886469"/>
                <a:gd name="csY5896" fmla="*/ 2246264 h 2454076"/>
                <a:gd name="csX5897" fmla="*/ 1002468 w 1886469"/>
                <a:gd name="csY5897" fmla="*/ 2244598 h 2454076"/>
                <a:gd name="csX5898" fmla="*/ 994807 w 1886469"/>
                <a:gd name="csY5898" fmla="*/ 2243145 h 2454076"/>
                <a:gd name="csX5899" fmla="*/ 990394 w 1886469"/>
                <a:gd name="csY5899" fmla="*/ 2241905 h 2454076"/>
                <a:gd name="csX5900" fmla="*/ 989230 w 1886469"/>
                <a:gd name="csY5900" fmla="*/ 2240877 h 2454076"/>
                <a:gd name="csX5901" fmla="*/ 988598 w 1886469"/>
                <a:gd name="csY5901" fmla="*/ 2239774 h 2454076"/>
                <a:gd name="csX5902" fmla="*/ 988438 w 1886469"/>
                <a:gd name="csY5902" fmla="*/ 2238009 h 2454076"/>
                <a:gd name="csX5903" fmla="*/ 988431 w 1886469"/>
                <a:gd name="csY5903" fmla="*/ 2238001 h 2454076"/>
                <a:gd name="csX5904" fmla="*/ 986498 w 1886469"/>
                <a:gd name="csY5904" fmla="*/ 2233474 h 2454076"/>
                <a:gd name="csX5905" fmla="*/ 985661 w 1886469"/>
                <a:gd name="csY5905" fmla="*/ 2229700 h 2454076"/>
                <a:gd name="csX5906" fmla="*/ 985281 w 1886469"/>
                <a:gd name="csY5906" fmla="*/ 2225158 h 2454076"/>
                <a:gd name="csX5907" fmla="*/ 985410 w 1886469"/>
                <a:gd name="csY5907" fmla="*/ 2223659 h 2454076"/>
                <a:gd name="csX5908" fmla="*/ 984969 w 1886469"/>
                <a:gd name="csY5908" fmla="*/ 2223188 h 2454076"/>
                <a:gd name="csX5909" fmla="*/ 983592 w 1886469"/>
                <a:gd name="csY5909" fmla="*/ 2222198 h 2454076"/>
                <a:gd name="csX5910" fmla="*/ 978981 w 1886469"/>
                <a:gd name="csY5910" fmla="*/ 2221536 h 2454076"/>
                <a:gd name="csX5911" fmla="*/ 978920 w 1886469"/>
                <a:gd name="csY5911" fmla="*/ 2226969 h 2454076"/>
                <a:gd name="csX5912" fmla="*/ 978836 w 1886469"/>
                <a:gd name="csY5912" fmla="*/ 2233839 h 2454076"/>
                <a:gd name="csX5913" fmla="*/ 973799 w 1886469"/>
                <a:gd name="csY5913" fmla="*/ 2233794 h 2454076"/>
                <a:gd name="csX5914" fmla="*/ 964700 w 1886469"/>
                <a:gd name="csY5914" fmla="*/ 2233794 h 2454076"/>
                <a:gd name="csX5915" fmla="*/ 955592 w 1886469"/>
                <a:gd name="csY5915" fmla="*/ 2233794 h 2454076"/>
                <a:gd name="csX5916" fmla="*/ 946485 w 1886469"/>
                <a:gd name="csY5916" fmla="*/ 2233794 h 2454076"/>
                <a:gd name="csX5917" fmla="*/ 937385 w 1886469"/>
                <a:gd name="csY5917" fmla="*/ 2233794 h 2454076"/>
                <a:gd name="csX5918" fmla="*/ 928277 w 1886469"/>
                <a:gd name="csY5918" fmla="*/ 2233794 h 2454076"/>
                <a:gd name="csX5919" fmla="*/ 919170 w 1886469"/>
                <a:gd name="csY5919" fmla="*/ 2233794 h 2454076"/>
                <a:gd name="csX5920" fmla="*/ 910062 w 1886469"/>
                <a:gd name="csY5920" fmla="*/ 2233794 h 2454076"/>
                <a:gd name="csX5921" fmla="*/ 900963 w 1886469"/>
                <a:gd name="csY5921" fmla="*/ 2233794 h 2454076"/>
                <a:gd name="csX5922" fmla="*/ 891855 w 1886469"/>
                <a:gd name="csY5922" fmla="*/ 2233794 h 2454076"/>
                <a:gd name="csX5923" fmla="*/ 882740 w 1886469"/>
                <a:gd name="csY5923" fmla="*/ 2233794 h 2454076"/>
                <a:gd name="csX5924" fmla="*/ 873640 w 1886469"/>
                <a:gd name="csY5924" fmla="*/ 2233794 h 2454076"/>
                <a:gd name="csX5925" fmla="*/ 864533 w 1886469"/>
                <a:gd name="csY5925" fmla="*/ 2233794 h 2454076"/>
                <a:gd name="csX5926" fmla="*/ 855425 w 1886469"/>
                <a:gd name="csY5926" fmla="*/ 2233794 h 2454076"/>
                <a:gd name="csX5927" fmla="*/ 846318 w 1886469"/>
                <a:gd name="csY5927" fmla="*/ 2233794 h 2454076"/>
                <a:gd name="csX5928" fmla="*/ 837218 w 1886469"/>
                <a:gd name="csY5928" fmla="*/ 2233794 h 2454076"/>
                <a:gd name="csX5929" fmla="*/ 828111 w 1886469"/>
                <a:gd name="csY5929" fmla="*/ 2233794 h 2454076"/>
                <a:gd name="csX5930" fmla="*/ 819003 w 1886469"/>
                <a:gd name="csY5930" fmla="*/ 2233794 h 2454076"/>
                <a:gd name="csX5931" fmla="*/ 809903 w 1886469"/>
                <a:gd name="csY5931" fmla="*/ 2233794 h 2454076"/>
                <a:gd name="csX5932" fmla="*/ 800796 w 1886469"/>
                <a:gd name="csY5932" fmla="*/ 2233794 h 2454076"/>
                <a:gd name="csX5933" fmla="*/ 791688 w 1886469"/>
                <a:gd name="csY5933" fmla="*/ 2233794 h 2454076"/>
                <a:gd name="csX5934" fmla="*/ 782581 w 1886469"/>
                <a:gd name="csY5934" fmla="*/ 2233794 h 2454076"/>
                <a:gd name="csX5935" fmla="*/ 773481 w 1886469"/>
                <a:gd name="csY5935" fmla="*/ 2233794 h 2454076"/>
                <a:gd name="csX5936" fmla="*/ 764374 w 1886469"/>
                <a:gd name="csY5936" fmla="*/ 2233794 h 2454076"/>
                <a:gd name="csX5937" fmla="*/ 755266 w 1886469"/>
                <a:gd name="csY5937" fmla="*/ 2233794 h 2454076"/>
                <a:gd name="csX5938" fmla="*/ 746166 w 1886469"/>
                <a:gd name="csY5938" fmla="*/ 2233794 h 2454076"/>
                <a:gd name="csX5939" fmla="*/ 737059 w 1886469"/>
                <a:gd name="csY5939" fmla="*/ 2233794 h 2454076"/>
                <a:gd name="csX5940" fmla="*/ 727951 w 1886469"/>
                <a:gd name="csY5940" fmla="*/ 2233794 h 2454076"/>
                <a:gd name="csX5941" fmla="*/ 718851 w 1886469"/>
                <a:gd name="csY5941" fmla="*/ 2233794 h 2454076"/>
                <a:gd name="csX5942" fmla="*/ 709744 w 1886469"/>
                <a:gd name="csY5942" fmla="*/ 2233794 h 2454076"/>
                <a:gd name="csX5943" fmla="*/ 700636 w 1886469"/>
                <a:gd name="csY5943" fmla="*/ 2233794 h 2454076"/>
                <a:gd name="csX5944" fmla="*/ 691529 w 1886469"/>
                <a:gd name="csY5944" fmla="*/ 2233794 h 2454076"/>
                <a:gd name="csX5945" fmla="*/ 682429 w 1886469"/>
                <a:gd name="csY5945" fmla="*/ 2233794 h 2454076"/>
                <a:gd name="csX5946" fmla="*/ 673322 w 1886469"/>
                <a:gd name="csY5946" fmla="*/ 2233794 h 2454076"/>
                <a:gd name="csX5947" fmla="*/ 664214 w 1886469"/>
                <a:gd name="csY5947" fmla="*/ 2233794 h 2454076"/>
                <a:gd name="csX5948" fmla="*/ 655115 w 1886469"/>
                <a:gd name="csY5948" fmla="*/ 2233794 h 2454076"/>
                <a:gd name="csX5949" fmla="*/ 646007 w 1886469"/>
                <a:gd name="csY5949" fmla="*/ 2233794 h 2454076"/>
                <a:gd name="csX5950" fmla="*/ 636900 w 1886469"/>
                <a:gd name="csY5950" fmla="*/ 2233794 h 2454076"/>
                <a:gd name="csX5951" fmla="*/ 627792 w 1886469"/>
                <a:gd name="csY5951" fmla="*/ 2233794 h 2454076"/>
                <a:gd name="csX5952" fmla="*/ 618692 w 1886469"/>
                <a:gd name="csY5952" fmla="*/ 2233794 h 2454076"/>
                <a:gd name="csX5953" fmla="*/ 609585 w 1886469"/>
                <a:gd name="csY5953" fmla="*/ 2233794 h 2454076"/>
                <a:gd name="csX5954" fmla="*/ 600477 w 1886469"/>
                <a:gd name="csY5954" fmla="*/ 2233794 h 2454076"/>
                <a:gd name="csX5955" fmla="*/ 591377 w 1886469"/>
                <a:gd name="csY5955" fmla="*/ 2233794 h 2454076"/>
                <a:gd name="csX5956" fmla="*/ 582270 w 1886469"/>
                <a:gd name="csY5956" fmla="*/ 2233794 h 2454076"/>
                <a:gd name="csX5957" fmla="*/ 573163 w 1886469"/>
                <a:gd name="csY5957" fmla="*/ 2233794 h 2454076"/>
                <a:gd name="csX5958" fmla="*/ 564055 w 1886469"/>
                <a:gd name="csY5958" fmla="*/ 2233794 h 2454076"/>
                <a:gd name="csX5959" fmla="*/ 554955 w 1886469"/>
                <a:gd name="csY5959" fmla="*/ 2233794 h 2454076"/>
                <a:gd name="csX5960" fmla="*/ 545848 w 1886469"/>
                <a:gd name="csY5960" fmla="*/ 2233794 h 2454076"/>
                <a:gd name="csX5961" fmla="*/ 536740 w 1886469"/>
                <a:gd name="csY5961" fmla="*/ 2233794 h 2454076"/>
                <a:gd name="csX5962" fmla="*/ 527640 w 1886469"/>
                <a:gd name="csY5962" fmla="*/ 2233794 h 2454076"/>
                <a:gd name="csX5963" fmla="*/ 518533 w 1886469"/>
                <a:gd name="csY5963" fmla="*/ 2233794 h 2454076"/>
                <a:gd name="csX5964" fmla="*/ 509426 w 1886469"/>
                <a:gd name="csY5964" fmla="*/ 2233794 h 2454076"/>
                <a:gd name="csX5965" fmla="*/ 500318 w 1886469"/>
                <a:gd name="csY5965" fmla="*/ 2233794 h 2454076"/>
                <a:gd name="csX5966" fmla="*/ 491218 w 1886469"/>
                <a:gd name="csY5966" fmla="*/ 2233794 h 2454076"/>
                <a:gd name="csX5967" fmla="*/ 482111 w 1886469"/>
                <a:gd name="csY5967" fmla="*/ 2233794 h 2454076"/>
                <a:gd name="csX5968" fmla="*/ 473003 w 1886469"/>
                <a:gd name="csY5968" fmla="*/ 2233794 h 2454076"/>
                <a:gd name="csX5969" fmla="*/ 463903 w 1886469"/>
                <a:gd name="csY5969" fmla="*/ 2233794 h 2454076"/>
                <a:gd name="csX5970" fmla="*/ 454796 w 1886469"/>
                <a:gd name="csY5970" fmla="*/ 2233794 h 2454076"/>
                <a:gd name="csX5971" fmla="*/ 445689 w 1886469"/>
                <a:gd name="csY5971" fmla="*/ 2233794 h 2454076"/>
                <a:gd name="csX5972" fmla="*/ 436581 w 1886469"/>
                <a:gd name="csY5972" fmla="*/ 2233794 h 2454076"/>
                <a:gd name="csX5973" fmla="*/ 427481 w 1886469"/>
                <a:gd name="csY5973" fmla="*/ 2233794 h 2454076"/>
                <a:gd name="csX5974" fmla="*/ 418374 w 1886469"/>
                <a:gd name="csY5974" fmla="*/ 2233794 h 2454076"/>
                <a:gd name="csX5975" fmla="*/ 409266 w 1886469"/>
                <a:gd name="csY5975" fmla="*/ 2233794 h 2454076"/>
                <a:gd name="csX5976" fmla="*/ 400167 w 1886469"/>
                <a:gd name="csY5976" fmla="*/ 2233794 h 2454076"/>
                <a:gd name="csX5977" fmla="*/ 391059 w 1886469"/>
                <a:gd name="csY5977" fmla="*/ 2233794 h 2454076"/>
                <a:gd name="csX5978" fmla="*/ 388868 w 1886469"/>
                <a:gd name="csY5978" fmla="*/ 2233794 h 2454076"/>
                <a:gd name="csX5979" fmla="*/ 388061 w 1886469"/>
                <a:gd name="csY5979" fmla="*/ 2232645 h 2454076"/>
                <a:gd name="csX5980" fmla="*/ 385984 w 1886469"/>
                <a:gd name="csY5980" fmla="*/ 2231138 h 2454076"/>
                <a:gd name="csX5981" fmla="*/ 385162 w 1886469"/>
                <a:gd name="csY5981" fmla="*/ 2231138 h 2454076"/>
                <a:gd name="csX5982" fmla="*/ 384318 w 1886469"/>
                <a:gd name="csY5982" fmla="*/ 2231587 h 2454076"/>
                <a:gd name="csX5983" fmla="*/ 383785 w 1886469"/>
                <a:gd name="csY5983" fmla="*/ 2232318 h 2454076"/>
                <a:gd name="csX5984" fmla="*/ 383314 w 1886469"/>
                <a:gd name="csY5984" fmla="*/ 2233794 h 2454076"/>
                <a:gd name="csX5985" fmla="*/ 383009 w 1886469"/>
                <a:gd name="csY5985" fmla="*/ 2234288 h 2454076"/>
                <a:gd name="csX5986" fmla="*/ 382705 w 1886469"/>
                <a:gd name="csY5986" fmla="*/ 2234205 h 2454076"/>
                <a:gd name="csX5987" fmla="*/ 382515 w 1886469"/>
                <a:gd name="csY5987" fmla="*/ 2233786 h 2454076"/>
                <a:gd name="csX5988" fmla="*/ 381845 w 1886469"/>
                <a:gd name="csY5988" fmla="*/ 2231732 h 2454076"/>
                <a:gd name="csX5989" fmla="*/ 382020 w 1886469"/>
                <a:gd name="csY5989" fmla="*/ 2230811 h 2454076"/>
                <a:gd name="csX5990" fmla="*/ 382705 w 1886469"/>
                <a:gd name="csY5990" fmla="*/ 2229708 h 2454076"/>
                <a:gd name="csX5991" fmla="*/ 382659 w 1886469"/>
                <a:gd name="csY5991" fmla="*/ 2229312 h 2454076"/>
                <a:gd name="csX5992" fmla="*/ 381153 w 1886469"/>
                <a:gd name="csY5992" fmla="*/ 2229624 h 2454076"/>
                <a:gd name="csX5993" fmla="*/ 380476 w 1886469"/>
                <a:gd name="csY5993" fmla="*/ 2229343 h 2454076"/>
                <a:gd name="csX5994" fmla="*/ 380164 w 1886469"/>
                <a:gd name="csY5994" fmla="*/ 2228749 h 2454076"/>
                <a:gd name="csX5995" fmla="*/ 380278 w 1886469"/>
                <a:gd name="csY5995" fmla="*/ 2226406 h 2454076"/>
                <a:gd name="csX5996" fmla="*/ 379464 w 1886469"/>
                <a:gd name="csY5996" fmla="*/ 2225074 h 2454076"/>
                <a:gd name="csX5997" fmla="*/ 380430 w 1886469"/>
                <a:gd name="csY5997" fmla="*/ 2224511 h 2454076"/>
                <a:gd name="csX5998" fmla="*/ 382926 w 1886469"/>
                <a:gd name="csY5998" fmla="*/ 2224062 h 2454076"/>
                <a:gd name="csX5999" fmla="*/ 385474 w 1886469"/>
                <a:gd name="csY5999" fmla="*/ 2224009 h 2454076"/>
                <a:gd name="csX6000" fmla="*/ 386212 w 1886469"/>
                <a:gd name="csY6000" fmla="*/ 2223035 h 2454076"/>
                <a:gd name="csX6001" fmla="*/ 386935 w 1886469"/>
                <a:gd name="csY6001" fmla="*/ 2220555 h 2454076"/>
                <a:gd name="csX6002" fmla="*/ 385117 w 1886469"/>
                <a:gd name="csY6002" fmla="*/ 2222830 h 2454076"/>
                <a:gd name="csX6003" fmla="*/ 384021 w 1886469"/>
                <a:gd name="csY6003" fmla="*/ 2223066 h 2454076"/>
                <a:gd name="csX6004" fmla="*/ 380635 w 1886469"/>
                <a:gd name="csY6004" fmla="*/ 2222213 h 2454076"/>
                <a:gd name="csX6005" fmla="*/ 378444 w 1886469"/>
                <a:gd name="csY6005" fmla="*/ 2222350 h 2454076"/>
                <a:gd name="csX6006" fmla="*/ 378147 w 1886469"/>
                <a:gd name="csY6006" fmla="*/ 2221848 h 2454076"/>
                <a:gd name="csX6007" fmla="*/ 378239 w 1886469"/>
                <a:gd name="csY6007" fmla="*/ 2221339 h 2454076"/>
                <a:gd name="csX6008" fmla="*/ 378718 w 1886469"/>
                <a:gd name="csY6008" fmla="*/ 2220836 h 2454076"/>
                <a:gd name="csX6009" fmla="*/ 379068 w 1886469"/>
                <a:gd name="csY6009" fmla="*/ 2219117 h 2454076"/>
                <a:gd name="csX6010" fmla="*/ 379593 w 1886469"/>
                <a:gd name="csY6010" fmla="*/ 2214278 h 2454076"/>
                <a:gd name="csX6011" fmla="*/ 380278 w 1886469"/>
                <a:gd name="csY6011" fmla="*/ 2212513 h 2454076"/>
                <a:gd name="csX6012" fmla="*/ 380514 w 1886469"/>
                <a:gd name="csY6012" fmla="*/ 2211554 h 2454076"/>
                <a:gd name="csX6013" fmla="*/ 380346 w 1886469"/>
                <a:gd name="csY6013" fmla="*/ 2211333 h 2454076"/>
                <a:gd name="csX6014" fmla="*/ 377409 w 1886469"/>
                <a:gd name="csY6014" fmla="*/ 2214704 h 2454076"/>
                <a:gd name="csX6015" fmla="*/ 377158 w 1886469"/>
                <a:gd name="csY6015" fmla="*/ 2215769 h 2454076"/>
                <a:gd name="csX6016" fmla="*/ 377463 w 1886469"/>
                <a:gd name="csY6016" fmla="*/ 2216697 h 2454076"/>
                <a:gd name="csX6017" fmla="*/ 377181 w 1886469"/>
                <a:gd name="csY6017" fmla="*/ 2218592 h 2454076"/>
                <a:gd name="csX6018" fmla="*/ 375827 w 1886469"/>
                <a:gd name="csY6018" fmla="*/ 2219162 h 2454076"/>
                <a:gd name="csX6019" fmla="*/ 375020 w 1886469"/>
                <a:gd name="csY6019" fmla="*/ 2218851 h 2454076"/>
                <a:gd name="csX6020" fmla="*/ 373499 w 1886469"/>
                <a:gd name="csY6020" fmla="*/ 2220448 h 2454076"/>
                <a:gd name="csX6021" fmla="*/ 373019 w 1886469"/>
                <a:gd name="csY6021" fmla="*/ 2220616 h 2454076"/>
                <a:gd name="csX6022" fmla="*/ 366012 w 1886469"/>
                <a:gd name="csY6022" fmla="*/ 2217816 h 2454076"/>
                <a:gd name="csX6023" fmla="*/ 365304 w 1886469"/>
                <a:gd name="csY6023" fmla="*/ 2217428 h 2454076"/>
                <a:gd name="csX6024" fmla="*/ 364094 w 1886469"/>
                <a:gd name="csY6024" fmla="*/ 2216119 h 2454076"/>
                <a:gd name="csX6025" fmla="*/ 362382 w 1886469"/>
                <a:gd name="csY6025" fmla="*/ 2213882 h 2454076"/>
                <a:gd name="csX6026" fmla="*/ 361842 w 1886469"/>
                <a:gd name="csY6026" fmla="*/ 2211950 h 2454076"/>
                <a:gd name="csX6027" fmla="*/ 362481 w 1886469"/>
                <a:gd name="csY6027" fmla="*/ 2210314 h 2454076"/>
                <a:gd name="csX6028" fmla="*/ 363151 w 1886469"/>
                <a:gd name="csY6028" fmla="*/ 2209500 h 2454076"/>
                <a:gd name="csX6029" fmla="*/ 363858 w 1886469"/>
                <a:gd name="csY6029" fmla="*/ 2209500 h 2454076"/>
                <a:gd name="csX6030" fmla="*/ 364650 w 1886469"/>
                <a:gd name="csY6030" fmla="*/ 2210116 h 2454076"/>
                <a:gd name="csX6031" fmla="*/ 366263 w 1886469"/>
                <a:gd name="csY6031" fmla="*/ 2212779 h 2454076"/>
                <a:gd name="csX6032" fmla="*/ 366902 w 1886469"/>
                <a:gd name="csY6032" fmla="*/ 2214422 h 2454076"/>
                <a:gd name="csX6033" fmla="*/ 368568 w 1886469"/>
                <a:gd name="csY6033" fmla="*/ 2214194 h 2454076"/>
                <a:gd name="csX6034" fmla="*/ 371262 w 1886469"/>
                <a:gd name="csY6034" fmla="*/ 2212087 h 2454076"/>
                <a:gd name="csX6035" fmla="*/ 371908 w 1886469"/>
                <a:gd name="csY6035" fmla="*/ 2211303 h 2454076"/>
                <a:gd name="csX6036" fmla="*/ 369223 w 1886469"/>
                <a:gd name="csY6036" fmla="*/ 2212102 h 2454076"/>
                <a:gd name="csX6037" fmla="*/ 368066 w 1886469"/>
                <a:gd name="csY6037" fmla="*/ 2212048 h 2454076"/>
                <a:gd name="csX6038" fmla="*/ 366887 w 1886469"/>
                <a:gd name="csY6038" fmla="*/ 2211174 h 2454076"/>
                <a:gd name="csX6039" fmla="*/ 365685 w 1886469"/>
                <a:gd name="csY6039" fmla="*/ 2209469 h 2454076"/>
                <a:gd name="csX6040" fmla="*/ 365053 w 1886469"/>
                <a:gd name="csY6040" fmla="*/ 2207537 h 2454076"/>
                <a:gd name="csX6041" fmla="*/ 365045 w 1886469"/>
                <a:gd name="csY6041" fmla="*/ 2201397 h 2454076"/>
                <a:gd name="csX6042" fmla="*/ 365456 w 1886469"/>
                <a:gd name="csY6042" fmla="*/ 2200210 h 2454076"/>
                <a:gd name="csX6043" fmla="*/ 366757 w 1886469"/>
                <a:gd name="csY6043" fmla="*/ 2199327 h 2454076"/>
                <a:gd name="csX6044" fmla="*/ 367594 w 1886469"/>
                <a:gd name="csY6044" fmla="*/ 2197859 h 2454076"/>
                <a:gd name="csX6045" fmla="*/ 367533 w 1886469"/>
                <a:gd name="csY6045" fmla="*/ 2197235 h 2454076"/>
                <a:gd name="csX6046" fmla="*/ 366727 w 1886469"/>
                <a:gd name="csY6046" fmla="*/ 2195987 h 2454076"/>
                <a:gd name="csX6047" fmla="*/ 365563 w 1886469"/>
                <a:gd name="csY6047" fmla="*/ 2195013 h 2454076"/>
                <a:gd name="csX6048" fmla="*/ 364421 w 1886469"/>
                <a:gd name="csY6048" fmla="*/ 2194526 h 2454076"/>
                <a:gd name="csX6049" fmla="*/ 364163 w 1886469"/>
                <a:gd name="csY6049" fmla="*/ 2194678 h 2454076"/>
                <a:gd name="csX6050" fmla="*/ 365928 w 1886469"/>
                <a:gd name="csY6050" fmla="*/ 2197379 h 2454076"/>
                <a:gd name="csX6051" fmla="*/ 365867 w 1886469"/>
                <a:gd name="csY6051" fmla="*/ 2198391 h 2454076"/>
                <a:gd name="csX6052" fmla="*/ 363912 w 1886469"/>
                <a:gd name="csY6052" fmla="*/ 2201024 h 2454076"/>
                <a:gd name="csX6053" fmla="*/ 363615 w 1886469"/>
                <a:gd name="csY6053" fmla="*/ 2201800 h 2454076"/>
                <a:gd name="csX6054" fmla="*/ 363600 w 1886469"/>
                <a:gd name="csY6054" fmla="*/ 2204356 h 2454076"/>
                <a:gd name="csX6055" fmla="*/ 363326 w 1886469"/>
                <a:gd name="csY6055" fmla="*/ 2204904 h 2454076"/>
                <a:gd name="csX6056" fmla="*/ 361751 w 1886469"/>
                <a:gd name="csY6056" fmla="*/ 2205627 h 2454076"/>
                <a:gd name="csX6057" fmla="*/ 359986 w 1886469"/>
                <a:gd name="csY6057" fmla="*/ 2207636 h 2454076"/>
                <a:gd name="csX6058" fmla="*/ 357003 w 1886469"/>
                <a:gd name="csY6058" fmla="*/ 2208313 h 2454076"/>
                <a:gd name="csX6059" fmla="*/ 354196 w 1886469"/>
                <a:gd name="csY6059" fmla="*/ 2208115 h 2454076"/>
                <a:gd name="csX6060" fmla="*/ 352689 w 1886469"/>
                <a:gd name="csY6060" fmla="*/ 2207126 h 2454076"/>
                <a:gd name="csX6061" fmla="*/ 348010 w 1886469"/>
                <a:gd name="csY6061" fmla="*/ 2202188 h 2454076"/>
                <a:gd name="csX6062" fmla="*/ 346298 w 1886469"/>
                <a:gd name="csY6062" fmla="*/ 2200118 h 2454076"/>
                <a:gd name="csX6063" fmla="*/ 346260 w 1886469"/>
                <a:gd name="csY6063" fmla="*/ 2198376 h 2454076"/>
                <a:gd name="csX6064" fmla="*/ 343057 w 1886469"/>
                <a:gd name="csY6064" fmla="*/ 2192213 h 2454076"/>
                <a:gd name="csX6065" fmla="*/ 343072 w 1886469"/>
                <a:gd name="csY6065" fmla="*/ 2190889 h 2454076"/>
                <a:gd name="csX6066" fmla="*/ 341961 w 1886469"/>
                <a:gd name="csY6066" fmla="*/ 2188964 h 2454076"/>
                <a:gd name="csX6067" fmla="*/ 340721 w 1886469"/>
                <a:gd name="csY6067" fmla="*/ 2188690 h 2454076"/>
                <a:gd name="csX6068" fmla="*/ 340439 w 1886469"/>
                <a:gd name="csY6068" fmla="*/ 2186856 h 2454076"/>
                <a:gd name="csX6069" fmla="*/ 342996 w 1886469"/>
                <a:gd name="csY6069" fmla="*/ 2182885 h 2454076"/>
                <a:gd name="csX6070" fmla="*/ 344578 w 1886469"/>
                <a:gd name="csY6070" fmla="*/ 2179537 h 2454076"/>
                <a:gd name="csX6071" fmla="*/ 344761 w 1886469"/>
                <a:gd name="csY6071" fmla="*/ 2178480 h 2454076"/>
                <a:gd name="csX6072" fmla="*/ 344693 w 1886469"/>
                <a:gd name="csY6072" fmla="*/ 2176844 h 2454076"/>
                <a:gd name="csX6073" fmla="*/ 344312 w 1886469"/>
                <a:gd name="csY6073" fmla="*/ 2173199 h 2454076"/>
                <a:gd name="csX6074" fmla="*/ 344639 w 1886469"/>
                <a:gd name="csY6074" fmla="*/ 2171617 h 2454076"/>
                <a:gd name="csX6075" fmla="*/ 343064 w 1886469"/>
                <a:gd name="csY6075" fmla="*/ 2173701 h 2454076"/>
                <a:gd name="csX6076" fmla="*/ 342729 w 1886469"/>
                <a:gd name="csY6076" fmla="*/ 2175246 h 2454076"/>
                <a:gd name="csX6077" fmla="*/ 343118 w 1886469"/>
                <a:gd name="csY6077" fmla="*/ 2176806 h 2454076"/>
                <a:gd name="csX6078" fmla="*/ 342874 w 1886469"/>
                <a:gd name="csY6078" fmla="*/ 2178579 h 2454076"/>
                <a:gd name="csX6079" fmla="*/ 341961 w 1886469"/>
                <a:gd name="csY6079" fmla="*/ 2181051 h 2454076"/>
                <a:gd name="csX6080" fmla="*/ 340394 w 1886469"/>
                <a:gd name="csY6080" fmla="*/ 2183669 h 2454076"/>
                <a:gd name="csX6081" fmla="*/ 337168 w 1886469"/>
                <a:gd name="csY6081" fmla="*/ 2184924 h 2454076"/>
                <a:gd name="csX6082" fmla="*/ 331476 w 1886469"/>
                <a:gd name="csY6082" fmla="*/ 2184224 h 2454076"/>
                <a:gd name="csX6083" fmla="*/ 330822 w 1886469"/>
                <a:gd name="csY6083" fmla="*/ 2183889 h 2454076"/>
                <a:gd name="csX6084" fmla="*/ 330419 w 1886469"/>
                <a:gd name="csY6084" fmla="*/ 2182991 h 2454076"/>
                <a:gd name="csX6085" fmla="*/ 330130 w 1886469"/>
                <a:gd name="csY6085" fmla="*/ 2179142 h 2454076"/>
                <a:gd name="csX6086" fmla="*/ 329787 w 1886469"/>
                <a:gd name="csY6086" fmla="*/ 2179621 h 2454076"/>
                <a:gd name="csX6087" fmla="*/ 329141 w 1886469"/>
                <a:gd name="csY6087" fmla="*/ 2181675 h 2454076"/>
                <a:gd name="csX6088" fmla="*/ 328623 w 1886469"/>
                <a:gd name="csY6088" fmla="*/ 2184612 h 2454076"/>
                <a:gd name="csX6089" fmla="*/ 327961 w 1886469"/>
                <a:gd name="csY6089" fmla="*/ 2185274 h 2454076"/>
                <a:gd name="csX6090" fmla="*/ 326759 w 1886469"/>
                <a:gd name="csY6090" fmla="*/ 2185327 h 2454076"/>
                <a:gd name="csX6091" fmla="*/ 325823 w 1886469"/>
                <a:gd name="csY6091" fmla="*/ 2184855 h 2454076"/>
                <a:gd name="csX6092" fmla="*/ 325154 w 1886469"/>
                <a:gd name="csY6092" fmla="*/ 2183867 h 2454076"/>
                <a:gd name="csX6093" fmla="*/ 323723 w 1886469"/>
                <a:gd name="csY6093" fmla="*/ 2183783 h 2454076"/>
                <a:gd name="csX6094" fmla="*/ 321045 w 1886469"/>
                <a:gd name="csY6094" fmla="*/ 2184566 h 2454076"/>
                <a:gd name="csX6095" fmla="*/ 319782 w 1886469"/>
                <a:gd name="csY6095" fmla="*/ 2184247 h 2454076"/>
                <a:gd name="csX6096" fmla="*/ 318283 w 1886469"/>
                <a:gd name="csY6096" fmla="*/ 2184216 h 2454076"/>
                <a:gd name="csX6097" fmla="*/ 315247 w 1886469"/>
                <a:gd name="csY6097" fmla="*/ 2183357 h 2454076"/>
                <a:gd name="csX6098" fmla="*/ 311656 w 1886469"/>
                <a:gd name="csY6098" fmla="*/ 2183136 h 2454076"/>
                <a:gd name="csX6099" fmla="*/ 310690 w 1886469"/>
                <a:gd name="csY6099" fmla="*/ 2182474 h 2454076"/>
                <a:gd name="csX6100" fmla="*/ 310743 w 1886469"/>
                <a:gd name="csY6100" fmla="*/ 2181203 h 2454076"/>
                <a:gd name="csX6101" fmla="*/ 311413 w 1886469"/>
                <a:gd name="csY6101" fmla="*/ 2180564 h 2454076"/>
                <a:gd name="csX6102" fmla="*/ 315202 w 1886469"/>
                <a:gd name="csY6102" fmla="*/ 2179994 h 2454076"/>
                <a:gd name="csX6103" fmla="*/ 318869 w 1886469"/>
                <a:gd name="csY6103" fmla="*/ 2178632 h 2454076"/>
                <a:gd name="csX6104" fmla="*/ 322491 w 1886469"/>
                <a:gd name="csY6104" fmla="*/ 2177962 h 2454076"/>
                <a:gd name="csX6105" fmla="*/ 322346 w 1886469"/>
                <a:gd name="csY6105" fmla="*/ 2177270 h 2454076"/>
                <a:gd name="csX6106" fmla="*/ 320710 w 1886469"/>
                <a:gd name="csY6106" fmla="*/ 2177057 h 2454076"/>
                <a:gd name="csX6107" fmla="*/ 312394 w 1886469"/>
                <a:gd name="csY6107" fmla="*/ 2178556 h 2454076"/>
                <a:gd name="csX6108" fmla="*/ 309777 w 1886469"/>
                <a:gd name="csY6108" fmla="*/ 2178381 h 2454076"/>
                <a:gd name="csX6109" fmla="*/ 309320 w 1886469"/>
                <a:gd name="csY6109" fmla="*/ 2178137 h 2454076"/>
                <a:gd name="csX6110" fmla="*/ 309259 w 1886469"/>
                <a:gd name="csY6110" fmla="*/ 2176623 h 2454076"/>
                <a:gd name="csX6111" fmla="*/ 310218 w 1886469"/>
                <a:gd name="csY6111" fmla="*/ 2175185 h 2454076"/>
                <a:gd name="csX6112" fmla="*/ 311823 w 1886469"/>
                <a:gd name="csY6112" fmla="*/ 2173846 h 2454076"/>
                <a:gd name="csX6113" fmla="*/ 312303 w 1886469"/>
                <a:gd name="csY6113" fmla="*/ 2172826 h 2454076"/>
                <a:gd name="csX6114" fmla="*/ 311375 w 1886469"/>
                <a:gd name="csY6114" fmla="*/ 2172393 h 2454076"/>
                <a:gd name="csX6115" fmla="*/ 309876 w 1886469"/>
                <a:gd name="csY6115" fmla="*/ 2172674 h 2454076"/>
                <a:gd name="csX6116" fmla="*/ 309160 w 1886469"/>
                <a:gd name="csY6116" fmla="*/ 2171860 h 2454076"/>
                <a:gd name="csX6117" fmla="*/ 309952 w 1886469"/>
                <a:gd name="csY6117" fmla="*/ 2168672 h 2454076"/>
                <a:gd name="csX6118" fmla="*/ 309252 w 1886469"/>
                <a:gd name="csY6118" fmla="*/ 2165416 h 2454076"/>
                <a:gd name="csX6119" fmla="*/ 308278 w 1886469"/>
                <a:gd name="csY6119" fmla="*/ 2168505 h 2454076"/>
                <a:gd name="csX6120" fmla="*/ 306809 w 1886469"/>
                <a:gd name="csY6120" fmla="*/ 2170209 h 2454076"/>
                <a:gd name="csX6121" fmla="*/ 299794 w 1886469"/>
                <a:gd name="csY6121" fmla="*/ 2170932 h 2454076"/>
                <a:gd name="csX6122" fmla="*/ 298653 w 1886469"/>
                <a:gd name="csY6122" fmla="*/ 2171837 h 2454076"/>
                <a:gd name="csX6123" fmla="*/ 297725 w 1886469"/>
                <a:gd name="csY6123" fmla="*/ 2171814 h 2454076"/>
                <a:gd name="csX6124" fmla="*/ 293243 w 1886469"/>
                <a:gd name="csY6124" fmla="*/ 2170179 h 2454076"/>
                <a:gd name="csX6125" fmla="*/ 291334 w 1886469"/>
                <a:gd name="csY6125" fmla="*/ 2169182 h 2454076"/>
                <a:gd name="csX6126" fmla="*/ 289538 w 1886469"/>
                <a:gd name="csY6126" fmla="*/ 2167698 h 2454076"/>
                <a:gd name="csX6127" fmla="*/ 286342 w 1886469"/>
                <a:gd name="csY6127" fmla="*/ 2164373 h 2454076"/>
                <a:gd name="csX6128" fmla="*/ 283839 w 1886469"/>
                <a:gd name="csY6128" fmla="*/ 2162212 h 2454076"/>
                <a:gd name="csX6129" fmla="*/ 283702 w 1886469"/>
                <a:gd name="csY6129" fmla="*/ 2158218 h 2454076"/>
                <a:gd name="csX6130" fmla="*/ 284235 w 1886469"/>
                <a:gd name="csY6130" fmla="*/ 2155669 h 2454076"/>
                <a:gd name="csX6131" fmla="*/ 285445 w 1886469"/>
                <a:gd name="csY6131" fmla="*/ 2152808 h 2454076"/>
                <a:gd name="csX6132" fmla="*/ 289994 w 1886469"/>
                <a:gd name="csY6132" fmla="*/ 2146622 h 2454076"/>
                <a:gd name="csX6133" fmla="*/ 291554 w 1886469"/>
                <a:gd name="csY6133" fmla="*/ 2145443 h 2454076"/>
                <a:gd name="csX6134" fmla="*/ 292969 w 1886469"/>
                <a:gd name="csY6134" fmla="*/ 2145040 h 2454076"/>
                <a:gd name="csX6135" fmla="*/ 299642 w 1886469"/>
                <a:gd name="csY6135" fmla="*/ 2144500 h 2454076"/>
                <a:gd name="csX6136" fmla="*/ 304611 w 1886469"/>
                <a:gd name="csY6136" fmla="*/ 2143716 h 2454076"/>
                <a:gd name="csX6137" fmla="*/ 305554 w 1886469"/>
                <a:gd name="csY6137" fmla="*/ 2143343 h 2454076"/>
                <a:gd name="csX6138" fmla="*/ 298242 w 1886469"/>
                <a:gd name="csY6138" fmla="*/ 2142887 h 2454076"/>
                <a:gd name="csX6139" fmla="*/ 291737 w 1886469"/>
                <a:gd name="csY6139" fmla="*/ 2143206 h 2454076"/>
                <a:gd name="csX6140" fmla="*/ 289515 w 1886469"/>
                <a:gd name="csY6140" fmla="*/ 2144180 h 2454076"/>
                <a:gd name="csX6141" fmla="*/ 286670 w 1886469"/>
                <a:gd name="csY6141" fmla="*/ 2148159 h 2454076"/>
                <a:gd name="csX6142" fmla="*/ 285947 w 1886469"/>
                <a:gd name="csY6142" fmla="*/ 2149833 h 2454076"/>
                <a:gd name="csX6143" fmla="*/ 285194 w 1886469"/>
                <a:gd name="csY6143" fmla="*/ 2151051 h 2454076"/>
                <a:gd name="csX6144" fmla="*/ 284684 w 1886469"/>
                <a:gd name="csY6144" fmla="*/ 2151081 h 2454076"/>
                <a:gd name="csX6145" fmla="*/ 283717 w 1886469"/>
                <a:gd name="csY6145" fmla="*/ 2150648 h 2454076"/>
                <a:gd name="csX6146" fmla="*/ 283405 w 1886469"/>
                <a:gd name="csY6146" fmla="*/ 2150123 h 2454076"/>
                <a:gd name="csX6147" fmla="*/ 283002 w 1886469"/>
                <a:gd name="csY6147" fmla="*/ 2148821 h 2454076"/>
                <a:gd name="csX6148" fmla="*/ 281473 w 1886469"/>
                <a:gd name="csY6148" fmla="*/ 2146752 h 2454076"/>
                <a:gd name="csX6149" fmla="*/ 280803 w 1886469"/>
                <a:gd name="csY6149" fmla="*/ 2144370 h 2454076"/>
                <a:gd name="csX6150" fmla="*/ 280408 w 1886469"/>
                <a:gd name="csY6150" fmla="*/ 2140863 h 2454076"/>
                <a:gd name="csX6151" fmla="*/ 280537 w 1886469"/>
                <a:gd name="csY6151" fmla="*/ 2139296 h 2454076"/>
                <a:gd name="csX6152" fmla="*/ 281245 w 1886469"/>
                <a:gd name="csY6152" fmla="*/ 2137287 h 2454076"/>
                <a:gd name="csX6153" fmla="*/ 283428 w 1886469"/>
                <a:gd name="csY6153" fmla="*/ 2133338 h 2454076"/>
                <a:gd name="csX6154" fmla="*/ 280628 w 1886469"/>
                <a:gd name="csY6154" fmla="*/ 2133437 h 2454076"/>
                <a:gd name="csX6155" fmla="*/ 280955 w 1886469"/>
                <a:gd name="csY6155" fmla="*/ 2130104 h 2454076"/>
                <a:gd name="csX6156" fmla="*/ 281983 w 1886469"/>
                <a:gd name="csY6156" fmla="*/ 2126475 h 2454076"/>
                <a:gd name="csX6157" fmla="*/ 284585 w 1886469"/>
                <a:gd name="csY6157" fmla="*/ 2124322 h 2454076"/>
                <a:gd name="csX6158" fmla="*/ 287225 w 1886469"/>
                <a:gd name="csY6158" fmla="*/ 2122770 h 2454076"/>
                <a:gd name="csX6159" fmla="*/ 289614 w 1886469"/>
                <a:gd name="csY6159" fmla="*/ 2120731 h 2454076"/>
                <a:gd name="csX6160" fmla="*/ 293791 w 1886469"/>
                <a:gd name="csY6160" fmla="*/ 2119369 h 2454076"/>
                <a:gd name="csX6161" fmla="*/ 295214 w 1886469"/>
                <a:gd name="csY6161" fmla="*/ 2122169 h 2454076"/>
                <a:gd name="csX6162" fmla="*/ 298798 w 1886469"/>
                <a:gd name="csY6162" fmla="*/ 2123013 h 2454076"/>
                <a:gd name="csX6163" fmla="*/ 299832 w 1886469"/>
                <a:gd name="csY6163" fmla="*/ 2124269 h 2454076"/>
                <a:gd name="csX6164" fmla="*/ 301103 w 1886469"/>
                <a:gd name="csY6164" fmla="*/ 2126574 h 2454076"/>
                <a:gd name="csX6165" fmla="*/ 302678 w 1886469"/>
                <a:gd name="csY6165" fmla="*/ 2128765 h 2454076"/>
                <a:gd name="csX6166" fmla="*/ 304550 w 1886469"/>
                <a:gd name="csY6166" fmla="*/ 2130850 h 2454076"/>
                <a:gd name="csX6167" fmla="*/ 305075 w 1886469"/>
                <a:gd name="csY6167" fmla="*/ 2131002 h 2454076"/>
                <a:gd name="csX6168" fmla="*/ 304253 w 1886469"/>
                <a:gd name="csY6168" fmla="*/ 2129206 h 2454076"/>
                <a:gd name="csX6169" fmla="*/ 301210 w 1886469"/>
                <a:gd name="csY6169" fmla="*/ 2125281 h 2454076"/>
                <a:gd name="csX6170" fmla="*/ 301073 w 1886469"/>
                <a:gd name="csY6170" fmla="*/ 2123896 h 2454076"/>
                <a:gd name="csX6171" fmla="*/ 300289 w 1886469"/>
                <a:gd name="csY6171" fmla="*/ 2122389 h 2454076"/>
                <a:gd name="csX6172" fmla="*/ 296256 w 1886469"/>
                <a:gd name="csY6172" fmla="*/ 2120213 h 2454076"/>
                <a:gd name="csX6173" fmla="*/ 295541 w 1886469"/>
                <a:gd name="csY6173" fmla="*/ 2119384 h 2454076"/>
                <a:gd name="csX6174" fmla="*/ 294826 w 1886469"/>
                <a:gd name="csY6174" fmla="*/ 2117185 h 2454076"/>
                <a:gd name="csX6175" fmla="*/ 294522 w 1886469"/>
                <a:gd name="csY6175" fmla="*/ 2115762 h 2454076"/>
                <a:gd name="csX6176" fmla="*/ 294970 w 1886469"/>
                <a:gd name="csY6176" fmla="*/ 2114385 h 2454076"/>
                <a:gd name="csX6177" fmla="*/ 299072 w 1886469"/>
                <a:gd name="csY6177" fmla="*/ 2110170 h 2454076"/>
                <a:gd name="csX6178" fmla="*/ 300007 w 1886469"/>
                <a:gd name="csY6178" fmla="*/ 2107948 h 2454076"/>
                <a:gd name="csX6179" fmla="*/ 300007 w 1886469"/>
                <a:gd name="csY6179" fmla="*/ 2106898 h 2454076"/>
                <a:gd name="csX6180" fmla="*/ 299688 w 1886469"/>
                <a:gd name="csY6180" fmla="*/ 2105711 h 2454076"/>
                <a:gd name="csX6181" fmla="*/ 298790 w 1886469"/>
                <a:gd name="csY6181" fmla="*/ 2103672 h 2454076"/>
                <a:gd name="csX6182" fmla="*/ 298554 w 1886469"/>
                <a:gd name="csY6182" fmla="*/ 2103672 h 2454076"/>
                <a:gd name="csX6183" fmla="*/ 298836 w 1886469"/>
                <a:gd name="csY6183" fmla="*/ 2106769 h 2454076"/>
                <a:gd name="csX6184" fmla="*/ 298691 w 1886469"/>
                <a:gd name="csY6184" fmla="*/ 2107986 h 2454076"/>
                <a:gd name="csX6185" fmla="*/ 298227 w 1886469"/>
                <a:gd name="csY6185" fmla="*/ 2109333 h 2454076"/>
                <a:gd name="csX6186" fmla="*/ 297557 w 1886469"/>
                <a:gd name="csY6186" fmla="*/ 2110352 h 2454076"/>
                <a:gd name="csX6187" fmla="*/ 296682 w 1886469"/>
                <a:gd name="csY6187" fmla="*/ 2111053 h 2454076"/>
                <a:gd name="csX6188" fmla="*/ 287879 w 1886469"/>
                <a:gd name="csY6188" fmla="*/ 2120624 h 2454076"/>
                <a:gd name="csX6189" fmla="*/ 287004 w 1886469"/>
                <a:gd name="csY6189" fmla="*/ 2121187 h 2454076"/>
                <a:gd name="csX6190" fmla="*/ 283733 w 1886469"/>
                <a:gd name="csY6190" fmla="*/ 2122047 h 2454076"/>
                <a:gd name="csX6191" fmla="*/ 282059 w 1886469"/>
                <a:gd name="csY6191" fmla="*/ 2123059 h 2454076"/>
                <a:gd name="csX6192" fmla="*/ 281153 w 1886469"/>
                <a:gd name="csY6192" fmla="*/ 2124390 h 2454076"/>
                <a:gd name="csX6193" fmla="*/ 279708 w 1886469"/>
                <a:gd name="csY6193" fmla="*/ 2127875 h 2454076"/>
                <a:gd name="csX6194" fmla="*/ 277714 w 1886469"/>
                <a:gd name="csY6194" fmla="*/ 2134814 h 2454076"/>
                <a:gd name="csX6195" fmla="*/ 275432 w 1886469"/>
                <a:gd name="csY6195" fmla="*/ 2140406 h 2454076"/>
                <a:gd name="csX6196" fmla="*/ 273484 w 1886469"/>
                <a:gd name="csY6196" fmla="*/ 2133163 h 2454076"/>
                <a:gd name="csX6197" fmla="*/ 269984 w 1886469"/>
                <a:gd name="csY6197" fmla="*/ 2127601 h 2454076"/>
                <a:gd name="csX6198" fmla="*/ 276824 w 1886469"/>
                <a:gd name="csY6198" fmla="*/ 2122062 h 2454076"/>
                <a:gd name="csX6199" fmla="*/ 276999 w 1886469"/>
                <a:gd name="csY6199" fmla="*/ 2121218 h 2454076"/>
                <a:gd name="csX6200" fmla="*/ 276337 w 1886469"/>
                <a:gd name="csY6200" fmla="*/ 2118250 h 2454076"/>
                <a:gd name="csX6201" fmla="*/ 276527 w 1886469"/>
                <a:gd name="csY6201" fmla="*/ 2117345 h 2454076"/>
                <a:gd name="csX6202" fmla="*/ 277166 w 1886469"/>
                <a:gd name="csY6202" fmla="*/ 2116044 h 2454076"/>
                <a:gd name="csX6203" fmla="*/ 278901 w 1886469"/>
                <a:gd name="csY6203" fmla="*/ 2114134 h 2454076"/>
                <a:gd name="csX6204" fmla="*/ 278833 w 1886469"/>
                <a:gd name="csY6204" fmla="*/ 2113944 h 2454076"/>
                <a:gd name="csX6205" fmla="*/ 276809 w 1886469"/>
                <a:gd name="csY6205" fmla="*/ 2114629 h 2454076"/>
                <a:gd name="csX6206" fmla="*/ 273697 w 1886469"/>
                <a:gd name="csY6206" fmla="*/ 2118935 h 2454076"/>
                <a:gd name="csX6207" fmla="*/ 272480 w 1886469"/>
                <a:gd name="csY6207" fmla="*/ 2120320 h 2454076"/>
                <a:gd name="csX6208" fmla="*/ 271825 w 1886469"/>
                <a:gd name="csY6208" fmla="*/ 2120502 h 2454076"/>
                <a:gd name="csX6209" fmla="*/ 271749 w 1886469"/>
                <a:gd name="csY6209" fmla="*/ 2117969 h 2454076"/>
                <a:gd name="csX6210" fmla="*/ 273423 w 1886469"/>
                <a:gd name="csY6210" fmla="*/ 2111395 h 2454076"/>
                <a:gd name="csX6211" fmla="*/ 274800 w 1886469"/>
                <a:gd name="csY6211" fmla="*/ 2104981 h 2454076"/>
                <a:gd name="csX6212" fmla="*/ 275302 w 1886469"/>
                <a:gd name="csY6212" fmla="*/ 2103140 h 2454076"/>
                <a:gd name="csX6213" fmla="*/ 276489 w 1886469"/>
                <a:gd name="csY6213" fmla="*/ 2101283 h 2454076"/>
                <a:gd name="csX6214" fmla="*/ 275363 w 1886469"/>
                <a:gd name="csY6214" fmla="*/ 2101420 h 2454076"/>
                <a:gd name="csX6215" fmla="*/ 269832 w 1886469"/>
                <a:gd name="csY6215" fmla="*/ 2104281 h 2454076"/>
                <a:gd name="csX6216" fmla="*/ 267975 w 1886469"/>
                <a:gd name="csY6216" fmla="*/ 2102493 h 2454076"/>
                <a:gd name="csX6217" fmla="*/ 266423 w 1886469"/>
                <a:gd name="csY6217" fmla="*/ 2093142 h 2454076"/>
                <a:gd name="csX6218" fmla="*/ 263699 w 1886469"/>
                <a:gd name="csY6218" fmla="*/ 2089475 h 2454076"/>
                <a:gd name="csX6219" fmla="*/ 259081 w 1886469"/>
                <a:gd name="csY6219" fmla="*/ 2086469 h 2454076"/>
                <a:gd name="csX6220" fmla="*/ 254546 w 1886469"/>
                <a:gd name="csY6220" fmla="*/ 2085069 h 2454076"/>
                <a:gd name="csX6221" fmla="*/ 253511 w 1886469"/>
                <a:gd name="csY6221" fmla="*/ 2082383 h 2454076"/>
                <a:gd name="csX6222" fmla="*/ 252614 w 1886469"/>
                <a:gd name="csY6222" fmla="*/ 2079112 h 2454076"/>
                <a:gd name="csX6223" fmla="*/ 253831 w 1886469"/>
                <a:gd name="csY6223" fmla="*/ 2075254 h 2454076"/>
                <a:gd name="csX6224" fmla="*/ 255817 w 1886469"/>
                <a:gd name="csY6224" fmla="*/ 2073420 h 2454076"/>
                <a:gd name="csX6225" fmla="*/ 257650 w 1886469"/>
                <a:gd name="csY6225" fmla="*/ 2072591 h 2454076"/>
                <a:gd name="csX6226" fmla="*/ 259385 w 1886469"/>
                <a:gd name="csY6226" fmla="*/ 2072972 h 2454076"/>
                <a:gd name="csX6227" fmla="*/ 259476 w 1886469"/>
                <a:gd name="csY6227" fmla="*/ 2074387 h 2454076"/>
                <a:gd name="csX6228" fmla="*/ 258297 w 1886469"/>
                <a:gd name="csY6228" fmla="*/ 2078191 h 2454076"/>
                <a:gd name="csX6229" fmla="*/ 259849 w 1886469"/>
                <a:gd name="csY6229" fmla="*/ 2078549 h 2454076"/>
                <a:gd name="csX6230" fmla="*/ 266058 w 1886469"/>
                <a:gd name="csY6230" fmla="*/ 2083152 h 2454076"/>
                <a:gd name="csX6231" fmla="*/ 267412 w 1886469"/>
                <a:gd name="csY6231" fmla="*/ 2083525 h 2454076"/>
                <a:gd name="csX6232" fmla="*/ 269984 w 1886469"/>
                <a:gd name="csY6232" fmla="*/ 2081752 h 2454076"/>
                <a:gd name="csX6233" fmla="*/ 271414 w 1886469"/>
                <a:gd name="csY6233" fmla="*/ 2081820 h 2454076"/>
                <a:gd name="csX6234" fmla="*/ 274793 w 1886469"/>
                <a:gd name="csY6234" fmla="*/ 2083251 h 2454076"/>
                <a:gd name="csX6235" fmla="*/ 275934 w 1886469"/>
                <a:gd name="csY6235" fmla="*/ 2084978 h 2454076"/>
                <a:gd name="csX6236" fmla="*/ 279167 w 1886469"/>
                <a:gd name="csY6236" fmla="*/ 2088356 h 2454076"/>
                <a:gd name="csX6237" fmla="*/ 278688 w 1886469"/>
                <a:gd name="csY6237" fmla="*/ 2086393 h 2454076"/>
                <a:gd name="csX6238" fmla="*/ 275165 w 1886469"/>
                <a:gd name="csY6238" fmla="*/ 2082246 h 2454076"/>
                <a:gd name="csX6239" fmla="*/ 273202 w 1886469"/>
                <a:gd name="csY6239" fmla="*/ 2080915 h 2454076"/>
                <a:gd name="csX6240" fmla="*/ 269740 w 1886469"/>
                <a:gd name="csY6240" fmla="*/ 2080656 h 2454076"/>
                <a:gd name="csX6241" fmla="*/ 267595 w 1886469"/>
                <a:gd name="csY6241" fmla="*/ 2081349 h 2454076"/>
                <a:gd name="csX6242" fmla="*/ 266689 w 1886469"/>
                <a:gd name="csY6242" fmla="*/ 2081151 h 2454076"/>
                <a:gd name="csX6243" fmla="*/ 264795 w 1886469"/>
                <a:gd name="csY6243" fmla="*/ 2080093 h 2454076"/>
                <a:gd name="csX6244" fmla="*/ 263189 w 1886469"/>
                <a:gd name="csY6244" fmla="*/ 2078351 h 2454076"/>
                <a:gd name="csX6245" fmla="*/ 261584 w 1886469"/>
                <a:gd name="csY6245" fmla="*/ 2074539 h 2454076"/>
                <a:gd name="csX6246" fmla="*/ 261219 w 1886469"/>
                <a:gd name="csY6246" fmla="*/ 2072766 h 2454076"/>
                <a:gd name="csX6247" fmla="*/ 261310 w 1886469"/>
                <a:gd name="csY6247" fmla="*/ 2071450 h 2454076"/>
                <a:gd name="csX6248" fmla="*/ 261691 w 1886469"/>
                <a:gd name="csY6248" fmla="*/ 2070248 h 2454076"/>
                <a:gd name="csX6249" fmla="*/ 262353 w 1886469"/>
                <a:gd name="csY6249" fmla="*/ 2069175 h 2454076"/>
                <a:gd name="csX6250" fmla="*/ 263669 w 1886469"/>
                <a:gd name="csY6250" fmla="*/ 2068391 h 2454076"/>
                <a:gd name="csX6251" fmla="*/ 265647 w 1886469"/>
                <a:gd name="csY6251" fmla="*/ 2067912 h 2454076"/>
                <a:gd name="csX6252" fmla="*/ 266248 w 1886469"/>
                <a:gd name="csY6252" fmla="*/ 2067440 h 2454076"/>
                <a:gd name="csX6253" fmla="*/ 263714 w 1886469"/>
                <a:gd name="csY6253" fmla="*/ 2065241 h 2454076"/>
                <a:gd name="csX6254" fmla="*/ 262566 w 1886469"/>
                <a:gd name="csY6254" fmla="*/ 2065249 h 2454076"/>
                <a:gd name="csX6255" fmla="*/ 258609 w 1886469"/>
                <a:gd name="csY6255" fmla="*/ 2068460 h 2454076"/>
                <a:gd name="csX6256" fmla="*/ 257803 w 1886469"/>
                <a:gd name="csY6256" fmla="*/ 2068711 h 2454076"/>
                <a:gd name="csX6257" fmla="*/ 257460 w 1886469"/>
                <a:gd name="csY6257" fmla="*/ 2068087 h 2454076"/>
                <a:gd name="csX6258" fmla="*/ 257133 w 1886469"/>
                <a:gd name="csY6258" fmla="*/ 2068034 h 2454076"/>
                <a:gd name="csX6259" fmla="*/ 255969 w 1886469"/>
                <a:gd name="csY6259" fmla="*/ 2069616 h 2454076"/>
                <a:gd name="csX6260" fmla="*/ 255064 w 1886469"/>
                <a:gd name="csY6260" fmla="*/ 2070324 h 2454076"/>
                <a:gd name="csX6261" fmla="*/ 251822 w 1886469"/>
                <a:gd name="csY6261" fmla="*/ 2075231 h 2454076"/>
                <a:gd name="csX6262" fmla="*/ 251320 w 1886469"/>
                <a:gd name="csY6262" fmla="*/ 2077575 h 2454076"/>
                <a:gd name="csX6263" fmla="*/ 251137 w 1886469"/>
                <a:gd name="csY6263" fmla="*/ 2081059 h 2454076"/>
                <a:gd name="csX6264" fmla="*/ 250765 w 1886469"/>
                <a:gd name="csY6264" fmla="*/ 2083243 h 2454076"/>
                <a:gd name="csX6265" fmla="*/ 250202 w 1886469"/>
                <a:gd name="csY6265" fmla="*/ 2084126 h 2454076"/>
                <a:gd name="csX6266" fmla="*/ 246397 w 1886469"/>
                <a:gd name="csY6266" fmla="*/ 2085792 h 2454076"/>
                <a:gd name="csX6267" fmla="*/ 244237 w 1886469"/>
                <a:gd name="csY6267" fmla="*/ 2089186 h 2454076"/>
                <a:gd name="csX6268" fmla="*/ 241612 w 1886469"/>
                <a:gd name="csY6268" fmla="*/ 2086264 h 2454076"/>
                <a:gd name="csX6269" fmla="*/ 238728 w 1886469"/>
                <a:gd name="csY6269" fmla="*/ 2083433 h 2454076"/>
                <a:gd name="csX6270" fmla="*/ 236803 w 1886469"/>
                <a:gd name="csY6270" fmla="*/ 2078473 h 2454076"/>
                <a:gd name="csX6271" fmla="*/ 233333 w 1886469"/>
                <a:gd name="csY6271" fmla="*/ 2077598 h 2454076"/>
                <a:gd name="csX6272" fmla="*/ 229301 w 1886469"/>
                <a:gd name="csY6272" fmla="*/ 2074775 h 2454076"/>
                <a:gd name="csX6273" fmla="*/ 227764 w 1886469"/>
                <a:gd name="csY6273" fmla="*/ 2072264 h 2454076"/>
                <a:gd name="csX6274" fmla="*/ 229948 w 1886469"/>
                <a:gd name="csY6274" fmla="*/ 2067083 h 2454076"/>
                <a:gd name="csX6275" fmla="*/ 233082 w 1886469"/>
                <a:gd name="csY6275" fmla="*/ 2063164 h 2454076"/>
                <a:gd name="csX6276" fmla="*/ 233562 w 1886469"/>
                <a:gd name="csY6276" fmla="*/ 2058447 h 2454076"/>
                <a:gd name="csX6277" fmla="*/ 233995 w 1886469"/>
                <a:gd name="csY6277" fmla="*/ 2057435 h 2454076"/>
                <a:gd name="csX6278" fmla="*/ 239382 w 1886469"/>
                <a:gd name="csY6278" fmla="*/ 2056263 h 2454076"/>
                <a:gd name="csX6279" fmla="*/ 242897 w 1886469"/>
                <a:gd name="csY6279" fmla="*/ 2053920 h 2454076"/>
                <a:gd name="csX6280" fmla="*/ 239291 w 1886469"/>
                <a:gd name="csY6280" fmla="*/ 2053707 h 2454076"/>
                <a:gd name="csX6281" fmla="*/ 237077 w 1886469"/>
                <a:gd name="csY6281" fmla="*/ 2054064 h 2454076"/>
                <a:gd name="csX6282" fmla="*/ 233113 w 1886469"/>
                <a:gd name="csY6282" fmla="*/ 2055700 h 2454076"/>
                <a:gd name="csX6283" fmla="*/ 228715 w 1886469"/>
                <a:gd name="csY6283" fmla="*/ 2052459 h 2454076"/>
                <a:gd name="csX6284" fmla="*/ 226440 w 1886469"/>
                <a:gd name="csY6284" fmla="*/ 2049492 h 2454076"/>
                <a:gd name="csX6285" fmla="*/ 225725 w 1886469"/>
                <a:gd name="csY6285" fmla="*/ 2046958 h 2454076"/>
                <a:gd name="csX6286" fmla="*/ 226509 w 1886469"/>
                <a:gd name="csY6286" fmla="*/ 2044812 h 2454076"/>
                <a:gd name="csX6287" fmla="*/ 226615 w 1886469"/>
                <a:gd name="csY6287" fmla="*/ 2042621 h 2454076"/>
                <a:gd name="csX6288" fmla="*/ 227011 w 1886469"/>
                <a:gd name="csY6288" fmla="*/ 2039654 h 2454076"/>
                <a:gd name="csX6289" fmla="*/ 227429 w 1886469"/>
                <a:gd name="csY6289" fmla="*/ 2038360 h 2454076"/>
                <a:gd name="csX6290" fmla="*/ 228357 w 1886469"/>
                <a:gd name="csY6290" fmla="*/ 2036702 h 2454076"/>
                <a:gd name="csX6291" fmla="*/ 230244 w 1886469"/>
                <a:gd name="csY6291" fmla="*/ 2035591 h 2454076"/>
                <a:gd name="csX6292" fmla="*/ 231911 w 1886469"/>
                <a:gd name="csY6292" fmla="*/ 2032175 h 2454076"/>
                <a:gd name="csX6293" fmla="*/ 232595 w 1886469"/>
                <a:gd name="csY6293" fmla="*/ 2029785 h 2454076"/>
                <a:gd name="csX6294" fmla="*/ 236012 w 1886469"/>
                <a:gd name="csY6294" fmla="*/ 2022588 h 2454076"/>
                <a:gd name="csX6295" fmla="*/ 237259 w 1886469"/>
                <a:gd name="csY6295" fmla="*/ 2019476 h 2454076"/>
                <a:gd name="csX6296" fmla="*/ 239595 w 1886469"/>
                <a:gd name="csY6296" fmla="*/ 2015147 h 2454076"/>
                <a:gd name="csX6297" fmla="*/ 244297 w 1886469"/>
                <a:gd name="csY6297" fmla="*/ 2008322 h 2454076"/>
                <a:gd name="csX6298" fmla="*/ 242814 w 1886469"/>
                <a:gd name="csY6298" fmla="*/ 2008710 h 2454076"/>
                <a:gd name="csX6299" fmla="*/ 242038 w 1886469"/>
                <a:gd name="csY6299" fmla="*/ 2009296 h 2454076"/>
                <a:gd name="csX6300" fmla="*/ 241292 w 1886469"/>
                <a:gd name="csY6300" fmla="*/ 2009227 h 2454076"/>
                <a:gd name="csX6301" fmla="*/ 240592 w 1886469"/>
                <a:gd name="csY6301" fmla="*/ 2008497 h 2454076"/>
                <a:gd name="csX6302" fmla="*/ 239930 w 1886469"/>
                <a:gd name="csY6302" fmla="*/ 2006983 h 2454076"/>
                <a:gd name="csX6303" fmla="*/ 239299 w 1886469"/>
                <a:gd name="csY6303" fmla="*/ 2004677 h 2454076"/>
                <a:gd name="csX6304" fmla="*/ 238941 w 1886469"/>
                <a:gd name="csY6304" fmla="*/ 2005689 h 2454076"/>
                <a:gd name="csX6305" fmla="*/ 238857 w 1886469"/>
                <a:gd name="csY6305" fmla="*/ 2010011 h 2454076"/>
                <a:gd name="csX6306" fmla="*/ 238386 w 1886469"/>
                <a:gd name="csY6306" fmla="*/ 2013701 h 2454076"/>
                <a:gd name="csX6307" fmla="*/ 237549 w 1886469"/>
                <a:gd name="csY6307" fmla="*/ 2016257 h 2454076"/>
                <a:gd name="csX6308" fmla="*/ 235243 w 1886469"/>
                <a:gd name="csY6308" fmla="*/ 2021454 h 2454076"/>
                <a:gd name="csX6309" fmla="*/ 233889 w 1886469"/>
                <a:gd name="csY6309" fmla="*/ 2023470 h 2454076"/>
                <a:gd name="csX6310" fmla="*/ 232961 w 1886469"/>
                <a:gd name="csY6310" fmla="*/ 2021591 h 2454076"/>
                <a:gd name="csX6311" fmla="*/ 233676 w 1886469"/>
                <a:gd name="csY6311" fmla="*/ 2018350 h 2454076"/>
                <a:gd name="csX6312" fmla="*/ 235007 w 1886469"/>
                <a:gd name="csY6312" fmla="*/ 2015763 h 2454076"/>
                <a:gd name="csX6313" fmla="*/ 235236 w 1886469"/>
                <a:gd name="csY6313" fmla="*/ 2012217 h 2454076"/>
                <a:gd name="csX6314" fmla="*/ 233973 w 1886469"/>
                <a:gd name="csY6314" fmla="*/ 2007972 h 2454076"/>
                <a:gd name="csX6315" fmla="*/ 233204 w 1886469"/>
                <a:gd name="csY6315" fmla="*/ 2004548 h 2454076"/>
                <a:gd name="csX6316" fmla="*/ 232923 w 1886469"/>
                <a:gd name="csY6316" fmla="*/ 2001946 h 2454076"/>
                <a:gd name="csX6317" fmla="*/ 232885 w 1886469"/>
                <a:gd name="csY6317" fmla="*/ 1999564 h 2454076"/>
                <a:gd name="csX6318" fmla="*/ 233090 w 1886469"/>
                <a:gd name="csY6318" fmla="*/ 1997411 h 2454076"/>
                <a:gd name="csX6319" fmla="*/ 233623 w 1886469"/>
                <a:gd name="csY6319" fmla="*/ 1995060 h 2454076"/>
                <a:gd name="csX6320" fmla="*/ 234475 w 1886469"/>
                <a:gd name="csY6320" fmla="*/ 1992519 h 2454076"/>
                <a:gd name="csX6321" fmla="*/ 234368 w 1886469"/>
                <a:gd name="csY6321" fmla="*/ 1992237 h 2454076"/>
                <a:gd name="csX6322" fmla="*/ 234604 w 1886469"/>
                <a:gd name="csY6322" fmla="*/ 1989863 h 2454076"/>
                <a:gd name="csX6323" fmla="*/ 234414 w 1886469"/>
                <a:gd name="csY6323" fmla="*/ 1987429 h 2454076"/>
                <a:gd name="csX6324" fmla="*/ 233706 w 1886469"/>
                <a:gd name="csY6324" fmla="*/ 1985496 h 2454076"/>
                <a:gd name="csX6325" fmla="*/ 232808 w 1886469"/>
                <a:gd name="csY6325" fmla="*/ 1983815 h 2454076"/>
                <a:gd name="csX6326" fmla="*/ 230313 w 1886469"/>
                <a:gd name="csY6326" fmla="*/ 1984827 h 2454076"/>
                <a:gd name="csX6327" fmla="*/ 226075 w 1886469"/>
                <a:gd name="csY6327" fmla="*/ 1983312 h 2454076"/>
                <a:gd name="csX6328" fmla="*/ 224705 w 1886469"/>
                <a:gd name="csY6328" fmla="*/ 1979181 h 2454076"/>
                <a:gd name="csX6329" fmla="*/ 221038 w 1886469"/>
                <a:gd name="csY6329" fmla="*/ 1977910 h 2454076"/>
                <a:gd name="csX6330" fmla="*/ 219060 w 1886469"/>
                <a:gd name="csY6330" fmla="*/ 1974943 h 2454076"/>
                <a:gd name="csX6331" fmla="*/ 215035 w 1886469"/>
                <a:gd name="csY6331" fmla="*/ 1973490 h 2454076"/>
                <a:gd name="csX6332" fmla="*/ 211771 w 1886469"/>
                <a:gd name="csY6332" fmla="*/ 1972478 h 2454076"/>
                <a:gd name="csX6333" fmla="*/ 209283 w 1886469"/>
                <a:gd name="csY6333" fmla="*/ 1970766 h 2454076"/>
                <a:gd name="csX6334" fmla="*/ 206369 w 1886469"/>
                <a:gd name="csY6334" fmla="*/ 1968757 h 2454076"/>
                <a:gd name="csX6335" fmla="*/ 203462 w 1886469"/>
                <a:gd name="csY6335" fmla="*/ 1966612 h 2454076"/>
                <a:gd name="csX6336" fmla="*/ 201256 w 1886469"/>
                <a:gd name="csY6336" fmla="*/ 1964983 h 2454076"/>
                <a:gd name="csX6337" fmla="*/ 199650 w 1886469"/>
                <a:gd name="csY6337" fmla="*/ 1965082 h 2454076"/>
                <a:gd name="csX6338" fmla="*/ 195960 w 1886469"/>
                <a:gd name="csY6338" fmla="*/ 1965318 h 2454076"/>
                <a:gd name="csX6339" fmla="*/ 195778 w 1886469"/>
                <a:gd name="csY6339" fmla="*/ 1961643 h 2454076"/>
                <a:gd name="csX6340" fmla="*/ 194644 w 1886469"/>
                <a:gd name="csY6340" fmla="*/ 1959421 h 2454076"/>
                <a:gd name="csX6341" fmla="*/ 195070 w 1886469"/>
                <a:gd name="csY6341" fmla="*/ 1957451 h 2454076"/>
                <a:gd name="csX6342" fmla="*/ 193016 w 1886469"/>
                <a:gd name="csY6342" fmla="*/ 1956439 h 2454076"/>
                <a:gd name="csX6343" fmla="*/ 189987 w 1886469"/>
                <a:gd name="csY6343" fmla="*/ 1954955 h 2454076"/>
                <a:gd name="csX6344" fmla="*/ 190870 w 1886469"/>
                <a:gd name="csY6344" fmla="*/ 1951182 h 2454076"/>
                <a:gd name="csX6345" fmla="*/ 191540 w 1886469"/>
                <a:gd name="csY6345" fmla="*/ 1948321 h 2454076"/>
                <a:gd name="csX6346" fmla="*/ 188861 w 1886469"/>
                <a:gd name="csY6346" fmla="*/ 1947476 h 2454076"/>
                <a:gd name="csX6347" fmla="*/ 184996 w 1886469"/>
                <a:gd name="csY6347" fmla="*/ 1946251 h 2454076"/>
                <a:gd name="csX6348" fmla="*/ 186244 w 1886469"/>
                <a:gd name="csY6348" fmla="*/ 1943664 h 2454076"/>
                <a:gd name="csX6349" fmla="*/ 187256 w 1886469"/>
                <a:gd name="csY6349" fmla="*/ 1941572 h 2454076"/>
                <a:gd name="csX6350" fmla="*/ 185772 w 1886469"/>
                <a:gd name="csY6350" fmla="*/ 1938506 h 2454076"/>
                <a:gd name="csX6351" fmla="*/ 182767 w 1886469"/>
                <a:gd name="csY6351" fmla="*/ 1933355 h 2454076"/>
                <a:gd name="csX6352" fmla="*/ 180461 w 1886469"/>
                <a:gd name="csY6352" fmla="*/ 1929664 h 2454076"/>
                <a:gd name="csX6353" fmla="*/ 177449 w 1886469"/>
                <a:gd name="csY6353" fmla="*/ 1923890 h 2454076"/>
                <a:gd name="csX6354" fmla="*/ 174801 w 1886469"/>
                <a:gd name="csY6354" fmla="*/ 1918799 h 2454076"/>
                <a:gd name="csX6355" fmla="*/ 172632 w 1886469"/>
                <a:gd name="csY6355" fmla="*/ 1914630 h 2454076"/>
                <a:gd name="csX6356" fmla="*/ 170829 w 1886469"/>
                <a:gd name="csY6356" fmla="*/ 1911739 h 2454076"/>
                <a:gd name="csX6357" fmla="*/ 168288 w 1886469"/>
                <a:gd name="csY6357" fmla="*/ 1906557 h 2454076"/>
                <a:gd name="csX6358" fmla="*/ 164978 w 1886469"/>
                <a:gd name="csY6358" fmla="*/ 1900691 h 2454076"/>
                <a:gd name="csX6359" fmla="*/ 161836 w 1886469"/>
                <a:gd name="csY6359" fmla="*/ 1896065 h 2454076"/>
                <a:gd name="csX6360" fmla="*/ 162292 w 1886469"/>
                <a:gd name="csY6360" fmla="*/ 1893060 h 2454076"/>
                <a:gd name="csX6361" fmla="*/ 159188 w 1886469"/>
                <a:gd name="csY6361" fmla="*/ 1889286 h 2454076"/>
                <a:gd name="csX6362" fmla="*/ 156462 w 1886469"/>
                <a:gd name="csY6362" fmla="*/ 1885459 h 2454076"/>
                <a:gd name="csX6363" fmla="*/ 153328 w 1886469"/>
                <a:gd name="csY6363" fmla="*/ 1881038 h 2454076"/>
                <a:gd name="csX6364" fmla="*/ 150230 w 1886469"/>
                <a:gd name="csY6364" fmla="*/ 1878870 h 2454076"/>
                <a:gd name="csX6365" fmla="*/ 148016 w 1886469"/>
                <a:gd name="csY6365" fmla="*/ 1877318 h 2454076"/>
                <a:gd name="csX6366" fmla="*/ 144828 w 1886469"/>
                <a:gd name="csY6366" fmla="*/ 1875081 h 2454076"/>
                <a:gd name="csX6367" fmla="*/ 143154 w 1886469"/>
                <a:gd name="csY6367" fmla="*/ 1873072 h 2454076"/>
                <a:gd name="csX6368" fmla="*/ 142454 w 1886469"/>
                <a:gd name="csY6368" fmla="*/ 1871368 h 2454076"/>
                <a:gd name="csX6369" fmla="*/ 141732 w 1886469"/>
                <a:gd name="csY6369" fmla="*/ 1870173 h 2454076"/>
                <a:gd name="csX6370" fmla="*/ 141100 w 1886469"/>
                <a:gd name="csY6370" fmla="*/ 1868499 h 2454076"/>
                <a:gd name="csX6371" fmla="*/ 140735 w 1886469"/>
                <a:gd name="csY6371" fmla="*/ 1866551 h 2454076"/>
                <a:gd name="csX6372" fmla="*/ 140081 w 1886469"/>
                <a:gd name="csY6372" fmla="*/ 1865349 h 2454076"/>
                <a:gd name="csX6373" fmla="*/ 136216 w 1886469"/>
                <a:gd name="csY6373" fmla="*/ 1862443 h 2454076"/>
                <a:gd name="csX6374" fmla="*/ 135037 w 1886469"/>
                <a:gd name="csY6374" fmla="*/ 1860617 h 2454076"/>
                <a:gd name="csX6375" fmla="*/ 132365 w 1886469"/>
                <a:gd name="csY6375" fmla="*/ 1858502 h 2454076"/>
                <a:gd name="csX6376" fmla="*/ 130129 w 1886469"/>
                <a:gd name="csY6376" fmla="*/ 1857619 h 2454076"/>
                <a:gd name="csX6377" fmla="*/ 129346 w 1886469"/>
                <a:gd name="csY6377" fmla="*/ 1856904 h 2454076"/>
                <a:gd name="csX6378" fmla="*/ 126621 w 1886469"/>
                <a:gd name="csY6378" fmla="*/ 1850497 h 2454076"/>
                <a:gd name="csX6379" fmla="*/ 127062 w 1886469"/>
                <a:gd name="csY6379" fmla="*/ 1848207 h 2454076"/>
                <a:gd name="csX6380" fmla="*/ 127367 w 1886469"/>
                <a:gd name="csY6380" fmla="*/ 1845909 h 2454076"/>
                <a:gd name="csX6381" fmla="*/ 127062 w 1886469"/>
                <a:gd name="csY6381" fmla="*/ 1844730 h 2454076"/>
                <a:gd name="csX6382" fmla="*/ 122582 w 1886469"/>
                <a:gd name="csY6382" fmla="*/ 1839823 h 2454076"/>
                <a:gd name="csX6383" fmla="*/ 120298 w 1886469"/>
                <a:gd name="csY6383" fmla="*/ 1837784 h 2454076"/>
                <a:gd name="csX6384" fmla="*/ 117993 w 1886469"/>
                <a:gd name="csY6384" fmla="*/ 1835668 h 2454076"/>
                <a:gd name="csX6385" fmla="*/ 113154 w 1886469"/>
                <a:gd name="csY6385" fmla="*/ 1838400 h 2454076"/>
                <a:gd name="csX6386" fmla="*/ 108201 w 1886469"/>
                <a:gd name="csY6386" fmla="*/ 1841192 h 2454076"/>
                <a:gd name="csX6387" fmla="*/ 104731 w 1886469"/>
                <a:gd name="csY6387" fmla="*/ 1842219 h 2454076"/>
                <a:gd name="csX6388" fmla="*/ 99938 w 1886469"/>
                <a:gd name="csY6388" fmla="*/ 1843634 h 2454076"/>
                <a:gd name="csX6389" fmla="*/ 101528 w 1886469"/>
                <a:gd name="csY6389" fmla="*/ 1846663 h 2454076"/>
                <a:gd name="csX6390" fmla="*/ 100874 w 1886469"/>
                <a:gd name="csY6390" fmla="*/ 1848877 h 2454076"/>
                <a:gd name="csX6391" fmla="*/ 99382 w 1886469"/>
                <a:gd name="csY6391" fmla="*/ 1849896 h 2454076"/>
                <a:gd name="csX6392" fmla="*/ 96849 w 1886469"/>
                <a:gd name="csY6392" fmla="*/ 1849767 h 2454076"/>
                <a:gd name="csX6393" fmla="*/ 96841 w 1886469"/>
                <a:gd name="csY6393" fmla="*/ 1857261 h 2454076"/>
                <a:gd name="csX6394" fmla="*/ 94453 w 1886469"/>
                <a:gd name="csY6394" fmla="*/ 1862580 h 2454076"/>
                <a:gd name="csX6395" fmla="*/ 89446 w 1886469"/>
                <a:gd name="csY6395" fmla="*/ 1862671 h 2454076"/>
                <a:gd name="csX6396" fmla="*/ 86753 w 1886469"/>
                <a:gd name="csY6396" fmla="*/ 1864497 h 2454076"/>
                <a:gd name="csX6397" fmla="*/ 82758 w 1886469"/>
                <a:gd name="csY6397" fmla="*/ 1867198 h 2454076"/>
                <a:gd name="csX6398" fmla="*/ 79524 w 1886469"/>
                <a:gd name="csY6398" fmla="*/ 1869382 h 2454076"/>
                <a:gd name="csX6399" fmla="*/ 76086 w 1886469"/>
                <a:gd name="csY6399" fmla="*/ 1872897 h 2454076"/>
                <a:gd name="csX6400" fmla="*/ 74327 w 1886469"/>
                <a:gd name="csY6400" fmla="*/ 1872395 h 2454076"/>
                <a:gd name="csX6401" fmla="*/ 75111 w 1886469"/>
                <a:gd name="csY6401" fmla="*/ 1869260 h 2454076"/>
                <a:gd name="csX6402" fmla="*/ 73840 w 1886469"/>
                <a:gd name="csY6402" fmla="*/ 1863942 h 2454076"/>
                <a:gd name="csX6403" fmla="*/ 72783 w 1886469"/>
                <a:gd name="csY6403" fmla="*/ 1859498 h 2454076"/>
                <a:gd name="csX6404" fmla="*/ 70577 w 1886469"/>
                <a:gd name="csY6404" fmla="*/ 1857208 h 2454076"/>
                <a:gd name="csX6405" fmla="*/ 66863 w 1886469"/>
                <a:gd name="csY6405" fmla="*/ 1853351 h 2454076"/>
                <a:gd name="csX6406" fmla="*/ 64079 w 1886469"/>
                <a:gd name="csY6406" fmla="*/ 1850444 h 2454076"/>
                <a:gd name="csX6407" fmla="*/ 60099 w 1886469"/>
                <a:gd name="csY6407" fmla="*/ 1846290 h 2454076"/>
                <a:gd name="csX6408" fmla="*/ 57315 w 1886469"/>
                <a:gd name="csY6408" fmla="*/ 1843376 h 2454076"/>
                <a:gd name="csX6409" fmla="*/ 54416 w 1886469"/>
                <a:gd name="csY6409" fmla="*/ 1840332 h 2454076"/>
                <a:gd name="csX6410" fmla="*/ 50605 w 1886469"/>
                <a:gd name="csY6410" fmla="*/ 1836315 h 2454076"/>
                <a:gd name="csX6411" fmla="*/ 49036 w 1886469"/>
                <a:gd name="csY6411" fmla="*/ 1831096 h 2454076"/>
                <a:gd name="csX6412" fmla="*/ 45552 w 1886469"/>
                <a:gd name="csY6412" fmla="*/ 1829201 h 2454076"/>
                <a:gd name="csX6413" fmla="*/ 41824 w 1886469"/>
                <a:gd name="csY6413" fmla="*/ 1827177 h 2454076"/>
                <a:gd name="csX6414" fmla="*/ 38795 w 1886469"/>
                <a:gd name="csY6414" fmla="*/ 1823320 h 2454076"/>
                <a:gd name="csX6415" fmla="*/ 39823 w 1886469"/>
                <a:gd name="csY6415" fmla="*/ 1819508 h 2454076"/>
                <a:gd name="csX6416" fmla="*/ 41055 w 1886469"/>
                <a:gd name="csY6416" fmla="*/ 1814927 h 2454076"/>
                <a:gd name="csX6417" fmla="*/ 41055 w 1886469"/>
                <a:gd name="csY6417" fmla="*/ 1812158 h 2454076"/>
                <a:gd name="csX6418" fmla="*/ 37730 w 1886469"/>
                <a:gd name="csY6418" fmla="*/ 1812325 h 2454076"/>
                <a:gd name="csX6419" fmla="*/ 32747 w 1886469"/>
                <a:gd name="csY6419" fmla="*/ 1812584 h 2454076"/>
                <a:gd name="csX6420" fmla="*/ 28304 w 1886469"/>
                <a:gd name="csY6420" fmla="*/ 1812812 h 2454076"/>
                <a:gd name="csX6421" fmla="*/ 25009 w 1886469"/>
                <a:gd name="csY6421" fmla="*/ 1816061 h 2454076"/>
                <a:gd name="csX6422" fmla="*/ 21966 w 1886469"/>
                <a:gd name="csY6422" fmla="*/ 1819059 h 2454076"/>
                <a:gd name="csX6423" fmla="*/ 17195 w 1886469"/>
                <a:gd name="csY6423" fmla="*/ 1816723 h 2454076"/>
                <a:gd name="csX6424" fmla="*/ 11732 w 1886469"/>
                <a:gd name="csY6424" fmla="*/ 1814045 h 2454076"/>
                <a:gd name="csX6425" fmla="*/ 10179 w 1886469"/>
                <a:gd name="csY6425" fmla="*/ 1817537 h 2454076"/>
                <a:gd name="csX6426" fmla="*/ 5112 w 1886469"/>
                <a:gd name="csY6426" fmla="*/ 1815787 h 2454076"/>
                <a:gd name="csX6427" fmla="*/ 0 w 1886469"/>
                <a:gd name="csY6427" fmla="*/ 1814022 h 2454076"/>
                <a:gd name="csX6428" fmla="*/ 0 w 1886469"/>
                <a:gd name="csY6428" fmla="*/ 1801392 h 2454076"/>
                <a:gd name="csX6429" fmla="*/ 0 w 1886469"/>
                <a:gd name="csY6429" fmla="*/ 1788647 h 2454076"/>
                <a:gd name="csX6430" fmla="*/ 0 w 1886469"/>
                <a:gd name="csY6430" fmla="*/ 1775789 h 2454076"/>
                <a:gd name="csX6431" fmla="*/ 0 w 1886469"/>
                <a:gd name="csY6431" fmla="*/ 1762801 h 2454076"/>
                <a:gd name="csX6432" fmla="*/ 0 w 1886469"/>
                <a:gd name="csY6432" fmla="*/ 1749699 h 2454076"/>
                <a:gd name="csX6433" fmla="*/ 0 w 1886469"/>
                <a:gd name="csY6433" fmla="*/ 1736468 h 2454076"/>
                <a:gd name="csX6434" fmla="*/ 0 w 1886469"/>
                <a:gd name="csY6434" fmla="*/ 1723115 h 2454076"/>
                <a:gd name="csX6435" fmla="*/ 0 w 1886469"/>
                <a:gd name="csY6435" fmla="*/ 1709625 h 2454076"/>
                <a:gd name="csX6436" fmla="*/ 0 w 1886469"/>
                <a:gd name="csY6436" fmla="*/ 1695998 h 2454076"/>
                <a:gd name="csX6437" fmla="*/ 0 w 1886469"/>
                <a:gd name="csY6437" fmla="*/ 1682234 h 2454076"/>
                <a:gd name="csX6438" fmla="*/ 0 w 1886469"/>
                <a:gd name="csY6438" fmla="*/ 1668349 h 2454076"/>
                <a:gd name="csX6439" fmla="*/ 0 w 1886469"/>
                <a:gd name="csY6439" fmla="*/ 1654303 h 2454076"/>
                <a:gd name="csX6440" fmla="*/ 0 w 1886469"/>
                <a:gd name="csY6440" fmla="*/ 1640113 h 2454076"/>
                <a:gd name="csX6441" fmla="*/ 0 w 1886469"/>
                <a:gd name="csY6441" fmla="*/ 1625771 h 2454076"/>
                <a:gd name="csX6442" fmla="*/ 0 w 1886469"/>
                <a:gd name="csY6442" fmla="*/ 1611277 h 2454076"/>
                <a:gd name="csX6443" fmla="*/ 0 w 1886469"/>
                <a:gd name="csY6443" fmla="*/ 1596623 h 2454076"/>
                <a:gd name="csX6444" fmla="*/ 0 w 1886469"/>
                <a:gd name="csY6444" fmla="*/ 1581809 h 2454076"/>
                <a:gd name="csX6445" fmla="*/ 0 w 1886469"/>
                <a:gd name="csY6445" fmla="*/ 1566828 h 2454076"/>
                <a:gd name="csX6446" fmla="*/ 0 w 1886469"/>
                <a:gd name="csY6446" fmla="*/ 1551679 h 2454076"/>
                <a:gd name="csX6447" fmla="*/ 0 w 1886469"/>
                <a:gd name="csY6447" fmla="*/ 1536355 h 2454076"/>
                <a:gd name="csX6448" fmla="*/ 0 w 1886469"/>
                <a:gd name="csY6448" fmla="*/ 1520857 h 2454076"/>
                <a:gd name="csX6449" fmla="*/ 0 w 1886469"/>
                <a:gd name="csY6449" fmla="*/ 1505168 h 2454076"/>
                <a:gd name="csX6450" fmla="*/ 0 w 1886469"/>
                <a:gd name="csY6450" fmla="*/ 1489296 h 2454076"/>
                <a:gd name="csX6451" fmla="*/ 0 w 1886469"/>
                <a:gd name="csY6451" fmla="*/ 1473235 h 2454076"/>
                <a:gd name="csX6452" fmla="*/ 0 w 1886469"/>
                <a:gd name="csY6452" fmla="*/ 1456975 h 2454076"/>
                <a:gd name="csX6453" fmla="*/ 0 w 1886469"/>
                <a:gd name="csY6453" fmla="*/ 1440510 h 2454076"/>
                <a:gd name="csX6454" fmla="*/ 0 w 1886469"/>
                <a:gd name="csY6454" fmla="*/ 1423840 h 2454076"/>
                <a:gd name="csX6455" fmla="*/ 0 w 1886469"/>
                <a:gd name="csY6455" fmla="*/ 1406949 h 2454076"/>
                <a:gd name="csX6456" fmla="*/ 0 w 1886469"/>
                <a:gd name="csY6456" fmla="*/ 1389837 h 2454076"/>
                <a:gd name="csX6457" fmla="*/ 0 w 1886469"/>
                <a:gd name="csY6457" fmla="*/ 1372505 h 2454076"/>
                <a:gd name="csX6458" fmla="*/ 0 w 1886469"/>
                <a:gd name="csY6458" fmla="*/ 1354937 h 2454076"/>
                <a:gd name="csX6459" fmla="*/ 0 w 1886469"/>
                <a:gd name="csY6459" fmla="*/ 1337133 h 2454076"/>
                <a:gd name="csX6460" fmla="*/ 3035 w 1886469"/>
                <a:gd name="csY6460" fmla="*/ 1338084 h 2454076"/>
                <a:gd name="csX6461" fmla="*/ 12744 w 1886469"/>
                <a:gd name="csY6461" fmla="*/ 1340092 h 2454076"/>
                <a:gd name="csX6462" fmla="*/ 21897 w 1886469"/>
                <a:gd name="csY6462" fmla="*/ 1338913 h 2454076"/>
                <a:gd name="csX6463" fmla="*/ 38872 w 1886469"/>
                <a:gd name="csY6463" fmla="*/ 1345403 h 2454076"/>
                <a:gd name="csX6464" fmla="*/ 49371 w 1886469"/>
                <a:gd name="csY6464" fmla="*/ 1357463 h 2454076"/>
                <a:gd name="csX6465" fmla="*/ 57885 w 1886469"/>
                <a:gd name="csY6465" fmla="*/ 1363352 h 2454076"/>
                <a:gd name="csX6466" fmla="*/ 61362 w 1886469"/>
                <a:gd name="csY6466" fmla="*/ 1367377 h 2454076"/>
                <a:gd name="csX6467" fmla="*/ 66895 w 1886469"/>
                <a:gd name="csY6467" fmla="*/ 1370915 h 2454076"/>
                <a:gd name="csX6468" fmla="*/ 79904 w 1886469"/>
                <a:gd name="csY6468" fmla="*/ 1378592 h 2454076"/>
                <a:gd name="csX6469" fmla="*/ 83952 w 1886469"/>
                <a:gd name="csY6469" fmla="*/ 1379375 h 2454076"/>
                <a:gd name="csX6470" fmla="*/ 91493 w 1886469"/>
                <a:gd name="csY6470" fmla="*/ 1383035 h 2454076"/>
                <a:gd name="csX6471" fmla="*/ 96165 w 1886469"/>
                <a:gd name="csY6471" fmla="*/ 1382556 h 2454076"/>
                <a:gd name="csX6472" fmla="*/ 104199 w 1886469"/>
                <a:gd name="csY6472" fmla="*/ 1383454 h 2454076"/>
                <a:gd name="csX6473" fmla="*/ 109662 w 1886469"/>
                <a:gd name="csY6473" fmla="*/ 1386383 h 2454076"/>
                <a:gd name="csX6474" fmla="*/ 120435 w 1886469"/>
                <a:gd name="csY6474" fmla="*/ 1394402 h 2454076"/>
                <a:gd name="csX6475" fmla="*/ 122642 w 1886469"/>
                <a:gd name="csY6475" fmla="*/ 1395118 h 2454076"/>
                <a:gd name="csX6476" fmla="*/ 123235 w 1886469"/>
                <a:gd name="csY6476" fmla="*/ 1394532 h 2454076"/>
                <a:gd name="csX6477" fmla="*/ 119484 w 1886469"/>
                <a:gd name="csY6477" fmla="*/ 1386604 h 2454076"/>
                <a:gd name="csX6478" fmla="*/ 118891 w 1886469"/>
                <a:gd name="csY6478" fmla="*/ 1385835 h 2454076"/>
                <a:gd name="csX6479" fmla="*/ 114547 w 1886469"/>
                <a:gd name="csY6479" fmla="*/ 1382860 h 2454076"/>
                <a:gd name="csX6480" fmla="*/ 109457 w 1886469"/>
                <a:gd name="csY6480" fmla="*/ 1381392 h 2454076"/>
                <a:gd name="csX6481" fmla="*/ 109068 w 1886469"/>
                <a:gd name="csY6481" fmla="*/ 1380813 h 2454076"/>
                <a:gd name="csX6482" fmla="*/ 108117 w 1886469"/>
                <a:gd name="csY6482" fmla="*/ 1377991 h 2454076"/>
                <a:gd name="csX6483" fmla="*/ 108422 w 1886469"/>
                <a:gd name="csY6483" fmla="*/ 1376895 h 2454076"/>
                <a:gd name="csX6484" fmla="*/ 109532 w 1886469"/>
                <a:gd name="csY6484" fmla="*/ 1376393 h 2454076"/>
                <a:gd name="csX6485" fmla="*/ 113329 w 1886469"/>
                <a:gd name="csY6485" fmla="*/ 1376416 h 2454076"/>
                <a:gd name="csX6486" fmla="*/ 115573 w 1886469"/>
                <a:gd name="csY6486" fmla="*/ 1375967 h 2454076"/>
                <a:gd name="csX6487" fmla="*/ 115885 w 1886469"/>
                <a:gd name="csY6487" fmla="*/ 1374856 h 2454076"/>
                <a:gd name="csX6488" fmla="*/ 114272 w 1886469"/>
                <a:gd name="csY6488" fmla="*/ 1374597 h 2454076"/>
                <a:gd name="csX6489" fmla="*/ 112325 w 1886469"/>
                <a:gd name="csY6489" fmla="*/ 1373517 h 2454076"/>
                <a:gd name="csX6490" fmla="*/ 110005 w 1886469"/>
                <a:gd name="csY6490" fmla="*/ 1371615 h 2454076"/>
                <a:gd name="csX6491" fmla="*/ 108719 w 1886469"/>
                <a:gd name="csY6491" fmla="*/ 1369819 h 2454076"/>
                <a:gd name="csX6492" fmla="*/ 113390 w 1886469"/>
                <a:gd name="csY6492" fmla="*/ 1357813 h 2454076"/>
                <a:gd name="csX6493" fmla="*/ 115026 w 1886469"/>
                <a:gd name="csY6493" fmla="*/ 1359030 h 2454076"/>
                <a:gd name="csX6494" fmla="*/ 117491 w 1886469"/>
                <a:gd name="csY6494" fmla="*/ 1356238 h 2454076"/>
                <a:gd name="csX6495" fmla="*/ 121904 w 1886469"/>
                <a:gd name="csY6495" fmla="*/ 1358011 h 2454076"/>
                <a:gd name="csX6496" fmla="*/ 122710 w 1886469"/>
                <a:gd name="csY6496" fmla="*/ 1357044 h 2454076"/>
                <a:gd name="csX6497" fmla="*/ 123250 w 1886469"/>
                <a:gd name="csY6497" fmla="*/ 1350904 h 2454076"/>
                <a:gd name="csX6498" fmla="*/ 123905 w 1886469"/>
                <a:gd name="csY6498" fmla="*/ 1349421 h 2454076"/>
                <a:gd name="csX6499" fmla="*/ 125153 w 1886469"/>
                <a:gd name="csY6499" fmla="*/ 1348317 h 2454076"/>
                <a:gd name="csX6500" fmla="*/ 131300 w 1886469"/>
                <a:gd name="csY6500" fmla="*/ 1347214 h 2454076"/>
                <a:gd name="csX6501" fmla="*/ 138963 w 1886469"/>
                <a:gd name="csY6501" fmla="*/ 1348310 h 2454076"/>
                <a:gd name="csX6502" fmla="*/ 139753 w 1886469"/>
                <a:gd name="csY6502" fmla="*/ 1347716 h 2454076"/>
                <a:gd name="csX6503" fmla="*/ 139015 w 1886469"/>
                <a:gd name="csY6503" fmla="*/ 1343592 h 2454076"/>
                <a:gd name="csX6504" fmla="*/ 138932 w 1886469"/>
                <a:gd name="csY6504" fmla="*/ 1341964 h 2454076"/>
                <a:gd name="csX6505" fmla="*/ 139396 w 1886469"/>
                <a:gd name="csY6505" fmla="*/ 1338236 h 2454076"/>
                <a:gd name="csX6506" fmla="*/ 139875 w 1886469"/>
                <a:gd name="csY6506" fmla="*/ 1336235 h 2454076"/>
                <a:gd name="csX6507" fmla="*/ 140781 w 1886469"/>
                <a:gd name="csY6507" fmla="*/ 1335231 h 2454076"/>
                <a:gd name="csX6508" fmla="*/ 144350 w 1886469"/>
                <a:gd name="csY6508" fmla="*/ 1336022 h 2454076"/>
                <a:gd name="csX6509" fmla="*/ 145460 w 1886469"/>
                <a:gd name="csY6509" fmla="*/ 1337863 h 2454076"/>
                <a:gd name="csX6510" fmla="*/ 146655 w 1886469"/>
                <a:gd name="csY6510" fmla="*/ 1341021 h 2454076"/>
                <a:gd name="csX6511" fmla="*/ 147864 w 1886469"/>
                <a:gd name="csY6511" fmla="*/ 1342816 h 2454076"/>
                <a:gd name="csX6512" fmla="*/ 151653 w 1886469"/>
                <a:gd name="csY6512" fmla="*/ 1344627 h 2454076"/>
                <a:gd name="csX6513" fmla="*/ 152087 w 1886469"/>
                <a:gd name="csY6513" fmla="*/ 1345875 h 2454076"/>
                <a:gd name="csX6514" fmla="*/ 150641 w 1886469"/>
                <a:gd name="csY6514" fmla="*/ 1350630 h 2454076"/>
                <a:gd name="csX6515" fmla="*/ 149127 w 1886469"/>
                <a:gd name="csY6515" fmla="*/ 1353118 h 2454076"/>
                <a:gd name="csX6516" fmla="*/ 145992 w 1886469"/>
                <a:gd name="csY6516" fmla="*/ 1359639 h 2454076"/>
                <a:gd name="csX6517" fmla="*/ 145795 w 1886469"/>
                <a:gd name="csY6517" fmla="*/ 1361313 h 2454076"/>
                <a:gd name="csX6518" fmla="*/ 150626 w 1886469"/>
                <a:gd name="csY6518" fmla="*/ 1358391 h 2454076"/>
                <a:gd name="csX6519" fmla="*/ 156051 w 1886469"/>
                <a:gd name="csY6519" fmla="*/ 1354336 h 2454076"/>
                <a:gd name="csX6520" fmla="*/ 160710 w 1886469"/>
                <a:gd name="csY6520" fmla="*/ 1352099 h 2454076"/>
                <a:gd name="csX6521" fmla="*/ 164605 w 1886469"/>
                <a:gd name="csY6521" fmla="*/ 1351688 h 2454076"/>
                <a:gd name="csX6522" fmla="*/ 167390 w 1886469"/>
                <a:gd name="csY6522" fmla="*/ 1350364 h 2454076"/>
                <a:gd name="csX6523" fmla="*/ 169072 w 1886469"/>
                <a:gd name="csY6523" fmla="*/ 1348135 h 2454076"/>
                <a:gd name="csX6524" fmla="*/ 170274 w 1886469"/>
                <a:gd name="csY6524" fmla="*/ 1345844 h 2454076"/>
                <a:gd name="csX6525" fmla="*/ 172686 w 1886469"/>
                <a:gd name="csY6525" fmla="*/ 1338426 h 2454076"/>
                <a:gd name="csX6526" fmla="*/ 174283 w 1886469"/>
                <a:gd name="csY6526" fmla="*/ 1337140 h 2454076"/>
                <a:gd name="csX6527" fmla="*/ 180979 w 1886469"/>
                <a:gd name="csY6527" fmla="*/ 1337597 h 2454076"/>
                <a:gd name="csX6528" fmla="*/ 182569 w 1886469"/>
                <a:gd name="csY6528" fmla="*/ 1337369 h 2454076"/>
                <a:gd name="csX6529" fmla="*/ 183604 w 1886469"/>
                <a:gd name="csY6529" fmla="*/ 1336646 h 2454076"/>
                <a:gd name="csX6530" fmla="*/ 183414 w 1886469"/>
                <a:gd name="csY6530" fmla="*/ 1335702 h 2454076"/>
                <a:gd name="csX6531" fmla="*/ 181998 w 1886469"/>
                <a:gd name="csY6531" fmla="*/ 1334553 h 2454076"/>
                <a:gd name="csX6532" fmla="*/ 180089 w 1886469"/>
                <a:gd name="csY6532" fmla="*/ 1334234 h 2454076"/>
                <a:gd name="csX6533" fmla="*/ 180043 w 1886469"/>
                <a:gd name="csY6533" fmla="*/ 1333709 h 2454076"/>
                <a:gd name="csX6534" fmla="*/ 180751 w 1886469"/>
                <a:gd name="csY6534" fmla="*/ 1332484 h 2454076"/>
                <a:gd name="csX6535" fmla="*/ 181793 w 1886469"/>
                <a:gd name="csY6535" fmla="*/ 1331776 h 2454076"/>
                <a:gd name="csX6536" fmla="*/ 185095 w 1886469"/>
                <a:gd name="csY6536" fmla="*/ 1330932 h 2454076"/>
                <a:gd name="csX6537" fmla="*/ 187264 w 1886469"/>
                <a:gd name="csY6537" fmla="*/ 1333625 h 2454076"/>
                <a:gd name="csX6538" fmla="*/ 188740 w 1886469"/>
                <a:gd name="csY6538" fmla="*/ 1333815 h 2454076"/>
                <a:gd name="csX6539" fmla="*/ 193640 w 1886469"/>
                <a:gd name="csY6539" fmla="*/ 1330825 h 2454076"/>
                <a:gd name="csX6540" fmla="*/ 201164 w 1886469"/>
                <a:gd name="csY6540" fmla="*/ 1322867 h 2454076"/>
                <a:gd name="csX6541" fmla="*/ 204170 w 1886469"/>
                <a:gd name="csY6541" fmla="*/ 1320645 h 2454076"/>
                <a:gd name="csX6542" fmla="*/ 206780 w 1886469"/>
                <a:gd name="csY6542" fmla="*/ 1320257 h 2454076"/>
                <a:gd name="csX6543" fmla="*/ 208978 w 1886469"/>
                <a:gd name="csY6543" fmla="*/ 1321710 h 2454076"/>
                <a:gd name="csX6544" fmla="*/ 210675 w 1886469"/>
                <a:gd name="csY6544" fmla="*/ 1321330 h 2454076"/>
                <a:gd name="csX6545" fmla="*/ 212904 w 1886469"/>
                <a:gd name="csY6545" fmla="*/ 1316810 h 2454076"/>
                <a:gd name="csX6546" fmla="*/ 213787 w 1886469"/>
                <a:gd name="csY6546" fmla="*/ 1314398 h 2454076"/>
                <a:gd name="csX6547" fmla="*/ 215164 w 1886469"/>
                <a:gd name="csY6547" fmla="*/ 1312306 h 2454076"/>
                <a:gd name="csX6548" fmla="*/ 220734 w 1886469"/>
                <a:gd name="csY6548" fmla="*/ 1307581 h 2454076"/>
                <a:gd name="csX6549" fmla="*/ 224302 w 1886469"/>
                <a:gd name="csY6549" fmla="*/ 1306569 h 2454076"/>
                <a:gd name="csX6550" fmla="*/ 226478 w 1886469"/>
                <a:gd name="csY6550" fmla="*/ 1307444 h 2454076"/>
                <a:gd name="csX6551" fmla="*/ 229073 w 1886469"/>
                <a:gd name="csY6551" fmla="*/ 1309407 h 2454076"/>
                <a:gd name="csX6552" fmla="*/ 231211 w 1886469"/>
                <a:gd name="csY6552" fmla="*/ 1310168 h 2454076"/>
                <a:gd name="csX6553" fmla="*/ 234026 w 1886469"/>
                <a:gd name="csY6553" fmla="*/ 1309590 h 2454076"/>
                <a:gd name="csX6554" fmla="*/ 236126 w 1886469"/>
                <a:gd name="csY6554" fmla="*/ 1309848 h 2454076"/>
                <a:gd name="csX6555" fmla="*/ 237123 w 1886469"/>
                <a:gd name="csY6555" fmla="*/ 1308897 h 2454076"/>
                <a:gd name="csX6556" fmla="*/ 240714 w 1886469"/>
                <a:gd name="csY6556" fmla="*/ 1303495 h 2454076"/>
                <a:gd name="csX6557" fmla="*/ 241878 w 1886469"/>
                <a:gd name="csY6557" fmla="*/ 1303442 h 2454076"/>
                <a:gd name="csX6558" fmla="*/ 242996 w 1886469"/>
                <a:gd name="csY6558" fmla="*/ 1305032 h 2454076"/>
                <a:gd name="csX6559" fmla="*/ 244800 w 1886469"/>
                <a:gd name="csY6559" fmla="*/ 1308951 h 2454076"/>
                <a:gd name="csX6560" fmla="*/ 244807 w 1886469"/>
                <a:gd name="csY6560" fmla="*/ 1310914 h 2454076"/>
                <a:gd name="csX6561" fmla="*/ 242456 w 1886469"/>
                <a:gd name="csY6561" fmla="*/ 1315669 h 2454076"/>
                <a:gd name="csX6562" fmla="*/ 225147 w 1886469"/>
                <a:gd name="csY6562" fmla="*/ 1329182 h 2454076"/>
                <a:gd name="csX6563" fmla="*/ 219813 w 1886469"/>
                <a:gd name="csY6563" fmla="*/ 1334972 h 2454076"/>
                <a:gd name="csX6564" fmla="*/ 217173 w 1886469"/>
                <a:gd name="csY6564" fmla="*/ 1337087 h 2454076"/>
                <a:gd name="csX6565" fmla="*/ 214441 w 1886469"/>
                <a:gd name="csY6565" fmla="*/ 1338282 h 2454076"/>
                <a:gd name="csX6566" fmla="*/ 209146 w 1886469"/>
                <a:gd name="csY6566" fmla="*/ 1339278 h 2454076"/>
                <a:gd name="csX6567" fmla="*/ 207046 w 1886469"/>
                <a:gd name="csY6567" fmla="*/ 1340450 h 2454076"/>
                <a:gd name="csX6568" fmla="*/ 203485 w 1886469"/>
                <a:gd name="csY6568" fmla="*/ 1341500 h 2454076"/>
                <a:gd name="csX6569" fmla="*/ 195161 w 1886469"/>
                <a:gd name="csY6569" fmla="*/ 1343341 h 2454076"/>
                <a:gd name="csX6570" fmla="*/ 193563 w 1886469"/>
                <a:gd name="csY6570" fmla="*/ 1344231 h 2454076"/>
                <a:gd name="csX6571" fmla="*/ 192475 w 1886469"/>
                <a:gd name="csY6571" fmla="*/ 1345274 h 2454076"/>
                <a:gd name="csX6572" fmla="*/ 189485 w 1886469"/>
                <a:gd name="csY6572" fmla="*/ 1352289 h 2454076"/>
                <a:gd name="csX6573" fmla="*/ 188032 w 1886469"/>
                <a:gd name="csY6573" fmla="*/ 1354572 h 2454076"/>
                <a:gd name="csX6574" fmla="*/ 185171 w 1886469"/>
                <a:gd name="csY6574" fmla="*/ 1358003 h 2454076"/>
                <a:gd name="csX6575" fmla="*/ 181960 w 1886469"/>
                <a:gd name="csY6575" fmla="*/ 1360103 h 2454076"/>
                <a:gd name="csX6576" fmla="*/ 177570 w 1886469"/>
                <a:gd name="csY6576" fmla="*/ 1360902 h 2454076"/>
                <a:gd name="csX6577" fmla="*/ 174778 w 1886469"/>
                <a:gd name="csY6577" fmla="*/ 1364158 h 2454076"/>
                <a:gd name="csX6578" fmla="*/ 171567 w 1886469"/>
                <a:gd name="csY6578" fmla="*/ 1370413 h 2454076"/>
                <a:gd name="csX6579" fmla="*/ 168973 w 1886469"/>
                <a:gd name="csY6579" fmla="*/ 1374749 h 2454076"/>
                <a:gd name="csX6580" fmla="*/ 166013 w 1886469"/>
                <a:gd name="csY6580" fmla="*/ 1378417 h 2454076"/>
                <a:gd name="csX6581" fmla="*/ 162794 w 1886469"/>
                <a:gd name="csY6581" fmla="*/ 1383195 h 2454076"/>
                <a:gd name="csX6582" fmla="*/ 161957 w 1886469"/>
                <a:gd name="csY6582" fmla="*/ 1385706 h 2454076"/>
                <a:gd name="csX6583" fmla="*/ 162916 w 1886469"/>
                <a:gd name="csY6583" fmla="*/ 1389000 h 2454076"/>
                <a:gd name="csX6584" fmla="*/ 163449 w 1886469"/>
                <a:gd name="csY6584" fmla="*/ 1390096 h 2454076"/>
                <a:gd name="csX6585" fmla="*/ 166682 w 1886469"/>
                <a:gd name="csY6585" fmla="*/ 1391869 h 2454076"/>
                <a:gd name="csX6586" fmla="*/ 167938 w 1886469"/>
                <a:gd name="csY6586" fmla="*/ 1391465 h 2454076"/>
                <a:gd name="csX6587" fmla="*/ 166781 w 1886469"/>
                <a:gd name="csY6587" fmla="*/ 1389708 h 2454076"/>
                <a:gd name="csX6588" fmla="*/ 164065 w 1886469"/>
                <a:gd name="csY6588" fmla="*/ 1387159 h 2454076"/>
                <a:gd name="csX6589" fmla="*/ 163700 w 1886469"/>
                <a:gd name="csY6589" fmla="*/ 1386238 h 2454076"/>
                <a:gd name="csX6590" fmla="*/ 164400 w 1886469"/>
                <a:gd name="csY6590" fmla="*/ 1385516 h 2454076"/>
                <a:gd name="csX6591" fmla="*/ 177167 w 1886469"/>
                <a:gd name="csY6591" fmla="*/ 1387440 h 2454076"/>
                <a:gd name="csX6592" fmla="*/ 179906 w 1886469"/>
                <a:gd name="csY6592" fmla="*/ 1385500 h 2454076"/>
                <a:gd name="csX6593" fmla="*/ 180865 w 1886469"/>
                <a:gd name="csY6593" fmla="*/ 1383849 h 2454076"/>
                <a:gd name="csX6594" fmla="*/ 180659 w 1886469"/>
                <a:gd name="csY6594" fmla="*/ 1383005 h 2454076"/>
                <a:gd name="csX6595" fmla="*/ 177197 w 1886469"/>
                <a:gd name="csY6595" fmla="*/ 1382655 h 2454076"/>
                <a:gd name="csX6596" fmla="*/ 176452 w 1886469"/>
                <a:gd name="csY6596" fmla="*/ 1381080 h 2454076"/>
                <a:gd name="csX6597" fmla="*/ 175904 w 1886469"/>
                <a:gd name="csY6597" fmla="*/ 1378112 h 2454076"/>
                <a:gd name="csX6598" fmla="*/ 175790 w 1886469"/>
                <a:gd name="csY6598" fmla="*/ 1375746 h 2454076"/>
                <a:gd name="csX6599" fmla="*/ 176102 w 1886469"/>
                <a:gd name="csY6599" fmla="*/ 1373989 h 2454076"/>
                <a:gd name="csX6600" fmla="*/ 176886 w 1886469"/>
                <a:gd name="csY6600" fmla="*/ 1371752 h 2454076"/>
                <a:gd name="csX6601" fmla="*/ 180598 w 1886469"/>
                <a:gd name="csY6601" fmla="*/ 1368077 h 2454076"/>
                <a:gd name="csX6602" fmla="*/ 184593 w 1886469"/>
                <a:gd name="csY6602" fmla="*/ 1366502 h 2454076"/>
                <a:gd name="csX6603" fmla="*/ 187667 w 1886469"/>
                <a:gd name="csY6603" fmla="*/ 1364417 h 2454076"/>
                <a:gd name="csX6604" fmla="*/ 189371 w 1886469"/>
                <a:gd name="csY6604" fmla="*/ 1362446 h 2454076"/>
                <a:gd name="csX6605" fmla="*/ 193959 w 1886469"/>
                <a:gd name="csY6605" fmla="*/ 1359068 h 2454076"/>
                <a:gd name="csX6606" fmla="*/ 195800 w 1886469"/>
                <a:gd name="csY6606" fmla="*/ 1356321 h 2454076"/>
                <a:gd name="csX6607" fmla="*/ 196790 w 1886469"/>
                <a:gd name="csY6607" fmla="*/ 1354184 h 2454076"/>
                <a:gd name="csX6608" fmla="*/ 196911 w 1886469"/>
                <a:gd name="csY6608" fmla="*/ 1353118 h 2454076"/>
                <a:gd name="csX6609" fmla="*/ 196082 w 1886469"/>
                <a:gd name="csY6609" fmla="*/ 1352342 h 2454076"/>
                <a:gd name="csX6610" fmla="*/ 196759 w 1886469"/>
                <a:gd name="csY6610" fmla="*/ 1350501 h 2454076"/>
                <a:gd name="csX6611" fmla="*/ 200099 w 1886469"/>
                <a:gd name="csY6611" fmla="*/ 1348850 h 2454076"/>
                <a:gd name="csX6612" fmla="*/ 201568 w 1886469"/>
                <a:gd name="csY6612" fmla="*/ 1348705 h 2454076"/>
                <a:gd name="csX6613" fmla="*/ 206270 w 1886469"/>
                <a:gd name="csY6613" fmla="*/ 1350288 h 2454076"/>
                <a:gd name="csX6614" fmla="*/ 207122 w 1886469"/>
                <a:gd name="csY6614" fmla="*/ 1351520 h 2454076"/>
                <a:gd name="csX6615" fmla="*/ 206658 w 1886469"/>
                <a:gd name="csY6615" fmla="*/ 1354785 h 2454076"/>
                <a:gd name="csX6616" fmla="*/ 207312 w 1886469"/>
                <a:gd name="csY6616" fmla="*/ 1354632 h 2454076"/>
                <a:gd name="csX6617" fmla="*/ 209123 w 1886469"/>
                <a:gd name="csY6617" fmla="*/ 1350478 h 2454076"/>
                <a:gd name="csX6618" fmla="*/ 210135 w 1886469"/>
                <a:gd name="csY6618" fmla="*/ 1349093 h 2454076"/>
                <a:gd name="csX6619" fmla="*/ 211177 w 1886469"/>
                <a:gd name="csY6619" fmla="*/ 1348819 h 2454076"/>
                <a:gd name="csX6620" fmla="*/ 212235 w 1886469"/>
                <a:gd name="csY6620" fmla="*/ 1349352 h 2454076"/>
                <a:gd name="csX6621" fmla="*/ 213308 w 1886469"/>
                <a:gd name="csY6621" fmla="*/ 1350691 h 2454076"/>
                <a:gd name="csX6622" fmla="*/ 213886 w 1886469"/>
                <a:gd name="csY6622" fmla="*/ 1354678 h 2454076"/>
                <a:gd name="csX6623" fmla="*/ 213977 w 1886469"/>
                <a:gd name="csY6623" fmla="*/ 1361298 h 2454076"/>
                <a:gd name="csX6624" fmla="*/ 214221 w 1886469"/>
                <a:gd name="csY6624" fmla="*/ 1363960 h 2454076"/>
                <a:gd name="csX6625" fmla="*/ 215423 w 1886469"/>
                <a:gd name="csY6625" fmla="*/ 1359395 h 2454076"/>
                <a:gd name="csX6626" fmla="*/ 216260 w 1886469"/>
                <a:gd name="csY6626" fmla="*/ 1357273 h 2454076"/>
                <a:gd name="csX6627" fmla="*/ 220840 w 1886469"/>
                <a:gd name="csY6627" fmla="*/ 1347488 h 2454076"/>
                <a:gd name="csX6628" fmla="*/ 223929 w 1886469"/>
                <a:gd name="csY6628" fmla="*/ 1342101 h 2454076"/>
                <a:gd name="csX6629" fmla="*/ 227399 w 1886469"/>
                <a:gd name="csY6629" fmla="*/ 1336828 h 2454076"/>
                <a:gd name="csX6630" fmla="*/ 232436 w 1886469"/>
                <a:gd name="csY6630" fmla="*/ 1332872 h 2454076"/>
                <a:gd name="csX6631" fmla="*/ 244084 w 1886469"/>
                <a:gd name="csY6631" fmla="*/ 1326291 h 2454076"/>
                <a:gd name="csX6632" fmla="*/ 250643 w 1886469"/>
                <a:gd name="csY6632" fmla="*/ 1324510 h 2454076"/>
                <a:gd name="csX6633" fmla="*/ 253968 w 1886469"/>
                <a:gd name="csY6633" fmla="*/ 1322867 h 2454076"/>
                <a:gd name="csX6634" fmla="*/ 255596 w 1886469"/>
                <a:gd name="csY6634" fmla="*/ 1321436 h 2454076"/>
                <a:gd name="csX6635" fmla="*/ 256631 w 1886469"/>
                <a:gd name="csY6635" fmla="*/ 1319671 h 2454076"/>
                <a:gd name="csX6636" fmla="*/ 258457 w 1886469"/>
                <a:gd name="csY6636" fmla="*/ 1317632 h 2454076"/>
                <a:gd name="csX6637" fmla="*/ 258784 w 1886469"/>
                <a:gd name="csY6637" fmla="*/ 1317799 h 2454076"/>
                <a:gd name="csX6638" fmla="*/ 258077 w 1886469"/>
                <a:gd name="csY6638" fmla="*/ 1322068 h 2454076"/>
                <a:gd name="csX6639" fmla="*/ 257605 w 1886469"/>
                <a:gd name="csY6639" fmla="*/ 1323300 h 2454076"/>
                <a:gd name="csX6640" fmla="*/ 253336 w 1886469"/>
                <a:gd name="csY6640" fmla="*/ 1325933 h 2454076"/>
                <a:gd name="csX6641" fmla="*/ 252918 w 1886469"/>
                <a:gd name="csY6641" fmla="*/ 1327942 h 2454076"/>
                <a:gd name="csX6642" fmla="*/ 253382 w 1886469"/>
                <a:gd name="csY6642" fmla="*/ 1331031 h 2454076"/>
                <a:gd name="csX6643" fmla="*/ 254120 w 1886469"/>
                <a:gd name="csY6643" fmla="*/ 1333062 h 2454076"/>
                <a:gd name="csX6644" fmla="*/ 255132 w 1886469"/>
                <a:gd name="csY6644" fmla="*/ 1334044 h 2454076"/>
                <a:gd name="csX6645" fmla="*/ 256897 w 1886469"/>
                <a:gd name="csY6645" fmla="*/ 1333351 h 2454076"/>
                <a:gd name="csX6646" fmla="*/ 259431 w 1886469"/>
                <a:gd name="csY6646" fmla="*/ 1330970 h 2454076"/>
                <a:gd name="csX6647" fmla="*/ 262581 w 1886469"/>
                <a:gd name="csY6647" fmla="*/ 1327318 h 2454076"/>
                <a:gd name="csX6648" fmla="*/ 269390 w 1886469"/>
                <a:gd name="csY6648" fmla="*/ 1318012 h 2454076"/>
                <a:gd name="csX6649" fmla="*/ 269976 w 1886469"/>
                <a:gd name="csY6649" fmla="*/ 1316300 h 2454076"/>
                <a:gd name="csX6650" fmla="*/ 271696 w 1886469"/>
                <a:gd name="csY6650" fmla="*/ 1308768 h 2454076"/>
                <a:gd name="csX6651" fmla="*/ 275599 w 1886469"/>
                <a:gd name="csY6651" fmla="*/ 1305428 h 2454076"/>
                <a:gd name="csX6652" fmla="*/ 282667 w 1886469"/>
                <a:gd name="csY6652" fmla="*/ 1301624 h 2454076"/>
                <a:gd name="csX6653" fmla="*/ 284402 w 1886469"/>
                <a:gd name="csY6653" fmla="*/ 1299196 h 2454076"/>
                <a:gd name="csX6654" fmla="*/ 278209 w 1886469"/>
                <a:gd name="csY6654" fmla="*/ 1297135 h 2454076"/>
                <a:gd name="csX6655" fmla="*/ 276923 w 1886469"/>
                <a:gd name="csY6655" fmla="*/ 1295712 h 2454076"/>
                <a:gd name="csX6656" fmla="*/ 276725 w 1886469"/>
                <a:gd name="csY6656" fmla="*/ 1294860 h 2454076"/>
                <a:gd name="csX6657" fmla="*/ 277897 w 1886469"/>
                <a:gd name="csY6657" fmla="*/ 1292676 h 2454076"/>
                <a:gd name="csX6658" fmla="*/ 275066 w 1886469"/>
                <a:gd name="csY6658" fmla="*/ 1290500 h 2454076"/>
                <a:gd name="csX6659" fmla="*/ 274024 w 1886469"/>
                <a:gd name="csY6659" fmla="*/ 1289161 h 2454076"/>
                <a:gd name="csX6660" fmla="*/ 274070 w 1886469"/>
                <a:gd name="csY6660" fmla="*/ 1285250 h 2454076"/>
                <a:gd name="csX6661" fmla="*/ 274937 w 1886469"/>
                <a:gd name="csY6661" fmla="*/ 1282435 h 2454076"/>
                <a:gd name="csX6662" fmla="*/ 276794 w 1886469"/>
                <a:gd name="csY6662" fmla="*/ 1279703 h 2454076"/>
                <a:gd name="csX6663" fmla="*/ 277851 w 1886469"/>
                <a:gd name="csY6663" fmla="*/ 1279224 h 2454076"/>
                <a:gd name="csX6664" fmla="*/ 280613 w 1886469"/>
                <a:gd name="csY6664" fmla="*/ 1280814 h 2454076"/>
                <a:gd name="csX6665" fmla="*/ 282941 w 1886469"/>
                <a:gd name="csY6665" fmla="*/ 1282861 h 2454076"/>
                <a:gd name="csX6666" fmla="*/ 290968 w 1886469"/>
                <a:gd name="csY6666" fmla="*/ 1292318 h 2454076"/>
                <a:gd name="csX6667" fmla="*/ 294194 w 1886469"/>
                <a:gd name="csY6667" fmla="*/ 1296914 h 2454076"/>
                <a:gd name="csX6668" fmla="*/ 296066 w 1886469"/>
                <a:gd name="csY6668" fmla="*/ 1300505 h 2454076"/>
                <a:gd name="csX6669" fmla="*/ 300586 w 1886469"/>
                <a:gd name="csY6669" fmla="*/ 1311667 h 2454076"/>
                <a:gd name="csX6670" fmla="*/ 302579 w 1886469"/>
                <a:gd name="csY6670" fmla="*/ 1318073 h 2454076"/>
                <a:gd name="csX6671" fmla="*/ 304177 w 1886469"/>
                <a:gd name="csY6671" fmla="*/ 1324639 h 2454076"/>
                <a:gd name="csX6672" fmla="*/ 305752 w 1886469"/>
                <a:gd name="csY6672" fmla="*/ 1329357 h 2454076"/>
                <a:gd name="csX6673" fmla="*/ 307304 w 1886469"/>
                <a:gd name="csY6673" fmla="*/ 1332240 h 2454076"/>
                <a:gd name="csX6674" fmla="*/ 315027 w 1886469"/>
                <a:gd name="csY6674" fmla="*/ 1343592 h 2454076"/>
                <a:gd name="csX6675" fmla="*/ 319006 w 1886469"/>
                <a:gd name="csY6675" fmla="*/ 1348355 h 2454076"/>
                <a:gd name="csX6676" fmla="*/ 322346 w 1886469"/>
                <a:gd name="csY6676" fmla="*/ 1351307 h 2454076"/>
                <a:gd name="csX6677" fmla="*/ 326181 w 1886469"/>
                <a:gd name="csY6677" fmla="*/ 1353643 h 2454076"/>
                <a:gd name="csX6678" fmla="*/ 330510 w 1886469"/>
                <a:gd name="csY6678" fmla="*/ 1355363 h 2454076"/>
                <a:gd name="csX6679" fmla="*/ 333462 w 1886469"/>
                <a:gd name="csY6679" fmla="*/ 1355507 h 2454076"/>
                <a:gd name="csX6680" fmla="*/ 338050 w 1886469"/>
                <a:gd name="csY6680" fmla="*/ 1350737 h 2454076"/>
                <a:gd name="csX6681" fmla="*/ 338157 w 1886469"/>
                <a:gd name="csY6681" fmla="*/ 1347587 h 2454076"/>
                <a:gd name="csX6682" fmla="*/ 336133 w 1886469"/>
                <a:gd name="csY6682" fmla="*/ 1342322 h 2454076"/>
                <a:gd name="csX6683" fmla="*/ 334094 w 1886469"/>
                <a:gd name="csY6683" fmla="*/ 1338662 h 2454076"/>
                <a:gd name="csX6684" fmla="*/ 334337 w 1886469"/>
                <a:gd name="csY6684" fmla="*/ 1336425 h 2454076"/>
                <a:gd name="csX6685" fmla="*/ 337031 w 1886469"/>
                <a:gd name="csY6685" fmla="*/ 1332126 h 2454076"/>
                <a:gd name="csX6686" fmla="*/ 336848 w 1886469"/>
                <a:gd name="csY6686" fmla="*/ 1330627 h 2454076"/>
                <a:gd name="csX6687" fmla="*/ 337419 w 1886469"/>
                <a:gd name="csY6687" fmla="*/ 1326176 h 2454076"/>
                <a:gd name="csX6688" fmla="*/ 339283 w 1886469"/>
                <a:gd name="csY6688" fmla="*/ 1327029 h 2454076"/>
                <a:gd name="csX6689" fmla="*/ 340013 w 1886469"/>
                <a:gd name="csY6689" fmla="*/ 1326854 h 2454076"/>
                <a:gd name="csX6690" fmla="*/ 341056 w 1886469"/>
                <a:gd name="csY6690" fmla="*/ 1325218 h 2454076"/>
                <a:gd name="csX6691" fmla="*/ 342395 w 1886469"/>
                <a:gd name="csY6691" fmla="*/ 1322113 h 2454076"/>
                <a:gd name="csX6692" fmla="*/ 344084 w 1886469"/>
                <a:gd name="csY6692" fmla="*/ 1319542 h 2454076"/>
                <a:gd name="csX6693" fmla="*/ 346123 w 1886469"/>
                <a:gd name="csY6693" fmla="*/ 1317503 h 2454076"/>
                <a:gd name="csX6694" fmla="*/ 346671 w 1886469"/>
                <a:gd name="csY6694" fmla="*/ 1316164 h 2454076"/>
                <a:gd name="csX6695" fmla="*/ 344647 w 1886469"/>
                <a:gd name="csY6695" fmla="*/ 1315197 h 2454076"/>
                <a:gd name="csX6696" fmla="*/ 343422 w 1886469"/>
                <a:gd name="csY6696" fmla="*/ 1315197 h 2454076"/>
                <a:gd name="csX6697" fmla="*/ 342509 w 1886469"/>
                <a:gd name="csY6697" fmla="*/ 1314756 h 2454076"/>
                <a:gd name="csX6698" fmla="*/ 341915 w 1886469"/>
                <a:gd name="csY6698" fmla="*/ 1313881 h 2454076"/>
                <a:gd name="csX6699" fmla="*/ 342722 w 1886469"/>
                <a:gd name="csY6699" fmla="*/ 1312930 h 2454076"/>
                <a:gd name="csX6700" fmla="*/ 347150 w 1886469"/>
                <a:gd name="csY6700" fmla="*/ 1310526 h 2454076"/>
                <a:gd name="csX6701" fmla="*/ 347979 w 1886469"/>
                <a:gd name="csY6701" fmla="*/ 1308220 h 2454076"/>
                <a:gd name="csX6702" fmla="*/ 349395 w 1886469"/>
                <a:gd name="csY6702" fmla="*/ 1306683 h 2454076"/>
                <a:gd name="csX6703" fmla="*/ 351213 w 1886469"/>
                <a:gd name="csY6703" fmla="*/ 1306067 h 2454076"/>
                <a:gd name="csX6704" fmla="*/ 352331 w 1886469"/>
                <a:gd name="csY6704" fmla="*/ 1306706 h 2454076"/>
                <a:gd name="csX6705" fmla="*/ 353572 w 1886469"/>
                <a:gd name="csY6705" fmla="*/ 1308616 h 2454076"/>
                <a:gd name="csX6706" fmla="*/ 353633 w 1886469"/>
                <a:gd name="csY6706" fmla="*/ 1311667 h 2454076"/>
                <a:gd name="csX6707" fmla="*/ 353085 w 1886469"/>
                <a:gd name="csY6707" fmla="*/ 1316620 h 2454076"/>
                <a:gd name="csX6708" fmla="*/ 352986 w 1886469"/>
                <a:gd name="csY6708" fmla="*/ 1320607 h 2454076"/>
                <a:gd name="csX6709" fmla="*/ 354378 w 1886469"/>
                <a:gd name="csY6709" fmla="*/ 1329958 h 2454076"/>
                <a:gd name="csX6710" fmla="*/ 355611 w 1886469"/>
                <a:gd name="csY6710" fmla="*/ 1331989 h 2454076"/>
                <a:gd name="csX6711" fmla="*/ 360404 w 1886469"/>
                <a:gd name="csY6711" fmla="*/ 1334728 h 2454076"/>
                <a:gd name="csX6712" fmla="*/ 360107 w 1886469"/>
                <a:gd name="csY6712" fmla="*/ 1336988 h 2454076"/>
                <a:gd name="csX6713" fmla="*/ 354561 w 1886469"/>
                <a:gd name="csY6713" fmla="*/ 1346727 h 2454076"/>
                <a:gd name="csX6714" fmla="*/ 353374 w 1886469"/>
                <a:gd name="csY6714" fmla="*/ 1349101 h 2454076"/>
                <a:gd name="csX6715" fmla="*/ 352788 w 1886469"/>
                <a:gd name="csY6715" fmla="*/ 1350904 h 2454076"/>
                <a:gd name="csX6716" fmla="*/ 352986 w 1886469"/>
                <a:gd name="csY6716" fmla="*/ 1352426 h 2454076"/>
                <a:gd name="csX6717" fmla="*/ 353967 w 1886469"/>
                <a:gd name="csY6717" fmla="*/ 1353674 h 2454076"/>
                <a:gd name="csX6718" fmla="*/ 355847 w 1886469"/>
                <a:gd name="csY6718" fmla="*/ 1354556 h 2454076"/>
                <a:gd name="csX6719" fmla="*/ 360686 w 1886469"/>
                <a:gd name="csY6719" fmla="*/ 1354914 h 2454076"/>
                <a:gd name="csX6720" fmla="*/ 362010 w 1886469"/>
                <a:gd name="csY6720" fmla="*/ 1354069 h 2454076"/>
                <a:gd name="csX6721" fmla="*/ 371414 w 1886469"/>
                <a:gd name="csY6721" fmla="*/ 1353795 h 2454076"/>
                <a:gd name="csX6722" fmla="*/ 373141 w 1886469"/>
                <a:gd name="csY6722" fmla="*/ 1353073 h 2454076"/>
                <a:gd name="csX6723" fmla="*/ 374594 w 1886469"/>
                <a:gd name="csY6723" fmla="*/ 1351209 h 2454076"/>
                <a:gd name="csX6724" fmla="*/ 376709 w 1886469"/>
                <a:gd name="csY6724" fmla="*/ 1346552 h 2454076"/>
                <a:gd name="csX6725" fmla="*/ 379106 w 1886469"/>
                <a:gd name="csY6725" fmla="*/ 1345129 h 2454076"/>
                <a:gd name="csX6726" fmla="*/ 379859 w 1886469"/>
                <a:gd name="csY6726" fmla="*/ 1343821 h 2454076"/>
                <a:gd name="csX6727" fmla="*/ 381335 w 1886469"/>
                <a:gd name="csY6727" fmla="*/ 1338251 h 2454076"/>
                <a:gd name="csX6728" fmla="*/ 382066 w 1886469"/>
                <a:gd name="csY6728" fmla="*/ 1331761 h 2454076"/>
                <a:gd name="csX6729" fmla="*/ 382789 w 1886469"/>
                <a:gd name="csY6729" fmla="*/ 1329030 h 2454076"/>
                <a:gd name="csX6730" fmla="*/ 383877 w 1886469"/>
                <a:gd name="csY6730" fmla="*/ 1327325 h 2454076"/>
                <a:gd name="csX6731" fmla="*/ 385353 w 1886469"/>
                <a:gd name="csY6731" fmla="*/ 1326777 h 2454076"/>
                <a:gd name="csX6732" fmla="*/ 389012 w 1886469"/>
                <a:gd name="csY6732" fmla="*/ 1327417 h 2454076"/>
                <a:gd name="csX6733" fmla="*/ 390732 w 1886469"/>
                <a:gd name="csY6733" fmla="*/ 1326861 h 2454076"/>
                <a:gd name="csX6734" fmla="*/ 397511 w 1886469"/>
                <a:gd name="csY6734" fmla="*/ 1327417 h 2454076"/>
                <a:gd name="csX6735" fmla="*/ 404290 w 1886469"/>
                <a:gd name="csY6735" fmla="*/ 1326937 h 2454076"/>
                <a:gd name="csX6736" fmla="*/ 411298 w 1886469"/>
                <a:gd name="csY6736" fmla="*/ 1328094 h 2454076"/>
                <a:gd name="csX6737" fmla="*/ 415795 w 1886469"/>
                <a:gd name="csY6737" fmla="*/ 1329433 h 2454076"/>
                <a:gd name="csX6738" fmla="*/ 419956 w 1886469"/>
                <a:gd name="csY6738" fmla="*/ 1331540 h 2454076"/>
                <a:gd name="csX6739" fmla="*/ 427938 w 1886469"/>
                <a:gd name="csY6739" fmla="*/ 1336532 h 2454076"/>
                <a:gd name="csX6740" fmla="*/ 431095 w 1886469"/>
                <a:gd name="csY6740" fmla="*/ 1339202 h 2454076"/>
                <a:gd name="csX6741" fmla="*/ 442242 w 1886469"/>
                <a:gd name="csY6741" fmla="*/ 1351170 h 2454076"/>
                <a:gd name="csX6742" fmla="*/ 445498 w 1886469"/>
                <a:gd name="csY6742" fmla="*/ 1353598 h 2454076"/>
                <a:gd name="csX6743" fmla="*/ 451631 w 1886469"/>
                <a:gd name="csY6743" fmla="*/ 1355911 h 2454076"/>
                <a:gd name="csX6744" fmla="*/ 472646 w 1886469"/>
                <a:gd name="csY6744" fmla="*/ 1361054 h 2454076"/>
                <a:gd name="csX6745" fmla="*/ 475286 w 1886469"/>
                <a:gd name="csY6745" fmla="*/ 1362431 h 2454076"/>
                <a:gd name="csX6746" fmla="*/ 480825 w 1886469"/>
                <a:gd name="csY6746" fmla="*/ 1367803 h 2454076"/>
                <a:gd name="csX6747" fmla="*/ 484637 w 1886469"/>
                <a:gd name="csY6747" fmla="*/ 1370922 h 2454076"/>
                <a:gd name="csX6748" fmla="*/ 489164 w 1886469"/>
                <a:gd name="csY6748" fmla="*/ 1373897 h 2454076"/>
                <a:gd name="csX6749" fmla="*/ 494817 w 1886469"/>
                <a:gd name="csY6749" fmla="*/ 1376461 h 2454076"/>
                <a:gd name="csX6750" fmla="*/ 505903 w 1886469"/>
                <a:gd name="csY6750" fmla="*/ 1380326 h 2454076"/>
                <a:gd name="csX6751" fmla="*/ 507706 w 1886469"/>
                <a:gd name="csY6751" fmla="*/ 1381605 h 2454076"/>
                <a:gd name="csX6752" fmla="*/ 509738 w 1886469"/>
                <a:gd name="csY6752" fmla="*/ 1381978 h 2454076"/>
                <a:gd name="csX6753" fmla="*/ 511997 w 1886469"/>
                <a:gd name="csY6753" fmla="*/ 1381453 h 2454076"/>
                <a:gd name="csX6754" fmla="*/ 522155 w 1886469"/>
                <a:gd name="csY6754" fmla="*/ 1383659 h 2454076"/>
                <a:gd name="csX6755" fmla="*/ 524833 w 1886469"/>
                <a:gd name="csY6755" fmla="*/ 1383553 h 2454076"/>
                <a:gd name="csX6756" fmla="*/ 526766 w 1886469"/>
                <a:gd name="csY6756" fmla="*/ 1383963 h 2454076"/>
                <a:gd name="csX6757" fmla="*/ 529147 w 1886469"/>
                <a:gd name="csY6757" fmla="*/ 1385546 h 2454076"/>
                <a:gd name="csX6758" fmla="*/ 532632 w 1886469"/>
                <a:gd name="csY6758" fmla="*/ 1386132 h 2454076"/>
                <a:gd name="csX6759" fmla="*/ 532510 w 1886469"/>
                <a:gd name="csY6759" fmla="*/ 1385036 h 2454076"/>
                <a:gd name="csX6760" fmla="*/ 528531 w 1886469"/>
                <a:gd name="csY6760" fmla="*/ 1378965 h 2454076"/>
                <a:gd name="csX6761" fmla="*/ 528706 w 1886469"/>
                <a:gd name="csY6761" fmla="*/ 1378006 h 2454076"/>
                <a:gd name="csX6762" fmla="*/ 530342 w 1886469"/>
                <a:gd name="csY6762" fmla="*/ 1377930 h 2454076"/>
                <a:gd name="csX6763" fmla="*/ 535264 w 1886469"/>
                <a:gd name="csY6763" fmla="*/ 1378949 h 2454076"/>
                <a:gd name="csX6764" fmla="*/ 536390 w 1886469"/>
                <a:gd name="csY6764" fmla="*/ 1377215 h 2454076"/>
                <a:gd name="csX6765" fmla="*/ 538034 w 1886469"/>
                <a:gd name="csY6765" fmla="*/ 1377253 h 2454076"/>
                <a:gd name="csX6766" fmla="*/ 541777 w 1886469"/>
                <a:gd name="csY6766" fmla="*/ 1378090 h 2454076"/>
                <a:gd name="csX6767" fmla="*/ 545810 w 1886469"/>
                <a:gd name="csY6767" fmla="*/ 1379969 h 2454076"/>
                <a:gd name="csX6768" fmla="*/ 550131 w 1886469"/>
                <a:gd name="csY6768" fmla="*/ 1382875 h 2454076"/>
                <a:gd name="csX6769" fmla="*/ 555389 w 1886469"/>
                <a:gd name="csY6769" fmla="*/ 1385356 h 2454076"/>
                <a:gd name="csX6770" fmla="*/ 563363 w 1886469"/>
                <a:gd name="csY6770" fmla="*/ 1391488 h 2454076"/>
                <a:gd name="csX6771" fmla="*/ 567768 w 1886469"/>
                <a:gd name="csY6771" fmla="*/ 1396571 h 2454076"/>
                <a:gd name="csX6772" fmla="*/ 571945 w 1886469"/>
                <a:gd name="csY6772" fmla="*/ 1402863 h 2454076"/>
                <a:gd name="csX6773" fmla="*/ 574235 w 1886469"/>
                <a:gd name="csY6773" fmla="*/ 1407215 h 2454076"/>
                <a:gd name="csX6774" fmla="*/ 574639 w 1886469"/>
                <a:gd name="csY6774" fmla="*/ 1409650 h 2454076"/>
                <a:gd name="csX6775" fmla="*/ 575514 w 1886469"/>
                <a:gd name="csY6775" fmla="*/ 1410852 h 2454076"/>
                <a:gd name="csX6776" fmla="*/ 576853 w 1886469"/>
                <a:gd name="csY6776" fmla="*/ 1410837 h 2454076"/>
                <a:gd name="csX6777" fmla="*/ 577362 w 1886469"/>
                <a:gd name="csY6777" fmla="*/ 1411757 h 2454076"/>
                <a:gd name="csX6778" fmla="*/ 576160 w 1886469"/>
                <a:gd name="csY6778" fmla="*/ 1417114 h 2454076"/>
                <a:gd name="csX6779" fmla="*/ 575468 w 1886469"/>
                <a:gd name="csY6779" fmla="*/ 1418445 h 2454076"/>
                <a:gd name="csX6780" fmla="*/ 574555 w 1886469"/>
                <a:gd name="csY6780" fmla="*/ 1419404 h 2454076"/>
                <a:gd name="csX6781" fmla="*/ 570735 w 1886469"/>
                <a:gd name="csY6781" fmla="*/ 1420492 h 2454076"/>
                <a:gd name="csX6782" fmla="*/ 560266 w 1886469"/>
                <a:gd name="csY6782" fmla="*/ 1419206 h 2454076"/>
                <a:gd name="csX6783" fmla="*/ 558410 w 1886469"/>
                <a:gd name="csY6783" fmla="*/ 1423513 h 2454076"/>
                <a:gd name="csX6784" fmla="*/ 552543 w 1886469"/>
                <a:gd name="csY6784" fmla="*/ 1427142 h 2454076"/>
                <a:gd name="csX6785" fmla="*/ 551501 w 1886469"/>
                <a:gd name="csY6785" fmla="*/ 1428725 h 2454076"/>
                <a:gd name="csX6786" fmla="*/ 551265 w 1886469"/>
                <a:gd name="csY6786" fmla="*/ 1429873 h 2454076"/>
                <a:gd name="csX6787" fmla="*/ 551691 w 1886469"/>
                <a:gd name="csY6787" fmla="*/ 1433624 h 2454076"/>
                <a:gd name="csX6788" fmla="*/ 550946 w 1886469"/>
                <a:gd name="csY6788" fmla="*/ 1434766 h 2454076"/>
                <a:gd name="csX6789" fmla="*/ 546137 w 1886469"/>
                <a:gd name="csY6789" fmla="*/ 1439026 h 2454076"/>
                <a:gd name="csX6790" fmla="*/ 545977 w 1886469"/>
                <a:gd name="csY6790" fmla="*/ 1440229 h 2454076"/>
                <a:gd name="csX6791" fmla="*/ 549097 w 1886469"/>
                <a:gd name="csY6791" fmla="*/ 1441971 h 2454076"/>
                <a:gd name="csX6792" fmla="*/ 552414 w 1886469"/>
                <a:gd name="csY6792" fmla="*/ 1444938 h 2454076"/>
                <a:gd name="csX6793" fmla="*/ 555024 w 1886469"/>
                <a:gd name="csY6793" fmla="*/ 1445661 h 2454076"/>
                <a:gd name="csX6794" fmla="*/ 558318 w 1886469"/>
                <a:gd name="csY6794" fmla="*/ 1445258 h 2454076"/>
                <a:gd name="csX6795" fmla="*/ 562457 w 1886469"/>
                <a:gd name="csY6795" fmla="*/ 1446300 h 2454076"/>
                <a:gd name="csX6796" fmla="*/ 567441 w 1886469"/>
                <a:gd name="csY6796" fmla="*/ 1448781 h 2454076"/>
                <a:gd name="csX6797" fmla="*/ 570910 w 1886469"/>
                <a:gd name="csY6797" fmla="*/ 1449907 h 2454076"/>
                <a:gd name="csX6798" fmla="*/ 572858 w 1886469"/>
                <a:gd name="csY6798" fmla="*/ 1449694 h 2454076"/>
                <a:gd name="csX6799" fmla="*/ 575521 w 1886469"/>
                <a:gd name="csY6799" fmla="*/ 1450150 h 2454076"/>
                <a:gd name="csX6800" fmla="*/ 578892 w 1886469"/>
                <a:gd name="csY6800" fmla="*/ 1451276 h 2454076"/>
                <a:gd name="csX6801" fmla="*/ 583404 w 1886469"/>
                <a:gd name="csY6801" fmla="*/ 1451664 h 2454076"/>
                <a:gd name="csX6802" fmla="*/ 593371 w 1886469"/>
                <a:gd name="csY6802" fmla="*/ 1451565 h 2454076"/>
                <a:gd name="csX6803" fmla="*/ 596361 w 1886469"/>
                <a:gd name="csY6803" fmla="*/ 1452410 h 2454076"/>
                <a:gd name="csX6804" fmla="*/ 600538 w 1886469"/>
                <a:gd name="csY6804" fmla="*/ 1452790 h 2454076"/>
                <a:gd name="csX6805" fmla="*/ 608573 w 1886469"/>
                <a:gd name="csY6805" fmla="*/ 1452669 h 2454076"/>
                <a:gd name="csX6806" fmla="*/ 610026 w 1886469"/>
                <a:gd name="csY6806" fmla="*/ 1452509 h 2454076"/>
                <a:gd name="csX6807" fmla="*/ 612598 w 1886469"/>
                <a:gd name="csY6807" fmla="*/ 1450554 h 2454076"/>
                <a:gd name="csX6808" fmla="*/ 614256 w 1886469"/>
                <a:gd name="csY6808" fmla="*/ 1449907 h 2454076"/>
                <a:gd name="csX6809" fmla="*/ 617148 w 1886469"/>
                <a:gd name="csY6809" fmla="*/ 1449876 h 2454076"/>
                <a:gd name="csX6810" fmla="*/ 625487 w 1886469"/>
                <a:gd name="csY6810" fmla="*/ 1448438 h 2454076"/>
                <a:gd name="csX6811" fmla="*/ 628370 w 1886469"/>
                <a:gd name="csY6811" fmla="*/ 1448461 h 2454076"/>
                <a:gd name="csX6812" fmla="*/ 631041 w 1886469"/>
                <a:gd name="csY6812" fmla="*/ 1447366 h 2454076"/>
                <a:gd name="csX6813" fmla="*/ 634457 w 1886469"/>
                <a:gd name="csY6813" fmla="*/ 1445159 h 2454076"/>
                <a:gd name="csX6814" fmla="*/ 636565 w 1886469"/>
                <a:gd name="csY6814" fmla="*/ 1444741 h 2454076"/>
                <a:gd name="csX6815" fmla="*/ 637364 w 1886469"/>
                <a:gd name="csY6815" fmla="*/ 1446118 h 2454076"/>
                <a:gd name="csX6816" fmla="*/ 638802 w 1886469"/>
                <a:gd name="csY6816" fmla="*/ 1446719 h 2454076"/>
                <a:gd name="csX6817" fmla="*/ 640879 w 1886469"/>
                <a:gd name="csY6817" fmla="*/ 1446544 h 2454076"/>
                <a:gd name="csX6818" fmla="*/ 644835 w 1886469"/>
                <a:gd name="csY6818" fmla="*/ 1444200 h 2454076"/>
                <a:gd name="csX6819" fmla="*/ 654080 w 1886469"/>
                <a:gd name="csY6819" fmla="*/ 1437292 h 2454076"/>
                <a:gd name="csX6820" fmla="*/ 657405 w 1886469"/>
                <a:gd name="csY6820" fmla="*/ 1437299 h 2454076"/>
                <a:gd name="csX6821" fmla="*/ 659847 w 1886469"/>
                <a:gd name="csY6821" fmla="*/ 1435123 h 2454076"/>
                <a:gd name="csX6822" fmla="*/ 660448 w 1886469"/>
                <a:gd name="csY6822" fmla="*/ 1435085 h 2454076"/>
                <a:gd name="csX6823" fmla="*/ 661118 w 1886469"/>
                <a:gd name="csY6823" fmla="*/ 1435983 h 2454076"/>
                <a:gd name="csX6824" fmla="*/ 663377 w 1886469"/>
                <a:gd name="csY6824" fmla="*/ 1441050 h 2454076"/>
                <a:gd name="csX6825" fmla="*/ 664070 w 1886469"/>
                <a:gd name="csY6825" fmla="*/ 1441864 h 2454076"/>
                <a:gd name="csX6826" fmla="*/ 665629 w 1886469"/>
                <a:gd name="csY6826" fmla="*/ 1442306 h 2454076"/>
                <a:gd name="csX6827" fmla="*/ 667151 w 1886469"/>
                <a:gd name="csY6827" fmla="*/ 1444893 h 2454076"/>
                <a:gd name="csX6828" fmla="*/ 668734 w 1886469"/>
                <a:gd name="csY6828" fmla="*/ 1448750 h 2454076"/>
                <a:gd name="csX6829" fmla="*/ 669921 w 1886469"/>
                <a:gd name="csY6829" fmla="*/ 1449823 h 2454076"/>
                <a:gd name="csX6830" fmla="*/ 678595 w 1886469"/>
                <a:gd name="csY6830" fmla="*/ 1449983 h 2454076"/>
                <a:gd name="csX6831" fmla="*/ 681646 w 1886469"/>
                <a:gd name="csY6831" fmla="*/ 1451056 h 2454076"/>
                <a:gd name="csX6832" fmla="*/ 682566 w 1886469"/>
                <a:gd name="csY6832" fmla="*/ 1452159 h 2454076"/>
                <a:gd name="csX6833" fmla="*/ 683502 w 1886469"/>
                <a:gd name="csY6833" fmla="*/ 1455195 h 2454076"/>
                <a:gd name="csX6834" fmla="*/ 684073 w 1886469"/>
                <a:gd name="csY6834" fmla="*/ 1461053 h 2454076"/>
                <a:gd name="csX6835" fmla="*/ 684453 w 1886469"/>
                <a:gd name="csY6835" fmla="*/ 1463191 h 2454076"/>
                <a:gd name="csX6836" fmla="*/ 685716 w 1886469"/>
                <a:gd name="csY6836" fmla="*/ 1466303 h 2454076"/>
                <a:gd name="csX6837" fmla="*/ 686545 w 1886469"/>
                <a:gd name="csY6837" fmla="*/ 1467201 h 2454076"/>
                <a:gd name="csX6838" fmla="*/ 687329 w 1886469"/>
                <a:gd name="csY6838" fmla="*/ 1466341 h 2454076"/>
                <a:gd name="csX6839" fmla="*/ 689467 w 1886469"/>
                <a:gd name="csY6839" fmla="*/ 1458238 h 2454076"/>
                <a:gd name="csX6840" fmla="*/ 690213 w 1886469"/>
                <a:gd name="csY6840" fmla="*/ 1456929 h 2454076"/>
                <a:gd name="csX6841" fmla="*/ 691643 w 1886469"/>
                <a:gd name="csY6841" fmla="*/ 1457386 h 2454076"/>
                <a:gd name="csX6842" fmla="*/ 692077 w 1886469"/>
                <a:gd name="csY6842" fmla="*/ 1457782 h 2454076"/>
                <a:gd name="csX6843" fmla="*/ 694245 w 1886469"/>
                <a:gd name="csY6843" fmla="*/ 1463792 h 2454076"/>
                <a:gd name="csX6844" fmla="*/ 697327 w 1886469"/>
                <a:gd name="csY6844" fmla="*/ 1468236 h 2454076"/>
                <a:gd name="csX6845" fmla="*/ 704973 w 1886469"/>
                <a:gd name="csY6845" fmla="*/ 1476369 h 2454076"/>
                <a:gd name="csX6846" fmla="*/ 706221 w 1886469"/>
                <a:gd name="csY6846" fmla="*/ 1479344 h 2454076"/>
                <a:gd name="csX6847" fmla="*/ 706678 w 1886469"/>
                <a:gd name="csY6847" fmla="*/ 1481543 h 2454076"/>
                <a:gd name="csX6848" fmla="*/ 706244 w 1886469"/>
                <a:gd name="csY6848" fmla="*/ 1483506 h 2454076"/>
                <a:gd name="csX6849" fmla="*/ 704928 w 1886469"/>
                <a:gd name="csY6849" fmla="*/ 1485241 h 2454076"/>
                <a:gd name="csX6850" fmla="*/ 702851 w 1886469"/>
                <a:gd name="csY6850" fmla="*/ 1486633 h 2454076"/>
                <a:gd name="csX6851" fmla="*/ 700028 w 1886469"/>
                <a:gd name="csY6851" fmla="*/ 1487683 h 2454076"/>
                <a:gd name="csX6852" fmla="*/ 697388 w 1886469"/>
                <a:gd name="csY6852" fmla="*/ 1487303 h 2454076"/>
                <a:gd name="csX6853" fmla="*/ 694938 w 1886469"/>
                <a:gd name="csY6853" fmla="*/ 1485500 h 2454076"/>
                <a:gd name="csX6854" fmla="*/ 694146 w 1886469"/>
                <a:gd name="csY6854" fmla="*/ 1485393 h 2454076"/>
                <a:gd name="csX6855" fmla="*/ 695021 w 1886469"/>
                <a:gd name="csY6855" fmla="*/ 1486998 h 2454076"/>
                <a:gd name="csX6856" fmla="*/ 700089 w 1886469"/>
                <a:gd name="csY6856" fmla="*/ 1493648 h 2454076"/>
                <a:gd name="csX6857" fmla="*/ 701375 w 1886469"/>
                <a:gd name="csY6857" fmla="*/ 1496296 h 2454076"/>
                <a:gd name="csX6858" fmla="*/ 702577 w 1886469"/>
                <a:gd name="csY6858" fmla="*/ 1498046 h 2454076"/>
                <a:gd name="csX6859" fmla="*/ 703688 w 1886469"/>
                <a:gd name="csY6859" fmla="*/ 1498913 h 2454076"/>
                <a:gd name="csX6860" fmla="*/ 704707 w 1886469"/>
                <a:gd name="csY6860" fmla="*/ 1500344 h 2454076"/>
                <a:gd name="csX6861" fmla="*/ 705643 w 1886469"/>
                <a:gd name="csY6861" fmla="*/ 1502330 h 2454076"/>
                <a:gd name="csX6862" fmla="*/ 709851 w 1886469"/>
                <a:gd name="csY6862" fmla="*/ 1507602 h 2454076"/>
                <a:gd name="csX6863" fmla="*/ 711045 w 1886469"/>
                <a:gd name="csY6863" fmla="*/ 1510113 h 2454076"/>
                <a:gd name="csX6864" fmla="*/ 715838 w 1886469"/>
                <a:gd name="csY6864" fmla="*/ 1517904 h 2454076"/>
                <a:gd name="csX6865" fmla="*/ 718113 w 1886469"/>
                <a:gd name="csY6865" fmla="*/ 1520955 h 2454076"/>
                <a:gd name="csX6866" fmla="*/ 719871 w 1886469"/>
                <a:gd name="csY6866" fmla="*/ 1522705 h 2454076"/>
                <a:gd name="csX6867" fmla="*/ 720548 w 1886469"/>
                <a:gd name="csY6867" fmla="*/ 1522880 h 2454076"/>
                <a:gd name="csX6868" fmla="*/ 720152 w 1886469"/>
                <a:gd name="csY6868" fmla="*/ 1521473 h 2454076"/>
                <a:gd name="csX6869" fmla="*/ 714035 w 1886469"/>
                <a:gd name="csY6869" fmla="*/ 1511102 h 2454076"/>
                <a:gd name="csX6870" fmla="*/ 710916 w 1886469"/>
                <a:gd name="csY6870" fmla="*/ 1504559 h 2454076"/>
                <a:gd name="csX6871" fmla="*/ 710474 w 1886469"/>
                <a:gd name="csY6871" fmla="*/ 1502984 h 2454076"/>
                <a:gd name="csX6872" fmla="*/ 710277 w 1886469"/>
                <a:gd name="csY6872" fmla="*/ 1500572 h 2454076"/>
                <a:gd name="csX6873" fmla="*/ 710155 w 1886469"/>
                <a:gd name="csY6873" fmla="*/ 1492537 h 2454076"/>
                <a:gd name="csX6874" fmla="*/ 710604 w 1886469"/>
                <a:gd name="csY6874" fmla="*/ 1491305 h 2454076"/>
                <a:gd name="csX6875" fmla="*/ 712711 w 1886469"/>
                <a:gd name="csY6875" fmla="*/ 1490270 h 2454076"/>
                <a:gd name="csX6876" fmla="*/ 715420 w 1886469"/>
                <a:gd name="csY6876" fmla="*/ 1493922 h 2454076"/>
                <a:gd name="csX6877" fmla="*/ 716447 w 1886469"/>
                <a:gd name="csY6877" fmla="*/ 1494432 h 2454076"/>
                <a:gd name="csX6878" fmla="*/ 717140 w 1886469"/>
                <a:gd name="csY6878" fmla="*/ 1494219 h 2454076"/>
                <a:gd name="csX6879" fmla="*/ 717497 w 1886469"/>
                <a:gd name="csY6879" fmla="*/ 1493276 h 2454076"/>
                <a:gd name="csX6880" fmla="*/ 719057 w 1886469"/>
                <a:gd name="csY6880" fmla="*/ 1494151 h 2454076"/>
                <a:gd name="csX6881" fmla="*/ 721811 w 1886469"/>
                <a:gd name="csY6881" fmla="*/ 1496836 h 2454076"/>
                <a:gd name="csX6882" fmla="*/ 722747 w 1886469"/>
                <a:gd name="csY6882" fmla="*/ 1496882 h 2454076"/>
                <a:gd name="csX6883" fmla="*/ 720670 w 1886469"/>
                <a:gd name="csY6883" fmla="*/ 1491731 h 2454076"/>
                <a:gd name="csX6884" fmla="*/ 719186 w 1886469"/>
                <a:gd name="csY6884" fmla="*/ 1489205 h 2454076"/>
                <a:gd name="csX6885" fmla="*/ 718661 w 1886469"/>
                <a:gd name="csY6885" fmla="*/ 1487447 h 2454076"/>
                <a:gd name="csX6886" fmla="*/ 720046 w 1886469"/>
                <a:gd name="csY6886" fmla="*/ 1484792 h 2454076"/>
                <a:gd name="csX6887" fmla="*/ 719293 w 1886469"/>
                <a:gd name="csY6887" fmla="*/ 1483453 h 2454076"/>
                <a:gd name="csX6888" fmla="*/ 715793 w 1886469"/>
                <a:gd name="csY6888" fmla="*/ 1479527 h 2454076"/>
                <a:gd name="csX6889" fmla="*/ 713974 w 1886469"/>
                <a:gd name="csY6889" fmla="*/ 1475449 h 2454076"/>
                <a:gd name="csX6890" fmla="*/ 712339 w 1886469"/>
                <a:gd name="csY6890" fmla="*/ 1469263 h 2454076"/>
                <a:gd name="csX6891" fmla="*/ 712194 w 1886469"/>
                <a:gd name="csY6891" fmla="*/ 1466851 h 2454076"/>
                <a:gd name="csX6892" fmla="*/ 712460 w 1886469"/>
                <a:gd name="csY6892" fmla="*/ 1464295 h 2454076"/>
                <a:gd name="csX6893" fmla="*/ 712217 w 1886469"/>
                <a:gd name="csY6893" fmla="*/ 1462233 h 2454076"/>
                <a:gd name="csX6894" fmla="*/ 710010 w 1886469"/>
                <a:gd name="csY6894" fmla="*/ 1458010 h 2454076"/>
                <a:gd name="csX6895" fmla="*/ 707621 w 1886469"/>
                <a:gd name="csY6895" fmla="*/ 1455081 h 2454076"/>
                <a:gd name="csX6896" fmla="*/ 705719 w 1886469"/>
                <a:gd name="csY6896" fmla="*/ 1451664 h 2454076"/>
                <a:gd name="csX6897" fmla="*/ 705331 w 1886469"/>
                <a:gd name="csY6897" fmla="*/ 1449861 h 2454076"/>
                <a:gd name="csX6898" fmla="*/ 705628 w 1886469"/>
                <a:gd name="csY6898" fmla="*/ 1444976 h 2454076"/>
                <a:gd name="csX6899" fmla="*/ 707066 w 1886469"/>
                <a:gd name="csY6899" fmla="*/ 1442846 h 2454076"/>
                <a:gd name="csX6900" fmla="*/ 709790 w 1886469"/>
                <a:gd name="csY6900" fmla="*/ 1439985 h 2454076"/>
                <a:gd name="csX6901" fmla="*/ 710528 w 1886469"/>
                <a:gd name="csY6901" fmla="*/ 1437026 h 2454076"/>
                <a:gd name="csX6902" fmla="*/ 709272 w 1886469"/>
                <a:gd name="csY6902" fmla="*/ 1433974 h 2454076"/>
                <a:gd name="csX6903" fmla="*/ 709044 w 1886469"/>
                <a:gd name="csY6903" fmla="*/ 1432582 h 2454076"/>
                <a:gd name="csX6904" fmla="*/ 709835 w 1886469"/>
                <a:gd name="csY6904" fmla="*/ 1432848 h 2454076"/>
                <a:gd name="csX6905" fmla="*/ 715214 w 1886469"/>
                <a:gd name="csY6905" fmla="*/ 1431311 h 2454076"/>
                <a:gd name="csX6906" fmla="*/ 716561 w 1886469"/>
                <a:gd name="csY6906" fmla="*/ 1431852 h 2454076"/>
                <a:gd name="csX6907" fmla="*/ 718593 w 1886469"/>
                <a:gd name="csY6907" fmla="*/ 1431197 h 2454076"/>
                <a:gd name="csX6908" fmla="*/ 721301 w 1886469"/>
                <a:gd name="csY6908" fmla="*/ 1429333 h 2454076"/>
                <a:gd name="csX6909" fmla="*/ 723424 w 1886469"/>
                <a:gd name="csY6909" fmla="*/ 1428496 h 2454076"/>
                <a:gd name="csX6910" fmla="*/ 726224 w 1886469"/>
                <a:gd name="csY6910" fmla="*/ 1428618 h 2454076"/>
                <a:gd name="csX6911" fmla="*/ 727738 w 1886469"/>
                <a:gd name="csY6911" fmla="*/ 1428169 h 2454076"/>
                <a:gd name="csX6912" fmla="*/ 729595 w 1886469"/>
                <a:gd name="csY6912" fmla="*/ 1427340 h 2454076"/>
                <a:gd name="csX6913" fmla="*/ 730553 w 1886469"/>
                <a:gd name="csY6913" fmla="*/ 1426412 h 2454076"/>
                <a:gd name="csX6914" fmla="*/ 732258 w 1886469"/>
                <a:gd name="csY6914" fmla="*/ 1422858 h 2454076"/>
                <a:gd name="csX6915" fmla="*/ 733171 w 1886469"/>
                <a:gd name="csY6915" fmla="*/ 1422326 h 2454076"/>
                <a:gd name="csX6916" fmla="*/ 736024 w 1886469"/>
                <a:gd name="csY6916" fmla="*/ 1422714 h 2454076"/>
                <a:gd name="csX6917" fmla="*/ 737629 w 1886469"/>
                <a:gd name="csY6917" fmla="*/ 1423498 h 2454076"/>
                <a:gd name="csX6918" fmla="*/ 738383 w 1886469"/>
                <a:gd name="csY6918" fmla="*/ 1423216 h 2454076"/>
                <a:gd name="csX6919" fmla="*/ 738268 w 1886469"/>
                <a:gd name="csY6919" fmla="*/ 1418156 h 2454076"/>
                <a:gd name="csX6920" fmla="*/ 738809 w 1886469"/>
                <a:gd name="csY6920" fmla="*/ 1416376 h 2454076"/>
                <a:gd name="csX6921" fmla="*/ 741654 w 1886469"/>
                <a:gd name="csY6921" fmla="*/ 1412686 h 2454076"/>
                <a:gd name="csX6922" fmla="*/ 744622 w 1886469"/>
                <a:gd name="csY6922" fmla="*/ 1412298 h 2454076"/>
                <a:gd name="csX6923" fmla="*/ 746608 w 1886469"/>
                <a:gd name="csY6923" fmla="*/ 1411286 h 2454076"/>
                <a:gd name="csX6924" fmla="*/ 748875 w 1886469"/>
                <a:gd name="csY6924" fmla="*/ 1409216 h 2454076"/>
                <a:gd name="csX6925" fmla="*/ 750495 w 1886469"/>
                <a:gd name="csY6925" fmla="*/ 1407352 h 2454076"/>
                <a:gd name="csX6926" fmla="*/ 752116 w 1886469"/>
                <a:gd name="csY6926" fmla="*/ 1404354 h 2454076"/>
                <a:gd name="csX6927" fmla="*/ 752778 w 1886469"/>
                <a:gd name="csY6927" fmla="*/ 1400520 h 2454076"/>
                <a:gd name="csX6928" fmla="*/ 752261 w 1886469"/>
                <a:gd name="csY6928" fmla="*/ 1399416 h 2454076"/>
                <a:gd name="csX6929" fmla="*/ 748890 w 1886469"/>
                <a:gd name="csY6929" fmla="*/ 1397933 h 2454076"/>
                <a:gd name="csX6930" fmla="*/ 746866 w 1886469"/>
                <a:gd name="csY6930" fmla="*/ 1398709 h 2454076"/>
                <a:gd name="csX6931" fmla="*/ 742377 w 1886469"/>
                <a:gd name="csY6931" fmla="*/ 1401440 h 2454076"/>
                <a:gd name="csX6932" fmla="*/ 737660 w 1886469"/>
                <a:gd name="csY6932" fmla="*/ 1404948 h 2454076"/>
                <a:gd name="csX6933" fmla="*/ 735841 w 1886469"/>
                <a:gd name="csY6933" fmla="*/ 1408197 h 2454076"/>
                <a:gd name="csX6934" fmla="*/ 735347 w 1886469"/>
                <a:gd name="csY6934" fmla="*/ 1412351 h 2454076"/>
                <a:gd name="csX6935" fmla="*/ 734457 w 1886469"/>
                <a:gd name="csY6935" fmla="*/ 1414177 h 2454076"/>
                <a:gd name="csX6936" fmla="*/ 730782 w 1886469"/>
                <a:gd name="csY6936" fmla="*/ 1412442 h 2454076"/>
                <a:gd name="csX6937" fmla="*/ 729214 w 1886469"/>
                <a:gd name="csY6937" fmla="*/ 1412473 h 2454076"/>
                <a:gd name="csX6938" fmla="*/ 727251 w 1886469"/>
                <a:gd name="csY6938" fmla="*/ 1413195 h 2454076"/>
                <a:gd name="csX6939" fmla="*/ 725166 w 1886469"/>
                <a:gd name="csY6939" fmla="*/ 1414786 h 2454076"/>
                <a:gd name="csX6940" fmla="*/ 722968 w 1886469"/>
                <a:gd name="csY6940" fmla="*/ 1417251 h 2454076"/>
                <a:gd name="csX6941" fmla="*/ 719726 w 1886469"/>
                <a:gd name="csY6941" fmla="*/ 1417700 h 2454076"/>
                <a:gd name="csX6942" fmla="*/ 715435 w 1886469"/>
                <a:gd name="csY6942" fmla="*/ 1416140 h 2454076"/>
                <a:gd name="csX6943" fmla="*/ 712864 w 1886469"/>
                <a:gd name="csY6943" fmla="*/ 1415699 h 2454076"/>
                <a:gd name="csX6944" fmla="*/ 710254 w 1886469"/>
                <a:gd name="csY6944" fmla="*/ 1418316 h 2454076"/>
                <a:gd name="csX6945" fmla="*/ 710414 w 1886469"/>
                <a:gd name="csY6945" fmla="*/ 1420256 h 2454076"/>
                <a:gd name="csX6946" fmla="*/ 711623 w 1886469"/>
                <a:gd name="csY6946" fmla="*/ 1423087 h 2454076"/>
                <a:gd name="csX6947" fmla="*/ 710421 w 1886469"/>
                <a:gd name="csY6947" fmla="*/ 1424760 h 2454076"/>
                <a:gd name="csX6948" fmla="*/ 704159 w 1886469"/>
                <a:gd name="csY6948" fmla="*/ 1425384 h 2454076"/>
                <a:gd name="csX6949" fmla="*/ 702508 w 1886469"/>
                <a:gd name="csY6949" fmla="*/ 1425019 h 2454076"/>
                <a:gd name="csX6950" fmla="*/ 699168 w 1886469"/>
                <a:gd name="csY6950" fmla="*/ 1426130 h 2454076"/>
                <a:gd name="csX6951" fmla="*/ 697852 w 1886469"/>
                <a:gd name="csY6951" fmla="*/ 1425887 h 2454076"/>
                <a:gd name="csX6952" fmla="*/ 696893 w 1886469"/>
                <a:gd name="csY6952" fmla="*/ 1424540 h 2454076"/>
                <a:gd name="csX6953" fmla="*/ 690083 w 1886469"/>
                <a:gd name="csY6953" fmla="*/ 1418803 h 2454076"/>
                <a:gd name="csX6954" fmla="*/ 689414 w 1886469"/>
                <a:gd name="csY6954" fmla="*/ 1417639 h 2454076"/>
                <a:gd name="csX6955" fmla="*/ 691065 w 1886469"/>
                <a:gd name="csY6955" fmla="*/ 1412960 h 2454076"/>
                <a:gd name="csX6956" fmla="*/ 697365 w 1886469"/>
                <a:gd name="csY6956" fmla="*/ 1400200 h 2454076"/>
                <a:gd name="csX6957" fmla="*/ 698057 w 1886469"/>
                <a:gd name="csY6957" fmla="*/ 1399439 h 2454076"/>
                <a:gd name="csX6958" fmla="*/ 709744 w 1886469"/>
                <a:gd name="csY6958" fmla="*/ 1397202 h 2454076"/>
                <a:gd name="csX6959" fmla="*/ 716797 w 1886469"/>
                <a:gd name="csY6959" fmla="*/ 1394859 h 2454076"/>
                <a:gd name="csX6960" fmla="*/ 729724 w 1886469"/>
                <a:gd name="csY6960" fmla="*/ 1387752 h 2454076"/>
                <a:gd name="csX6961" fmla="*/ 732227 w 1886469"/>
                <a:gd name="csY6961" fmla="*/ 1387167 h 2454076"/>
                <a:gd name="csX6962" fmla="*/ 740536 w 1886469"/>
                <a:gd name="csY6962" fmla="*/ 1382434 h 2454076"/>
                <a:gd name="csX6963" fmla="*/ 743952 w 1886469"/>
                <a:gd name="csY6963" fmla="*/ 1381224 h 2454076"/>
                <a:gd name="csX6964" fmla="*/ 747125 w 1886469"/>
                <a:gd name="csY6964" fmla="*/ 1382046 h 2454076"/>
                <a:gd name="csX6965" fmla="*/ 751774 w 1886469"/>
                <a:gd name="csY6965" fmla="*/ 1384488 h 2454076"/>
                <a:gd name="csX6966" fmla="*/ 754170 w 1886469"/>
                <a:gd name="csY6966" fmla="*/ 1386657 h 2454076"/>
                <a:gd name="csX6967" fmla="*/ 755867 w 1886469"/>
                <a:gd name="csY6967" fmla="*/ 1389350 h 2454076"/>
                <a:gd name="csX6968" fmla="*/ 757282 w 1886469"/>
                <a:gd name="csY6968" fmla="*/ 1393109 h 2454076"/>
                <a:gd name="csX6969" fmla="*/ 759047 w 1886469"/>
                <a:gd name="csY6969" fmla="*/ 1401349 h 2454076"/>
                <a:gd name="csX6970" fmla="*/ 759656 w 1886469"/>
                <a:gd name="csY6970" fmla="*/ 1408326 h 2454076"/>
                <a:gd name="csX6971" fmla="*/ 760752 w 1886469"/>
                <a:gd name="csY6971" fmla="*/ 1410905 h 2454076"/>
                <a:gd name="csX6972" fmla="*/ 764647 w 1886469"/>
                <a:gd name="csY6972" fmla="*/ 1415737 h 2454076"/>
                <a:gd name="csX6973" fmla="*/ 766648 w 1886469"/>
                <a:gd name="csY6973" fmla="*/ 1417601 h 2454076"/>
                <a:gd name="csX6974" fmla="*/ 767881 w 1886469"/>
                <a:gd name="csY6974" fmla="*/ 1418187 h 2454076"/>
                <a:gd name="csX6975" fmla="*/ 768946 w 1886469"/>
                <a:gd name="csY6975" fmla="*/ 1417061 h 2454076"/>
                <a:gd name="csX6976" fmla="*/ 769677 w 1886469"/>
                <a:gd name="csY6976" fmla="*/ 1416878 h 2454076"/>
                <a:gd name="csX6977" fmla="*/ 770164 w 1886469"/>
                <a:gd name="csY6977" fmla="*/ 1417312 h 2454076"/>
                <a:gd name="csX6978" fmla="*/ 770696 w 1886469"/>
                <a:gd name="csY6978" fmla="*/ 1420340 h 2454076"/>
                <a:gd name="csX6979" fmla="*/ 771389 w 1886469"/>
                <a:gd name="csY6979" fmla="*/ 1420644 h 2454076"/>
                <a:gd name="csX6980" fmla="*/ 773732 w 1886469"/>
                <a:gd name="csY6980" fmla="*/ 1420264 h 2454076"/>
                <a:gd name="csX6981" fmla="*/ 776220 w 1886469"/>
                <a:gd name="csY6981" fmla="*/ 1421519 h 2454076"/>
                <a:gd name="csX6982" fmla="*/ 776578 w 1886469"/>
                <a:gd name="csY6982" fmla="*/ 1422448 h 2454076"/>
                <a:gd name="csX6983" fmla="*/ 776045 w 1886469"/>
                <a:gd name="csY6983" fmla="*/ 1426183 h 2454076"/>
                <a:gd name="csX6984" fmla="*/ 776753 w 1886469"/>
                <a:gd name="csY6984" fmla="*/ 1427751 h 2454076"/>
                <a:gd name="csX6985" fmla="*/ 779766 w 1886469"/>
                <a:gd name="csY6985" fmla="*/ 1431083 h 2454076"/>
                <a:gd name="csX6986" fmla="*/ 782672 w 1886469"/>
                <a:gd name="csY6986" fmla="*/ 1432339 h 2454076"/>
                <a:gd name="csX6987" fmla="*/ 786027 w 1886469"/>
                <a:gd name="csY6987" fmla="*/ 1432909 h 2454076"/>
                <a:gd name="csX6988" fmla="*/ 792259 w 1886469"/>
                <a:gd name="csY6988" fmla="*/ 1432346 h 2454076"/>
                <a:gd name="csX6989" fmla="*/ 797478 w 1886469"/>
                <a:gd name="csY6989" fmla="*/ 1430748 h 2454076"/>
                <a:gd name="csX6990" fmla="*/ 801389 w 1886469"/>
                <a:gd name="csY6990" fmla="*/ 1428123 h 2454076"/>
                <a:gd name="csX6991" fmla="*/ 804608 w 1886469"/>
                <a:gd name="csY6991" fmla="*/ 1431053 h 2454076"/>
                <a:gd name="csX6992" fmla="*/ 811044 w 1886469"/>
                <a:gd name="csY6992" fmla="*/ 1438091 h 2454076"/>
                <a:gd name="csX6993" fmla="*/ 814894 w 1886469"/>
                <a:gd name="csY6993" fmla="*/ 1443051 h 2454076"/>
                <a:gd name="csX6994" fmla="*/ 818082 w 1886469"/>
                <a:gd name="csY6994" fmla="*/ 1445380 h 2454076"/>
                <a:gd name="csX6995" fmla="*/ 824550 w 1886469"/>
                <a:gd name="csY6995" fmla="*/ 1448164 h 2454076"/>
                <a:gd name="csX6996" fmla="*/ 826018 w 1886469"/>
                <a:gd name="csY6996" fmla="*/ 1449663 h 2454076"/>
                <a:gd name="csX6997" fmla="*/ 828384 w 1886469"/>
                <a:gd name="csY6997" fmla="*/ 1449831 h 2454076"/>
                <a:gd name="csX6998" fmla="*/ 831641 w 1886469"/>
                <a:gd name="csY6998" fmla="*/ 1448667 h 2454076"/>
                <a:gd name="csX6999" fmla="*/ 835346 w 1886469"/>
                <a:gd name="csY6999" fmla="*/ 1449123 h 2454076"/>
                <a:gd name="csX7000" fmla="*/ 839501 w 1886469"/>
                <a:gd name="csY7000" fmla="*/ 1451185 h 2454076"/>
                <a:gd name="csX7001" fmla="*/ 842361 w 1886469"/>
                <a:gd name="csY7001" fmla="*/ 1452052 h 2454076"/>
                <a:gd name="csX7002" fmla="*/ 852154 w 1886469"/>
                <a:gd name="csY7002" fmla="*/ 1448157 h 2454076"/>
                <a:gd name="csX7003" fmla="*/ 853652 w 1886469"/>
                <a:gd name="csY7003" fmla="*/ 1447974 h 2454076"/>
                <a:gd name="csX7004" fmla="*/ 857297 w 1886469"/>
                <a:gd name="csY7004" fmla="*/ 1446095 h 2454076"/>
                <a:gd name="csX7005" fmla="*/ 859648 w 1886469"/>
                <a:gd name="csY7005" fmla="*/ 1445524 h 2454076"/>
                <a:gd name="csX7006" fmla="*/ 862410 w 1886469"/>
                <a:gd name="csY7006" fmla="*/ 1445570 h 2454076"/>
                <a:gd name="csX7007" fmla="*/ 864472 w 1886469"/>
                <a:gd name="csY7007" fmla="*/ 1444999 h 2454076"/>
                <a:gd name="csX7008" fmla="*/ 865834 w 1886469"/>
                <a:gd name="csY7008" fmla="*/ 1443805 h 2454076"/>
                <a:gd name="csX7009" fmla="*/ 871023 w 1886469"/>
                <a:gd name="csY7009" fmla="*/ 1443858 h 2454076"/>
                <a:gd name="csX7010" fmla="*/ 880419 w 1886469"/>
                <a:gd name="csY7010" fmla="*/ 1445197 h 2454076"/>
                <a:gd name="csX7011" fmla="*/ 886841 w 1886469"/>
                <a:gd name="csY7011" fmla="*/ 1446932 h 2454076"/>
                <a:gd name="csX7012" fmla="*/ 890653 w 1886469"/>
                <a:gd name="csY7012" fmla="*/ 1449123 h 2454076"/>
                <a:gd name="csX7013" fmla="*/ 893788 w 1886469"/>
                <a:gd name="csY7013" fmla="*/ 1450348 h 2454076"/>
                <a:gd name="csX7014" fmla="*/ 896238 w 1886469"/>
                <a:gd name="csY7014" fmla="*/ 1450614 h 2454076"/>
                <a:gd name="csX7015" fmla="*/ 898619 w 1886469"/>
                <a:gd name="csY7015" fmla="*/ 1450226 h 2454076"/>
                <a:gd name="csX7016" fmla="*/ 900940 w 1886469"/>
                <a:gd name="csY7016" fmla="*/ 1449176 h 2454076"/>
                <a:gd name="csX7017" fmla="*/ 903382 w 1886469"/>
                <a:gd name="csY7017" fmla="*/ 1447183 h 2454076"/>
                <a:gd name="csX7018" fmla="*/ 908602 w 1886469"/>
                <a:gd name="csY7018" fmla="*/ 1446163 h 2454076"/>
                <a:gd name="csX7019" fmla="*/ 909469 w 1886469"/>
                <a:gd name="csY7019" fmla="*/ 1445638 h 2454076"/>
                <a:gd name="csX7020" fmla="*/ 909362 w 1886469"/>
                <a:gd name="csY7020" fmla="*/ 1444543 h 2454076"/>
                <a:gd name="csX7021" fmla="*/ 908274 w 1886469"/>
                <a:gd name="csY7021" fmla="*/ 1442884 h 2454076"/>
                <a:gd name="csX7022" fmla="*/ 905315 w 1886469"/>
                <a:gd name="csY7022" fmla="*/ 1439727 h 2454076"/>
                <a:gd name="csX7023" fmla="*/ 903245 w 1886469"/>
                <a:gd name="csY7023" fmla="*/ 1436645 h 2454076"/>
                <a:gd name="csX7024" fmla="*/ 902842 w 1886469"/>
                <a:gd name="csY7024" fmla="*/ 1434682 h 2454076"/>
                <a:gd name="csX7025" fmla="*/ 902887 w 1886469"/>
                <a:gd name="csY7025" fmla="*/ 1432301 h 2454076"/>
                <a:gd name="csX7026" fmla="*/ 903527 w 1886469"/>
                <a:gd name="csY7026" fmla="*/ 1430923 h 2454076"/>
                <a:gd name="csX7027" fmla="*/ 904774 w 1886469"/>
                <a:gd name="csY7027" fmla="*/ 1430558 h 2454076"/>
                <a:gd name="csX7028" fmla="*/ 906730 w 1886469"/>
                <a:gd name="csY7028" fmla="*/ 1432034 h 2454076"/>
                <a:gd name="csX7029" fmla="*/ 909400 w 1886469"/>
                <a:gd name="csY7029" fmla="*/ 1435359 h 2454076"/>
                <a:gd name="csX7030" fmla="*/ 916925 w 1886469"/>
                <a:gd name="csY7030" fmla="*/ 1447746 h 2454076"/>
                <a:gd name="csX7031" fmla="*/ 918736 w 1886469"/>
                <a:gd name="csY7031" fmla="*/ 1449496 h 2454076"/>
                <a:gd name="csX7032" fmla="*/ 919733 w 1886469"/>
                <a:gd name="csY7032" fmla="*/ 1451063 h 2454076"/>
                <a:gd name="csX7033" fmla="*/ 926641 w 1886469"/>
                <a:gd name="csY7033" fmla="*/ 1455537 h 2454076"/>
                <a:gd name="csX7034" fmla="*/ 929898 w 1886469"/>
                <a:gd name="csY7034" fmla="*/ 1456328 h 2454076"/>
                <a:gd name="csX7035" fmla="*/ 933755 w 1886469"/>
                <a:gd name="csY7035" fmla="*/ 1453567 h 2454076"/>
                <a:gd name="csX7036" fmla="*/ 935460 w 1886469"/>
                <a:gd name="csY7036" fmla="*/ 1451847 h 2454076"/>
                <a:gd name="csX7037" fmla="*/ 936289 w 1886469"/>
                <a:gd name="csY7037" fmla="*/ 1450188 h 2454076"/>
                <a:gd name="csX7038" fmla="*/ 936251 w 1886469"/>
                <a:gd name="csY7038" fmla="*/ 1448590 h 2454076"/>
                <a:gd name="csX7039" fmla="*/ 936616 w 1886469"/>
                <a:gd name="csY7039" fmla="*/ 1446255 h 2454076"/>
                <a:gd name="csX7040" fmla="*/ 936228 w 1886469"/>
                <a:gd name="csY7040" fmla="*/ 1444809 h 2454076"/>
                <a:gd name="csX7041" fmla="*/ 935193 w 1886469"/>
                <a:gd name="csY7041" fmla="*/ 1442930 h 2454076"/>
                <a:gd name="csX7042" fmla="*/ 932424 w 1886469"/>
                <a:gd name="csY7042" fmla="*/ 1440312 h 2454076"/>
                <a:gd name="csX7043" fmla="*/ 927927 w 1886469"/>
                <a:gd name="csY7043" fmla="*/ 1436942 h 2454076"/>
                <a:gd name="csX7044" fmla="*/ 923819 w 1886469"/>
                <a:gd name="csY7044" fmla="*/ 1435953 h 2454076"/>
                <a:gd name="csX7045" fmla="*/ 920098 w 1886469"/>
                <a:gd name="csY7045" fmla="*/ 1437353 h 2454076"/>
                <a:gd name="csX7046" fmla="*/ 915883 w 1886469"/>
                <a:gd name="csY7046" fmla="*/ 1440221 h 2454076"/>
                <a:gd name="csX7047" fmla="*/ 914133 w 1886469"/>
                <a:gd name="csY7047" fmla="*/ 1439095 h 2454076"/>
                <a:gd name="csX7048" fmla="*/ 908883 w 1886469"/>
                <a:gd name="csY7048" fmla="*/ 1431022 h 2454076"/>
                <a:gd name="csX7049" fmla="*/ 907559 w 1886469"/>
                <a:gd name="csY7049" fmla="*/ 1427994 h 2454076"/>
                <a:gd name="csX7050" fmla="*/ 907559 w 1886469"/>
                <a:gd name="csY7050" fmla="*/ 1427157 h 2454076"/>
                <a:gd name="csX7051" fmla="*/ 909994 w 1886469"/>
                <a:gd name="csY7051" fmla="*/ 1428123 h 2454076"/>
                <a:gd name="csX7052" fmla="*/ 910108 w 1886469"/>
                <a:gd name="csY7052" fmla="*/ 1427142 h 2454076"/>
                <a:gd name="csX7053" fmla="*/ 908655 w 1886469"/>
                <a:gd name="csY7053" fmla="*/ 1423224 h 2454076"/>
                <a:gd name="csX7054" fmla="*/ 907757 w 1886469"/>
                <a:gd name="csY7054" fmla="*/ 1421915 h 2454076"/>
                <a:gd name="csX7055" fmla="*/ 904729 w 1886469"/>
                <a:gd name="csY7055" fmla="*/ 1415714 h 2454076"/>
                <a:gd name="csX7056" fmla="*/ 904356 w 1886469"/>
                <a:gd name="csY7056" fmla="*/ 1413842 h 2454076"/>
                <a:gd name="csX7057" fmla="*/ 906243 w 1886469"/>
                <a:gd name="csY7057" fmla="*/ 1413416 h 2454076"/>
                <a:gd name="csX7058" fmla="*/ 907095 w 1886469"/>
                <a:gd name="csY7058" fmla="*/ 1412686 h 2454076"/>
                <a:gd name="csX7059" fmla="*/ 908236 w 1886469"/>
                <a:gd name="csY7059" fmla="*/ 1412762 h 2454076"/>
                <a:gd name="csX7060" fmla="*/ 913577 w 1886469"/>
                <a:gd name="csY7060" fmla="*/ 1416498 h 2454076"/>
                <a:gd name="csX7061" fmla="*/ 916309 w 1886469"/>
                <a:gd name="csY7061" fmla="*/ 1414831 h 2454076"/>
                <a:gd name="csX7062" fmla="*/ 922639 w 1886469"/>
                <a:gd name="csY7062" fmla="*/ 1412442 h 2454076"/>
                <a:gd name="csX7063" fmla="*/ 920144 w 1886469"/>
                <a:gd name="csY7063" fmla="*/ 1408851 h 2454076"/>
                <a:gd name="csX7064" fmla="*/ 919550 w 1886469"/>
                <a:gd name="csY7064" fmla="*/ 1405305 h 2454076"/>
                <a:gd name="csX7065" fmla="*/ 919847 w 1886469"/>
                <a:gd name="csY7065" fmla="*/ 1404529 h 2454076"/>
                <a:gd name="csX7066" fmla="*/ 921909 w 1886469"/>
                <a:gd name="csY7066" fmla="*/ 1404004 h 2454076"/>
                <a:gd name="csX7067" fmla="*/ 925941 w 1886469"/>
                <a:gd name="csY7067" fmla="*/ 1406964 h 2454076"/>
                <a:gd name="csX7068" fmla="*/ 927897 w 1886469"/>
                <a:gd name="csY7068" fmla="*/ 1407375 h 2454076"/>
                <a:gd name="csX7069" fmla="*/ 929327 w 1886469"/>
                <a:gd name="csY7069" fmla="*/ 1406203 h 2454076"/>
                <a:gd name="csX7070" fmla="*/ 930841 w 1886469"/>
                <a:gd name="csY7070" fmla="*/ 1406119 h 2454076"/>
                <a:gd name="csX7071" fmla="*/ 932432 w 1886469"/>
                <a:gd name="csY7071" fmla="*/ 1407131 h 2454076"/>
                <a:gd name="csX7072" fmla="*/ 933923 w 1886469"/>
                <a:gd name="csY7072" fmla="*/ 1408653 h 2454076"/>
                <a:gd name="csX7073" fmla="*/ 936700 w 1886469"/>
                <a:gd name="csY7073" fmla="*/ 1412998 h 2454076"/>
                <a:gd name="csX7074" fmla="*/ 938070 w 1886469"/>
                <a:gd name="csY7074" fmla="*/ 1415607 h 2454076"/>
                <a:gd name="csX7075" fmla="*/ 939614 w 1886469"/>
                <a:gd name="csY7075" fmla="*/ 1419533 h 2454076"/>
                <a:gd name="csX7076" fmla="*/ 940101 w 1886469"/>
                <a:gd name="csY7076" fmla="*/ 1420081 h 2454076"/>
                <a:gd name="csX7077" fmla="*/ 947542 w 1886469"/>
                <a:gd name="csY7077" fmla="*/ 1420378 h 2454076"/>
                <a:gd name="csX7078" fmla="*/ 951765 w 1886469"/>
                <a:gd name="csY7078" fmla="*/ 1416901 h 2454076"/>
                <a:gd name="csX7079" fmla="*/ 951674 w 1886469"/>
                <a:gd name="csY7079" fmla="*/ 1418088 h 2454076"/>
                <a:gd name="csX7080" fmla="*/ 950707 w 1886469"/>
                <a:gd name="csY7080" fmla="*/ 1420812 h 2454076"/>
                <a:gd name="csX7081" fmla="*/ 945473 w 1886469"/>
                <a:gd name="csY7081" fmla="*/ 1431220 h 2454076"/>
                <a:gd name="csX7082" fmla="*/ 945511 w 1886469"/>
                <a:gd name="csY7082" fmla="*/ 1432483 h 2454076"/>
                <a:gd name="csX7083" fmla="*/ 948280 w 1886469"/>
                <a:gd name="csY7083" fmla="*/ 1431928 h 2454076"/>
                <a:gd name="csX7084" fmla="*/ 949581 w 1886469"/>
                <a:gd name="csY7084" fmla="*/ 1431091 h 2454076"/>
                <a:gd name="csX7085" fmla="*/ 950380 w 1886469"/>
                <a:gd name="csY7085" fmla="*/ 1429843 h 2454076"/>
                <a:gd name="csX7086" fmla="*/ 951073 w 1886469"/>
                <a:gd name="csY7086" fmla="*/ 1426929 h 2454076"/>
                <a:gd name="csX7087" fmla="*/ 951537 w 1886469"/>
                <a:gd name="csY7087" fmla="*/ 1426069 h 2454076"/>
                <a:gd name="csX7088" fmla="*/ 959305 w 1886469"/>
                <a:gd name="csY7088" fmla="*/ 1421154 h 2454076"/>
                <a:gd name="csX7089" fmla="*/ 961557 w 1886469"/>
                <a:gd name="csY7089" fmla="*/ 1420424 h 2454076"/>
                <a:gd name="csX7090" fmla="*/ 960150 w 1886469"/>
                <a:gd name="csY7090" fmla="*/ 1425674 h 2454076"/>
                <a:gd name="csX7091" fmla="*/ 957258 w 1886469"/>
                <a:gd name="csY7091" fmla="*/ 1444238 h 2454076"/>
                <a:gd name="csX7092" fmla="*/ 956672 w 1886469"/>
                <a:gd name="csY7092" fmla="*/ 1450660 h 2454076"/>
                <a:gd name="csX7093" fmla="*/ 956041 w 1886469"/>
                <a:gd name="csY7093" fmla="*/ 1452836 h 2454076"/>
                <a:gd name="csX7094" fmla="*/ 952990 w 1886469"/>
                <a:gd name="csY7094" fmla="*/ 1459859 h 2454076"/>
                <a:gd name="csX7095" fmla="*/ 953036 w 1886469"/>
                <a:gd name="csY7095" fmla="*/ 1462316 h 2454076"/>
                <a:gd name="csX7096" fmla="*/ 956376 w 1886469"/>
                <a:gd name="csY7096" fmla="*/ 1468182 h 2454076"/>
                <a:gd name="csX7097" fmla="*/ 956969 w 1886469"/>
                <a:gd name="csY7097" fmla="*/ 1469773 h 2454076"/>
                <a:gd name="csX7098" fmla="*/ 957304 w 1886469"/>
                <a:gd name="csY7098" fmla="*/ 1474566 h 2454076"/>
                <a:gd name="csX7099" fmla="*/ 957897 w 1886469"/>
                <a:gd name="csY7099" fmla="*/ 1475517 h 2454076"/>
                <a:gd name="csX7100" fmla="*/ 960652 w 1886469"/>
                <a:gd name="csY7100" fmla="*/ 1475570 h 2454076"/>
                <a:gd name="csX7101" fmla="*/ 963505 w 1886469"/>
                <a:gd name="csY7101" fmla="*/ 1474049 h 2454076"/>
                <a:gd name="csX7102" fmla="*/ 966906 w 1886469"/>
                <a:gd name="csY7102" fmla="*/ 1473037 h 2454076"/>
                <a:gd name="csX7103" fmla="*/ 967431 w 1886469"/>
                <a:gd name="csY7103" fmla="*/ 1474034 h 2454076"/>
                <a:gd name="csX7104" fmla="*/ 965567 w 1886469"/>
                <a:gd name="csY7104" fmla="*/ 1479824 h 2454076"/>
                <a:gd name="csX7105" fmla="*/ 965673 w 1886469"/>
                <a:gd name="csY7105" fmla="*/ 1480326 h 2454076"/>
                <a:gd name="csX7106" fmla="*/ 968899 w 1886469"/>
                <a:gd name="csY7106" fmla="*/ 1478842 h 2454076"/>
                <a:gd name="csX7107" fmla="*/ 970383 w 1886469"/>
                <a:gd name="csY7107" fmla="*/ 1478644 h 2454076"/>
                <a:gd name="csX7108" fmla="*/ 970992 w 1886469"/>
                <a:gd name="csY7108" fmla="*/ 1478979 h 2454076"/>
                <a:gd name="csX7109" fmla="*/ 973396 w 1886469"/>
                <a:gd name="csY7109" fmla="*/ 1481924 h 2454076"/>
                <a:gd name="csX7110" fmla="*/ 973640 w 1886469"/>
                <a:gd name="csY7110" fmla="*/ 1484122 h 2454076"/>
                <a:gd name="csX7111" fmla="*/ 973586 w 1886469"/>
                <a:gd name="csY7111" fmla="*/ 1487386 h 2454076"/>
                <a:gd name="csX7112" fmla="*/ 973335 w 1886469"/>
                <a:gd name="csY7112" fmla="*/ 1489730 h 2454076"/>
                <a:gd name="csX7113" fmla="*/ 972521 w 1886469"/>
                <a:gd name="csY7113" fmla="*/ 1491031 h 2454076"/>
                <a:gd name="csX7114" fmla="*/ 971555 w 1886469"/>
                <a:gd name="csY7114" fmla="*/ 1491548 h 2454076"/>
                <a:gd name="csX7115" fmla="*/ 970337 w 1886469"/>
                <a:gd name="csY7115" fmla="*/ 1491936 h 2454076"/>
                <a:gd name="csX7116" fmla="*/ 969242 w 1886469"/>
                <a:gd name="csY7116" fmla="*/ 1491777 h 2454076"/>
                <a:gd name="csX7117" fmla="*/ 965864 w 1886469"/>
                <a:gd name="csY7117" fmla="*/ 1492264 h 2454076"/>
                <a:gd name="csX7118" fmla="*/ 963878 w 1886469"/>
                <a:gd name="csY7118" fmla="*/ 1491640 h 2454076"/>
                <a:gd name="csX7119" fmla="*/ 961907 w 1886469"/>
                <a:gd name="csY7119" fmla="*/ 1489852 h 2454076"/>
                <a:gd name="csX7120" fmla="*/ 960507 w 1886469"/>
                <a:gd name="csY7120" fmla="*/ 1489418 h 2454076"/>
                <a:gd name="csX7121" fmla="*/ 958887 w 1886469"/>
                <a:gd name="csY7121" fmla="*/ 1490795 h 2454076"/>
                <a:gd name="csX7122" fmla="*/ 956322 w 1886469"/>
                <a:gd name="csY7122" fmla="*/ 1490567 h 2454076"/>
                <a:gd name="csX7123" fmla="*/ 953446 w 1886469"/>
                <a:gd name="csY7123" fmla="*/ 1486610 h 2454076"/>
                <a:gd name="csX7124" fmla="*/ 952298 w 1886469"/>
                <a:gd name="csY7124" fmla="*/ 1486983 h 2454076"/>
                <a:gd name="csX7125" fmla="*/ 951910 w 1886469"/>
                <a:gd name="csY7125" fmla="*/ 1487615 h 2454076"/>
                <a:gd name="csX7126" fmla="*/ 951955 w 1886469"/>
                <a:gd name="csY7126" fmla="*/ 1488467 h 2454076"/>
                <a:gd name="csX7127" fmla="*/ 953249 w 1886469"/>
                <a:gd name="csY7127" fmla="*/ 1491023 h 2454076"/>
                <a:gd name="csX7128" fmla="*/ 963376 w 1886469"/>
                <a:gd name="csY7128" fmla="*/ 1504491 h 2454076"/>
                <a:gd name="csX7129" fmla="*/ 964913 w 1886469"/>
                <a:gd name="csY7129" fmla="*/ 1507260 h 2454076"/>
                <a:gd name="csX7130" fmla="*/ 965255 w 1886469"/>
                <a:gd name="csY7130" fmla="*/ 1511224 h 2454076"/>
                <a:gd name="csX7131" fmla="*/ 965460 w 1886469"/>
                <a:gd name="csY7131" fmla="*/ 1511209 h 2454076"/>
                <a:gd name="csX7132" fmla="*/ 966411 w 1886469"/>
                <a:gd name="csY7132" fmla="*/ 1507245 h 2454076"/>
                <a:gd name="csX7133" fmla="*/ 965795 w 1886469"/>
                <a:gd name="csY7133" fmla="*/ 1505327 h 2454076"/>
                <a:gd name="csX7134" fmla="*/ 960583 w 1886469"/>
                <a:gd name="csY7134" fmla="*/ 1497514 h 2454076"/>
                <a:gd name="csX7135" fmla="*/ 959959 w 1886469"/>
                <a:gd name="csY7135" fmla="*/ 1494653 h 2454076"/>
                <a:gd name="csX7136" fmla="*/ 960142 w 1886469"/>
                <a:gd name="csY7136" fmla="*/ 1493869 h 2454076"/>
                <a:gd name="csX7137" fmla="*/ 961519 w 1886469"/>
                <a:gd name="csY7137" fmla="*/ 1493070 h 2454076"/>
                <a:gd name="csX7138" fmla="*/ 968937 w 1886469"/>
                <a:gd name="csY7138" fmla="*/ 1495025 h 2454076"/>
                <a:gd name="csX7139" fmla="*/ 971814 w 1886469"/>
                <a:gd name="csY7139" fmla="*/ 1494599 h 2454076"/>
                <a:gd name="csX7140" fmla="*/ 973746 w 1886469"/>
                <a:gd name="csY7140" fmla="*/ 1493222 h 2454076"/>
                <a:gd name="csX7141" fmla="*/ 974720 w 1886469"/>
                <a:gd name="csY7141" fmla="*/ 1491518 h 2454076"/>
                <a:gd name="csX7142" fmla="*/ 975428 w 1886469"/>
                <a:gd name="csY7142" fmla="*/ 1482114 h 2454076"/>
                <a:gd name="csX7143" fmla="*/ 976759 w 1886469"/>
                <a:gd name="csY7143" fmla="*/ 1476057 h 2454076"/>
                <a:gd name="csX7144" fmla="*/ 975968 w 1886469"/>
                <a:gd name="csY7144" fmla="*/ 1470610 h 2454076"/>
                <a:gd name="csX7145" fmla="*/ 973959 w 1886469"/>
                <a:gd name="csY7145" fmla="*/ 1461890 h 2454076"/>
                <a:gd name="csX7146" fmla="*/ 972384 w 1886469"/>
                <a:gd name="csY7146" fmla="*/ 1456732 h 2454076"/>
                <a:gd name="csX7147" fmla="*/ 968747 w 1886469"/>
                <a:gd name="csY7147" fmla="*/ 1451474 h 2454076"/>
                <a:gd name="csX7148" fmla="*/ 968390 w 1886469"/>
                <a:gd name="csY7148" fmla="*/ 1449587 h 2454076"/>
                <a:gd name="csX7149" fmla="*/ 972445 w 1886469"/>
                <a:gd name="csY7149" fmla="*/ 1433503 h 2454076"/>
                <a:gd name="csX7150" fmla="*/ 973175 w 1886469"/>
                <a:gd name="csY7150" fmla="*/ 1432141 h 2454076"/>
                <a:gd name="csX7151" fmla="*/ 974081 w 1886469"/>
                <a:gd name="csY7151" fmla="*/ 1431547 h 2454076"/>
                <a:gd name="csX7152" fmla="*/ 977269 w 1886469"/>
                <a:gd name="csY7152" fmla="*/ 1431311 h 2454076"/>
                <a:gd name="csX7153" fmla="*/ 979589 w 1886469"/>
                <a:gd name="csY7153" fmla="*/ 1429965 h 2454076"/>
                <a:gd name="csX7154" fmla="*/ 983234 w 1886469"/>
                <a:gd name="csY7154" fmla="*/ 1431852 h 2454076"/>
                <a:gd name="csX7155" fmla="*/ 985243 w 1886469"/>
                <a:gd name="csY7155" fmla="*/ 1432346 h 2454076"/>
                <a:gd name="csX7156" fmla="*/ 987738 w 1886469"/>
                <a:gd name="csY7156" fmla="*/ 1430680 h 2454076"/>
                <a:gd name="csX7157" fmla="*/ 993270 w 1886469"/>
                <a:gd name="csY7157" fmla="*/ 1423855 h 2454076"/>
                <a:gd name="csX7158" fmla="*/ 995438 w 1886469"/>
                <a:gd name="csY7158" fmla="*/ 1421732 h 2454076"/>
                <a:gd name="csX7159" fmla="*/ 998192 w 1886469"/>
                <a:gd name="csY7159" fmla="*/ 1417715 h 2454076"/>
                <a:gd name="csX7160" fmla="*/ 1001533 w 1886469"/>
                <a:gd name="csY7160" fmla="*/ 1411780 h 2454076"/>
                <a:gd name="csX7161" fmla="*/ 1005177 w 1886469"/>
                <a:gd name="csY7161" fmla="*/ 1407466 h 2454076"/>
                <a:gd name="csX7162" fmla="*/ 1011066 w 1886469"/>
                <a:gd name="csY7162" fmla="*/ 1403426 h 2454076"/>
                <a:gd name="csX7163" fmla="*/ 1014673 w 1886469"/>
                <a:gd name="csY7163" fmla="*/ 1400170 h 2454076"/>
                <a:gd name="csX7164" fmla="*/ 1015403 w 1886469"/>
                <a:gd name="csY7164" fmla="*/ 1398998 h 2454076"/>
                <a:gd name="csX7165" fmla="*/ 1012055 w 1886469"/>
                <a:gd name="csY7165" fmla="*/ 1398716 h 2454076"/>
                <a:gd name="csX7166" fmla="*/ 1011241 w 1886469"/>
                <a:gd name="csY7166" fmla="*/ 1398161 h 2454076"/>
                <a:gd name="csX7167" fmla="*/ 1010549 w 1886469"/>
                <a:gd name="csY7167" fmla="*/ 1395064 h 2454076"/>
                <a:gd name="csX7168" fmla="*/ 1010899 w 1886469"/>
                <a:gd name="csY7168" fmla="*/ 1389312 h 2454076"/>
                <a:gd name="csX7169" fmla="*/ 1010838 w 1886469"/>
                <a:gd name="csY7169" fmla="*/ 1386101 h 2454076"/>
                <a:gd name="csX7170" fmla="*/ 1010442 w 1886469"/>
                <a:gd name="csY7170" fmla="*/ 1383195 h 2454076"/>
                <a:gd name="csX7171" fmla="*/ 1009712 w 1886469"/>
                <a:gd name="csY7171" fmla="*/ 1380600 h 2454076"/>
                <a:gd name="csX7172" fmla="*/ 1008647 w 1886469"/>
                <a:gd name="csY7172" fmla="*/ 1378310 h 2454076"/>
                <a:gd name="csX7173" fmla="*/ 1007673 w 1886469"/>
                <a:gd name="csY7173" fmla="*/ 1376933 h 2454076"/>
                <a:gd name="csX7174" fmla="*/ 1006790 w 1886469"/>
                <a:gd name="csY7174" fmla="*/ 1376477 h 2454076"/>
                <a:gd name="csX7175" fmla="*/ 1006189 w 1886469"/>
                <a:gd name="csY7175" fmla="*/ 1376682 h 2454076"/>
                <a:gd name="csX7176" fmla="*/ 1005862 w 1886469"/>
                <a:gd name="csY7176" fmla="*/ 1377549 h 2454076"/>
                <a:gd name="csX7177" fmla="*/ 1004964 w 1886469"/>
                <a:gd name="csY7177" fmla="*/ 1383081 h 2454076"/>
                <a:gd name="csX7178" fmla="*/ 1003823 w 1886469"/>
                <a:gd name="csY7178" fmla="*/ 1387128 h 2454076"/>
                <a:gd name="csX7179" fmla="*/ 1002255 w 1886469"/>
                <a:gd name="csY7179" fmla="*/ 1389244 h 2454076"/>
                <a:gd name="csX7180" fmla="*/ 999007 w 1886469"/>
                <a:gd name="csY7180" fmla="*/ 1390667 h 2454076"/>
                <a:gd name="csX7181" fmla="*/ 993429 w 1886469"/>
                <a:gd name="csY7181" fmla="*/ 1391717 h 2454076"/>
                <a:gd name="csX7182" fmla="*/ 991116 w 1886469"/>
                <a:gd name="csY7182" fmla="*/ 1389792 h 2454076"/>
                <a:gd name="csX7183" fmla="*/ 990820 w 1886469"/>
                <a:gd name="csY7183" fmla="*/ 1388156 h 2454076"/>
                <a:gd name="csX7184" fmla="*/ 991626 w 1886469"/>
                <a:gd name="csY7184" fmla="*/ 1381742 h 2454076"/>
                <a:gd name="csX7185" fmla="*/ 993483 w 1886469"/>
                <a:gd name="csY7185" fmla="*/ 1378980 h 2454076"/>
                <a:gd name="csX7186" fmla="*/ 998588 w 1886469"/>
                <a:gd name="csY7186" fmla="*/ 1373524 h 2454076"/>
                <a:gd name="csX7187" fmla="*/ 1001860 w 1886469"/>
                <a:gd name="csY7187" fmla="*/ 1369142 h 2454076"/>
                <a:gd name="csX7188" fmla="*/ 1001913 w 1886469"/>
                <a:gd name="csY7188" fmla="*/ 1368381 h 2454076"/>
                <a:gd name="csX7189" fmla="*/ 998908 w 1886469"/>
                <a:gd name="csY7189" fmla="*/ 1368343 h 2454076"/>
                <a:gd name="csX7190" fmla="*/ 998192 w 1886469"/>
                <a:gd name="csY7190" fmla="*/ 1367438 h 2454076"/>
                <a:gd name="csX7191" fmla="*/ 997561 w 1886469"/>
                <a:gd name="csY7191" fmla="*/ 1362028 h 2454076"/>
                <a:gd name="csX7192" fmla="*/ 997736 w 1886469"/>
                <a:gd name="csY7192" fmla="*/ 1359996 h 2454076"/>
                <a:gd name="csX7193" fmla="*/ 998208 w 1886469"/>
                <a:gd name="csY7193" fmla="*/ 1357676 h 2454076"/>
                <a:gd name="csX7194" fmla="*/ 1000308 w 1886469"/>
                <a:gd name="csY7194" fmla="*/ 1355979 h 2454076"/>
                <a:gd name="csX7195" fmla="*/ 1006760 w 1886469"/>
                <a:gd name="csY7195" fmla="*/ 1353887 h 2454076"/>
                <a:gd name="csX7196" fmla="*/ 1011774 w 1886469"/>
                <a:gd name="csY7196" fmla="*/ 1351422 h 2454076"/>
                <a:gd name="csX7197" fmla="*/ 1011926 w 1886469"/>
                <a:gd name="csY7197" fmla="*/ 1352281 h 2454076"/>
                <a:gd name="csX7198" fmla="*/ 1007901 w 1886469"/>
                <a:gd name="csY7198" fmla="*/ 1359654 h 2454076"/>
                <a:gd name="csX7199" fmla="*/ 1007483 w 1886469"/>
                <a:gd name="csY7199" fmla="*/ 1361358 h 2454076"/>
                <a:gd name="csX7200" fmla="*/ 1009019 w 1886469"/>
                <a:gd name="csY7200" fmla="*/ 1362949 h 2454076"/>
                <a:gd name="csX7201" fmla="*/ 1012885 w 1886469"/>
                <a:gd name="csY7201" fmla="*/ 1358688 h 2454076"/>
                <a:gd name="csX7202" fmla="*/ 1015380 w 1886469"/>
                <a:gd name="csY7202" fmla="*/ 1355165 h 2454076"/>
                <a:gd name="csX7203" fmla="*/ 1015799 w 1886469"/>
                <a:gd name="csY7203" fmla="*/ 1353963 h 2454076"/>
                <a:gd name="csX7204" fmla="*/ 1013531 w 1886469"/>
                <a:gd name="csY7204" fmla="*/ 1353522 h 2454076"/>
                <a:gd name="csX7205" fmla="*/ 1013410 w 1886469"/>
                <a:gd name="csY7205" fmla="*/ 1352061 h 2454076"/>
                <a:gd name="csX7206" fmla="*/ 1013843 w 1886469"/>
                <a:gd name="csY7206" fmla="*/ 1349375 h 2454076"/>
                <a:gd name="csX7207" fmla="*/ 1013638 w 1886469"/>
                <a:gd name="csY7207" fmla="*/ 1347534 h 2454076"/>
                <a:gd name="csX7208" fmla="*/ 1011127 w 1886469"/>
                <a:gd name="csY7208" fmla="*/ 1345213 h 2454076"/>
                <a:gd name="csX7209" fmla="*/ 1008038 w 1886469"/>
                <a:gd name="csY7209" fmla="*/ 1346506 h 2454076"/>
                <a:gd name="csX7210" fmla="*/ 1005459 w 1886469"/>
                <a:gd name="csY7210" fmla="*/ 1348949 h 2454076"/>
                <a:gd name="csX7211" fmla="*/ 1003321 w 1886469"/>
                <a:gd name="csY7211" fmla="*/ 1349611 h 2454076"/>
                <a:gd name="csX7212" fmla="*/ 1000163 w 1886469"/>
                <a:gd name="csY7212" fmla="*/ 1349656 h 2454076"/>
                <a:gd name="csX7213" fmla="*/ 997865 w 1886469"/>
                <a:gd name="csY7213" fmla="*/ 1349101 h 2454076"/>
                <a:gd name="csX7214" fmla="*/ 996427 w 1886469"/>
                <a:gd name="csY7214" fmla="*/ 1347937 h 2454076"/>
                <a:gd name="csX7215" fmla="*/ 994693 w 1886469"/>
                <a:gd name="csY7215" fmla="*/ 1345327 h 2454076"/>
                <a:gd name="csX7216" fmla="*/ 992669 w 1886469"/>
                <a:gd name="csY7216" fmla="*/ 1341272 h 2454076"/>
                <a:gd name="csX7217" fmla="*/ 990112 w 1886469"/>
                <a:gd name="csY7217" fmla="*/ 1337216 h 2454076"/>
                <a:gd name="csX7218" fmla="*/ 989207 w 1886469"/>
                <a:gd name="csY7218" fmla="*/ 1336775 h 2454076"/>
                <a:gd name="csX7219" fmla="*/ 988431 w 1886469"/>
                <a:gd name="csY7219" fmla="*/ 1337232 h 2454076"/>
                <a:gd name="csX7220" fmla="*/ 986795 w 1886469"/>
                <a:gd name="csY7220" fmla="*/ 1341150 h 2454076"/>
                <a:gd name="csX7221" fmla="*/ 986087 w 1886469"/>
                <a:gd name="csY7221" fmla="*/ 1341622 h 2454076"/>
                <a:gd name="csX7222" fmla="*/ 976059 w 1886469"/>
                <a:gd name="csY7222" fmla="*/ 1336128 h 2454076"/>
                <a:gd name="csX7223" fmla="*/ 971806 w 1886469"/>
                <a:gd name="csY7223" fmla="*/ 1333039 h 2454076"/>
                <a:gd name="csX7224" fmla="*/ 969744 w 1886469"/>
                <a:gd name="csY7224" fmla="*/ 1330696 h 2454076"/>
                <a:gd name="csX7225" fmla="*/ 967187 w 1886469"/>
                <a:gd name="csY7225" fmla="*/ 1329304 h 2454076"/>
                <a:gd name="csX7226" fmla="*/ 964129 w 1886469"/>
                <a:gd name="csY7226" fmla="*/ 1328877 h 2454076"/>
                <a:gd name="csX7227" fmla="*/ 961687 w 1886469"/>
                <a:gd name="csY7227" fmla="*/ 1327782 h 2454076"/>
                <a:gd name="csX7228" fmla="*/ 959868 w 1886469"/>
                <a:gd name="csY7228" fmla="*/ 1326032 h 2454076"/>
                <a:gd name="csX7229" fmla="*/ 958392 w 1886469"/>
                <a:gd name="csY7229" fmla="*/ 1323506 h 2454076"/>
                <a:gd name="csX7230" fmla="*/ 957266 w 1886469"/>
                <a:gd name="csY7230" fmla="*/ 1320211 h 2454076"/>
                <a:gd name="csX7231" fmla="*/ 955189 w 1886469"/>
                <a:gd name="csY7231" fmla="*/ 1316049 h 2454076"/>
                <a:gd name="csX7232" fmla="*/ 950426 w 1886469"/>
                <a:gd name="csY7232" fmla="*/ 1307726 h 2454076"/>
                <a:gd name="csX7233" fmla="*/ 949163 w 1886469"/>
                <a:gd name="csY7233" fmla="*/ 1302354 h 2454076"/>
                <a:gd name="csX7234" fmla="*/ 948988 w 1886469"/>
                <a:gd name="csY7234" fmla="*/ 1300292 h 2454076"/>
                <a:gd name="csX7235" fmla="*/ 949285 w 1886469"/>
                <a:gd name="csY7235" fmla="*/ 1294966 h 2454076"/>
                <a:gd name="csX7236" fmla="*/ 953743 w 1886469"/>
                <a:gd name="csY7236" fmla="*/ 1285874 h 2454076"/>
                <a:gd name="csX7237" fmla="*/ 954572 w 1886469"/>
                <a:gd name="csY7237" fmla="*/ 1283241 h 2454076"/>
                <a:gd name="csX7238" fmla="*/ 956094 w 1886469"/>
                <a:gd name="csY7238" fmla="*/ 1281301 h 2454076"/>
                <a:gd name="csX7239" fmla="*/ 958308 w 1886469"/>
                <a:gd name="csY7239" fmla="*/ 1280053 h 2454076"/>
                <a:gd name="csX7240" fmla="*/ 959899 w 1886469"/>
                <a:gd name="csY7240" fmla="*/ 1279673 h 2454076"/>
                <a:gd name="csX7241" fmla="*/ 963520 w 1886469"/>
                <a:gd name="csY7241" fmla="*/ 1280837 h 2454076"/>
                <a:gd name="csX7242" fmla="*/ 961352 w 1886469"/>
                <a:gd name="csY7242" fmla="*/ 1277999 h 2454076"/>
                <a:gd name="csX7243" fmla="*/ 961184 w 1886469"/>
                <a:gd name="csY7243" fmla="*/ 1276477 h 2454076"/>
                <a:gd name="csX7244" fmla="*/ 963360 w 1886469"/>
                <a:gd name="csY7244" fmla="*/ 1271494 h 2454076"/>
                <a:gd name="csX7245" fmla="*/ 962934 w 1886469"/>
                <a:gd name="csY7245" fmla="*/ 1271265 h 2454076"/>
                <a:gd name="csX7246" fmla="*/ 956954 w 1886469"/>
                <a:gd name="csY7246" fmla="*/ 1275100 h 2454076"/>
                <a:gd name="csX7247" fmla="*/ 955425 w 1886469"/>
                <a:gd name="csY7247" fmla="*/ 1274841 h 2454076"/>
                <a:gd name="csX7248" fmla="*/ 953271 w 1886469"/>
                <a:gd name="csY7248" fmla="*/ 1272498 h 2454076"/>
                <a:gd name="csX7249" fmla="*/ 949216 w 1886469"/>
                <a:gd name="csY7249" fmla="*/ 1264083 h 2454076"/>
                <a:gd name="csX7250" fmla="*/ 949170 w 1886469"/>
                <a:gd name="csY7250" fmla="*/ 1258818 h 2454076"/>
                <a:gd name="csX7251" fmla="*/ 950441 w 1886469"/>
                <a:gd name="csY7251" fmla="*/ 1251453 h 2454076"/>
                <a:gd name="csX7252" fmla="*/ 950890 w 1886469"/>
                <a:gd name="csY7252" fmla="*/ 1247032 h 2454076"/>
                <a:gd name="csX7253" fmla="*/ 949733 w 1886469"/>
                <a:gd name="csY7253" fmla="*/ 1243251 h 2454076"/>
                <a:gd name="csX7254" fmla="*/ 950167 w 1886469"/>
                <a:gd name="csY7254" fmla="*/ 1242186 h 2454076"/>
                <a:gd name="csX7255" fmla="*/ 951423 w 1886469"/>
                <a:gd name="csY7255" fmla="*/ 1241120 h 2454076"/>
                <a:gd name="csX7256" fmla="*/ 951948 w 1886469"/>
                <a:gd name="csY7256" fmla="*/ 1239979 h 2454076"/>
                <a:gd name="csX7257" fmla="*/ 951400 w 1886469"/>
                <a:gd name="csY7257" fmla="*/ 1235779 h 2454076"/>
                <a:gd name="csX7258" fmla="*/ 952275 w 1886469"/>
                <a:gd name="csY7258" fmla="*/ 1233535 h 2454076"/>
                <a:gd name="csX7259" fmla="*/ 955143 w 1886469"/>
                <a:gd name="csY7259" fmla="*/ 1229175 h 2454076"/>
                <a:gd name="csX7260" fmla="*/ 957958 w 1886469"/>
                <a:gd name="csY7260" fmla="*/ 1225348 h 2454076"/>
                <a:gd name="csX7261" fmla="*/ 959617 w 1886469"/>
                <a:gd name="csY7261" fmla="*/ 1224176 h 2454076"/>
                <a:gd name="csX7262" fmla="*/ 961055 w 1886469"/>
                <a:gd name="csY7262" fmla="*/ 1224397 h 2454076"/>
                <a:gd name="csX7263" fmla="*/ 962554 w 1886469"/>
                <a:gd name="csY7263" fmla="*/ 1225568 h 2454076"/>
                <a:gd name="csX7264" fmla="*/ 964121 w 1886469"/>
                <a:gd name="csY7264" fmla="*/ 1227706 h 2454076"/>
                <a:gd name="csX7265" fmla="*/ 966799 w 1886469"/>
                <a:gd name="csY7265" fmla="*/ 1229905 h 2454076"/>
                <a:gd name="csX7266" fmla="*/ 968785 w 1886469"/>
                <a:gd name="csY7266" fmla="*/ 1230529 h 2454076"/>
                <a:gd name="csX7267" fmla="*/ 970239 w 1886469"/>
                <a:gd name="csY7267" fmla="*/ 1229327 h 2454076"/>
                <a:gd name="csX7268" fmla="*/ 972734 w 1886469"/>
                <a:gd name="csY7268" fmla="*/ 1221079 h 2454076"/>
                <a:gd name="csX7269" fmla="*/ 973617 w 1886469"/>
                <a:gd name="csY7269" fmla="*/ 1218957 h 2454076"/>
                <a:gd name="csX7270" fmla="*/ 972787 w 1886469"/>
                <a:gd name="csY7270" fmla="*/ 1218036 h 2454076"/>
                <a:gd name="csX7271" fmla="*/ 967895 w 1886469"/>
                <a:gd name="csY7271" fmla="*/ 1218120 h 2454076"/>
                <a:gd name="csX7272" fmla="*/ 965780 w 1886469"/>
                <a:gd name="csY7272" fmla="*/ 1217435 h 2454076"/>
                <a:gd name="csX7273" fmla="*/ 964563 w 1886469"/>
                <a:gd name="csY7273" fmla="*/ 1216636 h 2454076"/>
                <a:gd name="csX7274" fmla="*/ 963665 w 1886469"/>
                <a:gd name="csY7274" fmla="*/ 1213463 h 2454076"/>
                <a:gd name="csX7275" fmla="*/ 964403 w 1886469"/>
                <a:gd name="csY7275" fmla="*/ 1211767 h 2454076"/>
                <a:gd name="csX7276" fmla="*/ 969135 w 1886469"/>
                <a:gd name="csY7276" fmla="*/ 1205862 h 2454076"/>
                <a:gd name="csX7277" fmla="*/ 971365 w 1886469"/>
                <a:gd name="csY7277" fmla="*/ 1199646 h 2454076"/>
                <a:gd name="csX7278" fmla="*/ 977992 w 1886469"/>
                <a:gd name="csY7278" fmla="*/ 1190949 h 2454076"/>
                <a:gd name="csX7279" fmla="*/ 984702 w 1886469"/>
                <a:gd name="csY7279" fmla="*/ 1186848 h 2454076"/>
                <a:gd name="csX7280" fmla="*/ 987951 w 1886469"/>
                <a:gd name="csY7280" fmla="*/ 1185494 h 2454076"/>
                <a:gd name="csX7281" fmla="*/ 990599 w 1886469"/>
                <a:gd name="csY7281" fmla="*/ 1185220 h 2454076"/>
                <a:gd name="csX7282" fmla="*/ 991748 w 1886469"/>
                <a:gd name="csY7282" fmla="*/ 1185768 h 2454076"/>
                <a:gd name="csX7283" fmla="*/ 993163 w 1886469"/>
                <a:gd name="csY7283" fmla="*/ 1190135 h 2454076"/>
                <a:gd name="csX7284" fmla="*/ 993422 w 1886469"/>
                <a:gd name="csY7284" fmla="*/ 1194731 h 2454076"/>
                <a:gd name="csX7285" fmla="*/ 997066 w 1886469"/>
                <a:gd name="csY7285" fmla="*/ 1200453 h 2454076"/>
                <a:gd name="csX7286" fmla="*/ 999996 w 1886469"/>
                <a:gd name="csY7286" fmla="*/ 1200886 h 2454076"/>
                <a:gd name="csX7287" fmla="*/ 1001814 w 1886469"/>
                <a:gd name="csY7287" fmla="*/ 1200027 h 2454076"/>
                <a:gd name="csX7288" fmla="*/ 1007703 w 1886469"/>
                <a:gd name="csY7288" fmla="*/ 1200361 h 2454076"/>
                <a:gd name="csX7289" fmla="*/ 1009065 w 1886469"/>
                <a:gd name="csY7289" fmla="*/ 1201959 h 2454076"/>
                <a:gd name="csX7290" fmla="*/ 1008966 w 1886469"/>
                <a:gd name="csY7290" fmla="*/ 1203739 h 2454076"/>
                <a:gd name="csX7291" fmla="*/ 1008312 w 1886469"/>
                <a:gd name="csY7291" fmla="*/ 1206616 h 2454076"/>
                <a:gd name="csX7292" fmla="*/ 1008715 w 1886469"/>
                <a:gd name="csY7292" fmla="*/ 1209073 h 2454076"/>
                <a:gd name="csX7293" fmla="*/ 1012710 w 1886469"/>
                <a:gd name="csY7293" fmla="*/ 1213760 h 2454076"/>
                <a:gd name="csX7294" fmla="*/ 1016308 w 1886469"/>
                <a:gd name="csY7294" fmla="*/ 1216994 h 2454076"/>
                <a:gd name="csX7295" fmla="*/ 1019534 w 1886469"/>
                <a:gd name="csY7295" fmla="*/ 1221018 h 2454076"/>
                <a:gd name="csX7296" fmla="*/ 1024343 w 1886469"/>
                <a:gd name="csY7296" fmla="*/ 1229388 h 2454076"/>
                <a:gd name="csX7297" fmla="*/ 1025385 w 1886469"/>
                <a:gd name="csY7297" fmla="*/ 1231747 h 2454076"/>
                <a:gd name="csX7298" fmla="*/ 1026108 w 1886469"/>
                <a:gd name="csY7298" fmla="*/ 1234288 h 2454076"/>
                <a:gd name="csX7299" fmla="*/ 1027356 w 1886469"/>
                <a:gd name="csY7299" fmla="*/ 1243540 h 2454076"/>
                <a:gd name="csX7300" fmla="*/ 1027516 w 1886469"/>
                <a:gd name="csY7300" fmla="*/ 1247032 h 2454076"/>
                <a:gd name="csX7301" fmla="*/ 1027059 w 1886469"/>
                <a:gd name="csY7301" fmla="*/ 1257076 h 2454076"/>
                <a:gd name="csX7302" fmla="*/ 1026679 w 1886469"/>
                <a:gd name="csY7302" fmla="*/ 1258970 h 2454076"/>
                <a:gd name="csX7303" fmla="*/ 1025408 w 1886469"/>
                <a:gd name="csY7303" fmla="*/ 1261237 h 2454076"/>
                <a:gd name="csX7304" fmla="*/ 1025850 w 1886469"/>
                <a:gd name="csY7304" fmla="*/ 1262158 h 2454076"/>
                <a:gd name="csX7305" fmla="*/ 1029646 w 1886469"/>
                <a:gd name="csY7305" fmla="*/ 1264752 h 2454076"/>
                <a:gd name="csX7306" fmla="*/ 1032659 w 1886469"/>
                <a:gd name="csY7306" fmla="*/ 1269888 h 2454076"/>
                <a:gd name="csX7307" fmla="*/ 1034242 w 1886469"/>
                <a:gd name="csY7307" fmla="*/ 1271539 h 2454076"/>
                <a:gd name="csX7308" fmla="*/ 1038061 w 1886469"/>
                <a:gd name="csY7308" fmla="*/ 1274301 h 2454076"/>
                <a:gd name="csX7309" fmla="*/ 1038754 w 1886469"/>
                <a:gd name="csY7309" fmla="*/ 1275344 h 2454076"/>
                <a:gd name="csX7310" fmla="*/ 1039621 w 1886469"/>
                <a:gd name="csY7310" fmla="*/ 1277063 h 2454076"/>
                <a:gd name="csX7311" fmla="*/ 1041774 w 1886469"/>
                <a:gd name="csY7311" fmla="*/ 1284405 h 2454076"/>
                <a:gd name="csX7312" fmla="*/ 1045305 w 1886469"/>
                <a:gd name="csY7312" fmla="*/ 1290987 h 2454076"/>
                <a:gd name="csX7313" fmla="*/ 1045563 w 1886469"/>
                <a:gd name="csY7313" fmla="*/ 1292402 h 2454076"/>
                <a:gd name="csX7314" fmla="*/ 1044803 w 1886469"/>
                <a:gd name="csY7314" fmla="*/ 1295483 h 2454076"/>
                <a:gd name="csX7315" fmla="*/ 1045343 w 1886469"/>
                <a:gd name="csY7315" fmla="*/ 1296457 h 2454076"/>
                <a:gd name="csX7316" fmla="*/ 1046705 w 1886469"/>
                <a:gd name="csY7316" fmla="*/ 1297583 h 2454076"/>
                <a:gd name="csX7317" fmla="*/ 1047930 w 1886469"/>
                <a:gd name="csY7317" fmla="*/ 1296998 h 2454076"/>
                <a:gd name="csX7318" fmla="*/ 1049010 w 1886469"/>
                <a:gd name="csY7318" fmla="*/ 1294692 h 2454076"/>
                <a:gd name="csX7319" fmla="*/ 1050189 w 1886469"/>
                <a:gd name="csY7319" fmla="*/ 1294023 h 2454076"/>
                <a:gd name="csX7320" fmla="*/ 1051460 w 1886469"/>
                <a:gd name="csY7320" fmla="*/ 1294997 h 2454076"/>
                <a:gd name="csX7321" fmla="*/ 1052426 w 1886469"/>
                <a:gd name="csY7321" fmla="*/ 1296708 h 2454076"/>
                <a:gd name="csX7322" fmla="*/ 1053743 w 1886469"/>
                <a:gd name="csY7322" fmla="*/ 1300893 h 2454076"/>
                <a:gd name="csX7323" fmla="*/ 1055660 w 1886469"/>
                <a:gd name="csY7323" fmla="*/ 1304340 h 2454076"/>
                <a:gd name="csX7324" fmla="*/ 1055500 w 1886469"/>
                <a:gd name="csY7324" fmla="*/ 1305390 h 2454076"/>
                <a:gd name="csX7325" fmla="*/ 1054549 w 1886469"/>
                <a:gd name="csY7325" fmla="*/ 1306250 h 2454076"/>
                <a:gd name="csX7326" fmla="*/ 1049368 w 1886469"/>
                <a:gd name="csY7326" fmla="*/ 1307201 h 2454076"/>
                <a:gd name="csX7327" fmla="*/ 1046454 w 1886469"/>
                <a:gd name="csY7327" fmla="*/ 1306539 h 2454076"/>
                <a:gd name="csX7328" fmla="*/ 1043760 w 1886469"/>
                <a:gd name="csY7328" fmla="*/ 1304857 h 2454076"/>
                <a:gd name="csX7329" fmla="*/ 1041888 w 1886469"/>
                <a:gd name="csY7329" fmla="*/ 1303115 h 2454076"/>
                <a:gd name="csX7330" fmla="*/ 1040146 w 1886469"/>
                <a:gd name="csY7330" fmla="*/ 1300444 h 2454076"/>
                <a:gd name="csX7331" fmla="*/ 1039499 w 1886469"/>
                <a:gd name="csY7331" fmla="*/ 1300726 h 2454076"/>
                <a:gd name="csX7332" fmla="*/ 1038586 w 1886469"/>
                <a:gd name="csY7332" fmla="*/ 1302902 h 2454076"/>
                <a:gd name="csX7333" fmla="*/ 1036639 w 1886469"/>
                <a:gd name="csY7333" fmla="*/ 1306075 h 2454076"/>
                <a:gd name="csX7334" fmla="*/ 1035421 w 1886469"/>
                <a:gd name="csY7334" fmla="*/ 1308996 h 2454076"/>
                <a:gd name="csX7335" fmla="*/ 1036836 w 1886469"/>
                <a:gd name="csY7335" fmla="*/ 1310290 h 2454076"/>
                <a:gd name="csX7336" fmla="*/ 1043646 w 1886469"/>
                <a:gd name="csY7336" fmla="*/ 1310206 h 2454076"/>
                <a:gd name="csX7337" fmla="*/ 1045122 w 1886469"/>
                <a:gd name="csY7337" fmla="*/ 1311028 h 2454076"/>
                <a:gd name="csX7338" fmla="*/ 1046849 w 1886469"/>
                <a:gd name="csY7338" fmla="*/ 1313074 h 2454076"/>
                <a:gd name="csX7339" fmla="*/ 1044879 w 1886469"/>
                <a:gd name="csY7339" fmla="*/ 1316491 h 2454076"/>
                <a:gd name="csX7340" fmla="*/ 1040275 w 1886469"/>
                <a:gd name="csY7340" fmla="*/ 1322205 h 2454076"/>
                <a:gd name="csX7341" fmla="*/ 1030323 w 1886469"/>
                <a:gd name="csY7341" fmla="*/ 1333214 h 2454076"/>
                <a:gd name="csX7342" fmla="*/ 1027402 w 1886469"/>
                <a:gd name="csY7342" fmla="*/ 1336030 h 2454076"/>
                <a:gd name="csX7343" fmla="*/ 1028109 w 1886469"/>
                <a:gd name="csY7343" fmla="*/ 1336844 h 2454076"/>
                <a:gd name="csX7344" fmla="*/ 1029220 w 1886469"/>
                <a:gd name="csY7344" fmla="*/ 1337049 h 2454076"/>
                <a:gd name="csX7345" fmla="*/ 1032636 w 1886469"/>
                <a:gd name="csY7345" fmla="*/ 1336570 h 2454076"/>
                <a:gd name="csX7346" fmla="*/ 1035824 w 1886469"/>
                <a:gd name="csY7346" fmla="*/ 1335101 h 2454076"/>
                <a:gd name="csX7347" fmla="*/ 1039705 w 1886469"/>
                <a:gd name="csY7347" fmla="*/ 1335733 h 2454076"/>
                <a:gd name="csX7348" fmla="*/ 1041432 w 1886469"/>
                <a:gd name="csY7348" fmla="*/ 1336935 h 2454076"/>
                <a:gd name="csX7349" fmla="*/ 1040846 w 1886469"/>
                <a:gd name="csY7349" fmla="*/ 1338099 h 2454076"/>
                <a:gd name="csX7350" fmla="*/ 1041896 w 1886469"/>
                <a:gd name="csY7350" fmla="*/ 1340001 h 2454076"/>
                <a:gd name="csX7351" fmla="*/ 1048242 w 1886469"/>
                <a:gd name="csY7351" fmla="*/ 1344407 h 2454076"/>
                <a:gd name="csX7352" fmla="*/ 1052251 w 1886469"/>
                <a:gd name="csY7352" fmla="*/ 1343531 h 2454076"/>
                <a:gd name="csX7353" fmla="*/ 1056345 w 1886469"/>
                <a:gd name="csY7353" fmla="*/ 1339286 h 2454076"/>
                <a:gd name="csX7354" fmla="*/ 1059510 w 1886469"/>
                <a:gd name="csY7354" fmla="*/ 1337178 h 2454076"/>
                <a:gd name="csX7355" fmla="*/ 1063405 w 1886469"/>
                <a:gd name="csY7355" fmla="*/ 1337467 h 2454076"/>
                <a:gd name="csX7356" fmla="*/ 1064494 w 1886469"/>
                <a:gd name="csY7356" fmla="*/ 1337939 h 2454076"/>
                <a:gd name="csX7357" fmla="*/ 1064075 w 1886469"/>
                <a:gd name="csY7357" fmla="*/ 1338974 h 2454076"/>
                <a:gd name="csX7358" fmla="*/ 1061199 w 1886469"/>
                <a:gd name="csY7358" fmla="*/ 1341355 h 2454076"/>
                <a:gd name="csX7359" fmla="*/ 1058597 w 1886469"/>
                <a:gd name="csY7359" fmla="*/ 1344003 h 2454076"/>
                <a:gd name="csX7360" fmla="*/ 1058315 w 1886469"/>
                <a:gd name="csY7360" fmla="*/ 1344749 h 2454076"/>
                <a:gd name="csX7361" fmla="*/ 1061557 w 1886469"/>
                <a:gd name="csY7361" fmla="*/ 1343684 h 2454076"/>
                <a:gd name="csX7362" fmla="*/ 1068777 w 1886469"/>
                <a:gd name="csY7362" fmla="*/ 1345373 h 2454076"/>
                <a:gd name="csX7363" fmla="*/ 1072285 w 1886469"/>
                <a:gd name="csY7363" fmla="*/ 1345791 h 2454076"/>
                <a:gd name="csX7364" fmla="*/ 1074826 w 1886469"/>
                <a:gd name="csY7364" fmla="*/ 1345365 h 2454076"/>
                <a:gd name="csX7365" fmla="*/ 1077207 w 1886469"/>
                <a:gd name="csY7365" fmla="*/ 1346035 h 2454076"/>
                <a:gd name="csX7366" fmla="*/ 1079437 w 1886469"/>
                <a:gd name="csY7366" fmla="*/ 1347800 h 2454076"/>
                <a:gd name="csX7367" fmla="*/ 1080182 w 1886469"/>
                <a:gd name="csY7367" fmla="*/ 1348918 h 2454076"/>
                <a:gd name="csX7368" fmla="*/ 1078098 w 1886469"/>
                <a:gd name="csY7368" fmla="*/ 1349641 h 2454076"/>
                <a:gd name="csX7369" fmla="*/ 1076127 w 1886469"/>
                <a:gd name="csY7369" fmla="*/ 1349626 h 2454076"/>
                <a:gd name="csX7370" fmla="*/ 1074453 w 1886469"/>
                <a:gd name="csY7370" fmla="*/ 1350699 h 2454076"/>
                <a:gd name="csX7371" fmla="*/ 1073076 w 1886469"/>
                <a:gd name="csY7371" fmla="*/ 1352837 h 2454076"/>
                <a:gd name="csX7372" fmla="*/ 1072094 w 1886469"/>
                <a:gd name="csY7372" fmla="*/ 1355606 h 2454076"/>
                <a:gd name="csX7373" fmla="*/ 1071509 w 1886469"/>
                <a:gd name="csY7373" fmla="*/ 1359007 h 2454076"/>
                <a:gd name="csX7374" fmla="*/ 1070010 w 1886469"/>
                <a:gd name="csY7374" fmla="*/ 1360407 h 2454076"/>
                <a:gd name="csX7375" fmla="*/ 1067605 w 1886469"/>
                <a:gd name="csY7375" fmla="*/ 1359814 h 2454076"/>
                <a:gd name="csX7376" fmla="*/ 1066662 w 1886469"/>
                <a:gd name="csY7376" fmla="*/ 1358855 h 2454076"/>
                <a:gd name="csX7377" fmla="*/ 1067179 w 1886469"/>
                <a:gd name="csY7377" fmla="*/ 1357508 h 2454076"/>
                <a:gd name="csX7378" fmla="*/ 1066479 w 1886469"/>
                <a:gd name="csY7378" fmla="*/ 1357318 h 2454076"/>
                <a:gd name="csX7379" fmla="*/ 1064554 w 1886469"/>
                <a:gd name="csY7379" fmla="*/ 1358277 h 2454076"/>
                <a:gd name="csX7380" fmla="*/ 1063056 w 1886469"/>
                <a:gd name="csY7380" fmla="*/ 1358300 h 2454076"/>
                <a:gd name="csX7381" fmla="*/ 1062645 w 1886469"/>
                <a:gd name="csY7381" fmla="*/ 1359296 h 2454076"/>
                <a:gd name="csX7382" fmla="*/ 1073160 w 1886469"/>
                <a:gd name="csY7382" fmla="*/ 1370085 h 2454076"/>
                <a:gd name="csX7383" fmla="*/ 1076523 w 1886469"/>
                <a:gd name="csY7383" fmla="*/ 1379566 h 2454076"/>
                <a:gd name="csX7384" fmla="*/ 1078836 w 1886469"/>
                <a:gd name="csY7384" fmla="*/ 1383461 h 2454076"/>
                <a:gd name="csX7385" fmla="*/ 1079064 w 1886469"/>
                <a:gd name="csY7385" fmla="*/ 1384488 h 2454076"/>
                <a:gd name="csX7386" fmla="*/ 1077557 w 1886469"/>
                <a:gd name="csY7386" fmla="*/ 1387098 h 2454076"/>
                <a:gd name="csX7387" fmla="*/ 1077481 w 1886469"/>
                <a:gd name="csY7387" fmla="*/ 1389084 h 2454076"/>
                <a:gd name="csX7388" fmla="*/ 1078174 w 1886469"/>
                <a:gd name="csY7388" fmla="*/ 1394798 h 2454076"/>
                <a:gd name="csX7389" fmla="*/ 1077854 w 1886469"/>
                <a:gd name="csY7389" fmla="*/ 1399340 h 2454076"/>
                <a:gd name="csX7390" fmla="*/ 1076819 w 1886469"/>
                <a:gd name="csY7390" fmla="*/ 1407306 h 2454076"/>
                <a:gd name="csX7391" fmla="*/ 1077786 w 1886469"/>
                <a:gd name="csY7391" fmla="*/ 1409772 h 2454076"/>
                <a:gd name="csX7392" fmla="*/ 1080030 w 1886469"/>
                <a:gd name="csY7392" fmla="*/ 1411948 h 2454076"/>
                <a:gd name="csX7393" fmla="*/ 1081377 w 1886469"/>
                <a:gd name="csY7393" fmla="*/ 1414725 h 2454076"/>
                <a:gd name="csX7394" fmla="*/ 1082298 w 1886469"/>
                <a:gd name="csY7394" fmla="*/ 1415676 h 2454076"/>
                <a:gd name="csX7395" fmla="*/ 1082982 w 1886469"/>
                <a:gd name="csY7395" fmla="*/ 1417905 h 2454076"/>
                <a:gd name="csX7396" fmla="*/ 1083781 w 1886469"/>
                <a:gd name="csY7396" fmla="*/ 1419305 h 2454076"/>
                <a:gd name="csX7397" fmla="*/ 1084702 w 1886469"/>
                <a:gd name="csY7397" fmla="*/ 1419876 h 2454076"/>
                <a:gd name="csX7398" fmla="*/ 1085349 w 1886469"/>
                <a:gd name="csY7398" fmla="*/ 1419145 h 2454076"/>
                <a:gd name="csX7399" fmla="*/ 1085729 w 1886469"/>
                <a:gd name="csY7399" fmla="*/ 1417106 h 2454076"/>
                <a:gd name="csX7400" fmla="*/ 1086589 w 1886469"/>
                <a:gd name="csY7400" fmla="*/ 1415197 h 2454076"/>
                <a:gd name="csX7401" fmla="*/ 1088963 w 1886469"/>
                <a:gd name="csY7401" fmla="*/ 1411757 h 2454076"/>
                <a:gd name="csX7402" fmla="*/ 1091260 w 1886469"/>
                <a:gd name="csY7402" fmla="*/ 1406371 h 2454076"/>
                <a:gd name="csX7403" fmla="*/ 1091648 w 1886469"/>
                <a:gd name="csY7403" fmla="*/ 1404583 h 2454076"/>
                <a:gd name="csX7404" fmla="*/ 1091283 w 1886469"/>
                <a:gd name="csY7404" fmla="*/ 1400329 h 2454076"/>
                <a:gd name="csX7405" fmla="*/ 1091550 w 1886469"/>
                <a:gd name="csY7405" fmla="*/ 1398503 h 2454076"/>
                <a:gd name="csX7406" fmla="*/ 1093710 w 1886469"/>
                <a:gd name="csY7406" fmla="*/ 1392029 h 2454076"/>
                <a:gd name="csX7407" fmla="*/ 1094395 w 1886469"/>
                <a:gd name="csY7407" fmla="*/ 1387524 h 2454076"/>
                <a:gd name="csX7408" fmla="*/ 1095050 w 1886469"/>
                <a:gd name="csY7408" fmla="*/ 1380471 h 2454076"/>
                <a:gd name="csX7409" fmla="*/ 1096191 w 1886469"/>
                <a:gd name="csY7409" fmla="*/ 1375541 h 2454076"/>
                <a:gd name="csX7410" fmla="*/ 1098641 w 1886469"/>
                <a:gd name="csY7410" fmla="*/ 1371341 h 2454076"/>
                <a:gd name="csX7411" fmla="*/ 1102917 w 1886469"/>
                <a:gd name="csY7411" fmla="*/ 1362819 h 2454076"/>
                <a:gd name="csX7412" fmla="*/ 1104461 w 1886469"/>
                <a:gd name="csY7412" fmla="*/ 1361107 h 2454076"/>
                <a:gd name="csX7413" fmla="*/ 1106196 w 1886469"/>
                <a:gd name="csY7413" fmla="*/ 1360263 h 2454076"/>
                <a:gd name="csX7414" fmla="*/ 1109224 w 1886469"/>
                <a:gd name="csY7414" fmla="*/ 1360461 h 2454076"/>
                <a:gd name="csX7415" fmla="*/ 1111431 w 1886469"/>
                <a:gd name="csY7415" fmla="*/ 1363215 h 2454076"/>
                <a:gd name="csX7416" fmla="*/ 1114398 w 1886469"/>
                <a:gd name="csY7416" fmla="*/ 1368290 h 2454076"/>
                <a:gd name="csX7417" fmla="*/ 1118180 w 1886469"/>
                <a:gd name="csY7417" fmla="*/ 1372893 h 2454076"/>
                <a:gd name="csX7418" fmla="*/ 1125058 w 1886469"/>
                <a:gd name="csY7418" fmla="*/ 1379109 h 2454076"/>
                <a:gd name="csX7419" fmla="*/ 1127021 w 1886469"/>
                <a:gd name="csY7419" fmla="*/ 1381453 h 2454076"/>
                <a:gd name="csX7420" fmla="*/ 1130916 w 1886469"/>
                <a:gd name="csY7420" fmla="*/ 1387562 h 2454076"/>
                <a:gd name="csX7421" fmla="*/ 1132560 w 1886469"/>
                <a:gd name="csY7421" fmla="*/ 1393596 h 2454076"/>
                <a:gd name="csX7422" fmla="*/ 1133686 w 1886469"/>
                <a:gd name="csY7422" fmla="*/ 1402064 h 2454076"/>
                <a:gd name="csX7423" fmla="*/ 1134660 w 1886469"/>
                <a:gd name="csY7423" fmla="*/ 1407139 h 2454076"/>
                <a:gd name="csX7424" fmla="*/ 1135474 w 1886469"/>
                <a:gd name="csY7424" fmla="*/ 1408859 h 2454076"/>
                <a:gd name="csX7425" fmla="*/ 1135847 w 1886469"/>
                <a:gd name="csY7425" fmla="*/ 1411407 h 2454076"/>
                <a:gd name="csX7426" fmla="*/ 1135778 w 1886469"/>
                <a:gd name="csY7426" fmla="*/ 1414793 h 2454076"/>
                <a:gd name="csX7427" fmla="*/ 1135466 w 1886469"/>
                <a:gd name="csY7427" fmla="*/ 1417433 h 2454076"/>
                <a:gd name="csX7428" fmla="*/ 1134926 w 1886469"/>
                <a:gd name="csY7428" fmla="*/ 1419336 h 2454076"/>
                <a:gd name="csX7429" fmla="*/ 1134081 w 1886469"/>
                <a:gd name="csY7429" fmla="*/ 1420416 h 2454076"/>
                <a:gd name="csX7430" fmla="*/ 1131981 w 1886469"/>
                <a:gd name="csY7430" fmla="*/ 1420766 h 2454076"/>
                <a:gd name="csX7431" fmla="*/ 1129417 w 1886469"/>
                <a:gd name="csY7431" fmla="*/ 1420241 h 2454076"/>
                <a:gd name="csX7432" fmla="*/ 1128679 w 1886469"/>
                <a:gd name="csY7432" fmla="*/ 1419389 h 2454076"/>
                <a:gd name="csX7433" fmla="*/ 1127333 w 1886469"/>
                <a:gd name="csY7433" fmla="*/ 1415417 h 2454076"/>
                <a:gd name="csX7434" fmla="*/ 1126770 w 1886469"/>
                <a:gd name="csY7434" fmla="*/ 1415174 h 2454076"/>
                <a:gd name="csX7435" fmla="*/ 1124388 w 1886469"/>
                <a:gd name="csY7435" fmla="*/ 1418103 h 2454076"/>
                <a:gd name="csX7436" fmla="*/ 1124091 w 1886469"/>
                <a:gd name="csY7436" fmla="*/ 1419739 h 2454076"/>
                <a:gd name="csX7437" fmla="*/ 1124966 w 1886469"/>
                <a:gd name="csY7437" fmla="*/ 1425149 h 2454076"/>
                <a:gd name="csX7438" fmla="*/ 1124852 w 1886469"/>
                <a:gd name="csY7438" fmla="*/ 1435260 h 2454076"/>
                <a:gd name="csX7439" fmla="*/ 1125096 w 1886469"/>
                <a:gd name="csY7439" fmla="*/ 1437452 h 2454076"/>
                <a:gd name="csX7440" fmla="*/ 1127614 w 1886469"/>
                <a:gd name="csY7440" fmla="*/ 1447891 h 2454076"/>
                <a:gd name="csX7441" fmla="*/ 1131860 w 1886469"/>
                <a:gd name="csY7441" fmla="*/ 1455773 h 2454076"/>
                <a:gd name="csX7442" fmla="*/ 1142489 w 1886469"/>
                <a:gd name="csY7442" fmla="*/ 1470838 h 2454076"/>
                <a:gd name="csX7443" fmla="*/ 1143098 w 1886469"/>
                <a:gd name="csY7443" fmla="*/ 1472535 h 2454076"/>
                <a:gd name="csX7444" fmla="*/ 1144224 w 1886469"/>
                <a:gd name="csY7444" fmla="*/ 1478637 h 2454076"/>
                <a:gd name="csX7445" fmla="*/ 1144779 w 1886469"/>
                <a:gd name="csY7445" fmla="*/ 1479907 h 2454076"/>
                <a:gd name="csX7446" fmla="*/ 1145472 w 1886469"/>
                <a:gd name="csY7446" fmla="*/ 1480668 h 2454076"/>
                <a:gd name="csX7447" fmla="*/ 1146308 w 1886469"/>
                <a:gd name="csY7447" fmla="*/ 1480912 h 2454076"/>
                <a:gd name="csX7448" fmla="*/ 1147465 w 1886469"/>
                <a:gd name="csY7448" fmla="*/ 1480303 h 2454076"/>
                <a:gd name="csX7449" fmla="*/ 1151376 w 1886469"/>
                <a:gd name="csY7449" fmla="*/ 1475677 h 2454076"/>
                <a:gd name="csX7450" fmla="*/ 1154777 w 1886469"/>
                <a:gd name="csY7450" fmla="*/ 1470785 h 2454076"/>
                <a:gd name="csX7451" fmla="*/ 1157151 w 1886469"/>
                <a:gd name="csY7451" fmla="*/ 1468228 h 2454076"/>
                <a:gd name="csX7452" fmla="*/ 1158497 w 1886469"/>
                <a:gd name="csY7452" fmla="*/ 1468023 h 2454076"/>
                <a:gd name="csX7453" fmla="*/ 1159943 w 1886469"/>
                <a:gd name="csY7453" fmla="*/ 1467125 h 2454076"/>
                <a:gd name="csX7454" fmla="*/ 1161495 w 1886469"/>
                <a:gd name="csY7454" fmla="*/ 1465542 h 2454076"/>
                <a:gd name="csX7455" fmla="*/ 1162530 w 1886469"/>
                <a:gd name="csY7455" fmla="*/ 1463800 h 2454076"/>
                <a:gd name="csX7456" fmla="*/ 1163055 w 1886469"/>
                <a:gd name="csY7456" fmla="*/ 1461898 h 2454076"/>
                <a:gd name="csX7457" fmla="*/ 1163755 w 1886469"/>
                <a:gd name="csY7457" fmla="*/ 1454441 h 2454076"/>
                <a:gd name="csX7458" fmla="*/ 1164348 w 1886469"/>
                <a:gd name="csY7458" fmla="*/ 1450865 h 2454076"/>
                <a:gd name="csX7459" fmla="*/ 1166007 w 1886469"/>
                <a:gd name="csY7459" fmla="*/ 1445965 h 2454076"/>
                <a:gd name="csX7460" fmla="*/ 1166616 w 1886469"/>
                <a:gd name="csY7460" fmla="*/ 1444573 h 2454076"/>
                <a:gd name="csX7461" fmla="*/ 1174841 w 1886469"/>
                <a:gd name="csY7461" fmla="*/ 1432049 h 2454076"/>
                <a:gd name="csX7462" fmla="*/ 1175518 w 1886469"/>
                <a:gd name="csY7462" fmla="*/ 1430497 h 2454076"/>
                <a:gd name="csX7463" fmla="*/ 1179010 w 1886469"/>
                <a:gd name="csY7463" fmla="*/ 1415820 h 2454076"/>
                <a:gd name="csX7464" fmla="*/ 1180243 w 1886469"/>
                <a:gd name="csY7464" fmla="*/ 1409041 h 2454076"/>
                <a:gd name="csX7465" fmla="*/ 1180418 w 1886469"/>
                <a:gd name="csY7465" fmla="*/ 1404940 h 2454076"/>
                <a:gd name="csX7466" fmla="*/ 1179946 w 1886469"/>
                <a:gd name="csY7466" fmla="*/ 1401273 h 2454076"/>
                <a:gd name="csX7467" fmla="*/ 1180182 w 1886469"/>
                <a:gd name="csY7467" fmla="*/ 1398245 h 2454076"/>
                <a:gd name="csX7468" fmla="*/ 1181125 w 1886469"/>
                <a:gd name="csY7468" fmla="*/ 1395856 h 2454076"/>
                <a:gd name="csX7469" fmla="*/ 1182122 w 1886469"/>
                <a:gd name="csY7469" fmla="*/ 1394166 h 2454076"/>
                <a:gd name="csX7470" fmla="*/ 1183842 w 1886469"/>
                <a:gd name="csY7470" fmla="*/ 1392455 h 2454076"/>
                <a:gd name="csX7471" fmla="*/ 1184793 w 1886469"/>
                <a:gd name="csY7471" fmla="*/ 1390043 h 2454076"/>
                <a:gd name="csX7472" fmla="*/ 1185363 w 1886469"/>
                <a:gd name="csY7472" fmla="*/ 1389799 h 2454076"/>
                <a:gd name="csX7473" fmla="*/ 1186771 w 1886469"/>
                <a:gd name="csY7473" fmla="*/ 1389784 h 2454076"/>
                <a:gd name="csX7474" fmla="*/ 1188627 w 1886469"/>
                <a:gd name="csY7474" fmla="*/ 1391427 h 2454076"/>
                <a:gd name="csX7475" fmla="*/ 1189974 w 1886469"/>
                <a:gd name="csY7475" fmla="*/ 1391724 h 2454076"/>
                <a:gd name="csX7476" fmla="*/ 1198678 w 1886469"/>
                <a:gd name="csY7476" fmla="*/ 1389837 h 2454076"/>
                <a:gd name="csX7477" fmla="*/ 1198678 w 1886469"/>
                <a:gd name="csY7477" fmla="*/ 1388833 h 2454076"/>
                <a:gd name="csX7478" fmla="*/ 1193573 w 1886469"/>
                <a:gd name="csY7478" fmla="*/ 1385660 h 2454076"/>
                <a:gd name="csX7479" fmla="*/ 1193626 w 1886469"/>
                <a:gd name="csY7479" fmla="*/ 1384070 h 2454076"/>
                <a:gd name="csX7480" fmla="*/ 1194075 w 1886469"/>
                <a:gd name="csY7480" fmla="*/ 1381879 h 2454076"/>
                <a:gd name="csX7481" fmla="*/ 1195680 w 1886469"/>
                <a:gd name="csY7481" fmla="*/ 1379429 h 2454076"/>
                <a:gd name="csX7482" fmla="*/ 1197651 w 1886469"/>
                <a:gd name="csY7482" fmla="*/ 1378653 h 2454076"/>
                <a:gd name="csX7483" fmla="*/ 1198092 w 1886469"/>
                <a:gd name="csY7483" fmla="*/ 1377093 h 2454076"/>
                <a:gd name="csX7484" fmla="*/ 1198146 w 1886469"/>
                <a:gd name="csY7484" fmla="*/ 1375160 h 2454076"/>
                <a:gd name="csX7485" fmla="*/ 1198792 w 1886469"/>
                <a:gd name="csY7485" fmla="*/ 1372003 h 2454076"/>
                <a:gd name="csX7486" fmla="*/ 1198199 w 1886469"/>
                <a:gd name="csY7486" fmla="*/ 1370877 h 2454076"/>
                <a:gd name="csX7487" fmla="*/ 1193428 w 1886469"/>
                <a:gd name="csY7487" fmla="*/ 1366502 h 2454076"/>
                <a:gd name="csX7488" fmla="*/ 1190674 w 1886469"/>
                <a:gd name="csY7488" fmla="*/ 1366684 h 2454076"/>
                <a:gd name="csX7489" fmla="*/ 1189974 w 1886469"/>
                <a:gd name="csY7489" fmla="*/ 1366114 h 2454076"/>
                <a:gd name="csX7490" fmla="*/ 1187593 w 1886469"/>
                <a:gd name="csY7490" fmla="*/ 1362530 h 2454076"/>
                <a:gd name="csX7491" fmla="*/ 1186725 w 1886469"/>
                <a:gd name="csY7491" fmla="*/ 1357311 h 2454076"/>
                <a:gd name="csX7492" fmla="*/ 1186634 w 1886469"/>
                <a:gd name="csY7492" fmla="*/ 1355165 h 2454076"/>
                <a:gd name="csX7493" fmla="*/ 1186961 w 1886469"/>
                <a:gd name="csY7493" fmla="*/ 1351711 h 2454076"/>
                <a:gd name="csX7494" fmla="*/ 1187265 w 1886469"/>
                <a:gd name="csY7494" fmla="*/ 1350752 h 2454076"/>
                <a:gd name="csX7495" fmla="*/ 1187113 w 1886469"/>
                <a:gd name="csY7495" fmla="*/ 1349185 h 2454076"/>
                <a:gd name="csX7496" fmla="*/ 1186512 w 1886469"/>
                <a:gd name="csY7496" fmla="*/ 1347009 h 2454076"/>
                <a:gd name="csX7497" fmla="*/ 1186467 w 1886469"/>
                <a:gd name="csY7497" fmla="*/ 1345076 h 2454076"/>
                <a:gd name="csX7498" fmla="*/ 1186969 w 1886469"/>
                <a:gd name="csY7498" fmla="*/ 1343379 h 2454076"/>
                <a:gd name="csX7499" fmla="*/ 1186664 w 1886469"/>
                <a:gd name="csY7499" fmla="*/ 1341371 h 2454076"/>
                <a:gd name="csX7500" fmla="*/ 1185553 w 1886469"/>
                <a:gd name="csY7500" fmla="*/ 1339035 h 2454076"/>
                <a:gd name="csX7501" fmla="*/ 1185120 w 1886469"/>
                <a:gd name="csY7501" fmla="*/ 1337026 h 2454076"/>
                <a:gd name="csX7502" fmla="*/ 1186284 w 1886469"/>
                <a:gd name="csY7502" fmla="*/ 1331084 h 2454076"/>
                <a:gd name="csX7503" fmla="*/ 1186322 w 1886469"/>
                <a:gd name="csY7503" fmla="*/ 1329258 h 2454076"/>
                <a:gd name="csX7504" fmla="*/ 1185226 w 1886469"/>
                <a:gd name="csY7504" fmla="*/ 1326709 h 2454076"/>
                <a:gd name="csX7505" fmla="*/ 1184427 w 1886469"/>
                <a:gd name="csY7505" fmla="*/ 1325720 h 2454076"/>
                <a:gd name="csX7506" fmla="*/ 1185013 w 1886469"/>
                <a:gd name="csY7506" fmla="*/ 1325088 h 2454076"/>
                <a:gd name="csX7507" fmla="*/ 1186984 w 1886469"/>
                <a:gd name="csY7507" fmla="*/ 1324822 h 2454076"/>
                <a:gd name="csX7508" fmla="*/ 1189342 w 1886469"/>
                <a:gd name="csY7508" fmla="*/ 1325651 h 2454076"/>
                <a:gd name="csX7509" fmla="*/ 1192074 w 1886469"/>
                <a:gd name="csY7509" fmla="*/ 1327569 h 2454076"/>
                <a:gd name="csX7510" fmla="*/ 1195429 w 1886469"/>
                <a:gd name="csY7510" fmla="*/ 1327592 h 2454076"/>
                <a:gd name="csX7511" fmla="*/ 1199393 w 1886469"/>
                <a:gd name="csY7511" fmla="*/ 1325720 h 2454076"/>
                <a:gd name="csX7512" fmla="*/ 1203426 w 1886469"/>
                <a:gd name="csY7512" fmla="*/ 1324814 h 2454076"/>
                <a:gd name="csX7513" fmla="*/ 1210395 w 1886469"/>
                <a:gd name="csY7513" fmla="*/ 1325187 h 2454076"/>
                <a:gd name="csX7514" fmla="*/ 1212039 w 1886469"/>
                <a:gd name="csY7514" fmla="*/ 1325720 h 2454076"/>
                <a:gd name="csX7515" fmla="*/ 1218970 w 1886469"/>
                <a:gd name="csY7515" fmla="*/ 1331259 h 2454076"/>
                <a:gd name="csX7516" fmla="*/ 1224349 w 1886469"/>
                <a:gd name="csY7516" fmla="*/ 1334066 h 2454076"/>
                <a:gd name="csX7517" fmla="*/ 1226777 w 1886469"/>
                <a:gd name="csY7517" fmla="*/ 1333808 h 2454076"/>
                <a:gd name="csX7518" fmla="*/ 1238737 w 1886469"/>
                <a:gd name="csY7518" fmla="*/ 1334919 h 2454076"/>
                <a:gd name="csX7519" fmla="*/ 1243987 w 1886469"/>
                <a:gd name="csY7519" fmla="*/ 1334356 h 2454076"/>
                <a:gd name="csX7520" fmla="*/ 1246703 w 1886469"/>
                <a:gd name="csY7520" fmla="*/ 1334607 h 2454076"/>
                <a:gd name="csX7521" fmla="*/ 1251923 w 1886469"/>
                <a:gd name="csY7521" fmla="*/ 1337627 h 2454076"/>
                <a:gd name="csX7522" fmla="*/ 1251581 w 1886469"/>
                <a:gd name="csY7522" fmla="*/ 1340138 h 2454076"/>
                <a:gd name="csX7523" fmla="*/ 1249328 w 1886469"/>
                <a:gd name="csY7523" fmla="*/ 1344330 h 2454076"/>
                <a:gd name="csX7524" fmla="*/ 1246392 w 1886469"/>
                <a:gd name="csY7524" fmla="*/ 1345190 h 2454076"/>
                <a:gd name="csX7525" fmla="*/ 1243797 w 1886469"/>
                <a:gd name="csY7525" fmla="*/ 1346636 h 2454076"/>
                <a:gd name="csX7526" fmla="*/ 1246201 w 1886469"/>
                <a:gd name="csY7526" fmla="*/ 1348827 h 2454076"/>
                <a:gd name="csX7527" fmla="*/ 1253300 w 1886469"/>
                <a:gd name="csY7527" fmla="*/ 1351764 h 2454076"/>
                <a:gd name="csX7528" fmla="*/ 1254966 w 1886469"/>
                <a:gd name="csY7528" fmla="*/ 1356458 h 2454076"/>
                <a:gd name="csX7529" fmla="*/ 1255469 w 1886469"/>
                <a:gd name="csY7529" fmla="*/ 1358604 h 2454076"/>
                <a:gd name="csX7530" fmla="*/ 1254647 w 1886469"/>
                <a:gd name="csY7530" fmla="*/ 1360537 h 2454076"/>
                <a:gd name="csX7531" fmla="*/ 1255058 w 1886469"/>
                <a:gd name="csY7531" fmla="*/ 1361503 h 2454076"/>
                <a:gd name="csX7532" fmla="*/ 1256701 w 1886469"/>
                <a:gd name="csY7532" fmla="*/ 1361503 h 2454076"/>
                <a:gd name="csX7533" fmla="*/ 1260947 w 1886469"/>
                <a:gd name="csY7533" fmla="*/ 1359867 h 2454076"/>
                <a:gd name="csX7534" fmla="*/ 1265634 w 1886469"/>
                <a:gd name="csY7534" fmla="*/ 1360947 h 2454076"/>
                <a:gd name="csX7535" fmla="*/ 1272459 w 1886469"/>
                <a:gd name="csY7535" fmla="*/ 1364554 h 2454076"/>
                <a:gd name="csX7536" fmla="*/ 1273197 w 1886469"/>
                <a:gd name="csY7536" fmla="*/ 1365307 h 2454076"/>
                <a:gd name="csX7537" fmla="*/ 1274399 w 1886469"/>
                <a:gd name="csY7537" fmla="*/ 1368115 h 2454076"/>
                <a:gd name="csX7538" fmla="*/ 1274246 w 1886469"/>
                <a:gd name="csY7538" fmla="*/ 1369248 h 2454076"/>
                <a:gd name="csX7539" fmla="*/ 1268213 w 1886469"/>
                <a:gd name="csY7539" fmla="*/ 1376225 h 2454076"/>
                <a:gd name="csX7540" fmla="*/ 1265071 w 1886469"/>
                <a:gd name="csY7540" fmla="*/ 1378980 h 2454076"/>
                <a:gd name="csX7541" fmla="*/ 1260947 w 1886469"/>
                <a:gd name="csY7541" fmla="*/ 1381810 h 2454076"/>
                <a:gd name="csX7542" fmla="*/ 1260810 w 1886469"/>
                <a:gd name="csY7542" fmla="*/ 1383317 h 2454076"/>
                <a:gd name="csX7543" fmla="*/ 1266600 w 1886469"/>
                <a:gd name="csY7543" fmla="*/ 1383598 h 2454076"/>
                <a:gd name="csX7544" fmla="*/ 1271104 w 1886469"/>
                <a:gd name="csY7544" fmla="*/ 1384389 h 2454076"/>
                <a:gd name="csX7545" fmla="*/ 1273136 w 1886469"/>
                <a:gd name="csY7545" fmla="*/ 1385310 h 2454076"/>
                <a:gd name="csX7546" fmla="*/ 1274193 w 1886469"/>
                <a:gd name="csY7546" fmla="*/ 1386611 h 2454076"/>
                <a:gd name="csX7547" fmla="*/ 1275639 w 1886469"/>
                <a:gd name="csY7547" fmla="*/ 1389411 h 2454076"/>
                <a:gd name="csX7548" fmla="*/ 1275875 w 1886469"/>
                <a:gd name="csY7548" fmla="*/ 1391618 h 2454076"/>
                <a:gd name="csX7549" fmla="*/ 1275730 w 1886469"/>
                <a:gd name="csY7549" fmla="*/ 1394600 h 2454076"/>
                <a:gd name="csX7550" fmla="*/ 1275251 w 1886469"/>
                <a:gd name="csY7550" fmla="*/ 1396670 h 2454076"/>
                <a:gd name="csX7551" fmla="*/ 1270016 w 1886469"/>
                <a:gd name="csY7551" fmla="*/ 1402589 h 2454076"/>
                <a:gd name="csX7552" fmla="*/ 1267612 w 1886469"/>
                <a:gd name="csY7552" fmla="*/ 1404438 h 2454076"/>
                <a:gd name="csX7553" fmla="*/ 1263518 w 1886469"/>
                <a:gd name="csY7553" fmla="*/ 1406622 h 2454076"/>
                <a:gd name="csX7554" fmla="*/ 1261738 w 1886469"/>
                <a:gd name="csY7554" fmla="*/ 1408258 h 2454076"/>
                <a:gd name="csX7555" fmla="*/ 1259783 w 1886469"/>
                <a:gd name="csY7555" fmla="*/ 1408029 h 2454076"/>
                <a:gd name="csX7556" fmla="*/ 1257652 w 1886469"/>
                <a:gd name="csY7556" fmla="*/ 1405945 h 2454076"/>
                <a:gd name="csX7557" fmla="*/ 1255431 w 1886469"/>
                <a:gd name="csY7557" fmla="*/ 1405496 h 2454076"/>
                <a:gd name="csX7558" fmla="*/ 1251436 w 1886469"/>
                <a:gd name="csY7558" fmla="*/ 1407169 h 2454076"/>
                <a:gd name="csX7559" fmla="*/ 1249268 w 1886469"/>
                <a:gd name="csY7559" fmla="*/ 1407109 h 2454076"/>
                <a:gd name="csX7560" fmla="*/ 1248202 w 1886469"/>
                <a:gd name="csY7560" fmla="*/ 1407694 h 2454076"/>
                <a:gd name="csX7561" fmla="*/ 1248119 w 1886469"/>
                <a:gd name="csY7561" fmla="*/ 1408980 h 2454076"/>
                <a:gd name="csX7562" fmla="*/ 1250013 w 1886469"/>
                <a:gd name="csY7562" fmla="*/ 1412693 h 2454076"/>
                <a:gd name="csX7563" fmla="*/ 1251109 w 1886469"/>
                <a:gd name="csY7563" fmla="*/ 1414154 h 2454076"/>
                <a:gd name="csX7564" fmla="*/ 1251535 w 1886469"/>
                <a:gd name="csY7564" fmla="*/ 1415250 h 2454076"/>
                <a:gd name="csX7565" fmla="*/ 1250728 w 1886469"/>
                <a:gd name="csY7565" fmla="*/ 1417083 h 2454076"/>
                <a:gd name="csX7566" fmla="*/ 1250896 w 1886469"/>
                <a:gd name="csY7566" fmla="*/ 1417662 h 2454076"/>
                <a:gd name="csX7567" fmla="*/ 1251535 w 1886469"/>
                <a:gd name="csY7567" fmla="*/ 1418316 h 2454076"/>
                <a:gd name="csX7568" fmla="*/ 1255172 w 1886469"/>
                <a:gd name="csY7568" fmla="*/ 1426366 h 2454076"/>
                <a:gd name="csX7569" fmla="*/ 1255940 w 1886469"/>
                <a:gd name="csY7569" fmla="*/ 1426982 h 2454076"/>
                <a:gd name="csX7570" fmla="*/ 1256694 w 1886469"/>
                <a:gd name="csY7570" fmla="*/ 1426678 h 2454076"/>
                <a:gd name="csX7571" fmla="*/ 1258269 w 1886469"/>
                <a:gd name="csY7571" fmla="*/ 1424388 h 2454076"/>
                <a:gd name="csX7572" fmla="*/ 1259204 w 1886469"/>
                <a:gd name="csY7572" fmla="*/ 1423452 h 2454076"/>
                <a:gd name="csX7573" fmla="*/ 1259661 w 1886469"/>
                <a:gd name="csY7573" fmla="*/ 1423574 h 2454076"/>
                <a:gd name="csX7574" fmla="*/ 1259646 w 1886469"/>
                <a:gd name="csY7574" fmla="*/ 1424745 h 2454076"/>
                <a:gd name="csX7575" fmla="*/ 1257964 w 1886469"/>
                <a:gd name="csY7575" fmla="*/ 1431722 h 2454076"/>
                <a:gd name="csX7576" fmla="*/ 1257744 w 1886469"/>
                <a:gd name="csY7576" fmla="*/ 1433579 h 2454076"/>
                <a:gd name="csX7577" fmla="*/ 1257782 w 1886469"/>
                <a:gd name="csY7577" fmla="*/ 1435238 h 2454076"/>
                <a:gd name="csX7578" fmla="*/ 1258588 w 1886469"/>
                <a:gd name="csY7578" fmla="*/ 1438745 h 2454076"/>
                <a:gd name="csX7579" fmla="*/ 1260429 w 1886469"/>
                <a:gd name="csY7579" fmla="*/ 1442496 h 2454076"/>
                <a:gd name="csX7580" fmla="*/ 1262712 w 1886469"/>
                <a:gd name="csY7580" fmla="*/ 1445859 h 2454076"/>
                <a:gd name="csX7581" fmla="*/ 1266143 w 1886469"/>
                <a:gd name="csY7581" fmla="*/ 1450371 h 2454076"/>
                <a:gd name="csX7582" fmla="*/ 1270754 w 1886469"/>
                <a:gd name="csY7582" fmla="*/ 1455172 h 2454076"/>
                <a:gd name="csX7583" fmla="*/ 1272474 w 1886469"/>
                <a:gd name="csY7583" fmla="*/ 1457500 h 2454076"/>
                <a:gd name="csX7584" fmla="*/ 1274992 w 1886469"/>
                <a:gd name="csY7584" fmla="*/ 1462971 h 2454076"/>
                <a:gd name="csX7585" fmla="*/ 1275509 w 1886469"/>
                <a:gd name="csY7585" fmla="*/ 1465063 h 2454076"/>
                <a:gd name="csX7586" fmla="*/ 1274848 w 1886469"/>
                <a:gd name="csY7586" fmla="*/ 1470777 h 2454076"/>
                <a:gd name="csX7587" fmla="*/ 1273006 w 1886469"/>
                <a:gd name="csY7587" fmla="*/ 1480075 h 2454076"/>
                <a:gd name="csX7588" fmla="*/ 1271819 w 1886469"/>
                <a:gd name="csY7588" fmla="*/ 1485332 h 2454076"/>
                <a:gd name="csX7589" fmla="*/ 1271287 w 1886469"/>
                <a:gd name="csY7589" fmla="*/ 1486595 h 2454076"/>
                <a:gd name="csX7590" fmla="*/ 1267810 w 1886469"/>
                <a:gd name="csY7590" fmla="*/ 1490308 h 2454076"/>
                <a:gd name="csX7591" fmla="*/ 1265839 w 1886469"/>
                <a:gd name="csY7591" fmla="*/ 1491176 h 2454076"/>
                <a:gd name="csX7592" fmla="*/ 1262590 w 1886469"/>
                <a:gd name="csY7592" fmla="*/ 1491077 h 2454076"/>
                <a:gd name="csX7593" fmla="*/ 1261495 w 1886469"/>
                <a:gd name="csY7593" fmla="*/ 1491799 h 2454076"/>
                <a:gd name="csX7594" fmla="*/ 1259798 w 1886469"/>
                <a:gd name="csY7594" fmla="*/ 1494759 h 2454076"/>
                <a:gd name="csX7595" fmla="*/ 1257492 w 1886469"/>
                <a:gd name="csY7595" fmla="*/ 1499933 h 2454076"/>
                <a:gd name="csX7596" fmla="*/ 1255674 w 1886469"/>
                <a:gd name="csY7596" fmla="*/ 1503205 h 2454076"/>
                <a:gd name="csX7597" fmla="*/ 1254350 w 1886469"/>
                <a:gd name="csY7597" fmla="*/ 1504582 h 2454076"/>
                <a:gd name="csX7598" fmla="*/ 1251908 w 1886469"/>
                <a:gd name="csY7598" fmla="*/ 1506187 h 2454076"/>
                <a:gd name="csX7599" fmla="*/ 1248088 w 1886469"/>
                <a:gd name="csY7599" fmla="*/ 1510927 h 2454076"/>
                <a:gd name="csX7600" fmla="*/ 1246209 w 1886469"/>
                <a:gd name="csY7600" fmla="*/ 1512746 h 2454076"/>
                <a:gd name="csX7601" fmla="*/ 1239650 w 1886469"/>
                <a:gd name="csY7601" fmla="*/ 1514717 h 2454076"/>
                <a:gd name="csX7602" fmla="*/ 1234309 w 1886469"/>
                <a:gd name="csY7602" fmla="*/ 1521092 h 2454076"/>
                <a:gd name="csX7603" fmla="*/ 1232186 w 1886469"/>
                <a:gd name="csY7603" fmla="*/ 1523192 h 2454076"/>
                <a:gd name="csX7604" fmla="*/ 1229881 w 1886469"/>
                <a:gd name="csY7604" fmla="*/ 1524303 h 2454076"/>
                <a:gd name="csX7605" fmla="*/ 1227385 w 1886469"/>
                <a:gd name="csY7605" fmla="*/ 1524440 h 2454076"/>
                <a:gd name="csX7606" fmla="*/ 1225955 w 1886469"/>
                <a:gd name="csY7606" fmla="*/ 1523421 h 2454076"/>
                <a:gd name="csX7607" fmla="*/ 1225141 w 1886469"/>
                <a:gd name="csY7607" fmla="*/ 1519540 h 2454076"/>
                <a:gd name="csX7608" fmla="*/ 1224661 w 1886469"/>
                <a:gd name="csY7608" fmla="*/ 1518262 h 2454076"/>
                <a:gd name="csX7609" fmla="*/ 1222775 w 1886469"/>
                <a:gd name="csY7609" fmla="*/ 1515599 h 2454076"/>
                <a:gd name="csX7610" fmla="*/ 1218909 w 1886469"/>
                <a:gd name="csY7610" fmla="*/ 1507831 h 2454076"/>
                <a:gd name="csX7611" fmla="*/ 1217243 w 1886469"/>
                <a:gd name="csY7611" fmla="*/ 1505160 h 2454076"/>
                <a:gd name="csX7612" fmla="*/ 1216132 w 1886469"/>
                <a:gd name="csY7612" fmla="*/ 1504567 h 2454076"/>
                <a:gd name="csX7613" fmla="*/ 1213903 w 1886469"/>
                <a:gd name="csY7613" fmla="*/ 1504985 h 2454076"/>
                <a:gd name="csX7614" fmla="*/ 1212762 w 1886469"/>
                <a:gd name="csY7614" fmla="*/ 1504734 h 2454076"/>
                <a:gd name="csX7615" fmla="*/ 1210274 w 1886469"/>
                <a:gd name="csY7615" fmla="*/ 1502276 h 2454076"/>
                <a:gd name="csX7616" fmla="*/ 1209376 w 1886469"/>
                <a:gd name="csY7616" fmla="*/ 1500686 h 2454076"/>
                <a:gd name="csX7617" fmla="*/ 1209490 w 1886469"/>
                <a:gd name="csY7617" fmla="*/ 1500062 h 2454076"/>
                <a:gd name="csX7618" fmla="*/ 1211377 w 1886469"/>
                <a:gd name="csY7618" fmla="*/ 1499157 h 2454076"/>
                <a:gd name="csX7619" fmla="*/ 1210570 w 1886469"/>
                <a:gd name="csY7619" fmla="*/ 1497879 h 2454076"/>
                <a:gd name="csX7620" fmla="*/ 1207245 w 1886469"/>
                <a:gd name="csY7620" fmla="*/ 1494364 h 2454076"/>
                <a:gd name="csX7621" fmla="*/ 1205868 w 1886469"/>
                <a:gd name="csY7621" fmla="*/ 1492515 h 2454076"/>
                <a:gd name="csX7622" fmla="*/ 1205701 w 1886469"/>
                <a:gd name="csY7622" fmla="*/ 1491883 h 2454076"/>
                <a:gd name="csX7623" fmla="*/ 1202406 w 1886469"/>
                <a:gd name="csY7623" fmla="*/ 1489494 h 2454076"/>
                <a:gd name="csX7624" fmla="*/ 1199135 w 1886469"/>
                <a:gd name="csY7624" fmla="*/ 1488832 h 2454076"/>
                <a:gd name="csX7625" fmla="*/ 1194988 w 1886469"/>
                <a:gd name="csY7625" fmla="*/ 1492796 h 2454076"/>
                <a:gd name="csX7626" fmla="*/ 1193413 w 1886469"/>
                <a:gd name="csY7626" fmla="*/ 1495474 h 2454076"/>
                <a:gd name="csX7627" fmla="*/ 1193466 w 1886469"/>
                <a:gd name="csY7627" fmla="*/ 1496349 h 2454076"/>
                <a:gd name="csX7628" fmla="*/ 1195452 w 1886469"/>
                <a:gd name="csY7628" fmla="*/ 1497369 h 2454076"/>
                <a:gd name="csX7629" fmla="*/ 1196312 w 1886469"/>
                <a:gd name="csY7629" fmla="*/ 1496874 h 2454076"/>
                <a:gd name="csX7630" fmla="*/ 1198001 w 1886469"/>
                <a:gd name="csY7630" fmla="*/ 1494409 h 2454076"/>
                <a:gd name="csX7631" fmla="*/ 1198891 w 1886469"/>
                <a:gd name="csY7631" fmla="*/ 1493641 h 2454076"/>
                <a:gd name="csX7632" fmla="*/ 1201448 w 1886469"/>
                <a:gd name="csY7632" fmla="*/ 1494029 h 2454076"/>
                <a:gd name="csX7633" fmla="*/ 1203563 w 1886469"/>
                <a:gd name="csY7633" fmla="*/ 1495733 h 2454076"/>
                <a:gd name="csX7634" fmla="*/ 1204331 w 1886469"/>
                <a:gd name="csY7634" fmla="*/ 1497209 h 2454076"/>
                <a:gd name="csX7635" fmla="*/ 1204613 w 1886469"/>
                <a:gd name="csY7635" fmla="*/ 1498213 h 2454076"/>
                <a:gd name="csX7636" fmla="*/ 1210388 w 1886469"/>
                <a:gd name="csY7636" fmla="*/ 1506050 h 2454076"/>
                <a:gd name="csX7637" fmla="*/ 1212435 w 1886469"/>
                <a:gd name="csY7637" fmla="*/ 1507633 h 2454076"/>
                <a:gd name="csX7638" fmla="*/ 1213287 w 1886469"/>
                <a:gd name="csY7638" fmla="*/ 1509497 h 2454076"/>
                <a:gd name="csX7639" fmla="*/ 1213933 w 1886469"/>
                <a:gd name="csY7639" fmla="*/ 1512594 h 2454076"/>
                <a:gd name="csX7640" fmla="*/ 1215189 w 1886469"/>
                <a:gd name="csY7640" fmla="*/ 1516025 h 2454076"/>
                <a:gd name="csX7641" fmla="*/ 1217966 w 1886469"/>
                <a:gd name="csY7641" fmla="*/ 1521671 h 2454076"/>
                <a:gd name="csX7642" fmla="*/ 1220918 w 1886469"/>
                <a:gd name="csY7642" fmla="*/ 1528617 h 2454076"/>
                <a:gd name="csX7643" fmla="*/ 1221527 w 1886469"/>
                <a:gd name="csY7643" fmla="*/ 1531349 h 2454076"/>
                <a:gd name="csX7644" fmla="*/ 1219997 w 1886469"/>
                <a:gd name="csY7644" fmla="*/ 1532665 h 2454076"/>
                <a:gd name="csX7645" fmla="*/ 1219229 w 1886469"/>
                <a:gd name="csY7645" fmla="*/ 1532764 h 2454076"/>
                <a:gd name="csX7646" fmla="*/ 1216954 w 1886469"/>
                <a:gd name="csY7646" fmla="*/ 1531737 h 2454076"/>
                <a:gd name="csX7647" fmla="*/ 1210943 w 1886469"/>
                <a:gd name="csY7647" fmla="*/ 1528526 h 2454076"/>
                <a:gd name="csX7648" fmla="*/ 1210274 w 1886469"/>
                <a:gd name="csY7648" fmla="*/ 1528587 h 2454076"/>
                <a:gd name="csX7649" fmla="*/ 1208691 w 1886469"/>
                <a:gd name="csY7649" fmla="*/ 1530276 h 2454076"/>
                <a:gd name="csX7650" fmla="*/ 1207390 w 1886469"/>
                <a:gd name="csY7650" fmla="*/ 1534111 h 2454076"/>
                <a:gd name="csX7651" fmla="*/ 1206979 w 1886469"/>
                <a:gd name="csY7651" fmla="*/ 1534476 h 2454076"/>
                <a:gd name="csX7652" fmla="*/ 1203784 w 1886469"/>
                <a:gd name="csY7652" fmla="*/ 1532977 h 2454076"/>
                <a:gd name="csX7653" fmla="*/ 1197796 w 1886469"/>
                <a:gd name="csY7653" fmla="*/ 1529606 h 2454076"/>
                <a:gd name="csX7654" fmla="*/ 1193786 w 1886469"/>
                <a:gd name="csY7654" fmla="*/ 1526746 h 2454076"/>
                <a:gd name="csX7655" fmla="*/ 1191754 w 1886469"/>
                <a:gd name="csY7655" fmla="*/ 1524387 h 2454076"/>
                <a:gd name="csX7656" fmla="*/ 1189289 w 1886469"/>
                <a:gd name="csY7656" fmla="*/ 1520621 h 2454076"/>
                <a:gd name="csX7657" fmla="*/ 1186398 w 1886469"/>
                <a:gd name="csY7657" fmla="*/ 1515432 h 2454076"/>
                <a:gd name="csX7658" fmla="*/ 1182944 w 1886469"/>
                <a:gd name="csY7658" fmla="*/ 1513773 h 2454076"/>
                <a:gd name="csX7659" fmla="*/ 1178934 w 1886469"/>
                <a:gd name="csY7659" fmla="*/ 1515668 h 2454076"/>
                <a:gd name="csX7660" fmla="*/ 1173136 w 1886469"/>
                <a:gd name="csY7660" fmla="*/ 1516337 h 2454076"/>
                <a:gd name="csX7661" fmla="*/ 1160963 w 1886469"/>
                <a:gd name="csY7661" fmla="*/ 1515751 h 2454076"/>
                <a:gd name="csX7662" fmla="*/ 1159365 w 1886469"/>
                <a:gd name="csY7662" fmla="*/ 1516200 h 2454076"/>
                <a:gd name="csX7663" fmla="*/ 1158748 w 1886469"/>
                <a:gd name="csY7663" fmla="*/ 1516847 h 2454076"/>
                <a:gd name="csX7664" fmla="*/ 1159783 w 1886469"/>
                <a:gd name="csY7664" fmla="*/ 1519700 h 2454076"/>
                <a:gd name="csX7665" fmla="*/ 1159540 w 1886469"/>
                <a:gd name="csY7665" fmla="*/ 1520484 h 2454076"/>
                <a:gd name="csX7666" fmla="*/ 1158726 w 1886469"/>
                <a:gd name="csY7666" fmla="*/ 1521016 h 2454076"/>
                <a:gd name="csX7667" fmla="*/ 1158543 w 1886469"/>
                <a:gd name="csY7667" fmla="*/ 1521853 h 2454076"/>
                <a:gd name="csX7668" fmla="*/ 1159867 w 1886469"/>
                <a:gd name="csY7668" fmla="*/ 1524866 h 2454076"/>
                <a:gd name="csX7669" fmla="*/ 1162013 w 1886469"/>
                <a:gd name="csY7669" fmla="*/ 1526913 h 2454076"/>
                <a:gd name="csX7670" fmla="*/ 1168069 w 1886469"/>
                <a:gd name="csY7670" fmla="*/ 1529675 h 2454076"/>
                <a:gd name="csX7671" fmla="*/ 1172079 w 1886469"/>
                <a:gd name="csY7671" fmla="*/ 1532041 h 2454076"/>
                <a:gd name="csX7672" fmla="*/ 1174475 w 1886469"/>
                <a:gd name="csY7672" fmla="*/ 1534073 h 2454076"/>
                <a:gd name="csX7673" fmla="*/ 1175259 w 1886469"/>
                <a:gd name="csY7673" fmla="*/ 1535785 h 2454076"/>
                <a:gd name="csX7674" fmla="*/ 1175381 w 1886469"/>
                <a:gd name="csY7674" fmla="*/ 1537656 h 2454076"/>
                <a:gd name="csX7675" fmla="*/ 1174239 w 1886469"/>
                <a:gd name="csY7675" fmla="*/ 1541369 h 2454076"/>
                <a:gd name="csX7676" fmla="*/ 1173585 w 1886469"/>
                <a:gd name="csY7676" fmla="*/ 1542731 h 2454076"/>
                <a:gd name="csX7677" fmla="*/ 1159509 w 1886469"/>
                <a:gd name="csY7677" fmla="*/ 1561075 h 2454076"/>
                <a:gd name="csX7678" fmla="*/ 1154145 w 1886469"/>
                <a:gd name="csY7678" fmla="*/ 1568425 h 2454076"/>
                <a:gd name="csX7679" fmla="*/ 1151414 w 1886469"/>
                <a:gd name="csY7679" fmla="*/ 1572922 h 2454076"/>
                <a:gd name="csX7680" fmla="*/ 1149009 w 1886469"/>
                <a:gd name="csY7680" fmla="*/ 1575882 h 2454076"/>
                <a:gd name="csX7681" fmla="*/ 1146925 w 1886469"/>
                <a:gd name="csY7681" fmla="*/ 1577327 h 2454076"/>
                <a:gd name="csX7682" fmla="*/ 1143478 w 1886469"/>
                <a:gd name="csY7682" fmla="*/ 1578134 h 2454076"/>
                <a:gd name="csX7683" fmla="*/ 1138669 w 1886469"/>
                <a:gd name="csY7683" fmla="*/ 1578316 h 2454076"/>
                <a:gd name="csX7684" fmla="*/ 1132438 w 1886469"/>
                <a:gd name="csY7684" fmla="*/ 1577624 h 2454076"/>
                <a:gd name="csX7685" fmla="*/ 1129212 w 1886469"/>
                <a:gd name="csY7685" fmla="*/ 1575288 h 2454076"/>
                <a:gd name="csX7686" fmla="*/ 1123361 w 1886469"/>
                <a:gd name="csY7686" fmla="*/ 1569042 h 2454076"/>
                <a:gd name="csX7687" fmla="*/ 1119260 w 1886469"/>
                <a:gd name="csY7687" fmla="*/ 1565359 h 2454076"/>
                <a:gd name="csX7688" fmla="*/ 1117426 w 1886469"/>
                <a:gd name="csY7688" fmla="*/ 1564126 h 2454076"/>
                <a:gd name="csX7689" fmla="*/ 1115897 w 1886469"/>
                <a:gd name="csY7689" fmla="*/ 1560649 h 2454076"/>
                <a:gd name="csX7690" fmla="*/ 1114520 w 1886469"/>
                <a:gd name="csY7690" fmla="*/ 1559980 h 2454076"/>
                <a:gd name="csX7691" fmla="*/ 1111583 w 1886469"/>
                <a:gd name="csY7691" fmla="*/ 1559394 h 2454076"/>
                <a:gd name="csX7692" fmla="*/ 1108562 w 1886469"/>
                <a:gd name="csY7692" fmla="*/ 1557530 h 2454076"/>
                <a:gd name="csX7693" fmla="*/ 1101463 w 1886469"/>
                <a:gd name="csY7693" fmla="*/ 1551192 h 2454076"/>
                <a:gd name="csX7694" fmla="*/ 1097781 w 1886469"/>
                <a:gd name="csY7694" fmla="*/ 1548658 h 2454076"/>
                <a:gd name="csX7695" fmla="*/ 1094433 w 1886469"/>
                <a:gd name="csY7695" fmla="*/ 1547258 h 2454076"/>
                <a:gd name="csX7696" fmla="*/ 1091420 w 1886469"/>
                <a:gd name="csY7696" fmla="*/ 1547007 h 2454076"/>
                <a:gd name="csX7697" fmla="*/ 1090279 w 1886469"/>
                <a:gd name="csY7697" fmla="*/ 1547388 h 2454076"/>
                <a:gd name="csX7698" fmla="*/ 1092333 w 1886469"/>
                <a:gd name="csY7698" fmla="*/ 1550591 h 2454076"/>
                <a:gd name="csX7699" fmla="*/ 1091435 w 1886469"/>
                <a:gd name="csY7699" fmla="*/ 1550789 h 2454076"/>
                <a:gd name="csX7700" fmla="*/ 1089001 w 1886469"/>
                <a:gd name="csY7700" fmla="*/ 1550058 h 2454076"/>
                <a:gd name="csX7701" fmla="*/ 1086596 w 1886469"/>
                <a:gd name="csY7701" fmla="*/ 1550066 h 2454076"/>
                <a:gd name="csX7702" fmla="*/ 1082328 w 1886469"/>
                <a:gd name="csY7702" fmla="*/ 1547768 h 2454076"/>
                <a:gd name="csX7703" fmla="*/ 1078120 w 1886469"/>
                <a:gd name="csY7703" fmla="*/ 1548072 h 2454076"/>
                <a:gd name="csX7704" fmla="*/ 1075085 w 1886469"/>
                <a:gd name="csY7704" fmla="*/ 1547608 h 2454076"/>
                <a:gd name="csX7705" fmla="*/ 1071448 w 1886469"/>
                <a:gd name="csY7705" fmla="*/ 1546330 h 2454076"/>
                <a:gd name="csX7706" fmla="*/ 1067522 w 1886469"/>
                <a:gd name="csY7706" fmla="*/ 1545706 h 2454076"/>
                <a:gd name="csX7707" fmla="*/ 1061199 w 1886469"/>
                <a:gd name="csY7707" fmla="*/ 1545767 h 2454076"/>
                <a:gd name="csX7708" fmla="*/ 1058939 w 1886469"/>
                <a:gd name="csY7708" fmla="*/ 1546041 h 2454076"/>
                <a:gd name="csX7709" fmla="*/ 1058604 w 1886469"/>
                <a:gd name="csY7709" fmla="*/ 1546642 h 2454076"/>
                <a:gd name="csX7710" fmla="*/ 1061633 w 1886469"/>
                <a:gd name="csY7710" fmla="*/ 1549442 h 2454076"/>
                <a:gd name="csX7711" fmla="*/ 1066845 w 1886469"/>
                <a:gd name="csY7711" fmla="*/ 1552812 h 2454076"/>
                <a:gd name="csX7712" fmla="*/ 1066152 w 1886469"/>
                <a:gd name="csY7712" fmla="*/ 1549906 h 2454076"/>
                <a:gd name="csX7713" fmla="*/ 1066335 w 1886469"/>
                <a:gd name="csY7713" fmla="*/ 1549153 h 2454076"/>
                <a:gd name="csX7714" fmla="*/ 1068077 w 1886469"/>
                <a:gd name="csY7714" fmla="*/ 1548141 h 2454076"/>
                <a:gd name="csX7715" fmla="*/ 1076332 w 1886469"/>
                <a:gd name="csY7715" fmla="*/ 1549937 h 2454076"/>
                <a:gd name="csX7716" fmla="*/ 1085691 w 1886469"/>
                <a:gd name="csY7716" fmla="*/ 1553703 h 2454076"/>
                <a:gd name="csX7717" fmla="*/ 1088065 w 1886469"/>
                <a:gd name="csY7717" fmla="*/ 1554068 h 2454076"/>
                <a:gd name="csX7718" fmla="*/ 1090697 w 1886469"/>
                <a:gd name="csY7718" fmla="*/ 1555384 h 2454076"/>
                <a:gd name="csX7719" fmla="*/ 1093604 w 1886469"/>
                <a:gd name="csY7719" fmla="*/ 1557652 h 2454076"/>
                <a:gd name="csX7720" fmla="*/ 1097614 w 1886469"/>
                <a:gd name="csY7720" fmla="*/ 1562255 h 2454076"/>
                <a:gd name="csX7721" fmla="*/ 1105268 w 1886469"/>
                <a:gd name="csY7721" fmla="*/ 1572633 h 2454076"/>
                <a:gd name="csX7722" fmla="*/ 1107725 w 1886469"/>
                <a:gd name="csY7722" fmla="*/ 1575235 h 2454076"/>
                <a:gd name="csX7723" fmla="*/ 1110982 w 1886469"/>
                <a:gd name="csY7723" fmla="*/ 1577654 h 2454076"/>
                <a:gd name="csX7724" fmla="*/ 1127561 w 1886469"/>
                <a:gd name="csY7724" fmla="*/ 1581147 h 2454076"/>
                <a:gd name="csX7725" fmla="*/ 1133283 w 1886469"/>
                <a:gd name="csY7725" fmla="*/ 1581124 h 2454076"/>
                <a:gd name="csX7726" fmla="*/ 1144764 w 1886469"/>
                <a:gd name="csY7726" fmla="*/ 1582128 h 2454076"/>
                <a:gd name="csX7727" fmla="*/ 1150828 w 1886469"/>
                <a:gd name="csY7727" fmla="*/ 1583947 h 2454076"/>
                <a:gd name="csX7728" fmla="*/ 1152547 w 1886469"/>
                <a:gd name="csY7728" fmla="*/ 1585309 h 2454076"/>
                <a:gd name="csX7729" fmla="*/ 1153080 w 1886469"/>
                <a:gd name="csY7729" fmla="*/ 1589851 h 2454076"/>
                <a:gd name="csX7730" fmla="*/ 1152525 w 1886469"/>
                <a:gd name="csY7730" fmla="*/ 1592126 h 2454076"/>
                <a:gd name="csX7731" fmla="*/ 1149230 w 1886469"/>
                <a:gd name="csY7731" fmla="*/ 1599027 h 2454076"/>
                <a:gd name="csX7732" fmla="*/ 1147145 w 1886469"/>
                <a:gd name="csY7732" fmla="*/ 1604087 h 2454076"/>
                <a:gd name="csX7733" fmla="*/ 1134234 w 1886469"/>
                <a:gd name="csY7733" fmla="*/ 1625261 h 2454076"/>
                <a:gd name="csX7734" fmla="*/ 1132560 w 1886469"/>
                <a:gd name="csY7734" fmla="*/ 1630085 h 2454076"/>
                <a:gd name="csX7735" fmla="*/ 1131829 w 1886469"/>
                <a:gd name="csY7735" fmla="*/ 1632961 h 2454076"/>
                <a:gd name="csX7736" fmla="*/ 1129524 w 1886469"/>
                <a:gd name="csY7736" fmla="*/ 1635936 h 2454076"/>
                <a:gd name="csX7737" fmla="*/ 1123688 w 1886469"/>
                <a:gd name="csY7737" fmla="*/ 1640532 h 2454076"/>
                <a:gd name="csX7738" fmla="*/ 1117837 w 1886469"/>
                <a:gd name="csY7738" fmla="*/ 1644427 h 2454076"/>
                <a:gd name="csX7739" fmla="*/ 1114322 w 1886469"/>
                <a:gd name="csY7739" fmla="*/ 1645264 h 2454076"/>
                <a:gd name="csX7740" fmla="*/ 1111187 w 1886469"/>
                <a:gd name="csY7740" fmla="*/ 1644336 h 2454076"/>
                <a:gd name="csX7741" fmla="*/ 1109156 w 1886469"/>
                <a:gd name="csY7741" fmla="*/ 1643210 h 2454076"/>
                <a:gd name="csX7742" fmla="*/ 1106143 w 1886469"/>
                <a:gd name="csY7742" fmla="*/ 1639337 h 2454076"/>
                <a:gd name="csX7743" fmla="*/ 1105960 w 1886469"/>
                <a:gd name="csY7743" fmla="*/ 1639740 h 2454076"/>
                <a:gd name="csX7744" fmla="*/ 1108136 w 1886469"/>
                <a:gd name="csY7744" fmla="*/ 1645797 h 2454076"/>
                <a:gd name="csX7745" fmla="*/ 1107627 w 1886469"/>
                <a:gd name="csY7745" fmla="*/ 1646413 h 2454076"/>
                <a:gd name="csX7746" fmla="*/ 1105861 w 1886469"/>
                <a:gd name="csY7746" fmla="*/ 1645652 h 2454076"/>
                <a:gd name="csX7747" fmla="*/ 1101821 w 1886469"/>
                <a:gd name="csY7747" fmla="*/ 1642936 h 2454076"/>
                <a:gd name="csX7748" fmla="*/ 1100512 w 1886469"/>
                <a:gd name="csY7748" fmla="*/ 1643438 h 2454076"/>
                <a:gd name="csX7749" fmla="*/ 1099736 w 1886469"/>
                <a:gd name="csY7749" fmla="*/ 1644176 h 2454076"/>
                <a:gd name="csX7750" fmla="*/ 1098664 w 1886469"/>
                <a:gd name="csY7750" fmla="*/ 1644161 h 2454076"/>
                <a:gd name="csX7751" fmla="*/ 1097286 w 1886469"/>
                <a:gd name="csY7751" fmla="*/ 1643392 h 2454076"/>
                <a:gd name="csX7752" fmla="*/ 1094791 w 1886469"/>
                <a:gd name="csY7752" fmla="*/ 1641133 h 2454076"/>
                <a:gd name="csX7753" fmla="*/ 1094129 w 1886469"/>
                <a:gd name="csY7753" fmla="*/ 1640029 h 2454076"/>
                <a:gd name="csX7754" fmla="*/ 1093528 w 1886469"/>
                <a:gd name="csY7754" fmla="*/ 1636666 h 2454076"/>
                <a:gd name="csX7755" fmla="*/ 1093117 w 1886469"/>
                <a:gd name="csY7755" fmla="*/ 1636065 h 2454076"/>
                <a:gd name="csX7756" fmla="*/ 1088202 w 1886469"/>
                <a:gd name="csY7756" fmla="*/ 1638006 h 2454076"/>
                <a:gd name="csX7757" fmla="*/ 1087380 w 1886469"/>
                <a:gd name="csY7757" fmla="*/ 1638652 h 2454076"/>
                <a:gd name="csX7758" fmla="*/ 1089396 w 1886469"/>
                <a:gd name="csY7758" fmla="*/ 1639999 h 2454076"/>
                <a:gd name="csX7759" fmla="*/ 1090081 w 1886469"/>
                <a:gd name="csY7759" fmla="*/ 1640950 h 2454076"/>
                <a:gd name="csX7760" fmla="*/ 1092067 w 1886469"/>
                <a:gd name="csY7760" fmla="*/ 1645911 h 2454076"/>
                <a:gd name="csX7761" fmla="*/ 1092173 w 1886469"/>
                <a:gd name="csY7761" fmla="*/ 1646976 h 2454076"/>
                <a:gd name="csX7762" fmla="*/ 1090758 w 1886469"/>
                <a:gd name="csY7762" fmla="*/ 1647623 h 2454076"/>
                <a:gd name="csX7763" fmla="*/ 1086056 w 1886469"/>
                <a:gd name="csY7763" fmla="*/ 1645759 h 2454076"/>
                <a:gd name="csX7764" fmla="*/ 1085493 w 1886469"/>
                <a:gd name="csY7764" fmla="*/ 1645918 h 2454076"/>
                <a:gd name="csX7765" fmla="*/ 1087814 w 1886469"/>
                <a:gd name="csY7765" fmla="*/ 1650834 h 2454076"/>
                <a:gd name="csX7766" fmla="*/ 1088704 w 1886469"/>
                <a:gd name="csY7766" fmla="*/ 1653169 h 2454076"/>
                <a:gd name="csX7767" fmla="*/ 1088803 w 1886469"/>
                <a:gd name="csY7767" fmla="*/ 1654379 h 2454076"/>
                <a:gd name="csX7768" fmla="*/ 1085790 w 1886469"/>
                <a:gd name="csY7768" fmla="*/ 1659903 h 2454076"/>
                <a:gd name="csX7769" fmla="*/ 1083857 w 1886469"/>
                <a:gd name="csY7769" fmla="*/ 1662201 h 2454076"/>
                <a:gd name="csX7770" fmla="*/ 1081217 w 1886469"/>
                <a:gd name="csY7770" fmla="*/ 1663038 h 2454076"/>
                <a:gd name="csX7771" fmla="*/ 1079566 w 1886469"/>
                <a:gd name="csY7771" fmla="*/ 1662475 h 2454076"/>
                <a:gd name="csX7772" fmla="*/ 1077702 w 1886469"/>
                <a:gd name="csY7772" fmla="*/ 1661067 h 2454076"/>
                <a:gd name="csX7773" fmla="*/ 1076355 w 1886469"/>
                <a:gd name="csY7773" fmla="*/ 1661265 h 2454076"/>
                <a:gd name="csX7774" fmla="*/ 1075534 w 1886469"/>
                <a:gd name="csY7774" fmla="*/ 1663068 h 2454076"/>
                <a:gd name="csX7775" fmla="*/ 1073997 w 1886469"/>
                <a:gd name="csY7775" fmla="*/ 1664354 h 2454076"/>
                <a:gd name="csX7776" fmla="*/ 1071752 w 1886469"/>
                <a:gd name="csY7776" fmla="*/ 1665122 h 2454076"/>
                <a:gd name="csX7777" fmla="*/ 1068899 w 1886469"/>
                <a:gd name="csY7777" fmla="*/ 1664788 h 2454076"/>
                <a:gd name="csX7778" fmla="*/ 1065429 w 1886469"/>
                <a:gd name="csY7778" fmla="*/ 1663350 h 2454076"/>
                <a:gd name="csX7779" fmla="*/ 1056231 w 1886469"/>
                <a:gd name="csY7779" fmla="*/ 1658168 h 2454076"/>
                <a:gd name="csX7780" fmla="*/ 1053332 w 1886469"/>
                <a:gd name="csY7780" fmla="*/ 1657369 h 2454076"/>
                <a:gd name="csX7781" fmla="*/ 1047960 w 1886469"/>
                <a:gd name="csY7781" fmla="*/ 1656654 h 2454076"/>
                <a:gd name="csX7782" fmla="*/ 1047321 w 1886469"/>
                <a:gd name="csY7782" fmla="*/ 1655916 h 2454076"/>
                <a:gd name="csX7783" fmla="*/ 1047367 w 1886469"/>
                <a:gd name="csY7783" fmla="*/ 1655216 h 2454076"/>
                <a:gd name="csX7784" fmla="*/ 1048105 w 1886469"/>
                <a:gd name="csY7784" fmla="*/ 1654554 h 2454076"/>
                <a:gd name="csX7785" fmla="*/ 1047899 w 1886469"/>
                <a:gd name="csY7785" fmla="*/ 1653984 h 2454076"/>
                <a:gd name="csX7786" fmla="*/ 1046765 w 1886469"/>
                <a:gd name="csY7786" fmla="*/ 1653504 h 2454076"/>
                <a:gd name="csX7787" fmla="*/ 1045586 w 1886469"/>
                <a:gd name="csY7787" fmla="*/ 1653961 h 2454076"/>
                <a:gd name="csX7788" fmla="*/ 1044361 w 1886469"/>
                <a:gd name="csY7788" fmla="*/ 1655346 h 2454076"/>
                <a:gd name="csX7789" fmla="*/ 1042223 w 1886469"/>
                <a:gd name="csY7789" fmla="*/ 1655756 h 2454076"/>
                <a:gd name="csX7790" fmla="*/ 1039165 w 1886469"/>
                <a:gd name="csY7790" fmla="*/ 1655193 h 2454076"/>
                <a:gd name="csX7791" fmla="*/ 1034645 w 1886469"/>
                <a:gd name="csY7791" fmla="*/ 1653169 h 2454076"/>
                <a:gd name="csX7792" fmla="*/ 1025675 w 1886469"/>
                <a:gd name="csY7792" fmla="*/ 1647935 h 2454076"/>
                <a:gd name="csX7793" fmla="*/ 1015860 w 1886469"/>
                <a:gd name="csY7793" fmla="*/ 1643499 h 2454076"/>
                <a:gd name="csX7794" fmla="*/ 1010168 w 1886469"/>
                <a:gd name="csY7794" fmla="*/ 1637724 h 2454076"/>
                <a:gd name="csX7795" fmla="*/ 1012291 w 1886469"/>
                <a:gd name="csY7795" fmla="*/ 1642928 h 2454076"/>
                <a:gd name="csX7796" fmla="*/ 1012116 w 1886469"/>
                <a:gd name="csY7796" fmla="*/ 1644686 h 2454076"/>
                <a:gd name="csX7797" fmla="*/ 1011028 w 1886469"/>
                <a:gd name="csY7797" fmla="*/ 1646230 h 2454076"/>
                <a:gd name="csX7798" fmla="*/ 1010846 w 1886469"/>
                <a:gd name="csY7798" fmla="*/ 1647752 h 2454076"/>
                <a:gd name="csX7799" fmla="*/ 1013075 w 1886469"/>
                <a:gd name="csY7799" fmla="*/ 1651442 h 2454076"/>
                <a:gd name="csX7800" fmla="*/ 1016156 w 1886469"/>
                <a:gd name="csY7800" fmla="*/ 1652766 h 2454076"/>
                <a:gd name="csX7801" fmla="*/ 1019261 w 1886469"/>
                <a:gd name="csY7801" fmla="*/ 1652622 h 2454076"/>
                <a:gd name="csX7802" fmla="*/ 1019344 w 1886469"/>
                <a:gd name="csY7802" fmla="*/ 1652020 h 2454076"/>
                <a:gd name="csX7803" fmla="*/ 1018051 w 1886469"/>
                <a:gd name="csY7803" fmla="*/ 1651100 h 2454076"/>
                <a:gd name="csX7804" fmla="*/ 1016910 w 1886469"/>
                <a:gd name="csY7804" fmla="*/ 1649761 h 2454076"/>
                <a:gd name="csX7805" fmla="*/ 1016362 w 1886469"/>
                <a:gd name="csY7805" fmla="*/ 1647760 h 2454076"/>
                <a:gd name="csX7806" fmla="*/ 1016948 w 1886469"/>
                <a:gd name="csY7806" fmla="*/ 1647410 h 2454076"/>
                <a:gd name="csX7807" fmla="*/ 1019687 w 1886469"/>
                <a:gd name="csY7807" fmla="*/ 1648460 h 2454076"/>
                <a:gd name="csX7808" fmla="*/ 1021490 w 1886469"/>
                <a:gd name="csY7808" fmla="*/ 1649677 h 2454076"/>
                <a:gd name="csX7809" fmla="*/ 1035086 w 1886469"/>
                <a:gd name="csY7809" fmla="*/ 1656472 h 2454076"/>
                <a:gd name="csX7810" fmla="*/ 1039142 w 1886469"/>
                <a:gd name="csY7810" fmla="*/ 1657742 h 2454076"/>
                <a:gd name="csX7811" fmla="*/ 1042185 w 1886469"/>
                <a:gd name="csY7811" fmla="*/ 1659051 h 2454076"/>
                <a:gd name="csX7812" fmla="*/ 1043030 w 1886469"/>
                <a:gd name="csY7812" fmla="*/ 1659827 h 2454076"/>
                <a:gd name="csX7813" fmla="*/ 1042003 w 1886469"/>
                <a:gd name="csY7813" fmla="*/ 1661508 h 2454076"/>
                <a:gd name="csX7814" fmla="*/ 1036540 w 1886469"/>
                <a:gd name="csY7814" fmla="*/ 1665701 h 2454076"/>
                <a:gd name="csX7815" fmla="*/ 1036448 w 1886469"/>
                <a:gd name="csY7815" fmla="*/ 1666385 h 2454076"/>
                <a:gd name="csX7816" fmla="*/ 1040199 w 1886469"/>
                <a:gd name="csY7816" fmla="*/ 1666005 h 2454076"/>
                <a:gd name="csX7817" fmla="*/ 1044749 w 1886469"/>
                <a:gd name="csY7817" fmla="*/ 1662315 h 2454076"/>
                <a:gd name="csX7818" fmla="*/ 1047306 w 1886469"/>
                <a:gd name="csY7818" fmla="*/ 1660595 h 2454076"/>
                <a:gd name="csX7819" fmla="*/ 1049763 w 1886469"/>
                <a:gd name="csY7819" fmla="*/ 1659545 h 2454076"/>
                <a:gd name="csX7820" fmla="*/ 1053088 w 1886469"/>
                <a:gd name="csY7820" fmla="*/ 1661364 h 2454076"/>
                <a:gd name="csX7821" fmla="*/ 1057288 w 1886469"/>
                <a:gd name="csY7821" fmla="*/ 1666043 h 2454076"/>
                <a:gd name="csX7822" fmla="*/ 1060689 w 1886469"/>
                <a:gd name="csY7822" fmla="*/ 1668691 h 2454076"/>
                <a:gd name="csX7823" fmla="*/ 1065536 w 1886469"/>
                <a:gd name="csY7823" fmla="*/ 1670167 h 2454076"/>
                <a:gd name="csX7824" fmla="*/ 1068374 w 1886469"/>
                <a:gd name="csY7824" fmla="*/ 1671749 h 2454076"/>
                <a:gd name="csX7825" fmla="*/ 1073144 w 1886469"/>
                <a:gd name="csY7825" fmla="*/ 1676094 h 2454076"/>
                <a:gd name="csX7826" fmla="*/ 1073898 w 1886469"/>
                <a:gd name="csY7826" fmla="*/ 1678354 h 2454076"/>
                <a:gd name="csX7827" fmla="*/ 1074339 w 1886469"/>
                <a:gd name="csY7827" fmla="*/ 1687507 h 2454076"/>
                <a:gd name="csX7828" fmla="*/ 1074172 w 1886469"/>
                <a:gd name="csY7828" fmla="*/ 1689706 h 2454076"/>
                <a:gd name="csX7829" fmla="*/ 1073548 w 1886469"/>
                <a:gd name="csY7829" fmla="*/ 1691889 h 2454076"/>
                <a:gd name="csX7830" fmla="*/ 1072475 w 1886469"/>
                <a:gd name="csY7830" fmla="*/ 1694043 h 2454076"/>
                <a:gd name="csX7831" fmla="*/ 1070481 w 1886469"/>
                <a:gd name="csY7831" fmla="*/ 1695245 h 2454076"/>
                <a:gd name="csX7832" fmla="*/ 1067567 w 1886469"/>
                <a:gd name="csY7832" fmla="*/ 1695503 h 2454076"/>
                <a:gd name="csX7833" fmla="*/ 1065277 w 1886469"/>
                <a:gd name="csY7833" fmla="*/ 1696386 h 2454076"/>
                <a:gd name="csX7834" fmla="*/ 1060271 w 1886469"/>
                <a:gd name="csY7834" fmla="*/ 1701187 h 2454076"/>
                <a:gd name="csX7835" fmla="*/ 1058148 w 1886469"/>
                <a:gd name="csY7835" fmla="*/ 1701879 h 2454076"/>
                <a:gd name="csX7836" fmla="*/ 1049162 w 1886469"/>
                <a:gd name="csY7836" fmla="*/ 1700449 h 2454076"/>
                <a:gd name="csX7837" fmla="*/ 1045647 w 1886469"/>
                <a:gd name="csY7837" fmla="*/ 1699110 h 2454076"/>
                <a:gd name="csX7838" fmla="*/ 1044026 w 1886469"/>
                <a:gd name="csY7838" fmla="*/ 1699194 h 2454076"/>
                <a:gd name="csX7839" fmla="*/ 1043129 w 1886469"/>
                <a:gd name="csY7839" fmla="*/ 1700251 h 2454076"/>
                <a:gd name="csX7840" fmla="*/ 1042185 w 1886469"/>
                <a:gd name="csY7840" fmla="*/ 1700731 h 2454076"/>
                <a:gd name="csX7841" fmla="*/ 1038662 w 1886469"/>
                <a:gd name="csY7841" fmla="*/ 1701172 h 2454076"/>
                <a:gd name="csX7842" fmla="*/ 1038092 w 1886469"/>
                <a:gd name="csY7842" fmla="*/ 1702032 h 2454076"/>
                <a:gd name="csX7843" fmla="*/ 1038312 w 1886469"/>
                <a:gd name="csY7843" fmla="*/ 1703363 h 2454076"/>
                <a:gd name="csX7844" fmla="*/ 1039005 w 1886469"/>
                <a:gd name="csY7844" fmla="*/ 1705159 h 2454076"/>
                <a:gd name="csX7845" fmla="*/ 1039865 w 1886469"/>
                <a:gd name="csY7845" fmla="*/ 1706193 h 2454076"/>
                <a:gd name="csX7846" fmla="*/ 1041188 w 1886469"/>
                <a:gd name="csY7846" fmla="*/ 1707494 h 2454076"/>
                <a:gd name="csX7847" fmla="*/ 1043197 w 1886469"/>
                <a:gd name="csY7847" fmla="*/ 1708347 h 2454076"/>
                <a:gd name="csX7848" fmla="*/ 1047321 w 1886469"/>
                <a:gd name="csY7848" fmla="*/ 1709298 h 2454076"/>
                <a:gd name="csX7849" fmla="*/ 1047747 w 1886469"/>
                <a:gd name="csY7849" fmla="*/ 1711725 h 2454076"/>
                <a:gd name="csX7850" fmla="*/ 1047564 w 1886469"/>
                <a:gd name="csY7850" fmla="*/ 1712508 h 2454076"/>
                <a:gd name="csX7851" fmla="*/ 1046210 w 1886469"/>
                <a:gd name="csY7851" fmla="*/ 1714122 h 2454076"/>
                <a:gd name="csX7852" fmla="*/ 1044643 w 1886469"/>
                <a:gd name="csY7852" fmla="*/ 1713962 h 2454076"/>
                <a:gd name="csX7853" fmla="*/ 1041949 w 1886469"/>
                <a:gd name="csY7853" fmla="*/ 1712052 h 2454076"/>
                <a:gd name="csX7854" fmla="*/ 1040625 w 1886469"/>
                <a:gd name="csY7854" fmla="*/ 1711976 h 2454076"/>
                <a:gd name="csX7855" fmla="*/ 1039461 w 1886469"/>
                <a:gd name="csY7855" fmla="*/ 1713011 h 2454076"/>
                <a:gd name="csX7856" fmla="*/ 1037841 w 1886469"/>
                <a:gd name="csY7856" fmla="*/ 1713353 h 2454076"/>
                <a:gd name="csX7857" fmla="*/ 1035764 w 1886469"/>
                <a:gd name="csY7857" fmla="*/ 1712996 h 2454076"/>
                <a:gd name="csX7858" fmla="*/ 1034607 w 1886469"/>
                <a:gd name="csY7858" fmla="*/ 1713832 h 2454076"/>
                <a:gd name="csX7859" fmla="*/ 1034379 w 1886469"/>
                <a:gd name="csY7859" fmla="*/ 1715856 h 2454076"/>
                <a:gd name="csX7860" fmla="*/ 1033679 w 1886469"/>
                <a:gd name="csY7860" fmla="*/ 1717370 h 2454076"/>
                <a:gd name="csX7861" fmla="*/ 1031282 w 1886469"/>
                <a:gd name="csY7861" fmla="*/ 1719759 h 2454076"/>
                <a:gd name="csX7862" fmla="*/ 1029989 w 1886469"/>
                <a:gd name="csY7862" fmla="*/ 1721517 h 2454076"/>
                <a:gd name="csX7863" fmla="*/ 1030027 w 1886469"/>
                <a:gd name="csY7863" fmla="*/ 1722902 h 2454076"/>
                <a:gd name="csX7864" fmla="*/ 1031404 w 1886469"/>
                <a:gd name="csY7864" fmla="*/ 1723899 h 2454076"/>
                <a:gd name="csX7865" fmla="*/ 1032986 w 1886469"/>
                <a:gd name="csY7865" fmla="*/ 1726158 h 2454076"/>
                <a:gd name="csX7866" fmla="*/ 1034767 w 1886469"/>
                <a:gd name="csY7866" fmla="*/ 1729666 h 2454076"/>
                <a:gd name="csX7867" fmla="*/ 1035109 w 1886469"/>
                <a:gd name="csY7867" fmla="*/ 1731218 h 2454076"/>
                <a:gd name="csX7868" fmla="*/ 1034014 w 1886469"/>
                <a:gd name="csY7868" fmla="*/ 1730807 h 2454076"/>
                <a:gd name="csX7869" fmla="*/ 1032538 w 1886469"/>
                <a:gd name="csY7869" fmla="*/ 1729415 h 2454076"/>
                <a:gd name="csX7870" fmla="*/ 1030689 w 1886469"/>
                <a:gd name="csY7870" fmla="*/ 1727033 h 2454076"/>
                <a:gd name="csX7871" fmla="*/ 1027889 w 1886469"/>
                <a:gd name="csY7871" fmla="*/ 1724903 h 2454076"/>
                <a:gd name="csX7872" fmla="*/ 1021726 w 1886469"/>
                <a:gd name="csY7872" fmla="*/ 1722118 h 2454076"/>
                <a:gd name="csX7873" fmla="*/ 1020638 w 1886469"/>
                <a:gd name="csY7873" fmla="*/ 1722202 h 2454076"/>
                <a:gd name="csX7874" fmla="*/ 1021193 w 1886469"/>
                <a:gd name="csY7874" fmla="*/ 1722909 h 2454076"/>
                <a:gd name="csX7875" fmla="*/ 1025279 w 1886469"/>
                <a:gd name="csY7875" fmla="*/ 1725831 h 2454076"/>
                <a:gd name="csX7876" fmla="*/ 1026846 w 1886469"/>
                <a:gd name="csY7876" fmla="*/ 1727710 h 2454076"/>
                <a:gd name="csX7877" fmla="*/ 1027036 w 1886469"/>
                <a:gd name="csY7877" fmla="*/ 1729080 h 2454076"/>
                <a:gd name="csX7878" fmla="*/ 1023613 w 1886469"/>
                <a:gd name="csY7878" fmla="*/ 1732070 h 2454076"/>
                <a:gd name="csX7879" fmla="*/ 1023521 w 1886469"/>
                <a:gd name="csY7879" fmla="*/ 1733067 h 2454076"/>
                <a:gd name="csX7880" fmla="*/ 1024427 w 1886469"/>
                <a:gd name="csY7880" fmla="*/ 1733942 h 2454076"/>
                <a:gd name="csX7881" fmla="*/ 1024670 w 1886469"/>
                <a:gd name="csY7881" fmla="*/ 1734672 h 2454076"/>
                <a:gd name="csX7882" fmla="*/ 1023453 w 1886469"/>
                <a:gd name="csY7882" fmla="*/ 1736133 h 2454076"/>
                <a:gd name="csX7883" fmla="*/ 1021444 w 1886469"/>
                <a:gd name="csY7883" fmla="*/ 1737358 h 2454076"/>
                <a:gd name="csX7884" fmla="*/ 1017556 w 1886469"/>
                <a:gd name="csY7884" fmla="*/ 1737533 h 2454076"/>
                <a:gd name="csX7885" fmla="*/ 1017199 w 1886469"/>
                <a:gd name="csY7885" fmla="*/ 1738225 h 2454076"/>
                <a:gd name="csX7886" fmla="*/ 1018682 w 1886469"/>
                <a:gd name="csY7886" fmla="*/ 1739724 h 2454076"/>
                <a:gd name="csX7887" fmla="*/ 1019177 w 1886469"/>
                <a:gd name="csY7887" fmla="*/ 1740653 h 2454076"/>
                <a:gd name="csX7888" fmla="*/ 1017906 w 1886469"/>
                <a:gd name="csY7888" fmla="*/ 1741931 h 2454076"/>
                <a:gd name="csX7889" fmla="*/ 1017077 w 1886469"/>
                <a:gd name="csY7889" fmla="*/ 1742106 h 2454076"/>
                <a:gd name="csX7890" fmla="*/ 1012595 w 1886469"/>
                <a:gd name="csY7890" fmla="*/ 1741512 h 2454076"/>
                <a:gd name="csX7891" fmla="*/ 1013775 w 1886469"/>
                <a:gd name="csY7891" fmla="*/ 1744700 h 2454076"/>
                <a:gd name="csX7892" fmla="*/ 1014467 w 1886469"/>
                <a:gd name="csY7892" fmla="*/ 1745811 h 2454076"/>
                <a:gd name="csX7893" fmla="*/ 1015844 w 1886469"/>
                <a:gd name="csY7893" fmla="*/ 1747386 h 2454076"/>
                <a:gd name="csX7894" fmla="*/ 1018310 w 1886469"/>
                <a:gd name="csY7894" fmla="*/ 1748839 h 2454076"/>
                <a:gd name="csX7895" fmla="*/ 1018355 w 1886469"/>
                <a:gd name="csY7895" fmla="*/ 1749403 h 2454076"/>
                <a:gd name="csX7896" fmla="*/ 1017495 w 1886469"/>
                <a:gd name="csY7896" fmla="*/ 1750650 h 2454076"/>
                <a:gd name="csX7897" fmla="*/ 1016034 w 1886469"/>
                <a:gd name="csY7897" fmla="*/ 1752172 h 2454076"/>
                <a:gd name="csX7898" fmla="*/ 1009864 w 1886469"/>
                <a:gd name="csY7898" fmla="*/ 1756806 h 2454076"/>
                <a:gd name="csX7899" fmla="*/ 1005527 w 1886469"/>
                <a:gd name="csY7899" fmla="*/ 1762223 h 2454076"/>
                <a:gd name="csX7900" fmla="*/ 1004926 w 1886469"/>
                <a:gd name="csY7900" fmla="*/ 1763912 h 2454076"/>
                <a:gd name="csX7901" fmla="*/ 1006029 w 1886469"/>
                <a:gd name="csY7901" fmla="*/ 1767458 h 2454076"/>
                <a:gd name="csX7902" fmla="*/ 1006037 w 1886469"/>
                <a:gd name="csY7902" fmla="*/ 1768348 h 2454076"/>
                <a:gd name="csX7903" fmla="*/ 1004903 w 1886469"/>
                <a:gd name="csY7903" fmla="*/ 1769953 h 2454076"/>
                <a:gd name="csX7904" fmla="*/ 1002370 w 1886469"/>
                <a:gd name="csY7904" fmla="*/ 1769512 h 2454076"/>
                <a:gd name="csX7905" fmla="*/ 1001890 w 1886469"/>
                <a:gd name="csY7905" fmla="*/ 1770143 h 2454076"/>
                <a:gd name="csX7906" fmla="*/ 1002491 w 1886469"/>
                <a:gd name="csY7906" fmla="*/ 1771802 h 2454076"/>
                <a:gd name="csX7907" fmla="*/ 1002605 w 1886469"/>
                <a:gd name="csY7907" fmla="*/ 1774237 h 2454076"/>
                <a:gd name="csX7908" fmla="*/ 1002225 w 1886469"/>
                <a:gd name="csY7908" fmla="*/ 1777440 h 2454076"/>
                <a:gd name="csX7909" fmla="*/ 1000353 w 1886469"/>
                <a:gd name="csY7909" fmla="*/ 1782477 h 2454076"/>
                <a:gd name="csX7910" fmla="*/ 997051 w 1886469"/>
                <a:gd name="csY7910" fmla="*/ 1789256 h 2454076"/>
                <a:gd name="csX7911" fmla="*/ 994517 w 1886469"/>
                <a:gd name="csY7911" fmla="*/ 1795389 h 2454076"/>
                <a:gd name="csX7912" fmla="*/ 992760 w 1886469"/>
                <a:gd name="csY7912" fmla="*/ 1800882 h 2454076"/>
                <a:gd name="csX7913" fmla="*/ 991489 w 1886469"/>
                <a:gd name="csY7913" fmla="*/ 1803598 h 2454076"/>
                <a:gd name="csX7914" fmla="*/ 989146 w 1886469"/>
                <a:gd name="csY7914" fmla="*/ 1803781 h 2454076"/>
                <a:gd name="csX7915" fmla="*/ 987373 w 1886469"/>
                <a:gd name="csY7915" fmla="*/ 1805493 h 2454076"/>
                <a:gd name="csX7916" fmla="*/ 988583 w 1886469"/>
                <a:gd name="csY7916" fmla="*/ 1806391 h 2454076"/>
                <a:gd name="csX7917" fmla="*/ 989321 w 1886469"/>
                <a:gd name="csY7917" fmla="*/ 1807441 h 2454076"/>
                <a:gd name="csX7918" fmla="*/ 989831 w 1886469"/>
                <a:gd name="csY7918" fmla="*/ 1809031 h 2454076"/>
                <a:gd name="csX7919" fmla="*/ 989328 w 1886469"/>
                <a:gd name="csY7919" fmla="*/ 1813999 h 2454076"/>
                <a:gd name="csX7920" fmla="*/ 987807 w 1886469"/>
                <a:gd name="csY7920" fmla="*/ 1822308 h 2454076"/>
                <a:gd name="csX7921" fmla="*/ 986863 w 1886469"/>
                <a:gd name="csY7921" fmla="*/ 1828882 h 2454076"/>
                <a:gd name="csX7922" fmla="*/ 987054 w 1886469"/>
                <a:gd name="csY7922" fmla="*/ 1848976 h 2454076"/>
                <a:gd name="csX7923" fmla="*/ 986810 w 1886469"/>
                <a:gd name="csY7923" fmla="*/ 1857771 h 2454076"/>
                <a:gd name="csX7924" fmla="*/ 986140 w 1886469"/>
                <a:gd name="csY7924" fmla="*/ 1862625 h 2454076"/>
                <a:gd name="csX7925" fmla="*/ 985052 w 1886469"/>
                <a:gd name="csY7925" fmla="*/ 1865258 h 2454076"/>
                <a:gd name="csX7926" fmla="*/ 983196 w 1886469"/>
                <a:gd name="csY7926" fmla="*/ 1866049 h 2454076"/>
                <a:gd name="csX7927" fmla="*/ 985562 w 1886469"/>
                <a:gd name="csY7927" fmla="*/ 1866818 h 2454076"/>
                <a:gd name="csX7928" fmla="*/ 987069 w 1886469"/>
                <a:gd name="csY7928" fmla="*/ 1868050 h 2454076"/>
                <a:gd name="csX7929" fmla="*/ 987761 w 1886469"/>
                <a:gd name="csY7929" fmla="*/ 1869922 h 2454076"/>
                <a:gd name="csX7930" fmla="*/ 988408 w 1886469"/>
                <a:gd name="csY7930" fmla="*/ 1872904 h 2454076"/>
                <a:gd name="csX7931" fmla="*/ 989260 w 1886469"/>
                <a:gd name="csY7931" fmla="*/ 1874274 h 2454076"/>
                <a:gd name="csX7932" fmla="*/ 990318 w 1886469"/>
                <a:gd name="csY7932" fmla="*/ 1874038 h 2454076"/>
                <a:gd name="csX7933" fmla="*/ 991269 w 1886469"/>
                <a:gd name="csY7933" fmla="*/ 1874343 h 2454076"/>
                <a:gd name="csX7934" fmla="*/ 992113 w 1886469"/>
                <a:gd name="csY7934" fmla="*/ 1875172 h 2454076"/>
                <a:gd name="csX7935" fmla="*/ 994685 w 1886469"/>
                <a:gd name="csY7935" fmla="*/ 1879402 h 2454076"/>
                <a:gd name="csX7936" fmla="*/ 997508 w 1886469"/>
                <a:gd name="csY7936" fmla="*/ 1880612 h 2454076"/>
                <a:gd name="csX7937" fmla="*/ 997645 w 1886469"/>
                <a:gd name="csY7937" fmla="*/ 1882955 h 2454076"/>
                <a:gd name="csX7938" fmla="*/ 996534 w 1886469"/>
                <a:gd name="csY7938" fmla="*/ 1896004 h 2454076"/>
                <a:gd name="csX7939" fmla="*/ 996541 w 1886469"/>
                <a:gd name="csY7939" fmla="*/ 1897701 h 2454076"/>
                <a:gd name="csX7940" fmla="*/ 997820 w 1886469"/>
                <a:gd name="csY7940" fmla="*/ 1894421 h 2454076"/>
                <a:gd name="csX7941" fmla="*/ 999166 w 1886469"/>
                <a:gd name="csY7941" fmla="*/ 1884287 h 2454076"/>
                <a:gd name="csX7942" fmla="*/ 1001000 w 1886469"/>
                <a:gd name="csY7942" fmla="*/ 1879760 h 2454076"/>
                <a:gd name="csX7943" fmla="*/ 1002438 w 1886469"/>
                <a:gd name="csY7943" fmla="*/ 1878801 h 2454076"/>
                <a:gd name="csX7944" fmla="*/ 1008327 w 1886469"/>
                <a:gd name="csY7944" fmla="*/ 1878291 h 2454076"/>
                <a:gd name="csX7945" fmla="*/ 1014604 w 1886469"/>
                <a:gd name="csY7945" fmla="*/ 1879440 h 2454076"/>
                <a:gd name="csX7946" fmla="*/ 1016978 w 1886469"/>
                <a:gd name="csY7946" fmla="*/ 1879585 h 2454076"/>
                <a:gd name="csX7947" fmla="*/ 1019047 w 1886469"/>
                <a:gd name="csY7947" fmla="*/ 1878953 h 2454076"/>
                <a:gd name="csX7948" fmla="*/ 1021170 w 1886469"/>
                <a:gd name="csY7948" fmla="*/ 1880224 h 2454076"/>
                <a:gd name="csX7949" fmla="*/ 1021688 w 1886469"/>
                <a:gd name="csY7949" fmla="*/ 1881495 h 2454076"/>
                <a:gd name="csX7950" fmla="*/ 1022289 w 1886469"/>
                <a:gd name="csY7950" fmla="*/ 1886828 h 2454076"/>
                <a:gd name="csX7951" fmla="*/ 1022852 w 1886469"/>
                <a:gd name="csY7951" fmla="*/ 1889864 h 2454076"/>
                <a:gd name="csX7952" fmla="*/ 1026588 w 1886469"/>
                <a:gd name="csY7952" fmla="*/ 1900645 h 2454076"/>
                <a:gd name="csX7953" fmla="*/ 1028368 w 1886469"/>
                <a:gd name="csY7953" fmla="*/ 1906649 h 2454076"/>
                <a:gd name="csX7954" fmla="*/ 1030544 w 1886469"/>
                <a:gd name="csY7954" fmla="*/ 1915962 h 2454076"/>
                <a:gd name="csX7955" fmla="*/ 1031358 w 1886469"/>
                <a:gd name="csY7955" fmla="*/ 1918617 h 2454076"/>
                <a:gd name="csX7956" fmla="*/ 1035885 w 1886469"/>
                <a:gd name="csY7956" fmla="*/ 1930920 h 2454076"/>
                <a:gd name="csX7957" fmla="*/ 1036745 w 1886469"/>
                <a:gd name="csY7957" fmla="*/ 1934237 h 2454076"/>
                <a:gd name="csX7958" fmla="*/ 1037095 w 1886469"/>
                <a:gd name="csY7958" fmla="*/ 1936786 h 2454076"/>
                <a:gd name="csX7959" fmla="*/ 1036943 w 1886469"/>
                <a:gd name="csY7959" fmla="*/ 1938574 h 2454076"/>
                <a:gd name="csX7960" fmla="*/ 1036121 w 1886469"/>
                <a:gd name="csY7960" fmla="*/ 1941321 h 2454076"/>
                <a:gd name="csX7961" fmla="*/ 1034622 w 1886469"/>
                <a:gd name="csY7961" fmla="*/ 1945026 h 2454076"/>
                <a:gd name="csX7962" fmla="*/ 1033222 w 1886469"/>
                <a:gd name="csY7962" fmla="*/ 1947841 h 2454076"/>
                <a:gd name="csX7963" fmla="*/ 1031914 w 1886469"/>
                <a:gd name="csY7963" fmla="*/ 1949781 h 2454076"/>
                <a:gd name="csX7964" fmla="*/ 1030575 w 1886469"/>
                <a:gd name="csY7964" fmla="*/ 1951219 h 2454076"/>
                <a:gd name="csX7965" fmla="*/ 1029197 w 1886469"/>
                <a:gd name="csY7965" fmla="*/ 1952170 h 2454076"/>
                <a:gd name="csX7966" fmla="*/ 1029289 w 1886469"/>
                <a:gd name="csY7966" fmla="*/ 1952422 h 2454076"/>
                <a:gd name="csX7967" fmla="*/ 1030848 w 1886469"/>
                <a:gd name="csY7967" fmla="*/ 1951965 h 2454076"/>
                <a:gd name="csX7968" fmla="*/ 1032431 w 1886469"/>
                <a:gd name="csY7968" fmla="*/ 1950999 h 2454076"/>
                <a:gd name="csX7969" fmla="*/ 1035436 w 1886469"/>
                <a:gd name="csY7969" fmla="*/ 1948496 h 2454076"/>
                <a:gd name="csX7970" fmla="*/ 1036593 w 1886469"/>
                <a:gd name="csY7970" fmla="*/ 1947933 h 2454076"/>
                <a:gd name="csX7971" fmla="*/ 1039857 w 1886469"/>
                <a:gd name="csY7971" fmla="*/ 1947575 h 2454076"/>
                <a:gd name="csX7972" fmla="*/ 1039963 w 1886469"/>
                <a:gd name="csY7972" fmla="*/ 1948480 h 2454076"/>
                <a:gd name="csX7973" fmla="*/ 1038388 w 1886469"/>
                <a:gd name="csY7973" fmla="*/ 1950344 h 2454076"/>
                <a:gd name="csX7974" fmla="*/ 1038739 w 1886469"/>
                <a:gd name="csY7974" fmla="*/ 1950520 h 2454076"/>
                <a:gd name="csX7975" fmla="*/ 1041013 w 1886469"/>
                <a:gd name="csY7975" fmla="*/ 1949013 h 2454076"/>
                <a:gd name="csX7976" fmla="*/ 1045944 w 1886469"/>
                <a:gd name="csY7976" fmla="*/ 1946867 h 2454076"/>
                <a:gd name="csX7977" fmla="*/ 1065308 w 1886469"/>
                <a:gd name="csY7977" fmla="*/ 1939890 h 2454076"/>
                <a:gd name="csX7978" fmla="*/ 1069873 w 1886469"/>
                <a:gd name="csY7978" fmla="*/ 1939266 h 2454076"/>
                <a:gd name="csX7979" fmla="*/ 1076386 w 1886469"/>
                <a:gd name="csY7979" fmla="*/ 1940545 h 2454076"/>
                <a:gd name="csX7980" fmla="*/ 1081666 w 1886469"/>
                <a:gd name="csY7980" fmla="*/ 1943512 h 2454076"/>
                <a:gd name="csX7981" fmla="*/ 1087426 w 1886469"/>
                <a:gd name="csY7981" fmla="*/ 1947324 h 2454076"/>
                <a:gd name="csX7982" fmla="*/ 1093497 w 1886469"/>
                <a:gd name="csY7982" fmla="*/ 1950086 h 2454076"/>
                <a:gd name="csX7983" fmla="*/ 1103077 w 1886469"/>
                <a:gd name="csY7983" fmla="*/ 1952665 h 2454076"/>
                <a:gd name="csX7984" fmla="*/ 1105869 w 1886469"/>
                <a:gd name="csY7984" fmla="*/ 1953898 h 2454076"/>
                <a:gd name="csX7985" fmla="*/ 1111484 w 1886469"/>
                <a:gd name="csY7985" fmla="*/ 1955168 h 2454076"/>
                <a:gd name="csX7986" fmla="*/ 1114086 w 1886469"/>
                <a:gd name="csY7986" fmla="*/ 1956606 h 2454076"/>
                <a:gd name="csX7987" fmla="*/ 1117213 w 1886469"/>
                <a:gd name="csY7987" fmla="*/ 1960076 h 2454076"/>
                <a:gd name="csX7988" fmla="*/ 1122189 w 1886469"/>
                <a:gd name="csY7988" fmla="*/ 1964588 h 2454076"/>
                <a:gd name="csX7989" fmla="*/ 1125940 w 1886469"/>
                <a:gd name="csY7989" fmla="*/ 1967411 h 2454076"/>
                <a:gd name="csX7990" fmla="*/ 1130133 w 1886469"/>
                <a:gd name="csY7990" fmla="*/ 1970051 h 2454076"/>
                <a:gd name="csX7991" fmla="*/ 1134340 w 1886469"/>
                <a:gd name="csY7991" fmla="*/ 1974890 h 2454076"/>
                <a:gd name="csX7992" fmla="*/ 1141112 w 1886469"/>
                <a:gd name="csY7992" fmla="*/ 1985816 h 2454076"/>
                <a:gd name="csX7993" fmla="*/ 1142786 w 1886469"/>
                <a:gd name="csY7993" fmla="*/ 1987155 h 2454076"/>
                <a:gd name="csX7994" fmla="*/ 1146963 w 1886469"/>
                <a:gd name="csY7994" fmla="*/ 1988928 h 2454076"/>
                <a:gd name="csX7995" fmla="*/ 1154807 w 1886469"/>
                <a:gd name="csY7995" fmla="*/ 1991218 h 2454076"/>
                <a:gd name="csX7996" fmla="*/ 1166387 w 1886469"/>
                <a:gd name="csY7996" fmla="*/ 1996582 h 2454076"/>
                <a:gd name="csX7997" fmla="*/ 1171478 w 1886469"/>
                <a:gd name="csY7997" fmla="*/ 1998674 h 2454076"/>
                <a:gd name="csX7998" fmla="*/ 1174772 w 1886469"/>
                <a:gd name="csY7998" fmla="*/ 1999503 h 2454076"/>
                <a:gd name="csX7999" fmla="*/ 1178059 w 1886469"/>
                <a:gd name="csY7999" fmla="*/ 2000972 h 2454076"/>
                <a:gd name="csX8000" fmla="*/ 1181346 w 1886469"/>
                <a:gd name="csY8000" fmla="*/ 2003079 h 2454076"/>
                <a:gd name="csX8001" fmla="*/ 1183857 w 1886469"/>
                <a:gd name="csY8001" fmla="*/ 2005370 h 2454076"/>
                <a:gd name="csX8002" fmla="*/ 1185584 w 1886469"/>
                <a:gd name="csY8002" fmla="*/ 2007850 h 2454076"/>
                <a:gd name="csX8003" fmla="*/ 1187106 w 1886469"/>
                <a:gd name="csY8003" fmla="*/ 2009471 h 2454076"/>
                <a:gd name="csX8004" fmla="*/ 1189769 w 1886469"/>
                <a:gd name="csY8004" fmla="*/ 2011266 h 2454076"/>
                <a:gd name="csX8005" fmla="*/ 1191146 w 1886469"/>
                <a:gd name="csY8005" fmla="*/ 2012552 h 2454076"/>
                <a:gd name="csX8006" fmla="*/ 1191275 w 1886469"/>
                <a:gd name="csY8006" fmla="*/ 2014477 h 2454076"/>
                <a:gd name="csX8007" fmla="*/ 1188072 w 1886469"/>
                <a:gd name="csY8007" fmla="*/ 2022017 h 2454076"/>
                <a:gd name="csX8008" fmla="*/ 1188003 w 1886469"/>
                <a:gd name="csY8008" fmla="*/ 2022618 h 2454076"/>
                <a:gd name="csX8009" fmla="*/ 1191245 w 1886469"/>
                <a:gd name="csY8009" fmla="*/ 2017208 h 2454076"/>
                <a:gd name="csX8010" fmla="*/ 1193056 w 1886469"/>
                <a:gd name="csY8010" fmla="*/ 2015649 h 2454076"/>
                <a:gd name="csX8011" fmla="*/ 1194501 w 1886469"/>
                <a:gd name="csY8011" fmla="*/ 2014918 h 2454076"/>
                <a:gd name="csX8012" fmla="*/ 1197514 w 1886469"/>
                <a:gd name="csY8012" fmla="*/ 2015002 h 2454076"/>
                <a:gd name="csX8013" fmla="*/ 1202087 w 1886469"/>
                <a:gd name="csY8013" fmla="*/ 2015907 h 2454076"/>
                <a:gd name="csX8014" fmla="*/ 1206097 w 1886469"/>
                <a:gd name="csY8014" fmla="*/ 2015915 h 2454076"/>
                <a:gd name="csX8015" fmla="*/ 1209543 w 1886469"/>
                <a:gd name="csY8015" fmla="*/ 2015033 h 2454076"/>
                <a:gd name="csX8016" fmla="*/ 1212480 w 1886469"/>
                <a:gd name="csY8016" fmla="*/ 2014637 h 2454076"/>
                <a:gd name="csX8017" fmla="*/ 1214907 w 1886469"/>
                <a:gd name="csY8017" fmla="*/ 2014720 h 2454076"/>
                <a:gd name="csX8018" fmla="*/ 1216665 w 1886469"/>
                <a:gd name="csY8018" fmla="*/ 2014454 h 2454076"/>
                <a:gd name="csX8019" fmla="*/ 1217760 w 1886469"/>
                <a:gd name="csY8019" fmla="*/ 2013846 h 2454076"/>
                <a:gd name="csX8020" fmla="*/ 1219069 w 1886469"/>
                <a:gd name="csY8020" fmla="*/ 2013830 h 2454076"/>
                <a:gd name="csX8021" fmla="*/ 1224258 w 1886469"/>
                <a:gd name="csY8021" fmla="*/ 2015710 h 2454076"/>
                <a:gd name="csX8022" fmla="*/ 1226358 w 1886469"/>
                <a:gd name="csY8022" fmla="*/ 2015809 h 2454076"/>
                <a:gd name="csX8023" fmla="*/ 1233944 w 1886469"/>
                <a:gd name="csY8023" fmla="*/ 2017574 h 2454076"/>
                <a:gd name="csX8024" fmla="*/ 1238813 w 1886469"/>
                <a:gd name="csY8024" fmla="*/ 2016942 h 2454076"/>
                <a:gd name="csX8025" fmla="*/ 1239650 w 1886469"/>
                <a:gd name="csY8025" fmla="*/ 2017285 h 2454076"/>
                <a:gd name="csX8026" fmla="*/ 1241347 w 1886469"/>
                <a:gd name="csY8026" fmla="*/ 2019582 h 2454076"/>
                <a:gd name="csX8027" fmla="*/ 1242778 w 1886469"/>
                <a:gd name="csY8027" fmla="*/ 2019757 h 2454076"/>
                <a:gd name="csX8028" fmla="*/ 1245197 w 1886469"/>
                <a:gd name="csY8028" fmla="*/ 2019400 h 2454076"/>
                <a:gd name="csX8029" fmla="*/ 1247548 w 1886469"/>
                <a:gd name="csY8029" fmla="*/ 2020024 h 2454076"/>
                <a:gd name="csX8030" fmla="*/ 1251482 w 1886469"/>
                <a:gd name="csY8030" fmla="*/ 2023037 h 2454076"/>
                <a:gd name="csX8031" fmla="*/ 1253300 w 1886469"/>
                <a:gd name="csY8031" fmla="*/ 2025624 h 2454076"/>
                <a:gd name="csX8032" fmla="*/ 1255043 w 1886469"/>
                <a:gd name="csY8032" fmla="*/ 2030896 h 2454076"/>
                <a:gd name="csX8033" fmla="*/ 1255195 w 1886469"/>
                <a:gd name="csY8033" fmla="*/ 2032471 h 2454076"/>
                <a:gd name="csX8034" fmla="*/ 1251969 w 1886469"/>
                <a:gd name="csY8034" fmla="*/ 2044622 h 2454076"/>
                <a:gd name="csX8035" fmla="*/ 1250957 w 1886469"/>
                <a:gd name="csY8035" fmla="*/ 2049301 h 2454076"/>
                <a:gd name="csX8036" fmla="*/ 1250820 w 1886469"/>
                <a:gd name="csY8036" fmla="*/ 2053364 h 2454076"/>
                <a:gd name="csX8037" fmla="*/ 1251459 w 1886469"/>
                <a:gd name="csY8037" fmla="*/ 2055700 h 2454076"/>
                <a:gd name="csX8038" fmla="*/ 1254251 w 1886469"/>
                <a:gd name="csY8038" fmla="*/ 2059611 h 2454076"/>
                <a:gd name="csX8039" fmla="*/ 1254753 w 1886469"/>
                <a:gd name="csY8039" fmla="*/ 2060630 h 2454076"/>
                <a:gd name="csX8040" fmla="*/ 1256404 w 1886469"/>
                <a:gd name="csY8040" fmla="*/ 2066390 h 2454076"/>
                <a:gd name="csX8041" fmla="*/ 1256861 w 1886469"/>
                <a:gd name="csY8041" fmla="*/ 2068848 h 2454076"/>
                <a:gd name="csX8042" fmla="*/ 1256678 w 1886469"/>
                <a:gd name="csY8042" fmla="*/ 2071663 h 2454076"/>
                <a:gd name="csX8043" fmla="*/ 1255811 w 1886469"/>
                <a:gd name="csY8043" fmla="*/ 2076289 h 2454076"/>
                <a:gd name="csX8044" fmla="*/ 1256032 w 1886469"/>
                <a:gd name="csY8044" fmla="*/ 2079804 h 2454076"/>
                <a:gd name="csX8045" fmla="*/ 1256762 w 1886469"/>
                <a:gd name="csY8045" fmla="*/ 2085107 h 2454076"/>
                <a:gd name="csX8046" fmla="*/ 1256488 w 1886469"/>
                <a:gd name="csY8046" fmla="*/ 2088691 h 2454076"/>
                <a:gd name="csX8047" fmla="*/ 1255202 w 1886469"/>
                <a:gd name="csY8047" fmla="*/ 2090570 h 2454076"/>
                <a:gd name="csX8048" fmla="*/ 1254335 w 1886469"/>
                <a:gd name="csY8048" fmla="*/ 2092404 h 2454076"/>
                <a:gd name="csX8049" fmla="*/ 1253658 w 1886469"/>
                <a:gd name="csY8049" fmla="*/ 2095729 h 2454076"/>
                <a:gd name="csX8050" fmla="*/ 1253658 w 1886469"/>
                <a:gd name="csY8050" fmla="*/ 2096984 h 2454076"/>
                <a:gd name="csX8051" fmla="*/ 1254320 w 1886469"/>
                <a:gd name="csY8051" fmla="*/ 2099450 h 2454076"/>
                <a:gd name="csX8052" fmla="*/ 1255552 w 1886469"/>
                <a:gd name="csY8052" fmla="*/ 2100842 h 2454076"/>
                <a:gd name="csX8053" fmla="*/ 1257576 w 1886469"/>
                <a:gd name="csY8053" fmla="*/ 2102409 h 2454076"/>
                <a:gd name="csX8054" fmla="*/ 1259455 w 1886469"/>
                <a:gd name="csY8054" fmla="*/ 2104730 h 2454076"/>
                <a:gd name="csX8055" fmla="*/ 1262887 w 1886469"/>
                <a:gd name="csY8055" fmla="*/ 2110360 h 2454076"/>
                <a:gd name="csX8056" fmla="*/ 1265383 w 1886469"/>
                <a:gd name="csY8056" fmla="*/ 2113442 h 2454076"/>
                <a:gd name="csX8057" fmla="*/ 1268434 w 1886469"/>
                <a:gd name="csY8057" fmla="*/ 2118030 h 2454076"/>
                <a:gd name="csX8058" fmla="*/ 1269027 w 1886469"/>
                <a:gd name="csY8058" fmla="*/ 2120312 h 2454076"/>
                <a:gd name="csX8059" fmla="*/ 1268175 w 1886469"/>
                <a:gd name="csY8059" fmla="*/ 2121819 h 2454076"/>
                <a:gd name="csX8060" fmla="*/ 1267117 w 1886469"/>
                <a:gd name="csY8060" fmla="*/ 2122869 h 2454076"/>
                <a:gd name="csX8061" fmla="*/ 1264660 w 1886469"/>
                <a:gd name="csY8061" fmla="*/ 2124276 h 2454076"/>
                <a:gd name="csX8062" fmla="*/ 1263556 w 1886469"/>
                <a:gd name="csY8062" fmla="*/ 2125296 h 2454076"/>
                <a:gd name="csX8063" fmla="*/ 1263838 w 1886469"/>
                <a:gd name="csY8063" fmla="*/ 2125539 h 2454076"/>
                <a:gd name="csX8064" fmla="*/ 1267399 w 1886469"/>
                <a:gd name="csY8064" fmla="*/ 2124778 h 2454076"/>
                <a:gd name="csX8065" fmla="*/ 1269499 w 1886469"/>
                <a:gd name="csY8065" fmla="*/ 2124862 h 2454076"/>
                <a:gd name="csX8066" fmla="*/ 1271279 w 1886469"/>
                <a:gd name="csY8066" fmla="*/ 2125981 h 2454076"/>
                <a:gd name="csX8067" fmla="*/ 1272732 w 1886469"/>
                <a:gd name="csY8067" fmla="*/ 2128149 h 2454076"/>
                <a:gd name="csX8068" fmla="*/ 1275144 w 1886469"/>
                <a:gd name="csY8068" fmla="*/ 2129990 h 2454076"/>
                <a:gd name="csX8069" fmla="*/ 1278515 w 1886469"/>
                <a:gd name="csY8069" fmla="*/ 2131504 h 2454076"/>
                <a:gd name="csX8070" fmla="*/ 1281901 w 1886469"/>
                <a:gd name="csY8070" fmla="*/ 2134038 h 2454076"/>
                <a:gd name="csX8071" fmla="*/ 1287516 w 1886469"/>
                <a:gd name="csY8071" fmla="*/ 2140041 h 2454076"/>
                <a:gd name="csX8072" fmla="*/ 1288528 w 1886469"/>
                <a:gd name="csY8072" fmla="*/ 2141418 h 2454076"/>
                <a:gd name="csX8073" fmla="*/ 1290019 w 1886469"/>
                <a:gd name="csY8073" fmla="*/ 2144553 h 2454076"/>
                <a:gd name="csX8074" fmla="*/ 1291990 w 1886469"/>
                <a:gd name="csY8074" fmla="*/ 2149423 h 2454076"/>
                <a:gd name="csX8075" fmla="*/ 1293017 w 1886469"/>
                <a:gd name="csY8075" fmla="*/ 2152595 h 2454076"/>
                <a:gd name="csX8076" fmla="*/ 1293108 w 1886469"/>
                <a:gd name="csY8076" fmla="*/ 2154087 h 2454076"/>
                <a:gd name="csX8077" fmla="*/ 1291997 w 1886469"/>
                <a:gd name="csY8077" fmla="*/ 2155585 h 2454076"/>
                <a:gd name="csX8078" fmla="*/ 1288208 w 1886469"/>
                <a:gd name="csY8078" fmla="*/ 2158309 h 2454076"/>
                <a:gd name="csX8079" fmla="*/ 1284396 w 1886469"/>
                <a:gd name="csY8079" fmla="*/ 2163057 h 2454076"/>
                <a:gd name="csX8080" fmla="*/ 1285598 w 1886469"/>
                <a:gd name="csY8080" fmla="*/ 2162829 h 2454076"/>
                <a:gd name="csX8081" fmla="*/ 1288117 w 1886469"/>
                <a:gd name="csY8081" fmla="*/ 2160820 h 2454076"/>
                <a:gd name="csX8082" fmla="*/ 1292363 w 1886469"/>
                <a:gd name="csY8082" fmla="*/ 2156856 h 2454076"/>
                <a:gd name="csX8083" fmla="*/ 1294721 w 1886469"/>
                <a:gd name="csY8083" fmla="*/ 2156088 h 2454076"/>
                <a:gd name="csX8084" fmla="*/ 1296905 w 1886469"/>
                <a:gd name="csY8084" fmla="*/ 2156552 h 2454076"/>
                <a:gd name="csX8085" fmla="*/ 1300367 w 1886469"/>
                <a:gd name="csY8085" fmla="*/ 2157693 h 2454076"/>
                <a:gd name="csX8086" fmla="*/ 1303418 w 1886469"/>
                <a:gd name="csY8086" fmla="*/ 2159314 h 2454076"/>
                <a:gd name="csX8087" fmla="*/ 1306073 w 1886469"/>
                <a:gd name="csY8087" fmla="*/ 2161414 h 2454076"/>
                <a:gd name="csX8088" fmla="*/ 1310022 w 1886469"/>
                <a:gd name="csY8088" fmla="*/ 2167029 h 2454076"/>
                <a:gd name="csX8089" fmla="*/ 1314191 w 1886469"/>
                <a:gd name="csY8089" fmla="*/ 2171495 h 2454076"/>
                <a:gd name="csX8090" fmla="*/ 1316504 w 1886469"/>
                <a:gd name="csY8090" fmla="*/ 2175299 h 2454076"/>
                <a:gd name="csX8091" fmla="*/ 1315805 w 1886469"/>
                <a:gd name="csY8091" fmla="*/ 2172880 h 2454076"/>
                <a:gd name="csX8092" fmla="*/ 1314268 w 1886469"/>
                <a:gd name="csY8092" fmla="*/ 2170087 h 2454076"/>
                <a:gd name="csX8093" fmla="*/ 1310349 w 1886469"/>
                <a:gd name="csY8093" fmla="*/ 2165636 h 2454076"/>
                <a:gd name="csX8094" fmla="*/ 1308675 w 1886469"/>
                <a:gd name="csY8094" fmla="*/ 2163308 h 2454076"/>
                <a:gd name="csX8095" fmla="*/ 1308318 w 1886469"/>
                <a:gd name="csY8095" fmla="*/ 2162197 h 2454076"/>
                <a:gd name="csX8096" fmla="*/ 1308188 w 1886469"/>
                <a:gd name="csY8096" fmla="*/ 2160980 h 2454076"/>
                <a:gd name="csX8097" fmla="*/ 1308493 w 1886469"/>
                <a:gd name="csY8097" fmla="*/ 2158758 h 2454076"/>
                <a:gd name="csX8098" fmla="*/ 1309223 w 1886469"/>
                <a:gd name="csY8098" fmla="*/ 2155525 h 2454076"/>
                <a:gd name="csX8099" fmla="*/ 1310205 w 1886469"/>
                <a:gd name="csY8099" fmla="*/ 2153242 h 2454076"/>
                <a:gd name="csX8100" fmla="*/ 1311430 w 1886469"/>
                <a:gd name="csY8100" fmla="*/ 2151910 h 2454076"/>
                <a:gd name="csX8101" fmla="*/ 1312244 w 1886469"/>
                <a:gd name="csY8101" fmla="*/ 2150495 h 2454076"/>
                <a:gd name="csX8102" fmla="*/ 1312662 w 1886469"/>
                <a:gd name="csY8102" fmla="*/ 2148996 h 2454076"/>
                <a:gd name="csX8103" fmla="*/ 1313309 w 1886469"/>
                <a:gd name="csY8103" fmla="*/ 2147893 h 2454076"/>
                <a:gd name="csX8104" fmla="*/ 1316702 w 1886469"/>
                <a:gd name="csY8104" fmla="*/ 2145892 h 2454076"/>
                <a:gd name="csX8105" fmla="*/ 1317593 w 1886469"/>
                <a:gd name="csY8105" fmla="*/ 2146075 h 2454076"/>
                <a:gd name="csX8106" fmla="*/ 1318292 w 1886469"/>
                <a:gd name="csY8106" fmla="*/ 2148502 h 2454076"/>
                <a:gd name="csX8107" fmla="*/ 1319107 w 1886469"/>
                <a:gd name="csY8107" fmla="*/ 2149004 h 2454076"/>
                <a:gd name="csX8108" fmla="*/ 1320674 w 1886469"/>
                <a:gd name="csY8108" fmla="*/ 2149384 h 2454076"/>
                <a:gd name="csX8109" fmla="*/ 1321990 w 1886469"/>
                <a:gd name="csY8109" fmla="*/ 2150221 h 2454076"/>
                <a:gd name="csX8110" fmla="*/ 1323063 w 1886469"/>
                <a:gd name="csY8110" fmla="*/ 2151515 h 2454076"/>
                <a:gd name="csX8111" fmla="*/ 1323824 w 1886469"/>
                <a:gd name="csY8111" fmla="*/ 2152823 h 2454076"/>
                <a:gd name="csX8112" fmla="*/ 1324265 w 1886469"/>
                <a:gd name="csY8112" fmla="*/ 2154155 h 2454076"/>
                <a:gd name="csX8113" fmla="*/ 1325277 w 1886469"/>
                <a:gd name="csY8113" fmla="*/ 2158484 h 2454076"/>
                <a:gd name="csX8114" fmla="*/ 1326000 w 1886469"/>
                <a:gd name="csY8114" fmla="*/ 2160485 h 2454076"/>
                <a:gd name="csX8115" fmla="*/ 1326122 w 1886469"/>
                <a:gd name="csY8115" fmla="*/ 2158058 h 2454076"/>
                <a:gd name="csX8116" fmla="*/ 1326966 w 1886469"/>
                <a:gd name="csY8116" fmla="*/ 2154231 h 2454076"/>
                <a:gd name="csX8117" fmla="*/ 1327613 w 1886469"/>
                <a:gd name="csY8117" fmla="*/ 2152656 h 2454076"/>
                <a:gd name="csX8118" fmla="*/ 1329667 w 1886469"/>
                <a:gd name="csY8118" fmla="*/ 2150351 h 2454076"/>
                <a:gd name="csX8119" fmla="*/ 1329561 w 1886469"/>
                <a:gd name="csY8119" fmla="*/ 2149354 h 2454076"/>
                <a:gd name="csX8120" fmla="*/ 1328709 w 1886469"/>
                <a:gd name="csY8120" fmla="*/ 2148015 h 2454076"/>
                <a:gd name="csX8121" fmla="*/ 1324410 w 1886469"/>
                <a:gd name="csY8121" fmla="*/ 2142248 h 2454076"/>
                <a:gd name="csX8122" fmla="*/ 1324326 w 1886469"/>
                <a:gd name="csY8122" fmla="*/ 2140840 h 2454076"/>
                <a:gd name="csX8123" fmla="*/ 1325475 w 1886469"/>
                <a:gd name="csY8123" fmla="*/ 2140011 h 2454076"/>
                <a:gd name="csX8124" fmla="*/ 1326259 w 1886469"/>
                <a:gd name="csY8124" fmla="*/ 2138413 h 2454076"/>
                <a:gd name="csX8125" fmla="*/ 1326685 w 1886469"/>
                <a:gd name="csY8125" fmla="*/ 2136054 h 2454076"/>
                <a:gd name="csX8126" fmla="*/ 1327605 w 1886469"/>
                <a:gd name="csY8126" fmla="*/ 2134342 h 2454076"/>
                <a:gd name="csX8127" fmla="*/ 1330299 w 1886469"/>
                <a:gd name="csY8127" fmla="*/ 2131930 h 2454076"/>
                <a:gd name="csX8128" fmla="*/ 1332619 w 1886469"/>
                <a:gd name="csY8128" fmla="*/ 2128217 h 2454076"/>
                <a:gd name="csX8129" fmla="*/ 1333814 w 1886469"/>
                <a:gd name="csY8129" fmla="*/ 2125661 h 2454076"/>
                <a:gd name="csX8130" fmla="*/ 1334788 w 1886469"/>
                <a:gd name="csY8130" fmla="*/ 2124314 h 2454076"/>
                <a:gd name="csX8131" fmla="*/ 1335724 w 1886469"/>
                <a:gd name="csY8131" fmla="*/ 2123995 h 2454076"/>
                <a:gd name="csX8132" fmla="*/ 1334331 w 1886469"/>
                <a:gd name="csY8132" fmla="*/ 2122960 h 2454076"/>
                <a:gd name="csX8133" fmla="*/ 1334057 w 1886469"/>
                <a:gd name="csY8133" fmla="*/ 2122283 h 2454076"/>
                <a:gd name="csX8134" fmla="*/ 1333989 w 1886469"/>
                <a:gd name="csY8134" fmla="*/ 2119194 h 2454076"/>
                <a:gd name="csX8135" fmla="*/ 1333388 w 1886469"/>
                <a:gd name="csY8135" fmla="*/ 2115952 h 2454076"/>
                <a:gd name="csX8136" fmla="*/ 1332460 w 1886469"/>
                <a:gd name="csY8136" fmla="*/ 2114438 h 2454076"/>
                <a:gd name="csX8137" fmla="*/ 1329827 w 1886469"/>
                <a:gd name="csY8137" fmla="*/ 2111190 h 2454076"/>
                <a:gd name="csX8138" fmla="*/ 1329393 w 1886469"/>
                <a:gd name="csY8138" fmla="*/ 2110223 h 2454076"/>
                <a:gd name="csX8139" fmla="*/ 1328929 w 1886469"/>
                <a:gd name="csY8139" fmla="*/ 2106548 h 2454076"/>
                <a:gd name="csX8140" fmla="*/ 1329188 w 1886469"/>
                <a:gd name="csY8140" fmla="*/ 2104699 h 2454076"/>
                <a:gd name="csX8141" fmla="*/ 1329865 w 1886469"/>
                <a:gd name="csY8141" fmla="*/ 2103147 h 2454076"/>
                <a:gd name="csX8142" fmla="*/ 1329477 w 1886469"/>
                <a:gd name="csY8142" fmla="*/ 2101648 h 2454076"/>
                <a:gd name="csX8143" fmla="*/ 1327035 w 1886469"/>
                <a:gd name="csY8143" fmla="*/ 2098925 h 2454076"/>
                <a:gd name="csX8144" fmla="*/ 1326091 w 1886469"/>
                <a:gd name="csY8144" fmla="*/ 2096543 h 2454076"/>
                <a:gd name="csX8145" fmla="*/ 1325049 w 1886469"/>
                <a:gd name="csY8145" fmla="*/ 2090761 h 2454076"/>
                <a:gd name="csX8146" fmla="*/ 1324090 w 1886469"/>
                <a:gd name="csY8146" fmla="*/ 2083479 h 2454076"/>
                <a:gd name="csX8147" fmla="*/ 1323002 w 1886469"/>
                <a:gd name="csY8147" fmla="*/ 2078100 h 2454076"/>
                <a:gd name="csX8148" fmla="*/ 1321777 w 1886469"/>
                <a:gd name="csY8148" fmla="*/ 2074646 h 2454076"/>
                <a:gd name="csX8149" fmla="*/ 1321503 w 1886469"/>
                <a:gd name="csY8149" fmla="*/ 2072469 h 2454076"/>
                <a:gd name="csX8150" fmla="*/ 1322180 w 1886469"/>
                <a:gd name="csY8150" fmla="*/ 2071564 h 2454076"/>
                <a:gd name="csX8151" fmla="*/ 1323063 w 1886469"/>
                <a:gd name="csY8151" fmla="*/ 2068833 h 2454076"/>
                <a:gd name="csX8152" fmla="*/ 1323854 w 1886469"/>
                <a:gd name="csY8152" fmla="*/ 2068163 h 2454076"/>
                <a:gd name="csX8153" fmla="*/ 1325087 w 1886469"/>
                <a:gd name="csY8153" fmla="*/ 2068338 h 2454076"/>
                <a:gd name="csX8154" fmla="*/ 1325110 w 1886469"/>
                <a:gd name="csY8154" fmla="*/ 2068026 h 2454076"/>
                <a:gd name="csX8155" fmla="*/ 1323238 w 1886469"/>
                <a:gd name="csY8155" fmla="*/ 2066550 h 2454076"/>
                <a:gd name="csX8156" fmla="*/ 1322317 w 1886469"/>
                <a:gd name="csY8156" fmla="*/ 2064693 h 2454076"/>
                <a:gd name="csX8157" fmla="*/ 1322356 w 1886469"/>
                <a:gd name="csY8157" fmla="*/ 2064009 h 2454076"/>
                <a:gd name="csX8158" fmla="*/ 1324007 w 1886469"/>
                <a:gd name="csY8158" fmla="*/ 2062160 h 2454076"/>
                <a:gd name="csX8159" fmla="*/ 1323710 w 1886469"/>
                <a:gd name="csY8159" fmla="*/ 2061376 h 2454076"/>
                <a:gd name="csX8160" fmla="*/ 1322485 w 1886469"/>
                <a:gd name="csY8160" fmla="*/ 2060364 h 2454076"/>
                <a:gd name="csX8161" fmla="*/ 1318757 w 1886469"/>
                <a:gd name="csY8161" fmla="*/ 2058660 h 2454076"/>
                <a:gd name="csX8162" fmla="*/ 1320103 w 1886469"/>
                <a:gd name="csY8162" fmla="*/ 2058006 h 2454076"/>
                <a:gd name="csX8163" fmla="*/ 1320956 w 1886469"/>
                <a:gd name="csY8163" fmla="*/ 2056537 h 2454076"/>
                <a:gd name="csX8164" fmla="*/ 1320788 w 1886469"/>
                <a:gd name="csY8164" fmla="*/ 2056103 h 2454076"/>
                <a:gd name="csX8165" fmla="*/ 1319312 w 1886469"/>
                <a:gd name="csY8165" fmla="*/ 2055502 h 2454076"/>
                <a:gd name="csX8166" fmla="*/ 1317608 w 1886469"/>
                <a:gd name="csY8166" fmla="*/ 2054369 h 2454076"/>
                <a:gd name="csX8167" fmla="*/ 1316322 w 1886469"/>
                <a:gd name="csY8167" fmla="*/ 2052672 h 2454076"/>
                <a:gd name="csX8168" fmla="*/ 1314732 w 1886469"/>
                <a:gd name="csY8168" fmla="*/ 2049994 h 2454076"/>
                <a:gd name="csX8169" fmla="*/ 1313765 w 1886469"/>
                <a:gd name="csY8169" fmla="*/ 2047863 h 2454076"/>
                <a:gd name="csX8170" fmla="*/ 1312814 w 1886469"/>
                <a:gd name="csY8170" fmla="*/ 2044318 h 2454076"/>
                <a:gd name="csX8171" fmla="*/ 1311163 w 1886469"/>
                <a:gd name="csY8171" fmla="*/ 2040270 h 2454076"/>
                <a:gd name="csX8172" fmla="*/ 1310440 w 1886469"/>
                <a:gd name="csY8172" fmla="*/ 2039258 h 2454076"/>
                <a:gd name="csX8173" fmla="*/ 1309611 w 1886469"/>
                <a:gd name="csY8173" fmla="*/ 2038611 h 2454076"/>
                <a:gd name="csX8174" fmla="*/ 1308683 w 1886469"/>
                <a:gd name="csY8174" fmla="*/ 2038307 h 2454076"/>
                <a:gd name="csX8175" fmla="*/ 1308713 w 1886469"/>
                <a:gd name="csY8175" fmla="*/ 2037683 h 2454076"/>
                <a:gd name="csX8176" fmla="*/ 1309710 w 1886469"/>
                <a:gd name="csY8176" fmla="*/ 2036740 h 2454076"/>
                <a:gd name="csX8177" fmla="*/ 1325863 w 1886469"/>
                <a:gd name="csY8177" fmla="*/ 2029938 h 2454076"/>
                <a:gd name="csX8178" fmla="*/ 1327210 w 1886469"/>
                <a:gd name="csY8178" fmla="*/ 2028956 h 2454076"/>
                <a:gd name="csX8179" fmla="*/ 1335138 w 1886469"/>
                <a:gd name="csY8179" fmla="*/ 2025137 h 2454076"/>
                <a:gd name="csX8180" fmla="*/ 1338798 w 1886469"/>
                <a:gd name="csY8180" fmla="*/ 2022999 h 2454076"/>
                <a:gd name="csX8181" fmla="*/ 1342526 w 1886469"/>
                <a:gd name="csY8181" fmla="*/ 2019917 h 2454076"/>
                <a:gd name="csX8182" fmla="*/ 1347601 w 1886469"/>
                <a:gd name="csY8182" fmla="*/ 2016744 h 2454076"/>
                <a:gd name="csX8183" fmla="*/ 1350074 w 1886469"/>
                <a:gd name="csY8183" fmla="*/ 2014690 h 2454076"/>
                <a:gd name="csX8184" fmla="*/ 1351633 w 1886469"/>
                <a:gd name="csY8184" fmla="*/ 2012712 h 2454076"/>
                <a:gd name="csX8185" fmla="*/ 1359691 w 1886469"/>
                <a:gd name="csY8185" fmla="*/ 2004776 h 2454076"/>
                <a:gd name="csX8186" fmla="*/ 1363107 w 1886469"/>
                <a:gd name="csY8186" fmla="*/ 2000698 h 2454076"/>
                <a:gd name="csX8187" fmla="*/ 1365085 w 1886469"/>
                <a:gd name="csY8187" fmla="*/ 1997190 h 2454076"/>
                <a:gd name="csX8188" fmla="*/ 1367954 w 1886469"/>
                <a:gd name="csY8188" fmla="*/ 1992983 h 2454076"/>
                <a:gd name="csX8189" fmla="*/ 1371720 w 1886469"/>
                <a:gd name="csY8189" fmla="*/ 1988068 h 2454076"/>
                <a:gd name="csX8190" fmla="*/ 1374101 w 1886469"/>
                <a:gd name="csY8190" fmla="*/ 1983837 h 2454076"/>
                <a:gd name="csX8191" fmla="*/ 1375091 w 1886469"/>
                <a:gd name="csY8191" fmla="*/ 1980299 h 2454076"/>
                <a:gd name="csX8192" fmla="*/ 1376323 w 1886469"/>
                <a:gd name="csY8192" fmla="*/ 1974190 h 2454076"/>
                <a:gd name="csX8193" fmla="*/ 1376673 w 1886469"/>
                <a:gd name="csY8193" fmla="*/ 1968750 h 2454076"/>
                <a:gd name="csX8194" fmla="*/ 1376894 w 1886469"/>
                <a:gd name="csY8194" fmla="*/ 1960738 h 2454076"/>
                <a:gd name="csX8195" fmla="*/ 1376764 w 1886469"/>
                <a:gd name="csY8195" fmla="*/ 1953548 h 2454076"/>
                <a:gd name="csX8196" fmla="*/ 1375753 w 1886469"/>
                <a:gd name="csY8196" fmla="*/ 1942211 h 2454076"/>
                <a:gd name="csX8197" fmla="*/ 1375144 w 1886469"/>
                <a:gd name="csY8197" fmla="*/ 1938627 h 2454076"/>
                <a:gd name="csX8198" fmla="*/ 1373987 w 1886469"/>
                <a:gd name="csY8198" fmla="*/ 1934351 h 2454076"/>
                <a:gd name="csX8199" fmla="*/ 1371195 w 1886469"/>
                <a:gd name="csY8199" fmla="*/ 1925708 h 2454076"/>
                <a:gd name="csX8200" fmla="*/ 1370693 w 1886469"/>
                <a:gd name="csY8200" fmla="*/ 1923342 h 2454076"/>
                <a:gd name="csX8201" fmla="*/ 1368958 w 1886469"/>
                <a:gd name="csY8201" fmla="*/ 1919347 h 2454076"/>
                <a:gd name="csX8202" fmla="*/ 1363282 w 1886469"/>
                <a:gd name="csY8202" fmla="*/ 1908893 h 2454076"/>
                <a:gd name="csX8203" fmla="*/ 1356183 w 1886469"/>
                <a:gd name="csY8203" fmla="*/ 1901771 h 2454076"/>
                <a:gd name="csX8204" fmla="*/ 1354836 w 1886469"/>
                <a:gd name="csY8204" fmla="*/ 1899983 h 2454076"/>
                <a:gd name="csX8205" fmla="*/ 1352021 w 1886469"/>
                <a:gd name="csY8205" fmla="*/ 1897884 h 2454076"/>
                <a:gd name="csX8206" fmla="*/ 1347745 w 1886469"/>
                <a:gd name="csY8206" fmla="*/ 1895471 h 2454076"/>
                <a:gd name="csX8207" fmla="*/ 1344983 w 1886469"/>
                <a:gd name="csY8207" fmla="*/ 1893501 h 2454076"/>
                <a:gd name="csX8208" fmla="*/ 1337763 w 1886469"/>
                <a:gd name="csY8208" fmla="*/ 1886098 h 2454076"/>
                <a:gd name="csX8209" fmla="*/ 1335381 w 1886469"/>
                <a:gd name="csY8209" fmla="*/ 1885208 h 2454076"/>
                <a:gd name="csX8210" fmla="*/ 1334461 w 1886469"/>
                <a:gd name="csY8210" fmla="*/ 1883298 h 2454076"/>
                <a:gd name="csX8211" fmla="*/ 1334271 w 1886469"/>
                <a:gd name="csY8211" fmla="*/ 1881936 h 2454076"/>
                <a:gd name="csX8212" fmla="*/ 1334544 w 1886469"/>
                <a:gd name="csY8212" fmla="*/ 1878375 h 2454076"/>
                <a:gd name="csX8213" fmla="*/ 1334963 w 1886469"/>
                <a:gd name="csY8213" fmla="*/ 1875902 h 2454076"/>
                <a:gd name="csX8214" fmla="*/ 1335473 w 1886469"/>
                <a:gd name="csY8214" fmla="*/ 1874084 h 2454076"/>
                <a:gd name="csX8215" fmla="*/ 1336074 w 1886469"/>
                <a:gd name="csY8215" fmla="*/ 1872912 h 2454076"/>
                <a:gd name="csX8216" fmla="*/ 1340045 w 1886469"/>
                <a:gd name="csY8216" fmla="*/ 1867404 h 2454076"/>
                <a:gd name="csX8217" fmla="*/ 1342267 w 1886469"/>
                <a:gd name="csY8217" fmla="*/ 1862975 h 2454076"/>
                <a:gd name="csX8218" fmla="*/ 1343819 w 1886469"/>
                <a:gd name="csY8218" fmla="*/ 1860548 h 2454076"/>
                <a:gd name="csX8219" fmla="*/ 1345531 w 1886469"/>
                <a:gd name="csY8219" fmla="*/ 1858654 h 2454076"/>
                <a:gd name="csX8220" fmla="*/ 1348620 w 1886469"/>
                <a:gd name="csY8220" fmla="*/ 1856173 h 2454076"/>
                <a:gd name="csX8221" fmla="*/ 1350378 w 1886469"/>
                <a:gd name="csY8221" fmla="*/ 1853039 h 2454076"/>
                <a:gd name="csX8222" fmla="*/ 1349975 w 1886469"/>
                <a:gd name="csY8222" fmla="*/ 1851768 h 2454076"/>
                <a:gd name="csX8223" fmla="*/ 1348582 w 1886469"/>
                <a:gd name="csY8223" fmla="*/ 1850376 h 2454076"/>
                <a:gd name="csX8224" fmla="*/ 1348278 w 1886469"/>
                <a:gd name="csY8224" fmla="*/ 1849021 h 2454076"/>
                <a:gd name="csX8225" fmla="*/ 1350629 w 1886469"/>
                <a:gd name="csY8225" fmla="*/ 1845559 h 2454076"/>
                <a:gd name="csX8226" fmla="*/ 1350956 w 1886469"/>
                <a:gd name="csY8226" fmla="*/ 1844601 h 2454076"/>
                <a:gd name="csX8227" fmla="*/ 1350652 w 1886469"/>
                <a:gd name="csY8227" fmla="*/ 1841329 h 2454076"/>
                <a:gd name="csX8228" fmla="*/ 1351108 w 1886469"/>
                <a:gd name="csY8228" fmla="*/ 1840599 h 2454076"/>
                <a:gd name="csX8229" fmla="*/ 1354007 w 1886469"/>
                <a:gd name="csY8229" fmla="*/ 1840401 h 2454076"/>
                <a:gd name="csX8230" fmla="*/ 1358146 w 1886469"/>
                <a:gd name="csY8230" fmla="*/ 1845095 h 2454076"/>
                <a:gd name="csX8231" fmla="*/ 1359158 w 1886469"/>
                <a:gd name="csY8231" fmla="*/ 1844684 h 2454076"/>
                <a:gd name="csX8232" fmla="*/ 1357834 w 1886469"/>
                <a:gd name="csY8232" fmla="*/ 1843391 h 2454076"/>
                <a:gd name="csX8233" fmla="*/ 1356252 w 1886469"/>
                <a:gd name="csY8233" fmla="*/ 1840226 h 2454076"/>
                <a:gd name="csX8234" fmla="*/ 1356480 w 1886469"/>
                <a:gd name="csY8234" fmla="*/ 1838910 h 2454076"/>
                <a:gd name="csX8235" fmla="*/ 1359531 w 1886469"/>
                <a:gd name="csY8235" fmla="*/ 1835486 h 2454076"/>
                <a:gd name="csX8236" fmla="*/ 1359615 w 1886469"/>
                <a:gd name="csY8236" fmla="*/ 1833926 h 2454076"/>
                <a:gd name="csX8237" fmla="*/ 1358740 w 1886469"/>
                <a:gd name="csY8237" fmla="*/ 1831765 h 2454076"/>
                <a:gd name="csX8238" fmla="*/ 1358641 w 1886469"/>
                <a:gd name="csY8238" fmla="*/ 1830030 h 2454076"/>
                <a:gd name="csX8239" fmla="*/ 1360429 w 1886469"/>
                <a:gd name="csY8239" fmla="*/ 1825899 h 2454076"/>
                <a:gd name="csX8240" fmla="*/ 1359949 w 1886469"/>
                <a:gd name="csY8240" fmla="*/ 1825031 h 2454076"/>
                <a:gd name="csX8241" fmla="*/ 1354920 w 1886469"/>
                <a:gd name="csY8241" fmla="*/ 1824233 h 2454076"/>
                <a:gd name="csX8242" fmla="*/ 1354091 w 1886469"/>
                <a:gd name="csY8242" fmla="*/ 1823076 h 2454076"/>
                <a:gd name="csX8243" fmla="*/ 1354388 w 1886469"/>
                <a:gd name="csY8243" fmla="*/ 1822528 h 2454076"/>
                <a:gd name="csX8244" fmla="*/ 1356754 w 1886469"/>
                <a:gd name="csY8244" fmla="*/ 1821136 h 2454076"/>
                <a:gd name="csX8245" fmla="*/ 1356936 w 1886469"/>
                <a:gd name="csY8245" fmla="*/ 1820611 h 2454076"/>
                <a:gd name="csX8246" fmla="*/ 1352759 w 1886469"/>
                <a:gd name="csY8246" fmla="*/ 1811298 h 2454076"/>
                <a:gd name="csX8247" fmla="*/ 1352059 w 1886469"/>
                <a:gd name="csY8247" fmla="*/ 1808513 h 2454076"/>
                <a:gd name="csX8248" fmla="*/ 1353840 w 1886469"/>
                <a:gd name="csY8248" fmla="*/ 1805067 h 2454076"/>
                <a:gd name="csX8249" fmla="*/ 1355864 w 1886469"/>
                <a:gd name="csY8249" fmla="*/ 1803507 h 2454076"/>
                <a:gd name="csX8250" fmla="*/ 1355605 w 1886469"/>
                <a:gd name="csY8250" fmla="*/ 1802617 h 2454076"/>
                <a:gd name="csX8251" fmla="*/ 1352957 w 1886469"/>
                <a:gd name="csY8251" fmla="*/ 1802457 h 2454076"/>
                <a:gd name="csX8252" fmla="*/ 1351344 w 1886469"/>
                <a:gd name="csY8252" fmla="*/ 1801985 h 2454076"/>
                <a:gd name="csX8253" fmla="*/ 1349731 w 1886469"/>
                <a:gd name="csY8253" fmla="*/ 1799292 h 2454076"/>
                <a:gd name="csX8254" fmla="*/ 1350363 w 1886469"/>
                <a:gd name="csY8254" fmla="*/ 1797587 h 2454076"/>
                <a:gd name="csX8255" fmla="*/ 1350941 w 1886469"/>
                <a:gd name="csY8255" fmla="*/ 1796804 h 2454076"/>
                <a:gd name="csX8256" fmla="*/ 1352516 w 1886469"/>
                <a:gd name="csY8256" fmla="*/ 1792764 h 2454076"/>
                <a:gd name="csX8257" fmla="*/ 1354030 w 1886469"/>
                <a:gd name="csY8257" fmla="*/ 1791934 h 2454076"/>
                <a:gd name="csX8258" fmla="*/ 1353741 w 1886469"/>
                <a:gd name="csY8258" fmla="*/ 1791211 h 2454076"/>
                <a:gd name="csX8259" fmla="*/ 1348011 w 1886469"/>
                <a:gd name="csY8259" fmla="*/ 1792931 h 2454076"/>
                <a:gd name="csX8260" fmla="*/ 1345311 w 1886469"/>
                <a:gd name="csY8260" fmla="*/ 1791516 h 2454076"/>
                <a:gd name="csX8261" fmla="*/ 1342655 w 1886469"/>
                <a:gd name="csY8261" fmla="*/ 1791889 h 2454076"/>
                <a:gd name="csX8262" fmla="*/ 1341392 w 1886469"/>
                <a:gd name="csY8262" fmla="*/ 1791470 h 2454076"/>
                <a:gd name="csX8263" fmla="*/ 1341856 w 1886469"/>
                <a:gd name="csY8263" fmla="*/ 1790025 h 2454076"/>
                <a:gd name="csX8264" fmla="*/ 1346665 w 1886469"/>
                <a:gd name="csY8264" fmla="*/ 1783428 h 2454076"/>
                <a:gd name="csX8265" fmla="*/ 1348887 w 1886469"/>
                <a:gd name="csY8265" fmla="*/ 1779844 h 2454076"/>
                <a:gd name="csX8266" fmla="*/ 1350279 w 1886469"/>
                <a:gd name="csY8266" fmla="*/ 1776603 h 2454076"/>
                <a:gd name="csX8267" fmla="*/ 1351017 w 1886469"/>
                <a:gd name="csY8267" fmla="*/ 1774442 h 2454076"/>
                <a:gd name="csX8268" fmla="*/ 1351093 w 1886469"/>
                <a:gd name="csY8268" fmla="*/ 1773362 h 2454076"/>
                <a:gd name="csX8269" fmla="*/ 1350606 w 1886469"/>
                <a:gd name="csY8269" fmla="*/ 1766157 h 2454076"/>
                <a:gd name="csX8270" fmla="*/ 1350895 w 1886469"/>
                <a:gd name="csY8270" fmla="*/ 1764178 h 2454076"/>
                <a:gd name="csX8271" fmla="*/ 1352759 w 1886469"/>
                <a:gd name="csY8271" fmla="*/ 1762337 h 2454076"/>
                <a:gd name="csX8272" fmla="*/ 1355628 w 1886469"/>
                <a:gd name="csY8272" fmla="*/ 1758867 h 2454076"/>
                <a:gd name="csX8273" fmla="*/ 1351694 w 1886469"/>
                <a:gd name="csY8273" fmla="*/ 1755725 h 2454076"/>
                <a:gd name="csX8274" fmla="*/ 1349237 w 1886469"/>
                <a:gd name="csY8274" fmla="*/ 1752651 h 2454076"/>
                <a:gd name="csX8275" fmla="*/ 1347608 w 1886469"/>
                <a:gd name="csY8275" fmla="*/ 1751130 h 2454076"/>
                <a:gd name="csX8276" fmla="*/ 1346376 w 1886469"/>
                <a:gd name="csY8276" fmla="*/ 1749631 h 2454076"/>
                <a:gd name="csX8277" fmla="*/ 1344793 w 1886469"/>
                <a:gd name="csY8277" fmla="*/ 1746466 h 2454076"/>
                <a:gd name="csX8278" fmla="*/ 1343599 w 1886469"/>
                <a:gd name="csY8278" fmla="*/ 1742334 h 2454076"/>
                <a:gd name="csX8279" fmla="*/ 1342328 w 1886469"/>
                <a:gd name="csY8279" fmla="*/ 1733972 h 2454076"/>
                <a:gd name="csX8280" fmla="*/ 1342123 w 1886469"/>
                <a:gd name="csY8280" fmla="*/ 1729346 h 2454076"/>
                <a:gd name="csX8281" fmla="*/ 1342412 w 1886469"/>
                <a:gd name="csY8281" fmla="*/ 1725983 h 2454076"/>
                <a:gd name="csX8282" fmla="*/ 1342944 w 1886469"/>
                <a:gd name="csY8282" fmla="*/ 1724340 h 2454076"/>
                <a:gd name="csX8283" fmla="*/ 1343812 w 1886469"/>
                <a:gd name="csY8283" fmla="*/ 1722628 h 2454076"/>
                <a:gd name="csX8284" fmla="*/ 1347403 w 1886469"/>
                <a:gd name="csY8284" fmla="*/ 1719356 h 2454076"/>
                <a:gd name="csX8285" fmla="*/ 1353726 w 1886469"/>
                <a:gd name="csY8285" fmla="*/ 1714517 h 2454076"/>
                <a:gd name="csX8286" fmla="*/ 1358664 w 1886469"/>
                <a:gd name="csY8286" fmla="*/ 1712615 h 2454076"/>
                <a:gd name="csX8287" fmla="*/ 1362232 w 1886469"/>
                <a:gd name="csY8287" fmla="*/ 1713657 h 2454076"/>
                <a:gd name="csX8288" fmla="*/ 1369194 w 1886469"/>
                <a:gd name="csY8288" fmla="*/ 1714791 h 2454076"/>
                <a:gd name="csX8289" fmla="*/ 1374809 w 1886469"/>
                <a:gd name="csY8289" fmla="*/ 1717545 h 2454076"/>
                <a:gd name="csX8290" fmla="*/ 1391883 w 1886469"/>
                <a:gd name="csY8290" fmla="*/ 1724439 h 2454076"/>
                <a:gd name="csX8291" fmla="*/ 1394903 w 1886469"/>
                <a:gd name="csY8291" fmla="*/ 1727482 h 2454076"/>
                <a:gd name="csX8292" fmla="*/ 1392050 w 1886469"/>
                <a:gd name="csY8292" fmla="*/ 1730046 h 2454076"/>
                <a:gd name="csX8293" fmla="*/ 1392461 w 1886469"/>
                <a:gd name="csY8293" fmla="*/ 1730678 h 2454076"/>
                <a:gd name="csX8294" fmla="*/ 1398890 w 1886469"/>
                <a:gd name="csY8294" fmla="*/ 1725786 h 2454076"/>
                <a:gd name="csX8295" fmla="*/ 1400587 w 1886469"/>
                <a:gd name="csY8295" fmla="*/ 1724842 h 2454076"/>
                <a:gd name="csX8296" fmla="*/ 1402040 w 1886469"/>
                <a:gd name="csY8296" fmla="*/ 1724614 h 2454076"/>
                <a:gd name="csX8297" fmla="*/ 1406894 w 1886469"/>
                <a:gd name="csY8297" fmla="*/ 1726508 h 2454076"/>
                <a:gd name="csX8298" fmla="*/ 1408842 w 1886469"/>
                <a:gd name="csY8298" fmla="*/ 1726797 h 2454076"/>
                <a:gd name="csX8299" fmla="*/ 1411300 w 1886469"/>
                <a:gd name="csY8299" fmla="*/ 1728380 h 2454076"/>
                <a:gd name="csX8300" fmla="*/ 1417166 w 1886469"/>
                <a:gd name="csY8300" fmla="*/ 1733607 h 2454076"/>
                <a:gd name="csX8301" fmla="*/ 1417584 w 1886469"/>
                <a:gd name="csY8301" fmla="*/ 1733173 h 2454076"/>
                <a:gd name="csX8302" fmla="*/ 1415941 w 1886469"/>
                <a:gd name="csY8302" fmla="*/ 1730510 h 2454076"/>
                <a:gd name="csX8303" fmla="*/ 1416884 w 1886469"/>
                <a:gd name="csY8303" fmla="*/ 1729240 h 2454076"/>
                <a:gd name="csX8304" fmla="*/ 1421510 w 1886469"/>
                <a:gd name="csY8304" fmla="*/ 1726463 h 2454076"/>
                <a:gd name="csX8305" fmla="*/ 1426289 w 1886469"/>
                <a:gd name="csY8305" fmla="*/ 1724188 h 2454076"/>
                <a:gd name="csX8306" fmla="*/ 1429682 w 1886469"/>
                <a:gd name="csY8306" fmla="*/ 1721951 h 2454076"/>
                <a:gd name="csX8307" fmla="*/ 1433281 w 1886469"/>
                <a:gd name="csY8307" fmla="*/ 1718991 h 2454076"/>
                <a:gd name="csX8308" fmla="*/ 1435715 w 1886469"/>
                <a:gd name="csY8308" fmla="*/ 1717409 h 2454076"/>
                <a:gd name="csX8309" fmla="*/ 1436971 w 1886469"/>
                <a:gd name="csY8309" fmla="*/ 1717203 h 2454076"/>
                <a:gd name="csX8310" fmla="*/ 1438576 w 1886469"/>
                <a:gd name="csY8310" fmla="*/ 1718078 h 2454076"/>
                <a:gd name="csX8311" fmla="*/ 1442875 w 1886469"/>
                <a:gd name="csY8311" fmla="*/ 1722012 h 2454076"/>
                <a:gd name="csX8312" fmla="*/ 1445637 w 1886469"/>
                <a:gd name="csY8312" fmla="*/ 1724028 h 2454076"/>
                <a:gd name="csX8313" fmla="*/ 1447859 w 1886469"/>
                <a:gd name="csY8313" fmla="*/ 1726128 h 2454076"/>
                <a:gd name="csX8314" fmla="*/ 1450971 w 1886469"/>
                <a:gd name="csY8314" fmla="*/ 1729833 h 2454076"/>
                <a:gd name="csX8315" fmla="*/ 1452188 w 1886469"/>
                <a:gd name="csY8315" fmla="*/ 1730640 h 2454076"/>
                <a:gd name="csX8316" fmla="*/ 1454547 w 1886469"/>
                <a:gd name="csY8316" fmla="*/ 1733151 h 2454076"/>
                <a:gd name="csX8317" fmla="*/ 1457681 w 1886469"/>
                <a:gd name="csY8317" fmla="*/ 1732892 h 2454076"/>
                <a:gd name="csX8318" fmla="*/ 1458709 w 1886469"/>
                <a:gd name="csY8318" fmla="*/ 1733189 h 2454076"/>
                <a:gd name="csX8319" fmla="*/ 1459051 w 1886469"/>
                <a:gd name="csY8319" fmla="*/ 1733676 h 2454076"/>
                <a:gd name="csX8320" fmla="*/ 1459576 w 1886469"/>
                <a:gd name="csY8320" fmla="*/ 1735372 h 2454076"/>
                <a:gd name="csX8321" fmla="*/ 1459858 w 1886469"/>
                <a:gd name="csY8321" fmla="*/ 1736460 h 2454076"/>
                <a:gd name="csX8322" fmla="*/ 1459873 w 1886469"/>
                <a:gd name="csY8322" fmla="*/ 1737624 h 2454076"/>
                <a:gd name="csX8323" fmla="*/ 1459150 w 1886469"/>
                <a:gd name="csY8323" fmla="*/ 1740889 h 2454076"/>
                <a:gd name="csX8324" fmla="*/ 1456898 w 1886469"/>
                <a:gd name="csY8324" fmla="*/ 1746093 h 2454076"/>
                <a:gd name="csX8325" fmla="*/ 1457841 w 1886469"/>
                <a:gd name="csY8325" fmla="*/ 1746176 h 2454076"/>
                <a:gd name="csX8326" fmla="*/ 1459272 w 1886469"/>
                <a:gd name="csY8326" fmla="*/ 1745066 h 2454076"/>
                <a:gd name="csX8327" fmla="*/ 1461128 w 1886469"/>
                <a:gd name="csY8327" fmla="*/ 1743080 h 2454076"/>
                <a:gd name="csX8328" fmla="*/ 1462581 w 1886469"/>
                <a:gd name="csY8328" fmla="*/ 1742380 h 2454076"/>
                <a:gd name="csX8329" fmla="*/ 1465678 w 1886469"/>
                <a:gd name="csY8329" fmla="*/ 1743962 h 2454076"/>
                <a:gd name="csX8330" fmla="*/ 1468554 w 1886469"/>
                <a:gd name="csY8330" fmla="*/ 1746504 h 2454076"/>
                <a:gd name="csX8331" fmla="*/ 1469566 w 1886469"/>
                <a:gd name="csY8331" fmla="*/ 1747850 h 2454076"/>
                <a:gd name="csX8332" fmla="*/ 1470685 w 1886469"/>
                <a:gd name="csY8332" fmla="*/ 1750042 h 2454076"/>
                <a:gd name="csX8333" fmla="*/ 1471636 w 1886469"/>
                <a:gd name="csY8333" fmla="*/ 1751168 h 2454076"/>
                <a:gd name="csX8334" fmla="*/ 1472518 w 1886469"/>
                <a:gd name="csY8334" fmla="*/ 1753328 h 2454076"/>
                <a:gd name="csX8335" fmla="*/ 1472457 w 1886469"/>
                <a:gd name="csY8335" fmla="*/ 1754028 h 2454076"/>
                <a:gd name="csX8336" fmla="*/ 1471628 w 1886469"/>
                <a:gd name="csY8336" fmla="*/ 1755078 h 2454076"/>
                <a:gd name="csX8337" fmla="*/ 1468105 w 1886469"/>
                <a:gd name="csY8337" fmla="*/ 1756844 h 2454076"/>
                <a:gd name="csX8338" fmla="*/ 1468775 w 1886469"/>
                <a:gd name="csY8338" fmla="*/ 1757506 h 2454076"/>
                <a:gd name="csX8339" fmla="*/ 1472891 w 1886469"/>
                <a:gd name="csY8339" fmla="*/ 1756395 h 2454076"/>
                <a:gd name="csX8340" fmla="*/ 1474146 w 1886469"/>
                <a:gd name="csY8340" fmla="*/ 1755299 h 2454076"/>
                <a:gd name="csX8341" fmla="*/ 1475044 w 1886469"/>
                <a:gd name="csY8341" fmla="*/ 1753473 h 2454076"/>
                <a:gd name="csX8342" fmla="*/ 1476246 w 1886469"/>
                <a:gd name="csY8342" fmla="*/ 1752956 h 2454076"/>
                <a:gd name="csX8343" fmla="*/ 1481108 w 1886469"/>
                <a:gd name="csY8343" fmla="*/ 1756159 h 2454076"/>
                <a:gd name="csX8344" fmla="*/ 1481823 w 1886469"/>
                <a:gd name="csY8344" fmla="*/ 1757270 h 2454076"/>
                <a:gd name="csX8345" fmla="*/ 1481512 w 1886469"/>
                <a:gd name="csY8345" fmla="*/ 1758137 h 2454076"/>
                <a:gd name="csX8346" fmla="*/ 1480720 w 1886469"/>
                <a:gd name="csY8346" fmla="*/ 1759119 h 2454076"/>
                <a:gd name="csX8347" fmla="*/ 1478598 w 1886469"/>
                <a:gd name="csY8347" fmla="*/ 1760207 h 2454076"/>
                <a:gd name="csX8348" fmla="*/ 1476779 w 1886469"/>
                <a:gd name="csY8348" fmla="*/ 1762915 h 2454076"/>
                <a:gd name="csX8349" fmla="*/ 1476490 w 1886469"/>
                <a:gd name="csY8349" fmla="*/ 1764079 h 2454076"/>
                <a:gd name="csX8350" fmla="*/ 1477783 w 1886469"/>
                <a:gd name="csY8350" fmla="*/ 1764909 h 2454076"/>
                <a:gd name="csX8351" fmla="*/ 1480956 w 1886469"/>
                <a:gd name="csY8351" fmla="*/ 1765266 h 2454076"/>
                <a:gd name="csX8352" fmla="*/ 1480933 w 1886469"/>
                <a:gd name="csY8352" fmla="*/ 1765905 h 2454076"/>
                <a:gd name="csX8353" fmla="*/ 1479100 w 1886469"/>
                <a:gd name="csY8353" fmla="*/ 1767092 h 2454076"/>
                <a:gd name="csX8354" fmla="*/ 1478856 w 1886469"/>
                <a:gd name="csY8354" fmla="*/ 1768644 h 2454076"/>
                <a:gd name="csX8355" fmla="*/ 1482957 w 1886469"/>
                <a:gd name="csY8355" fmla="*/ 1774146 h 2454076"/>
                <a:gd name="csX8356" fmla="*/ 1485704 w 1886469"/>
                <a:gd name="csY8356" fmla="*/ 1776550 h 2454076"/>
                <a:gd name="csX8357" fmla="*/ 1487286 w 1886469"/>
                <a:gd name="csY8357" fmla="*/ 1776991 h 2454076"/>
                <a:gd name="csX8358" fmla="*/ 1490984 w 1886469"/>
                <a:gd name="csY8358" fmla="*/ 1777105 h 2454076"/>
                <a:gd name="csX8359" fmla="*/ 1493982 w 1886469"/>
                <a:gd name="csY8359" fmla="*/ 1778034 h 2454076"/>
                <a:gd name="csX8360" fmla="*/ 1500640 w 1886469"/>
                <a:gd name="csY8360" fmla="*/ 1781138 h 2454076"/>
                <a:gd name="csX8361" fmla="*/ 1504535 w 1886469"/>
                <a:gd name="csY8361" fmla="*/ 1781701 h 2454076"/>
                <a:gd name="csX8362" fmla="*/ 1507890 w 1886469"/>
                <a:gd name="csY8362" fmla="*/ 1780750 h 2454076"/>
                <a:gd name="csX8363" fmla="*/ 1510120 w 1886469"/>
                <a:gd name="csY8363" fmla="*/ 1780544 h 2454076"/>
                <a:gd name="csX8364" fmla="*/ 1512083 w 1886469"/>
                <a:gd name="csY8364" fmla="*/ 1781785 h 2454076"/>
                <a:gd name="csX8365" fmla="*/ 1512714 w 1886469"/>
                <a:gd name="csY8365" fmla="*/ 1782659 h 2454076"/>
                <a:gd name="csX8366" fmla="*/ 1513011 w 1886469"/>
                <a:gd name="csY8366" fmla="*/ 1784402 h 2454076"/>
                <a:gd name="csX8367" fmla="*/ 1512973 w 1886469"/>
                <a:gd name="csY8367" fmla="*/ 1787004 h 2454076"/>
                <a:gd name="csX8368" fmla="*/ 1514053 w 1886469"/>
                <a:gd name="csY8368" fmla="*/ 1788822 h 2454076"/>
                <a:gd name="csX8369" fmla="*/ 1516252 w 1886469"/>
                <a:gd name="csY8369" fmla="*/ 1789865 h 2454076"/>
                <a:gd name="csX8370" fmla="*/ 1518025 w 1886469"/>
                <a:gd name="csY8370" fmla="*/ 1789705 h 2454076"/>
                <a:gd name="csX8371" fmla="*/ 1520353 w 1886469"/>
                <a:gd name="csY8371" fmla="*/ 1787666 h 2454076"/>
                <a:gd name="csX8372" fmla="*/ 1522316 w 1886469"/>
                <a:gd name="csY8372" fmla="*/ 1787316 h 2454076"/>
                <a:gd name="csX8373" fmla="*/ 1522971 w 1886469"/>
                <a:gd name="csY8373" fmla="*/ 1785787 h 2454076"/>
                <a:gd name="csX8374" fmla="*/ 1523549 w 1886469"/>
                <a:gd name="csY8374" fmla="*/ 1782941 h 2454076"/>
                <a:gd name="csX8375" fmla="*/ 1524120 w 1886469"/>
                <a:gd name="csY8375" fmla="*/ 1781389 h 2454076"/>
                <a:gd name="csX8376" fmla="*/ 1525542 w 1886469"/>
                <a:gd name="csY8376" fmla="*/ 1780940 h 2454076"/>
                <a:gd name="csX8377" fmla="*/ 1526683 w 1886469"/>
                <a:gd name="csY8377" fmla="*/ 1781785 h 2454076"/>
                <a:gd name="csX8378" fmla="*/ 1527353 w 1886469"/>
                <a:gd name="csY8378" fmla="*/ 1783078 h 2454076"/>
                <a:gd name="csX8379" fmla="*/ 1528586 w 1886469"/>
                <a:gd name="csY8379" fmla="*/ 1786966 h 2454076"/>
                <a:gd name="csX8380" fmla="*/ 1528928 w 1886469"/>
                <a:gd name="csY8380" fmla="*/ 1788701 h 2454076"/>
                <a:gd name="csX8381" fmla="*/ 1528791 w 1886469"/>
                <a:gd name="csY8381" fmla="*/ 1790283 h 2454076"/>
                <a:gd name="csX8382" fmla="*/ 1528175 w 1886469"/>
                <a:gd name="csY8382" fmla="*/ 1791706 h 2454076"/>
                <a:gd name="csX8383" fmla="*/ 1526965 w 1886469"/>
                <a:gd name="csY8383" fmla="*/ 1793220 h 2454076"/>
                <a:gd name="csX8384" fmla="*/ 1525170 w 1886469"/>
                <a:gd name="csY8384" fmla="*/ 1794825 h 2454076"/>
                <a:gd name="csX8385" fmla="*/ 1523754 w 1886469"/>
                <a:gd name="csY8385" fmla="*/ 1797131 h 2454076"/>
                <a:gd name="csX8386" fmla="*/ 1522027 w 1886469"/>
                <a:gd name="csY8386" fmla="*/ 1802449 h 2454076"/>
                <a:gd name="csX8387" fmla="*/ 1521388 w 1886469"/>
                <a:gd name="csY8387" fmla="*/ 1805919 h 2454076"/>
                <a:gd name="csX8388" fmla="*/ 1521213 w 1886469"/>
                <a:gd name="csY8388" fmla="*/ 1807966 h 2454076"/>
                <a:gd name="csX8389" fmla="*/ 1521289 w 1886469"/>
                <a:gd name="csY8389" fmla="*/ 1810195 h 2454076"/>
                <a:gd name="csX8390" fmla="*/ 1521616 w 1886469"/>
                <a:gd name="csY8390" fmla="*/ 1812622 h 2454076"/>
                <a:gd name="csX8391" fmla="*/ 1522301 w 1886469"/>
                <a:gd name="csY8391" fmla="*/ 1814615 h 2454076"/>
                <a:gd name="csX8392" fmla="*/ 1523906 w 1886469"/>
                <a:gd name="csY8392" fmla="*/ 1817431 h 2454076"/>
                <a:gd name="csX8393" fmla="*/ 1524005 w 1886469"/>
                <a:gd name="csY8393" fmla="*/ 1818366 h 2454076"/>
                <a:gd name="csX8394" fmla="*/ 1524127 w 1886469"/>
                <a:gd name="csY8394" fmla="*/ 1820641 h 2454076"/>
                <a:gd name="csX8395" fmla="*/ 1523983 w 1886469"/>
                <a:gd name="csY8395" fmla="*/ 1821638 h 2454076"/>
                <a:gd name="csX8396" fmla="*/ 1523047 w 1886469"/>
                <a:gd name="csY8396" fmla="*/ 1823616 h 2454076"/>
                <a:gd name="csX8397" fmla="*/ 1520445 w 1886469"/>
                <a:gd name="csY8397" fmla="*/ 1825587 h 2454076"/>
                <a:gd name="csX8398" fmla="*/ 1516876 w 1886469"/>
                <a:gd name="csY8398" fmla="*/ 1826097 h 2454076"/>
                <a:gd name="csX8399" fmla="*/ 1505205 w 1886469"/>
                <a:gd name="csY8399" fmla="*/ 1826211 h 2454076"/>
                <a:gd name="csX8400" fmla="*/ 1502100 w 1886469"/>
                <a:gd name="csY8400" fmla="*/ 1825739 h 2454076"/>
                <a:gd name="csX8401" fmla="*/ 1502854 w 1886469"/>
                <a:gd name="csY8401" fmla="*/ 1827527 h 2454076"/>
                <a:gd name="csX8402" fmla="*/ 1506118 w 1886469"/>
                <a:gd name="csY8402" fmla="*/ 1828098 h 2454076"/>
                <a:gd name="csX8403" fmla="*/ 1509108 w 1886469"/>
                <a:gd name="csY8403" fmla="*/ 1828075 h 2454076"/>
                <a:gd name="csX8404" fmla="*/ 1520239 w 1886469"/>
                <a:gd name="csY8404" fmla="*/ 1829201 h 2454076"/>
                <a:gd name="csX8405" fmla="*/ 1521768 w 1886469"/>
                <a:gd name="csY8405" fmla="*/ 1830342 h 2454076"/>
                <a:gd name="csX8406" fmla="*/ 1523062 w 1886469"/>
                <a:gd name="csY8406" fmla="*/ 1832351 h 2454076"/>
                <a:gd name="csX8407" fmla="*/ 1523983 w 1886469"/>
                <a:gd name="csY8407" fmla="*/ 1834421 h 2454076"/>
                <a:gd name="csX8408" fmla="*/ 1524896 w 1886469"/>
                <a:gd name="csY8408" fmla="*/ 1838636 h 2454076"/>
                <a:gd name="csX8409" fmla="*/ 1525063 w 1886469"/>
                <a:gd name="csY8409" fmla="*/ 1840629 h 2454076"/>
                <a:gd name="csX8410" fmla="*/ 1524576 w 1886469"/>
                <a:gd name="csY8410" fmla="*/ 1842843 h 2454076"/>
                <a:gd name="csX8411" fmla="*/ 1523427 w 1886469"/>
                <a:gd name="csY8411" fmla="*/ 1845270 h 2454076"/>
                <a:gd name="csX8412" fmla="*/ 1522651 w 1886469"/>
                <a:gd name="csY8412" fmla="*/ 1848489 h 2454076"/>
                <a:gd name="csX8413" fmla="*/ 1522255 w 1886469"/>
                <a:gd name="csY8413" fmla="*/ 1852506 h 2454076"/>
                <a:gd name="csX8414" fmla="*/ 1522879 w 1886469"/>
                <a:gd name="csY8414" fmla="*/ 1854629 h 2454076"/>
                <a:gd name="csX8415" fmla="*/ 1528898 w 1886469"/>
                <a:gd name="csY8415" fmla="*/ 1854796 h 2454076"/>
                <a:gd name="csX8416" fmla="*/ 1530092 w 1886469"/>
                <a:gd name="csY8416" fmla="*/ 1856242 h 2454076"/>
                <a:gd name="csX8417" fmla="*/ 1529955 w 1886469"/>
                <a:gd name="csY8417" fmla="*/ 1857322 h 2454076"/>
                <a:gd name="csX8418" fmla="*/ 1527817 w 1886469"/>
                <a:gd name="csY8418" fmla="*/ 1861370 h 2454076"/>
                <a:gd name="csX8419" fmla="*/ 1527619 w 1886469"/>
                <a:gd name="csY8419" fmla="*/ 1862519 h 2454076"/>
                <a:gd name="csX8420" fmla="*/ 1528593 w 1886469"/>
                <a:gd name="csY8420" fmla="*/ 1865243 h 2454076"/>
                <a:gd name="csX8421" fmla="*/ 1528456 w 1886469"/>
                <a:gd name="csY8421" fmla="*/ 1866019 h 2454076"/>
                <a:gd name="csX8422" fmla="*/ 1527863 w 1886469"/>
                <a:gd name="csY8422" fmla="*/ 1866810 h 2454076"/>
                <a:gd name="csX8423" fmla="*/ 1527292 w 1886469"/>
                <a:gd name="csY8423" fmla="*/ 1868849 h 2454076"/>
                <a:gd name="csX8424" fmla="*/ 1526752 w 1886469"/>
                <a:gd name="csY8424" fmla="*/ 1872128 h 2454076"/>
                <a:gd name="csX8425" fmla="*/ 1526075 w 1886469"/>
                <a:gd name="csY8425" fmla="*/ 1874251 h 2454076"/>
                <a:gd name="csX8426" fmla="*/ 1524439 w 1886469"/>
                <a:gd name="csY8426" fmla="*/ 1875887 h 2454076"/>
                <a:gd name="csX8427" fmla="*/ 1523587 w 1886469"/>
                <a:gd name="csY8427" fmla="*/ 1876245 h 2454076"/>
                <a:gd name="csX8428" fmla="*/ 1522963 w 1886469"/>
                <a:gd name="csY8428" fmla="*/ 1875811 h 2454076"/>
                <a:gd name="csX8429" fmla="*/ 1521350 w 1886469"/>
                <a:gd name="csY8429" fmla="*/ 1871345 h 2454076"/>
                <a:gd name="csX8430" fmla="*/ 1520688 w 1886469"/>
                <a:gd name="csY8430" fmla="*/ 1870675 h 2454076"/>
                <a:gd name="csX8431" fmla="*/ 1520057 w 1886469"/>
                <a:gd name="csY8431" fmla="*/ 1871094 h 2454076"/>
                <a:gd name="csX8432" fmla="*/ 1519737 w 1886469"/>
                <a:gd name="csY8432" fmla="*/ 1871786 h 2454076"/>
                <a:gd name="csX8433" fmla="*/ 1519737 w 1886469"/>
                <a:gd name="csY8433" fmla="*/ 1872752 h 2454076"/>
                <a:gd name="csX8434" fmla="*/ 1519455 w 1886469"/>
                <a:gd name="csY8434" fmla="*/ 1873749 h 2454076"/>
                <a:gd name="csX8435" fmla="*/ 1518900 w 1886469"/>
                <a:gd name="csY8435" fmla="*/ 1874776 h 2454076"/>
                <a:gd name="csX8436" fmla="*/ 1516518 w 1886469"/>
                <a:gd name="csY8436" fmla="*/ 1876420 h 2454076"/>
                <a:gd name="csX8437" fmla="*/ 1512653 w 1886469"/>
                <a:gd name="csY8437" fmla="*/ 1877530 h 2454076"/>
                <a:gd name="csX8438" fmla="*/ 1512775 w 1886469"/>
                <a:gd name="csY8438" fmla="*/ 1878717 h 2454076"/>
                <a:gd name="csX8439" fmla="*/ 1515362 w 1886469"/>
                <a:gd name="csY8439" fmla="*/ 1879349 h 2454076"/>
                <a:gd name="csX8440" fmla="*/ 1518664 w 1886469"/>
                <a:gd name="csY8440" fmla="*/ 1881327 h 2454076"/>
                <a:gd name="csX8441" fmla="*/ 1520559 w 1886469"/>
                <a:gd name="csY8441" fmla="*/ 1881647 h 2454076"/>
                <a:gd name="csX8442" fmla="*/ 1523534 w 1886469"/>
                <a:gd name="csY8442" fmla="*/ 1880049 h 2454076"/>
                <a:gd name="csX8443" fmla="*/ 1529271 w 1886469"/>
                <a:gd name="csY8443" fmla="*/ 1875012 h 2454076"/>
                <a:gd name="csX8444" fmla="*/ 1531637 w 1886469"/>
                <a:gd name="csY8444" fmla="*/ 1873643 h 2454076"/>
                <a:gd name="csX8445" fmla="*/ 1533722 w 1886469"/>
                <a:gd name="csY8445" fmla="*/ 1873118 h 2454076"/>
                <a:gd name="csX8446" fmla="*/ 1536073 w 1886469"/>
                <a:gd name="csY8446" fmla="*/ 1873049 h 2454076"/>
                <a:gd name="csX8447" fmla="*/ 1538675 w 1886469"/>
                <a:gd name="csY8447" fmla="*/ 1873437 h 2454076"/>
                <a:gd name="csX8448" fmla="*/ 1543871 w 1886469"/>
                <a:gd name="csY8448" fmla="*/ 1872790 h 2454076"/>
                <a:gd name="csX8449" fmla="*/ 1545172 w 1886469"/>
                <a:gd name="csY8449" fmla="*/ 1873270 h 2454076"/>
                <a:gd name="csX8450" fmla="*/ 1546763 w 1886469"/>
                <a:gd name="csY8450" fmla="*/ 1874381 h 2454076"/>
                <a:gd name="csX8451" fmla="*/ 1548642 w 1886469"/>
                <a:gd name="csY8451" fmla="*/ 1876123 h 2454076"/>
                <a:gd name="csX8452" fmla="*/ 1549935 w 1886469"/>
                <a:gd name="csY8452" fmla="*/ 1877804 h 2454076"/>
                <a:gd name="csX8453" fmla="*/ 1550643 w 1886469"/>
                <a:gd name="csY8453" fmla="*/ 1879418 h 2454076"/>
                <a:gd name="csX8454" fmla="*/ 1551815 w 1886469"/>
                <a:gd name="csY8454" fmla="*/ 1885489 h 2454076"/>
                <a:gd name="csX8455" fmla="*/ 1553382 w 1886469"/>
                <a:gd name="csY8455" fmla="*/ 1887072 h 2454076"/>
                <a:gd name="csX8456" fmla="*/ 1553763 w 1886469"/>
                <a:gd name="csY8456" fmla="*/ 1888236 h 2454076"/>
                <a:gd name="csX8457" fmla="*/ 1553892 w 1886469"/>
                <a:gd name="csY8457" fmla="*/ 1890009 h 2454076"/>
                <a:gd name="csX8458" fmla="*/ 1553793 w 1886469"/>
                <a:gd name="csY8458" fmla="*/ 1893486 h 2454076"/>
                <a:gd name="csX8459" fmla="*/ 1552066 w 1886469"/>
                <a:gd name="csY8459" fmla="*/ 1900478 h 2454076"/>
                <a:gd name="csX8460" fmla="*/ 1551176 w 1886469"/>
                <a:gd name="csY8460" fmla="*/ 1903050 h 2454076"/>
                <a:gd name="csX8461" fmla="*/ 1548794 w 1886469"/>
                <a:gd name="csY8461" fmla="*/ 1906557 h 2454076"/>
                <a:gd name="csX8462" fmla="*/ 1546047 w 1886469"/>
                <a:gd name="csY8462" fmla="*/ 1908140 h 2454076"/>
                <a:gd name="csX8463" fmla="*/ 1541163 w 1886469"/>
                <a:gd name="csY8463" fmla="*/ 1909631 h 2454076"/>
                <a:gd name="csX8464" fmla="*/ 1538614 w 1886469"/>
                <a:gd name="csY8464" fmla="*/ 1910879 h 2454076"/>
                <a:gd name="csX8465" fmla="*/ 1536689 w 1886469"/>
                <a:gd name="csY8465" fmla="*/ 1912598 h 2454076"/>
                <a:gd name="csX8466" fmla="*/ 1536575 w 1886469"/>
                <a:gd name="csY8466" fmla="*/ 1913542 h 2454076"/>
                <a:gd name="csX8467" fmla="*/ 1542121 w 1886469"/>
                <a:gd name="csY8467" fmla="*/ 1910597 h 2454076"/>
                <a:gd name="csX8468" fmla="*/ 1548231 w 1886469"/>
                <a:gd name="csY8468" fmla="*/ 1909159 h 2454076"/>
                <a:gd name="csX8469" fmla="*/ 1549973 w 1886469"/>
                <a:gd name="csY8469" fmla="*/ 1907546 h 2454076"/>
                <a:gd name="csX8470" fmla="*/ 1551290 w 1886469"/>
                <a:gd name="csY8470" fmla="*/ 1905971 h 2454076"/>
                <a:gd name="csX8471" fmla="*/ 1552629 w 1886469"/>
                <a:gd name="csY8471" fmla="*/ 1902464 h 2454076"/>
                <a:gd name="csX8472" fmla="*/ 1555056 w 1886469"/>
                <a:gd name="csY8472" fmla="*/ 1893341 h 2454076"/>
                <a:gd name="csX8473" fmla="*/ 1556433 w 1886469"/>
                <a:gd name="csY8473" fmla="*/ 1890465 h 2454076"/>
                <a:gd name="csX8474" fmla="*/ 1558350 w 1886469"/>
                <a:gd name="csY8474" fmla="*/ 1889978 h 2454076"/>
                <a:gd name="csX8475" fmla="*/ 1559203 w 1886469"/>
                <a:gd name="csY8475" fmla="*/ 1890960 h 2454076"/>
                <a:gd name="csX8476" fmla="*/ 1561196 w 1886469"/>
                <a:gd name="csY8476" fmla="*/ 1896324 h 2454076"/>
                <a:gd name="csX8477" fmla="*/ 1561188 w 1886469"/>
                <a:gd name="csY8477" fmla="*/ 1897686 h 2454076"/>
                <a:gd name="csX8478" fmla="*/ 1560694 w 1886469"/>
                <a:gd name="csY8478" fmla="*/ 1898842 h 2454076"/>
                <a:gd name="csX8479" fmla="*/ 1557437 w 1886469"/>
                <a:gd name="csY8479" fmla="*/ 1904031 h 2454076"/>
                <a:gd name="csX8480" fmla="*/ 1558609 w 1886469"/>
                <a:gd name="csY8480" fmla="*/ 1903506 h 2454076"/>
                <a:gd name="csX8481" fmla="*/ 1561881 w 1886469"/>
                <a:gd name="csY8481" fmla="*/ 1898629 h 2454076"/>
                <a:gd name="csX8482" fmla="*/ 1562573 w 1886469"/>
                <a:gd name="csY8482" fmla="*/ 1897100 h 2454076"/>
                <a:gd name="csX8483" fmla="*/ 1562961 w 1886469"/>
                <a:gd name="csY8483" fmla="*/ 1894855 h 2454076"/>
                <a:gd name="csX8484" fmla="*/ 1564011 w 1886469"/>
                <a:gd name="csY8484" fmla="*/ 1893265 h 2454076"/>
                <a:gd name="csX8485" fmla="*/ 1564414 w 1886469"/>
                <a:gd name="csY8485" fmla="*/ 1894049 h 2454076"/>
                <a:gd name="csX8486" fmla="*/ 1565426 w 1886469"/>
                <a:gd name="csY8486" fmla="*/ 1899793 h 2454076"/>
                <a:gd name="csX8487" fmla="*/ 1565457 w 1886469"/>
                <a:gd name="csY8487" fmla="*/ 1903978 h 2454076"/>
                <a:gd name="csX8488" fmla="*/ 1565617 w 1886469"/>
                <a:gd name="csY8488" fmla="*/ 1905317 h 2454076"/>
                <a:gd name="csX8489" fmla="*/ 1565251 w 1886469"/>
                <a:gd name="csY8489" fmla="*/ 1909281 h 2454076"/>
                <a:gd name="csX8490" fmla="*/ 1565662 w 1886469"/>
                <a:gd name="csY8490" fmla="*/ 1909989 h 2454076"/>
                <a:gd name="csX8491" fmla="*/ 1566644 w 1886469"/>
                <a:gd name="csY8491" fmla="*/ 1906565 h 2454076"/>
                <a:gd name="csX8492" fmla="*/ 1566963 w 1886469"/>
                <a:gd name="csY8492" fmla="*/ 1903978 h 2454076"/>
                <a:gd name="csX8493" fmla="*/ 1567412 w 1886469"/>
                <a:gd name="csY8493" fmla="*/ 1902129 h 2454076"/>
                <a:gd name="csX8494" fmla="*/ 1567983 w 1886469"/>
                <a:gd name="csY8494" fmla="*/ 1901018 h 2454076"/>
                <a:gd name="csX8495" fmla="*/ 1571985 w 1886469"/>
                <a:gd name="csY8495" fmla="*/ 1897518 h 2454076"/>
                <a:gd name="csX8496" fmla="*/ 1576664 w 1886469"/>
                <a:gd name="csY8496" fmla="*/ 1894665 h 2454076"/>
                <a:gd name="csX8497" fmla="*/ 1579723 w 1886469"/>
                <a:gd name="csY8497" fmla="*/ 1892124 h 2454076"/>
                <a:gd name="csX8498" fmla="*/ 1582264 w 1886469"/>
                <a:gd name="csY8498" fmla="*/ 1890907 h 2454076"/>
                <a:gd name="csX8499" fmla="*/ 1586069 w 1886469"/>
                <a:gd name="csY8499" fmla="*/ 1889758 h 2454076"/>
                <a:gd name="csX8500" fmla="*/ 1588503 w 1886469"/>
                <a:gd name="csY8500" fmla="*/ 1887391 h 2454076"/>
                <a:gd name="csX8501" fmla="*/ 1589576 w 1886469"/>
                <a:gd name="csY8501" fmla="*/ 1883808 h 2454076"/>
                <a:gd name="csX8502" fmla="*/ 1590489 w 1886469"/>
                <a:gd name="csY8502" fmla="*/ 1881320 h 2454076"/>
                <a:gd name="csX8503" fmla="*/ 1591242 w 1886469"/>
                <a:gd name="csY8503" fmla="*/ 1879943 h 2454076"/>
                <a:gd name="csX8504" fmla="*/ 1593753 w 1886469"/>
                <a:gd name="csY8504" fmla="*/ 1877462 h 2454076"/>
                <a:gd name="csX8505" fmla="*/ 1595123 w 1886469"/>
                <a:gd name="csY8505" fmla="*/ 1877318 h 2454076"/>
                <a:gd name="csX8506" fmla="*/ 1596424 w 1886469"/>
                <a:gd name="csY8506" fmla="*/ 1878238 h 2454076"/>
                <a:gd name="csX8507" fmla="*/ 1597900 w 1886469"/>
                <a:gd name="csY8507" fmla="*/ 1880095 h 2454076"/>
                <a:gd name="csX8508" fmla="*/ 1599551 w 1886469"/>
                <a:gd name="csY8508" fmla="*/ 1882887 h 2454076"/>
                <a:gd name="csX8509" fmla="*/ 1600540 w 1886469"/>
                <a:gd name="csY8509" fmla="*/ 1885078 h 2454076"/>
                <a:gd name="csX8510" fmla="*/ 1600860 w 1886469"/>
                <a:gd name="csY8510" fmla="*/ 1886661 h 2454076"/>
                <a:gd name="csX8511" fmla="*/ 1601126 w 1886469"/>
                <a:gd name="csY8511" fmla="*/ 1892208 h 2454076"/>
                <a:gd name="csX8512" fmla="*/ 1601445 w 1886469"/>
                <a:gd name="csY8512" fmla="*/ 1892192 h 2454076"/>
                <a:gd name="csX8513" fmla="*/ 1602967 w 1886469"/>
                <a:gd name="csY8513" fmla="*/ 1887954 h 2454076"/>
                <a:gd name="csX8514" fmla="*/ 1603142 w 1886469"/>
                <a:gd name="csY8514" fmla="*/ 1886448 h 2454076"/>
                <a:gd name="csX8515" fmla="*/ 1603036 w 1886469"/>
                <a:gd name="csY8515" fmla="*/ 1884858 h 2454076"/>
                <a:gd name="csX8516" fmla="*/ 1602571 w 1886469"/>
                <a:gd name="csY8516" fmla="*/ 1883267 h 2454076"/>
                <a:gd name="csX8517" fmla="*/ 1601042 w 1886469"/>
                <a:gd name="csY8517" fmla="*/ 1879783 h 2454076"/>
                <a:gd name="csX8518" fmla="*/ 1600441 w 1886469"/>
                <a:gd name="csY8518" fmla="*/ 1877599 h 2454076"/>
                <a:gd name="csX8519" fmla="*/ 1600578 w 1886469"/>
                <a:gd name="csY8519" fmla="*/ 1876252 h 2454076"/>
                <a:gd name="csX8520" fmla="*/ 1602199 w 1886469"/>
                <a:gd name="csY8520" fmla="*/ 1875484 h 2454076"/>
                <a:gd name="csX8521" fmla="*/ 1604595 w 1886469"/>
                <a:gd name="csY8521" fmla="*/ 1875180 h 2454076"/>
                <a:gd name="csX8522" fmla="*/ 1604998 w 1886469"/>
                <a:gd name="csY8522" fmla="*/ 1874609 h 2454076"/>
                <a:gd name="csX8523" fmla="*/ 1603241 w 1886469"/>
                <a:gd name="csY8523" fmla="*/ 1873163 h 2454076"/>
                <a:gd name="csX8524" fmla="*/ 1603195 w 1886469"/>
                <a:gd name="csY8524" fmla="*/ 1872379 h 2454076"/>
                <a:gd name="csX8525" fmla="*/ 1604892 w 1886469"/>
                <a:gd name="csY8525" fmla="*/ 1869800 h 2454076"/>
                <a:gd name="csX8526" fmla="*/ 1605889 w 1886469"/>
                <a:gd name="csY8526" fmla="*/ 1869656 h 2454076"/>
                <a:gd name="csX8527" fmla="*/ 1607837 w 1886469"/>
                <a:gd name="csY8527" fmla="*/ 1870059 h 2454076"/>
                <a:gd name="csX8528" fmla="*/ 1607449 w 1886469"/>
                <a:gd name="csY8528" fmla="*/ 1868735 h 2454076"/>
                <a:gd name="csX8529" fmla="*/ 1607464 w 1886469"/>
                <a:gd name="csY8529" fmla="*/ 1867860 h 2454076"/>
                <a:gd name="csX8530" fmla="*/ 1608012 w 1886469"/>
                <a:gd name="csY8530" fmla="*/ 1867518 h 2454076"/>
                <a:gd name="csX8531" fmla="*/ 1611238 w 1886469"/>
                <a:gd name="csY8531" fmla="*/ 1868355 h 2454076"/>
                <a:gd name="csX8532" fmla="*/ 1611618 w 1886469"/>
                <a:gd name="csY8532" fmla="*/ 1867343 h 2454076"/>
                <a:gd name="csX8533" fmla="*/ 1614395 w 1886469"/>
                <a:gd name="csY8533" fmla="*/ 1867251 h 2454076"/>
                <a:gd name="csX8534" fmla="*/ 1614669 w 1886469"/>
                <a:gd name="csY8534" fmla="*/ 1866346 h 2454076"/>
                <a:gd name="csX8535" fmla="*/ 1612265 w 1886469"/>
                <a:gd name="csY8535" fmla="*/ 1865053 h 2454076"/>
                <a:gd name="csX8536" fmla="*/ 1609914 w 1886469"/>
                <a:gd name="csY8536" fmla="*/ 1864254 h 2454076"/>
                <a:gd name="csX8537" fmla="*/ 1609191 w 1886469"/>
                <a:gd name="csY8537" fmla="*/ 1863546 h 2454076"/>
                <a:gd name="csX8538" fmla="*/ 1608643 w 1886469"/>
                <a:gd name="csY8538" fmla="*/ 1862504 h 2454076"/>
                <a:gd name="csX8539" fmla="*/ 1607913 w 1886469"/>
                <a:gd name="csY8539" fmla="*/ 1859985 h 2454076"/>
                <a:gd name="csX8540" fmla="*/ 1608088 w 1886469"/>
                <a:gd name="csY8540" fmla="*/ 1859316 h 2454076"/>
                <a:gd name="csX8541" fmla="*/ 1608750 w 1886469"/>
                <a:gd name="csY8541" fmla="*/ 1859308 h 2454076"/>
                <a:gd name="csX8542" fmla="*/ 1609898 w 1886469"/>
                <a:gd name="csY8542" fmla="*/ 1860000 h 2454076"/>
                <a:gd name="csX8543" fmla="*/ 1610522 w 1886469"/>
                <a:gd name="csY8543" fmla="*/ 1858677 h 2454076"/>
                <a:gd name="csX8544" fmla="*/ 1611222 w 1886469"/>
                <a:gd name="csY8544" fmla="*/ 1855557 h 2454076"/>
                <a:gd name="csX8545" fmla="*/ 1611915 w 1886469"/>
                <a:gd name="csY8545" fmla="*/ 1854279 h 2454076"/>
                <a:gd name="csX8546" fmla="*/ 1614076 w 1886469"/>
                <a:gd name="csY8546" fmla="*/ 1855755 h 2454076"/>
                <a:gd name="csX8547" fmla="*/ 1614167 w 1886469"/>
                <a:gd name="csY8547" fmla="*/ 1855123 h 2454076"/>
                <a:gd name="csX8548" fmla="*/ 1612417 w 1886469"/>
                <a:gd name="csY8548" fmla="*/ 1850208 h 2454076"/>
                <a:gd name="csX8549" fmla="*/ 1612729 w 1886469"/>
                <a:gd name="csY8549" fmla="*/ 1849257 h 2454076"/>
                <a:gd name="csX8550" fmla="*/ 1615407 w 1886469"/>
                <a:gd name="csY8550" fmla="*/ 1848900 h 2454076"/>
                <a:gd name="csX8551" fmla="*/ 1617028 w 1886469"/>
                <a:gd name="csY8551" fmla="*/ 1849516 h 2454076"/>
                <a:gd name="csX8552" fmla="*/ 1621289 w 1886469"/>
                <a:gd name="csY8552" fmla="*/ 1853130 h 2454076"/>
                <a:gd name="csX8553" fmla="*/ 1622057 w 1886469"/>
                <a:gd name="csY8553" fmla="*/ 1852719 h 2454076"/>
                <a:gd name="csX8554" fmla="*/ 1621403 w 1886469"/>
                <a:gd name="csY8554" fmla="*/ 1851730 h 2454076"/>
                <a:gd name="csX8555" fmla="*/ 1619227 w 1886469"/>
                <a:gd name="csY8555" fmla="*/ 1849600 h 2454076"/>
                <a:gd name="csX8556" fmla="*/ 1617256 w 1886469"/>
                <a:gd name="csY8556" fmla="*/ 1848207 h 2454076"/>
                <a:gd name="csX8557" fmla="*/ 1615498 w 1886469"/>
                <a:gd name="csY8557" fmla="*/ 1847553 h 2454076"/>
                <a:gd name="csX8558" fmla="*/ 1614175 w 1886469"/>
                <a:gd name="csY8558" fmla="*/ 1846366 h 2454076"/>
                <a:gd name="csX8559" fmla="*/ 1612729 w 1886469"/>
                <a:gd name="csY8559" fmla="*/ 1843109 h 2454076"/>
                <a:gd name="csX8560" fmla="*/ 1612485 w 1886469"/>
                <a:gd name="csY8560" fmla="*/ 1841763 h 2454076"/>
                <a:gd name="csX8561" fmla="*/ 1612607 w 1886469"/>
                <a:gd name="csY8561" fmla="*/ 1840005 h 2454076"/>
                <a:gd name="csX8562" fmla="*/ 1613619 w 1886469"/>
                <a:gd name="csY8562" fmla="*/ 1836361 h 2454076"/>
                <a:gd name="csX8563" fmla="*/ 1614205 w 1886469"/>
                <a:gd name="csY8563" fmla="*/ 1835569 h 2454076"/>
                <a:gd name="csX8564" fmla="*/ 1615232 w 1886469"/>
                <a:gd name="csY8564" fmla="*/ 1834983 h 2454076"/>
                <a:gd name="csX8565" fmla="*/ 1616708 w 1886469"/>
                <a:gd name="csY8565" fmla="*/ 1834603 h 2454076"/>
                <a:gd name="csX8566" fmla="*/ 1618344 w 1886469"/>
                <a:gd name="csY8566" fmla="*/ 1834961 h 2454076"/>
                <a:gd name="csX8567" fmla="*/ 1621715 w 1886469"/>
                <a:gd name="csY8567" fmla="*/ 1837365 h 2454076"/>
                <a:gd name="csX8568" fmla="*/ 1622278 w 1886469"/>
                <a:gd name="csY8568" fmla="*/ 1836604 h 2454076"/>
                <a:gd name="csX8569" fmla="*/ 1620459 w 1886469"/>
                <a:gd name="csY8569" fmla="*/ 1835295 h 2454076"/>
                <a:gd name="csX8570" fmla="*/ 1619478 w 1886469"/>
                <a:gd name="csY8570" fmla="*/ 1834086 h 2454076"/>
                <a:gd name="csX8571" fmla="*/ 1619006 w 1886469"/>
                <a:gd name="csY8571" fmla="*/ 1832534 h 2454076"/>
                <a:gd name="csX8572" fmla="*/ 1619211 w 1886469"/>
                <a:gd name="csY8572" fmla="*/ 1830776 h 2454076"/>
                <a:gd name="csX8573" fmla="*/ 1620642 w 1886469"/>
                <a:gd name="csY8573" fmla="*/ 1827139 h 2454076"/>
                <a:gd name="csX8574" fmla="*/ 1621311 w 1886469"/>
                <a:gd name="csY8574" fmla="*/ 1824202 h 2454076"/>
                <a:gd name="csX8575" fmla="*/ 1624347 w 1886469"/>
                <a:gd name="csY8575" fmla="*/ 1816076 h 2454076"/>
                <a:gd name="csX8576" fmla="*/ 1625237 w 1886469"/>
                <a:gd name="csY8576" fmla="*/ 1814593 h 2454076"/>
                <a:gd name="csX8577" fmla="*/ 1626188 w 1886469"/>
                <a:gd name="csY8577" fmla="*/ 1813649 h 2454076"/>
                <a:gd name="csX8578" fmla="*/ 1626782 w 1886469"/>
                <a:gd name="csY8578" fmla="*/ 1812675 h 2454076"/>
                <a:gd name="csX8579" fmla="*/ 1629163 w 1886469"/>
                <a:gd name="csY8579" fmla="*/ 1812455 h 2454076"/>
                <a:gd name="csX8580" fmla="*/ 1633569 w 1886469"/>
                <a:gd name="csY8580" fmla="*/ 1815376 h 2454076"/>
                <a:gd name="csX8581" fmla="*/ 1634915 w 1886469"/>
                <a:gd name="csY8581" fmla="*/ 1817103 h 2454076"/>
                <a:gd name="csX8582" fmla="*/ 1635273 w 1886469"/>
                <a:gd name="csY8582" fmla="*/ 1819538 h 2454076"/>
                <a:gd name="csX8583" fmla="*/ 1632968 w 1886469"/>
                <a:gd name="csY8583" fmla="*/ 1822825 h 2454076"/>
                <a:gd name="csX8584" fmla="*/ 1629004 w 1886469"/>
                <a:gd name="csY8584" fmla="*/ 1825275 h 2454076"/>
                <a:gd name="csX8585" fmla="*/ 1627824 w 1886469"/>
                <a:gd name="csY8585" fmla="*/ 1826340 h 2454076"/>
                <a:gd name="csX8586" fmla="*/ 1628593 w 1886469"/>
                <a:gd name="csY8586" fmla="*/ 1826964 h 2454076"/>
                <a:gd name="csX8587" fmla="*/ 1632298 w 1886469"/>
                <a:gd name="csY8587" fmla="*/ 1825009 h 2454076"/>
                <a:gd name="csX8588" fmla="*/ 1635532 w 1886469"/>
                <a:gd name="csY8588" fmla="*/ 1824096 h 2454076"/>
                <a:gd name="csX8589" fmla="*/ 1638187 w 1886469"/>
                <a:gd name="csY8589" fmla="*/ 1824126 h 2454076"/>
                <a:gd name="csX8590" fmla="*/ 1640340 w 1886469"/>
                <a:gd name="csY8590" fmla="*/ 1828014 h 2454076"/>
                <a:gd name="csX8591" fmla="*/ 1640645 w 1886469"/>
                <a:gd name="csY8591" fmla="*/ 1833386 h 2454076"/>
                <a:gd name="csX8592" fmla="*/ 1639412 w 1886469"/>
                <a:gd name="csY8592" fmla="*/ 1837852 h 2454076"/>
                <a:gd name="csX8593" fmla="*/ 1641025 w 1886469"/>
                <a:gd name="csY8593" fmla="*/ 1835630 h 2454076"/>
                <a:gd name="csX8594" fmla="*/ 1643049 w 1886469"/>
                <a:gd name="csY8594" fmla="*/ 1834405 h 2454076"/>
                <a:gd name="csX8595" fmla="*/ 1644700 w 1886469"/>
                <a:gd name="csY8595" fmla="*/ 1837319 h 2454076"/>
                <a:gd name="csX8596" fmla="*/ 1644898 w 1886469"/>
                <a:gd name="csY8596" fmla="*/ 1839693 h 2454076"/>
                <a:gd name="csX8597" fmla="*/ 1645765 w 1886469"/>
                <a:gd name="csY8597" fmla="*/ 1841915 h 2454076"/>
                <a:gd name="csX8598" fmla="*/ 1647637 w 1886469"/>
                <a:gd name="csY8598" fmla="*/ 1844890 h 2454076"/>
                <a:gd name="csX8599" fmla="*/ 1649585 w 1886469"/>
                <a:gd name="csY8599" fmla="*/ 1847492 h 2454076"/>
                <a:gd name="csX8600" fmla="*/ 1647447 w 1886469"/>
                <a:gd name="csY8600" fmla="*/ 1850208 h 2454076"/>
                <a:gd name="csX8601" fmla="*/ 1644875 w 1886469"/>
                <a:gd name="csY8601" fmla="*/ 1851829 h 2454076"/>
                <a:gd name="csX8602" fmla="*/ 1645415 w 1886469"/>
                <a:gd name="csY8602" fmla="*/ 1853039 h 2454076"/>
                <a:gd name="csX8603" fmla="*/ 1648930 w 1886469"/>
                <a:gd name="csY8603" fmla="*/ 1854332 h 2454076"/>
                <a:gd name="csX8604" fmla="*/ 1649410 w 1886469"/>
                <a:gd name="csY8604" fmla="*/ 1855610 h 2454076"/>
                <a:gd name="csX8605" fmla="*/ 1649044 w 1886469"/>
                <a:gd name="csY8605" fmla="*/ 1857345 h 2454076"/>
                <a:gd name="csX8606" fmla="*/ 1649554 w 1886469"/>
                <a:gd name="csY8606" fmla="*/ 1857337 h 2454076"/>
                <a:gd name="csX8607" fmla="*/ 1651997 w 1886469"/>
                <a:gd name="csY8607" fmla="*/ 1854659 h 2454076"/>
                <a:gd name="csX8608" fmla="*/ 1654082 w 1886469"/>
                <a:gd name="csY8608" fmla="*/ 1855017 h 2454076"/>
                <a:gd name="csX8609" fmla="*/ 1656745 w 1886469"/>
                <a:gd name="csY8609" fmla="*/ 1860792 h 2454076"/>
                <a:gd name="csX8610" fmla="*/ 1654804 w 1886469"/>
                <a:gd name="csY8610" fmla="*/ 1864086 h 2454076"/>
                <a:gd name="csX8611" fmla="*/ 1651829 w 1886469"/>
                <a:gd name="csY8611" fmla="*/ 1865593 h 2454076"/>
                <a:gd name="csX8612" fmla="*/ 1649463 w 1886469"/>
                <a:gd name="csY8612" fmla="*/ 1866232 h 2454076"/>
                <a:gd name="csX8613" fmla="*/ 1646169 w 1886469"/>
                <a:gd name="csY8613" fmla="*/ 1866141 h 2454076"/>
                <a:gd name="csX8614" fmla="*/ 1644875 w 1886469"/>
                <a:gd name="csY8614" fmla="*/ 1866628 h 2454076"/>
                <a:gd name="csX8615" fmla="*/ 1645514 w 1886469"/>
                <a:gd name="csY8615" fmla="*/ 1867723 h 2454076"/>
                <a:gd name="csX8616" fmla="*/ 1648664 w 1886469"/>
                <a:gd name="csY8616" fmla="*/ 1867738 h 2454076"/>
                <a:gd name="csX8617" fmla="*/ 1653480 w 1886469"/>
                <a:gd name="csY8617" fmla="*/ 1866909 h 2454076"/>
                <a:gd name="csX8618" fmla="*/ 1657087 w 1886469"/>
                <a:gd name="csY8618" fmla="*/ 1865555 h 2454076"/>
                <a:gd name="csX8619" fmla="*/ 1658654 w 1886469"/>
                <a:gd name="csY8619" fmla="*/ 1865471 h 2454076"/>
                <a:gd name="csX8620" fmla="*/ 1660305 w 1886469"/>
                <a:gd name="csY8620" fmla="*/ 1866019 h 2454076"/>
                <a:gd name="csX8621" fmla="*/ 1660861 w 1886469"/>
                <a:gd name="csY8621" fmla="*/ 1866483 h 2454076"/>
                <a:gd name="csX8622" fmla="*/ 1659126 w 1886469"/>
                <a:gd name="csY8622" fmla="*/ 1867426 h 2454076"/>
                <a:gd name="csX8623" fmla="*/ 1658989 w 1886469"/>
                <a:gd name="csY8623" fmla="*/ 1867754 h 2454076"/>
                <a:gd name="csX8624" fmla="*/ 1659636 w 1886469"/>
                <a:gd name="csY8624" fmla="*/ 1868720 h 2454076"/>
                <a:gd name="csX8625" fmla="*/ 1660982 w 1886469"/>
                <a:gd name="csY8625" fmla="*/ 1871832 h 2454076"/>
                <a:gd name="csX8626" fmla="*/ 1660861 w 1886469"/>
                <a:gd name="csY8626" fmla="*/ 1872532 h 2454076"/>
                <a:gd name="csX8627" fmla="*/ 1659575 w 1886469"/>
                <a:gd name="csY8627" fmla="*/ 1874335 h 2454076"/>
                <a:gd name="csX8628" fmla="*/ 1661637 w 1886469"/>
                <a:gd name="csY8628" fmla="*/ 1874731 h 2454076"/>
                <a:gd name="csX8629" fmla="*/ 1664521 w 1886469"/>
                <a:gd name="csY8629" fmla="*/ 1873886 h 2454076"/>
                <a:gd name="csX8630" fmla="*/ 1665418 w 1886469"/>
                <a:gd name="csY8630" fmla="*/ 1874822 h 2454076"/>
                <a:gd name="csX8631" fmla="*/ 1667176 w 1886469"/>
                <a:gd name="csY8631" fmla="*/ 1878543 h 2454076"/>
                <a:gd name="csX8632" fmla="*/ 1668287 w 1886469"/>
                <a:gd name="csY8632" fmla="*/ 1882347 h 2454076"/>
                <a:gd name="csX8633" fmla="*/ 1663409 w 1886469"/>
                <a:gd name="csY8633" fmla="*/ 1887536 h 2454076"/>
                <a:gd name="csX8634" fmla="*/ 1660929 w 1886469"/>
                <a:gd name="csY8634" fmla="*/ 1888609 h 2454076"/>
                <a:gd name="csX8635" fmla="*/ 1657270 w 1886469"/>
                <a:gd name="csY8635" fmla="*/ 1891340 h 2454076"/>
                <a:gd name="csX8636" fmla="*/ 1656242 w 1886469"/>
                <a:gd name="csY8636" fmla="*/ 1893524 h 2454076"/>
                <a:gd name="csX8637" fmla="*/ 1654127 w 1886469"/>
                <a:gd name="csY8637" fmla="*/ 1896324 h 2454076"/>
                <a:gd name="csX8638" fmla="*/ 1655481 w 1886469"/>
                <a:gd name="csY8638" fmla="*/ 1896293 h 2454076"/>
                <a:gd name="csX8639" fmla="*/ 1659263 w 1886469"/>
                <a:gd name="csY8639" fmla="*/ 1891797 h 2454076"/>
                <a:gd name="csX8640" fmla="*/ 1661112 w 1886469"/>
                <a:gd name="csY8640" fmla="*/ 1890747 h 2454076"/>
                <a:gd name="csX8641" fmla="*/ 1662489 w 1886469"/>
                <a:gd name="csY8641" fmla="*/ 1891013 h 2454076"/>
                <a:gd name="csX8642" fmla="*/ 1663044 w 1886469"/>
                <a:gd name="csY8642" fmla="*/ 1891774 h 2454076"/>
                <a:gd name="csX8643" fmla="*/ 1662770 w 1886469"/>
                <a:gd name="csY8643" fmla="*/ 1893037 h 2454076"/>
                <a:gd name="csX8644" fmla="*/ 1663980 w 1886469"/>
                <a:gd name="csY8644" fmla="*/ 1892877 h 2454076"/>
                <a:gd name="csX8645" fmla="*/ 1669063 w 1886469"/>
                <a:gd name="csY8645" fmla="*/ 1890245 h 2454076"/>
                <a:gd name="csX8646" fmla="*/ 1671201 w 1886469"/>
                <a:gd name="csY8646" fmla="*/ 1889720 h 2454076"/>
                <a:gd name="csX8647" fmla="*/ 1673963 w 1886469"/>
                <a:gd name="csY8647" fmla="*/ 1889552 h 2454076"/>
                <a:gd name="csX8648" fmla="*/ 1674267 w 1886469"/>
                <a:gd name="csY8648" fmla="*/ 1890465 h 2454076"/>
                <a:gd name="csX8649" fmla="*/ 1672548 w 1886469"/>
                <a:gd name="csY8649" fmla="*/ 1896765 h 2454076"/>
                <a:gd name="csX8650" fmla="*/ 1669610 w 1886469"/>
                <a:gd name="csY8650" fmla="*/ 1901581 h 2454076"/>
                <a:gd name="csX8651" fmla="*/ 1664254 w 1886469"/>
                <a:gd name="csY8651" fmla="*/ 1904541 h 2454076"/>
                <a:gd name="csX8652" fmla="*/ 1662359 w 1886469"/>
                <a:gd name="csY8652" fmla="*/ 1906276 h 2454076"/>
                <a:gd name="csX8653" fmla="*/ 1660009 w 1886469"/>
                <a:gd name="csY8653" fmla="*/ 1909076 h 2454076"/>
                <a:gd name="csX8654" fmla="*/ 1660899 w 1886469"/>
                <a:gd name="csY8654" fmla="*/ 1909578 h 2454076"/>
                <a:gd name="csX8655" fmla="*/ 1666004 w 1886469"/>
                <a:gd name="csY8655" fmla="*/ 1905910 h 2454076"/>
                <a:gd name="csX8656" fmla="*/ 1669489 w 1886469"/>
                <a:gd name="csY8656" fmla="*/ 1904457 h 2454076"/>
                <a:gd name="csX8657" fmla="*/ 1674389 w 1886469"/>
                <a:gd name="csY8657" fmla="*/ 1903293 h 2454076"/>
                <a:gd name="csX8658" fmla="*/ 1676565 w 1886469"/>
                <a:gd name="csY8658" fmla="*/ 1903453 h 2454076"/>
                <a:gd name="csX8659" fmla="*/ 1680422 w 1886469"/>
                <a:gd name="csY8659" fmla="*/ 1910772 h 2454076"/>
                <a:gd name="csX8660" fmla="*/ 1682644 w 1886469"/>
                <a:gd name="csY8660" fmla="*/ 1911480 h 2454076"/>
                <a:gd name="csX8661" fmla="*/ 1684440 w 1886469"/>
                <a:gd name="csY8661" fmla="*/ 1911100 h 2454076"/>
                <a:gd name="csX8662" fmla="*/ 1687833 w 1886469"/>
                <a:gd name="csY8662" fmla="*/ 1913200 h 2454076"/>
                <a:gd name="csX8663" fmla="*/ 1689104 w 1886469"/>
                <a:gd name="csY8663" fmla="*/ 1915223 h 2454076"/>
                <a:gd name="csX8664" fmla="*/ 1688784 w 1886469"/>
                <a:gd name="csY8664" fmla="*/ 1916677 h 2454076"/>
                <a:gd name="csX8665" fmla="*/ 1687635 w 1886469"/>
                <a:gd name="csY8665" fmla="*/ 1917544 h 2454076"/>
                <a:gd name="csX8666" fmla="*/ 1687057 w 1886469"/>
                <a:gd name="csY8666" fmla="*/ 1918898 h 2454076"/>
                <a:gd name="csX8667" fmla="*/ 1688411 w 1886469"/>
                <a:gd name="csY8667" fmla="*/ 1922923 h 2454076"/>
                <a:gd name="csX8668" fmla="*/ 1687628 w 1886469"/>
                <a:gd name="csY8668" fmla="*/ 1925175 h 2454076"/>
                <a:gd name="csX8669" fmla="*/ 1685155 w 1886469"/>
                <a:gd name="csY8669" fmla="*/ 1927161 h 2454076"/>
                <a:gd name="csX8670" fmla="*/ 1683382 w 1886469"/>
                <a:gd name="csY8670" fmla="*/ 1928165 h 2454076"/>
                <a:gd name="csX8671" fmla="*/ 1681526 w 1886469"/>
                <a:gd name="csY8671" fmla="*/ 1928478 h 2454076"/>
                <a:gd name="csX8672" fmla="*/ 1679715 w 1886469"/>
                <a:gd name="csY8672" fmla="*/ 1930235 h 2454076"/>
                <a:gd name="csX8673" fmla="*/ 1678893 w 1886469"/>
                <a:gd name="csY8673" fmla="*/ 1930494 h 2454076"/>
                <a:gd name="csX8674" fmla="*/ 1676367 w 1886469"/>
                <a:gd name="csY8674" fmla="*/ 1930045 h 2454076"/>
                <a:gd name="csX8675" fmla="*/ 1677234 w 1886469"/>
                <a:gd name="csY8675" fmla="*/ 1931125 h 2454076"/>
                <a:gd name="csX8676" fmla="*/ 1678482 w 1886469"/>
                <a:gd name="csY8676" fmla="*/ 1931673 h 2454076"/>
                <a:gd name="csX8677" fmla="*/ 1680476 w 1886469"/>
                <a:gd name="csY8677" fmla="*/ 1931970 h 2454076"/>
                <a:gd name="csX8678" fmla="*/ 1682804 w 1886469"/>
                <a:gd name="csY8678" fmla="*/ 1931414 h 2454076"/>
                <a:gd name="csX8679" fmla="*/ 1685071 w 1886469"/>
                <a:gd name="csY8679" fmla="*/ 1931483 h 2454076"/>
                <a:gd name="csX8680" fmla="*/ 1688640 w 1886469"/>
                <a:gd name="csY8680" fmla="*/ 1932754 h 2454076"/>
                <a:gd name="csX8681" fmla="*/ 1690131 w 1886469"/>
                <a:gd name="csY8681" fmla="*/ 1934313 h 2454076"/>
                <a:gd name="csX8682" fmla="*/ 1690154 w 1886469"/>
                <a:gd name="csY8682" fmla="*/ 1934747 h 2454076"/>
                <a:gd name="csX8683" fmla="*/ 1689385 w 1886469"/>
                <a:gd name="csY8683" fmla="*/ 1935637 h 2454076"/>
                <a:gd name="csX8684" fmla="*/ 1688259 w 1886469"/>
                <a:gd name="csY8684" fmla="*/ 1938536 h 2454076"/>
                <a:gd name="csX8685" fmla="*/ 1687437 w 1886469"/>
                <a:gd name="csY8685" fmla="*/ 1939578 h 2454076"/>
                <a:gd name="csX8686" fmla="*/ 1688137 w 1886469"/>
                <a:gd name="csY8686" fmla="*/ 1940362 h 2454076"/>
                <a:gd name="csX8687" fmla="*/ 1689925 w 1886469"/>
                <a:gd name="csY8687" fmla="*/ 1941564 h 2454076"/>
                <a:gd name="csX8688" fmla="*/ 1691257 w 1886469"/>
                <a:gd name="csY8688" fmla="*/ 1942005 h 2454076"/>
                <a:gd name="csX8689" fmla="*/ 1693007 w 1886469"/>
                <a:gd name="csY8689" fmla="*/ 1941617 h 2454076"/>
                <a:gd name="csX8690" fmla="*/ 1694879 w 1886469"/>
                <a:gd name="csY8690" fmla="*/ 1942127 h 2454076"/>
                <a:gd name="csX8691" fmla="*/ 1701179 w 1886469"/>
                <a:gd name="csY8691" fmla="*/ 1948899 h 2454076"/>
                <a:gd name="csX8692" fmla="*/ 1700920 w 1886469"/>
                <a:gd name="csY8692" fmla="*/ 1952384 h 2454076"/>
                <a:gd name="csX8693" fmla="*/ 1699969 w 1886469"/>
                <a:gd name="csY8693" fmla="*/ 1955062 h 2454076"/>
                <a:gd name="csX8694" fmla="*/ 1700341 w 1886469"/>
                <a:gd name="csY8694" fmla="*/ 1958067 h 2454076"/>
                <a:gd name="csX8695" fmla="*/ 1700364 w 1886469"/>
                <a:gd name="csY8695" fmla="*/ 1961757 h 2454076"/>
                <a:gd name="csX8696" fmla="*/ 1696948 w 1886469"/>
                <a:gd name="csY8696" fmla="*/ 1962777 h 2454076"/>
                <a:gd name="csX8697" fmla="*/ 1685611 w 1886469"/>
                <a:gd name="csY8697" fmla="*/ 1961050 h 2454076"/>
                <a:gd name="csX8698" fmla="*/ 1679129 w 1886469"/>
                <a:gd name="csY8698" fmla="*/ 1958410 h 2454076"/>
                <a:gd name="csX8699" fmla="*/ 1678794 w 1886469"/>
                <a:gd name="csY8699" fmla="*/ 1957603 h 2454076"/>
                <a:gd name="csX8700" fmla="*/ 1680628 w 1886469"/>
                <a:gd name="csY8700" fmla="*/ 1955853 h 2454076"/>
                <a:gd name="csX8701" fmla="*/ 1679000 w 1886469"/>
                <a:gd name="csY8701" fmla="*/ 1955716 h 2454076"/>
                <a:gd name="csX8702" fmla="*/ 1677113 w 1886469"/>
                <a:gd name="csY8702" fmla="*/ 1956408 h 2454076"/>
                <a:gd name="csX8703" fmla="*/ 1676321 w 1886469"/>
                <a:gd name="csY8703" fmla="*/ 1957063 h 2454076"/>
                <a:gd name="csX8704" fmla="*/ 1678497 w 1886469"/>
                <a:gd name="csY8704" fmla="*/ 1959847 h 2454076"/>
                <a:gd name="csX8705" fmla="*/ 1684455 w 1886469"/>
                <a:gd name="csY8705" fmla="*/ 1962298 h 2454076"/>
                <a:gd name="csX8706" fmla="*/ 1687118 w 1886469"/>
                <a:gd name="csY8706" fmla="*/ 1965242 h 2454076"/>
                <a:gd name="csX8707" fmla="*/ 1690039 w 1886469"/>
                <a:gd name="csY8707" fmla="*/ 1965493 h 2454076"/>
                <a:gd name="csX8708" fmla="*/ 1690930 w 1886469"/>
                <a:gd name="csY8708" fmla="*/ 1966026 h 2454076"/>
                <a:gd name="csX8709" fmla="*/ 1692543 w 1886469"/>
                <a:gd name="csY8709" fmla="*/ 1967745 h 2454076"/>
                <a:gd name="csX8710" fmla="*/ 1692064 w 1886469"/>
                <a:gd name="csY8710" fmla="*/ 1968339 h 2454076"/>
                <a:gd name="csX8711" fmla="*/ 1689088 w 1886469"/>
                <a:gd name="csY8711" fmla="*/ 1968544 h 2454076"/>
                <a:gd name="csX8712" fmla="*/ 1686737 w 1886469"/>
                <a:gd name="csY8712" fmla="*/ 1970537 h 2454076"/>
                <a:gd name="csX8713" fmla="*/ 1688213 w 1886469"/>
                <a:gd name="csY8713" fmla="*/ 1971702 h 2454076"/>
                <a:gd name="csX8714" fmla="*/ 1693509 w 1886469"/>
                <a:gd name="csY8714" fmla="*/ 1972721 h 2454076"/>
                <a:gd name="csX8715" fmla="*/ 1697306 w 1886469"/>
                <a:gd name="csY8715" fmla="*/ 1972980 h 2454076"/>
                <a:gd name="csX8716" fmla="*/ 1699208 w 1886469"/>
                <a:gd name="csY8716" fmla="*/ 1974121 h 2454076"/>
                <a:gd name="csX8717" fmla="*/ 1697641 w 1886469"/>
                <a:gd name="csY8717" fmla="*/ 1975392 h 2454076"/>
                <a:gd name="csX8718" fmla="*/ 1693189 w 1886469"/>
                <a:gd name="csY8718" fmla="*/ 1976883 h 2454076"/>
                <a:gd name="csX8719" fmla="*/ 1693060 w 1886469"/>
                <a:gd name="csY8719" fmla="*/ 1979105 h 2454076"/>
                <a:gd name="csX8720" fmla="*/ 1696362 w 1886469"/>
                <a:gd name="csY8720" fmla="*/ 1979987 h 2454076"/>
                <a:gd name="csX8721" fmla="*/ 1699299 w 1886469"/>
                <a:gd name="csY8721" fmla="*/ 1979455 h 2454076"/>
                <a:gd name="csX8722" fmla="*/ 1700501 w 1886469"/>
                <a:gd name="csY8722" fmla="*/ 1979676 h 2454076"/>
                <a:gd name="csX8723" fmla="*/ 1701361 w 1886469"/>
                <a:gd name="csY8723" fmla="*/ 1985024 h 2454076"/>
                <a:gd name="csX8724" fmla="*/ 1701856 w 1886469"/>
                <a:gd name="csY8724" fmla="*/ 1986135 h 2454076"/>
                <a:gd name="csX8725" fmla="*/ 1698698 w 1886469"/>
                <a:gd name="csY8725" fmla="*/ 1987079 h 2454076"/>
                <a:gd name="csX8726" fmla="*/ 1698683 w 1886469"/>
                <a:gd name="csY8726" fmla="*/ 1988098 h 2454076"/>
                <a:gd name="csX8727" fmla="*/ 1700783 w 1886469"/>
                <a:gd name="csY8727" fmla="*/ 1988935 h 2454076"/>
                <a:gd name="csX8728" fmla="*/ 1704268 w 1886469"/>
                <a:gd name="csY8728" fmla="*/ 1989627 h 2454076"/>
                <a:gd name="csX8729" fmla="*/ 1705417 w 1886469"/>
                <a:gd name="csY8729" fmla="*/ 1990586 h 2454076"/>
                <a:gd name="csX8730" fmla="*/ 1705652 w 1886469"/>
                <a:gd name="csY8730" fmla="*/ 1992169 h 2454076"/>
                <a:gd name="csX8731" fmla="*/ 1706368 w 1886469"/>
                <a:gd name="csY8731" fmla="*/ 1993013 h 2454076"/>
                <a:gd name="csX8732" fmla="*/ 1708369 w 1886469"/>
                <a:gd name="csY8732" fmla="*/ 1993165 h 2454076"/>
                <a:gd name="csX8733" fmla="*/ 1710575 w 1886469"/>
                <a:gd name="csY8733" fmla="*/ 1991195 h 2454076"/>
                <a:gd name="csX8734" fmla="*/ 1711869 w 1886469"/>
                <a:gd name="csY8734" fmla="*/ 1989536 h 2454076"/>
                <a:gd name="csX8735" fmla="*/ 1713763 w 1886469"/>
                <a:gd name="csY8735" fmla="*/ 1990160 h 2454076"/>
                <a:gd name="csX8736" fmla="*/ 1713908 w 1886469"/>
                <a:gd name="csY8736" fmla="*/ 1992230 h 2454076"/>
                <a:gd name="csX8737" fmla="*/ 1716160 w 1886469"/>
                <a:gd name="csY8737" fmla="*/ 1994588 h 2454076"/>
                <a:gd name="csX8738" fmla="*/ 1716982 w 1886469"/>
                <a:gd name="csY8738" fmla="*/ 1994976 h 2454076"/>
                <a:gd name="csX8739" fmla="*/ 1717628 w 1886469"/>
                <a:gd name="csY8739" fmla="*/ 1998301 h 2454076"/>
                <a:gd name="csX8740" fmla="*/ 1719469 w 1886469"/>
                <a:gd name="csY8740" fmla="*/ 1995341 h 2454076"/>
                <a:gd name="csX8741" fmla="*/ 1720816 w 1886469"/>
                <a:gd name="csY8741" fmla="*/ 1995973 h 2454076"/>
                <a:gd name="csX8742" fmla="*/ 1722345 w 1886469"/>
                <a:gd name="csY8742" fmla="*/ 1996117 h 2454076"/>
                <a:gd name="csX8743" fmla="*/ 1721820 w 1886469"/>
                <a:gd name="csY8743" fmla="*/ 1998978 h 2454076"/>
                <a:gd name="csX8744" fmla="*/ 1720907 w 1886469"/>
                <a:gd name="csY8744" fmla="*/ 2001231 h 2454076"/>
                <a:gd name="csX8745" fmla="*/ 1722110 w 1886469"/>
                <a:gd name="csY8745" fmla="*/ 2002638 h 2454076"/>
                <a:gd name="csX8746" fmla="*/ 1723046 w 1886469"/>
                <a:gd name="csY8746" fmla="*/ 2004723 h 2454076"/>
                <a:gd name="csX8747" fmla="*/ 1725526 w 1886469"/>
                <a:gd name="csY8747" fmla="*/ 2007584 h 2454076"/>
                <a:gd name="csX8748" fmla="*/ 1724849 w 1886469"/>
                <a:gd name="csY8748" fmla="*/ 2008953 h 2454076"/>
                <a:gd name="csX8749" fmla="*/ 1721927 w 1886469"/>
                <a:gd name="csY8749" fmla="*/ 2011883 h 2454076"/>
                <a:gd name="csX8750" fmla="*/ 1720382 w 1886469"/>
                <a:gd name="csY8750" fmla="*/ 2016501 h 2454076"/>
                <a:gd name="csX8751" fmla="*/ 1720017 w 1886469"/>
                <a:gd name="csY8751" fmla="*/ 2018099 h 2454076"/>
                <a:gd name="csX8752" fmla="*/ 1718518 w 1886469"/>
                <a:gd name="csY8752" fmla="*/ 2020746 h 2454076"/>
                <a:gd name="csX8753" fmla="*/ 1716457 w 1886469"/>
                <a:gd name="csY8753" fmla="*/ 2023303 h 2454076"/>
                <a:gd name="csX8754" fmla="*/ 1717750 w 1886469"/>
                <a:gd name="csY8754" fmla="*/ 2023029 h 2454076"/>
                <a:gd name="csX8755" fmla="*/ 1722353 w 1886469"/>
                <a:gd name="csY8755" fmla="*/ 2018312 h 2454076"/>
                <a:gd name="csX8756" fmla="*/ 1725092 w 1886469"/>
                <a:gd name="csY8756" fmla="*/ 2016729 h 2454076"/>
                <a:gd name="csX8757" fmla="*/ 1731118 w 1886469"/>
                <a:gd name="csY8757" fmla="*/ 2015869 h 2454076"/>
                <a:gd name="csX8758" fmla="*/ 1732572 w 1886469"/>
                <a:gd name="csY8758" fmla="*/ 2014546 h 2454076"/>
                <a:gd name="csX8759" fmla="*/ 1734778 w 1886469"/>
                <a:gd name="csY8759" fmla="*/ 2013998 h 2454076"/>
                <a:gd name="csX8760" fmla="*/ 1736132 w 1886469"/>
                <a:gd name="csY8760" fmla="*/ 2015512 h 2454076"/>
                <a:gd name="csX8761" fmla="*/ 1736269 w 1886469"/>
                <a:gd name="csY8761" fmla="*/ 2018236 h 2454076"/>
                <a:gd name="csX8762" fmla="*/ 1738050 w 1886469"/>
                <a:gd name="csY8762" fmla="*/ 2019088 h 2454076"/>
                <a:gd name="csX8763" fmla="*/ 1739929 w 1886469"/>
                <a:gd name="csY8763" fmla="*/ 2018190 h 2454076"/>
                <a:gd name="csX8764" fmla="*/ 1741633 w 1886469"/>
                <a:gd name="csY8764" fmla="*/ 2018989 h 2454076"/>
                <a:gd name="csX8765" fmla="*/ 1740614 w 1886469"/>
                <a:gd name="csY8765" fmla="*/ 2020701 h 2454076"/>
                <a:gd name="csX8766" fmla="*/ 1735151 w 1886469"/>
                <a:gd name="csY8766" fmla="*/ 2027678 h 2454076"/>
                <a:gd name="csX8767" fmla="*/ 1733560 w 1886469"/>
                <a:gd name="csY8767" fmla="*/ 2030470 h 2454076"/>
                <a:gd name="csX8768" fmla="*/ 1733104 w 1886469"/>
                <a:gd name="csY8768" fmla="*/ 2032441 h 2454076"/>
                <a:gd name="csX8769" fmla="*/ 1734983 w 1886469"/>
                <a:gd name="csY8769" fmla="*/ 2029740 h 2454076"/>
                <a:gd name="csX8770" fmla="*/ 1741846 w 1886469"/>
                <a:gd name="csY8770" fmla="*/ 2023486 h 2454076"/>
                <a:gd name="csX8771" fmla="*/ 1742584 w 1886469"/>
                <a:gd name="csY8771" fmla="*/ 2022542 h 2454076"/>
                <a:gd name="csX8772" fmla="*/ 1744076 w 1886469"/>
                <a:gd name="csY8772" fmla="*/ 2019856 h 2454076"/>
                <a:gd name="csX8773" fmla="*/ 1745453 w 1886469"/>
                <a:gd name="csY8773" fmla="*/ 2018099 h 2454076"/>
                <a:gd name="csX8774" fmla="*/ 1749151 w 1886469"/>
                <a:gd name="csY8774" fmla="*/ 2018723 h 2454076"/>
                <a:gd name="csX8775" fmla="*/ 1751053 w 1886469"/>
                <a:gd name="csY8775" fmla="*/ 2019986 h 2454076"/>
                <a:gd name="csX8776" fmla="*/ 1751935 w 1886469"/>
                <a:gd name="csY8776" fmla="*/ 2023501 h 2454076"/>
                <a:gd name="csX8777" fmla="*/ 1753434 w 1886469"/>
                <a:gd name="csY8777" fmla="*/ 2027320 h 2454076"/>
                <a:gd name="csX8778" fmla="*/ 1755686 w 1886469"/>
                <a:gd name="csY8778" fmla="*/ 2031543 h 2454076"/>
                <a:gd name="csX8779" fmla="*/ 1761674 w 1886469"/>
                <a:gd name="csY8779" fmla="*/ 2033590 h 2454076"/>
                <a:gd name="csX8780" fmla="*/ 1763850 w 1886469"/>
                <a:gd name="csY8780" fmla="*/ 2033917 h 2454076"/>
                <a:gd name="csX8781" fmla="*/ 1767594 w 1886469"/>
                <a:gd name="csY8781" fmla="*/ 2032494 h 2454076"/>
                <a:gd name="csX8782" fmla="*/ 1768187 w 1886469"/>
                <a:gd name="csY8782" fmla="*/ 2030523 h 2454076"/>
                <a:gd name="csX8783" fmla="*/ 1771109 w 1886469"/>
                <a:gd name="csY8783" fmla="*/ 2029915 h 2454076"/>
                <a:gd name="csX8784" fmla="*/ 1773163 w 1886469"/>
                <a:gd name="csY8784" fmla="*/ 2030158 h 2454076"/>
                <a:gd name="csX8785" fmla="*/ 1773871 w 1886469"/>
                <a:gd name="csY8785" fmla="*/ 2033955 h 2454076"/>
                <a:gd name="csX8786" fmla="*/ 1776062 w 1886469"/>
                <a:gd name="csY8786" fmla="*/ 2035963 h 2454076"/>
                <a:gd name="csX8787" fmla="*/ 1778238 w 1886469"/>
                <a:gd name="csY8787" fmla="*/ 2037622 h 2454076"/>
                <a:gd name="csX8788" fmla="*/ 1780338 w 1886469"/>
                <a:gd name="csY8788" fmla="*/ 2038482 h 2454076"/>
                <a:gd name="csX8789" fmla="*/ 1783404 w 1886469"/>
                <a:gd name="csY8789" fmla="*/ 2038855 h 2454076"/>
                <a:gd name="csX8790" fmla="*/ 1785086 w 1886469"/>
                <a:gd name="csY8790" fmla="*/ 2040673 h 2454076"/>
                <a:gd name="csX8791" fmla="*/ 1785086 w 1886469"/>
                <a:gd name="csY8791" fmla="*/ 2041427 h 2454076"/>
                <a:gd name="csX8792" fmla="*/ 1783359 w 1886469"/>
                <a:gd name="csY8792" fmla="*/ 2043367 h 2454076"/>
                <a:gd name="csX8793" fmla="*/ 1781692 w 1886469"/>
                <a:gd name="csY8793" fmla="*/ 2046190 h 2454076"/>
                <a:gd name="csX8794" fmla="*/ 1778786 w 1886469"/>
                <a:gd name="csY8794" fmla="*/ 2048160 h 2454076"/>
                <a:gd name="csX8795" fmla="*/ 1774731 w 1886469"/>
                <a:gd name="csY8795" fmla="*/ 2048251 h 2454076"/>
                <a:gd name="csX8796" fmla="*/ 1769131 w 1886469"/>
                <a:gd name="csY8796" fmla="*/ 2049484 h 2454076"/>
                <a:gd name="csX8797" fmla="*/ 1768902 w 1886469"/>
                <a:gd name="csY8797" fmla="*/ 2050595 h 2454076"/>
                <a:gd name="csX8798" fmla="*/ 1767670 w 1886469"/>
                <a:gd name="csY8798" fmla="*/ 2051820 h 2454076"/>
                <a:gd name="csX8799" fmla="*/ 1764695 w 1886469"/>
                <a:gd name="csY8799" fmla="*/ 2053030 h 2454076"/>
                <a:gd name="csX8800" fmla="*/ 1763074 w 1886469"/>
                <a:gd name="csY8800" fmla="*/ 2053950 h 2454076"/>
                <a:gd name="csX8801" fmla="*/ 1760442 w 1886469"/>
                <a:gd name="csY8801" fmla="*/ 2058500 h 2454076"/>
                <a:gd name="csX8802" fmla="*/ 1758844 w 1886469"/>
                <a:gd name="csY8802" fmla="*/ 2060440 h 2454076"/>
                <a:gd name="csX8803" fmla="*/ 1757003 w 1886469"/>
                <a:gd name="csY8803" fmla="*/ 2060806 h 2454076"/>
                <a:gd name="csX8804" fmla="*/ 1754408 w 1886469"/>
                <a:gd name="csY8804" fmla="*/ 2060623 h 2454076"/>
                <a:gd name="csX8805" fmla="*/ 1752711 w 1886469"/>
                <a:gd name="csY8805" fmla="*/ 2061034 h 2454076"/>
                <a:gd name="csX8806" fmla="*/ 1751463 w 1886469"/>
                <a:gd name="csY8806" fmla="*/ 2061863 h 2454076"/>
                <a:gd name="csX8807" fmla="*/ 1750733 w 1886469"/>
                <a:gd name="csY8807" fmla="*/ 2063096 h 2454076"/>
                <a:gd name="csX8808" fmla="*/ 1750170 w 1886469"/>
                <a:gd name="csY8808" fmla="*/ 2063560 h 2454076"/>
                <a:gd name="csX8809" fmla="*/ 1746701 w 1886469"/>
                <a:gd name="csY8809" fmla="*/ 2064808 h 2454076"/>
                <a:gd name="csX8810" fmla="*/ 1740393 w 1886469"/>
                <a:gd name="csY8810" fmla="*/ 2068239 h 2454076"/>
                <a:gd name="csX8811" fmla="*/ 1737061 w 1886469"/>
                <a:gd name="csY8811" fmla="*/ 2068346 h 2454076"/>
                <a:gd name="csX8812" fmla="*/ 1734999 w 1886469"/>
                <a:gd name="csY8812" fmla="*/ 2067950 h 2454076"/>
                <a:gd name="csX8813" fmla="*/ 1733424 w 1886469"/>
                <a:gd name="csY8813" fmla="*/ 2068232 h 2454076"/>
                <a:gd name="csX8814" fmla="*/ 1732351 w 1886469"/>
                <a:gd name="csY8814" fmla="*/ 2069190 h 2454076"/>
                <a:gd name="csX8815" fmla="*/ 1729338 w 1886469"/>
                <a:gd name="csY8815" fmla="*/ 2070857 h 2454076"/>
                <a:gd name="csX8816" fmla="*/ 1728432 w 1886469"/>
                <a:gd name="csY8816" fmla="*/ 2071868 h 2454076"/>
                <a:gd name="csX8817" fmla="*/ 1727900 w 1886469"/>
                <a:gd name="csY8817" fmla="*/ 2073032 h 2454076"/>
                <a:gd name="csX8818" fmla="*/ 1727489 w 1886469"/>
                <a:gd name="csY8818" fmla="*/ 2075429 h 2454076"/>
                <a:gd name="csX8819" fmla="*/ 1727131 w 1886469"/>
                <a:gd name="csY8819" fmla="*/ 2076297 h 2454076"/>
                <a:gd name="csX8820" fmla="*/ 1726545 w 1886469"/>
                <a:gd name="csY8820" fmla="*/ 2076799 h 2454076"/>
                <a:gd name="csX8821" fmla="*/ 1724012 w 1886469"/>
                <a:gd name="csY8821" fmla="*/ 2076304 h 2454076"/>
                <a:gd name="csX8822" fmla="*/ 1721189 w 1886469"/>
                <a:gd name="csY8822" fmla="*/ 2074744 h 2454076"/>
                <a:gd name="csX8823" fmla="*/ 1721745 w 1886469"/>
                <a:gd name="csY8823" fmla="*/ 2076396 h 2454076"/>
                <a:gd name="csX8824" fmla="*/ 1726211 w 1886469"/>
                <a:gd name="csY8824" fmla="*/ 2079173 h 2454076"/>
                <a:gd name="csX8825" fmla="*/ 1727489 w 1886469"/>
                <a:gd name="csY8825" fmla="*/ 2080717 h 2454076"/>
                <a:gd name="csX8826" fmla="*/ 1726272 w 1886469"/>
                <a:gd name="csY8826" fmla="*/ 2082049 h 2454076"/>
                <a:gd name="csX8827" fmla="*/ 1723426 w 1886469"/>
                <a:gd name="csY8827" fmla="*/ 2084133 h 2454076"/>
                <a:gd name="csX8828" fmla="*/ 1723099 w 1886469"/>
                <a:gd name="csY8828" fmla="*/ 2085252 h 2454076"/>
                <a:gd name="csX8829" fmla="*/ 1724263 w 1886469"/>
                <a:gd name="csY8829" fmla="*/ 2085845 h 2454076"/>
                <a:gd name="csX8830" fmla="*/ 1723799 w 1886469"/>
                <a:gd name="csY8830" fmla="*/ 2086789 h 2454076"/>
                <a:gd name="csX8831" fmla="*/ 1722239 w 1886469"/>
                <a:gd name="csY8831" fmla="*/ 2087793 h 2454076"/>
                <a:gd name="csX8832" fmla="*/ 1722414 w 1886469"/>
                <a:gd name="csY8832" fmla="*/ 2088204 h 2454076"/>
                <a:gd name="csX8833" fmla="*/ 1722581 w 1886469"/>
                <a:gd name="csY8833" fmla="*/ 2088607 h 2454076"/>
                <a:gd name="csX8834" fmla="*/ 1726446 w 1886469"/>
                <a:gd name="csY8834" fmla="*/ 2087169 h 2454076"/>
                <a:gd name="csX8835" fmla="*/ 1729893 w 1886469"/>
                <a:gd name="csY8835" fmla="*/ 2084095 h 2454076"/>
                <a:gd name="csX8836" fmla="*/ 1732138 w 1886469"/>
                <a:gd name="csY8836" fmla="*/ 2080976 h 2454076"/>
                <a:gd name="csX8837" fmla="*/ 1733264 w 1886469"/>
                <a:gd name="csY8837" fmla="*/ 2080101 h 2454076"/>
                <a:gd name="csX8838" fmla="*/ 1737700 w 1886469"/>
                <a:gd name="csY8838" fmla="*/ 2078944 h 2454076"/>
                <a:gd name="csX8839" fmla="*/ 1740325 w 1886469"/>
                <a:gd name="csY8839" fmla="*/ 2077582 h 2454076"/>
                <a:gd name="csX8840" fmla="*/ 1744083 w 1886469"/>
                <a:gd name="csY8840" fmla="*/ 2075102 h 2454076"/>
                <a:gd name="csX8841" fmla="*/ 1748199 w 1886469"/>
                <a:gd name="csY8841" fmla="*/ 2071496 h 2454076"/>
                <a:gd name="csX8842" fmla="*/ 1752681 w 1886469"/>
                <a:gd name="csY8842" fmla="*/ 2066756 h 2454076"/>
                <a:gd name="csX8843" fmla="*/ 1758387 w 1886469"/>
                <a:gd name="csY8843" fmla="*/ 2063043 h 2454076"/>
                <a:gd name="csX8844" fmla="*/ 1765334 w 1886469"/>
                <a:gd name="csY8844" fmla="*/ 2060364 h 2454076"/>
                <a:gd name="csX8845" fmla="*/ 1770432 w 1886469"/>
                <a:gd name="csY8845" fmla="*/ 2058995 h 2454076"/>
                <a:gd name="csX8846" fmla="*/ 1773681 w 1886469"/>
                <a:gd name="csY8846" fmla="*/ 2058934 h 2454076"/>
                <a:gd name="csX8847" fmla="*/ 1773840 w 1886469"/>
                <a:gd name="csY8847" fmla="*/ 2058485 h 2454076"/>
                <a:gd name="csX8848" fmla="*/ 1770926 w 1886469"/>
                <a:gd name="csY8848" fmla="*/ 2057640 h 2454076"/>
                <a:gd name="csX8849" fmla="*/ 1768522 w 1886469"/>
                <a:gd name="csY8849" fmla="*/ 2057481 h 2454076"/>
                <a:gd name="csX8850" fmla="*/ 1765532 w 1886469"/>
                <a:gd name="csY8850" fmla="*/ 2058097 h 2454076"/>
                <a:gd name="csX8851" fmla="*/ 1764604 w 1886469"/>
                <a:gd name="csY8851" fmla="*/ 2056644 h 2454076"/>
                <a:gd name="csX8852" fmla="*/ 1764702 w 1886469"/>
                <a:gd name="csY8852" fmla="*/ 2056012 h 2454076"/>
                <a:gd name="csX8853" fmla="*/ 1765684 w 1886469"/>
                <a:gd name="csY8853" fmla="*/ 2054932 h 2454076"/>
                <a:gd name="csX8854" fmla="*/ 1768202 w 1886469"/>
                <a:gd name="csY8854" fmla="*/ 2053966 h 2454076"/>
                <a:gd name="csX8855" fmla="*/ 1780528 w 1886469"/>
                <a:gd name="csY8855" fmla="*/ 2055312 h 2454076"/>
                <a:gd name="csX8856" fmla="*/ 1784774 w 1886469"/>
                <a:gd name="csY8856" fmla="*/ 2056347 h 2454076"/>
                <a:gd name="csX8857" fmla="*/ 1789415 w 1886469"/>
                <a:gd name="csY8857" fmla="*/ 2064998 h 2454076"/>
                <a:gd name="csX8858" fmla="*/ 1790480 w 1886469"/>
                <a:gd name="csY8858" fmla="*/ 2067767 h 2454076"/>
                <a:gd name="csX8859" fmla="*/ 1790784 w 1886469"/>
                <a:gd name="csY8859" fmla="*/ 2069784 h 2454076"/>
                <a:gd name="csX8860" fmla="*/ 1790313 w 1886469"/>
                <a:gd name="csY8860" fmla="*/ 2071047 h 2454076"/>
                <a:gd name="csX8861" fmla="*/ 1788456 w 1886469"/>
                <a:gd name="csY8861" fmla="*/ 2072538 h 2454076"/>
                <a:gd name="csX8862" fmla="*/ 1783214 w 1886469"/>
                <a:gd name="csY8862" fmla="*/ 2075498 h 2454076"/>
                <a:gd name="csX8863" fmla="*/ 1782476 w 1886469"/>
                <a:gd name="csY8863" fmla="*/ 2076281 h 2454076"/>
                <a:gd name="csX8864" fmla="*/ 1782408 w 1886469"/>
                <a:gd name="csY8864" fmla="*/ 2076692 h 2454076"/>
                <a:gd name="csX8865" fmla="*/ 1784698 w 1886469"/>
                <a:gd name="csY8865" fmla="*/ 2077293 h 2454076"/>
                <a:gd name="csX8866" fmla="*/ 1785421 w 1886469"/>
                <a:gd name="csY8866" fmla="*/ 2078107 h 2454076"/>
                <a:gd name="csX8867" fmla="*/ 1786585 w 1886469"/>
                <a:gd name="csY8867" fmla="*/ 2081387 h 2454076"/>
                <a:gd name="csX8868" fmla="*/ 1788943 w 1886469"/>
                <a:gd name="csY8868" fmla="*/ 2079256 h 2454076"/>
                <a:gd name="csX8869" fmla="*/ 1793409 w 1886469"/>
                <a:gd name="csY8869" fmla="*/ 2074082 h 2454076"/>
                <a:gd name="csX8870" fmla="*/ 1797062 w 1886469"/>
                <a:gd name="csY8870" fmla="*/ 2071678 h 2454076"/>
                <a:gd name="csX8871" fmla="*/ 1800143 w 1886469"/>
                <a:gd name="csY8871" fmla="*/ 2071024 h 2454076"/>
                <a:gd name="csX8872" fmla="*/ 1803826 w 1886469"/>
                <a:gd name="csY8872" fmla="*/ 2070704 h 2454076"/>
                <a:gd name="csX8873" fmla="*/ 1805096 w 1886469"/>
                <a:gd name="csY8873" fmla="*/ 2070750 h 2454076"/>
                <a:gd name="csX8874" fmla="*/ 1805538 w 1886469"/>
                <a:gd name="csY8874" fmla="*/ 2072431 h 2454076"/>
                <a:gd name="csX8875" fmla="*/ 1807470 w 1886469"/>
                <a:gd name="csY8875" fmla="*/ 2075802 h 2454076"/>
                <a:gd name="csX8876" fmla="*/ 1809258 w 1886469"/>
                <a:gd name="csY8876" fmla="*/ 2076677 h 2454076"/>
                <a:gd name="csX8877" fmla="*/ 1812674 w 1886469"/>
                <a:gd name="csY8877" fmla="*/ 2077126 h 2454076"/>
                <a:gd name="csX8878" fmla="*/ 1815748 w 1886469"/>
                <a:gd name="csY8878" fmla="*/ 2081295 h 2454076"/>
                <a:gd name="csX8879" fmla="*/ 1816920 w 1886469"/>
                <a:gd name="csY8879" fmla="*/ 2084164 h 2454076"/>
                <a:gd name="csX8880" fmla="*/ 1818031 w 1886469"/>
                <a:gd name="csY8880" fmla="*/ 2085838 h 2454076"/>
                <a:gd name="csX8881" fmla="*/ 1817939 w 1886469"/>
                <a:gd name="csY8881" fmla="*/ 2086964 h 2454076"/>
                <a:gd name="csX8882" fmla="*/ 1818122 w 1886469"/>
                <a:gd name="csY8882" fmla="*/ 2087907 h 2454076"/>
                <a:gd name="csX8883" fmla="*/ 1818929 w 1886469"/>
                <a:gd name="csY8883" fmla="*/ 2089338 h 2454076"/>
                <a:gd name="csX8884" fmla="*/ 1819332 w 1886469"/>
                <a:gd name="csY8884" fmla="*/ 2090540 h 2454076"/>
                <a:gd name="csX8885" fmla="*/ 1819111 w 1886469"/>
                <a:gd name="csY8885" fmla="*/ 2093287 h 2454076"/>
                <a:gd name="csX8886" fmla="*/ 1817316 w 1886469"/>
                <a:gd name="csY8886" fmla="*/ 2098042 h 2454076"/>
                <a:gd name="csX8887" fmla="*/ 1818647 w 1886469"/>
                <a:gd name="csY8887" fmla="*/ 2102348 h 2454076"/>
                <a:gd name="csX8888" fmla="*/ 1818046 w 1886469"/>
                <a:gd name="csY8888" fmla="*/ 2104288 h 2454076"/>
                <a:gd name="csX8889" fmla="*/ 1817734 w 1886469"/>
                <a:gd name="csY8889" fmla="*/ 2107378 h 2454076"/>
                <a:gd name="csX8890" fmla="*/ 1818883 w 1886469"/>
                <a:gd name="csY8890" fmla="*/ 2109439 h 2454076"/>
                <a:gd name="csX8891" fmla="*/ 1819225 w 1886469"/>
                <a:gd name="csY8891" fmla="*/ 2110634 h 2454076"/>
                <a:gd name="csX8892" fmla="*/ 1818252 w 1886469"/>
                <a:gd name="csY8892" fmla="*/ 2111334 h 2454076"/>
                <a:gd name="csX8893" fmla="*/ 1811449 w 1886469"/>
                <a:gd name="csY8893" fmla="*/ 2113038 h 2454076"/>
                <a:gd name="csX8894" fmla="*/ 1808771 w 1886469"/>
                <a:gd name="csY8894" fmla="*/ 2113069 h 2454076"/>
                <a:gd name="csX8895" fmla="*/ 1808079 w 1886469"/>
                <a:gd name="csY8895" fmla="*/ 2114096 h 2454076"/>
                <a:gd name="csX8896" fmla="*/ 1810141 w 1886469"/>
                <a:gd name="csY8896" fmla="*/ 2114400 h 2454076"/>
                <a:gd name="csX8897" fmla="*/ 1813892 w 1886469"/>
                <a:gd name="csY8897" fmla="*/ 2114347 h 2454076"/>
                <a:gd name="csX8898" fmla="*/ 1818427 w 1886469"/>
                <a:gd name="csY8898" fmla="*/ 2115389 h 2454076"/>
                <a:gd name="csX8899" fmla="*/ 1820428 w 1886469"/>
                <a:gd name="csY8899" fmla="*/ 2116546 h 2454076"/>
                <a:gd name="csX8900" fmla="*/ 1821287 w 1886469"/>
                <a:gd name="csY8900" fmla="*/ 2118167 h 2454076"/>
                <a:gd name="csX8901" fmla="*/ 1821067 w 1886469"/>
                <a:gd name="csY8901" fmla="*/ 2119452 h 2454076"/>
                <a:gd name="csX8902" fmla="*/ 1819766 w 1886469"/>
                <a:gd name="csY8902" fmla="*/ 2120404 h 2454076"/>
                <a:gd name="csX8903" fmla="*/ 1817217 w 1886469"/>
                <a:gd name="csY8903" fmla="*/ 2120221 h 2454076"/>
                <a:gd name="csX8904" fmla="*/ 1814759 w 1886469"/>
                <a:gd name="csY8904" fmla="*/ 2119354 h 2454076"/>
                <a:gd name="csX8905" fmla="*/ 1814911 w 1886469"/>
                <a:gd name="csY8905" fmla="*/ 2120198 h 2454076"/>
                <a:gd name="csX8906" fmla="*/ 1818556 w 1886469"/>
                <a:gd name="csY8906" fmla="*/ 2122290 h 2454076"/>
                <a:gd name="csX8907" fmla="*/ 1819629 w 1886469"/>
                <a:gd name="csY8907" fmla="*/ 2123356 h 2454076"/>
                <a:gd name="csX8908" fmla="*/ 1821599 w 1886469"/>
                <a:gd name="csY8908" fmla="*/ 2124687 h 2454076"/>
                <a:gd name="csX8909" fmla="*/ 1821987 w 1886469"/>
                <a:gd name="csY8909" fmla="*/ 2126475 h 2454076"/>
                <a:gd name="csX8910" fmla="*/ 1821508 w 1886469"/>
                <a:gd name="csY8910" fmla="*/ 2128293 h 2454076"/>
                <a:gd name="csX8911" fmla="*/ 1814630 w 1886469"/>
                <a:gd name="csY8911" fmla="*/ 2135514 h 2454076"/>
                <a:gd name="csX8912" fmla="*/ 1808969 w 1886469"/>
                <a:gd name="csY8912" fmla="*/ 2140079 h 2454076"/>
                <a:gd name="csX8913" fmla="*/ 1803285 w 1886469"/>
                <a:gd name="csY8913" fmla="*/ 2144066 h 2454076"/>
                <a:gd name="csX8914" fmla="*/ 1794163 w 1886469"/>
                <a:gd name="csY8914" fmla="*/ 2151720 h 2454076"/>
                <a:gd name="csX8915" fmla="*/ 1793257 w 1886469"/>
                <a:gd name="csY8915" fmla="*/ 2152093 h 2454076"/>
                <a:gd name="csX8916" fmla="*/ 1791606 w 1886469"/>
                <a:gd name="csY8916" fmla="*/ 2152238 h 2454076"/>
                <a:gd name="csX8917" fmla="*/ 1787262 w 1886469"/>
                <a:gd name="csY8917" fmla="*/ 2151020 h 2454076"/>
                <a:gd name="csX8918" fmla="*/ 1783792 w 1886469"/>
                <a:gd name="csY8918" fmla="*/ 2151332 h 2454076"/>
                <a:gd name="csX8919" fmla="*/ 1777218 w 1886469"/>
                <a:gd name="csY8919" fmla="*/ 2152808 h 2454076"/>
                <a:gd name="csX8920" fmla="*/ 1775423 w 1886469"/>
                <a:gd name="csY8920" fmla="*/ 2153714 h 2454076"/>
                <a:gd name="csX8921" fmla="*/ 1771816 w 1886469"/>
                <a:gd name="csY8921" fmla="*/ 2156354 h 2454076"/>
                <a:gd name="csX8922" fmla="*/ 1770386 w 1886469"/>
                <a:gd name="csY8922" fmla="*/ 2156727 h 2454076"/>
                <a:gd name="csX8923" fmla="*/ 1766521 w 1886469"/>
                <a:gd name="csY8923" fmla="*/ 2157267 h 2454076"/>
                <a:gd name="csX8924" fmla="*/ 1762854 w 1886469"/>
                <a:gd name="csY8924" fmla="*/ 2156902 h 2454076"/>
                <a:gd name="csX8925" fmla="*/ 1761400 w 1886469"/>
                <a:gd name="csY8925" fmla="*/ 2157267 h 2454076"/>
                <a:gd name="csX8926" fmla="*/ 1759635 w 1886469"/>
                <a:gd name="csY8926" fmla="*/ 2158560 h 2454076"/>
                <a:gd name="csX8927" fmla="*/ 1759171 w 1886469"/>
                <a:gd name="csY8927" fmla="*/ 2159245 h 2454076"/>
                <a:gd name="csX8928" fmla="*/ 1758684 w 1886469"/>
                <a:gd name="csY8928" fmla="*/ 2161467 h 2454076"/>
                <a:gd name="csX8929" fmla="*/ 1749774 w 1886469"/>
                <a:gd name="csY8929" fmla="*/ 2171373 h 2454076"/>
                <a:gd name="csX8930" fmla="*/ 1747416 w 1886469"/>
                <a:gd name="csY8930" fmla="*/ 2174721 h 2454076"/>
                <a:gd name="csX8931" fmla="*/ 1742873 w 1886469"/>
                <a:gd name="csY8931" fmla="*/ 2178236 h 2454076"/>
                <a:gd name="csX8932" fmla="*/ 1737882 w 1886469"/>
                <a:gd name="csY8932" fmla="*/ 2184384 h 2454076"/>
                <a:gd name="csX8933" fmla="*/ 1733538 w 1886469"/>
                <a:gd name="csY8933" fmla="*/ 2186856 h 2454076"/>
                <a:gd name="csX8934" fmla="*/ 1732024 w 1886469"/>
                <a:gd name="csY8934" fmla="*/ 2190258 h 2454076"/>
                <a:gd name="csX8935" fmla="*/ 1727884 w 1886469"/>
                <a:gd name="csY8935" fmla="*/ 2192320 h 2454076"/>
                <a:gd name="csX8936" fmla="*/ 1720238 w 1886469"/>
                <a:gd name="csY8936" fmla="*/ 2192845 h 2454076"/>
                <a:gd name="csX8937" fmla="*/ 1716609 w 1886469"/>
                <a:gd name="csY8937" fmla="*/ 2193430 h 2454076"/>
                <a:gd name="csX8938" fmla="*/ 1712355 w 1886469"/>
                <a:gd name="csY8938" fmla="*/ 2192479 h 2454076"/>
                <a:gd name="csX8939" fmla="*/ 1709175 w 1886469"/>
                <a:gd name="csY8939" fmla="*/ 2193955 h 2454076"/>
                <a:gd name="csX8940" fmla="*/ 1704382 w 1886469"/>
                <a:gd name="csY8940" fmla="*/ 2194420 h 2454076"/>
                <a:gd name="csX8941" fmla="*/ 1702053 w 1886469"/>
                <a:gd name="csY8941" fmla="*/ 2194069 h 2454076"/>
                <a:gd name="csX8942" fmla="*/ 1692763 w 1886469"/>
                <a:gd name="csY8942" fmla="*/ 2197326 h 2454076"/>
                <a:gd name="csX8943" fmla="*/ 1690405 w 1886469"/>
                <a:gd name="csY8943" fmla="*/ 2194237 h 2454076"/>
                <a:gd name="csX8944" fmla="*/ 1688609 w 1886469"/>
                <a:gd name="csY8944" fmla="*/ 2193042 h 2454076"/>
                <a:gd name="csX8945" fmla="*/ 1683367 w 1886469"/>
                <a:gd name="csY8945" fmla="*/ 2192845 h 2454076"/>
                <a:gd name="csX8946" fmla="*/ 1679167 w 1886469"/>
                <a:gd name="csY8946" fmla="*/ 2191566 h 2454076"/>
                <a:gd name="csX8947" fmla="*/ 1675340 w 1886469"/>
                <a:gd name="csY8947" fmla="*/ 2191323 h 2454076"/>
                <a:gd name="csX8948" fmla="*/ 1671612 w 1886469"/>
                <a:gd name="csY8948" fmla="*/ 2190752 h 2454076"/>
                <a:gd name="csX8949" fmla="*/ 1669162 w 1886469"/>
                <a:gd name="csY8949" fmla="*/ 2190760 h 2454076"/>
                <a:gd name="csX8950" fmla="*/ 1666613 w 1886469"/>
                <a:gd name="csY8950" fmla="*/ 2191095 h 2454076"/>
                <a:gd name="csX8951" fmla="*/ 1662649 w 1886469"/>
                <a:gd name="csY8951" fmla="*/ 2191011 h 2454076"/>
                <a:gd name="csX8952" fmla="*/ 1660450 w 1886469"/>
                <a:gd name="csY8952" fmla="*/ 2192715 h 2454076"/>
                <a:gd name="csX8953" fmla="*/ 1653016 w 1886469"/>
                <a:gd name="csY8953" fmla="*/ 2192198 h 2454076"/>
                <a:gd name="csX8954" fmla="*/ 1649882 w 1886469"/>
                <a:gd name="csY8954" fmla="*/ 2190653 h 2454076"/>
                <a:gd name="csX8955" fmla="*/ 1647310 w 1886469"/>
                <a:gd name="csY8955" fmla="*/ 2190334 h 2454076"/>
                <a:gd name="csX8956" fmla="*/ 1643856 w 1886469"/>
                <a:gd name="csY8956" fmla="*/ 2190676 h 2454076"/>
                <a:gd name="csX8957" fmla="*/ 1640553 w 1886469"/>
                <a:gd name="csY8957" fmla="*/ 2191825 h 2454076"/>
                <a:gd name="csX8958" fmla="*/ 1633325 w 1886469"/>
                <a:gd name="csY8958" fmla="*/ 2190509 h 2454076"/>
                <a:gd name="csX8959" fmla="*/ 1625663 w 1886469"/>
                <a:gd name="csY8959" fmla="*/ 2191620 h 2454076"/>
                <a:gd name="csX8960" fmla="*/ 1618975 w 1886469"/>
                <a:gd name="csY8960" fmla="*/ 2190874 h 2454076"/>
                <a:gd name="csX8961" fmla="*/ 1617104 w 1886469"/>
                <a:gd name="csY8961" fmla="*/ 2190136 h 2454076"/>
                <a:gd name="csX8962" fmla="*/ 1606558 w 1886469"/>
                <a:gd name="csY8962" fmla="*/ 2192167 h 2454076"/>
                <a:gd name="csX8963" fmla="*/ 1602435 w 1886469"/>
                <a:gd name="csY8963" fmla="*/ 2191003 h 2454076"/>
                <a:gd name="csX8964" fmla="*/ 1598798 w 1886469"/>
                <a:gd name="csY8964" fmla="*/ 2194107 h 2454076"/>
                <a:gd name="csX8965" fmla="*/ 1596302 w 1886469"/>
                <a:gd name="csY8965" fmla="*/ 2193461 h 2454076"/>
                <a:gd name="csX8966" fmla="*/ 1593601 w 1886469"/>
                <a:gd name="csY8966" fmla="*/ 2193917 h 2454076"/>
                <a:gd name="csX8967" fmla="*/ 1592756 w 1886469"/>
                <a:gd name="csY8967" fmla="*/ 2193339 h 2454076"/>
                <a:gd name="csX8968" fmla="*/ 1590953 w 1886469"/>
                <a:gd name="csY8968" fmla="*/ 2193750 h 2454076"/>
                <a:gd name="csX8969" fmla="*/ 1589789 w 1886469"/>
                <a:gd name="csY8969" fmla="*/ 2195439 h 2454076"/>
                <a:gd name="csX8970" fmla="*/ 1588260 w 1886469"/>
                <a:gd name="csY8970" fmla="*/ 2195629 h 2454076"/>
                <a:gd name="csX8971" fmla="*/ 1585718 w 1886469"/>
                <a:gd name="csY8971" fmla="*/ 2198612 h 2454076"/>
                <a:gd name="csX8972" fmla="*/ 1581443 w 1886469"/>
                <a:gd name="csY8972" fmla="*/ 2200993 h 2454076"/>
                <a:gd name="csX8973" fmla="*/ 1575181 w 1886469"/>
                <a:gd name="csY8973" fmla="*/ 2213920 h 2454076"/>
                <a:gd name="csX8974" fmla="*/ 1574595 w 1886469"/>
                <a:gd name="csY8974" fmla="*/ 2218858 h 2454076"/>
                <a:gd name="csX8975" fmla="*/ 1572244 w 1886469"/>
                <a:gd name="csY8975" fmla="*/ 2222213 h 2454076"/>
                <a:gd name="csX8976" fmla="*/ 1570167 w 1886469"/>
                <a:gd name="csY8976" fmla="*/ 2222670 h 2454076"/>
                <a:gd name="csX8977" fmla="*/ 1568455 w 1886469"/>
                <a:gd name="csY8977" fmla="*/ 2222746 h 2454076"/>
                <a:gd name="csX8978" fmla="*/ 1557628 w 1886469"/>
                <a:gd name="csY8978" fmla="*/ 2225211 h 2454076"/>
                <a:gd name="csX8979" fmla="*/ 1552811 w 1886469"/>
                <a:gd name="csY8979" fmla="*/ 2227159 h 2454076"/>
                <a:gd name="csX8980" fmla="*/ 1554120 w 1886469"/>
                <a:gd name="csY8980" fmla="*/ 2228704 h 2454076"/>
                <a:gd name="csX8981" fmla="*/ 1552537 w 1886469"/>
                <a:gd name="csY8981" fmla="*/ 2229852 h 2454076"/>
                <a:gd name="csX8982" fmla="*/ 1549981 w 1886469"/>
                <a:gd name="csY8982" fmla="*/ 2230332 h 2454076"/>
                <a:gd name="csX8983" fmla="*/ 1547219 w 1886469"/>
                <a:gd name="csY8983" fmla="*/ 2231747 h 2454076"/>
                <a:gd name="csX8984" fmla="*/ 1545423 w 1886469"/>
                <a:gd name="csY8984" fmla="*/ 2233330 h 2454076"/>
                <a:gd name="csX8985" fmla="*/ 1544541 w 1886469"/>
                <a:gd name="csY8985" fmla="*/ 2235528 h 2454076"/>
                <a:gd name="csX8986" fmla="*/ 1538994 w 1886469"/>
                <a:gd name="csY8986" fmla="*/ 2239112 h 2454076"/>
                <a:gd name="csX8987" fmla="*/ 1532550 w 1886469"/>
                <a:gd name="csY8987" fmla="*/ 2247352 h 2454076"/>
                <a:gd name="csX8988" fmla="*/ 1529468 w 1886469"/>
                <a:gd name="csY8988" fmla="*/ 2253363 h 2454076"/>
                <a:gd name="csX8989" fmla="*/ 1525725 w 1886469"/>
                <a:gd name="csY8989" fmla="*/ 2257707 h 2454076"/>
                <a:gd name="csX8990" fmla="*/ 1523085 w 1886469"/>
                <a:gd name="csY8990" fmla="*/ 2259359 h 2454076"/>
                <a:gd name="csX8991" fmla="*/ 1521205 w 1886469"/>
                <a:gd name="csY8991" fmla="*/ 2259617 h 2454076"/>
                <a:gd name="csX8992" fmla="*/ 1519288 w 1886469"/>
                <a:gd name="csY8992" fmla="*/ 2259100 h 2454076"/>
                <a:gd name="csX8993" fmla="*/ 1516100 w 1886469"/>
                <a:gd name="csY8993" fmla="*/ 2257068 h 2454076"/>
                <a:gd name="csX8994" fmla="*/ 1513757 w 1886469"/>
                <a:gd name="csY8994" fmla="*/ 2256840 h 2454076"/>
                <a:gd name="csX8995" fmla="*/ 1507921 w 1886469"/>
                <a:gd name="csY8995" fmla="*/ 2254002 h 2454076"/>
                <a:gd name="csX8996" fmla="*/ 1494370 w 1886469"/>
                <a:gd name="csY8996" fmla="*/ 2251149 h 2454076"/>
                <a:gd name="csX8997" fmla="*/ 1496417 w 1886469"/>
                <a:gd name="csY8997" fmla="*/ 2252214 h 2454076"/>
                <a:gd name="csX8998" fmla="*/ 1498205 w 1886469"/>
                <a:gd name="csY8998" fmla="*/ 2253972 h 2454076"/>
                <a:gd name="csX8999" fmla="*/ 1501788 w 1886469"/>
                <a:gd name="csY8999" fmla="*/ 2254428 h 2454076"/>
                <a:gd name="csX9000" fmla="*/ 1505425 w 1886469"/>
                <a:gd name="csY9000" fmla="*/ 2254390 h 2454076"/>
                <a:gd name="csX9001" fmla="*/ 1513011 w 1886469"/>
                <a:gd name="csY9001" fmla="*/ 2257936 h 2454076"/>
                <a:gd name="csX9002" fmla="*/ 1516732 w 1886469"/>
                <a:gd name="csY9002" fmla="*/ 2259145 h 2454076"/>
                <a:gd name="csX9003" fmla="*/ 1518991 w 1886469"/>
                <a:gd name="csY9003" fmla="*/ 2260211 h 2454076"/>
                <a:gd name="csX9004" fmla="*/ 1520924 w 1886469"/>
                <a:gd name="csY9004" fmla="*/ 2262577 h 2454076"/>
                <a:gd name="csX9005" fmla="*/ 1519539 w 1886469"/>
                <a:gd name="csY9005" fmla="*/ 2267211 h 2454076"/>
                <a:gd name="csX9006" fmla="*/ 1518139 w 1886469"/>
                <a:gd name="csY9006" fmla="*/ 2271030 h 2454076"/>
                <a:gd name="csX9007" fmla="*/ 1516237 w 1886469"/>
                <a:gd name="csY9007" fmla="*/ 2273952 h 2454076"/>
                <a:gd name="csX9008" fmla="*/ 1509709 w 1886469"/>
                <a:gd name="csY9008" fmla="*/ 2281431 h 2454076"/>
                <a:gd name="csX9009" fmla="*/ 1506544 w 1886469"/>
                <a:gd name="csY9009" fmla="*/ 2283934 h 2454076"/>
                <a:gd name="csX9010" fmla="*/ 1501043 w 1886469"/>
                <a:gd name="csY9010" fmla="*/ 2292836 h 2454076"/>
                <a:gd name="csX9011" fmla="*/ 1495344 w 1886469"/>
                <a:gd name="csY9011" fmla="*/ 2296998 h 2454076"/>
                <a:gd name="csX9012" fmla="*/ 1492293 w 1886469"/>
                <a:gd name="csY9012" fmla="*/ 2299547 h 2454076"/>
                <a:gd name="csX9013" fmla="*/ 1489044 w 1886469"/>
                <a:gd name="csY9013" fmla="*/ 2303564 h 2454076"/>
                <a:gd name="csX9014" fmla="*/ 1481420 w 1886469"/>
                <a:gd name="csY9014" fmla="*/ 2306592 h 2454076"/>
                <a:gd name="csX9015" fmla="*/ 1478590 w 1886469"/>
                <a:gd name="csY9015" fmla="*/ 2307361 h 2454076"/>
                <a:gd name="csX9016" fmla="*/ 1475980 w 1886469"/>
                <a:gd name="csY9016" fmla="*/ 2306950 h 2454076"/>
                <a:gd name="csX9017" fmla="*/ 1472807 w 1886469"/>
                <a:gd name="csY9017" fmla="*/ 2309408 h 2454076"/>
                <a:gd name="csX9018" fmla="*/ 1469041 w 1886469"/>
                <a:gd name="csY9018" fmla="*/ 2310914 h 2454076"/>
                <a:gd name="csX9019" fmla="*/ 1467930 w 1886469"/>
                <a:gd name="csY9019" fmla="*/ 2313197 h 2454076"/>
                <a:gd name="csX9020" fmla="*/ 1458891 w 1886469"/>
                <a:gd name="csY9020" fmla="*/ 2319299 h 2454076"/>
                <a:gd name="csX9021" fmla="*/ 1455422 w 1886469"/>
                <a:gd name="csY9021" fmla="*/ 2320067 h 2454076"/>
                <a:gd name="csX9022" fmla="*/ 1452470 w 1886469"/>
                <a:gd name="csY9022" fmla="*/ 2321688 h 2454076"/>
                <a:gd name="csX9023" fmla="*/ 1451595 w 1886469"/>
                <a:gd name="csY9023" fmla="*/ 2324434 h 2454076"/>
                <a:gd name="csX9024" fmla="*/ 1448955 w 1886469"/>
                <a:gd name="csY9024" fmla="*/ 2326093 h 2454076"/>
                <a:gd name="csX9025" fmla="*/ 1448224 w 1886469"/>
                <a:gd name="csY9025" fmla="*/ 2327364 h 2454076"/>
                <a:gd name="csX9026" fmla="*/ 1446002 w 1886469"/>
                <a:gd name="csY9026" fmla="*/ 2331191 h 2454076"/>
                <a:gd name="csX9027" fmla="*/ 1441878 w 1886469"/>
                <a:gd name="csY9027" fmla="*/ 2336121 h 2454076"/>
                <a:gd name="csX9028" fmla="*/ 1436857 w 1886469"/>
                <a:gd name="csY9028" fmla="*/ 2336951 h 2454076"/>
                <a:gd name="csX9029" fmla="*/ 1435023 w 1886469"/>
                <a:gd name="csY9029" fmla="*/ 2338663 h 2454076"/>
                <a:gd name="csX9030" fmla="*/ 1432900 w 1886469"/>
                <a:gd name="csY9030" fmla="*/ 2341424 h 2454076"/>
                <a:gd name="csX9031" fmla="*/ 1429895 w 1886469"/>
                <a:gd name="csY9031" fmla="*/ 2343319 h 2454076"/>
                <a:gd name="csX9032" fmla="*/ 1423975 w 1886469"/>
                <a:gd name="csY9032" fmla="*/ 2342429 h 2454076"/>
                <a:gd name="csX9033" fmla="*/ 1425413 w 1886469"/>
                <a:gd name="csY9033" fmla="*/ 2343585 h 2454076"/>
                <a:gd name="csX9034" fmla="*/ 1430709 w 1886469"/>
                <a:gd name="csY9034" fmla="*/ 2345388 h 2454076"/>
                <a:gd name="csX9035" fmla="*/ 1431257 w 1886469"/>
                <a:gd name="csY9035" fmla="*/ 2348067 h 2454076"/>
                <a:gd name="csX9036" fmla="*/ 1428602 w 1886469"/>
                <a:gd name="csY9036" fmla="*/ 2348706 h 2454076"/>
                <a:gd name="csX9037" fmla="*/ 1423047 w 1886469"/>
                <a:gd name="csY9037" fmla="*/ 2352259 h 2454076"/>
                <a:gd name="csX9038" fmla="*/ 1415568 w 1886469"/>
                <a:gd name="csY9038" fmla="*/ 2358384 h 2454076"/>
                <a:gd name="csX9039" fmla="*/ 868938 w 1886469"/>
                <a:gd name="csY9039" fmla="*/ 1284230 h 2454076"/>
                <a:gd name="csX9040" fmla="*/ 868664 w 1886469"/>
                <a:gd name="csY9040" fmla="*/ 1284748 h 2454076"/>
                <a:gd name="csX9041" fmla="*/ 864053 w 1886469"/>
                <a:gd name="csY9041" fmla="*/ 1282366 h 2454076"/>
                <a:gd name="csX9042" fmla="*/ 862273 w 1886469"/>
                <a:gd name="csY9042" fmla="*/ 1280959 h 2454076"/>
                <a:gd name="csX9043" fmla="*/ 861695 w 1886469"/>
                <a:gd name="csY9043" fmla="*/ 1279916 h 2454076"/>
                <a:gd name="csX9044" fmla="*/ 861284 w 1886469"/>
                <a:gd name="csY9044" fmla="*/ 1277794 h 2454076"/>
                <a:gd name="csX9045" fmla="*/ 861040 w 1886469"/>
                <a:gd name="csY9045" fmla="*/ 1274583 h 2454076"/>
                <a:gd name="csX9046" fmla="*/ 861961 w 1886469"/>
                <a:gd name="csY9046" fmla="*/ 1273031 h 2454076"/>
                <a:gd name="csX9047" fmla="*/ 864038 w 1886469"/>
                <a:gd name="csY9047" fmla="*/ 1273145 h 2454076"/>
                <a:gd name="csX9048" fmla="*/ 866260 w 1886469"/>
                <a:gd name="csY9048" fmla="*/ 1274377 h 2454076"/>
                <a:gd name="csX9049" fmla="*/ 869630 w 1886469"/>
                <a:gd name="csY9049" fmla="*/ 1277900 h 2454076"/>
                <a:gd name="csX9050" fmla="*/ 868672 w 1886469"/>
                <a:gd name="csY9050" fmla="*/ 1278942 h 2454076"/>
                <a:gd name="csX9051" fmla="*/ 868626 w 1886469"/>
                <a:gd name="csY9051" fmla="*/ 1281248 h 2454076"/>
                <a:gd name="csX9052" fmla="*/ 869007 w 1886469"/>
                <a:gd name="csY9052" fmla="*/ 1283424 h 2454076"/>
                <a:gd name="csX9053" fmla="*/ 868938 w 1886469"/>
                <a:gd name="csY9053" fmla="*/ 1284230 h 2454076"/>
                <a:gd name="csX9054" fmla="*/ 1154967 w 1886469"/>
                <a:gd name="csY9054" fmla="*/ 1308448 h 2454076"/>
                <a:gd name="csX9055" fmla="*/ 1157409 w 1886469"/>
                <a:gd name="csY9055" fmla="*/ 1308951 h 2454076"/>
                <a:gd name="csX9056" fmla="*/ 1159707 w 1886469"/>
                <a:gd name="csY9056" fmla="*/ 1308334 h 2454076"/>
                <a:gd name="csX9057" fmla="*/ 1161381 w 1886469"/>
                <a:gd name="csY9057" fmla="*/ 1308920 h 2454076"/>
                <a:gd name="csX9058" fmla="*/ 1162439 w 1886469"/>
                <a:gd name="csY9058" fmla="*/ 1310701 h 2454076"/>
                <a:gd name="csX9059" fmla="*/ 1163131 w 1886469"/>
                <a:gd name="csY9059" fmla="*/ 1312550 h 2454076"/>
                <a:gd name="csX9060" fmla="*/ 1163466 w 1886469"/>
                <a:gd name="csY9060" fmla="*/ 1314459 h 2454076"/>
                <a:gd name="csX9061" fmla="*/ 1162560 w 1886469"/>
                <a:gd name="csY9061" fmla="*/ 1315814 h 2454076"/>
                <a:gd name="csX9062" fmla="*/ 1158787 w 1886469"/>
                <a:gd name="csY9062" fmla="*/ 1316993 h 2454076"/>
                <a:gd name="csX9063" fmla="*/ 1156215 w 1886469"/>
                <a:gd name="csY9063" fmla="*/ 1316407 h 2454076"/>
                <a:gd name="csX9064" fmla="*/ 1153460 w 1886469"/>
                <a:gd name="csY9064" fmla="*/ 1314824 h 2454076"/>
                <a:gd name="csX9065" fmla="*/ 1152182 w 1886469"/>
                <a:gd name="csY9065" fmla="*/ 1315524 h 2454076"/>
                <a:gd name="csX9066" fmla="*/ 1149040 w 1886469"/>
                <a:gd name="csY9066" fmla="*/ 1314375 h 2454076"/>
                <a:gd name="csX9067" fmla="*/ 1147480 w 1886469"/>
                <a:gd name="csY9067" fmla="*/ 1312793 h 2454076"/>
                <a:gd name="csX9068" fmla="*/ 1146210 w 1886469"/>
                <a:gd name="csY9068" fmla="*/ 1310533 h 2454076"/>
                <a:gd name="csX9069" fmla="*/ 1146210 w 1886469"/>
                <a:gd name="csY9069" fmla="*/ 1309148 h 2454076"/>
                <a:gd name="csX9070" fmla="*/ 1149519 w 1886469"/>
                <a:gd name="csY9070" fmla="*/ 1307581 h 2454076"/>
                <a:gd name="csX9071" fmla="*/ 1150820 w 1886469"/>
                <a:gd name="csY9071" fmla="*/ 1306356 h 2454076"/>
                <a:gd name="csX9072" fmla="*/ 1154967 w 1886469"/>
                <a:gd name="csY9072" fmla="*/ 1308448 h 2454076"/>
                <a:gd name="csX9073" fmla="*/ 930195 w 1886469"/>
                <a:gd name="csY9073" fmla="*/ 1337635 h 2454076"/>
                <a:gd name="csX9074" fmla="*/ 930849 w 1886469"/>
                <a:gd name="csY9074" fmla="*/ 1338365 h 2454076"/>
                <a:gd name="csX9075" fmla="*/ 932089 w 1886469"/>
                <a:gd name="csY9075" fmla="*/ 1337741 h 2454076"/>
                <a:gd name="csX9076" fmla="*/ 933048 w 1886469"/>
                <a:gd name="csY9076" fmla="*/ 1335740 h 2454076"/>
                <a:gd name="csX9077" fmla="*/ 933634 w 1886469"/>
                <a:gd name="csY9077" fmla="*/ 1335360 h 2454076"/>
                <a:gd name="csX9078" fmla="*/ 934539 w 1886469"/>
                <a:gd name="csY9078" fmla="*/ 1335740 h 2454076"/>
                <a:gd name="csX9079" fmla="*/ 937522 w 1886469"/>
                <a:gd name="csY9079" fmla="*/ 1339324 h 2454076"/>
                <a:gd name="csX9080" fmla="*/ 939812 w 1886469"/>
                <a:gd name="csY9080" fmla="*/ 1343075 h 2454076"/>
                <a:gd name="csX9081" fmla="*/ 942239 w 1886469"/>
                <a:gd name="csY9081" fmla="*/ 1345738 h 2454076"/>
                <a:gd name="csX9082" fmla="*/ 946097 w 1886469"/>
                <a:gd name="csY9082" fmla="*/ 1348104 h 2454076"/>
                <a:gd name="csX9083" fmla="*/ 954519 w 1886469"/>
                <a:gd name="csY9083" fmla="*/ 1355789 h 2454076"/>
                <a:gd name="csX9084" fmla="*/ 957000 w 1886469"/>
                <a:gd name="csY9084" fmla="*/ 1360963 h 2454076"/>
                <a:gd name="csX9085" fmla="*/ 959617 w 1886469"/>
                <a:gd name="csY9085" fmla="*/ 1368967 h 2454076"/>
                <a:gd name="csX9086" fmla="*/ 961960 w 1886469"/>
                <a:gd name="csY9086" fmla="*/ 1375039 h 2454076"/>
                <a:gd name="csX9087" fmla="*/ 964022 w 1886469"/>
                <a:gd name="csY9087" fmla="*/ 1379216 h 2454076"/>
                <a:gd name="csX9088" fmla="*/ 966236 w 1886469"/>
                <a:gd name="csY9088" fmla="*/ 1382533 h 2454076"/>
                <a:gd name="csX9089" fmla="*/ 969774 w 1886469"/>
                <a:gd name="csY9089" fmla="*/ 1386231 h 2454076"/>
                <a:gd name="csX9090" fmla="*/ 972940 w 1886469"/>
                <a:gd name="csY9090" fmla="*/ 1383537 h 2454076"/>
                <a:gd name="csX9091" fmla="*/ 974294 w 1886469"/>
                <a:gd name="csY9091" fmla="*/ 1382853 h 2454076"/>
                <a:gd name="csX9092" fmla="*/ 975458 w 1886469"/>
                <a:gd name="csY9092" fmla="*/ 1383971 h 2454076"/>
                <a:gd name="csX9093" fmla="*/ 976561 w 1886469"/>
                <a:gd name="csY9093" fmla="*/ 1386756 h 2454076"/>
                <a:gd name="csX9094" fmla="*/ 975975 w 1886469"/>
                <a:gd name="csY9094" fmla="*/ 1387996 h 2454076"/>
                <a:gd name="csX9095" fmla="*/ 974598 w 1886469"/>
                <a:gd name="csY9095" fmla="*/ 1389571 h 2454076"/>
                <a:gd name="csX9096" fmla="*/ 972331 w 1886469"/>
                <a:gd name="csY9096" fmla="*/ 1391405 h 2454076"/>
                <a:gd name="csX9097" fmla="*/ 969158 w 1886469"/>
                <a:gd name="csY9097" fmla="*/ 1391541 h 2454076"/>
                <a:gd name="csX9098" fmla="*/ 967636 w 1886469"/>
                <a:gd name="csY9098" fmla="*/ 1392074 h 2454076"/>
                <a:gd name="csX9099" fmla="*/ 965148 w 1886469"/>
                <a:gd name="csY9099" fmla="*/ 1394981 h 2454076"/>
                <a:gd name="csX9100" fmla="*/ 963170 w 1886469"/>
                <a:gd name="csY9100" fmla="*/ 1398450 h 2454076"/>
                <a:gd name="csX9101" fmla="*/ 960408 w 1886469"/>
                <a:gd name="csY9101" fmla="*/ 1399614 h 2454076"/>
                <a:gd name="csX9102" fmla="*/ 955204 w 1886469"/>
                <a:gd name="csY9102" fmla="*/ 1405420 h 2454076"/>
                <a:gd name="csX9103" fmla="*/ 952343 w 1886469"/>
                <a:gd name="csY9103" fmla="*/ 1407580 h 2454076"/>
                <a:gd name="csX9104" fmla="*/ 948128 w 1886469"/>
                <a:gd name="csY9104" fmla="*/ 1408159 h 2454076"/>
                <a:gd name="csX9105" fmla="*/ 939386 w 1886469"/>
                <a:gd name="csY9105" fmla="*/ 1403624 h 2454076"/>
                <a:gd name="csX9106" fmla="*/ 933938 w 1886469"/>
                <a:gd name="csY9106" fmla="*/ 1404255 h 2454076"/>
                <a:gd name="csX9107" fmla="*/ 929487 w 1886469"/>
                <a:gd name="csY9107" fmla="*/ 1403327 h 2454076"/>
                <a:gd name="csX9108" fmla="*/ 924519 w 1886469"/>
                <a:gd name="csY9108" fmla="*/ 1398526 h 2454076"/>
                <a:gd name="csX9109" fmla="*/ 920661 w 1886469"/>
                <a:gd name="csY9109" fmla="*/ 1395802 h 2454076"/>
                <a:gd name="csX9110" fmla="*/ 913197 w 1886469"/>
                <a:gd name="csY9110" fmla="*/ 1391869 h 2454076"/>
                <a:gd name="csX9111" fmla="*/ 912710 w 1886469"/>
                <a:gd name="csY9111" fmla="*/ 1391283 h 2454076"/>
                <a:gd name="csX9112" fmla="*/ 912391 w 1886469"/>
                <a:gd name="csY9112" fmla="*/ 1389951 h 2454076"/>
                <a:gd name="csX9113" fmla="*/ 912238 w 1886469"/>
                <a:gd name="csY9113" fmla="*/ 1387874 h 2454076"/>
                <a:gd name="csX9114" fmla="*/ 911904 w 1886469"/>
                <a:gd name="csY9114" fmla="*/ 1386474 h 2454076"/>
                <a:gd name="csX9115" fmla="*/ 911379 w 1886469"/>
                <a:gd name="csY9115" fmla="*/ 1385767 h 2454076"/>
                <a:gd name="csX9116" fmla="*/ 910207 w 1886469"/>
                <a:gd name="csY9116" fmla="*/ 1385828 h 2454076"/>
                <a:gd name="csX9117" fmla="*/ 909005 w 1886469"/>
                <a:gd name="csY9117" fmla="*/ 1387205 h 2454076"/>
                <a:gd name="csX9118" fmla="*/ 906699 w 1886469"/>
                <a:gd name="csY9118" fmla="*/ 1388392 h 2454076"/>
                <a:gd name="csX9119" fmla="*/ 903192 w 1886469"/>
                <a:gd name="csY9119" fmla="*/ 1388125 h 2454076"/>
                <a:gd name="csX9120" fmla="*/ 901670 w 1886469"/>
                <a:gd name="csY9120" fmla="*/ 1387304 h 2454076"/>
                <a:gd name="csX9121" fmla="*/ 900506 w 1886469"/>
                <a:gd name="csY9121" fmla="*/ 1386010 h 2454076"/>
                <a:gd name="csX9122" fmla="*/ 899874 w 1886469"/>
                <a:gd name="csY9122" fmla="*/ 1384488 h 2454076"/>
                <a:gd name="csX9123" fmla="*/ 899776 w 1886469"/>
                <a:gd name="csY9123" fmla="*/ 1382746 h 2454076"/>
                <a:gd name="csX9124" fmla="*/ 899456 w 1886469"/>
                <a:gd name="csY9124" fmla="*/ 1381399 h 2454076"/>
                <a:gd name="csX9125" fmla="*/ 898908 w 1886469"/>
                <a:gd name="csY9125" fmla="*/ 1380448 h 2454076"/>
                <a:gd name="csX9126" fmla="*/ 897638 w 1886469"/>
                <a:gd name="csY9126" fmla="*/ 1380425 h 2454076"/>
                <a:gd name="csX9127" fmla="*/ 895644 w 1886469"/>
                <a:gd name="csY9127" fmla="*/ 1381331 h 2454076"/>
                <a:gd name="csX9128" fmla="*/ 894860 w 1886469"/>
                <a:gd name="csY9128" fmla="*/ 1382442 h 2454076"/>
                <a:gd name="csX9129" fmla="*/ 895302 w 1886469"/>
                <a:gd name="csY9129" fmla="*/ 1383766 h 2454076"/>
                <a:gd name="csX9130" fmla="*/ 894937 w 1886469"/>
                <a:gd name="csY9130" fmla="*/ 1384549 h 2454076"/>
                <a:gd name="csX9131" fmla="*/ 891452 w 1886469"/>
                <a:gd name="csY9131" fmla="*/ 1384557 h 2454076"/>
                <a:gd name="csX9132" fmla="*/ 890082 w 1886469"/>
                <a:gd name="csY9132" fmla="*/ 1383781 h 2454076"/>
                <a:gd name="csX9133" fmla="*/ 887457 w 1886469"/>
                <a:gd name="csY9133" fmla="*/ 1381331 h 2454076"/>
                <a:gd name="csX9134" fmla="*/ 886308 w 1886469"/>
                <a:gd name="csY9134" fmla="*/ 1378843 h 2454076"/>
                <a:gd name="csX9135" fmla="*/ 884832 w 1886469"/>
                <a:gd name="csY9135" fmla="*/ 1374407 h 2454076"/>
                <a:gd name="csX9136" fmla="*/ 884977 w 1886469"/>
                <a:gd name="csY9136" fmla="*/ 1373205 h 2454076"/>
                <a:gd name="csX9137" fmla="*/ 885920 w 1886469"/>
                <a:gd name="csY9137" fmla="*/ 1370496 h 2454076"/>
                <a:gd name="csX9138" fmla="*/ 887145 w 1886469"/>
                <a:gd name="csY9138" fmla="*/ 1368602 h 2454076"/>
                <a:gd name="csX9139" fmla="*/ 895058 w 1886469"/>
                <a:gd name="csY9139" fmla="*/ 1367491 h 2454076"/>
                <a:gd name="csX9140" fmla="*/ 898756 w 1886469"/>
                <a:gd name="csY9140" fmla="*/ 1366418 h 2454076"/>
                <a:gd name="csX9141" fmla="*/ 902781 w 1886469"/>
                <a:gd name="csY9141" fmla="*/ 1363321 h 2454076"/>
                <a:gd name="csX9142" fmla="*/ 907483 w 1886469"/>
                <a:gd name="csY9142" fmla="*/ 1357950 h 2454076"/>
                <a:gd name="csX9143" fmla="*/ 908503 w 1886469"/>
                <a:gd name="csY9143" fmla="*/ 1356352 h 2454076"/>
                <a:gd name="csX9144" fmla="*/ 908624 w 1886469"/>
                <a:gd name="csY9144" fmla="*/ 1355180 h 2454076"/>
                <a:gd name="csX9145" fmla="*/ 908282 w 1886469"/>
                <a:gd name="csY9145" fmla="*/ 1353910 h 2454076"/>
                <a:gd name="csX9146" fmla="*/ 906814 w 1886469"/>
                <a:gd name="csY9146" fmla="*/ 1350798 h 2454076"/>
                <a:gd name="csX9147" fmla="*/ 906319 w 1886469"/>
                <a:gd name="csY9147" fmla="*/ 1348667 h 2454076"/>
                <a:gd name="csX9148" fmla="*/ 906791 w 1886469"/>
                <a:gd name="csY9148" fmla="*/ 1347655 h 2454076"/>
                <a:gd name="csX9149" fmla="*/ 908678 w 1886469"/>
                <a:gd name="csY9149" fmla="*/ 1347564 h 2454076"/>
                <a:gd name="csX9150" fmla="*/ 907689 w 1886469"/>
                <a:gd name="csY9150" fmla="*/ 1346354 h 2454076"/>
                <a:gd name="csX9151" fmla="*/ 906844 w 1886469"/>
                <a:gd name="csY9151" fmla="*/ 1344642 h 2454076"/>
                <a:gd name="csX9152" fmla="*/ 906547 w 1886469"/>
                <a:gd name="csY9152" fmla="*/ 1343570 h 2454076"/>
                <a:gd name="csX9153" fmla="*/ 906593 w 1886469"/>
                <a:gd name="csY9153" fmla="*/ 1341858 h 2454076"/>
                <a:gd name="csX9154" fmla="*/ 908092 w 1886469"/>
                <a:gd name="csY9154" fmla="*/ 1341485 h 2454076"/>
                <a:gd name="csX9155" fmla="*/ 909941 w 1886469"/>
                <a:gd name="csY9155" fmla="*/ 1342337 h 2454076"/>
                <a:gd name="csX9156" fmla="*/ 913509 w 1886469"/>
                <a:gd name="csY9156" fmla="*/ 1347252 h 2454076"/>
                <a:gd name="csX9157" fmla="*/ 914932 w 1886469"/>
                <a:gd name="csY9157" fmla="*/ 1348203 h 2454076"/>
                <a:gd name="csX9158" fmla="*/ 917374 w 1886469"/>
                <a:gd name="csY9158" fmla="*/ 1348949 h 2454076"/>
                <a:gd name="csX9159" fmla="*/ 914780 w 1886469"/>
                <a:gd name="csY9159" fmla="*/ 1345571 h 2454076"/>
                <a:gd name="csX9160" fmla="*/ 912086 w 1886469"/>
                <a:gd name="csY9160" fmla="*/ 1338434 h 2454076"/>
                <a:gd name="csX9161" fmla="*/ 911751 w 1886469"/>
                <a:gd name="csY9161" fmla="*/ 1335961 h 2454076"/>
                <a:gd name="csX9162" fmla="*/ 911820 w 1886469"/>
                <a:gd name="csY9162" fmla="*/ 1334584 h 2454076"/>
                <a:gd name="csX9163" fmla="*/ 912527 w 1886469"/>
                <a:gd name="csY9163" fmla="*/ 1330719 h 2454076"/>
                <a:gd name="csX9164" fmla="*/ 913159 w 1886469"/>
                <a:gd name="csY9164" fmla="*/ 1329136 h 2454076"/>
                <a:gd name="csX9165" fmla="*/ 913973 w 1886469"/>
                <a:gd name="csY9165" fmla="*/ 1328094 h 2454076"/>
                <a:gd name="csX9166" fmla="*/ 916530 w 1886469"/>
                <a:gd name="csY9166" fmla="*/ 1325864 h 2454076"/>
                <a:gd name="csX9167" fmla="*/ 920631 w 1886469"/>
                <a:gd name="csY9167" fmla="*/ 1324305 h 2454076"/>
                <a:gd name="csX9168" fmla="*/ 922723 w 1886469"/>
                <a:gd name="csY9168" fmla="*/ 1324099 h 2454076"/>
                <a:gd name="csX9169" fmla="*/ 924846 w 1886469"/>
                <a:gd name="csY9169" fmla="*/ 1325362 h 2454076"/>
                <a:gd name="csX9170" fmla="*/ 926702 w 1886469"/>
                <a:gd name="csY9170" fmla="*/ 1327782 h 2454076"/>
                <a:gd name="csX9171" fmla="*/ 930826 w 1886469"/>
                <a:gd name="csY9171" fmla="*/ 1331715 h 2454076"/>
                <a:gd name="csX9172" fmla="*/ 931442 w 1886469"/>
                <a:gd name="csY9172" fmla="*/ 1333321 h 2454076"/>
                <a:gd name="csX9173" fmla="*/ 931374 w 1886469"/>
                <a:gd name="csY9173" fmla="*/ 1334066 h 2454076"/>
                <a:gd name="csX9174" fmla="*/ 929784 w 1886469"/>
                <a:gd name="csY9174" fmla="*/ 1335139 h 2454076"/>
                <a:gd name="csX9175" fmla="*/ 929586 w 1886469"/>
                <a:gd name="csY9175" fmla="*/ 1336121 h 2454076"/>
                <a:gd name="csX9176" fmla="*/ 930195 w 1886469"/>
                <a:gd name="csY9176" fmla="*/ 1337635 h 2454076"/>
                <a:gd name="csX9177" fmla="*/ 1314739 w 1886469"/>
                <a:gd name="csY9177" fmla="*/ 1328702 h 2454076"/>
                <a:gd name="csX9178" fmla="*/ 1315599 w 1886469"/>
                <a:gd name="csY9178" fmla="*/ 1332240 h 2454076"/>
                <a:gd name="csX9179" fmla="*/ 1316139 w 1886469"/>
                <a:gd name="csY9179" fmla="*/ 1333351 h 2454076"/>
                <a:gd name="csX9180" fmla="*/ 1315340 w 1886469"/>
                <a:gd name="csY9180" fmla="*/ 1335025 h 2454076"/>
                <a:gd name="csX9181" fmla="*/ 1312130 w 1886469"/>
                <a:gd name="csY9181" fmla="*/ 1338358 h 2454076"/>
                <a:gd name="csX9182" fmla="*/ 1305107 w 1886469"/>
                <a:gd name="csY9182" fmla="*/ 1339712 h 2454076"/>
                <a:gd name="csX9183" fmla="*/ 1301569 w 1886469"/>
                <a:gd name="csY9183" fmla="*/ 1338137 h 2454076"/>
                <a:gd name="csX9184" fmla="*/ 1303197 w 1886469"/>
                <a:gd name="csY9184" fmla="*/ 1342908 h 2454076"/>
                <a:gd name="csX9185" fmla="*/ 1303547 w 1886469"/>
                <a:gd name="csY9185" fmla="*/ 1344909 h 2454076"/>
                <a:gd name="csX9186" fmla="*/ 1303053 w 1886469"/>
                <a:gd name="csY9186" fmla="*/ 1345753 h 2454076"/>
                <a:gd name="csX9187" fmla="*/ 1301577 w 1886469"/>
                <a:gd name="csY9187" fmla="*/ 1345502 h 2454076"/>
                <a:gd name="csX9188" fmla="*/ 1299134 w 1886469"/>
                <a:gd name="csY9188" fmla="*/ 1344155 h 2454076"/>
                <a:gd name="csX9189" fmla="*/ 1297727 w 1886469"/>
                <a:gd name="csY9189" fmla="*/ 1342542 h 2454076"/>
                <a:gd name="csX9190" fmla="*/ 1297361 w 1886469"/>
                <a:gd name="csY9190" fmla="*/ 1340663 h 2454076"/>
                <a:gd name="csX9191" fmla="*/ 1296852 w 1886469"/>
                <a:gd name="csY9191" fmla="*/ 1340245 h 2454076"/>
                <a:gd name="csX9192" fmla="*/ 1296190 w 1886469"/>
                <a:gd name="csY9192" fmla="*/ 1341295 h 2454076"/>
                <a:gd name="csX9193" fmla="*/ 1295550 w 1886469"/>
                <a:gd name="csY9193" fmla="*/ 1341059 h 2454076"/>
                <a:gd name="csX9194" fmla="*/ 1294097 w 1886469"/>
                <a:gd name="csY9194" fmla="*/ 1338251 h 2454076"/>
                <a:gd name="csX9195" fmla="*/ 1293024 w 1886469"/>
                <a:gd name="csY9195" fmla="*/ 1337201 h 2454076"/>
                <a:gd name="csX9196" fmla="*/ 1285971 w 1886469"/>
                <a:gd name="csY9196" fmla="*/ 1335527 h 2454076"/>
                <a:gd name="csX9197" fmla="*/ 1285621 w 1886469"/>
                <a:gd name="csY9197" fmla="*/ 1334774 h 2454076"/>
                <a:gd name="csX9198" fmla="*/ 1285987 w 1886469"/>
                <a:gd name="csY9198" fmla="*/ 1333473 h 2454076"/>
                <a:gd name="csX9199" fmla="*/ 1287075 w 1886469"/>
                <a:gd name="csY9199" fmla="*/ 1331617 h 2454076"/>
                <a:gd name="csX9200" fmla="*/ 1288657 w 1886469"/>
                <a:gd name="csY9200" fmla="*/ 1330993 h 2454076"/>
                <a:gd name="csX9201" fmla="*/ 1292644 w 1886469"/>
                <a:gd name="csY9201" fmla="*/ 1331822 h 2454076"/>
                <a:gd name="csX9202" fmla="*/ 1292964 w 1886469"/>
                <a:gd name="csY9202" fmla="*/ 1331343 h 2454076"/>
                <a:gd name="csX9203" fmla="*/ 1293230 w 1886469"/>
                <a:gd name="csY9203" fmla="*/ 1329007 h 2454076"/>
                <a:gd name="csX9204" fmla="*/ 1293527 w 1886469"/>
                <a:gd name="csY9204" fmla="*/ 1328086 h 2454076"/>
                <a:gd name="csX9205" fmla="*/ 1296289 w 1886469"/>
                <a:gd name="csY9205" fmla="*/ 1328322 h 2454076"/>
                <a:gd name="csX9206" fmla="*/ 1298023 w 1886469"/>
                <a:gd name="csY9206" fmla="*/ 1327820 h 2454076"/>
                <a:gd name="csX9207" fmla="*/ 1298982 w 1886469"/>
                <a:gd name="csY9207" fmla="*/ 1329022 h 2454076"/>
                <a:gd name="csX9208" fmla="*/ 1299925 w 1886469"/>
                <a:gd name="csY9208" fmla="*/ 1331814 h 2454076"/>
                <a:gd name="csX9209" fmla="*/ 1301265 w 1886469"/>
                <a:gd name="csY9209" fmla="*/ 1331305 h 2454076"/>
                <a:gd name="csX9210" fmla="*/ 1303205 w 1886469"/>
                <a:gd name="csY9210" fmla="*/ 1331708 h 2454076"/>
                <a:gd name="csX9211" fmla="*/ 1305366 w 1886469"/>
                <a:gd name="csY9211" fmla="*/ 1330688 h 2454076"/>
                <a:gd name="csX9212" fmla="*/ 1308675 w 1886469"/>
                <a:gd name="csY9212" fmla="*/ 1328208 h 2454076"/>
                <a:gd name="csX9213" fmla="*/ 1311255 w 1886469"/>
                <a:gd name="csY9213" fmla="*/ 1327287 h 2454076"/>
                <a:gd name="csX9214" fmla="*/ 1314739 w 1886469"/>
                <a:gd name="csY9214" fmla="*/ 1328702 h 2454076"/>
                <a:gd name="csX9215" fmla="*/ 1344671 w 1886469"/>
                <a:gd name="csY9215" fmla="*/ 1333199 h 2454076"/>
                <a:gd name="csX9216" fmla="*/ 1345767 w 1886469"/>
                <a:gd name="csY9216" fmla="*/ 1336273 h 2454076"/>
                <a:gd name="csX9217" fmla="*/ 1345950 w 1886469"/>
                <a:gd name="csY9217" fmla="*/ 1337863 h 2454076"/>
                <a:gd name="csX9218" fmla="*/ 1344436 w 1886469"/>
                <a:gd name="csY9218" fmla="*/ 1339735 h 2454076"/>
                <a:gd name="csX9219" fmla="*/ 1338729 w 1886469"/>
                <a:gd name="csY9219" fmla="*/ 1343197 h 2454076"/>
                <a:gd name="csX9220" fmla="*/ 1335252 w 1886469"/>
                <a:gd name="csY9220" fmla="*/ 1346202 h 2454076"/>
                <a:gd name="csX9221" fmla="*/ 1333494 w 1886469"/>
                <a:gd name="csY9221" fmla="*/ 1346872 h 2454076"/>
                <a:gd name="csX9222" fmla="*/ 1331151 w 1886469"/>
                <a:gd name="csY9222" fmla="*/ 1346202 h 2454076"/>
                <a:gd name="csX9223" fmla="*/ 1328305 w 1886469"/>
                <a:gd name="csY9223" fmla="*/ 1347594 h 2454076"/>
                <a:gd name="csX9224" fmla="*/ 1327179 w 1886469"/>
                <a:gd name="csY9224" fmla="*/ 1347412 h 2454076"/>
                <a:gd name="csX9225" fmla="*/ 1328442 w 1886469"/>
                <a:gd name="csY9225" fmla="*/ 1344954 h 2454076"/>
                <a:gd name="csX9226" fmla="*/ 1332939 w 1886469"/>
                <a:gd name="csY9226" fmla="*/ 1337878 h 2454076"/>
                <a:gd name="csX9227" fmla="*/ 1336713 w 1886469"/>
                <a:gd name="csY9227" fmla="*/ 1337156 h 2454076"/>
                <a:gd name="csX9228" fmla="*/ 1337945 w 1886469"/>
                <a:gd name="csY9228" fmla="*/ 1335672 h 2454076"/>
                <a:gd name="csX9229" fmla="*/ 1338988 w 1886469"/>
                <a:gd name="csY9229" fmla="*/ 1336151 h 2454076"/>
                <a:gd name="csX9230" fmla="*/ 1339589 w 1886469"/>
                <a:gd name="csY9230" fmla="*/ 1334919 h 2454076"/>
                <a:gd name="csX9231" fmla="*/ 1339695 w 1886469"/>
                <a:gd name="csY9231" fmla="*/ 1333093 h 2454076"/>
                <a:gd name="csX9232" fmla="*/ 1341012 w 1886469"/>
                <a:gd name="csY9232" fmla="*/ 1331693 h 2454076"/>
                <a:gd name="csX9233" fmla="*/ 1342199 w 1886469"/>
                <a:gd name="csY9233" fmla="*/ 1331708 h 2454076"/>
                <a:gd name="csX9234" fmla="*/ 1344671 w 1886469"/>
                <a:gd name="csY9234" fmla="*/ 1333199 h 2454076"/>
                <a:gd name="csX9235" fmla="*/ 1560648 w 1886469"/>
                <a:gd name="csY9235" fmla="*/ 1343866 h 2454076"/>
                <a:gd name="csX9236" fmla="*/ 1560100 w 1886469"/>
                <a:gd name="csY9236" fmla="*/ 1344231 h 2454076"/>
                <a:gd name="csX9237" fmla="*/ 1554508 w 1886469"/>
                <a:gd name="csY9237" fmla="*/ 1341454 h 2454076"/>
                <a:gd name="csX9238" fmla="*/ 1554097 w 1886469"/>
                <a:gd name="csY9238" fmla="*/ 1339233 h 2454076"/>
                <a:gd name="csX9239" fmla="*/ 1556836 w 1886469"/>
                <a:gd name="csY9239" fmla="*/ 1336760 h 2454076"/>
                <a:gd name="csX9240" fmla="*/ 1559058 w 1886469"/>
                <a:gd name="csY9240" fmla="*/ 1335428 h 2454076"/>
                <a:gd name="csX9241" fmla="*/ 1560770 w 1886469"/>
                <a:gd name="csY9241" fmla="*/ 1335238 h 2454076"/>
                <a:gd name="csX9242" fmla="*/ 1562474 w 1886469"/>
                <a:gd name="csY9242" fmla="*/ 1335657 h 2454076"/>
                <a:gd name="csX9243" fmla="*/ 1564065 w 1886469"/>
                <a:gd name="csY9243" fmla="*/ 1338327 h 2454076"/>
                <a:gd name="csX9244" fmla="*/ 1562139 w 1886469"/>
                <a:gd name="csY9244" fmla="*/ 1340762 h 2454076"/>
                <a:gd name="csX9245" fmla="*/ 1560648 w 1886469"/>
                <a:gd name="csY9245" fmla="*/ 1343866 h 2454076"/>
                <a:gd name="csX9246" fmla="*/ 41816 w 1886469"/>
                <a:gd name="csY9246" fmla="*/ 1341667 h 2454076"/>
                <a:gd name="csX9247" fmla="*/ 40058 w 1886469"/>
                <a:gd name="csY9247" fmla="*/ 1343958 h 2454076"/>
                <a:gd name="csX9248" fmla="*/ 37251 w 1886469"/>
                <a:gd name="csY9248" fmla="*/ 1341569 h 2454076"/>
                <a:gd name="csX9249" fmla="*/ 36520 w 1886469"/>
                <a:gd name="csY9249" fmla="*/ 1340382 h 2454076"/>
                <a:gd name="csX9250" fmla="*/ 39762 w 1886469"/>
                <a:gd name="csY9250" fmla="*/ 1337209 h 2454076"/>
                <a:gd name="csX9251" fmla="*/ 41193 w 1886469"/>
                <a:gd name="csY9251" fmla="*/ 1337330 h 2454076"/>
                <a:gd name="csX9252" fmla="*/ 44205 w 1886469"/>
                <a:gd name="csY9252" fmla="*/ 1339217 h 2454076"/>
                <a:gd name="csX9253" fmla="*/ 45332 w 1886469"/>
                <a:gd name="csY9253" fmla="*/ 1340884 h 2454076"/>
                <a:gd name="csX9254" fmla="*/ 41816 w 1886469"/>
                <a:gd name="csY9254" fmla="*/ 1341667 h 2454076"/>
                <a:gd name="csX9255" fmla="*/ 971319 w 1886469"/>
                <a:gd name="csY9255" fmla="*/ 1341865 h 2454076"/>
                <a:gd name="csX9256" fmla="*/ 974157 w 1886469"/>
                <a:gd name="csY9256" fmla="*/ 1345959 h 2454076"/>
                <a:gd name="csX9257" fmla="*/ 974134 w 1886469"/>
                <a:gd name="csY9257" fmla="*/ 1347944 h 2454076"/>
                <a:gd name="csX9258" fmla="*/ 973769 w 1886469"/>
                <a:gd name="csY9258" fmla="*/ 1351247 h 2454076"/>
                <a:gd name="csX9259" fmla="*/ 972955 w 1886469"/>
                <a:gd name="csY9259" fmla="*/ 1353750 h 2454076"/>
                <a:gd name="csX9260" fmla="*/ 971699 w 1886469"/>
                <a:gd name="csY9260" fmla="*/ 1355469 h 2454076"/>
                <a:gd name="csX9261" fmla="*/ 969942 w 1886469"/>
                <a:gd name="csY9261" fmla="*/ 1356329 h 2454076"/>
                <a:gd name="csX9262" fmla="*/ 967682 w 1886469"/>
                <a:gd name="csY9262" fmla="*/ 1356337 h 2454076"/>
                <a:gd name="csX9263" fmla="*/ 966708 w 1886469"/>
                <a:gd name="csY9263" fmla="*/ 1355622 h 2454076"/>
                <a:gd name="csX9264" fmla="*/ 967439 w 1886469"/>
                <a:gd name="csY9264" fmla="*/ 1353080 h 2454076"/>
                <a:gd name="csX9265" fmla="*/ 967986 w 1886469"/>
                <a:gd name="csY9265" fmla="*/ 1352327 h 2454076"/>
                <a:gd name="csX9266" fmla="*/ 968078 w 1886469"/>
                <a:gd name="csY9266" fmla="*/ 1350083 h 2454076"/>
                <a:gd name="csX9267" fmla="*/ 967712 w 1886469"/>
                <a:gd name="csY9267" fmla="*/ 1346354 h 2454076"/>
                <a:gd name="csX9268" fmla="*/ 967256 w 1886469"/>
                <a:gd name="csY9268" fmla="*/ 1344056 h 2454076"/>
                <a:gd name="csX9269" fmla="*/ 965985 w 1886469"/>
                <a:gd name="csY9269" fmla="*/ 1342740 h 2454076"/>
                <a:gd name="csX9270" fmla="*/ 965072 w 1886469"/>
                <a:gd name="csY9270" fmla="*/ 1342687 h 2454076"/>
                <a:gd name="csX9271" fmla="*/ 964821 w 1886469"/>
                <a:gd name="csY9271" fmla="*/ 1343904 h 2454076"/>
                <a:gd name="csX9272" fmla="*/ 965240 w 1886469"/>
                <a:gd name="csY9272" fmla="*/ 1346392 h 2454076"/>
                <a:gd name="csX9273" fmla="*/ 964951 w 1886469"/>
                <a:gd name="csY9273" fmla="*/ 1349603 h 2454076"/>
                <a:gd name="csX9274" fmla="*/ 963961 w 1886469"/>
                <a:gd name="csY9274" fmla="*/ 1353537 h 2454076"/>
                <a:gd name="csX9275" fmla="*/ 963208 w 1886469"/>
                <a:gd name="csY9275" fmla="*/ 1355386 h 2454076"/>
                <a:gd name="csX9276" fmla="*/ 961869 w 1886469"/>
                <a:gd name="csY9276" fmla="*/ 1354450 h 2454076"/>
                <a:gd name="csX9277" fmla="*/ 961238 w 1886469"/>
                <a:gd name="csY9277" fmla="*/ 1352951 h 2454076"/>
                <a:gd name="csX9278" fmla="*/ 961405 w 1886469"/>
                <a:gd name="csY9278" fmla="*/ 1350478 h 2454076"/>
                <a:gd name="csX9279" fmla="*/ 961047 w 1886469"/>
                <a:gd name="csY9279" fmla="*/ 1348234 h 2454076"/>
                <a:gd name="csX9280" fmla="*/ 961382 w 1886469"/>
                <a:gd name="csY9280" fmla="*/ 1345852 h 2454076"/>
                <a:gd name="csX9281" fmla="*/ 962295 w 1886469"/>
                <a:gd name="csY9281" fmla="*/ 1342299 h 2454076"/>
                <a:gd name="csX9282" fmla="*/ 963581 w 1886469"/>
                <a:gd name="csY9282" fmla="*/ 1339917 h 2454076"/>
                <a:gd name="csX9283" fmla="*/ 965247 w 1886469"/>
                <a:gd name="csY9283" fmla="*/ 1338708 h 2454076"/>
                <a:gd name="csX9284" fmla="*/ 967195 w 1886469"/>
                <a:gd name="csY9284" fmla="*/ 1338791 h 2454076"/>
                <a:gd name="csX9285" fmla="*/ 969417 w 1886469"/>
                <a:gd name="csY9285" fmla="*/ 1340168 h 2454076"/>
                <a:gd name="csX9286" fmla="*/ 971319 w 1886469"/>
                <a:gd name="csY9286" fmla="*/ 1341865 h 2454076"/>
                <a:gd name="csX9287" fmla="*/ 850495 w 1886469"/>
                <a:gd name="csY9287" fmla="*/ 1352616 h 2454076"/>
                <a:gd name="csX9288" fmla="*/ 848753 w 1886469"/>
                <a:gd name="csY9288" fmla="*/ 1353134 h 2454076"/>
                <a:gd name="csX9289" fmla="*/ 848433 w 1886469"/>
                <a:gd name="csY9289" fmla="*/ 1353004 h 2454076"/>
                <a:gd name="csX9290" fmla="*/ 848585 w 1886469"/>
                <a:gd name="csY9290" fmla="*/ 1351353 h 2454076"/>
                <a:gd name="csX9291" fmla="*/ 848456 w 1886469"/>
                <a:gd name="csY9291" fmla="*/ 1350524 h 2454076"/>
                <a:gd name="csX9292" fmla="*/ 847984 w 1886469"/>
                <a:gd name="csY9292" fmla="*/ 1349930 h 2454076"/>
                <a:gd name="csX9293" fmla="*/ 849521 w 1886469"/>
                <a:gd name="csY9293" fmla="*/ 1348614 h 2454076"/>
                <a:gd name="csX9294" fmla="*/ 849742 w 1886469"/>
                <a:gd name="csY9294" fmla="*/ 1347587 h 2454076"/>
                <a:gd name="csX9295" fmla="*/ 849255 w 1886469"/>
                <a:gd name="csY9295" fmla="*/ 1346796 h 2454076"/>
                <a:gd name="csX9296" fmla="*/ 847155 w 1886469"/>
                <a:gd name="csY9296" fmla="*/ 1345297 h 2454076"/>
                <a:gd name="csX9297" fmla="*/ 846554 w 1886469"/>
                <a:gd name="csY9297" fmla="*/ 1343935 h 2454076"/>
                <a:gd name="csX9298" fmla="*/ 846668 w 1886469"/>
                <a:gd name="csY9298" fmla="*/ 1342740 h 2454076"/>
                <a:gd name="csX9299" fmla="*/ 847490 w 1886469"/>
                <a:gd name="csY9299" fmla="*/ 1341713 h 2454076"/>
                <a:gd name="csX9300" fmla="*/ 848943 w 1886469"/>
                <a:gd name="csY9300" fmla="*/ 1341873 h 2454076"/>
                <a:gd name="csX9301" fmla="*/ 852070 w 1886469"/>
                <a:gd name="csY9301" fmla="*/ 1343874 h 2454076"/>
                <a:gd name="csX9302" fmla="*/ 853500 w 1886469"/>
                <a:gd name="csY9302" fmla="*/ 1346636 h 2454076"/>
                <a:gd name="csX9303" fmla="*/ 854155 w 1886469"/>
                <a:gd name="csY9303" fmla="*/ 1348682 h 2454076"/>
                <a:gd name="csX9304" fmla="*/ 853120 w 1886469"/>
                <a:gd name="csY9304" fmla="*/ 1348987 h 2454076"/>
                <a:gd name="csX9305" fmla="*/ 852306 w 1886469"/>
                <a:gd name="csY9305" fmla="*/ 1349809 h 2454076"/>
                <a:gd name="csX9306" fmla="*/ 851454 w 1886469"/>
                <a:gd name="csY9306" fmla="*/ 1351551 h 2454076"/>
                <a:gd name="csX9307" fmla="*/ 850495 w 1886469"/>
                <a:gd name="csY9307" fmla="*/ 1352616 h 2454076"/>
                <a:gd name="csX9308" fmla="*/ 1366744 w 1886469"/>
                <a:gd name="csY9308" fmla="*/ 1367887 h 2454076"/>
                <a:gd name="csX9309" fmla="*/ 1364050 w 1886469"/>
                <a:gd name="csY9309" fmla="*/ 1368579 h 2454076"/>
                <a:gd name="csX9310" fmla="*/ 1362057 w 1886469"/>
                <a:gd name="csY9310" fmla="*/ 1368221 h 2454076"/>
                <a:gd name="csX9311" fmla="*/ 1360764 w 1886469"/>
                <a:gd name="csY9311" fmla="*/ 1366806 h 2454076"/>
                <a:gd name="csX9312" fmla="*/ 1359774 w 1886469"/>
                <a:gd name="csY9312" fmla="*/ 1364889 h 2454076"/>
                <a:gd name="csX9313" fmla="*/ 1358549 w 1886469"/>
                <a:gd name="csY9313" fmla="*/ 1360050 h 2454076"/>
                <a:gd name="csX9314" fmla="*/ 1359006 w 1886469"/>
                <a:gd name="csY9314" fmla="*/ 1357790 h 2454076"/>
                <a:gd name="csX9315" fmla="*/ 1359151 w 1886469"/>
                <a:gd name="csY9315" fmla="*/ 1353727 h 2454076"/>
                <a:gd name="csX9316" fmla="*/ 1359371 w 1886469"/>
                <a:gd name="csY9316" fmla="*/ 1352198 h 2454076"/>
                <a:gd name="csX9317" fmla="*/ 1359851 w 1886469"/>
                <a:gd name="csY9317" fmla="*/ 1351437 h 2454076"/>
                <a:gd name="csX9318" fmla="*/ 1362650 w 1886469"/>
                <a:gd name="csY9318" fmla="*/ 1349999 h 2454076"/>
                <a:gd name="csX9319" fmla="*/ 1364324 w 1886469"/>
                <a:gd name="csY9319" fmla="*/ 1350159 h 2454076"/>
                <a:gd name="csX9320" fmla="*/ 1366782 w 1886469"/>
                <a:gd name="csY9320" fmla="*/ 1351718 h 2454076"/>
                <a:gd name="csX9321" fmla="*/ 1372085 w 1886469"/>
                <a:gd name="csY9321" fmla="*/ 1352190 h 2454076"/>
                <a:gd name="csX9322" fmla="*/ 1373401 w 1886469"/>
                <a:gd name="csY9322" fmla="*/ 1353620 h 2454076"/>
                <a:gd name="csX9323" fmla="*/ 1373721 w 1886469"/>
                <a:gd name="csY9323" fmla="*/ 1354488 h 2454076"/>
                <a:gd name="csX9324" fmla="*/ 1373698 w 1886469"/>
                <a:gd name="csY9324" fmla="*/ 1355553 h 2454076"/>
                <a:gd name="csX9325" fmla="*/ 1373325 w 1886469"/>
                <a:gd name="csY9325" fmla="*/ 1356816 h 2454076"/>
                <a:gd name="csX9326" fmla="*/ 1370700 w 1886469"/>
                <a:gd name="csY9326" fmla="*/ 1360491 h 2454076"/>
                <a:gd name="csX9327" fmla="*/ 1369437 w 1886469"/>
                <a:gd name="csY9327" fmla="*/ 1363017 h 2454076"/>
                <a:gd name="csX9328" fmla="*/ 1368540 w 1886469"/>
                <a:gd name="csY9328" fmla="*/ 1366030 h 2454076"/>
                <a:gd name="csX9329" fmla="*/ 1366744 w 1886469"/>
                <a:gd name="csY9329" fmla="*/ 1367887 h 2454076"/>
                <a:gd name="csX9330" fmla="*/ 1084786 w 1886469"/>
                <a:gd name="csY9330" fmla="*/ 1351277 h 2454076"/>
                <a:gd name="csX9331" fmla="*/ 1085265 w 1886469"/>
                <a:gd name="csY9331" fmla="*/ 1355036 h 2454076"/>
                <a:gd name="csX9332" fmla="*/ 1083348 w 1886469"/>
                <a:gd name="csY9332" fmla="*/ 1360118 h 2454076"/>
                <a:gd name="csX9333" fmla="*/ 1082746 w 1886469"/>
                <a:gd name="csY9333" fmla="*/ 1361031 h 2454076"/>
                <a:gd name="csX9334" fmla="*/ 1082001 w 1886469"/>
                <a:gd name="csY9334" fmla="*/ 1361366 h 2454076"/>
                <a:gd name="csX9335" fmla="*/ 1081278 w 1886469"/>
                <a:gd name="csY9335" fmla="*/ 1360742 h 2454076"/>
                <a:gd name="csX9336" fmla="*/ 1079125 w 1886469"/>
                <a:gd name="csY9336" fmla="*/ 1356755 h 2454076"/>
                <a:gd name="csX9337" fmla="*/ 1078539 w 1886469"/>
                <a:gd name="csY9337" fmla="*/ 1354260 h 2454076"/>
                <a:gd name="csX9338" fmla="*/ 1079330 w 1886469"/>
                <a:gd name="csY9338" fmla="*/ 1353012 h 2454076"/>
                <a:gd name="csX9339" fmla="*/ 1080997 w 1886469"/>
                <a:gd name="csY9339" fmla="*/ 1351452 h 2454076"/>
                <a:gd name="csX9340" fmla="*/ 1082176 w 1886469"/>
                <a:gd name="csY9340" fmla="*/ 1350691 h 2454076"/>
                <a:gd name="csX9341" fmla="*/ 1083652 w 1886469"/>
                <a:gd name="csY9341" fmla="*/ 1351346 h 2454076"/>
                <a:gd name="csX9342" fmla="*/ 1084169 w 1886469"/>
                <a:gd name="csY9342" fmla="*/ 1350242 h 2454076"/>
                <a:gd name="csX9343" fmla="*/ 1084786 w 1886469"/>
                <a:gd name="csY9343" fmla="*/ 1351277 h 2454076"/>
                <a:gd name="csX9344" fmla="*/ 1319441 w 1886469"/>
                <a:gd name="csY9344" fmla="*/ 1385637 h 2454076"/>
                <a:gd name="csX9345" fmla="*/ 1317965 w 1886469"/>
                <a:gd name="csY9345" fmla="*/ 1386033 h 2454076"/>
                <a:gd name="csX9346" fmla="*/ 1316223 w 1886469"/>
                <a:gd name="csY9346" fmla="*/ 1384914 h 2454076"/>
                <a:gd name="csX9347" fmla="*/ 1315599 w 1886469"/>
                <a:gd name="csY9347" fmla="*/ 1382997 h 2454076"/>
                <a:gd name="csX9348" fmla="*/ 1315272 w 1886469"/>
                <a:gd name="csY9348" fmla="*/ 1381049 h 2454076"/>
                <a:gd name="csX9349" fmla="*/ 1315584 w 1886469"/>
                <a:gd name="csY9349" fmla="*/ 1380045 h 2454076"/>
                <a:gd name="csX9350" fmla="*/ 1316368 w 1886469"/>
                <a:gd name="csY9350" fmla="*/ 1379094 h 2454076"/>
                <a:gd name="csX9351" fmla="*/ 1317425 w 1886469"/>
                <a:gd name="csY9351" fmla="*/ 1376926 h 2454076"/>
                <a:gd name="csX9352" fmla="*/ 1318764 w 1886469"/>
                <a:gd name="csY9352" fmla="*/ 1373532 h 2454076"/>
                <a:gd name="csX9353" fmla="*/ 1320849 w 1886469"/>
                <a:gd name="csY9353" fmla="*/ 1371250 h 2454076"/>
                <a:gd name="csX9354" fmla="*/ 1325429 w 1886469"/>
                <a:gd name="csY9354" fmla="*/ 1369134 h 2454076"/>
                <a:gd name="csX9355" fmla="*/ 1326076 w 1886469"/>
                <a:gd name="csY9355" fmla="*/ 1368381 h 2454076"/>
                <a:gd name="csX9356" fmla="*/ 1328123 w 1886469"/>
                <a:gd name="csY9356" fmla="*/ 1362393 h 2454076"/>
                <a:gd name="csX9357" fmla="*/ 1328815 w 1886469"/>
                <a:gd name="csY9357" fmla="*/ 1361366 h 2454076"/>
                <a:gd name="csX9358" fmla="*/ 1331159 w 1886469"/>
                <a:gd name="csY9358" fmla="*/ 1360757 h 2454076"/>
                <a:gd name="csX9359" fmla="*/ 1331410 w 1886469"/>
                <a:gd name="csY9359" fmla="*/ 1359981 h 2454076"/>
                <a:gd name="csX9360" fmla="*/ 1330580 w 1886469"/>
                <a:gd name="csY9360" fmla="*/ 1358497 h 2454076"/>
                <a:gd name="csX9361" fmla="*/ 1330580 w 1886469"/>
                <a:gd name="csY9361" fmla="*/ 1356968 h 2454076"/>
                <a:gd name="csX9362" fmla="*/ 1331410 w 1886469"/>
                <a:gd name="csY9362" fmla="*/ 1355386 h 2454076"/>
                <a:gd name="csX9363" fmla="*/ 1332551 w 1886469"/>
                <a:gd name="csY9363" fmla="*/ 1354214 h 2454076"/>
                <a:gd name="csX9364" fmla="*/ 1335511 w 1886469"/>
                <a:gd name="csY9364" fmla="*/ 1353065 h 2454076"/>
                <a:gd name="csX9365" fmla="*/ 1338189 w 1886469"/>
                <a:gd name="csY9365" fmla="*/ 1353278 h 2454076"/>
                <a:gd name="csX9366" fmla="*/ 1338874 w 1886469"/>
                <a:gd name="csY9366" fmla="*/ 1353719 h 2454076"/>
                <a:gd name="csX9367" fmla="*/ 1339475 w 1886469"/>
                <a:gd name="csY9367" fmla="*/ 1354777 h 2454076"/>
                <a:gd name="csX9368" fmla="*/ 1340296 w 1886469"/>
                <a:gd name="csY9368" fmla="*/ 1357600 h 2454076"/>
                <a:gd name="csX9369" fmla="*/ 1340403 w 1886469"/>
                <a:gd name="csY9369" fmla="*/ 1358239 h 2454076"/>
                <a:gd name="csX9370" fmla="*/ 1339163 w 1886469"/>
                <a:gd name="csY9370" fmla="*/ 1360727 h 2454076"/>
                <a:gd name="csX9371" fmla="*/ 1335914 w 1886469"/>
                <a:gd name="csY9371" fmla="*/ 1364546 h 2454076"/>
                <a:gd name="csX9372" fmla="*/ 1333905 w 1886469"/>
                <a:gd name="csY9372" fmla="*/ 1367734 h 2454076"/>
                <a:gd name="csX9373" fmla="*/ 1333502 w 1886469"/>
                <a:gd name="csY9373" fmla="*/ 1368777 h 2454076"/>
                <a:gd name="csX9374" fmla="*/ 1333319 w 1886469"/>
                <a:gd name="csY9374" fmla="*/ 1370116 h 2454076"/>
                <a:gd name="csX9375" fmla="*/ 1332566 w 1886469"/>
                <a:gd name="csY9375" fmla="*/ 1371744 h 2454076"/>
                <a:gd name="csX9376" fmla="*/ 1330223 w 1886469"/>
                <a:gd name="csY9376" fmla="*/ 1375647 h 2454076"/>
                <a:gd name="csX9377" fmla="*/ 1328640 w 1886469"/>
                <a:gd name="csY9377" fmla="*/ 1379406 h 2454076"/>
                <a:gd name="csX9378" fmla="*/ 1327073 w 1886469"/>
                <a:gd name="csY9378" fmla="*/ 1381468 h 2454076"/>
                <a:gd name="csX9379" fmla="*/ 1322782 w 1886469"/>
                <a:gd name="csY9379" fmla="*/ 1383408 h 2454076"/>
                <a:gd name="csX9380" fmla="*/ 1319441 w 1886469"/>
                <a:gd name="csY9380" fmla="*/ 1385637 h 2454076"/>
                <a:gd name="csX9381" fmla="*/ 1078531 w 1886469"/>
                <a:gd name="csY9381" fmla="*/ 1363238 h 2454076"/>
                <a:gd name="csX9382" fmla="*/ 1076781 w 1886469"/>
                <a:gd name="csY9382" fmla="*/ 1363938 h 2454076"/>
                <a:gd name="csX9383" fmla="*/ 1075686 w 1886469"/>
                <a:gd name="csY9383" fmla="*/ 1361442 h 2454076"/>
                <a:gd name="csX9384" fmla="*/ 1074796 w 1886469"/>
                <a:gd name="csY9384" fmla="*/ 1360925 h 2454076"/>
                <a:gd name="csX9385" fmla="*/ 1074400 w 1886469"/>
                <a:gd name="csY9385" fmla="*/ 1359258 h 2454076"/>
                <a:gd name="csX9386" fmla="*/ 1072566 w 1886469"/>
                <a:gd name="csY9386" fmla="*/ 1358931 h 2454076"/>
                <a:gd name="csX9387" fmla="*/ 1072696 w 1886469"/>
                <a:gd name="csY9387" fmla="*/ 1356306 h 2454076"/>
                <a:gd name="csX9388" fmla="*/ 1073190 w 1886469"/>
                <a:gd name="csY9388" fmla="*/ 1355020 h 2454076"/>
                <a:gd name="csX9389" fmla="*/ 1074894 w 1886469"/>
                <a:gd name="csY9389" fmla="*/ 1354001 h 2454076"/>
                <a:gd name="csX9390" fmla="*/ 1076241 w 1886469"/>
                <a:gd name="csY9390" fmla="*/ 1354389 h 2454076"/>
                <a:gd name="csX9391" fmla="*/ 1077519 w 1886469"/>
                <a:gd name="csY9391" fmla="*/ 1356999 h 2454076"/>
                <a:gd name="csX9392" fmla="*/ 1078143 w 1886469"/>
                <a:gd name="csY9392" fmla="*/ 1359061 h 2454076"/>
                <a:gd name="csX9393" fmla="*/ 1078684 w 1886469"/>
                <a:gd name="csY9393" fmla="*/ 1361701 h 2454076"/>
                <a:gd name="csX9394" fmla="*/ 1078531 w 1886469"/>
                <a:gd name="csY9394" fmla="*/ 1363238 h 2454076"/>
                <a:gd name="csX9395" fmla="*/ 875634 w 1886469"/>
                <a:gd name="csY9395" fmla="*/ 1375662 h 2454076"/>
                <a:gd name="csX9396" fmla="*/ 875131 w 1886469"/>
                <a:gd name="csY9396" fmla="*/ 1379208 h 2454076"/>
                <a:gd name="csX9397" fmla="*/ 872499 w 1886469"/>
                <a:gd name="csY9397" fmla="*/ 1378257 h 2454076"/>
                <a:gd name="csX9398" fmla="*/ 871335 w 1886469"/>
                <a:gd name="csY9398" fmla="*/ 1376979 h 2454076"/>
                <a:gd name="csX9399" fmla="*/ 870346 w 1886469"/>
                <a:gd name="csY9399" fmla="*/ 1374065 h 2454076"/>
                <a:gd name="csX9400" fmla="*/ 870232 w 1886469"/>
                <a:gd name="csY9400" fmla="*/ 1373327 h 2454076"/>
                <a:gd name="csX9401" fmla="*/ 870452 w 1886469"/>
                <a:gd name="csY9401" fmla="*/ 1372208 h 2454076"/>
                <a:gd name="csX9402" fmla="*/ 871525 w 1886469"/>
                <a:gd name="csY9402" fmla="*/ 1369667 h 2454076"/>
                <a:gd name="csX9403" fmla="*/ 872248 w 1886469"/>
                <a:gd name="csY9403" fmla="*/ 1368739 h 2454076"/>
                <a:gd name="csX9404" fmla="*/ 873967 w 1886469"/>
                <a:gd name="csY9404" fmla="*/ 1369819 h 2454076"/>
                <a:gd name="csX9405" fmla="*/ 874766 w 1886469"/>
                <a:gd name="csY9405" fmla="*/ 1371310 h 2454076"/>
                <a:gd name="csX9406" fmla="*/ 875398 w 1886469"/>
                <a:gd name="csY9406" fmla="*/ 1373669 h 2454076"/>
                <a:gd name="csX9407" fmla="*/ 875634 w 1886469"/>
                <a:gd name="csY9407" fmla="*/ 1375662 h 2454076"/>
                <a:gd name="csX9408" fmla="*/ 870878 w 1886469"/>
                <a:gd name="csY9408" fmla="*/ 1387927 h 2454076"/>
                <a:gd name="csX9409" fmla="*/ 870201 w 1886469"/>
                <a:gd name="csY9409" fmla="*/ 1389799 h 2454076"/>
                <a:gd name="csX9410" fmla="*/ 869364 w 1886469"/>
                <a:gd name="csY9410" fmla="*/ 1390324 h 2454076"/>
                <a:gd name="csX9411" fmla="*/ 867705 w 1886469"/>
                <a:gd name="csY9411" fmla="*/ 1392515 h 2454076"/>
                <a:gd name="csX9412" fmla="*/ 867028 w 1886469"/>
                <a:gd name="csY9412" fmla="*/ 1392812 h 2454076"/>
                <a:gd name="csX9413" fmla="*/ 866062 w 1886469"/>
                <a:gd name="csY9413" fmla="*/ 1391420 h 2454076"/>
                <a:gd name="csX9414" fmla="*/ 865248 w 1886469"/>
                <a:gd name="csY9414" fmla="*/ 1389145 h 2454076"/>
                <a:gd name="csX9415" fmla="*/ 864906 w 1886469"/>
                <a:gd name="csY9415" fmla="*/ 1388787 h 2454076"/>
                <a:gd name="csX9416" fmla="*/ 864388 w 1886469"/>
                <a:gd name="csY9416" fmla="*/ 1388879 h 2454076"/>
                <a:gd name="csX9417" fmla="*/ 863270 w 1886469"/>
                <a:gd name="csY9417" fmla="*/ 1390324 h 2454076"/>
                <a:gd name="csX9418" fmla="*/ 862775 w 1886469"/>
                <a:gd name="csY9418" fmla="*/ 1390301 h 2454076"/>
                <a:gd name="csX9419" fmla="*/ 862364 w 1886469"/>
                <a:gd name="csY9419" fmla="*/ 1389327 h 2454076"/>
                <a:gd name="csX9420" fmla="*/ 862166 w 1886469"/>
                <a:gd name="csY9420" fmla="*/ 1387387 h 2454076"/>
                <a:gd name="csX9421" fmla="*/ 862182 w 1886469"/>
                <a:gd name="csY9421" fmla="*/ 1384466 h 2454076"/>
                <a:gd name="csX9422" fmla="*/ 862707 w 1886469"/>
                <a:gd name="csY9422" fmla="*/ 1379954 h 2454076"/>
                <a:gd name="csX9423" fmla="*/ 862737 w 1886469"/>
                <a:gd name="csY9423" fmla="*/ 1378310 h 2454076"/>
                <a:gd name="csX9424" fmla="*/ 862456 w 1886469"/>
                <a:gd name="csY9424" fmla="*/ 1377055 h 2454076"/>
                <a:gd name="csX9425" fmla="*/ 862691 w 1886469"/>
                <a:gd name="csY9425" fmla="*/ 1375913 h 2454076"/>
                <a:gd name="csX9426" fmla="*/ 863445 w 1886469"/>
                <a:gd name="csY9426" fmla="*/ 1374879 h 2454076"/>
                <a:gd name="csX9427" fmla="*/ 864411 w 1886469"/>
                <a:gd name="csY9427" fmla="*/ 1374392 h 2454076"/>
                <a:gd name="csX9428" fmla="*/ 866678 w 1886469"/>
                <a:gd name="csY9428" fmla="*/ 1374803 h 2454076"/>
                <a:gd name="csX9429" fmla="*/ 868474 w 1886469"/>
                <a:gd name="csY9429" fmla="*/ 1376621 h 2454076"/>
                <a:gd name="csX9430" fmla="*/ 869349 w 1886469"/>
                <a:gd name="csY9430" fmla="*/ 1378995 h 2454076"/>
                <a:gd name="csX9431" fmla="*/ 871099 w 1886469"/>
                <a:gd name="csY9431" fmla="*/ 1380867 h 2454076"/>
                <a:gd name="csX9432" fmla="*/ 871708 w 1886469"/>
                <a:gd name="csY9432" fmla="*/ 1382183 h 2454076"/>
                <a:gd name="csX9433" fmla="*/ 870878 w 1886469"/>
                <a:gd name="csY9433" fmla="*/ 1387927 h 2454076"/>
                <a:gd name="csX9434" fmla="*/ 836099 w 1886469"/>
                <a:gd name="csY9434" fmla="*/ 1400870 h 2454076"/>
                <a:gd name="csX9435" fmla="*/ 835217 w 1886469"/>
                <a:gd name="csY9435" fmla="*/ 1400946 h 2454076"/>
                <a:gd name="csX9436" fmla="*/ 833992 w 1886469"/>
                <a:gd name="csY9436" fmla="*/ 1399896 h 2454076"/>
                <a:gd name="csX9437" fmla="*/ 827121 w 1886469"/>
                <a:gd name="csY9437" fmla="*/ 1396335 h 2454076"/>
                <a:gd name="csX9438" fmla="*/ 826224 w 1886469"/>
                <a:gd name="csY9438" fmla="*/ 1395254 h 2454076"/>
                <a:gd name="csX9439" fmla="*/ 827030 w 1886469"/>
                <a:gd name="csY9439" fmla="*/ 1393756 h 2454076"/>
                <a:gd name="csX9440" fmla="*/ 829533 w 1886469"/>
                <a:gd name="csY9440" fmla="*/ 1391823 h 2454076"/>
                <a:gd name="csX9441" fmla="*/ 831222 w 1886469"/>
                <a:gd name="csY9441" fmla="*/ 1389845 h 2454076"/>
                <a:gd name="csX9442" fmla="*/ 832523 w 1886469"/>
                <a:gd name="csY9442" fmla="*/ 1386817 h 2454076"/>
                <a:gd name="csX9443" fmla="*/ 836472 w 1886469"/>
                <a:gd name="csY9443" fmla="*/ 1388376 h 2454076"/>
                <a:gd name="csX9444" fmla="*/ 837948 w 1886469"/>
                <a:gd name="csY9444" fmla="*/ 1389807 h 2454076"/>
                <a:gd name="csX9445" fmla="*/ 838511 w 1886469"/>
                <a:gd name="csY9445" fmla="*/ 1391055 h 2454076"/>
                <a:gd name="csX9446" fmla="*/ 838755 w 1886469"/>
                <a:gd name="csY9446" fmla="*/ 1392782 h 2454076"/>
                <a:gd name="csX9447" fmla="*/ 838534 w 1886469"/>
                <a:gd name="csY9447" fmla="*/ 1397012 h 2454076"/>
                <a:gd name="csX9448" fmla="*/ 837203 w 1886469"/>
                <a:gd name="csY9448" fmla="*/ 1397910 h 2454076"/>
                <a:gd name="csX9449" fmla="*/ 836099 w 1886469"/>
                <a:gd name="csY9449" fmla="*/ 1400870 h 2454076"/>
                <a:gd name="csX9450" fmla="*/ 1411893 w 1886469"/>
                <a:gd name="csY9450" fmla="*/ 1414679 h 2454076"/>
                <a:gd name="csX9451" fmla="*/ 1410219 w 1886469"/>
                <a:gd name="csY9451" fmla="*/ 1415052 h 2454076"/>
                <a:gd name="csX9452" fmla="*/ 1407800 w 1886469"/>
                <a:gd name="csY9452" fmla="*/ 1411468 h 2454076"/>
                <a:gd name="csX9453" fmla="*/ 1402725 w 1886469"/>
                <a:gd name="csY9453" fmla="*/ 1407382 h 2454076"/>
                <a:gd name="csX9454" fmla="*/ 1400800 w 1886469"/>
                <a:gd name="csY9454" fmla="*/ 1404415 h 2454076"/>
                <a:gd name="csX9455" fmla="*/ 1400731 w 1886469"/>
                <a:gd name="csY9455" fmla="*/ 1402977 h 2454076"/>
                <a:gd name="csX9456" fmla="*/ 1400883 w 1886469"/>
                <a:gd name="csY9456" fmla="*/ 1400717 h 2454076"/>
                <a:gd name="csX9457" fmla="*/ 1401439 w 1886469"/>
                <a:gd name="csY9457" fmla="*/ 1397956 h 2454076"/>
                <a:gd name="csX9458" fmla="*/ 1403204 w 1886469"/>
                <a:gd name="csY9458" fmla="*/ 1394927 h 2454076"/>
                <a:gd name="csX9459" fmla="*/ 1405076 w 1886469"/>
                <a:gd name="csY9459" fmla="*/ 1394440 h 2454076"/>
                <a:gd name="csX9460" fmla="*/ 1407746 w 1886469"/>
                <a:gd name="csY9460" fmla="*/ 1395110 h 2454076"/>
                <a:gd name="csX9461" fmla="*/ 1409687 w 1886469"/>
                <a:gd name="csY9461" fmla="*/ 1397286 h 2454076"/>
                <a:gd name="csX9462" fmla="*/ 1411802 w 1886469"/>
                <a:gd name="csY9462" fmla="*/ 1403304 h 2454076"/>
                <a:gd name="csX9463" fmla="*/ 1413209 w 1886469"/>
                <a:gd name="csY9463" fmla="*/ 1406234 h 2454076"/>
                <a:gd name="csX9464" fmla="*/ 1413651 w 1886469"/>
                <a:gd name="csY9464" fmla="*/ 1408356 h 2454076"/>
                <a:gd name="csX9465" fmla="*/ 1412951 w 1886469"/>
                <a:gd name="csY9465" fmla="*/ 1409353 h 2454076"/>
                <a:gd name="csX9466" fmla="*/ 1413012 w 1886469"/>
                <a:gd name="csY9466" fmla="*/ 1410335 h 2454076"/>
                <a:gd name="csX9467" fmla="*/ 1413331 w 1886469"/>
                <a:gd name="csY9467" fmla="*/ 1410943 h 2454076"/>
                <a:gd name="csX9468" fmla="*/ 1413209 w 1886469"/>
                <a:gd name="csY9468" fmla="*/ 1412054 h 2454076"/>
                <a:gd name="csX9469" fmla="*/ 1412646 w 1886469"/>
                <a:gd name="csY9469" fmla="*/ 1413682 h 2454076"/>
                <a:gd name="csX9470" fmla="*/ 1411893 w 1886469"/>
                <a:gd name="csY9470" fmla="*/ 1414679 h 2454076"/>
                <a:gd name="csX9471" fmla="*/ 778563 w 1886469"/>
                <a:gd name="csY9471" fmla="*/ 1411369 h 2454076"/>
                <a:gd name="csX9472" fmla="*/ 777384 w 1886469"/>
                <a:gd name="csY9472" fmla="*/ 1411582 h 2454076"/>
                <a:gd name="csX9473" fmla="*/ 775170 w 1886469"/>
                <a:gd name="csY9473" fmla="*/ 1410654 h 2454076"/>
                <a:gd name="csX9474" fmla="*/ 771929 w 1886469"/>
                <a:gd name="csY9474" fmla="*/ 1408585 h 2454076"/>
                <a:gd name="csX9475" fmla="*/ 769494 w 1886469"/>
                <a:gd name="csY9475" fmla="*/ 1406386 h 2454076"/>
                <a:gd name="csX9476" fmla="*/ 767866 w 1886469"/>
                <a:gd name="csY9476" fmla="*/ 1404065 h 2454076"/>
                <a:gd name="csX9477" fmla="*/ 767660 w 1886469"/>
                <a:gd name="csY9477" fmla="*/ 1402467 h 2454076"/>
                <a:gd name="csX9478" fmla="*/ 768885 w 1886469"/>
                <a:gd name="csY9478" fmla="*/ 1401577 h 2454076"/>
                <a:gd name="csX9479" fmla="*/ 770742 w 1886469"/>
                <a:gd name="csY9479" fmla="*/ 1401136 h 2454076"/>
                <a:gd name="csX9480" fmla="*/ 775163 w 1886469"/>
                <a:gd name="csY9480" fmla="*/ 1401433 h 2454076"/>
                <a:gd name="csX9481" fmla="*/ 777262 w 1886469"/>
                <a:gd name="csY9481" fmla="*/ 1402315 h 2454076"/>
                <a:gd name="csX9482" fmla="*/ 780040 w 1886469"/>
                <a:gd name="csY9482" fmla="*/ 1405693 h 2454076"/>
                <a:gd name="csX9483" fmla="*/ 780625 w 1886469"/>
                <a:gd name="csY9483" fmla="*/ 1407603 h 2454076"/>
                <a:gd name="csX9484" fmla="*/ 780717 w 1886469"/>
                <a:gd name="csY9484" fmla="*/ 1408836 h 2454076"/>
                <a:gd name="csX9485" fmla="*/ 780359 w 1886469"/>
                <a:gd name="csY9485" fmla="*/ 1409901 h 2454076"/>
                <a:gd name="csX9486" fmla="*/ 778563 w 1886469"/>
                <a:gd name="csY9486" fmla="*/ 1411369 h 2454076"/>
                <a:gd name="csX9487" fmla="*/ 1324311 w 1886469"/>
                <a:gd name="csY9487" fmla="*/ 1423665 h 2454076"/>
                <a:gd name="csX9488" fmla="*/ 1322569 w 1886469"/>
                <a:gd name="csY9488" fmla="*/ 1424296 h 2454076"/>
                <a:gd name="csX9489" fmla="*/ 1320217 w 1886469"/>
                <a:gd name="csY9489" fmla="*/ 1421245 h 2454076"/>
                <a:gd name="csX9490" fmla="*/ 1320202 w 1886469"/>
                <a:gd name="csY9490" fmla="*/ 1419549 h 2454076"/>
                <a:gd name="csX9491" fmla="*/ 1320659 w 1886469"/>
                <a:gd name="csY9491" fmla="*/ 1415463 h 2454076"/>
                <a:gd name="csX9492" fmla="*/ 1324950 w 1886469"/>
                <a:gd name="csY9492" fmla="*/ 1414436 h 2454076"/>
                <a:gd name="csX9493" fmla="*/ 1326738 w 1886469"/>
                <a:gd name="csY9493" fmla="*/ 1416901 h 2454076"/>
                <a:gd name="csX9494" fmla="*/ 1327598 w 1886469"/>
                <a:gd name="csY9494" fmla="*/ 1419328 h 2454076"/>
                <a:gd name="csX9495" fmla="*/ 1324311 w 1886469"/>
                <a:gd name="csY9495" fmla="*/ 1423665 h 2454076"/>
                <a:gd name="csX9496" fmla="*/ 1394918 w 1886469"/>
                <a:gd name="csY9496" fmla="*/ 1416193 h 2454076"/>
                <a:gd name="csX9497" fmla="*/ 1406065 w 1886469"/>
                <a:gd name="csY9497" fmla="*/ 1421291 h 2454076"/>
                <a:gd name="csX9498" fmla="*/ 1407153 w 1886469"/>
                <a:gd name="csY9498" fmla="*/ 1423140 h 2454076"/>
                <a:gd name="csX9499" fmla="*/ 1407686 w 1886469"/>
                <a:gd name="csY9499" fmla="*/ 1424791 h 2454076"/>
                <a:gd name="csX9500" fmla="*/ 1407997 w 1886469"/>
                <a:gd name="csY9500" fmla="*/ 1426625 h 2454076"/>
                <a:gd name="csX9501" fmla="*/ 1408020 w 1886469"/>
                <a:gd name="csY9501" fmla="*/ 1430391 h 2454076"/>
                <a:gd name="csX9502" fmla="*/ 1407792 w 1886469"/>
                <a:gd name="csY9502" fmla="*/ 1431897 h 2454076"/>
                <a:gd name="csX9503" fmla="*/ 1406704 w 1886469"/>
                <a:gd name="csY9503" fmla="*/ 1435534 h 2454076"/>
                <a:gd name="csX9504" fmla="*/ 1406628 w 1886469"/>
                <a:gd name="csY9504" fmla="*/ 1436668 h 2454076"/>
                <a:gd name="csX9505" fmla="*/ 1407503 w 1886469"/>
                <a:gd name="csY9505" fmla="*/ 1448773 h 2454076"/>
                <a:gd name="csX9506" fmla="*/ 1407412 w 1886469"/>
                <a:gd name="csY9506" fmla="*/ 1455332 h 2454076"/>
                <a:gd name="csX9507" fmla="*/ 1406628 w 1886469"/>
                <a:gd name="csY9507" fmla="*/ 1460779 h 2454076"/>
                <a:gd name="csX9508" fmla="*/ 1405030 w 1886469"/>
                <a:gd name="csY9508" fmla="*/ 1465139 h 2454076"/>
                <a:gd name="csX9509" fmla="*/ 1402626 w 1886469"/>
                <a:gd name="csY9509" fmla="*/ 1468403 h 2454076"/>
                <a:gd name="csX9510" fmla="*/ 1400800 w 1886469"/>
                <a:gd name="csY9510" fmla="*/ 1470275 h 2454076"/>
                <a:gd name="csX9511" fmla="*/ 1392689 w 1886469"/>
                <a:gd name="csY9511" fmla="*/ 1474870 h 2454076"/>
                <a:gd name="csX9512" fmla="*/ 1386945 w 1886469"/>
                <a:gd name="csY9512" fmla="*/ 1476057 h 2454076"/>
                <a:gd name="csX9513" fmla="*/ 1380888 w 1886469"/>
                <a:gd name="csY9513" fmla="*/ 1476270 h 2454076"/>
                <a:gd name="csX9514" fmla="*/ 1373173 w 1886469"/>
                <a:gd name="csY9514" fmla="*/ 1477503 h 2454076"/>
                <a:gd name="csX9515" fmla="*/ 1369650 w 1886469"/>
                <a:gd name="csY9515" fmla="*/ 1477244 h 2454076"/>
                <a:gd name="csX9516" fmla="*/ 1367832 w 1886469"/>
                <a:gd name="csY9516" fmla="*/ 1476704 h 2454076"/>
                <a:gd name="csX9517" fmla="*/ 1366539 w 1886469"/>
                <a:gd name="csY9517" fmla="*/ 1475783 h 2454076"/>
                <a:gd name="csX9518" fmla="*/ 1365024 w 1886469"/>
                <a:gd name="csY9518" fmla="*/ 1472877 h 2454076"/>
                <a:gd name="csX9519" fmla="*/ 1363290 w 1886469"/>
                <a:gd name="csY9519" fmla="*/ 1467962 h 2454076"/>
                <a:gd name="csX9520" fmla="*/ 1361859 w 1886469"/>
                <a:gd name="csY9520" fmla="*/ 1462408 h 2454076"/>
                <a:gd name="csX9521" fmla="*/ 1360147 w 1886469"/>
                <a:gd name="csY9521" fmla="*/ 1452501 h 2454076"/>
                <a:gd name="csX9522" fmla="*/ 1360117 w 1886469"/>
                <a:gd name="csY9522" fmla="*/ 1451322 h 2454076"/>
                <a:gd name="csX9523" fmla="*/ 1361768 w 1886469"/>
                <a:gd name="csY9523" fmla="*/ 1443196 h 2454076"/>
                <a:gd name="csX9524" fmla="*/ 1363959 w 1886469"/>
                <a:gd name="csY9524" fmla="*/ 1437695 h 2454076"/>
                <a:gd name="csX9525" fmla="*/ 1367824 w 1886469"/>
                <a:gd name="csY9525" fmla="*/ 1429493 h 2454076"/>
                <a:gd name="csX9526" fmla="*/ 1372192 w 1886469"/>
                <a:gd name="csY9526" fmla="*/ 1421451 h 2454076"/>
                <a:gd name="csX9527" fmla="*/ 1373302 w 1886469"/>
                <a:gd name="csY9527" fmla="*/ 1420119 h 2454076"/>
                <a:gd name="csX9528" fmla="*/ 1375273 w 1886469"/>
                <a:gd name="csY9528" fmla="*/ 1418704 h 2454076"/>
                <a:gd name="csX9529" fmla="*/ 1380211 w 1886469"/>
                <a:gd name="csY9529" fmla="*/ 1416406 h 2454076"/>
                <a:gd name="csX9530" fmla="*/ 1384304 w 1886469"/>
                <a:gd name="csY9530" fmla="*/ 1416985 h 2454076"/>
                <a:gd name="csX9531" fmla="*/ 1386108 w 1886469"/>
                <a:gd name="csY9531" fmla="*/ 1416695 h 2454076"/>
                <a:gd name="csX9532" fmla="*/ 1388360 w 1886469"/>
                <a:gd name="csY9532" fmla="*/ 1415623 h 2454076"/>
                <a:gd name="csX9533" fmla="*/ 1390840 w 1886469"/>
                <a:gd name="csY9533" fmla="*/ 1415364 h 2454076"/>
                <a:gd name="csX9534" fmla="*/ 1394918 w 1886469"/>
                <a:gd name="csY9534" fmla="*/ 1416193 h 2454076"/>
                <a:gd name="csX9535" fmla="*/ 1161746 w 1886469"/>
                <a:gd name="csY9535" fmla="*/ 1449640 h 2454076"/>
                <a:gd name="csX9536" fmla="*/ 1160833 w 1886469"/>
                <a:gd name="csY9536" fmla="*/ 1449701 h 2454076"/>
                <a:gd name="csX9537" fmla="*/ 1159388 w 1886469"/>
                <a:gd name="csY9537" fmla="*/ 1448842 h 2454076"/>
                <a:gd name="csX9538" fmla="*/ 1156070 w 1886469"/>
                <a:gd name="csY9538" fmla="*/ 1445433 h 2454076"/>
                <a:gd name="csX9539" fmla="*/ 1155401 w 1886469"/>
                <a:gd name="csY9539" fmla="*/ 1443957 h 2454076"/>
                <a:gd name="csX9540" fmla="*/ 1155066 w 1886469"/>
                <a:gd name="csY9540" fmla="*/ 1442230 h 2454076"/>
                <a:gd name="csX9541" fmla="*/ 1155066 w 1886469"/>
                <a:gd name="csY9541" fmla="*/ 1440252 h 2454076"/>
                <a:gd name="csX9542" fmla="*/ 1155363 w 1886469"/>
                <a:gd name="csY9542" fmla="*/ 1438197 h 2454076"/>
                <a:gd name="csX9543" fmla="*/ 1156375 w 1886469"/>
                <a:gd name="csY9543" fmla="*/ 1434089 h 2454076"/>
                <a:gd name="csX9544" fmla="*/ 1154442 w 1886469"/>
                <a:gd name="csY9544" fmla="*/ 1430817 h 2454076"/>
                <a:gd name="csX9545" fmla="*/ 1153970 w 1886469"/>
                <a:gd name="csY9545" fmla="*/ 1428953 h 2454076"/>
                <a:gd name="csX9546" fmla="*/ 1154198 w 1886469"/>
                <a:gd name="csY9546" fmla="*/ 1427895 h 2454076"/>
                <a:gd name="csX9547" fmla="*/ 1155279 w 1886469"/>
                <a:gd name="csY9547" fmla="*/ 1425362 h 2454076"/>
                <a:gd name="csX9548" fmla="*/ 1155576 w 1886469"/>
                <a:gd name="csY9548" fmla="*/ 1423779 h 2454076"/>
                <a:gd name="csX9549" fmla="*/ 1156664 w 1886469"/>
                <a:gd name="csY9549" fmla="*/ 1421527 h 2454076"/>
                <a:gd name="csX9550" fmla="*/ 1159479 w 1886469"/>
                <a:gd name="csY9550" fmla="*/ 1417152 h 2454076"/>
                <a:gd name="csX9551" fmla="*/ 1162302 w 1886469"/>
                <a:gd name="csY9551" fmla="*/ 1418187 h 2454076"/>
                <a:gd name="csX9552" fmla="*/ 1164820 w 1886469"/>
                <a:gd name="csY9552" fmla="*/ 1421770 h 2454076"/>
                <a:gd name="csX9553" fmla="*/ 1165474 w 1886469"/>
                <a:gd name="csY9553" fmla="*/ 1424190 h 2454076"/>
                <a:gd name="csX9554" fmla="*/ 1165277 w 1886469"/>
                <a:gd name="csY9554" fmla="*/ 1426754 h 2454076"/>
                <a:gd name="csX9555" fmla="*/ 1165497 w 1886469"/>
                <a:gd name="csY9555" fmla="*/ 1430459 h 2454076"/>
                <a:gd name="csX9556" fmla="*/ 1166129 w 1886469"/>
                <a:gd name="csY9556" fmla="*/ 1435306 h 2454076"/>
                <a:gd name="csX9557" fmla="*/ 1166296 w 1886469"/>
                <a:gd name="csY9557" fmla="*/ 1438806 h 2454076"/>
                <a:gd name="csX9558" fmla="*/ 1165992 w 1886469"/>
                <a:gd name="csY9558" fmla="*/ 1440982 h 2454076"/>
                <a:gd name="csX9559" fmla="*/ 1164911 w 1886469"/>
                <a:gd name="csY9559" fmla="*/ 1445053 h 2454076"/>
                <a:gd name="csX9560" fmla="*/ 1163998 w 1886469"/>
                <a:gd name="csY9560" fmla="*/ 1446939 h 2454076"/>
                <a:gd name="csX9561" fmla="*/ 1162796 w 1886469"/>
                <a:gd name="csY9561" fmla="*/ 1448705 h 2454076"/>
                <a:gd name="csX9562" fmla="*/ 1161746 w 1886469"/>
                <a:gd name="csY9562" fmla="*/ 1449640 h 2454076"/>
                <a:gd name="csX9563" fmla="*/ 676434 w 1886469"/>
                <a:gd name="csY9563" fmla="*/ 1435207 h 2454076"/>
                <a:gd name="csX9564" fmla="*/ 675635 w 1886469"/>
                <a:gd name="csY9564" fmla="*/ 1435390 h 2454076"/>
                <a:gd name="csX9565" fmla="*/ 672706 w 1886469"/>
                <a:gd name="csY9565" fmla="*/ 1432004 h 2454076"/>
                <a:gd name="csX9566" fmla="*/ 673322 w 1886469"/>
                <a:gd name="csY9566" fmla="*/ 1429090 h 2454076"/>
                <a:gd name="csX9567" fmla="*/ 676038 w 1886469"/>
                <a:gd name="csY9567" fmla="*/ 1432072 h 2454076"/>
                <a:gd name="csX9568" fmla="*/ 676426 w 1886469"/>
                <a:gd name="csY9568" fmla="*/ 1433929 h 2454076"/>
                <a:gd name="csX9569" fmla="*/ 676434 w 1886469"/>
                <a:gd name="csY9569" fmla="*/ 1435207 h 2454076"/>
                <a:gd name="csX9570" fmla="*/ 1438782 w 1886469"/>
                <a:gd name="csY9570" fmla="*/ 1446939 h 2454076"/>
                <a:gd name="csX9571" fmla="*/ 1428373 w 1886469"/>
                <a:gd name="csY9571" fmla="*/ 1447015 h 2454076"/>
                <a:gd name="csX9572" fmla="*/ 1422713 w 1886469"/>
                <a:gd name="csY9572" fmla="*/ 1446612 h 2454076"/>
                <a:gd name="csX9573" fmla="*/ 1420438 w 1886469"/>
                <a:gd name="csY9573" fmla="*/ 1445752 h 2454076"/>
                <a:gd name="csX9574" fmla="*/ 1418459 w 1886469"/>
                <a:gd name="csY9574" fmla="*/ 1444413 h 2454076"/>
                <a:gd name="csX9575" fmla="*/ 1416215 w 1886469"/>
                <a:gd name="csY9575" fmla="*/ 1440061 h 2454076"/>
                <a:gd name="csX9576" fmla="*/ 1414777 w 1886469"/>
                <a:gd name="csY9576" fmla="*/ 1435557 h 2454076"/>
                <a:gd name="csX9577" fmla="*/ 1414708 w 1886469"/>
                <a:gd name="csY9577" fmla="*/ 1433640 h 2454076"/>
                <a:gd name="csX9578" fmla="*/ 1415089 w 1886469"/>
                <a:gd name="csY9578" fmla="*/ 1431912 h 2454076"/>
                <a:gd name="csX9579" fmla="*/ 1415621 w 1886469"/>
                <a:gd name="csY9579" fmla="*/ 1430862 h 2454076"/>
                <a:gd name="csX9580" fmla="*/ 1422606 w 1886469"/>
                <a:gd name="csY9580" fmla="*/ 1429356 h 2454076"/>
                <a:gd name="csX9581" fmla="*/ 1428328 w 1886469"/>
                <a:gd name="csY9581" fmla="*/ 1431235 h 2454076"/>
                <a:gd name="csX9582" fmla="*/ 1433250 w 1886469"/>
                <a:gd name="csY9582" fmla="*/ 1433442 h 2454076"/>
                <a:gd name="csX9583" fmla="*/ 1439588 w 1886469"/>
                <a:gd name="csY9583" fmla="*/ 1433815 h 2454076"/>
                <a:gd name="csX9584" fmla="*/ 1441513 w 1886469"/>
                <a:gd name="csY9584" fmla="*/ 1434652 h 2454076"/>
                <a:gd name="csX9585" fmla="*/ 1442251 w 1886469"/>
                <a:gd name="csY9585" fmla="*/ 1435268 h 2454076"/>
                <a:gd name="csX9586" fmla="*/ 1442761 w 1886469"/>
                <a:gd name="csY9586" fmla="*/ 1436402 h 2454076"/>
                <a:gd name="csX9587" fmla="*/ 1443484 w 1886469"/>
                <a:gd name="csY9587" fmla="*/ 1441583 h 2454076"/>
                <a:gd name="csX9588" fmla="*/ 1443552 w 1886469"/>
                <a:gd name="csY9588" fmla="*/ 1444337 h 2454076"/>
                <a:gd name="csX9589" fmla="*/ 1443362 w 1886469"/>
                <a:gd name="csY9589" fmla="*/ 1446422 h 2454076"/>
                <a:gd name="csX9590" fmla="*/ 1438782 w 1886469"/>
                <a:gd name="csY9590" fmla="*/ 1446939 h 2454076"/>
                <a:gd name="csX9591" fmla="*/ 679781 w 1886469"/>
                <a:gd name="csY9591" fmla="*/ 1435694 h 2454076"/>
                <a:gd name="csX9592" fmla="*/ 682186 w 1886469"/>
                <a:gd name="csY9592" fmla="*/ 1436295 h 2454076"/>
                <a:gd name="csX9593" fmla="*/ 683966 w 1886469"/>
                <a:gd name="csY9593" fmla="*/ 1435846 h 2454076"/>
                <a:gd name="csX9594" fmla="*/ 685267 w 1886469"/>
                <a:gd name="csY9594" fmla="*/ 1438136 h 2454076"/>
                <a:gd name="csX9595" fmla="*/ 685769 w 1886469"/>
                <a:gd name="csY9595" fmla="*/ 1440457 h 2454076"/>
                <a:gd name="csX9596" fmla="*/ 685602 w 1886469"/>
                <a:gd name="csY9596" fmla="*/ 1441248 h 2454076"/>
                <a:gd name="csX9597" fmla="*/ 685039 w 1886469"/>
                <a:gd name="csY9597" fmla="*/ 1441568 h 2454076"/>
                <a:gd name="csX9598" fmla="*/ 681280 w 1886469"/>
                <a:gd name="csY9598" fmla="*/ 1439004 h 2454076"/>
                <a:gd name="csX9599" fmla="*/ 679880 w 1886469"/>
                <a:gd name="csY9599" fmla="*/ 1437429 h 2454076"/>
                <a:gd name="csX9600" fmla="*/ 679409 w 1886469"/>
                <a:gd name="csY9600" fmla="*/ 1436105 h 2454076"/>
                <a:gd name="csX9601" fmla="*/ 679781 w 1886469"/>
                <a:gd name="csY9601" fmla="*/ 1435694 h 2454076"/>
                <a:gd name="csX9602" fmla="*/ 706830 w 1886469"/>
                <a:gd name="csY9602" fmla="*/ 1468319 h 2454076"/>
                <a:gd name="csX9603" fmla="*/ 705757 w 1886469"/>
                <a:gd name="csY9603" fmla="*/ 1472953 h 2454076"/>
                <a:gd name="csX9604" fmla="*/ 705346 w 1886469"/>
                <a:gd name="csY9604" fmla="*/ 1472519 h 2454076"/>
                <a:gd name="csX9605" fmla="*/ 704608 w 1886469"/>
                <a:gd name="csY9605" fmla="*/ 1470305 h 2454076"/>
                <a:gd name="csX9606" fmla="*/ 703125 w 1886469"/>
                <a:gd name="csY9606" fmla="*/ 1469240 h 2454076"/>
                <a:gd name="csX9607" fmla="*/ 701443 w 1886469"/>
                <a:gd name="csY9607" fmla="*/ 1466775 h 2454076"/>
                <a:gd name="csX9608" fmla="*/ 701466 w 1886469"/>
                <a:gd name="csY9608" fmla="*/ 1461464 h 2454076"/>
                <a:gd name="csX9609" fmla="*/ 702113 w 1886469"/>
                <a:gd name="csY9609" fmla="*/ 1459045 h 2454076"/>
                <a:gd name="csX9610" fmla="*/ 701968 w 1886469"/>
                <a:gd name="csY9610" fmla="*/ 1455659 h 2454076"/>
                <a:gd name="csX9611" fmla="*/ 703642 w 1886469"/>
                <a:gd name="csY9611" fmla="*/ 1453620 h 2454076"/>
                <a:gd name="csX9612" fmla="*/ 704882 w 1886469"/>
                <a:gd name="csY9612" fmla="*/ 1456016 h 2454076"/>
                <a:gd name="csX9613" fmla="*/ 705225 w 1886469"/>
                <a:gd name="csY9613" fmla="*/ 1460087 h 2454076"/>
                <a:gd name="csX9614" fmla="*/ 704913 w 1886469"/>
                <a:gd name="csY9614" fmla="*/ 1462088 h 2454076"/>
                <a:gd name="csX9615" fmla="*/ 706145 w 1886469"/>
                <a:gd name="csY9615" fmla="*/ 1464158 h 2454076"/>
                <a:gd name="csX9616" fmla="*/ 706716 w 1886469"/>
                <a:gd name="csY9616" fmla="*/ 1464683 h 2454076"/>
                <a:gd name="csX9617" fmla="*/ 707020 w 1886469"/>
                <a:gd name="csY9617" fmla="*/ 1466341 h 2454076"/>
                <a:gd name="csX9618" fmla="*/ 706830 w 1886469"/>
                <a:gd name="csY9618" fmla="*/ 1468319 h 2454076"/>
                <a:gd name="csX9619" fmla="*/ 1672395 w 1886469"/>
                <a:gd name="csY9619" fmla="*/ 1487364 h 2454076"/>
                <a:gd name="csX9620" fmla="*/ 1669747 w 1886469"/>
                <a:gd name="csY9620" fmla="*/ 1488870 h 2454076"/>
                <a:gd name="csX9621" fmla="*/ 1668332 w 1886469"/>
                <a:gd name="csY9621" fmla="*/ 1487021 h 2454076"/>
                <a:gd name="csX9622" fmla="*/ 1669329 w 1886469"/>
                <a:gd name="csY9622" fmla="*/ 1486504 h 2454076"/>
                <a:gd name="csX9623" fmla="*/ 1670782 w 1886469"/>
                <a:gd name="csY9623" fmla="*/ 1484282 h 2454076"/>
                <a:gd name="csX9624" fmla="*/ 1672760 w 1886469"/>
                <a:gd name="csY9624" fmla="*/ 1482327 h 2454076"/>
                <a:gd name="csX9625" fmla="*/ 1673590 w 1886469"/>
                <a:gd name="csY9625" fmla="*/ 1480752 h 2454076"/>
                <a:gd name="csX9626" fmla="*/ 1676915 w 1886469"/>
                <a:gd name="csY9626" fmla="*/ 1480029 h 2454076"/>
                <a:gd name="csX9627" fmla="*/ 1678048 w 1886469"/>
                <a:gd name="csY9627" fmla="*/ 1480113 h 2454076"/>
                <a:gd name="csX9628" fmla="*/ 1678482 w 1886469"/>
                <a:gd name="csY9628" fmla="*/ 1480676 h 2454076"/>
                <a:gd name="csX9629" fmla="*/ 1676595 w 1886469"/>
                <a:gd name="csY9629" fmla="*/ 1483095 h 2454076"/>
                <a:gd name="csX9630" fmla="*/ 1672395 w 1886469"/>
                <a:gd name="csY9630" fmla="*/ 1487364 h 2454076"/>
                <a:gd name="csX9631" fmla="*/ 702714 w 1886469"/>
                <a:gd name="csY9631" fmla="*/ 1490164 h 2454076"/>
                <a:gd name="csX9632" fmla="*/ 705407 w 1886469"/>
                <a:gd name="csY9632" fmla="*/ 1490597 h 2454076"/>
                <a:gd name="csX9633" fmla="*/ 708846 w 1886469"/>
                <a:gd name="csY9633" fmla="*/ 1490529 h 2454076"/>
                <a:gd name="csX9634" fmla="*/ 708253 w 1886469"/>
                <a:gd name="csY9634" fmla="*/ 1494736 h 2454076"/>
                <a:gd name="csX9635" fmla="*/ 706936 w 1886469"/>
                <a:gd name="csY9635" fmla="*/ 1497430 h 2454076"/>
                <a:gd name="csX9636" fmla="*/ 705894 w 1886469"/>
                <a:gd name="csY9636" fmla="*/ 1498191 h 2454076"/>
                <a:gd name="csX9637" fmla="*/ 705438 w 1886469"/>
                <a:gd name="csY9637" fmla="*/ 1496722 h 2454076"/>
                <a:gd name="csX9638" fmla="*/ 703414 w 1886469"/>
                <a:gd name="csY9638" fmla="*/ 1493352 h 2454076"/>
                <a:gd name="csX9639" fmla="*/ 702714 w 1886469"/>
                <a:gd name="csY9639" fmla="*/ 1490164 h 2454076"/>
                <a:gd name="csX9640" fmla="*/ 1235892 w 1886469"/>
                <a:gd name="csY9640" fmla="*/ 1529028 h 2454076"/>
                <a:gd name="csX9641" fmla="*/ 1238022 w 1886469"/>
                <a:gd name="csY9641" fmla="*/ 1529675 h 2454076"/>
                <a:gd name="csX9642" fmla="*/ 1239635 w 1886469"/>
                <a:gd name="csY9642" fmla="*/ 1529606 h 2454076"/>
                <a:gd name="csX9643" fmla="*/ 1239993 w 1886469"/>
                <a:gd name="csY9643" fmla="*/ 1530382 h 2454076"/>
                <a:gd name="csX9644" fmla="*/ 1238296 w 1886469"/>
                <a:gd name="csY9644" fmla="*/ 1532962 h 2454076"/>
                <a:gd name="csX9645" fmla="*/ 1237254 w 1886469"/>
                <a:gd name="csY9645" fmla="*/ 1533449 h 2454076"/>
                <a:gd name="csX9646" fmla="*/ 1235374 w 1886469"/>
                <a:gd name="csY9646" fmla="*/ 1531600 h 2454076"/>
                <a:gd name="csX9647" fmla="*/ 1233959 w 1886469"/>
                <a:gd name="csY9647" fmla="*/ 1529332 h 2454076"/>
                <a:gd name="csX9648" fmla="*/ 1233563 w 1886469"/>
                <a:gd name="csY9648" fmla="*/ 1527955 h 2454076"/>
                <a:gd name="csX9649" fmla="*/ 1233449 w 1886469"/>
                <a:gd name="csY9649" fmla="*/ 1526441 h 2454076"/>
                <a:gd name="csX9650" fmla="*/ 1233776 w 1886469"/>
                <a:gd name="csY9650" fmla="*/ 1526175 h 2454076"/>
                <a:gd name="csX9651" fmla="*/ 1235892 w 1886469"/>
                <a:gd name="csY9651" fmla="*/ 1529028 h 2454076"/>
                <a:gd name="csX9652" fmla="*/ 1223026 w 1886469"/>
                <a:gd name="csY9652" fmla="*/ 1554563 h 2454076"/>
                <a:gd name="csX9653" fmla="*/ 1225765 w 1886469"/>
                <a:gd name="csY9653" fmla="*/ 1556602 h 2454076"/>
                <a:gd name="csX9654" fmla="*/ 1228504 w 1886469"/>
                <a:gd name="csY9654" fmla="*/ 1557758 h 2454076"/>
                <a:gd name="csX9655" fmla="*/ 1232909 w 1886469"/>
                <a:gd name="csY9655" fmla="*/ 1558382 h 2454076"/>
                <a:gd name="csX9656" fmla="*/ 1233541 w 1886469"/>
                <a:gd name="csY9656" fmla="*/ 1558808 h 2454076"/>
                <a:gd name="csX9657" fmla="*/ 1233541 w 1886469"/>
                <a:gd name="csY9657" fmla="*/ 1559767 h 2454076"/>
                <a:gd name="csX9658" fmla="*/ 1232909 w 1886469"/>
                <a:gd name="csY9658" fmla="*/ 1561250 h 2454076"/>
                <a:gd name="csX9659" fmla="*/ 1231441 w 1886469"/>
                <a:gd name="csY9659" fmla="*/ 1563153 h 2454076"/>
                <a:gd name="csX9660" fmla="*/ 1230391 w 1886469"/>
                <a:gd name="csY9660" fmla="*/ 1563206 h 2454076"/>
                <a:gd name="csX9661" fmla="*/ 1227956 w 1886469"/>
                <a:gd name="csY9661" fmla="*/ 1561867 h 2454076"/>
                <a:gd name="csX9662" fmla="*/ 1227066 w 1886469"/>
                <a:gd name="csY9662" fmla="*/ 1561182 h 2454076"/>
                <a:gd name="csX9663" fmla="*/ 1226084 w 1886469"/>
                <a:gd name="csY9663" fmla="*/ 1559653 h 2454076"/>
                <a:gd name="csX9664" fmla="*/ 1225590 w 1886469"/>
                <a:gd name="csY9664" fmla="*/ 1559508 h 2454076"/>
                <a:gd name="csX9665" fmla="*/ 1224951 w 1886469"/>
                <a:gd name="csY9665" fmla="*/ 1560018 h 2454076"/>
                <a:gd name="csX9666" fmla="*/ 1224783 w 1886469"/>
                <a:gd name="csY9666" fmla="*/ 1560687 h 2454076"/>
                <a:gd name="csX9667" fmla="*/ 1225080 w 1886469"/>
                <a:gd name="csY9667" fmla="*/ 1561524 h 2454076"/>
                <a:gd name="csX9668" fmla="*/ 1224677 w 1886469"/>
                <a:gd name="csY9668" fmla="*/ 1561760 h 2454076"/>
                <a:gd name="csX9669" fmla="*/ 1221725 w 1886469"/>
                <a:gd name="csY9669" fmla="*/ 1561182 h 2454076"/>
                <a:gd name="csX9670" fmla="*/ 1221260 w 1886469"/>
                <a:gd name="csY9670" fmla="*/ 1560695 h 2454076"/>
                <a:gd name="csX9671" fmla="*/ 1221496 w 1886469"/>
                <a:gd name="csY9671" fmla="*/ 1559052 h 2454076"/>
                <a:gd name="csX9672" fmla="*/ 1223551 w 1886469"/>
                <a:gd name="csY9672" fmla="*/ 1556655 h 2454076"/>
                <a:gd name="csX9673" fmla="*/ 1221747 w 1886469"/>
                <a:gd name="csY9673" fmla="*/ 1555917 h 2454076"/>
                <a:gd name="csX9674" fmla="*/ 1221169 w 1886469"/>
                <a:gd name="csY9674" fmla="*/ 1555027 h 2454076"/>
                <a:gd name="csX9675" fmla="*/ 1218491 w 1886469"/>
                <a:gd name="csY9675" fmla="*/ 1556533 h 2454076"/>
                <a:gd name="csX9676" fmla="*/ 1217007 w 1886469"/>
                <a:gd name="csY9676" fmla="*/ 1556898 h 2454076"/>
                <a:gd name="csX9677" fmla="*/ 1214664 w 1886469"/>
                <a:gd name="csY9677" fmla="*/ 1555841 h 2454076"/>
                <a:gd name="csX9678" fmla="*/ 1214413 w 1886469"/>
                <a:gd name="csY9678" fmla="*/ 1550340 h 2454076"/>
                <a:gd name="csX9679" fmla="*/ 1214131 w 1886469"/>
                <a:gd name="csY9679" fmla="*/ 1548323 h 2454076"/>
                <a:gd name="csX9680" fmla="*/ 1213066 w 1886469"/>
                <a:gd name="csY9680" fmla="*/ 1546954 h 2454076"/>
                <a:gd name="csX9681" fmla="*/ 1212435 w 1886469"/>
                <a:gd name="csY9681" fmla="*/ 1545508 h 2454076"/>
                <a:gd name="csX9682" fmla="*/ 1211407 w 1886469"/>
                <a:gd name="csY9682" fmla="*/ 1544413 h 2454076"/>
                <a:gd name="csX9683" fmla="*/ 1209292 w 1886469"/>
                <a:gd name="csY9683" fmla="*/ 1543302 h 2454076"/>
                <a:gd name="csX9684" fmla="*/ 1207573 w 1886469"/>
                <a:gd name="csY9684" fmla="*/ 1540540 h 2454076"/>
                <a:gd name="csX9685" fmla="*/ 1207215 w 1886469"/>
                <a:gd name="csY9685" fmla="*/ 1539284 h 2454076"/>
                <a:gd name="csX9686" fmla="*/ 1207451 w 1886469"/>
                <a:gd name="csY9686" fmla="*/ 1538333 h 2454076"/>
                <a:gd name="csX9687" fmla="*/ 1208501 w 1886469"/>
                <a:gd name="csY9687" fmla="*/ 1537032 h 2454076"/>
                <a:gd name="csX9688" fmla="*/ 1214580 w 1886469"/>
                <a:gd name="csY9688" fmla="*/ 1539832 h 2454076"/>
                <a:gd name="csX9689" fmla="*/ 1218248 w 1886469"/>
                <a:gd name="csY9689" fmla="*/ 1542480 h 2454076"/>
                <a:gd name="csX9690" fmla="*/ 1221740 w 1886469"/>
                <a:gd name="csY9690" fmla="*/ 1545714 h 2454076"/>
                <a:gd name="csX9691" fmla="*/ 1223566 w 1886469"/>
                <a:gd name="csY9691" fmla="*/ 1548103 h 2454076"/>
                <a:gd name="csX9692" fmla="*/ 1223726 w 1886469"/>
                <a:gd name="csY9692" fmla="*/ 1549655 h 2454076"/>
                <a:gd name="csX9693" fmla="*/ 1223269 w 1886469"/>
                <a:gd name="csY9693" fmla="*/ 1551200 h 2454076"/>
                <a:gd name="csX9694" fmla="*/ 1222196 w 1886469"/>
                <a:gd name="csY9694" fmla="*/ 1552744 h 2454076"/>
                <a:gd name="csX9695" fmla="*/ 1223026 w 1886469"/>
                <a:gd name="csY9695" fmla="*/ 1554563 h 2454076"/>
                <a:gd name="csX9696" fmla="*/ 1202764 w 1886469"/>
                <a:gd name="csY9696" fmla="*/ 1566051 h 2454076"/>
                <a:gd name="csX9697" fmla="*/ 1201653 w 1886469"/>
                <a:gd name="csY9697" fmla="*/ 1566630 h 2454076"/>
                <a:gd name="csX9698" fmla="*/ 1200459 w 1886469"/>
                <a:gd name="csY9698" fmla="*/ 1566303 h 2454076"/>
                <a:gd name="csX9699" fmla="*/ 1199447 w 1886469"/>
                <a:gd name="csY9699" fmla="*/ 1564811 h 2454076"/>
                <a:gd name="csX9700" fmla="*/ 1198625 w 1886469"/>
                <a:gd name="csY9700" fmla="*/ 1562148 h 2454076"/>
                <a:gd name="csX9701" fmla="*/ 1197293 w 1886469"/>
                <a:gd name="csY9701" fmla="*/ 1560147 h 2454076"/>
                <a:gd name="csX9702" fmla="*/ 1194288 w 1886469"/>
                <a:gd name="csY9702" fmla="*/ 1557652 h 2454076"/>
                <a:gd name="csX9703" fmla="*/ 1193771 w 1886469"/>
                <a:gd name="csY9703" fmla="*/ 1556670 h 2454076"/>
                <a:gd name="csX9704" fmla="*/ 1192919 w 1886469"/>
                <a:gd name="csY9704" fmla="*/ 1553307 h 2454076"/>
                <a:gd name="csX9705" fmla="*/ 1192751 w 1886469"/>
                <a:gd name="csY9705" fmla="*/ 1549944 h 2454076"/>
                <a:gd name="csX9706" fmla="*/ 1192112 w 1886469"/>
                <a:gd name="csY9706" fmla="*/ 1546893 h 2454076"/>
                <a:gd name="csX9707" fmla="*/ 1192082 w 1886469"/>
                <a:gd name="csY9707" fmla="*/ 1545387 h 2454076"/>
                <a:gd name="csX9708" fmla="*/ 1192637 w 1886469"/>
                <a:gd name="csY9708" fmla="*/ 1543134 h 2454076"/>
                <a:gd name="csX9709" fmla="*/ 1195163 w 1886469"/>
                <a:gd name="csY9709" fmla="*/ 1542602 h 2454076"/>
                <a:gd name="csX9710" fmla="*/ 1197141 w 1886469"/>
                <a:gd name="csY9710" fmla="*/ 1543492 h 2454076"/>
                <a:gd name="csX9711" fmla="*/ 1197545 w 1886469"/>
                <a:gd name="csY9711" fmla="*/ 1544093 h 2454076"/>
                <a:gd name="csX9712" fmla="*/ 1198191 w 1886469"/>
                <a:gd name="csY9712" fmla="*/ 1545402 h 2454076"/>
                <a:gd name="csX9713" fmla="*/ 1198617 w 1886469"/>
                <a:gd name="csY9713" fmla="*/ 1547000 h 2454076"/>
                <a:gd name="csX9714" fmla="*/ 1201014 w 1886469"/>
                <a:gd name="csY9714" fmla="*/ 1551314 h 2454076"/>
                <a:gd name="csX9715" fmla="*/ 1202414 w 1886469"/>
                <a:gd name="csY9715" fmla="*/ 1554737 h 2454076"/>
                <a:gd name="csX9716" fmla="*/ 1204316 w 1886469"/>
                <a:gd name="csY9716" fmla="*/ 1561783 h 2454076"/>
                <a:gd name="csX9717" fmla="*/ 1204324 w 1886469"/>
                <a:gd name="csY9717" fmla="*/ 1563122 h 2454076"/>
                <a:gd name="csX9718" fmla="*/ 1203814 w 1886469"/>
                <a:gd name="csY9718" fmla="*/ 1564545 h 2454076"/>
                <a:gd name="csX9719" fmla="*/ 1202764 w 1886469"/>
                <a:gd name="csY9719" fmla="*/ 1566051 h 2454076"/>
                <a:gd name="csX9720" fmla="*/ 1197537 w 1886469"/>
                <a:gd name="csY9720" fmla="*/ 1582144 h 2454076"/>
                <a:gd name="csX9721" fmla="*/ 1198275 w 1886469"/>
                <a:gd name="csY9721" fmla="*/ 1582760 h 2454076"/>
                <a:gd name="csX9722" fmla="*/ 1199196 w 1886469"/>
                <a:gd name="csY9722" fmla="*/ 1582410 h 2454076"/>
                <a:gd name="csX9723" fmla="*/ 1200710 w 1886469"/>
                <a:gd name="csY9723" fmla="*/ 1579891 h 2454076"/>
                <a:gd name="csX9724" fmla="*/ 1204103 w 1886469"/>
                <a:gd name="csY9724" fmla="*/ 1572618 h 2454076"/>
                <a:gd name="csX9725" fmla="*/ 1205054 w 1886469"/>
                <a:gd name="csY9725" fmla="*/ 1571933 h 2454076"/>
                <a:gd name="csX9726" fmla="*/ 1206485 w 1886469"/>
                <a:gd name="csY9726" fmla="*/ 1572047 h 2454076"/>
                <a:gd name="csX9727" fmla="*/ 1211499 w 1886469"/>
                <a:gd name="csY9727" fmla="*/ 1576726 h 2454076"/>
                <a:gd name="csX9728" fmla="*/ 1213340 w 1886469"/>
                <a:gd name="csY9728" fmla="*/ 1579328 h 2454076"/>
                <a:gd name="csX9729" fmla="*/ 1214337 w 1886469"/>
                <a:gd name="csY9729" fmla="*/ 1582942 h 2454076"/>
                <a:gd name="csX9730" fmla="*/ 1215371 w 1886469"/>
                <a:gd name="csY9730" fmla="*/ 1584350 h 2454076"/>
                <a:gd name="csX9731" fmla="*/ 1219320 w 1886469"/>
                <a:gd name="csY9731" fmla="*/ 1586214 h 2454076"/>
                <a:gd name="csX9732" fmla="*/ 1223117 w 1886469"/>
                <a:gd name="csY9732" fmla="*/ 1586838 h 2454076"/>
                <a:gd name="csX9733" fmla="*/ 1228063 w 1886469"/>
                <a:gd name="csY9733" fmla="*/ 1588725 h 2454076"/>
                <a:gd name="csX9734" fmla="*/ 1229851 w 1886469"/>
                <a:gd name="csY9734" fmla="*/ 1590140 h 2454076"/>
                <a:gd name="csX9735" fmla="*/ 1233799 w 1886469"/>
                <a:gd name="csY9735" fmla="*/ 1597011 h 2454076"/>
                <a:gd name="csX9736" fmla="*/ 1234256 w 1886469"/>
                <a:gd name="csY9736" fmla="*/ 1597429 h 2454076"/>
                <a:gd name="csX9737" fmla="*/ 1238745 w 1886469"/>
                <a:gd name="csY9737" fmla="*/ 1600221 h 2454076"/>
                <a:gd name="csX9738" fmla="*/ 1245638 w 1886469"/>
                <a:gd name="csY9738" fmla="*/ 1606430 h 2454076"/>
                <a:gd name="csX9739" fmla="*/ 1247381 w 1886469"/>
                <a:gd name="csY9739" fmla="*/ 1607351 h 2454076"/>
                <a:gd name="csX9740" fmla="*/ 1254091 w 1886469"/>
                <a:gd name="csY9740" fmla="*/ 1609390 h 2454076"/>
                <a:gd name="csX9741" fmla="*/ 1256496 w 1886469"/>
                <a:gd name="csY9741" fmla="*/ 1610911 h 2454076"/>
                <a:gd name="csX9742" fmla="*/ 1258824 w 1886469"/>
                <a:gd name="csY9742" fmla="*/ 1613224 h 2454076"/>
                <a:gd name="csX9743" fmla="*/ 1261411 w 1886469"/>
                <a:gd name="csY9743" fmla="*/ 1617447 h 2454076"/>
                <a:gd name="csX9744" fmla="*/ 1264439 w 1886469"/>
                <a:gd name="csY9744" fmla="*/ 1624059 h 2454076"/>
                <a:gd name="csX9745" fmla="*/ 1266813 w 1886469"/>
                <a:gd name="csY9745" fmla="*/ 1634559 h 2454076"/>
                <a:gd name="csX9746" fmla="*/ 1266996 w 1886469"/>
                <a:gd name="csY9746" fmla="*/ 1636621 h 2454076"/>
                <a:gd name="csX9747" fmla="*/ 1266706 w 1886469"/>
                <a:gd name="csY9747" fmla="*/ 1637846 h 2454076"/>
                <a:gd name="csX9748" fmla="*/ 1265847 w 1886469"/>
                <a:gd name="csY9748" fmla="*/ 1639147 h 2454076"/>
                <a:gd name="csX9749" fmla="*/ 1261966 w 1886469"/>
                <a:gd name="csY9749" fmla="*/ 1643423 h 2454076"/>
                <a:gd name="csX9750" fmla="*/ 1262293 w 1886469"/>
                <a:gd name="csY9750" fmla="*/ 1644146 h 2454076"/>
                <a:gd name="csX9751" fmla="*/ 1265946 w 1886469"/>
                <a:gd name="csY9751" fmla="*/ 1643879 h 2454076"/>
                <a:gd name="csX9752" fmla="*/ 1274072 w 1886469"/>
                <a:gd name="csY9752" fmla="*/ 1641254 h 2454076"/>
                <a:gd name="csX9753" fmla="*/ 1279017 w 1886469"/>
                <a:gd name="csY9753" fmla="*/ 1643141 h 2454076"/>
                <a:gd name="csX9754" fmla="*/ 1280737 w 1886469"/>
                <a:gd name="csY9754" fmla="*/ 1643438 h 2454076"/>
                <a:gd name="csX9755" fmla="*/ 1281132 w 1886469"/>
                <a:gd name="csY9755" fmla="*/ 1643332 h 2454076"/>
                <a:gd name="csX9756" fmla="*/ 1282920 w 1886469"/>
                <a:gd name="csY9756" fmla="*/ 1640052 h 2454076"/>
                <a:gd name="csX9757" fmla="*/ 1284891 w 1886469"/>
                <a:gd name="csY9757" fmla="*/ 1640562 h 2454076"/>
                <a:gd name="csX9758" fmla="*/ 1287767 w 1886469"/>
                <a:gd name="csY9758" fmla="*/ 1643742 h 2454076"/>
                <a:gd name="csX9759" fmla="*/ 1289623 w 1886469"/>
                <a:gd name="csY9759" fmla="*/ 1646307 h 2454076"/>
                <a:gd name="csX9760" fmla="*/ 1290445 w 1886469"/>
                <a:gd name="csY9760" fmla="*/ 1648254 h 2454076"/>
                <a:gd name="csX9761" fmla="*/ 1290225 w 1886469"/>
                <a:gd name="csY9761" fmla="*/ 1649358 h 2454076"/>
                <a:gd name="csX9762" fmla="*/ 1288322 w 1886469"/>
                <a:gd name="csY9762" fmla="*/ 1649738 h 2454076"/>
                <a:gd name="csX9763" fmla="*/ 1292971 w 1886469"/>
                <a:gd name="csY9763" fmla="*/ 1651602 h 2454076"/>
                <a:gd name="csX9764" fmla="*/ 1297011 w 1886469"/>
                <a:gd name="csY9764" fmla="*/ 1654554 h 2454076"/>
                <a:gd name="csX9765" fmla="*/ 1296144 w 1886469"/>
                <a:gd name="csY9765" fmla="*/ 1656472 h 2454076"/>
                <a:gd name="csX9766" fmla="*/ 1291830 w 1886469"/>
                <a:gd name="csY9766" fmla="*/ 1660732 h 2454076"/>
                <a:gd name="csX9767" fmla="*/ 1287394 w 1886469"/>
                <a:gd name="csY9767" fmla="*/ 1664445 h 2454076"/>
                <a:gd name="csX9768" fmla="*/ 1282228 w 1886469"/>
                <a:gd name="csY9768" fmla="*/ 1670000 h 2454076"/>
                <a:gd name="csX9769" fmla="*/ 1280942 w 1886469"/>
                <a:gd name="csY9769" fmla="*/ 1670844 h 2454076"/>
                <a:gd name="csX9770" fmla="*/ 1280250 w 1886469"/>
                <a:gd name="csY9770" fmla="*/ 1670890 h 2454076"/>
                <a:gd name="csX9771" fmla="*/ 1277396 w 1886469"/>
                <a:gd name="csY9771" fmla="*/ 1669855 h 2454076"/>
                <a:gd name="csX9772" fmla="*/ 1273295 w 1886469"/>
                <a:gd name="csY9772" fmla="*/ 1667230 h 2454076"/>
                <a:gd name="csX9773" fmla="*/ 1260658 w 1886469"/>
                <a:gd name="csY9773" fmla="*/ 1661174 h 2454076"/>
                <a:gd name="csX9774" fmla="*/ 1256754 w 1886469"/>
                <a:gd name="csY9774" fmla="*/ 1659888 h 2454076"/>
                <a:gd name="csX9775" fmla="*/ 1251801 w 1886469"/>
                <a:gd name="csY9775" fmla="*/ 1659134 h 2454076"/>
                <a:gd name="csX9776" fmla="*/ 1251086 w 1886469"/>
                <a:gd name="csY9776" fmla="*/ 1657704 h 2454076"/>
                <a:gd name="csX9777" fmla="*/ 1249907 w 1886469"/>
                <a:gd name="csY9777" fmla="*/ 1648498 h 2454076"/>
                <a:gd name="csX9778" fmla="*/ 1247677 w 1886469"/>
                <a:gd name="csY9778" fmla="*/ 1646862 h 2454076"/>
                <a:gd name="csX9779" fmla="*/ 1240031 w 1886469"/>
                <a:gd name="csY9779" fmla="*/ 1644929 h 2454076"/>
                <a:gd name="csX9780" fmla="*/ 1237809 w 1886469"/>
                <a:gd name="csY9780" fmla="*/ 1643818 h 2454076"/>
                <a:gd name="csX9781" fmla="*/ 1237703 w 1886469"/>
                <a:gd name="csY9781" fmla="*/ 1641954 h 2454076"/>
                <a:gd name="csX9782" fmla="*/ 1238182 w 1886469"/>
                <a:gd name="csY9782" fmla="*/ 1638751 h 2454076"/>
                <a:gd name="csX9783" fmla="*/ 1237132 w 1886469"/>
                <a:gd name="csY9783" fmla="*/ 1637184 h 2454076"/>
                <a:gd name="csX9784" fmla="*/ 1234560 w 1886469"/>
                <a:gd name="csY9784" fmla="*/ 1637252 h 2454076"/>
                <a:gd name="csX9785" fmla="*/ 1232034 w 1886469"/>
                <a:gd name="csY9785" fmla="*/ 1637914 h 2454076"/>
                <a:gd name="csX9786" fmla="*/ 1227971 w 1886469"/>
                <a:gd name="csY9786" fmla="*/ 1640090 h 2454076"/>
                <a:gd name="csX9787" fmla="*/ 1226061 w 1886469"/>
                <a:gd name="csY9787" fmla="*/ 1642099 h 2454076"/>
                <a:gd name="csX9788" fmla="*/ 1225346 w 1886469"/>
                <a:gd name="csY9788" fmla="*/ 1644275 h 2454076"/>
                <a:gd name="csX9789" fmla="*/ 1224897 w 1886469"/>
                <a:gd name="csY9789" fmla="*/ 1648916 h 2454076"/>
                <a:gd name="csX9790" fmla="*/ 1224395 w 1886469"/>
                <a:gd name="csY9790" fmla="*/ 1651107 h 2454076"/>
                <a:gd name="csX9791" fmla="*/ 1222972 w 1886469"/>
                <a:gd name="csY9791" fmla="*/ 1653976 h 2454076"/>
                <a:gd name="csX9792" fmla="*/ 1216695 w 1886469"/>
                <a:gd name="csY9792" fmla="*/ 1661371 h 2454076"/>
                <a:gd name="csX9793" fmla="*/ 1214146 w 1886469"/>
                <a:gd name="csY9793" fmla="*/ 1663593 h 2454076"/>
                <a:gd name="csX9794" fmla="*/ 1211613 w 1886469"/>
                <a:gd name="csY9794" fmla="*/ 1664225 h 2454076"/>
                <a:gd name="csX9795" fmla="*/ 1210608 w 1886469"/>
                <a:gd name="csY9795" fmla="*/ 1664932 h 2454076"/>
                <a:gd name="csX9796" fmla="*/ 1208904 w 1886469"/>
                <a:gd name="csY9796" fmla="*/ 1667648 h 2454076"/>
                <a:gd name="csX9797" fmla="*/ 1206371 w 1886469"/>
                <a:gd name="csY9797" fmla="*/ 1674283 h 2454076"/>
                <a:gd name="csX9798" fmla="*/ 1205336 w 1886469"/>
                <a:gd name="csY9798" fmla="*/ 1676185 h 2454076"/>
                <a:gd name="csX9799" fmla="*/ 1203662 w 1886469"/>
                <a:gd name="csY9799" fmla="*/ 1678118 h 2454076"/>
                <a:gd name="csX9800" fmla="*/ 1200192 w 1886469"/>
                <a:gd name="csY9800" fmla="*/ 1681070 h 2454076"/>
                <a:gd name="csX9801" fmla="*/ 1196647 w 1886469"/>
                <a:gd name="csY9801" fmla="*/ 1683429 h 2454076"/>
                <a:gd name="csX9802" fmla="*/ 1190742 w 1886469"/>
                <a:gd name="csY9802" fmla="*/ 1686160 h 2454076"/>
                <a:gd name="csX9803" fmla="*/ 1187440 w 1886469"/>
                <a:gd name="csY9803" fmla="*/ 1687088 h 2454076"/>
                <a:gd name="csX9804" fmla="*/ 1185241 w 1886469"/>
                <a:gd name="csY9804" fmla="*/ 1686168 h 2454076"/>
                <a:gd name="csX9805" fmla="*/ 1183735 w 1886469"/>
                <a:gd name="csY9805" fmla="*/ 1679936 h 2454076"/>
                <a:gd name="csX9806" fmla="*/ 1180570 w 1886469"/>
                <a:gd name="csY9806" fmla="*/ 1661455 h 2454076"/>
                <a:gd name="csX9807" fmla="*/ 1180045 w 1886469"/>
                <a:gd name="csY9807" fmla="*/ 1660200 h 2454076"/>
                <a:gd name="csX9808" fmla="*/ 1179406 w 1886469"/>
                <a:gd name="csY9808" fmla="*/ 1659416 h 2454076"/>
                <a:gd name="csX9809" fmla="*/ 1178637 w 1886469"/>
                <a:gd name="csY9809" fmla="*/ 1659112 h 2454076"/>
                <a:gd name="csX9810" fmla="*/ 1168023 w 1886469"/>
                <a:gd name="csY9810" fmla="*/ 1661508 h 2454076"/>
                <a:gd name="csX9811" fmla="*/ 1162172 w 1886469"/>
                <a:gd name="csY9811" fmla="*/ 1661242 h 2454076"/>
                <a:gd name="csX9812" fmla="*/ 1156382 w 1886469"/>
                <a:gd name="csY9812" fmla="*/ 1665419 h 2454076"/>
                <a:gd name="csX9813" fmla="*/ 1154921 w 1886469"/>
                <a:gd name="csY9813" fmla="*/ 1665724 h 2454076"/>
                <a:gd name="csX9814" fmla="*/ 1151984 w 1886469"/>
                <a:gd name="csY9814" fmla="*/ 1665587 h 2454076"/>
                <a:gd name="csX9815" fmla="*/ 1149869 w 1886469"/>
                <a:gd name="csY9815" fmla="*/ 1664925 h 2454076"/>
                <a:gd name="csX9816" fmla="*/ 1149329 w 1886469"/>
                <a:gd name="csY9816" fmla="*/ 1664468 h 2454076"/>
                <a:gd name="csX9817" fmla="*/ 1148971 w 1886469"/>
                <a:gd name="csY9817" fmla="*/ 1662665 h 2454076"/>
                <a:gd name="csX9818" fmla="*/ 1149078 w 1886469"/>
                <a:gd name="csY9818" fmla="*/ 1660763 h 2454076"/>
                <a:gd name="csX9819" fmla="*/ 1149816 w 1886469"/>
                <a:gd name="csY9819" fmla="*/ 1658708 h 2454076"/>
                <a:gd name="csX9820" fmla="*/ 1152433 w 1886469"/>
                <a:gd name="csY9820" fmla="*/ 1653139 h 2454076"/>
                <a:gd name="csX9821" fmla="*/ 1154564 w 1886469"/>
                <a:gd name="csY9821" fmla="*/ 1649685 h 2454076"/>
                <a:gd name="csX9822" fmla="*/ 1155545 w 1886469"/>
                <a:gd name="csY9822" fmla="*/ 1648612 h 2454076"/>
                <a:gd name="csX9823" fmla="*/ 1165459 w 1886469"/>
                <a:gd name="csY9823" fmla="*/ 1642396 h 2454076"/>
                <a:gd name="csX9824" fmla="*/ 1167871 w 1886469"/>
                <a:gd name="csY9824" fmla="*/ 1640341 h 2454076"/>
                <a:gd name="csX9825" fmla="*/ 1169081 w 1886469"/>
                <a:gd name="csY9825" fmla="*/ 1638234 h 2454076"/>
                <a:gd name="csX9826" fmla="*/ 1169081 w 1886469"/>
                <a:gd name="csY9826" fmla="*/ 1636065 h 2454076"/>
                <a:gd name="csX9827" fmla="*/ 1168609 w 1886469"/>
                <a:gd name="csY9827" fmla="*/ 1633281 h 2454076"/>
                <a:gd name="csX9828" fmla="*/ 1166890 w 1886469"/>
                <a:gd name="csY9828" fmla="*/ 1626471 h 2454076"/>
                <a:gd name="csX9829" fmla="*/ 1166456 w 1886469"/>
                <a:gd name="csY9829" fmla="*/ 1620217 h 2454076"/>
                <a:gd name="csX9830" fmla="*/ 1166471 w 1886469"/>
                <a:gd name="csY9830" fmla="*/ 1617097 h 2454076"/>
                <a:gd name="csX9831" fmla="*/ 1167118 w 1886469"/>
                <a:gd name="csY9831" fmla="*/ 1612296 h 2454076"/>
                <a:gd name="csX9832" fmla="*/ 1169598 w 1886469"/>
                <a:gd name="csY9832" fmla="*/ 1600579 h 2454076"/>
                <a:gd name="csX9833" fmla="*/ 1170435 w 1886469"/>
                <a:gd name="csY9833" fmla="*/ 1594842 h 2454076"/>
                <a:gd name="csX9834" fmla="*/ 1172018 w 1886469"/>
                <a:gd name="csY9834" fmla="*/ 1574139 h 2454076"/>
                <a:gd name="csX9835" fmla="*/ 1172862 w 1886469"/>
                <a:gd name="csY9835" fmla="*/ 1568151 h 2454076"/>
                <a:gd name="csX9836" fmla="*/ 1174095 w 1886469"/>
                <a:gd name="csY9836" fmla="*/ 1562658 h 2454076"/>
                <a:gd name="csX9837" fmla="*/ 1175274 w 1886469"/>
                <a:gd name="csY9837" fmla="*/ 1559348 h 2454076"/>
                <a:gd name="csX9838" fmla="*/ 1178432 w 1886469"/>
                <a:gd name="csY9838" fmla="*/ 1552706 h 2454076"/>
                <a:gd name="csX9839" fmla="*/ 1180882 w 1886469"/>
                <a:gd name="csY9839" fmla="*/ 1550035 h 2454076"/>
                <a:gd name="csX9840" fmla="*/ 1183963 w 1886469"/>
                <a:gd name="csY9840" fmla="*/ 1548179 h 2454076"/>
                <a:gd name="csX9841" fmla="*/ 1184640 w 1886469"/>
                <a:gd name="csY9841" fmla="*/ 1548392 h 2454076"/>
                <a:gd name="csX9842" fmla="*/ 1185226 w 1886469"/>
                <a:gd name="csY9842" fmla="*/ 1549168 h 2454076"/>
                <a:gd name="csX9843" fmla="*/ 1186360 w 1886469"/>
                <a:gd name="csY9843" fmla="*/ 1551991 h 2454076"/>
                <a:gd name="csX9844" fmla="*/ 1190659 w 1886469"/>
                <a:gd name="csY9844" fmla="*/ 1554600 h 2454076"/>
                <a:gd name="csX9845" fmla="*/ 1192044 w 1886469"/>
                <a:gd name="csY9845" fmla="*/ 1557127 h 2454076"/>
                <a:gd name="csX9846" fmla="*/ 1193017 w 1886469"/>
                <a:gd name="csY9846" fmla="*/ 1559927 h 2454076"/>
                <a:gd name="csX9847" fmla="*/ 1193550 w 1886469"/>
                <a:gd name="csY9847" fmla="*/ 1563563 h 2454076"/>
                <a:gd name="csX9848" fmla="*/ 1193017 w 1886469"/>
                <a:gd name="csY9848" fmla="*/ 1565146 h 2454076"/>
                <a:gd name="csX9849" fmla="*/ 1190971 w 1886469"/>
                <a:gd name="csY9849" fmla="*/ 1567535 h 2454076"/>
                <a:gd name="csX9850" fmla="*/ 1190621 w 1886469"/>
                <a:gd name="csY9850" fmla="*/ 1568539 h 2454076"/>
                <a:gd name="csX9851" fmla="*/ 1190682 w 1886469"/>
                <a:gd name="csY9851" fmla="*/ 1569361 h 2454076"/>
                <a:gd name="csX9852" fmla="*/ 1194608 w 1886469"/>
                <a:gd name="csY9852" fmla="*/ 1573105 h 2454076"/>
                <a:gd name="csX9853" fmla="*/ 1197537 w 1886469"/>
                <a:gd name="csY9853" fmla="*/ 1582144 h 2454076"/>
                <a:gd name="csX9854" fmla="*/ 1352934 w 1886469"/>
                <a:gd name="csY9854" fmla="*/ 1645325 h 2454076"/>
                <a:gd name="csX9855" fmla="*/ 1351397 w 1886469"/>
                <a:gd name="csY9855" fmla="*/ 1647570 h 2454076"/>
                <a:gd name="csX9856" fmla="*/ 1346809 w 1886469"/>
                <a:gd name="csY9856" fmla="*/ 1646778 h 2454076"/>
                <a:gd name="csX9857" fmla="*/ 1346185 w 1886469"/>
                <a:gd name="csY9857" fmla="*/ 1646093 h 2454076"/>
                <a:gd name="csX9858" fmla="*/ 1346018 w 1886469"/>
                <a:gd name="csY9858" fmla="*/ 1645272 h 2454076"/>
                <a:gd name="csX9859" fmla="*/ 1346756 w 1886469"/>
                <a:gd name="csY9859" fmla="*/ 1644207 h 2454076"/>
                <a:gd name="csX9860" fmla="*/ 1351466 w 1886469"/>
                <a:gd name="csY9860" fmla="*/ 1643195 h 2454076"/>
                <a:gd name="csX9861" fmla="*/ 1353467 w 1886469"/>
                <a:gd name="csY9861" fmla="*/ 1643118 h 2454076"/>
                <a:gd name="csX9862" fmla="*/ 1354486 w 1886469"/>
                <a:gd name="csY9862" fmla="*/ 1643453 h 2454076"/>
                <a:gd name="csX9863" fmla="*/ 1354608 w 1886469"/>
                <a:gd name="csY9863" fmla="*/ 1643857 h 2454076"/>
                <a:gd name="csX9864" fmla="*/ 1352934 w 1886469"/>
                <a:gd name="csY9864" fmla="*/ 1645325 h 2454076"/>
                <a:gd name="csX9865" fmla="*/ 1373531 w 1886469"/>
                <a:gd name="csY9865" fmla="*/ 1674093 h 2454076"/>
                <a:gd name="csX9866" fmla="*/ 1371279 w 1886469"/>
                <a:gd name="csY9866" fmla="*/ 1674565 h 2454076"/>
                <a:gd name="csX9867" fmla="*/ 1368319 w 1886469"/>
                <a:gd name="csY9867" fmla="*/ 1673499 h 2454076"/>
                <a:gd name="csX9868" fmla="*/ 1365427 w 1886469"/>
                <a:gd name="csY9868" fmla="*/ 1671430 h 2454076"/>
                <a:gd name="csX9869" fmla="*/ 1358861 w 1886469"/>
                <a:gd name="csY9869" fmla="*/ 1664803 h 2454076"/>
                <a:gd name="csX9870" fmla="*/ 1363792 w 1886469"/>
                <a:gd name="csY9870" fmla="*/ 1660306 h 2454076"/>
                <a:gd name="csX9871" fmla="*/ 1371697 w 1886469"/>
                <a:gd name="csY9871" fmla="*/ 1665518 h 2454076"/>
                <a:gd name="csX9872" fmla="*/ 1374071 w 1886469"/>
                <a:gd name="csY9872" fmla="*/ 1668866 h 2454076"/>
                <a:gd name="csX9873" fmla="*/ 1373531 w 1886469"/>
                <a:gd name="csY9873" fmla="*/ 1674093 h 2454076"/>
                <a:gd name="csX9874" fmla="*/ 1347928 w 1886469"/>
                <a:gd name="csY9874" fmla="*/ 1670441 h 2454076"/>
                <a:gd name="csX9875" fmla="*/ 1349731 w 1886469"/>
                <a:gd name="csY9875" fmla="*/ 1672480 h 2454076"/>
                <a:gd name="csX9876" fmla="*/ 1351618 w 1886469"/>
                <a:gd name="csY9876" fmla="*/ 1672335 h 2454076"/>
                <a:gd name="csX9877" fmla="*/ 1352660 w 1886469"/>
                <a:gd name="csY9877" fmla="*/ 1673994 h 2454076"/>
                <a:gd name="csX9878" fmla="*/ 1355148 w 1886469"/>
                <a:gd name="csY9878" fmla="*/ 1679168 h 2454076"/>
                <a:gd name="csX9879" fmla="*/ 1355384 w 1886469"/>
                <a:gd name="csY9879" fmla="*/ 1680028 h 2454076"/>
                <a:gd name="csX9880" fmla="*/ 1355270 w 1886469"/>
                <a:gd name="csY9880" fmla="*/ 1681701 h 2454076"/>
                <a:gd name="csX9881" fmla="*/ 1353961 w 1886469"/>
                <a:gd name="csY9881" fmla="*/ 1683840 h 2454076"/>
                <a:gd name="csX9882" fmla="*/ 1352600 w 1886469"/>
                <a:gd name="csY9882" fmla="*/ 1684966 h 2454076"/>
                <a:gd name="csX9883" fmla="*/ 1349746 w 1886469"/>
                <a:gd name="csY9883" fmla="*/ 1686617 h 2454076"/>
                <a:gd name="csX9884" fmla="*/ 1346520 w 1886469"/>
                <a:gd name="csY9884" fmla="*/ 1687332 h 2454076"/>
                <a:gd name="csX9885" fmla="*/ 1344770 w 1886469"/>
                <a:gd name="csY9885" fmla="*/ 1686175 h 2454076"/>
                <a:gd name="csX9886" fmla="*/ 1339825 w 1886469"/>
                <a:gd name="csY9886" fmla="*/ 1681405 h 2454076"/>
                <a:gd name="csX9887" fmla="*/ 1335282 w 1886469"/>
                <a:gd name="csY9887" fmla="*/ 1675805 h 2454076"/>
                <a:gd name="csX9888" fmla="*/ 1333829 w 1886469"/>
                <a:gd name="csY9888" fmla="*/ 1672670 h 2454076"/>
                <a:gd name="csX9889" fmla="*/ 1334461 w 1886469"/>
                <a:gd name="csY9889" fmla="*/ 1671369 h 2454076"/>
                <a:gd name="csX9890" fmla="*/ 1336386 w 1886469"/>
                <a:gd name="csY9890" fmla="*/ 1670464 h 2454076"/>
                <a:gd name="csX9891" fmla="*/ 1340281 w 1886469"/>
                <a:gd name="csY9891" fmla="*/ 1669528 h 2454076"/>
                <a:gd name="csX9892" fmla="*/ 1346710 w 1886469"/>
                <a:gd name="csY9892" fmla="*/ 1670038 h 2454076"/>
                <a:gd name="csX9893" fmla="*/ 1347928 w 1886469"/>
                <a:gd name="csY9893" fmla="*/ 1670441 h 2454076"/>
                <a:gd name="csX9894" fmla="*/ 1259866 w 1886469"/>
                <a:gd name="csY9894" fmla="*/ 1694872 h 2454076"/>
                <a:gd name="csX9895" fmla="*/ 1260718 w 1886469"/>
                <a:gd name="csY9895" fmla="*/ 1696181 h 2454076"/>
                <a:gd name="csX9896" fmla="*/ 1260977 w 1886469"/>
                <a:gd name="csY9896" fmla="*/ 1698159 h 2454076"/>
                <a:gd name="csX9897" fmla="*/ 1260642 w 1886469"/>
                <a:gd name="csY9897" fmla="*/ 1700791 h 2454076"/>
                <a:gd name="csX9898" fmla="*/ 1260095 w 1886469"/>
                <a:gd name="csY9898" fmla="*/ 1703188 h 2454076"/>
                <a:gd name="csX9899" fmla="*/ 1259334 w 1886469"/>
                <a:gd name="csY9899" fmla="*/ 1705341 h 2454076"/>
                <a:gd name="csX9900" fmla="*/ 1257454 w 1886469"/>
                <a:gd name="csY9900" fmla="*/ 1708963 h 2454076"/>
                <a:gd name="csX9901" fmla="*/ 1251596 w 1886469"/>
                <a:gd name="csY9901" fmla="*/ 1715133 h 2454076"/>
                <a:gd name="csX9902" fmla="*/ 1249397 w 1886469"/>
                <a:gd name="csY9902" fmla="*/ 1718474 h 2454076"/>
                <a:gd name="csX9903" fmla="*/ 1247746 w 1886469"/>
                <a:gd name="csY9903" fmla="*/ 1720475 h 2454076"/>
                <a:gd name="csX9904" fmla="*/ 1238189 w 1886469"/>
                <a:gd name="csY9904" fmla="*/ 1729346 h 2454076"/>
                <a:gd name="csX9905" fmla="*/ 1237003 w 1886469"/>
                <a:gd name="csY9905" fmla="*/ 1729780 h 2454076"/>
                <a:gd name="csX9906" fmla="*/ 1235755 w 1886469"/>
                <a:gd name="csY9906" fmla="*/ 1729613 h 2454076"/>
                <a:gd name="csX9907" fmla="*/ 1233137 w 1886469"/>
                <a:gd name="csY9907" fmla="*/ 1728296 h 2454076"/>
                <a:gd name="csX9908" fmla="*/ 1230482 w 1886469"/>
                <a:gd name="csY9908" fmla="*/ 1728060 h 2454076"/>
                <a:gd name="csX9909" fmla="*/ 1223604 w 1886469"/>
                <a:gd name="csY9909" fmla="*/ 1731621 h 2454076"/>
                <a:gd name="csX9910" fmla="*/ 1223269 w 1886469"/>
                <a:gd name="csY9910" fmla="*/ 1731013 h 2454076"/>
                <a:gd name="csX9911" fmla="*/ 1222965 w 1886469"/>
                <a:gd name="csY9911" fmla="*/ 1727185 h 2454076"/>
                <a:gd name="csX9912" fmla="*/ 1222272 w 1886469"/>
                <a:gd name="csY9912" fmla="*/ 1725063 h 2454076"/>
                <a:gd name="csX9913" fmla="*/ 1219237 w 1886469"/>
                <a:gd name="csY9913" fmla="*/ 1720520 h 2454076"/>
                <a:gd name="csX9914" fmla="*/ 1219039 w 1886469"/>
                <a:gd name="csY9914" fmla="*/ 1719455 h 2454076"/>
                <a:gd name="csX9915" fmla="*/ 1219077 w 1886469"/>
                <a:gd name="csY9915" fmla="*/ 1718131 h 2454076"/>
                <a:gd name="csX9916" fmla="*/ 1219320 w 1886469"/>
                <a:gd name="csY9916" fmla="*/ 1717104 h 2454076"/>
                <a:gd name="csX9917" fmla="*/ 1222744 w 1886469"/>
                <a:gd name="csY9917" fmla="*/ 1712836 h 2454076"/>
                <a:gd name="csX9918" fmla="*/ 1230490 w 1886469"/>
                <a:gd name="csY9918" fmla="*/ 1697185 h 2454076"/>
                <a:gd name="csX9919" fmla="*/ 1232346 w 1886469"/>
                <a:gd name="csY9919" fmla="*/ 1696409 h 2454076"/>
                <a:gd name="csX9920" fmla="*/ 1236158 w 1886469"/>
                <a:gd name="csY9920" fmla="*/ 1698159 h 2454076"/>
                <a:gd name="csX9921" fmla="*/ 1237969 w 1886469"/>
                <a:gd name="csY9921" fmla="*/ 1698722 h 2454076"/>
                <a:gd name="csX9922" fmla="*/ 1239262 w 1886469"/>
                <a:gd name="csY9922" fmla="*/ 1698638 h 2454076"/>
                <a:gd name="csX9923" fmla="*/ 1244801 w 1886469"/>
                <a:gd name="csY9923" fmla="*/ 1695328 h 2454076"/>
                <a:gd name="csX9924" fmla="*/ 1250066 w 1886469"/>
                <a:gd name="csY9924" fmla="*/ 1695724 h 2454076"/>
                <a:gd name="csX9925" fmla="*/ 1254867 w 1886469"/>
                <a:gd name="csY9925" fmla="*/ 1693784 h 2454076"/>
                <a:gd name="csX9926" fmla="*/ 1257120 w 1886469"/>
                <a:gd name="csY9926" fmla="*/ 1693776 h 2454076"/>
                <a:gd name="csX9927" fmla="*/ 1258862 w 1886469"/>
                <a:gd name="csY9927" fmla="*/ 1694111 h 2454076"/>
                <a:gd name="csX9928" fmla="*/ 1259866 w 1886469"/>
                <a:gd name="csY9928" fmla="*/ 1694872 h 2454076"/>
                <a:gd name="csX9929" fmla="*/ 1508918 w 1886469"/>
                <a:gd name="csY9929" fmla="*/ 1713756 h 2454076"/>
                <a:gd name="csX9930" fmla="*/ 1507441 w 1886469"/>
                <a:gd name="csY9930" fmla="*/ 1713939 h 2454076"/>
                <a:gd name="csX9931" fmla="*/ 1504558 w 1886469"/>
                <a:gd name="csY9931" fmla="*/ 1713589 h 2454076"/>
                <a:gd name="csX9932" fmla="*/ 1501461 w 1886469"/>
                <a:gd name="csY9932" fmla="*/ 1712630 h 2454076"/>
                <a:gd name="csX9933" fmla="*/ 1499764 w 1886469"/>
                <a:gd name="csY9933" fmla="*/ 1711535 h 2454076"/>
                <a:gd name="csX9934" fmla="*/ 1498235 w 1886469"/>
                <a:gd name="csY9934" fmla="*/ 1709153 h 2454076"/>
                <a:gd name="csX9935" fmla="*/ 1497938 w 1886469"/>
                <a:gd name="csY9935" fmla="*/ 1706543 h 2454076"/>
                <a:gd name="csX9936" fmla="*/ 1495062 w 1886469"/>
                <a:gd name="csY9936" fmla="*/ 1702655 h 2454076"/>
                <a:gd name="csX9937" fmla="*/ 1491844 w 1886469"/>
                <a:gd name="csY9937" fmla="*/ 1701347 h 2454076"/>
                <a:gd name="csX9938" fmla="*/ 1490071 w 1886469"/>
                <a:gd name="csY9938" fmla="*/ 1698638 h 2454076"/>
                <a:gd name="csX9939" fmla="*/ 1491890 w 1886469"/>
                <a:gd name="csY9939" fmla="*/ 1698448 h 2454076"/>
                <a:gd name="csX9940" fmla="*/ 1494476 w 1886469"/>
                <a:gd name="csY9940" fmla="*/ 1699041 h 2454076"/>
                <a:gd name="csX9941" fmla="*/ 1498304 w 1886469"/>
                <a:gd name="csY9941" fmla="*/ 1700221 h 2454076"/>
                <a:gd name="csX9942" fmla="*/ 1501727 w 1886469"/>
                <a:gd name="csY9942" fmla="*/ 1701765 h 2454076"/>
                <a:gd name="csX9943" fmla="*/ 1506673 w 1886469"/>
                <a:gd name="csY9943" fmla="*/ 1705181 h 2454076"/>
                <a:gd name="csX9944" fmla="*/ 1508286 w 1886469"/>
                <a:gd name="csY9944" fmla="*/ 1708339 h 2454076"/>
                <a:gd name="csX9945" fmla="*/ 1509891 w 1886469"/>
                <a:gd name="csY9945" fmla="*/ 1710652 h 2454076"/>
                <a:gd name="csX9946" fmla="*/ 1510379 w 1886469"/>
                <a:gd name="csY9946" fmla="*/ 1712402 h 2454076"/>
                <a:gd name="csX9947" fmla="*/ 1509952 w 1886469"/>
                <a:gd name="csY9947" fmla="*/ 1713170 h 2454076"/>
                <a:gd name="csX9948" fmla="*/ 1508918 w 1886469"/>
                <a:gd name="csY9948" fmla="*/ 1713756 h 2454076"/>
                <a:gd name="csX9949" fmla="*/ 1430694 w 1886469"/>
                <a:gd name="csY9949" fmla="*/ 1710530 h 2454076"/>
                <a:gd name="csX9950" fmla="*/ 1429560 w 1886469"/>
                <a:gd name="csY9950" fmla="*/ 1710934 h 2454076"/>
                <a:gd name="csX9951" fmla="*/ 1425292 w 1886469"/>
                <a:gd name="csY9951" fmla="*/ 1710363 h 2454076"/>
                <a:gd name="csX9952" fmla="*/ 1420042 w 1886469"/>
                <a:gd name="csY9952" fmla="*/ 1708187 h 2454076"/>
                <a:gd name="csX9953" fmla="*/ 1417333 w 1886469"/>
                <a:gd name="csY9953" fmla="*/ 1706140 h 2454076"/>
                <a:gd name="csX9954" fmla="*/ 1417470 w 1886469"/>
                <a:gd name="csY9954" fmla="*/ 1705509 h 2454076"/>
                <a:gd name="csX9955" fmla="*/ 1418665 w 1886469"/>
                <a:gd name="csY9955" fmla="*/ 1705181 h 2454076"/>
                <a:gd name="csX9956" fmla="*/ 1420019 w 1886469"/>
                <a:gd name="csY9956" fmla="*/ 1705501 h 2454076"/>
                <a:gd name="csX9957" fmla="*/ 1422286 w 1886469"/>
                <a:gd name="csY9957" fmla="*/ 1706932 h 2454076"/>
                <a:gd name="csX9958" fmla="*/ 1428389 w 1886469"/>
                <a:gd name="csY9958" fmla="*/ 1707654 h 2454076"/>
                <a:gd name="csX9959" fmla="*/ 1430352 w 1886469"/>
                <a:gd name="csY9959" fmla="*/ 1708476 h 2454076"/>
                <a:gd name="csX9960" fmla="*/ 1430968 w 1886469"/>
                <a:gd name="csY9960" fmla="*/ 1709709 h 2454076"/>
                <a:gd name="csX9961" fmla="*/ 1430694 w 1886469"/>
                <a:gd name="csY9961" fmla="*/ 1710530 h 2454076"/>
                <a:gd name="csX9962" fmla="*/ 1626645 w 1886469"/>
                <a:gd name="csY9962" fmla="*/ 1713292 h 2454076"/>
                <a:gd name="csX9963" fmla="*/ 1630746 w 1886469"/>
                <a:gd name="csY9963" fmla="*/ 1713787 h 2454076"/>
                <a:gd name="csX9964" fmla="*/ 1633234 w 1886469"/>
                <a:gd name="csY9964" fmla="*/ 1713612 h 2454076"/>
                <a:gd name="csX9965" fmla="*/ 1634307 w 1886469"/>
                <a:gd name="csY9965" fmla="*/ 1714342 h 2454076"/>
                <a:gd name="csX9966" fmla="*/ 1635311 w 1886469"/>
                <a:gd name="csY9966" fmla="*/ 1716587 h 2454076"/>
                <a:gd name="csX9967" fmla="*/ 1634025 w 1886469"/>
                <a:gd name="csY9967" fmla="*/ 1719790 h 2454076"/>
                <a:gd name="csX9968" fmla="*/ 1632572 w 1886469"/>
                <a:gd name="csY9968" fmla="*/ 1721015 h 2454076"/>
                <a:gd name="csX9969" fmla="*/ 1630198 w 1886469"/>
                <a:gd name="csY9969" fmla="*/ 1721373 h 2454076"/>
                <a:gd name="csX9970" fmla="*/ 1626356 w 1886469"/>
                <a:gd name="csY9970" fmla="*/ 1720330 h 2454076"/>
                <a:gd name="csX9971" fmla="*/ 1624994 w 1886469"/>
                <a:gd name="csY9971" fmla="*/ 1719645 h 2454076"/>
                <a:gd name="csX9972" fmla="*/ 1623815 w 1886469"/>
                <a:gd name="csY9972" fmla="*/ 1717926 h 2454076"/>
                <a:gd name="csX9973" fmla="*/ 1624362 w 1886469"/>
                <a:gd name="csY9973" fmla="*/ 1716693 h 2454076"/>
                <a:gd name="csX9974" fmla="*/ 1626265 w 1886469"/>
                <a:gd name="csY9974" fmla="*/ 1716267 h 2454076"/>
                <a:gd name="csX9975" fmla="*/ 1626584 w 1886469"/>
                <a:gd name="csY9975" fmla="*/ 1715773 h 2454076"/>
                <a:gd name="csX9976" fmla="*/ 1626097 w 1886469"/>
                <a:gd name="csY9976" fmla="*/ 1714822 h 2454076"/>
                <a:gd name="csX9977" fmla="*/ 1626120 w 1886469"/>
                <a:gd name="csY9977" fmla="*/ 1713992 h 2454076"/>
                <a:gd name="csX9978" fmla="*/ 1626645 w 1886469"/>
                <a:gd name="csY9978" fmla="*/ 1713292 h 2454076"/>
                <a:gd name="csX9979" fmla="*/ 1312297 w 1886469"/>
                <a:gd name="csY9979" fmla="*/ 1720079 h 2454076"/>
                <a:gd name="csX9980" fmla="*/ 1313986 w 1886469"/>
                <a:gd name="csY9980" fmla="*/ 1721334 h 2454076"/>
                <a:gd name="csX9981" fmla="*/ 1316763 w 1886469"/>
                <a:gd name="csY9981" fmla="*/ 1725504 h 2454076"/>
                <a:gd name="csX9982" fmla="*/ 1317821 w 1886469"/>
                <a:gd name="csY9982" fmla="*/ 1727611 h 2454076"/>
                <a:gd name="csX9983" fmla="*/ 1318133 w 1886469"/>
                <a:gd name="csY9983" fmla="*/ 1730434 h 2454076"/>
                <a:gd name="csX9984" fmla="*/ 1317395 w 1886469"/>
                <a:gd name="csY9984" fmla="*/ 1734201 h 2454076"/>
                <a:gd name="csX9985" fmla="*/ 1317022 w 1886469"/>
                <a:gd name="csY9985" fmla="*/ 1737723 h 2454076"/>
                <a:gd name="csX9986" fmla="*/ 1315987 w 1886469"/>
                <a:gd name="csY9986" fmla="*/ 1740371 h 2454076"/>
                <a:gd name="csX9987" fmla="*/ 1314070 w 1886469"/>
                <a:gd name="csY9987" fmla="*/ 1743711 h 2454076"/>
                <a:gd name="csX9988" fmla="*/ 1312365 w 1886469"/>
                <a:gd name="csY9988" fmla="*/ 1747599 h 2454076"/>
                <a:gd name="csX9989" fmla="*/ 1310882 w 1886469"/>
                <a:gd name="csY9989" fmla="*/ 1752035 h 2454076"/>
                <a:gd name="csX9990" fmla="*/ 1309657 w 1886469"/>
                <a:gd name="csY9990" fmla="*/ 1754964 h 2454076"/>
                <a:gd name="csX9991" fmla="*/ 1308683 w 1886469"/>
                <a:gd name="csY9991" fmla="*/ 1756395 h 2454076"/>
                <a:gd name="csX9992" fmla="*/ 1307633 w 1886469"/>
                <a:gd name="csY9992" fmla="*/ 1757140 h 2454076"/>
                <a:gd name="csX9993" fmla="*/ 1306507 w 1886469"/>
                <a:gd name="csY9993" fmla="*/ 1757194 h 2454076"/>
                <a:gd name="csX9994" fmla="*/ 1304795 w 1886469"/>
                <a:gd name="csY9994" fmla="*/ 1755603 h 2454076"/>
                <a:gd name="csX9995" fmla="*/ 1302490 w 1886469"/>
                <a:gd name="csY9995" fmla="*/ 1752347 h 2454076"/>
                <a:gd name="csX9996" fmla="*/ 1300610 w 1886469"/>
                <a:gd name="csY9996" fmla="*/ 1750354 h 2454076"/>
                <a:gd name="csX9997" fmla="*/ 1298198 w 1886469"/>
                <a:gd name="csY9997" fmla="*/ 1748984 h 2454076"/>
                <a:gd name="csX9998" fmla="*/ 1296912 w 1886469"/>
                <a:gd name="csY9998" fmla="*/ 1747135 h 2454076"/>
                <a:gd name="csX9999" fmla="*/ 1296677 w 1886469"/>
                <a:gd name="csY9999" fmla="*/ 1745309 h 2454076"/>
                <a:gd name="csX10000" fmla="*/ 1296593 w 1886469"/>
                <a:gd name="csY10000" fmla="*/ 1739374 h 2454076"/>
                <a:gd name="csX10001" fmla="*/ 1296699 w 1886469"/>
                <a:gd name="csY10001" fmla="*/ 1736415 h 2454076"/>
                <a:gd name="csX10002" fmla="*/ 1297019 w 1886469"/>
                <a:gd name="csY10002" fmla="*/ 1733934 h 2454076"/>
                <a:gd name="csX10003" fmla="*/ 1297559 w 1886469"/>
                <a:gd name="csY10003" fmla="*/ 1731941 h 2454076"/>
                <a:gd name="csX10004" fmla="*/ 1298761 w 1886469"/>
                <a:gd name="csY10004" fmla="*/ 1729194 h 2454076"/>
                <a:gd name="csX10005" fmla="*/ 1302109 w 1886469"/>
                <a:gd name="csY10005" fmla="*/ 1723229 h 2454076"/>
                <a:gd name="csX10006" fmla="*/ 1304133 w 1886469"/>
                <a:gd name="csY10006" fmla="*/ 1720939 h 2454076"/>
                <a:gd name="csX10007" fmla="*/ 1305388 w 1886469"/>
                <a:gd name="csY10007" fmla="*/ 1720406 h 2454076"/>
                <a:gd name="csX10008" fmla="*/ 1308713 w 1886469"/>
                <a:gd name="csY10008" fmla="*/ 1720840 h 2454076"/>
                <a:gd name="csX10009" fmla="*/ 1310060 w 1886469"/>
                <a:gd name="csY10009" fmla="*/ 1720688 h 2454076"/>
                <a:gd name="csX10010" fmla="*/ 1311171 w 1886469"/>
                <a:gd name="csY10010" fmla="*/ 1720003 h 2454076"/>
                <a:gd name="csX10011" fmla="*/ 1312297 w 1886469"/>
                <a:gd name="csY10011" fmla="*/ 1720079 h 2454076"/>
                <a:gd name="csX10012" fmla="*/ 1622232 w 1886469"/>
                <a:gd name="csY10012" fmla="*/ 1744388 h 2454076"/>
                <a:gd name="csX10013" fmla="*/ 1622711 w 1886469"/>
                <a:gd name="csY10013" fmla="*/ 1744784 h 2454076"/>
                <a:gd name="csX10014" fmla="*/ 1623290 w 1886469"/>
                <a:gd name="csY10014" fmla="*/ 1744312 h 2454076"/>
                <a:gd name="csX10015" fmla="*/ 1623731 w 1886469"/>
                <a:gd name="csY10015" fmla="*/ 1744716 h 2454076"/>
                <a:gd name="csX10016" fmla="*/ 1624028 w 1886469"/>
                <a:gd name="csY10016" fmla="*/ 1745994 h 2454076"/>
                <a:gd name="csX10017" fmla="*/ 1624514 w 1886469"/>
                <a:gd name="csY10017" fmla="*/ 1746876 h 2454076"/>
                <a:gd name="csX10018" fmla="*/ 1625762 w 1886469"/>
                <a:gd name="csY10018" fmla="*/ 1748033 h 2454076"/>
                <a:gd name="csX10019" fmla="*/ 1626181 w 1886469"/>
                <a:gd name="csY10019" fmla="*/ 1748855 h 2454076"/>
                <a:gd name="csX10020" fmla="*/ 1626151 w 1886469"/>
                <a:gd name="csY10020" fmla="*/ 1749684 h 2454076"/>
                <a:gd name="csX10021" fmla="*/ 1625093 w 1886469"/>
                <a:gd name="csY10021" fmla="*/ 1750955 h 2454076"/>
                <a:gd name="csX10022" fmla="*/ 1624431 w 1886469"/>
                <a:gd name="csY10022" fmla="*/ 1750985 h 2454076"/>
                <a:gd name="csX10023" fmla="*/ 1619341 w 1886469"/>
                <a:gd name="csY10023" fmla="*/ 1748048 h 2454076"/>
                <a:gd name="csX10024" fmla="*/ 1617971 w 1886469"/>
                <a:gd name="csY10024" fmla="*/ 1745050 h 2454076"/>
                <a:gd name="csX10025" fmla="*/ 1617857 w 1886469"/>
                <a:gd name="csY10025" fmla="*/ 1743529 h 2454076"/>
                <a:gd name="csX10026" fmla="*/ 1618390 w 1886469"/>
                <a:gd name="csY10026" fmla="*/ 1742136 h 2454076"/>
                <a:gd name="csX10027" fmla="*/ 1619173 w 1886469"/>
                <a:gd name="csY10027" fmla="*/ 1741467 h 2454076"/>
                <a:gd name="csX10028" fmla="*/ 1620208 w 1886469"/>
                <a:gd name="csY10028" fmla="*/ 1741512 h 2454076"/>
                <a:gd name="csX10029" fmla="*/ 1621433 w 1886469"/>
                <a:gd name="csY10029" fmla="*/ 1742250 h 2454076"/>
                <a:gd name="csX10030" fmla="*/ 1622232 w 1886469"/>
                <a:gd name="csY10030" fmla="*/ 1744388 h 2454076"/>
                <a:gd name="csX10031" fmla="*/ 1024054 w 1886469"/>
                <a:gd name="csY10031" fmla="*/ 1745971 h 2454076"/>
                <a:gd name="csX10032" fmla="*/ 1023179 w 1886469"/>
                <a:gd name="csY10032" fmla="*/ 1746077 h 2454076"/>
                <a:gd name="csX10033" fmla="*/ 1021224 w 1886469"/>
                <a:gd name="csY10033" fmla="*/ 1743772 h 2454076"/>
                <a:gd name="csX10034" fmla="*/ 1020790 w 1886469"/>
                <a:gd name="csY10034" fmla="*/ 1742600 h 2454076"/>
                <a:gd name="csX10035" fmla="*/ 1023369 w 1886469"/>
                <a:gd name="csY10035" fmla="*/ 1741855 h 2454076"/>
                <a:gd name="csX10036" fmla="*/ 1025134 w 1886469"/>
                <a:gd name="csY10036" fmla="*/ 1743909 h 2454076"/>
                <a:gd name="csX10037" fmla="*/ 1024982 w 1886469"/>
                <a:gd name="csY10037" fmla="*/ 1744913 h 2454076"/>
                <a:gd name="csX10038" fmla="*/ 1024054 w 1886469"/>
                <a:gd name="csY10038" fmla="*/ 1745971 h 2454076"/>
                <a:gd name="csX10039" fmla="*/ 1626462 w 1886469"/>
                <a:gd name="csY10039" fmla="*/ 1767404 h 2454076"/>
                <a:gd name="csX10040" fmla="*/ 1625945 w 1886469"/>
                <a:gd name="csY10040" fmla="*/ 1767922 h 2454076"/>
                <a:gd name="csX10041" fmla="*/ 1625458 w 1886469"/>
                <a:gd name="csY10041" fmla="*/ 1767800 h 2454076"/>
                <a:gd name="csX10042" fmla="*/ 1623868 w 1886469"/>
                <a:gd name="csY10042" fmla="*/ 1765426 h 2454076"/>
                <a:gd name="csX10043" fmla="*/ 1621730 w 1886469"/>
                <a:gd name="csY10043" fmla="*/ 1764467 h 2454076"/>
                <a:gd name="csX10044" fmla="*/ 1620938 w 1886469"/>
                <a:gd name="csY10044" fmla="*/ 1763532 h 2454076"/>
                <a:gd name="csX10045" fmla="*/ 1614479 w 1886469"/>
                <a:gd name="csY10045" fmla="*/ 1758616 h 2454076"/>
                <a:gd name="csX10046" fmla="*/ 1613779 w 1886469"/>
                <a:gd name="csY10046" fmla="*/ 1756463 h 2454076"/>
                <a:gd name="csX10047" fmla="*/ 1613665 w 1886469"/>
                <a:gd name="csY10047" fmla="*/ 1754736 h 2454076"/>
                <a:gd name="csX10048" fmla="*/ 1615810 w 1886469"/>
                <a:gd name="csY10048" fmla="*/ 1753892 h 2454076"/>
                <a:gd name="csX10049" fmla="*/ 1620117 w 1886469"/>
                <a:gd name="csY10049" fmla="*/ 1753108 h 2454076"/>
                <a:gd name="csX10050" fmla="*/ 1623860 w 1886469"/>
                <a:gd name="csY10050" fmla="*/ 1753131 h 2454076"/>
                <a:gd name="csX10051" fmla="*/ 1627375 w 1886469"/>
                <a:gd name="csY10051" fmla="*/ 1754158 h 2454076"/>
                <a:gd name="csX10052" fmla="*/ 1628091 w 1886469"/>
                <a:gd name="csY10052" fmla="*/ 1755261 h 2454076"/>
                <a:gd name="csX10053" fmla="*/ 1629939 w 1886469"/>
                <a:gd name="csY10053" fmla="*/ 1757262 h 2454076"/>
                <a:gd name="csX10054" fmla="*/ 1629483 w 1886469"/>
                <a:gd name="csY10054" fmla="*/ 1759666 h 2454076"/>
                <a:gd name="csX10055" fmla="*/ 1629369 w 1886469"/>
                <a:gd name="csY10055" fmla="*/ 1762695 h 2454076"/>
                <a:gd name="csX10056" fmla="*/ 1628600 w 1886469"/>
                <a:gd name="csY10056" fmla="*/ 1764171 h 2454076"/>
                <a:gd name="csX10057" fmla="*/ 1627421 w 1886469"/>
                <a:gd name="csY10057" fmla="*/ 1765289 h 2454076"/>
                <a:gd name="csX10058" fmla="*/ 1626462 w 1886469"/>
                <a:gd name="csY10058" fmla="*/ 1767404 h 2454076"/>
                <a:gd name="csX10059" fmla="*/ 1333943 w 1886469"/>
                <a:gd name="csY10059" fmla="*/ 1795480 h 2454076"/>
                <a:gd name="csX10060" fmla="*/ 1331014 w 1886469"/>
                <a:gd name="csY10060" fmla="*/ 1795990 h 2454076"/>
                <a:gd name="csX10061" fmla="*/ 1331006 w 1886469"/>
                <a:gd name="csY10061" fmla="*/ 1795358 h 2454076"/>
                <a:gd name="csX10062" fmla="*/ 1332231 w 1886469"/>
                <a:gd name="csY10062" fmla="*/ 1793570 h 2454076"/>
                <a:gd name="csX10063" fmla="*/ 1336766 w 1886469"/>
                <a:gd name="csY10063" fmla="*/ 1792003 h 2454076"/>
                <a:gd name="csX10064" fmla="*/ 1340137 w 1886469"/>
                <a:gd name="csY10064" fmla="*/ 1791539 h 2454076"/>
                <a:gd name="csX10065" fmla="*/ 1339345 w 1886469"/>
                <a:gd name="csY10065" fmla="*/ 1793060 h 2454076"/>
                <a:gd name="csX10066" fmla="*/ 1337344 w 1886469"/>
                <a:gd name="csY10066" fmla="*/ 1794263 h 2454076"/>
                <a:gd name="csX10067" fmla="*/ 1333943 w 1886469"/>
                <a:gd name="csY10067" fmla="*/ 1795480 h 2454076"/>
                <a:gd name="csX10068" fmla="*/ 1553831 w 1886469"/>
                <a:gd name="csY10068" fmla="*/ 1816578 h 2454076"/>
                <a:gd name="csX10069" fmla="*/ 1551906 w 1886469"/>
                <a:gd name="csY10069" fmla="*/ 1816921 h 2454076"/>
                <a:gd name="csX10070" fmla="*/ 1551031 w 1886469"/>
                <a:gd name="csY10070" fmla="*/ 1816008 h 2454076"/>
                <a:gd name="csX10071" fmla="*/ 1550978 w 1886469"/>
                <a:gd name="csY10071" fmla="*/ 1813398 h 2454076"/>
                <a:gd name="csX10072" fmla="*/ 1551609 w 1886469"/>
                <a:gd name="csY10072" fmla="*/ 1811420 h 2454076"/>
                <a:gd name="csX10073" fmla="*/ 1553823 w 1886469"/>
                <a:gd name="csY10073" fmla="*/ 1807319 h 2454076"/>
                <a:gd name="csX10074" fmla="*/ 1555809 w 1886469"/>
                <a:gd name="csY10074" fmla="*/ 1802716 h 2454076"/>
                <a:gd name="csX10075" fmla="*/ 1556966 w 1886469"/>
                <a:gd name="csY10075" fmla="*/ 1801597 h 2454076"/>
                <a:gd name="csX10076" fmla="*/ 1559302 w 1886469"/>
                <a:gd name="csY10076" fmla="*/ 1802358 h 2454076"/>
                <a:gd name="csX10077" fmla="*/ 1560663 w 1886469"/>
                <a:gd name="csY10077" fmla="*/ 1803682 h 2454076"/>
                <a:gd name="csX10078" fmla="*/ 1562086 w 1886469"/>
                <a:gd name="csY10078" fmla="*/ 1805896 h 2454076"/>
                <a:gd name="csX10079" fmla="*/ 1562703 w 1886469"/>
                <a:gd name="csY10079" fmla="*/ 1807593 h 2454076"/>
                <a:gd name="csX10080" fmla="*/ 1562162 w 1886469"/>
                <a:gd name="csY10080" fmla="*/ 1810096 h 2454076"/>
                <a:gd name="csX10081" fmla="*/ 1560496 w 1886469"/>
                <a:gd name="csY10081" fmla="*/ 1812325 h 2454076"/>
                <a:gd name="csX10082" fmla="*/ 1558571 w 1886469"/>
                <a:gd name="csY10082" fmla="*/ 1813847 h 2454076"/>
                <a:gd name="csX10083" fmla="*/ 1553831 w 1886469"/>
                <a:gd name="csY10083" fmla="*/ 1816578 h 2454076"/>
                <a:gd name="csX10084" fmla="*/ 1635547 w 1886469"/>
                <a:gd name="csY10084" fmla="*/ 1811154 h 2454076"/>
                <a:gd name="csX10085" fmla="*/ 1634801 w 1886469"/>
                <a:gd name="csY10085" fmla="*/ 1814136 h 2454076"/>
                <a:gd name="csX10086" fmla="*/ 1632321 w 1886469"/>
                <a:gd name="csY10086" fmla="*/ 1813040 h 2454076"/>
                <a:gd name="csX10087" fmla="*/ 1628479 w 1886469"/>
                <a:gd name="csY10087" fmla="*/ 1810788 h 2454076"/>
                <a:gd name="csX10088" fmla="*/ 1626965 w 1886469"/>
                <a:gd name="csY10088" fmla="*/ 1809289 h 2454076"/>
                <a:gd name="csX10089" fmla="*/ 1626432 w 1886469"/>
                <a:gd name="csY10089" fmla="*/ 1807646 h 2454076"/>
                <a:gd name="csX10090" fmla="*/ 1626379 w 1886469"/>
                <a:gd name="csY10090" fmla="*/ 1805371 h 2454076"/>
                <a:gd name="csX10091" fmla="*/ 1627528 w 1886469"/>
                <a:gd name="csY10091" fmla="*/ 1804998 h 2454076"/>
                <a:gd name="csX10092" fmla="*/ 1630434 w 1886469"/>
                <a:gd name="csY10092" fmla="*/ 1804785 h 2454076"/>
                <a:gd name="csX10093" fmla="*/ 1632861 w 1886469"/>
                <a:gd name="csY10093" fmla="*/ 1807950 h 2454076"/>
                <a:gd name="csX10094" fmla="*/ 1633561 w 1886469"/>
                <a:gd name="csY10094" fmla="*/ 1808437 h 2454076"/>
                <a:gd name="csX10095" fmla="*/ 1635547 w 1886469"/>
                <a:gd name="csY10095" fmla="*/ 1811154 h 2454076"/>
                <a:gd name="csX10096" fmla="*/ 1301211 w 1886469"/>
                <a:gd name="csY10096" fmla="*/ 1836627 h 2454076"/>
                <a:gd name="csX10097" fmla="*/ 1299012 w 1886469"/>
                <a:gd name="csY10097" fmla="*/ 1836924 h 2454076"/>
                <a:gd name="csX10098" fmla="*/ 1299971 w 1886469"/>
                <a:gd name="csY10098" fmla="*/ 1834405 h 2454076"/>
                <a:gd name="csX10099" fmla="*/ 1300793 w 1886469"/>
                <a:gd name="csY10099" fmla="*/ 1833188 h 2454076"/>
                <a:gd name="csX10100" fmla="*/ 1301698 w 1886469"/>
                <a:gd name="csY10100" fmla="*/ 1832412 h 2454076"/>
                <a:gd name="csX10101" fmla="*/ 1303524 w 1886469"/>
                <a:gd name="csY10101" fmla="*/ 1832123 h 2454076"/>
                <a:gd name="csX10102" fmla="*/ 1304742 w 1886469"/>
                <a:gd name="csY10102" fmla="*/ 1833135 h 2454076"/>
                <a:gd name="csX10103" fmla="*/ 1303654 w 1886469"/>
                <a:gd name="csY10103" fmla="*/ 1834968 h 2454076"/>
                <a:gd name="csX10104" fmla="*/ 1301211 w 1886469"/>
                <a:gd name="csY10104" fmla="*/ 1836627 h 2454076"/>
                <a:gd name="csX10105" fmla="*/ 1296494 w 1886469"/>
                <a:gd name="csY10105" fmla="*/ 1842828 h 2454076"/>
                <a:gd name="csX10106" fmla="*/ 1295809 w 1886469"/>
                <a:gd name="csY10106" fmla="*/ 1842957 h 2454076"/>
                <a:gd name="csX10107" fmla="*/ 1295649 w 1886469"/>
                <a:gd name="csY10107" fmla="*/ 1842447 h 2454076"/>
                <a:gd name="csX10108" fmla="*/ 1296197 w 1886469"/>
                <a:gd name="csY10108" fmla="*/ 1840720 h 2454076"/>
                <a:gd name="csX10109" fmla="*/ 1297103 w 1886469"/>
                <a:gd name="csY10109" fmla="*/ 1840515 h 2454076"/>
                <a:gd name="csX10110" fmla="*/ 1298099 w 1886469"/>
                <a:gd name="csY10110" fmla="*/ 1838590 h 2454076"/>
                <a:gd name="csX10111" fmla="*/ 1299012 w 1886469"/>
                <a:gd name="csY10111" fmla="*/ 1839260 h 2454076"/>
                <a:gd name="csX10112" fmla="*/ 1298678 w 1886469"/>
                <a:gd name="csY10112" fmla="*/ 1840332 h 2454076"/>
                <a:gd name="csX10113" fmla="*/ 1297445 w 1886469"/>
                <a:gd name="csY10113" fmla="*/ 1841961 h 2454076"/>
                <a:gd name="csX10114" fmla="*/ 1296494 w 1886469"/>
                <a:gd name="csY10114" fmla="*/ 1842828 h 2454076"/>
                <a:gd name="csX10115" fmla="*/ 1534056 w 1886469"/>
                <a:gd name="csY10115" fmla="*/ 1867229 h 2454076"/>
                <a:gd name="csX10116" fmla="*/ 1532763 w 1886469"/>
                <a:gd name="csY10116" fmla="*/ 1870234 h 2454076"/>
                <a:gd name="csX10117" fmla="*/ 1531036 w 1886469"/>
                <a:gd name="csY10117" fmla="*/ 1869861 h 2454076"/>
                <a:gd name="csX10118" fmla="*/ 1530412 w 1886469"/>
                <a:gd name="csY10118" fmla="*/ 1870485 h 2454076"/>
                <a:gd name="csX10119" fmla="*/ 1529940 w 1886469"/>
                <a:gd name="csY10119" fmla="*/ 1870515 h 2454076"/>
                <a:gd name="csX10120" fmla="*/ 1530724 w 1886469"/>
                <a:gd name="csY10120" fmla="*/ 1867693 h 2454076"/>
                <a:gd name="csX10121" fmla="*/ 1530830 w 1886469"/>
                <a:gd name="csY10121" fmla="*/ 1865790 h 2454076"/>
                <a:gd name="csX10122" fmla="*/ 1530435 w 1886469"/>
                <a:gd name="csY10122" fmla="*/ 1863866 h 2454076"/>
                <a:gd name="csX10123" fmla="*/ 1531005 w 1886469"/>
                <a:gd name="csY10123" fmla="*/ 1862884 h 2454076"/>
                <a:gd name="csX10124" fmla="*/ 1533311 w 1886469"/>
                <a:gd name="csY10124" fmla="*/ 1862831 h 2454076"/>
                <a:gd name="csX10125" fmla="*/ 1533334 w 1886469"/>
                <a:gd name="csY10125" fmla="*/ 1865045 h 2454076"/>
                <a:gd name="csX10126" fmla="*/ 1533615 w 1886469"/>
                <a:gd name="csY10126" fmla="*/ 1865874 h 2454076"/>
                <a:gd name="csX10127" fmla="*/ 1534155 w 1886469"/>
                <a:gd name="csY10127" fmla="*/ 1866255 h 2454076"/>
                <a:gd name="csX10128" fmla="*/ 1534056 w 1886469"/>
                <a:gd name="csY10128" fmla="*/ 1867229 h 2454076"/>
                <a:gd name="csX10129" fmla="*/ 1308637 w 1886469"/>
                <a:gd name="csY10129" fmla="*/ 1929048 h 2454076"/>
                <a:gd name="csX10130" fmla="*/ 1308303 w 1886469"/>
                <a:gd name="csY10130" fmla="*/ 1929368 h 2454076"/>
                <a:gd name="csX10131" fmla="*/ 1307382 w 1886469"/>
                <a:gd name="csY10131" fmla="*/ 1929086 h 2454076"/>
                <a:gd name="csX10132" fmla="*/ 1307024 w 1886469"/>
                <a:gd name="csY10132" fmla="*/ 1931696 h 2454076"/>
                <a:gd name="csX10133" fmla="*/ 1306674 w 1886469"/>
                <a:gd name="csY10133" fmla="*/ 1931939 h 2454076"/>
                <a:gd name="csX10134" fmla="*/ 1306043 w 1886469"/>
                <a:gd name="csY10134" fmla="*/ 1930334 h 2454076"/>
                <a:gd name="csX10135" fmla="*/ 1306522 w 1886469"/>
                <a:gd name="csY10135" fmla="*/ 1928957 h 2454076"/>
                <a:gd name="csX10136" fmla="*/ 1306454 w 1886469"/>
                <a:gd name="csY10136" fmla="*/ 1928006 h 2454076"/>
                <a:gd name="csX10137" fmla="*/ 1306629 w 1886469"/>
                <a:gd name="csY10137" fmla="*/ 1927306 h 2454076"/>
                <a:gd name="csX10138" fmla="*/ 1307549 w 1886469"/>
                <a:gd name="csY10138" fmla="*/ 1925738 h 2454076"/>
                <a:gd name="csX10139" fmla="*/ 1308089 w 1886469"/>
                <a:gd name="csY10139" fmla="*/ 1925373 h 2454076"/>
                <a:gd name="csX10140" fmla="*/ 1308432 w 1886469"/>
                <a:gd name="csY10140" fmla="*/ 1925510 h 2454076"/>
                <a:gd name="csX10141" fmla="*/ 1308713 w 1886469"/>
                <a:gd name="csY10141" fmla="*/ 1927481 h 2454076"/>
                <a:gd name="csX10142" fmla="*/ 1308637 w 1886469"/>
                <a:gd name="csY10142" fmla="*/ 1929048 h 2454076"/>
                <a:gd name="csX10143" fmla="*/ 1692421 w 1886469"/>
                <a:gd name="csY10143" fmla="*/ 1927496 h 2454076"/>
                <a:gd name="csX10144" fmla="*/ 1694217 w 1886469"/>
                <a:gd name="csY10144" fmla="*/ 1928668 h 2454076"/>
                <a:gd name="csX10145" fmla="*/ 1694688 w 1886469"/>
                <a:gd name="csY10145" fmla="*/ 1932982 h 2454076"/>
                <a:gd name="csX10146" fmla="*/ 1691318 w 1886469"/>
                <a:gd name="csY10146" fmla="*/ 1932731 h 2454076"/>
                <a:gd name="csX10147" fmla="*/ 1687468 w 1886469"/>
                <a:gd name="csY10147" fmla="*/ 1929839 h 2454076"/>
                <a:gd name="csX10148" fmla="*/ 1686707 w 1886469"/>
                <a:gd name="csY10148" fmla="*/ 1927732 h 2454076"/>
                <a:gd name="csX10149" fmla="*/ 1686791 w 1886469"/>
                <a:gd name="csY10149" fmla="*/ 1927367 h 2454076"/>
                <a:gd name="csX10150" fmla="*/ 1687300 w 1886469"/>
                <a:gd name="csY10150" fmla="*/ 1927001 h 2454076"/>
                <a:gd name="csX10151" fmla="*/ 1688274 w 1886469"/>
                <a:gd name="csY10151" fmla="*/ 1927504 h 2454076"/>
                <a:gd name="csX10152" fmla="*/ 1689225 w 1886469"/>
                <a:gd name="csY10152" fmla="*/ 1926743 h 2454076"/>
                <a:gd name="csX10153" fmla="*/ 1690176 w 1886469"/>
                <a:gd name="csY10153" fmla="*/ 1926499 h 2454076"/>
                <a:gd name="csX10154" fmla="*/ 1692421 w 1886469"/>
                <a:gd name="csY10154" fmla="*/ 1927496 h 2454076"/>
                <a:gd name="csX10155" fmla="*/ 1305426 w 1886469"/>
                <a:gd name="csY10155" fmla="*/ 1958151 h 2454076"/>
                <a:gd name="csX10156" fmla="*/ 1304841 w 1886469"/>
                <a:gd name="csY10156" fmla="*/ 1958828 h 2454076"/>
                <a:gd name="csX10157" fmla="*/ 1303791 w 1886469"/>
                <a:gd name="csY10157" fmla="*/ 1958060 h 2454076"/>
                <a:gd name="csX10158" fmla="*/ 1303745 w 1886469"/>
                <a:gd name="csY10158" fmla="*/ 1956104 h 2454076"/>
                <a:gd name="csX10159" fmla="*/ 1304757 w 1886469"/>
                <a:gd name="csY10159" fmla="*/ 1954613 h 2454076"/>
                <a:gd name="csX10160" fmla="*/ 1305556 w 1886469"/>
                <a:gd name="csY10160" fmla="*/ 1954681 h 2454076"/>
                <a:gd name="csX10161" fmla="*/ 1306279 w 1886469"/>
                <a:gd name="csY10161" fmla="*/ 1955473 h 2454076"/>
                <a:gd name="csX10162" fmla="*/ 1306104 w 1886469"/>
                <a:gd name="csY10162" fmla="*/ 1956530 h 2454076"/>
                <a:gd name="csX10163" fmla="*/ 1305426 w 1886469"/>
                <a:gd name="csY10163" fmla="*/ 1958151 h 2454076"/>
                <a:gd name="csX10164" fmla="*/ 1312875 w 1886469"/>
                <a:gd name="csY10164" fmla="*/ 1962731 h 2454076"/>
                <a:gd name="csX10165" fmla="*/ 1312122 w 1886469"/>
                <a:gd name="csY10165" fmla="*/ 1963226 h 2454076"/>
                <a:gd name="csX10166" fmla="*/ 1311612 w 1886469"/>
                <a:gd name="csY10166" fmla="*/ 1963188 h 2454076"/>
                <a:gd name="csX10167" fmla="*/ 1312183 w 1886469"/>
                <a:gd name="csY10167" fmla="*/ 1959749 h 2454076"/>
                <a:gd name="csX10168" fmla="*/ 1311521 w 1886469"/>
                <a:gd name="csY10168" fmla="*/ 1958524 h 2454076"/>
                <a:gd name="csX10169" fmla="*/ 1311483 w 1886469"/>
                <a:gd name="csY10169" fmla="*/ 1957900 h 2454076"/>
                <a:gd name="csX10170" fmla="*/ 1311772 w 1886469"/>
                <a:gd name="csY10170" fmla="*/ 1957329 h 2454076"/>
                <a:gd name="csX10171" fmla="*/ 1312137 w 1886469"/>
                <a:gd name="csY10171" fmla="*/ 1957207 h 2454076"/>
                <a:gd name="csX10172" fmla="*/ 1313027 w 1886469"/>
                <a:gd name="csY10172" fmla="*/ 1958273 h 2454076"/>
                <a:gd name="csX10173" fmla="*/ 1313461 w 1886469"/>
                <a:gd name="csY10173" fmla="*/ 1959384 h 2454076"/>
                <a:gd name="csX10174" fmla="*/ 1313651 w 1886469"/>
                <a:gd name="csY10174" fmla="*/ 1960487 h 2454076"/>
                <a:gd name="csX10175" fmla="*/ 1313598 w 1886469"/>
                <a:gd name="csY10175" fmla="*/ 1961575 h 2454076"/>
                <a:gd name="csX10176" fmla="*/ 1313347 w 1886469"/>
                <a:gd name="csY10176" fmla="*/ 1962320 h 2454076"/>
                <a:gd name="csX10177" fmla="*/ 1312875 w 1886469"/>
                <a:gd name="csY10177" fmla="*/ 1962731 h 2454076"/>
                <a:gd name="csX10178" fmla="*/ 1325315 w 1886469"/>
                <a:gd name="csY10178" fmla="*/ 1977796 h 2454076"/>
                <a:gd name="csX10179" fmla="*/ 1323558 w 1886469"/>
                <a:gd name="csY10179" fmla="*/ 1981669 h 2454076"/>
                <a:gd name="csX10180" fmla="*/ 1322150 w 1886469"/>
                <a:gd name="csY10180" fmla="*/ 1985382 h 2454076"/>
                <a:gd name="csX10181" fmla="*/ 1320195 w 1886469"/>
                <a:gd name="csY10181" fmla="*/ 1992344 h 2454076"/>
                <a:gd name="csX10182" fmla="*/ 1319076 w 1886469"/>
                <a:gd name="csY10182" fmla="*/ 1992595 h 2454076"/>
                <a:gd name="csX10183" fmla="*/ 1318102 w 1886469"/>
                <a:gd name="csY10183" fmla="*/ 1990921 h 2454076"/>
                <a:gd name="csX10184" fmla="*/ 1320910 w 1886469"/>
                <a:gd name="csY10184" fmla="*/ 1982765 h 2454076"/>
                <a:gd name="csX10185" fmla="*/ 1321039 w 1886469"/>
                <a:gd name="csY10185" fmla="*/ 1981851 h 2454076"/>
                <a:gd name="csX10186" fmla="*/ 1320910 w 1886469"/>
                <a:gd name="csY10186" fmla="*/ 1981068 h 2454076"/>
                <a:gd name="csX10187" fmla="*/ 1320058 w 1886469"/>
                <a:gd name="csY10187" fmla="*/ 1979858 h 2454076"/>
                <a:gd name="csX10188" fmla="*/ 1319213 w 1886469"/>
                <a:gd name="csY10188" fmla="*/ 1981251 h 2454076"/>
                <a:gd name="csX10189" fmla="*/ 1315249 w 1886469"/>
                <a:gd name="csY10189" fmla="*/ 1990449 h 2454076"/>
                <a:gd name="csX10190" fmla="*/ 1314222 w 1886469"/>
                <a:gd name="csY10190" fmla="*/ 1991918 h 2454076"/>
                <a:gd name="csX10191" fmla="*/ 1313377 w 1886469"/>
                <a:gd name="csY10191" fmla="*/ 1992732 h 2454076"/>
                <a:gd name="csX10192" fmla="*/ 1312700 w 1886469"/>
                <a:gd name="csY10192" fmla="*/ 1992892 h 2454076"/>
                <a:gd name="csX10193" fmla="*/ 1311011 w 1886469"/>
                <a:gd name="csY10193" fmla="*/ 1992701 h 2454076"/>
                <a:gd name="csX10194" fmla="*/ 1307618 w 1886469"/>
                <a:gd name="csY10194" fmla="*/ 1995319 h 2454076"/>
                <a:gd name="csX10195" fmla="*/ 1313324 w 1886469"/>
                <a:gd name="csY10195" fmla="*/ 1984416 h 2454076"/>
                <a:gd name="csX10196" fmla="*/ 1313385 w 1886469"/>
                <a:gd name="csY10196" fmla="*/ 1983586 h 2454076"/>
                <a:gd name="csX10197" fmla="*/ 1312320 w 1886469"/>
                <a:gd name="csY10197" fmla="*/ 1983076 h 2454076"/>
                <a:gd name="csX10198" fmla="*/ 1311894 w 1886469"/>
                <a:gd name="csY10198" fmla="*/ 1983358 h 2454076"/>
                <a:gd name="csX10199" fmla="*/ 1307268 w 1886469"/>
                <a:gd name="csY10199" fmla="*/ 1990236 h 2454076"/>
                <a:gd name="csX10200" fmla="*/ 1304628 w 1886469"/>
                <a:gd name="csY10200" fmla="*/ 1992876 h 2454076"/>
                <a:gd name="csX10201" fmla="*/ 1302862 w 1886469"/>
                <a:gd name="csY10201" fmla="*/ 1992078 h 2454076"/>
                <a:gd name="csX10202" fmla="*/ 1302413 w 1886469"/>
                <a:gd name="csY10202" fmla="*/ 1991355 h 2454076"/>
                <a:gd name="csX10203" fmla="*/ 1302573 w 1886469"/>
                <a:gd name="csY10203" fmla="*/ 1990556 h 2454076"/>
                <a:gd name="csX10204" fmla="*/ 1307070 w 1886469"/>
                <a:gd name="csY10204" fmla="*/ 1983609 h 2454076"/>
                <a:gd name="csX10205" fmla="*/ 1311209 w 1886469"/>
                <a:gd name="csY10205" fmla="*/ 1978618 h 2454076"/>
                <a:gd name="csX10206" fmla="*/ 1312944 w 1886469"/>
                <a:gd name="csY10206" fmla="*/ 1975468 h 2454076"/>
                <a:gd name="csX10207" fmla="*/ 1313644 w 1886469"/>
                <a:gd name="csY10207" fmla="*/ 1972493 h 2454076"/>
                <a:gd name="csX10208" fmla="*/ 1313956 w 1886469"/>
                <a:gd name="csY10208" fmla="*/ 1970309 h 2454076"/>
                <a:gd name="csX10209" fmla="*/ 1313933 w 1886469"/>
                <a:gd name="csY10209" fmla="*/ 1967913 h 2454076"/>
                <a:gd name="csX10210" fmla="*/ 1314146 w 1886469"/>
                <a:gd name="csY10210" fmla="*/ 1967251 h 2454076"/>
                <a:gd name="csX10211" fmla="*/ 1314382 w 1886469"/>
                <a:gd name="csY10211" fmla="*/ 1967372 h 2454076"/>
                <a:gd name="csX10212" fmla="*/ 1314648 w 1886469"/>
                <a:gd name="csY10212" fmla="*/ 1968278 h 2454076"/>
                <a:gd name="csX10213" fmla="*/ 1314716 w 1886469"/>
                <a:gd name="csY10213" fmla="*/ 1970811 h 2454076"/>
                <a:gd name="csX10214" fmla="*/ 1313773 w 1886469"/>
                <a:gd name="csY10214" fmla="*/ 1975993 h 2454076"/>
                <a:gd name="csX10215" fmla="*/ 1313012 w 1886469"/>
                <a:gd name="csY10215" fmla="*/ 1978534 h 2454076"/>
                <a:gd name="csX10216" fmla="*/ 1312107 w 1886469"/>
                <a:gd name="csY10216" fmla="*/ 1980627 h 2454076"/>
                <a:gd name="csX10217" fmla="*/ 1312487 w 1886469"/>
                <a:gd name="csY10217" fmla="*/ 1981083 h 2454076"/>
                <a:gd name="csX10218" fmla="*/ 1314153 w 1886469"/>
                <a:gd name="csY10218" fmla="*/ 1979896 h 2454076"/>
                <a:gd name="csX10219" fmla="*/ 1315561 w 1886469"/>
                <a:gd name="csY10219" fmla="*/ 1977385 h 2454076"/>
                <a:gd name="csX10220" fmla="*/ 1316695 w 1886469"/>
                <a:gd name="csY10220" fmla="*/ 1973551 h 2454076"/>
                <a:gd name="csX10221" fmla="*/ 1317425 w 1886469"/>
                <a:gd name="csY10221" fmla="*/ 1970210 h 2454076"/>
                <a:gd name="csX10222" fmla="*/ 1318125 w 1886469"/>
                <a:gd name="csY10222" fmla="*/ 1964907 h 2454076"/>
                <a:gd name="csX10223" fmla="*/ 1318361 w 1886469"/>
                <a:gd name="csY10223" fmla="*/ 1965090 h 2454076"/>
                <a:gd name="csX10224" fmla="*/ 1318688 w 1886469"/>
                <a:gd name="csY10224" fmla="*/ 1966147 h 2454076"/>
                <a:gd name="csX10225" fmla="*/ 1319441 w 1886469"/>
                <a:gd name="csY10225" fmla="*/ 1966901 h 2454076"/>
                <a:gd name="csX10226" fmla="*/ 1320621 w 1886469"/>
                <a:gd name="csY10226" fmla="*/ 1967342 h 2454076"/>
                <a:gd name="csX10227" fmla="*/ 1321290 w 1886469"/>
                <a:gd name="csY10227" fmla="*/ 1968019 h 2454076"/>
                <a:gd name="csX10228" fmla="*/ 1321785 w 1886469"/>
                <a:gd name="csY10228" fmla="*/ 1969800 h 2454076"/>
                <a:gd name="csX10229" fmla="*/ 1322264 w 1886469"/>
                <a:gd name="csY10229" fmla="*/ 1970583 h 2454076"/>
                <a:gd name="csX10230" fmla="*/ 1324029 w 1886469"/>
                <a:gd name="csY10230" fmla="*/ 1971245 h 2454076"/>
                <a:gd name="csX10231" fmla="*/ 1324707 w 1886469"/>
                <a:gd name="csY10231" fmla="*/ 1971808 h 2454076"/>
                <a:gd name="csX10232" fmla="*/ 1325194 w 1886469"/>
                <a:gd name="csY10232" fmla="*/ 1973741 h 2454076"/>
                <a:gd name="csX10233" fmla="*/ 1325148 w 1886469"/>
                <a:gd name="csY10233" fmla="*/ 1974760 h 2454076"/>
                <a:gd name="csX10234" fmla="*/ 1325391 w 1886469"/>
                <a:gd name="csY10234" fmla="*/ 1975415 h 2454076"/>
                <a:gd name="csX10235" fmla="*/ 1325916 w 1886469"/>
                <a:gd name="csY10235" fmla="*/ 1975704 h 2454076"/>
                <a:gd name="csX10236" fmla="*/ 1325315 w 1886469"/>
                <a:gd name="csY10236" fmla="*/ 1977796 h 2454076"/>
                <a:gd name="csX10237" fmla="*/ 1303068 w 1886469"/>
                <a:gd name="csY10237" fmla="*/ 1980064 h 2454076"/>
                <a:gd name="csX10238" fmla="*/ 1301972 w 1886469"/>
                <a:gd name="csY10238" fmla="*/ 1980353 h 2454076"/>
                <a:gd name="csX10239" fmla="*/ 1300686 w 1886469"/>
                <a:gd name="csY10239" fmla="*/ 1979797 h 2454076"/>
                <a:gd name="csX10240" fmla="*/ 1301356 w 1886469"/>
                <a:gd name="csY10240" fmla="*/ 1976974 h 2454076"/>
                <a:gd name="csX10241" fmla="*/ 1302474 w 1886469"/>
                <a:gd name="csY10241" fmla="*/ 1975803 h 2454076"/>
                <a:gd name="csX10242" fmla="*/ 1305259 w 1886469"/>
                <a:gd name="csY10242" fmla="*/ 1974631 h 2454076"/>
                <a:gd name="csX10243" fmla="*/ 1305738 w 1886469"/>
                <a:gd name="csY10243" fmla="*/ 1973908 h 2454076"/>
                <a:gd name="csX10244" fmla="*/ 1306629 w 1886469"/>
                <a:gd name="csY10244" fmla="*/ 1973551 h 2454076"/>
                <a:gd name="csX10245" fmla="*/ 1307937 w 1886469"/>
                <a:gd name="csY10245" fmla="*/ 1973551 h 2454076"/>
                <a:gd name="csX10246" fmla="*/ 1309390 w 1886469"/>
                <a:gd name="csY10246" fmla="*/ 1972493 h 2454076"/>
                <a:gd name="csX10247" fmla="*/ 1310996 w 1886469"/>
                <a:gd name="csY10247" fmla="*/ 1970378 h 2454076"/>
                <a:gd name="csX10248" fmla="*/ 1311551 w 1886469"/>
                <a:gd name="csY10248" fmla="*/ 1970089 h 2454076"/>
                <a:gd name="csX10249" fmla="*/ 1310425 w 1886469"/>
                <a:gd name="csY10249" fmla="*/ 1973162 h 2454076"/>
                <a:gd name="csX10250" fmla="*/ 1309238 w 1886469"/>
                <a:gd name="csY10250" fmla="*/ 1975460 h 2454076"/>
                <a:gd name="csX10251" fmla="*/ 1303068 w 1886469"/>
                <a:gd name="csY10251" fmla="*/ 1980064 h 2454076"/>
                <a:gd name="csX10252" fmla="*/ 1327643 w 1886469"/>
                <a:gd name="csY10252" fmla="*/ 1982422 h 2454076"/>
                <a:gd name="csX10253" fmla="*/ 1326555 w 1886469"/>
                <a:gd name="csY10253" fmla="*/ 1982947 h 2454076"/>
                <a:gd name="csX10254" fmla="*/ 1325772 w 1886469"/>
                <a:gd name="csY10254" fmla="*/ 1982894 h 2454076"/>
                <a:gd name="csX10255" fmla="*/ 1325916 w 1886469"/>
                <a:gd name="csY10255" fmla="*/ 1981616 h 2454076"/>
                <a:gd name="csX10256" fmla="*/ 1326989 w 1886469"/>
                <a:gd name="csY10256" fmla="*/ 1979097 h 2454076"/>
                <a:gd name="csX10257" fmla="*/ 1327598 w 1886469"/>
                <a:gd name="csY10257" fmla="*/ 1976883 h 2454076"/>
                <a:gd name="csX10258" fmla="*/ 1327742 w 1886469"/>
                <a:gd name="csY10258" fmla="*/ 1974966 h 2454076"/>
                <a:gd name="csX10259" fmla="*/ 1328214 w 1886469"/>
                <a:gd name="csY10259" fmla="*/ 1973292 h 2454076"/>
                <a:gd name="csX10260" fmla="*/ 1329013 w 1886469"/>
                <a:gd name="csY10260" fmla="*/ 1971854 h 2454076"/>
                <a:gd name="csX10261" fmla="*/ 1329812 w 1886469"/>
                <a:gd name="csY10261" fmla="*/ 1971139 h 2454076"/>
                <a:gd name="csX10262" fmla="*/ 1331006 w 1886469"/>
                <a:gd name="csY10262" fmla="*/ 1971161 h 2454076"/>
                <a:gd name="csX10263" fmla="*/ 1331250 w 1886469"/>
                <a:gd name="csY10263" fmla="*/ 1975826 h 2454076"/>
                <a:gd name="csX10264" fmla="*/ 1330915 w 1886469"/>
                <a:gd name="csY10264" fmla="*/ 1978009 h 2454076"/>
                <a:gd name="csX10265" fmla="*/ 1330116 w 1886469"/>
                <a:gd name="csY10265" fmla="*/ 1979835 h 2454076"/>
                <a:gd name="csX10266" fmla="*/ 1329021 w 1886469"/>
                <a:gd name="csY10266" fmla="*/ 1981304 h 2454076"/>
                <a:gd name="csX10267" fmla="*/ 1327643 w 1886469"/>
                <a:gd name="csY10267" fmla="*/ 1982422 h 2454076"/>
                <a:gd name="csX10268" fmla="*/ 1708422 w 1886469"/>
                <a:gd name="csY10268" fmla="*/ 1986470 h 2454076"/>
                <a:gd name="csX10269" fmla="*/ 1708673 w 1886469"/>
                <a:gd name="csY10269" fmla="*/ 1987398 h 2454076"/>
                <a:gd name="csX10270" fmla="*/ 1705379 w 1886469"/>
                <a:gd name="csY10270" fmla="*/ 1986736 h 2454076"/>
                <a:gd name="csX10271" fmla="*/ 1704222 w 1886469"/>
                <a:gd name="csY10271" fmla="*/ 1986150 h 2454076"/>
                <a:gd name="csX10272" fmla="*/ 1704123 w 1886469"/>
                <a:gd name="csY10272" fmla="*/ 1985534 h 2454076"/>
                <a:gd name="csX10273" fmla="*/ 1704283 w 1886469"/>
                <a:gd name="csY10273" fmla="*/ 1984575 h 2454076"/>
                <a:gd name="csX10274" fmla="*/ 1704937 w 1886469"/>
                <a:gd name="csY10274" fmla="*/ 1983457 h 2454076"/>
                <a:gd name="csX10275" fmla="*/ 1706444 w 1886469"/>
                <a:gd name="csY10275" fmla="*/ 1982597 h 2454076"/>
                <a:gd name="csX10276" fmla="*/ 1707265 w 1886469"/>
                <a:gd name="csY10276" fmla="*/ 1983038 h 2454076"/>
                <a:gd name="csX10277" fmla="*/ 1709015 w 1886469"/>
                <a:gd name="csY10277" fmla="*/ 1984203 h 2454076"/>
                <a:gd name="csX10278" fmla="*/ 1709251 w 1886469"/>
                <a:gd name="csY10278" fmla="*/ 1984902 h 2454076"/>
                <a:gd name="csX10279" fmla="*/ 1708422 w 1886469"/>
                <a:gd name="csY10279" fmla="*/ 1986470 h 2454076"/>
                <a:gd name="csX10280" fmla="*/ 222636 w 1886469"/>
                <a:gd name="csY10280" fmla="*/ 2034122 h 2454076"/>
                <a:gd name="csX10281" fmla="*/ 224386 w 1886469"/>
                <a:gd name="csY10281" fmla="*/ 2031741 h 2454076"/>
                <a:gd name="csX10282" fmla="*/ 228243 w 1886469"/>
                <a:gd name="csY10282" fmla="*/ 2027602 h 2454076"/>
                <a:gd name="csX10283" fmla="*/ 230343 w 1886469"/>
                <a:gd name="csY10283" fmla="*/ 2024634 h 2454076"/>
                <a:gd name="csX10284" fmla="*/ 230564 w 1886469"/>
                <a:gd name="csY10284" fmla="*/ 2027564 h 2454076"/>
                <a:gd name="csX10285" fmla="*/ 227452 w 1886469"/>
                <a:gd name="csY10285" fmla="*/ 2032471 h 2454076"/>
                <a:gd name="csX10286" fmla="*/ 223480 w 1886469"/>
                <a:gd name="csY10286" fmla="*/ 2034906 h 2454076"/>
                <a:gd name="csX10287" fmla="*/ 222636 w 1886469"/>
                <a:gd name="csY10287" fmla="*/ 2034122 h 2454076"/>
                <a:gd name="csX10288" fmla="*/ 215119 w 1886469"/>
                <a:gd name="csY10288" fmla="*/ 2044812 h 2454076"/>
                <a:gd name="csX10289" fmla="*/ 214632 w 1886469"/>
                <a:gd name="csY10289" fmla="*/ 2044858 h 2454076"/>
                <a:gd name="csX10290" fmla="*/ 214441 w 1886469"/>
                <a:gd name="csY10290" fmla="*/ 2044090 h 2454076"/>
                <a:gd name="csX10291" fmla="*/ 214563 w 1886469"/>
                <a:gd name="csY10291" fmla="*/ 2042507 h 2454076"/>
                <a:gd name="csX10292" fmla="*/ 215240 w 1886469"/>
                <a:gd name="csY10292" fmla="*/ 2039821 h 2454076"/>
                <a:gd name="csX10293" fmla="*/ 215560 w 1886469"/>
                <a:gd name="csY10293" fmla="*/ 2039197 h 2454076"/>
                <a:gd name="csX10294" fmla="*/ 218329 w 1886469"/>
                <a:gd name="csY10294" fmla="*/ 2039677 h 2454076"/>
                <a:gd name="csX10295" fmla="*/ 218740 w 1886469"/>
                <a:gd name="csY10295" fmla="*/ 2039859 h 2454076"/>
                <a:gd name="csX10296" fmla="*/ 218839 w 1886469"/>
                <a:gd name="csY10296" fmla="*/ 2040377 h 2454076"/>
                <a:gd name="csX10297" fmla="*/ 218626 w 1886469"/>
                <a:gd name="csY10297" fmla="*/ 2041221 h 2454076"/>
                <a:gd name="csX10298" fmla="*/ 217736 w 1886469"/>
                <a:gd name="csY10298" fmla="*/ 2042431 h 2454076"/>
                <a:gd name="csX10299" fmla="*/ 215119 w 1886469"/>
                <a:gd name="csY10299" fmla="*/ 2044812 h 2454076"/>
                <a:gd name="csX10300" fmla="*/ 178209 w 1886469"/>
                <a:gd name="csY10300" fmla="*/ 2057656 h 2454076"/>
                <a:gd name="csX10301" fmla="*/ 180165 w 1886469"/>
                <a:gd name="csY10301" fmla="*/ 2059794 h 2454076"/>
                <a:gd name="csX10302" fmla="*/ 184859 w 1886469"/>
                <a:gd name="csY10302" fmla="*/ 2058432 h 2454076"/>
                <a:gd name="csX10303" fmla="*/ 185734 w 1886469"/>
                <a:gd name="csY10303" fmla="*/ 2058698 h 2454076"/>
                <a:gd name="csX10304" fmla="*/ 186624 w 1886469"/>
                <a:gd name="csY10304" fmla="*/ 2059512 h 2454076"/>
                <a:gd name="csX10305" fmla="*/ 187598 w 1886469"/>
                <a:gd name="csY10305" fmla="*/ 2061254 h 2454076"/>
                <a:gd name="csX10306" fmla="*/ 188664 w 1886469"/>
                <a:gd name="csY10306" fmla="*/ 2063910 h 2454076"/>
                <a:gd name="csX10307" fmla="*/ 188899 w 1886469"/>
                <a:gd name="csY10307" fmla="*/ 2066801 h 2454076"/>
                <a:gd name="csX10308" fmla="*/ 188473 w 1886469"/>
                <a:gd name="csY10308" fmla="*/ 2067836 h 2454076"/>
                <a:gd name="csX10309" fmla="*/ 187629 w 1886469"/>
                <a:gd name="csY10309" fmla="*/ 2068977 h 2454076"/>
                <a:gd name="csX10310" fmla="*/ 180150 w 1886469"/>
                <a:gd name="csY10310" fmla="*/ 2073557 h 2454076"/>
                <a:gd name="csX10311" fmla="*/ 179952 w 1886469"/>
                <a:gd name="csY10311" fmla="*/ 2073999 h 2454076"/>
                <a:gd name="csX10312" fmla="*/ 180104 w 1886469"/>
                <a:gd name="csY10312" fmla="*/ 2074410 h 2454076"/>
                <a:gd name="csX10313" fmla="*/ 180796 w 1886469"/>
                <a:gd name="csY10313" fmla="*/ 2074851 h 2454076"/>
                <a:gd name="csX10314" fmla="*/ 182295 w 1886469"/>
                <a:gd name="csY10314" fmla="*/ 2074790 h 2454076"/>
                <a:gd name="csX10315" fmla="*/ 188222 w 1886469"/>
                <a:gd name="csY10315" fmla="*/ 2073656 h 2454076"/>
                <a:gd name="csX10316" fmla="*/ 188542 w 1886469"/>
                <a:gd name="csY10316" fmla="*/ 2072865 h 2454076"/>
                <a:gd name="csX10317" fmla="*/ 188960 w 1886469"/>
                <a:gd name="csY10317" fmla="*/ 2069259 h 2454076"/>
                <a:gd name="csX10318" fmla="*/ 189774 w 1886469"/>
                <a:gd name="csY10318" fmla="*/ 2067341 h 2454076"/>
                <a:gd name="csX10319" fmla="*/ 189843 w 1886469"/>
                <a:gd name="csY10319" fmla="*/ 2065896 h 2454076"/>
                <a:gd name="csX10320" fmla="*/ 189303 w 1886469"/>
                <a:gd name="csY10320" fmla="*/ 2062434 h 2454076"/>
                <a:gd name="csX10321" fmla="*/ 189333 w 1886469"/>
                <a:gd name="csY10321" fmla="*/ 2061041 h 2454076"/>
                <a:gd name="csX10322" fmla="*/ 193465 w 1886469"/>
                <a:gd name="csY10322" fmla="*/ 2060760 h 2454076"/>
                <a:gd name="csX10323" fmla="*/ 196051 w 1886469"/>
                <a:gd name="csY10323" fmla="*/ 2059474 h 2454076"/>
                <a:gd name="csX10324" fmla="*/ 198692 w 1886469"/>
                <a:gd name="csY10324" fmla="*/ 2057085 h 2454076"/>
                <a:gd name="csX10325" fmla="*/ 199293 w 1886469"/>
                <a:gd name="csY10325" fmla="*/ 2057153 h 2454076"/>
                <a:gd name="csX10326" fmla="*/ 198912 w 1886469"/>
                <a:gd name="csY10326" fmla="*/ 2061460 h 2454076"/>
                <a:gd name="csX10327" fmla="*/ 198547 w 1886469"/>
                <a:gd name="csY10327" fmla="*/ 2062776 h 2454076"/>
                <a:gd name="csX10328" fmla="*/ 196013 w 1886469"/>
                <a:gd name="csY10328" fmla="*/ 2068011 h 2454076"/>
                <a:gd name="csX10329" fmla="*/ 194560 w 1886469"/>
                <a:gd name="csY10329" fmla="*/ 2072606 h 2454076"/>
                <a:gd name="csX10330" fmla="*/ 193853 w 1886469"/>
                <a:gd name="csY10330" fmla="*/ 2077141 h 2454076"/>
                <a:gd name="csX10331" fmla="*/ 193731 w 1886469"/>
                <a:gd name="csY10331" fmla="*/ 2084613 h 2454076"/>
                <a:gd name="csX10332" fmla="*/ 193099 w 1886469"/>
                <a:gd name="csY10332" fmla="*/ 2087131 h 2454076"/>
                <a:gd name="csX10333" fmla="*/ 191950 w 1886469"/>
                <a:gd name="csY10333" fmla="*/ 2088683 h 2454076"/>
                <a:gd name="csX10334" fmla="*/ 184776 w 1886469"/>
                <a:gd name="csY10334" fmla="*/ 2091384 h 2454076"/>
                <a:gd name="csX10335" fmla="*/ 181078 w 1886469"/>
                <a:gd name="csY10335" fmla="*/ 2091209 h 2454076"/>
                <a:gd name="csX10336" fmla="*/ 177783 w 1886469"/>
                <a:gd name="csY10336" fmla="*/ 2088752 h 2454076"/>
                <a:gd name="csX10337" fmla="*/ 176231 w 1886469"/>
                <a:gd name="csY10337" fmla="*/ 2087070 h 2454076"/>
                <a:gd name="csX10338" fmla="*/ 177403 w 1886469"/>
                <a:gd name="csY10338" fmla="*/ 2085024 h 2454076"/>
                <a:gd name="csX10339" fmla="*/ 178209 w 1886469"/>
                <a:gd name="csY10339" fmla="*/ 2084925 h 2454076"/>
                <a:gd name="csX10340" fmla="*/ 180530 w 1886469"/>
                <a:gd name="csY10340" fmla="*/ 2085328 h 2454076"/>
                <a:gd name="csX10341" fmla="*/ 182318 w 1886469"/>
                <a:gd name="csY10341" fmla="*/ 2086096 h 2454076"/>
                <a:gd name="csX10342" fmla="*/ 183117 w 1886469"/>
                <a:gd name="csY10342" fmla="*/ 2086127 h 2454076"/>
                <a:gd name="csX10343" fmla="*/ 182980 w 1886469"/>
                <a:gd name="csY10343" fmla="*/ 2085647 h 2454076"/>
                <a:gd name="csX10344" fmla="*/ 177882 w 1886469"/>
                <a:gd name="csY10344" fmla="*/ 2081782 h 2454076"/>
                <a:gd name="csX10345" fmla="*/ 174146 w 1886469"/>
                <a:gd name="csY10345" fmla="*/ 2080025 h 2454076"/>
                <a:gd name="csX10346" fmla="*/ 173020 w 1886469"/>
                <a:gd name="csY10346" fmla="*/ 2078054 h 2454076"/>
                <a:gd name="csX10347" fmla="*/ 172990 w 1886469"/>
                <a:gd name="csY10347" fmla="*/ 2076525 h 2454076"/>
                <a:gd name="csX10348" fmla="*/ 172693 w 1886469"/>
                <a:gd name="csY10348" fmla="*/ 2075673 h 2454076"/>
                <a:gd name="csX10349" fmla="*/ 169726 w 1886469"/>
                <a:gd name="csY10349" fmla="*/ 2070309 h 2454076"/>
                <a:gd name="csX10350" fmla="*/ 169148 w 1886469"/>
                <a:gd name="csY10350" fmla="*/ 2068186 h 2454076"/>
                <a:gd name="csX10351" fmla="*/ 168760 w 1886469"/>
                <a:gd name="csY10351" fmla="*/ 2065173 h 2454076"/>
                <a:gd name="csX10352" fmla="*/ 168760 w 1886469"/>
                <a:gd name="csY10352" fmla="*/ 2062084 h 2454076"/>
                <a:gd name="csX10353" fmla="*/ 169482 w 1886469"/>
                <a:gd name="csY10353" fmla="*/ 2057054 h 2454076"/>
                <a:gd name="csX10354" fmla="*/ 169810 w 1886469"/>
                <a:gd name="csY10354" fmla="*/ 2056514 h 2454076"/>
                <a:gd name="csX10355" fmla="*/ 171027 w 1886469"/>
                <a:gd name="csY10355" fmla="*/ 2056552 h 2454076"/>
                <a:gd name="csX10356" fmla="*/ 173127 w 1886469"/>
                <a:gd name="csY10356" fmla="*/ 2057176 h 2454076"/>
                <a:gd name="csX10357" fmla="*/ 178209 w 1886469"/>
                <a:gd name="csY10357" fmla="*/ 2057656 h 2454076"/>
                <a:gd name="csX10358" fmla="*/ 229872 w 1886469"/>
                <a:gd name="csY10358" fmla="*/ 2063780 h 2454076"/>
                <a:gd name="csX10359" fmla="*/ 229217 w 1886469"/>
                <a:gd name="csY10359" fmla="*/ 2065082 h 2454076"/>
                <a:gd name="csX10360" fmla="*/ 227711 w 1886469"/>
                <a:gd name="csY10360" fmla="*/ 2067121 h 2454076"/>
                <a:gd name="csX10361" fmla="*/ 226714 w 1886469"/>
                <a:gd name="csY10361" fmla="*/ 2067927 h 2454076"/>
                <a:gd name="csX10362" fmla="*/ 226227 w 1886469"/>
                <a:gd name="csY10362" fmla="*/ 2067509 h 2454076"/>
                <a:gd name="csX10363" fmla="*/ 224880 w 1886469"/>
                <a:gd name="csY10363" fmla="*/ 2067288 h 2454076"/>
                <a:gd name="csX10364" fmla="*/ 223442 w 1886469"/>
                <a:gd name="csY10364" fmla="*/ 2065256 h 2454076"/>
                <a:gd name="csX10365" fmla="*/ 222324 w 1886469"/>
                <a:gd name="csY10365" fmla="*/ 2064450 h 2454076"/>
                <a:gd name="csX10366" fmla="*/ 221578 w 1886469"/>
                <a:gd name="csY10366" fmla="*/ 2064404 h 2454076"/>
                <a:gd name="csX10367" fmla="*/ 221213 w 1886469"/>
                <a:gd name="csY10367" fmla="*/ 2065142 h 2454076"/>
                <a:gd name="csX10368" fmla="*/ 221122 w 1886469"/>
                <a:gd name="csY10368" fmla="*/ 2066124 h 2454076"/>
                <a:gd name="csX10369" fmla="*/ 221297 w 1886469"/>
                <a:gd name="csY10369" fmla="*/ 2067349 h 2454076"/>
                <a:gd name="csX10370" fmla="*/ 221175 w 1886469"/>
                <a:gd name="csY10370" fmla="*/ 2067912 h 2454076"/>
                <a:gd name="csX10371" fmla="*/ 220749 w 1886469"/>
                <a:gd name="csY10371" fmla="*/ 2067806 h 2454076"/>
                <a:gd name="csX10372" fmla="*/ 220323 w 1886469"/>
                <a:gd name="csY10372" fmla="*/ 2067227 h 2454076"/>
                <a:gd name="csX10373" fmla="*/ 219904 w 1886469"/>
                <a:gd name="csY10373" fmla="*/ 2066185 h 2454076"/>
                <a:gd name="csX10374" fmla="*/ 219813 w 1886469"/>
                <a:gd name="csY10374" fmla="*/ 2065127 h 2454076"/>
                <a:gd name="csX10375" fmla="*/ 220064 w 1886469"/>
                <a:gd name="csY10375" fmla="*/ 2064047 h 2454076"/>
                <a:gd name="csX10376" fmla="*/ 221106 w 1886469"/>
                <a:gd name="csY10376" fmla="*/ 2062601 h 2454076"/>
                <a:gd name="csX10377" fmla="*/ 224363 w 1886469"/>
                <a:gd name="csY10377" fmla="*/ 2059596 h 2454076"/>
                <a:gd name="csX10378" fmla="*/ 225360 w 1886469"/>
                <a:gd name="csY10378" fmla="*/ 2059055 h 2454076"/>
                <a:gd name="csX10379" fmla="*/ 226440 w 1886469"/>
                <a:gd name="csY10379" fmla="*/ 2059177 h 2454076"/>
                <a:gd name="csX10380" fmla="*/ 228182 w 1886469"/>
                <a:gd name="csY10380" fmla="*/ 2060585 h 2454076"/>
                <a:gd name="csX10381" fmla="*/ 228555 w 1886469"/>
                <a:gd name="csY10381" fmla="*/ 2060996 h 2454076"/>
                <a:gd name="csX10382" fmla="*/ 229872 w 1886469"/>
                <a:gd name="csY10382" fmla="*/ 2063780 h 2454076"/>
                <a:gd name="csX10383" fmla="*/ 238150 w 1886469"/>
                <a:gd name="csY10383" fmla="*/ 2092145 h 2454076"/>
                <a:gd name="csX10384" fmla="*/ 237724 w 1886469"/>
                <a:gd name="csY10384" fmla="*/ 2092267 h 2454076"/>
                <a:gd name="csX10385" fmla="*/ 236316 w 1886469"/>
                <a:gd name="csY10385" fmla="*/ 2091833 h 2454076"/>
                <a:gd name="csX10386" fmla="*/ 231682 w 1886469"/>
                <a:gd name="csY10386" fmla="*/ 2085815 h 2454076"/>
                <a:gd name="csX10387" fmla="*/ 228388 w 1886469"/>
                <a:gd name="csY10387" fmla="*/ 2083608 h 2454076"/>
                <a:gd name="csX10388" fmla="*/ 226143 w 1886469"/>
                <a:gd name="csY10388" fmla="*/ 2080618 h 2454076"/>
                <a:gd name="csX10389" fmla="*/ 223861 w 1886469"/>
                <a:gd name="csY10389" fmla="*/ 2078708 h 2454076"/>
                <a:gd name="csX10390" fmla="*/ 225261 w 1886469"/>
                <a:gd name="csY10390" fmla="*/ 2075589 h 2454076"/>
                <a:gd name="csX10391" fmla="*/ 226478 w 1886469"/>
                <a:gd name="csY10391" fmla="*/ 2075977 h 2454076"/>
                <a:gd name="csX10392" fmla="*/ 230747 w 1886469"/>
                <a:gd name="csY10392" fmla="*/ 2078511 h 2454076"/>
                <a:gd name="csX10393" fmla="*/ 234155 w 1886469"/>
                <a:gd name="csY10393" fmla="*/ 2080968 h 2454076"/>
                <a:gd name="csX10394" fmla="*/ 236088 w 1886469"/>
                <a:gd name="csY10394" fmla="*/ 2082566 h 2454076"/>
                <a:gd name="csX10395" fmla="*/ 240143 w 1886469"/>
                <a:gd name="csY10395" fmla="*/ 2089398 h 2454076"/>
                <a:gd name="csX10396" fmla="*/ 239839 w 1886469"/>
                <a:gd name="csY10396" fmla="*/ 2090372 h 2454076"/>
                <a:gd name="csX10397" fmla="*/ 238150 w 1886469"/>
                <a:gd name="csY10397" fmla="*/ 2092145 h 2454076"/>
                <a:gd name="csX10398" fmla="*/ 1303905 w 1886469"/>
                <a:gd name="csY10398" fmla="*/ 2087299 h 2454076"/>
                <a:gd name="csX10399" fmla="*/ 1303882 w 1886469"/>
                <a:gd name="csY10399" fmla="*/ 2088364 h 2454076"/>
                <a:gd name="csX10400" fmla="*/ 1302497 w 1886469"/>
                <a:gd name="csY10400" fmla="*/ 2088158 h 2454076"/>
                <a:gd name="csX10401" fmla="*/ 1301744 w 1886469"/>
                <a:gd name="csY10401" fmla="*/ 2087550 h 2454076"/>
                <a:gd name="csX10402" fmla="*/ 1301135 w 1886469"/>
                <a:gd name="csY10402" fmla="*/ 2086591 h 2454076"/>
                <a:gd name="csX10403" fmla="*/ 1300998 w 1886469"/>
                <a:gd name="csY10403" fmla="*/ 2085868 h 2454076"/>
                <a:gd name="csX10404" fmla="*/ 1301516 w 1886469"/>
                <a:gd name="csY10404" fmla="*/ 2085153 h 2454076"/>
                <a:gd name="csX10405" fmla="*/ 1303121 w 1886469"/>
                <a:gd name="csY10405" fmla="*/ 2085587 h 2454076"/>
                <a:gd name="csX10406" fmla="*/ 1303905 w 1886469"/>
                <a:gd name="csY10406" fmla="*/ 2087299 h 2454076"/>
                <a:gd name="csX10407" fmla="*/ 252690 w 1886469"/>
                <a:gd name="csY10407" fmla="*/ 2093918 h 2454076"/>
                <a:gd name="csX10408" fmla="*/ 252568 w 1886469"/>
                <a:gd name="csY10408" fmla="*/ 2094169 h 2454076"/>
                <a:gd name="csX10409" fmla="*/ 250354 w 1886469"/>
                <a:gd name="csY10409" fmla="*/ 2094169 h 2454076"/>
                <a:gd name="csX10410" fmla="*/ 249738 w 1886469"/>
                <a:gd name="csY10410" fmla="*/ 2093804 h 2454076"/>
                <a:gd name="csX10411" fmla="*/ 249349 w 1886469"/>
                <a:gd name="csY10411" fmla="*/ 2093058 h 2454076"/>
                <a:gd name="csX10412" fmla="*/ 249190 w 1886469"/>
                <a:gd name="csY10412" fmla="*/ 2091932 h 2454076"/>
                <a:gd name="csX10413" fmla="*/ 249547 w 1886469"/>
                <a:gd name="csY10413" fmla="*/ 2090570 h 2454076"/>
                <a:gd name="csX10414" fmla="*/ 250856 w 1886469"/>
                <a:gd name="csY10414" fmla="*/ 2087968 h 2454076"/>
                <a:gd name="csX10415" fmla="*/ 250894 w 1886469"/>
                <a:gd name="csY10415" fmla="*/ 2086857 h 2454076"/>
                <a:gd name="csX10416" fmla="*/ 251168 w 1886469"/>
                <a:gd name="csY10416" fmla="*/ 2086378 h 2454076"/>
                <a:gd name="csX10417" fmla="*/ 252089 w 1886469"/>
                <a:gd name="csY10417" fmla="*/ 2087687 h 2454076"/>
                <a:gd name="csX10418" fmla="*/ 252477 w 1886469"/>
                <a:gd name="csY10418" fmla="*/ 2088904 h 2454076"/>
                <a:gd name="csX10419" fmla="*/ 252690 w 1886469"/>
                <a:gd name="csY10419" fmla="*/ 2093918 h 2454076"/>
                <a:gd name="csX10420" fmla="*/ 265830 w 1886469"/>
                <a:gd name="csY10420" fmla="*/ 2100226 h 2454076"/>
                <a:gd name="csX10421" fmla="*/ 266804 w 1886469"/>
                <a:gd name="csY10421" fmla="*/ 2111463 h 2454076"/>
                <a:gd name="csX10422" fmla="*/ 266735 w 1886469"/>
                <a:gd name="csY10422" fmla="*/ 2115047 h 2454076"/>
                <a:gd name="csX10423" fmla="*/ 265305 w 1886469"/>
                <a:gd name="csY10423" fmla="*/ 2117383 h 2454076"/>
                <a:gd name="csX10424" fmla="*/ 264293 w 1886469"/>
                <a:gd name="csY10424" fmla="*/ 2121286 h 2454076"/>
                <a:gd name="csX10425" fmla="*/ 263121 w 1886469"/>
                <a:gd name="csY10425" fmla="*/ 2123036 h 2454076"/>
                <a:gd name="csX10426" fmla="*/ 262010 w 1886469"/>
                <a:gd name="csY10426" fmla="*/ 2120708 h 2454076"/>
                <a:gd name="csX10427" fmla="*/ 261911 w 1886469"/>
                <a:gd name="csY10427" fmla="*/ 2116827 h 2454076"/>
                <a:gd name="csX10428" fmla="*/ 261614 w 1886469"/>
                <a:gd name="csY10428" fmla="*/ 2113738 h 2454076"/>
                <a:gd name="csX10429" fmla="*/ 261257 w 1886469"/>
                <a:gd name="csY10429" fmla="*/ 2112255 h 2454076"/>
                <a:gd name="csX10430" fmla="*/ 261683 w 1886469"/>
                <a:gd name="csY10430" fmla="*/ 2106457 h 2454076"/>
                <a:gd name="csX10431" fmla="*/ 261188 w 1886469"/>
                <a:gd name="csY10431" fmla="*/ 2106883 h 2454076"/>
                <a:gd name="csX10432" fmla="*/ 259872 w 1886469"/>
                <a:gd name="csY10432" fmla="*/ 2109424 h 2454076"/>
                <a:gd name="csX10433" fmla="*/ 258411 w 1886469"/>
                <a:gd name="csY10433" fmla="*/ 2109599 h 2454076"/>
                <a:gd name="csX10434" fmla="*/ 255786 w 1886469"/>
                <a:gd name="csY10434" fmla="*/ 2106716 h 2454076"/>
                <a:gd name="csX10435" fmla="*/ 254462 w 1886469"/>
                <a:gd name="csY10435" fmla="*/ 2104372 h 2454076"/>
                <a:gd name="csX10436" fmla="*/ 254249 w 1886469"/>
                <a:gd name="csY10436" fmla="*/ 2101922 h 2454076"/>
                <a:gd name="csX10437" fmla="*/ 252515 w 1886469"/>
                <a:gd name="csY10437" fmla="*/ 2099343 h 2454076"/>
                <a:gd name="csX10438" fmla="*/ 252340 w 1886469"/>
                <a:gd name="csY10438" fmla="*/ 2098430 h 2454076"/>
                <a:gd name="csX10439" fmla="*/ 252484 w 1886469"/>
                <a:gd name="csY10439" fmla="*/ 2097471 h 2454076"/>
                <a:gd name="csX10440" fmla="*/ 253907 w 1886469"/>
                <a:gd name="csY10440" fmla="*/ 2094892 h 2454076"/>
                <a:gd name="csX10441" fmla="*/ 254485 w 1886469"/>
                <a:gd name="csY10441" fmla="*/ 2093150 h 2454076"/>
                <a:gd name="csX10442" fmla="*/ 254987 w 1886469"/>
                <a:gd name="csY10442" fmla="*/ 2089566 h 2454076"/>
                <a:gd name="csX10443" fmla="*/ 255566 w 1886469"/>
                <a:gd name="csY10443" fmla="*/ 2088166 h 2454076"/>
                <a:gd name="csX10444" fmla="*/ 256912 w 1886469"/>
                <a:gd name="csY10444" fmla="*/ 2088364 h 2454076"/>
                <a:gd name="csX10445" fmla="*/ 259317 w 1886469"/>
                <a:gd name="csY10445" fmla="*/ 2089992 h 2454076"/>
                <a:gd name="csX10446" fmla="*/ 261820 w 1886469"/>
                <a:gd name="csY10446" fmla="*/ 2091757 h 2454076"/>
                <a:gd name="csX10447" fmla="*/ 264118 w 1886469"/>
                <a:gd name="csY10447" fmla="*/ 2094116 h 2454076"/>
                <a:gd name="csX10448" fmla="*/ 265830 w 1886469"/>
                <a:gd name="csY10448" fmla="*/ 2100226 h 2454076"/>
                <a:gd name="csX10449" fmla="*/ 197474 w 1886469"/>
                <a:gd name="csY10449" fmla="*/ 2091156 h 2454076"/>
                <a:gd name="csX10450" fmla="*/ 199643 w 1886469"/>
                <a:gd name="csY10450" fmla="*/ 2094451 h 2454076"/>
                <a:gd name="csX10451" fmla="*/ 200282 w 1886469"/>
                <a:gd name="csY10451" fmla="*/ 2097388 h 2454076"/>
                <a:gd name="csX10452" fmla="*/ 200016 w 1886469"/>
                <a:gd name="csY10452" fmla="*/ 2100849 h 2454076"/>
                <a:gd name="csX10453" fmla="*/ 196584 w 1886469"/>
                <a:gd name="csY10453" fmla="*/ 2102158 h 2454076"/>
                <a:gd name="csX10454" fmla="*/ 194781 w 1886469"/>
                <a:gd name="csY10454" fmla="*/ 2101116 h 2454076"/>
                <a:gd name="csX10455" fmla="*/ 193997 w 1886469"/>
                <a:gd name="csY10455" fmla="*/ 2101306 h 2454076"/>
                <a:gd name="csX10456" fmla="*/ 192810 w 1886469"/>
                <a:gd name="csY10456" fmla="*/ 2102341 h 2454076"/>
                <a:gd name="csX10457" fmla="*/ 194248 w 1886469"/>
                <a:gd name="csY10457" fmla="*/ 2102805 h 2454076"/>
                <a:gd name="csX10458" fmla="*/ 196265 w 1886469"/>
                <a:gd name="csY10458" fmla="*/ 2104494 h 2454076"/>
                <a:gd name="csX10459" fmla="*/ 198030 w 1886469"/>
                <a:gd name="csY10459" fmla="*/ 2106693 h 2454076"/>
                <a:gd name="csX10460" fmla="*/ 200518 w 1886469"/>
                <a:gd name="csY10460" fmla="*/ 2107089 h 2454076"/>
                <a:gd name="csX10461" fmla="*/ 203835 w 1886469"/>
                <a:gd name="csY10461" fmla="*/ 2108618 h 2454076"/>
                <a:gd name="csX10462" fmla="*/ 201324 w 1886469"/>
                <a:gd name="csY10462" fmla="*/ 2111372 h 2454076"/>
                <a:gd name="csX10463" fmla="*/ 200944 w 1886469"/>
                <a:gd name="csY10463" fmla="*/ 2112955 h 2454076"/>
                <a:gd name="csX10464" fmla="*/ 204079 w 1886469"/>
                <a:gd name="csY10464" fmla="*/ 2117322 h 2454076"/>
                <a:gd name="csX10465" fmla="*/ 204375 w 1886469"/>
                <a:gd name="csY10465" fmla="*/ 2118418 h 2454076"/>
                <a:gd name="csX10466" fmla="*/ 205380 w 1886469"/>
                <a:gd name="csY10466" fmla="*/ 2118638 h 2454076"/>
                <a:gd name="csX10467" fmla="*/ 207715 w 1886469"/>
                <a:gd name="csY10467" fmla="*/ 2118288 h 2454076"/>
                <a:gd name="csX10468" fmla="*/ 208012 w 1886469"/>
                <a:gd name="csY10468" fmla="*/ 2118631 h 2454076"/>
                <a:gd name="csX10469" fmla="*/ 208012 w 1886469"/>
                <a:gd name="csY10469" fmla="*/ 2119536 h 2454076"/>
                <a:gd name="csX10470" fmla="*/ 206582 w 1886469"/>
                <a:gd name="csY10470" fmla="*/ 2122070 h 2454076"/>
                <a:gd name="csX10471" fmla="*/ 206734 w 1886469"/>
                <a:gd name="csY10471" fmla="*/ 2122572 h 2454076"/>
                <a:gd name="csX10472" fmla="*/ 208027 w 1886469"/>
                <a:gd name="csY10472" fmla="*/ 2122975 h 2454076"/>
                <a:gd name="csX10473" fmla="*/ 210515 w 1886469"/>
                <a:gd name="csY10473" fmla="*/ 2122990 h 2454076"/>
                <a:gd name="csX10474" fmla="*/ 211078 w 1886469"/>
                <a:gd name="csY10474" fmla="*/ 2125501 h 2454076"/>
                <a:gd name="csX10475" fmla="*/ 208826 w 1886469"/>
                <a:gd name="csY10475" fmla="*/ 2127776 h 2454076"/>
                <a:gd name="csX10476" fmla="*/ 204550 w 1886469"/>
                <a:gd name="csY10476" fmla="*/ 2124847 h 2454076"/>
                <a:gd name="csX10477" fmla="*/ 202648 w 1886469"/>
                <a:gd name="csY10477" fmla="*/ 2121918 h 2454076"/>
                <a:gd name="csX10478" fmla="*/ 201560 w 1886469"/>
                <a:gd name="csY10478" fmla="*/ 2119201 h 2454076"/>
                <a:gd name="csX10479" fmla="*/ 200244 w 1886469"/>
                <a:gd name="csY10479" fmla="*/ 2117664 h 2454076"/>
                <a:gd name="csX10480" fmla="*/ 196272 w 1886469"/>
                <a:gd name="csY10480" fmla="*/ 2114248 h 2454076"/>
                <a:gd name="csX10481" fmla="*/ 190239 w 1886469"/>
                <a:gd name="csY10481" fmla="*/ 2106837 h 2454076"/>
                <a:gd name="csX10482" fmla="*/ 188679 w 1886469"/>
                <a:gd name="csY10482" fmla="*/ 2105765 h 2454076"/>
                <a:gd name="csX10483" fmla="*/ 187111 w 1886469"/>
                <a:gd name="csY10483" fmla="*/ 2102820 h 2454076"/>
                <a:gd name="csX10484" fmla="*/ 186655 w 1886469"/>
                <a:gd name="csY10484" fmla="*/ 2101397 h 2454076"/>
                <a:gd name="csX10485" fmla="*/ 186693 w 1886469"/>
                <a:gd name="csY10485" fmla="*/ 2100446 h 2454076"/>
                <a:gd name="csX10486" fmla="*/ 187302 w 1886469"/>
                <a:gd name="csY10486" fmla="*/ 2099944 h 2454076"/>
                <a:gd name="csX10487" fmla="*/ 189105 w 1886469"/>
                <a:gd name="csY10487" fmla="*/ 2099609 h 2454076"/>
                <a:gd name="csX10488" fmla="*/ 189128 w 1886469"/>
                <a:gd name="csY10488" fmla="*/ 2098133 h 2454076"/>
                <a:gd name="csX10489" fmla="*/ 182189 w 1886469"/>
                <a:gd name="csY10489" fmla="*/ 2095561 h 2454076"/>
                <a:gd name="csX10490" fmla="*/ 181413 w 1886469"/>
                <a:gd name="csY10490" fmla="*/ 2095036 h 2454076"/>
                <a:gd name="csX10491" fmla="*/ 180515 w 1886469"/>
                <a:gd name="csY10491" fmla="*/ 2093241 h 2454076"/>
                <a:gd name="csX10492" fmla="*/ 180994 w 1886469"/>
                <a:gd name="csY10492" fmla="*/ 2092975 h 2454076"/>
                <a:gd name="csX10493" fmla="*/ 184814 w 1886469"/>
                <a:gd name="csY10493" fmla="*/ 2093287 h 2454076"/>
                <a:gd name="csX10494" fmla="*/ 188907 w 1886469"/>
                <a:gd name="csY10494" fmla="*/ 2092419 h 2454076"/>
                <a:gd name="csX10495" fmla="*/ 191425 w 1886469"/>
                <a:gd name="csY10495" fmla="*/ 2091757 h 2454076"/>
                <a:gd name="csX10496" fmla="*/ 192415 w 1886469"/>
                <a:gd name="csY10496" fmla="*/ 2090951 h 2454076"/>
                <a:gd name="csX10497" fmla="*/ 194469 w 1886469"/>
                <a:gd name="csY10497" fmla="*/ 2089901 h 2454076"/>
                <a:gd name="csX10498" fmla="*/ 195321 w 1886469"/>
                <a:gd name="csY10498" fmla="*/ 2089962 h 2454076"/>
                <a:gd name="csX10499" fmla="*/ 197474 w 1886469"/>
                <a:gd name="csY10499" fmla="*/ 2091156 h 2454076"/>
                <a:gd name="csX10500" fmla="*/ 1286960 w 1886469"/>
                <a:gd name="csY10500" fmla="*/ 2107012 h 2454076"/>
                <a:gd name="csX10501" fmla="*/ 1285454 w 1886469"/>
                <a:gd name="csY10501" fmla="*/ 2107484 h 2454076"/>
                <a:gd name="csX10502" fmla="*/ 1281018 w 1886469"/>
                <a:gd name="csY10502" fmla="*/ 2106548 h 2454076"/>
                <a:gd name="csX10503" fmla="*/ 1279169 w 1886469"/>
                <a:gd name="csY10503" fmla="*/ 2105871 h 2454076"/>
                <a:gd name="csX10504" fmla="*/ 1273714 w 1886469"/>
                <a:gd name="csY10504" fmla="*/ 2103330 h 2454076"/>
                <a:gd name="csX10505" fmla="*/ 1263321 w 1886469"/>
                <a:gd name="csY10505" fmla="*/ 2099586 h 2454076"/>
                <a:gd name="csX10506" fmla="*/ 1259775 w 1886469"/>
                <a:gd name="csY10506" fmla="*/ 2097730 h 2454076"/>
                <a:gd name="csX10507" fmla="*/ 1259045 w 1886469"/>
                <a:gd name="csY10507" fmla="*/ 2096330 h 2454076"/>
                <a:gd name="csX10508" fmla="*/ 1260924 w 1886469"/>
                <a:gd name="csY10508" fmla="*/ 2093408 h 2454076"/>
                <a:gd name="csX10509" fmla="*/ 1261989 w 1886469"/>
                <a:gd name="csY10509" fmla="*/ 2092221 h 2454076"/>
                <a:gd name="csX10510" fmla="*/ 1263146 w 1886469"/>
                <a:gd name="csY10510" fmla="*/ 2091483 h 2454076"/>
                <a:gd name="csX10511" fmla="*/ 1274079 w 1886469"/>
                <a:gd name="csY10511" fmla="*/ 2090137 h 2454076"/>
                <a:gd name="csX10512" fmla="*/ 1278347 w 1886469"/>
                <a:gd name="csY10512" fmla="*/ 2090791 h 2454076"/>
                <a:gd name="csX10513" fmla="*/ 1283369 w 1886469"/>
                <a:gd name="csY10513" fmla="*/ 2096779 h 2454076"/>
                <a:gd name="csX10514" fmla="*/ 1286253 w 1886469"/>
                <a:gd name="csY10514" fmla="*/ 2100811 h 2454076"/>
                <a:gd name="csX10515" fmla="*/ 1287425 w 1886469"/>
                <a:gd name="csY10515" fmla="*/ 2104045 h 2454076"/>
                <a:gd name="csX10516" fmla="*/ 1287447 w 1886469"/>
                <a:gd name="csY10516" fmla="*/ 2105605 h 2454076"/>
                <a:gd name="csX10517" fmla="*/ 1286960 w 1886469"/>
                <a:gd name="csY10517" fmla="*/ 2107012 h 2454076"/>
                <a:gd name="csX10518" fmla="*/ 249570 w 1886469"/>
                <a:gd name="csY10518" fmla="*/ 2098377 h 2454076"/>
                <a:gd name="csX10519" fmla="*/ 249251 w 1886469"/>
                <a:gd name="csY10519" fmla="*/ 2098658 h 2454076"/>
                <a:gd name="csX10520" fmla="*/ 248368 w 1886469"/>
                <a:gd name="csY10520" fmla="*/ 2098186 h 2454076"/>
                <a:gd name="csX10521" fmla="*/ 247523 w 1886469"/>
                <a:gd name="csY10521" fmla="*/ 2097258 h 2454076"/>
                <a:gd name="csX10522" fmla="*/ 246070 w 1886469"/>
                <a:gd name="csY10522" fmla="*/ 2094633 h 2454076"/>
                <a:gd name="csX10523" fmla="*/ 245591 w 1886469"/>
                <a:gd name="csY10523" fmla="*/ 2093530 h 2454076"/>
                <a:gd name="csX10524" fmla="*/ 245279 w 1886469"/>
                <a:gd name="csY10524" fmla="*/ 2091734 h 2454076"/>
                <a:gd name="csX10525" fmla="*/ 245568 w 1886469"/>
                <a:gd name="csY10525" fmla="*/ 2091415 h 2454076"/>
                <a:gd name="csX10526" fmla="*/ 246200 w 1886469"/>
                <a:gd name="csY10526" fmla="*/ 2091605 h 2454076"/>
                <a:gd name="csX10527" fmla="*/ 246641 w 1886469"/>
                <a:gd name="csY10527" fmla="*/ 2091902 h 2454076"/>
                <a:gd name="csX10528" fmla="*/ 248931 w 1886469"/>
                <a:gd name="csY10528" fmla="*/ 2096223 h 2454076"/>
                <a:gd name="csX10529" fmla="*/ 249570 w 1886469"/>
                <a:gd name="csY10529" fmla="*/ 2098377 h 2454076"/>
                <a:gd name="csX10530" fmla="*/ 257620 w 1886469"/>
                <a:gd name="csY10530" fmla="*/ 2115344 h 2454076"/>
                <a:gd name="csX10531" fmla="*/ 256943 w 1886469"/>
                <a:gd name="csY10531" fmla="*/ 2116941 h 2454076"/>
                <a:gd name="csX10532" fmla="*/ 254090 w 1886469"/>
                <a:gd name="csY10532" fmla="*/ 2113092 h 2454076"/>
                <a:gd name="csX10533" fmla="*/ 253047 w 1886469"/>
                <a:gd name="csY10533" fmla="*/ 2112004 h 2454076"/>
                <a:gd name="csX10534" fmla="*/ 250924 w 1886469"/>
                <a:gd name="csY10534" fmla="*/ 2107895 h 2454076"/>
                <a:gd name="csX10535" fmla="*/ 250559 w 1886469"/>
                <a:gd name="csY10535" fmla="*/ 2106130 h 2454076"/>
                <a:gd name="csX10536" fmla="*/ 250651 w 1886469"/>
                <a:gd name="csY10536" fmla="*/ 2105133 h 2454076"/>
                <a:gd name="csX10537" fmla="*/ 251023 w 1886469"/>
                <a:gd name="csY10537" fmla="*/ 2104768 h 2454076"/>
                <a:gd name="csX10538" fmla="*/ 251678 w 1886469"/>
                <a:gd name="csY10538" fmla="*/ 2105027 h 2454076"/>
                <a:gd name="csX10539" fmla="*/ 252294 w 1886469"/>
                <a:gd name="csY10539" fmla="*/ 2105475 h 2454076"/>
                <a:gd name="csX10540" fmla="*/ 256403 w 1886469"/>
                <a:gd name="csY10540" fmla="*/ 2110033 h 2454076"/>
                <a:gd name="csX10541" fmla="*/ 257544 w 1886469"/>
                <a:gd name="csY10541" fmla="*/ 2112171 h 2454076"/>
                <a:gd name="csX10542" fmla="*/ 257620 w 1886469"/>
                <a:gd name="csY10542" fmla="*/ 2115344 h 2454076"/>
                <a:gd name="csX10543" fmla="*/ 269748 w 1886469"/>
                <a:gd name="csY10543" fmla="*/ 2119156 h 2454076"/>
                <a:gd name="csX10544" fmla="*/ 268112 w 1886469"/>
                <a:gd name="csY10544" fmla="*/ 2119627 h 2454076"/>
                <a:gd name="csX10545" fmla="*/ 268660 w 1886469"/>
                <a:gd name="csY10545" fmla="*/ 2117756 h 2454076"/>
                <a:gd name="csX10546" fmla="*/ 268820 w 1886469"/>
                <a:gd name="csY10546" fmla="*/ 2116645 h 2454076"/>
                <a:gd name="csX10547" fmla="*/ 268523 w 1886469"/>
                <a:gd name="csY10547" fmla="*/ 2115602 h 2454076"/>
                <a:gd name="csX10548" fmla="*/ 268318 w 1886469"/>
                <a:gd name="csY10548" fmla="*/ 2113586 h 2454076"/>
                <a:gd name="csX10549" fmla="*/ 268234 w 1886469"/>
                <a:gd name="csY10549" fmla="*/ 2108816 h 2454076"/>
                <a:gd name="csX10550" fmla="*/ 269832 w 1886469"/>
                <a:gd name="csY10550" fmla="*/ 2105803 h 2454076"/>
                <a:gd name="csX10551" fmla="*/ 272343 w 1886469"/>
                <a:gd name="csY10551" fmla="*/ 2105719 h 2454076"/>
                <a:gd name="csX10552" fmla="*/ 272320 w 1886469"/>
                <a:gd name="csY10552" fmla="*/ 2107241 h 2454076"/>
                <a:gd name="csX10553" fmla="*/ 271255 w 1886469"/>
                <a:gd name="csY10553" fmla="*/ 2114012 h 2454076"/>
                <a:gd name="csX10554" fmla="*/ 270707 w 1886469"/>
                <a:gd name="csY10554" fmla="*/ 2117139 h 2454076"/>
                <a:gd name="csX10555" fmla="*/ 270281 w 1886469"/>
                <a:gd name="csY10555" fmla="*/ 2118288 h 2454076"/>
                <a:gd name="csX10556" fmla="*/ 269748 w 1886469"/>
                <a:gd name="csY10556" fmla="*/ 2119156 h 2454076"/>
                <a:gd name="csX10557" fmla="*/ 212935 w 1886469"/>
                <a:gd name="csY10557" fmla="*/ 2134411 h 2454076"/>
                <a:gd name="csX10558" fmla="*/ 212554 w 1886469"/>
                <a:gd name="csY10558" fmla="*/ 2134479 h 2454076"/>
                <a:gd name="csX10559" fmla="*/ 211847 w 1886469"/>
                <a:gd name="csY10559" fmla="*/ 2133764 h 2454076"/>
                <a:gd name="csX10560" fmla="*/ 211360 w 1886469"/>
                <a:gd name="csY10560" fmla="*/ 2132608 h 2454076"/>
                <a:gd name="csX10561" fmla="*/ 211063 w 1886469"/>
                <a:gd name="csY10561" fmla="*/ 2129594 h 2454076"/>
                <a:gd name="csX10562" fmla="*/ 211276 w 1886469"/>
                <a:gd name="csY10562" fmla="*/ 2128362 h 2454076"/>
                <a:gd name="csX10563" fmla="*/ 211466 w 1886469"/>
                <a:gd name="csY10563" fmla="*/ 2127875 h 2454076"/>
                <a:gd name="csX10564" fmla="*/ 213338 w 1886469"/>
                <a:gd name="csY10564" fmla="*/ 2129792 h 2454076"/>
                <a:gd name="csX10565" fmla="*/ 212935 w 1886469"/>
                <a:gd name="csY10565" fmla="*/ 2134411 h 2454076"/>
                <a:gd name="csX10566" fmla="*/ 1315736 w 1886469"/>
                <a:gd name="csY10566" fmla="*/ 2134745 h 2454076"/>
                <a:gd name="csX10567" fmla="*/ 1314853 w 1886469"/>
                <a:gd name="csY10567" fmla="*/ 2134989 h 2454076"/>
                <a:gd name="csX10568" fmla="*/ 1312822 w 1886469"/>
                <a:gd name="csY10568" fmla="*/ 2134708 h 2454076"/>
                <a:gd name="csX10569" fmla="*/ 1311194 w 1886469"/>
                <a:gd name="csY10569" fmla="*/ 2133840 h 2454076"/>
                <a:gd name="csX10570" fmla="*/ 1310189 w 1886469"/>
                <a:gd name="csY10570" fmla="*/ 2132729 h 2454076"/>
                <a:gd name="csX10571" fmla="*/ 1316786 w 1886469"/>
                <a:gd name="csY10571" fmla="*/ 2129678 h 2454076"/>
                <a:gd name="csX10572" fmla="*/ 1318140 w 1886469"/>
                <a:gd name="csY10572" fmla="*/ 2130074 h 2454076"/>
                <a:gd name="csX10573" fmla="*/ 1318163 w 1886469"/>
                <a:gd name="csY10573" fmla="*/ 2130622 h 2454076"/>
                <a:gd name="csX10574" fmla="*/ 1317174 w 1886469"/>
                <a:gd name="csY10574" fmla="*/ 2132258 h 2454076"/>
                <a:gd name="csX10575" fmla="*/ 1316908 w 1886469"/>
                <a:gd name="csY10575" fmla="*/ 2133353 h 2454076"/>
                <a:gd name="csX10576" fmla="*/ 1316428 w 1886469"/>
                <a:gd name="csY10576" fmla="*/ 2134183 h 2454076"/>
                <a:gd name="csX10577" fmla="*/ 1315736 w 1886469"/>
                <a:gd name="csY10577" fmla="*/ 2134745 h 2454076"/>
                <a:gd name="csX10578" fmla="*/ 1828706 w 1886469"/>
                <a:gd name="csY10578" fmla="*/ 2136907 h 2454076"/>
                <a:gd name="csX10579" fmla="*/ 1827686 w 1886469"/>
                <a:gd name="csY10579" fmla="*/ 2136929 h 2454076"/>
                <a:gd name="csX10580" fmla="*/ 1827458 w 1886469"/>
                <a:gd name="csY10580" fmla="*/ 2136541 h 2454076"/>
                <a:gd name="csX10581" fmla="*/ 1827884 w 1886469"/>
                <a:gd name="csY10581" fmla="*/ 2135217 h 2454076"/>
                <a:gd name="csX10582" fmla="*/ 1829018 w 1886469"/>
                <a:gd name="csY10582" fmla="*/ 2133680 h 2454076"/>
                <a:gd name="csX10583" fmla="*/ 1830570 w 1886469"/>
                <a:gd name="csY10583" fmla="*/ 2133254 h 2454076"/>
                <a:gd name="csX10584" fmla="*/ 1830151 w 1886469"/>
                <a:gd name="csY10584" fmla="*/ 2135506 h 2454076"/>
                <a:gd name="csX10585" fmla="*/ 1828706 w 1886469"/>
                <a:gd name="csY10585" fmla="*/ 2136907 h 2454076"/>
                <a:gd name="csX10586" fmla="*/ 279236 w 1886469"/>
                <a:gd name="csY10586" fmla="*/ 2151180 h 2454076"/>
                <a:gd name="csX10587" fmla="*/ 278878 w 1886469"/>
                <a:gd name="csY10587" fmla="*/ 2151751 h 2454076"/>
                <a:gd name="csX10588" fmla="*/ 278026 w 1886469"/>
                <a:gd name="csY10588" fmla="*/ 2151751 h 2454076"/>
                <a:gd name="csX10589" fmla="*/ 276672 w 1886469"/>
                <a:gd name="csY10589" fmla="*/ 2151180 h 2454076"/>
                <a:gd name="csX10590" fmla="*/ 275660 w 1886469"/>
                <a:gd name="csY10590" fmla="*/ 2149909 h 2454076"/>
                <a:gd name="csX10591" fmla="*/ 274443 w 1886469"/>
                <a:gd name="csY10591" fmla="*/ 2145945 h 2454076"/>
                <a:gd name="csX10592" fmla="*/ 274580 w 1886469"/>
                <a:gd name="csY10592" fmla="*/ 2145261 h 2454076"/>
                <a:gd name="csX10593" fmla="*/ 274998 w 1886469"/>
                <a:gd name="csY10593" fmla="*/ 2144568 h 2454076"/>
                <a:gd name="csX10594" fmla="*/ 276946 w 1886469"/>
                <a:gd name="csY10594" fmla="*/ 2143138 h 2454076"/>
                <a:gd name="csX10595" fmla="*/ 277646 w 1886469"/>
                <a:gd name="csY10595" fmla="*/ 2143298 h 2454076"/>
                <a:gd name="csX10596" fmla="*/ 277904 w 1886469"/>
                <a:gd name="csY10596" fmla="*/ 2144340 h 2454076"/>
                <a:gd name="csX10597" fmla="*/ 279061 w 1886469"/>
                <a:gd name="csY10597" fmla="*/ 2146676 h 2454076"/>
                <a:gd name="csX10598" fmla="*/ 279403 w 1886469"/>
                <a:gd name="csY10598" fmla="*/ 2147361 h 2454076"/>
                <a:gd name="csX10599" fmla="*/ 279403 w 1886469"/>
                <a:gd name="csY10599" fmla="*/ 2150069 h 2454076"/>
                <a:gd name="csX10600" fmla="*/ 279236 w 1886469"/>
                <a:gd name="csY10600" fmla="*/ 2151180 h 2454076"/>
                <a:gd name="csX10601" fmla="*/ 1826621 w 1886469"/>
                <a:gd name="csY10601" fmla="*/ 2149042 h 2454076"/>
                <a:gd name="csX10602" fmla="*/ 1825046 w 1886469"/>
                <a:gd name="csY10602" fmla="*/ 2152443 h 2454076"/>
                <a:gd name="csX10603" fmla="*/ 1823958 w 1886469"/>
                <a:gd name="csY10603" fmla="*/ 2154094 h 2454076"/>
                <a:gd name="csX10604" fmla="*/ 1822946 w 1886469"/>
                <a:gd name="csY10604" fmla="*/ 2154627 h 2454076"/>
                <a:gd name="csX10605" fmla="*/ 1820816 w 1886469"/>
                <a:gd name="csY10605" fmla="*/ 2155114 h 2454076"/>
                <a:gd name="csX10606" fmla="*/ 1816319 w 1886469"/>
                <a:gd name="csY10606" fmla="*/ 2155646 h 2454076"/>
                <a:gd name="csX10607" fmla="*/ 1814402 w 1886469"/>
                <a:gd name="csY10607" fmla="*/ 2156141 h 2454076"/>
                <a:gd name="csX10608" fmla="*/ 1814128 w 1886469"/>
                <a:gd name="csY10608" fmla="*/ 2158408 h 2454076"/>
                <a:gd name="csX10609" fmla="*/ 1814409 w 1886469"/>
                <a:gd name="csY10609" fmla="*/ 2159595 h 2454076"/>
                <a:gd name="csX10610" fmla="*/ 1815064 w 1886469"/>
                <a:gd name="csY10610" fmla="*/ 2160539 h 2454076"/>
                <a:gd name="csX10611" fmla="*/ 1815893 w 1886469"/>
                <a:gd name="csY10611" fmla="*/ 2160805 h 2454076"/>
                <a:gd name="csX10612" fmla="*/ 1817757 w 1886469"/>
                <a:gd name="csY10612" fmla="*/ 2160250 h 2454076"/>
                <a:gd name="csX10613" fmla="*/ 1818449 w 1886469"/>
                <a:gd name="csY10613" fmla="*/ 2160348 h 2454076"/>
                <a:gd name="csX10614" fmla="*/ 1819005 w 1886469"/>
                <a:gd name="csY10614" fmla="*/ 2160820 h 2454076"/>
                <a:gd name="csX10615" fmla="*/ 1819423 w 1886469"/>
                <a:gd name="csY10615" fmla="*/ 2161665 h 2454076"/>
                <a:gd name="csX10616" fmla="*/ 1819636 w 1886469"/>
                <a:gd name="csY10616" fmla="*/ 2162844 h 2454076"/>
                <a:gd name="csX10617" fmla="*/ 1819651 w 1886469"/>
                <a:gd name="csY10617" fmla="*/ 2164351 h 2454076"/>
                <a:gd name="csX10618" fmla="*/ 1819324 w 1886469"/>
                <a:gd name="csY10618" fmla="*/ 2166169 h 2454076"/>
                <a:gd name="csX10619" fmla="*/ 1817795 w 1886469"/>
                <a:gd name="csY10619" fmla="*/ 2170430 h 2454076"/>
                <a:gd name="csX10620" fmla="*/ 1815862 w 1886469"/>
                <a:gd name="csY10620" fmla="*/ 2172788 h 2454076"/>
                <a:gd name="csX10621" fmla="*/ 1813382 w 1886469"/>
                <a:gd name="csY10621" fmla="*/ 2174698 h 2454076"/>
                <a:gd name="csX10622" fmla="*/ 1812773 w 1886469"/>
                <a:gd name="csY10622" fmla="*/ 2175429 h 2454076"/>
                <a:gd name="csX10623" fmla="*/ 1812462 w 1886469"/>
                <a:gd name="csY10623" fmla="*/ 2176288 h 2454076"/>
                <a:gd name="csX10624" fmla="*/ 1812149 w 1886469"/>
                <a:gd name="csY10624" fmla="*/ 2179073 h 2454076"/>
                <a:gd name="csX10625" fmla="*/ 1810864 w 1886469"/>
                <a:gd name="csY10625" fmla="*/ 2181295 h 2454076"/>
                <a:gd name="csX10626" fmla="*/ 1806877 w 1886469"/>
                <a:gd name="csY10626" fmla="*/ 2186910 h 2454076"/>
                <a:gd name="csX10627" fmla="*/ 1805340 w 1886469"/>
                <a:gd name="csY10627" fmla="*/ 2188150 h 2454076"/>
                <a:gd name="csX10628" fmla="*/ 1805332 w 1886469"/>
                <a:gd name="csY10628" fmla="*/ 2189132 h 2454076"/>
                <a:gd name="csX10629" fmla="*/ 1804708 w 1886469"/>
                <a:gd name="csY10629" fmla="*/ 2191787 h 2454076"/>
                <a:gd name="csX10630" fmla="*/ 1803521 w 1886469"/>
                <a:gd name="csY10630" fmla="*/ 2193917 h 2454076"/>
                <a:gd name="csX10631" fmla="*/ 1800219 w 1886469"/>
                <a:gd name="csY10631" fmla="*/ 2198802 h 2454076"/>
                <a:gd name="csX10632" fmla="*/ 1799405 w 1886469"/>
                <a:gd name="csY10632" fmla="*/ 2200529 h 2454076"/>
                <a:gd name="csX10633" fmla="*/ 1799040 w 1886469"/>
                <a:gd name="csY10633" fmla="*/ 2201891 h 2454076"/>
                <a:gd name="csX10634" fmla="*/ 1799093 w 1886469"/>
                <a:gd name="csY10634" fmla="*/ 2203809 h 2454076"/>
                <a:gd name="csX10635" fmla="*/ 1798941 w 1886469"/>
                <a:gd name="csY10635" fmla="*/ 2204653 h 2454076"/>
                <a:gd name="csX10636" fmla="*/ 1798180 w 1886469"/>
                <a:gd name="csY10636" fmla="*/ 2206274 h 2454076"/>
                <a:gd name="csX10637" fmla="*/ 1797130 w 1886469"/>
                <a:gd name="csY10637" fmla="*/ 2207788 h 2454076"/>
                <a:gd name="csX10638" fmla="*/ 1796925 w 1886469"/>
                <a:gd name="csY10638" fmla="*/ 2208526 h 2454076"/>
                <a:gd name="csX10639" fmla="*/ 1797336 w 1886469"/>
                <a:gd name="csY10639" fmla="*/ 2209865 h 2454076"/>
                <a:gd name="csX10640" fmla="*/ 1797762 w 1886469"/>
                <a:gd name="csY10640" fmla="*/ 2210336 h 2454076"/>
                <a:gd name="csX10641" fmla="*/ 1797815 w 1886469"/>
                <a:gd name="csY10641" fmla="*/ 2211554 h 2454076"/>
                <a:gd name="csX10642" fmla="*/ 1797488 w 1886469"/>
                <a:gd name="csY10642" fmla="*/ 2213525 h 2454076"/>
                <a:gd name="csX10643" fmla="*/ 1798880 w 1886469"/>
                <a:gd name="csY10643" fmla="*/ 2212269 h 2454076"/>
                <a:gd name="csX10644" fmla="*/ 1802000 w 1886469"/>
                <a:gd name="csY10644" fmla="*/ 2207788 h 2454076"/>
                <a:gd name="csX10645" fmla="*/ 1804343 w 1886469"/>
                <a:gd name="csY10645" fmla="*/ 2205087 h 2454076"/>
                <a:gd name="csX10646" fmla="*/ 1805910 w 1886469"/>
                <a:gd name="csY10646" fmla="*/ 2204174 h 2454076"/>
                <a:gd name="csX10647" fmla="*/ 1807006 w 1886469"/>
                <a:gd name="csY10647" fmla="*/ 2202972 h 2454076"/>
                <a:gd name="csX10648" fmla="*/ 1808170 w 1886469"/>
                <a:gd name="csY10648" fmla="*/ 2200316 h 2454076"/>
                <a:gd name="csX10649" fmla="*/ 1809768 w 1886469"/>
                <a:gd name="csY10649" fmla="*/ 2197782 h 2454076"/>
                <a:gd name="csX10650" fmla="*/ 1811214 w 1886469"/>
                <a:gd name="csY10650" fmla="*/ 2196953 h 2454076"/>
                <a:gd name="csX10651" fmla="*/ 1811875 w 1886469"/>
                <a:gd name="csY10651" fmla="*/ 2197440 h 2454076"/>
                <a:gd name="csX10652" fmla="*/ 1812439 w 1886469"/>
                <a:gd name="csY10652" fmla="*/ 2198688 h 2454076"/>
                <a:gd name="csX10653" fmla="*/ 1812325 w 1886469"/>
                <a:gd name="csY10653" fmla="*/ 2200270 h 2454076"/>
                <a:gd name="csX10654" fmla="*/ 1811541 w 1886469"/>
                <a:gd name="csY10654" fmla="*/ 2202188 h 2454076"/>
                <a:gd name="csX10655" fmla="*/ 1811602 w 1886469"/>
                <a:gd name="csY10655" fmla="*/ 2202751 h 2454076"/>
                <a:gd name="csX10656" fmla="*/ 1813443 w 1886469"/>
                <a:gd name="csY10656" fmla="*/ 2201343 h 2454076"/>
                <a:gd name="csX10657" fmla="*/ 1816608 w 1886469"/>
                <a:gd name="csY10657" fmla="*/ 2200179 h 2454076"/>
                <a:gd name="csX10658" fmla="*/ 1817749 w 1886469"/>
                <a:gd name="csY10658" fmla="*/ 2200339 h 2454076"/>
                <a:gd name="csX10659" fmla="*/ 1820070 w 1886469"/>
                <a:gd name="csY10659" fmla="*/ 2202081 h 2454076"/>
                <a:gd name="csX10660" fmla="*/ 1821995 w 1886469"/>
                <a:gd name="csY10660" fmla="*/ 2201883 h 2454076"/>
                <a:gd name="csX10661" fmla="*/ 1825076 w 1886469"/>
                <a:gd name="csY10661" fmla="*/ 2200872 h 2454076"/>
                <a:gd name="csX10662" fmla="*/ 1825655 w 1886469"/>
                <a:gd name="csY10662" fmla="*/ 2201336 h 2454076"/>
                <a:gd name="csX10663" fmla="*/ 1825145 w 1886469"/>
                <a:gd name="csY10663" fmla="*/ 2202873 h 2454076"/>
                <a:gd name="csX10664" fmla="*/ 1823935 w 1886469"/>
                <a:gd name="csY10664" fmla="*/ 2204341 h 2454076"/>
                <a:gd name="csX10665" fmla="*/ 1821074 w 1886469"/>
                <a:gd name="csY10665" fmla="*/ 2206433 h 2454076"/>
                <a:gd name="csX10666" fmla="*/ 1814189 w 1886469"/>
                <a:gd name="csY10666" fmla="*/ 2210534 h 2454076"/>
                <a:gd name="csX10667" fmla="*/ 1812051 w 1886469"/>
                <a:gd name="csY10667" fmla="*/ 2213350 h 2454076"/>
                <a:gd name="csX10668" fmla="*/ 1812454 w 1886469"/>
                <a:gd name="csY10668" fmla="*/ 2213266 h 2454076"/>
                <a:gd name="csX10669" fmla="*/ 1813938 w 1886469"/>
                <a:gd name="csY10669" fmla="*/ 2212056 h 2454076"/>
                <a:gd name="csX10670" fmla="*/ 1815497 w 1886469"/>
                <a:gd name="csY10670" fmla="*/ 2211409 h 2454076"/>
                <a:gd name="csX10671" fmla="*/ 1817133 w 1886469"/>
                <a:gd name="csY10671" fmla="*/ 2211318 h 2454076"/>
                <a:gd name="csX10672" fmla="*/ 1817818 w 1886469"/>
                <a:gd name="csY10672" fmla="*/ 2211668 h 2454076"/>
                <a:gd name="csX10673" fmla="*/ 1817551 w 1886469"/>
                <a:gd name="csY10673" fmla="*/ 2212459 h 2454076"/>
                <a:gd name="csX10674" fmla="*/ 1817346 w 1886469"/>
                <a:gd name="csY10674" fmla="*/ 2214620 h 2454076"/>
                <a:gd name="csX10675" fmla="*/ 1813177 w 1886469"/>
                <a:gd name="csY10675" fmla="*/ 2218828 h 2454076"/>
                <a:gd name="csX10676" fmla="*/ 1814158 w 1886469"/>
                <a:gd name="csY10676" fmla="*/ 2218668 h 2454076"/>
                <a:gd name="csX10677" fmla="*/ 1818982 w 1886469"/>
                <a:gd name="csY10677" fmla="*/ 2216751 h 2454076"/>
                <a:gd name="csX10678" fmla="*/ 1821911 w 1886469"/>
                <a:gd name="csY10678" fmla="*/ 2219398 h 2454076"/>
                <a:gd name="csX10679" fmla="*/ 1825936 w 1886469"/>
                <a:gd name="csY10679" fmla="*/ 2218485 h 2454076"/>
                <a:gd name="csX10680" fmla="*/ 1828363 w 1886469"/>
                <a:gd name="csY10680" fmla="*/ 2217595 h 2454076"/>
                <a:gd name="csX10681" fmla="*/ 1828295 w 1886469"/>
                <a:gd name="csY10681" fmla="*/ 2218143 h 2454076"/>
                <a:gd name="csX10682" fmla="*/ 1828820 w 1886469"/>
                <a:gd name="csY10682" fmla="*/ 2219292 h 2454076"/>
                <a:gd name="csX10683" fmla="*/ 1828805 w 1886469"/>
                <a:gd name="csY10683" fmla="*/ 2221156 h 2454076"/>
                <a:gd name="csX10684" fmla="*/ 1829048 w 1886469"/>
                <a:gd name="csY10684" fmla="*/ 2221415 h 2454076"/>
                <a:gd name="csX10685" fmla="*/ 1830197 w 1886469"/>
                <a:gd name="csY10685" fmla="*/ 2220791 h 2454076"/>
                <a:gd name="csX10686" fmla="*/ 1830410 w 1886469"/>
                <a:gd name="csY10686" fmla="*/ 2220106 h 2454076"/>
                <a:gd name="csX10687" fmla="*/ 1830349 w 1886469"/>
                <a:gd name="csY10687" fmla="*/ 2216796 h 2454076"/>
                <a:gd name="csX10688" fmla="*/ 1830707 w 1886469"/>
                <a:gd name="csY10688" fmla="*/ 2216469 h 2454076"/>
                <a:gd name="csX10689" fmla="*/ 1831498 w 1886469"/>
                <a:gd name="csY10689" fmla="*/ 2216987 h 2454076"/>
                <a:gd name="csX10690" fmla="*/ 1831977 w 1886469"/>
                <a:gd name="csY10690" fmla="*/ 2217846 h 2454076"/>
                <a:gd name="csX10691" fmla="*/ 1832122 w 1886469"/>
                <a:gd name="csY10691" fmla="*/ 2220251 h 2454076"/>
                <a:gd name="csX10692" fmla="*/ 1831597 w 1886469"/>
                <a:gd name="csY10692" fmla="*/ 2222663 h 2454076"/>
                <a:gd name="csX10693" fmla="*/ 1830866 w 1886469"/>
                <a:gd name="csY10693" fmla="*/ 2224877 h 2454076"/>
                <a:gd name="csX10694" fmla="*/ 1829086 w 1886469"/>
                <a:gd name="csY10694" fmla="*/ 2228095 h 2454076"/>
                <a:gd name="csX10695" fmla="*/ 1829314 w 1886469"/>
                <a:gd name="csY10695" fmla="*/ 2229480 h 2454076"/>
                <a:gd name="csX10696" fmla="*/ 1828858 w 1886469"/>
                <a:gd name="csY10696" fmla="*/ 2230979 h 2454076"/>
                <a:gd name="csX10697" fmla="*/ 1829253 w 1886469"/>
                <a:gd name="csY10697" fmla="*/ 2231024 h 2454076"/>
                <a:gd name="csX10698" fmla="*/ 1831011 w 1886469"/>
                <a:gd name="csY10698" fmla="*/ 2229624 h 2454076"/>
                <a:gd name="csX10699" fmla="*/ 1831118 w 1886469"/>
                <a:gd name="csY10699" fmla="*/ 2229046 h 2454076"/>
                <a:gd name="csX10700" fmla="*/ 1830981 w 1886469"/>
                <a:gd name="csY10700" fmla="*/ 2227707 h 2454076"/>
                <a:gd name="csX10701" fmla="*/ 1831179 w 1886469"/>
                <a:gd name="csY10701" fmla="*/ 2227053 h 2454076"/>
                <a:gd name="csX10702" fmla="*/ 1832639 w 1886469"/>
                <a:gd name="csY10702" fmla="*/ 2225599 h 2454076"/>
                <a:gd name="csX10703" fmla="*/ 1835051 w 1886469"/>
                <a:gd name="csY10703" fmla="*/ 2223872 h 2454076"/>
                <a:gd name="csX10704" fmla="*/ 1835843 w 1886469"/>
                <a:gd name="csY10704" fmla="*/ 2223606 h 2454076"/>
                <a:gd name="csX10705" fmla="*/ 1836177 w 1886469"/>
                <a:gd name="csY10705" fmla="*/ 2224009 h 2454076"/>
                <a:gd name="csX10706" fmla="*/ 1836056 w 1886469"/>
                <a:gd name="csY10706" fmla="*/ 2225074 h 2454076"/>
                <a:gd name="csX10707" fmla="*/ 1836771 w 1886469"/>
                <a:gd name="csY10707" fmla="*/ 2224823 h 2454076"/>
                <a:gd name="csX10708" fmla="*/ 1838308 w 1886469"/>
                <a:gd name="csY10708" fmla="*/ 2223248 h 2454076"/>
                <a:gd name="csX10709" fmla="*/ 1839738 w 1886469"/>
                <a:gd name="csY10709" fmla="*/ 2222297 h 2454076"/>
                <a:gd name="csX10710" fmla="*/ 1841054 w 1886469"/>
                <a:gd name="csY10710" fmla="*/ 2221970 h 2454076"/>
                <a:gd name="csX10711" fmla="*/ 1842424 w 1886469"/>
                <a:gd name="csY10711" fmla="*/ 2220890 h 2454076"/>
                <a:gd name="csX10712" fmla="*/ 1843854 w 1886469"/>
                <a:gd name="csY10712" fmla="*/ 2219056 h 2454076"/>
                <a:gd name="csX10713" fmla="*/ 1845391 w 1886469"/>
                <a:gd name="csY10713" fmla="*/ 2217542 h 2454076"/>
                <a:gd name="csX10714" fmla="*/ 1847027 w 1886469"/>
                <a:gd name="csY10714" fmla="*/ 2216347 h 2454076"/>
                <a:gd name="csX10715" fmla="*/ 1847735 w 1886469"/>
                <a:gd name="csY10715" fmla="*/ 2216264 h 2454076"/>
                <a:gd name="csX10716" fmla="*/ 1847491 w 1886469"/>
                <a:gd name="csY10716" fmla="*/ 2218249 h 2454076"/>
                <a:gd name="csX10717" fmla="*/ 1847811 w 1886469"/>
                <a:gd name="csY10717" fmla="*/ 2220502 h 2454076"/>
                <a:gd name="csX10718" fmla="*/ 1847856 w 1886469"/>
                <a:gd name="csY10718" fmla="*/ 2222427 h 2454076"/>
                <a:gd name="csX10719" fmla="*/ 1848176 w 1886469"/>
                <a:gd name="csY10719" fmla="*/ 2222830 h 2454076"/>
                <a:gd name="csX10720" fmla="*/ 1849439 w 1886469"/>
                <a:gd name="csY10720" fmla="*/ 2220776 h 2454076"/>
                <a:gd name="csX10721" fmla="*/ 1850147 w 1886469"/>
                <a:gd name="csY10721" fmla="*/ 2220022 h 2454076"/>
                <a:gd name="csX10722" fmla="*/ 1850984 w 1886469"/>
                <a:gd name="csY10722" fmla="*/ 2219726 h 2454076"/>
                <a:gd name="csX10723" fmla="*/ 1851965 w 1886469"/>
                <a:gd name="csY10723" fmla="*/ 2219885 h 2454076"/>
                <a:gd name="csX10724" fmla="*/ 1858653 w 1886469"/>
                <a:gd name="csY10724" fmla="*/ 2219147 h 2454076"/>
                <a:gd name="csX10725" fmla="*/ 1860684 w 1886469"/>
                <a:gd name="csY10725" fmla="*/ 2219657 h 2454076"/>
                <a:gd name="csX10726" fmla="*/ 1862982 w 1886469"/>
                <a:gd name="csY10726" fmla="*/ 2220996 h 2454076"/>
                <a:gd name="csX10727" fmla="*/ 1865874 w 1886469"/>
                <a:gd name="csY10727" fmla="*/ 2223073 h 2454076"/>
                <a:gd name="csX10728" fmla="*/ 1866939 w 1886469"/>
                <a:gd name="csY10728" fmla="*/ 2224953 h 2454076"/>
                <a:gd name="csX10729" fmla="*/ 1867137 w 1886469"/>
                <a:gd name="csY10729" fmla="*/ 2227319 h 2454076"/>
                <a:gd name="csX10730" fmla="*/ 1866855 w 1886469"/>
                <a:gd name="csY10730" fmla="*/ 2228962 h 2454076"/>
                <a:gd name="csX10731" fmla="*/ 1864770 w 1886469"/>
                <a:gd name="csY10731" fmla="*/ 2231032 h 2454076"/>
                <a:gd name="csX10732" fmla="*/ 1862914 w 1886469"/>
                <a:gd name="csY10732" fmla="*/ 2232401 h 2454076"/>
                <a:gd name="csX10733" fmla="*/ 1861818 w 1886469"/>
                <a:gd name="csY10733" fmla="*/ 2233763 h 2454076"/>
                <a:gd name="csX10734" fmla="*/ 1861483 w 1886469"/>
                <a:gd name="csY10734" fmla="*/ 2235125 h 2454076"/>
                <a:gd name="csX10735" fmla="*/ 1861050 w 1886469"/>
                <a:gd name="csY10735" fmla="*/ 2235962 h 2454076"/>
                <a:gd name="csX10736" fmla="*/ 1859810 w 1886469"/>
                <a:gd name="csY10736" fmla="*/ 2237134 h 2454076"/>
                <a:gd name="csX10737" fmla="*/ 1854301 w 1886469"/>
                <a:gd name="csY10737" fmla="*/ 2240421 h 2454076"/>
                <a:gd name="csX10738" fmla="*/ 1855617 w 1886469"/>
                <a:gd name="csY10738" fmla="*/ 2240512 h 2454076"/>
                <a:gd name="csX10739" fmla="*/ 1858790 w 1886469"/>
                <a:gd name="csY10739" fmla="*/ 2239805 h 2454076"/>
                <a:gd name="csX10740" fmla="*/ 1860875 w 1886469"/>
                <a:gd name="csY10740" fmla="*/ 2239652 h 2454076"/>
                <a:gd name="csX10741" fmla="*/ 1860989 w 1886469"/>
                <a:gd name="csY10741" fmla="*/ 2240132 h 2454076"/>
                <a:gd name="csX10742" fmla="*/ 1860152 w 1886469"/>
                <a:gd name="csY10742" fmla="*/ 2241067 h 2454076"/>
                <a:gd name="csX10743" fmla="*/ 1858562 w 1886469"/>
                <a:gd name="csY10743" fmla="*/ 2242003 h 2454076"/>
                <a:gd name="csX10744" fmla="*/ 1858394 w 1886469"/>
                <a:gd name="csY10744" fmla="*/ 2242460 h 2454076"/>
                <a:gd name="csX10745" fmla="*/ 1858471 w 1886469"/>
                <a:gd name="csY10745" fmla="*/ 2243046 h 2454076"/>
                <a:gd name="csX10746" fmla="*/ 1860175 w 1886469"/>
                <a:gd name="csY10746" fmla="*/ 2243753 h 2454076"/>
                <a:gd name="csX10747" fmla="*/ 1862358 w 1886469"/>
                <a:gd name="csY10747" fmla="*/ 2243411 h 2454076"/>
                <a:gd name="csX10748" fmla="*/ 1864192 w 1886469"/>
                <a:gd name="csY10748" fmla="*/ 2243913 h 2454076"/>
                <a:gd name="csX10749" fmla="*/ 1864017 w 1886469"/>
                <a:gd name="csY10749" fmla="*/ 2244697 h 2454076"/>
                <a:gd name="csX10750" fmla="*/ 1862556 w 1886469"/>
                <a:gd name="csY10750" fmla="*/ 2247246 h 2454076"/>
                <a:gd name="csX10751" fmla="*/ 1862130 w 1886469"/>
                <a:gd name="csY10751" fmla="*/ 2248851 h 2454076"/>
                <a:gd name="csX10752" fmla="*/ 1860190 w 1886469"/>
                <a:gd name="csY10752" fmla="*/ 2250198 h 2454076"/>
                <a:gd name="csX10753" fmla="*/ 1856294 w 1886469"/>
                <a:gd name="csY10753" fmla="*/ 2252305 h 2454076"/>
                <a:gd name="csX10754" fmla="*/ 1855298 w 1886469"/>
                <a:gd name="csY10754" fmla="*/ 2253112 h 2454076"/>
                <a:gd name="csX10755" fmla="*/ 1855518 w 1886469"/>
                <a:gd name="csY10755" fmla="*/ 2253279 h 2454076"/>
                <a:gd name="csX10756" fmla="*/ 1859087 w 1886469"/>
                <a:gd name="csY10756" fmla="*/ 2251727 h 2454076"/>
                <a:gd name="csX10757" fmla="*/ 1860882 w 1886469"/>
                <a:gd name="csY10757" fmla="*/ 2251331 h 2454076"/>
                <a:gd name="csX10758" fmla="*/ 1862024 w 1886469"/>
                <a:gd name="csY10758" fmla="*/ 2251324 h 2454076"/>
                <a:gd name="csX10759" fmla="*/ 1863309 w 1886469"/>
                <a:gd name="csY10759" fmla="*/ 2249825 h 2454076"/>
                <a:gd name="csX10760" fmla="*/ 1865326 w 1886469"/>
                <a:gd name="csY10760" fmla="*/ 2249330 h 2454076"/>
                <a:gd name="csX10761" fmla="*/ 1867296 w 1886469"/>
                <a:gd name="csY10761" fmla="*/ 2250274 h 2454076"/>
                <a:gd name="csX10762" fmla="*/ 1870302 w 1886469"/>
                <a:gd name="csY10762" fmla="*/ 2247695 h 2454076"/>
                <a:gd name="csX10763" fmla="*/ 1871375 w 1886469"/>
                <a:gd name="csY10763" fmla="*/ 2247360 h 2454076"/>
                <a:gd name="csX10764" fmla="*/ 1873201 w 1886469"/>
                <a:gd name="csY10764" fmla="*/ 2247657 h 2454076"/>
                <a:gd name="csX10765" fmla="*/ 1874380 w 1886469"/>
                <a:gd name="csY10765" fmla="*/ 2247185 h 2454076"/>
                <a:gd name="csX10766" fmla="*/ 1876366 w 1886469"/>
                <a:gd name="csY10766" fmla="*/ 2245427 h 2454076"/>
                <a:gd name="csX10767" fmla="*/ 1877865 w 1886469"/>
                <a:gd name="csY10767" fmla="*/ 2244575 h 2454076"/>
                <a:gd name="csX10768" fmla="*/ 1878177 w 1886469"/>
                <a:gd name="csY10768" fmla="*/ 2244651 h 2454076"/>
                <a:gd name="csX10769" fmla="*/ 1878496 w 1886469"/>
                <a:gd name="csY10769" fmla="*/ 2245359 h 2454076"/>
                <a:gd name="csX10770" fmla="*/ 1878641 w 1886469"/>
                <a:gd name="csY10770" fmla="*/ 2247390 h 2454076"/>
                <a:gd name="csX10771" fmla="*/ 1878291 w 1886469"/>
                <a:gd name="csY10771" fmla="*/ 2249186 h 2454076"/>
                <a:gd name="csX10772" fmla="*/ 1877804 w 1886469"/>
                <a:gd name="csY10772" fmla="*/ 2250327 h 2454076"/>
                <a:gd name="csX10773" fmla="*/ 1876191 w 1886469"/>
                <a:gd name="csY10773" fmla="*/ 2252846 h 2454076"/>
                <a:gd name="csX10774" fmla="*/ 1875202 w 1886469"/>
                <a:gd name="csY10774" fmla="*/ 2253728 h 2454076"/>
                <a:gd name="csX10775" fmla="*/ 1874281 w 1886469"/>
                <a:gd name="csY10775" fmla="*/ 2254063 h 2454076"/>
                <a:gd name="csX10776" fmla="*/ 1872660 w 1886469"/>
                <a:gd name="csY10776" fmla="*/ 2253926 h 2454076"/>
                <a:gd name="csX10777" fmla="*/ 1871953 w 1886469"/>
                <a:gd name="csY10777" fmla="*/ 2254314 h 2454076"/>
                <a:gd name="csX10778" fmla="*/ 1870431 w 1886469"/>
                <a:gd name="csY10778" fmla="*/ 2256285 h 2454076"/>
                <a:gd name="csX10779" fmla="*/ 1867745 w 1886469"/>
                <a:gd name="csY10779" fmla="*/ 2258286 h 2454076"/>
                <a:gd name="csX10780" fmla="*/ 1866071 w 1886469"/>
                <a:gd name="csY10780" fmla="*/ 2259062 h 2454076"/>
                <a:gd name="csX10781" fmla="*/ 1867129 w 1886469"/>
                <a:gd name="csY10781" fmla="*/ 2260142 h 2454076"/>
                <a:gd name="csX10782" fmla="*/ 1867517 w 1886469"/>
                <a:gd name="csY10782" fmla="*/ 2262227 h 2454076"/>
                <a:gd name="csX10783" fmla="*/ 1866931 w 1886469"/>
                <a:gd name="csY10783" fmla="*/ 2262874 h 2454076"/>
                <a:gd name="csX10784" fmla="*/ 1864048 w 1886469"/>
                <a:gd name="csY10784" fmla="*/ 2263513 h 2454076"/>
                <a:gd name="csX10785" fmla="*/ 1863926 w 1886469"/>
                <a:gd name="csY10785" fmla="*/ 2263863 h 2454076"/>
                <a:gd name="csX10786" fmla="*/ 1862899 w 1886469"/>
                <a:gd name="csY10786" fmla="*/ 2264327 h 2454076"/>
                <a:gd name="csX10787" fmla="*/ 1860517 w 1886469"/>
                <a:gd name="csY10787" fmla="*/ 2265050 h 2454076"/>
                <a:gd name="csX10788" fmla="*/ 1862138 w 1886469"/>
                <a:gd name="csY10788" fmla="*/ 2265369 h 2454076"/>
                <a:gd name="csX10789" fmla="*/ 1865143 w 1886469"/>
                <a:gd name="csY10789" fmla="*/ 2264860 h 2454076"/>
                <a:gd name="csX10790" fmla="*/ 1865463 w 1886469"/>
                <a:gd name="csY10790" fmla="*/ 2265209 h 2454076"/>
                <a:gd name="csX10791" fmla="*/ 1865052 w 1886469"/>
                <a:gd name="csY10791" fmla="*/ 2266670 h 2454076"/>
                <a:gd name="csX10792" fmla="*/ 1864253 w 1886469"/>
                <a:gd name="csY10792" fmla="*/ 2268177 h 2454076"/>
                <a:gd name="csX10793" fmla="*/ 1860692 w 1886469"/>
                <a:gd name="csY10793" fmla="*/ 2272050 h 2454076"/>
                <a:gd name="csX10794" fmla="*/ 1860646 w 1886469"/>
                <a:gd name="csY10794" fmla="*/ 2272438 h 2454076"/>
                <a:gd name="csX10795" fmla="*/ 1861202 w 1886469"/>
                <a:gd name="csY10795" fmla="*/ 2274332 h 2454076"/>
                <a:gd name="csX10796" fmla="*/ 1861894 w 1886469"/>
                <a:gd name="csY10796" fmla="*/ 2275763 h 2454076"/>
                <a:gd name="csX10797" fmla="*/ 1862754 w 1886469"/>
                <a:gd name="csY10797" fmla="*/ 2276775 h 2454076"/>
                <a:gd name="csX10798" fmla="*/ 1864732 w 1886469"/>
                <a:gd name="csY10798" fmla="*/ 2276828 h 2454076"/>
                <a:gd name="csX10799" fmla="*/ 1866193 w 1886469"/>
                <a:gd name="csY10799" fmla="*/ 2276386 h 2454076"/>
                <a:gd name="csX10800" fmla="*/ 1868331 w 1886469"/>
                <a:gd name="csY10800" fmla="*/ 2273807 h 2454076"/>
                <a:gd name="csX10801" fmla="*/ 1873048 w 1886469"/>
                <a:gd name="csY10801" fmla="*/ 2265750 h 2454076"/>
                <a:gd name="csX10802" fmla="*/ 1877264 w 1886469"/>
                <a:gd name="csY10802" fmla="*/ 2263497 h 2454076"/>
                <a:gd name="csX10803" fmla="*/ 1880771 w 1886469"/>
                <a:gd name="csY10803" fmla="*/ 2260994 h 2454076"/>
                <a:gd name="csX10804" fmla="*/ 1881578 w 1886469"/>
                <a:gd name="csY10804" fmla="*/ 2261497 h 2454076"/>
                <a:gd name="csX10805" fmla="*/ 1881951 w 1886469"/>
                <a:gd name="csY10805" fmla="*/ 2262082 h 2454076"/>
                <a:gd name="csX10806" fmla="*/ 1881821 w 1886469"/>
                <a:gd name="csY10806" fmla="*/ 2262691 h 2454076"/>
                <a:gd name="csX10807" fmla="*/ 1880048 w 1886469"/>
                <a:gd name="csY10807" fmla="*/ 2264753 h 2454076"/>
                <a:gd name="csX10808" fmla="*/ 1879120 w 1886469"/>
                <a:gd name="csY10808" fmla="*/ 2266450 h 2454076"/>
                <a:gd name="csX10809" fmla="*/ 1876716 w 1886469"/>
                <a:gd name="csY10809" fmla="*/ 2271662 h 2454076"/>
                <a:gd name="csX10810" fmla="*/ 1875795 w 1886469"/>
                <a:gd name="csY10810" fmla="*/ 2274112 h 2454076"/>
                <a:gd name="csX10811" fmla="*/ 1875331 w 1886469"/>
                <a:gd name="csY10811" fmla="*/ 2276691 h 2454076"/>
                <a:gd name="csX10812" fmla="*/ 1875453 w 1886469"/>
                <a:gd name="csY10812" fmla="*/ 2281134 h 2454076"/>
                <a:gd name="csX10813" fmla="*/ 1875711 w 1886469"/>
                <a:gd name="csY10813" fmla="*/ 2281903 h 2454076"/>
                <a:gd name="csX10814" fmla="*/ 1876465 w 1886469"/>
                <a:gd name="csY10814" fmla="*/ 2282930 h 2454076"/>
                <a:gd name="csX10815" fmla="*/ 1877865 w 1886469"/>
                <a:gd name="csY10815" fmla="*/ 2282047 h 2454076"/>
                <a:gd name="csX10816" fmla="*/ 1880246 w 1886469"/>
                <a:gd name="csY10816" fmla="*/ 2279848 h 2454076"/>
                <a:gd name="csX10817" fmla="*/ 1881783 w 1886469"/>
                <a:gd name="csY10817" fmla="*/ 2277748 h 2454076"/>
                <a:gd name="csX10818" fmla="*/ 1882985 w 1886469"/>
                <a:gd name="csY10818" fmla="*/ 2274317 h 2454076"/>
                <a:gd name="csX10819" fmla="*/ 1883723 w 1886469"/>
                <a:gd name="csY10819" fmla="*/ 2273001 h 2454076"/>
                <a:gd name="csX10820" fmla="*/ 1884522 w 1886469"/>
                <a:gd name="csY10820" fmla="*/ 2273016 h 2454076"/>
                <a:gd name="csX10821" fmla="*/ 1885237 w 1886469"/>
                <a:gd name="csY10821" fmla="*/ 2273769 h 2454076"/>
                <a:gd name="csX10822" fmla="*/ 1885412 w 1886469"/>
                <a:gd name="csY10822" fmla="*/ 2275420 h 2454076"/>
                <a:gd name="csX10823" fmla="*/ 1886074 w 1886469"/>
                <a:gd name="csY10823" fmla="*/ 2277672 h 2454076"/>
                <a:gd name="csX10824" fmla="*/ 1886470 w 1886469"/>
                <a:gd name="csY10824" fmla="*/ 2279955 h 2454076"/>
                <a:gd name="csX10825" fmla="*/ 1886150 w 1886469"/>
                <a:gd name="csY10825" fmla="*/ 2282466 h 2454076"/>
                <a:gd name="csX10826" fmla="*/ 1885831 w 1886469"/>
                <a:gd name="csY10826" fmla="*/ 2283835 h 2454076"/>
                <a:gd name="csX10827" fmla="*/ 1880946 w 1886469"/>
                <a:gd name="csY10827" fmla="*/ 2293970 h 2454076"/>
                <a:gd name="csX10828" fmla="*/ 1881464 w 1886469"/>
                <a:gd name="csY10828" fmla="*/ 2295766 h 2454076"/>
                <a:gd name="csX10829" fmla="*/ 1881593 w 1886469"/>
                <a:gd name="csY10829" fmla="*/ 2296853 h 2454076"/>
                <a:gd name="csX10830" fmla="*/ 1881441 w 1886469"/>
                <a:gd name="csY10830" fmla="*/ 2298002 h 2454076"/>
                <a:gd name="csX10831" fmla="*/ 1879889 w 1886469"/>
                <a:gd name="csY10831" fmla="*/ 2302826 h 2454076"/>
                <a:gd name="csX10832" fmla="*/ 1878390 w 1886469"/>
                <a:gd name="csY10832" fmla="*/ 2305832 h 2454076"/>
                <a:gd name="csX10833" fmla="*/ 1877583 w 1886469"/>
                <a:gd name="csY10833" fmla="*/ 2307117 h 2454076"/>
                <a:gd name="csX10834" fmla="*/ 1876624 w 1886469"/>
                <a:gd name="csY10834" fmla="*/ 2307909 h 2454076"/>
                <a:gd name="csX10835" fmla="*/ 1875514 w 1886469"/>
                <a:gd name="csY10835" fmla="*/ 2308198 h 2454076"/>
                <a:gd name="csX10836" fmla="*/ 1874517 w 1886469"/>
                <a:gd name="csY10836" fmla="*/ 2307764 h 2454076"/>
                <a:gd name="csX10837" fmla="*/ 1873634 w 1886469"/>
                <a:gd name="csY10837" fmla="*/ 2306608 h 2454076"/>
                <a:gd name="csX10838" fmla="*/ 1872858 w 1886469"/>
                <a:gd name="csY10838" fmla="*/ 2306007 h 2454076"/>
                <a:gd name="csX10839" fmla="*/ 1872181 w 1886469"/>
                <a:gd name="csY10839" fmla="*/ 2305968 h 2454076"/>
                <a:gd name="csX10840" fmla="*/ 1870926 w 1886469"/>
                <a:gd name="csY10840" fmla="*/ 2306182 h 2454076"/>
                <a:gd name="csX10841" fmla="*/ 1867631 w 1886469"/>
                <a:gd name="csY10841" fmla="*/ 2308632 h 2454076"/>
                <a:gd name="csX10842" fmla="*/ 1866954 w 1886469"/>
                <a:gd name="csY10842" fmla="*/ 2308761 h 2454076"/>
                <a:gd name="csX10843" fmla="*/ 1866482 w 1886469"/>
                <a:gd name="csY10843" fmla="*/ 2308434 h 2454076"/>
                <a:gd name="csX10844" fmla="*/ 1865919 w 1886469"/>
                <a:gd name="csY10844" fmla="*/ 2307148 h 2454076"/>
                <a:gd name="csX10845" fmla="*/ 1866368 w 1886469"/>
                <a:gd name="csY10845" fmla="*/ 2300673 h 2454076"/>
                <a:gd name="csX10846" fmla="*/ 1866665 w 1886469"/>
                <a:gd name="csY10846" fmla="*/ 2298527 h 2454076"/>
                <a:gd name="csX10847" fmla="*/ 1866011 w 1886469"/>
                <a:gd name="csY10847" fmla="*/ 2296869 h 2454076"/>
                <a:gd name="csX10848" fmla="*/ 1866703 w 1886469"/>
                <a:gd name="csY10848" fmla="*/ 2294084 h 2454076"/>
                <a:gd name="csX10849" fmla="*/ 1866726 w 1886469"/>
                <a:gd name="csY10849" fmla="*/ 2293026 h 2454076"/>
                <a:gd name="csX10850" fmla="*/ 1866322 w 1886469"/>
                <a:gd name="csY10850" fmla="*/ 2292631 h 2454076"/>
                <a:gd name="csX10851" fmla="*/ 1865493 w 1886469"/>
                <a:gd name="csY10851" fmla="*/ 2292889 h 2454076"/>
                <a:gd name="csX10852" fmla="*/ 1864230 w 1886469"/>
                <a:gd name="csY10852" fmla="*/ 2294290 h 2454076"/>
                <a:gd name="csX10853" fmla="*/ 1862541 w 1886469"/>
                <a:gd name="csY10853" fmla="*/ 2296823 h 2454076"/>
                <a:gd name="csX10854" fmla="*/ 1860707 w 1886469"/>
                <a:gd name="csY10854" fmla="*/ 2299075 h 2454076"/>
                <a:gd name="csX10855" fmla="*/ 1857512 w 1886469"/>
                <a:gd name="csY10855" fmla="*/ 2302187 h 2454076"/>
                <a:gd name="csX10856" fmla="*/ 1856097 w 1886469"/>
                <a:gd name="csY10856" fmla="*/ 2302803 h 2454076"/>
                <a:gd name="csX10857" fmla="*/ 1855533 w 1886469"/>
                <a:gd name="csY10857" fmla="*/ 2302651 h 2454076"/>
                <a:gd name="csX10858" fmla="*/ 1854887 w 1886469"/>
                <a:gd name="csY10858" fmla="*/ 2302225 h 2454076"/>
                <a:gd name="csX10859" fmla="*/ 1854012 w 1886469"/>
                <a:gd name="csY10859" fmla="*/ 2300924 h 2454076"/>
                <a:gd name="csX10860" fmla="*/ 1854019 w 1886469"/>
                <a:gd name="csY10860" fmla="*/ 2299775 h 2454076"/>
                <a:gd name="csX10861" fmla="*/ 1854400 w 1886469"/>
                <a:gd name="csY10861" fmla="*/ 2298208 h 2454076"/>
                <a:gd name="csX10862" fmla="*/ 1855739 w 1886469"/>
                <a:gd name="csY10862" fmla="*/ 2294502 h 2454076"/>
                <a:gd name="csX10863" fmla="*/ 1858349 w 1886469"/>
                <a:gd name="csY10863" fmla="*/ 2289002 h 2454076"/>
                <a:gd name="csX10864" fmla="*/ 1860517 w 1886469"/>
                <a:gd name="csY10864" fmla="*/ 2285076 h 2454076"/>
                <a:gd name="csX10865" fmla="*/ 1860936 w 1886469"/>
                <a:gd name="csY10865" fmla="*/ 2283394 h 2454076"/>
                <a:gd name="csX10866" fmla="*/ 1860327 w 1886469"/>
                <a:gd name="csY10866" fmla="*/ 2282664 h 2454076"/>
                <a:gd name="csX10867" fmla="*/ 1859840 w 1886469"/>
                <a:gd name="csY10867" fmla="*/ 2281226 h 2454076"/>
                <a:gd name="csX10868" fmla="*/ 1859011 w 1886469"/>
                <a:gd name="csY10868" fmla="*/ 2276949 h 2454076"/>
                <a:gd name="csX10869" fmla="*/ 1857961 w 1886469"/>
                <a:gd name="csY10869" fmla="*/ 2273427 h 2454076"/>
                <a:gd name="csX10870" fmla="*/ 1856713 w 1886469"/>
                <a:gd name="csY10870" fmla="*/ 2271860 h 2454076"/>
                <a:gd name="csX10871" fmla="*/ 1853624 w 1886469"/>
                <a:gd name="csY10871" fmla="*/ 2270140 h 2454076"/>
                <a:gd name="csX10872" fmla="*/ 1853053 w 1886469"/>
                <a:gd name="csY10872" fmla="*/ 2270558 h 2454076"/>
                <a:gd name="csX10873" fmla="*/ 1852726 w 1886469"/>
                <a:gd name="csY10873" fmla="*/ 2272940 h 2454076"/>
                <a:gd name="csX10874" fmla="*/ 1849081 w 1886469"/>
                <a:gd name="csY10874" fmla="*/ 2279757 h 2454076"/>
                <a:gd name="csX10875" fmla="*/ 1848442 w 1886469"/>
                <a:gd name="csY10875" fmla="*/ 2282709 h 2454076"/>
                <a:gd name="csX10876" fmla="*/ 1847986 w 1886469"/>
                <a:gd name="csY10876" fmla="*/ 2283805 h 2454076"/>
                <a:gd name="csX10877" fmla="*/ 1847301 w 1886469"/>
                <a:gd name="csY10877" fmla="*/ 2284551 h 2454076"/>
                <a:gd name="csX10878" fmla="*/ 1845711 w 1886469"/>
                <a:gd name="csY10878" fmla="*/ 2285456 h 2454076"/>
                <a:gd name="csX10879" fmla="*/ 1846144 w 1886469"/>
                <a:gd name="csY10879" fmla="*/ 2283881 h 2454076"/>
                <a:gd name="csX10880" fmla="*/ 1847834 w 1886469"/>
                <a:gd name="csY10880" fmla="*/ 2280381 h 2454076"/>
                <a:gd name="csX10881" fmla="*/ 1847605 w 1886469"/>
                <a:gd name="csY10881" fmla="*/ 2280039 h 2454076"/>
                <a:gd name="csX10882" fmla="*/ 1845460 w 1886469"/>
                <a:gd name="csY10882" fmla="*/ 2282854 h 2454076"/>
                <a:gd name="csX10883" fmla="*/ 1843824 w 1886469"/>
                <a:gd name="csY10883" fmla="*/ 2284414 h 2454076"/>
                <a:gd name="csX10884" fmla="*/ 1841830 w 1886469"/>
                <a:gd name="csY10884" fmla="*/ 2284817 h 2454076"/>
                <a:gd name="csX10885" fmla="*/ 1840613 w 1886469"/>
                <a:gd name="csY10885" fmla="*/ 2284718 h 2454076"/>
                <a:gd name="csX10886" fmla="*/ 1839434 w 1886469"/>
                <a:gd name="csY10886" fmla="*/ 2285152 h 2454076"/>
                <a:gd name="csX10887" fmla="*/ 1834443 w 1886469"/>
                <a:gd name="csY10887" fmla="*/ 2291771 h 2454076"/>
                <a:gd name="csX10888" fmla="*/ 1834260 w 1886469"/>
                <a:gd name="csY10888" fmla="*/ 2293977 h 2454076"/>
                <a:gd name="csX10889" fmla="*/ 1833393 w 1886469"/>
                <a:gd name="csY10889" fmla="*/ 2295781 h 2454076"/>
                <a:gd name="csX10890" fmla="*/ 1830935 w 1886469"/>
                <a:gd name="csY10890" fmla="*/ 2299030 h 2454076"/>
                <a:gd name="csX10891" fmla="*/ 1829634 w 1886469"/>
                <a:gd name="csY10891" fmla="*/ 2300156 h 2454076"/>
                <a:gd name="csX10892" fmla="*/ 1827808 w 1886469"/>
                <a:gd name="csY10892" fmla="*/ 2300354 h 2454076"/>
                <a:gd name="csX10893" fmla="*/ 1826142 w 1886469"/>
                <a:gd name="csY10893" fmla="*/ 2299790 h 2454076"/>
                <a:gd name="csX10894" fmla="*/ 1825046 w 1886469"/>
                <a:gd name="csY10894" fmla="*/ 2299897 h 2454076"/>
                <a:gd name="csX10895" fmla="*/ 1822451 w 1886469"/>
                <a:gd name="csY10895" fmla="*/ 2300909 h 2454076"/>
                <a:gd name="csX10896" fmla="*/ 1819545 w 1886469"/>
                <a:gd name="csY10896" fmla="*/ 2301350 h 2454076"/>
                <a:gd name="csX10897" fmla="*/ 1818343 w 1886469"/>
                <a:gd name="csY10897" fmla="*/ 2301145 h 2454076"/>
                <a:gd name="csX10898" fmla="*/ 1817574 w 1886469"/>
                <a:gd name="csY10898" fmla="*/ 2300726 h 2454076"/>
                <a:gd name="csX10899" fmla="*/ 1816098 w 1886469"/>
                <a:gd name="csY10899" fmla="*/ 2299463 h 2454076"/>
                <a:gd name="csX10900" fmla="*/ 1815923 w 1886469"/>
                <a:gd name="csY10900" fmla="*/ 2298565 h 2454076"/>
                <a:gd name="csX10901" fmla="*/ 1815999 w 1886469"/>
                <a:gd name="csY10901" fmla="*/ 2298040 h 2454076"/>
                <a:gd name="csX10902" fmla="*/ 1816753 w 1886469"/>
                <a:gd name="csY10902" fmla="*/ 2296679 h 2454076"/>
                <a:gd name="csX10903" fmla="*/ 1818480 w 1886469"/>
                <a:gd name="csY10903" fmla="*/ 2294967 h 2454076"/>
                <a:gd name="csX10904" fmla="*/ 1819903 w 1886469"/>
                <a:gd name="csY10904" fmla="*/ 2294327 h 2454076"/>
                <a:gd name="csX10905" fmla="*/ 1823357 w 1886469"/>
                <a:gd name="csY10905" fmla="*/ 2293468 h 2454076"/>
                <a:gd name="csX10906" fmla="*/ 1825891 w 1886469"/>
                <a:gd name="csY10906" fmla="*/ 2292182 h 2454076"/>
                <a:gd name="csX10907" fmla="*/ 1827815 w 1886469"/>
                <a:gd name="csY10907" fmla="*/ 2290280 h 2454076"/>
                <a:gd name="csX10908" fmla="*/ 1828675 w 1886469"/>
                <a:gd name="csY10908" fmla="*/ 2289116 h 2454076"/>
                <a:gd name="csX10909" fmla="*/ 1832304 w 1886469"/>
                <a:gd name="csY10909" fmla="*/ 2283135 h 2454076"/>
                <a:gd name="csX10910" fmla="*/ 1836900 w 1886469"/>
                <a:gd name="csY10910" fmla="*/ 2281020 h 2454076"/>
                <a:gd name="csX10911" fmla="*/ 1839167 w 1886469"/>
                <a:gd name="csY10911" fmla="*/ 2279293 h 2454076"/>
                <a:gd name="csX10912" fmla="*/ 1840750 w 1886469"/>
                <a:gd name="csY10912" fmla="*/ 2277102 h 2454076"/>
                <a:gd name="csX10913" fmla="*/ 1840978 w 1886469"/>
                <a:gd name="csY10913" fmla="*/ 2276326 h 2454076"/>
                <a:gd name="csX10914" fmla="*/ 1838703 w 1886469"/>
                <a:gd name="csY10914" fmla="*/ 2277436 h 2454076"/>
                <a:gd name="csX10915" fmla="*/ 1837532 w 1886469"/>
                <a:gd name="csY10915" fmla="*/ 2277710 h 2454076"/>
                <a:gd name="csX10916" fmla="*/ 1835629 w 1886469"/>
                <a:gd name="csY10916" fmla="*/ 2277300 h 2454076"/>
                <a:gd name="csX10917" fmla="*/ 1834785 w 1886469"/>
                <a:gd name="csY10917" fmla="*/ 2276554 h 2454076"/>
                <a:gd name="csX10918" fmla="*/ 1832183 w 1886469"/>
                <a:gd name="csY10918" fmla="*/ 2276790 h 2454076"/>
                <a:gd name="csX10919" fmla="*/ 1828561 w 1886469"/>
                <a:gd name="csY10919" fmla="*/ 2276440 h 2454076"/>
                <a:gd name="csX10920" fmla="*/ 1828036 w 1886469"/>
                <a:gd name="csY10920" fmla="*/ 2277018 h 2454076"/>
                <a:gd name="csX10921" fmla="*/ 1827564 w 1886469"/>
                <a:gd name="csY10921" fmla="*/ 2279940 h 2454076"/>
                <a:gd name="csX10922" fmla="*/ 1827093 w 1886469"/>
                <a:gd name="csY10922" fmla="*/ 2281484 h 2454076"/>
                <a:gd name="csX10923" fmla="*/ 1826537 w 1886469"/>
                <a:gd name="csY10923" fmla="*/ 2282009 h 2454076"/>
                <a:gd name="csX10924" fmla="*/ 1825731 w 1886469"/>
                <a:gd name="csY10924" fmla="*/ 2282314 h 2454076"/>
                <a:gd name="csX10925" fmla="*/ 1824072 w 1886469"/>
                <a:gd name="csY10925" fmla="*/ 2282625 h 2454076"/>
                <a:gd name="csX10926" fmla="*/ 1819834 w 1886469"/>
                <a:gd name="csY10926" fmla="*/ 2281583 h 2454076"/>
                <a:gd name="csX10927" fmla="*/ 1819051 w 1886469"/>
                <a:gd name="csY10927" fmla="*/ 2281012 h 2454076"/>
                <a:gd name="csX10928" fmla="*/ 1817970 w 1886469"/>
                <a:gd name="csY10928" fmla="*/ 2280579 h 2454076"/>
                <a:gd name="csX10929" fmla="*/ 1813291 w 1886469"/>
                <a:gd name="csY10929" fmla="*/ 2281530 h 2454076"/>
                <a:gd name="csX10930" fmla="*/ 1812309 w 1886469"/>
                <a:gd name="csY10930" fmla="*/ 2281438 h 2454076"/>
                <a:gd name="csX10931" fmla="*/ 1813238 w 1886469"/>
                <a:gd name="csY10931" fmla="*/ 2280761 h 2454076"/>
                <a:gd name="csX10932" fmla="*/ 1817864 w 1886469"/>
                <a:gd name="csY10932" fmla="*/ 2278623 h 2454076"/>
                <a:gd name="csX10933" fmla="*/ 1818350 w 1886469"/>
                <a:gd name="csY10933" fmla="*/ 2272438 h 2454076"/>
                <a:gd name="csX10934" fmla="*/ 1818061 w 1886469"/>
                <a:gd name="csY10934" fmla="*/ 2271449 h 2454076"/>
                <a:gd name="csX10935" fmla="*/ 1816768 w 1886469"/>
                <a:gd name="csY10935" fmla="*/ 2272316 h 2454076"/>
                <a:gd name="csX10936" fmla="*/ 1814592 w 1886469"/>
                <a:gd name="csY10936" fmla="*/ 2273206 h 2454076"/>
                <a:gd name="csX10937" fmla="*/ 1813108 w 1886469"/>
                <a:gd name="csY10937" fmla="*/ 2272947 h 2454076"/>
                <a:gd name="csX10938" fmla="*/ 1812431 w 1886469"/>
                <a:gd name="csY10938" fmla="*/ 2272400 h 2454076"/>
                <a:gd name="csX10939" fmla="*/ 1811807 w 1886469"/>
                <a:gd name="csY10939" fmla="*/ 2272864 h 2454076"/>
                <a:gd name="csX10940" fmla="*/ 1810293 w 1886469"/>
                <a:gd name="csY10940" fmla="*/ 2276128 h 2454076"/>
                <a:gd name="csX10941" fmla="*/ 1809403 w 1886469"/>
                <a:gd name="csY10941" fmla="*/ 2276539 h 2454076"/>
                <a:gd name="csX10942" fmla="*/ 1808064 w 1886469"/>
                <a:gd name="csY10942" fmla="*/ 2276660 h 2454076"/>
                <a:gd name="csX10943" fmla="*/ 1805211 w 1886469"/>
                <a:gd name="csY10943" fmla="*/ 2277847 h 2454076"/>
                <a:gd name="csX10944" fmla="*/ 1799603 w 1886469"/>
                <a:gd name="csY10944" fmla="*/ 2278631 h 2454076"/>
                <a:gd name="csX10945" fmla="*/ 1798492 w 1886469"/>
                <a:gd name="csY10945" fmla="*/ 2279491 h 2454076"/>
                <a:gd name="csX10946" fmla="*/ 1794688 w 1886469"/>
                <a:gd name="csY10946" fmla="*/ 2279186 h 2454076"/>
                <a:gd name="csX10947" fmla="*/ 1783564 w 1886469"/>
                <a:gd name="csY10947" fmla="*/ 2277399 h 2454076"/>
                <a:gd name="csX10948" fmla="*/ 1779585 w 1886469"/>
                <a:gd name="csY10948" fmla="*/ 2277573 h 2454076"/>
                <a:gd name="csX10949" fmla="*/ 1774799 w 1886469"/>
                <a:gd name="csY10949" fmla="*/ 2276478 h 2454076"/>
                <a:gd name="csX10950" fmla="*/ 1773916 w 1886469"/>
                <a:gd name="csY10950" fmla="*/ 2276006 h 2454076"/>
                <a:gd name="csX10951" fmla="*/ 1767213 w 1886469"/>
                <a:gd name="csY10951" fmla="*/ 2276196 h 2454076"/>
                <a:gd name="csX10952" fmla="*/ 1765212 w 1886469"/>
                <a:gd name="csY10952" fmla="*/ 2275945 h 2454076"/>
                <a:gd name="csX10953" fmla="*/ 1765349 w 1886469"/>
                <a:gd name="csY10953" fmla="*/ 2274583 h 2454076"/>
                <a:gd name="csX10954" fmla="*/ 1765136 w 1886469"/>
                <a:gd name="csY10954" fmla="*/ 2274233 h 2454076"/>
                <a:gd name="csX10955" fmla="*/ 1763188 w 1886469"/>
                <a:gd name="csY10955" fmla="*/ 2275732 h 2454076"/>
                <a:gd name="csX10956" fmla="*/ 1761461 w 1886469"/>
                <a:gd name="csY10956" fmla="*/ 2276706 h 2454076"/>
                <a:gd name="csX10957" fmla="*/ 1759239 w 1886469"/>
                <a:gd name="csY10957" fmla="*/ 2277535 h 2454076"/>
                <a:gd name="csX10958" fmla="*/ 1752240 w 1886469"/>
                <a:gd name="csY10958" fmla="*/ 2278981 h 2454076"/>
                <a:gd name="csX10959" fmla="*/ 1748481 w 1886469"/>
                <a:gd name="csY10959" fmla="*/ 2279293 h 2454076"/>
                <a:gd name="csX10960" fmla="*/ 1746297 w 1886469"/>
                <a:gd name="csY10960" fmla="*/ 2278289 h 2454076"/>
                <a:gd name="csX10961" fmla="*/ 1745430 w 1886469"/>
                <a:gd name="csY10961" fmla="*/ 2277292 h 2454076"/>
                <a:gd name="csX10962" fmla="*/ 1744129 w 1886469"/>
                <a:gd name="csY10962" fmla="*/ 2274043 h 2454076"/>
                <a:gd name="csX10963" fmla="*/ 1743239 w 1886469"/>
                <a:gd name="csY10963" fmla="*/ 2269957 h 2454076"/>
                <a:gd name="csX10964" fmla="*/ 1743246 w 1886469"/>
                <a:gd name="csY10964" fmla="*/ 2269219 h 2454076"/>
                <a:gd name="csX10965" fmla="*/ 1743703 w 1886469"/>
                <a:gd name="csY10965" fmla="*/ 2267796 h 2454076"/>
                <a:gd name="csX10966" fmla="*/ 1745171 w 1886469"/>
                <a:gd name="csY10966" fmla="*/ 2265826 h 2454076"/>
                <a:gd name="csX10967" fmla="*/ 1751814 w 1886469"/>
                <a:gd name="csY10967" fmla="*/ 2260606 h 2454076"/>
                <a:gd name="csX10968" fmla="*/ 1757162 w 1886469"/>
                <a:gd name="csY10968" fmla="*/ 2255311 h 2454076"/>
                <a:gd name="csX10969" fmla="*/ 1759414 w 1886469"/>
                <a:gd name="csY10969" fmla="*/ 2252549 h 2454076"/>
                <a:gd name="csX10970" fmla="*/ 1761598 w 1886469"/>
                <a:gd name="csY10970" fmla="*/ 2251560 h 2454076"/>
                <a:gd name="csX10971" fmla="*/ 1765167 w 1886469"/>
                <a:gd name="csY10971" fmla="*/ 2249262 h 2454076"/>
                <a:gd name="csX10972" fmla="*/ 1765281 w 1886469"/>
                <a:gd name="csY10972" fmla="*/ 2248988 h 2454076"/>
                <a:gd name="csX10973" fmla="*/ 1761819 w 1886469"/>
                <a:gd name="csY10973" fmla="*/ 2249277 h 2454076"/>
                <a:gd name="csX10974" fmla="*/ 1759384 w 1886469"/>
                <a:gd name="csY10974" fmla="*/ 2248646 h 2454076"/>
                <a:gd name="csX10975" fmla="*/ 1756896 w 1886469"/>
                <a:gd name="csY10975" fmla="*/ 2248395 h 2454076"/>
                <a:gd name="csX10976" fmla="*/ 1752171 w 1886469"/>
                <a:gd name="csY10976" fmla="*/ 2249003 h 2454076"/>
                <a:gd name="csX10977" fmla="*/ 1747408 w 1886469"/>
                <a:gd name="csY10977" fmla="*/ 2249003 h 2454076"/>
                <a:gd name="csX10978" fmla="*/ 1747393 w 1886469"/>
                <a:gd name="csY10978" fmla="*/ 2247824 h 2454076"/>
                <a:gd name="csX10979" fmla="*/ 1749622 w 1886469"/>
                <a:gd name="csY10979" fmla="*/ 2245602 h 2454076"/>
                <a:gd name="csX10980" fmla="*/ 1754355 w 1886469"/>
                <a:gd name="csY10980" fmla="*/ 2241775 h 2454076"/>
                <a:gd name="csX10981" fmla="*/ 1754834 w 1886469"/>
                <a:gd name="csY10981" fmla="*/ 2241760 h 2454076"/>
                <a:gd name="csX10982" fmla="*/ 1753389 w 1886469"/>
                <a:gd name="csY10982" fmla="*/ 2243540 h 2454076"/>
                <a:gd name="csX10983" fmla="*/ 1752978 w 1886469"/>
                <a:gd name="csY10983" fmla="*/ 2244872 h 2454076"/>
                <a:gd name="csX10984" fmla="*/ 1753601 w 1886469"/>
                <a:gd name="csY10984" fmla="*/ 2245755 h 2454076"/>
                <a:gd name="csX10985" fmla="*/ 1754324 w 1886469"/>
                <a:gd name="csY10985" fmla="*/ 2246317 h 2454076"/>
                <a:gd name="csX10986" fmla="*/ 1757033 w 1886469"/>
                <a:gd name="csY10986" fmla="*/ 2246553 h 2454076"/>
                <a:gd name="csX10987" fmla="*/ 1757657 w 1886469"/>
                <a:gd name="csY10987" fmla="*/ 2245777 h 2454076"/>
                <a:gd name="csX10988" fmla="*/ 1758631 w 1886469"/>
                <a:gd name="csY10988" fmla="*/ 2241669 h 2454076"/>
                <a:gd name="csX10989" fmla="*/ 1760685 w 1886469"/>
                <a:gd name="csY10989" fmla="*/ 2236906 h 2454076"/>
                <a:gd name="csX10990" fmla="*/ 1761796 w 1886469"/>
                <a:gd name="csY10990" fmla="*/ 2233459 h 2454076"/>
                <a:gd name="csX10991" fmla="*/ 1763721 w 1886469"/>
                <a:gd name="csY10991" fmla="*/ 2230827 h 2454076"/>
                <a:gd name="csX10992" fmla="*/ 1764679 w 1886469"/>
                <a:gd name="csY10992" fmla="*/ 2230431 h 2454076"/>
                <a:gd name="csX10993" fmla="*/ 1765532 w 1886469"/>
                <a:gd name="csY10993" fmla="*/ 2230925 h 2454076"/>
                <a:gd name="csX10994" fmla="*/ 1768362 w 1886469"/>
                <a:gd name="csY10994" fmla="*/ 2231557 h 2454076"/>
                <a:gd name="csX10995" fmla="*/ 1771276 w 1886469"/>
                <a:gd name="csY10995" fmla="*/ 2233969 h 2454076"/>
                <a:gd name="csX10996" fmla="*/ 1772220 w 1886469"/>
                <a:gd name="csY10996" fmla="*/ 2234174 h 2454076"/>
                <a:gd name="csX10997" fmla="*/ 1772539 w 1886469"/>
                <a:gd name="csY10997" fmla="*/ 2233953 h 2454076"/>
                <a:gd name="csX10998" fmla="*/ 1771474 w 1886469"/>
                <a:gd name="csY10998" fmla="*/ 2233246 h 2454076"/>
                <a:gd name="csX10999" fmla="*/ 1770591 w 1886469"/>
                <a:gd name="csY10999" fmla="*/ 2232112 h 2454076"/>
                <a:gd name="csX11000" fmla="*/ 1770226 w 1886469"/>
                <a:gd name="csY11000" fmla="*/ 2231047 h 2454076"/>
                <a:gd name="csX11001" fmla="*/ 1771291 w 1886469"/>
                <a:gd name="csY11001" fmla="*/ 2227715 h 2454076"/>
                <a:gd name="csX11002" fmla="*/ 1772539 w 1886469"/>
                <a:gd name="csY11002" fmla="*/ 2226756 h 2454076"/>
                <a:gd name="csX11003" fmla="*/ 1772760 w 1886469"/>
                <a:gd name="csY11003" fmla="*/ 2226094 h 2454076"/>
                <a:gd name="csX11004" fmla="*/ 1770264 w 1886469"/>
                <a:gd name="csY11004" fmla="*/ 2226086 h 2454076"/>
                <a:gd name="csX11005" fmla="*/ 1768256 w 1886469"/>
                <a:gd name="csY11005" fmla="*/ 2225151 h 2454076"/>
                <a:gd name="csX11006" fmla="*/ 1767662 w 1886469"/>
                <a:gd name="csY11006" fmla="*/ 2223636 h 2454076"/>
                <a:gd name="csX11007" fmla="*/ 1767776 w 1886469"/>
                <a:gd name="csY11007" fmla="*/ 2220966 h 2454076"/>
                <a:gd name="csX11008" fmla="*/ 1768431 w 1886469"/>
                <a:gd name="csY11008" fmla="*/ 2219376 h 2454076"/>
                <a:gd name="csX11009" fmla="*/ 1770036 w 1886469"/>
                <a:gd name="csY11009" fmla="*/ 2217268 h 2454076"/>
                <a:gd name="csX11010" fmla="*/ 1771992 w 1886469"/>
                <a:gd name="csY11010" fmla="*/ 2215860 h 2454076"/>
                <a:gd name="csX11011" fmla="*/ 1773156 w 1886469"/>
                <a:gd name="csY11011" fmla="*/ 2216218 h 2454076"/>
                <a:gd name="csX11012" fmla="*/ 1775400 w 1886469"/>
                <a:gd name="csY11012" fmla="*/ 2218112 h 2454076"/>
                <a:gd name="csX11013" fmla="*/ 1776785 w 1886469"/>
                <a:gd name="csY11013" fmla="*/ 2217580 h 2454076"/>
                <a:gd name="csX11014" fmla="*/ 1776625 w 1886469"/>
                <a:gd name="csY11014" fmla="*/ 2216971 h 2454076"/>
                <a:gd name="csX11015" fmla="*/ 1774518 w 1886469"/>
                <a:gd name="csY11015" fmla="*/ 2213958 h 2454076"/>
                <a:gd name="csX11016" fmla="*/ 1773848 w 1886469"/>
                <a:gd name="csY11016" fmla="*/ 2211721 h 2454076"/>
                <a:gd name="csX11017" fmla="*/ 1773909 w 1886469"/>
                <a:gd name="csY11017" fmla="*/ 2210656 h 2454076"/>
                <a:gd name="csX11018" fmla="*/ 1778474 w 1886469"/>
                <a:gd name="csY11018" fmla="*/ 2199951 h 2454076"/>
                <a:gd name="csX11019" fmla="*/ 1780703 w 1886469"/>
                <a:gd name="csY11019" fmla="*/ 2194176 h 2454076"/>
                <a:gd name="csX11020" fmla="*/ 1783747 w 1886469"/>
                <a:gd name="csY11020" fmla="*/ 2185343 h 2454076"/>
                <a:gd name="csX11021" fmla="*/ 1784447 w 1886469"/>
                <a:gd name="csY11021" fmla="*/ 2183927 h 2454076"/>
                <a:gd name="csX11022" fmla="*/ 1785991 w 1886469"/>
                <a:gd name="csY11022" fmla="*/ 2181310 h 2454076"/>
                <a:gd name="csX11023" fmla="*/ 1786630 w 1886469"/>
                <a:gd name="csY11023" fmla="*/ 2180595 h 2454076"/>
                <a:gd name="csX11024" fmla="*/ 1788616 w 1886469"/>
                <a:gd name="csY11024" fmla="*/ 2180587 h 2454076"/>
                <a:gd name="csX11025" fmla="*/ 1789849 w 1886469"/>
                <a:gd name="csY11025" fmla="*/ 2180267 h 2454076"/>
                <a:gd name="csX11026" fmla="*/ 1788046 w 1886469"/>
                <a:gd name="csY11026" fmla="*/ 2179111 h 2454076"/>
                <a:gd name="csX11027" fmla="*/ 1787399 w 1886469"/>
                <a:gd name="csY11027" fmla="*/ 2178305 h 2454076"/>
                <a:gd name="csX11028" fmla="*/ 1787323 w 1886469"/>
                <a:gd name="csY11028" fmla="*/ 2177452 h 2454076"/>
                <a:gd name="csX11029" fmla="*/ 1787817 w 1886469"/>
                <a:gd name="csY11029" fmla="*/ 2176562 h 2454076"/>
                <a:gd name="csX11030" fmla="*/ 1788517 w 1886469"/>
                <a:gd name="csY11030" fmla="*/ 2175900 h 2454076"/>
                <a:gd name="csX11031" fmla="*/ 1790876 w 1886469"/>
                <a:gd name="csY11031" fmla="*/ 2174470 h 2454076"/>
                <a:gd name="csX11032" fmla="*/ 1792550 w 1886469"/>
                <a:gd name="csY11032" fmla="*/ 2172111 h 2454076"/>
                <a:gd name="csX11033" fmla="*/ 1793569 w 1886469"/>
                <a:gd name="csY11033" fmla="*/ 2169326 h 2454076"/>
                <a:gd name="csX11034" fmla="*/ 1793417 w 1886469"/>
                <a:gd name="csY11034" fmla="*/ 2168375 h 2454076"/>
                <a:gd name="csX11035" fmla="*/ 1792892 w 1886469"/>
                <a:gd name="csY11035" fmla="*/ 2167432 h 2454076"/>
                <a:gd name="csX11036" fmla="*/ 1792923 w 1886469"/>
                <a:gd name="csY11036" fmla="*/ 2166922 h 2454076"/>
                <a:gd name="csX11037" fmla="*/ 1794193 w 1886469"/>
                <a:gd name="csY11037" fmla="*/ 2166344 h 2454076"/>
                <a:gd name="csX11038" fmla="*/ 1797427 w 1886469"/>
                <a:gd name="csY11038" fmla="*/ 2163027 h 2454076"/>
                <a:gd name="csX11039" fmla="*/ 1797845 w 1886469"/>
                <a:gd name="csY11039" fmla="*/ 2162395 h 2454076"/>
                <a:gd name="csX11040" fmla="*/ 1799025 w 1886469"/>
                <a:gd name="csY11040" fmla="*/ 2157959 h 2454076"/>
                <a:gd name="csX11041" fmla="*/ 1800470 w 1886469"/>
                <a:gd name="csY11041" fmla="*/ 2155989 h 2454076"/>
                <a:gd name="csX11042" fmla="*/ 1801825 w 1886469"/>
                <a:gd name="csY11042" fmla="*/ 2154977 h 2454076"/>
                <a:gd name="csX11043" fmla="*/ 1803985 w 1886469"/>
                <a:gd name="csY11043" fmla="*/ 2153721 h 2454076"/>
                <a:gd name="csX11044" fmla="*/ 1810620 w 1886469"/>
                <a:gd name="csY11044" fmla="*/ 2150670 h 2454076"/>
                <a:gd name="csX11045" fmla="*/ 1814500 w 1886469"/>
                <a:gd name="csY11045" fmla="*/ 2147939 h 2454076"/>
                <a:gd name="csX11046" fmla="*/ 1817141 w 1886469"/>
                <a:gd name="csY11046" fmla="*/ 2148091 h 2454076"/>
                <a:gd name="csX11047" fmla="*/ 1817917 w 1886469"/>
                <a:gd name="csY11047" fmla="*/ 2149993 h 2454076"/>
                <a:gd name="csX11048" fmla="*/ 1821668 w 1886469"/>
                <a:gd name="csY11048" fmla="*/ 2151256 h 2454076"/>
                <a:gd name="csX11049" fmla="*/ 1822322 w 1886469"/>
                <a:gd name="csY11049" fmla="*/ 2149902 h 2454076"/>
                <a:gd name="csX11050" fmla="*/ 1821447 w 1886469"/>
                <a:gd name="csY11050" fmla="*/ 2148243 h 2454076"/>
                <a:gd name="csX11051" fmla="*/ 1822177 w 1886469"/>
                <a:gd name="csY11051" fmla="*/ 2147574 h 2454076"/>
                <a:gd name="csX11052" fmla="*/ 1825267 w 1886469"/>
                <a:gd name="csY11052" fmla="*/ 2146973 h 2454076"/>
                <a:gd name="csX11053" fmla="*/ 1825799 w 1886469"/>
                <a:gd name="csY11053" fmla="*/ 2147193 h 2454076"/>
                <a:gd name="csX11054" fmla="*/ 1826728 w 1886469"/>
                <a:gd name="csY11054" fmla="*/ 2148137 h 2454076"/>
                <a:gd name="csX11055" fmla="*/ 1826621 w 1886469"/>
                <a:gd name="csY11055" fmla="*/ 2149042 h 2454076"/>
                <a:gd name="csX11056" fmla="*/ 294765 w 1886469"/>
                <a:gd name="csY11056" fmla="*/ 2179423 h 2454076"/>
                <a:gd name="csX11057" fmla="*/ 305364 w 1886469"/>
                <a:gd name="csY11057" fmla="*/ 2183608 h 2454076"/>
                <a:gd name="csX11058" fmla="*/ 315978 w 1886469"/>
                <a:gd name="csY11058" fmla="*/ 2185670 h 2454076"/>
                <a:gd name="csX11059" fmla="*/ 323769 w 1886469"/>
                <a:gd name="csY11059" fmla="*/ 2188112 h 2454076"/>
                <a:gd name="csX11060" fmla="*/ 328547 w 1886469"/>
                <a:gd name="csY11060" fmla="*/ 2188858 h 2454076"/>
                <a:gd name="csX11061" fmla="*/ 330274 w 1886469"/>
                <a:gd name="csY11061" fmla="*/ 2189390 h 2454076"/>
                <a:gd name="csX11062" fmla="*/ 331385 w 1886469"/>
                <a:gd name="csY11062" fmla="*/ 2190250 h 2454076"/>
                <a:gd name="csX11063" fmla="*/ 332701 w 1886469"/>
                <a:gd name="csY11063" fmla="*/ 2192320 h 2454076"/>
                <a:gd name="csX11064" fmla="*/ 334976 w 1886469"/>
                <a:gd name="csY11064" fmla="*/ 2197235 h 2454076"/>
                <a:gd name="csX11065" fmla="*/ 336703 w 1886469"/>
                <a:gd name="csY11065" fmla="*/ 2200369 h 2454076"/>
                <a:gd name="csX11066" fmla="*/ 340264 w 1886469"/>
                <a:gd name="csY11066" fmla="*/ 2205794 h 2454076"/>
                <a:gd name="csX11067" fmla="*/ 343079 w 1886469"/>
                <a:gd name="csY11067" fmla="*/ 2209637 h 2454076"/>
                <a:gd name="csX11068" fmla="*/ 343719 w 1886469"/>
                <a:gd name="csY11068" fmla="*/ 2211158 h 2454076"/>
                <a:gd name="csX11069" fmla="*/ 343125 w 1886469"/>
                <a:gd name="csY11069" fmla="*/ 2211645 h 2454076"/>
                <a:gd name="csX11070" fmla="*/ 343163 w 1886469"/>
                <a:gd name="csY11070" fmla="*/ 2212543 h 2454076"/>
                <a:gd name="csX11071" fmla="*/ 345301 w 1886469"/>
                <a:gd name="csY11071" fmla="*/ 2216256 h 2454076"/>
                <a:gd name="csX11072" fmla="*/ 349311 w 1886469"/>
                <a:gd name="csY11072" fmla="*/ 2219581 h 2454076"/>
                <a:gd name="csX11073" fmla="*/ 352446 w 1886469"/>
                <a:gd name="csY11073" fmla="*/ 2221163 h 2454076"/>
                <a:gd name="csX11074" fmla="*/ 359065 w 1886469"/>
                <a:gd name="csY11074" fmla="*/ 2223766 h 2454076"/>
                <a:gd name="csX11075" fmla="*/ 363128 w 1886469"/>
                <a:gd name="csY11075" fmla="*/ 2226269 h 2454076"/>
                <a:gd name="csX11076" fmla="*/ 364383 w 1886469"/>
                <a:gd name="csY11076" fmla="*/ 2228004 h 2454076"/>
                <a:gd name="csX11077" fmla="*/ 366149 w 1886469"/>
                <a:gd name="csY11077" fmla="*/ 2229685 h 2454076"/>
                <a:gd name="csX11078" fmla="*/ 366887 w 1886469"/>
                <a:gd name="csY11078" fmla="*/ 2230842 h 2454076"/>
                <a:gd name="csX11079" fmla="*/ 368332 w 1886469"/>
                <a:gd name="csY11079" fmla="*/ 2235133 h 2454076"/>
                <a:gd name="csX11080" fmla="*/ 371018 w 1886469"/>
                <a:gd name="csY11080" fmla="*/ 2239257 h 2454076"/>
                <a:gd name="csX11081" fmla="*/ 373788 w 1886469"/>
                <a:gd name="csY11081" fmla="*/ 2247056 h 2454076"/>
                <a:gd name="csX11082" fmla="*/ 374305 w 1886469"/>
                <a:gd name="csY11082" fmla="*/ 2246409 h 2454076"/>
                <a:gd name="csX11083" fmla="*/ 374625 w 1886469"/>
                <a:gd name="csY11083" fmla="*/ 2244088 h 2454076"/>
                <a:gd name="csX11084" fmla="*/ 374944 w 1886469"/>
                <a:gd name="csY11084" fmla="*/ 2243571 h 2454076"/>
                <a:gd name="csX11085" fmla="*/ 375530 w 1886469"/>
                <a:gd name="csY11085" fmla="*/ 2243327 h 2454076"/>
                <a:gd name="csX11086" fmla="*/ 376078 w 1886469"/>
                <a:gd name="csY11086" fmla="*/ 2244225 h 2454076"/>
                <a:gd name="csX11087" fmla="*/ 376580 w 1886469"/>
                <a:gd name="csY11087" fmla="*/ 2246280 h 2454076"/>
                <a:gd name="csX11088" fmla="*/ 378338 w 1886469"/>
                <a:gd name="csY11088" fmla="*/ 2251141 h 2454076"/>
                <a:gd name="csX11089" fmla="*/ 377767 w 1886469"/>
                <a:gd name="csY11089" fmla="*/ 2252564 h 2454076"/>
                <a:gd name="csX11090" fmla="*/ 377257 w 1886469"/>
                <a:gd name="csY11090" fmla="*/ 2252709 h 2454076"/>
                <a:gd name="csX11091" fmla="*/ 374876 w 1886469"/>
                <a:gd name="csY11091" fmla="*/ 2252047 h 2454076"/>
                <a:gd name="csX11092" fmla="*/ 374054 w 1886469"/>
                <a:gd name="csY11092" fmla="*/ 2252914 h 2454076"/>
                <a:gd name="csX11093" fmla="*/ 372943 w 1886469"/>
                <a:gd name="csY11093" fmla="*/ 2254679 h 2454076"/>
                <a:gd name="csX11094" fmla="*/ 372159 w 1886469"/>
                <a:gd name="csY11094" fmla="*/ 2255387 h 2454076"/>
                <a:gd name="csX11095" fmla="*/ 371703 w 1886469"/>
                <a:gd name="csY11095" fmla="*/ 2255044 h 2454076"/>
                <a:gd name="csX11096" fmla="*/ 364817 w 1886469"/>
                <a:gd name="csY11096" fmla="*/ 2253348 h 2454076"/>
                <a:gd name="csX11097" fmla="*/ 360579 w 1886469"/>
                <a:gd name="csY11097" fmla="*/ 2251750 h 2454076"/>
                <a:gd name="csX11098" fmla="*/ 355010 w 1886469"/>
                <a:gd name="csY11098" fmla="*/ 2249216 h 2454076"/>
                <a:gd name="csX11099" fmla="*/ 348322 w 1886469"/>
                <a:gd name="csY11099" fmla="*/ 2246576 h 2454076"/>
                <a:gd name="csX11100" fmla="*/ 344502 w 1886469"/>
                <a:gd name="csY11100" fmla="*/ 2244765 h 2454076"/>
                <a:gd name="csX11101" fmla="*/ 341322 w 1886469"/>
                <a:gd name="csY11101" fmla="*/ 2242894 h 2454076"/>
                <a:gd name="csX11102" fmla="*/ 339108 w 1886469"/>
                <a:gd name="csY11102" fmla="*/ 2241303 h 2454076"/>
                <a:gd name="csX11103" fmla="*/ 338689 w 1886469"/>
                <a:gd name="csY11103" fmla="*/ 2239949 h 2454076"/>
                <a:gd name="csX11104" fmla="*/ 338788 w 1886469"/>
                <a:gd name="csY11104" fmla="*/ 2239310 h 2454076"/>
                <a:gd name="csX11105" fmla="*/ 343079 w 1886469"/>
                <a:gd name="csY11105" fmla="*/ 2234973 h 2454076"/>
                <a:gd name="csX11106" fmla="*/ 344898 w 1886469"/>
                <a:gd name="csY11106" fmla="*/ 2232637 h 2454076"/>
                <a:gd name="csX11107" fmla="*/ 345598 w 1886469"/>
                <a:gd name="csY11107" fmla="*/ 2230849 h 2454076"/>
                <a:gd name="csX11108" fmla="*/ 345956 w 1886469"/>
                <a:gd name="csY11108" fmla="*/ 2228955 h 2454076"/>
                <a:gd name="csX11109" fmla="*/ 345689 w 1886469"/>
                <a:gd name="csY11109" fmla="*/ 2226642 h 2454076"/>
                <a:gd name="csX11110" fmla="*/ 345514 w 1886469"/>
                <a:gd name="csY11110" fmla="*/ 2226817 h 2454076"/>
                <a:gd name="csX11111" fmla="*/ 345134 w 1886469"/>
                <a:gd name="csY11111" fmla="*/ 2229038 h 2454076"/>
                <a:gd name="csX11112" fmla="*/ 344502 w 1886469"/>
                <a:gd name="csY11112" fmla="*/ 2231009 h 2454076"/>
                <a:gd name="csX11113" fmla="*/ 343726 w 1886469"/>
                <a:gd name="csY11113" fmla="*/ 2232554 h 2454076"/>
                <a:gd name="csX11114" fmla="*/ 343239 w 1886469"/>
                <a:gd name="csY11114" fmla="*/ 2233101 h 2454076"/>
                <a:gd name="csX11115" fmla="*/ 338096 w 1886469"/>
                <a:gd name="csY11115" fmla="*/ 2233855 h 2454076"/>
                <a:gd name="csX11116" fmla="*/ 333942 w 1886469"/>
                <a:gd name="csY11116" fmla="*/ 2233619 h 2454076"/>
                <a:gd name="csX11117" fmla="*/ 331857 w 1886469"/>
                <a:gd name="csY11117" fmla="*/ 2235475 h 2454076"/>
                <a:gd name="csX11118" fmla="*/ 331233 w 1886469"/>
                <a:gd name="csY11118" fmla="*/ 2235711 h 2454076"/>
                <a:gd name="csX11119" fmla="*/ 330084 w 1886469"/>
                <a:gd name="csY11119" fmla="*/ 2235095 h 2454076"/>
                <a:gd name="csX11120" fmla="*/ 327581 w 1886469"/>
                <a:gd name="csY11120" fmla="*/ 2232614 h 2454076"/>
                <a:gd name="csX11121" fmla="*/ 323990 w 1886469"/>
                <a:gd name="csY11121" fmla="*/ 2230575 h 2454076"/>
                <a:gd name="csX11122" fmla="*/ 324340 w 1886469"/>
                <a:gd name="csY11122" fmla="*/ 2230073 h 2454076"/>
                <a:gd name="csX11123" fmla="*/ 326683 w 1886469"/>
                <a:gd name="csY11123" fmla="*/ 2229038 h 2454076"/>
                <a:gd name="csX11124" fmla="*/ 327923 w 1886469"/>
                <a:gd name="csY11124" fmla="*/ 2227517 h 2454076"/>
                <a:gd name="csX11125" fmla="*/ 327703 w 1886469"/>
                <a:gd name="csY11125" fmla="*/ 2227273 h 2454076"/>
                <a:gd name="csX11126" fmla="*/ 326873 w 1886469"/>
                <a:gd name="csY11126" fmla="*/ 2227364 h 2454076"/>
                <a:gd name="csX11127" fmla="*/ 326135 w 1886469"/>
                <a:gd name="csY11127" fmla="*/ 2227053 h 2454076"/>
                <a:gd name="csX11128" fmla="*/ 324674 w 1886469"/>
                <a:gd name="csY11128" fmla="*/ 2225082 h 2454076"/>
                <a:gd name="csX11129" fmla="*/ 323845 w 1886469"/>
                <a:gd name="csY11129" fmla="*/ 2224542 h 2454076"/>
                <a:gd name="csX11130" fmla="*/ 322080 w 1886469"/>
                <a:gd name="csY11130" fmla="*/ 2225432 h 2454076"/>
                <a:gd name="csX11131" fmla="*/ 321365 w 1886469"/>
                <a:gd name="csY11131" fmla="*/ 2225478 h 2454076"/>
                <a:gd name="csX11132" fmla="*/ 320680 w 1886469"/>
                <a:gd name="csY11132" fmla="*/ 2224176 h 2454076"/>
                <a:gd name="csX11133" fmla="*/ 321661 w 1886469"/>
                <a:gd name="csY11133" fmla="*/ 2221171 h 2454076"/>
                <a:gd name="csX11134" fmla="*/ 321715 w 1886469"/>
                <a:gd name="csY11134" fmla="*/ 2220464 h 2454076"/>
                <a:gd name="csX11135" fmla="*/ 319904 w 1886469"/>
                <a:gd name="csY11135" fmla="*/ 2221559 h 2454076"/>
                <a:gd name="csX11136" fmla="*/ 319303 w 1886469"/>
                <a:gd name="csY11136" fmla="*/ 2221202 h 2454076"/>
                <a:gd name="csX11137" fmla="*/ 318732 w 1886469"/>
                <a:gd name="csY11137" fmla="*/ 2220228 h 2454076"/>
                <a:gd name="csX11138" fmla="*/ 318199 w 1886469"/>
                <a:gd name="csY11138" fmla="*/ 2219817 h 2454076"/>
                <a:gd name="csX11139" fmla="*/ 316731 w 1886469"/>
                <a:gd name="csY11139" fmla="*/ 2220015 h 2454076"/>
                <a:gd name="csX11140" fmla="*/ 315133 w 1886469"/>
                <a:gd name="csY11140" fmla="*/ 2219117 h 2454076"/>
                <a:gd name="csX11141" fmla="*/ 314578 w 1886469"/>
                <a:gd name="csY11141" fmla="*/ 2219467 h 2454076"/>
                <a:gd name="csX11142" fmla="*/ 314365 w 1886469"/>
                <a:gd name="csY11142" fmla="*/ 2220768 h 2454076"/>
                <a:gd name="csX11143" fmla="*/ 313832 w 1886469"/>
                <a:gd name="csY11143" fmla="*/ 2221095 h 2454076"/>
                <a:gd name="csX11144" fmla="*/ 311397 w 1886469"/>
                <a:gd name="csY11144" fmla="*/ 2218904 h 2454076"/>
                <a:gd name="csX11145" fmla="*/ 310842 w 1886469"/>
                <a:gd name="csY11145" fmla="*/ 2218835 h 2454076"/>
                <a:gd name="csX11146" fmla="*/ 309663 w 1886469"/>
                <a:gd name="csY11146" fmla="*/ 2220509 h 2454076"/>
                <a:gd name="csX11147" fmla="*/ 309252 w 1886469"/>
                <a:gd name="csY11147" fmla="*/ 2220616 h 2454076"/>
                <a:gd name="csX11148" fmla="*/ 308620 w 1886469"/>
                <a:gd name="csY11148" fmla="*/ 2219893 h 2454076"/>
                <a:gd name="csX11149" fmla="*/ 308301 w 1886469"/>
                <a:gd name="csY11149" fmla="*/ 2215815 h 2454076"/>
                <a:gd name="csX11150" fmla="*/ 308438 w 1886469"/>
                <a:gd name="csY11150" fmla="*/ 2214658 h 2454076"/>
                <a:gd name="csX11151" fmla="*/ 308772 w 1886469"/>
                <a:gd name="csY11151" fmla="*/ 2214270 h 2454076"/>
                <a:gd name="csX11152" fmla="*/ 310888 w 1886469"/>
                <a:gd name="csY11152" fmla="*/ 2213319 h 2454076"/>
                <a:gd name="csX11153" fmla="*/ 316974 w 1886469"/>
                <a:gd name="csY11153" fmla="*/ 2212307 h 2454076"/>
                <a:gd name="csX11154" fmla="*/ 317484 w 1886469"/>
                <a:gd name="csY11154" fmla="*/ 2211577 h 2454076"/>
                <a:gd name="csX11155" fmla="*/ 312919 w 1886469"/>
                <a:gd name="csY11155" fmla="*/ 2211950 h 2454076"/>
                <a:gd name="csX11156" fmla="*/ 311732 w 1886469"/>
                <a:gd name="csY11156" fmla="*/ 2211394 h 2454076"/>
                <a:gd name="csX11157" fmla="*/ 310462 w 1886469"/>
                <a:gd name="csY11157" fmla="*/ 2209994 h 2454076"/>
                <a:gd name="csX11158" fmla="*/ 309130 w 1886469"/>
                <a:gd name="csY11158" fmla="*/ 2210017 h 2454076"/>
                <a:gd name="csX11159" fmla="*/ 308430 w 1886469"/>
                <a:gd name="csY11159" fmla="*/ 2209560 h 2454076"/>
                <a:gd name="csX11160" fmla="*/ 307692 w 1886469"/>
                <a:gd name="csY11160" fmla="*/ 2208549 h 2454076"/>
                <a:gd name="csX11161" fmla="*/ 305767 w 1886469"/>
                <a:gd name="csY11161" fmla="*/ 2204843 h 2454076"/>
                <a:gd name="csX11162" fmla="*/ 304451 w 1886469"/>
                <a:gd name="csY11162" fmla="*/ 2203900 h 2454076"/>
                <a:gd name="csX11163" fmla="*/ 302214 w 1886469"/>
                <a:gd name="csY11163" fmla="*/ 2203306 h 2454076"/>
                <a:gd name="csX11164" fmla="*/ 301065 w 1886469"/>
                <a:gd name="csY11164" fmla="*/ 2202606 h 2454076"/>
                <a:gd name="csX11165" fmla="*/ 300578 w 1886469"/>
                <a:gd name="csY11165" fmla="*/ 2202918 h 2454076"/>
                <a:gd name="csX11166" fmla="*/ 300114 w 1886469"/>
                <a:gd name="csY11166" fmla="*/ 2203976 h 2454076"/>
                <a:gd name="csX11167" fmla="*/ 299490 w 1886469"/>
                <a:gd name="csY11167" fmla="*/ 2204638 h 2454076"/>
                <a:gd name="csX11168" fmla="*/ 297961 w 1886469"/>
                <a:gd name="csY11168" fmla="*/ 2205011 h 2454076"/>
                <a:gd name="csX11169" fmla="*/ 296561 w 1886469"/>
                <a:gd name="csY11169" fmla="*/ 2204737 h 2454076"/>
                <a:gd name="csX11170" fmla="*/ 295465 w 1886469"/>
                <a:gd name="csY11170" fmla="*/ 2203725 h 2454076"/>
                <a:gd name="csX11171" fmla="*/ 294818 w 1886469"/>
                <a:gd name="csY11171" fmla="*/ 2202447 h 2454076"/>
                <a:gd name="csX11172" fmla="*/ 294567 w 1886469"/>
                <a:gd name="csY11172" fmla="*/ 2201016 h 2454076"/>
                <a:gd name="csX11173" fmla="*/ 295176 w 1886469"/>
                <a:gd name="csY11173" fmla="*/ 2199099 h 2454076"/>
                <a:gd name="csX11174" fmla="*/ 295168 w 1886469"/>
                <a:gd name="csY11174" fmla="*/ 2198338 h 2454076"/>
                <a:gd name="csX11175" fmla="*/ 294894 w 1886469"/>
                <a:gd name="csY11175" fmla="*/ 2197448 h 2454076"/>
                <a:gd name="csX11176" fmla="*/ 294400 w 1886469"/>
                <a:gd name="csY11176" fmla="*/ 2196732 h 2454076"/>
                <a:gd name="csX11177" fmla="*/ 293669 w 1886469"/>
                <a:gd name="csY11177" fmla="*/ 2196185 h 2454076"/>
                <a:gd name="csX11178" fmla="*/ 293274 w 1886469"/>
                <a:gd name="csY11178" fmla="*/ 2196474 h 2454076"/>
                <a:gd name="csX11179" fmla="*/ 293205 w 1886469"/>
                <a:gd name="csY11179" fmla="*/ 2197592 h 2454076"/>
                <a:gd name="csX11180" fmla="*/ 292810 w 1886469"/>
                <a:gd name="csY11180" fmla="*/ 2198414 h 2454076"/>
                <a:gd name="csX11181" fmla="*/ 291539 w 1886469"/>
                <a:gd name="csY11181" fmla="*/ 2199038 h 2454076"/>
                <a:gd name="csX11182" fmla="*/ 290504 w 1886469"/>
                <a:gd name="csY11182" fmla="*/ 2197942 h 2454076"/>
                <a:gd name="csX11183" fmla="*/ 289819 w 1886469"/>
                <a:gd name="csY11183" fmla="*/ 2196421 h 2454076"/>
                <a:gd name="csX11184" fmla="*/ 289028 w 1886469"/>
                <a:gd name="csY11184" fmla="*/ 2195340 h 2454076"/>
                <a:gd name="csX11185" fmla="*/ 284592 w 1886469"/>
                <a:gd name="csY11185" fmla="*/ 2195340 h 2454076"/>
                <a:gd name="csX11186" fmla="*/ 282546 w 1886469"/>
                <a:gd name="csY11186" fmla="*/ 2196740 h 2454076"/>
                <a:gd name="csX11187" fmla="*/ 281572 w 1886469"/>
                <a:gd name="csY11187" fmla="*/ 2196854 h 2454076"/>
                <a:gd name="csX11188" fmla="*/ 280552 w 1886469"/>
                <a:gd name="csY11188" fmla="*/ 2196520 h 2454076"/>
                <a:gd name="csX11189" fmla="*/ 280362 w 1886469"/>
                <a:gd name="csY11189" fmla="*/ 2195774 h 2454076"/>
                <a:gd name="csX11190" fmla="*/ 281321 w 1886469"/>
                <a:gd name="csY11190" fmla="*/ 2193735 h 2454076"/>
                <a:gd name="csX11191" fmla="*/ 281085 w 1886469"/>
                <a:gd name="csY11191" fmla="*/ 2191011 h 2454076"/>
                <a:gd name="csX11192" fmla="*/ 280834 w 1886469"/>
                <a:gd name="csY11192" fmla="*/ 2190326 h 2454076"/>
                <a:gd name="csX11193" fmla="*/ 278787 w 1886469"/>
                <a:gd name="csY11193" fmla="*/ 2189908 h 2454076"/>
                <a:gd name="csX11194" fmla="*/ 278445 w 1886469"/>
                <a:gd name="csY11194" fmla="*/ 2189253 h 2454076"/>
                <a:gd name="csX11195" fmla="*/ 279662 w 1886469"/>
                <a:gd name="csY11195" fmla="*/ 2185936 h 2454076"/>
                <a:gd name="csX11196" fmla="*/ 280339 w 1886469"/>
                <a:gd name="csY11196" fmla="*/ 2185304 h 2454076"/>
                <a:gd name="csX11197" fmla="*/ 281245 w 1886469"/>
                <a:gd name="csY11197" fmla="*/ 2185069 h 2454076"/>
                <a:gd name="csX11198" fmla="*/ 285308 w 1886469"/>
                <a:gd name="csY11198" fmla="*/ 2184795 h 2454076"/>
                <a:gd name="csX11199" fmla="*/ 286662 w 1886469"/>
                <a:gd name="csY11199" fmla="*/ 2185274 h 2454076"/>
                <a:gd name="csX11200" fmla="*/ 288617 w 1886469"/>
                <a:gd name="csY11200" fmla="*/ 2187290 h 2454076"/>
                <a:gd name="csX11201" fmla="*/ 288556 w 1886469"/>
                <a:gd name="csY11201" fmla="*/ 2186529 h 2454076"/>
                <a:gd name="csX11202" fmla="*/ 287818 w 1886469"/>
                <a:gd name="csY11202" fmla="*/ 2184239 h 2454076"/>
                <a:gd name="csX11203" fmla="*/ 287712 w 1886469"/>
                <a:gd name="csY11203" fmla="*/ 2182862 h 2454076"/>
                <a:gd name="csX11204" fmla="*/ 289059 w 1886469"/>
                <a:gd name="csY11204" fmla="*/ 2181310 h 2454076"/>
                <a:gd name="csX11205" fmla="*/ 287773 w 1886469"/>
                <a:gd name="csY11205" fmla="*/ 2180853 h 2454076"/>
                <a:gd name="csX11206" fmla="*/ 282964 w 1886469"/>
                <a:gd name="csY11206" fmla="*/ 2180496 h 2454076"/>
                <a:gd name="csX11207" fmla="*/ 283002 w 1886469"/>
                <a:gd name="csY11207" fmla="*/ 2181485 h 2454076"/>
                <a:gd name="csX11208" fmla="*/ 283398 w 1886469"/>
                <a:gd name="csY11208" fmla="*/ 2182900 h 2454076"/>
                <a:gd name="csX11209" fmla="*/ 280545 w 1886469"/>
                <a:gd name="csY11209" fmla="*/ 2184133 h 2454076"/>
                <a:gd name="csX11210" fmla="*/ 278429 w 1886469"/>
                <a:gd name="csY11210" fmla="*/ 2184338 h 2454076"/>
                <a:gd name="csX11211" fmla="*/ 276406 w 1886469"/>
                <a:gd name="csY11211" fmla="*/ 2184148 h 2454076"/>
                <a:gd name="csX11212" fmla="*/ 274755 w 1886469"/>
                <a:gd name="csY11212" fmla="*/ 2183410 h 2454076"/>
                <a:gd name="csX11213" fmla="*/ 271939 w 1886469"/>
                <a:gd name="csY11213" fmla="*/ 2180435 h 2454076"/>
                <a:gd name="csX11214" fmla="*/ 270182 w 1886469"/>
                <a:gd name="csY11214" fmla="*/ 2177498 h 2454076"/>
                <a:gd name="csX11215" fmla="*/ 270265 w 1886469"/>
                <a:gd name="csY11215" fmla="*/ 2175900 h 2454076"/>
                <a:gd name="csX11216" fmla="*/ 271232 w 1886469"/>
                <a:gd name="csY11216" fmla="*/ 2174219 h 2454076"/>
                <a:gd name="csX11217" fmla="*/ 272495 w 1886469"/>
                <a:gd name="csY11217" fmla="*/ 2173078 h 2454076"/>
                <a:gd name="csX11218" fmla="*/ 275493 w 1886469"/>
                <a:gd name="csY11218" fmla="*/ 2172081 h 2454076"/>
                <a:gd name="csX11219" fmla="*/ 279403 w 1886469"/>
                <a:gd name="csY11219" fmla="*/ 2171990 h 2454076"/>
                <a:gd name="csX11220" fmla="*/ 283778 w 1886469"/>
                <a:gd name="csY11220" fmla="*/ 2173329 h 2454076"/>
                <a:gd name="csX11221" fmla="*/ 294765 w 1886469"/>
                <a:gd name="csY11221" fmla="*/ 2179423 h 2454076"/>
                <a:gd name="csX11222" fmla="*/ 1824970 w 1886469"/>
                <a:gd name="csY11222" fmla="*/ 2176760 h 2454076"/>
                <a:gd name="csX11223" fmla="*/ 1824255 w 1886469"/>
                <a:gd name="csY11223" fmla="*/ 2177133 h 2454076"/>
                <a:gd name="csX11224" fmla="*/ 1823593 w 1886469"/>
                <a:gd name="csY11224" fmla="*/ 2177125 h 2454076"/>
                <a:gd name="csX11225" fmla="*/ 1822984 w 1886469"/>
                <a:gd name="csY11225" fmla="*/ 2176730 h 2454076"/>
                <a:gd name="csX11226" fmla="*/ 1822885 w 1886469"/>
                <a:gd name="csY11226" fmla="*/ 2176083 h 2454076"/>
                <a:gd name="csX11227" fmla="*/ 1823509 w 1886469"/>
                <a:gd name="csY11227" fmla="*/ 2174713 h 2454076"/>
                <a:gd name="csX11228" fmla="*/ 1825160 w 1886469"/>
                <a:gd name="csY11228" fmla="*/ 2174021 h 2454076"/>
                <a:gd name="csX11229" fmla="*/ 1826400 w 1886469"/>
                <a:gd name="csY11229" fmla="*/ 2174181 h 2454076"/>
                <a:gd name="csX11230" fmla="*/ 1826324 w 1886469"/>
                <a:gd name="csY11230" fmla="*/ 2174873 h 2454076"/>
                <a:gd name="csX11231" fmla="*/ 1825662 w 1886469"/>
                <a:gd name="csY11231" fmla="*/ 2176007 h 2454076"/>
                <a:gd name="csX11232" fmla="*/ 1824970 w 1886469"/>
                <a:gd name="csY11232" fmla="*/ 2176760 h 2454076"/>
                <a:gd name="csX11233" fmla="*/ 337753 w 1886469"/>
                <a:gd name="csY11233" fmla="*/ 2197562 h 2454076"/>
                <a:gd name="csX11234" fmla="*/ 337518 w 1886469"/>
                <a:gd name="csY11234" fmla="*/ 2199312 h 2454076"/>
                <a:gd name="csX11235" fmla="*/ 336140 w 1886469"/>
                <a:gd name="csY11235" fmla="*/ 2196466 h 2454076"/>
                <a:gd name="csX11236" fmla="*/ 334033 w 1886469"/>
                <a:gd name="csY11236" fmla="*/ 2190425 h 2454076"/>
                <a:gd name="csX11237" fmla="*/ 334314 w 1886469"/>
                <a:gd name="csY11237" fmla="*/ 2189010 h 2454076"/>
                <a:gd name="csX11238" fmla="*/ 335258 w 1886469"/>
                <a:gd name="csY11238" fmla="*/ 2187001 h 2454076"/>
                <a:gd name="csX11239" fmla="*/ 336118 w 1886469"/>
                <a:gd name="csY11239" fmla="*/ 2186879 h 2454076"/>
                <a:gd name="csX11240" fmla="*/ 337502 w 1886469"/>
                <a:gd name="csY11240" fmla="*/ 2187815 h 2454076"/>
                <a:gd name="csX11241" fmla="*/ 338712 w 1886469"/>
                <a:gd name="csY11241" fmla="*/ 2189489 h 2454076"/>
                <a:gd name="csX11242" fmla="*/ 338994 w 1886469"/>
                <a:gd name="csY11242" fmla="*/ 2190136 h 2454076"/>
                <a:gd name="csX11243" fmla="*/ 339739 w 1886469"/>
                <a:gd name="csY11243" fmla="*/ 2191886 h 2454076"/>
                <a:gd name="csX11244" fmla="*/ 340112 w 1886469"/>
                <a:gd name="csY11244" fmla="*/ 2193461 h 2454076"/>
                <a:gd name="csX11245" fmla="*/ 339275 w 1886469"/>
                <a:gd name="csY11245" fmla="*/ 2195363 h 2454076"/>
                <a:gd name="csX11246" fmla="*/ 337753 w 1886469"/>
                <a:gd name="csY11246" fmla="*/ 2197562 h 2454076"/>
                <a:gd name="csX11247" fmla="*/ 342159 w 1886469"/>
                <a:gd name="csY11247" fmla="*/ 2199806 h 2454076"/>
                <a:gd name="csX11248" fmla="*/ 341649 w 1886469"/>
                <a:gd name="csY11248" fmla="*/ 2200096 h 2454076"/>
                <a:gd name="csX11249" fmla="*/ 341132 w 1886469"/>
                <a:gd name="csY11249" fmla="*/ 2196337 h 2454076"/>
                <a:gd name="csX11250" fmla="*/ 341778 w 1886469"/>
                <a:gd name="csY11250" fmla="*/ 2194975 h 2454076"/>
                <a:gd name="csX11251" fmla="*/ 341961 w 1886469"/>
                <a:gd name="csY11251" fmla="*/ 2194290 h 2454076"/>
                <a:gd name="csX11252" fmla="*/ 341877 w 1886469"/>
                <a:gd name="csY11252" fmla="*/ 2193582 h 2454076"/>
                <a:gd name="csX11253" fmla="*/ 343003 w 1886469"/>
                <a:gd name="csY11253" fmla="*/ 2195287 h 2454076"/>
                <a:gd name="csX11254" fmla="*/ 343460 w 1886469"/>
                <a:gd name="csY11254" fmla="*/ 2196428 h 2454076"/>
                <a:gd name="csX11255" fmla="*/ 343650 w 1886469"/>
                <a:gd name="csY11255" fmla="*/ 2198011 h 2454076"/>
                <a:gd name="csX11256" fmla="*/ 343627 w 1886469"/>
                <a:gd name="csY11256" fmla="*/ 2198429 h 2454076"/>
                <a:gd name="csX11257" fmla="*/ 342159 w 1886469"/>
                <a:gd name="csY11257" fmla="*/ 2199806 h 2454076"/>
                <a:gd name="csX11258" fmla="*/ 1691188 w 1886469"/>
                <a:gd name="csY11258" fmla="*/ 2230522 h 2454076"/>
                <a:gd name="csX11259" fmla="*/ 1682256 w 1886469"/>
                <a:gd name="csY11259" fmla="*/ 2231001 h 2454076"/>
                <a:gd name="csX11260" fmla="*/ 1675142 w 1886469"/>
                <a:gd name="csY11260" fmla="*/ 2228993 h 2454076"/>
                <a:gd name="csX11261" fmla="*/ 1669869 w 1886469"/>
                <a:gd name="csY11261" fmla="*/ 2228026 h 2454076"/>
                <a:gd name="csX11262" fmla="*/ 1664703 w 1886469"/>
                <a:gd name="csY11262" fmla="*/ 2226261 h 2454076"/>
                <a:gd name="csX11263" fmla="*/ 1653503 w 1886469"/>
                <a:gd name="csY11263" fmla="*/ 2220563 h 2454076"/>
                <a:gd name="csX11264" fmla="*/ 1652225 w 1886469"/>
                <a:gd name="csY11264" fmla="*/ 2218584 h 2454076"/>
                <a:gd name="csX11265" fmla="*/ 1651152 w 1886469"/>
                <a:gd name="csY11265" fmla="*/ 2216142 h 2454076"/>
                <a:gd name="csX11266" fmla="*/ 1649007 w 1886469"/>
                <a:gd name="csY11266" fmla="*/ 2213920 h 2454076"/>
                <a:gd name="csX11267" fmla="*/ 1646694 w 1886469"/>
                <a:gd name="csY11267" fmla="*/ 2212087 h 2454076"/>
                <a:gd name="csX11268" fmla="*/ 1634839 w 1886469"/>
                <a:gd name="csY11268" fmla="*/ 2206487 h 2454076"/>
                <a:gd name="csX11269" fmla="*/ 1633873 w 1886469"/>
                <a:gd name="csY11269" fmla="*/ 2204531 h 2454076"/>
                <a:gd name="csX11270" fmla="*/ 1636270 w 1886469"/>
                <a:gd name="csY11270" fmla="*/ 2203245 h 2454076"/>
                <a:gd name="csX11271" fmla="*/ 1639032 w 1886469"/>
                <a:gd name="csY11271" fmla="*/ 2202629 h 2454076"/>
                <a:gd name="csX11272" fmla="*/ 1641428 w 1886469"/>
                <a:gd name="csY11272" fmla="*/ 2202721 h 2454076"/>
                <a:gd name="csX11273" fmla="*/ 1649357 w 1886469"/>
                <a:gd name="csY11273" fmla="*/ 2204919 h 2454076"/>
                <a:gd name="csX11274" fmla="*/ 1659354 w 1886469"/>
                <a:gd name="csY11274" fmla="*/ 2206844 h 2454076"/>
                <a:gd name="csX11275" fmla="*/ 1663691 w 1886469"/>
                <a:gd name="csY11275" fmla="*/ 2208298 h 2454076"/>
                <a:gd name="csX11276" fmla="*/ 1668606 w 1886469"/>
                <a:gd name="csY11276" fmla="*/ 2210512 h 2454076"/>
                <a:gd name="csX11277" fmla="*/ 1673407 w 1886469"/>
                <a:gd name="csY11277" fmla="*/ 2213197 h 2454076"/>
                <a:gd name="csX11278" fmla="*/ 1684097 w 1886469"/>
                <a:gd name="csY11278" fmla="*/ 2220311 h 2454076"/>
                <a:gd name="csX11279" fmla="*/ 1686015 w 1886469"/>
                <a:gd name="csY11279" fmla="*/ 2220874 h 2454076"/>
                <a:gd name="csX11280" fmla="*/ 1690838 w 1886469"/>
                <a:gd name="csY11280" fmla="*/ 2224352 h 2454076"/>
                <a:gd name="csX11281" fmla="*/ 1692581 w 1886469"/>
                <a:gd name="csY11281" fmla="*/ 2226954 h 2454076"/>
                <a:gd name="csX11282" fmla="*/ 1693425 w 1886469"/>
                <a:gd name="csY11282" fmla="*/ 2229061 h 2454076"/>
                <a:gd name="csX11283" fmla="*/ 1692368 w 1886469"/>
                <a:gd name="csY11283" fmla="*/ 2230142 h 2454076"/>
                <a:gd name="csX11284" fmla="*/ 1691188 w 1886469"/>
                <a:gd name="csY11284" fmla="*/ 2230522 h 2454076"/>
                <a:gd name="csX11285" fmla="*/ 306642 w 1886469"/>
                <a:gd name="csY11285" fmla="*/ 2213791 h 2454076"/>
                <a:gd name="csX11286" fmla="*/ 305805 w 1886469"/>
                <a:gd name="csY11286" fmla="*/ 2213943 h 2454076"/>
                <a:gd name="csX11287" fmla="*/ 304458 w 1886469"/>
                <a:gd name="csY11287" fmla="*/ 2213548 h 2454076"/>
                <a:gd name="csX11288" fmla="*/ 302944 w 1886469"/>
                <a:gd name="csY11288" fmla="*/ 2212604 h 2454076"/>
                <a:gd name="csX11289" fmla="*/ 300289 w 1886469"/>
                <a:gd name="csY11289" fmla="*/ 2210093 h 2454076"/>
                <a:gd name="csX11290" fmla="*/ 300015 w 1886469"/>
                <a:gd name="csY11290" fmla="*/ 2209522 h 2454076"/>
                <a:gd name="csX11291" fmla="*/ 300251 w 1886469"/>
                <a:gd name="csY11291" fmla="*/ 2209036 h 2454076"/>
                <a:gd name="csX11292" fmla="*/ 301004 w 1886469"/>
                <a:gd name="csY11292" fmla="*/ 2208632 h 2454076"/>
                <a:gd name="csX11293" fmla="*/ 301171 w 1886469"/>
                <a:gd name="csY11293" fmla="*/ 2207970 h 2454076"/>
                <a:gd name="csX11294" fmla="*/ 300555 w 1886469"/>
                <a:gd name="csY11294" fmla="*/ 2206160 h 2454076"/>
                <a:gd name="csX11295" fmla="*/ 302686 w 1886469"/>
                <a:gd name="csY11295" fmla="*/ 2205018 h 2454076"/>
                <a:gd name="csX11296" fmla="*/ 304565 w 1886469"/>
                <a:gd name="csY11296" fmla="*/ 2205969 h 2454076"/>
                <a:gd name="csX11297" fmla="*/ 305417 w 1886469"/>
                <a:gd name="csY11297" fmla="*/ 2207133 h 2454076"/>
                <a:gd name="csX11298" fmla="*/ 306444 w 1886469"/>
                <a:gd name="csY11298" fmla="*/ 2209195 h 2454076"/>
                <a:gd name="csX11299" fmla="*/ 306908 w 1886469"/>
                <a:gd name="csY11299" fmla="*/ 2211523 h 2454076"/>
                <a:gd name="csX11300" fmla="*/ 306954 w 1886469"/>
                <a:gd name="csY11300" fmla="*/ 2213114 h 2454076"/>
                <a:gd name="csX11301" fmla="*/ 306642 w 1886469"/>
                <a:gd name="csY11301" fmla="*/ 2213791 h 2454076"/>
                <a:gd name="csX11302" fmla="*/ 359757 w 1886469"/>
                <a:gd name="csY11302" fmla="*/ 2216241 h 2454076"/>
                <a:gd name="csX11303" fmla="*/ 360054 w 1886469"/>
                <a:gd name="csY11303" fmla="*/ 2216926 h 2454076"/>
                <a:gd name="csX11304" fmla="*/ 355299 w 1886469"/>
                <a:gd name="csY11304" fmla="*/ 2214369 h 2454076"/>
                <a:gd name="csX11305" fmla="*/ 353275 w 1886469"/>
                <a:gd name="csY11305" fmla="*/ 2212855 h 2454076"/>
                <a:gd name="csX11306" fmla="*/ 352484 w 1886469"/>
                <a:gd name="csY11306" fmla="*/ 2211759 h 2454076"/>
                <a:gd name="csX11307" fmla="*/ 351974 w 1886469"/>
                <a:gd name="csY11307" fmla="*/ 2211135 h 2454076"/>
                <a:gd name="csX11308" fmla="*/ 349562 w 1886469"/>
                <a:gd name="csY11308" fmla="*/ 2209507 h 2454076"/>
                <a:gd name="csX11309" fmla="*/ 349159 w 1886469"/>
                <a:gd name="csY11309" fmla="*/ 2208762 h 2454076"/>
                <a:gd name="csX11310" fmla="*/ 349729 w 1886469"/>
                <a:gd name="csY11310" fmla="*/ 2208206 h 2454076"/>
                <a:gd name="csX11311" fmla="*/ 351358 w 1886469"/>
                <a:gd name="csY11311" fmla="*/ 2208556 h 2454076"/>
                <a:gd name="csX11312" fmla="*/ 354043 w 1886469"/>
                <a:gd name="csY11312" fmla="*/ 2209781 h 2454076"/>
                <a:gd name="csX11313" fmla="*/ 356440 w 1886469"/>
                <a:gd name="csY11313" fmla="*/ 2211775 h 2454076"/>
                <a:gd name="csX11314" fmla="*/ 359757 w 1886469"/>
                <a:gd name="csY11314" fmla="*/ 2216241 h 2454076"/>
                <a:gd name="csX11315" fmla="*/ 1855769 w 1886469"/>
                <a:gd name="csY11315" fmla="*/ 2209226 h 2454076"/>
                <a:gd name="csX11316" fmla="*/ 1857344 w 1886469"/>
                <a:gd name="csY11316" fmla="*/ 2211364 h 2454076"/>
                <a:gd name="csX11317" fmla="*/ 1858181 w 1886469"/>
                <a:gd name="csY11317" fmla="*/ 2211942 h 2454076"/>
                <a:gd name="csX11318" fmla="*/ 1852680 w 1886469"/>
                <a:gd name="csY11318" fmla="*/ 2214255 h 2454076"/>
                <a:gd name="csX11319" fmla="*/ 1852018 w 1886469"/>
                <a:gd name="csY11319" fmla="*/ 2214407 h 2454076"/>
                <a:gd name="csX11320" fmla="*/ 1851661 w 1886469"/>
                <a:gd name="csY11320" fmla="*/ 2214133 h 2454076"/>
                <a:gd name="csX11321" fmla="*/ 1851608 w 1886469"/>
                <a:gd name="csY11321" fmla="*/ 2211980 h 2454076"/>
                <a:gd name="csX11322" fmla="*/ 1851843 w 1886469"/>
                <a:gd name="csY11322" fmla="*/ 2210314 h 2454076"/>
                <a:gd name="csX11323" fmla="*/ 1852239 w 1886469"/>
                <a:gd name="csY11323" fmla="*/ 2210063 h 2454076"/>
                <a:gd name="csX11324" fmla="*/ 1853510 w 1886469"/>
                <a:gd name="csY11324" fmla="*/ 2211067 h 2454076"/>
                <a:gd name="csX11325" fmla="*/ 1854826 w 1886469"/>
                <a:gd name="csY11325" fmla="*/ 2209005 h 2454076"/>
                <a:gd name="csX11326" fmla="*/ 1855769 w 1886469"/>
                <a:gd name="csY11326" fmla="*/ 2209226 h 2454076"/>
                <a:gd name="csX11327" fmla="*/ 1845932 w 1886469"/>
                <a:gd name="csY11327" fmla="*/ 2214346 h 2454076"/>
                <a:gd name="csX11328" fmla="*/ 1842637 w 1886469"/>
                <a:gd name="csY11328" fmla="*/ 2216256 h 2454076"/>
                <a:gd name="csX11329" fmla="*/ 1841884 w 1886469"/>
                <a:gd name="csY11329" fmla="*/ 2217009 h 2454076"/>
                <a:gd name="csX11330" fmla="*/ 1840971 w 1886469"/>
                <a:gd name="csY11330" fmla="*/ 2217390 h 2454076"/>
                <a:gd name="csX11331" fmla="*/ 1840286 w 1886469"/>
                <a:gd name="csY11331" fmla="*/ 2216789 h 2454076"/>
                <a:gd name="csX11332" fmla="*/ 1839327 w 1886469"/>
                <a:gd name="csY11332" fmla="*/ 2214765 h 2454076"/>
                <a:gd name="csX11333" fmla="*/ 1839502 w 1886469"/>
                <a:gd name="csY11333" fmla="*/ 2214095 h 2454076"/>
                <a:gd name="csX11334" fmla="*/ 1840408 w 1886469"/>
                <a:gd name="csY11334" fmla="*/ 2214004 h 2454076"/>
                <a:gd name="csX11335" fmla="*/ 1840925 w 1886469"/>
                <a:gd name="csY11335" fmla="*/ 2214270 h 2454076"/>
                <a:gd name="csX11336" fmla="*/ 1841054 w 1886469"/>
                <a:gd name="csY11336" fmla="*/ 2214902 h 2454076"/>
                <a:gd name="csX11337" fmla="*/ 1841450 w 1886469"/>
                <a:gd name="csY11337" fmla="*/ 2215221 h 2454076"/>
                <a:gd name="csX11338" fmla="*/ 1842112 w 1886469"/>
                <a:gd name="csY11338" fmla="*/ 2215229 h 2454076"/>
                <a:gd name="csX11339" fmla="*/ 1844554 w 1886469"/>
                <a:gd name="csY11339" fmla="*/ 2213258 h 2454076"/>
                <a:gd name="csX11340" fmla="*/ 1845825 w 1886469"/>
                <a:gd name="csY11340" fmla="*/ 2212946 h 2454076"/>
                <a:gd name="csX11341" fmla="*/ 1846281 w 1886469"/>
                <a:gd name="csY11341" fmla="*/ 2213327 h 2454076"/>
                <a:gd name="csX11342" fmla="*/ 1845932 w 1886469"/>
                <a:gd name="csY11342" fmla="*/ 2214346 h 2454076"/>
                <a:gd name="csX11343" fmla="*/ 318367 w 1886469"/>
                <a:gd name="csY11343" fmla="*/ 2222039 h 2454076"/>
                <a:gd name="csX11344" fmla="*/ 318968 w 1886469"/>
                <a:gd name="csY11344" fmla="*/ 2224991 h 2454076"/>
                <a:gd name="csX11345" fmla="*/ 316351 w 1886469"/>
                <a:gd name="csY11345" fmla="*/ 2224519 h 2454076"/>
                <a:gd name="csX11346" fmla="*/ 315430 w 1886469"/>
                <a:gd name="csY11346" fmla="*/ 2223948 h 2454076"/>
                <a:gd name="csX11347" fmla="*/ 315392 w 1886469"/>
                <a:gd name="csY11347" fmla="*/ 2222526 h 2454076"/>
                <a:gd name="csX11348" fmla="*/ 315879 w 1886469"/>
                <a:gd name="csY11348" fmla="*/ 2221194 h 2454076"/>
                <a:gd name="csX11349" fmla="*/ 317872 w 1886469"/>
                <a:gd name="csY11349" fmla="*/ 2221673 h 2454076"/>
                <a:gd name="csX11350" fmla="*/ 318367 w 1886469"/>
                <a:gd name="csY11350" fmla="*/ 2222039 h 2454076"/>
                <a:gd name="csX11351" fmla="*/ 1577509 w 1886469"/>
                <a:gd name="csY11351" fmla="*/ 2353400 h 2454076"/>
                <a:gd name="csX11352" fmla="*/ 1576527 w 1886469"/>
                <a:gd name="csY11352" fmla="*/ 2353020 h 2454076"/>
                <a:gd name="csX11353" fmla="*/ 1575622 w 1886469"/>
                <a:gd name="csY11353" fmla="*/ 2352700 h 2454076"/>
                <a:gd name="csX11354" fmla="*/ 1574846 w 1886469"/>
                <a:gd name="csY11354" fmla="*/ 2352449 h 2454076"/>
                <a:gd name="csX11355" fmla="*/ 1574397 w 1886469"/>
                <a:gd name="csY11355" fmla="*/ 2352875 h 2454076"/>
                <a:gd name="csX11356" fmla="*/ 1573971 w 1886469"/>
                <a:gd name="csY11356" fmla="*/ 2353446 h 2454076"/>
                <a:gd name="csX11357" fmla="*/ 1573446 w 1886469"/>
                <a:gd name="csY11357" fmla="*/ 2353872 h 2454076"/>
                <a:gd name="csX11358" fmla="*/ 1572343 w 1886469"/>
                <a:gd name="csY11358" fmla="*/ 2353271 h 2454076"/>
                <a:gd name="csX11359" fmla="*/ 1571643 w 1886469"/>
                <a:gd name="csY11359" fmla="*/ 2352175 h 2454076"/>
                <a:gd name="csX11360" fmla="*/ 1570517 w 1886469"/>
                <a:gd name="csY11360" fmla="*/ 2351042 h 2454076"/>
                <a:gd name="csX11361" fmla="*/ 1570091 w 1886469"/>
                <a:gd name="csY11361" fmla="*/ 2350189 h 2454076"/>
                <a:gd name="csX11362" fmla="*/ 1570311 w 1886469"/>
                <a:gd name="csY11362" fmla="*/ 2349200 h 2454076"/>
                <a:gd name="csX11363" fmla="*/ 1570813 w 1886469"/>
                <a:gd name="csY11363" fmla="*/ 2348242 h 2454076"/>
                <a:gd name="csX11364" fmla="*/ 1571042 w 1886469"/>
                <a:gd name="csY11364" fmla="*/ 2347100 h 2454076"/>
                <a:gd name="csX11365" fmla="*/ 1570494 w 1886469"/>
                <a:gd name="csY11365" fmla="*/ 2345792 h 2454076"/>
                <a:gd name="csX11366" fmla="*/ 1569992 w 1886469"/>
                <a:gd name="csY11366" fmla="*/ 2345046 h 2454076"/>
                <a:gd name="csX11367" fmla="*/ 1569642 w 1886469"/>
                <a:gd name="csY11367" fmla="*/ 2344194 h 2454076"/>
                <a:gd name="csX11368" fmla="*/ 1569771 w 1886469"/>
                <a:gd name="csY11368" fmla="*/ 2343372 h 2454076"/>
                <a:gd name="csX11369" fmla="*/ 1570471 w 1886469"/>
                <a:gd name="csY11369" fmla="*/ 2342984 h 2454076"/>
                <a:gd name="csX11370" fmla="*/ 1571118 w 1886469"/>
                <a:gd name="csY11370" fmla="*/ 2342482 h 2454076"/>
                <a:gd name="csX11371" fmla="*/ 1571346 w 1886469"/>
                <a:gd name="csY11371" fmla="*/ 2341409 h 2454076"/>
                <a:gd name="csX11372" fmla="*/ 1570943 w 1886469"/>
                <a:gd name="csY11372" fmla="*/ 2340268 h 2454076"/>
                <a:gd name="csX11373" fmla="*/ 1569794 w 1886469"/>
                <a:gd name="csY11373" fmla="*/ 2339804 h 2454076"/>
                <a:gd name="csX11374" fmla="*/ 1568843 w 1886469"/>
                <a:gd name="csY11374" fmla="*/ 2339979 h 2454076"/>
                <a:gd name="csX11375" fmla="*/ 1567466 w 1886469"/>
                <a:gd name="csY11375" fmla="*/ 2339728 h 2454076"/>
                <a:gd name="csX11376" fmla="*/ 1566134 w 1886469"/>
                <a:gd name="csY11376" fmla="*/ 2339013 h 2454076"/>
                <a:gd name="csX11377" fmla="*/ 1565259 w 1886469"/>
                <a:gd name="csY11377" fmla="*/ 2338191 h 2454076"/>
                <a:gd name="csX11378" fmla="*/ 1564582 w 1886469"/>
                <a:gd name="csY11378" fmla="*/ 2337727 h 2454076"/>
                <a:gd name="csX11379" fmla="*/ 1564057 w 1886469"/>
                <a:gd name="csY11379" fmla="*/ 2337727 h 2454076"/>
                <a:gd name="csX11380" fmla="*/ 1563433 w 1886469"/>
                <a:gd name="csY11380" fmla="*/ 2337263 h 2454076"/>
                <a:gd name="csX11381" fmla="*/ 1563060 w 1886469"/>
                <a:gd name="csY11381" fmla="*/ 2336471 h 2454076"/>
                <a:gd name="csX11382" fmla="*/ 1563106 w 1886469"/>
                <a:gd name="csY11382" fmla="*/ 2335186 h 2454076"/>
                <a:gd name="csX11383" fmla="*/ 1563281 w 1886469"/>
                <a:gd name="csY11383" fmla="*/ 2334394 h 2454076"/>
                <a:gd name="csX11384" fmla="*/ 1563631 w 1886469"/>
                <a:gd name="csY11384" fmla="*/ 2333717 h 2454076"/>
                <a:gd name="csX11385" fmla="*/ 1563654 w 1886469"/>
                <a:gd name="csY11385" fmla="*/ 2332964 h 2454076"/>
                <a:gd name="csX11386" fmla="*/ 1563502 w 1886469"/>
                <a:gd name="csY11386" fmla="*/ 2332424 h 2454076"/>
                <a:gd name="csX11387" fmla="*/ 1563479 w 1886469"/>
                <a:gd name="csY11387" fmla="*/ 2331990 h 2454076"/>
                <a:gd name="csX11388" fmla="*/ 1563577 w 1886469"/>
                <a:gd name="csY11388" fmla="*/ 2331450 h 2454076"/>
                <a:gd name="csX11389" fmla="*/ 1563806 w 1886469"/>
                <a:gd name="csY11389" fmla="*/ 2330377 h 2454076"/>
                <a:gd name="csX11390" fmla="*/ 1563433 w 1886469"/>
                <a:gd name="csY11390" fmla="*/ 2329585 h 2454076"/>
                <a:gd name="csX11391" fmla="*/ 1563395 w 1886469"/>
                <a:gd name="csY11391" fmla="*/ 2326846 h 2454076"/>
                <a:gd name="csX11392" fmla="*/ 1563326 w 1886469"/>
                <a:gd name="csY11392" fmla="*/ 2321711 h 2454076"/>
                <a:gd name="csX11393" fmla="*/ 1563273 w 1886469"/>
                <a:gd name="csY11393" fmla="*/ 2317770 h 2454076"/>
                <a:gd name="csX11394" fmla="*/ 1563205 w 1886469"/>
                <a:gd name="csY11394" fmla="*/ 2312793 h 2454076"/>
                <a:gd name="csX11395" fmla="*/ 1563167 w 1886469"/>
                <a:gd name="csY11395" fmla="*/ 2309164 h 2454076"/>
                <a:gd name="csX11396" fmla="*/ 1563114 w 1886469"/>
                <a:gd name="csY11396" fmla="*/ 2304066 h 2454076"/>
                <a:gd name="csX11397" fmla="*/ 1563060 w 1886469"/>
                <a:gd name="csY11397" fmla="*/ 2299212 h 2454076"/>
                <a:gd name="csX11398" fmla="*/ 1562977 w 1886469"/>
                <a:gd name="csY11398" fmla="*/ 2294617 h 2454076"/>
                <a:gd name="csX11399" fmla="*/ 1560245 w 1886469"/>
                <a:gd name="csY11399" fmla="*/ 2291961 h 2454076"/>
                <a:gd name="csX11400" fmla="*/ 1556783 w 1886469"/>
                <a:gd name="csY11400" fmla="*/ 2288598 h 2454076"/>
                <a:gd name="csX11401" fmla="*/ 1553816 w 1886469"/>
                <a:gd name="csY11401" fmla="*/ 2286369 h 2454076"/>
                <a:gd name="csX11402" fmla="*/ 1552210 w 1886469"/>
                <a:gd name="csY11402" fmla="*/ 2286103 h 2454076"/>
                <a:gd name="csX11403" fmla="*/ 1551206 w 1886469"/>
                <a:gd name="csY11403" fmla="*/ 2286415 h 2454076"/>
                <a:gd name="csX11404" fmla="*/ 1550803 w 1886469"/>
                <a:gd name="csY11404" fmla="*/ 2287305 h 2454076"/>
                <a:gd name="csX11405" fmla="*/ 1548589 w 1886469"/>
                <a:gd name="csY11405" fmla="*/ 2288256 h 2454076"/>
                <a:gd name="csX11406" fmla="*/ 1544571 w 1886469"/>
                <a:gd name="csY11406" fmla="*/ 2289275 h 2454076"/>
                <a:gd name="csX11407" fmla="*/ 1541147 w 1886469"/>
                <a:gd name="csY11407" fmla="*/ 2290850 h 2454076"/>
                <a:gd name="csX11408" fmla="*/ 1539892 w 1886469"/>
                <a:gd name="csY11408" fmla="*/ 2290866 h 2454076"/>
                <a:gd name="csX11409" fmla="*/ 1538827 w 1886469"/>
                <a:gd name="csY11409" fmla="*/ 2290599 h 2454076"/>
                <a:gd name="csX11410" fmla="*/ 1537419 w 1886469"/>
                <a:gd name="csY11410" fmla="*/ 2289808 h 2454076"/>
                <a:gd name="csX11411" fmla="*/ 1536445 w 1886469"/>
                <a:gd name="csY11411" fmla="*/ 2288644 h 2454076"/>
                <a:gd name="csX11412" fmla="*/ 1536111 w 1886469"/>
                <a:gd name="csY11412" fmla="*/ 2286620 h 2454076"/>
                <a:gd name="csX11413" fmla="*/ 1536415 w 1886469"/>
                <a:gd name="csY11413" fmla="*/ 2283835 h 2454076"/>
                <a:gd name="csX11414" fmla="*/ 1534361 w 1886469"/>
                <a:gd name="csY11414" fmla="*/ 2283265 h 2454076"/>
                <a:gd name="csX11415" fmla="*/ 1532299 w 1886469"/>
                <a:gd name="csY11415" fmla="*/ 2282686 h 2454076"/>
                <a:gd name="csX11416" fmla="*/ 1531036 w 1886469"/>
                <a:gd name="csY11416" fmla="*/ 2284604 h 2454076"/>
                <a:gd name="csX11417" fmla="*/ 1529826 w 1886469"/>
                <a:gd name="csY11417" fmla="*/ 2286217 h 2454076"/>
                <a:gd name="csX11418" fmla="*/ 1527422 w 1886469"/>
                <a:gd name="csY11418" fmla="*/ 2289732 h 2454076"/>
                <a:gd name="csX11419" fmla="*/ 1524043 w 1886469"/>
                <a:gd name="csY11419" fmla="*/ 2294655 h 2454076"/>
                <a:gd name="csX11420" fmla="*/ 1522164 w 1886469"/>
                <a:gd name="csY11420" fmla="*/ 2297356 h 2454076"/>
                <a:gd name="csX11421" fmla="*/ 1518870 w 1886469"/>
                <a:gd name="csY11421" fmla="*/ 2302096 h 2454076"/>
                <a:gd name="csX11422" fmla="*/ 1515963 w 1886469"/>
                <a:gd name="csY11422" fmla="*/ 2306258 h 2454076"/>
                <a:gd name="csX11423" fmla="*/ 1515316 w 1886469"/>
                <a:gd name="csY11423" fmla="*/ 2310519 h 2454076"/>
                <a:gd name="csX11424" fmla="*/ 1514692 w 1886469"/>
                <a:gd name="csY11424" fmla="*/ 2314551 h 2454076"/>
                <a:gd name="csX11425" fmla="*/ 1512296 w 1886469"/>
                <a:gd name="csY11425" fmla="*/ 2317610 h 2454076"/>
                <a:gd name="csX11426" fmla="*/ 1510835 w 1886469"/>
                <a:gd name="csY11426" fmla="*/ 2320410 h 2454076"/>
                <a:gd name="csX11427" fmla="*/ 1510181 w 1886469"/>
                <a:gd name="csY11427" fmla="*/ 2323514 h 2454076"/>
                <a:gd name="csX11428" fmla="*/ 1509633 w 1886469"/>
                <a:gd name="csY11428" fmla="*/ 2326360 h 2454076"/>
                <a:gd name="csX11429" fmla="*/ 1509595 w 1886469"/>
                <a:gd name="csY11429" fmla="*/ 2328741 h 2454076"/>
                <a:gd name="csX11430" fmla="*/ 1510006 w 1886469"/>
                <a:gd name="csY11430" fmla="*/ 2329989 h 2454076"/>
                <a:gd name="csX11431" fmla="*/ 1509815 w 1886469"/>
                <a:gd name="csY11431" fmla="*/ 2331001 h 2454076"/>
                <a:gd name="csX11432" fmla="*/ 1509024 w 1886469"/>
                <a:gd name="csY11432" fmla="*/ 2332165 h 2454076"/>
                <a:gd name="csX11433" fmla="*/ 1507434 w 1886469"/>
                <a:gd name="csY11433" fmla="*/ 2334181 h 2454076"/>
                <a:gd name="csX11434" fmla="*/ 1507152 w 1886469"/>
                <a:gd name="csY11434" fmla="*/ 2336121 h 2454076"/>
                <a:gd name="csX11435" fmla="*/ 1506186 w 1886469"/>
                <a:gd name="csY11435" fmla="*/ 2337080 h 2454076"/>
                <a:gd name="csX11436" fmla="*/ 1503417 w 1886469"/>
                <a:gd name="csY11436" fmla="*/ 2338990 h 2454076"/>
                <a:gd name="csX11437" fmla="*/ 1501157 w 1886469"/>
                <a:gd name="csY11437" fmla="*/ 2341813 h 2454076"/>
                <a:gd name="csX11438" fmla="*/ 1501043 w 1886469"/>
                <a:gd name="csY11438" fmla="*/ 2343403 h 2454076"/>
                <a:gd name="csX11439" fmla="*/ 1501362 w 1886469"/>
                <a:gd name="csY11439" fmla="*/ 2344727 h 2454076"/>
                <a:gd name="csX11440" fmla="*/ 1501416 w 1886469"/>
                <a:gd name="csY11440" fmla="*/ 2345541 h 2454076"/>
                <a:gd name="csX11441" fmla="*/ 1500959 w 1886469"/>
                <a:gd name="csY11441" fmla="*/ 2346111 h 2454076"/>
                <a:gd name="csX11442" fmla="*/ 1500054 w 1886469"/>
                <a:gd name="csY11442" fmla="*/ 2346073 h 2454076"/>
                <a:gd name="csX11443" fmla="*/ 1499072 w 1886469"/>
                <a:gd name="csY11443" fmla="*/ 2346248 h 2454076"/>
                <a:gd name="csX11444" fmla="*/ 1498250 w 1886469"/>
                <a:gd name="csY11444" fmla="*/ 2347420 h 2454076"/>
                <a:gd name="csX11445" fmla="*/ 1498273 w 1886469"/>
                <a:gd name="csY11445" fmla="*/ 2349101 h 2454076"/>
                <a:gd name="csX11446" fmla="*/ 1497672 w 1886469"/>
                <a:gd name="csY11446" fmla="*/ 2350311 h 2454076"/>
                <a:gd name="csX11447" fmla="*/ 1496965 w 1886469"/>
                <a:gd name="csY11447" fmla="*/ 2350562 h 2454076"/>
                <a:gd name="csX11448" fmla="*/ 1496363 w 1886469"/>
                <a:gd name="csY11448" fmla="*/ 2349710 h 2454076"/>
                <a:gd name="csX11449" fmla="*/ 1495641 w 1886469"/>
                <a:gd name="csY11449" fmla="*/ 2348432 h 2454076"/>
                <a:gd name="csX11450" fmla="*/ 1494796 w 1886469"/>
                <a:gd name="csY11450" fmla="*/ 2348303 h 2454076"/>
                <a:gd name="csX11451" fmla="*/ 1493510 w 1886469"/>
                <a:gd name="csY11451" fmla="*/ 2349155 h 2454076"/>
                <a:gd name="csX11452" fmla="*/ 1491920 w 1886469"/>
                <a:gd name="csY11452" fmla="*/ 2350555 h 2454076"/>
                <a:gd name="csX11453" fmla="*/ 1490490 w 1886469"/>
                <a:gd name="csY11453" fmla="*/ 2350631 h 2454076"/>
                <a:gd name="csX11454" fmla="*/ 1487804 w 1886469"/>
                <a:gd name="csY11454" fmla="*/ 2349733 h 2454076"/>
                <a:gd name="csX11455" fmla="*/ 1485849 w 1886469"/>
                <a:gd name="csY11455" fmla="*/ 2352449 h 2454076"/>
                <a:gd name="csX11456" fmla="*/ 1483741 w 1886469"/>
                <a:gd name="csY11456" fmla="*/ 2358262 h 2454076"/>
                <a:gd name="csX11457" fmla="*/ 1474862 w 1886469"/>
                <a:gd name="csY11457" fmla="*/ 2358277 h 2454076"/>
                <a:gd name="csX11458" fmla="*/ 1465975 w 1886469"/>
                <a:gd name="csY11458" fmla="*/ 2358293 h 2454076"/>
                <a:gd name="csX11459" fmla="*/ 1457088 w 1886469"/>
                <a:gd name="csY11459" fmla="*/ 2358308 h 2454076"/>
                <a:gd name="csX11460" fmla="*/ 1448209 w 1886469"/>
                <a:gd name="csY11460" fmla="*/ 2358323 h 2454076"/>
                <a:gd name="csX11461" fmla="*/ 1439322 w 1886469"/>
                <a:gd name="csY11461" fmla="*/ 2358338 h 2454076"/>
                <a:gd name="csX11462" fmla="*/ 1430435 w 1886469"/>
                <a:gd name="csY11462" fmla="*/ 2358346 h 2454076"/>
                <a:gd name="csX11463" fmla="*/ 1421548 w 1886469"/>
                <a:gd name="csY11463" fmla="*/ 2358361 h 2454076"/>
                <a:gd name="csX11464" fmla="*/ 1416580 w 1886469"/>
                <a:gd name="csY11464" fmla="*/ 2358369 h 2454076"/>
                <a:gd name="csX11465" fmla="*/ 1415606 w 1886469"/>
                <a:gd name="csY11465" fmla="*/ 2358369 h 2454076"/>
                <a:gd name="csX11466" fmla="*/ 1418650 w 1886469"/>
                <a:gd name="csY11466" fmla="*/ 2357235 h 2454076"/>
                <a:gd name="csX11467" fmla="*/ 1424995 w 1886469"/>
                <a:gd name="csY11467" fmla="*/ 2352807 h 2454076"/>
                <a:gd name="csX11468" fmla="*/ 1429674 w 1886469"/>
                <a:gd name="csY11468" fmla="*/ 2351201 h 2454076"/>
                <a:gd name="csX11469" fmla="*/ 1435761 w 1886469"/>
                <a:gd name="csY11469" fmla="*/ 2346537 h 2454076"/>
                <a:gd name="csX11470" fmla="*/ 1440174 w 1886469"/>
                <a:gd name="csY11470" fmla="*/ 2345640 h 2454076"/>
                <a:gd name="csX11471" fmla="*/ 1441011 w 1886469"/>
                <a:gd name="csY11471" fmla="*/ 2344612 h 2454076"/>
                <a:gd name="csX11472" fmla="*/ 1441749 w 1886469"/>
                <a:gd name="csY11472" fmla="*/ 2340732 h 2454076"/>
                <a:gd name="csX11473" fmla="*/ 1442152 w 1886469"/>
                <a:gd name="csY11473" fmla="*/ 2339347 h 2454076"/>
                <a:gd name="csX11474" fmla="*/ 1444214 w 1886469"/>
                <a:gd name="csY11474" fmla="*/ 2335528 h 2454076"/>
                <a:gd name="csX11475" fmla="*/ 1446687 w 1886469"/>
                <a:gd name="csY11475" fmla="*/ 2332294 h 2454076"/>
                <a:gd name="csX11476" fmla="*/ 1448681 w 1886469"/>
                <a:gd name="csY11476" fmla="*/ 2327813 h 2454076"/>
                <a:gd name="csX11477" fmla="*/ 1452302 w 1886469"/>
                <a:gd name="csY11477" fmla="*/ 2324944 h 2454076"/>
                <a:gd name="csX11478" fmla="*/ 1457780 w 1886469"/>
                <a:gd name="csY11478" fmla="*/ 2322540 h 2454076"/>
                <a:gd name="csX11479" fmla="*/ 1462848 w 1886469"/>
                <a:gd name="csY11479" fmla="*/ 2317282 h 2454076"/>
                <a:gd name="csX11480" fmla="*/ 1465625 w 1886469"/>
                <a:gd name="csY11480" fmla="*/ 2315677 h 2454076"/>
                <a:gd name="csX11481" fmla="*/ 1468318 w 1886469"/>
                <a:gd name="csY11481" fmla="*/ 2314528 h 2454076"/>
                <a:gd name="csX11482" fmla="*/ 1469444 w 1886469"/>
                <a:gd name="csY11482" fmla="*/ 2312383 h 2454076"/>
                <a:gd name="csX11483" fmla="*/ 1471111 w 1886469"/>
                <a:gd name="csY11483" fmla="*/ 2311158 h 2454076"/>
                <a:gd name="csX11484" fmla="*/ 1475562 w 1886469"/>
                <a:gd name="csY11484" fmla="*/ 2308654 h 2454076"/>
                <a:gd name="csX11485" fmla="*/ 1480469 w 1886469"/>
                <a:gd name="csY11485" fmla="*/ 2307977 h 2454076"/>
                <a:gd name="csX11486" fmla="*/ 1485422 w 1886469"/>
                <a:gd name="csY11486" fmla="*/ 2305900 h 2454076"/>
                <a:gd name="csX11487" fmla="*/ 1489227 w 1886469"/>
                <a:gd name="csY11487" fmla="*/ 2304797 h 2454076"/>
                <a:gd name="csX11488" fmla="*/ 1491555 w 1886469"/>
                <a:gd name="csY11488" fmla="*/ 2302841 h 2454076"/>
                <a:gd name="csX11489" fmla="*/ 1494948 w 1886469"/>
                <a:gd name="csY11489" fmla="*/ 2301814 h 2454076"/>
                <a:gd name="csX11490" fmla="*/ 1505068 w 1886469"/>
                <a:gd name="csY11490" fmla="*/ 2296192 h 2454076"/>
                <a:gd name="csX11491" fmla="*/ 1507875 w 1886469"/>
                <a:gd name="csY11491" fmla="*/ 2293551 h 2454076"/>
                <a:gd name="csX11492" fmla="*/ 1511512 w 1886469"/>
                <a:gd name="csY11492" fmla="*/ 2288134 h 2454076"/>
                <a:gd name="csX11493" fmla="*/ 1514677 w 1886469"/>
                <a:gd name="csY11493" fmla="*/ 2285372 h 2454076"/>
                <a:gd name="csX11494" fmla="*/ 1515796 w 1886469"/>
                <a:gd name="csY11494" fmla="*/ 2282428 h 2454076"/>
                <a:gd name="csX11495" fmla="*/ 1520384 w 1886469"/>
                <a:gd name="csY11495" fmla="*/ 2277634 h 2454076"/>
                <a:gd name="csX11496" fmla="*/ 1525109 w 1886469"/>
                <a:gd name="csY11496" fmla="*/ 2271296 h 2454076"/>
                <a:gd name="csX11497" fmla="*/ 1527460 w 1886469"/>
                <a:gd name="csY11497" fmla="*/ 2266739 h 2454076"/>
                <a:gd name="csX11498" fmla="*/ 1530975 w 1886469"/>
                <a:gd name="csY11498" fmla="*/ 2264205 h 2454076"/>
                <a:gd name="csX11499" fmla="*/ 1537792 w 1886469"/>
                <a:gd name="csY11499" fmla="*/ 2256931 h 2454076"/>
                <a:gd name="csX11500" fmla="*/ 1541452 w 1886469"/>
                <a:gd name="csY11500" fmla="*/ 2254017 h 2454076"/>
                <a:gd name="csX11501" fmla="*/ 1542936 w 1886469"/>
                <a:gd name="csY11501" fmla="*/ 2253683 h 2454076"/>
                <a:gd name="csX11502" fmla="*/ 1547075 w 1886469"/>
                <a:gd name="csY11502" fmla="*/ 2251088 h 2454076"/>
                <a:gd name="csX11503" fmla="*/ 1549646 w 1886469"/>
                <a:gd name="csY11503" fmla="*/ 2248379 h 2454076"/>
                <a:gd name="csX11504" fmla="*/ 1553770 w 1886469"/>
                <a:gd name="csY11504" fmla="*/ 2245656 h 2454076"/>
                <a:gd name="csX11505" fmla="*/ 1561226 w 1886469"/>
                <a:gd name="csY11505" fmla="*/ 2242293 h 2454076"/>
                <a:gd name="csX11506" fmla="*/ 1568234 w 1886469"/>
                <a:gd name="csY11506" fmla="*/ 2238252 h 2454076"/>
                <a:gd name="csX11507" fmla="*/ 1577699 w 1886469"/>
                <a:gd name="csY11507" fmla="*/ 2234745 h 2454076"/>
                <a:gd name="csX11508" fmla="*/ 1588792 w 1886469"/>
                <a:gd name="csY11508" fmla="*/ 2229480 h 2454076"/>
                <a:gd name="csX11509" fmla="*/ 1597755 w 1886469"/>
                <a:gd name="csY11509" fmla="*/ 2226649 h 2454076"/>
                <a:gd name="csX11510" fmla="*/ 1604063 w 1886469"/>
                <a:gd name="csY11510" fmla="*/ 2226239 h 2454076"/>
                <a:gd name="csX11511" fmla="*/ 1611740 w 1886469"/>
                <a:gd name="csY11511" fmla="*/ 2224922 h 2454076"/>
                <a:gd name="csX11512" fmla="*/ 1614456 w 1886469"/>
                <a:gd name="csY11512" fmla="*/ 2225059 h 2454076"/>
                <a:gd name="csX11513" fmla="*/ 1626409 w 1886469"/>
                <a:gd name="csY11513" fmla="*/ 2227349 h 2454076"/>
                <a:gd name="csX11514" fmla="*/ 1632146 w 1886469"/>
                <a:gd name="csY11514" fmla="*/ 2230180 h 2454076"/>
                <a:gd name="csX11515" fmla="*/ 1638674 w 1886469"/>
                <a:gd name="csY11515" fmla="*/ 2236114 h 2454076"/>
                <a:gd name="csX11516" fmla="*/ 1639648 w 1886469"/>
                <a:gd name="csY11516" fmla="*/ 2237674 h 2454076"/>
                <a:gd name="csX11517" fmla="*/ 1639808 w 1886469"/>
                <a:gd name="csY11517" fmla="*/ 2239858 h 2454076"/>
                <a:gd name="csX11518" fmla="*/ 1636346 w 1886469"/>
                <a:gd name="csY11518" fmla="*/ 2238800 h 2454076"/>
                <a:gd name="csX11519" fmla="*/ 1633295 w 1886469"/>
                <a:gd name="csY11519" fmla="*/ 2238732 h 2454076"/>
                <a:gd name="csX11520" fmla="*/ 1635410 w 1886469"/>
                <a:gd name="csY11520" fmla="*/ 2239942 h 2454076"/>
                <a:gd name="csX11521" fmla="*/ 1639009 w 1886469"/>
                <a:gd name="csY11521" fmla="*/ 2243578 h 2454076"/>
                <a:gd name="csX11522" fmla="*/ 1638849 w 1886469"/>
                <a:gd name="csY11522" fmla="*/ 2248113 h 2454076"/>
                <a:gd name="csX11523" fmla="*/ 1636818 w 1886469"/>
                <a:gd name="csY11523" fmla="*/ 2252199 h 2454076"/>
                <a:gd name="csX11524" fmla="*/ 1630746 w 1886469"/>
                <a:gd name="csY11524" fmla="*/ 2254208 h 2454076"/>
                <a:gd name="csX11525" fmla="*/ 1629194 w 1886469"/>
                <a:gd name="csY11525" fmla="*/ 2255805 h 2454076"/>
                <a:gd name="csX11526" fmla="*/ 1627938 w 1886469"/>
                <a:gd name="csY11526" fmla="*/ 2258446 h 2454076"/>
                <a:gd name="csX11527" fmla="*/ 1626706 w 1886469"/>
                <a:gd name="csY11527" fmla="*/ 2259458 h 2454076"/>
                <a:gd name="csX11528" fmla="*/ 1623761 w 1886469"/>
                <a:gd name="csY11528" fmla="*/ 2260629 h 2454076"/>
                <a:gd name="csX11529" fmla="*/ 1622133 w 1886469"/>
                <a:gd name="csY11529" fmla="*/ 2262341 h 2454076"/>
                <a:gd name="csX11530" fmla="*/ 1617362 w 1886469"/>
                <a:gd name="csY11530" fmla="*/ 2265050 h 2454076"/>
                <a:gd name="csX11531" fmla="*/ 1615217 w 1886469"/>
                <a:gd name="csY11531" fmla="*/ 2265369 h 2454076"/>
                <a:gd name="csX11532" fmla="*/ 1612744 w 1886469"/>
                <a:gd name="csY11532" fmla="*/ 2264723 h 2454076"/>
                <a:gd name="csX11533" fmla="*/ 1606787 w 1886469"/>
                <a:gd name="csY11533" fmla="*/ 2262174 h 2454076"/>
                <a:gd name="csX11534" fmla="*/ 1603119 w 1886469"/>
                <a:gd name="csY11534" fmla="*/ 2259709 h 2454076"/>
                <a:gd name="csX11535" fmla="*/ 1601286 w 1886469"/>
                <a:gd name="csY11535" fmla="*/ 2261055 h 2454076"/>
                <a:gd name="csX11536" fmla="*/ 1599779 w 1886469"/>
                <a:gd name="csY11536" fmla="*/ 2262463 h 2454076"/>
                <a:gd name="csX11537" fmla="*/ 1596241 w 1886469"/>
                <a:gd name="csY11537" fmla="*/ 2261991 h 2454076"/>
                <a:gd name="csX11538" fmla="*/ 1594628 w 1886469"/>
                <a:gd name="csY11538" fmla="*/ 2262615 h 2454076"/>
                <a:gd name="csX11539" fmla="*/ 1591965 w 1886469"/>
                <a:gd name="csY11539" fmla="*/ 2261923 h 2454076"/>
                <a:gd name="csX11540" fmla="*/ 1586510 w 1886469"/>
                <a:gd name="csY11540" fmla="*/ 2265019 h 2454076"/>
                <a:gd name="csX11541" fmla="*/ 1588062 w 1886469"/>
                <a:gd name="csY11541" fmla="*/ 2265377 h 2454076"/>
                <a:gd name="csX11542" fmla="*/ 1592391 w 1886469"/>
                <a:gd name="csY11542" fmla="*/ 2263596 h 2454076"/>
                <a:gd name="csX11543" fmla="*/ 1593867 w 1886469"/>
                <a:gd name="csY11543" fmla="*/ 2263794 h 2454076"/>
                <a:gd name="csX11544" fmla="*/ 1597055 w 1886469"/>
                <a:gd name="csY11544" fmla="*/ 2266092 h 2454076"/>
                <a:gd name="csX11545" fmla="*/ 1604763 w 1886469"/>
                <a:gd name="csY11545" fmla="*/ 2268557 h 2454076"/>
                <a:gd name="csX11546" fmla="*/ 1606764 w 1886469"/>
                <a:gd name="csY11546" fmla="*/ 2270186 h 2454076"/>
                <a:gd name="csX11547" fmla="*/ 1608673 w 1886469"/>
                <a:gd name="csY11547" fmla="*/ 2275367 h 2454076"/>
                <a:gd name="csX11548" fmla="*/ 1609937 w 1886469"/>
                <a:gd name="csY11548" fmla="*/ 2276196 h 2454076"/>
                <a:gd name="csX11549" fmla="*/ 1612577 w 1886469"/>
                <a:gd name="csY11549" fmla="*/ 2275656 h 2454076"/>
                <a:gd name="csX11550" fmla="*/ 1615559 w 1886469"/>
                <a:gd name="csY11550" fmla="*/ 2273100 h 2454076"/>
                <a:gd name="csX11551" fmla="*/ 1618032 w 1886469"/>
                <a:gd name="csY11551" fmla="*/ 2271730 h 2454076"/>
                <a:gd name="csX11552" fmla="*/ 1622864 w 1886469"/>
                <a:gd name="csY11552" fmla="*/ 2270604 h 2454076"/>
                <a:gd name="csX11553" fmla="*/ 1621912 w 1886469"/>
                <a:gd name="csY11553" fmla="*/ 2272308 h 2454076"/>
                <a:gd name="csX11554" fmla="*/ 1625595 w 1886469"/>
                <a:gd name="csY11554" fmla="*/ 2272171 h 2454076"/>
                <a:gd name="csX11555" fmla="*/ 1629239 w 1886469"/>
                <a:gd name="csY11555" fmla="*/ 2274461 h 2454076"/>
                <a:gd name="csX11556" fmla="*/ 1627893 w 1886469"/>
                <a:gd name="csY11556" fmla="*/ 2276090 h 2454076"/>
                <a:gd name="csX11557" fmla="*/ 1626059 w 1886469"/>
                <a:gd name="csY11557" fmla="*/ 2279361 h 2454076"/>
                <a:gd name="csX11558" fmla="*/ 1624781 w 1886469"/>
                <a:gd name="csY11558" fmla="*/ 2285699 h 2454076"/>
                <a:gd name="csX11559" fmla="*/ 1621068 w 1886469"/>
                <a:gd name="csY11559" fmla="*/ 2289930 h 2454076"/>
                <a:gd name="csX11560" fmla="*/ 1616099 w 1886469"/>
                <a:gd name="csY11560" fmla="*/ 2294084 h 2454076"/>
                <a:gd name="csX11561" fmla="*/ 1617355 w 1886469"/>
                <a:gd name="csY11561" fmla="*/ 2295081 h 2454076"/>
                <a:gd name="csX11562" fmla="*/ 1618808 w 1886469"/>
                <a:gd name="csY11562" fmla="*/ 2295697 h 2454076"/>
                <a:gd name="csX11563" fmla="*/ 1622004 w 1886469"/>
                <a:gd name="csY11563" fmla="*/ 2294472 h 2454076"/>
                <a:gd name="csX11564" fmla="*/ 1624142 w 1886469"/>
                <a:gd name="csY11564" fmla="*/ 2294556 h 2454076"/>
                <a:gd name="csX11565" fmla="*/ 1626516 w 1886469"/>
                <a:gd name="csY11565" fmla="*/ 2295347 h 2454076"/>
                <a:gd name="csX11566" fmla="*/ 1625778 w 1886469"/>
                <a:gd name="csY11566" fmla="*/ 2298558 h 2454076"/>
                <a:gd name="csX11567" fmla="*/ 1624925 w 1886469"/>
                <a:gd name="csY11567" fmla="*/ 2300734 h 2454076"/>
                <a:gd name="csX11568" fmla="*/ 1625420 w 1886469"/>
                <a:gd name="csY11568" fmla="*/ 2302765 h 2454076"/>
                <a:gd name="csX11569" fmla="*/ 1626828 w 1886469"/>
                <a:gd name="csY11569" fmla="*/ 2306623 h 2454076"/>
                <a:gd name="csX11570" fmla="*/ 1628768 w 1886469"/>
                <a:gd name="csY11570" fmla="*/ 2307468 h 2454076"/>
                <a:gd name="csX11571" fmla="*/ 1629544 w 1886469"/>
                <a:gd name="csY11571" fmla="*/ 2312398 h 2454076"/>
                <a:gd name="csX11572" fmla="*/ 1630571 w 1886469"/>
                <a:gd name="csY11572" fmla="*/ 2315076 h 2454076"/>
                <a:gd name="csX11573" fmla="*/ 1630426 w 1886469"/>
                <a:gd name="csY11573" fmla="*/ 2317222 h 2454076"/>
                <a:gd name="csX11574" fmla="*/ 1632367 w 1886469"/>
                <a:gd name="csY11574" fmla="*/ 2318599 h 2454076"/>
                <a:gd name="csX11575" fmla="*/ 1632694 w 1886469"/>
                <a:gd name="csY11575" fmla="*/ 2320790 h 2454076"/>
                <a:gd name="csX11576" fmla="*/ 1639732 w 1886469"/>
                <a:gd name="csY11576" fmla="*/ 2321414 h 2454076"/>
                <a:gd name="csX11577" fmla="*/ 1641162 w 1886469"/>
                <a:gd name="csY11577" fmla="*/ 2322251 h 2454076"/>
                <a:gd name="csX11578" fmla="*/ 1646055 w 1886469"/>
                <a:gd name="csY11578" fmla="*/ 2323080 h 2454076"/>
                <a:gd name="csX11579" fmla="*/ 1646983 w 1886469"/>
                <a:gd name="csY11579" fmla="*/ 2323681 h 2454076"/>
                <a:gd name="csX11580" fmla="*/ 1647850 w 1886469"/>
                <a:gd name="csY11580" fmla="*/ 2324884 h 2454076"/>
                <a:gd name="csX11581" fmla="*/ 1643057 w 1886469"/>
                <a:gd name="csY11581" fmla="*/ 2327516 h 2454076"/>
                <a:gd name="csX11582" fmla="*/ 1646937 w 1886469"/>
                <a:gd name="csY11582" fmla="*/ 2329418 h 2454076"/>
                <a:gd name="csX11583" fmla="*/ 1650604 w 1886469"/>
                <a:gd name="csY11583" fmla="*/ 2332515 h 2454076"/>
                <a:gd name="csX11584" fmla="*/ 1653488 w 1886469"/>
                <a:gd name="csY11584" fmla="*/ 2331906 h 2454076"/>
                <a:gd name="csX11585" fmla="*/ 1654736 w 1886469"/>
                <a:gd name="csY11585" fmla="*/ 2332005 h 2454076"/>
                <a:gd name="csX11586" fmla="*/ 1657962 w 1886469"/>
                <a:gd name="csY11586" fmla="*/ 2333945 h 2454076"/>
                <a:gd name="csX11587" fmla="*/ 1658860 w 1886469"/>
                <a:gd name="csY11587" fmla="*/ 2334904 h 2454076"/>
                <a:gd name="csX11588" fmla="*/ 1659354 w 1886469"/>
                <a:gd name="csY11588" fmla="*/ 2335756 h 2454076"/>
                <a:gd name="csX11589" fmla="*/ 1660975 w 1886469"/>
                <a:gd name="csY11589" fmla="*/ 2335574 h 2454076"/>
                <a:gd name="csX11590" fmla="*/ 1663303 w 1886469"/>
                <a:gd name="csY11590" fmla="*/ 2334828 h 2454076"/>
                <a:gd name="csX11591" fmla="*/ 1667511 w 1886469"/>
                <a:gd name="csY11591" fmla="*/ 2335010 h 2454076"/>
                <a:gd name="csX11592" fmla="*/ 1672000 w 1886469"/>
                <a:gd name="csY11592" fmla="*/ 2336106 h 2454076"/>
                <a:gd name="csX11593" fmla="*/ 1671619 w 1886469"/>
                <a:gd name="csY11593" fmla="*/ 2337772 h 2454076"/>
                <a:gd name="csX11594" fmla="*/ 1670942 w 1886469"/>
                <a:gd name="csY11594" fmla="*/ 2338921 h 2454076"/>
                <a:gd name="csX11595" fmla="*/ 1674450 w 1886469"/>
                <a:gd name="csY11595" fmla="*/ 2338541 h 2454076"/>
                <a:gd name="csX11596" fmla="*/ 1676641 w 1886469"/>
                <a:gd name="csY11596" fmla="*/ 2339720 h 2454076"/>
                <a:gd name="csX11597" fmla="*/ 1677402 w 1886469"/>
                <a:gd name="csY11597" fmla="*/ 2339150 h 2454076"/>
                <a:gd name="csX11598" fmla="*/ 1677942 w 1886469"/>
                <a:gd name="csY11598" fmla="*/ 2338411 h 2454076"/>
                <a:gd name="csX11599" fmla="*/ 1682302 w 1886469"/>
                <a:gd name="csY11599" fmla="*/ 2336395 h 2454076"/>
                <a:gd name="csX11600" fmla="*/ 1687902 w 1886469"/>
                <a:gd name="csY11600" fmla="*/ 2332203 h 2454076"/>
                <a:gd name="csX11601" fmla="*/ 1688579 w 1886469"/>
                <a:gd name="csY11601" fmla="*/ 2332720 h 2454076"/>
                <a:gd name="csX11602" fmla="*/ 1688837 w 1886469"/>
                <a:gd name="csY11602" fmla="*/ 2334310 h 2454076"/>
                <a:gd name="csX11603" fmla="*/ 1689576 w 1886469"/>
                <a:gd name="csY11603" fmla="*/ 2336897 h 2454076"/>
                <a:gd name="csX11604" fmla="*/ 1691729 w 1886469"/>
                <a:gd name="csY11604" fmla="*/ 2338678 h 2454076"/>
                <a:gd name="csX11605" fmla="*/ 1694277 w 1886469"/>
                <a:gd name="csY11605" fmla="*/ 2339089 h 2454076"/>
                <a:gd name="csX11606" fmla="*/ 1697793 w 1886469"/>
                <a:gd name="csY11606" fmla="*/ 2337727 h 2454076"/>
                <a:gd name="csX11607" fmla="*/ 1699177 w 1886469"/>
                <a:gd name="csY11607" fmla="*/ 2338906 h 2454076"/>
                <a:gd name="csX11608" fmla="*/ 1700821 w 1886469"/>
                <a:gd name="csY11608" fmla="*/ 2341173 h 2454076"/>
                <a:gd name="csX11609" fmla="*/ 1702388 w 1886469"/>
                <a:gd name="csY11609" fmla="*/ 2344141 h 2454076"/>
                <a:gd name="csX11610" fmla="*/ 1702282 w 1886469"/>
                <a:gd name="csY11610" fmla="*/ 2345198 h 2454076"/>
                <a:gd name="csX11611" fmla="*/ 1700273 w 1886469"/>
                <a:gd name="csY11611" fmla="*/ 2346127 h 2454076"/>
                <a:gd name="csX11612" fmla="*/ 1698462 w 1886469"/>
                <a:gd name="csY11612" fmla="*/ 2347458 h 2454076"/>
                <a:gd name="csX11613" fmla="*/ 1706025 w 1886469"/>
                <a:gd name="csY11613" fmla="*/ 2348006 h 2454076"/>
                <a:gd name="csX11614" fmla="*/ 1706794 w 1886469"/>
                <a:gd name="csY11614" fmla="*/ 2348569 h 2454076"/>
                <a:gd name="csX11615" fmla="*/ 1707631 w 1886469"/>
                <a:gd name="csY11615" fmla="*/ 2349733 h 2454076"/>
                <a:gd name="csX11616" fmla="*/ 1706855 w 1886469"/>
                <a:gd name="csY11616" fmla="*/ 2350905 h 2454076"/>
                <a:gd name="csX11617" fmla="*/ 1706139 w 1886469"/>
                <a:gd name="csY11617" fmla="*/ 2351490 h 2454076"/>
                <a:gd name="csX11618" fmla="*/ 1704770 w 1886469"/>
                <a:gd name="csY11618" fmla="*/ 2350806 h 2454076"/>
                <a:gd name="csX11619" fmla="*/ 1702236 w 1886469"/>
                <a:gd name="csY11619" fmla="*/ 2351430 h 2454076"/>
                <a:gd name="csX11620" fmla="*/ 1700022 w 1886469"/>
                <a:gd name="csY11620" fmla="*/ 2352951 h 2454076"/>
                <a:gd name="csX11621" fmla="*/ 1697656 w 1886469"/>
                <a:gd name="csY11621" fmla="*/ 2353796 h 2454076"/>
                <a:gd name="csX11622" fmla="*/ 1696142 w 1886469"/>
                <a:gd name="csY11622" fmla="*/ 2353887 h 2454076"/>
                <a:gd name="csX11623" fmla="*/ 1694460 w 1886469"/>
                <a:gd name="csY11623" fmla="*/ 2354595 h 2454076"/>
                <a:gd name="csX11624" fmla="*/ 1692923 w 1886469"/>
                <a:gd name="csY11624" fmla="*/ 2355683 h 2454076"/>
                <a:gd name="csX11625" fmla="*/ 1691333 w 1886469"/>
                <a:gd name="csY11625" fmla="*/ 2355987 h 2454076"/>
                <a:gd name="csX11626" fmla="*/ 1686357 w 1886469"/>
                <a:gd name="csY11626" fmla="*/ 2358696 h 2454076"/>
                <a:gd name="csX11627" fmla="*/ 1681275 w 1886469"/>
                <a:gd name="csY11627" fmla="*/ 2360438 h 2454076"/>
                <a:gd name="csX11628" fmla="*/ 1675956 w 1886469"/>
                <a:gd name="csY11628" fmla="*/ 2363223 h 2454076"/>
                <a:gd name="csX11629" fmla="*/ 1670531 w 1886469"/>
                <a:gd name="csY11629" fmla="*/ 2364981 h 2454076"/>
                <a:gd name="csX11630" fmla="*/ 1664901 w 1886469"/>
                <a:gd name="csY11630" fmla="*/ 2367088 h 2454076"/>
                <a:gd name="csX11631" fmla="*/ 1663676 w 1886469"/>
                <a:gd name="csY11631" fmla="*/ 2367271 h 2454076"/>
                <a:gd name="csX11632" fmla="*/ 1662253 w 1886469"/>
                <a:gd name="csY11632" fmla="*/ 2367187 h 2454076"/>
                <a:gd name="csX11633" fmla="*/ 1659042 w 1886469"/>
                <a:gd name="csY11633" fmla="*/ 2369249 h 2454076"/>
                <a:gd name="csX11634" fmla="*/ 1657452 w 1886469"/>
                <a:gd name="csY11634" fmla="*/ 2368968 h 2454076"/>
                <a:gd name="csX11635" fmla="*/ 1655831 w 1886469"/>
                <a:gd name="csY11635" fmla="*/ 2369325 h 2454076"/>
                <a:gd name="csX11636" fmla="*/ 1653960 w 1886469"/>
                <a:gd name="csY11636" fmla="*/ 2368869 h 2454076"/>
                <a:gd name="csX11637" fmla="*/ 1652689 w 1886469"/>
                <a:gd name="csY11637" fmla="*/ 2368024 h 2454076"/>
                <a:gd name="csX11638" fmla="*/ 1653663 w 1886469"/>
                <a:gd name="csY11638" fmla="*/ 2370200 h 2454076"/>
                <a:gd name="csX11639" fmla="*/ 1653952 w 1886469"/>
                <a:gd name="csY11639" fmla="*/ 2372201 h 2454076"/>
                <a:gd name="csX11640" fmla="*/ 1653465 w 1886469"/>
                <a:gd name="csY11640" fmla="*/ 2373076 h 2454076"/>
                <a:gd name="csX11641" fmla="*/ 1652567 w 1886469"/>
                <a:gd name="csY11641" fmla="*/ 2374103 h 2454076"/>
                <a:gd name="csX11642" fmla="*/ 1649334 w 1886469"/>
                <a:gd name="csY11642" fmla="*/ 2373913 h 2454076"/>
                <a:gd name="csX11643" fmla="*/ 1648063 w 1886469"/>
                <a:gd name="csY11643" fmla="*/ 2373190 h 2454076"/>
                <a:gd name="csX11644" fmla="*/ 1646557 w 1886469"/>
                <a:gd name="csY11644" fmla="*/ 2372125 h 2454076"/>
                <a:gd name="csX11645" fmla="*/ 1645864 w 1886469"/>
                <a:gd name="csY11645" fmla="*/ 2370406 h 2454076"/>
                <a:gd name="csX11646" fmla="*/ 1644244 w 1886469"/>
                <a:gd name="csY11646" fmla="*/ 2369173 h 2454076"/>
                <a:gd name="csX11647" fmla="*/ 1643285 w 1886469"/>
                <a:gd name="csY11647" fmla="*/ 2370877 h 2454076"/>
                <a:gd name="csX11648" fmla="*/ 1643285 w 1886469"/>
                <a:gd name="csY11648" fmla="*/ 2372148 h 2454076"/>
                <a:gd name="csX11649" fmla="*/ 1642083 w 1886469"/>
                <a:gd name="csY11649" fmla="*/ 2373875 h 2454076"/>
                <a:gd name="csX11650" fmla="*/ 1640668 w 1886469"/>
                <a:gd name="csY11650" fmla="*/ 2370915 h 2454076"/>
                <a:gd name="csX11651" fmla="*/ 1638126 w 1886469"/>
                <a:gd name="csY11651" fmla="*/ 2372003 h 2454076"/>
                <a:gd name="csX11652" fmla="*/ 1637008 w 1886469"/>
                <a:gd name="csY11652" fmla="*/ 2375153 h 2454076"/>
                <a:gd name="csX11653" fmla="*/ 1637571 w 1886469"/>
                <a:gd name="csY11653" fmla="*/ 2376051 h 2454076"/>
                <a:gd name="csX11654" fmla="*/ 1638354 w 1886469"/>
                <a:gd name="csY11654" fmla="*/ 2378455 h 2454076"/>
                <a:gd name="csX11655" fmla="*/ 1637099 w 1886469"/>
                <a:gd name="csY11655" fmla="*/ 2379711 h 2454076"/>
                <a:gd name="csX11656" fmla="*/ 1636163 w 1886469"/>
                <a:gd name="csY11656" fmla="*/ 2379368 h 2454076"/>
                <a:gd name="csX11657" fmla="*/ 1634231 w 1886469"/>
                <a:gd name="csY11657" fmla="*/ 2382883 h 2454076"/>
                <a:gd name="csX11658" fmla="*/ 1631887 w 1886469"/>
                <a:gd name="csY11658" fmla="*/ 2384162 h 2454076"/>
                <a:gd name="csX11659" fmla="*/ 1629475 w 1886469"/>
                <a:gd name="csY11659" fmla="*/ 2387738 h 2454076"/>
                <a:gd name="csX11660" fmla="*/ 1626614 w 1886469"/>
                <a:gd name="csY11660" fmla="*/ 2390462 h 2454076"/>
                <a:gd name="csX11661" fmla="*/ 1625831 w 1886469"/>
                <a:gd name="csY11661" fmla="*/ 2392280 h 2454076"/>
                <a:gd name="csX11662" fmla="*/ 1621037 w 1886469"/>
                <a:gd name="csY11662" fmla="*/ 2396427 h 2454076"/>
                <a:gd name="csX11663" fmla="*/ 1619219 w 1886469"/>
                <a:gd name="csY11663" fmla="*/ 2396297 h 2454076"/>
                <a:gd name="csX11664" fmla="*/ 1617880 w 1886469"/>
                <a:gd name="csY11664" fmla="*/ 2396434 h 2454076"/>
                <a:gd name="csX11665" fmla="*/ 1615856 w 1886469"/>
                <a:gd name="csY11665" fmla="*/ 2398161 h 2454076"/>
                <a:gd name="csX11666" fmla="*/ 1615536 w 1886469"/>
                <a:gd name="csY11666" fmla="*/ 2401646 h 2454076"/>
                <a:gd name="csX11667" fmla="*/ 1614646 w 1886469"/>
                <a:gd name="csY11667" fmla="*/ 2401182 h 2454076"/>
                <a:gd name="csX11668" fmla="*/ 1613741 w 1886469"/>
                <a:gd name="csY11668" fmla="*/ 2401296 h 2454076"/>
                <a:gd name="csX11669" fmla="*/ 1613269 w 1886469"/>
                <a:gd name="csY11669" fmla="*/ 2402392 h 2454076"/>
                <a:gd name="csX11670" fmla="*/ 1612607 w 1886469"/>
                <a:gd name="csY11670" fmla="*/ 2402567 h 2454076"/>
                <a:gd name="csX11671" fmla="*/ 1610842 w 1886469"/>
                <a:gd name="csY11671" fmla="*/ 2401532 h 2454076"/>
                <a:gd name="csX11672" fmla="*/ 1608765 w 1886469"/>
                <a:gd name="csY11672" fmla="*/ 2402095 h 2454076"/>
                <a:gd name="csX11673" fmla="*/ 1607137 w 1886469"/>
                <a:gd name="csY11673" fmla="*/ 2401311 h 2454076"/>
                <a:gd name="csX11674" fmla="*/ 1605067 w 1886469"/>
                <a:gd name="csY11674" fmla="*/ 2396206 h 2454076"/>
                <a:gd name="csX11675" fmla="*/ 1603964 w 1886469"/>
                <a:gd name="csY11675" fmla="*/ 2394411 h 2454076"/>
                <a:gd name="csX11676" fmla="*/ 1602009 w 1886469"/>
                <a:gd name="csY11676" fmla="*/ 2393832 h 2454076"/>
                <a:gd name="csX11677" fmla="*/ 1601499 w 1886469"/>
                <a:gd name="csY11677" fmla="*/ 2394920 h 2454076"/>
                <a:gd name="csX11678" fmla="*/ 1600738 w 1886469"/>
                <a:gd name="csY11678" fmla="*/ 2395978 h 2454076"/>
                <a:gd name="csX11679" fmla="*/ 1598859 w 1886469"/>
                <a:gd name="csY11679" fmla="*/ 2393863 h 2454076"/>
                <a:gd name="csX11680" fmla="*/ 1597428 w 1886469"/>
                <a:gd name="csY11680" fmla="*/ 2386011 h 2454076"/>
                <a:gd name="csX11681" fmla="*/ 1597421 w 1886469"/>
                <a:gd name="csY11681" fmla="*/ 2384109 h 2454076"/>
                <a:gd name="csX11682" fmla="*/ 1599414 w 1886469"/>
                <a:gd name="csY11682" fmla="*/ 2377459 h 2454076"/>
                <a:gd name="csX11683" fmla="*/ 1604359 w 1886469"/>
                <a:gd name="csY11683" fmla="*/ 2371456 h 2454076"/>
                <a:gd name="csX11684" fmla="*/ 1602777 w 1886469"/>
                <a:gd name="csY11684" fmla="*/ 2371258 h 2454076"/>
                <a:gd name="csX11685" fmla="*/ 1598409 w 1886469"/>
                <a:gd name="csY11685" fmla="*/ 2375420 h 2454076"/>
                <a:gd name="csX11686" fmla="*/ 1598859 w 1886469"/>
                <a:gd name="csY11686" fmla="*/ 2374415 h 2454076"/>
                <a:gd name="csX11687" fmla="*/ 1599596 w 1886469"/>
                <a:gd name="csY11687" fmla="*/ 2373365 h 2454076"/>
                <a:gd name="csX11688" fmla="*/ 1601073 w 1886469"/>
                <a:gd name="csY11688" fmla="*/ 2371668 h 2454076"/>
                <a:gd name="csX11689" fmla="*/ 1603302 w 1886469"/>
                <a:gd name="csY11689" fmla="*/ 2370078 h 2454076"/>
                <a:gd name="csX11690" fmla="*/ 1606277 w 1886469"/>
                <a:gd name="csY11690" fmla="*/ 2369142 h 2454076"/>
                <a:gd name="csX11691" fmla="*/ 1608324 w 1886469"/>
                <a:gd name="csY11691" fmla="*/ 2369005 h 2454076"/>
                <a:gd name="csX11692" fmla="*/ 1609739 w 1886469"/>
                <a:gd name="csY11692" fmla="*/ 2368123 h 2454076"/>
                <a:gd name="csX11693" fmla="*/ 1611786 w 1886469"/>
                <a:gd name="csY11693" fmla="*/ 2366556 h 2454076"/>
                <a:gd name="csX11694" fmla="*/ 1612166 w 1886469"/>
                <a:gd name="csY11694" fmla="*/ 2365726 h 2454076"/>
                <a:gd name="csX11695" fmla="*/ 1610355 w 1886469"/>
                <a:gd name="csY11695" fmla="*/ 2366685 h 2454076"/>
                <a:gd name="csX11696" fmla="*/ 1607342 w 1886469"/>
                <a:gd name="csY11696" fmla="*/ 2367621 h 2454076"/>
                <a:gd name="csX11697" fmla="*/ 1608111 w 1886469"/>
                <a:gd name="csY11697" fmla="*/ 2366388 h 2454076"/>
                <a:gd name="csX11698" fmla="*/ 1608871 w 1886469"/>
                <a:gd name="csY11698" fmla="*/ 2365734 h 2454076"/>
                <a:gd name="csX11699" fmla="*/ 1624964 w 1886469"/>
                <a:gd name="csY11699" fmla="*/ 2354899 h 2454076"/>
                <a:gd name="csX11700" fmla="*/ 1628205 w 1886469"/>
                <a:gd name="csY11700" fmla="*/ 2353104 h 2454076"/>
                <a:gd name="csX11701" fmla="*/ 1634664 w 1886469"/>
                <a:gd name="csY11701" fmla="*/ 2350813 h 2454076"/>
                <a:gd name="csX11702" fmla="*/ 1635562 w 1886469"/>
                <a:gd name="csY11702" fmla="*/ 2349315 h 2454076"/>
                <a:gd name="csX11703" fmla="*/ 1634680 w 1886469"/>
                <a:gd name="csY11703" fmla="*/ 2348356 h 2454076"/>
                <a:gd name="csX11704" fmla="*/ 1637190 w 1886469"/>
                <a:gd name="csY11704" fmla="*/ 2349200 h 2454076"/>
                <a:gd name="csX11705" fmla="*/ 1636985 w 1886469"/>
                <a:gd name="csY11705" fmla="*/ 2350448 h 2454076"/>
                <a:gd name="csX11706" fmla="*/ 1636589 w 1886469"/>
                <a:gd name="csY11706" fmla="*/ 2351354 h 2454076"/>
                <a:gd name="csX11707" fmla="*/ 1636445 w 1886469"/>
                <a:gd name="csY11707" fmla="*/ 2352898 h 2454076"/>
                <a:gd name="csX11708" fmla="*/ 1636688 w 1886469"/>
                <a:gd name="csY11708" fmla="*/ 2354374 h 2454076"/>
                <a:gd name="csX11709" fmla="*/ 1639230 w 1886469"/>
                <a:gd name="csY11709" fmla="*/ 2355097 h 2454076"/>
                <a:gd name="csX11710" fmla="*/ 1641352 w 1886469"/>
                <a:gd name="csY11710" fmla="*/ 2357844 h 2454076"/>
                <a:gd name="csX11711" fmla="*/ 1640348 w 1886469"/>
                <a:gd name="csY11711" fmla="*/ 2354108 h 2454076"/>
                <a:gd name="csX11712" fmla="*/ 1642258 w 1886469"/>
                <a:gd name="csY11712" fmla="*/ 2351993 h 2454076"/>
                <a:gd name="csX11713" fmla="*/ 1649623 w 1886469"/>
                <a:gd name="csY11713" fmla="*/ 2349155 h 2454076"/>
                <a:gd name="csX11714" fmla="*/ 1655778 w 1886469"/>
                <a:gd name="csY11714" fmla="*/ 2348843 h 2454076"/>
                <a:gd name="csX11715" fmla="*/ 1657749 w 1886469"/>
                <a:gd name="csY11715" fmla="*/ 2347519 h 2454076"/>
                <a:gd name="csX11716" fmla="*/ 1652491 w 1886469"/>
                <a:gd name="csY11716" fmla="*/ 2346629 h 2454076"/>
                <a:gd name="csX11717" fmla="*/ 1646252 w 1886469"/>
                <a:gd name="csY11717" fmla="*/ 2347116 h 2454076"/>
                <a:gd name="csX11718" fmla="*/ 1642395 w 1886469"/>
                <a:gd name="csY11718" fmla="*/ 2346127 h 2454076"/>
                <a:gd name="csX11719" fmla="*/ 1637069 w 1886469"/>
                <a:gd name="csY11719" fmla="*/ 2346773 h 2454076"/>
                <a:gd name="csX11720" fmla="*/ 1631438 w 1886469"/>
                <a:gd name="csY11720" fmla="*/ 2346149 h 2454076"/>
                <a:gd name="csX11721" fmla="*/ 1629711 w 1886469"/>
                <a:gd name="csY11721" fmla="*/ 2346971 h 2454076"/>
                <a:gd name="csX11722" fmla="*/ 1628311 w 1886469"/>
                <a:gd name="csY11722" fmla="*/ 2348744 h 2454076"/>
                <a:gd name="csX11723" fmla="*/ 1626493 w 1886469"/>
                <a:gd name="csY11723" fmla="*/ 2347960 h 2454076"/>
                <a:gd name="csX11724" fmla="*/ 1625610 w 1886469"/>
                <a:gd name="csY11724" fmla="*/ 2347831 h 2454076"/>
                <a:gd name="csX11725" fmla="*/ 1624766 w 1886469"/>
                <a:gd name="csY11725" fmla="*/ 2347215 h 2454076"/>
                <a:gd name="csX11726" fmla="*/ 1626592 w 1886469"/>
                <a:gd name="csY11726" fmla="*/ 2344164 h 2454076"/>
                <a:gd name="csX11727" fmla="*/ 1632298 w 1886469"/>
                <a:gd name="csY11727" fmla="*/ 2339606 h 2454076"/>
                <a:gd name="csX11728" fmla="*/ 1635775 w 1886469"/>
                <a:gd name="csY11728" fmla="*/ 2335634 h 2454076"/>
                <a:gd name="csX11729" fmla="*/ 1636757 w 1886469"/>
                <a:gd name="csY11729" fmla="*/ 2334797 h 2454076"/>
                <a:gd name="csX11730" fmla="*/ 1637533 w 1886469"/>
                <a:gd name="csY11730" fmla="*/ 2333200 h 2454076"/>
                <a:gd name="csX11731" fmla="*/ 1635623 w 1886469"/>
                <a:gd name="csY11731" fmla="*/ 2333466 h 2454076"/>
                <a:gd name="csX11732" fmla="*/ 1633957 w 1886469"/>
                <a:gd name="csY11732" fmla="*/ 2334097 h 2454076"/>
                <a:gd name="csX11733" fmla="*/ 1632800 w 1886469"/>
                <a:gd name="csY11733" fmla="*/ 2332256 h 2454076"/>
                <a:gd name="csX11734" fmla="*/ 1630738 w 1886469"/>
                <a:gd name="csY11734" fmla="*/ 2329814 h 2454076"/>
                <a:gd name="csX11735" fmla="*/ 1630541 w 1886469"/>
                <a:gd name="csY11735" fmla="*/ 2330833 h 2454076"/>
                <a:gd name="csX11736" fmla="*/ 1631575 w 1886469"/>
                <a:gd name="csY11736" fmla="*/ 2333877 h 2454076"/>
                <a:gd name="csX11737" fmla="*/ 1627626 w 1886469"/>
                <a:gd name="csY11737" fmla="*/ 2339218 h 2454076"/>
                <a:gd name="csX11738" fmla="*/ 1625078 w 1886469"/>
                <a:gd name="csY11738" fmla="*/ 2339598 h 2454076"/>
                <a:gd name="csX11739" fmla="*/ 1621677 w 1886469"/>
                <a:gd name="csY11739" fmla="*/ 2342086 h 2454076"/>
                <a:gd name="csX11740" fmla="*/ 1616868 w 1886469"/>
                <a:gd name="csY11740" fmla="*/ 2344247 h 2454076"/>
                <a:gd name="csX11741" fmla="*/ 1611261 w 1886469"/>
                <a:gd name="csY11741" fmla="*/ 2348364 h 2454076"/>
                <a:gd name="csX11742" fmla="*/ 1604010 w 1886469"/>
                <a:gd name="csY11742" fmla="*/ 2351825 h 2454076"/>
                <a:gd name="csX11743" fmla="*/ 1602495 w 1886469"/>
                <a:gd name="csY11743" fmla="*/ 2351841 h 2454076"/>
                <a:gd name="csX11744" fmla="*/ 1599201 w 1886469"/>
                <a:gd name="csY11744" fmla="*/ 2348987 h 2454076"/>
                <a:gd name="csX11745" fmla="*/ 1600121 w 1886469"/>
                <a:gd name="csY11745" fmla="*/ 2347694 h 2454076"/>
                <a:gd name="csX11746" fmla="*/ 1600981 w 1886469"/>
                <a:gd name="csY11746" fmla="*/ 2345936 h 2454076"/>
                <a:gd name="csX11747" fmla="*/ 1600160 w 1886469"/>
                <a:gd name="csY11747" fmla="*/ 2346438 h 2454076"/>
                <a:gd name="csX11748" fmla="*/ 1599635 w 1886469"/>
                <a:gd name="csY11748" fmla="*/ 2347207 h 2454076"/>
                <a:gd name="csX11749" fmla="*/ 1597649 w 1886469"/>
                <a:gd name="csY11749" fmla="*/ 2348432 h 2454076"/>
                <a:gd name="csX11750" fmla="*/ 1599254 w 1886469"/>
                <a:gd name="csY11750" fmla="*/ 2350798 h 2454076"/>
                <a:gd name="csX11751" fmla="*/ 1598478 w 1886469"/>
                <a:gd name="csY11751" fmla="*/ 2351688 h 2454076"/>
                <a:gd name="csX11752" fmla="*/ 1596180 w 1886469"/>
                <a:gd name="csY11752" fmla="*/ 2352853 h 2454076"/>
                <a:gd name="csX11753" fmla="*/ 1594035 w 1886469"/>
                <a:gd name="csY11753" fmla="*/ 2354542 h 2454076"/>
                <a:gd name="csX11754" fmla="*/ 1592155 w 1886469"/>
                <a:gd name="csY11754" fmla="*/ 2355668 h 2454076"/>
                <a:gd name="csX11755" fmla="*/ 1590641 w 1886469"/>
                <a:gd name="csY11755" fmla="*/ 2354237 h 2454076"/>
                <a:gd name="csX11756" fmla="*/ 1586449 w 1886469"/>
                <a:gd name="csY11756" fmla="*/ 2356041 h 2454076"/>
                <a:gd name="csX11757" fmla="*/ 1582919 w 1886469"/>
                <a:gd name="csY11757" fmla="*/ 2356527 h 2454076"/>
                <a:gd name="csX11758" fmla="*/ 1582150 w 1886469"/>
                <a:gd name="csY11758" fmla="*/ 2355614 h 2454076"/>
                <a:gd name="csX11759" fmla="*/ 1581929 w 1886469"/>
                <a:gd name="csY11759" fmla="*/ 2354169 h 2454076"/>
                <a:gd name="csX11760" fmla="*/ 1580689 w 1886469"/>
                <a:gd name="csY11760" fmla="*/ 2353819 h 2454076"/>
                <a:gd name="csX11761" fmla="*/ 1578399 w 1886469"/>
                <a:gd name="csY11761" fmla="*/ 2354222 h 2454076"/>
                <a:gd name="csX11762" fmla="*/ 1577509 w 1886469"/>
                <a:gd name="csY11762" fmla="*/ 2353400 h 2454076"/>
                <a:gd name="csX11763" fmla="*/ 376443 w 1886469"/>
                <a:gd name="csY11763" fmla="*/ 2237263 h 2454076"/>
                <a:gd name="csX11764" fmla="*/ 376177 w 1886469"/>
                <a:gd name="csY11764" fmla="*/ 2237613 h 2454076"/>
                <a:gd name="csX11765" fmla="*/ 372844 w 1886469"/>
                <a:gd name="csY11765" fmla="*/ 2235323 h 2454076"/>
                <a:gd name="csX11766" fmla="*/ 370607 w 1886469"/>
                <a:gd name="csY11766" fmla="*/ 2232318 h 2454076"/>
                <a:gd name="csX11767" fmla="*/ 369679 w 1886469"/>
                <a:gd name="csY11767" fmla="*/ 2230484 h 2454076"/>
                <a:gd name="csX11768" fmla="*/ 374100 w 1886469"/>
                <a:gd name="csY11768" fmla="*/ 2235042 h 2454076"/>
                <a:gd name="csX11769" fmla="*/ 376329 w 1886469"/>
                <a:gd name="csY11769" fmla="*/ 2236548 h 2454076"/>
                <a:gd name="csX11770" fmla="*/ 376443 w 1886469"/>
                <a:gd name="csY11770" fmla="*/ 2237263 h 2454076"/>
                <a:gd name="csX11771" fmla="*/ 375096 w 1886469"/>
                <a:gd name="csY11771" fmla="*/ 2241524 h 2454076"/>
                <a:gd name="csX11772" fmla="*/ 374199 w 1886469"/>
                <a:gd name="csY11772" fmla="*/ 2242353 h 2454076"/>
                <a:gd name="csX11773" fmla="*/ 373719 w 1886469"/>
                <a:gd name="csY11773" fmla="*/ 2242239 h 2454076"/>
                <a:gd name="csX11774" fmla="*/ 373339 w 1886469"/>
                <a:gd name="csY11774" fmla="*/ 2241661 h 2454076"/>
                <a:gd name="csX11775" fmla="*/ 371954 w 1886469"/>
                <a:gd name="csY11775" fmla="*/ 2235978 h 2454076"/>
                <a:gd name="csX11776" fmla="*/ 372547 w 1886469"/>
                <a:gd name="csY11776" fmla="*/ 2236099 h 2454076"/>
                <a:gd name="csX11777" fmla="*/ 374404 w 1886469"/>
                <a:gd name="csY11777" fmla="*/ 2237872 h 2454076"/>
                <a:gd name="csX11778" fmla="*/ 373985 w 1886469"/>
                <a:gd name="csY11778" fmla="*/ 2238572 h 2454076"/>
                <a:gd name="csX11779" fmla="*/ 375370 w 1886469"/>
                <a:gd name="csY11779" fmla="*/ 2240269 h 2454076"/>
                <a:gd name="csX11780" fmla="*/ 375705 w 1886469"/>
                <a:gd name="csY11780" fmla="*/ 2241471 h 2454076"/>
                <a:gd name="csX11781" fmla="*/ 375096 w 1886469"/>
                <a:gd name="csY11781" fmla="*/ 2241524 h 2454076"/>
                <a:gd name="csX11782" fmla="*/ 1131099 w 1886469"/>
                <a:gd name="csY11782" fmla="*/ 2242711 h 2454076"/>
                <a:gd name="csX11783" fmla="*/ 1130551 w 1886469"/>
                <a:gd name="csY11783" fmla="*/ 2242734 h 2454076"/>
                <a:gd name="csX11784" fmla="*/ 1130140 w 1886469"/>
                <a:gd name="csY11784" fmla="*/ 2241958 h 2454076"/>
                <a:gd name="csX11785" fmla="*/ 1129912 w 1886469"/>
                <a:gd name="csY11785" fmla="*/ 2239782 h 2454076"/>
                <a:gd name="csX11786" fmla="*/ 1130543 w 1886469"/>
                <a:gd name="csY11786" fmla="*/ 2238853 h 2454076"/>
                <a:gd name="csX11787" fmla="*/ 1131837 w 1886469"/>
                <a:gd name="csY11787" fmla="*/ 2238192 h 2454076"/>
                <a:gd name="csX11788" fmla="*/ 1133572 w 1886469"/>
                <a:gd name="csY11788" fmla="*/ 2237956 h 2454076"/>
                <a:gd name="csX11789" fmla="*/ 1135740 w 1886469"/>
                <a:gd name="csY11789" fmla="*/ 2238138 h 2454076"/>
                <a:gd name="csX11790" fmla="*/ 1136767 w 1886469"/>
                <a:gd name="csY11790" fmla="*/ 2238716 h 2454076"/>
                <a:gd name="csX11791" fmla="*/ 1136661 w 1886469"/>
                <a:gd name="csY11791" fmla="*/ 2239690 h 2454076"/>
                <a:gd name="csX11792" fmla="*/ 1136402 w 1886469"/>
                <a:gd name="csY11792" fmla="*/ 2240193 h 2454076"/>
                <a:gd name="csX11793" fmla="*/ 1135763 w 1886469"/>
                <a:gd name="csY11793" fmla="*/ 2240512 h 2454076"/>
                <a:gd name="csX11794" fmla="*/ 1135679 w 1886469"/>
                <a:gd name="csY11794" fmla="*/ 2241075 h 2454076"/>
                <a:gd name="csX11795" fmla="*/ 1134759 w 1886469"/>
                <a:gd name="csY11795" fmla="*/ 2241387 h 2454076"/>
                <a:gd name="csX11796" fmla="*/ 1133009 w 1886469"/>
                <a:gd name="csY11796" fmla="*/ 2241433 h 2454076"/>
                <a:gd name="csX11797" fmla="*/ 1131784 w 1886469"/>
                <a:gd name="csY11797" fmla="*/ 2241874 h 2454076"/>
                <a:gd name="csX11798" fmla="*/ 1131099 w 1886469"/>
                <a:gd name="csY11798" fmla="*/ 2242711 h 2454076"/>
                <a:gd name="csX11799" fmla="*/ 1139841 w 1886469"/>
                <a:gd name="csY11799" fmla="*/ 2241440 h 2454076"/>
                <a:gd name="csX11800" fmla="*/ 1138380 w 1886469"/>
                <a:gd name="csY11800" fmla="*/ 2241661 h 2454076"/>
                <a:gd name="csX11801" fmla="*/ 1137521 w 1886469"/>
                <a:gd name="csY11801" fmla="*/ 2241509 h 2454076"/>
                <a:gd name="csX11802" fmla="*/ 1137239 w 1886469"/>
                <a:gd name="csY11802" fmla="*/ 2241197 h 2454076"/>
                <a:gd name="csX11803" fmla="*/ 1137536 w 1886469"/>
                <a:gd name="csY11803" fmla="*/ 2240733 h 2454076"/>
                <a:gd name="csX11804" fmla="*/ 1137513 w 1886469"/>
                <a:gd name="csY11804" fmla="*/ 2240238 h 2454076"/>
                <a:gd name="csX11805" fmla="*/ 1137049 w 1886469"/>
                <a:gd name="csY11805" fmla="*/ 2239264 h 2454076"/>
                <a:gd name="csX11806" fmla="*/ 1137148 w 1886469"/>
                <a:gd name="csY11806" fmla="*/ 2238922 h 2454076"/>
                <a:gd name="csX11807" fmla="*/ 1137505 w 1886469"/>
                <a:gd name="csY11807" fmla="*/ 2238739 h 2454076"/>
                <a:gd name="csX11808" fmla="*/ 1138137 w 1886469"/>
                <a:gd name="csY11808" fmla="*/ 2238709 h 2454076"/>
                <a:gd name="csX11809" fmla="*/ 1138882 w 1886469"/>
                <a:gd name="csY11809" fmla="*/ 2239356 h 2454076"/>
                <a:gd name="csX11810" fmla="*/ 1139757 w 1886469"/>
                <a:gd name="csY11810" fmla="*/ 2240679 h 2454076"/>
                <a:gd name="csX11811" fmla="*/ 1139841 w 1886469"/>
                <a:gd name="csY11811" fmla="*/ 2241440 h 2454076"/>
                <a:gd name="csX11812" fmla="*/ 1634071 w 1886469"/>
                <a:gd name="csY11812" fmla="*/ 2267013 h 2454076"/>
                <a:gd name="csX11813" fmla="*/ 1631613 w 1886469"/>
                <a:gd name="csY11813" fmla="*/ 2268656 h 2454076"/>
                <a:gd name="csX11814" fmla="*/ 1632694 w 1886469"/>
                <a:gd name="csY11814" fmla="*/ 2266184 h 2454076"/>
                <a:gd name="csX11815" fmla="*/ 1633143 w 1886469"/>
                <a:gd name="csY11815" fmla="*/ 2265544 h 2454076"/>
                <a:gd name="csX11816" fmla="*/ 1633561 w 1886469"/>
                <a:gd name="csY11816" fmla="*/ 2265263 h 2454076"/>
                <a:gd name="csX11817" fmla="*/ 1633964 w 1886469"/>
                <a:gd name="csY11817" fmla="*/ 2265483 h 2454076"/>
                <a:gd name="csX11818" fmla="*/ 1634071 w 1886469"/>
                <a:gd name="csY11818" fmla="*/ 2267013 h 2454076"/>
                <a:gd name="csX11819" fmla="*/ 1633379 w 1886469"/>
                <a:gd name="csY11819" fmla="*/ 2269303 h 2454076"/>
                <a:gd name="csX11820" fmla="*/ 1632838 w 1886469"/>
                <a:gd name="csY11820" fmla="*/ 2271616 h 2454076"/>
                <a:gd name="csX11821" fmla="*/ 1630974 w 1886469"/>
                <a:gd name="csY11821" fmla="*/ 2273579 h 2454076"/>
                <a:gd name="csX11822" fmla="*/ 1630046 w 1886469"/>
                <a:gd name="csY11822" fmla="*/ 2273716 h 2454076"/>
                <a:gd name="csX11823" fmla="*/ 1629620 w 1886469"/>
                <a:gd name="csY11823" fmla="*/ 2273526 h 2454076"/>
                <a:gd name="csX11824" fmla="*/ 1630130 w 1886469"/>
                <a:gd name="csY11824" fmla="*/ 2272255 h 2454076"/>
                <a:gd name="csX11825" fmla="*/ 1630069 w 1886469"/>
                <a:gd name="csY11825" fmla="*/ 2270056 h 2454076"/>
                <a:gd name="csX11826" fmla="*/ 1631613 w 1886469"/>
                <a:gd name="csY11826" fmla="*/ 2269752 h 2454076"/>
                <a:gd name="csX11827" fmla="*/ 1632176 w 1886469"/>
                <a:gd name="csY11827" fmla="*/ 2269950 h 2454076"/>
                <a:gd name="csX11828" fmla="*/ 1633379 w 1886469"/>
                <a:gd name="csY11828" fmla="*/ 2269303 h 2454076"/>
                <a:gd name="csX11829" fmla="*/ 1181597 w 1886469"/>
                <a:gd name="csY11829" fmla="*/ 2274165 h 2454076"/>
                <a:gd name="csX11830" fmla="*/ 1177488 w 1886469"/>
                <a:gd name="csY11830" fmla="*/ 2274614 h 2454076"/>
                <a:gd name="csX11831" fmla="*/ 1175700 w 1886469"/>
                <a:gd name="csY11831" fmla="*/ 2274150 h 2454076"/>
                <a:gd name="csX11832" fmla="*/ 1175518 w 1886469"/>
                <a:gd name="csY11832" fmla="*/ 2273716 h 2454076"/>
                <a:gd name="csX11833" fmla="*/ 1175944 w 1886469"/>
                <a:gd name="csY11833" fmla="*/ 2273107 h 2454076"/>
                <a:gd name="csX11834" fmla="*/ 1176971 w 1886469"/>
                <a:gd name="csY11834" fmla="*/ 2272323 h 2454076"/>
                <a:gd name="csX11835" fmla="*/ 1178150 w 1886469"/>
                <a:gd name="csY11835" fmla="*/ 2271897 h 2454076"/>
                <a:gd name="csX11836" fmla="*/ 1179482 w 1886469"/>
                <a:gd name="csY11836" fmla="*/ 2271821 h 2454076"/>
                <a:gd name="csX11837" fmla="*/ 1182130 w 1886469"/>
                <a:gd name="csY11837" fmla="*/ 2272613 h 2454076"/>
                <a:gd name="csX11838" fmla="*/ 1183088 w 1886469"/>
                <a:gd name="csY11838" fmla="*/ 2273396 h 2454076"/>
                <a:gd name="csX11839" fmla="*/ 1182883 w 1886469"/>
                <a:gd name="csY11839" fmla="*/ 2273868 h 2454076"/>
                <a:gd name="csX11840" fmla="*/ 1181597 w 1886469"/>
                <a:gd name="csY11840" fmla="*/ 2274165 h 2454076"/>
                <a:gd name="csX11841" fmla="*/ 1852924 w 1886469"/>
                <a:gd name="csY11841" fmla="*/ 2283379 h 2454076"/>
                <a:gd name="csX11842" fmla="*/ 1851882 w 1886469"/>
                <a:gd name="csY11842" fmla="*/ 2284474 h 2454076"/>
                <a:gd name="csX11843" fmla="*/ 1850816 w 1886469"/>
                <a:gd name="csY11843" fmla="*/ 2284429 h 2454076"/>
                <a:gd name="csX11844" fmla="*/ 1850946 w 1886469"/>
                <a:gd name="csY11844" fmla="*/ 2283470 h 2454076"/>
                <a:gd name="csX11845" fmla="*/ 1852254 w 1886469"/>
                <a:gd name="csY11845" fmla="*/ 2281606 h 2454076"/>
                <a:gd name="csX11846" fmla="*/ 1852924 w 1886469"/>
                <a:gd name="csY11846" fmla="*/ 2280274 h 2454076"/>
                <a:gd name="csX11847" fmla="*/ 1852947 w 1886469"/>
                <a:gd name="csY11847" fmla="*/ 2279468 h 2454076"/>
                <a:gd name="csX11848" fmla="*/ 1853190 w 1886469"/>
                <a:gd name="csY11848" fmla="*/ 2278852 h 2454076"/>
                <a:gd name="csX11849" fmla="*/ 1854187 w 1886469"/>
                <a:gd name="csY11849" fmla="*/ 2278159 h 2454076"/>
                <a:gd name="csX11850" fmla="*/ 1855047 w 1886469"/>
                <a:gd name="csY11850" fmla="*/ 2276904 h 2454076"/>
                <a:gd name="csX11851" fmla="*/ 1854636 w 1886469"/>
                <a:gd name="csY11851" fmla="*/ 2279232 h 2454076"/>
                <a:gd name="csX11852" fmla="*/ 1852924 w 1886469"/>
                <a:gd name="csY11852" fmla="*/ 2283379 h 2454076"/>
                <a:gd name="csX11853" fmla="*/ 1688777 w 1886469"/>
                <a:gd name="csY11853" fmla="*/ 2288309 h 2454076"/>
                <a:gd name="csX11854" fmla="*/ 1689530 w 1886469"/>
                <a:gd name="csY11854" fmla="*/ 2288910 h 2454076"/>
                <a:gd name="csX11855" fmla="*/ 1690884 w 1886469"/>
                <a:gd name="csY11855" fmla="*/ 2288842 h 2454076"/>
                <a:gd name="csX11856" fmla="*/ 1691797 w 1886469"/>
                <a:gd name="csY11856" fmla="*/ 2289085 h 2454076"/>
                <a:gd name="csX11857" fmla="*/ 1690496 w 1886469"/>
                <a:gd name="csY11857" fmla="*/ 2290249 h 2454076"/>
                <a:gd name="csX11858" fmla="*/ 1687993 w 1886469"/>
                <a:gd name="csY11858" fmla="*/ 2290363 h 2454076"/>
                <a:gd name="csX11859" fmla="*/ 1686768 w 1886469"/>
                <a:gd name="csY11859" fmla="*/ 2289884 h 2454076"/>
                <a:gd name="csX11860" fmla="*/ 1688548 w 1886469"/>
                <a:gd name="csY11860" fmla="*/ 2283889 h 2454076"/>
                <a:gd name="csX11861" fmla="*/ 1690626 w 1886469"/>
                <a:gd name="csY11861" fmla="*/ 2282504 h 2454076"/>
                <a:gd name="csX11862" fmla="*/ 1694886 w 1886469"/>
                <a:gd name="csY11862" fmla="*/ 2278570 h 2454076"/>
                <a:gd name="csX11863" fmla="*/ 1696591 w 1886469"/>
                <a:gd name="csY11863" fmla="*/ 2277368 h 2454076"/>
                <a:gd name="csX11864" fmla="*/ 1698173 w 1886469"/>
                <a:gd name="csY11864" fmla="*/ 2276896 h 2454076"/>
                <a:gd name="csX11865" fmla="*/ 1699847 w 1886469"/>
                <a:gd name="csY11865" fmla="*/ 2277185 h 2454076"/>
                <a:gd name="csX11866" fmla="*/ 1698143 w 1886469"/>
                <a:gd name="csY11866" fmla="*/ 2279514 h 2454076"/>
                <a:gd name="csX11867" fmla="*/ 1695860 w 1886469"/>
                <a:gd name="csY11867" fmla="*/ 2279643 h 2454076"/>
                <a:gd name="csX11868" fmla="*/ 1693684 w 1886469"/>
                <a:gd name="csY11868" fmla="*/ 2281575 h 2454076"/>
                <a:gd name="csX11869" fmla="*/ 1692254 w 1886469"/>
                <a:gd name="csY11869" fmla="*/ 2283714 h 2454076"/>
                <a:gd name="csX11870" fmla="*/ 1690534 w 1886469"/>
                <a:gd name="csY11870" fmla="*/ 2284931 h 2454076"/>
                <a:gd name="csX11871" fmla="*/ 1689355 w 1886469"/>
                <a:gd name="csY11871" fmla="*/ 2286422 h 2454076"/>
                <a:gd name="csX11872" fmla="*/ 1688777 w 1886469"/>
                <a:gd name="csY11872" fmla="*/ 2288309 h 2454076"/>
                <a:gd name="csX11873" fmla="*/ 1648268 w 1886469"/>
                <a:gd name="csY11873" fmla="*/ 2313714 h 2454076"/>
                <a:gd name="csX11874" fmla="*/ 1648847 w 1886469"/>
                <a:gd name="csY11874" fmla="*/ 2314148 h 2454076"/>
                <a:gd name="csX11875" fmla="*/ 1649851 w 1886469"/>
                <a:gd name="csY11875" fmla="*/ 2313356 h 2454076"/>
                <a:gd name="csX11876" fmla="*/ 1651038 w 1886469"/>
                <a:gd name="csY11876" fmla="*/ 2310838 h 2454076"/>
                <a:gd name="csX11877" fmla="*/ 1654180 w 1886469"/>
                <a:gd name="csY11877" fmla="*/ 2311492 h 2454076"/>
                <a:gd name="csX11878" fmla="*/ 1655847 w 1886469"/>
                <a:gd name="csY11878" fmla="*/ 2312626 h 2454076"/>
                <a:gd name="csX11879" fmla="*/ 1656775 w 1886469"/>
                <a:gd name="csY11879" fmla="*/ 2312375 h 2454076"/>
                <a:gd name="csX11880" fmla="*/ 1657726 w 1886469"/>
                <a:gd name="csY11880" fmla="*/ 2312489 h 2454076"/>
                <a:gd name="csX11881" fmla="*/ 1659484 w 1886469"/>
                <a:gd name="csY11881" fmla="*/ 2313973 h 2454076"/>
                <a:gd name="csX11882" fmla="*/ 1662831 w 1886469"/>
                <a:gd name="csY11882" fmla="*/ 2315145 h 2454076"/>
                <a:gd name="csX11883" fmla="*/ 1666362 w 1886469"/>
                <a:gd name="csY11883" fmla="*/ 2314977 h 2454076"/>
                <a:gd name="csX11884" fmla="*/ 1671749 w 1886469"/>
                <a:gd name="csY11884" fmla="*/ 2314285 h 2454076"/>
                <a:gd name="csX11885" fmla="*/ 1672388 w 1886469"/>
                <a:gd name="csY11885" fmla="*/ 2314003 h 2454076"/>
                <a:gd name="csX11886" fmla="*/ 1677911 w 1886469"/>
                <a:gd name="csY11886" fmla="*/ 2313417 h 2454076"/>
                <a:gd name="csX11887" fmla="*/ 1683458 w 1886469"/>
                <a:gd name="csY11887" fmla="*/ 2313144 h 2454076"/>
                <a:gd name="csX11888" fmla="*/ 1685360 w 1886469"/>
                <a:gd name="csY11888" fmla="*/ 2313806 h 2454076"/>
                <a:gd name="csX11889" fmla="*/ 1686075 w 1886469"/>
                <a:gd name="csY11889" fmla="*/ 2314429 h 2454076"/>
                <a:gd name="csX11890" fmla="*/ 1686441 w 1886469"/>
                <a:gd name="csY11890" fmla="*/ 2315175 h 2454076"/>
                <a:gd name="csX11891" fmla="*/ 1683276 w 1886469"/>
                <a:gd name="csY11891" fmla="*/ 2317214 h 2454076"/>
                <a:gd name="csX11892" fmla="*/ 1680110 w 1886469"/>
                <a:gd name="csY11892" fmla="*/ 2319588 h 2454076"/>
                <a:gd name="csX11893" fmla="*/ 1675713 w 1886469"/>
                <a:gd name="csY11893" fmla="*/ 2321916 h 2454076"/>
                <a:gd name="csX11894" fmla="*/ 1675157 w 1886469"/>
                <a:gd name="csY11894" fmla="*/ 2323050 h 2454076"/>
                <a:gd name="csX11895" fmla="*/ 1675431 w 1886469"/>
                <a:gd name="csY11895" fmla="*/ 2325135 h 2454076"/>
                <a:gd name="csX11896" fmla="*/ 1675347 w 1886469"/>
                <a:gd name="csY11896" fmla="*/ 2327257 h 2454076"/>
                <a:gd name="csX11897" fmla="*/ 1676215 w 1886469"/>
                <a:gd name="csY11897" fmla="*/ 2327432 h 2454076"/>
                <a:gd name="csX11898" fmla="*/ 1676740 w 1886469"/>
                <a:gd name="csY11898" fmla="*/ 2328140 h 2454076"/>
                <a:gd name="csX11899" fmla="*/ 1675606 w 1886469"/>
                <a:gd name="csY11899" fmla="*/ 2328825 h 2454076"/>
                <a:gd name="csX11900" fmla="*/ 1671079 w 1886469"/>
                <a:gd name="csY11900" fmla="*/ 2329144 h 2454076"/>
                <a:gd name="csX11901" fmla="*/ 1669763 w 1886469"/>
                <a:gd name="csY11901" fmla="*/ 2328954 h 2454076"/>
                <a:gd name="csX11902" fmla="*/ 1668195 w 1886469"/>
                <a:gd name="csY11902" fmla="*/ 2328087 h 2454076"/>
                <a:gd name="csX11903" fmla="*/ 1667655 w 1886469"/>
                <a:gd name="csY11903" fmla="*/ 2326032 h 2454076"/>
                <a:gd name="csX11904" fmla="*/ 1665715 w 1886469"/>
                <a:gd name="csY11904" fmla="*/ 2326337 h 2454076"/>
                <a:gd name="csX11905" fmla="*/ 1665129 w 1886469"/>
                <a:gd name="csY11905" fmla="*/ 2326086 h 2454076"/>
                <a:gd name="csX11906" fmla="*/ 1667853 w 1886469"/>
                <a:gd name="csY11906" fmla="*/ 2324336 h 2454076"/>
                <a:gd name="csX11907" fmla="*/ 1666613 w 1886469"/>
                <a:gd name="csY11907" fmla="*/ 2322137 h 2454076"/>
                <a:gd name="csX11908" fmla="*/ 1665281 w 1886469"/>
                <a:gd name="csY11908" fmla="*/ 2322297 h 2454076"/>
                <a:gd name="csX11909" fmla="*/ 1664399 w 1886469"/>
                <a:gd name="csY11909" fmla="*/ 2321254 h 2454076"/>
                <a:gd name="csX11910" fmla="*/ 1664467 w 1886469"/>
                <a:gd name="csY11910" fmla="*/ 2319839 h 2454076"/>
                <a:gd name="csX11911" fmla="*/ 1665700 w 1886469"/>
                <a:gd name="csY11911" fmla="*/ 2319154 h 2454076"/>
                <a:gd name="csX11912" fmla="*/ 1666057 w 1886469"/>
                <a:gd name="csY11912" fmla="*/ 2318409 h 2454076"/>
                <a:gd name="csX11913" fmla="*/ 1664384 w 1886469"/>
                <a:gd name="csY11913" fmla="*/ 2319055 h 2454076"/>
                <a:gd name="csX11914" fmla="*/ 1663098 w 1886469"/>
                <a:gd name="csY11914" fmla="*/ 2320364 h 2454076"/>
                <a:gd name="csX11915" fmla="*/ 1661439 w 1886469"/>
                <a:gd name="csY11915" fmla="*/ 2320858 h 2454076"/>
                <a:gd name="csX11916" fmla="*/ 1659818 w 1886469"/>
                <a:gd name="csY11916" fmla="*/ 2321985 h 2454076"/>
                <a:gd name="csX11917" fmla="*/ 1662337 w 1886469"/>
                <a:gd name="csY11917" fmla="*/ 2322342 h 2454076"/>
                <a:gd name="csX11918" fmla="*/ 1661043 w 1886469"/>
                <a:gd name="csY11918" fmla="*/ 2323217 h 2454076"/>
                <a:gd name="csX11919" fmla="*/ 1659697 w 1886469"/>
                <a:gd name="csY11919" fmla="*/ 2323415 h 2454076"/>
                <a:gd name="csX11920" fmla="*/ 1653458 w 1886469"/>
                <a:gd name="csY11920" fmla="*/ 2321695 h 2454076"/>
                <a:gd name="csX11921" fmla="*/ 1651913 w 1886469"/>
                <a:gd name="csY11921" fmla="*/ 2321041 h 2454076"/>
                <a:gd name="csX11922" fmla="*/ 1649973 w 1886469"/>
                <a:gd name="csY11922" fmla="*/ 2319238 h 2454076"/>
                <a:gd name="csX11923" fmla="*/ 1648504 w 1886469"/>
                <a:gd name="csY11923" fmla="*/ 2316826 h 2454076"/>
                <a:gd name="csX11924" fmla="*/ 1649303 w 1886469"/>
                <a:gd name="csY11924" fmla="*/ 2316735 h 2454076"/>
                <a:gd name="csX11925" fmla="*/ 1649577 w 1886469"/>
                <a:gd name="csY11925" fmla="*/ 2316301 h 2454076"/>
                <a:gd name="csX11926" fmla="*/ 1649402 w 1886469"/>
                <a:gd name="csY11926" fmla="*/ 2315890 h 2454076"/>
                <a:gd name="csX11927" fmla="*/ 1647226 w 1886469"/>
                <a:gd name="csY11927" fmla="*/ 2315563 h 2454076"/>
                <a:gd name="csX11928" fmla="*/ 1643833 w 1886469"/>
                <a:gd name="csY11928" fmla="*/ 2315670 h 2454076"/>
                <a:gd name="csX11929" fmla="*/ 1641885 w 1886469"/>
                <a:gd name="csY11929" fmla="*/ 2315030 h 2454076"/>
                <a:gd name="csX11930" fmla="*/ 1641976 w 1886469"/>
                <a:gd name="csY11930" fmla="*/ 2310808 h 2454076"/>
                <a:gd name="csX11931" fmla="*/ 1641345 w 1886469"/>
                <a:gd name="csY11931" fmla="*/ 2309643 h 2454076"/>
                <a:gd name="csX11932" fmla="*/ 1639214 w 1886469"/>
                <a:gd name="csY11932" fmla="*/ 2308662 h 2454076"/>
                <a:gd name="csX11933" fmla="*/ 1635958 w 1886469"/>
                <a:gd name="csY11933" fmla="*/ 2308365 h 2454076"/>
                <a:gd name="csX11934" fmla="*/ 1635638 w 1886469"/>
                <a:gd name="csY11934" fmla="*/ 2306790 h 2454076"/>
                <a:gd name="csX11935" fmla="*/ 1636673 w 1886469"/>
                <a:gd name="csY11935" fmla="*/ 2304386 h 2454076"/>
                <a:gd name="csX11936" fmla="*/ 1638263 w 1886469"/>
                <a:gd name="csY11936" fmla="*/ 2302317 h 2454076"/>
                <a:gd name="csX11937" fmla="*/ 1639481 w 1886469"/>
                <a:gd name="csY11937" fmla="*/ 2300277 h 2454076"/>
                <a:gd name="csX11938" fmla="*/ 1640896 w 1886469"/>
                <a:gd name="csY11938" fmla="*/ 2298603 h 2454076"/>
                <a:gd name="csX11939" fmla="*/ 1644381 w 1886469"/>
                <a:gd name="csY11939" fmla="*/ 2295271 h 2454076"/>
                <a:gd name="csX11940" fmla="*/ 1644297 w 1886469"/>
                <a:gd name="csY11940" fmla="*/ 2297767 h 2454076"/>
                <a:gd name="csX11941" fmla="*/ 1644632 w 1886469"/>
                <a:gd name="csY11941" fmla="*/ 2299904 h 2454076"/>
                <a:gd name="csX11942" fmla="*/ 1642364 w 1886469"/>
                <a:gd name="csY11942" fmla="*/ 2304188 h 2454076"/>
                <a:gd name="csX11943" fmla="*/ 1646313 w 1886469"/>
                <a:gd name="csY11943" fmla="*/ 2308419 h 2454076"/>
                <a:gd name="csX11944" fmla="*/ 1646815 w 1886469"/>
                <a:gd name="csY11944" fmla="*/ 2309354 h 2454076"/>
                <a:gd name="csX11945" fmla="*/ 1647150 w 1886469"/>
                <a:gd name="csY11945" fmla="*/ 2310488 h 2454076"/>
                <a:gd name="csX11946" fmla="*/ 1646899 w 1886469"/>
                <a:gd name="csY11946" fmla="*/ 2311530 h 2454076"/>
                <a:gd name="csX11947" fmla="*/ 1646260 w 1886469"/>
                <a:gd name="csY11947" fmla="*/ 2312459 h 2454076"/>
                <a:gd name="csX11948" fmla="*/ 1647797 w 1886469"/>
                <a:gd name="csY11948" fmla="*/ 2312923 h 2454076"/>
                <a:gd name="csX11949" fmla="*/ 1648268 w 1886469"/>
                <a:gd name="csY11949" fmla="*/ 2313714 h 2454076"/>
                <a:gd name="csX11950" fmla="*/ 1706048 w 1886469"/>
                <a:gd name="csY11950" fmla="*/ 2329829 h 2454076"/>
                <a:gd name="csX11951" fmla="*/ 1706771 w 1886469"/>
                <a:gd name="csY11951" fmla="*/ 2330065 h 2454076"/>
                <a:gd name="csX11952" fmla="*/ 1709647 w 1886469"/>
                <a:gd name="csY11952" fmla="*/ 2328581 h 2454076"/>
                <a:gd name="csX11953" fmla="*/ 1711169 w 1886469"/>
                <a:gd name="csY11953" fmla="*/ 2328642 h 2454076"/>
                <a:gd name="csX11954" fmla="*/ 1711100 w 1886469"/>
                <a:gd name="csY11954" fmla="*/ 2329707 h 2454076"/>
                <a:gd name="csX11955" fmla="*/ 1708627 w 1886469"/>
                <a:gd name="csY11955" fmla="*/ 2330871 h 2454076"/>
                <a:gd name="csX11956" fmla="*/ 1707494 w 1886469"/>
                <a:gd name="csY11956" fmla="*/ 2331739 h 2454076"/>
                <a:gd name="csX11957" fmla="*/ 1708924 w 1886469"/>
                <a:gd name="csY11957" fmla="*/ 2332545 h 2454076"/>
                <a:gd name="csX11958" fmla="*/ 1708909 w 1886469"/>
                <a:gd name="csY11958" fmla="*/ 2333093 h 2454076"/>
                <a:gd name="csX11959" fmla="*/ 1707189 w 1886469"/>
                <a:gd name="csY11959" fmla="*/ 2334402 h 2454076"/>
                <a:gd name="csX11960" fmla="*/ 1706330 w 1886469"/>
                <a:gd name="csY11960" fmla="*/ 2335825 h 2454076"/>
                <a:gd name="csX11961" fmla="*/ 1707037 w 1886469"/>
                <a:gd name="csY11961" fmla="*/ 2337202 h 2454076"/>
                <a:gd name="csX11962" fmla="*/ 1709784 w 1886469"/>
                <a:gd name="csY11962" fmla="*/ 2335847 h 2454076"/>
                <a:gd name="csX11963" fmla="*/ 1710910 w 1886469"/>
                <a:gd name="csY11963" fmla="*/ 2335832 h 2454076"/>
                <a:gd name="csX11964" fmla="*/ 1712439 w 1886469"/>
                <a:gd name="csY11964" fmla="*/ 2336144 h 2454076"/>
                <a:gd name="csX11965" fmla="*/ 1713892 w 1886469"/>
                <a:gd name="csY11965" fmla="*/ 2335733 h 2454076"/>
                <a:gd name="csX11966" fmla="*/ 1714722 w 1886469"/>
                <a:gd name="csY11966" fmla="*/ 2335064 h 2454076"/>
                <a:gd name="csX11967" fmla="*/ 1719561 w 1886469"/>
                <a:gd name="csY11967" fmla="*/ 2329768 h 2454076"/>
                <a:gd name="csX11968" fmla="*/ 1719812 w 1886469"/>
                <a:gd name="csY11968" fmla="*/ 2329091 h 2454076"/>
                <a:gd name="csX11969" fmla="*/ 1714592 w 1886469"/>
                <a:gd name="csY11969" fmla="*/ 2330187 h 2454076"/>
                <a:gd name="csX11970" fmla="*/ 1713984 w 1886469"/>
                <a:gd name="csY11970" fmla="*/ 2329464 h 2454076"/>
                <a:gd name="csX11971" fmla="*/ 1717400 w 1886469"/>
                <a:gd name="csY11971" fmla="*/ 2326253 h 2454076"/>
                <a:gd name="csX11972" fmla="*/ 1717134 w 1886469"/>
                <a:gd name="csY11972" fmla="*/ 2324556 h 2454076"/>
                <a:gd name="csX11973" fmla="*/ 1718861 w 1886469"/>
                <a:gd name="csY11973" fmla="*/ 2321878 h 2454076"/>
                <a:gd name="csX11974" fmla="*/ 1720443 w 1886469"/>
                <a:gd name="csY11974" fmla="*/ 2320288 h 2454076"/>
                <a:gd name="csX11975" fmla="*/ 1721600 w 1886469"/>
                <a:gd name="csY11975" fmla="*/ 2319398 h 2454076"/>
                <a:gd name="csX11976" fmla="*/ 1723281 w 1886469"/>
                <a:gd name="csY11976" fmla="*/ 2318576 h 2454076"/>
                <a:gd name="csX11977" fmla="*/ 1724438 w 1886469"/>
                <a:gd name="csY11977" fmla="*/ 2319847 h 2454076"/>
                <a:gd name="csX11978" fmla="*/ 1724811 w 1886469"/>
                <a:gd name="csY11978" fmla="*/ 2322137 h 2454076"/>
                <a:gd name="csX11979" fmla="*/ 1727672 w 1886469"/>
                <a:gd name="csY11979" fmla="*/ 2321817 h 2454076"/>
                <a:gd name="csX11980" fmla="*/ 1730472 w 1886469"/>
                <a:gd name="csY11980" fmla="*/ 2322281 h 2454076"/>
                <a:gd name="csX11981" fmla="*/ 1732533 w 1886469"/>
                <a:gd name="csY11981" fmla="*/ 2323248 h 2454076"/>
                <a:gd name="csX11982" fmla="*/ 1732853 w 1886469"/>
                <a:gd name="csY11982" fmla="*/ 2323803 h 2454076"/>
                <a:gd name="csX11983" fmla="*/ 1732876 w 1886469"/>
                <a:gd name="csY11983" fmla="*/ 2324678 h 2454076"/>
                <a:gd name="csX11984" fmla="*/ 1732191 w 1886469"/>
                <a:gd name="csY11984" fmla="*/ 2326253 h 2454076"/>
                <a:gd name="csX11985" fmla="*/ 1731057 w 1886469"/>
                <a:gd name="csY11985" fmla="*/ 2327547 h 2454076"/>
                <a:gd name="csX11986" fmla="*/ 1733317 w 1886469"/>
                <a:gd name="csY11986" fmla="*/ 2329205 h 2454076"/>
                <a:gd name="csX11987" fmla="*/ 1733013 w 1886469"/>
                <a:gd name="csY11987" fmla="*/ 2329928 h 2454076"/>
                <a:gd name="csX11988" fmla="*/ 1729307 w 1886469"/>
                <a:gd name="csY11988" fmla="*/ 2331800 h 2454076"/>
                <a:gd name="csX11989" fmla="*/ 1727200 w 1886469"/>
                <a:gd name="csY11989" fmla="*/ 2333679 h 2454076"/>
                <a:gd name="csX11990" fmla="*/ 1725267 w 1886469"/>
                <a:gd name="csY11990" fmla="*/ 2335992 h 2454076"/>
                <a:gd name="csX11991" fmla="*/ 1721402 w 1886469"/>
                <a:gd name="csY11991" fmla="*/ 2338685 h 2454076"/>
                <a:gd name="csX11992" fmla="*/ 1715277 w 1886469"/>
                <a:gd name="csY11992" fmla="*/ 2340626 h 2454076"/>
                <a:gd name="csX11993" fmla="*/ 1713337 w 1886469"/>
                <a:gd name="csY11993" fmla="*/ 2340626 h 2454076"/>
                <a:gd name="csX11994" fmla="*/ 1711032 w 1886469"/>
                <a:gd name="csY11994" fmla="*/ 2340017 h 2454076"/>
                <a:gd name="csX11995" fmla="*/ 1708749 w 1886469"/>
                <a:gd name="csY11995" fmla="*/ 2340154 h 2454076"/>
                <a:gd name="csX11996" fmla="*/ 1706504 w 1886469"/>
                <a:gd name="csY11996" fmla="*/ 2340877 h 2454076"/>
                <a:gd name="csX11997" fmla="*/ 1704306 w 1886469"/>
                <a:gd name="csY11997" fmla="*/ 2340793 h 2454076"/>
                <a:gd name="csX11998" fmla="*/ 1703240 w 1886469"/>
                <a:gd name="csY11998" fmla="*/ 2341173 h 2454076"/>
                <a:gd name="csX11999" fmla="*/ 1702229 w 1886469"/>
                <a:gd name="csY11999" fmla="*/ 2341135 h 2454076"/>
                <a:gd name="csX12000" fmla="*/ 1701384 w 1886469"/>
                <a:gd name="csY12000" fmla="*/ 2340382 h 2454076"/>
                <a:gd name="csX12001" fmla="*/ 1699573 w 1886469"/>
                <a:gd name="csY12001" fmla="*/ 2338237 h 2454076"/>
                <a:gd name="csX12002" fmla="*/ 1698691 w 1886469"/>
                <a:gd name="csY12002" fmla="*/ 2336798 h 2454076"/>
                <a:gd name="csX12003" fmla="*/ 1697717 w 1886469"/>
                <a:gd name="csY12003" fmla="*/ 2329920 h 2454076"/>
                <a:gd name="csX12004" fmla="*/ 1698029 w 1886469"/>
                <a:gd name="csY12004" fmla="*/ 2326291 h 2454076"/>
                <a:gd name="csX12005" fmla="*/ 1699565 w 1886469"/>
                <a:gd name="csY12005" fmla="*/ 2322898 h 2454076"/>
                <a:gd name="csX12006" fmla="*/ 1701841 w 1886469"/>
                <a:gd name="csY12006" fmla="*/ 2320638 h 2454076"/>
                <a:gd name="csX12007" fmla="*/ 1703157 w 1886469"/>
                <a:gd name="csY12007" fmla="*/ 2318835 h 2454076"/>
                <a:gd name="csX12008" fmla="*/ 1708665 w 1886469"/>
                <a:gd name="csY12008" fmla="*/ 2308076 h 2454076"/>
                <a:gd name="csX12009" fmla="*/ 1709746 w 1886469"/>
                <a:gd name="csY12009" fmla="*/ 2305626 h 2454076"/>
                <a:gd name="csX12010" fmla="*/ 1711062 w 1886469"/>
                <a:gd name="csY12010" fmla="*/ 2303534 h 2454076"/>
                <a:gd name="csX12011" fmla="*/ 1713421 w 1886469"/>
                <a:gd name="csY12011" fmla="*/ 2301464 h 2454076"/>
                <a:gd name="csX12012" fmla="*/ 1716472 w 1886469"/>
                <a:gd name="csY12012" fmla="*/ 2297964 h 2454076"/>
                <a:gd name="csX12013" fmla="*/ 1717446 w 1886469"/>
                <a:gd name="csY12013" fmla="*/ 2297249 h 2454076"/>
                <a:gd name="csX12014" fmla="*/ 1719196 w 1886469"/>
                <a:gd name="csY12014" fmla="*/ 2296907 h 2454076"/>
                <a:gd name="csX12015" fmla="*/ 1720923 w 1886469"/>
                <a:gd name="csY12015" fmla="*/ 2297097 h 2454076"/>
                <a:gd name="csX12016" fmla="*/ 1720428 w 1886469"/>
                <a:gd name="csY12016" fmla="*/ 2298368 h 2454076"/>
                <a:gd name="csX12017" fmla="*/ 1720558 w 1886469"/>
                <a:gd name="csY12017" fmla="*/ 2299608 h 2454076"/>
                <a:gd name="csX12018" fmla="*/ 1722559 w 1886469"/>
                <a:gd name="csY12018" fmla="*/ 2304439 h 2454076"/>
                <a:gd name="csX12019" fmla="*/ 1722536 w 1886469"/>
                <a:gd name="csY12019" fmla="*/ 2305398 h 2454076"/>
                <a:gd name="csX12020" fmla="*/ 1721440 w 1886469"/>
                <a:gd name="csY12020" fmla="*/ 2309233 h 2454076"/>
                <a:gd name="csX12021" fmla="*/ 1719340 w 1886469"/>
                <a:gd name="csY12021" fmla="*/ 2315411 h 2454076"/>
                <a:gd name="csX12022" fmla="*/ 1718800 w 1886469"/>
                <a:gd name="csY12022" fmla="*/ 2318812 h 2454076"/>
                <a:gd name="csX12023" fmla="*/ 1719081 w 1886469"/>
                <a:gd name="csY12023" fmla="*/ 2319831 h 2454076"/>
                <a:gd name="csX12024" fmla="*/ 1718229 w 1886469"/>
                <a:gd name="csY12024" fmla="*/ 2321551 h 2454076"/>
                <a:gd name="csX12025" fmla="*/ 1717324 w 1886469"/>
                <a:gd name="csY12025" fmla="*/ 2322852 h 2454076"/>
                <a:gd name="csX12026" fmla="*/ 1713740 w 1886469"/>
                <a:gd name="csY12026" fmla="*/ 2325294 h 2454076"/>
                <a:gd name="csX12027" fmla="*/ 1711907 w 1886469"/>
                <a:gd name="csY12027" fmla="*/ 2325865 h 2454076"/>
                <a:gd name="csX12028" fmla="*/ 1710164 w 1886469"/>
                <a:gd name="csY12028" fmla="*/ 2326770 h 2454076"/>
                <a:gd name="csX12029" fmla="*/ 1706048 w 1886469"/>
                <a:gd name="csY12029" fmla="*/ 2329829 h 2454076"/>
                <a:gd name="csX12030" fmla="*/ 1494218 w 1886469"/>
                <a:gd name="csY12030" fmla="*/ 2301175 h 2454076"/>
                <a:gd name="csX12031" fmla="*/ 1492278 w 1886469"/>
                <a:gd name="csY12031" fmla="*/ 2301426 h 2454076"/>
                <a:gd name="csX12032" fmla="*/ 1492742 w 1886469"/>
                <a:gd name="csY12032" fmla="*/ 2300346 h 2454076"/>
                <a:gd name="csX12033" fmla="*/ 1495390 w 1886469"/>
                <a:gd name="csY12033" fmla="*/ 2298421 h 2454076"/>
                <a:gd name="csX12034" fmla="*/ 1497337 w 1886469"/>
                <a:gd name="csY12034" fmla="*/ 2297341 h 2454076"/>
                <a:gd name="csX12035" fmla="*/ 1498486 w 1886469"/>
                <a:gd name="csY12035" fmla="*/ 2297363 h 2454076"/>
                <a:gd name="csX12036" fmla="*/ 1496614 w 1886469"/>
                <a:gd name="csY12036" fmla="*/ 2299730 h 2454076"/>
                <a:gd name="csX12037" fmla="*/ 1494218 w 1886469"/>
                <a:gd name="csY12037" fmla="*/ 2301175 h 2454076"/>
                <a:gd name="csX12038" fmla="*/ 1221268 w 1886469"/>
                <a:gd name="csY12038" fmla="*/ 2323027 h 2454076"/>
                <a:gd name="csX12039" fmla="*/ 1220827 w 1886469"/>
                <a:gd name="csY12039" fmla="*/ 2323605 h 2454076"/>
                <a:gd name="csX12040" fmla="*/ 1220241 w 1886469"/>
                <a:gd name="csY12040" fmla="*/ 2323301 h 2454076"/>
                <a:gd name="csX12041" fmla="*/ 1219822 w 1886469"/>
                <a:gd name="csY12041" fmla="*/ 2323598 h 2454076"/>
                <a:gd name="csX12042" fmla="*/ 1219579 w 1886469"/>
                <a:gd name="csY12042" fmla="*/ 2324488 h 2454076"/>
                <a:gd name="csX12043" fmla="*/ 1219161 w 1886469"/>
                <a:gd name="csY12043" fmla="*/ 2325150 h 2454076"/>
                <a:gd name="csX12044" fmla="*/ 1218658 w 1886469"/>
                <a:gd name="csY12044" fmla="*/ 2325317 h 2454076"/>
                <a:gd name="csX12045" fmla="*/ 1217624 w 1886469"/>
                <a:gd name="csY12045" fmla="*/ 2324769 h 2454076"/>
                <a:gd name="csX12046" fmla="*/ 1216338 w 1886469"/>
                <a:gd name="csY12046" fmla="*/ 2322692 h 2454076"/>
                <a:gd name="csX12047" fmla="*/ 1215493 w 1886469"/>
                <a:gd name="csY12047" fmla="*/ 2320866 h 2454076"/>
                <a:gd name="csX12048" fmla="*/ 1215098 w 1886469"/>
                <a:gd name="csY12048" fmla="*/ 2319291 h 2454076"/>
                <a:gd name="csX12049" fmla="*/ 1215866 w 1886469"/>
                <a:gd name="csY12049" fmla="*/ 2318606 h 2454076"/>
                <a:gd name="csX12050" fmla="*/ 1217791 w 1886469"/>
                <a:gd name="csY12050" fmla="*/ 2318812 h 2454076"/>
                <a:gd name="csX12051" fmla="*/ 1219495 w 1886469"/>
                <a:gd name="csY12051" fmla="*/ 2319390 h 2454076"/>
                <a:gd name="csX12052" fmla="*/ 1220964 w 1886469"/>
                <a:gd name="csY12052" fmla="*/ 2320333 h 2454076"/>
                <a:gd name="csX12053" fmla="*/ 1221557 w 1886469"/>
                <a:gd name="csY12053" fmla="*/ 2321543 h 2454076"/>
                <a:gd name="csX12054" fmla="*/ 1221268 w 1886469"/>
                <a:gd name="csY12054" fmla="*/ 2323027 h 2454076"/>
                <a:gd name="csX12055" fmla="*/ 1231441 w 1886469"/>
                <a:gd name="csY12055" fmla="*/ 2331800 h 2454076"/>
                <a:gd name="csX12056" fmla="*/ 1230277 w 1886469"/>
                <a:gd name="csY12056" fmla="*/ 2332157 h 2454076"/>
                <a:gd name="csX12057" fmla="*/ 1228846 w 1886469"/>
                <a:gd name="csY12057" fmla="*/ 2331678 h 2454076"/>
                <a:gd name="csX12058" fmla="*/ 1228276 w 1886469"/>
                <a:gd name="csY12058" fmla="*/ 2330993 h 2454076"/>
                <a:gd name="csX12059" fmla="*/ 1228565 w 1886469"/>
                <a:gd name="csY12059" fmla="*/ 2330095 h 2454076"/>
                <a:gd name="csX12060" fmla="*/ 1229189 w 1886469"/>
                <a:gd name="csY12060" fmla="*/ 2329266 h 2454076"/>
                <a:gd name="csX12061" fmla="*/ 1230147 w 1886469"/>
                <a:gd name="csY12061" fmla="*/ 2328498 h 2454076"/>
                <a:gd name="csX12062" fmla="*/ 1231152 w 1886469"/>
                <a:gd name="csY12062" fmla="*/ 2328361 h 2454076"/>
                <a:gd name="csX12063" fmla="*/ 1232194 w 1886469"/>
                <a:gd name="csY12063" fmla="*/ 2328848 h 2454076"/>
                <a:gd name="csX12064" fmla="*/ 1232734 w 1886469"/>
                <a:gd name="csY12064" fmla="*/ 2329319 h 2454076"/>
                <a:gd name="csX12065" fmla="*/ 1232772 w 1886469"/>
                <a:gd name="csY12065" fmla="*/ 2329776 h 2454076"/>
                <a:gd name="csX12066" fmla="*/ 1231441 w 1886469"/>
                <a:gd name="csY12066" fmla="*/ 2331800 h 2454076"/>
                <a:gd name="csX12067" fmla="*/ 1242351 w 1886469"/>
                <a:gd name="csY12067" fmla="*/ 2328855 h 2454076"/>
                <a:gd name="csX12068" fmla="*/ 1242116 w 1886469"/>
                <a:gd name="csY12068" fmla="*/ 2330095 h 2454076"/>
                <a:gd name="csX12069" fmla="*/ 1242313 w 1886469"/>
                <a:gd name="csY12069" fmla="*/ 2330902 h 2454076"/>
                <a:gd name="csX12070" fmla="*/ 1242945 w 1886469"/>
                <a:gd name="csY12070" fmla="*/ 2331275 h 2454076"/>
                <a:gd name="csX12071" fmla="*/ 1243363 w 1886469"/>
                <a:gd name="csY12071" fmla="*/ 2331800 h 2454076"/>
                <a:gd name="csX12072" fmla="*/ 1243561 w 1886469"/>
                <a:gd name="csY12072" fmla="*/ 2332477 h 2454076"/>
                <a:gd name="csX12073" fmla="*/ 1244155 w 1886469"/>
                <a:gd name="csY12073" fmla="*/ 2332652 h 2454076"/>
                <a:gd name="csX12074" fmla="*/ 1245136 w 1886469"/>
                <a:gd name="csY12074" fmla="*/ 2332332 h 2454076"/>
                <a:gd name="csX12075" fmla="*/ 1245790 w 1886469"/>
                <a:gd name="csY12075" fmla="*/ 2332431 h 2454076"/>
                <a:gd name="csX12076" fmla="*/ 1246118 w 1886469"/>
                <a:gd name="csY12076" fmla="*/ 2332949 h 2454076"/>
                <a:gd name="csX12077" fmla="*/ 1246490 w 1886469"/>
                <a:gd name="csY12077" fmla="*/ 2333070 h 2454076"/>
                <a:gd name="csX12078" fmla="*/ 1246909 w 1886469"/>
                <a:gd name="csY12078" fmla="*/ 2332796 h 2454076"/>
                <a:gd name="csX12079" fmla="*/ 1247426 w 1886469"/>
                <a:gd name="csY12079" fmla="*/ 2333116 h 2454076"/>
                <a:gd name="csX12080" fmla="*/ 1248050 w 1886469"/>
                <a:gd name="csY12080" fmla="*/ 2334029 h 2454076"/>
                <a:gd name="csX12081" fmla="*/ 1248537 w 1886469"/>
                <a:gd name="csY12081" fmla="*/ 2334067 h 2454076"/>
                <a:gd name="csX12082" fmla="*/ 1248887 w 1886469"/>
                <a:gd name="csY12082" fmla="*/ 2333222 h 2454076"/>
                <a:gd name="csX12083" fmla="*/ 1248765 w 1886469"/>
                <a:gd name="csY12083" fmla="*/ 2332743 h 2454076"/>
                <a:gd name="csX12084" fmla="*/ 1247921 w 1886469"/>
                <a:gd name="csY12084" fmla="*/ 2332416 h 2454076"/>
                <a:gd name="csX12085" fmla="*/ 1247997 w 1886469"/>
                <a:gd name="csY12085" fmla="*/ 2332096 h 2454076"/>
                <a:gd name="csX12086" fmla="*/ 1247480 w 1886469"/>
                <a:gd name="csY12086" fmla="*/ 2331313 h 2454076"/>
                <a:gd name="csX12087" fmla="*/ 1247738 w 1886469"/>
                <a:gd name="csY12087" fmla="*/ 2330734 h 2454076"/>
                <a:gd name="csX12088" fmla="*/ 1248621 w 1886469"/>
                <a:gd name="csY12088" fmla="*/ 2329996 h 2454076"/>
                <a:gd name="csX12089" fmla="*/ 1249245 w 1886469"/>
                <a:gd name="csY12089" fmla="*/ 2329837 h 2454076"/>
                <a:gd name="csX12090" fmla="*/ 1249618 w 1886469"/>
                <a:gd name="csY12090" fmla="*/ 2330255 h 2454076"/>
                <a:gd name="csX12091" fmla="*/ 1249998 w 1886469"/>
                <a:gd name="csY12091" fmla="*/ 2330149 h 2454076"/>
                <a:gd name="csX12092" fmla="*/ 1250394 w 1886469"/>
                <a:gd name="csY12092" fmla="*/ 2329510 h 2454076"/>
                <a:gd name="csX12093" fmla="*/ 1251322 w 1886469"/>
                <a:gd name="csY12093" fmla="*/ 2329023 h 2454076"/>
                <a:gd name="csX12094" fmla="*/ 1252783 w 1886469"/>
                <a:gd name="csY12094" fmla="*/ 2328680 h 2454076"/>
                <a:gd name="csX12095" fmla="*/ 1253582 w 1886469"/>
                <a:gd name="csY12095" fmla="*/ 2328946 h 2454076"/>
                <a:gd name="csX12096" fmla="*/ 1253719 w 1886469"/>
                <a:gd name="csY12096" fmla="*/ 2329814 h 2454076"/>
                <a:gd name="csX12097" fmla="*/ 1254137 w 1886469"/>
                <a:gd name="csY12097" fmla="*/ 2330095 h 2454076"/>
                <a:gd name="csX12098" fmla="*/ 1254837 w 1886469"/>
                <a:gd name="csY12098" fmla="*/ 2329791 h 2454076"/>
                <a:gd name="csX12099" fmla="*/ 1255499 w 1886469"/>
                <a:gd name="csY12099" fmla="*/ 2330453 h 2454076"/>
                <a:gd name="csX12100" fmla="*/ 1256123 w 1886469"/>
                <a:gd name="csY12100" fmla="*/ 2332073 h 2454076"/>
                <a:gd name="csX12101" fmla="*/ 1256823 w 1886469"/>
                <a:gd name="csY12101" fmla="*/ 2332127 h 2454076"/>
                <a:gd name="csX12102" fmla="*/ 1257599 w 1886469"/>
                <a:gd name="csY12102" fmla="*/ 2330605 h 2454076"/>
                <a:gd name="csX12103" fmla="*/ 1258710 w 1886469"/>
                <a:gd name="csY12103" fmla="*/ 2329510 h 2454076"/>
                <a:gd name="csX12104" fmla="*/ 1260140 w 1886469"/>
                <a:gd name="csY12104" fmla="*/ 2328832 h 2454076"/>
                <a:gd name="csX12105" fmla="*/ 1261175 w 1886469"/>
                <a:gd name="csY12105" fmla="*/ 2328764 h 2454076"/>
                <a:gd name="csX12106" fmla="*/ 1261806 w 1886469"/>
                <a:gd name="csY12106" fmla="*/ 2329296 h 2454076"/>
                <a:gd name="csX12107" fmla="*/ 1262103 w 1886469"/>
                <a:gd name="csY12107" fmla="*/ 2330004 h 2454076"/>
                <a:gd name="csX12108" fmla="*/ 1262065 w 1886469"/>
                <a:gd name="csY12108" fmla="*/ 2330871 h 2454076"/>
                <a:gd name="csX12109" fmla="*/ 1262453 w 1886469"/>
                <a:gd name="csY12109" fmla="*/ 2331419 h 2454076"/>
                <a:gd name="csX12110" fmla="*/ 1263275 w 1886469"/>
                <a:gd name="csY12110" fmla="*/ 2331632 h 2454076"/>
                <a:gd name="csX12111" fmla="*/ 1263541 w 1886469"/>
                <a:gd name="csY12111" fmla="*/ 2332340 h 2454076"/>
                <a:gd name="csX12112" fmla="*/ 1263244 w 1886469"/>
                <a:gd name="csY12112" fmla="*/ 2333542 h 2454076"/>
                <a:gd name="csX12113" fmla="*/ 1263321 w 1886469"/>
                <a:gd name="csY12113" fmla="*/ 2334592 h 2454076"/>
                <a:gd name="csX12114" fmla="*/ 1264059 w 1886469"/>
                <a:gd name="csY12114" fmla="*/ 2335977 h 2454076"/>
                <a:gd name="csX12115" fmla="*/ 1264226 w 1886469"/>
                <a:gd name="csY12115" fmla="*/ 2336060 h 2454076"/>
                <a:gd name="csX12116" fmla="*/ 1264926 w 1886469"/>
                <a:gd name="csY12116" fmla="*/ 2333595 h 2454076"/>
                <a:gd name="csX12117" fmla="*/ 1265527 w 1886469"/>
                <a:gd name="csY12117" fmla="*/ 2332302 h 2454076"/>
                <a:gd name="csX12118" fmla="*/ 1266318 w 1886469"/>
                <a:gd name="csY12118" fmla="*/ 2331381 h 2454076"/>
                <a:gd name="csX12119" fmla="*/ 1266821 w 1886469"/>
                <a:gd name="csY12119" fmla="*/ 2331297 h 2454076"/>
                <a:gd name="csX12120" fmla="*/ 1267034 w 1886469"/>
                <a:gd name="csY12120" fmla="*/ 2332051 h 2454076"/>
                <a:gd name="csX12121" fmla="*/ 1266866 w 1886469"/>
                <a:gd name="csY12121" fmla="*/ 2332880 h 2454076"/>
                <a:gd name="csX12122" fmla="*/ 1266318 w 1886469"/>
                <a:gd name="csY12122" fmla="*/ 2333793 h 2454076"/>
                <a:gd name="csX12123" fmla="*/ 1266607 w 1886469"/>
                <a:gd name="csY12123" fmla="*/ 2334204 h 2454076"/>
                <a:gd name="csX12124" fmla="*/ 1268388 w 1886469"/>
                <a:gd name="csY12124" fmla="*/ 2334211 h 2454076"/>
                <a:gd name="csX12125" fmla="*/ 1268571 w 1886469"/>
                <a:gd name="csY12125" fmla="*/ 2334501 h 2454076"/>
                <a:gd name="csX12126" fmla="*/ 1266592 w 1886469"/>
                <a:gd name="csY12126" fmla="*/ 2338617 h 2454076"/>
                <a:gd name="csX12127" fmla="*/ 1265116 w 1886469"/>
                <a:gd name="csY12127" fmla="*/ 2340618 h 2454076"/>
                <a:gd name="csX12128" fmla="*/ 1263549 w 1886469"/>
                <a:gd name="csY12128" fmla="*/ 2341965 h 2454076"/>
                <a:gd name="csX12129" fmla="*/ 1262415 w 1886469"/>
                <a:gd name="csY12129" fmla="*/ 2342300 h 2454076"/>
                <a:gd name="csX12130" fmla="*/ 1261708 w 1886469"/>
                <a:gd name="csY12130" fmla="*/ 2341638 h 2454076"/>
                <a:gd name="csX12131" fmla="*/ 1261030 w 1886469"/>
                <a:gd name="csY12131" fmla="*/ 2341371 h 2454076"/>
                <a:gd name="csX12132" fmla="*/ 1260369 w 1886469"/>
                <a:gd name="csY12132" fmla="*/ 2341516 h 2454076"/>
                <a:gd name="csX12133" fmla="*/ 1260376 w 1886469"/>
                <a:gd name="csY12133" fmla="*/ 2341257 h 2454076"/>
                <a:gd name="csX12134" fmla="*/ 1261533 w 1886469"/>
                <a:gd name="csY12134" fmla="*/ 2340230 h 2454076"/>
                <a:gd name="csX12135" fmla="*/ 1261966 w 1886469"/>
                <a:gd name="csY12135" fmla="*/ 2340253 h 2454076"/>
                <a:gd name="csX12136" fmla="*/ 1262773 w 1886469"/>
                <a:gd name="csY12136" fmla="*/ 2340024 h 2454076"/>
                <a:gd name="csX12137" fmla="*/ 1265010 w 1886469"/>
                <a:gd name="csY12137" fmla="*/ 2337757 h 2454076"/>
                <a:gd name="csX12138" fmla="*/ 1265010 w 1886469"/>
                <a:gd name="csY12138" fmla="*/ 2337377 h 2454076"/>
                <a:gd name="csX12139" fmla="*/ 1263701 w 1886469"/>
                <a:gd name="csY12139" fmla="*/ 2337559 h 2454076"/>
                <a:gd name="csX12140" fmla="*/ 1259265 w 1886469"/>
                <a:gd name="csY12140" fmla="*/ 2341379 h 2454076"/>
                <a:gd name="csX12141" fmla="*/ 1258702 w 1886469"/>
                <a:gd name="csY12141" fmla="*/ 2341523 h 2454076"/>
                <a:gd name="csX12142" fmla="*/ 1258261 w 1886469"/>
                <a:gd name="csY12142" fmla="*/ 2341272 h 2454076"/>
                <a:gd name="csX12143" fmla="*/ 1257941 w 1886469"/>
                <a:gd name="csY12143" fmla="*/ 2340633 h 2454076"/>
                <a:gd name="csX12144" fmla="*/ 1255446 w 1886469"/>
                <a:gd name="csY12144" fmla="*/ 2339522 h 2454076"/>
                <a:gd name="csX12145" fmla="*/ 1254419 w 1886469"/>
                <a:gd name="csY12145" fmla="*/ 2338526 h 2454076"/>
                <a:gd name="csX12146" fmla="*/ 1252988 w 1886469"/>
                <a:gd name="csY12146" fmla="*/ 2337810 h 2454076"/>
                <a:gd name="csX12147" fmla="*/ 1251147 w 1886469"/>
                <a:gd name="csY12147" fmla="*/ 2337369 h 2454076"/>
                <a:gd name="csX12148" fmla="*/ 1248994 w 1886469"/>
                <a:gd name="csY12148" fmla="*/ 2336471 h 2454076"/>
                <a:gd name="csX12149" fmla="*/ 1246521 w 1886469"/>
                <a:gd name="csY12149" fmla="*/ 2335109 h 2454076"/>
                <a:gd name="csX12150" fmla="*/ 1244177 w 1886469"/>
                <a:gd name="csY12150" fmla="*/ 2334356 h 2454076"/>
                <a:gd name="csX12151" fmla="*/ 1239894 w 1886469"/>
                <a:gd name="csY12151" fmla="*/ 2333922 h 2454076"/>
                <a:gd name="csX12152" fmla="*/ 1239346 w 1886469"/>
                <a:gd name="csY12152" fmla="*/ 2333238 h 2454076"/>
                <a:gd name="csX12153" fmla="*/ 1235123 w 1886469"/>
                <a:gd name="csY12153" fmla="*/ 2331967 h 2454076"/>
                <a:gd name="csX12154" fmla="*/ 1233807 w 1886469"/>
                <a:gd name="csY12154" fmla="*/ 2331145 h 2454076"/>
                <a:gd name="csX12155" fmla="*/ 1233936 w 1886469"/>
                <a:gd name="csY12155" fmla="*/ 2330209 h 2454076"/>
                <a:gd name="csX12156" fmla="*/ 1234264 w 1886469"/>
                <a:gd name="csY12156" fmla="*/ 2329532 h 2454076"/>
                <a:gd name="csX12157" fmla="*/ 1234781 w 1886469"/>
                <a:gd name="csY12157" fmla="*/ 2329099 h 2454076"/>
                <a:gd name="csX12158" fmla="*/ 1235321 w 1886469"/>
                <a:gd name="csY12158" fmla="*/ 2329274 h 2454076"/>
                <a:gd name="csX12159" fmla="*/ 1235884 w 1886469"/>
                <a:gd name="csY12159" fmla="*/ 2330050 h 2454076"/>
                <a:gd name="csX12160" fmla="*/ 1236462 w 1886469"/>
                <a:gd name="csY12160" fmla="*/ 2330141 h 2454076"/>
                <a:gd name="csX12161" fmla="*/ 1237063 w 1886469"/>
                <a:gd name="csY12161" fmla="*/ 2329540 h 2454076"/>
                <a:gd name="csX12162" fmla="*/ 1237786 w 1886469"/>
                <a:gd name="csY12162" fmla="*/ 2329456 h 2454076"/>
                <a:gd name="csX12163" fmla="*/ 1238631 w 1886469"/>
                <a:gd name="csY12163" fmla="*/ 2329882 h 2454076"/>
                <a:gd name="csX12164" fmla="*/ 1239278 w 1886469"/>
                <a:gd name="csY12164" fmla="*/ 2329829 h 2454076"/>
                <a:gd name="csX12165" fmla="*/ 1239719 w 1886469"/>
                <a:gd name="csY12165" fmla="*/ 2329296 h 2454076"/>
                <a:gd name="csX12166" fmla="*/ 1240571 w 1886469"/>
                <a:gd name="csY12166" fmla="*/ 2328832 h 2454076"/>
                <a:gd name="csX12167" fmla="*/ 1241842 w 1886469"/>
                <a:gd name="csY12167" fmla="*/ 2328444 h 2454076"/>
                <a:gd name="csX12168" fmla="*/ 1242351 w 1886469"/>
                <a:gd name="csY12168" fmla="*/ 2328855 h 2454076"/>
                <a:gd name="csX12169" fmla="*/ 1439961 w 1886469"/>
                <a:gd name="csY12169" fmla="*/ 2344323 h 2454076"/>
                <a:gd name="csX12170" fmla="*/ 1438318 w 1886469"/>
                <a:gd name="csY12170" fmla="*/ 2344932 h 2454076"/>
                <a:gd name="csX12171" fmla="*/ 1435503 w 1886469"/>
                <a:gd name="csY12171" fmla="*/ 2344369 h 2454076"/>
                <a:gd name="csX12172" fmla="*/ 1432406 w 1886469"/>
                <a:gd name="csY12172" fmla="*/ 2345153 h 2454076"/>
                <a:gd name="csX12173" fmla="*/ 1431546 w 1886469"/>
                <a:gd name="csY12173" fmla="*/ 2345168 h 2454076"/>
                <a:gd name="csX12174" fmla="*/ 1433844 w 1886469"/>
                <a:gd name="csY12174" fmla="*/ 2342916 h 2454076"/>
                <a:gd name="csX12175" fmla="*/ 1437374 w 1886469"/>
                <a:gd name="csY12175" fmla="*/ 2341531 h 2454076"/>
                <a:gd name="csX12176" fmla="*/ 1440897 w 1886469"/>
                <a:gd name="csY12176" fmla="*/ 2337270 h 2454076"/>
                <a:gd name="csX12177" fmla="*/ 1441886 w 1886469"/>
                <a:gd name="csY12177" fmla="*/ 2337164 h 2454076"/>
                <a:gd name="csX12178" fmla="*/ 1440547 w 1886469"/>
                <a:gd name="csY12178" fmla="*/ 2341980 h 2454076"/>
                <a:gd name="csX12179" fmla="*/ 1440273 w 1886469"/>
                <a:gd name="csY12179" fmla="*/ 2343699 h 2454076"/>
                <a:gd name="csX12180" fmla="*/ 1439961 w 1886469"/>
                <a:gd name="csY12180" fmla="*/ 2344323 h 2454076"/>
                <a:gd name="csX12181" fmla="*/ 1437215 w 1886469"/>
                <a:gd name="csY12181" fmla="*/ 2340793 h 2454076"/>
                <a:gd name="csX12182" fmla="*/ 1434643 w 1886469"/>
                <a:gd name="csY12182" fmla="*/ 2341417 h 2454076"/>
                <a:gd name="csX12183" fmla="*/ 1433753 w 1886469"/>
                <a:gd name="csY12183" fmla="*/ 2341151 h 2454076"/>
                <a:gd name="csX12184" fmla="*/ 1436598 w 1886469"/>
                <a:gd name="csY12184" fmla="*/ 2338160 h 2454076"/>
                <a:gd name="csX12185" fmla="*/ 1439847 w 1886469"/>
                <a:gd name="csY12185" fmla="*/ 2337468 h 2454076"/>
                <a:gd name="csX12186" fmla="*/ 1437215 w 1886469"/>
                <a:gd name="csY12186" fmla="*/ 2340793 h 2454076"/>
                <a:gd name="csX12187" fmla="*/ 1709122 w 1886469"/>
                <a:gd name="csY12187" fmla="*/ 2343692 h 2454076"/>
                <a:gd name="csX12188" fmla="*/ 1708239 w 1886469"/>
                <a:gd name="csY12188" fmla="*/ 2343943 h 2454076"/>
                <a:gd name="csX12189" fmla="*/ 1708034 w 1886469"/>
                <a:gd name="csY12189" fmla="*/ 2343509 h 2454076"/>
                <a:gd name="csX12190" fmla="*/ 1706672 w 1886469"/>
                <a:gd name="csY12190" fmla="*/ 2342254 h 2454076"/>
                <a:gd name="csX12191" fmla="*/ 1706550 w 1886469"/>
                <a:gd name="csY12191" fmla="*/ 2341630 h 2454076"/>
                <a:gd name="csX12192" fmla="*/ 1707737 w 1886469"/>
                <a:gd name="csY12192" fmla="*/ 2341036 h 2454076"/>
                <a:gd name="csX12193" fmla="*/ 1710164 w 1886469"/>
                <a:gd name="csY12193" fmla="*/ 2341341 h 2454076"/>
                <a:gd name="csX12194" fmla="*/ 1709297 w 1886469"/>
                <a:gd name="csY12194" fmla="*/ 2342916 h 2454076"/>
                <a:gd name="csX12195" fmla="*/ 1709122 w 1886469"/>
                <a:gd name="csY12195" fmla="*/ 2343692 h 2454076"/>
                <a:gd name="csX12196" fmla="*/ 1264401 w 1886469"/>
                <a:gd name="csY12196" fmla="*/ 2344422 h 2454076"/>
                <a:gd name="csX12197" fmla="*/ 1263830 w 1886469"/>
                <a:gd name="csY12197" fmla="*/ 2344498 h 2454076"/>
                <a:gd name="csX12198" fmla="*/ 1263450 w 1886469"/>
                <a:gd name="csY12198" fmla="*/ 2344217 h 2454076"/>
                <a:gd name="csX12199" fmla="*/ 1263351 w 1886469"/>
                <a:gd name="csY12199" fmla="*/ 2343874 h 2454076"/>
                <a:gd name="csX12200" fmla="*/ 1263534 w 1886469"/>
                <a:gd name="csY12200" fmla="*/ 2343456 h 2454076"/>
                <a:gd name="csX12201" fmla="*/ 1265535 w 1886469"/>
                <a:gd name="csY12201" fmla="*/ 2342459 h 2454076"/>
                <a:gd name="csX12202" fmla="*/ 1266014 w 1886469"/>
                <a:gd name="csY12202" fmla="*/ 2342589 h 2454076"/>
                <a:gd name="csX12203" fmla="*/ 1265702 w 1886469"/>
                <a:gd name="csY12203" fmla="*/ 2343372 h 2454076"/>
                <a:gd name="csX12204" fmla="*/ 1264401 w 1886469"/>
                <a:gd name="csY12204" fmla="*/ 2344422 h 2454076"/>
                <a:gd name="csX12205" fmla="*/ 1298860 w 1886469"/>
                <a:gd name="csY12205" fmla="*/ 2364243 h 2454076"/>
                <a:gd name="csX12206" fmla="*/ 1298883 w 1886469"/>
                <a:gd name="csY12206" fmla="*/ 2364623 h 2454076"/>
                <a:gd name="csX12207" fmla="*/ 1297970 w 1886469"/>
                <a:gd name="csY12207" fmla="*/ 2363832 h 2454076"/>
                <a:gd name="csX12208" fmla="*/ 1297605 w 1886469"/>
                <a:gd name="csY12208" fmla="*/ 2363208 h 2454076"/>
                <a:gd name="csX12209" fmla="*/ 1297529 w 1886469"/>
                <a:gd name="csY12209" fmla="*/ 2362576 h 2454076"/>
                <a:gd name="csX12210" fmla="*/ 1297970 w 1886469"/>
                <a:gd name="csY12210" fmla="*/ 2362363 h 2454076"/>
                <a:gd name="csX12211" fmla="*/ 1298913 w 1886469"/>
                <a:gd name="csY12211" fmla="*/ 2362569 h 2454076"/>
                <a:gd name="csX12212" fmla="*/ 1299210 w 1886469"/>
                <a:gd name="csY12212" fmla="*/ 2363078 h 2454076"/>
                <a:gd name="csX12213" fmla="*/ 1298860 w 1886469"/>
                <a:gd name="csY12213" fmla="*/ 2364243 h 2454076"/>
                <a:gd name="csX12214" fmla="*/ 1585254 w 1886469"/>
                <a:gd name="csY12214" fmla="*/ 2368054 h 2454076"/>
                <a:gd name="csX12215" fmla="*/ 1582386 w 1886469"/>
                <a:gd name="csY12215" fmla="*/ 2369637 h 2454076"/>
                <a:gd name="csX12216" fmla="*/ 1583497 w 1886469"/>
                <a:gd name="csY12216" fmla="*/ 2365597 h 2454076"/>
                <a:gd name="csX12217" fmla="*/ 1584410 w 1886469"/>
                <a:gd name="csY12217" fmla="*/ 2364349 h 2454076"/>
                <a:gd name="csX12218" fmla="*/ 1585619 w 1886469"/>
                <a:gd name="csY12218" fmla="*/ 2364768 h 2454076"/>
                <a:gd name="csX12219" fmla="*/ 1585452 w 1886469"/>
                <a:gd name="csY12219" fmla="*/ 2367210 h 2454076"/>
                <a:gd name="csX12220" fmla="*/ 1585254 w 1886469"/>
                <a:gd name="csY12220" fmla="*/ 2368054 h 2454076"/>
                <a:gd name="csX12221" fmla="*/ 1595686 w 1886469"/>
                <a:gd name="csY12221" fmla="*/ 2379673 h 2454076"/>
                <a:gd name="csX12222" fmla="*/ 1594613 w 1886469"/>
                <a:gd name="csY12222" fmla="*/ 2380715 h 2454076"/>
                <a:gd name="csX12223" fmla="*/ 1594872 w 1886469"/>
                <a:gd name="csY12223" fmla="*/ 2379695 h 2454076"/>
                <a:gd name="csX12224" fmla="*/ 1596188 w 1886469"/>
                <a:gd name="csY12224" fmla="*/ 2377093 h 2454076"/>
                <a:gd name="csX12225" fmla="*/ 1597040 w 1886469"/>
                <a:gd name="csY12225" fmla="*/ 2376705 h 2454076"/>
                <a:gd name="csX12226" fmla="*/ 1595686 w 1886469"/>
                <a:gd name="csY12226" fmla="*/ 2379673 h 2454076"/>
                <a:gd name="csX12227" fmla="*/ 1380203 w 1886469"/>
                <a:gd name="csY12227" fmla="*/ 2383713 h 2454076"/>
                <a:gd name="csX12228" fmla="*/ 1378971 w 1886469"/>
                <a:gd name="csY12228" fmla="*/ 2384748 h 2454076"/>
                <a:gd name="csX12229" fmla="*/ 1377974 w 1886469"/>
                <a:gd name="csY12229" fmla="*/ 2384656 h 2454076"/>
                <a:gd name="csX12230" fmla="*/ 1377655 w 1886469"/>
                <a:gd name="csY12230" fmla="*/ 2384557 h 2454076"/>
                <a:gd name="csX12231" fmla="*/ 1377868 w 1886469"/>
                <a:gd name="csY12231" fmla="*/ 2384154 h 2454076"/>
                <a:gd name="csX12232" fmla="*/ 1377822 w 1886469"/>
                <a:gd name="csY12232" fmla="*/ 2383819 h 2454076"/>
                <a:gd name="csX12233" fmla="*/ 1377502 w 1886469"/>
                <a:gd name="csY12233" fmla="*/ 2383545 h 2454076"/>
                <a:gd name="csX12234" fmla="*/ 1377677 w 1886469"/>
                <a:gd name="csY12234" fmla="*/ 2383059 h 2454076"/>
                <a:gd name="csX12235" fmla="*/ 1378362 w 1886469"/>
                <a:gd name="csY12235" fmla="*/ 2382351 h 2454076"/>
                <a:gd name="csX12236" fmla="*/ 1378811 w 1886469"/>
                <a:gd name="csY12236" fmla="*/ 2381621 h 2454076"/>
                <a:gd name="csX12237" fmla="*/ 1380987 w 1886469"/>
                <a:gd name="csY12237" fmla="*/ 2381255 h 2454076"/>
                <a:gd name="csX12238" fmla="*/ 1382045 w 1886469"/>
                <a:gd name="csY12238" fmla="*/ 2381035 h 2454076"/>
                <a:gd name="csX12239" fmla="*/ 1383156 w 1886469"/>
                <a:gd name="csY12239" fmla="*/ 2380814 h 2454076"/>
                <a:gd name="csX12240" fmla="*/ 1382942 w 1886469"/>
                <a:gd name="csY12240" fmla="*/ 2381453 h 2454076"/>
                <a:gd name="csX12241" fmla="*/ 1380964 w 1886469"/>
                <a:gd name="csY12241" fmla="*/ 2382191 h 2454076"/>
                <a:gd name="csX12242" fmla="*/ 1380470 w 1886469"/>
                <a:gd name="csY12242" fmla="*/ 2383150 h 2454076"/>
                <a:gd name="csX12243" fmla="*/ 1380203 w 1886469"/>
                <a:gd name="csY12243" fmla="*/ 2383713 h 2454076"/>
                <a:gd name="csX12244" fmla="*/ 1373318 w 1886469"/>
                <a:gd name="csY12244" fmla="*/ 2384268 h 2454076"/>
                <a:gd name="csX12245" fmla="*/ 1372389 w 1886469"/>
                <a:gd name="csY12245" fmla="*/ 2384588 h 2454076"/>
                <a:gd name="csX12246" fmla="*/ 1371202 w 1886469"/>
                <a:gd name="csY12246" fmla="*/ 2384481 h 2454076"/>
                <a:gd name="csX12247" fmla="*/ 1370716 w 1886469"/>
                <a:gd name="csY12247" fmla="*/ 2384200 h 2454076"/>
                <a:gd name="csX12248" fmla="*/ 1370929 w 1886469"/>
                <a:gd name="csY12248" fmla="*/ 2383751 h 2454076"/>
                <a:gd name="csX12249" fmla="*/ 1371750 w 1886469"/>
                <a:gd name="csY12249" fmla="*/ 2383249 h 2454076"/>
                <a:gd name="csX12250" fmla="*/ 1374276 w 1886469"/>
                <a:gd name="csY12250" fmla="*/ 2382442 h 2454076"/>
                <a:gd name="csX12251" fmla="*/ 1374337 w 1886469"/>
                <a:gd name="csY12251" fmla="*/ 2382975 h 2454076"/>
                <a:gd name="csX12252" fmla="*/ 1373318 w 1886469"/>
                <a:gd name="csY12252" fmla="*/ 2384268 h 2454076"/>
                <a:gd name="csX12253" fmla="*/ 1734184 w 1886469"/>
                <a:gd name="csY12253" fmla="*/ 2390127 h 2454076"/>
                <a:gd name="csX12254" fmla="*/ 1731308 w 1886469"/>
                <a:gd name="csY12254" fmla="*/ 2391184 h 2454076"/>
                <a:gd name="csX12255" fmla="*/ 1728843 w 1886469"/>
                <a:gd name="csY12255" fmla="*/ 2391108 h 2454076"/>
                <a:gd name="csX12256" fmla="*/ 1727207 w 1886469"/>
                <a:gd name="csY12256" fmla="*/ 2390150 h 2454076"/>
                <a:gd name="csX12257" fmla="*/ 1727139 w 1886469"/>
                <a:gd name="csY12257" fmla="*/ 2389731 h 2454076"/>
                <a:gd name="csX12258" fmla="*/ 1731012 w 1886469"/>
                <a:gd name="csY12258" fmla="*/ 2390134 h 2454076"/>
                <a:gd name="csX12259" fmla="*/ 1732503 w 1886469"/>
                <a:gd name="csY12259" fmla="*/ 2389914 h 2454076"/>
                <a:gd name="csX12260" fmla="*/ 1735478 w 1886469"/>
                <a:gd name="csY12260" fmla="*/ 2388270 h 2454076"/>
                <a:gd name="csX12261" fmla="*/ 1734184 w 1886469"/>
                <a:gd name="csY12261" fmla="*/ 2390127 h 2454076"/>
                <a:gd name="csX12262" fmla="*/ 1246247 w 1886469"/>
                <a:gd name="csY12262" fmla="*/ 2453765 h 2454076"/>
                <a:gd name="csX12263" fmla="*/ 1245258 w 1886469"/>
                <a:gd name="csY12263" fmla="*/ 2454077 h 2454076"/>
                <a:gd name="csX12264" fmla="*/ 1245243 w 1886469"/>
                <a:gd name="csY12264" fmla="*/ 2453468 h 2454076"/>
                <a:gd name="csX12265" fmla="*/ 1245479 w 1886469"/>
                <a:gd name="csY12265" fmla="*/ 2452068 h 2454076"/>
                <a:gd name="csX12266" fmla="*/ 1245905 w 1886469"/>
                <a:gd name="csY12266" fmla="*/ 2451459 h 2454076"/>
                <a:gd name="csX12267" fmla="*/ 1246148 w 1886469"/>
                <a:gd name="csY12267" fmla="*/ 2451802 h 2454076"/>
                <a:gd name="csX12268" fmla="*/ 1246483 w 1886469"/>
                <a:gd name="csY12268" fmla="*/ 2453065 h 2454076"/>
                <a:gd name="csX12269" fmla="*/ 1246247 w 1886469"/>
                <a:gd name="csY12269" fmla="*/ 2453765 h 24540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 ang="0">
                  <a:pos x="csX6183" y="csY6183"/>
                </a:cxn>
                <a:cxn ang="0">
                  <a:pos x="csX6184" y="csY6184"/>
                </a:cxn>
                <a:cxn ang="0">
                  <a:pos x="csX6185" y="csY6185"/>
                </a:cxn>
                <a:cxn ang="0">
                  <a:pos x="csX6186" y="csY6186"/>
                </a:cxn>
                <a:cxn ang="0">
                  <a:pos x="csX6187" y="csY6187"/>
                </a:cxn>
                <a:cxn ang="0">
                  <a:pos x="csX6188" y="csY6188"/>
                </a:cxn>
                <a:cxn ang="0">
                  <a:pos x="csX6189" y="csY6189"/>
                </a:cxn>
                <a:cxn ang="0">
                  <a:pos x="csX6190" y="csY6190"/>
                </a:cxn>
                <a:cxn ang="0">
                  <a:pos x="csX6191" y="csY6191"/>
                </a:cxn>
                <a:cxn ang="0">
                  <a:pos x="csX6192" y="csY6192"/>
                </a:cxn>
                <a:cxn ang="0">
                  <a:pos x="csX6193" y="csY6193"/>
                </a:cxn>
                <a:cxn ang="0">
                  <a:pos x="csX6194" y="csY6194"/>
                </a:cxn>
                <a:cxn ang="0">
                  <a:pos x="csX6195" y="csY6195"/>
                </a:cxn>
                <a:cxn ang="0">
                  <a:pos x="csX6196" y="csY6196"/>
                </a:cxn>
                <a:cxn ang="0">
                  <a:pos x="csX6197" y="csY6197"/>
                </a:cxn>
                <a:cxn ang="0">
                  <a:pos x="csX6198" y="csY6198"/>
                </a:cxn>
                <a:cxn ang="0">
                  <a:pos x="csX6199" y="csY6199"/>
                </a:cxn>
                <a:cxn ang="0">
                  <a:pos x="csX6200" y="csY6200"/>
                </a:cxn>
                <a:cxn ang="0">
                  <a:pos x="csX6201" y="csY6201"/>
                </a:cxn>
                <a:cxn ang="0">
                  <a:pos x="csX6202" y="csY6202"/>
                </a:cxn>
                <a:cxn ang="0">
                  <a:pos x="csX6203" y="csY6203"/>
                </a:cxn>
                <a:cxn ang="0">
                  <a:pos x="csX6204" y="csY6204"/>
                </a:cxn>
                <a:cxn ang="0">
                  <a:pos x="csX6205" y="csY6205"/>
                </a:cxn>
                <a:cxn ang="0">
                  <a:pos x="csX6206" y="csY6206"/>
                </a:cxn>
                <a:cxn ang="0">
                  <a:pos x="csX6207" y="csY6207"/>
                </a:cxn>
                <a:cxn ang="0">
                  <a:pos x="csX6208" y="csY6208"/>
                </a:cxn>
                <a:cxn ang="0">
                  <a:pos x="csX6209" y="csY6209"/>
                </a:cxn>
                <a:cxn ang="0">
                  <a:pos x="csX6210" y="csY6210"/>
                </a:cxn>
                <a:cxn ang="0">
                  <a:pos x="csX6211" y="csY6211"/>
                </a:cxn>
                <a:cxn ang="0">
                  <a:pos x="csX6212" y="csY6212"/>
                </a:cxn>
                <a:cxn ang="0">
                  <a:pos x="csX6213" y="csY6213"/>
                </a:cxn>
                <a:cxn ang="0">
                  <a:pos x="csX6214" y="csY6214"/>
                </a:cxn>
                <a:cxn ang="0">
                  <a:pos x="csX6215" y="csY6215"/>
                </a:cxn>
                <a:cxn ang="0">
                  <a:pos x="csX6216" y="csY6216"/>
                </a:cxn>
                <a:cxn ang="0">
                  <a:pos x="csX6217" y="csY6217"/>
                </a:cxn>
                <a:cxn ang="0">
                  <a:pos x="csX6218" y="csY6218"/>
                </a:cxn>
                <a:cxn ang="0">
                  <a:pos x="csX6219" y="csY6219"/>
                </a:cxn>
                <a:cxn ang="0">
                  <a:pos x="csX6220" y="csY6220"/>
                </a:cxn>
                <a:cxn ang="0">
                  <a:pos x="csX6221" y="csY6221"/>
                </a:cxn>
                <a:cxn ang="0">
                  <a:pos x="csX6222" y="csY6222"/>
                </a:cxn>
                <a:cxn ang="0">
                  <a:pos x="csX6223" y="csY6223"/>
                </a:cxn>
                <a:cxn ang="0">
                  <a:pos x="csX6224" y="csY6224"/>
                </a:cxn>
                <a:cxn ang="0">
                  <a:pos x="csX6225" y="csY6225"/>
                </a:cxn>
                <a:cxn ang="0">
                  <a:pos x="csX6226" y="csY6226"/>
                </a:cxn>
                <a:cxn ang="0">
                  <a:pos x="csX6227" y="csY6227"/>
                </a:cxn>
                <a:cxn ang="0">
                  <a:pos x="csX6228" y="csY6228"/>
                </a:cxn>
                <a:cxn ang="0">
                  <a:pos x="csX6229" y="csY6229"/>
                </a:cxn>
                <a:cxn ang="0">
                  <a:pos x="csX6230" y="csY6230"/>
                </a:cxn>
                <a:cxn ang="0">
                  <a:pos x="csX6231" y="csY6231"/>
                </a:cxn>
                <a:cxn ang="0">
                  <a:pos x="csX6232" y="csY6232"/>
                </a:cxn>
                <a:cxn ang="0">
                  <a:pos x="csX6233" y="csY6233"/>
                </a:cxn>
                <a:cxn ang="0">
                  <a:pos x="csX6234" y="csY6234"/>
                </a:cxn>
                <a:cxn ang="0">
                  <a:pos x="csX6235" y="csY6235"/>
                </a:cxn>
                <a:cxn ang="0">
                  <a:pos x="csX6236" y="csY6236"/>
                </a:cxn>
                <a:cxn ang="0">
                  <a:pos x="csX6237" y="csY6237"/>
                </a:cxn>
                <a:cxn ang="0">
                  <a:pos x="csX6238" y="csY6238"/>
                </a:cxn>
                <a:cxn ang="0">
                  <a:pos x="csX6239" y="csY6239"/>
                </a:cxn>
                <a:cxn ang="0">
                  <a:pos x="csX6240" y="csY6240"/>
                </a:cxn>
                <a:cxn ang="0">
                  <a:pos x="csX6241" y="csY6241"/>
                </a:cxn>
                <a:cxn ang="0">
                  <a:pos x="csX6242" y="csY6242"/>
                </a:cxn>
                <a:cxn ang="0">
                  <a:pos x="csX6243" y="csY6243"/>
                </a:cxn>
                <a:cxn ang="0">
                  <a:pos x="csX6244" y="csY6244"/>
                </a:cxn>
                <a:cxn ang="0">
                  <a:pos x="csX6245" y="csY6245"/>
                </a:cxn>
                <a:cxn ang="0">
                  <a:pos x="csX6246" y="csY6246"/>
                </a:cxn>
                <a:cxn ang="0">
                  <a:pos x="csX6247" y="csY6247"/>
                </a:cxn>
                <a:cxn ang="0">
                  <a:pos x="csX6248" y="csY6248"/>
                </a:cxn>
                <a:cxn ang="0">
                  <a:pos x="csX6249" y="csY6249"/>
                </a:cxn>
                <a:cxn ang="0">
                  <a:pos x="csX6250" y="csY6250"/>
                </a:cxn>
                <a:cxn ang="0">
                  <a:pos x="csX6251" y="csY6251"/>
                </a:cxn>
                <a:cxn ang="0">
                  <a:pos x="csX6252" y="csY6252"/>
                </a:cxn>
                <a:cxn ang="0">
                  <a:pos x="csX6253" y="csY6253"/>
                </a:cxn>
                <a:cxn ang="0">
                  <a:pos x="csX6254" y="csY6254"/>
                </a:cxn>
                <a:cxn ang="0">
                  <a:pos x="csX6255" y="csY6255"/>
                </a:cxn>
                <a:cxn ang="0">
                  <a:pos x="csX6256" y="csY6256"/>
                </a:cxn>
                <a:cxn ang="0">
                  <a:pos x="csX6257" y="csY6257"/>
                </a:cxn>
                <a:cxn ang="0">
                  <a:pos x="csX6258" y="csY6258"/>
                </a:cxn>
                <a:cxn ang="0">
                  <a:pos x="csX6259" y="csY6259"/>
                </a:cxn>
                <a:cxn ang="0">
                  <a:pos x="csX6260" y="csY6260"/>
                </a:cxn>
                <a:cxn ang="0">
                  <a:pos x="csX6261" y="csY6261"/>
                </a:cxn>
                <a:cxn ang="0">
                  <a:pos x="csX6262" y="csY6262"/>
                </a:cxn>
                <a:cxn ang="0">
                  <a:pos x="csX6263" y="csY6263"/>
                </a:cxn>
                <a:cxn ang="0">
                  <a:pos x="csX6264" y="csY6264"/>
                </a:cxn>
                <a:cxn ang="0">
                  <a:pos x="csX6265" y="csY6265"/>
                </a:cxn>
                <a:cxn ang="0">
                  <a:pos x="csX6266" y="csY6266"/>
                </a:cxn>
                <a:cxn ang="0">
                  <a:pos x="csX6267" y="csY6267"/>
                </a:cxn>
                <a:cxn ang="0">
                  <a:pos x="csX6268" y="csY6268"/>
                </a:cxn>
                <a:cxn ang="0">
                  <a:pos x="csX6269" y="csY6269"/>
                </a:cxn>
                <a:cxn ang="0">
                  <a:pos x="csX6270" y="csY6270"/>
                </a:cxn>
                <a:cxn ang="0">
                  <a:pos x="csX6271" y="csY6271"/>
                </a:cxn>
                <a:cxn ang="0">
                  <a:pos x="csX6272" y="csY6272"/>
                </a:cxn>
                <a:cxn ang="0">
                  <a:pos x="csX6273" y="csY6273"/>
                </a:cxn>
                <a:cxn ang="0">
                  <a:pos x="csX6274" y="csY6274"/>
                </a:cxn>
                <a:cxn ang="0">
                  <a:pos x="csX6275" y="csY6275"/>
                </a:cxn>
                <a:cxn ang="0">
                  <a:pos x="csX6276" y="csY6276"/>
                </a:cxn>
                <a:cxn ang="0">
                  <a:pos x="csX6277" y="csY6277"/>
                </a:cxn>
                <a:cxn ang="0">
                  <a:pos x="csX6278" y="csY6278"/>
                </a:cxn>
                <a:cxn ang="0">
                  <a:pos x="csX6279" y="csY6279"/>
                </a:cxn>
                <a:cxn ang="0">
                  <a:pos x="csX6280" y="csY6280"/>
                </a:cxn>
                <a:cxn ang="0">
                  <a:pos x="csX6281" y="csY6281"/>
                </a:cxn>
                <a:cxn ang="0">
                  <a:pos x="csX6282" y="csY6282"/>
                </a:cxn>
                <a:cxn ang="0">
                  <a:pos x="csX6283" y="csY6283"/>
                </a:cxn>
                <a:cxn ang="0">
                  <a:pos x="csX6284" y="csY6284"/>
                </a:cxn>
                <a:cxn ang="0">
                  <a:pos x="csX6285" y="csY6285"/>
                </a:cxn>
                <a:cxn ang="0">
                  <a:pos x="csX6286" y="csY6286"/>
                </a:cxn>
                <a:cxn ang="0">
                  <a:pos x="csX6287" y="csY6287"/>
                </a:cxn>
                <a:cxn ang="0">
                  <a:pos x="csX6288" y="csY6288"/>
                </a:cxn>
                <a:cxn ang="0">
                  <a:pos x="csX6289" y="csY6289"/>
                </a:cxn>
                <a:cxn ang="0">
                  <a:pos x="csX6290" y="csY6290"/>
                </a:cxn>
                <a:cxn ang="0">
                  <a:pos x="csX6291" y="csY6291"/>
                </a:cxn>
                <a:cxn ang="0">
                  <a:pos x="csX6292" y="csY6292"/>
                </a:cxn>
                <a:cxn ang="0">
                  <a:pos x="csX6293" y="csY6293"/>
                </a:cxn>
                <a:cxn ang="0">
                  <a:pos x="csX6294" y="csY6294"/>
                </a:cxn>
                <a:cxn ang="0">
                  <a:pos x="csX6295" y="csY6295"/>
                </a:cxn>
                <a:cxn ang="0">
                  <a:pos x="csX6296" y="csY6296"/>
                </a:cxn>
                <a:cxn ang="0">
                  <a:pos x="csX6297" y="csY6297"/>
                </a:cxn>
                <a:cxn ang="0">
                  <a:pos x="csX6298" y="csY6298"/>
                </a:cxn>
                <a:cxn ang="0">
                  <a:pos x="csX6299" y="csY6299"/>
                </a:cxn>
                <a:cxn ang="0">
                  <a:pos x="csX6300" y="csY6300"/>
                </a:cxn>
                <a:cxn ang="0">
                  <a:pos x="csX6301" y="csY6301"/>
                </a:cxn>
                <a:cxn ang="0">
                  <a:pos x="csX6302" y="csY6302"/>
                </a:cxn>
                <a:cxn ang="0">
                  <a:pos x="csX6303" y="csY6303"/>
                </a:cxn>
                <a:cxn ang="0">
                  <a:pos x="csX6304" y="csY6304"/>
                </a:cxn>
                <a:cxn ang="0">
                  <a:pos x="csX6305" y="csY6305"/>
                </a:cxn>
                <a:cxn ang="0">
                  <a:pos x="csX6306" y="csY6306"/>
                </a:cxn>
                <a:cxn ang="0">
                  <a:pos x="csX6307" y="csY6307"/>
                </a:cxn>
                <a:cxn ang="0">
                  <a:pos x="csX6308" y="csY6308"/>
                </a:cxn>
                <a:cxn ang="0">
                  <a:pos x="csX6309" y="csY6309"/>
                </a:cxn>
                <a:cxn ang="0">
                  <a:pos x="csX6310" y="csY6310"/>
                </a:cxn>
                <a:cxn ang="0">
                  <a:pos x="csX6311" y="csY6311"/>
                </a:cxn>
                <a:cxn ang="0">
                  <a:pos x="csX6312" y="csY6312"/>
                </a:cxn>
                <a:cxn ang="0">
                  <a:pos x="csX6313" y="csY6313"/>
                </a:cxn>
                <a:cxn ang="0">
                  <a:pos x="csX6314" y="csY6314"/>
                </a:cxn>
                <a:cxn ang="0">
                  <a:pos x="csX6315" y="csY6315"/>
                </a:cxn>
                <a:cxn ang="0">
                  <a:pos x="csX6316" y="csY6316"/>
                </a:cxn>
                <a:cxn ang="0">
                  <a:pos x="csX6317" y="csY6317"/>
                </a:cxn>
                <a:cxn ang="0">
                  <a:pos x="csX6318" y="csY6318"/>
                </a:cxn>
                <a:cxn ang="0">
                  <a:pos x="csX6319" y="csY6319"/>
                </a:cxn>
                <a:cxn ang="0">
                  <a:pos x="csX6320" y="csY6320"/>
                </a:cxn>
                <a:cxn ang="0">
                  <a:pos x="csX6321" y="csY6321"/>
                </a:cxn>
                <a:cxn ang="0">
                  <a:pos x="csX6322" y="csY6322"/>
                </a:cxn>
                <a:cxn ang="0">
                  <a:pos x="csX6323" y="csY6323"/>
                </a:cxn>
                <a:cxn ang="0">
                  <a:pos x="csX6324" y="csY6324"/>
                </a:cxn>
                <a:cxn ang="0">
                  <a:pos x="csX6325" y="csY6325"/>
                </a:cxn>
                <a:cxn ang="0">
                  <a:pos x="csX6326" y="csY6326"/>
                </a:cxn>
                <a:cxn ang="0">
                  <a:pos x="csX6327" y="csY6327"/>
                </a:cxn>
                <a:cxn ang="0">
                  <a:pos x="csX6328" y="csY6328"/>
                </a:cxn>
                <a:cxn ang="0">
                  <a:pos x="csX6329" y="csY6329"/>
                </a:cxn>
                <a:cxn ang="0">
                  <a:pos x="csX6330" y="csY6330"/>
                </a:cxn>
                <a:cxn ang="0">
                  <a:pos x="csX6331" y="csY6331"/>
                </a:cxn>
                <a:cxn ang="0">
                  <a:pos x="csX6332" y="csY6332"/>
                </a:cxn>
                <a:cxn ang="0">
                  <a:pos x="csX6333" y="csY6333"/>
                </a:cxn>
                <a:cxn ang="0">
                  <a:pos x="csX6334" y="csY6334"/>
                </a:cxn>
                <a:cxn ang="0">
                  <a:pos x="csX6335" y="csY6335"/>
                </a:cxn>
                <a:cxn ang="0">
                  <a:pos x="csX6336" y="csY6336"/>
                </a:cxn>
                <a:cxn ang="0">
                  <a:pos x="csX6337" y="csY6337"/>
                </a:cxn>
                <a:cxn ang="0">
                  <a:pos x="csX6338" y="csY6338"/>
                </a:cxn>
                <a:cxn ang="0">
                  <a:pos x="csX6339" y="csY6339"/>
                </a:cxn>
                <a:cxn ang="0">
                  <a:pos x="csX6340" y="csY6340"/>
                </a:cxn>
                <a:cxn ang="0">
                  <a:pos x="csX6341" y="csY6341"/>
                </a:cxn>
                <a:cxn ang="0">
                  <a:pos x="csX6342" y="csY6342"/>
                </a:cxn>
                <a:cxn ang="0">
                  <a:pos x="csX6343" y="csY6343"/>
                </a:cxn>
                <a:cxn ang="0">
                  <a:pos x="csX6344" y="csY6344"/>
                </a:cxn>
                <a:cxn ang="0">
                  <a:pos x="csX6345" y="csY6345"/>
                </a:cxn>
                <a:cxn ang="0">
                  <a:pos x="csX6346" y="csY6346"/>
                </a:cxn>
                <a:cxn ang="0">
                  <a:pos x="csX6347" y="csY6347"/>
                </a:cxn>
                <a:cxn ang="0">
                  <a:pos x="csX6348" y="csY6348"/>
                </a:cxn>
                <a:cxn ang="0">
                  <a:pos x="csX6349" y="csY6349"/>
                </a:cxn>
                <a:cxn ang="0">
                  <a:pos x="csX6350" y="csY6350"/>
                </a:cxn>
                <a:cxn ang="0">
                  <a:pos x="csX6351" y="csY6351"/>
                </a:cxn>
                <a:cxn ang="0">
                  <a:pos x="csX6352" y="csY6352"/>
                </a:cxn>
                <a:cxn ang="0">
                  <a:pos x="csX6353" y="csY6353"/>
                </a:cxn>
                <a:cxn ang="0">
                  <a:pos x="csX6354" y="csY6354"/>
                </a:cxn>
                <a:cxn ang="0">
                  <a:pos x="csX6355" y="csY6355"/>
                </a:cxn>
                <a:cxn ang="0">
                  <a:pos x="csX6356" y="csY6356"/>
                </a:cxn>
                <a:cxn ang="0">
                  <a:pos x="csX6357" y="csY6357"/>
                </a:cxn>
                <a:cxn ang="0">
                  <a:pos x="csX6358" y="csY6358"/>
                </a:cxn>
                <a:cxn ang="0">
                  <a:pos x="csX6359" y="csY6359"/>
                </a:cxn>
                <a:cxn ang="0">
                  <a:pos x="csX6360" y="csY6360"/>
                </a:cxn>
                <a:cxn ang="0">
                  <a:pos x="csX6361" y="csY6361"/>
                </a:cxn>
                <a:cxn ang="0">
                  <a:pos x="csX6362" y="csY6362"/>
                </a:cxn>
                <a:cxn ang="0">
                  <a:pos x="csX6363" y="csY6363"/>
                </a:cxn>
                <a:cxn ang="0">
                  <a:pos x="csX6364" y="csY6364"/>
                </a:cxn>
                <a:cxn ang="0">
                  <a:pos x="csX6365" y="csY6365"/>
                </a:cxn>
                <a:cxn ang="0">
                  <a:pos x="csX6366" y="csY6366"/>
                </a:cxn>
                <a:cxn ang="0">
                  <a:pos x="csX6367" y="csY6367"/>
                </a:cxn>
                <a:cxn ang="0">
                  <a:pos x="csX6368" y="csY6368"/>
                </a:cxn>
                <a:cxn ang="0">
                  <a:pos x="csX6369" y="csY6369"/>
                </a:cxn>
                <a:cxn ang="0">
                  <a:pos x="csX6370" y="csY6370"/>
                </a:cxn>
                <a:cxn ang="0">
                  <a:pos x="csX6371" y="csY6371"/>
                </a:cxn>
                <a:cxn ang="0">
                  <a:pos x="csX6372" y="csY6372"/>
                </a:cxn>
                <a:cxn ang="0">
                  <a:pos x="csX6373" y="csY6373"/>
                </a:cxn>
                <a:cxn ang="0">
                  <a:pos x="csX6374" y="csY6374"/>
                </a:cxn>
                <a:cxn ang="0">
                  <a:pos x="csX6375" y="csY6375"/>
                </a:cxn>
                <a:cxn ang="0">
                  <a:pos x="csX6376" y="csY6376"/>
                </a:cxn>
                <a:cxn ang="0">
                  <a:pos x="csX6377" y="csY6377"/>
                </a:cxn>
                <a:cxn ang="0">
                  <a:pos x="csX6378" y="csY6378"/>
                </a:cxn>
                <a:cxn ang="0">
                  <a:pos x="csX6379" y="csY6379"/>
                </a:cxn>
                <a:cxn ang="0">
                  <a:pos x="csX6380" y="csY6380"/>
                </a:cxn>
                <a:cxn ang="0">
                  <a:pos x="csX6381" y="csY6381"/>
                </a:cxn>
                <a:cxn ang="0">
                  <a:pos x="csX6382" y="csY6382"/>
                </a:cxn>
                <a:cxn ang="0">
                  <a:pos x="csX6383" y="csY6383"/>
                </a:cxn>
                <a:cxn ang="0">
                  <a:pos x="csX6384" y="csY6384"/>
                </a:cxn>
                <a:cxn ang="0">
                  <a:pos x="csX6385" y="csY6385"/>
                </a:cxn>
                <a:cxn ang="0">
                  <a:pos x="csX6386" y="csY6386"/>
                </a:cxn>
                <a:cxn ang="0">
                  <a:pos x="csX6387" y="csY6387"/>
                </a:cxn>
                <a:cxn ang="0">
                  <a:pos x="csX6388" y="csY6388"/>
                </a:cxn>
                <a:cxn ang="0">
                  <a:pos x="csX6389" y="csY6389"/>
                </a:cxn>
                <a:cxn ang="0">
                  <a:pos x="csX6390" y="csY6390"/>
                </a:cxn>
                <a:cxn ang="0">
                  <a:pos x="csX6391" y="csY6391"/>
                </a:cxn>
                <a:cxn ang="0">
                  <a:pos x="csX6392" y="csY6392"/>
                </a:cxn>
                <a:cxn ang="0">
                  <a:pos x="csX6393" y="csY6393"/>
                </a:cxn>
                <a:cxn ang="0">
                  <a:pos x="csX6394" y="csY6394"/>
                </a:cxn>
                <a:cxn ang="0">
                  <a:pos x="csX6395" y="csY6395"/>
                </a:cxn>
                <a:cxn ang="0">
                  <a:pos x="csX6396" y="csY6396"/>
                </a:cxn>
                <a:cxn ang="0">
                  <a:pos x="csX6397" y="csY6397"/>
                </a:cxn>
                <a:cxn ang="0">
                  <a:pos x="csX6398" y="csY6398"/>
                </a:cxn>
                <a:cxn ang="0">
                  <a:pos x="csX6399" y="csY6399"/>
                </a:cxn>
                <a:cxn ang="0">
                  <a:pos x="csX6400" y="csY6400"/>
                </a:cxn>
                <a:cxn ang="0">
                  <a:pos x="csX6401" y="csY6401"/>
                </a:cxn>
                <a:cxn ang="0">
                  <a:pos x="csX6402" y="csY6402"/>
                </a:cxn>
                <a:cxn ang="0">
                  <a:pos x="csX6403" y="csY6403"/>
                </a:cxn>
                <a:cxn ang="0">
                  <a:pos x="csX6404" y="csY6404"/>
                </a:cxn>
                <a:cxn ang="0">
                  <a:pos x="csX6405" y="csY6405"/>
                </a:cxn>
                <a:cxn ang="0">
                  <a:pos x="csX6406" y="csY6406"/>
                </a:cxn>
                <a:cxn ang="0">
                  <a:pos x="csX6407" y="csY6407"/>
                </a:cxn>
                <a:cxn ang="0">
                  <a:pos x="csX6408" y="csY6408"/>
                </a:cxn>
                <a:cxn ang="0">
                  <a:pos x="csX6409" y="csY6409"/>
                </a:cxn>
                <a:cxn ang="0">
                  <a:pos x="csX6410" y="csY6410"/>
                </a:cxn>
                <a:cxn ang="0">
                  <a:pos x="csX6411" y="csY6411"/>
                </a:cxn>
                <a:cxn ang="0">
                  <a:pos x="csX6412" y="csY6412"/>
                </a:cxn>
                <a:cxn ang="0">
                  <a:pos x="csX6413" y="csY6413"/>
                </a:cxn>
                <a:cxn ang="0">
                  <a:pos x="csX6414" y="csY6414"/>
                </a:cxn>
                <a:cxn ang="0">
                  <a:pos x="csX6415" y="csY6415"/>
                </a:cxn>
                <a:cxn ang="0">
                  <a:pos x="csX6416" y="csY6416"/>
                </a:cxn>
                <a:cxn ang="0">
                  <a:pos x="csX6417" y="csY6417"/>
                </a:cxn>
                <a:cxn ang="0">
                  <a:pos x="csX6418" y="csY6418"/>
                </a:cxn>
                <a:cxn ang="0">
                  <a:pos x="csX6419" y="csY6419"/>
                </a:cxn>
                <a:cxn ang="0">
                  <a:pos x="csX6420" y="csY6420"/>
                </a:cxn>
                <a:cxn ang="0">
                  <a:pos x="csX6421" y="csY6421"/>
                </a:cxn>
                <a:cxn ang="0">
                  <a:pos x="csX6422" y="csY6422"/>
                </a:cxn>
                <a:cxn ang="0">
                  <a:pos x="csX6423" y="csY6423"/>
                </a:cxn>
                <a:cxn ang="0">
                  <a:pos x="csX6424" y="csY6424"/>
                </a:cxn>
                <a:cxn ang="0">
                  <a:pos x="csX6425" y="csY6425"/>
                </a:cxn>
                <a:cxn ang="0">
                  <a:pos x="csX6426" y="csY6426"/>
                </a:cxn>
                <a:cxn ang="0">
                  <a:pos x="csX6427" y="csY6427"/>
                </a:cxn>
                <a:cxn ang="0">
                  <a:pos x="csX6428" y="csY6428"/>
                </a:cxn>
                <a:cxn ang="0">
                  <a:pos x="csX6429" y="csY6429"/>
                </a:cxn>
                <a:cxn ang="0">
                  <a:pos x="csX6430" y="csY6430"/>
                </a:cxn>
                <a:cxn ang="0">
                  <a:pos x="csX6431" y="csY6431"/>
                </a:cxn>
                <a:cxn ang="0">
                  <a:pos x="csX6432" y="csY6432"/>
                </a:cxn>
                <a:cxn ang="0">
                  <a:pos x="csX6433" y="csY6433"/>
                </a:cxn>
                <a:cxn ang="0">
                  <a:pos x="csX6434" y="csY6434"/>
                </a:cxn>
                <a:cxn ang="0">
                  <a:pos x="csX6435" y="csY6435"/>
                </a:cxn>
                <a:cxn ang="0">
                  <a:pos x="csX6436" y="csY6436"/>
                </a:cxn>
                <a:cxn ang="0">
                  <a:pos x="csX6437" y="csY6437"/>
                </a:cxn>
                <a:cxn ang="0">
                  <a:pos x="csX6438" y="csY6438"/>
                </a:cxn>
                <a:cxn ang="0">
                  <a:pos x="csX6439" y="csY6439"/>
                </a:cxn>
                <a:cxn ang="0">
                  <a:pos x="csX6440" y="csY6440"/>
                </a:cxn>
                <a:cxn ang="0">
                  <a:pos x="csX6441" y="csY6441"/>
                </a:cxn>
                <a:cxn ang="0">
                  <a:pos x="csX6442" y="csY6442"/>
                </a:cxn>
                <a:cxn ang="0">
                  <a:pos x="csX6443" y="csY6443"/>
                </a:cxn>
                <a:cxn ang="0">
                  <a:pos x="csX6444" y="csY6444"/>
                </a:cxn>
                <a:cxn ang="0">
                  <a:pos x="csX6445" y="csY6445"/>
                </a:cxn>
                <a:cxn ang="0">
                  <a:pos x="csX6446" y="csY6446"/>
                </a:cxn>
                <a:cxn ang="0">
                  <a:pos x="csX6447" y="csY6447"/>
                </a:cxn>
                <a:cxn ang="0">
                  <a:pos x="csX6448" y="csY6448"/>
                </a:cxn>
                <a:cxn ang="0">
                  <a:pos x="csX6449" y="csY6449"/>
                </a:cxn>
                <a:cxn ang="0">
                  <a:pos x="csX6450" y="csY6450"/>
                </a:cxn>
                <a:cxn ang="0">
                  <a:pos x="csX6451" y="csY6451"/>
                </a:cxn>
                <a:cxn ang="0">
                  <a:pos x="csX6452" y="csY6452"/>
                </a:cxn>
                <a:cxn ang="0">
                  <a:pos x="csX6453" y="csY6453"/>
                </a:cxn>
                <a:cxn ang="0">
                  <a:pos x="csX6454" y="csY6454"/>
                </a:cxn>
                <a:cxn ang="0">
                  <a:pos x="csX6455" y="csY6455"/>
                </a:cxn>
                <a:cxn ang="0">
                  <a:pos x="csX6456" y="csY6456"/>
                </a:cxn>
                <a:cxn ang="0">
                  <a:pos x="csX6457" y="csY6457"/>
                </a:cxn>
                <a:cxn ang="0">
                  <a:pos x="csX6458" y="csY6458"/>
                </a:cxn>
                <a:cxn ang="0">
                  <a:pos x="csX6459" y="csY6459"/>
                </a:cxn>
                <a:cxn ang="0">
                  <a:pos x="csX6460" y="csY6460"/>
                </a:cxn>
                <a:cxn ang="0">
                  <a:pos x="csX6461" y="csY6461"/>
                </a:cxn>
                <a:cxn ang="0">
                  <a:pos x="csX6462" y="csY6462"/>
                </a:cxn>
                <a:cxn ang="0">
                  <a:pos x="csX6463" y="csY6463"/>
                </a:cxn>
                <a:cxn ang="0">
                  <a:pos x="csX6464" y="csY6464"/>
                </a:cxn>
                <a:cxn ang="0">
                  <a:pos x="csX6465" y="csY6465"/>
                </a:cxn>
                <a:cxn ang="0">
                  <a:pos x="csX6466" y="csY6466"/>
                </a:cxn>
                <a:cxn ang="0">
                  <a:pos x="csX6467" y="csY6467"/>
                </a:cxn>
                <a:cxn ang="0">
                  <a:pos x="csX6468" y="csY6468"/>
                </a:cxn>
                <a:cxn ang="0">
                  <a:pos x="csX6469" y="csY6469"/>
                </a:cxn>
                <a:cxn ang="0">
                  <a:pos x="csX6470" y="csY6470"/>
                </a:cxn>
                <a:cxn ang="0">
                  <a:pos x="csX6471" y="csY6471"/>
                </a:cxn>
                <a:cxn ang="0">
                  <a:pos x="csX6472" y="csY6472"/>
                </a:cxn>
                <a:cxn ang="0">
                  <a:pos x="csX6473" y="csY6473"/>
                </a:cxn>
                <a:cxn ang="0">
                  <a:pos x="csX6474" y="csY6474"/>
                </a:cxn>
                <a:cxn ang="0">
                  <a:pos x="csX6475" y="csY6475"/>
                </a:cxn>
                <a:cxn ang="0">
                  <a:pos x="csX6476" y="csY6476"/>
                </a:cxn>
                <a:cxn ang="0">
                  <a:pos x="csX6477" y="csY6477"/>
                </a:cxn>
                <a:cxn ang="0">
                  <a:pos x="csX6478" y="csY6478"/>
                </a:cxn>
                <a:cxn ang="0">
                  <a:pos x="csX6479" y="csY6479"/>
                </a:cxn>
                <a:cxn ang="0">
                  <a:pos x="csX6480" y="csY6480"/>
                </a:cxn>
                <a:cxn ang="0">
                  <a:pos x="csX6481" y="csY6481"/>
                </a:cxn>
                <a:cxn ang="0">
                  <a:pos x="csX6482" y="csY6482"/>
                </a:cxn>
                <a:cxn ang="0">
                  <a:pos x="csX6483" y="csY6483"/>
                </a:cxn>
                <a:cxn ang="0">
                  <a:pos x="csX6484" y="csY6484"/>
                </a:cxn>
                <a:cxn ang="0">
                  <a:pos x="csX6485" y="csY6485"/>
                </a:cxn>
                <a:cxn ang="0">
                  <a:pos x="csX6486" y="csY6486"/>
                </a:cxn>
                <a:cxn ang="0">
                  <a:pos x="csX6487" y="csY6487"/>
                </a:cxn>
                <a:cxn ang="0">
                  <a:pos x="csX6488" y="csY6488"/>
                </a:cxn>
                <a:cxn ang="0">
                  <a:pos x="csX6489" y="csY6489"/>
                </a:cxn>
                <a:cxn ang="0">
                  <a:pos x="csX6490" y="csY6490"/>
                </a:cxn>
                <a:cxn ang="0">
                  <a:pos x="csX6491" y="csY6491"/>
                </a:cxn>
                <a:cxn ang="0">
                  <a:pos x="csX6492" y="csY6492"/>
                </a:cxn>
                <a:cxn ang="0">
                  <a:pos x="csX6493" y="csY6493"/>
                </a:cxn>
                <a:cxn ang="0">
                  <a:pos x="csX6494" y="csY6494"/>
                </a:cxn>
                <a:cxn ang="0">
                  <a:pos x="csX6495" y="csY6495"/>
                </a:cxn>
                <a:cxn ang="0">
                  <a:pos x="csX6496" y="csY6496"/>
                </a:cxn>
                <a:cxn ang="0">
                  <a:pos x="csX6497" y="csY6497"/>
                </a:cxn>
                <a:cxn ang="0">
                  <a:pos x="csX6498" y="csY6498"/>
                </a:cxn>
                <a:cxn ang="0">
                  <a:pos x="csX6499" y="csY6499"/>
                </a:cxn>
                <a:cxn ang="0">
                  <a:pos x="csX6500" y="csY6500"/>
                </a:cxn>
                <a:cxn ang="0">
                  <a:pos x="csX6501" y="csY6501"/>
                </a:cxn>
                <a:cxn ang="0">
                  <a:pos x="csX6502" y="csY6502"/>
                </a:cxn>
                <a:cxn ang="0">
                  <a:pos x="csX6503" y="csY6503"/>
                </a:cxn>
                <a:cxn ang="0">
                  <a:pos x="csX6504" y="csY6504"/>
                </a:cxn>
                <a:cxn ang="0">
                  <a:pos x="csX6505" y="csY6505"/>
                </a:cxn>
                <a:cxn ang="0">
                  <a:pos x="csX6506" y="csY6506"/>
                </a:cxn>
                <a:cxn ang="0">
                  <a:pos x="csX6507" y="csY6507"/>
                </a:cxn>
                <a:cxn ang="0">
                  <a:pos x="csX6508" y="csY6508"/>
                </a:cxn>
                <a:cxn ang="0">
                  <a:pos x="csX6509" y="csY6509"/>
                </a:cxn>
                <a:cxn ang="0">
                  <a:pos x="csX6510" y="csY6510"/>
                </a:cxn>
                <a:cxn ang="0">
                  <a:pos x="csX6511" y="csY6511"/>
                </a:cxn>
                <a:cxn ang="0">
                  <a:pos x="csX6512" y="csY6512"/>
                </a:cxn>
                <a:cxn ang="0">
                  <a:pos x="csX6513" y="csY6513"/>
                </a:cxn>
                <a:cxn ang="0">
                  <a:pos x="csX6514" y="csY6514"/>
                </a:cxn>
                <a:cxn ang="0">
                  <a:pos x="csX6515" y="csY6515"/>
                </a:cxn>
                <a:cxn ang="0">
                  <a:pos x="csX6516" y="csY6516"/>
                </a:cxn>
                <a:cxn ang="0">
                  <a:pos x="csX6517" y="csY6517"/>
                </a:cxn>
                <a:cxn ang="0">
                  <a:pos x="csX6518" y="csY6518"/>
                </a:cxn>
                <a:cxn ang="0">
                  <a:pos x="csX6519" y="csY6519"/>
                </a:cxn>
                <a:cxn ang="0">
                  <a:pos x="csX6520" y="csY6520"/>
                </a:cxn>
                <a:cxn ang="0">
                  <a:pos x="csX6521" y="csY6521"/>
                </a:cxn>
                <a:cxn ang="0">
                  <a:pos x="csX6522" y="csY6522"/>
                </a:cxn>
                <a:cxn ang="0">
                  <a:pos x="csX6523" y="csY6523"/>
                </a:cxn>
                <a:cxn ang="0">
                  <a:pos x="csX6524" y="csY6524"/>
                </a:cxn>
                <a:cxn ang="0">
                  <a:pos x="csX6525" y="csY6525"/>
                </a:cxn>
                <a:cxn ang="0">
                  <a:pos x="csX6526" y="csY6526"/>
                </a:cxn>
                <a:cxn ang="0">
                  <a:pos x="csX6527" y="csY6527"/>
                </a:cxn>
                <a:cxn ang="0">
                  <a:pos x="csX6528" y="csY6528"/>
                </a:cxn>
                <a:cxn ang="0">
                  <a:pos x="csX6529" y="csY6529"/>
                </a:cxn>
                <a:cxn ang="0">
                  <a:pos x="csX6530" y="csY6530"/>
                </a:cxn>
                <a:cxn ang="0">
                  <a:pos x="csX6531" y="csY6531"/>
                </a:cxn>
                <a:cxn ang="0">
                  <a:pos x="csX6532" y="csY6532"/>
                </a:cxn>
                <a:cxn ang="0">
                  <a:pos x="csX6533" y="csY6533"/>
                </a:cxn>
                <a:cxn ang="0">
                  <a:pos x="csX6534" y="csY6534"/>
                </a:cxn>
                <a:cxn ang="0">
                  <a:pos x="csX6535" y="csY6535"/>
                </a:cxn>
                <a:cxn ang="0">
                  <a:pos x="csX6536" y="csY6536"/>
                </a:cxn>
                <a:cxn ang="0">
                  <a:pos x="csX6537" y="csY6537"/>
                </a:cxn>
                <a:cxn ang="0">
                  <a:pos x="csX6538" y="csY6538"/>
                </a:cxn>
                <a:cxn ang="0">
                  <a:pos x="csX6539" y="csY6539"/>
                </a:cxn>
                <a:cxn ang="0">
                  <a:pos x="csX6540" y="csY6540"/>
                </a:cxn>
                <a:cxn ang="0">
                  <a:pos x="csX6541" y="csY6541"/>
                </a:cxn>
                <a:cxn ang="0">
                  <a:pos x="csX6542" y="csY6542"/>
                </a:cxn>
                <a:cxn ang="0">
                  <a:pos x="csX6543" y="csY6543"/>
                </a:cxn>
                <a:cxn ang="0">
                  <a:pos x="csX6544" y="csY6544"/>
                </a:cxn>
                <a:cxn ang="0">
                  <a:pos x="csX6545" y="csY6545"/>
                </a:cxn>
                <a:cxn ang="0">
                  <a:pos x="csX6546" y="csY6546"/>
                </a:cxn>
                <a:cxn ang="0">
                  <a:pos x="csX6547" y="csY6547"/>
                </a:cxn>
                <a:cxn ang="0">
                  <a:pos x="csX6548" y="csY6548"/>
                </a:cxn>
                <a:cxn ang="0">
                  <a:pos x="csX6549" y="csY6549"/>
                </a:cxn>
                <a:cxn ang="0">
                  <a:pos x="csX6550" y="csY6550"/>
                </a:cxn>
                <a:cxn ang="0">
                  <a:pos x="csX6551" y="csY6551"/>
                </a:cxn>
                <a:cxn ang="0">
                  <a:pos x="csX6552" y="csY6552"/>
                </a:cxn>
                <a:cxn ang="0">
                  <a:pos x="csX6553" y="csY6553"/>
                </a:cxn>
                <a:cxn ang="0">
                  <a:pos x="csX6554" y="csY6554"/>
                </a:cxn>
                <a:cxn ang="0">
                  <a:pos x="csX6555" y="csY6555"/>
                </a:cxn>
                <a:cxn ang="0">
                  <a:pos x="csX6556" y="csY6556"/>
                </a:cxn>
                <a:cxn ang="0">
                  <a:pos x="csX6557" y="csY6557"/>
                </a:cxn>
                <a:cxn ang="0">
                  <a:pos x="csX6558" y="csY6558"/>
                </a:cxn>
                <a:cxn ang="0">
                  <a:pos x="csX6559" y="csY6559"/>
                </a:cxn>
                <a:cxn ang="0">
                  <a:pos x="csX6560" y="csY6560"/>
                </a:cxn>
                <a:cxn ang="0">
                  <a:pos x="csX6561" y="csY6561"/>
                </a:cxn>
                <a:cxn ang="0">
                  <a:pos x="csX6562" y="csY6562"/>
                </a:cxn>
                <a:cxn ang="0">
                  <a:pos x="csX6563" y="csY6563"/>
                </a:cxn>
                <a:cxn ang="0">
                  <a:pos x="csX6564" y="csY6564"/>
                </a:cxn>
                <a:cxn ang="0">
                  <a:pos x="csX6565" y="csY6565"/>
                </a:cxn>
                <a:cxn ang="0">
                  <a:pos x="csX6566" y="csY6566"/>
                </a:cxn>
                <a:cxn ang="0">
                  <a:pos x="csX6567" y="csY6567"/>
                </a:cxn>
                <a:cxn ang="0">
                  <a:pos x="csX6568" y="csY6568"/>
                </a:cxn>
                <a:cxn ang="0">
                  <a:pos x="csX6569" y="csY6569"/>
                </a:cxn>
                <a:cxn ang="0">
                  <a:pos x="csX6570" y="csY6570"/>
                </a:cxn>
                <a:cxn ang="0">
                  <a:pos x="csX6571" y="csY6571"/>
                </a:cxn>
                <a:cxn ang="0">
                  <a:pos x="csX6572" y="csY6572"/>
                </a:cxn>
                <a:cxn ang="0">
                  <a:pos x="csX6573" y="csY6573"/>
                </a:cxn>
                <a:cxn ang="0">
                  <a:pos x="csX6574" y="csY6574"/>
                </a:cxn>
                <a:cxn ang="0">
                  <a:pos x="csX6575" y="csY6575"/>
                </a:cxn>
                <a:cxn ang="0">
                  <a:pos x="csX6576" y="csY6576"/>
                </a:cxn>
                <a:cxn ang="0">
                  <a:pos x="csX6577" y="csY6577"/>
                </a:cxn>
                <a:cxn ang="0">
                  <a:pos x="csX6578" y="csY6578"/>
                </a:cxn>
                <a:cxn ang="0">
                  <a:pos x="csX6579" y="csY6579"/>
                </a:cxn>
                <a:cxn ang="0">
                  <a:pos x="csX6580" y="csY6580"/>
                </a:cxn>
                <a:cxn ang="0">
                  <a:pos x="csX6581" y="csY6581"/>
                </a:cxn>
                <a:cxn ang="0">
                  <a:pos x="csX6582" y="csY6582"/>
                </a:cxn>
                <a:cxn ang="0">
                  <a:pos x="csX6583" y="csY6583"/>
                </a:cxn>
                <a:cxn ang="0">
                  <a:pos x="csX6584" y="csY6584"/>
                </a:cxn>
                <a:cxn ang="0">
                  <a:pos x="csX6585" y="csY6585"/>
                </a:cxn>
                <a:cxn ang="0">
                  <a:pos x="csX6586" y="csY6586"/>
                </a:cxn>
                <a:cxn ang="0">
                  <a:pos x="csX6587" y="csY6587"/>
                </a:cxn>
                <a:cxn ang="0">
                  <a:pos x="csX6588" y="csY6588"/>
                </a:cxn>
                <a:cxn ang="0">
                  <a:pos x="csX6589" y="csY6589"/>
                </a:cxn>
                <a:cxn ang="0">
                  <a:pos x="csX6590" y="csY6590"/>
                </a:cxn>
                <a:cxn ang="0">
                  <a:pos x="csX6591" y="csY6591"/>
                </a:cxn>
                <a:cxn ang="0">
                  <a:pos x="csX6592" y="csY6592"/>
                </a:cxn>
                <a:cxn ang="0">
                  <a:pos x="csX6593" y="csY6593"/>
                </a:cxn>
                <a:cxn ang="0">
                  <a:pos x="csX6594" y="csY6594"/>
                </a:cxn>
                <a:cxn ang="0">
                  <a:pos x="csX6595" y="csY6595"/>
                </a:cxn>
                <a:cxn ang="0">
                  <a:pos x="csX6596" y="csY6596"/>
                </a:cxn>
                <a:cxn ang="0">
                  <a:pos x="csX6597" y="csY6597"/>
                </a:cxn>
                <a:cxn ang="0">
                  <a:pos x="csX6598" y="csY6598"/>
                </a:cxn>
                <a:cxn ang="0">
                  <a:pos x="csX6599" y="csY6599"/>
                </a:cxn>
                <a:cxn ang="0">
                  <a:pos x="csX6600" y="csY6600"/>
                </a:cxn>
                <a:cxn ang="0">
                  <a:pos x="csX6601" y="csY6601"/>
                </a:cxn>
                <a:cxn ang="0">
                  <a:pos x="csX6602" y="csY6602"/>
                </a:cxn>
                <a:cxn ang="0">
                  <a:pos x="csX6603" y="csY6603"/>
                </a:cxn>
                <a:cxn ang="0">
                  <a:pos x="csX6604" y="csY6604"/>
                </a:cxn>
                <a:cxn ang="0">
                  <a:pos x="csX6605" y="csY6605"/>
                </a:cxn>
                <a:cxn ang="0">
                  <a:pos x="csX6606" y="csY6606"/>
                </a:cxn>
                <a:cxn ang="0">
                  <a:pos x="csX6607" y="csY6607"/>
                </a:cxn>
                <a:cxn ang="0">
                  <a:pos x="csX6608" y="csY6608"/>
                </a:cxn>
                <a:cxn ang="0">
                  <a:pos x="csX6609" y="csY6609"/>
                </a:cxn>
                <a:cxn ang="0">
                  <a:pos x="csX6610" y="csY6610"/>
                </a:cxn>
                <a:cxn ang="0">
                  <a:pos x="csX6611" y="csY6611"/>
                </a:cxn>
                <a:cxn ang="0">
                  <a:pos x="csX6612" y="csY6612"/>
                </a:cxn>
                <a:cxn ang="0">
                  <a:pos x="csX6613" y="csY6613"/>
                </a:cxn>
                <a:cxn ang="0">
                  <a:pos x="csX6614" y="csY6614"/>
                </a:cxn>
                <a:cxn ang="0">
                  <a:pos x="csX6615" y="csY6615"/>
                </a:cxn>
                <a:cxn ang="0">
                  <a:pos x="csX6616" y="csY6616"/>
                </a:cxn>
                <a:cxn ang="0">
                  <a:pos x="csX6617" y="csY6617"/>
                </a:cxn>
                <a:cxn ang="0">
                  <a:pos x="csX6618" y="csY6618"/>
                </a:cxn>
                <a:cxn ang="0">
                  <a:pos x="csX6619" y="csY6619"/>
                </a:cxn>
                <a:cxn ang="0">
                  <a:pos x="csX6620" y="csY6620"/>
                </a:cxn>
                <a:cxn ang="0">
                  <a:pos x="csX6621" y="csY6621"/>
                </a:cxn>
                <a:cxn ang="0">
                  <a:pos x="csX6622" y="csY6622"/>
                </a:cxn>
                <a:cxn ang="0">
                  <a:pos x="csX6623" y="csY6623"/>
                </a:cxn>
                <a:cxn ang="0">
                  <a:pos x="csX6624" y="csY6624"/>
                </a:cxn>
                <a:cxn ang="0">
                  <a:pos x="csX6625" y="csY6625"/>
                </a:cxn>
                <a:cxn ang="0">
                  <a:pos x="csX6626" y="csY6626"/>
                </a:cxn>
                <a:cxn ang="0">
                  <a:pos x="csX6627" y="csY6627"/>
                </a:cxn>
                <a:cxn ang="0">
                  <a:pos x="csX6628" y="csY6628"/>
                </a:cxn>
                <a:cxn ang="0">
                  <a:pos x="csX6629" y="csY6629"/>
                </a:cxn>
                <a:cxn ang="0">
                  <a:pos x="csX6630" y="csY6630"/>
                </a:cxn>
                <a:cxn ang="0">
                  <a:pos x="csX6631" y="csY6631"/>
                </a:cxn>
                <a:cxn ang="0">
                  <a:pos x="csX6632" y="csY6632"/>
                </a:cxn>
                <a:cxn ang="0">
                  <a:pos x="csX6633" y="csY6633"/>
                </a:cxn>
                <a:cxn ang="0">
                  <a:pos x="csX6634" y="csY6634"/>
                </a:cxn>
                <a:cxn ang="0">
                  <a:pos x="csX6635" y="csY6635"/>
                </a:cxn>
                <a:cxn ang="0">
                  <a:pos x="csX6636" y="csY6636"/>
                </a:cxn>
                <a:cxn ang="0">
                  <a:pos x="csX6637" y="csY6637"/>
                </a:cxn>
                <a:cxn ang="0">
                  <a:pos x="csX6638" y="csY6638"/>
                </a:cxn>
                <a:cxn ang="0">
                  <a:pos x="csX6639" y="csY6639"/>
                </a:cxn>
                <a:cxn ang="0">
                  <a:pos x="csX6640" y="csY6640"/>
                </a:cxn>
                <a:cxn ang="0">
                  <a:pos x="csX6641" y="csY6641"/>
                </a:cxn>
                <a:cxn ang="0">
                  <a:pos x="csX6642" y="csY6642"/>
                </a:cxn>
                <a:cxn ang="0">
                  <a:pos x="csX6643" y="csY6643"/>
                </a:cxn>
                <a:cxn ang="0">
                  <a:pos x="csX6644" y="csY6644"/>
                </a:cxn>
                <a:cxn ang="0">
                  <a:pos x="csX6645" y="csY6645"/>
                </a:cxn>
                <a:cxn ang="0">
                  <a:pos x="csX6646" y="csY6646"/>
                </a:cxn>
                <a:cxn ang="0">
                  <a:pos x="csX6647" y="csY6647"/>
                </a:cxn>
                <a:cxn ang="0">
                  <a:pos x="csX6648" y="csY6648"/>
                </a:cxn>
                <a:cxn ang="0">
                  <a:pos x="csX6649" y="csY6649"/>
                </a:cxn>
                <a:cxn ang="0">
                  <a:pos x="csX6650" y="csY6650"/>
                </a:cxn>
                <a:cxn ang="0">
                  <a:pos x="csX6651" y="csY6651"/>
                </a:cxn>
                <a:cxn ang="0">
                  <a:pos x="csX6652" y="csY6652"/>
                </a:cxn>
                <a:cxn ang="0">
                  <a:pos x="csX6653" y="csY6653"/>
                </a:cxn>
                <a:cxn ang="0">
                  <a:pos x="csX6654" y="csY6654"/>
                </a:cxn>
                <a:cxn ang="0">
                  <a:pos x="csX6655" y="csY6655"/>
                </a:cxn>
                <a:cxn ang="0">
                  <a:pos x="csX6656" y="csY6656"/>
                </a:cxn>
                <a:cxn ang="0">
                  <a:pos x="csX6657" y="csY6657"/>
                </a:cxn>
                <a:cxn ang="0">
                  <a:pos x="csX6658" y="csY6658"/>
                </a:cxn>
                <a:cxn ang="0">
                  <a:pos x="csX6659" y="csY6659"/>
                </a:cxn>
                <a:cxn ang="0">
                  <a:pos x="csX6660" y="csY6660"/>
                </a:cxn>
                <a:cxn ang="0">
                  <a:pos x="csX6661" y="csY6661"/>
                </a:cxn>
                <a:cxn ang="0">
                  <a:pos x="csX6662" y="csY6662"/>
                </a:cxn>
                <a:cxn ang="0">
                  <a:pos x="csX6663" y="csY6663"/>
                </a:cxn>
                <a:cxn ang="0">
                  <a:pos x="csX6664" y="csY6664"/>
                </a:cxn>
                <a:cxn ang="0">
                  <a:pos x="csX6665" y="csY6665"/>
                </a:cxn>
                <a:cxn ang="0">
                  <a:pos x="csX6666" y="csY6666"/>
                </a:cxn>
                <a:cxn ang="0">
                  <a:pos x="csX6667" y="csY6667"/>
                </a:cxn>
                <a:cxn ang="0">
                  <a:pos x="csX6668" y="csY6668"/>
                </a:cxn>
                <a:cxn ang="0">
                  <a:pos x="csX6669" y="csY6669"/>
                </a:cxn>
                <a:cxn ang="0">
                  <a:pos x="csX6670" y="csY6670"/>
                </a:cxn>
                <a:cxn ang="0">
                  <a:pos x="csX6671" y="csY6671"/>
                </a:cxn>
                <a:cxn ang="0">
                  <a:pos x="csX6672" y="csY6672"/>
                </a:cxn>
                <a:cxn ang="0">
                  <a:pos x="csX6673" y="csY6673"/>
                </a:cxn>
                <a:cxn ang="0">
                  <a:pos x="csX6674" y="csY6674"/>
                </a:cxn>
                <a:cxn ang="0">
                  <a:pos x="csX6675" y="csY6675"/>
                </a:cxn>
                <a:cxn ang="0">
                  <a:pos x="csX6676" y="csY6676"/>
                </a:cxn>
                <a:cxn ang="0">
                  <a:pos x="csX6677" y="csY6677"/>
                </a:cxn>
                <a:cxn ang="0">
                  <a:pos x="csX6678" y="csY6678"/>
                </a:cxn>
                <a:cxn ang="0">
                  <a:pos x="csX6679" y="csY6679"/>
                </a:cxn>
                <a:cxn ang="0">
                  <a:pos x="csX6680" y="csY6680"/>
                </a:cxn>
                <a:cxn ang="0">
                  <a:pos x="csX6681" y="csY6681"/>
                </a:cxn>
                <a:cxn ang="0">
                  <a:pos x="csX6682" y="csY6682"/>
                </a:cxn>
                <a:cxn ang="0">
                  <a:pos x="csX6683" y="csY6683"/>
                </a:cxn>
                <a:cxn ang="0">
                  <a:pos x="csX6684" y="csY6684"/>
                </a:cxn>
                <a:cxn ang="0">
                  <a:pos x="csX6685" y="csY6685"/>
                </a:cxn>
                <a:cxn ang="0">
                  <a:pos x="csX6686" y="csY6686"/>
                </a:cxn>
                <a:cxn ang="0">
                  <a:pos x="csX6687" y="csY6687"/>
                </a:cxn>
                <a:cxn ang="0">
                  <a:pos x="csX6688" y="csY6688"/>
                </a:cxn>
                <a:cxn ang="0">
                  <a:pos x="csX6689" y="csY6689"/>
                </a:cxn>
                <a:cxn ang="0">
                  <a:pos x="csX6690" y="csY6690"/>
                </a:cxn>
                <a:cxn ang="0">
                  <a:pos x="csX6691" y="csY6691"/>
                </a:cxn>
                <a:cxn ang="0">
                  <a:pos x="csX6692" y="csY6692"/>
                </a:cxn>
                <a:cxn ang="0">
                  <a:pos x="csX6693" y="csY6693"/>
                </a:cxn>
                <a:cxn ang="0">
                  <a:pos x="csX6694" y="csY6694"/>
                </a:cxn>
                <a:cxn ang="0">
                  <a:pos x="csX6695" y="csY6695"/>
                </a:cxn>
                <a:cxn ang="0">
                  <a:pos x="csX6696" y="csY6696"/>
                </a:cxn>
                <a:cxn ang="0">
                  <a:pos x="csX6697" y="csY6697"/>
                </a:cxn>
                <a:cxn ang="0">
                  <a:pos x="csX6698" y="csY6698"/>
                </a:cxn>
                <a:cxn ang="0">
                  <a:pos x="csX6699" y="csY6699"/>
                </a:cxn>
                <a:cxn ang="0">
                  <a:pos x="csX6700" y="csY6700"/>
                </a:cxn>
                <a:cxn ang="0">
                  <a:pos x="csX6701" y="csY6701"/>
                </a:cxn>
                <a:cxn ang="0">
                  <a:pos x="csX6702" y="csY6702"/>
                </a:cxn>
                <a:cxn ang="0">
                  <a:pos x="csX6703" y="csY6703"/>
                </a:cxn>
                <a:cxn ang="0">
                  <a:pos x="csX6704" y="csY6704"/>
                </a:cxn>
                <a:cxn ang="0">
                  <a:pos x="csX6705" y="csY6705"/>
                </a:cxn>
                <a:cxn ang="0">
                  <a:pos x="csX6706" y="csY6706"/>
                </a:cxn>
                <a:cxn ang="0">
                  <a:pos x="csX6707" y="csY6707"/>
                </a:cxn>
                <a:cxn ang="0">
                  <a:pos x="csX6708" y="csY6708"/>
                </a:cxn>
                <a:cxn ang="0">
                  <a:pos x="csX6709" y="csY6709"/>
                </a:cxn>
                <a:cxn ang="0">
                  <a:pos x="csX6710" y="csY6710"/>
                </a:cxn>
                <a:cxn ang="0">
                  <a:pos x="csX6711" y="csY6711"/>
                </a:cxn>
                <a:cxn ang="0">
                  <a:pos x="csX6712" y="csY6712"/>
                </a:cxn>
                <a:cxn ang="0">
                  <a:pos x="csX6713" y="csY6713"/>
                </a:cxn>
                <a:cxn ang="0">
                  <a:pos x="csX6714" y="csY6714"/>
                </a:cxn>
                <a:cxn ang="0">
                  <a:pos x="csX6715" y="csY6715"/>
                </a:cxn>
                <a:cxn ang="0">
                  <a:pos x="csX6716" y="csY6716"/>
                </a:cxn>
                <a:cxn ang="0">
                  <a:pos x="csX6717" y="csY6717"/>
                </a:cxn>
                <a:cxn ang="0">
                  <a:pos x="csX6718" y="csY6718"/>
                </a:cxn>
                <a:cxn ang="0">
                  <a:pos x="csX6719" y="csY6719"/>
                </a:cxn>
                <a:cxn ang="0">
                  <a:pos x="csX6720" y="csY6720"/>
                </a:cxn>
                <a:cxn ang="0">
                  <a:pos x="csX6721" y="csY6721"/>
                </a:cxn>
                <a:cxn ang="0">
                  <a:pos x="csX6722" y="csY6722"/>
                </a:cxn>
                <a:cxn ang="0">
                  <a:pos x="csX6723" y="csY6723"/>
                </a:cxn>
                <a:cxn ang="0">
                  <a:pos x="csX6724" y="csY6724"/>
                </a:cxn>
                <a:cxn ang="0">
                  <a:pos x="csX6725" y="csY6725"/>
                </a:cxn>
                <a:cxn ang="0">
                  <a:pos x="csX6726" y="csY6726"/>
                </a:cxn>
                <a:cxn ang="0">
                  <a:pos x="csX6727" y="csY6727"/>
                </a:cxn>
                <a:cxn ang="0">
                  <a:pos x="csX6728" y="csY6728"/>
                </a:cxn>
                <a:cxn ang="0">
                  <a:pos x="csX6729" y="csY6729"/>
                </a:cxn>
                <a:cxn ang="0">
                  <a:pos x="csX6730" y="csY6730"/>
                </a:cxn>
                <a:cxn ang="0">
                  <a:pos x="csX6731" y="csY6731"/>
                </a:cxn>
                <a:cxn ang="0">
                  <a:pos x="csX6732" y="csY6732"/>
                </a:cxn>
                <a:cxn ang="0">
                  <a:pos x="csX6733" y="csY6733"/>
                </a:cxn>
                <a:cxn ang="0">
                  <a:pos x="csX6734" y="csY6734"/>
                </a:cxn>
                <a:cxn ang="0">
                  <a:pos x="csX6735" y="csY6735"/>
                </a:cxn>
                <a:cxn ang="0">
                  <a:pos x="csX6736" y="csY6736"/>
                </a:cxn>
                <a:cxn ang="0">
                  <a:pos x="csX6737" y="csY6737"/>
                </a:cxn>
                <a:cxn ang="0">
                  <a:pos x="csX6738" y="csY6738"/>
                </a:cxn>
                <a:cxn ang="0">
                  <a:pos x="csX6739" y="csY6739"/>
                </a:cxn>
                <a:cxn ang="0">
                  <a:pos x="csX6740" y="csY6740"/>
                </a:cxn>
                <a:cxn ang="0">
                  <a:pos x="csX6741" y="csY6741"/>
                </a:cxn>
                <a:cxn ang="0">
                  <a:pos x="csX6742" y="csY6742"/>
                </a:cxn>
                <a:cxn ang="0">
                  <a:pos x="csX6743" y="csY6743"/>
                </a:cxn>
                <a:cxn ang="0">
                  <a:pos x="csX6744" y="csY6744"/>
                </a:cxn>
                <a:cxn ang="0">
                  <a:pos x="csX6745" y="csY6745"/>
                </a:cxn>
                <a:cxn ang="0">
                  <a:pos x="csX6746" y="csY6746"/>
                </a:cxn>
                <a:cxn ang="0">
                  <a:pos x="csX6747" y="csY6747"/>
                </a:cxn>
                <a:cxn ang="0">
                  <a:pos x="csX6748" y="csY6748"/>
                </a:cxn>
                <a:cxn ang="0">
                  <a:pos x="csX6749" y="csY6749"/>
                </a:cxn>
                <a:cxn ang="0">
                  <a:pos x="csX6750" y="csY6750"/>
                </a:cxn>
                <a:cxn ang="0">
                  <a:pos x="csX6751" y="csY6751"/>
                </a:cxn>
                <a:cxn ang="0">
                  <a:pos x="csX6752" y="csY6752"/>
                </a:cxn>
                <a:cxn ang="0">
                  <a:pos x="csX6753" y="csY6753"/>
                </a:cxn>
                <a:cxn ang="0">
                  <a:pos x="csX6754" y="csY6754"/>
                </a:cxn>
                <a:cxn ang="0">
                  <a:pos x="csX6755" y="csY6755"/>
                </a:cxn>
                <a:cxn ang="0">
                  <a:pos x="csX6756" y="csY6756"/>
                </a:cxn>
                <a:cxn ang="0">
                  <a:pos x="csX6757" y="csY6757"/>
                </a:cxn>
                <a:cxn ang="0">
                  <a:pos x="csX6758" y="csY6758"/>
                </a:cxn>
                <a:cxn ang="0">
                  <a:pos x="csX6759" y="csY6759"/>
                </a:cxn>
                <a:cxn ang="0">
                  <a:pos x="csX6760" y="csY6760"/>
                </a:cxn>
                <a:cxn ang="0">
                  <a:pos x="csX6761" y="csY6761"/>
                </a:cxn>
                <a:cxn ang="0">
                  <a:pos x="csX6762" y="csY6762"/>
                </a:cxn>
                <a:cxn ang="0">
                  <a:pos x="csX6763" y="csY6763"/>
                </a:cxn>
                <a:cxn ang="0">
                  <a:pos x="csX6764" y="csY6764"/>
                </a:cxn>
                <a:cxn ang="0">
                  <a:pos x="csX6765" y="csY6765"/>
                </a:cxn>
                <a:cxn ang="0">
                  <a:pos x="csX6766" y="csY6766"/>
                </a:cxn>
                <a:cxn ang="0">
                  <a:pos x="csX6767" y="csY6767"/>
                </a:cxn>
                <a:cxn ang="0">
                  <a:pos x="csX6768" y="csY6768"/>
                </a:cxn>
                <a:cxn ang="0">
                  <a:pos x="csX6769" y="csY6769"/>
                </a:cxn>
                <a:cxn ang="0">
                  <a:pos x="csX6770" y="csY6770"/>
                </a:cxn>
                <a:cxn ang="0">
                  <a:pos x="csX6771" y="csY6771"/>
                </a:cxn>
                <a:cxn ang="0">
                  <a:pos x="csX6772" y="csY6772"/>
                </a:cxn>
                <a:cxn ang="0">
                  <a:pos x="csX6773" y="csY6773"/>
                </a:cxn>
                <a:cxn ang="0">
                  <a:pos x="csX6774" y="csY6774"/>
                </a:cxn>
                <a:cxn ang="0">
                  <a:pos x="csX6775" y="csY6775"/>
                </a:cxn>
                <a:cxn ang="0">
                  <a:pos x="csX6776" y="csY6776"/>
                </a:cxn>
                <a:cxn ang="0">
                  <a:pos x="csX6777" y="csY6777"/>
                </a:cxn>
                <a:cxn ang="0">
                  <a:pos x="csX6778" y="csY6778"/>
                </a:cxn>
                <a:cxn ang="0">
                  <a:pos x="csX6779" y="csY6779"/>
                </a:cxn>
                <a:cxn ang="0">
                  <a:pos x="csX6780" y="csY6780"/>
                </a:cxn>
                <a:cxn ang="0">
                  <a:pos x="csX6781" y="csY6781"/>
                </a:cxn>
                <a:cxn ang="0">
                  <a:pos x="csX6782" y="csY6782"/>
                </a:cxn>
                <a:cxn ang="0">
                  <a:pos x="csX6783" y="csY6783"/>
                </a:cxn>
                <a:cxn ang="0">
                  <a:pos x="csX6784" y="csY6784"/>
                </a:cxn>
                <a:cxn ang="0">
                  <a:pos x="csX6785" y="csY6785"/>
                </a:cxn>
                <a:cxn ang="0">
                  <a:pos x="csX6786" y="csY6786"/>
                </a:cxn>
                <a:cxn ang="0">
                  <a:pos x="csX6787" y="csY6787"/>
                </a:cxn>
                <a:cxn ang="0">
                  <a:pos x="csX6788" y="csY6788"/>
                </a:cxn>
                <a:cxn ang="0">
                  <a:pos x="csX6789" y="csY6789"/>
                </a:cxn>
                <a:cxn ang="0">
                  <a:pos x="csX6790" y="csY6790"/>
                </a:cxn>
                <a:cxn ang="0">
                  <a:pos x="csX6791" y="csY6791"/>
                </a:cxn>
                <a:cxn ang="0">
                  <a:pos x="csX6792" y="csY6792"/>
                </a:cxn>
                <a:cxn ang="0">
                  <a:pos x="csX6793" y="csY6793"/>
                </a:cxn>
                <a:cxn ang="0">
                  <a:pos x="csX6794" y="csY6794"/>
                </a:cxn>
                <a:cxn ang="0">
                  <a:pos x="csX6795" y="csY6795"/>
                </a:cxn>
                <a:cxn ang="0">
                  <a:pos x="csX6796" y="csY6796"/>
                </a:cxn>
                <a:cxn ang="0">
                  <a:pos x="csX6797" y="csY6797"/>
                </a:cxn>
                <a:cxn ang="0">
                  <a:pos x="csX6798" y="csY6798"/>
                </a:cxn>
                <a:cxn ang="0">
                  <a:pos x="csX6799" y="csY6799"/>
                </a:cxn>
                <a:cxn ang="0">
                  <a:pos x="csX6800" y="csY6800"/>
                </a:cxn>
                <a:cxn ang="0">
                  <a:pos x="csX6801" y="csY6801"/>
                </a:cxn>
                <a:cxn ang="0">
                  <a:pos x="csX6802" y="csY6802"/>
                </a:cxn>
                <a:cxn ang="0">
                  <a:pos x="csX6803" y="csY6803"/>
                </a:cxn>
                <a:cxn ang="0">
                  <a:pos x="csX6804" y="csY6804"/>
                </a:cxn>
                <a:cxn ang="0">
                  <a:pos x="csX6805" y="csY6805"/>
                </a:cxn>
                <a:cxn ang="0">
                  <a:pos x="csX6806" y="csY6806"/>
                </a:cxn>
                <a:cxn ang="0">
                  <a:pos x="csX6807" y="csY6807"/>
                </a:cxn>
                <a:cxn ang="0">
                  <a:pos x="csX6808" y="csY6808"/>
                </a:cxn>
                <a:cxn ang="0">
                  <a:pos x="csX6809" y="csY6809"/>
                </a:cxn>
                <a:cxn ang="0">
                  <a:pos x="csX6810" y="csY6810"/>
                </a:cxn>
                <a:cxn ang="0">
                  <a:pos x="csX6811" y="csY6811"/>
                </a:cxn>
                <a:cxn ang="0">
                  <a:pos x="csX6812" y="csY6812"/>
                </a:cxn>
                <a:cxn ang="0">
                  <a:pos x="csX6813" y="csY6813"/>
                </a:cxn>
                <a:cxn ang="0">
                  <a:pos x="csX6814" y="csY6814"/>
                </a:cxn>
                <a:cxn ang="0">
                  <a:pos x="csX6815" y="csY6815"/>
                </a:cxn>
                <a:cxn ang="0">
                  <a:pos x="csX6816" y="csY6816"/>
                </a:cxn>
                <a:cxn ang="0">
                  <a:pos x="csX6817" y="csY6817"/>
                </a:cxn>
                <a:cxn ang="0">
                  <a:pos x="csX6818" y="csY6818"/>
                </a:cxn>
                <a:cxn ang="0">
                  <a:pos x="csX6819" y="csY6819"/>
                </a:cxn>
                <a:cxn ang="0">
                  <a:pos x="csX6820" y="csY6820"/>
                </a:cxn>
                <a:cxn ang="0">
                  <a:pos x="csX6821" y="csY6821"/>
                </a:cxn>
                <a:cxn ang="0">
                  <a:pos x="csX6822" y="csY6822"/>
                </a:cxn>
                <a:cxn ang="0">
                  <a:pos x="csX6823" y="csY6823"/>
                </a:cxn>
                <a:cxn ang="0">
                  <a:pos x="csX6824" y="csY6824"/>
                </a:cxn>
                <a:cxn ang="0">
                  <a:pos x="csX6825" y="csY6825"/>
                </a:cxn>
                <a:cxn ang="0">
                  <a:pos x="csX6826" y="csY6826"/>
                </a:cxn>
                <a:cxn ang="0">
                  <a:pos x="csX6827" y="csY6827"/>
                </a:cxn>
                <a:cxn ang="0">
                  <a:pos x="csX6828" y="csY6828"/>
                </a:cxn>
                <a:cxn ang="0">
                  <a:pos x="csX6829" y="csY6829"/>
                </a:cxn>
                <a:cxn ang="0">
                  <a:pos x="csX6830" y="csY6830"/>
                </a:cxn>
                <a:cxn ang="0">
                  <a:pos x="csX6831" y="csY6831"/>
                </a:cxn>
                <a:cxn ang="0">
                  <a:pos x="csX6832" y="csY6832"/>
                </a:cxn>
                <a:cxn ang="0">
                  <a:pos x="csX6833" y="csY6833"/>
                </a:cxn>
                <a:cxn ang="0">
                  <a:pos x="csX6834" y="csY6834"/>
                </a:cxn>
                <a:cxn ang="0">
                  <a:pos x="csX6835" y="csY6835"/>
                </a:cxn>
                <a:cxn ang="0">
                  <a:pos x="csX6836" y="csY6836"/>
                </a:cxn>
                <a:cxn ang="0">
                  <a:pos x="csX6837" y="csY6837"/>
                </a:cxn>
                <a:cxn ang="0">
                  <a:pos x="csX6838" y="csY6838"/>
                </a:cxn>
                <a:cxn ang="0">
                  <a:pos x="csX6839" y="csY6839"/>
                </a:cxn>
                <a:cxn ang="0">
                  <a:pos x="csX6840" y="csY6840"/>
                </a:cxn>
                <a:cxn ang="0">
                  <a:pos x="csX6841" y="csY6841"/>
                </a:cxn>
                <a:cxn ang="0">
                  <a:pos x="csX6842" y="csY6842"/>
                </a:cxn>
                <a:cxn ang="0">
                  <a:pos x="csX6843" y="csY6843"/>
                </a:cxn>
                <a:cxn ang="0">
                  <a:pos x="csX6844" y="csY6844"/>
                </a:cxn>
                <a:cxn ang="0">
                  <a:pos x="csX6845" y="csY6845"/>
                </a:cxn>
                <a:cxn ang="0">
                  <a:pos x="csX6846" y="csY6846"/>
                </a:cxn>
                <a:cxn ang="0">
                  <a:pos x="csX6847" y="csY6847"/>
                </a:cxn>
                <a:cxn ang="0">
                  <a:pos x="csX6848" y="csY6848"/>
                </a:cxn>
                <a:cxn ang="0">
                  <a:pos x="csX6849" y="csY6849"/>
                </a:cxn>
                <a:cxn ang="0">
                  <a:pos x="csX6850" y="csY6850"/>
                </a:cxn>
                <a:cxn ang="0">
                  <a:pos x="csX6851" y="csY6851"/>
                </a:cxn>
                <a:cxn ang="0">
                  <a:pos x="csX6852" y="csY6852"/>
                </a:cxn>
                <a:cxn ang="0">
                  <a:pos x="csX6853" y="csY6853"/>
                </a:cxn>
                <a:cxn ang="0">
                  <a:pos x="csX6854" y="csY6854"/>
                </a:cxn>
                <a:cxn ang="0">
                  <a:pos x="csX6855" y="csY6855"/>
                </a:cxn>
                <a:cxn ang="0">
                  <a:pos x="csX6856" y="csY6856"/>
                </a:cxn>
                <a:cxn ang="0">
                  <a:pos x="csX6857" y="csY6857"/>
                </a:cxn>
                <a:cxn ang="0">
                  <a:pos x="csX6858" y="csY6858"/>
                </a:cxn>
                <a:cxn ang="0">
                  <a:pos x="csX6859" y="csY6859"/>
                </a:cxn>
                <a:cxn ang="0">
                  <a:pos x="csX6860" y="csY6860"/>
                </a:cxn>
                <a:cxn ang="0">
                  <a:pos x="csX6861" y="csY6861"/>
                </a:cxn>
                <a:cxn ang="0">
                  <a:pos x="csX6862" y="csY6862"/>
                </a:cxn>
                <a:cxn ang="0">
                  <a:pos x="csX6863" y="csY6863"/>
                </a:cxn>
                <a:cxn ang="0">
                  <a:pos x="csX6864" y="csY6864"/>
                </a:cxn>
                <a:cxn ang="0">
                  <a:pos x="csX6865" y="csY6865"/>
                </a:cxn>
                <a:cxn ang="0">
                  <a:pos x="csX6866" y="csY6866"/>
                </a:cxn>
                <a:cxn ang="0">
                  <a:pos x="csX6867" y="csY6867"/>
                </a:cxn>
                <a:cxn ang="0">
                  <a:pos x="csX6868" y="csY6868"/>
                </a:cxn>
                <a:cxn ang="0">
                  <a:pos x="csX6869" y="csY6869"/>
                </a:cxn>
                <a:cxn ang="0">
                  <a:pos x="csX6870" y="csY6870"/>
                </a:cxn>
                <a:cxn ang="0">
                  <a:pos x="csX6871" y="csY6871"/>
                </a:cxn>
                <a:cxn ang="0">
                  <a:pos x="csX6872" y="csY6872"/>
                </a:cxn>
                <a:cxn ang="0">
                  <a:pos x="csX6873" y="csY6873"/>
                </a:cxn>
                <a:cxn ang="0">
                  <a:pos x="csX6874" y="csY6874"/>
                </a:cxn>
                <a:cxn ang="0">
                  <a:pos x="csX6875" y="csY6875"/>
                </a:cxn>
                <a:cxn ang="0">
                  <a:pos x="csX6876" y="csY6876"/>
                </a:cxn>
                <a:cxn ang="0">
                  <a:pos x="csX6877" y="csY6877"/>
                </a:cxn>
                <a:cxn ang="0">
                  <a:pos x="csX6878" y="csY6878"/>
                </a:cxn>
                <a:cxn ang="0">
                  <a:pos x="csX6879" y="csY6879"/>
                </a:cxn>
                <a:cxn ang="0">
                  <a:pos x="csX6880" y="csY6880"/>
                </a:cxn>
                <a:cxn ang="0">
                  <a:pos x="csX6881" y="csY6881"/>
                </a:cxn>
                <a:cxn ang="0">
                  <a:pos x="csX6882" y="csY6882"/>
                </a:cxn>
                <a:cxn ang="0">
                  <a:pos x="csX6883" y="csY6883"/>
                </a:cxn>
                <a:cxn ang="0">
                  <a:pos x="csX6884" y="csY6884"/>
                </a:cxn>
                <a:cxn ang="0">
                  <a:pos x="csX6885" y="csY6885"/>
                </a:cxn>
                <a:cxn ang="0">
                  <a:pos x="csX6886" y="csY6886"/>
                </a:cxn>
                <a:cxn ang="0">
                  <a:pos x="csX6887" y="csY6887"/>
                </a:cxn>
                <a:cxn ang="0">
                  <a:pos x="csX6888" y="csY6888"/>
                </a:cxn>
                <a:cxn ang="0">
                  <a:pos x="csX6889" y="csY6889"/>
                </a:cxn>
                <a:cxn ang="0">
                  <a:pos x="csX6890" y="csY6890"/>
                </a:cxn>
                <a:cxn ang="0">
                  <a:pos x="csX6891" y="csY6891"/>
                </a:cxn>
                <a:cxn ang="0">
                  <a:pos x="csX6892" y="csY6892"/>
                </a:cxn>
                <a:cxn ang="0">
                  <a:pos x="csX6893" y="csY6893"/>
                </a:cxn>
                <a:cxn ang="0">
                  <a:pos x="csX6894" y="csY6894"/>
                </a:cxn>
                <a:cxn ang="0">
                  <a:pos x="csX6895" y="csY6895"/>
                </a:cxn>
                <a:cxn ang="0">
                  <a:pos x="csX6896" y="csY6896"/>
                </a:cxn>
                <a:cxn ang="0">
                  <a:pos x="csX6897" y="csY6897"/>
                </a:cxn>
                <a:cxn ang="0">
                  <a:pos x="csX6898" y="csY6898"/>
                </a:cxn>
                <a:cxn ang="0">
                  <a:pos x="csX6899" y="csY6899"/>
                </a:cxn>
                <a:cxn ang="0">
                  <a:pos x="csX6900" y="csY6900"/>
                </a:cxn>
                <a:cxn ang="0">
                  <a:pos x="csX6901" y="csY6901"/>
                </a:cxn>
                <a:cxn ang="0">
                  <a:pos x="csX6902" y="csY6902"/>
                </a:cxn>
                <a:cxn ang="0">
                  <a:pos x="csX6903" y="csY6903"/>
                </a:cxn>
                <a:cxn ang="0">
                  <a:pos x="csX6904" y="csY6904"/>
                </a:cxn>
                <a:cxn ang="0">
                  <a:pos x="csX6905" y="csY6905"/>
                </a:cxn>
                <a:cxn ang="0">
                  <a:pos x="csX6906" y="csY6906"/>
                </a:cxn>
                <a:cxn ang="0">
                  <a:pos x="csX6907" y="csY6907"/>
                </a:cxn>
                <a:cxn ang="0">
                  <a:pos x="csX6908" y="csY6908"/>
                </a:cxn>
                <a:cxn ang="0">
                  <a:pos x="csX6909" y="csY6909"/>
                </a:cxn>
                <a:cxn ang="0">
                  <a:pos x="csX6910" y="csY6910"/>
                </a:cxn>
                <a:cxn ang="0">
                  <a:pos x="csX6911" y="csY6911"/>
                </a:cxn>
                <a:cxn ang="0">
                  <a:pos x="csX6912" y="csY6912"/>
                </a:cxn>
                <a:cxn ang="0">
                  <a:pos x="csX6913" y="csY6913"/>
                </a:cxn>
                <a:cxn ang="0">
                  <a:pos x="csX6914" y="csY6914"/>
                </a:cxn>
                <a:cxn ang="0">
                  <a:pos x="csX6915" y="csY6915"/>
                </a:cxn>
                <a:cxn ang="0">
                  <a:pos x="csX6916" y="csY6916"/>
                </a:cxn>
                <a:cxn ang="0">
                  <a:pos x="csX6917" y="csY6917"/>
                </a:cxn>
                <a:cxn ang="0">
                  <a:pos x="csX6918" y="csY6918"/>
                </a:cxn>
                <a:cxn ang="0">
                  <a:pos x="csX6919" y="csY6919"/>
                </a:cxn>
                <a:cxn ang="0">
                  <a:pos x="csX6920" y="csY6920"/>
                </a:cxn>
                <a:cxn ang="0">
                  <a:pos x="csX6921" y="csY6921"/>
                </a:cxn>
                <a:cxn ang="0">
                  <a:pos x="csX6922" y="csY6922"/>
                </a:cxn>
                <a:cxn ang="0">
                  <a:pos x="csX6923" y="csY6923"/>
                </a:cxn>
                <a:cxn ang="0">
                  <a:pos x="csX6924" y="csY6924"/>
                </a:cxn>
                <a:cxn ang="0">
                  <a:pos x="csX6925" y="csY6925"/>
                </a:cxn>
                <a:cxn ang="0">
                  <a:pos x="csX6926" y="csY6926"/>
                </a:cxn>
                <a:cxn ang="0">
                  <a:pos x="csX6927" y="csY6927"/>
                </a:cxn>
                <a:cxn ang="0">
                  <a:pos x="csX6928" y="csY6928"/>
                </a:cxn>
                <a:cxn ang="0">
                  <a:pos x="csX6929" y="csY6929"/>
                </a:cxn>
                <a:cxn ang="0">
                  <a:pos x="csX6930" y="csY6930"/>
                </a:cxn>
                <a:cxn ang="0">
                  <a:pos x="csX6931" y="csY6931"/>
                </a:cxn>
                <a:cxn ang="0">
                  <a:pos x="csX6932" y="csY6932"/>
                </a:cxn>
                <a:cxn ang="0">
                  <a:pos x="csX6933" y="csY6933"/>
                </a:cxn>
                <a:cxn ang="0">
                  <a:pos x="csX6934" y="csY6934"/>
                </a:cxn>
                <a:cxn ang="0">
                  <a:pos x="csX6935" y="csY6935"/>
                </a:cxn>
                <a:cxn ang="0">
                  <a:pos x="csX6936" y="csY6936"/>
                </a:cxn>
                <a:cxn ang="0">
                  <a:pos x="csX6937" y="csY6937"/>
                </a:cxn>
                <a:cxn ang="0">
                  <a:pos x="csX6938" y="csY6938"/>
                </a:cxn>
                <a:cxn ang="0">
                  <a:pos x="csX6939" y="csY6939"/>
                </a:cxn>
                <a:cxn ang="0">
                  <a:pos x="csX6940" y="csY6940"/>
                </a:cxn>
                <a:cxn ang="0">
                  <a:pos x="csX6941" y="csY6941"/>
                </a:cxn>
                <a:cxn ang="0">
                  <a:pos x="csX6942" y="csY6942"/>
                </a:cxn>
                <a:cxn ang="0">
                  <a:pos x="csX6943" y="csY6943"/>
                </a:cxn>
                <a:cxn ang="0">
                  <a:pos x="csX6944" y="csY6944"/>
                </a:cxn>
                <a:cxn ang="0">
                  <a:pos x="csX6945" y="csY6945"/>
                </a:cxn>
                <a:cxn ang="0">
                  <a:pos x="csX6946" y="csY6946"/>
                </a:cxn>
                <a:cxn ang="0">
                  <a:pos x="csX6947" y="csY6947"/>
                </a:cxn>
                <a:cxn ang="0">
                  <a:pos x="csX6948" y="csY6948"/>
                </a:cxn>
                <a:cxn ang="0">
                  <a:pos x="csX6949" y="csY6949"/>
                </a:cxn>
                <a:cxn ang="0">
                  <a:pos x="csX6950" y="csY6950"/>
                </a:cxn>
                <a:cxn ang="0">
                  <a:pos x="csX6951" y="csY6951"/>
                </a:cxn>
                <a:cxn ang="0">
                  <a:pos x="csX6952" y="csY6952"/>
                </a:cxn>
                <a:cxn ang="0">
                  <a:pos x="csX6953" y="csY6953"/>
                </a:cxn>
                <a:cxn ang="0">
                  <a:pos x="csX6954" y="csY6954"/>
                </a:cxn>
                <a:cxn ang="0">
                  <a:pos x="csX6955" y="csY6955"/>
                </a:cxn>
                <a:cxn ang="0">
                  <a:pos x="csX6956" y="csY6956"/>
                </a:cxn>
                <a:cxn ang="0">
                  <a:pos x="csX6957" y="csY6957"/>
                </a:cxn>
                <a:cxn ang="0">
                  <a:pos x="csX6958" y="csY6958"/>
                </a:cxn>
                <a:cxn ang="0">
                  <a:pos x="csX6959" y="csY6959"/>
                </a:cxn>
                <a:cxn ang="0">
                  <a:pos x="csX6960" y="csY6960"/>
                </a:cxn>
                <a:cxn ang="0">
                  <a:pos x="csX6961" y="csY6961"/>
                </a:cxn>
                <a:cxn ang="0">
                  <a:pos x="csX6962" y="csY6962"/>
                </a:cxn>
                <a:cxn ang="0">
                  <a:pos x="csX6963" y="csY6963"/>
                </a:cxn>
                <a:cxn ang="0">
                  <a:pos x="csX6964" y="csY6964"/>
                </a:cxn>
                <a:cxn ang="0">
                  <a:pos x="csX6965" y="csY6965"/>
                </a:cxn>
                <a:cxn ang="0">
                  <a:pos x="csX6966" y="csY6966"/>
                </a:cxn>
                <a:cxn ang="0">
                  <a:pos x="csX6967" y="csY6967"/>
                </a:cxn>
                <a:cxn ang="0">
                  <a:pos x="csX6968" y="csY6968"/>
                </a:cxn>
                <a:cxn ang="0">
                  <a:pos x="csX6969" y="csY6969"/>
                </a:cxn>
                <a:cxn ang="0">
                  <a:pos x="csX6970" y="csY6970"/>
                </a:cxn>
                <a:cxn ang="0">
                  <a:pos x="csX6971" y="csY6971"/>
                </a:cxn>
                <a:cxn ang="0">
                  <a:pos x="csX6972" y="csY6972"/>
                </a:cxn>
                <a:cxn ang="0">
                  <a:pos x="csX6973" y="csY6973"/>
                </a:cxn>
                <a:cxn ang="0">
                  <a:pos x="csX6974" y="csY6974"/>
                </a:cxn>
                <a:cxn ang="0">
                  <a:pos x="csX6975" y="csY6975"/>
                </a:cxn>
                <a:cxn ang="0">
                  <a:pos x="csX6976" y="csY6976"/>
                </a:cxn>
                <a:cxn ang="0">
                  <a:pos x="csX6977" y="csY6977"/>
                </a:cxn>
                <a:cxn ang="0">
                  <a:pos x="csX6978" y="csY6978"/>
                </a:cxn>
                <a:cxn ang="0">
                  <a:pos x="csX6979" y="csY6979"/>
                </a:cxn>
                <a:cxn ang="0">
                  <a:pos x="csX6980" y="csY6980"/>
                </a:cxn>
                <a:cxn ang="0">
                  <a:pos x="csX6981" y="csY6981"/>
                </a:cxn>
                <a:cxn ang="0">
                  <a:pos x="csX6982" y="csY6982"/>
                </a:cxn>
                <a:cxn ang="0">
                  <a:pos x="csX6983" y="csY6983"/>
                </a:cxn>
                <a:cxn ang="0">
                  <a:pos x="csX6984" y="csY6984"/>
                </a:cxn>
                <a:cxn ang="0">
                  <a:pos x="csX6985" y="csY6985"/>
                </a:cxn>
                <a:cxn ang="0">
                  <a:pos x="csX6986" y="csY6986"/>
                </a:cxn>
                <a:cxn ang="0">
                  <a:pos x="csX6987" y="csY6987"/>
                </a:cxn>
                <a:cxn ang="0">
                  <a:pos x="csX6988" y="csY6988"/>
                </a:cxn>
                <a:cxn ang="0">
                  <a:pos x="csX6989" y="csY6989"/>
                </a:cxn>
                <a:cxn ang="0">
                  <a:pos x="csX6990" y="csY6990"/>
                </a:cxn>
                <a:cxn ang="0">
                  <a:pos x="csX6991" y="csY6991"/>
                </a:cxn>
                <a:cxn ang="0">
                  <a:pos x="csX6992" y="csY6992"/>
                </a:cxn>
                <a:cxn ang="0">
                  <a:pos x="csX6993" y="csY6993"/>
                </a:cxn>
                <a:cxn ang="0">
                  <a:pos x="csX6994" y="csY6994"/>
                </a:cxn>
                <a:cxn ang="0">
                  <a:pos x="csX6995" y="csY6995"/>
                </a:cxn>
                <a:cxn ang="0">
                  <a:pos x="csX6996" y="csY6996"/>
                </a:cxn>
                <a:cxn ang="0">
                  <a:pos x="csX6997" y="csY6997"/>
                </a:cxn>
                <a:cxn ang="0">
                  <a:pos x="csX6998" y="csY6998"/>
                </a:cxn>
                <a:cxn ang="0">
                  <a:pos x="csX6999" y="csY6999"/>
                </a:cxn>
                <a:cxn ang="0">
                  <a:pos x="csX7000" y="csY7000"/>
                </a:cxn>
                <a:cxn ang="0">
                  <a:pos x="csX7001" y="csY7001"/>
                </a:cxn>
                <a:cxn ang="0">
                  <a:pos x="csX7002" y="csY7002"/>
                </a:cxn>
                <a:cxn ang="0">
                  <a:pos x="csX7003" y="csY7003"/>
                </a:cxn>
                <a:cxn ang="0">
                  <a:pos x="csX7004" y="csY7004"/>
                </a:cxn>
                <a:cxn ang="0">
                  <a:pos x="csX7005" y="csY7005"/>
                </a:cxn>
                <a:cxn ang="0">
                  <a:pos x="csX7006" y="csY7006"/>
                </a:cxn>
                <a:cxn ang="0">
                  <a:pos x="csX7007" y="csY7007"/>
                </a:cxn>
                <a:cxn ang="0">
                  <a:pos x="csX7008" y="csY7008"/>
                </a:cxn>
                <a:cxn ang="0">
                  <a:pos x="csX7009" y="csY7009"/>
                </a:cxn>
                <a:cxn ang="0">
                  <a:pos x="csX7010" y="csY7010"/>
                </a:cxn>
                <a:cxn ang="0">
                  <a:pos x="csX7011" y="csY7011"/>
                </a:cxn>
                <a:cxn ang="0">
                  <a:pos x="csX7012" y="csY7012"/>
                </a:cxn>
                <a:cxn ang="0">
                  <a:pos x="csX7013" y="csY7013"/>
                </a:cxn>
                <a:cxn ang="0">
                  <a:pos x="csX7014" y="csY7014"/>
                </a:cxn>
                <a:cxn ang="0">
                  <a:pos x="csX7015" y="csY7015"/>
                </a:cxn>
                <a:cxn ang="0">
                  <a:pos x="csX7016" y="csY7016"/>
                </a:cxn>
                <a:cxn ang="0">
                  <a:pos x="csX7017" y="csY7017"/>
                </a:cxn>
                <a:cxn ang="0">
                  <a:pos x="csX7018" y="csY7018"/>
                </a:cxn>
                <a:cxn ang="0">
                  <a:pos x="csX7019" y="csY7019"/>
                </a:cxn>
                <a:cxn ang="0">
                  <a:pos x="csX7020" y="csY7020"/>
                </a:cxn>
                <a:cxn ang="0">
                  <a:pos x="csX7021" y="csY7021"/>
                </a:cxn>
                <a:cxn ang="0">
                  <a:pos x="csX7022" y="csY7022"/>
                </a:cxn>
                <a:cxn ang="0">
                  <a:pos x="csX7023" y="csY7023"/>
                </a:cxn>
                <a:cxn ang="0">
                  <a:pos x="csX7024" y="csY7024"/>
                </a:cxn>
                <a:cxn ang="0">
                  <a:pos x="csX7025" y="csY7025"/>
                </a:cxn>
                <a:cxn ang="0">
                  <a:pos x="csX7026" y="csY7026"/>
                </a:cxn>
                <a:cxn ang="0">
                  <a:pos x="csX7027" y="csY7027"/>
                </a:cxn>
                <a:cxn ang="0">
                  <a:pos x="csX7028" y="csY7028"/>
                </a:cxn>
                <a:cxn ang="0">
                  <a:pos x="csX7029" y="csY7029"/>
                </a:cxn>
                <a:cxn ang="0">
                  <a:pos x="csX7030" y="csY7030"/>
                </a:cxn>
                <a:cxn ang="0">
                  <a:pos x="csX7031" y="csY7031"/>
                </a:cxn>
                <a:cxn ang="0">
                  <a:pos x="csX7032" y="csY7032"/>
                </a:cxn>
                <a:cxn ang="0">
                  <a:pos x="csX7033" y="csY7033"/>
                </a:cxn>
                <a:cxn ang="0">
                  <a:pos x="csX7034" y="csY7034"/>
                </a:cxn>
                <a:cxn ang="0">
                  <a:pos x="csX7035" y="csY7035"/>
                </a:cxn>
                <a:cxn ang="0">
                  <a:pos x="csX7036" y="csY7036"/>
                </a:cxn>
                <a:cxn ang="0">
                  <a:pos x="csX7037" y="csY7037"/>
                </a:cxn>
                <a:cxn ang="0">
                  <a:pos x="csX7038" y="csY7038"/>
                </a:cxn>
                <a:cxn ang="0">
                  <a:pos x="csX7039" y="csY7039"/>
                </a:cxn>
                <a:cxn ang="0">
                  <a:pos x="csX7040" y="csY7040"/>
                </a:cxn>
                <a:cxn ang="0">
                  <a:pos x="csX7041" y="csY7041"/>
                </a:cxn>
                <a:cxn ang="0">
                  <a:pos x="csX7042" y="csY7042"/>
                </a:cxn>
                <a:cxn ang="0">
                  <a:pos x="csX7043" y="csY7043"/>
                </a:cxn>
                <a:cxn ang="0">
                  <a:pos x="csX7044" y="csY7044"/>
                </a:cxn>
                <a:cxn ang="0">
                  <a:pos x="csX7045" y="csY7045"/>
                </a:cxn>
                <a:cxn ang="0">
                  <a:pos x="csX7046" y="csY7046"/>
                </a:cxn>
                <a:cxn ang="0">
                  <a:pos x="csX7047" y="csY7047"/>
                </a:cxn>
                <a:cxn ang="0">
                  <a:pos x="csX7048" y="csY7048"/>
                </a:cxn>
                <a:cxn ang="0">
                  <a:pos x="csX7049" y="csY7049"/>
                </a:cxn>
                <a:cxn ang="0">
                  <a:pos x="csX7050" y="csY7050"/>
                </a:cxn>
                <a:cxn ang="0">
                  <a:pos x="csX7051" y="csY7051"/>
                </a:cxn>
                <a:cxn ang="0">
                  <a:pos x="csX7052" y="csY7052"/>
                </a:cxn>
                <a:cxn ang="0">
                  <a:pos x="csX7053" y="csY7053"/>
                </a:cxn>
                <a:cxn ang="0">
                  <a:pos x="csX7054" y="csY7054"/>
                </a:cxn>
                <a:cxn ang="0">
                  <a:pos x="csX7055" y="csY7055"/>
                </a:cxn>
                <a:cxn ang="0">
                  <a:pos x="csX7056" y="csY7056"/>
                </a:cxn>
                <a:cxn ang="0">
                  <a:pos x="csX7057" y="csY7057"/>
                </a:cxn>
                <a:cxn ang="0">
                  <a:pos x="csX7058" y="csY7058"/>
                </a:cxn>
                <a:cxn ang="0">
                  <a:pos x="csX7059" y="csY7059"/>
                </a:cxn>
                <a:cxn ang="0">
                  <a:pos x="csX7060" y="csY7060"/>
                </a:cxn>
                <a:cxn ang="0">
                  <a:pos x="csX7061" y="csY7061"/>
                </a:cxn>
                <a:cxn ang="0">
                  <a:pos x="csX7062" y="csY7062"/>
                </a:cxn>
                <a:cxn ang="0">
                  <a:pos x="csX7063" y="csY7063"/>
                </a:cxn>
                <a:cxn ang="0">
                  <a:pos x="csX7064" y="csY7064"/>
                </a:cxn>
                <a:cxn ang="0">
                  <a:pos x="csX7065" y="csY7065"/>
                </a:cxn>
                <a:cxn ang="0">
                  <a:pos x="csX7066" y="csY7066"/>
                </a:cxn>
                <a:cxn ang="0">
                  <a:pos x="csX7067" y="csY7067"/>
                </a:cxn>
                <a:cxn ang="0">
                  <a:pos x="csX7068" y="csY7068"/>
                </a:cxn>
                <a:cxn ang="0">
                  <a:pos x="csX7069" y="csY7069"/>
                </a:cxn>
                <a:cxn ang="0">
                  <a:pos x="csX7070" y="csY7070"/>
                </a:cxn>
                <a:cxn ang="0">
                  <a:pos x="csX7071" y="csY7071"/>
                </a:cxn>
                <a:cxn ang="0">
                  <a:pos x="csX7072" y="csY7072"/>
                </a:cxn>
                <a:cxn ang="0">
                  <a:pos x="csX7073" y="csY7073"/>
                </a:cxn>
                <a:cxn ang="0">
                  <a:pos x="csX7074" y="csY7074"/>
                </a:cxn>
                <a:cxn ang="0">
                  <a:pos x="csX7075" y="csY7075"/>
                </a:cxn>
                <a:cxn ang="0">
                  <a:pos x="csX7076" y="csY7076"/>
                </a:cxn>
                <a:cxn ang="0">
                  <a:pos x="csX7077" y="csY7077"/>
                </a:cxn>
                <a:cxn ang="0">
                  <a:pos x="csX7078" y="csY7078"/>
                </a:cxn>
                <a:cxn ang="0">
                  <a:pos x="csX7079" y="csY7079"/>
                </a:cxn>
                <a:cxn ang="0">
                  <a:pos x="csX7080" y="csY7080"/>
                </a:cxn>
                <a:cxn ang="0">
                  <a:pos x="csX7081" y="csY7081"/>
                </a:cxn>
                <a:cxn ang="0">
                  <a:pos x="csX7082" y="csY7082"/>
                </a:cxn>
                <a:cxn ang="0">
                  <a:pos x="csX7083" y="csY7083"/>
                </a:cxn>
                <a:cxn ang="0">
                  <a:pos x="csX7084" y="csY7084"/>
                </a:cxn>
                <a:cxn ang="0">
                  <a:pos x="csX7085" y="csY7085"/>
                </a:cxn>
                <a:cxn ang="0">
                  <a:pos x="csX7086" y="csY7086"/>
                </a:cxn>
                <a:cxn ang="0">
                  <a:pos x="csX7087" y="csY7087"/>
                </a:cxn>
                <a:cxn ang="0">
                  <a:pos x="csX7088" y="csY7088"/>
                </a:cxn>
                <a:cxn ang="0">
                  <a:pos x="csX7089" y="csY7089"/>
                </a:cxn>
                <a:cxn ang="0">
                  <a:pos x="csX7090" y="csY7090"/>
                </a:cxn>
                <a:cxn ang="0">
                  <a:pos x="csX7091" y="csY7091"/>
                </a:cxn>
                <a:cxn ang="0">
                  <a:pos x="csX7092" y="csY7092"/>
                </a:cxn>
                <a:cxn ang="0">
                  <a:pos x="csX7093" y="csY7093"/>
                </a:cxn>
                <a:cxn ang="0">
                  <a:pos x="csX7094" y="csY7094"/>
                </a:cxn>
                <a:cxn ang="0">
                  <a:pos x="csX7095" y="csY7095"/>
                </a:cxn>
                <a:cxn ang="0">
                  <a:pos x="csX7096" y="csY7096"/>
                </a:cxn>
                <a:cxn ang="0">
                  <a:pos x="csX7097" y="csY7097"/>
                </a:cxn>
                <a:cxn ang="0">
                  <a:pos x="csX7098" y="csY7098"/>
                </a:cxn>
                <a:cxn ang="0">
                  <a:pos x="csX7099" y="csY7099"/>
                </a:cxn>
                <a:cxn ang="0">
                  <a:pos x="csX7100" y="csY7100"/>
                </a:cxn>
                <a:cxn ang="0">
                  <a:pos x="csX7101" y="csY7101"/>
                </a:cxn>
                <a:cxn ang="0">
                  <a:pos x="csX7102" y="csY7102"/>
                </a:cxn>
                <a:cxn ang="0">
                  <a:pos x="csX7103" y="csY7103"/>
                </a:cxn>
                <a:cxn ang="0">
                  <a:pos x="csX7104" y="csY7104"/>
                </a:cxn>
                <a:cxn ang="0">
                  <a:pos x="csX7105" y="csY7105"/>
                </a:cxn>
                <a:cxn ang="0">
                  <a:pos x="csX7106" y="csY7106"/>
                </a:cxn>
                <a:cxn ang="0">
                  <a:pos x="csX7107" y="csY7107"/>
                </a:cxn>
                <a:cxn ang="0">
                  <a:pos x="csX7108" y="csY7108"/>
                </a:cxn>
                <a:cxn ang="0">
                  <a:pos x="csX7109" y="csY7109"/>
                </a:cxn>
                <a:cxn ang="0">
                  <a:pos x="csX7110" y="csY7110"/>
                </a:cxn>
                <a:cxn ang="0">
                  <a:pos x="csX7111" y="csY7111"/>
                </a:cxn>
                <a:cxn ang="0">
                  <a:pos x="csX7112" y="csY7112"/>
                </a:cxn>
                <a:cxn ang="0">
                  <a:pos x="csX7113" y="csY7113"/>
                </a:cxn>
                <a:cxn ang="0">
                  <a:pos x="csX7114" y="csY7114"/>
                </a:cxn>
                <a:cxn ang="0">
                  <a:pos x="csX7115" y="csY7115"/>
                </a:cxn>
                <a:cxn ang="0">
                  <a:pos x="csX7116" y="csY7116"/>
                </a:cxn>
                <a:cxn ang="0">
                  <a:pos x="csX7117" y="csY7117"/>
                </a:cxn>
                <a:cxn ang="0">
                  <a:pos x="csX7118" y="csY7118"/>
                </a:cxn>
                <a:cxn ang="0">
                  <a:pos x="csX7119" y="csY7119"/>
                </a:cxn>
                <a:cxn ang="0">
                  <a:pos x="csX7120" y="csY7120"/>
                </a:cxn>
                <a:cxn ang="0">
                  <a:pos x="csX7121" y="csY7121"/>
                </a:cxn>
                <a:cxn ang="0">
                  <a:pos x="csX7122" y="csY7122"/>
                </a:cxn>
                <a:cxn ang="0">
                  <a:pos x="csX7123" y="csY7123"/>
                </a:cxn>
                <a:cxn ang="0">
                  <a:pos x="csX7124" y="csY7124"/>
                </a:cxn>
                <a:cxn ang="0">
                  <a:pos x="csX7125" y="csY7125"/>
                </a:cxn>
                <a:cxn ang="0">
                  <a:pos x="csX7126" y="csY7126"/>
                </a:cxn>
                <a:cxn ang="0">
                  <a:pos x="csX7127" y="csY7127"/>
                </a:cxn>
                <a:cxn ang="0">
                  <a:pos x="csX7128" y="csY7128"/>
                </a:cxn>
                <a:cxn ang="0">
                  <a:pos x="csX7129" y="csY7129"/>
                </a:cxn>
                <a:cxn ang="0">
                  <a:pos x="csX7130" y="csY7130"/>
                </a:cxn>
                <a:cxn ang="0">
                  <a:pos x="csX7131" y="csY7131"/>
                </a:cxn>
                <a:cxn ang="0">
                  <a:pos x="csX7132" y="csY7132"/>
                </a:cxn>
                <a:cxn ang="0">
                  <a:pos x="csX7133" y="csY7133"/>
                </a:cxn>
                <a:cxn ang="0">
                  <a:pos x="csX7134" y="csY7134"/>
                </a:cxn>
                <a:cxn ang="0">
                  <a:pos x="csX7135" y="csY7135"/>
                </a:cxn>
                <a:cxn ang="0">
                  <a:pos x="csX7136" y="csY7136"/>
                </a:cxn>
                <a:cxn ang="0">
                  <a:pos x="csX7137" y="csY7137"/>
                </a:cxn>
                <a:cxn ang="0">
                  <a:pos x="csX7138" y="csY7138"/>
                </a:cxn>
                <a:cxn ang="0">
                  <a:pos x="csX7139" y="csY7139"/>
                </a:cxn>
                <a:cxn ang="0">
                  <a:pos x="csX7140" y="csY7140"/>
                </a:cxn>
                <a:cxn ang="0">
                  <a:pos x="csX7141" y="csY7141"/>
                </a:cxn>
                <a:cxn ang="0">
                  <a:pos x="csX7142" y="csY7142"/>
                </a:cxn>
                <a:cxn ang="0">
                  <a:pos x="csX7143" y="csY7143"/>
                </a:cxn>
                <a:cxn ang="0">
                  <a:pos x="csX7144" y="csY7144"/>
                </a:cxn>
                <a:cxn ang="0">
                  <a:pos x="csX7145" y="csY7145"/>
                </a:cxn>
                <a:cxn ang="0">
                  <a:pos x="csX7146" y="csY7146"/>
                </a:cxn>
                <a:cxn ang="0">
                  <a:pos x="csX7147" y="csY7147"/>
                </a:cxn>
                <a:cxn ang="0">
                  <a:pos x="csX7148" y="csY7148"/>
                </a:cxn>
                <a:cxn ang="0">
                  <a:pos x="csX7149" y="csY7149"/>
                </a:cxn>
                <a:cxn ang="0">
                  <a:pos x="csX7150" y="csY7150"/>
                </a:cxn>
                <a:cxn ang="0">
                  <a:pos x="csX7151" y="csY7151"/>
                </a:cxn>
                <a:cxn ang="0">
                  <a:pos x="csX7152" y="csY7152"/>
                </a:cxn>
                <a:cxn ang="0">
                  <a:pos x="csX7153" y="csY7153"/>
                </a:cxn>
                <a:cxn ang="0">
                  <a:pos x="csX7154" y="csY7154"/>
                </a:cxn>
                <a:cxn ang="0">
                  <a:pos x="csX7155" y="csY7155"/>
                </a:cxn>
                <a:cxn ang="0">
                  <a:pos x="csX7156" y="csY7156"/>
                </a:cxn>
                <a:cxn ang="0">
                  <a:pos x="csX7157" y="csY7157"/>
                </a:cxn>
                <a:cxn ang="0">
                  <a:pos x="csX7158" y="csY7158"/>
                </a:cxn>
                <a:cxn ang="0">
                  <a:pos x="csX7159" y="csY7159"/>
                </a:cxn>
                <a:cxn ang="0">
                  <a:pos x="csX7160" y="csY7160"/>
                </a:cxn>
                <a:cxn ang="0">
                  <a:pos x="csX7161" y="csY7161"/>
                </a:cxn>
                <a:cxn ang="0">
                  <a:pos x="csX7162" y="csY7162"/>
                </a:cxn>
                <a:cxn ang="0">
                  <a:pos x="csX7163" y="csY7163"/>
                </a:cxn>
                <a:cxn ang="0">
                  <a:pos x="csX7164" y="csY7164"/>
                </a:cxn>
                <a:cxn ang="0">
                  <a:pos x="csX7165" y="csY7165"/>
                </a:cxn>
                <a:cxn ang="0">
                  <a:pos x="csX7166" y="csY7166"/>
                </a:cxn>
                <a:cxn ang="0">
                  <a:pos x="csX7167" y="csY7167"/>
                </a:cxn>
                <a:cxn ang="0">
                  <a:pos x="csX7168" y="csY7168"/>
                </a:cxn>
                <a:cxn ang="0">
                  <a:pos x="csX7169" y="csY7169"/>
                </a:cxn>
                <a:cxn ang="0">
                  <a:pos x="csX7170" y="csY7170"/>
                </a:cxn>
                <a:cxn ang="0">
                  <a:pos x="csX7171" y="csY7171"/>
                </a:cxn>
                <a:cxn ang="0">
                  <a:pos x="csX7172" y="csY7172"/>
                </a:cxn>
                <a:cxn ang="0">
                  <a:pos x="csX7173" y="csY7173"/>
                </a:cxn>
                <a:cxn ang="0">
                  <a:pos x="csX7174" y="csY7174"/>
                </a:cxn>
                <a:cxn ang="0">
                  <a:pos x="csX7175" y="csY7175"/>
                </a:cxn>
                <a:cxn ang="0">
                  <a:pos x="csX7176" y="csY7176"/>
                </a:cxn>
                <a:cxn ang="0">
                  <a:pos x="csX7177" y="csY7177"/>
                </a:cxn>
                <a:cxn ang="0">
                  <a:pos x="csX7178" y="csY7178"/>
                </a:cxn>
                <a:cxn ang="0">
                  <a:pos x="csX7179" y="csY7179"/>
                </a:cxn>
                <a:cxn ang="0">
                  <a:pos x="csX7180" y="csY7180"/>
                </a:cxn>
                <a:cxn ang="0">
                  <a:pos x="csX7181" y="csY7181"/>
                </a:cxn>
                <a:cxn ang="0">
                  <a:pos x="csX7182" y="csY7182"/>
                </a:cxn>
                <a:cxn ang="0">
                  <a:pos x="csX7183" y="csY7183"/>
                </a:cxn>
                <a:cxn ang="0">
                  <a:pos x="csX7184" y="csY7184"/>
                </a:cxn>
                <a:cxn ang="0">
                  <a:pos x="csX7185" y="csY7185"/>
                </a:cxn>
                <a:cxn ang="0">
                  <a:pos x="csX7186" y="csY7186"/>
                </a:cxn>
                <a:cxn ang="0">
                  <a:pos x="csX7187" y="csY7187"/>
                </a:cxn>
                <a:cxn ang="0">
                  <a:pos x="csX7188" y="csY7188"/>
                </a:cxn>
                <a:cxn ang="0">
                  <a:pos x="csX7189" y="csY7189"/>
                </a:cxn>
                <a:cxn ang="0">
                  <a:pos x="csX7190" y="csY7190"/>
                </a:cxn>
                <a:cxn ang="0">
                  <a:pos x="csX7191" y="csY7191"/>
                </a:cxn>
                <a:cxn ang="0">
                  <a:pos x="csX7192" y="csY7192"/>
                </a:cxn>
                <a:cxn ang="0">
                  <a:pos x="csX7193" y="csY7193"/>
                </a:cxn>
                <a:cxn ang="0">
                  <a:pos x="csX7194" y="csY7194"/>
                </a:cxn>
                <a:cxn ang="0">
                  <a:pos x="csX7195" y="csY7195"/>
                </a:cxn>
                <a:cxn ang="0">
                  <a:pos x="csX7196" y="csY7196"/>
                </a:cxn>
                <a:cxn ang="0">
                  <a:pos x="csX7197" y="csY7197"/>
                </a:cxn>
                <a:cxn ang="0">
                  <a:pos x="csX7198" y="csY7198"/>
                </a:cxn>
                <a:cxn ang="0">
                  <a:pos x="csX7199" y="csY7199"/>
                </a:cxn>
                <a:cxn ang="0">
                  <a:pos x="csX7200" y="csY7200"/>
                </a:cxn>
                <a:cxn ang="0">
                  <a:pos x="csX7201" y="csY7201"/>
                </a:cxn>
                <a:cxn ang="0">
                  <a:pos x="csX7202" y="csY7202"/>
                </a:cxn>
                <a:cxn ang="0">
                  <a:pos x="csX7203" y="csY7203"/>
                </a:cxn>
                <a:cxn ang="0">
                  <a:pos x="csX7204" y="csY7204"/>
                </a:cxn>
                <a:cxn ang="0">
                  <a:pos x="csX7205" y="csY7205"/>
                </a:cxn>
                <a:cxn ang="0">
                  <a:pos x="csX7206" y="csY7206"/>
                </a:cxn>
                <a:cxn ang="0">
                  <a:pos x="csX7207" y="csY7207"/>
                </a:cxn>
                <a:cxn ang="0">
                  <a:pos x="csX7208" y="csY7208"/>
                </a:cxn>
                <a:cxn ang="0">
                  <a:pos x="csX7209" y="csY7209"/>
                </a:cxn>
                <a:cxn ang="0">
                  <a:pos x="csX7210" y="csY7210"/>
                </a:cxn>
                <a:cxn ang="0">
                  <a:pos x="csX7211" y="csY7211"/>
                </a:cxn>
                <a:cxn ang="0">
                  <a:pos x="csX7212" y="csY7212"/>
                </a:cxn>
                <a:cxn ang="0">
                  <a:pos x="csX7213" y="csY7213"/>
                </a:cxn>
                <a:cxn ang="0">
                  <a:pos x="csX7214" y="csY7214"/>
                </a:cxn>
                <a:cxn ang="0">
                  <a:pos x="csX7215" y="csY7215"/>
                </a:cxn>
                <a:cxn ang="0">
                  <a:pos x="csX7216" y="csY7216"/>
                </a:cxn>
                <a:cxn ang="0">
                  <a:pos x="csX7217" y="csY7217"/>
                </a:cxn>
                <a:cxn ang="0">
                  <a:pos x="csX7218" y="csY7218"/>
                </a:cxn>
                <a:cxn ang="0">
                  <a:pos x="csX7219" y="csY7219"/>
                </a:cxn>
                <a:cxn ang="0">
                  <a:pos x="csX7220" y="csY7220"/>
                </a:cxn>
                <a:cxn ang="0">
                  <a:pos x="csX7221" y="csY7221"/>
                </a:cxn>
                <a:cxn ang="0">
                  <a:pos x="csX7222" y="csY7222"/>
                </a:cxn>
                <a:cxn ang="0">
                  <a:pos x="csX7223" y="csY7223"/>
                </a:cxn>
                <a:cxn ang="0">
                  <a:pos x="csX7224" y="csY7224"/>
                </a:cxn>
                <a:cxn ang="0">
                  <a:pos x="csX7225" y="csY7225"/>
                </a:cxn>
                <a:cxn ang="0">
                  <a:pos x="csX7226" y="csY7226"/>
                </a:cxn>
                <a:cxn ang="0">
                  <a:pos x="csX7227" y="csY7227"/>
                </a:cxn>
                <a:cxn ang="0">
                  <a:pos x="csX7228" y="csY7228"/>
                </a:cxn>
                <a:cxn ang="0">
                  <a:pos x="csX7229" y="csY7229"/>
                </a:cxn>
                <a:cxn ang="0">
                  <a:pos x="csX7230" y="csY7230"/>
                </a:cxn>
                <a:cxn ang="0">
                  <a:pos x="csX7231" y="csY7231"/>
                </a:cxn>
                <a:cxn ang="0">
                  <a:pos x="csX7232" y="csY7232"/>
                </a:cxn>
                <a:cxn ang="0">
                  <a:pos x="csX7233" y="csY7233"/>
                </a:cxn>
                <a:cxn ang="0">
                  <a:pos x="csX7234" y="csY7234"/>
                </a:cxn>
                <a:cxn ang="0">
                  <a:pos x="csX7235" y="csY7235"/>
                </a:cxn>
                <a:cxn ang="0">
                  <a:pos x="csX7236" y="csY7236"/>
                </a:cxn>
                <a:cxn ang="0">
                  <a:pos x="csX7237" y="csY7237"/>
                </a:cxn>
                <a:cxn ang="0">
                  <a:pos x="csX7238" y="csY7238"/>
                </a:cxn>
                <a:cxn ang="0">
                  <a:pos x="csX7239" y="csY7239"/>
                </a:cxn>
                <a:cxn ang="0">
                  <a:pos x="csX7240" y="csY7240"/>
                </a:cxn>
                <a:cxn ang="0">
                  <a:pos x="csX7241" y="csY7241"/>
                </a:cxn>
                <a:cxn ang="0">
                  <a:pos x="csX7242" y="csY7242"/>
                </a:cxn>
                <a:cxn ang="0">
                  <a:pos x="csX7243" y="csY7243"/>
                </a:cxn>
                <a:cxn ang="0">
                  <a:pos x="csX7244" y="csY7244"/>
                </a:cxn>
                <a:cxn ang="0">
                  <a:pos x="csX7245" y="csY7245"/>
                </a:cxn>
                <a:cxn ang="0">
                  <a:pos x="csX7246" y="csY7246"/>
                </a:cxn>
                <a:cxn ang="0">
                  <a:pos x="csX7247" y="csY7247"/>
                </a:cxn>
                <a:cxn ang="0">
                  <a:pos x="csX7248" y="csY7248"/>
                </a:cxn>
                <a:cxn ang="0">
                  <a:pos x="csX7249" y="csY7249"/>
                </a:cxn>
                <a:cxn ang="0">
                  <a:pos x="csX7250" y="csY7250"/>
                </a:cxn>
                <a:cxn ang="0">
                  <a:pos x="csX7251" y="csY7251"/>
                </a:cxn>
                <a:cxn ang="0">
                  <a:pos x="csX7252" y="csY7252"/>
                </a:cxn>
                <a:cxn ang="0">
                  <a:pos x="csX7253" y="csY7253"/>
                </a:cxn>
                <a:cxn ang="0">
                  <a:pos x="csX7254" y="csY7254"/>
                </a:cxn>
                <a:cxn ang="0">
                  <a:pos x="csX7255" y="csY7255"/>
                </a:cxn>
                <a:cxn ang="0">
                  <a:pos x="csX7256" y="csY7256"/>
                </a:cxn>
                <a:cxn ang="0">
                  <a:pos x="csX7257" y="csY7257"/>
                </a:cxn>
                <a:cxn ang="0">
                  <a:pos x="csX7258" y="csY7258"/>
                </a:cxn>
                <a:cxn ang="0">
                  <a:pos x="csX7259" y="csY7259"/>
                </a:cxn>
                <a:cxn ang="0">
                  <a:pos x="csX7260" y="csY7260"/>
                </a:cxn>
                <a:cxn ang="0">
                  <a:pos x="csX7261" y="csY7261"/>
                </a:cxn>
                <a:cxn ang="0">
                  <a:pos x="csX7262" y="csY7262"/>
                </a:cxn>
                <a:cxn ang="0">
                  <a:pos x="csX7263" y="csY7263"/>
                </a:cxn>
                <a:cxn ang="0">
                  <a:pos x="csX7264" y="csY7264"/>
                </a:cxn>
                <a:cxn ang="0">
                  <a:pos x="csX7265" y="csY7265"/>
                </a:cxn>
                <a:cxn ang="0">
                  <a:pos x="csX7266" y="csY7266"/>
                </a:cxn>
                <a:cxn ang="0">
                  <a:pos x="csX7267" y="csY7267"/>
                </a:cxn>
                <a:cxn ang="0">
                  <a:pos x="csX7268" y="csY7268"/>
                </a:cxn>
                <a:cxn ang="0">
                  <a:pos x="csX7269" y="csY7269"/>
                </a:cxn>
                <a:cxn ang="0">
                  <a:pos x="csX7270" y="csY7270"/>
                </a:cxn>
                <a:cxn ang="0">
                  <a:pos x="csX7271" y="csY7271"/>
                </a:cxn>
                <a:cxn ang="0">
                  <a:pos x="csX7272" y="csY7272"/>
                </a:cxn>
                <a:cxn ang="0">
                  <a:pos x="csX7273" y="csY7273"/>
                </a:cxn>
                <a:cxn ang="0">
                  <a:pos x="csX7274" y="csY7274"/>
                </a:cxn>
                <a:cxn ang="0">
                  <a:pos x="csX7275" y="csY7275"/>
                </a:cxn>
                <a:cxn ang="0">
                  <a:pos x="csX7276" y="csY7276"/>
                </a:cxn>
                <a:cxn ang="0">
                  <a:pos x="csX7277" y="csY7277"/>
                </a:cxn>
                <a:cxn ang="0">
                  <a:pos x="csX7278" y="csY7278"/>
                </a:cxn>
                <a:cxn ang="0">
                  <a:pos x="csX7279" y="csY7279"/>
                </a:cxn>
                <a:cxn ang="0">
                  <a:pos x="csX7280" y="csY7280"/>
                </a:cxn>
                <a:cxn ang="0">
                  <a:pos x="csX7281" y="csY7281"/>
                </a:cxn>
                <a:cxn ang="0">
                  <a:pos x="csX7282" y="csY7282"/>
                </a:cxn>
                <a:cxn ang="0">
                  <a:pos x="csX7283" y="csY7283"/>
                </a:cxn>
                <a:cxn ang="0">
                  <a:pos x="csX7284" y="csY7284"/>
                </a:cxn>
                <a:cxn ang="0">
                  <a:pos x="csX7285" y="csY7285"/>
                </a:cxn>
                <a:cxn ang="0">
                  <a:pos x="csX7286" y="csY7286"/>
                </a:cxn>
                <a:cxn ang="0">
                  <a:pos x="csX7287" y="csY7287"/>
                </a:cxn>
                <a:cxn ang="0">
                  <a:pos x="csX7288" y="csY7288"/>
                </a:cxn>
                <a:cxn ang="0">
                  <a:pos x="csX7289" y="csY7289"/>
                </a:cxn>
                <a:cxn ang="0">
                  <a:pos x="csX7290" y="csY7290"/>
                </a:cxn>
                <a:cxn ang="0">
                  <a:pos x="csX7291" y="csY7291"/>
                </a:cxn>
                <a:cxn ang="0">
                  <a:pos x="csX7292" y="csY7292"/>
                </a:cxn>
                <a:cxn ang="0">
                  <a:pos x="csX7293" y="csY7293"/>
                </a:cxn>
                <a:cxn ang="0">
                  <a:pos x="csX7294" y="csY7294"/>
                </a:cxn>
                <a:cxn ang="0">
                  <a:pos x="csX7295" y="csY7295"/>
                </a:cxn>
                <a:cxn ang="0">
                  <a:pos x="csX7296" y="csY7296"/>
                </a:cxn>
                <a:cxn ang="0">
                  <a:pos x="csX7297" y="csY7297"/>
                </a:cxn>
                <a:cxn ang="0">
                  <a:pos x="csX7298" y="csY7298"/>
                </a:cxn>
                <a:cxn ang="0">
                  <a:pos x="csX7299" y="csY7299"/>
                </a:cxn>
                <a:cxn ang="0">
                  <a:pos x="csX7300" y="csY7300"/>
                </a:cxn>
                <a:cxn ang="0">
                  <a:pos x="csX7301" y="csY7301"/>
                </a:cxn>
                <a:cxn ang="0">
                  <a:pos x="csX7302" y="csY7302"/>
                </a:cxn>
                <a:cxn ang="0">
                  <a:pos x="csX7303" y="csY7303"/>
                </a:cxn>
                <a:cxn ang="0">
                  <a:pos x="csX7304" y="csY7304"/>
                </a:cxn>
                <a:cxn ang="0">
                  <a:pos x="csX7305" y="csY7305"/>
                </a:cxn>
                <a:cxn ang="0">
                  <a:pos x="csX7306" y="csY7306"/>
                </a:cxn>
                <a:cxn ang="0">
                  <a:pos x="csX7307" y="csY7307"/>
                </a:cxn>
                <a:cxn ang="0">
                  <a:pos x="csX7308" y="csY7308"/>
                </a:cxn>
                <a:cxn ang="0">
                  <a:pos x="csX7309" y="csY7309"/>
                </a:cxn>
                <a:cxn ang="0">
                  <a:pos x="csX7310" y="csY7310"/>
                </a:cxn>
                <a:cxn ang="0">
                  <a:pos x="csX7311" y="csY7311"/>
                </a:cxn>
                <a:cxn ang="0">
                  <a:pos x="csX7312" y="csY7312"/>
                </a:cxn>
                <a:cxn ang="0">
                  <a:pos x="csX7313" y="csY7313"/>
                </a:cxn>
                <a:cxn ang="0">
                  <a:pos x="csX7314" y="csY7314"/>
                </a:cxn>
                <a:cxn ang="0">
                  <a:pos x="csX7315" y="csY7315"/>
                </a:cxn>
                <a:cxn ang="0">
                  <a:pos x="csX7316" y="csY7316"/>
                </a:cxn>
                <a:cxn ang="0">
                  <a:pos x="csX7317" y="csY7317"/>
                </a:cxn>
                <a:cxn ang="0">
                  <a:pos x="csX7318" y="csY7318"/>
                </a:cxn>
                <a:cxn ang="0">
                  <a:pos x="csX7319" y="csY7319"/>
                </a:cxn>
                <a:cxn ang="0">
                  <a:pos x="csX7320" y="csY7320"/>
                </a:cxn>
                <a:cxn ang="0">
                  <a:pos x="csX7321" y="csY7321"/>
                </a:cxn>
                <a:cxn ang="0">
                  <a:pos x="csX7322" y="csY7322"/>
                </a:cxn>
                <a:cxn ang="0">
                  <a:pos x="csX7323" y="csY7323"/>
                </a:cxn>
                <a:cxn ang="0">
                  <a:pos x="csX7324" y="csY7324"/>
                </a:cxn>
                <a:cxn ang="0">
                  <a:pos x="csX7325" y="csY7325"/>
                </a:cxn>
                <a:cxn ang="0">
                  <a:pos x="csX7326" y="csY7326"/>
                </a:cxn>
                <a:cxn ang="0">
                  <a:pos x="csX7327" y="csY7327"/>
                </a:cxn>
                <a:cxn ang="0">
                  <a:pos x="csX7328" y="csY7328"/>
                </a:cxn>
                <a:cxn ang="0">
                  <a:pos x="csX7329" y="csY7329"/>
                </a:cxn>
                <a:cxn ang="0">
                  <a:pos x="csX7330" y="csY7330"/>
                </a:cxn>
                <a:cxn ang="0">
                  <a:pos x="csX7331" y="csY7331"/>
                </a:cxn>
                <a:cxn ang="0">
                  <a:pos x="csX7332" y="csY7332"/>
                </a:cxn>
                <a:cxn ang="0">
                  <a:pos x="csX7333" y="csY7333"/>
                </a:cxn>
                <a:cxn ang="0">
                  <a:pos x="csX7334" y="csY7334"/>
                </a:cxn>
                <a:cxn ang="0">
                  <a:pos x="csX7335" y="csY7335"/>
                </a:cxn>
                <a:cxn ang="0">
                  <a:pos x="csX7336" y="csY7336"/>
                </a:cxn>
                <a:cxn ang="0">
                  <a:pos x="csX7337" y="csY7337"/>
                </a:cxn>
                <a:cxn ang="0">
                  <a:pos x="csX7338" y="csY7338"/>
                </a:cxn>
                <a:cxn ang="0">
                  <a:pos x="csX7339" y="csY7339"/>
                </a:cxn>
                <a:cxn ang="0">
                  <a:pos x="csX7340" y="csY7340"/>
                </a:cxn>
                <a:cxn ang="0">
                  <a:pos x="csX7341" y="csY7341"/>
                </a:cxn>
                <a:cxn ang="0">
                  <a:pos x="csX7342" y="csY7342"/>
                </a:cxn>
                <a:cxn ang="0">
                  <a:pos x="csX7343" y="csY7343"/>
                </a:cxn>
                <a:cxn ang="0">
                  <a:pos x="csX7344" y="csY7344"/>
                </a:cxn>
                <a:cxn ang="0">
                  <a:pos x="csX7345" y="csY7345"/>
                </a:cxn>
                <a:cxn ang="0">
                  <a:pos x="csX7346" y="csY7346"/>
                </a:cxn>
                <a:cxn ang="0">
                  <a:pos x="csX7347" y="csY7347"/>
                </a:cxn>
                <a:cxn ang="0">
                  <a:pos x="csX7348" y="csY7348"/>
                </a:cxn>
                <a:cxn ang="0">
                  <a:pos x="csX7349" y="csY7349"/>
                </a:cxn>
                <a:cxn ang="0">
                  <a:pos x="csX7350" y="csY7350"/>
                </a:cxn>
                <a:cxn ang="0">
                  <a:pos x="csX7351" y="csY7351"/>
                </a:cxn>
                <a:cxn ang="0">
                  <a:pos x="csX7352" y="csY7352"/>
                </a:cxn>
                <a:cxn ang="0">
                  <a:pos x="csX7353" y="csY7353"/>
                </a:cxn>
                <a:cxn ang="0">
                  <a:pos x="csX7354" y="csY7354"/>
                </a:cxn>
                <a:cxn ang="0">
                  <a:pos x="csX7355" y="csY7355"/>
                </a:cxn>
                <a:cxn ang="0">
                  <a:pos x="csX7356" y="csY7356"/>
                </a:cxn>
                <a:cxn ang="0">
                  <a:pos x="csX7357" y="csY7357"/>
                </a:cxn>
                <a:cxn ang="0">
                  <a:pos x="csX7358" y="csY7358"/>
                </a:cxn>
                <a:cxn ang="0">
                  <a:pos x="csX7359" y="csY7359"/>
                </a:cxn>
                <a:cxn ang="0">
                  <a:pos x="csX7360" y="csY7360"/>
                </a:cxn>
                <a:cxn ang="0">
                  <a:pos x="csX7361" y="csY7361"/>
                </a:cxn>
                <a:cxn ang="0">
                  <a:pos x="csX7362" y="csY7362"/>
                </a:cxn>
                <a:cxn ang="0">
                  <a:pos x="csX7363" y="csY7363"/>
                </a:cxn>
                <a:cxn ang="0">
                  <a:pos x="csX7364" y="csY7364"/>
                </a:cxn>
                <a:cxn ang="0">
                  <a:pos x="csX7365" y="csY7365"/>
                </a:cxn>
                <a:cxn ang="0">
                  <a:pos x="csX7366" y="csY7366"/>
                </a:cxn>
                <a:cxn ang="0">
                  <a:pos x="csX7367" y="csY7367"/>
                </a:cxn>
                <a:cxn ang="0">
                  <a:pos x="csX7368" y="csY7368"/>
                </a:cxn>
                <a:cxn ang="0">
                  <a:pos x="csX7369" y="csY7369"/>
                </a:cxn>
                <a:cxn ang="0">
                  <a:pos x="csX7370" y="csY7370"/>
                </a:cxn>
                <a:cxn ang="0">
                  <a:pos x="csX7371" y="csY7371"/>
                </a:cxn>
                <a:cxn ang="0">
                  <a:pos x="csX7372" y="csY7372"/>
                </a:cxn>
                <a:cxn ang="0">
                  <a:pos x="csX7373" y="csY7373"/>
                </a:cxn>
                <a:cxn ang="0">
                  <a:pos x="csX7374" y="csY7374"/>
                </a:cxn>
                <a:cxn ang="0">
                  <a:pos x="csX7375" y="csY7375"/>
                </a:cxn>
                <a:cxn ang="0">
                  <a:pos x="csX7376" y="csY7376"/>
                </a:cxn>
                <a:cxn ang="0">
                  <a:pos x="csX7377" y="csY7377"/>
                </a:cxn>
                <a:cxn ang="0">
                  <a:pos x="csX7378" y="csY7378"/>
                </a:cxn>
                <a:cxn ang="0">
                  <a:pos x="csX7379" y="csY7379"/>
                </a:cxn>
                <a:cxn ang="0">
                  <a:pos x="csX7380" y="csY7380"/>
                </a:cxn>
                <a:cxn ang="0">
                  <a:pos x="csX7381" y="csY7381"/>
                </a:cxn>
                <a:cxn ang="0">
                  <a:pos x="csX7382" y="csY7382"/>
                </a:cxn>
                <a:cxn ang="0">
                  <a:pos x="csX7383" y="csY7383"/>
                </a:cxn>
                <a:cxn ang="0">
                  <a:pos x="csX7384" y="csY7384"/>
                </a:cxn>
                <a:cxn ang="0">
                  <a:pos x="csX7385" y="csY7385"/>
                </a:cxn>
                <a:cxn ang="0">
                  <a:pos x="csX7386" y="csY7386"/>
                </a:cxn>
                <a:cxn ang="0">
                  <a:pos x="csX7387" y="csY7387"/>
                </a:cxn>
                <a:cxn ang="0">
                  <a:pos x="csX7388" y="csY7388"/>
                </a:cxn>
                <a:cxn ang="0">
                  <a:pos x="csX7389" y="csY7389"/>
                </a:cxn>
                <a:cxn ang="0">
                  <a:pos x="csX7390" y="csY7390"/>
                </a:cxn>
                <a:cxn ang="0">
                  <a:pos x="csX7391" y="csY7391"/>
                </a:cxn>
                <a:cxn ang="0">
                  <a:pos x="csX7392" y="csY7392"/>
                </a:cxn>
                <a:cxn ang="0">
                  <a:pos x="csX7393" y="csY7393"/>
                </a:cxn>
                <a:cxn ang="0">
                  <a:pos x="csX7394" y="csY7394"/>
                </a:cxn>
                <a:cxn ang="0">
                  <a:pos x="csX7395" y="csY7395"/>
                </a:cxn>
                <a:cxn ang="0">
                  <a:pos x="csX7396" y="csY7396"/>
                </a:cxn>
                <a:cxn ang="0">
                  <a:pos x="csX7397" y="csY7397"/>
                </a:cxn>
                <a:cxn ang="0">
                  <a:pos x="csX7398" y="csY7398"/>
                </a:cxn>
                <a:cxn ang="0">
                  <a:pos x="csX7399" y="csY7399"/>
                </a:cxn>
                <a:cxn ang="0">
                  <a:pos x="csX7400" y="csY7400"/>
                </a:cxn>
                <a:cxn ang="0">
                  <a:pos x="csX7401" y="csY7401"/>
                </a:cxn>
                <a:cxn ang="0">
                  <a:pos x="csX7402" y="csY7402"/>
                </a:cxn>
                <a:cxn ang="0">
                  <a:pos x="csX7403" y="csY7403"/>
                </a:cxn>
                <a:cxn ang="0">
                  <a:pos x="csX7404" y="csY7404"/>
                </a:cxn>
                <a:cxn ang="0">
                  <a:pos x="csX7405" y="csY7405"/>
                </a:cxn>
                <a:cxn ang="0">
                  <a:pos x="csX7406" y="csY7406"/>
                </a:cxn>
                <a:cxn ang="0">
                  <a:pos x="csX7407" y="csY7407"/>
                </a:cxn>
                <a:cxn ang="0">
                  <a:pos x="csX7408" y="csY7408"/>
                </a:cxn>
                <a:cxn ang="0">
                  <a:pos x="csX7409" y="csY7409"/>
                </a:cxn>
                <a:cxn ang="0">
                  <a:pos x="csX7410" y="csY7410"/>
                </a:cxn>
                <a:cxn ang="0">
                  <a:pos x="csX7411" y="csY7411"/>
                </a:cxn>
                <a:cxn ang="0">
                  <a:pos x="csX7412" y="csY7412"/>
                </a:cxn>
                <a:cxn ang="0">
                  <a:pos x="csX7413" y="csY7413"/>
                </a:cxn>
                <a:cxn ang="0">
                  <a:pos x="csX7414" y="csY7414"/>
                </a:cxn>
                <a:cxn ang="0">
                  <a:pos x="csX7415" y="csY7415"/>
                </a:cxn>
                <a:cxn ang="0">
                  <a:pos x="csX7416" y="csY7416"/>
                </a:cxn>
                <a:cxn ang="0">
                  <a:pos x="csX7417" y="csY7417"/>
                </a:cxn>
                <a:cxn ang="0">
                  <a:pos x="csX7418" y="csY7418"/>
                </a:cxn>
                <a:cxn ang="0">
                  <a:pos x="csX7419" y="csY7419"/>
                </a:cxn>
                <a:cxn ang="0">
                  <a:pos x="csX7420" y="csY7420"/>
                </a:cxn>
                <a:cxn ang="0">
                  <a:pos x="csX7421" y="csY7421"/>
                </a:cxn>
                <a:cxn ang="0">
                  <a:pos x="csX7422" y="csY7422"/>
                </a:cxn>
                <a:cxn ang="0">
                  <a:pos x="csX7423" y="csY7423"/>
                </a:cxn>
                <a:cxn ang="0">
                  <a:pos x="csX7424" y="csY7424"/>
                </a:cxn>
                <a:cxn ang="0">
                  <a:pos x="csX7425" y="csY7425"/>
                </a:cxn>
                <a:cxn ang="0">
                  <a:pos x="csX7426" y="csY7426"/>
                </a:cxn>
                <a:cxn ang="0">
                  <a:pos x="csX7427" y="csY7427"/>
                </a:cxn>
                <a:cxn ang="0">
                  <a:pos x="csX7428" y="csY7428"/>
                </a:cxn>
                <a:cxn ang="0">
                  <a:pos x="csX7429" y="csY7429"/>
                </a:cxn>
                <a:cxn ang="0">
                  <a:pos x="csX7430" y="csY7430"/>
                </a:cxn>
                <a:cxn ang="0">
                  <a:pos x="csX7431" y="csY7431"/>
                </a:cxn>
                <a:cxn ang="0">
                  <a:pos x="csX7432" y="csY7432"/>
                </a:cxn>
                <a:cxn ang="0">
                  <a:pos x="csX7433" y="csY7433"/>
                </a:cxn>
                <a:cxn ang="0">
                  <a:pos x="csX7434" y="csY7434"/>
                </a:cxn>
                <a:cxn ang="0">
                  <a:pos x="csX7435" y="csY7435"/>
                </a:cxn>
                <a:cxn ang="0">
                  <a:pos x="csX7436" y="csY7436"/>
                </a:cxn>
                <a:cxn ang="0">
                  <a:pos x="csX7437" y="csY7437"/>
                </a:cxn>
                <a:cxn ang="0">
                  <a:pos x="csX7438" y="csY7438"/>
                </a:cxn>
                <a:cxn ang="0">
                  <a:pos x="csX7439" y="csY7439"/>
                </a:cxn>
                <a:cxn ang="0">
                  <a:pos x="csX7440" y="csY7440"/>
                </a:cxn>
                <a:cxn ang="0">
                  <a:pos x="csX7441" y="csY7441"/>
                </a:cxn>
                <a:cxn ang="0">
                  <a:pos x="csX7442" y="csY7442"/>
                </a:cxn>
                <a:cxn ang="0">
                  <a:pos x="csX7443" y="csY7443"/>
                </a:cxn>
                <a:cxn ang="0">
                  <a:pos x="csX7444" y="csY7444"/>
                </a:cxn>
                <a:cxn ang="0">
                  <a:pos x="csX7445" y="csY7445"/>
                </a:cxn>
                <a:cxn ang="0">
                  <a:pos x="csX7446" y="csY7446"/>
                </a:cxn>
                <a:cxn ang="0">
                  <a:pos x="csX7447" y="csY7447"/>
                </a:cxn>
                <a:cxn ang="0">
                  <a:pos x="csX7448" y="csY7448"/>
                </a:cxn>
                <a:cxn ang="0">
                  <a:pos x="csX7449" y="csY7449"/>
                </a:cxn>
                <a:cxn ang="0">
                  <a:pos x="csX7450" y="csY7450"/>
                </a:cxn>
                <a:cxn ang="0">
                  <a:pos x="csX7451" y="csY7451"/>
                </a:cxn>
                <a:cxn ang="0">
                  <a:pos x="csX7452" y="csY7452"/>
                </a:cxn>
                <a:cxn ang="0">
                  <a:pos x="csX7453" y="csY7453"/>
                </a:cxn>
                <a:cxn ang="0">
                  <a:pos x="csX7454" y="csY7454"/>
                </a:cxn>
                <a:cxn ang="0">
                  <a:pos x="csX7455" y="csY7455"/>
                </a:cxn>
                <a:cxn ang="0">
                  <a:pos x="csX7456" y="csY7456"/>
                </a:cxn>
                <a:cxn ang="0">
                  <a:pos x="csX7457" y="csY7457"/>
                </a:cxn>
                <a:cxn ang="0">
                  <a:pos x="csX7458" y="csY7458"/>
                </a:cxn>
                <a:cxn ang="0">
                  <a:pos x="csX7459" y="csY7459"/>
                </a:cxn>
                <a:cxn ang="0">
                  <a:pos x="csX7460" y="csY7460"/>
                </a:cxn>
                <a:cxn ang="0">
                  <a:pos x="csX7461" y="csY7461"/>
                </a:cxn>
                <a:cxn ang="0">
                  <a:pos x="csX7462" y="csY7462"/>
                </a:cxn>
                <a:cxn ang="0">
                  <a:pos x="csX7463" y="csY7463"/>
                </a:cxn>
                <a:cxn ang="0">
                  <a:pos x="csX7464" y="csY7464"/>
                </a:cxn>
                <a:cxn ang="0">
                  <a:pos x="csX7465" y="csY7465"/>
                </a:cxn>
                <a:cxn ang="0">
                  <a:pos x="csX7466" y="csY7466"/>
                </a:cxn>
                <a:cxn ang="0">
                  <a:pos x="csX7467" y="csY7467"/>
                </a:cxn>
                <a:cxn ang="0">
                  <a:pos x="csX7468" y="csY7468"/>
                </a:cxn>
                <a:cxn ang="0">
                  <a:pos x="csX7469" y="csY7469"/>
                </a:cxn>
                <a:cxn ang="0">
                  <a:pos x="csX7470" y="csY7470"/>
                </a:cxn>
                <a:cxn ang="0">
                  <a:pos x="csX7471" y="csY7471"/>
                </a:cxn>
                <a:cxn ang="0">
                  <a:pos x="csX7472" y="csY7472"/>
                </a:cxn>
                <a:cxn ang="0">
                  <a:pos x="csX7473" y="csY7473"/>
                </a:cxn>
                <a:cxn ang="0">
                  <a:pos x="csX7474" y="csY7474"/>
                </a:cxn>
                <a:cxn ang="0">
                  <a:pos x="csX7475" y="csY7475"/>
                </a:cxn>
                <a:cxn ang="0">
                  <a:pos x="csX7476" y="csY7476"/>
                </a:cxn>
                <a:cxn ang="0">
                  <a:pos x="csX7477" y="csY7477"/>
                </a:cxn>
                <a:cxn ang="0">
                  <a:pos x="csX7478" y="csY7478"/>
                </a:cxn>
                <a:cxn ang="0">
                  <a:pos x="csX7479" y="csY7479"/>
                </a:cxn>
                <a:cxn ang="0">
                  <a:pos x="csX7480" y="csY7480"/>
                </a:cxn>
                <a:cxn ang="0">
                  <a:pos x="csX7481" y="csY7481"/>
                </a:cxn>
                <a:cxn ang="0">
                  <a:pos x="csX7482" y="csY7482"/>
                </a:cxn>
                <a:cxn ang="0">
                  <a:pos x="csX7483" y="csY7483"/>
                </a:cxn>
                <a:cxn ang="0">
                  <a:pos x="csX7484" y="csY7484"/>
                </a:cxn>
                <a:cxn ang="0">
                  <a:pos x="csX7485" y="csY7485"/>
                </a:cxn>
                <a:cxn ang="0">
                  <a:pos x="csX7486" y="csY7486"/>
                </a:cxn>
                <a:cxn ang="0">
                  <a:pos x="csX7487" y="csY7487"/>
                </a:cxn>
                <a:cxn ang="0">
                  <a:pos x="csX7488" y="csY7488"/>
                </a:cxn>
                <a:cxn ang="0">
                  <a:pos x="csX7489" y="csY7489"/>
                </a:cxn>
                <a:cxn ang="0">
                  <a:pos x="csX7490" y="csY7490"/>
                </a:cxn>
                <a:cxn ang="0">
                  <a:pos x="csX7491" y="csY7491"/>
                </a:cxn>
                <a:cxn ang="0">
                  <a:pos x="csX7492" y="csY7492"/>
                </a:cxn>
                <a:cxn ang="0">
                  <a:pos x="csX7493" y="csY7493"/>
                </a:cxn>
                <a:cxn ang="0">
                  <a:pos x="csX7494" y="csY7494"/>
                </a:cxn>
                <a:cxn ang="0">
                  <a:pos x="csX7495" y="csY7495"/>
                </a:cxn>
                <a:cxn ang="0">
                  <a:pos x="csX7496" y="csY7496"/>
                </a:cxn>
                <a:cxn ang="0">
                  <a:pos x="csX7497" y="csY7497"/>
                </a:cxn>
                <a:cxn ang="0">
                  <a:pos x="csX7498" y="csY7498"/>
                </a:cxn>
                <a:cxn ang="0">
                  <a:pos x="csX7499" y="csY7499"/>
                </a:cxn>
                <a:cxn ang="0">
                  <a:pos x="csX7500" y="csY7500"/>
                </a:cxn>
                <a:cxn ang="0">
                  <a:pos x="csX7501" y="csY7501"/>
                </a:cxn>
                <a:cxn ang="0">
                  <a:pos x="csX7502" y="csY7502"/>
                </a:cxn>
                <a:cxn ang="0">
                  <a:pos x="csX7503" y="csY7503"/>
                </a:cxn>
                <a:cxn ang="0">
                  <a:pos x="csX7504" y="csY7504"/>
                </a:cxn>
                <a:cxn ang="0">
                  <a:pos x="csX7505" y="csY7505"/>
                </a:cxn>
                <a:cxn ang="0">
                  <a:pos x="csX7506" y="csY7506"/>
                </a:cxn>
                <a:cxn ang="0">
                  <a:pos x="csX7507" y="csY7507"/>
                </a:cxn>
                <a:cxn ang="0">
                  <a:pos x="csX7508" y="csY7508"/>
                </a:cxn>
                <a:cxn ang="0">
                  <a:pos x="csX7509" y="csY7509"/>
                </a:cxn>
                <a:cxn ang="0">
                  <a:pos x="csX7510" y="csY7510"/>
                </a:cxn>
                <a:cxn ang="0">
                  <a:pos x="csX7511" y="csY7511"/>
                </a:cxn>
                <a:cxn ang="0">
                  <a:pos x="csX7512" y="csY7512"/>
                </a:cxn>
                <a:cxn ang="0">
                  <a:pos x="csX7513" y="csY7513"/>
                </a:cxn>
                <a:cxn ang="0">
                  <a:pos x="csX7514" y="csY7514"/>
                </a:cxn>
                <a:cxn ang="0">
                  <a:pos x="csX7515" y="csY7515"/>
                </a:cxn>
                <a:cxn ang="0">
                  <a:pos x="csX7516" y="csY7516"/>
                </a:cxn>
                <a:cxn ang="0">
                  <a:pos x="csX7517" y="csY7517"/>
                </a:cxn>
                <a:cxn ang="0">
                  <a:pos x="csX7518" y="csY7518"/>
                </a:cxn>
                <a:cxn ang="0">
                  <a:pos x="csX7519" y="csY7519"/>
                </a:cxn>
                <a:cxn ang="0">
                  <a:pos x="csX7520" y="csY7520"/>
                </a:cxn>
                <a:cxn ang="0">
                  <a:pos x="csX7521" y="csY7521"/>
                </a:cxn>
                <a:cxn ang="0">
                  <a:pos x="csX7522" y="csY7522"/>
                </a:cxn>
                <a:cxn ang="0">
                  <a:pos x="csX7523" y="csY7523"/>
                </a:cxn>
                <a:cxn ang="0">
                  <a:pos x="csX7524" y="csY7524"/>
                </a:cxn>
                <a:cxn ang="0">
                  <a:pos x="csX7525" y="csY7525"/>
                </a:cxn>
                <a:cxn ang="0">
                  <a:pos x="csX7526" y="csY7526"/>
                </a:cxn>
                <a:cxn ang="0">
                  <a:pos x="csX7527" y="csY7527"/>
                </a:cxn>
                <a:cxn ang="0">
                  <a:pos x="csX7528" y="csY7528"/>
                </a:cxn>
                <a:cxn ang="0">
                  <a:pos x="csX7529" y="csY7529"/>
                </a:cxn>
                <a:cxn ang="0">
                  <a:pos x="csX7530" y="csY7530"/>
                </a:cxn>
                <a:cxn ang="0">
                  <a:pos x="csX7531" y="csY7531"/>
                </a:cxn>
                <a:cxn ang="0">
                  <a:pos x="csX7532" y="csY7532"/>
                </a:cxn>
                <a:cxn ang="0">
                  <a:pos x="csX7533" y="csY7533"/>
                </a:cxn>
                <a:cxn ang="0">
                  <a:pos x="csX7534" y="csY7534"/>
                </a:cxn>
                <a:cxn ang="0">
                  <a:pos x="csX7535" y="csY7535"/>
                </a:cxn>
                <a:cxn ang="0">
                  <a:pos x="csX7536" y="csY7536"/>
                </a:cxn>
                <a:cxn ang="0">
                  <a:pos x="csX7537" y="csY7537"/>
                </a:cxn>
                <a:cxn ang="0">
                  <a:pos x="csX7538" y="csY7538"/>
                </a:cxn>
                <a:cxn ang="0">
                  <a:pos x="csX7539" y="csY7539"/>
                </a:cxn>
                <a:cxn ang="0">
                  <a:pos x="csX7540" y="csY7540"/>
                </a:cxn>
                <a:cxn ang="0">
                  <a:pos x="csX7541" y="csY7541"/>
                </a:cxn>
                <a:cxn ang="0">
                  <a:pos x="csX7542" y="csY7542"/>
                </a:cxn>
                <a:cxn ang="0">
                  <a:pos x="csX7543" y="csY7543"/>
                </a:cxn>
                <a:cxn ang="0">
                  <a:pos x="csX7544" y="csY7544"/>
                </a:cxn>
                <a:cxn ang="0">
                  <a:pos x="csX7545" y="csY7545"/>
                </a:cxn>
                <a:cxn ang="0">
                  <a:pos x="csX7546" y="csY7546"/>
                </a:cxn>
                <a:cxn ang="0">
                  <a:pos x="csX7547" y="csY7547"/>
                </a:cxn>
                <a:cxn ang="0">
                  <a:pos x="csX7548" y="csY7548"/>
                </a:cxn>
                <a:cxn ang="0">
                  <a:pos x="csX7549" y="csY7549"/>
                </a:cxn>
                <a:cxn ang="0">
                  <a:pos x="csX7550" y="csY7550"/>
                </a:cxn>
                <a:cxn ang="0">
                  <a:pos x="csX7551" y="csY7551"/>
                </a:cxn>
                <a:cxn ang="0">
                  <a:pos x="csX7552" y="csY7552"/>
                </a:cxn>
                <a:cxn ang="0">
                  <a:pos x="csX7553" y="csY7553"/>
                </a:cxn>
                <a:cxn ang="0">
                  <a:pos x="csX7554" y="csY7554"/>
                </a:cxn>
                <a:cxn ang="0">
                  <a:pos x="csX7555" y="csY7555"/>
                </a:cxn>
                <a:cxn ang="0">
                  <a:pos x="csX7556" y="csY7556"/>
                </a:cxn>
                <a:cxn ang="0">
                  <a:pos x="csX7557" y="csY7557"/>
                </a:cxn>
                <a:cxn ang="0">
                  <a:pos x="csX7558" y="csY7558"/>
                </a:cxn>
                <a:cxn ang="0">
                  <a:pos x="csX7559" y="csY7559"/>
                </a:cxn>
                <a:cxn ang="0">
                  <a:pos x="csX7560" y="csY7560"/>
                </a:cxn>
                <a:cxn ang="0">
                  <a:pos x="csX7561" y="csY7561"/>
                </a:cxn>
                <a:cxn ang="0">
                  <a:pos x="csX7562" y="csY7562"/>
                </a:cxn>
                <a:cxn ang="0">
                  <a:pos x="csX7563" y="csY7563"/>
                </a:cxn>
                <a:cxn ang="0">
                  <a:pos x="csX7564" y="csY7564"/>
                </a:cxn>
                <a:cxn ang="0">
                  <a:pos x="csX7565" y="csY7565"/>
                </a:cxn>
                <a:cxn ang="0">
                  <a:pos x="csX7566" y="csY7566"/>
                </a:cxn>
                <a:cxn ang="0">
                  <a:pos x="csX7567" y="csY7567"/>
                </a:cxn>
                <a:cxn ang="0">
                  <a:pos x="csX7568" y="csY7568"/>
                </a:cxn>
                <a:cxn ang="0">
                  <a:pos x="csX7569" y="csY7569"/>
                </a:cxn>
                <a:cxn ang="0">
                  <a:pos x="csX7570" y="csY7570"/>
                </a:cxn>
                <a:cxn ang="0">
                  <a:pos x="csX7571" y="csY7571"/>
                </a:cxn>
                <a:cxn ang="0">
                  <a:pos x="csX7572" y="csY7572"/>
                </a:cxn>
                <a:cxn ang="0">
                  <a:pos x="csX7573" y="csY7573"/>
                </a:cxn>
                <a:cxn ang="0">
                  <a:pos x="csX7574" y="csY7574"/>
                </a:cxn>
                <a:cxn ang="0">
                  <a:pos x="csX7575" y="csY7575"/>
                </a:cxn>
                <a:cxn ang="0">
                  <a:pos x="csX7576" y="csY7576"/>
                </a:cxn>
                <a:cxn ang="0">
                  <a:pos x="csX7577" y="csY7577"/>
                </a:cxn>
                <a:cxn ang="0">
                  <a:pos x="csX7578" y="csY7578"/>
                </a:cxn>
                <a:cxn ang="0">
                  <a:pos x="csX7579" y="csY7579"/>
                </a:cxn>
                <a:cxn ang="0">
                  <a:pos x="csX7580" y="csY7580"/>
                </a:cxn>
                <a:cxn ang="0">
                  <a:pos x="csX7581" y="csY7581"/>
                </a:cxn>
                <a:cxn ang="0">
                  <a:pos x="csX7582" y="csY7582"/>
                </a:cxn>
                <a:cxn ang="0">
                  <a:pos x="csX7583" y="csY7583"/>
                </a:cxn>
                <a:cxn ang="0">
                  <a:pos x="csX7584" y="csY7584"/>
                </a:cxn>
                <a:cxn ang="0">
                  <a:pos x="csX7585" y="csY7585"/>
                </a:cxn>
                <a:cxn ang="0">
                  <a:pos x="csX7586" y="csY7586"/>
                </a:cxn>
                <a:cxn ang="0">
                  <a:pos x="csX7587" y="csY7587"/>
                </a:cxn>
                <a:cxn ang="0">
                  <a:pos x="csX7588" y="csY7588"/>
                </a:cxn>
                <a:cxn ang="0">
                  <a:pos x="csX7589" y="csY7589"/>
                </a:cxn>
                <a:cxn ang="0">
                  <a:pos x="csX7590" y="csY7590"/>
                </a:cxn>
                <a:cxn ang="0">
                  <a:pos x="csX7591" y="csY7591"/>
                </a:cxn>
                <a:cxn ang="0">
                  <a:pos x="csX7592" y="csY7592"/>
                </a:cxn>
                <a:cxn ang="0">
                  <a:pos x="csX7593" y="csY7593"/>
                </a:cxn>
                <a:cxn ang="0">
                  <a:pos x="csX7594" y="csY7594"/>
                </a:cxn>
                <a:cxn ang="0">
                  <a:pos x="csX7595" y="csY7595"/>
                </a:cxn>
                <a:cxn ang="0">
                  <a:pos x="csX7596" y="csY7596"/>
                </a:cxn>
                <a:cxn ang="0">
                  <a:pos x="csX7597" y="csY7597"/>
                </a:cxn>
                <a:cxn ang="0">
                  <a:pos x="csX7598" y="csY7598"/>
                </a:cxn>
                <a:cxn ang="0">
                  <a:pos x="csX7599" y="csY7599"/>
                </a:cxn>
                <a:cxn ang="0">
                  <a:pos x="csX7600" y="csY7600"/>
                </a:cxn>
                <a:cxn ang="0">
                  <a:pos x="csX7601" y="csY7601"/>
                </a:cxn>
                <a:cxn ang="0">
                  <a:pos x="csX7602" y="csY7602"/>
                </a:cxn>
                <a:cxn ang="0">
                  <a:pos x="csX7603" y="csY7603"/>
                </a:cxn>
                <a:cxn ang="0">
                  <a:pos x="csX7604" y="csY7604"/>
                </a:cxn>
                <a:cxn ang="0">
                  <a:pos x="csX7605" y="csY7605"/>
                </a:cxn>
                <a:cxn ang="0">
                  <a:pos x="csX7606" y="csY7606"/>
                </a:cxn>
                <a:cxn ang="0">
                  <a:pos x="csX7607" y="csY7607"/>
                </a:cxn>
                <a:cxn ang="0">
                  <a:pos x="csX7608" y="csY7608"/>
                </a:cxn>
                <a:cxn ang="0">
                  <a:pos x="csX7609" y="csY7609"/>
                </a:cxn>
                <a:cxn ang="0">
                  <a:pos x="csX7610" y="csY7610"/>
                </a:cxn>
                <a:cxn ang="0">
                  <a:pos x="csX7611" y="csY7611"/>
                </a:cxn>
                <a:cxn ang="0">
                  <a:pos x="csX7612" y="csY7612"/>
                </a:cxn>
                <a:cxn ang="0">
                  <a:pos x="csX7613" y="csY7613"/>
                </a:cxn>
                <a:cxn ang="0">
                  <a:pos x="csX7614" y="csY7614"/>
                </a:cxn>
                <a:cxn ang="0">
                  <a:pos x="csX7615" y="csY7615"/>
                </a:cxn>
                <a:cxn ang="0">
                  <a:pos x="csX7616" y="csY7616"/>
                </a:cxn>
                <a:cxn ang="0">
                  <a:pos x="csX7617" y="csY7617"/>
                </a:cxn>
                <a:cxn ang="0">
                  <a:pos x="csX7618" y="csY7618"/>
                </a:cxn>
                <a:cxn ang="0">
                  <a:pos x="csX7619" y="csY7619"/>
                </a:cxn>
                <a:cxn ang="0">
                  <a:pos x="csX7620" y="csY7620"/>
                </a:cxn>
                <a:cxn ang="0">
                  <a:pos x="csX7621" y="csY7621"/>
                </a:cxn>
                <a:cxn ang="0">
                  <a:pos x="csX7622" y="csY7622"/>
                </a:cxn>
                <a:cxn ang="0">
                  <a:pos x="csX7623" y="csY7623"/>
                </a:cxn>
                <a:cxn ang="0">
                  <a:pos x="csX7624" y="csY7624"/>
                </a:cxn>
                <a:cxn ang="0">
                  <a:pos x="csX7625" y="csY7625"/>
                </a:cxn>
                <a:cxn ang="0">
                  <a:pos x="csX7626" y="csY7626"/>
                </a:cxn>
                <a:cxn ang="0">
                  <a:pos x="csX7627" y="csY7627"/>
                </a:cxn>
                <a:cxn ang="0">
                  <a:pos x="csX7628" y="csY7628"/>
                </a:cxn>
                <a:cxn ang="0">
                  <a:pos x="csX7629" y="csY7629"/>
                </a:cxn>
                <a:cxn ang="0">
                  <a:pos x="csX7630" y="csY7630"/>
                </a:cxn>
                <a:cxn ang="0">
                  <a:pos x="csX7631" y="csY7631"/>
                </a:cxn>
                <a:cxn ang="0">
                  <a:pos x="csX7632" y="csY7632"/>
                </a:cxn>
                <a:cxn ang="0">
                  <a:pos x="csX7633" y="csY7633"/>
                </a:cxn>
                <a:cxn ang="0">
                  <a:pos x="csX7634" y="csY7634"/>
                </a:cxn>
                <a:cxn ang="0">
                  <a:pos x="csX7635" y="csY7635"/>
                </a:cxn>
                <a:cxn ang="0">
                  <a:pos x="csX7636" y="csY7636"/>
                </a:cxn>
                <a:cxn ang="0">
                  <a:pos x="csX7637" y="csY7637"/>
                </a:cxn>
                <a:cxn ang="0">
                  <a:pos x="csX7638" y="csY7638"/>
                </a:cxn>
                <a:cxn ang="0">
                  <a:pos x="csX7639" y="csY7639"/>
                </a:cxn>
                <a:cxn ang="0">
                  <a:pos x="csX7640" y="csY7640"/>
                </a:cxn>
                <a:cxn ang="0">
                  <a:pos x="csX7641" y="csY7641"/>
                </a:cxn>
                <a:cxn ang="0">
                  <a:pos x="csX7642" y="csY7642"/>
                </a:cxn>
                <a:cxn ang="0">
                  <a:pos x="csX7643" y="csY7643"/>
                </a:cxn>
                <a:cxn ang="0">
                  <a:pos x="csX7644" y="csY7644"/>
                </a:cxn>
                <a:cxn ang="0">
                  <a:pos x="csX7645" y="csY7645"/>
                </a:cxn>
                <a:cxn ang="0">
                  <a:pos x="csX7646" y="csY7646"/>
                </a:cxn>
                <a:cxn ang="0">
                  <a:pos x="csX7647" y="csY7647"/>
                </a:cxn>
                <a:cxn ang="0">
                  <a:pos x="csX7648" y="csY7648"/>
                </a:cxn>
                <a:cxn ang="0">
                  <a:pos x="csX7649" y="csY7649"/>
                </a:cxn>
                <a:cxn ang="0">
                  <a:pos x="csX7650" y="csY7650"/>
                </a:cxn>
                <a:cxn ang="0">
                  <a:pos x="csX7651" y="csY7651"/>
                </a:cxn>
                <a:cxn ang="0">
                  <a:pos x="csX7652" y="csY7652"/>
                </a:cxn>
                <a:cxn ang="0">
                  <a:pos x="csX7653" y="csY7653"/>
                </a:cxn>
                <a:cxn ang="0">
                  <a:pos x="csX7654" y="csY7654"/>
                </a:cxn>
                <a:cxn ang="0">
                  <a:pos x="csX7655" y="csY7655"/>
                </a:cxn>
                <a:cxn ang="0">
                  <a:pos x="csX7656" y="csY7656"/>
                </a:cxn>
                <a:cxn ang="0">
                  <a:pos x="csX7657" y="csY7657"/>
                </a:cxn>
                <a:cxn ang="0">
                  <a:pos x="csX7658" y="csY7658"/>
                </a:cxn>
                <a:cxn ang="0">
                  <a:pos x="csX7659" y="csY7659"/>
                </a:cxn>
                <a:cxn ang="0">
                  <a:pos x="csX7660" y="csY7660"/>
                </a:cxn>
                <a:cxn ang="0">
                  <a:pos x="csX7661" y="csY7661"/>
                </a:cxn>
                <a:cxn ang="0">
                  <a:pos x="csX7662" y="csY7662"/>
                </a:cxn>
                <a:cxn ang="0">
                  <a:pos x="csX7663" y="csY7663"/>
                </a:cxn>
                <a:cxn ang="0">
                  <a:pos x="csX7664" y="csY7664"/>
                </a:cxn>
                <a:cxn ang="0">
                  <a:pos x="csX7665" y="csY7665"/>
                </a:cxn>
                <a:cxn ang="0">
                  <a:pos x="csX7666" y="csY7666"/>
                </a:cxn>
                <a:cxn ang="0">
                  <a:pos x="csX7667" y="csY7667"/>
                </a:cxn>
                <a:cxn ang="0">
                  <a:pos x="csX7668" y="csY7668"/>
                </a:cxn>
                <a:cxn ang="0">
                  <a:pos x="csX7669" y="csY7669"/>
                </a:cxn>
                <a:cxn ang="0">
                  <a:pos x="csX7670" y="csY7670"/>
                </a:cxn>
                <a:cxn ang="0">
                  <a:pos x="csX7671" y="csY7671"/>
                </a:cxn>
                <a:cxn ang="0">
                  <a:pos x="csX7672" y="csY7672"/>
                </a:cxn>
                <a:cxn ang="0">
                  <a:pos x="csX7673" y="csY7673"/>
                </a:cxn>
                <a:cxn ang="0">
                  <a:pos x="csX7674" y="csY7674"/>
                </a:cxn>
                <a:cxn ang="0">
                  <a:pos x="csX7675" y="csY7675"/>
                </a:cxn>
                <a:cxn ang="0">
                  <a:pos x="csX7676" y="csY7676"/>
                </a:cxn>
                <a:cxn ang="0">
                  <a:pos x="csX7677" y="csY7677"/>
                </a:cxn>
                <a:cxn ang="0">
                  <a:pos x="csX7678" y="csY7678"/>
                </a:cxn>
                <a:cxn ang="0">
                  <a:pos x="csX7679" y="csY7679"/>
                </a:cxn>
                <a:cxn ang="0">
                  <a:pos x="csX7680" y="csY7680"/>
                </a:cxn>
                <a:cxn ang="0">
                  <a:pos x="csX7681" y="csY7681"/>
                </a:cxn>
                <a:cxn ang="0">
                  <a:pos x="csX7682" y="csY7682"/>
                </a:cxn>
                <a:cxn ang="0">
                  <a:pos x="csX7683" y="csY7683"/>
                </a:cxn>
                <a:cxn ang="0">
                  <a:pos x="csX7684" y="csY7684"/>
                </a:cxn>
                <a:cxn ang="0">
                  <a:pos x="csX7685" y="csY7685"/>
                </a:cxn>
                <a:cxn ang="0">
                  <a:pos x="csX7686" y="csY7686"/>
                </a:cxn>
                <a:cxn ang="0">
                  <a:pos x="csX7687" y="csY7687"/>
                </a:cxn>
                <a:cxn ang="0">
                  <a:pos x="csX7688" y="csY7688"/>
                </a:cxn>
                <a:cxn ang="0">
                  <a:pos x="csX7689" y="csY7689"/>
                </a:cxn>
                <a:cxn ang="0">
                  <a:pos x="csX7690" y="csY7690"/>
                </a:cxn>
                <a:cxn ang="0">
                  <a:pos x="csX7691" y="csY7691"/>
                </a:cxn>
                <a:cxn ang="0">
                  <a:pos x="csX7692" y="csY7692"/>
                </a:cxn>
                <a:cxn ang="0">
                  <a:pos x="csX7693" y="csY7693"/>
                </a:cxn>
                <a:cxn ang="0">
                  <a:pos x="csX7694" y="csY7694"/>
                </a:cxn>
                <a:cxn ang="0">
                  <a:pos x="csX7695" y="csY7695"/>
                </a:cxn>
                <a:cxn ang="0">
                  <a:pos x="csX7696" y="csY7696"/>
                </a:cxn>
                <a:cxn ang="0">
                  <a:pos x="csX7697" y="csY7697"/>
                </a:cxn>
                <a:cxn ang="0">
                  <a:pos x="csX7698" y="csY7698"/>
                </a:cxn>
                <a:cxn ang="0">
                  <a:pos x="csX7699" y="csY7699"/>
                </a:cxn>
                <a:cxn ang="0">
                  <a:pos x="csX7700" y="csY7700"/>
                </a:cxn>
                <a:cxn ang="0">
                  <a:pos x="csX7701" y="csY7701"/>
                </a:cxn>
                <a:cxn ang="0">
                  <a:pos x="csX7702" y="csY7702"/>
                </a:cxn>
                <a:cxn ang="0">
                  <a:pos x="csX7703" y="csY7703"/>
                </a:cxn>
                <a:cxn ang="0">
                  <a:pos x="csX7704" y="csY7704"/>
                </a:cxn>
                <a:cxn ang="0">
                  <a:pos x="csX7705" y="csY7705"/>
                </a:cxn>
                <a:cxn ang="0">
                  <a:pos x="csX7706" y="csY7706"/>
                </a:cxn>
                <a:cxn ang="0">
                  <a:pos x="csX7707" y="csY7707"/>
                </a:cxn>
                <a:cxn ang="0">
                  <a:pos x="csX7708" y="csY7708"/>
                </a:cxn>
                <a:cxn ang="0">
                  <a:pos x="csX7709" y="csY7709"/>
                </a:cxn>
                <a:cxn ang="0">
                  <a:pos x="csX7710" y="csY7710"/>
                </a:cxn>
                <a:cxn ang="0">
                  <a:pos x="csX7711" y="csY7711"/>
                </a:cxn>
                <a:cxn ang="0">
                  <a:pos x="csX7712" y="csY7712"/>
                </a:cxn>
                <a:cxn ang="0">
                  <a:pos x="csX7713" y="csY7713"/>
                </a:cxn>
                <a:cxn ang="0">
                  <a:pos x="csX7714" y="csY7714"/>
                </a:cxn>
                <a:cxn ang="0">
                  <a:pos x="csX7715" y="csY7715"/>
                </a:cxn>
                <a:cxn ang="0">
                  <a:pos x="csX7716" y="csY7716"/>
                </a:cxn>
                <a:cxn ang="0">
                  <a:pos x="csX7717" y="csY7717"/>
                </a:cxn>
                <a:cxn ang="0">
                  <a:pos x="csX7718" y="csY7718"/>
                </a:cxn>
                <a:cxn ang="0">
                  <a:pos x="csX7719" y="csY7719"/>
                </a:cxn>
                <a:cxn ang="0">
                  <a:pos x="csX7720" y="csY7720"/>
                </a:cxn>
                <a:cxn ang="0">
                  <a:pos x="csX7721" y="csY7721"/>
                </a:cxn>
                <a:cxn ang="0">
                  <a:pos x="csX7722" y="csY7722"/>
                </a:cxn>
                <a:cxn ang="0">
                  <a:pos x="csX7723" y="csY7723"/>
                </a:cxn>
                <a:cxn ang="0">
                  <a:pos x="csX7724" y="csY7724"/>
                </a:cxn>
                <a:cxn ang="0">
                  <a:pos x="csX7725" y="csY7725"/>
                </a:cxn>
                <a:cxn ang="0">
                  <a:pos x="csX7726" y="csY7726"/>
                </a:cxn>
                <a:cxn ang="0">
                  <a:pos x="csX7727" y="csY7727"/>
                </a:cxn>
                <a:cxn ang="0">
                  <a:pos x="csX7728" y="csY7728"/>
                </a:cxn>
                <a:cxn ang="0">
                  <a:pos x="csX7729" y="csY7729"/>
                </a:cxn>
                <a:cxn ang="0">
                  <a:pos x="csX7730" y="csY7730"/>
                </a:cxn>
                <a:cxn ang="0">
                  <a:pos x="csX7731" y="csY7731"/>
                </a:cxn>
                <a:cxn ang="0">
                  <a:pos x="csX7732" y="csY7732"/>
                </a:cxn>
                <a:cxn ang="0">
                  <a:pos x="csX7733" y="csY7733"/>
                </a:cxn>
                <a:cxn ang="0">
                  <a:pos x="csX7734" y="csY7734"/>
                </a:cxn>
                <a:cxn ang="0">
                  <a:pos x="csX7735" y="csY7735"/>
                </a:cxn>
                <a:cxn ang="0">
                  <a:pos x="csX7736" y="csY7736"/>
                </a:cxn>
                <a:cxn ang="0">
                  <a:pos x="csX7737" y="csY7737"/>
                </a:cxn>
                <a:cxn ang="0">
                  <a:pos x="csX7738" y="csY7738"/>
                </a:cxn>
                <a:cxn ang="0">
                  <a:pos x="csX7739" y="csY7739"/>
                </a:cxn>
                <a:cxn ang="0">
                  <a:pos x="csX7740" y="csY7740"/>
                </a:cxn>
                <a:cxn ang="0">
                  <a:pos x="csX7741" y="csY7741"/>
                </a:cxn>
                <a:cxn ang="0">
                  <a:pos x="csX7742" y="csY7742"/>
                </a:cxn>
                <a:cxn ang="0">
                  <a:pos x="csX7743" y="csY7743"/>
                </a:cxn>
                <a:cxn ang="0">
                  <a:pos x="csX7744" y="csY7744"/>
                </a:cxn>
                <a:cxn ang="0">
                  <a:pos x="csX7745" y="csY7745"/>
                </a:cxn>
                <a:cxn ang="0">
                  <a:pos x="csX7746" y="csY7746"/>
                </a:cxn>
                <a:cxn ang="0">
                  <a:pos x="csX7747" y="csY7747"/>
                </a:cxn>
                <a:cxn ang="0">
                  <a:pos x="csX7748" y="csY7748"/>
                </a:cxn>
                <a:cxn ang="0">
                  <a:pos x="csX7749" y="csY7749"/>
                </a:cxn>
                <a:cxn ang="0">
                  <a:pos x="csX7750" y="csY7750"/>
                </a:cxn>
                <a:cxn ang="0">
                  <a:pos x="csX7751" y="csY7751"/>
                </a:cxn>
                <a:cxn ang="0">
                  <a:pos x="csX7752" y="csY7752"/>
                </a:cxn>
                <a:cxn ang="0">
                  <a:pos x="csX7753" y="csY7753"/>
                </a:cxn>
                <a:cxn ang="0">
                  <a:pos x="csX7754" y="csY7754"/>
                </a:cxn>
                <a:cxn ang="0">
                  <a:pos x="csX7755" y="csY7755"/>
                </a:cxn>
                <a:cxn ang="0">
                  <a:pos x="csX7756" y="csY7756"/>
                </a:cxn>
                <a:cxn ang="0">
                  <a:pos x="csX7757" y="csY7757"/>
                </a:cxn>
                <a:cxn ang="0">
                  <a:pos x="csX7758" y="csY7758"/>
                </a:cxn>
                <a:cxn ang="0">
                  <a:pos x="csX7759" y="csY7759"/>
                </a:cxn>
                <a:cxn ang="0">
                  <a:pos x="csX7760" y="csY7760"/>
                </a:cxn>
                <a:cxn ang="0">
                  <a:pos x="csX7761" y="csY7761"/>
                </a:cxn>
                <a:cxn ang="0">
                  <a:pos x="csX7762" y="csY7762"/>
                </a:cxn>
                <a:cxn ang="0">
                  <a:pos x="csX7763" y="csY7763"/>
                </a:cxn>
                <a:cxn ang="0">
                  <a:pos x="csX7764" y="csY7764"/>
                </a:cxn>
                <a:cxn ang="0">
                  <a:pos x="csX7765" y="csY7765"/>
                </a:cxn>
                <a:cxn ang="0">
                  <a:pos x="csX7766" y="csY7766"/>
                </a:cxn>
                <a:cxn ang="0">
                  <a:pos x="csX7767" y="csY7767"/>
                </a:cxn>
                <a:cxn ang="0">
                  <a:pos x="csX7768" y="csY7768"/>
                </a:cxn>
                <a:cxn ang="0">
                  <a:pos x="csX7769" y="csY7769"/>
                </a:cxn>
                <a:cxn ang="0">
                  <a:pos x="csX7770" y="csY7770"/>
                </a:cxn>
                <a:cxn ang="0">
                  <a:pos x="csX7771" y="csY7771"/>
                </a:cxn>
                <a:cxn ang="0">
                  <a:pos x="csX7772" y="csY7772"/>
                </a:cxn>
                <a:cxn ang="0">
                  <a:pos x="csX7773" y="csY7773"/>
                </a:cxn>
                <a:cxn ang="0">
                  <a:pos x="csX7774" y="csY7774"/>
                </a:cxn>
                <a:cxn ang="0">
                  <a:pos x="csX7775" y="csY7775"/>
                </a:cxn>
                <a:cxn ang="0">
                  <a:pos x="csX7776" y="csY7776"/>
                </a:cxn>
                <a:cxn ang="0">
                  <a:pos x="csX7777" y="csY7777"/>
                </a:cxn>
                <a:cxn ang="0">
                  <a:pos x="csX7778" y="csY7778"/>
                </a:cxn>
                <a:cxn ang="0">
                  <a:pos x="csX7779" y="csY7779"/>
                </a:cxn>
                <a:cxn ang="0">
                  <a:pos x="csX7780" y="csY7780"/>
                </a:cxn>
                <a:cxn ang="0">
                  <a:pos x="csX7781" y="csY7781"/>
                </a:cxn>
                <a:cxn ang="0">
                  <a:pos x="csX7782" y="csY7782"/>
                </a:cxn>
                <a:cxn ang="0">
                  <a:pos x="csX7783" y="csY7783"/>
                </a:cxn>
                <a:cxn ang="0">
                  <a:pos x="csX7784" y="csY7784"/>
                </a:cxn>
                <a:cxn ang="0">
                  <a:pos x="csX7785" y="csY7785"/>
                </a:cxn>
                <a:cxn ang="0">
                  <a:pos x="csX7786" y="csY7786"/>
                </a:cxn>
                <a:cxn ang="0">
                  <a:pos x="csX7787" y="csY7787"/>
                </a:cxn>
                <a:cxn ang="0">
                  <a:pos x="csX7788" y="csY7788"/>
                </a:cxn>
                <a:cxn ang="0">
                  <a:pos x="csX7789" y="csY7789"/>
                </a:cxn>
                <a:cxn ang="0">
                  <a:pos x="csX7790" y="csY7790"/>
                </a:cxn>
                <a:cxn ang="0">
                  <a:pos x="csX7791" y="csY7791"/>
                </a:cxn>
                <a:cxn ang="0">
                  <a:pos x="csX7792" y="csY7792"/>
                </a:cxn>
                <a:cxn ang="0">
                  <a:pos x="csX7793" y="csY7793"/>
                </a:cxn>
                <a:cxn ang="0">
                  <a:pos x="csX7794" y="csY7794"/>
                </a:cxn>
                <a:cxn ang="0">
                  <a:pos x="csX7795" y="csY7795"/>
                </a:cxn>
                <a:cxn ang="0">
                  <a:pos x="csX7796" y="csY7796"/>
                </a:cxn>
                <a:cxn ang="0">
                  <a:pos x="csX7797" y="csY7797"/>
                </a:cxn>
                <a:cxn ang="0">
                  <a:pos x="csX7798" y="csY7798"/>
                </a:cxn>
                <a:cxn ang="0">
                  <a:pos x="csX7799" y="csY7799"/>
                </a:cxn>
                <a:cxn ang="0">
                  <a:pos x="csX7800" y="csY7800"/>
                </a:cxn>
                <a:cxn ang="0">
                  <a:pos x="csX7801" y="csY7801"/>
                </a:cxn>
                <a:cxn ang="0">
                  <a:pos x="csX7802" y="csY7802"/>
                </a:cxn>
                <a:cxn ang="0">
                  <a:pos x="csX7803" y="csY7803"/>
                </a:cxn>
                <a:cxn ang="0">
                  <a:pos x="csX7804" y="csY7804"/>
                </a:cxn>
                <a:cxn ang="0">
                  <a:pos x="csX7805" y="csY7805"/>
                </a:cxn>
                <a:cxn ang="0">
                  <a:pos x="csX7806" y="csY7806"/>
                </a:cxn>
                <a:cxn ang="0">
                  <a:pos x="csX7807" y="csY7807"/>
                </a:cxn>
                <a:cxn ang="0">
                  <a:pos x="csX7808" y="csY7808"/>
                </a:cxn>
                <a:cxn ang="0">
                  <a:pos x="csX7809" y="csY7809"/>
                </a:cxn>
                <a:cxn ang="0">
                  <a:pos x="csX7810" y="csY7810"/>
                </a:cxn>
                <a:cxn ang="0">
                  <a:pos x="csX7811" y="csY7811"/>
                </a:cxn>
                <a:cxn ang="0">
                  <a:pos x="csX7812" y="csY7812"/>
                </a:cxn>
                <a:cxn ang="0">
                  <a:pos x="csX7813" y="csY7813"/>
                </a:cxn>
                <a:cxn ang="0">
                  <a:pos x="csX7814" y="csY7814"/>
                </a:cxn>
                <a:cxn ang="0">
                  <a:pos x="csX7815" y="csY7815"/>
                </a:cxn>
                <a:cxn ang="0">
                  <a:pos x="csX7816" y="csY7816"/>
                </a:cxn>
                <a:cxn ang="0">
                  <a:pos x="csX7817" y="csY7817"/>
                </a:cxn>
                <a:cxn ang="0">
                  <a:pos x="csX7818" y="csY7818"/>
                </a:cxn>
                <a:cxn ang="0">
                  <a:pos x="csX7819" y="csY7819"/>
                </a:cxn>
                <a:cxn ang="0">
                  <a:pos x="csX7820" y="csY7820"/>
                </a:cxn>
                <a:cxn ang="0">
                  <a:pos x="csX7821" y="csY7821"/>
                </a:cxn>
                <a:cxn ang="0">
                  <a:pos x="csX7822" y="csY7822"/>
                </a:cxn>
                <a:cxn ang="0">
                  <a:pos x="csX7823" y="csY7823"/>
                </a:cxn>
                <a:cxn ang="0">
                  <a:pos x="csX7824" y="csY7824"/>
                </a:cxn>
                <a:cxn ang="0">
                  <a:pos x="csX7825" y="csY7825"/>
                </a:cxn>
                <a:cxn ang="0">
                  <a:pos x="csX7826" y="csY7826"/>
                </a:cxn>
                <a:cxn ang="0">
                  <a:pos x="csX7827" y="csY7827"/>
                </a:cxn>
                <a:cxn ang="0">
                  <a:pos x="csX7828" y="csY7828"/>
                </a:cxn>
                <a:cxn ang="0">
                  <a:pos x="csX7829" y="csY7829"/>
                </a:cxn>
                <a:cxn ang="0">
                  <a:pos x="csX7830" y="csY7830"/>
                </a:cxn>
                <a:cxn ang="0">
                  <a:pos x="csX7831" y="csY7831"/>
                </a:cxn>
                <a:cxn ang="0">
                  <a:pos x="csX7832" y="csY7832"/>
                </a:cxn>
                <a:cxn ang="0">
                  <a:pos x="csX7833" y="csY7833"/>
                </a:cxn>
                <a:cxn ang="0">
                  <a:pos x="csX7834" y="csY7834"/>
                </a:cxn>
                <a:cxn ang="0">
                  <a:pos x="csX7835" y="csY7835"/>
                </a:cxn>
                <a:cxn ang="0">
                  <a:pos x="csX7836" y="csY7836"/>
                </a:cxn>
                <a:cxn ang="0">
                  <a:pos x="csX7837" y="csY7837"/>
                </a:cxn>
                <a:cxn ang="0">
                  <a:pos x="csX7838" y="csY7838"/>
                </a:cxn>
                <a:cxn ang="0">
                  <a:pos x="csX7839" y="csY7839"/>
                </a:cxn>
                <a:cxn ang="0">
                  <a:pos x="csX7840" y="csY7840"/>
                </a:cxn>
                <a:cxn ang="0">
                  <a:pos x="csX7841" y="csY7841"/>
                </a:cxn>
                <a:cxn ang="0">
                  <a:pos x="csX7842" y="csY7842"/>
                </a:cxn>
                <a:cxn ang="0">
                  <a:pos x="csX7843" y="csY7843"/>
                </a:cxn>
                <a:cxn ang="0">
                  <a:pos x="csX7844" y="csY7844"/>
                </a:cxn>
                <a:cxn ang="0">
                  <a:pos x="csX7845" y="csY7845"/>
                </a:cxn>
                <a:cxn ang="0">
                  <a:pos x="csX7846" y="csY7846"/>
                </a:cxn>
                <a:cxn ang="0">
                  <a:pos x="csX7847" y="csY7847"/>
                </a:cxn>
                <a:cxn ang="0">
                  <a:pos x="csX7848" y="csY7848"/>
                </a:cxn>
                <a:cxn ang="0">
                  <a:pos x="csX7849" y="csY7849"/>
                </a:cxn>
                <a:cxn ang="0">
                  <a:pos x="csX7850" y="csY7850"/>
                </a:cxn>
                <a:cxn ang="0">
                  <a:pos x="csX7851" y="csY7851"/>
                </a:cxn>
                <a:cxn ang="0">
                  <a:pos x="csX7852" y="csY7852"/>
                </a:cxn>
                <a:cxn ang="0">
                  <a:pos x="csX7853" y="csY7853"/>
                </a:cxn>
                <a:cxn ang="0">
                  <a:pos x="csX7854" y="csY7854"/>
                </a:cxn>
                <a:cxn ang="0">
                  <a:pos x="csX7855" y="csY7855"/>
                </a:cxn>
                <a:cxn ang="0">
                  <a:pos x="csX7856" y="csY7856"/>
                </a:cxn>
                <a:cxn ang="0">
                  <a:pos x="csX7857" y="csY7857"/>
                </a:cxn>
                <a:cxn ang="0">
                  <a:pos x="csX7858" y="csY7858"/>
                </a:cxn>
                <a:cxn ang="0">
                  <a:pos x="csX7859" y="csY7859"/>
                </a:cxn>
                <a:cxn ang="0">
                  <a:pos x="csX7860" y="csY7860"/>
                </a:cxn>
                <a:cxn ang="0">
                  <a:pos x="csX7861" y="csY7861"/>
                </a:cxn>
                <a:cxn ang="0">
                  <a:pos x="csX7862" y="csY7862"/>
                </a:cxn>
                <a:cxn ang="0">
                  <a:pos x="csX7863" y="csY7863"/>
                </a:cxn>
                <a:cxn ang="0">
                  <a:pos x="csX7864" y="csY7864"/>
                </a:cxn>
                <a:cxn ang="0">
                  <a:pos x="csX7865" y="csY7865"/>
                </a:cxn>
                <a:cxn ang="0">
                  <a:pos x="csX7866" y="csY7866"/>
                </a:cxn>
                <a:cxn ang="0">
                  <a:pos x="csX7867" y="csY7867"/>
                </a:cxn>
                <a:cxn ang="0">
                  <a:pos x="csX7868" y="csY7868"/>
                </a:cxn>
                <a:cxn ang="0">
                  <a:pos x="csX7869" y="csY7869"/>
                </a:cxn>
                <a:cxn ang="0">
                  <a:pos x="csX7870" y="csY7870"/>
                </a:cxn>
                <a:cxn ang="0">
                  <a:pos x="csX7871" y="csY7871"/>
                </a:cxn>
                <a:cxn ang="0">
                  <a:pos x="csX7872" y="csY7872"/>
                </a:cxn>
                <a:cxn ang="0">
                  <a:pos x="csX7873" y="csY7873"/>
                </a:cxn>
                <a:cxn ang="0">
                  <a:pos x="csX7874" y="csY7874"/>
                </a:cxn>
                <a:cxn ang="0">
                  <a:pos x="csX7875" y="csY7875"/>
                </a:cxn>
                <a:cxn ang="0">
                  <a:pos x="csX7876" y="csY7876"/>
                </a:cxn>
                <a:cxn ang="0">
                  <a:pos x="csX7877" y="csY7877"/>
                </a:cxn>
                <a:cxn ang="0">
                  <a:pos x="csX7878" y="csY7878"/>
                </a:cxn>
                <a:cxn ang="0">
                  <a:pos x="csX7879" y="csY7879"/>
                </a:cxn>
                <a:cxn ang="0">
                  <a:pos x="csX7880" y="csY7880"/>
                </a:cxn>
                <a:cxn ang="0">
                  <a:pos x="csX7881" y="csY7881"/>
                </a:cxn>
                <a:cxn ang="0">
                  <a:pos x="csX7882" y="csY7882"/>
                </a:cxn>
                <a:cxn ang="0">
                  <a:pos x="csX7883" y="csY7883"/>
                </a:cxn>
                <a:cxn ang="0">
                  <a:pos x="csX7884" y="csY7884"/>
                </a:cxn>
                <a:cxn ang="0">
                  <a:pos x="csX7885" y="csY7885"/>
                </a:cxn>
                <a:cxn ang="0">
                  <a:pos x="csX7886" y="csY7886"/>
                </a:cxn>
                <a:cxn ang="0">
                  <a:pos x="csX7887" y="csY7887"/>
                </a:cxn>
                <a:cxn ang="0">
                  <a:pos x="csX7888" y="csY7888"/>
                </a:cxn>
                <a:cxn ang="0">
                  <a:pos x="csX7889" y="csY7889"/>
                </a:cxn>
                <a:cxn ang="0">
                  <a:pos x="csX7890" y="csY7890"/>
                </a:cxn>
                <a:cxn ang="0">
                  <a:pos x="csX7891" y="csY7891"/>
                </a:cxn>
                <a:cxn ang="0">
                  <a:pos x="csX7892" y="csY7892"/>
                </a:cxn>
                <a:cxn ang="0">
                  <a:pos x="csX7893" y="csY7893"/>
                </a:cxn>
                <a:cxn ang="0">
                  <a:pos x="csX7894" y="csY7894"/>
                </a:cxn>
                <a:cxn ang="0">
                  <a:pos x="csX7895" y="csY7895"/>
                </a:cxn>
                <a:cxn ang="0">
                  <a:pos x="csX7896" y="csY7896"/>
                </a:cxn>
                <a:cxn ang="0">
                  <a:pos x="csX7897" y="csY7897"/>
                </a:cxn>
                <a:cxn ang="0">
                  <a:pos x="csX7898" y="csY7898"/>
                </a:cxn>
                <a:cxn ang="0">
                  <a:pos x="csX7899" y="csY7899"/>
                </a:cxn>
                <a:cxn ang="0">
                  <a:pos x="csX7900" y="csY7900"/>
                </a:cxn>
                <a:cxn ang="0">
                  <a:pos x="csX7901" y="csY7901"/>
                </a:cxn>
                <a:cxn ang="0">
                  <a:pos x="csX7902" y="csY7902"/>
                </a:cxn>
                <a:cxn ang="0">
                  <a:pos x="csX7903" y="csY7903"/>
                </a:cxn>
                <a:cxn ang="0">
                  <a:pos x="csX7904" y="csY7904"/>
                </a:cxn>
                <a:cxn ang="0">
                  <a:pos x="csX7905" y="csY7905"/>
                </a:cxn>
                <a:cxn ang="0">
                  <a:pos x="csX7906" y="csY7906"/>
                </a:cxn>
                <a:cxn ang="0">
                  <a:pos x="csX7907" y="csY7907"/>
                </a:cxn>
                <a:cxn ang="0">
                  <a:pos x="csX7908" y="csY7908"/>
                </a:cxn>
                <a:cxn ang="0">
                  <a:pos x="csX7909" y="csY7909"/>
                </a:cxn>
                <a:cxn ang="0">
                  <a:pos x="csX7910" y="csY7910"/>
                </a:cxn>
                <a:cxn ang="0">
                  <a:pos x="csX7911" y="csY7911"/>
                </a:cxn>
                <a:cxn ang="0">
                  <a:pos x="csX7912" y="csY7912"/>
                </a:cxn>
                <a:cxn ang="0">
                  <a:pos x="csX7913" y="csY7913"/>
                </a:cxn>
                <a:cxn ang="0">
                  <a:pos x="csX7914" y="csY7914"/>
                </a:cxn>
                <a:cxn ang="0">
                  <a:pos x="csX7915" y="csY7915"/>
                </a:cxn>
                <a:cxn ang="0">
                  <a:pos x="csX7916" y="csY7916"/>
                </a:cxn>
                <a:cxn ang="0">
                  <a:pos x="csX7917" y="csY7917"/>
                </a:cxn>
                <a:cxn ang="0">
                  <a:pos x="csX7918" y="csY7918"/>
                </a:cxn>
                <a:cxn ang="0">
                  <a:pos x="csX7919" y="csY7919"/>
                </a:cxn>
                <a:cxn ang="0">
                  <a:pos x="csX7920" y="csY7920"/>
                </a:cxn>
                <a:cxn ang="0">
                  <a:pos x="csX7921" y="csY7921"/>
                </a:cxn>
                <a:cxn ang="0">
                  <a:pos x="csX7922" y="csY7922"/>
                </a:cxn>
                <a:cxn ang="0">
                  <a:pos x="csX7923" y="csY7923"/>
                </a:cxn>
                <a:cxn ang="0">
                  <a:pos x="csX7924" y="csY7924"/>
                </a:cxn>
                <a:cxn ang="0">
                  <a:pos x="csX7925" y="csY7925"/>
                </a:cxn>
                <a:cxn ang="0">
                  <a:pos x="csX7926" y="csY7926"/>
                </a:cxn>
                <a:cxn ang="0">
                  <a:pos x="csX7927" y="csY7927"/>
                </a:cxn>
                <a:cxn ang="0">
                  <a:pos x="csX7928" y="csY7928"/>
                </a:cxn>
                <a:cxn ang="0">
                  <a:pos x="csX7929" y="csY7929"/>
                </a:cxn>
                <a:cxn ang="0">
                  <a:pos x="csX7930" y="csY7930"/>
                </a:cxn>
                <a:cxn ang="0">
                  <a:pos x="csX7931" y="csY7931"/>
                </a:cxn>
                <a:cxn ang="0">
                  <a:pos x="csX7932" y="csY7932"/>
                </a:cxn>
                <a:cxn ang="0">
                  <a:pos x="csX7933" y="csY7933"/>
                </a:cxn>
                <a:cxn ang="0">
                  <a:pos x="csX7934" y="csY7934"/>
                </a:cxn>
                <a:cxn ang="0">
                  <a:pos x="csX7935" y="csY7935"/>
                </a:cxn>
                <a:cxn ang="0">
                  <a:pos x="csX7936" y="csY7936"/>
                </a:cxn>
                <a:cxn ang="0">
                  <a:pos x="csX7937" y="csY7937"/>
                </a:cxn>
                <a:cxn ang="0">
                  <a:pos x="csX7938" y="csY7938"/>
                </a:cxn>
                <a:cxn ang="0">
                  <a:pos x="csX7939" y="csY7939"/>
                </a:cxn>
                <a:cxn ang="0">
                  <a:pos x="csX7940" y="csY7940"/>
                </a:cxn>
                <a:cxn ang="0">
                  <a:pos x="csX7941" y="csY7941"/>
                </a:cxn>
                <a:cxn ang="0">
                  <a:pos x="csX7942" y="csY7942"/>
                </a:cxn>
                <a:cxn ang="0">
                  <a:pos x="csX7943" y="csY7943"/>
                </a:cxn>
                <a:cxn ang="0">
                  <a:pos x="csX7944" y="csY7944"/>
                </a:cxn>
                <a:cxn ang="0">
                  <a:pos x="csX7945" y="csY7945"/>
                </a:cxn>
                <a:cxn ang="0">
                  <a:pos x="csX7946" y="csY7946"/>
                </a:cxn>
                <a:cxn ang="0">
                  <a:pos x="csX7947" y="csY7947"/>
                </a:cxn>
                <a:cxn ang="0">
                  <a:pos x="csX7948" y="csY7948"/>
                </a:cxn>
                <a:cxn ang="0">
                  <a:pos x="csX7949" y="csY7949"/>
                </a:cxn>
                <a:cxn ang="0">
                  <a:pos x="csX7950" y="csY7950"/>
                </a:cxn>
                <a:cxn ang="0">
                  <a:pos x="csX7951" y="csY7951"/>
                </a:cxn>
                <a:cxn ang="0">
                  <a:pos x="csX7952" y="csY7952"/>
                </a:cxn>
                <a:cxn ang="0">
                  <a:pos x="csX7953" y="csY7953"/>
                </a:cxn>
                <a:cxn ang="0">
                  <a:pos x="csX7954" y="csY7954"/>
                </a:cxn>
                <a:cxn ang="0">
                  <a:pos x="csX7955" y="csY7955"/>
                </a:cxn>
                <a:cxn ang="0">
                  <a:pos x="csX7956" y="csY7956"/>
                </a:cxn>
                <a:cxn ang="0">
                  <a:pos x="csX7957" y="csY7957"/>
                </a:cxn>
                <a:cxn ang="0">
                  <a:pos x="csX7958" y="csY7958"/>
                </a:cxn>
                <a:cxn ang="0">
                  <a:pos x="csX7959" y="csY7959"/>
                </a:cxn>
                <a:cxn ang="0">
                  <a:pos x="csX7960" y="csY7960"/>
                </a:cxn>
                <a:cxn ang="0">
                  <a:pos x="csX7961" y="csY7961"/>
                </a:cxn>
                <a:cxn ang="0">
                  <a:pos x="csX7962" y="csY7962"/>
                </a:cxn>
                <a:cxn ang="0">
                  <a:pos x="csX7963" y="csY7963"/>
                </a:cxn>
                <a:cxn ang="0">
                  <a:pos x="csX7964" y="csY7964"/>
                </a:cxn>
                <a:cxn ang="0">
                  <a:pos x="csX7965" y="csY7965"/>
                </a:cxn>
                <a:cxn ang="0">
                  <a:pos x="csX7966" y="csY7966"/>
                </a:cxn>
                <a:cxn ang="0">
                  <a:pos x="csX7967" y="csY7967"/>
                </a:cxn>
                <a:cxn ang="0">
                  <a:pos x="csX7968" y="csY7968"/>
                </a:cxn>
                <a:cxn ang="0">
                  <a:pos x="csX7969" y="csY7969"/>
                </a:cxn>
                <a:cxn ang="0">
                  <a:pos x="csX7970" y="csY7970"/>
                </a:cxn>
                <a:cxn ang="0">
                  <a:pos x="csX7971" y="csY7971"/>
                </a:cxn>
                <a:cxn ang="0">
                  <a:pos x="csX7972" y="csY7972"/>
                </a:cxn>
                <a:cxn ang="0">
                  <a:pos x="csX7973" y="csY7973"/>
                </a:cxn>
                <a:cxn ang="0">
                  <a:pos x="csX7974" y="csY7974"/>
                </a:cxn>
                <a:cxn ang="0">
                  <a:pos x="csX7975" y="csY7975"/>
                </a:cxn>
                <a:cxn ang="0">
                  <a:pos x="csX7976" y="csY7976"/>
                </a:cxn>
                <a:cxn ang="0">
                  <a:pos x="csX7977" y="csY7977"/>
                </a:cxn>
                <a:cxn ang="0">
                  <a:pos x="csX7978" y="csY7978"/>
                </a:cxn>
                <a:cxn ang="0">
                  <a:pos x="csX7979" y="csY7979"/>
                </a:cxn>
                <a:cxn ang="0">
                  <a:pos x="csX7980" y="csY7980"/>
                </a:cxn>
                <a:cxn ang="0">
                  <a:pos x="csX7981" y="csY7981"/>
                </a:cxn>
                <a:cxn ang="0">
                  <a:pos x="csX7982" y="csY7982"/>
                </a:cxn>
                <a:cxn ang="0">
                  <a:pos x="csX7983" y="csY7983"/>
                </a:cxn>
                <a:cxn ang="0">
                  <a:pos x="csX7984" y="csY7984"/>
                </a:cxn>
                <a:cxn ang="0">
                  <a:pos x="csX7985" y="csY7985"/>
                </a:cxn>
                <a:cxn ang="0">
                  <a:pos x="csX7986" y="csY7986"/>
                </a:cxn>
                <a:cxn ang="0">
                  <a:pos x="csX7987" y="csY7987"/>
                </a:cxn>
                <a:cxn ang="0">
                  <a:pos x="csX7988" y="csY7988"/>
                </a:cxn>
                <a:cxn ang="0">
                  <a:pos x="csX7989" y="csY7989"/>
                </a:cxn>
                <a:cxn ang="0">
                  <a:pos x="csX7990" y="csY7990"/>
                </a:cxn>
                <a:cxn ang="0">
                  <a:pos x="csX7991" y="csY7991"/>
                </a:cxn>
                <a:cxn ang="0">
                  <a:pos x="csX7992" y="csY7992"/>
                </a:cxn>
                <a:cxn ang="0">
                  <a:pos x="csX7993" y="csY7993"/>
                </a:cxn>
                <a:cxn ang="0">
                  <a:pos x="csX7994" y="csY7994"/>
                </a:cxn>
                <a:cxn ang="0">
                  <a:pos x="csX7995" y="csY7995"/>
                </a:cxn>
                <a:cxn ang="0">
                  <a:pos x="csX7996" y="csY7996"/>
                </a:cxn>
                <a:cxn ang="0">
                  <a:pos x="csX7997" y="csY7997"/>
                </a:cxn>
                <a:cxn ang="0">
                  <a:pos x="csX7998" y="csY7998"/>
                </a:cxn>
                <a:cxn ang="0">
                  <a:pos x="csX7999" y="csY7999"/>
                </a:cxn>
                <a:cxn ang="0">
                  <a:pos x="csX8000" y="csY8000"/>
                </a:cxn>
                <a:cxn ang="0">
                  <a:pos x="csX8001" y="csY8001"/>
                </a:cxn>
                <a:cxn ang="0">
                  <a:pos x="csX8002" y="csY8002"/>
                </a:cxn>
                <a:cxn ang="0">
                  <a:pos x="csX8003" y="csY8003"/>
                </a:cxn>
                <a:cxn ang="0">
                  <a:pos x="csX8004" y="csY8004"/>
                </a:cxn>
                <a:cxn ang="0">
                  <a:pos x="csX8005" y="csY8005"/>
                </a:cxn>
                <a:cxn ang="0">
                  <a:pos x="csX8006" y="csY8006"/>
                </a:cxn>
                <a:cxn ang="0">
                  <a:pos x="csX8007" y="csY8007"/>
                </a:cxn>
                <a:cxn ang="0">
                  <a:pos x="csX8008" y="csY8008"/>
                </a:cxn>
                <a:cxn ang="0">
                  <a:pos x="csX8009" y="csY8009"/>
                </a:cxn>
                <a:cxn ang="0">
                  <a:pos x="csX8010" y="csY8010"/>
                </a:cxn>
                <a:cxn ang="0">
                  <a:pos x="csX8011" y="csY8011"/>
                </a:cxn>
                <a:cxn ang="0">
                  <a:pos x="csX8012" y="csY8012"/>
                </a:cxn>
                <a:cxn ang="0">
                  <a:pos x="csX8013" y="csY8013"/>
                </a:cxn>
                <a:cxn ang="0">
                  <a:pos x="csX8014" y="csY8014"/>
                </a:cxn>
                <a:cxn ang="0">
                  <a:pos x="csX8015" y="csY8015"/>
                </a:cxn>
                <a:cxn ang="0">
                  <a:pos x="csX8016" y="csY8016"/>
                </a:cxn>
                <a:cxn ang="0">
                  <a:pos x="csX8017" y="csY8017"/>
                </a:cxn>
                <a:cxn ang="0">
                  <a:pos x="csX8018" y="csY8018"/>
                </a:cxn>
                <a:cxn ang="0">
                  <a:pos x="csX8019" y="csY8019"/>
                </a:cxn>
                <a:cxn ang="0">
                  <a:pos x="csX8020" y="csY8020"/>
                </a:cxn>
                <a:cxn ang="0">
                  <a:pos x="csX8021" y="csY8021"/>
                </a:cxn>
                <a:cxn ang="0">
                  <a:pos x="csX8022" y="csY8022"/>
                </a:cxn>
                <a:cxn ang="0">
                  <a:pos x="csX8023" y="csY8023"/>
                </a:cxn>
                <a:cxn ang="0">
                  <a:pos x="csX8024" y="csY8024"/>
                </a:cxn>
                <a:cxn ang="0">
                  <a:pos x="csX8025" y="csY8025"/>
                </a:cxn>
                <a:cxn ang="0">
                  <a:pos x="csX8026" y="csY8026"/>
                </a:cxn>
                <a:cxn ang="0">
                  <a:pos x="csX8027" y="csY8027"/>
                </a:cxn>
                <a:cxn ang="0">
                  <a:pos x="csX8028" y="csY8028"/>
                </a:cxn>
                <a:cxn ang="0">
                  <a:pos x="csX8029" y="csY8029"/>
                </a:cxn>
                <a:cxn ang="0">
                  <a:pos x="csX8030" y="csY8030"/>
                </a:cxn>
                <a:cxn ang="0">
                  <a:pos x="csX8031" y="csY8031"/>
                </a:cxn>
                <a:cxn ang="0">
                  <a:pos x="csX8032" y="csY8032"/>
                </a:cxn>
                <a:cxn ang="0">
                  <a:pos x="csX8033" y="csY8033"/>
                </a:cxn>
                <a:cxn ang="0">
                  <a:pos x="csX8034" y="csY8034"/>
                </a:cxn>
                <a:cxn ang="0">
                  <a:pos x="csX8035" y="csY8035"/>
                </a:cxn>
                <a:cxn ang="0">
                  <a:pos x="csX8036" y="csY8036"/>
                </a:cxn>
                <a:cxn ang="0">
                  <a:pos x="csX8037" y="csY8037"/>
                </a:cxn>
                <a:cxn ang="0">
                  <a:pos x="csX8038" y="csY8038"/>
                </a:cxn>
                <a:cxn ang="0">
                  <a:pos x="csX8039" y="csY8039"/>
                </a:cxn>
                <a:cxn ang="0">
                  <a:pos x="csX8040" y="csY8040"/>
                </a:cxn>
                <a:cxn ang="0">
                  <a:pos x="csX8041" y="csY8041"/>
                </a:cxn>
                <a:cxn ang="0">
                  <a:pos x="csX8042" y="csY8042"/>
                </a:cxn>
                <a:cxn ang="0">
                  <a:pos x="csX8043" y="csY8043"/>
                </a:cxn>
                <a:cxn ang="0">
                  <a:pos x="csX8044" y="csY8044"/>
                </a:cxn>
                <a:cxn ang="0">
                  <a:pos x="csX8045" y="csY8045"/>
                </a:cxn>
                <a:cxn ang="0">
                  <a:pos x="csX8046" y="csY8046"/>
                </a:cxn>
                <a:cxn ang="0">
                  <a:pos x="csX8047" y="csY8047"/>
                </a:cxn>
                <a:cxn ang="0">
                  <a:pos x="csX8048" y="csY8048"/>
                </a:cxn>
                <a:cxn ang="0">
                  <a:pos x="csX8049" y="csY8049"/>
                </a:cxn>
                <a:cxn ang="0">
                  <a:pos x="csX8050" y="csY8050"/>
                </a:cxn>
                <a:cxn ang="0">
                  <a:pos x="csX8051" y="csY8051"/>
                </a:cxn>
                <a:cxn ang="0">
                  <a:pos x="csX8052" y="csY8052"/>
                </a:cxn>
                <a:cxn ang="0">
                  <a:pos x="csX8053" y="csY8053"/>
                </a:cxn>
                <a:cxn ang="0">
                  <a:pos x="csX8054" y="csY8054"/>
                </a:cxn>
                <a:cxn ang="0">
                  <a:pos x="csX8055" y="csY8055"/>
                </a:cxn>
                <a:cxn ang="0">
                  <a:pos x="csX8056" y="csY8056"/>
                </a:cxn>
                <a:cxn ang="0">
                  <a:pos x="csX8057" y="csY8057"/>
                </a:cxn>
                <a:cxn ang="0">
                  <a:pos x="csX8058" y="csY8058"/>
                </a:cxn>
                <a:cxn ang="0">
                  <a:pos x="csX8059" y="csY8059"/>
                </a:cxn>
                <a:cxn ang="0">
                  <a:pos x="csX8060" y="csY8060"/>
                </a:cxn>
                <a:cxn ang="0">
                  <a:pos x="csX8061" y="csY8061"/>
                </a:cxn>
                <a:cxn ang="0">
                  <a:pos x="csX8062" y="csY8062"/>
                </a:cxn>
                <a:cxn ang="0">
                  <a:pos x="csX8063" y="csY8063"/>
                </a:cxn>
                <a:cxn ang="0">
                  <a:pos x="csX8064" y="csY8064"/>
                </a:cxn>
                <a:cxn ang="0">
                  <a:pos x="csX8065" y="csY8065"/>
                </a:cxn>
                <a:cxn ang="0">
                  <a:pos x="csX8066" y="csY8066"/>
                </a:cxn>
                <a:cxn ang="0">
                  <a:pos x="csX8067" y="csY8067"/>
                </a:cxn>
                <a:cxn ang="0">
                  <a:pos x="csX8068" y="csY8068"/>
                </a:cxn>
                <a:cxn ang="0">
                  <a:pos x="csX8069" y="csY8069"/>
                </a:cxn>
                <a:cxn ang="0">
                  <a:pos x="csX8070" y="csY8070"/>
                </a:cxn>
                <a:cxn ang="0">
                  <a:pos x="csX8071" y="csY8071"/>
                </a:cxn>
                <a:cxn ang="0">
                  <a:pos x="csX8072" y="csY8072"/>
                </a:cxn>
                <a:cxn ang="0">
                  <a:pos x="csX8073" y="csY8073"/>
                </a:cxn>
                <a:cxn ang="0">
                  <a:pos x="csX8074" y="csY8074"/>
                </a:cxn>
                <a:cxn ang="0">
                  <a:pos x="csX8075" y="csY8075"/>
                </a:cxn>
                <a:cxn ang="0">
                  <a:pos x="csX8076" y="csY8076"/>
                </a:cxn>
                <a:cxn ang="0">
                  <a:pos x="csX8077" y="csY8077"/>
                </a:cxn>
                <a:cxn ang="0">
                  <a:pos x="csX8078" y="csY8078"/>
                </a:cxn>
                <a:cxn ang="0">
                  <a:pos x="csX8079" y="csY8079"/>
                </a:cxn>
                <a:cxn ang="0">
                  <a:pos x="csX8080" y="csY8080"/>
                </a:cxn>
                <a:cxn ang="0">
                  <a:pos x="csX8081" y="csY8081"/>
                </a:cxn>
                <a:cxn ang="0">
                  <a:pos x="csX8082" y="csY8082"/>
                </a:cxn>
                <a:cxn ang="0">
                  <a:pos x="csX8083" y="csY8083"/>
                </a:cxn>
                <a:cxn ang="0">
                  <a:pos x="csX8084" y="csY8084"/>
                </a:cxn>
                <a:cxn ang="0">
                  <a:pos x="csX8085" y="csY8085"/>
                </a:cxn>
                <a:cxn ang="0">
                  <a:pos x="csX8086" y="csY8086"/>
                </a:cxn>
                <a:cxn ang="0">
                  <a:pos x="csX8087" y="csY8087"/>
                </a:cxn>
                <a:cxn ang="0">
                  <a:pos x="csX8088" y="csY8088"/>
                </a:cxn>
                <a:cxn ang="0">
                  <a:pos x="csX8089" y="csY8089"/>
                </a:cxn>
                <a:cxn ang="0">
                  <a:pos x="csX8090" y="csY8090"/>
                </a:cxn>
                <a:cxn ang="0">
                  <a:pos x="csX8091" y="csY8091"/>
                </a:cxn>
                <a:cxn ang="0">
                  <a:pos x="csX8092" y="csY8092"/>
                </a:cxn>
                <a:cxn ang="0">
                  <a:pos x="csX8093" y="csY8093"/>
                </a:cxn>
                <a:cxn ang="0">
                  <a:pos x="csX8094" y="csY8094"/>
                </a:cxn>
                <a:cxn ang="0">
                  <a:pos x="csX8095" y="csY8095"/>
                </a:cxn>
                <a:cxn ang="0">
                  <a:pos x="csX8096" y="csY8096"/>
                </a:cxn>
                <a:cxn ang="0">
                  <a:pos x="csX8097" y="csY8097"/>
                </a:cxn>
                <a:cxn ang="0">
                  <a:pos x="csX8098" y="csY8098"/>
                </a:cxn>
                <a:cxn ang="0">
                  <a:pos x="csX8099" y="csY8099"/>
                </a:cxn>
                <a:cxn ang="0">
                  <a:pos x="csX8100" y="csY8100"/>
                </a:cxn>
                <a:cxn ang="0">
                  <a:pos x="csX8101" y="csY8101"/>
                </a:cxn>
                <a:cxn ang="0">
                  <a:pos x="csX8102" y="csY8102"/>
                </a:cxn>
                <a:cxn ang="0">
                  <a:pos x="csX8103" y="csY8103"/>
                </a:cxn>
                <a:cxn ang="0">
                  <a:pos x="csX8104" y="csY8104"/>
                </a:cxn>
                <a:cxn ang="0">
                  <a:pos x="csX8105" y="csY8105"/>
                </a:cxn>
                <a:cxn ang="0">
                  <a:pos x="csX8106" y="csY8106"/>
                </a:cxn>
                <a:cxn ang="0">
                  <a:pos x="csX8107" y="csY8107"/>
                </a:cxn>
                <a:cxn ang="0">
                  <a:pos x="csX8108" y="csY8108"/>
                </a:cxn>
                <a:cxn ang="0">
                  <a:pos x="csX8109" y="csY8109"/>
                </a:cxn>
                <a:cxn ang="0">
                  <a:pos x="csX8110" y="csY8110"/>
                </a:cxn>
                <a:cxn ang="0">
                  <a:pos x="csX8111" y="csY8111"/>
                </a:cxn>
                <a:cxn ang="0">
                  <a:pos x="csX8112" y="csY8112"/>
                </a:cxn>
                <a:cxn ang="0">
                  <a:pos x="csX8113" y="csY8113"/>
                </a:cxn>
                <a:cxn ang="0">
                  <a:pos x="csX8114" y="csY8114"/>
                </a:cxn>
                <a:cxn ang="0">
                  <a:pos x="csX8115" y="csY8115"/>
                </a:cxn>
                <a:cxn ang="0">
                  <a:pos x="csX8116" y="csY8116"/>
                </a:cxn>
                <a:cxn ang="0">
                  <a:pos x="csX8117" y="csY8117"/>
                </a:cxn>
                <a:cxn ang="0">
                  <a:pos x="csX8118" y="csY8118"/>
                </a:cxn>
                <a:cxn ang="0">
                  <a:pos x="csX8119" y="csY8119"/>
                </a:cxn>
                <a:cxn ang="0">
                  <a:pos x="csX8120" y="csY8120"/>
                </a:cxn>
                <a:cxn ang="0">
                  <a:pos x="csX8121" y="csY8121"/>
                </a:cxn>
                <a:cxn ang="0">
                  <a:pos x="csX8122" y="csY8122"/>
                </a:cxn>
                <a:cxn ang="0">
                  <a:pos x="csX8123" y="csY8123"/>
                </a:cxn>
                <a:cxn ang="0">
                  <a:pos x="csX8124" y="csY8124"/>
                </a:cxn>
                <a:cxn ang="0">
                  <a:pos x="csX8125" y="csY8125"/>
                </a:cxn>
                <a:cxn ang="0">
                  <a:pos x="csX8126" y="csY8126"/>
                </a:cxn>
                <a:cxn ang="0">
                  <a:pos x="csX8127" y="csY8127"/>
                </a:cxn>
                <a:cxn ang="0">
                  <a:pos x="csX8128" y="csY8128"/>
                </a:cxn>
                <a:cxn ang="0">
                  <a:pos x="csX8129" y="csY8129"/>
                </a:cxn>
                <a:cxn ang="0">
                  <a:pos x="csX8130" y="csY8130"/>
                </a:cxn>
                <a:cxn ang="0">
                  <a:pos x="csX8131" y="csY8131"/>
                </a:cxn>
                <a:cxn ang="0">
                  <a:pos x="csX8132" y="csY8132"/>
                </a:cxn>
                <a:cxn ang="0">
                  <a:pos x="csX8133" y="csY8133"/>
                </a:cxn>
                <a:cxn ang="0">
                  <a:pos x="csX8134" y="csY8134"/>
                </a:cxn>
                <a:cxn ang="0">
                  <a:pos x="csX8135" y="csY8135"/>
                </a:cxn>
                <a:cxn ang="0">
                  <a:pos x="csX8136" y="csY8136"/>
                </a:cxn>
                <a:cxn ang="0">
                  <a:pos x="csX8137" y="csY8137"/>
                </a:cxn>
                <a:cxn ang="0">
                  <a:pos x="csX8138" y="csY8138"/>
                </a:cxn>
                <a:cxn ang="0">
                  <a:pos x="csX8139" y="csY8139"/>
                </a:cxn>
                <a:cxn ang="0">
                  <a:pos x="csX8140" y="csY8140"/>
                </a:cxn>
                <a:cxn ang="0">
                  <a:pos x="csX8141" y="csY8141"/>
                </a:cxn>
                <a:cxn ang="0">
                  <a:pos x="csX8142" y="csY8142"/>
                </a:cxn>
                <a:cxn ang="0">
                  <a:pos x="csX8143" y="csY8143"/>
                </a:cxn>
                <a:cxn ang="0">
                  <a:pos x="csX8144" y="csY8144"/>
                </a:cxn>
                <a:cxn ang="0">
                  <a:pos x="csX8145" y="csY8145"/>
                </a:cxn>
                <a:cxn ang="0">
                  <a:pos x="csX8146" y="csY8146"/>
                </a:cxn>
                <a:cxn ang="0">
                  <a:pos x="csX8147" y="csY8147"/>
                </a:cxn>
                <a:cxn ang="0">
                  <a:pos x="csX8148" y="csY8148"/>
                </a:cxn>
                <a:cxn ang="0">
                  <a:pos x="csX8149" y="csY8149"/>
                </a:cxn>
                <a:cxn ang="0">
                  <a:pos x="csX8150" y="csY8150"/>
                </a:cxn>
                <a:cxn ang="0">
                  <a:pos x="csX8151" y="csY8151"/>
                </a:cxn>
                <a:cxn ang="0">
                  <a:pos x="csX8152" y="csY8152"/>
                </a:cxn>
                <a:cxn ang="0">
                  <a:pos x="csX8153" y="csY8153"/>
                </a:cxn>
                <a:cxn ang="0">
                  <a:pos x="csX8154" y="csY8154"/>
                </a:cxn>
                <a:cxn ang="0">
                  <a:pos x="csX8155" y="csY8155"/>
                </a:cxn>
                <a:cxn ang="0">
                  <a:pos x="csX8156" y="csY8156"/>
                </a:cxn>
                <a:cxn ang="0">
                  <a:pos x="csX8157" y="csY8157"/>
                </a:cxn>
                <a:cxn ang="0">
                  <a:pos x="csX8158" y="csY8158"/>
                </a:cxn>
                <a:cxn ang="0">
                  <a:pos x="csX8159" y="csY8159"/>
                </a:cxn>
                <a:cxn ang="0">
                  <a:pos x="csX8160" y="csY8160"/>
                </a:cxn>
                <a:cxn ang="0">
                  <a:pos x="csX8161" y="csY8161"/>
                </a:cxn>
                <a:cxn ang="0">
                  <a:pos x="csX8162" y="csY8162"/>
                </a:cxn>
                <a:cxn ang="0">
                  <a:pos x="csX8163" y="csY8163"/>
                </a:cxn>
                <a:cxn ang="0">
                  <a:pos x="csX8164" y="csY8164"/>
                </a:cxn>
                <a:cxn ang="0">
                  <a:pos x="csX8165" y="csY8165"/>
                </a:cxn>
                <a:cxn ang="0">
                  <a:pos x="csX8166" y="csY8166"/>
                </a:cxn>
                <a:cxn ang="0">
                  <a:pos x="csX8167" y="csY8167"/>
                </a:cxn>
                <a:cxn ang="0">
                  <a:pos x="csX8168" y="csY8168"/>
                </a:cxn>
                <a:cxn ang="0">
                  <a:pos x="csX8169" y="csY8169"/>
                </a:cxn>
                <a:cxn ang="0">
                  <a:pos x="csX8170" y="csY8170"/>
                </a:cxn>
                <a:cxn ang="0">
                  <a:pos x="csX8171" y="csY8171"/>
                </a:cxn>
                <a:cxn ang="0">
                  <a:pos x="csX8172" y="csY8172"/>
                </a:cxn>
                <a:cxn ang="0">
                  <a:pos x="csX8173" y="csY8173"/>
                </a:cxn>
                <a:cxn ang="0">
                  <a:pos x="csX8174" y="csY8174"/>
                </a:cxn>
                <a:cxn ang="0">
                  <a:pos x="csX8175" y="csY8175"/>
                </a:cxn>
                <a:cxn ang="0">
                  <a:pos x="csX8176" y="csY8176"/>
                </a:cxn>
                <a:cxn ang="0">
                  <a:pos x="csX8177" y="csY8177"/>
                </a:cxn>
                <a:cxn ang="0">
                  <a:pos x="csX8178" y="csY8178"/>
                </a:cxn>
                <a:cxn ang="0">
                  <a:pos x="csX8179" y="csY8179"/>
                </a:cxn>
                <a:cxn ang="0">
                  <a:pos x="csX8180" y="csY8180"/>
                </a:cxn>
                <a:cxn ang="0">
                  <a:pos x="csX8181" y="csY8181"/>
                </a:cxn>
                <a:cxn ang="0">
                  <a:pos x="csX8182" y="csY8182"/>
                </a:cxn>
                <a:cxn ang="0">
                  <a:pos x="csX8183" y="csY8183"/>
                </a:cxn>
                <a:cxn ang="0">
                  <a:pos x="csX8184" y="csY8184"/>
                </a:cxn>
                <a:cxn ang="0">
                  <a:pos x="csX8185" y="csY8185"/>
                </a:cxn>
                <a:cxn ang="0">
                  <a:pos x="csX8186" y="csY8186"/>
                </a:cxn>
                <a:cxn ang="0">
                  <a:pos x="csX8187" y="csY8187"/>
                </a:cxn>
                <a:cxn ang="0">
                  <a:pos x="csX8188" y="csY8188"/>
                </a:cxn>
                <a:cxn ang="0">
                  <a:pos x="csX8189" y="csY8189"/>
                </a:cxn>
                <a:cxn ang="0">
                  <a:pos x="csX8190" y="csY8190"/>
                </a:cxn>
                <a:cxn ang="0">
                  <a:pos x="csX8191" y="csY8191"/>
                </a:cxn>
                <a:cxn ang="0">
                  <a:pos x="csX8192" y="csY8192"/>
                </a:cxn>
                <a:cxn ang="0">
                  <a:pos x="csX8193" y="csY8193"/>
                </a:cxn>
                <a:cxn ang="0">
                  <a:pos x="csX8194" y="csY8194"/>
                </a:cxn>
                <a:cxn ang="0">
                  <a:pos x="csX8195" y="csY8195"/>
                </a:cxn>
                <a:cxn ang="0">
                  <a:pos x="csX8196" y="csY8196"/>
                </a:cxn>
                <a:cxn ang="0">
                  <a:pos x="csX8197" y="csY8197"/>
                </a:cxn>
                <a:cxn ang="0">
                  <a:pos x="csX8198" y="csY8198"/>
                </a:cxn>
                <a:cxn ang="0">
                  <a:pos x="csX8199" y="csY8199"/>
                </a:cxn>
                <a:cxn ang="0">
                  <a:pos x="csX8200" y="csY8200"/>
                </a:cxn>
                <a:cxn ang="0">
                  <a:pos x="csX8201" y="csY8201"/>
                </a:cxn>
                <a:cxn ang="0">
                  <a:pos x="csX8202" y="csY8202"/>
                </a:cxn>
                <a:cxn ang="0">
                  <a:pos x="csX8203" y="csY8203"/>
                </a:cxn>
                <a:cxn ang="0">
                  <a:pos x="csX8204" y="csY8204"/>
                </a:cxn>
                <a:cxn ang="0">
                  <a:pos x="csX8205" y="csY8205"/>
                </a:cxn>
                <a:cxn ang="0">
                  <a:pos x="csX8206" y="csY8206"/>
                </a:cxn>
                <a:cxn ang="0">
                  <a:pos x="csX8207" y="csY8207"/>
                </a:cxn>
                <a:cxn ang="0">
                  <a:pos x="csX8208" y="csY8208"/>
                </a:cxn>
                <a:cxn ang="0">
                  <a:pos x="csX8209" y="csY8209"/>
                </a:cxn>
                <a:cxn ang="0">
                  <a:pos x="csX8210" y="csY8210"/>
                </a:cxn>
                <a:cxn ang="0">
                  <a:pos x="csX8211" y="csY8211"/>
                </a:cxn>
                <a:cxn ang="0">
                  <a:pos x="csX8212" y="csY8212"/>
                </a:cxn>
                <a:cxn ang="0">
                  <a:pos x="csX8213" y="csY8213"/>
                </a:cxn>
                <a:cxn ang="0">
                  <a:pos x="csX8214" y="csY8214"/>
                </a:cxn>
                <a:cxn ang="0">
                  <a:pos x="csX8215" y="csY8215"/>
                </a:cxn>
                <a:cxn ang="0">
                  <a:pos x="csX8216" y="csY8216"/>
                </a:cxn>
                <a:cxn ang="0">
                  <a:pos x="csX8217" y="csY8217"/>
                </a:cxn>
                <a:cxn ang="0">
                  <a:pos x="csX8218" y="csY8218"/>
                </a:cxn>
                <a:cxn ang="0">
                  <a:pos x="csX8219" y="csY8219"/>
                </a:cxn>
                <a:cxn ang="0">
                  <a:pos x="csX8220" y="csY8220"/>
                </a:cxn>
                <a:cxn ang="0">
                  <a:pos x="csX8221" y="csY8221"/>
                </a:cxn>
                <a:cxn ang="0">
                  <a:pos x="csX8222" y="csY8222"/>
                </a:cxn>
                <a:cxn ang="0">
                  <a:pos x="csX8223" y="csY8223"/>
                </a:cxn>
                <a:cxn ang="0">
                  <a:pos x="csX8224" y="csY8224"/>
                </a:cxn>
                <a:cxn ang="0">
                  <a:pos x="csX8225" y="csY8225"/>
                </a:cxn>
                <a:cxn ang="0">
                  <a:pos x="csX8226" y="csY8226"/>
                </a:cxn>
                <a:cxn ang="0">
                  <a:pos x="csX8227" y="csY8227"/>
                </a:cxn>
                <a:cxn ang="0">
                  <a:pos x="csX8228" y="csY8228"/>
                </a:cxn>
                <a:cxn ang="0">
                  <a:pos x="csX8229" y="csY8229"/>
                </a:cxn>
                <a:cxn ang="0">
                  <a:pos x="csX8230" y="csY8230"/>
                </a:cxn>
                <a:cxn ang="0">
                  <a:pos x="csX8231" y="csY8231"/>
                </a:cxn>
                <a:cxn ang="0">
                  <a:pos x="csX8232" y="csY8232"/>
                </a:cxn>
                <a:cxn ang="0">
                  <a:pos x="csX8233" y="csY8233"/>
                </a:cxn>
                <a:cxn ang="0">
                  <a:pos x="csX8234" y="csY8234"/>
                </a:cxn>
                <a:cxn ang="0">
                  <a:pos x="csX8235" y="csY8235"/>
                </a:cxn>
                <a:cxn ang="0">
                  <a:pos x="csX8236" y="csY8236"/>
                </a:cxn>
                <a:cxn ang="0">
                  <a:pos x="csX8237" y="csY8237"/>
                </a:cxn>
                <a:cxn ang="0">
                  <a:pos x="csX8238" y="csY8238"/>
                </a:cxn>
                <a:cxn ang="0">
                  <a:pos x="csX8239" y="csY8239"/>
                </a:cxn>
                <a:cxn ang="0">
                  <a:pos x="csX8240" y="csY8240"/>
                </a:cxn>
                <a:cxn ang="0">
                  <a:pos x="csX8241" y="csY8241"/>
                </a:cxn>
                <a:cxn ang="0">
                  <a:pos x="csX8242" y="csY8242"/>
                </a:cxn>
                <a:cxn ang="0">
                  <a:pos x="csX8243" y="csY8243"/>
                </a:cxn>
                <a:cxn ang="0">
                  <a:pos x="csX8244" y="csY8244"/>
                </a:cxn>
                <a:cxn ang="0">
                  <a:pos x="csX8245" y="csY8245"/>
                </a:cxn>
                <a:cxn ang="0">
                  <a:pos x="csX8246" y="csY8246"/>
                </a:cxn>
                <a:cxn ang="0">
                  <a:pos x="csX8247" y="csY8247"/>
                </a:cxn>
                <a:cxn ang="0">
                  <a:pos x="csX8248" y="csY8248"/>
                </a:cxn>
                <a:cxn ang="0">
                  <a:pos x="csX8249" y="csY8249"/>
                </a:cxn>
                <a:cxn ang="0">
                  <a:pos x="csX8250" y="csY8250"/>
                </a:cxn>
                <a:cxn ang="0">
                  <a:pos x="csX8251" y="csY8251"/>
                </a:cxn>
                <a:cxn ang="0">
                  <a:pos x="csX8252" y="csY8252"/>
                </a:cxn>
                <a:cxn ang="0">
                  <a:pos x="csX8253" y="csY8253"/>
                </a:cxn>
                <a:cxn ang="0">
                  <a:pos x="csX8254" y="csY8254"/>
                </a:cxn>
                <a:cxn ang="0">
                  <a:pos x="csX8255" y="csY8255"/>
                </a:cxn>
                <a:cxn ang="0">
                  <a:pos x="csX8256" y="csY8256"/>
                </a:cxn>
                <a:cxn ang="0">
                  <a:pos x="csX8257" y="csY8257"/>
                </a:cxn>
                <a:cxn ang="0">
                  <a:pos x="csX8258" y="csY8258"/>
                </a:cxn>
                <a:cxn ang="0">
                  <a:pos x="csX8259" y="csY8259"/>
                </a:cxn>
                <a:cxn ang="0">
                  <a:pos x="csX8260" y="csY8260"/>
                </a:cxn>
                <a:cxn ang="0">
                  <a:pos x="csX8261" y="csY8261"/>
                </a:cxn>
                <a:cxn ang="0">
                  <a:pos x="csX8262" y="csY8262"/>
                </a:cxn>
                <a:cxn ang="0">
                  <a:pos x="csX8263" y="csY8263"/>
                </a:cxn>
                <a:cxn ang="0">
                  <a:pos x="csX8264" y="csY8264"/>
                </a:cxn>
                <a:cxn ang="0">
                  <a:pos x="csX8265" y="csY8265"/>
                </a:cxn>
                <a:cxn ang="0">
                  <a:pos x="csX8266" y="csY8266"/>
                </a:cxn>
                <a:cxn ang="0">
                  <a:pos x="csX8267" y="csY8267"/>
                </a:cxn>
                <a:cxn ang="0">
                  <a:pos x="csX8268" y="csY8268"/>
                </a:cxn>
                <a:cxn ang="0">
                  <a:pos x="csX8269" y="csY8269"/>
                </a:cxn>
                <a:cxn ang="0">
                  <a:pos x="csX8270" y="csY8270"/>
                </a:cxn>
                <a:cxn ang="0">
                  <a:pos x="csX8271" y="csY8271"/>
                </a:cxn>
                <a:cxn ang="0">
                  <a:pos x="csX8272" y="csY8272"/>
                </a:cxn>
                <a:cxn ang="0">
                  <a:pos x="csX8273" y="csY8273"/>
                </a:cxn>
                <a:cxn ang="0">
                  <a:pos x="csX8274" y="csY8274"/>
                </a:cxn>
                <a:cxn ang="0">
                  <a:pos x="csX8275" y="csY8275"/>
                </a:cxn>
                <a:cxn ang="0">
                  <a:pos x="csX8276" y="csY8276"/>
                </a:cxn>
                <a:cxn ang="0">
                  <a:pos x="csX8277" y="csY8277"/>
                </a:cxn>
                <a:cxn ang="0">
                  <a:pos x="csX8278" y="csY8278"/>
                </a:cxn>
                <a:cxn ang="0">
                  <a:pos x="csX8279" y="csY8279"/>
                </a:cxn>
                <a:cxn ang="0">
                  <a:pos x="csX8280" y="csY8280"/>
                </a:cxn>
                <a:cxn ang="0">
                  <a:pos x="csX8281" y="csY8281"/>
                </a:cxn>
                <a:cxn ang="0">
                  <a:pos x="csX8282" y="csY8282"/>
                </a:cxn>
                <a:cxn ang="0">
                  <a:pos x="csX8283" y="csY8283"/>
                </a:cxn>
                <a:cxn ang="0">
                  <a:pos x="csX8284" y="csY8284"/>
                </a:cxn>
                <a:cxn ang="0">
                  <a:pos x="csX8285" y="csY8285"/>
                </a:cxn>
                <a:cxn ang="0">
                  <a:pos x="csX8286" y="csY8286"/>
                </a:cxn>
                <a:cxn ang="0">
                  <a:pos x="csX8287" y="csY8287"/>
                </a:cxn>
                <a:cxn ang="0">
                  <a:pos x="csX8288" y="csY8288"/>
                </a:cxn>
                <a:cxn ang="0">
                  <a:pos x="csX8289" y="csY8289"/>
                </a:cxn>
                <a:cxn ang="0">
                  <a:pos x="csX8290" y="csY8290"/>
                </a:cxn>
                <a:cxn ang="0">
                  <a:pos x="csX8291" y="csY8291"/>
                </a:cxn>
                <a:cxn ang="0">
                  <a:pos x="csX8292" y="csY8292"/>
                </a:cxn>
                <a:cxn ang="0">
                  <a:pos x="csX8293" y="csY8293"/>
                </a:cxn>
                <a:cxn ang="0">
                  <a:pos x="csX8294" y="csY8294"/>
                </a:cxn>
                <a:cxn ang="0">
                  <a:pos x="csX8295" y="csY8295"/>
                </a:cxn>
                <a:cxn ang="0">
                  <a:pos x="csX8296" y="csY8296"/>
                </a:cxn>
                <a:cxn ang="0">
                  <a:pos x="csX8297" y="csY8297"/>
                </a:cxn>
                <a:cxn ang="0">
                  <a:pos x="csX8298" y="csY8298"/>
                </a:cxn>
                <a:cxn ang="0">
                  <a:pos x="csX8299" y="csY8299"/>
                </a:cxn>
                <a:cxn ang="0">
                  <a:pos x="csX8300" y="csY8300"/>
                </a:cxn>
                <a:cxn ang="0">
                  <a:pos x="csX8301" y="csY8301"/>
                </a:cxn>
                <a:cxn ang="0">
                  <a:pos x="csX8302" y="csY8302"/>
                </a:cxn>
                <a:cxn ang="0">
                  <a:pos x="csX8303" y="csY8303"/>
                </a:cxn>
                <a:cxn ang="0">
                  <a:pos x="csX8304" y="csY8304"/>
                </a:cxn>
                <a:cxn ang="0">
                  <a:pos x="csX8305" y="csY8305"/>
                </a:cxn>
                <a:cxn ang="0">
                  <a:pos x="csX8306" y="csY8306"/>
                </a:cxn>
                <a:cxn ang="0">
                  <a:pos x="csX8307" y="csY8307"/>
                </a:cxn>
                <a:cxn ang="0">
                  <a:pos x="csX8308" y="csY8308"/>
                </a:cxn>
                <a:cxn ang="0">
                  <a:pos x="csX8309" y="csY8309"/>
                </a:cxn>
                <a:cxn ang="0">
                  <a:pos x="csX8310" y="csY8310"/>
                </a:cxn>
                <a:cxn ang="0">
                  <a:pos x="csX8311" y="csY8311"/>
                </a:cxn>
                <a:cxn ang="0">
                  <a:pos x="csX8312" y="csY8312"/>
                </a:cxn>
                <a:cxn ang="0">
                  <a:pos x="csX8313" y="csY8313"/>
                </a:cxn>
                <a:cxn ang="0">
                  <a:pos x="csX8314" y="csY8314"/>
                </a:cxn>
                <a:cxn ang="0">
                  <a:pos x="csX8315" y="csY8315"/>
                </a:cxn>
                <a:cxn ang="0">
                  <a:pos x="csX8316" y="csY8316"/>
                </a:cxn>
                <a:cxn ang="0">
                  <a:pos x="csX8317" y="csY8317"/>
                </a:cxn>
                <a:cxn ang="0">
                  <a:pos x="csX8318" y="csY8318"/>
                </a:cxn>
                <a:cxn ang="0">
                  <a:pos x="csX8319" y="csY8319"/>
                </a:cxn>
                <a:cxn ang="0">
                  <a:pos x="csX8320" y="csY8320"/>
                </a:cxn>
                <a:cxn ang="0">
                  <a:pos x="csX8321" y="csY8321"/>
                </a:cxn>
                <a:cxn ang="0">
                  <a:pos x="csX8322" y="csY8322"/>
                </a:cxn>
                <a:cxn ang="0">
                  <a:pos x="csX8323" y="csY8323"/>
                </a:cxn>
                <a:cxn ang="0">
                  <a:pos x="csX8324" y="csY8324"/>
                </a:cxn>
                <a:cxn ang="0">
                  <a:pos x="csX8325" y="csY8325"/>
                </a:cxn>
                <a:cxn ang="0">
                  <a:pos x="csX8326" y="csY8326"/>
                </a:cxn>
                <a:cxn ang="0">
                  <a:pos x="csX8327" y="csY8327"/>
                </a:cxn>
                <a:cxn ang="0">
                  <a:pos x="csX8328" y="csY8328"/>
                </a:cxn>
                <a:cxn ang="0">
                  <a:pos x="csX8329" y="csY8329"/>
                </a:cxn>
                <a:cxn ang="0">
                  <a:pos x="csX8330" y="csY8330"/>
                </a:cxn>
                <a:cxn ang="0">
                  <a:pos x="csX8331" y="csY8331"/>
                </a:cxn>
                <a:cxn ang="0">
                  <a:pos x="csX8332" y="csY8332"/>
                </a:cxn>
                <a:cxn ang="0">
                  <a:pos x="csX8333" y="csY8333"/>
                </a:cxn>
                <a:cxn ang="0">
                  <a:pos x="csX8334" y="csY8334"/>
                </a:cxn>
                <a:cxn ang="0">
                  <a:pos x="csX8335" y="csY8335"/>
                </a:cxn>
                <a:cxn ang="0">
                  <a:pos x="csX8336" y="csY8336"/>
                </a:cxn>
                <a:cxn ang="0">
                  <a:pos x="csX8337" y="csY8337"/>
                </a:cxn>
                <a:cxn ang="0">
                  <a:pos x="csX8338" y="csY8338"/>
                </a:cxn>
                <a:cxn ang="0">
                  <a:pos x="csX8339" y="csY8339"/>
                </a:cxn>
                <a:cxn ang="0">
                  <a:pos x="csX8340" y="csY8340"/>
                </a:cxn>
                <a:cxn ang="0">
                  <a:pos x="csX8341" y="csY8341"/>
                </a:cxn>
                <a:cxn ang="0">
                  <a:pos x="csX8342" y="csY8342"/>
                </a:cxn>
                <a:cxn ang="0">
                  <a:pos x="csX8343" y="csY8343"/>
                </a:cxn>
                <a:cxn ang="0">
                  <a:pos x="csX8344" y="csY8344"/>
                </a:cxn>
                <a:cxn ang="0">
                  <a:pos x="csX8345" y="csY8345"/>
                </a:cxn>
                <a:cxn ang="0">
                  <a:pos x="csX8346" y="csY8346"/>
                </a:cxn>
                <a:cxn ang="0">
                  <a:pos x="csX8347" y="csY8347"/>
                </a:cxn>
                <a:cxn ang="0">
                  <a:pos x="csX8348" y="csY8348"/>
                </a:cxn>
                <a:cxn ang="0">
                  <a:pos x="csX8349" y="csY8349"/>
                </a:cxn>
                <a:cxn ang="0">
                  <a:pos x="csX8350" y="csY8350"/>
                </a:cxn>
                <a:cxn ang="0">
                  <a:pos x="csX8351" y="csY8351"/>
                </a:cxn>
                <a:cxn ang="0">
                  <a:pos x="csX8352" y="csY8352"/>
                </a:cxn>
                <a:cxn ang="0">
                  <a:pos x="csX8353" y="csY8353"/>
                </a:cxn>
                <a:cxn ang="0">
                  <a:pos x="csX8354" y="csY8354"/>
                </a:cxn>
                <a:cxn ang="0">
                  <a:pos x="csX8355" y="csY8355"/>
                </a:cxn>
                <a:cxn ang="0">
                  <a:pos x="csX8356" y="csY8356"/>
                </a:cxn>
                <a:cxn ang="0">
                  <a:pos x="csX8357" y="csY8357"/>
                </a:cxn>
                <a:cxn ang="0">
                  <a:pos x="csX8358" y="csY8358"/>
                </a:cxn>
                <a:cxn ang="0">
                  <a:pos x="csX8359" y="csY8359"/>
                </a:cxn>
                <a:cxn ang="0">
                  <a:pos x="csX8360" y="csY8360"/>
                </a:cxn>
                <a:cxn ang="0">
                  <a:pos x="csX8361" y="csY8361"/>
                </a:cxn>
                <a:cxn ang="0">
                  <a:pos x="csX8362" y="csY8362"/>
                </a:cxn>
                <a:cxn ang="0">
                  <a:pos x="csX8363" y="csY8363"/>
                </a:cxn>
                <a:cxn ang="0">
                  <a:pos x="csX8364" y="csY8364"/>
                </a:cxn>
                <a:cxn ang="0">
                  <a:pos x="csX8365" y="csY8365"/>
                </a:cxn>
                <a:cxn ang="0">
                  <a:pos x="csX8366" y="csY8366"/>
                </a:cxn>
                <a:cxn ang="0">
                  <a:pos x="csX8367" y="csY8367"/>
                </a:cxn>
                <a:cxn ang="0">
                  <a:pos x="csX8368" y="csY8368"/>
                </a:cxn>
                <a:cxn ang="0">
                  <a:pos x="csX8369" y="csY8369"/>
                </a:cxn>
                <a:cxn ang="0">
                  <a:pos x="csX8370" y="csY8370"/>
                </a:cxn>
                <a:cxn ang="0">
                  <a:pos x="csX8371" y="csY8371"/>
                </a:cxn>
                <a:cxn ang="0">
                  <a:pos x="csX8372" y="csY8372"/>
                </a:cxn>
                <a:cxn ang="0">
                  <a:pos x="csX8373" y="csY8373"/>
                </a:cxn>
                <a:cxn ang="0">
                  <a:pos x="csX8374" y="csY8374"/>
                </a:cxn>
                <a:cxn ang="0">
                  <a:pos x="csX8375" y="csY8375"/>
                </a:cxn>
                <a:cxn ang="0">
                  <a:pos x="csX8376" y="csY8376"/>
                </a:cxn>
                <a:cxn ang="0">
                  <a:pos x="csX8377" y="csY8377"/>
                </a:cxn>
                <a:cxn ang="0">
                  <a:pos x="csX8378" y="csY8378"/>
                </a:cxn>
                <a:cxn ang="0">
                  <a:pos x="csX8379" y="csY8379"/>
                </a:cxn>
                <a:cxn ang="0">
                  <a:pos x="csX8380" y="csY8380"/>
                </a:cxn>
                <a:cxn ang="0">
                  <a:pos x="csX8381" y="csY8381"/>
                </a:cxn>
                <a:cxn ang="0">
                  <a:pos x="csX8382" y="csY8382"/>
                </a:cxn>
                <a:cxn ang="0">
                  <a:pos x="csX8383" y="csY8383"/>
                </a:cxn>
                <a:cxn ang="0">
                  <a:pos x="csX8384" y="csY8384"/>
                </a:cxn>
                <a:cxn ang="0">
                  <a:pos x="csX8385" y="csY8385"/>
                </a:cxn>
                <a:cxn ang="0">
                  <a:pos x="csX8386" y="csY8386"/>
                </a:cxn>
                <a:cxn ang="0">
                  <a:pos x="csX8387" y="csY8387"/>
                </a:cxn>
                <a:cxn ang="0">
                  <a:pos x="csX8388" y="csY8388"/>
                </a:cxn>
                <a:cxn ang="0">
                  <a:pos x="csX8389" y="csY8389"/>
                </a:cxn>
                <a:cxn ang="0">
                  <a:pos x="csX8390" y="csY8390"/>
                </a:cxn>
                <a:cxn ang="0">
                  <a:pos x="csX8391" y="csY8391"/>
                </a:cxn>
                <a:cxn ang="0">
                  <a:pos x="csX8392" y="csY8392"/>
                </a:cxn>
                <a:cxn ang="0">
                  <a:pos x="csX8393" y="csY8393"/>
                </a:cxn>
                <a:cxn ang="0">
                  <a:pos x="csX8394" y="csY8394"/>
                </a:cxn>
                <a:cxn ang="0">
                  <a:pos x="csX8395" y="csY8395"/>
                </a:cxn>
                <a:cxn ang="0">
                  <a:pos x="csX8396" y="csY8396"/>
                </a:cxn>
                <a:cxn ang="0">
                  <a:pos x="csX8397" y="csY8397"/>
                </a:cxn>
                <a:cxn ang="0">
                  <a:pos x="csX8398" y="csY8398"/>
                </a:cxn>
                <a:cxn ang="0">
                  <a:pos x="csX8399" y="csY8399"/>
                </a:cxn>
                <a:cxn ang="0">
                  <a:pos x="csX8400" y="csY8400"/>
                </a:cxn>
                <a:cxn ang="0">
                  <a:pos x="csX8401" y="csY8401"/>
                </a:cxn>
                <a:cxn ang="0">
                  <a:pos x="csX8402" y="csY8402"/>
                </a:cxn>
                <a:cxn ang="0">
                  <a:pos x="csX8403" y="csY8403"/>
                </a:cxn>
                <a:cxn ang="0">
                  <a:pos x="csX8404" y="csY8404"/>
                </a:cxn>
                <a:cxn ang="0">
                  <a:pos x="csX8405" y="csY8405"/>
                </a:cxn>
                <a:cxn ang="0">
                  <a:pos x="csX8406" y="csY8406"/>
                </a:cxn>
                <a:cxn ang="0">
                  <a:pos x="csX8407" y="csY8407"/>
                </a:cxn>
                <a:cxn ang="0">
                  <a:pos x="csX8408" y="csY8408"/>
                </a:cxn>
                <a:cxn ang="0">
                  <a:pos x="csX8409" y="csY8409"/>
                </a:cxn>
                <a:cxn ang="0">
                  <a:pos x="csX8410" y="csY8410"/>
                </a:cxn>
                <a:cxn ang="0">
                  <a:pos x="csX8411" y="csY8411"/>
                </a:cxn>
                <a:cxn ang="0">
                  <a:pos x="csX8412" y="csY8412"/>
                </a:cxn>
                <a:cxn ang="0">
                  <a:pos x="csX8413" y="csY8413"/>
                </a:cxn>
                <a:cxn ang="0">
                  <a:pos x="csX8414" y="csY8414"/>
                </a:cxn>
                <a:cxn ang="0">
                  <a:pos x="csX8415" y="csY8415"/>
                </a:cxn>
                <a:cxn ang="0">
                  <a:pos x="csX8416" y="csY8416"/>
                </a:cxn>
                <a:cxn ang="0">
                  <a:pos x="csX8417" y="csY8417"/>
                </a:cxn>
                <a:cxn ang="0">
                  <a:pos x="csX8418" y="csY8418"/>
                </a:cxn>
                <a:cxn ang="0">
                  <a:pos x="csX8419" y="csY8419"/>
                </a:cxn>
                <a:cxn ang="0">
                  <a:pos x="csX8420" y="csY8420"/>
                </a:cxn>
                <a:cxn ang="0">
                  <a:pos x="csX8421" y="csY8421"/>
                </a:cxn>
                <a:cxn ang="0">
                  <a:pos x="csX8422" y="csY8422"/>
                </a:cxn>
                <a:cxn ang="0">
                  <a:pos x="csX8423" y="csY8423"/>
                </a:cxn>
                <a:cxn ang="0">
                  <a:pos x="csX8424" y="csY8424"/>
                </a:cxn>
                <a:cxn ang="0">
                  <a:pos x="csX8425" y="csY8425"/>
                </a:cxn>
                <a:cxn ang="0">
                  <a:pos x="csX8426" y="csY8426"/>
                </a:cxn>
                <a:cxn ang="0">
                  <a:pos x="csX8427" y="csY8427"/>
                </a:cxn>
                <a:cxn ang="0">
                  <a:pos x="csX8428" y="csY8428"/>
                </a:cxn>
                <a:cxn ang="0">
                  <a:pos x="csX8429" y="csY8429"/>
                </a:cxn>
                <a:cxn ang="0">
                  <a:pos x="csX8430" y="csY8430"/>
                </a:cxn>
                <a:cxn ang="0">
                  <a:pos x="csX8431" y="csY8431"/>
                </a:cxn>
                <a:cxn ang="0">
                  <a:pos x="csX8432" y="csY8432"/>
                </a:cxn>
                <a:cxn ang="0">
                  <a:pos x="csX8433" y="csY8433"/>
                </a:cxn>
                <a:cxn ang="0">
                  <a:pos x="csX8434" y="csY8434"/>
                </a:cxn>
                <a:cxn ang="0">
                  <a:pos x="csX8435" y="csY8435"/>
                </a:cxn>
                <a:cxn ang="0">
                  <a:pos x="csX8436" y="csY8436"/>
                </a:cxn>
                <a:cxn ang="0">
                  <a:pos x="csX8437" y="csY8437"/>
                </a:cxn>
                <a:cxn ang="0">
                  <a:pos x="csX8438" y="csY8438"/>
                </a:cxn>
                <a:cxn ang="0">
                  <a:pos x="csX8439" y="csY8439"/>
                </a:cxn>
                <a:cxn ang="0">
                  <a:pos x="csX8440" y="csY8440"/>
                </a:cxn>
                <a:cxn ang="0">
                  <a:pos x="csX8441" y="csY8441"/>
                </a:cxn>
                <a:cxn ang="0">
                  <a:pos x="csX8442" y="csY8442"/>
                </a:cxn>
                <a:cxn ang="0">
                  <a:pos x="csX8443" y="csY8443"/>
                </a:cxn>
                <a:cxn ang="0">
                  <a:pos x="csX8444" y="csY8444"/>
                </a:cxn>
                <a:cxn ang="0">
                  <a:pos x="csX8445" y="csY8445"/>
                </a:cxn>
                <a:cxn ang="0">
                  <a:pos x="csX8446" y="csY8446"/>
                </a:cxn>
                <a:cxn ang="0">
                  <a:pos x="csX8447" y="csY8447"/>
                </a:cxn>
                <a:cxn ang="0">
                  <a:pos x="csX8448" y="csY8448"/>
                </a:cxn>
                <a:cxn ang="0">
                  <a:pos x="csX8449" y="csY8449"/>
                </a:cxn>
                <a:cxn ang="0">
                  <a:pos x="csX8450" y="csY8450"/>
                </a:cxn>
                <a:cxn ang="0">
                  <a:pos x="csX8451" y="csY8451"/>
                </a:cxn>
                <a:cxn ang="0">
                  <a:pos x="csX8452" y="csY8452"/>
                </a:cxn>
                <a:cxn ang="0">
                  <a:pos x="csX8453" y="csY8453"/>
                </a:cxn>
                <a:cxn ang="0">
                  <a:pos x="csX8454" y="csY8454"/>
                </a:cxn>
                <a:cxn ang="0">
                  <a:pos x="csX8455" y="csY8455"/>
                </a:cxn>
                <a:cxn ang="0">
                  <a:pos x="csX8456" y="csY8456"/>
                </a:cxn>
                <a:cxn ang="0">
                  <a:pos x="csX8457" y="csY8457"/>
                </a:cxn>
                <a:cxn ang="0">
                  <a:pos x="csX8458" y="csY8458"/>
                </a:cxn>
                <a:cxn ang="0">
                  <a:pos x="csX8459" y="csY8459"/>
                </a:cxn>
                <a:cxn ang="0">
                  <a:pos x="csX8460" y="csY8460"/>
                </a:cxn>
                <a:cxn ang="0">
                  <a:pos x="csX8461" y="csY8461"/>
                </a:cxn>
                <a:cxn ang="0">
                  <a:pos x="csX8462" y="csY8462"/>
                </a:cxn>
                <a:cxn ang="0">
                  <a:pos x="csX8463" y="csY8463"/>
                </a:cxn>
                <a:cxn ang="0">
                  <a:pos x="csX8464" y="csY8464"/>
                </a:cxn>
                <a:cxn ang="0">
                  <a:pos x="csX8465" y="csY8465"/>
                </a:cxn>
                <a:cxn ang="0">
                  <a:pos x="csX8466" y="csY8466"/>
                </a:cxn>
                <a:cxn ang="0">
                  <a:pos x="csX8467" y="csY8467"/>
                </a:cxn>
                <a:cxn ang="0">
                  <a:pos x="csX8468" y="csY8468"/>
                </a:cxn>
                <a:cxn ang="0">
                  <a:pos x="csX8469" y="csY8469"/>
                </a:cxn>
                <a:cxn ang="0">
                  <a:pos x="csX8470" y="csY8470"/>
                </a:cxn>
                <a:cxn ang="0">
                  <a:pos x="csX8471" y="csY8471"/>
                </a:cxn>
                <a:cxn ang="0">
                  <a:pos x="csX8472" y="csY8472"/>
                </a:cxn>
                <a:cxn ang="0">
                  <a:pos x="csX8473" y="csY8473"/>
                </a:cxn>
                <a:cxn ang="0">
                  <a:pos x="csX8474" y="csY8474"/>
                </a:cxn>
                <a:cxn ang="0">
                  <a:pos x="csX8475" y="csY8475"/>
                </a:cxn>
                <a:cxn ang="0">
                  <a:pos x="csX8476" y="csY8476"/>
                </a:cxn>
                <a:cxn ang="0">
                  <a:pos x="csX8477" y="csY8477"/>
                </a:cxn>
                <a:cxn ang="0">
                  <a:pos x="csX8478" y="csY8478"/>
                </a:cxn>
                <a:cxn ang="0">
                  <a:pos x="csX8479" y="csY8479"/>
                </a:cxn>
                <a:cxn ang="0">
                  <a:pos x="csX8480" y="csY8480"/>
                </a:cxn>
                <a:cxn ang="0">
                  <a:pos x="csX8481" y="csY8481"/>
                </a:cxn>
                <a:cxn ang="0">
                  <a:pos x="csX8482" y="csY8482"/>
                </a:cxn>
                <a:cxn ang="0">
                  <a:pos x="csX8483" y="csY8483"/>
                </a:cxn>
                <a:cxn ang="0">
                  <a:pos x="csX8484" y="csY8484"/>
                </a:cxn>
                <a:cxn ang="0">
                  <a:pos x="csX8485" y="csY8485"/>
                </a:cxn>
                <a:cxn ang="0">
                  <a:pos x="csX8486" y="csY8486"/>
                </a:cxn>
                <a:cxn ang="0">
                  <a:pos x="csX8487" y="csY8487"/>
                </a:cxn>
                <a:cxn ang="0">
                  <a:pos x="csX8488" y="csY8488"/>
                </a:cxn>
                <a:cxn ang="0">
                  <a:pos x="csX8489" y="csY8489"/>
                </a:cxn>
                <a:cxn ang="0">
                  <a:pos x="csX8490" y="csY8490"/>
                </a:cxn>
                <a:cxn ang="0">
                  <a:pos x="csX8491" y="csY8491"/>
                </a:cxn>
                <a:cxn ang="0">
                  <a:pos x="csX8492" y="csY8492"/>
                </a:cxn>
                <a:cxn ang="0">
                  <a:pos x="csX8493" y="csY8493"/>
                </a:cxn>
                <a:cxn ang="0">
                  <a:pos x="csX8494" y="csY8494"/>
                </a:cxn>
                <a:cxn ang="0">
                  <a:pos x="csX8495" y="csY8495"/>
                </a:cxn>
                <a:cxn ang="0">
                  <a:pos x="csX8496" y="csY8496"/>
                </a:cxn>
                <a:cxn ang="0">
                  <a:pos x="csX8497" y="csY8497"/>
                </a:cxn>
                <a:cxn ang="0">
                  <a:pos x="csX8498" y="csY8498"/>
                </a:cxn>
                <a:cxn ang="0">
                  <a:pos x="csX8499" y="csY8499"/>
                </a:cxn>
                <a:cxn ang="0">
                  <a:pos x="csX8500" y="csY8500"/>
                </a:cxn>
                <a:cxn ang="0">
                  <a:pos x="csX8501" y="csY8501"/>
                </a:cxn>
                <a:cxn ang="0">
                  <a:pos x="csX8502" y="csY8502"/>
                </a:cxn>
                <a:cxn ang="0">
                  <a:pos x="csX8503" y="csY8503"/>
                </a:cxn>
                <a:cxn ang="0">
                  <a:pos x="csX8504" y="csY8504"/>
                </a:cxn>
                <a:cxn ang="0">
                  <a:pos x="csX8505" y="csY8505"/>
                </a:cxn>
                <a:cxn ang="0">
                  <a:pos x="csX8506" y="csY8506"/>
                </a:cxn>
                <a:cxn ang="0">
                  <a:pos x="csX8507" y="csY8507"/>
                </a:cxn>
                <a:cxn ang="0">
                  <a:pos x="csX8508" y="csY8508"/>
                </a:cxn>
                <a:cxn ang="0">
                  <a:pos x="csX8509" y="csY8509"/>
                </a:cxn>
                <a:cxn ang="0">
                  <a:pos x="csX8510" y="csY8510"/>
                </a:cxn>
                <a:cxn ang="0">
                  <a:pos x="csX8511" y="csY8511"/>
                </a:cxn>
                <a:cxn ang="0">
                  <a:pos x="csX8512" y="csY8512"/>
                </a:cxn>
                <a:cxn ang="0">
                  <a:pos x="csX8513" y="csY8513"/>
                </a:cxn>
                <a:cxn ang="0">
                  <a:pos x="csX8514" y="csY8514"/>
                </a:cxn>
                <a:cxn ang="0">
                  <a:pos x="csX8515" y="csY8515"/>
                </a:cxn>
                <a:cxn ang="0">
                  <a:pos x="csX8516" y="csY8516"/>
                </a:cxn>
                <a:cxn ang="0">
                  <a:pos x="csX8517" y="csY8517"/>
                </a:cxn>
                <a:cxn ang="0">
                  <a:pos x="csX8518" y="csY8518"/>
                </a:cxn>
                <a:cxn ang="0">
                  <a:pos x="csX8519" y="csY8519"/>
                </a:cxn>
                <a:cxn ang="0">
                  <a:pos x="csX8520" y="csY8520"/>
                </a:cxn>
                <a:cxn ang="0">
                  <a:pos x="csX8521" y="csY8521"/>
                </a:cxn>
                <a:cxn ang="0">
                  <a:pos x="csX8522" y="csY8522"/>
                </a:cxn>
                <a:cxn ang="0">
                  <a:pos x="csX8523" y="csY8523"/>
                </a:cxn>
                <a:cxn ang="0">
                  <a:pos x="csX8524" y="csY8524"/>
                </a:cxn>
                <a:cxn ang="0">
                  <a:pos x="csX8525" y="csY8525"/>
                </a:cxn>
                <a:cxn ang="0">
                  <a:pos x="csX8526" y="csY8526"/>
                </a:cxn>
                <a:cxn ang="0">
                  <a:pos x="csX8527" y="csY8527"/>
                </a:cxn>
                <a:cxn ang="0">
                  <a:pos x="csX8528" y="csY8528"/>
                </a:cxn>
                <a:cxn ang="0">
                  <a:pos x="csX8529" y="csY8529"/>
                </a:cxn>
                <a:cxn ang="0">
                  <a:pos x="csX8530" y="csY8530"/>
                </a:cxn>
                <a:cxn ang="0">
                  <a:pos x="csX8531" y="csY8531"/>
                </a:cxn>
                <a:cxn ang="0">
                  <a:pos x="csX8532" y="csY8532"/>
                </a:cxn>
                <a:cxn ang="0">
                  <a:pos x="csX8533" y="csY8533"/>
                </a:cxn>
                <a:cxn ang="0">
                  <a:pos x="csX8534" y="csY8534"/>
                </a:cxn>
                <a:cxn ang="0">
                  <a:pos x="csX8535" y="csY8535"/>
                </a:cxn>
                <a:cxn ang="0">
                  <a:pos x="csX8536" y="csY8536"/>
                </a:cxn>
                <a:cxn ang="0">
                  <a:pos x="csX8537" y="csY8537"/>
                </a:cxn>
                <a:cxn ang="0">
                  <a:pos x="csX8538" y="csY8538"/>
                </a:cxn>
                <a:cxn ang="0">
                  <a:pos x="csX8539" y="csY8539"/>
                </a:cxn>
                <a:cxn ang="0">
                  <a:pos x="csX8540" y="csY8540"/>
                </a:cxn>
                <a:cxn ang="0">
                  <a:pos x="csX8541" y="csY8541"/>
                </a:cxn>
                <a:cxn ang="0">
                  <a:pos x="csX8542" y="csY8542"/>
                </a:cxn>
                <a:cxn ang="0">
                  <a:pos x="csX8543" y="csY8543"/>
                </a:cxn>
                <a:cxn ang="0">
                  <a:pos x="csX8544" y="csY8544"/>
                </a:cxn>
                <a:cxn ang="0">
                  <a:pos x="csX8545" y="csY8545"/>
                </a:cxn>
                <a:cxn ang="0">
                  <a:pos x="csX8546" y="csY8546"/>
                </a:cxn>
                <a:cxn ang="0">
                  <a:pos x="csX8547" y="csY8547"/>
                </a:cxn>
                <a:cxn ang="0">
                  <a:pos x="csX8548" y="csY8548"/>
                </a:cxn>
                <a:cxn ang="0">
                  <a:pos x="csX8549" y="csY8549"/>
                </a:cxn>
                <a:cxn ang="0">
                  <a:pos x="csX8550" y="csY8550"/>
                </a:cxn>
                <a:cxn ang="0">
                  <a:pos x="csX8551" y="csY8551"/>
                </a:cxn>
                <a:cxn ang="0">
                  <a:pos x="csX8552" y="csY8552"/>
                </a:cxn>
                <a:cxn ang="0">
                  <a:pos x="csX8553" y="csY8553"/>
                </a:cxn>
                <a:cxn ang="0">
                  <a:pos x="csX8554" y="csY8554"/>
                </a:cxn>
                <a:cxn ang="0">
                  <a:pos x="csX8555" y="csY8555"/>
                </a:cxn>
                <a:cxn ang="0">
                  <a:pos x="csX8556" y="csY8556"/>
                </a:cxn>
                <a:cxn ang="0">
                  <a:pos x="csX8557" y="csY8557"/>
                </a:cxn>
                <a:cxn ang="0">
                  <a:pos x="csX8558" y="csY8558"/>
                </a:cxn>
                <a:cxn ang="0">
                  <a:pos x="csX8559" y="csY8559"/>
                </a:cxn>
                <a:cxn ang="0">
                  <a:pos x="csX8560" y="csY8560"/>
                </a:cxn>
                <a:cxn ang="0">
                  <a:pos x="csX8561" y="csY8561"/>
                </a:cxn>
                <a:cxn ang="0">
                  <a:pos x="csX8562" y="csY8562"/>
                </a:cxn>
                <a:cxn ang="0">
                  <a:pos x="csX8563" y="csY8563"/>
                </a:cxn>
                <a:cxn ang="0">
                  <a:pos x="csX8564" y="csY8564"/>
                </a:cxn>
                <a:cxn ang="0">
                  <a:pos x="csX8565" y="csY8565"/>
                </a:cxn>
                <a:cxn ang="0">
                  <a:pos x="csX8566" y="csY8566"/>
                </a:cxn>
                <a:cxn ang="0">
                  <a:pos x="csX8567" y="csY8567"/>
                </a:cxn>
                <a:cxn ang="0">
                  <a:pos x="csX8568" y="csY8568"/>
                </a:cxn>
                <a:cxn ang="0">
                  <a:pos x="csX8569" y="csY8569"/>
                </a:cxn>
                <a:cxn ang="0">
                  <a:pos x="csX8570" y="csY8570"/>
                </a:cxn>
                <a:cxn ang="0">
                  <a:pos x="csX8571" y="csY8571"/>
                </a:cxn>
                <a:cxn ang="0">
                  <a:pos x="csX8572" y="csY8572"/>
                </a:cxn>
                <a:cxn ang="0">
                  <a:pos x="csX8573" y="csY8573"/>
                </a:cxn>
                <a:cxn ang="0">
                  <a:pos x="csX8574" y="csY8574"/>
                </a:cxn>
                <a:cxn ang="0">
                  <a:pos x="csX8575" y="csY8575"/>
                </a:cxn>
                <a:cxn ang="0">
                  <a:pos x="csX8576" y="csY8576"/>
                </a:cxn>
                <a:cxn ang="0">
                  <a:pos x="csX8577" y="csY8577"/>
                </a:cxn>
                <a:cxn ang="0">
                  <a:pos x="csX8578" y="csY8578"/>
                </a:cxn>
                <a:cxn ang="0">
                  <a:pos x="csX8579" y="csY8579"/>
                </a:cxn>
                <a:cxn ang="0">
                  <a:pos x="csX8580" y="csY8580"/>
                </a:cxn>
                <a:cxn ang="0">
                  <a:pos x="csX8581" y="csY8581"/>
                </a:cxn>
                <a:cxn ang="0">
                  <a:pos x="csX8582" y="csY8582"/>
                </a:cxn>
                <a:cxn ang="0">
                  <a:pos x="csX8583" y="csY8583"/>
                </a:cxn>
                <a:cxn ang="0">
                  <a:pos x="csX8584" y="csY8584"/>
                </a:cxn>
                <a:cxn ang="0">
                  <a:pos x="csX8585" y="csY8585"/>
                </a:cxn>
                <a:cxn ang="0">
                  <a:pos x="csX8586" y="csY8586"/>
                </a:cxn>
                <a:cxn ang="0">
                  <a:pos x="csX8587" y="csY8587"/>
                </a:cxn>
                <a:cxn ang="0">
                  <a:pos x="csX8588" y="csY8588"/>
                </a:cxn>
                <a:cxn ang="0">
                  <a:pos x="csX8589" y="csY8589"/>
                </a:cxn>
                <a:cxn ang="0">
                  <a:pos x="csX8590" y="csY8590"/>
                </a:cxn>
                <a:cxn ang="0">
                  <a:pos x="csX8591" y="csY8591"/>
                </a:cxn>
                <a:cxn ang="0">
                  <a:pos x="csX8592" y="csY8592"/>
                </a:cxn>
                <a:cxn ang="0">
                  <a:pos x="csX8593" y="csY8593"/>
                </a:cxn>
                <a:cxn ang="0">
                  <a:pos x="csX8594" y="csY8594"/>
                </a:cxn>
                <a:cxn ang="0">
                  <a:pos x="csX8595" y="csY8595"/>
                </a:cxn>
                <a:cxn ang="0">
                  <a:pos x="csX8596" y="csY8596"/>
                </a:cxn>
                <a:cxn ang="0">
                  <a:pos x="csX8597" y="csY8597"/>
                </a:cxn>
                <a:cxn ang="0">
                  <a:pos x="csX8598" y="csY8598"/>
                </a:cxn>
                <a:cxn ang="0">
                  <a:pos x="csX8599" y="csY8599"/>
                </a:cxn>
                <a:cxn ang="0">
                  <a:pos x="csX8600" y="csY8600"/>
                </a:cxn>
                <a:cxn ang="0">
                  <a:pos x="csX8601" y="csY8601"/>
                </a:cxn>
                <a:cxn ang="0">
                  <a:pos x="csX8602" y="csY8602"/>
                </a:cxn>
                <a:cxn ang="0">
                  <a:pos x="csX8603" y="csY8603"/>
                </a:cxn>
                <a:cxn ang="0">
                  <a:pos x="csX8604" y="csY8604"/>
                </a:cxn>
                <a:cxn ang="0">
                  <a:pos x="csX8605" y="csY8605"/>
                </a:cxn>
                <a:cxn ang="0">
                  <a:pos x="csX8606" y="csY8606"/>
                </a:cxn>
                <a:cxn ang="0">
                  <a:pos x="csX8607" y="csY8607"/>
                </a:cxn>
                <a:cxn ang="0">
                  <a:pos x="csX8608" y="csY8608"/>
                </a:cxn>
                <a:cxn ang="0">
                  <a:pos x="csX8609" y="csY8609"/>
                </a:cxn>
                <a:cxn ang="0">
                  <a:pos x="csX8610" y="csY8610"/>
                </a:cxn>
                <a:cxn ang="0">
                  <a:pos x="csX8611" y="csY8611"/>
                </a:cxn>
                <a:cxn ang="0">
                  <a:pos x="csX8612" y="csY8612"/>
                </a:cxn>
                <a:cxn ang="0">
                  <a:pos x="csX8613" y="csY8613"/>
                </a:cxn>
                <a:cxn ang="0">
                  <a:pos x="csX8614" y="csY8614"/>
                </a:cxn>
                <a:cxn ang="0">
                  <a:pos x="csX8615" y="csY8615"/>
                </a:cxn>
                <a:cxn ang="0">
                  <a:pos x="csX8616" y="csY8616"/>
                </a:cxn>
                <a:cxn ang="0">
                  <a:pos x="csX8617" y="csY8617"/>
                </a:cxn>
                <a:cxn ang="0">
                  <a:pos x="csX8618" y="csY8618"/>
                </a:cxn>
                <a:cxn ang="0">
                  <a:pos x="csX8619" y="csY8619"/>
                </a:cxn>
                <a:cxn ang="0">
                  <a:pos x="csX8620" y="csY8620"/>
                </a:cxn>
                <a:cxn ang="0">
                  <a:pos x="csX8621" y="csY8621"/>
                </a:cxn>
                <a:cxn ang="0">
                  <a:pos x="csX8622" y="csY8622"/>
                </a:cxn>
                <a:cxn ang="0">
                  <a:pos x="csX8623" y="csY8623"/>
                </a:cxn>
                <a:cxn ang="0">
                  <a:pos x="csX8624" y="csY8624"/>
                </a:cxn>
                <a:cxn ang="0">
                  <a:pos x="csX8625" y="csY8625"/>
                </a:cxn>
                <a:cxn ang="0">
                  <a:pos x="csX8626" y="csY8626"/>
                </a:cxn>
                <a:cxn ang="0">
                  <a:pos x="csX8627" y="csY8627"/>
                </a:cxn>
                <a:cxn ang="0">
                  <a:pos x="csX8628" y="csY8628"/>
                </a:cxn>
                <a:cxn ang="0">
                  <a:pos x="csX8629" y="csY8629"/>
                </a:cxn>
                <a:cxn ang="0">
                  <a:pos x="csX8630" y="csY8630"/>
                </a:cxn>
                <a:cxn ang="0">
                  <a:pos x="csX8631" y="csY8631"/>
                </a:cxn>
                <a:cxn ang="0">
                  <a:pos x="csX8632" y="csY8632"/>
                </a:cxn>
                <a:cxn ang="0">
                  <a:pos x="csX8633" y="csY8633"/>
                </a:cxn>
                <a:cxn ang="0">
                  <a:pos x="csX8634" y="csY8634"/>
                </a:cxn>
                <a:cxn ang="0">
                  <a:pos x="csX8635" y="csY8635"/>
                </a:cxn>
                <a:cxn ang="0">
                  <a:pos x="csX8636" y="csY8636"/>
                </a:cxn>
                <a:cxn ang="0">
                  <a:pos x="csX8637" y="csY8637"/>
                </a:cxn>
                <a:cxn ang="0">
                  <a:pos x="csX8638" y="csY8638"/>
                </a:cxn>
                <a:cxn ang="0">
                  <a:pos x="csX8639" y="csY8639"/>
                </a:cxn>
                <a:cxn ang="0">
                  <a:pos x="csX8640" y="csY8640"/>
                </a:cxn>
                <a:cxn ang="0">
                  <a:pos x="csX8641" y="csY8641"/>
                </a:cxn>
                <a:cxn ang="0">
                  <a:pos x="csX8642" y="csY8642"/>
                </a:cxn>
                <a:cxn ang="0">
                  <a:pos x="csX8643" y="csY8643"/>
                </a:cxn>
                <a:cxn ang="0">
                  <a:pos x="csX8644" y="csY8644"/>
                </a:cxn>
                <a:cxn ang="0">
                  <a:pos x="csX8645" y="csY8645"/>
                </a:cxn>
                <a:cxn ang="0">
                  <a:pos x="csX8646" y="csY8646"/>
                </a:cxn>
                <a:cxn ang="0">
                  <a:pos x="csX8647" y="csY8647"/>
                </a:cxn>
                <a:cxn ang="0">
                  <a:pos x="csX8648" y="csY8648"/>
                </a:cxn>
                <a:cxn ang="0">
                  <a:pos x="csX8649" y="csY8649"/>
                </a:cxn>
                <a:cxn ang="0">
                  <a:pos x="csX8650" y="csY8650"/>
                </a:cxn>
                <a:cxn ang="0">
                  <a:pos x="csX8651" y="csY8651"/>
                </a:cxn>
                <a:cxn ang="0">
                  <a:pos x="csX8652" y="csY8652"/>
                </a:cxn>
                <a:cxn ang="0">
                  <a:pos x="csX8653" y="csY8653"/>
                </a:cxn>
                <a:cxn ang="0">
                  <a:pos x="csX8654" y="csY8654"/>
                </a:cxn>
                <a:cxn ang="0">
                  <a:pos x="csX8655" y="csY8655"/>
                </a:cxn>
                <a:cxn ang="0">
                  <a:pos x="csX8656" y="csY8656"/>
                </a:cxn>
                <a:cxn ang="0">
                  <a:pos x="csX8657" y="csY8657"/>
                </a:cxn>
                <a:cxn ang="0">
                  <a:pos x="csX8658" y="csY8658"/>
                </a:cxn>
                <a:cxn ang="0">
                  <a:pos x="csX8659" y="csY8659"/>
                </a:cxn>
                <a:cxn ang="0">
                  <a:pos x="csX8660" y="csY8660"/>
                </a:cxn>
                <a:cxn ang="0">
                  <a:pos x="csX8661" y="csY8661"/>
                </a:cxn>
                <a:cxn ang="0">
                  <a:pos x="csX8662" y="csY8662"/>
                </a:cxn>
                <a:cxn ang="0">
                  <a:pos x="csX8663" y="csY8663"/>
                </a:cxn>
                <a:cxn ang="0">
                  <a:pos x="csX8664" y="csY8664"/>
                </a:cxn>
                <a:cxn ang="0">
                  <a:pos x="csX8665" y="csY8665"/>
                </a:cxn>
                <a:cxn ang="0">
                  <a:pos x="csX8666" y="csY8666"/>
                </a:cxn>
                <a:cxn ang="0">
                  <a:pos x="csX8667" y="csY8667"/>
                </a:cxn>
                <a:cxn ang="0">
                  <a:pos x="csX8668" y="csY8668"/>
                </a:cxn>
                <a:cxn ang="0">
                  <a:pos x="csX8669" y="csY8669"/>
                </a:cxn>
                <a:cxn ang="0">
                  <a:pos x="csX8670" y="csY8670"/>
                </a:cxn>
                <a:cxn ang="0">
                  <a:pos x="csX8671" y="csY8671"/>
                </a:cxn>
                <a:cxn ang="0">
                  <a:pos x="csX8672" y="csY8672"/>
                </a:cxn>
                <a:cxn ang="0">
                  <a:pos x="csX8673" y="csY8673"/>
                </a:cxn>
                <a:cxn ang="0">
                  <a:pos x="csX8674" y="csY8674"/>
                </a:cxn>
                <a:cxn ang="0">
                  <a:pos x="csX8675" y="csY8675"/>
                </a:cxn>
                <a:cxn ang="0">
                  <a:pos x="csX8676" y="csY8676"/>
                </a:cxn>
                <a:cxn ang="0">
                  <a:pos x="csX8677" y="csY8677"/>
                </a:cxn>
                <a:cxn ang="0">
                  <a:pos x="csX8678" y="csY8678"/>
                </a:cxn>
                <a:cxn ang="0">
                  <a:pos x="csX8679" y="csY8679"/>
                </a:cxn>
                <a:cxn ang="0">
                  <a:pos x="csX8680" y="csY8680"/>
                </a:cxn>
                <a:cxn ang="0">
                  <a:pos x="csX8681" y="csY8681"/>
                </a:cxn>
                <a:cxn ang="0">
                  <a:pos x="csX8682" y="csY8682"/>
                </a:cxn>
                <a:cxn ang="0">
                  <a:pos x="csX8683" y="csY8683"/>
                </a:cxn>
                <a:cxn ang="0">
                  <a:pos x="csX8684" y="csY8684"/>
                </a:cxn>
                <a:cxn ang="0">
                  <a:pos x="csX8685" y="csY8685"/>
                </a:cxn>
                <a:cxn ang="0">
                  <a:pos x="csX8686" y="csY8686"/>
                </a:cxn>
                <a:cxn ang="0">
                  <a:pos x="csX8687" y="csY8687"/>
                </a:cxn>
                <a:cxn ang="0">
                  <a:pos x="csX8688" y="csY8688"/>
                </a:cxn>
                <a:cxn ang="0">
                  <a:pos x="csX8689" y="csY8689"/>
                </a:cxn>
                <a:cxn ang="0">
                  <a:pos x="csX8690" y="csY8690"/>
                </a:cxn>
                <a:cxn ang="0">
                  <a:pos x="csX8691" y="csY8691"/>
                </a:cxn>
                <a:cxn ang="0">
                  <a:pos x="csX8692" y="csY8692"/>
                </a:cxn>
                <a:cxn ang="0">
                  <a:pos x="csX8693" y="csY8693"/>
                </a:cxn>
                <a:cxn ang="0">
                  <a:pos x="csX8694" y="csY8694"/>
                </a:cxn>
                <a:cxn ang="0">
                  <a:pos x="csX8695" y="csY8695"/>
                </a:cxn>
                <a:cxn ang="0">
                  <a:pos x="csX8696" y="csY8696"/>
                </a:cxn>
                <a:cxn ang="0">
                  <a:pos x="csX8697" y="csY8697"/>
                </a:cxn>
                <a:cxn ang="0">
                  <a:pos x="csX8698" y="csY8698"/>
                </a:cxn>
                <a:cxn ang="0">
                  <a:pos x="csX8699" y="csY8699"/>
                </a:cxn>
                <a:cxn ang="0">
                  <a:pos x="csX8700" y="csY8700"/>
                </a:cxn>
                <a:cxn ang="0">
                  <a:pos x="csX8701" y="csY8701"/>
                </a:cxn>
                <a:cxn ang="0">
                  <a:pos x="csX8702" y="csY8702"/>
                </a:cxn>
                <a:cxn ang="0">
                  <a:pos x="csX8703" y="csY8703"/>
                </a:cxn>
                <a:cxn ang="0">
                  <a:pos x="csX8704" y="csY8704"/>
                </a:cxn>
                <a:cxn ang="0">
                  <a:pos x="csX8705" y="csY8705"/>
                </a:cxn>
                <a:cxn ang="0">
                  <a:pos x="csX8706" y="csY8706"/>
                </a:cxn>
                <a:cxn ang="0">
                  <a:pos x="csX8707" y="csY8707"/>
                </a:cxn>
                <a:cxn ang="0">
                  <a:pos x="csX8708" y="csY8708"/>
                </a:cxn>
                <a:cxn ang="0">
                  <a:pos x="csX8709" y="csY8709"/>
                </a:cxn>
                <a:cxn ang="0">
                  <a:pos x="csX8710" y="csY8710"/>
                </a:cxn>
                <a:cxn ang="0">
                  <a:pos x="csX8711" y="csY8711"/>
                </a:cxn>
                <a:cxn ang="0">
                  <a:pos x="csX8712" y="csY8712"/>
                </a:cxn>
                <a:cxn ang="0">
                  <a:pos x="csX8713" y="csY8713"/>
                </a:cxn>
                <a:cxn ang="0">
                  <a:pos x="csX8714" y="csY8714"/>
                </a:cxn>
                <a:cxn ang="0">
                  <a:pos x="csX8715" y="csY8715"/>
                </a:cxn>
                <a:cxn ang="0">
                  <a:pos x="csX8716" y="csY8716"/>
                </a:cxn>
                <a:cxn ang="0">
                  <a:pos x="csX8717" y="csY8717"/>
                </a:cxn>
                <a:cxn ang="0">
                  <a:pos x="csX8718" y="csY8718"/>
                </a:cxn>
                <a:cxn ang="0">
                  <a:pos x="csX8719" y="csY8719"/>
                </a:cxn>
                <a:cxn ang="0">
                  <a:pos x="csX8720" y="csY8720"/>
                </a:cxn>
                <a:cxn ang="0">
                  <a:pos x="csX8721" y="csY8721"/>
                </a:cxn>
                <a:cxn ang="0">
                  <a:pos x="csX8722" y="csY8722"/>
                </a:cxn>
                <a:cxn ang="0">
                  <a:pos x="csX8723" y="csY8723"/>
                </a:cxn>
                <a:cxn ang="0">
                  <a:pos x="csX8724" y="csY8724"/>
                </a:cxn>
                <a:cxn ang="0">
                  <a:pos x="csX8725" y="csY8725"/>
                </a:cxn>
                <a:cxn ang="0">
                  <a:pos x="csX8726" y="csY8726"/>
                </a:cxn>
                <a:cxn ang="0">
                  <a:pos x="csX8727" y="csY8727"/>
                </a:cxn>
                <a:cxn ang="0">
                  <a:pos x="csX8728" y="csY8728"/>
                </a:cxn>
                <a:cxn ang="0">
                  <a:pos x="csX8729" y="csY8729"/>
                </a:cxn>
                <a:cxn ang="0">
                  <a:pos x="csX8730" y="csY8730"/>
                </a:cxn>
                <a:cxn ang="0">
                  <a:pos x="csX8731" y="csY8731"/>
                </a:cxn>
                <a:cxn ang="0">
                  <a:pos x="csX8732" y="csY8732"/>
                </a:cxn>
                <a:cxn ang="0">
                  <a:pos x="csX8733" y="csY8733"/>
                </a:cxn>
                <a:cxn ang="0">
                  <a:pos x="csX8734" y="csY8734"/>
                </a:cxn>
                <a:cxn ang="0">
                  <a:pos x="csX8735" y="csY8735"/>
                </a:cxn>
                <a:cxn ang="0">
                  <a:pos x="csX8736" y="csY8736"/>
                </a:cxn>
                <a:cxn ang="0">
                  <a:pos x="csX8737" y="csY8737"/>
                </a:cxn>
                <a:cxn ang="0">
                  <a:pos x="csX8738" y="csY8738"/>
                </a:cxn>
                <a:cxn ang="0">
                  <a:pos x="csX8739" y="csY8739"/>
                </a:cxn>
                <a:cxn ang="0">
                  <a:pos x="csX8740" y="csY8740"/>
                </a:cxn>
                <a:cxn ang="0">
                  <a:pos x="csX8741" y="csY8741"/>
                </a:cxn>
                <a:cxn ang="0">
                  <a:pos x="csX8742" y="csY8742"/>
                </a:cxn>
                <a:cxn ang="0">
                  <a:pos x="csX8743" y="csY8743"/>
                </a:cxn>
                <a:cxn ang="0">
                  <a:pos x="csX8744" y="csY8744"/>
                </a:cxn>
                <a:cxn ang="0">
                  <a:pos x="csX8745" y="csY8745"/>
                </a:cxn>
                <a:cxn ang="0">
                  <a:pos x="csX8746" y="csY8746"/>
                </a:cxn>
                <a:cxn ang="0">
                  <a:pos x="csX8747" y="csY8747"/>
                </a:cxn>
                <a:cxn ang="0">
                  <a:pos x="csX8748" y="csY8748"/>
                </a:cxn>
                <a:cxn ang="0">
                  <a:pos x="csX8749" y="csY8749"/>
                </a:cxn>
                <a:cxn ang="0">
                  <a:pos x="csX8750" y="csY8750"/>
                </a:cxn>
                <a:cxn ang="0">
                  <a:pos x="csX8751" y="csY8751"/>
                </a:cxn>
                <a:cxn ang="0">
                  <a:pos x="csX8752" y="csY8752"/>
                </a:cxn>
                <a:cxn ang="0">
                  <a:pos x="csX8753" y="csY8753"/>
                </a:cxn>
                <a:cxn ang="0">
                  <a:pos x="csX8754" y="csY8754"/>
                </a:cxn>
                <a:cxn ang="0">
                  <a:pos x="csX8755" y="csY8755"/>
                </a:cxn>
                <a:cxn ang="0">
                  <a:pos x="csX8756" y="csY8756"/>
                </a:cxn>
                <a:cxn ang="0">
                  <a:pos x="csX8757" y="csY8757"/>
                </a:cxn>
                <a:cxn ang="0">
                  <a:pos x="csX8758" y="csY8758"/>
                </a:cxn>
                <a:cxn ang="0">
                  <a:pos x="csX8759" y="csY8759"/>
                </a:cxn>
                <a:cxn ang="0">
                  <a:pos x="csX8760" y="csY8760"/>
                </a:cxn>
                <a:cxn ang="0">
                  <a:pos x="csX8761" y="csY8761"/>
                </a:cxn>
                <a:cxn ang="0">
                  <a:pos x="csX8762" y="csY8762"/>
                </a:cxn>
                <a:cxn ang="0">
                  <a:pos x="csX8763" y="csY8763"/>
                </a:cxn>
                <a:cxn ang="0">
                  <a:pos x="csX8764" y="csY8764"/>
                </a:cxn>
                <a:cxn ang="0">
                  <a:pos x="csX8765" y="csY8765"/>
                </a:cxn>
                <a:cxn ang="0">
                  <a:pos x="csX8766" y="csY8766"/>
                </a:cxn>
                <a:cxn ang="0">
                  <a:pos x="csX8767" y="csY8767"/>
                </a:cxn>
                <a:cxn ang="0">
                  <a:pos x="csX8768" y="csY8768"/>
                </a:cxn>
                <a:cxn ang="0">
                  <a:pos x="csX8769" y="csY8769"/>
                </a:cxn>
                <a:cxn ang="0">
                  <a:pos x="csX8770" y="csY8770"/>
                </a:cxn>
                <a:cxn ang="0">
                  <a:pos x="csX8771" y="csY8771"/>
                </a:cxn>
                <a:cxn ang="0">
                  <a:pos x="csX8772" y="csY8772"/>
                </a:cxn>
                <a:cxn ang="0">
                  <a:pos x="csX8773" y="csY8773"/>
                </a:cxn>
                <a:cxn ang="0">
                  <a:pos x="csX8774" y="csY8774"/>
                </a:cxn>
                <a:cxn ang="0">
                  <a:pos x="csX8775" y="csY8775"/>
                </a:cxn>
                <a:cxn ang="0">
                  <a:pos x="csX8776" y="csY8776"/>
                </a:cxn>
                <a:cxn ang="0">
                  <a:pos x="csX8777" y="csY8777"/>
                </a:cxn>
                <a:cxn ang="0">
                  <a:pos x="csX8778" y="csY8778"/>
                </a:cxn>
                <a:cxn ang="0">
                  <a:pos x="csX8779" y="csY8779"/>
                </a:cxn>
                <a:cxn ang="0">
                  <a:pos x="csX8780" y="csY8780"/>
                </a:cxn>
                <a:cxn ang="0">
                  <a:pos x="csX8781" y="csY8781"/>
                </a:cxn>
                <a:cxn ang="0">
                  <a:pos x="csX8782" y="csY8782"/>
                </a:cxn>
                <a:cxn ang="0">
                  <a:pos x="csX8783" y="csY8783"/>
                </a:cxn>
                <a:cxn ang="0">
                  <a:pos x="csX8784" y="csY8784"/>
                </a:cxn>
                <a:cxn ang="0">
                  <a:pos x="csX8785" y="csY8785"/>
                </a:cxn>
                <a:cxn ang="0">
                  <a:pos x="csX8786" y="csY8786"/>
                </a:cxn>
                <a:cxn ang="0">
                  <a:pos x="csX8787" y="csY8787"/>
                </a:cxn>
                <a:cxn ang="0">
                  <a:pos x="csX8788" y="csY8788"/>
                </a:cxn>
                <a:cxn ang="0">
                  <a:pos x="csX8789" y="csY8789"/>
                </a:cxn>
                <a:cxn ang="0">
                  <a:pos x="csX8790" y="csY8790"/>
                </a:cxn>
                <a:cxn ang="0">
                  <a:pos x="csX8791" y="csY8791"/>
                </a:cxn>
                <a:cxn ang="0">
                  <a:pos x="csX8792" y="csY8792"/>
                </a:cxn>
                <a:cxn ang="0">
                  <a:pos x="csX8793" y="csY8793"/>
                </a:cxn>
                <a:cxn ang="0">
                  <a:pos x="csX8794" y="csY8794"/>
                </a:cxn>
                <a:cxn ang="0">
                  <a:pos x="csX8795" y="csY8795"/>
                </a:cxn>
                <a:cxn ang="0">
                  <a:pos x="csX8796" y="csY8796"/>
                </a:cxn>
                <a:cxn ang="0">
                  <a:pos x="csX8797" y="csY8797"/>
                </a:cxn>
                <a:cxn ang="0">
                  <a:pos x="csX8798" y="csY8798"/>
                </a:cxn>
                <a:cxn ang="0">
                  <a:pos x="csX8799" y="csY8799"/>
                </a:cxn>
                <a:cxn ang="0">
                  <a:pos x="csX8800" y="csY8800"/>
                </a:cxn>
                <a:cxn ang="0">
                  <a:pos x="csX8801" y="csY8801"/>
                </a:cxn>
                <a:cxn ang="0">
                  <a:pos x="csX8802" y="csY8802"/>
                </a:cxn>
                <a:cxn ang="0">
                  <a:pos x="csX8803" y="csY8803"/>
                </a:cxn>
                <a:cxn ang="0">
                  <a:pos x="csX8804" y="csY8804"/>
                </a:cxn>
                <a:cxn ang="0">
                  <a:pos x="csX8805" y="csY8805"/>
                </a:cxn>
                <a:cxn ang="0">
                  <a:pos x="csX8806" y="csY8806"/>
                </a:cxn>
                <a:cxn ang="0">
                  <a:pos x="csX8807" y="csY8807"/>
                </a:cxn>
                <a:cxn ang="0">
                  <a:pos x="csX8808" y="csY8808"/>
                </a:cxn>
                <a:cxn ang="0">
                  <a:pos x="csX8809" y="csY8809"/>
                </a:cxn>
                <a:cxn ang="0">
                  <a:pos x="csX8810" y="csY8810"/>
                </a:cxn>
                <a:cxn ang="0">
                  <a:pos x="csX8811" y="csY8811"/>
                </a:cxn>
                <a:cxn ang="0">
                  <a:pos x="csX8812" y="csY8812"/>
                </a:cxn>
                <a:cxn ang="0">
                  <a:pos x="csX8813" y="csY8813"/>
                </a:cxn>
                <a:cxn ang="0">
                  <a:pos x="csX8814" y="csY8814"/>
                </a:cxn>
                <a:cxn ang="0">
                  <a:pos x="csX8815" y="csY8815"/>
                </a:cxn>
                <a:cxn ang="0">
                  <a:pos x="csX8816" y="csY8816"/>
                </a:cxn>
                <a:cxn ang="0">
                  <a:pos x="csX8817" y="csY8817"/>
                </a:cxn>
                <a:cxn ang="0">
                  <a:pos x="csX8818" y="csY8818"/>
                </a:cxn>
                <a:cxn ang="0">
                  <a:pos x="csX8819" y="csY8819"/>
                </a:cxn>
                <a:cxn ang="0">
                  <a:pos x="csX8820" y="csY8820"/>
                </a:cxn>
                <a:cxn ang="0">
                  <a:pos x="csX8821" y="csY8821"/>
                </a:cxn>
                <a:cxn ang="0">
                  <a:pos x="csX8822" y="csY8822"/>
                </a:cxn>
                <a:cxn ang="0">
                  <a:pos x="csX8823" y="csY8823"/>
                </a:cxn>
                <a:cxn ang="0">
                  <a:pos x="csX8824" y="csY8824"/>
                </a:cxn>
                <a:cxn ang="0">
                  <a:pos x="csX8825" y="csY8825"/>
                </a:cxn>
                <a:cxn ang="0">
                  <a:pos x="csX8826" y="csY8826"/>
                </a:cxn>
                <a:cxn ang="0">
                  <a:pos x="csX8827" y="csY8827"/>
                </a:cxn>
                <a:cxn ang="0">
                  <a:pos x="csX8828" y="csY8828"/>
                </a:cxn>
                <a:cxn ang="0">
                  <a:pos x="csX8829" y="csY8829"/>
                </a:cxn>
                <a:cxn ang="0">
                  <a:pos x="csX8830" y="csY8830"/>
                </a:cxn>
                <a:cxn ang="0">
                  <a:pos x="csX8831" y="csY8831"/>
                </a:cxn>
                <a:cxn ang="0">
                  <a:pos x="csX8832" y="csY8832"/>
                </a:cxn>
                <a:cxn ang="0">
                  <a:pos x="csX8833" y="csY8833"/>
                </a:cxn>
                <a:cxn ang="0">
                  <a:pos x="csX8834" y="csY8834"/>
                </a:cxn>
                <a:cxn ang="0">
                  <a:pos x="csX8835" y="csY8835"/>
                </a:cxn>
                <a:cxn ang="0">
                  <a:pos x="csX8836" y="csY8836"/>
                </a:cxn>
                <a:cxn ang="0">
                  <a:pos x="csX8837" y="csY8837"/>
                </a:cxn>
                <a:cxn ang="0">
                  <a:pos x="csX8838" y="csY8838"/>
                </a:cxn>
                <a:cxn ang="0">
                  <a:pos x="csX8839" y="csY8839"/>
                </a:cxn>
                <a:cxn ang="0">
                  <a:pos x="csX8840" y="csY8840"/>
                </a:cxn>
                <a:cxn ang="0">
                  <a:pos x="csX8841" y="csY8841"/>
                </a:cxn>
                <a:cxn ang="0">
                  <a:pos x="csX8842" y="csY8842"/>
                </a:cxn>
                <a:cxn ang="0">
                  <a:pos x="csX8843" y="csY8843"/>
                </a:cxn>
                <a:cxn ang="0">
                  <a:pos x="csX8844" y="csY8844"/>
                </a:cxn>
                <a:cxn ang="0">
                  <a:pos x="csX8845" y="csY8845"/>
                </a:cxn>
                <a:cxn ang="0">
                  <a:pos x="csX8846" y="csY8846"/>
                </a:cxn>
                <a:cxn ang="0">
                  <a:pos x="csX8847" y="csY8847"/>
                </a:cxn>
                <a:cxn ang="0">
                  <a:pos x="csX8848" y="csY8848"/>
                </a:cxn>
                <a:cxn ang="0">
                  <a:pos x="csX8849" y="csY8849"/>
                </a:cxn>
                <a:cxn ang="0">
                  <a:pos x="csX8850" y="csY8850"/>
                </a:cxn>
                <a:cxn ang="0">
                  <a:pos x="csX8851" y="csY8851"/>
                </a:cxn>
                <a:cxn ang="0">
                  <a:pos x="csX8852" y="csY8852"/>
                </a:cxn>
                <a:cxn ang="0">
                  <a:pos x="csX8853" y="csY8853"/>
                </a:cxn>
                <a:cxn ang="0">
                  <a:pos x="csX8854" y="csY8854"/>
                </a:cxn>
                <a:cxn ang="0">
                  <a:pos x="csX8855" y="csY8855"/>
                </a:cxn>
                <a:cxn ang="0">
                  <a:pos x="csX8856" y="csY8856"/>
                </a:cxn>
                <a:cxn ang="0">
                  <a:pos x="csX8857" y="csY8857"/>
                </a:cxn>
                <a:cxn ang="0">
                  <a:pos x="csX8858" y="csY8858"/>
                </a:cxn>
                <a:cxn ang="0">
                  <a:pos x="csX8859" y="csY8859"/>
                </a:cxn>
                <a:cxn ang="0">
                  <a:pos x="csX8860" y="csY8860"/>
                </a:cxn>
                <a:cxn ang="0">
                  <a:pos x="csX8861" y="csY8861"/>
                </a:cxn>
                <a:cxn ang="0">
                  <a:pos x="csX8862" y="csY8862"/>
                </a:cxn>
                <a:cxn ang="0">
                  <a:pos x="csX8863" y="csY8863"/>
                </a:cxn>
                <a:cxn ang="0">
                  <a:pos x="csX8864" y="csY8864"/>
                </a:cxn>
                <a:cxn ang="0">
                  <a:pos x="csX8865" y="csY8865"/>
                </a:cxn>
                <a:cxn ang="0">
                  <a:pos x="csX8866" y="csY8866"/>
                </a:cxn>
                <a:cxn ang="0">
                  <a:pos x="csX8867" y="csY8867"/>
                </a:cxn>
                <a:cxn ang="0">
                  <a:pos x="csX8868" y="csY8868"/>
                </a:cxn>
                <a:cxn ang="0">
                  <a:pos x="csX8869" y="csY8869"/>
                </a:cxn>
                <a:cxn ang="0">
                  <a:pos x="csX8870" y="csY8870"/>
                </a:cxn>
                <a:cxn ang="0">
                  <a:pos x="csX8871" y="csY8871"/>
                </a:cxn>
                <a:cxn ang="0">
                  <a:pos x="csX8872" y="csY8872"/>
                </a:cxn>
                <a:cxn ang="0">
                  <a:pos x="csX8873" y="csY8873"/>
                </a:cxn>
                <a:cxn ang="0">
                  <a:pos x="csX8874" y="csY8874"/>
                </a:cxn>
                <a:cxn ang="0">
                  <a:pos x="csX8875" y="csY8875"/>
                </a:cxn>
                <a:cxn ang="0">
                  <a:pos x="csX8876" y="csY8876"/>
                </a:cxn>
                <a:cxn ang="0">
                  <a:pos x="csX8877" y="csY8877"/>
                </a:cxn>
                <a:cxn ang="0">
                  <a:pos x="csX8878" y="csY8878"/>
                </a:cxn>
                <a:cxn ang="0">
                  <a:pos x="csX8879" y="csY8879"/>
                </a:cxn>
                <a:cxn ang="0">
                  <a:pos x="csX8880" y="csY8880"/>
                </a:cxn>
                <a:cxn ang="0">
                  <a:pos x="csX8881" y="csY8881"/>
                </a:cxn>
                <a:cxn ang="0">
                  <a:pos x="csX8882" y="csY8882"/>
                </a:cxn>
                <a:cxn ang="0">
                  <a:pos x="csX8883" y="csY8883"/>
                </a:cxn>
                <a:cxn ang="0">
                  <a:pos x="csX8884" y="csY8884"/>
                </a:cxn>
                <a:cxn ang="0">
                  <a:pos x="csX8885" y="csY8885"/>
                </a:cxn>
                <a:cxn ang="0">
                  <a:pos x="csX8886" y="csY8886"/>
                </a:cxn>
                <a:cxn ang="0">
                  <a:pos x="csX8887" y="csY8887"/>
                </a:cxn>
                <a:cxn ang="0">
                  <a:pos x="csX8888" y="csY8888"/>
                </a:cxn>
                <a:cxn ang="0">
                  <a:pos x="csX8889" y="csY8889"/>
                </a:cxn>
                <a:cxn ang="0">
                  <a:pos x="csX8890" y="csY8890"/>
                </a:cxn>
                <a:cxn ang="0">
                  <a:pos x="csX8891" y="csY8891"/>
                </a:cxn>
                <a:cxn ang="0">
                  <a:pos x="csX8892" y="csY8892"/>
                </a:cxn>
                <a:cxn ang="0">
                  <a:pos x="csX8893" y="csY8893"/>
                </a:cxn>
                <a:cxn ang="0">
                  <a:pos x="csX8894" y="csY8894"/>
                </a:cxn>
                <a:cxn ang="0">
                  <a:pos x="csX8895" y="csY8895"/>
                </a:cxn>
                <a:cxn ang="0">
                  <a:pos x="csX8896" y="csY8896"/>
                </a:cxn>
                <a:cxn ang="0">
                  <a:pos x="csX8897" y="csY8897"/>
                </a:cxn>
                <a:cxn ang="0">
                  <a:pos x="csX8898" y="csY8898"/>
                </a:cxn>
                <a:cxn ang="0">
                  <a:pos x="csX8899" y="csY8899"/>
                </a:cxn>
                <a:cxn ang="0">
                  <a:pos x="csX8900" y="csY8900"/>
                </a:cxn>
                <a:cxn ang="0">
                  <a:pos x="csX8901" y="csY8901"/>
                </a:cxn>
                <a:cxn ang="0">
                  <a:pos x="csX8902" y="csY8902"/>
                </a:cxn>
                <a:cxn ang="0">
                  <a:pos x="csX8903" y="csY8903"/>
                </a:cxn>
                <a:cxn ang="0">
                  <a:pos x="csX8904" y="csY8904"/>
                </a:cxn>
                <a:cxn ang="0">
                  <a:pos x="csX8905" y="csY8905"/>
                </a:cxn>
                <a:cxn ang="0">
                  <a:pos x="csX8906" y="csY8906"/>
                </a:cxn>
                <a:cxn ang="0">
                  <a:pos x="csX8907" y="csY8907"/>
                </a:cxn>
                <a:cxn ang="0">
                  <a:pos x="csX8908" y="csY8908"/>
                </a:cxn>
                <a:cxn ang="0">
                  <a:pos x="csX8909" y="csY8909"/>
                </a:cxn>
                <a:cxn ang="0">
                  <a:pos x="csX8910" y="csY8910"/>
                </a:cxn>
                <a:cxn ang="0">
                  <a:pos x="csX8911" y="csY8911"/>
                </a:cxn>
                <a:cxn ang="0">
                  <a:pos x="csX8912" y="csY8912"/>
                </a:cxn>
                <a:cxn ang="0">
                  <a:pos x="csX8913" y="csY8913"/>
                </a:cxn>
                <a:cxn ang="0">
                  <a:pos x="csX8914" y="csY8914"/>
                </a:cxn>
                <a:cxn ang="0">
                  <a:pos x="csX8915" y="csY8915"/>
                </a:cxn>
                <a:cxn ang="0">
                  <a:pos x="csX8916" y="csY8916"/>
                </a:cxn>
                <a:cxn ang="0">
                  <a:pos x="csX8917" y="csY8917"/>
                </a:cxn>
                <a:cxn ang="0">
                  <a:pos x="csX8918" y="csY8918"/>
                </a:cxn>
                <a:cxn ang="0">
                  <a:pos x="csX8919" y="csY8919"/>
                </a:cxn>
                <a:cxn ang="0">
                  <a:pos x="csX8920" y="csY8920"/>
                </a:cxn>
                <a:cxn ang="0">
                  <a:pos x="csX8921" y="csY8921"/>
                </a:cxn>
                <a:cxn ang="0">
                  <a:pos x="csX8922" y="csY8922"/>
                </a:cxn>
                <a:cxn ang="0">
                  <a:pos x="csX8923" y="csY8923"/>
                </a:cxn>
                <a:cxn ang="0">
                  <a:pos x="csX8924" y="csY8924"/>
                </a:cxn>
                <a:cxn ang="0">
                  <a:pos x="csX8925" y="csY8925"/>
                </a:cxn>
                <a:cxn ang="0">
                  <a:pos x="csX8926" y="csY8926"/>
                </a:cxn>
                <a:cxn ang="0">
                  <a:pos x="csX8927" y="csY8927"/>
                </a:cxn>
                <a:cxn ang="0">
                  <a:pos x="csX8928" y="csY8928"/>
                </a:cxn>
                <a:cxn ang="0">
                  <a:pos x="csX8929" y="csY8929"/>
                </a:cxn>
                <a:cxn ang="0">
                  <a:pos x="csX8930" y="csY8930"/>
                </a:cxn>
                <a:cxn ang="0">
                  <a:pos x="csX8931" y="csY8931"/>
                </a:cxn>
                <a:cxn ang="0">
                  <a:pos x="csX8932" y="csY8932"/>
                </a:cxn>
                <a:cxn ang="0">
                  <a:pos x="csX8933" y="csY8933"/>
                </a:cxn>
                <a:cxn ang="0">
                  <a:pos x="csX8934" y="csY8934"/>
                </a:cxn>
                <a:cxn ang="0">
                  <a:pos x="csX8935" y="csY8935"/>
                </a:cxn>
                <a:cxn ang="0">
                  <a:pos x="csX8936" y="csY8936"/>
                </a:cxn>
                <a:cxn ang="0">
                  <a:pos x="csX8937" y="csY8937"/>
                </a:cxn>
                <a:cxn ang="0">
                  <a:pos x="csX8938" y="csY8938"/>
                </a:cxn>
                <a:cxn ang="0">
                  <a:pos x="csX8939" y="csY8939"/>
                </a:cxn>
                <a:cxn ang="0">
                  <a:pos x="csX8940" y="csY8940"/>
                </a:cxn>
                <a:cxn ang="0">
                  <a:pos x="csX8941" y="csY8941"/>
                </a:cxn>
                <a:cxn ang="0">
                  <a:pos x="csX8942" y="csY8942"/>
                </a:cxn>
                <a:cxn ang="0">
                  <a:pos x="csX8943" y="csY8943"/>
                </a:cxn>
                <a:cxn ang="0">
                  <a:pos x="csX8944" y="csY8944"/>
                </a:cxn>
                <a:cxn ang="0">
                  <a:pos x="csX8945" y="csY8945"/>
                </a:cxn>
                <a:cxn ang="0">
                  <a:pos x="csX8946" y="csY8946"/>
                </a:cxn>
                <a:cxn ang="0">
                  <a:pos x="csX8947" y="csY8947"/>
                </a:cxn>
                <a:cxn ang="0">
                  <a:pos x="csX8948" y="csY8948"/>
                </a:cxn>
                <a:cxn ang="0">
                  <a:pos x="csX8949" y="csY8949"/>
                </a:cxn>
                <a:cxn ang="0">
                  <a:pos x="csX8950" y="csY8950"/>
                </a:cxn>
                <a:cxn ang="0">
                  <a:pos x="csX8951" y="csY8951"/>
                </a:cxn>
                <a:cxn ang="0">
                  <a:pos x="csX8952" y="csY8952"/>
                </a:cxn>
                <a:cxn ang="0">
                  <a:pos x="csX8953" y="csY8953"/>
                </a:cxn>
                <a:cxn ang="0">
                  <a:pos x="csX8954" y="csY8954"/>
                </a:cxn>
                <a:cxn ang="0">
                  <a:pos x="csX8955" y="csY8955"/>
                </a:cxn>
                <a:cxn ang="0">
                  <a:pos x="csX8956" y="csY8956"/>
                </a:cxn>
                <a:cxn ang="0">
                  <a:pos x="csX8957" y="csY8957"/>
                </a:cxn>
                <a:cxn ang="0">
                  <a:pos x="csX8958" y="csY8958"/>
                </a:cxn>
                <a:cxn ang="0">
                  <a:pos x="csX8959" y="csY8959"/>
                </a:cxn>
                <a:cxn ang="0">
                  <a:pos x="csX8960" y="csY8960"/>
                </a:cxn>
                <a:cxn ang="0">
                  <a:pos x="csX8961" y="csY8961"/>
                </a:cxn>
                <a:cxn ang="0">
                  <a:pos x="csX8962" y="csY8962"/>
                </a:cxn>
                <a:cxn ang="0">
                  <a:pos x="csX8963" y="csY8963"/>
                </a:cxn>
                <a:cxn ang="0">
                  <a:pos x="csX8964" y="csY8964"/>
                </a:cxn>
                <a:cxn ang="0">
                  <a:pos x="csX8965" y="csY8965"/>
                </a:cxn>
                <a:cxn ang="0">
                  <a:pos x="csX8966" y="csY8966"/>
                </a:cxn>
                <a:cxn ang="0">
                  <a:pos x="csX8967" y="csY8967"/>
                </a:cxn>
                <a:cxn ang="0">
                  <a:pos x="csX8968" y="csY8968"/>
                </a:cxn>
                <a:cxn ang="0">
                  <a:pos x="csX8969" y="csY8969"/>
                </a:cxn>
                <a:cxn ang="0">
                  <a:pos x="csX8970" y="csY8970"/>
                </a:cxn>
                <a:cxn ang="0">
                  <a:pos x="csX8971" y="csY8971"/>
                </a:cxn>
                <a:cxn ang="0">
                  <a:pos x="csX8972" y="csY8972"/>
                </a:cxn>
                <a:cxn ang="0">
                  <a:pos x="csX8973" y="csY8973"/>
                </a:cxn>
                <a:cxn ang="0">
                  <a:pos x="csX8974" y="csY8974"/>
                </a:cxn>
                <a:cxn ang="0">
                  <a:pos x="csX8975" y="csY8975"/>
                </a:cxn>
                <a:cxn ang="0">
                  <a:pos x="csX8976" y="csY8976"/>
                </a:cxn>
                <a:cxn ang="0">
                  <a:pos x="csX8977" y="csY8977"/>
                </a:cxn>
                <a:cxn ang="0">
                  <a:pos x="csX8978" y="csY8978"/>
                </a:cxn>
                <a:cxn ang="0">
                  <a:pos x="csX8979" y="csY8979"/>
                </a:cxn>
                <a:cxn ang="0">
                  <a:pos x="csX8980" y="csY8980"/>
                </a:cxn>
                <a:cxn ang="0">
                  <a:pos x="csX8981" y="csY8981"/>
                </a:cxn>
                <a:cxn ang="0">
                  <a:pos x="csX8982" y="csY8982"/>
                </a:cxn>
                <a:cxn ang="0">
                  <a:pos x="csX8983" y="csY8983"/>
                </a:cxn>
                <a:cxn ang="0">
                  <a:pos x="csX8984" y="csY8984"/>
                </a:cxn>
                <a:cxn ang="0">
                  <a:pos x="csX8985" y="csY8985"/>
                </a:cxn>
                <a:cxn ang="0">
                  <a:pos x="csX8986" y="csY8986"/>
                </a:cxn>
                <a:cxn ang="0">
                  <a:pos x="csX8987" y="csY8987"/>
                </a:cxn>
                <a:cxn ang="0">
                  <a:pos x="csX8988" y="csY8988"/>
                </a:cxn>
                <a:cxn ang="0">
                  <a:pos x="csX8989" y="csY8989"/>
                </a:cxn>
                <a:cxn ang="0">
                  <a:pos x="csX8990" y="csY8990"/>
                </a:cxn>
                <a:cxn ang="0">
                  <a:pos x="csX8991" y="csY8991"/>
                </a:cxn>
                <a:cxn ang="0">
                  <a:pos x="csX8992" y="csY8992"/>
                </a:cxn>
                <a:cxn ang="0">
                  <a:pos x="csX8993" y="csY8993"/>
                </a:cxn>
                <a:cxn ang="0">
                  <a:pos x="csX8994" y="csY8994"/>
                </a:cxn>
                <a:cxn ang="0">
                  <a:pos x="csX8995" y="csY8995"/>
                </a:cxn>
                <a:cxn ang="0">
                  <a:pos x="csX8996" y="csY8996"/>
                </a:cxn>
                <a:cxn ang="0">
                  <a:pos x="csX8997" y="csY8997"/>
                </a:cxn>
                <a:cxn ang="0">
                  <a:pos x="csX8998" y="csY8998"/>
                </a:cxn>
                <a:cxn ang="0">
                  <a:pos x="csX8999" y="csY8999"/>
                </a:cxn>
                <a:cxn ang="0">
                  <a:pos x="csX9000" y="csY9000"/>
                </a:cxn>
                <a:cxn ang="0">
                  <a:pos x="csX9001" y="csY9001"/>
                </a:cxn>
                <a:cxn ang="0">
                  <a:pos x="csX9002" y="csY9002"/>
                </a:cxn>
                <a:cxn ang="0">
                  <a:pos x="csX9003" y="csY9003"/>
                </a:cxn>
                <a:cxn ang="0">
                  <a:pos x="csX9004" y="csY9004"/>
                </a:cxn>
                <a:cxn ang="0">
                  <a:pos x="csX9005" y="csY9005"/>
                </a:cxn>
                <a:cxn ang="0">
                  <a:pos x="csX9006" y="csY9006"/>
                </a:cxn>
                <a:cxn ang="0">
                  <a:pos x="csX9007" y="csY9007"/>
                </a:cxn>
                <a:cxn ang="0">
                  <a:pos x="csX9008" y="csY9008"/>
                </a:cxn>
                <a:cxn ang="0">
                  <a:pos x="csX9009" y="csY9009"/>
                </a:cxn>
                <a:cxn ang="0">
                  <a:pos x="csX9010" y="csY9010"/>
                </a:cxn>
                <a:cxn ang="0">
                  <a:pos x="csX9011" y="csY9011"/>
                </a:cxn>
                <a:cxn ang="0">
                  <a:pos x="csX9012" y="csY9012"/>
                </a:cxn>
                <a:cxn ang="0">
                  <a:pos x="csX9013" y="csY9013"/>
                </a:cxn>
                <a:cxn ang="0">
                  <a:pos x="csX9014" y="csY9014"/>
                </a:cxn>
                <a:cxn ang="0">
                  <a:pos x="csX9015" y="csY9015"/>
                </a:cxn>
                <a:cxn ang="0">
                  <a:pos x="csX9016" y="csY9016"/>
                </a:cxn>
                <a:cxn ang="0">
                  <a:pos x="csX9017" y="csY9017"/>
                </a:cxn>
                <a:cxn ang="0">
                  <a:pos x="csX9018" y="csY9018"/>
                </a:cxn>
                <a:cxn ang="0">
                  <a:pos x="csX9019" y="csY9019"/>
                </a:cxn>
                <a:cxn ang="0">
                  <a:pos x="csX9020" y="csY9020"/>
                </a:cxn>
                <a:cxn ang="0">
                  <a:pos x="csX9021" y="csY9021"/>
                </a:cxn>
                <a:cxn ang="0">
                  <a:pos x="csX9022" y="csY9022"/>
                </a:cxn>
                <a:cxn ang="0">
                  <a:pos x="csX9023" y="csY9023"/>
                </a:cxn>
                <a:cxn ang="0">
                  <a:pos x="csX9024" y="csY9024"/>
                </a:cxn>
                <a:cxn ang="0">
                  <a:pos x="csX9025" y="csY9025"/>
                </a:cxn>
                <a:cxn ang="0">
                  <a:pos x="csX9026" y="csY9026"/>
                </a:cxn>
                <a:cxn ang="0">
                  <a:pos x="csX9027" y="csY9027"/>
                </a:cxn>
                <a:cxn ang="0">
                  <a:pos x="csX9028" y="csY9028"/>
                </a:cxn>
                <a:cxn ang="0">
                  <a:pos x="csX9029" y="csY9029"/>
                </a:cxn>
                <a:cxn ang="0">
                  <a:pos x="csX9030" y="csY9030"/>
                </a:cxn>
                <a:cxn ang="0">
                  <a:pos x="csX9031" y="csY9031"/>
                </a:cxn>
                <a:cxn ang="0">
                  <a:pos x="csX9032" y="csY9032"/>
                </a:cxn>
                <a:cxn ang="0">
                  <a:pos x="csX9033" y="csY9033"/>
                </a:cxn>
                <a:cxn ang="0">
                  <a:pos x="csX9034" y="csY9034"/>
                </a:cxn>
                <a:cxn ang="0">
                  <a:pos x="csX9035" y="csY9035"/>
                </a:cxn>
                <a:cxn ang="0">
                  <a:pos x="csX9036" y="csY9036"/>
                </a:cxn>
                <a:cxn ang="0">
                  <a:pos x="csX9037" y="csY9037"/>
                </a:cxn>
                <a:cxn ang="0">
                  <a:pos x="csX9038" y="csY9038"/>
                </a:cxn>
                <a:cxn ang="0">
                  <a:pos x="csX9039" y="csY9039"/>
                </a:cxn>
                <a:cxn ang="0">
                  <a:pos x="csX9040" y="csY9040"/>
                </a:cxn>
                <a:cxn ang="0">
                  <a:pos x="csX9041" y="csY9041"/>
                </a:cxn>
                <a:cxn ang="0">
                  <a:pos x="csX9042" y="csY9042"/>
                </a:cxn>
                <a:cxn ang="0">
                  <a:pos x="csX9043" y="csY9043"/>
                </a:cxn>
                <a:cxn ang="0">
                  <a:pos x="csX9044" y="csY9044"/>
                </a:cxn>
                <a:cxn ang="0">
                  <a:pos x="csX9045" y="csY9045"/>
                </a:cxn>
                <a:cxn ang="0">
                  <a:pos x="csX9046" y="csY9046"/>
                </a:cxn>
                <a:cxn ang="0">
                  <a:pos x="csX9047" y="csY9047"/>
                </a:cxn>
                <a:cxn ang="0">
                  <a:pos x="csX9048" y="csY9048"/>
                </a:cxn>
                <a:cxn ang="0">
                  <a:pos x="csX9049" y="csY9049"/>
                </a:cxn>
                <a:cxn ang="0">
                  <a:pos x="csX9050" y="csY9050"/>
                </a:cxn>
                <a:cxn ang="0">
                  <a:pos x="csX9051" y="csY9051"/>
                </a:cxn>
                <a:cxn ang="0">
                  <a:pos x="csX9052" y="csY9052"/>
                </a:cxn>
                <a:cxn ang="0">
                  <a:pos x="csX9053" y="csY9053"/>
                </a:cxn>
                <a:cxn ang="0">
                  <a:pos x="csX9054" y="csY9054"/>
                </a:cxn>
                <a:cxn ang="0">
                  <a:pos x="csX9055" y="csY9055"/>
                </a:cxn>
                <a:cxn ang="0">
                  <a:pos x="csX9056" y="csY9056"/>
                </a:cxn>
                <a:cxn ang="0">
                  <a:pos x="csX9057" y="csY9057"/>
                </a:cxn>
                <a:cxn ang="0">
                  <a:pos x="csX9058" y="csY9058"/>
                </a:cxn>
                <a:cxn ang="0">
                  <a:pos x="csX9059" y="csY9059"/>
                </a:cxn>
                <a:cxn ang="0">
                  <a:pos x="csX9060" y="csY9060"/>
                </a:cxn>
                <a:cxn ang="0">
                  <a:pos x="csX9061" y="csY9061"/>
                </a:cxn>
                <a:cxn ang="0">
                  <a:pos x="csX9062" y="csY9062"/>
                </a:cxn>
                <a:cxn ang="0">
                  <a:pos x="csX9063" y="csY9063"/>
                </a:cxn>
                <a:cxn ang="0">
                  <a:pos x="csX9064" y="csY9064"/>
                </a:cxn>
                <a:cxn ang="0">
                  <a:pos x="csX9065" y="csY9065"/>
                </a:cxn>
                <a:cxn ang="0">
                  <a:pos x="csX9066" y="csY9066"/>
                </a:cxn>
                <a:cxn ang="0">
                  <a:pos x="csX9067" y="csY9067"/>
                </a:cxn>
                <a:cxn ang="0">
                  <a:pos x="csX9068" y="csY9068"/>
                </a:cxn>
                <a:cxn ang="0">
                  <a:pos x="csX9069" y="csY9069"/>
                </a:cxn>
                <a:cxn ang="0">
                  <a:pos x="csX9070" y="csY9070"/>
                </a:cxn>
                <a:cxn ang="0">
                  <a:pos x="csX9071" y="csY9071"/>
                </a:cxn>
                <a:cxn ang="0">
                  <a:pos x="csX9072" y="csY9072"/>
                </a:cxn>
                <a:cxn ang="0">
                  <a:pos x="csX9073" y="csY9073"/>
                </a:cxn>
                <a:cxn ang="0">
                  <a:pos x="csX9074" y="csY9074"/>
                </a:cxn>
                <a:cxn ang="0">
                  <a:pos x="csX9075" y="csY9075"/>
                </a:cxn>
                <a:cxn ang="0">
                  <a:pos x="csX9076" y="csY9076"/>
                </a:cxn>
                <a:cxn ang="0">
                  <a:pos x="csX9077" y="csY9077"/>
                </a:cxn>
                <a:cxn ang="0">
                  <a:pos x="csX9078" y="csY9078"/>
                </a:cxn>
                <a:cxn ang="0">
                  <a:pos x="csX9079" y="csY9079"/>
                </a:cxn>
                <a:cxn ang="0">
                  <a:pos x="csX9080" y="csY9080"/>
                </a:cxn>
                <a:cxn ang="0">
                  <a:pos x="csX9081" y="csY9081"/>
                </a:cxn>
                <a:cxn ang="0">
                  <a:pos x="csX9082" y="csY9082"/>
                </a:cxn>
                <a:cxn ang="0">
                  <a:pos x="csX9083" y="csY9083"/>
                </a:cxn>
                <a:cxn ang="0">
                  <a:pos x="csX9084" y="csY9084"/>
                </a:cxn>
                <a:cxn ang="0">
                  <a:pos x="csX9085" y="csY9085"/>
                </a:cxn>
                <a:cxn ang="0">
                  <a:pos x="csX9086" y="csY9086"/>
                </a:cxn>
                <a:cxn ang="0">
                  <a:pos x="csX9087" y="csY9087"/>
                </a:cxn>
                <a:cxn ang="0">
                  <a:pos x="csX9088" y="csY9088"/>
                </a:cxn>
                <a:cxn ang="0">
                  <a:pos x="csX9089" y="csY9089"/>
                </a:cxn>
                <a:cxn ang="0">
                  <a:pos x="csX9090" y="csY9090"/>
                </a:cxn>
                <a:cxn ang="0">
                  <a:pos x="csX9091" y="csY9091"/>
                </a:cxn>
                <a:cxn ang="0">
                  <a:pos x="csX9092" y="csY9092"/>
                </a:cxn>
                <a:cxn ang="0">
                  <a:pos x="csX9093" y="csY9093"/>
                </a:cxn>
                <a:cxn ang="0">
                  <a:pos x="csX9094" y="csY9094"/>
                </a:cxn>
                <a:cxn ang="0">
                  <a:pos x="csX9095" y="csY9095"/>
                </a:cxn>
                <a:cxn ang="0">
                  <a:pos x="csX9096" y="csY9096"/>
                </a:cxn>
                <a:cxn ang="0">
                  <a:pos x="csX9097" y="csY9097"/>
                </a:cxn>
                <a:cxn ang="0">
                  <a:pos x="csX9098" y="csY9098"/>
                </a:cxn>
                <a:cxn ang="0">
                  <a:pos x="csX9099" y="csY9099"/>
                </a:cxn>
                <a:cxn ang="0">
                  <a:pos x="csX9100" y="csY9100"/>
                </a:cxn>
                <a:cxn ang="0">
                  <a:pos x="csX9101" y="csY9101"/>
                </a:cxn>
                <a:cxn ang="0">
                  <a:pos x="csX9102" y="csY9102"/>
                </a:cxn>
                <a:cxn ang="0">
                  <a:pos x="csX9103" y="csY9103"/>
                </a:cxn>
                <a:cxn ang="0">
                  <a:pos x="csX9104" y="csY9104"/>
                </a:cxn>
                <a:cxn ang="0">
                  <a:pos x="csX9105" y="csY9105"/>
                </a:cxn>
                <a:cxn ang="0">
                  <a:pos x="csX9106" y="csY9106"/>
                </a:cxn>
                <a:cxn ang="0">
                  <a:pos x="csX9107" y="csY9107"/>
                </a:cxn>
                <a:cxn ang="0">
                  <a:pos x="csX9108" y="csY9108"/>
                </a:cxn>
                <a:cxn ang="0">
                  <a:pos x="csX9109" y="csY9109"/>
                </a:cxn>
                <a:cxn ang="0">
                  <a:pos x="csX9110" y="csY9110"/>
                </a:cxn>
                <a:cxn ang="0">
                  <a:pos x="csX9111" y="csY9111"/>
                </a:cxn>
                <a:cxn ang="0">
                  <a:pos x="csX9112" y="csY9112"/>
                </a:cxn>
                <a:cxn ang="0">
                  <a:pos x="csX9113" y="csY9113"/>
                </a:cxn>
                <a:cxn ang="0">
                  <a:pos x="csX9114" y="csY9114"/>
                </a:cxn>
                <a:cxn ang="0">
                  <a:pos x="csX9115" y="csY9115"/>
                </a:cxn>
                <a:cxn ang="0">
                  <a:pos x="csX9116" y="csY9116"/>
                </a:cxn>
                <a:cxn ang="0">
                  <a:pos x="csX9117" y="csY9117"/>
                </a:cxn>
                <a:cxn ang="0">
                  <a:pos x="csX9118" y="csY9118"/>
                </a:cxn>
                <a:cxn ang="0">
                  <a:pos x="csX9119" y="csY9119"/>
                </a:cxn>
                <a:cxn ang="0">
                  <a:pos x="csX9120" y="csY9120"/>
                </a:cxn>
                <a:cxn ang="0">
                  <a:pos x="csX9121" y="csY9121"/>
                </a:cxn>
                <a:cxn ang="0">
                  <a:pos x="csX9122" y="csY9122"/>
                </a:cxn>
                <a:cxn ang="0">
                  <a:pos x="csX9123" y="csY9123"/>
                </a:cxn>
                <a:cxn ang="0">
                  <a:pos x="csX9124" y="csY9124"/>
                </a:cxn>
                <a:cxn ang="0">
                  <a:pos x="csX9125" y="csY9125"/>
                </a:cxn>
                <a:cxn ang="0">
                  <a:pos x="csX9126" y="csY9126"/>
                </a:cxn>
                <a:cxn ang="0">
                  <a:pos x="csX9127" y="csY9127"/>
                </a:cxn>
                <a:cxn ang="0">
                  <a:pos x="csX9128" y="csY9128"/>
                </a:cxn>
                <a:cxn ang="0">
                  <a:pos x="csX9129" y="csY9129"/>
                </a:cxn>
                <a:cxn ang="0">
                  <a:pos x="csX9130" y="csY9130"/>
                </a:cxn>
                <a:cxn ang="0">
                  <a:pos x="csX9131" y="csY9131"/>
                </a:cxn>
                <a:cxn ang="0">
                  <a:pos x="csX9132" y="csY9132"/>
                </a:cxn>
                <a:cxn ang="0">
                  <a:pos x="csX9133" y="csY9133"/>
                </a:cxn>
                <a:cxn ang="0">
                  <a:pos x="csX9134" y="csY9134"/>
                </a:cxn>
                <a:cxn ang="0">
                  <a:pos x="csX9135" y="csY9135"/>
                </a:cxn>
                <a:cxn ang="0">
                  <a:pos x="csX9136" y="csY9136"/>
                </a:cxn>
                <a:cxn ang="0">
                  <a:pos x="csX9137" y="csY9137"/>
                </a:cxn>
                <a:cxn ang="0">
                  <a:pos x="csX9138" y="csY9138"/>
                </a:cxn>
                <a:cxn ang="0">
                  <a:pos x="csX9139" y="csY9139"/>
                </a:cxn>
                <a:cxn ang="0">
                  <a:pos x="csX9140" y="csY9140"/>
                </a:cxn>
                <a:cxn ang="0">
                  <a:pos x="csX9141" y="csY9141"/>
                </a:cxn>
                <a:cxn ang="0">
                  <a:pos x="csX9142" y="csY9142"/>
                </a:cxn>
                <a:cxn ang="0">
                  <a:pos x="csX9143" y="csY9143"/>
                </a:cxn>
                <a:cxn ang="0">
                  <a:pos x="csX9144" y="csY9144"/>
                </a:cxn>
                <a:cxn ang="0">
                  <a:pos x="csX9145" y="csY9145"/>
                </a:cxn>
                <a:cxn ang="0">
                  <a:pos x="csX9146" y="csY9146"/>
                </a:cxn>
                <a:cxn ang="0">
                  <a:pos x="csX9147" y="csY9147"/>
                </a:cxn>
                <a:cxn ang="0">
                  <a:pos x="csX9148" y="csY9148"/>
                </a:cxn>
                <a:cxn ang="0">
                  <a:pos x="csX9149" y="csY9149"/>
                </a:cxn>
                <a:cxn ang="0">
                  <a:pos x="csX9150" y="csY9150"/>
                </a:cxn>
                <a:cxn ang="0">
                  <a:pos x="csX9151" y="csY9151"/>
                </a:cxn>
                <a:cxn ang="0">
                  <a:pos x="csX9152" y="csY9152"/>
                </a:cxn>
                <a:cxn ang="0">
                  <a:pos x="csX9153" y="csY9153"/>
                </a:cxn>
                <a:cxn ang="0">
                  <a:pos x="csX9154" y="csY9154"/>
                </a:cxn>
                <a:cxn ang="0">
                  <a:pos x="csX9155" y="csY9155"/>
                </a:cxn>
                <a:cxn ang="0">
                  <a:pos x="csX9156" y="csY9156"/>
                </a:cxn>
                <a:cxn ang="0">
                  <a:pos x="csX9157" y="csY9157"/>
                </a:cxn>
                <a:cxn ang="0">
                  <a:pos x="csX9158" y="csY9158"/>
                </a:cxn>
                <a:cxn ang="0">
                  <a:pos x="csX9159" y="csY9159"/>
                </a:cxn>
                <a:cxn ang="0">
                  <a:pos x="csX9160" y="csY9160"/>
                </a:cxn>
                <a:cxn ang="0">
                  <a:pos x="csX9161" y="csY9161"/>
                </a:cxn>
                <a:cxn ang="0">
                  <a:pos x="csX9162" y="csY9162"/>
                </a:cxn>
                <a:cxn ang="0">
                  <a:pos x="csX9163" y="csY9163"/>
                </a:cxn>
                <a:cxn ang="0">
                  <a:pos x="csX9164" y="csY9164"/>
                </a:cxn>
                <a:cxn ang="0">
                  <a:pos x="csX9165" y="csY9165"/>
                </a:cxn>
                <a:cxn ang="0">
                  <a:pos x="csX9166" y="csY9166"/>
                </a:cxn>
                <a:cxn ang="0">
                  <a:pos x="csX9167" y="csY9167"/>
                </a:cxn>
                <a:cxn ang="0">
                  <a:pos x="csX9168" y="csY9168"/>
                </a:cxn>
                <a:cxn ang="0">
                  <a:pos x="csX9169" y="csY9169"/>
                </a:cxn>
                <a:cxn ang="0">
                  <a:pos x="csX9170" y="csY9170"/>
                </a:cxn>
                <a:cxn ang="0">
                  <a:pos x="csX9171" y="csY9171"/>
                </a:cxn>
                <a:cxn ang="0">
                  <a:pos x="csX9172" y="csY9172"/>
                </a:cxn>
                <a:cxn ang="0">
                  <a:pos x="csX9173" y="csY9173"/>
                </a:cxn>
                <a:cxn ang="0">
                  <a:pos x="csX9174" y="csY9174"/>
                </a:cxn>
                <a:cxn ang="0">
                  <a:pos x="csX9175" y="csY9175"/>
                </a:cxn>
                <a:cxn ang="0">
                  <a:pos x="csX9176" y="csY9176"/>
                </a:cxn>
                <a:cxn ang="0">
                  <a:pos x="csX9177" y="csY9177"/>
                </a:cxn>
                <a:cxn ang="0">
                  <a:pos x="csX9178" y="csY9178"/>
                </a:cxn>
                <a:cxn ang="0">
                  <a:pos x="csX9179" y="csY9179"/>
                </a:cxn>
                <a:cxn ang="0">
                  <a:pos x="csX9180" y="csY9180"/>
                </a:cxn>
                <a:cxn ang="0">
                  <a:pos x="csX9181" y="csY9181"/>
                </a:cxn>
                <a:cxn ang="0">
                  <a:pos x="csX9182" y="csY9182"/>
                </a:cxn>
                <a:cxn ang="0">
                  <a:pos x="csX9183" y="csY9183"/>
                </a:cxn>
                <a:cxn ang="0">
                  <a:pos x="csX9184" y="csY9184"/>
                </a:cxn>
                <a:cxn ang="0">
                  <a:pos x="csX9185" y="csY9185"/>
                </a:cxn>
                <a:cxn ang="0">
                  <a:pos x="csX9186" y="csY9186"/>
                </a:cxn>
                <a:cxn ang="0">
                  <a:pos x="csX9187" y="csY9187"/>
                </a:cxn>
                <a:cxn ang="0">
                  <a:pos x="csX9188" y="csY9188"/>
                </a:cxn>
                <a:cxn ang="0">
                  <a:pos x="csX9189" y="csY9189"/>
                </a:cxn>
                <a:cxn ang="0">
                  <a:pos x="csX9190" y="csY9190"/>
                </a:cxn>
                <a:cxn ang="0">
                  <a:pos x="csX9191" y="csY9191"/>
                </a:cxn>
                <a:cxn ang="0">
                  <a:pos x="csX9192" y="csY9192"/>
                </a:cxn>
                <a:cxn ang="0">
                  <a:pos x="csX9193" y="csY9193"/>
                </a:cxn>
                <a:cxn ang="0">
                  <a:pos x="csX9194" y="csY9194"/>
                </a:cxn>
                <a:cxn ang="0">
                  <a:pos x="csX9195" y="csY9195"/>
                </a:cxn>
                <a:cxn ang="0">
                  <a:pos x="csX9196" y="csY9196"/>
                </a:cxn>
                <a:cxn ang="0">
                  <a:pos x="csX9197" y="csY9197"/>
                </a:cxn>
                <a:cxn ang="0">
                  <a:pos x="csX9198" y="csY9198"/>
                </a:cxn>
                <a:cxn ang="0">
                  <a:pos x="csX9199" y="csY9199"/>
                </a:cxn>
                <a:cxn ang="0">
                  <a:pos x="csX9200" y="csY9200"/>
                </a:cxn>
                <a:cxn ang="0">
                  <a:pos x="csX9201" y="csY9201"/>
                </a:cxn>
                <a:cxn ang="0">
                  <a:pos x="csX9202" y="csY9202"/>
                </a:cxn>
                <a:cxn ang="0">
                  <a:pos x="csX9203" y="csY9203"/>
                </a:cxn>
                <a:cxn ang="0">
                  <a:pos x="csX9204" y="csY9204"/>
                </a:cxn>
                <a:cxn ang="0">
                  <a:pos x="csX9205" y="csY9205"/>
                </a:cxn>
                <a:cxn ang="0">
                  <a:pos x="csX9206" y="csY9206"/>
                </a:cxn>
                <a:cxn ang="0">
                  <a:pos x="csX9207" y="csY9207"/>
                </a:cxn>
                <a:cxn ang="0">
                  <a:pos x="csX9208" y="csY9208"/>
                </a:cxn>
                <a:cxn ang="0">
                  <a:pos x="csX9209" y="csY9209"/>
                </a:cxn>
                <a:cxn ang="0">
                  <a:pos x="csX9210" y="csY9210"/>
                </a:cxn>
                <a:cxn ang="0">
                  <a:pos x="csX9211" y="csY9211"/>
                </a:cxn>
                <a:cxn ang="0">
                  <a:pos x="csX9212" y="csY9212"/>
                </a:cxn>
                <a:cxn ang="0">
                  <a:pos x="csX9213" y="csY9213"/>
                </a:cxn>
                <a:cxn ang="0">
                  <a:pos x="csX9214" y="csY9214"/>
                </a:cxn>
                <a:cxn ang="0">
                  <a:pos x="csX9215" y="csY9215"/>
                </a:cxn>
                <a:cxn ang="0">
                  <a:pos x="csX9216" y="csY9216"/>
                </a:cxn>
                <a:cxn ang="0">
                  <a:pos x="csX9217" y="csY9217"/>
                </a:cxn>
                <a:cxn ang="0">
                  <a:pos x="csX9218" y="csY9218"/>
                </a:cxn>
                <a:cxn ang="0">
                  <a:pos x="csX9219" y="csY9219"/>
                </a:cxn>
                <a:cxn ang="0">
                  <a:pos x="csX9220" y="csY9220"/>
                </a:cxn>
                <a:cxn ang="0">
                  <a:pos x="csX9221" y="csY9221"/>
                </a:cxn>
                <a:cxn ang="0">
                  <a:pos x="csX9222" y="csY9222"/>
                </a:cxn>
                <a:cxn ang="0">
                  <a:pos x="csX9223" y="csY9223"/>
                </a:cxn>
                <a:cxn ang="0">
                  <a:pos x="csX9224" y="csY9224"/>
                </a:cxn>
                <a:cxn ang="0">
                  <a:pos x="csX9225" y="csY9225"/>
                </a:cxn>
                <a:cxn ang="0">
                  <a:pos x="csX9226" y="csY9226"/>
                </a:cxn>
                <a:cxn ang="0">
                  <a:pos x="csX9227" y="csY9227"/>
                </a:cxn>
                <a:cxn ang="0">
                  <a:pos x="csX9228" y="csY9228"/>
                </a:cxn>
                <a:cxn ang="0">
                  <a:pos x="csX9229" y="csY9229"/>
                </a:cxn>
                <a:cxn ang="0">
                  <a:pos x="csX9230" y="csY9230"/>
                </a:cxn>
                <a:cxn ang="0">
                  <a:pos x="csX9231" y="csY9231"/>
                </a:cxn>
                <a:cxn ang="0">
                  <a:pos x="csX9232" y="csY9232"/>
                </a:cxn>
                <a:cxn ang="0">
                  <a:pos x="csX9233" y="csY9233"/>
                </a:cxn>
                <a:cxn ang="0">
                  <a:pos x="csX9234" y="csY9234"/>
                </a:cxn>
                <a:cxn ang="0">
                  <a:pos x="csX9235" y="csY9235"/>
                </a:cxn>
                <a:cxn ang="0">
                  <a:pos x="csX9236" y="csY9236"/>
                </a:cxn>
                <a:cxn ang="0">
                  <a:pos x="csX9237" y="csY9237"/>
                </a:cxn>
                <a:cxn ang="0">
                  <a:pos x="csX9238" y="csY9238"/>
                </a:cxn>
                <a:cxn ang="0">
                  <a:pos x="csX9239" y="csY9239"/>
                </a:cxn>
                <a:cxn ang="0">
                  <a:pos x="csX9240" y="csY9240"/>
                </a:cxn>
                <a:cxn ang="0">
                  <a:pos x="csX9241" y="csY9241"/>
                </a:cxn>
                <a:cxn ang="0">
                  <a:pos x="csX9242" y="csY9242"/>
                </a:cxn>
                <a:cxn ang="0">
                  <a:pos x="csX9243" y="csY9243"/>
                </a:cxn>
                <a:cxn ang="0">
                  <a:pos x="csX9244" y="csY9244"/>
                </a:cxn>
                <a:cxn ang="0">
                  <a:pos x="csX9245" y="csY9245"/>
                </a:cxn>
                <a:cxn ang="0">
                  <a:pos x="csX9246" y="csY9246"/>
                </a:cxn>
                <a:cxn ang="0">
                  <a:pos x="csX9247" y="csY9247"/>
                </a:cxn>
                <a:cxn ang="0">
                  <a:pos x="csX9248" y="csY9248"/>
                </a:cxn>
                <a:cxn ang="0">
                  <a:pos x="csX9249" y="csY9249"/>
                </a:cxn>
                <a:cxn ang="0">
                  <a:pos x="csX9250" y="csY9250"/>
                </a:cxn>
                <a:cxn ang="0">
                  <a:pos x="csX9251" y="csY9251"/>
                </a:cxn>
                <a:cxn ang="0">
                  <a:pos x="csX9252" y="csY9252"/>
                </a:cxn>
                <a:cxn ang="0">
                  <a:pos x="csX9253" y="csY9253"/>
                </a:cxn>
                <a:cxn ang="0">
                  <a:pos x="csX9254" y="csY9254"/>
                </a:cxn>
                <a:cxn ang="0">
                  <a:pos x="csX9255" y="csY9255"/>
                </a:cxn>
                <a:cxn ang="0">
                  <a:pos x="csX9256" y="csY9256"/>
                </a:cxn>
                <a:cxn ang="0">
                  <a:pos x="csX9257" y="csY9257"/>
                </a:cxn>
                <a:cxn ang="0">
                  <a:pos x="csX9258" y="csY9258"/>
                </a:cxn>
                <a:cxn ang="0">
                  <a:pos x="csX9259" y="csY9259"/>
                </a:cxn>
                <a:cxn ang="0">
                  <a:pos x="csX9260" y="csY9260"/>
                </a:cxn>
                <a:cxn ang="0">
                  <a:pos x="csX9261" y="csY9261"/>
                </a:cxn>
                <a:cxn ang="0">
                  <a:pos x="csX9262" y="csY9262"/>
                </a:cxn>
                <a:cxn ang="0">
                  <a:pos x="csX9263" y="csY9263"/>
                </a:cxn>
                <a:cxn ang="0">
                  <a:pos x="csX9264" y="csY9264"/>
                </a:cxn>
                <a:cxn ang="0">
                  <a:pos x="csX9265" y="csY9265"/>
                </a:cxn>
                <a:cxn ang="0">
                  <a:pos x="csX9266" y="csY9266"/>
                </a:cxn>
                <a:cxn ang="0">
                  <a:pos x="csX9267" y="csY9267"/>
                </a:cxn>
                <a:cxn ang="0">
                  <a:pos x="csX9268" y="csY9268"/>
                </a:cxn>
                <a:cxn ang="0">
                  <a:pos x="csX9269" y="csY9269"/>
                </a:cxn>
                <a:cxn ang="0">
                  <a:pos x="csX9270" y="csY9270"/>
                </a:cxn>
                <a:cxn ang="0">
                  <a:pos x="csX9271" y="csY9271"/>
                </a:cxn>
                <a:cxn ang="0">
                  <a:pos x="csX9272" y="csY9272"/>
                </a:cxn>
                <a:cxn ang="0">
                  <a:pos x="csX9273" y="csY9273"/>
                </a:cxn>
                <a:cxn ang="0">
                  <a:pos x="csX9274" y="csY9274"/>
                </a:cxn>
                <a:cxn ang="0">
                  <a:pos x="csX9275" y="csY9275"/>
                </a:cxn>
                <a:cxn ang="0">
                  <a:pos x="csX9276" y="csY9276"/>
                </a:cxn>
                <a:cxn ang="0">
                  <a:pos x="csX9277" y="csY9277"/>
                </a:cxn>
                <a:cxn ang="0">
                  <a:pos x="csX9278" y="csY9278"/>
                </a:cxn>
                <a:cxn ang="0">
                  <a:pos x="csX9279" y="csY9279"/>
                </a:cxn>
                <a:cxn ang="0">
                  <a:pos x="csX9280" y="csY9280"/>
                </a:cxn>
                <a:cxn ang="0">
                  <a:pos x="csX9281" y="csY9281"/>
                </a:cxn>
                <a:cxn ang="0">
                  <a:pos x="csX9282" y="csY9282"/>
                </a:cxn>
                <a:cxn ang="0">
                  <a:pos x="csX9283" y="csY9283"/>
                </a:cxn>
                <a:cxn ang="0">
                  <a:pos x="csX9284" y="csY9284"/>
                </a:cxn>
                <a:cxn ang="0">
                  <a:pos x="csX9285" y="csY9285"/>
                </a:cxn>
                <a:cxn ang="0">
                  <a:pos x="csX9286" y="csY9286"/>
                </a:cxn>
                <a:cxn ang="0">
                  <a:pos x="csX9287" y="csY9287"/>
                </a:cxn>
                <a:cxn ang="0">
                  <a:pos x="csX9288" y="csY9288"/>
                </a:cxn>
                <a:cxn ang="0">
                  <a:pos x="csX9289" y="csY9289"/>
                </a:cxn>
                <a:cxn ang="0">
                  <a:pos x="csX9290" y="csY9290"/>
                </a:cxn>
                <a:cxn ang="0">
                  <a:pos x="csX9291" y="csY9291"/>
                </a:cxn>
                <a:cxn ang="0">
                  <a:pos x="csX9292" y="csY9292"/>
                </a:cxn>
                <a:cxn ang="0">
                  <a:pos x="csX9293" y="csY9293"/>
                </a:cxn>
                <a:cxn ang="0">
                  <a:pos x="csX9294" y="csY9294"/>
                </a:cxn>
                <a:cxn ang="0">
                  <a:pos x="csX9295" y="csY9295"/>
                </a:cxn>
                <a:cxn ang="0">
                  <a:pos x="csX9296" y="csY9296"/>
                </a:cxn>
                <a:cxn ang="0">
                  <a:pos x="csX9297" y="csY9297"/>
                </a:cxn>
                <a:cxn ang="0">
                  <a:pos x="csX9298" y="csY9298"/>
                </a:cxn>
                <a:cxn ang="0">
                  <a:pos x="csX9299" y="csY9299"/>
                </a:cxn>
                <a:cxn ang="0">
                  <a:pos x="csX9300" y="csY9300"/>
                </a:cxn>
                <a:cxn ang="0">
                  <a:pos x="csX9301" y="csY9301"/>
                </a:cxn>
                <a:cxn ang="0">
                  <a:pos x="csX9302" y="csY9302"/>
                </a:cxn>
                <a:cxn ang="0">
                  <a:pos x="csX9303" y="csY9303"/>
                </a:cxn>
                <a:cxn ang="0">
                  <a:pos x="csX9304" y="csY9304"/>
                </a:cxn>
                <a:cxn ang="0">
                  <a:pos x="csX9305" y="csY9305"/>
                </a:cxn>
                <a:cxn ang="0">
                  <a:pos x="csX9306" y="csY9306"/>
                </a:cxn>
                <a:cxn ang="0">
                  <a:pos x="csX9307" y="csY9307"/>
                </a:cxn>
                <a:cxn ang="0">
                  <a:pos x="csX9308" y="csY9308"/>
                </a:cxn>
                <a:cxn ang="0">
                  <a:pos x="csX9309" y="csY9309"/>
                </a:cxn>
                <a:cxn ang="0">
                  <a:pos x="csX9310" y="csY9310"/>
                </a:cxn>
                <a:cxn ang="0">
                  <a:pos x="csX9311" y="csY9311"/>
                </a:cxn>
                <a:cxn ang="0">
                  <a:pos x="csX9312" y="csY9312"/>
                </a:cxn>
                <a:cxn ang="0">
                  <a:pos x="csX9313" y="csY9313"/>
                </a:cxn>
                <a:cxn ang="0">
                  <a:pos x="csX9314" y="csY9314"/>
                </a:cxn>
                <a:cxn ang="0">
                  <a:pos x="csX9315" y="csY9315"/>
                </a:cxn>
                <a:cxn ang="0">
                  <a:pos x="csX9316" y="csY9316"/>
                </a:cxn>
                <a:cxn ang="0">
                  <a:pos x="csX9317" y="csY9317"/>
                </a:cxn>
                <a:cxn ang="0">
                  <a:pos x="csX9318" y="csY9318"/>
                </a:cxn>
                <a:cxn ang="0">
                  <a:pos x="csX9319" y="csY9319"/>
                </a:cxn>
                <a:cxn ang="0">
                  <a:pos x="csX9320" y="csY9320"/>
                </a:cxn>
                <a:cxn ang="0">
                  <a:pos x="csX9321" y="csY9321"/>
                </a:cxn>
                <a:cxn ang="0">
                  <a:pos x="csX9322" y="csY9322"/>
                </a:cxn>
                <a:cxn ang="0">
                  <a:pos x="csX9323" y="csY9323"/>
                </a:cxn>
                <a:cxn ang="0">
                  <a:pos x="csX9324" y="csY9324"/>
                </a:cxn>
                <a:cxn ang="0">
                  <a:pos x="csX9325" y="csY9325"/>
                </a:cxn>
                <a:cxn ang="0">
                  <a:pos x="csX9326" y="csY9326"/>
                </a:cxn>
                <a:cxn ang="0">
                  <a:pos x="csX9327" y="csY9327"/>
                </a:cxn>
                <a:cxn ang="0">
                  <a:pos x="csX9328" y="csY9328"/>
                </a:cxn>
                <a:cxn ang="0">
                  <a:pos x="csX9329" y="csY9329"/>
                </a:cxn>
                <a:cxn ang="0">
                  <a:pos x="csX9330" y="csY9330"/>
                </a:cxn>
                <a:cxn ang="0">
                  <a:pos x="csX9331" y="csY9331"/>
                </a:cxn>
                <a:cxn ang="0">
                  <a:pos x="csX9332" y="csY9332"/>
                </a:cxn>
                <a:cxn ang="0">
                  <a:pos x="csX9333" y="csY9333"/>
                </a:cxn>
                <a:cxn ang="0">
                  <a:pos x="csX9334" y="csY9334"/>
                </a:cxn>
                <a:cxn ang="0">
                  <a:pos x="csX9335" y="csY9335"/>
                </a:cxn>
                <a:cxn ang="0">
                  <a:pos x="csX9336" y="csY9336"/>
                </a:cxn>
                <a:cxn ang="0">
                  <a:pos x="csX9337" y="csY9337"/>
                </a:cxn>
                <a:cxn ang="0">
                  <a:pos x="csX9338" y="csY9338"/>
                </a:cxn>
                <a:cxn ang="0">
                  <a:pos x="csX9339" y="csY9339"/>
                </a:cxn>
                <a:cxn ang="0">
                  <a:pos x="csX9340" y="csY9340"/>
                </a:cxn>
                <a:cxn ang="0">
                  <a:pos x="csX9341" y="csY9341"/>
                </a:cxn>
                <a:cxn ang="0">
                  <a:pos x="csX9342" y="csY9342"/>
                </a:cxn>
                <a:cxn ang="0">
                  <a:pos x="csX9343" y="csY9343"/>
                </a:cxn>
                <a:cxn ang="0">
                  <a:pos x="csX9344" y="csY9344"/>
                </a:cxn>
                <a:cxn ang="0">
                  <a:pos x="csX9345" y="csY9345"/>
                </a:cxn>
                <a:cxn ang="0">
                  <a:pos x="csX9346" y="csY9346"/>
                </a:cxn>
                <a:cxn ang="0">
                  <a:pos x="csX9347" y="csY9347"/>
                </a:cxn>
                <a:cxn ang="0">
                  <a:pos x="csX9348" y="csY9348"/>
                </a:cxn>
                <a:cxn ang="0">
                  <a:pos x="csX9349" y="csY9349"/>
                </a:cxn>
                <a:cxn ang="0">
                  <a:pos x="csX9350" y="csY9350"/>
                </a:cxn>
                <a:cxn ang="0">
                  <a:pos x="csX9351" y="csY9351"/>
                </a:cxn>
                <a:cxn ang="0">
                  <a:pos x="csX9352" y="csY9352"/>
                </a:cxn>
                <a:cxn ang="0">
                  <a:pos x="csX9353" y="csY9353"/>
                </a:cxn>
                <a:cxn ang="0">
                  <a:pos x="csX9354" y="csY9354"/>
                </a:cxn>
                <a:cxn ang="0">
                  <a:pos x="csX9355" y="csY9355"/>
                </a:cxn>
                <a:cxn ang="0">
                  <a:pos x="csX9356" y="csY9356"/>
                </a:cxn>
                <a:cxn ang="0">
                  <a:pos x="csX9357" y="csY9357"/>
                </a:cxn>
                <a:cxn ang="0">
                  <a:pos x="csX9358" y="csY9358"/>
                </a:cxn>
                <a:cxn ang="0">
                  <a:pos x="csX9359" y="csY9359"/>
                </a:cxn>
                <a:cxn ang="0">
                  <a:pos x="csX9360" y="csY9360"/>
                </a:cxn>
                <a:cxn ang="0">
                  <a:pos x="csX9361" y="csY9361"/>
                </a:cxn>
                <a:cxn ang="0">
                  <a:pos x="csX9362" y="csY9362"/>
                </a:cxn>
                <a:cxn ang="0">
                  <a:pos x="csX9363" y="csY9363"/>
                </a:cxn>
                <a:cxn ang="0">
                  <a:pos x="csX9364" y="csY9364"/>
                </a:cxn>
                <a:cxn ang="0">
                  <a:pos x="csX9365" y="csY9365"/>
                </a:cxn>
                <a:cxn ang="0">
                  <a:pos x="csX9366" y="csY9366"/>
                </a:cxn>
                <a:cxn ang="0">
                  <a:pos x="csX9367" y="csY9367"/>
                </a:cxn>
                <a:cxn ang="0">
                  <a:pos x="csX9368" y="csY9368"/>
                </a:cxn>
                <a:cxn ang="0">
                  <a:pos x="csX9369" y="csY9369"/>
                </a:cxn>
                <a:cxn ang="0">
                  <a:pos x="csX9370" y="csY9370"/>
                </a:cxn>
                <a:cxn ang="0">
                  <a:pos x="csX9371" y="csY9371"/>
                </a:cxn>
                <a:cxn ang="0">
                  <a:pos x="csX9372" y="csY9372"/>
                </a:cxn>
                <a:cxn ang="0">
                  <a:pos x="csX9373" y="csY9373"/>
                </a:cxn>
                <a:cxn ang="0">
                  <a:pos x="csX9374" y="csY9374"/>
                </a:cxn>
                <a:cxn ang="0">
                  <a:pos x="csX9375" y="csY9375"/>
                </a:cxn>
                <a:cxn ang="0">
                  <a:pos x="csX9376" y="csY9376"/>
                </a:cxn>
                <a:cxn ang="0">
                  <a:pos x="csX9377" y="csY9377"/>
                </a:cxn>
                <a:cxn ang="0">
                  <a:pos x="csX9378" y="csY9378"/>
                </a:cxn>
                <a:cxn ang="0">
                  <a:pos x="csX9379" y="csY9379"/>
                </a:cxn>
                <a:cxn ang="0">
                  <a:pos x="csX9380" y="csY9380"/>
                </a:cxn>
                <a:cxn ang="0">
                  <a:pos x="csX9381" y="csY9381"/>
                </a:cxn>
                <a:cxn ang="0">
                  <a:pos x="csX9382" y="csY9382"/>
                </a:cxn>
                <a:cxn ang="0">
                  <a:pos x="csX9383" y="csY9383"/>
                </a:cxn>
                <a:cxn ang="0">
                  <a:pos x="csX9384" y="csY9384"/>
                </a:cxn>
                <a:cxn ang="0">
                  <a:pos x="csX9385" y="csY9385"/>
                </a:cxn>
                <a:cxn ang="0">
                  <a:pos x="csX9386" y="csY9386"/>
                </a:cxn>
                <a:cxn ang="0">
                  <a:pos x="csX9387" y="csY9387"/>
                </a:cxn>
                <a:cxn ang="0">
                  <a:pos x="csX9388" y="csY9388"/>
                </a:cxn>
                <a:cxn ang="0">
                  <a:pos x="csX9389" y="csY9389"/>
                </a:cxn>
                <a:cxn ang="0">
                  <a:pos x="csX9390" y="csY9390"/>
                </a:cxn>
                <a:cxn ang="0">
                  <a:pos x="csX9391" y="csY9391"/>
                </a:cxn>
                <a:cxn ang="0">
                  <a:pos x="csX9392" y="csY9392"/>
                </a:cxn>
                <a:cxn ang="0">
                  <a:pos x="csX9393" y="csY9393"/>
                </a:cxn>
                <a:cxn ang="0">
                  <a:pos x="csX9394" y="csY9394"/>
                </a:cxn>
                <a:cxn ang="0">
                  <a:pos x="csX9395" y="csY9395"/>
                </a:cxn>
                <a:cxn ang="0">
                  <a:pos x="csX9396" y="csY9396"/>
                </a:cxn>
                <a:cxn ang="0">
                  <a:pos x="csX9397" y="csY9397"/>
                </a:cxn>
                <a:cxn ang="0">
                  <a:pos x="csX9398" y="csY9398"/>
                </a:cxn>
                <a:cxn ang="0">
                  <a:pos x="csX9399" y="csY9399"/>
                </a:cxn>
                <a:cxn ang="0">
                  <a:pos x="csX9400" y="csY9400"/>
                </a:cxn>
                <a:cxn ang="0">
                  <a:pos x="csX9401" y="csY9401"/>
                </a:cxn>
                <a:cxn ang="0">
                  <a:pos x="csX9402" y="csY9402"/>
                </a:cxn>
                <a:cxn ang="0">
                  <a:pos x="csX9403" y="csY9403"/>
                </a:cxn>
                <a:cxn ang="0">
                  <a:pos x="csX9404" y="csY9404"/>
                </a:cxn>
                <a:cxn ang="0">
                  <a:pos x="csX9405" y="csY9405"/>
                </a:cxn>
                <a:cxn ang="0">
                  <a:pos x="csX9406" y="csY9406"/>
                </a:cxn>
                <a:cxn ang="0">
                  <a:pos x="csX9407" y="csY9407"/>
                </a:cxn>
                <a:cxn ang="0">
                  <a:pos x="csX9408" y="csY9408"/>
                </a:cxn>
                <a:cxn ang="0">
                  <a:pos x="csX9409" y="csY9409"/>
                </a:cxn>
                <a:cxn ang="0">
                  <a:pos x="csX9410" y="csY9410"/>
                </a:cxn>
                <a:cxn ang="0">
                  <a:pos x="csX9411" y="csY9411"/>
                </a:cxn>
                <a:cxn ang="0">
                  <a:pos x="csX9412" y="csY9412"/>
                </a:cxn>
                <a:cxn ang="0">
                  <a:pos x="csX9413" y="csY9413"/>
                </a:cxn>
                <a:cxn ang="0">
                  <a:pos x="csX9414" y="csY9414"/>
                </a:cxn>
                <a:cxn ang="0">
                  <a:pos x="csX9415" y="csY9415"/>
                </a:cxn>
                <a:cxn ang="0">
                  <a:pos x="csX9416" y="csY9416"/>
                </a:cxn>
                <a:cxn ang="0">
                  <a:pos x="csX9417" y="csY9417"/>
                </a:cxn>
                <a:cxn ang="0">
                  <a:pos x="csX9418" y="csY9418"/>
                </a:cxn>
                <a:cxn ang="0">
                  <a:pos x="csX9419" y="csY9419"/>
                </a:cxn>
                <a:cxn ang="0">
                  <a:pos x="csX9420" y="csY9420"/>
                </a:cxn>
                <a:cxn ang="0">
                  <a:pos x="csX9421" y="csY9421"/>
                </a:cxn>
                <a:cxn ang="0">
                  <a:pos x="csX9422" y="csY9422"/>
                </a:cxn>
                <a:cxn ang="0">
                  <a:pos x="csX9423" y="csY9423"/>
                </a:cxn>
                <a:cxn ang="0">
                  <a:pos x="csX9424" y="csY9424"/>
                </a:cxn>
                <a:cxn ang="0">
                  <a:pos x="csX9425" y="csY9425"/>
                </a:cxn>
                <a:cxn ang="0">
                  <a:pos x="csX9426" y="csY9426"/>
                </a:cxn>
                <a:cxn ang="0">
                  <a:pos x="csX9427" y="csY9427"/>
                </a:cxn>
                <a:cxn ang="0">
                  <a:pos x="csX9428" y="csY9428"/>
                </a:cxn>
                <a:cxn ang="0">
                  <a:pos x="csX9429" y="csY9429"/>
                </a:cxn>
                <a:cxn ang="0">
                  <a:pos x="csX9430" y="csY9430"/>
                </a:cxn>
                <a:cxn ang="0">
                  <a:pos x="csX9431" y="csY9431"/>
                </a:cxn>
                <a:cxn ang="0">
                  <a:pos x="csX9432" y="csY9432"/>
                </a:cxn>
                <a:cxn ang="0">
                  <a:pos x="csX9433" y="csY9433"/>
                </a:cxn>
                <a:cxn ang="0">
                  <a:pos x="csX9434" y="csY9434"/>
                </a:cxn>
                <a:cxn ang="0">
                  <a:pos x="csX9435" y="csY9435"/>
                </a:cxn>
                <a:cxn ang="0">
                  <a:pos x="csX9436" y="csY9436"/>
                </a:cxn>
                <a:cxn ang="0">
                  <a:pos x="csX9437" y="csY9437"/>
                </a:cxn>
                <a:cxn ang="0">
                  <a:pos x="csX9438" y="csY9438"/>
                </a:cxn>
                <a:cxn ang="0">
                  <a:pos x="csX9439" y="csY9439"/>
                </a:cxn>
                <a:cxn ang="0">
                  <a:pos x="csX9440" y="csY9440"/>
                </a:cxn>
                <a:cxn ang="0">
                  <a:pos x="csX9441" y="csY9441"/>
                </a:cxn>
                <a:cxn ang="0">
                  <a:pos x="csX9442" y="csY9442"/>
                </a:cxn>
                <a:cxn ang="0">
                  <a:pos x="csX9443" y="csY9443"/>
                </a:cxn>
                <a:cxn ang="0">
                  <a:pos x="csX9444" y="csY9444"/>
                </a:cxn>
                <a:cxn ang="0">
                  <a:pos x="csX9445" y="csY9445"/>
                </a:cxn>
                <a:cxn ang="0">
                  <a:pos x="csX9446" y="csY9446"/>
                </a:cxn>
                <a:cxn ang="0">
                  <a:pos x="csX9447" y="csY9447"/>
                </a:cxn>
                <a:cxn ang="0">
                  <a:pos x="csX9448" y="csY9448"/>
                </a:cxn>
                <a:cxn ang="0">
                  <a:pos x="csX9449" y="csY9449"/>
                </a:cxn>
                <a:cxn ang="0">
                  <a:pos x="csX9450" y="csY9450"/>
                </a:cxn>
                <a:cxn ang="0">
                  <a:pos x="csX9451" y="csY9451"/>
                </a:cxn>
                <a:cxn ang="0">
                  <a:pos x="csX9452" y="csY9452"/>
                </a:cxn>
                <a:cxn ang="0">
                  <a:pos x="csX9453" y="csY9453"/>
                </a:cxn>
                <a:cxn ang="0">
                  <a:pos x="csX9454" y="csY9454"/>
                </a:cxn>
                <a:cxn ang="0">
                  <a:pos x="csX9455" y="csY9455"/>
                </a:cxn>
                <a:cxn ang="0">
                  <a:pos x="csX9456" y="csY9456"/>
                </a:cxn>
                <a:cxn ang="0">
                  <a:pos x="csX9457" y="csY9457"/>
                </a:cxn>
                <a:cxn ang="0">
                  <a:pos x="csX9458" y="csY9458"/>
                </a:cxn>
                <a:cxn ang="0">
                  <a:pos x="csX9459" y="csY9459"/>
                </a:cxn>
                <a:cxn ang="0">
                  <a:pos x="csX9460" y="csY9460"/>
                </a:cxn>
                <a:cxn ang="0">
                  <a:pos x="csX9461" y="csY9461"/>
                </a:cxn>
                <a:cxn ang="0">
                  <a:pos x="csX9462" y="csY9462"/>
                </a:cxn>
                <a:cxn ang="0">
                  <a:pos x="csX9463" y="csY9463"/>
                </a:cxn>
                <a:cxn ang="0">
                  <a:pos x="csX9464" y="csY9464"/>
                </a:cxn>
                <a:cxn ang="0">
                  <a:pos x="csX9465" y="csY9465"/>
                </a:cxn>
                <a:cxn ang="0">
                  <a:pos x="csX9466" y="csY9466"/>
                </a:cxn>
                <a:cxn ang="0">
                  <a:pos x="csX9467" y="csY9467"/>
                </a:cxn>
                <a:cxn ang="0">
                  <a:pos x="csX9468" y="csY9468"/>
                </a:cxn>
                <a:cxn ang="0">
                  <a:pos x="csX9469" y="csY9469"/>
                </a:cxn>
                <a:cxn ang="0">
                  <a:pos x="csX9470" y="csY9470"/>
                </a:cxn>
                <a:cxn ang="0">
                  <a:pos x="csX9471" y="csY9471"/>
                </a:cxn>
                <a:cxn ang="0">
                  <a:pos x="csX9472" y="csY9472"/>
                </a:cxn>
                <a:cxn ang="0">
                  <a:pos x="csX9473" y="csY9473"/>
                </a:cxn>
                <a:cxn ang="0">
                  <a:pos x="csX9474" y="csY9474"/>
                </a:cxn>
                <a:cxn ang="0">
                  <a:pos x="csX9475" y="csY9475"/>
                </a:cxn>
                <a:cxn ang="0">
                  <a:pos x="csX9476" y="csY9476"/>
                </a:cxn>
                <a:cxn ang="0">
                  <a:pos x="csX9477" y="csY9477"/>
                </a:cxn>
                <a:cxn ang="0">
                  <a:pos x="csX9478" y="csY9478"/>
                </a:cxn>
                <a:cxn ang="0">
                  <a:pos x="csX9479" y="csY9479"/>
                </a:cxn>
                <a:cxn ang="0">
                  <a:pos x="csX9480" y="csY9480"/>
                </a:cxn>
                <a:cxn ang="0">
                  <a:pos x="csX9481" y="csY9481"/>
                </a:cxn>
                <a:cxn ang="0">
                  <a:pos x="csX9482" y="csY9482"/>
                </a:cxn>
                <a:cxn ang="0">
                  <a:pos x="csX9483" y="csY9483"/>
                </a:cxn>
                <a:cxn ang="0">
                  <a:pos x="csX9484" y="csY9484"/>
                </a:cxn>
                <a:cxn ang="0">
                  <a:pos x="csX9485" y="csY9485"/>
                </a:cxn>
                <a:cxn ang="0">
                  <a:pos x="csX9486" y="csY9486"/>
                </a:cxn>
                <a:cxn ang="0">
                  <a:pos x="csX9487" y="csY9487"/>
                </a:cxn>
                <a:cxn ang="0">
                  <a:pos x="csX9488" y="csY9488"/>
                </a:cxn>
                <a:cxn ang="0">
                  <a:pos x="csX9489" y="csY9489"/>
                </a:cxn>
                <a:cxn ang="0">
                  <a:pos x="csX9490" y="csY9490"/>
                </a:cxn>
                <a:cxn ang="0">
                  <a:pos x="csX9491" y="csY9491"/>
                </a:cxn>
                <a:cxn ang="0">
                  <a:pos x="csX9492" y="csY9492"/>
                </a:cxn>
                <a:cxn ang="0">
                  <a:pos x="csX9493" y="csY9493"/>
                </a:cxn>
                <a:cxn ang="0">
                  <a:pos x="csX9494" y="csY9494"/>
                </a:cxn>
                <a:cxn ang="0">
                  <a:pos x="csX9495" y="csY9495"/>
                </a:cxn>
                <a:cxn ang="0">
                  <a:pos x="csX9496" y="csY9496"/>
                </a:cxn>
                <a:cxn ang="0">
                  <a:pos x="csX9497" y="csY9497"/>
                </a:cxn>
                <a:cxn ang="0">
                  <a:pos x="csX9498" y="csY9498"/>
                </a:cxn>
                <a:cxn ang="0">
                  <a:pos x="csX9499" y="csY9499"/>
                </a:cxn>
                <a:cxn ang="0">
                  <a:pos x="csX9500" y="csY9500"/>
                </a:cxn>
                <a:cxn ang="0">
                  <a:pos x="csX9501" y="csY9501"/>
                </a:cxn>
                <a:cxn ang="0">
                  <a:pos x="csX9502" y="csY9502"/>
                </a:cxn>
                <a:cxn ang="0">
                  <a:pos x="csX9503" y="csY9503"/>
                </a:cxn>
                <a:cxn ang="0">
                  <a:pos x="csX9504" y="csY9504"/>
                </a:cxn>
                <a:cxn ang="0">
                  <a:pos x="csX9505" y="csY9505"/>
                </a:cxn>
                <a:cxn ang="0">
                  <a:pos x="csX9506" y="csY9506"/>
                </a:cxn>
                <a:cxn ang="0">
                  <a:pos x="csX9507" y="csY9507"/>
                </a:cxn>
                <a:cxn ang="0">
                  <a:pos x="csX9508" y="csY9508"/>
                </a:cxn>
                <a:cxn ang="0">
                  <a:pos x="csX9509" y="csY9509"/>
                </a:cxn>
                <a:cxn ang="0">
                  <a:pos x="csX9510" y="csY9510"/>
                </a:cxn>
                <a:cxn ang="0">
                  <a:pos x="csX9511" y="csY9511"/>
                </a:cxn>
                <a:cxn ang="0">
                  <a:pos x="csX9512" y="csY9512"/>
                </a:cxn>
                <a:cxn ang="0">
                  <a:pos x="csX9513" y="csY9513"/>
                </a:cxn>
                <a:cxn ang="0">
                  <a:pos x="csX9514" y="csY9514"/>
                </a:cxn>
                <a:cxn ang="0">
                  <a:pos x="csX9515" y="csY9515"/>
                </a:cxn>
                <a:cxn ang="0">
                  <a:pos x="csX9516" y="csY9516"/>
                </a:cxn>
                <a:cxn ang="0">
                  <a:pos x="csX9517" y="csY9517"/>
                </a:cxn>
                <a:cxn ang="0">
                  <a:pos x="csX9518" y="csY9518"/>
                </a:cxn>
                <a:cxn ang="0">
                  <a:pos x="csX9519" y="csY9519"/>
                </a:cxn>
                <a:cxn ang="0">
                  <a:pos x="csX9520" y="csY9520"/>
                </a:cxn>
                <a:cxn ang="0">
                  <a:pos x="csX9521" y="csY9521"/>
                </a:cxn>
                <a:cxn ang="0">
                  <a:pos x="csX9522" y="csY9522"/>
                </a:cxn>
                <a:cxn ang="0">
                  <a:pos x="csX9523" y="csY9523"/>
                </a:cxn>
                <a:cxn ang="0">
                  <a:pos x="csX9524" y="csY9524"/>
                </a:cxn>
                <a:cxn ang="0">
                  <a:pos x="csX9525" y="csY9525"/>
                </a:cxn>
                <a:cxn ang="0">
                  <a:pos x="csX9526" y="csY9526"/>
                </a:cxn>
                <a:cxn ang="0">
                  <a:pos x="csX9527" y="csY9527"/>
                </a:cxn>
                <a:cxn ang="0">
                  <a:pos x="csX9528" y="csY9528"/>
                </a:cxn>
                <a:cxn ang="0">
                  <a:pos x="csX9529" y="csY9529"/>
                </a:cxn>
                <a:cxn ang="0">
                  <a:pos x="csX9530" y="csY9530"/>
                </a:cxn>
                <a:cxn ang="0">
                  <a:pos x="csX9531" y="csY9531"/>
                </a:cxn>
                <a:cxn ang="0">
                  <a:pos x="csX9532" y="csY9532"/>
                </a:cxn>
                <a:cxn ang="0">
                  <a:pos x="csX9533" y="csY9533"/>
                </a:cxn>
                <a:cxn ang="0">
                  <a:pos x="csX9534" y="csY9534"/>
                </a:cxn>
                <a:cxn ang="0">
                  <a:pos x="csX9535" y="csY9535"/>
                </a:cxn>
                <a:cxn ang="0">
                  <a:pos x="csX9536" y="csY9536"/>
                </a:cxn>
                <a:cxn ang="0">
                  <a:pos x="csX9537" y="csY9537"/>
                </a:cxn>
                <a:cxn ang="0">
                  <a:pos x="csX9538" y="csY9538"/>
                </a:cxn>
                <a:cxn ang="0">
                  <a:pos x="csX9539" y="csY9539"/>
                </a:cxn>
                <a:cxn ang="0">
                  <a:pos x="csX9540" y="csY9540"/>
                </a:cxn>
                <a:cxn ang="0">
                  <a:pos x="csX9541" y="csY9541"/>
                </a:cxn>
                <a:cxn ang="0">
                  <a:pos x="csX9542" y="csY9542"/>
                </a:cxn>
                <a:cxn ang="0">
                  <a:pos x="csX9543" y="csY9543"/>
                </a:cxn>
                <a:cxn ang="0">
                  <a:pos x="csX9544" y="csY9544"/>
                </a:cxn>
                <a:cxn ang="0">
                  <a:pos x="csX9545" y="csY9545"/>
                </a:cxn>
                <a:cxn ang="0">
                  <a:pos x="csX9546" y="csY9546"/>
                </a:cxn>
                <a:cxn ang="0">
                  <a:pos x="csX9547" y="csY9547"/>
                </a:cxn>
                <a:cxn ang="0">
                  <a:pos x="csX9548" y="csY9548"/>
                </a:cxn>
                <a:cxn ang="0">
                  <a:pos x="csX9549" y="csY9549"/>
                </a:cxn>
                <a:cxn ang="0">
                  <a:pos x="csX9550" y="csY9550"/>
                </a:cxn>
                <a:cxn ang="0">
                  <a:pos x="csX9551" y="csY9551"/>
                </a:cxn>
                <a:cxn ang="0">
                  <a:pos x="csX9552" y="csY9552"/>
                </a:cxn>
                <a:cxn ang="0">
                  <a:pos x="csX9553" y="csY9553"/>
                </a:cxn>
                <a:cxn ang="0">
                  <a:pos x="csX9554" y="csY9554"/>
                </a:cxn>
                <a:cxn ang="0">
                  <a:pos x="csX9555" y="csY9555"/>
                </a:cxn>
                <a:cxn ang="0">
                  <a:pos x="csX9556" y="csY9556"/>
                </a:cxn>
                <a:cxn ang="0">
                  <a:pos x="csX9557" y="csY9557"/>
                </a:cxn>
                <a:cxn ang="0">
                  <a:pos x="csX9558" y="csY9558"/>
                </a:cxn>
                <a:cxn ang="0">
                  <a:pos x="csX9559" y="csY9559"/>
                </a:cxn>
                <a:cxn ang="0">
                  <a:pos x="csX9560" y="csY9560"/>
                </a:cxn>
                <a:cxn ang="0">
                  <a:pos x="csX9561" y="csY9561"/>
                </a:cxn>
                <a:cxn ang="0">
                  <a:pos x="csX9562" y="csY9562"/>
                </a:cxn>
                <a:cxn ang="0">
                  <a:pos x="csX9563" y="csY9563"/>
                </a:cxn>
                <a:cxn ang="0">
                  <a:pos x="csX9564" y="csY9564"/>
                </a:cxn>
                <a:cxn ang="0">
                  <a:pos x="csX9565" y="csY9565"/>
                </a:cxn>
                <a:cxn ang="0">
                  <a:pos x="csX9566" y="csY9566"/>
                </a:cxn>
                <a:cxn ang="0">
                  <a:pos x="csX9567" y="csY9567"/>
                </a:cxn>
                <a:cxn ang="0">
                  <a:pos x="csX9568" y="csY9568"/>
                </a:cxn>
                <a:cxn ang="0">
                  <a:pos x="csX9569" y="csY9569"/>
                </a:cxn>
                <a:cxn ang="0">
                  <a:pos x="csX9570" y="csY9570"/>
                </a:cxn>
                <a:cxn ang="0">
                  <a:pos x="csX9571" y="csY9571"/>
                </a:cxn>
                <a:cxn ang="0">
                  <a:pos x="csX9572" y="csY9572"/>
                </a:cxn>
                <a:cxn ang="0">
                  <a:pos x="csX9573" y="csY9573"/>
                </a:cxn>
                <a:cxn ang="0">
                  <a:pos x="csX9574" y="csY9574"/>
                </a:cxn>
                <a:cxn ang="0">
                  <a:pos x="csX9575" y="csY9575"/>
                </a:cxn>
                <a:cxn ang="0">
                  <a:pos x="csX9576" y="csY9576"/>
                </a:cxn>
                <a:cxn ang="0">
                  <a:pos x="csX9577" y="csY9577"/>
                </a:cxn>
                <a:cxn ang="0">
                  <a:pos x="csX9578" y="csY9578"/>
                </a:cxn>
                <a:cxn ang="0">
                  <a:pos x="csX9579" y="csY9579"/>
                </a:cxn>
                <a:cxn ang="0">
                  <a:pos x="csX9580" y="csY9580"/>
                </a:cxn>
                <a:cxn ang="0">
                  <a:pos x="csX9581" y="csY9581"/>
                </a:cxn>
                <a:cxn ang="0">
                  <a:pos x="csX9582" y="csY9582"/>
                </a:cxn>
                <a:cxn ang="0">
                  <a:pos x="csX9583" y="csY9583"/>
                </a:cxn>
                <a:cxn ang="0">
                  <a:pos x="csX9584" y="csY9584"/>
                </a:cxn>
                <a:cxn ang="0">
                  <a:pos x="csX9585" y="csY9585"/>
                </a:cxn>
                <a:cxn ang="0">
                  <a:pos x="csX9586" y="csY9586"/>
                </a:cxn>
                <a:cxn ang="0">
                  <a:pos x="csX9587" y="csY9587"/>
                </a:cxn>
                <a:cxn ang="0">
                  <a:pos x="csX9588" y="csY9588"/>
                </a:cxn>
                <a:cxn ang="0">
                  <a:pos x="csX9589" y="csY9589"/>
                </a:cxn>
                <a:cxn ang="0">
                  <a:pos x="csX9590" y="csY9590"/>
                </a:cxn>
                <a:cxn ang="0">
                  <a:pos x="csX9591" y="csY9591"/>
                </a:cxn>
                <a:cxn ang="0">
                  <a:pos x="csX9592" y="csY9592"/>
                </a:cxn>
                <a:cxn ang="0">
                  <a:pos x="csX9593" y="csY9593"/>
                </a:cxn>
                <a:cxn ang="0">
                  <a:pos x="csX9594" y="csY9594"/>
                </a:cxn>
                <a:cxn ang="0">
                  <a:pos x="csX9595" y="csY9595"/>
                </a:cxn>
                <a:cxn ang="0">
                  <a:pos x="csX9596" y="csY9596"/>
                </a:cxn>
                <a:cxn ang="0">
                  <a:pos x="csX9597" y="csY9597"/>
                </a:cxn>
                <a:cxn ang="0">
                  <a:pos x="csX9598" y="csY9598"/>
                </a:cxn>
                <a:cxn ang="0">
                  <a:pos x="csX9599" y="csY9599"/>
                </a:cxn>
                <a:cxn ang="0">
                  <a:pos x="csX9600" y="csY9600"/>
                </a:cxn>
                <a:cxn ang="0">
                  <a:pos x="csX9601" y="csY9601"/>
                </a:cxn>
                <a:cxn ang="0">
                  <a:pos x="csX9602" y="csY9602"/>
                </a:cxn>
                <a:cxn ang="0">
                  <a:pos x="csX9603" y="csY9603"/>
                </a:cxn>
                <a:cxn ang="0">
                  <a:pos x="csX9604" y="csY9604"/>
                </a:cxn>
                <a:cxn ang="0">
                  <a:pos x="csX9605" y="csY9605"/>
                </a:cxn>
                <a:cxn ang="0">
                  <a:pos x="csX9606" y="csY9606"/>
                </a:cxn>
                <a:cxn ang="0">
                  <a:pos x="csX9607" y="csY9607"/>
                </a:cxn>
                <a:cxn ang="0">
                  <a:pos x="csX9608" y="csY9608"/>
                </a:cxn>
                <a:cxn ang="0">
                  <a:pos x="csX9609" y="csY9609"/>
                </a:cxn>
                <a:cxn ang="0">
                  <a:pos x="csX9610" y="csY9610"/>
                </a:cxn>
                <a:cxn ang="0">
                  <a:pos x="csX9611" y="csY9611"/>
                </a:cxn>
                <a:cxn ang="0">
                  <a:pos x="csX9612" y="csY9612"/>
                </a:cxn>
                <a:cxn ang="0">
                  <a:pos x="csX9613" y="csY9613"/>
                </a:cxn>
                <a:cxn ang="0">
                  <a:pos x="csX9614" y="csY9614"/>
                </a:cxn>
                <a:cxn ang="0">
                  <a:pos x="csX9615" y="csY9615"/>
                </a:cxn>
                <a:cxn ang="0">
                  <a:pos x="csX9616" y="csY9616"/>
                </a:cxn>
                <a:cxn ang="0">
                  <a:pos x="csX9617" y="csY9617"/>
                </a:cxn>
                <a:cxn ang="0">
                  <a:pos x="csX9618" y="csY9618"/>
                </a:cxn>
                <a:cxn ang="0">
                  <a:pos x="csX9619" y="csY9619"/>
                </a:cxn>
                <a:cxn ang="0">
                  <a:pos x="csX9620" y="csY9620"/>
                </a:cxn>
                <a:cxn ang="0">
                  <a:pos x="csX9621" y="csY9621"/>
                </a:cxn>
                <a:cxn ang="0">
                  <a:pos x="csX9622" y="csY9622"/>
                </a:cxn>
                <a:cxn ang="0">
                  <a:pos x="csX9623" y="csY9623"/>
                </a:cxn>
                <a:cxn ang="0">
                  <a:pos x="csX9624" y="csY9624"/>
                </a:cxn>
                <a:cxn ang="0">
                  <a:pos x="csX9625" y="csY9625"/>
                </a:cxn>
                <a:cxn ang="0">
                  <a:pos x="csX9626" y="csY9626"/>
                </a:cxn>
                <a:cxn ang="0">
                  <a:pos x="csX9627" y="csY9627"/>
                </a:cxn>
                <a:cxn ang="0">
                  <a:pos x="csX9628" y="csY9628"/>
                </a:cxn>
                <a:cxn ang="0">
                  <a:pos x="csX9629" y="csY9629"/>
                </a:cxn>
                <a:cxn ang="0">
                  <a:pos x="csX9630" y="csY9630"/>
                </a:cxn>
                <a:cxn ang="0">
                  <a:pos x="csX9631" y="csY9631"/>
                </a:cxn>
                <a:cxn ang="0">
                  <a:pos x="csX9632" y="csY9632"/>
                </a:cxn>
                <a:cxn ang="0">
                  <a:pos x="csX9633" y="csY9633"/>
                </a:cxn>
                <a:cxn ang="0">
                  <a:pos x="csX9634" y="csY9634"/>
                </a:cxn>
                <a:cxn ang="0">
                  <a:pos x="csX9635" y="csY9635"/>
                </a:cxn>
                <a:cxn ang="0">
                  <a:pos x="csX9636" y="csY9636"/>
                </a:cxn>
                <a:cxn ang="0">
                  <a:pos x="csX9637" y="csY9637"/>
                </a:cxn>
                <a:cxn ang="0">
                  <a:pos x="csX9638" y="csY9638"/>
                </a:cxn>
                <a:cxn ang="0">
                  <a:pos x="csX9639" y="csY9639"/>
                </a:cxn>
                <a:cxn ang="0">
                  <a:pos x="csX9640" y="csY9640"/>
                </a:cxn>
                <a:cxn ang="0">
                  <a:pos x="csX9641" y="csY9641"/>
                </a:cxn>
                <a:cxn ang="0">
                  <a:pos x="csX9642" y="csY9642"/>
                </a:cxn>
                <a:cxn ang="0">
                  <a:pos x="csX9643" y="csY9643"/>
                </a:cxn>
                <a:cxn ang="0">
                  <a:pos x="csX9644" y="csY9644"/>
                </a:cxn>
                <a:cxn ang="0">
                  <a:pos x="csX9645" y="csY9645"/>
                </a:cxn>
                <a:cxn ang="0">
                  <a:pos x="csX9646" y="csY9646"/>
                </a:cxn>
                <a:cxn ang="0">
                  <a:pos x="csX9647" y="csY9647"/>
                </a:cxn>
                <a:cxn ang="0">
                  <a:pos x="csX9648" y="csY9648"/>
                </a:cxn>
                <a:cxn ang="0">
                  <a:pos x="csX9649" y="csY9649"/>
                </a:cxn>
                <a:cxn ang="0">
                  <a:pos x="csX9650" y="csY9650"/>
                </a:cxn>
                <a:cxn ang="0">
                  <a:pos x="csX9651" y="csY9651"/>
                </a:cxn>
                <a:cxn ang="0">
                  <a:pos x="csX9652" y="csY9652"/>
                </a:cxn>
                <a:cxn ang="0">
                  <a:pos x="csX9653" y="csY9653"/>
                </a:cxn>
                <a:cxn ang="0">
                  <a:pos x="csX9654" y="csY9654"/>
                </a:cxn>
                <a:cxn ang="0">
                  <a:pos x="csX9655" y="csY9655"/>
                </a:cxn>
                <a:cxn ang="0">
                  <a:pos x="csX9656" y="csY9656"/>
                </a:cxn>
                <a:cxn ang="0">
                  <a:pos x="csX9657" y="csY9657"/>
                </a:cxn>
                <a:cxn ang="0">
                  <a:pos x="csX9658" y="csY9658"/>
                </a:cxn>
                <a:cxn ang="0">
                  <a:pos x="csX9659" y="csY9659"/>
                </a:cxn>
                <a:cxn ang="0">
                  <a:pos x="csX9660" y="csY9660"/>
                </a:cxn>
                <a:cxn ang="0">
                  <a:pos x="csX9661" y="csY9661"/>
                </a:cxn>
                <a:cxn ang="0">
                  <a:pos x="csX9662" y="csY9662"/>
                </a:cxn>
                <a:cxn ang="0">
                  <a:pos x="csX9663" y="csY9663"/>
                </a:cxn>
                <a:cxn ang="0">
                  <a:pos x="csX9664" y="csY9664"/>
                </a:cxn>
                <a:cxn ang="0">
                  <a:pos x="csX9665" y="csY9665"/>
                </a:cxn>
                <a:cxn ang="0">
                  <a:pos x="csX9666" y="csY9666"/>
                </a:cxn>
                <a:cxn ang="0">
                  <a:pos x="csX9667" y="csY9667"/>
                </a:cxn>
                <a:cxn ang="0">
                  <a:pos x="csX9668" y="csY9668"/>
                </a:cxn>
                <a:cxn ang="0">
                  <a:pos x="csX9669" y="csY9669"/>
                </a:cxn>
                <a:cxn ang="0">
                  <a:pos x="csX9670" y="csY9670"/>
                </a:cxn>
                <a:cxn ang="0">
                  <a:pos x="csX9671" y="csY9671"/>
                </a:cxn>
                <a:cxn ang="0">
                  <a:pos x="csX9672" y="csY9672"/>
                </a:cxn>
                <a:cxn ang="0">
                  <a:pos x="csX9673" y="csY9673"/>
                </a:cxn>
                <a:cxn ang="0">
                  <a:pos x="csX9674" y="csY9674"/>
                </a:cxn>
                <a:cxn ang="0">
                  <a:pos x="csX9675" y="csY9675"/>
                </a:cxn>
                <a:cxn ang="0">
                  <a:pos x="csX9676" y="csY9676"/>
                </a:cxn>
                <a:cxn ang="0">
                  <a:pos x="csX9677" y="csY9677"/>
                </a:cxn>
                <a:cxn ang="0">
                  <a:pos x="csX9678" y="csY9678"/>
                </a:cxn>
                <a:cxn ang="0">
                  <a:pos x="csX9679" y="csY9679"/>
                </a:cxn>
                <a:cxn ang="0">
                  <a:pos x="csX9680" y="csY9680"/>
                </a:cxn>
                <a:cxn ang="0">
                  <a:pos x="csX9681" y="csY9681"/>
                </a:cxn>
                <a:cxn ang="0">
                  <a:pos x="csX9682" y="csY9682"/>
                </a:cxn>
                <a:cxn ang="0">
                  <a:pos x="csX9683" y="csY9683"/>
                </a:cxn>
                <a:cxn ang="0">
                  <a:pos x="csX9684" y="csY9684"/>
                </a:cxn>
                <a:cxn ang="0">
                  <a:pos x="csX9685" y="csY9685"/>
                </a:cxn>
                <a:cxn ang="0">
                  <a:pos x="csX9686" y="csY9686"/>
                </a:cxn>
                <a:cxn ang="0">
                  <a:pos x="csX9687" y="csY9687"/>
                </a:cxn>
                <a:cxn ang="0">
                  <a:pos x="csX9688" y="csY9688"/>
                </a:cxn>
                <a:cxn ang="0">
                  <a:pos x="csX9689" y="csY9689"/>
                </a:cxn>
                <a:cxn ang="0">
                  <a:pos x="csX9690" y="csY9690"/>
                </a:cxn>
                <a:cxn ang="0">
                  <a:pos x="csX9691" y="csY9691"/>
                </a:cxn>
                <a:cxn ang="0">
                  <a:pos x="csX9692" y="csY9692"/>
                </a:cxn>
                <a:cxn ang="0">
                  <a:pos x="csX9693" y="csY9693"/>
                </a:cxn>
                <a:cxn ang="0">
                  <a:pos x="csX9694" y="csY9694"/>
                </a:cxn>
                <a:cxn ang="0">
                  <a:pos x="csX9695" y="csY9695"/>
                </a:cxn>
                <a:cxn ang="0">
                  <a:pos x="csX9696" y="csY9696"/>
                </a:cxn>
                <a:cxn ang="0">
                  <a:pos x="csX9697" y="csY9697"/>
                </a:cxn>
                <a:cxn ang="0">
                  <a:pos x="csX9698" y="csY9698"/>
                </a:cxn>
                <a:cxn ang="0">
                  <a:pos x="csX9699" y="csY9699"/>
                </a:cxn>
                <a:cxn ang="0">
                  <a:pos x="csX9700" y="csY9700"/>
                </a:cxn>
                <a:cxn ang="0">
                  <a:pos x="csX9701" y="csY9701"/>
                </a:cxn>
                <a:cxn ang="0">
                  <a:pos x="csX9702" y="csY9702"/>
                </a:cxn>
                <a:cxn ang="0">
                  <a:pos x="csX9703" y="csY9703"/>
                </a:cxn>
                <a:cxn ang="0">
                  <a:pos x="csX9704" y="csY9704"/>
                </a:cxn>
                <a:cxn ang="0">
                  <a:pos x="csX9705" y="csY9705"/>
                </a:cxn>
                <a:cxn ang="0">
                  <a:pos x="csX9706" y="csY9706"/>
                </a:cxn>
                <a:cxn ang="0">
                  <a:pos x="csX9707" y="csY9707"/>
                </a:cxn>
                <a:cxn ang="0">
                  <a:pos x="csX9708" y="csY9708"/>
                </a:cxn>
                <a:cxn ang="0">
                  <a:pos x="csX9709" y="csY9709"/>
                </a:cxn>
                <a:cxn ang="0">
                  <a:pos x="csX9710" y="csY9710"/>
                </a:cxn>
                <a:cxn ang="0">
                  <a:pos x="csX9711" y="csY9711"/>
                </a:cxn>
                <a:cxn ang="0">
                  <a:pos x="csX9712" y="csY9712"/>
                </a:cxn>
                <a:cxn ang="0">
                  <a:pos x="csX9713" y="csY9713"/>
                </a:cxn>
                <a:cxn ang="0">
                  <a:pos x="csX9714" y="csY9714"/>
                </a:cxn>
                <a:cxn ang="0">
                  <a:pos x="csX9715" y="csY9715"/>
                </a:cxn>
                <a:cxn ang="0">
                  <a:pos x="csX9716" y="csY9716"/>
                </a:cxn>
                <a:cxn ang="0">
                  <a:pos x="csX9717" y="csY9717"/>
                </a:cxn>
                <a:cxn ang="0">
                  <a:pos x="csX9718" y="csY9718"/>
                </a:cxn>
                <a:cxn ang="0">
                  <a:pos x="csX9719" y="csY9719"/>
                </a:cxn>
                <a:cxn ang="0">
                  <a:pos x="csX9720" y="csY9720"/>
                </a:cxn>
                <a:cxn ang="0">
                  <a:pos x="csX9721" y="csY9721"/>
                </a:cxn>
                <a:cxn ang="0">
                  <a:pos x="csX9722" y="csY9722"/>
                </a:cxn>
                <a:cxn ang="0">
                  <a:pos x="csX9723" y="csY9723"/>
                </a:cxn>
                <a:cxn ang="0">
                  <a:pos x="csX9724" y="csY9724"/>
                </a:cxn>
                <a:cxn ang="0">
                  <a:pos x="csX9725" y="csY9725"/>
                </a:cxn>
                <a:cxn ang="0">
                  <a:pos x="csX9726" y="csY9726"/>
                </a:cxn>
                <a:cxn ang="0">
                  <a:pos x="csX9727" y="csY9727"/>
                </a:cxn>
                <a:cxn ang="0">
                  <a:pos x="csX9728" y="csY9728"/>
                </a:cxn>
                <a:cxn ang="0">
                  <a:pos x="csX9729" y="csY9729"/>
                </a:cxn>
                <a:cxn ang="0">
                  <a:pos x="csX9730" y="csY9730"/>
                </a:cxn>
                <a:cxn ang="0">
                  <a:pos x="csX9731" y="csY9731"/>
                </a:cxn>
                <a:cxn ang="0">
                  <a:pos x="csX9732" y="csY9732"/>
                </a:cxn>
                <a:cxn ang="0">
                  <a:pos x="csX9733" y="csY9733"/>
                </a:cxn>
                <a:cxn ang="0">
                  <a:pos x="csX9734" y="csY9734"/>
                </a:cxn>
                <a:cxn ang="0">
                  <a:pos x="csX9735" y="csY9735"/>
                </a:cxn>
                <a:cxn ang="0">
                  <a:pos x="csX9736" y="csY9736"/>
                </a:cxn>
                <a:cxn ang="0">
                  <a:pos x="csX9737" y="csY9737"/>
                </a:cxn>
                <a:cxn ang="0">
                  <a:pos x="csX9738" y="csY9738"/>
                </a:cxn>
                <a:cxn ang="0">
                  <a:pos x="csX9739" y="csY9739"/>
                </a:cxn>
                <a:cxn ang="0">
                  <a:pos x="csX9740" y="csY9740"/>
                </a:cxn>
                <a:cxn ang="0">
                  <a:pos x="csX9741" y="csY9741"/>
                </a:cxn>
                <a:cxn ang="0">
                  <a:pos x="csX9742" y="csY9742"/>
                </a:cxn>
                <a:cxn ang="0">
                  <a:pos x="csX9743" y="csY9743"/>
                </a:cxn>
                <a:cxn ang="0">
                  <a:pos x="csX9744" y="csY9744"/>
                </a:cxn>
                <a:cxn ang="0">
                  <a:pos x="csX9745" y="csY9745"/>
                </a:cxn>
                <a:cxn ang="0">
                  <a:pos x="csX9746" y="csY9746"/>
                </a:cxn>
                <a:cxn ang="0">
                  <a:pos x="csX9747" y="csY9747"/>
                </a:cxn>
                <a:cxn ang="0">
                  <a:pos x="csX9748" y="csY9748"/>
                </a:cxn>
                <a:cxn ang="0">
                  <a:pos x="csX9749" y="csY9749"/>
                </a:cxn>
                <a:cxn ang="0">
                  <a:pos x="csX9750" y="csY9750"/>
                </a:cxn>
                <a:cxn ang="0">
                  <a:pos x="csX9751" y="csY9751"/>
                </a:cxn>
                <a:cxn ang="0">
                  <a:pos x="csX9752" y="csY9752"/>
                </a:cxn>
                <a:cxn ang="0">
                  <a:pos x="csX9753" y="csY9753"/>
                </a:cxn>
                <a:cxn ang="0">
                  <a:pos x="csX9754" y="csY9754"/>
                </a:cxn>
                <a:cxn ang="0">
                  <a:pos x="csX9755" y="csY9755"/>
                </a:cxn>
                <a:cxn ang="0">
                  <a:pos x="csX9756" y="csY9756"/>
                </a:cxn>
                <a:cxn ang="0">
                  <a:pos x="csX9757" y="csY9757"/>
                </a:cxn>
                <a:cxn ang="0">
                  <a:pos x="csX9758" y="csY9758"/>
                </a:cxn>
                <a:cxn ang="0">
                  <a:pos x="csX9759" y="csY9759"/>
                </a:cxn>
                <a:cxn ang="0">
                  <a:pos x="csX9760" y="csY9760"/>
                </a:cxn>
                <a:cxn ang="0">
                  <a:pos x="csX9761" y="csY9761"/>
                </a:cxn>
                <a:cxn ang="0">
                  <a:pos x="csX9762" y="csY9762"/>
                </a:cxn>
                <a:cxn ang="0">
                  <a:pos x="csX9763" y="csY9763"/>
                </a:cxn>
                <a:cxn ang="0">
                  <a:pos x="csX9764" y="csY9764"/>
                </a:cxn>
                <a:cxn ang="0">
                  <a:pos x="csX9765" y="csY9765"/>
                </a:cxn>
                <a:cxn ang="0">
                  <a:pos x="csX9766" y="csY9766"/>
                </a:cxn>
                <a:cxn ang="0">
                  <a:pos x="csX9767" y="csY9767"/>
                </a:cxn>
                <a:cxn ang="0">
                  <a:pos x="csX9768" y="csY9768"/>
                </a:cxn>
                <a:cxn ang="0">
                  <a:pos x="csX9769" y="csY9769"/>
                </a:cxn>
                <a:cxn ang="0">
                  <a:pos x="csX9770" y="csY9770"/>
                </a:cxn>
                <a:cxn ang="0">
                  <a:pos x="csX9771" y="csY9771"/>
                </a:cxn>
                <a:cxn ang="0">
                  <a:pos x="csX9772" y="csY9772"/>
                </a:cxn>
                <a:cxn ang="0">
                  <a:pos x="csX9773" y="csY9773"/>
                </a:cxn>
                <a:cxn ang="0">
                  <a:pos x="csX9774" y="csY9774"/>
                </a:cxn>
                <a:cxn ang="0">
                  <a:pos x="csX9775" y="csY9775"/>
                </a:cxn>
                <a:cxn ang="0">
                  <a:pos x="csX9776" y="csY9776"/>
                </a:cxn>
                <a:cxn ang="0">
                  <a:pos x="csX9777" y="csY9777"/>
                </a:cxn>
                <a:cxn ang="0">
                  <a:pos x="csX9778" y="csY9778"/>
                </a:cxn>
                <a:cxn ang="0">
                  <a:pos x="csX9779" y="csY9779"/>
                </a:cxn>
                <a:cxn ang="0">
                  <a:pos x="csX9780" y="csY9780"/>
                </a:cxn>
                <a:cxn ang="0">
                  <a:pos x="csX9781" y="csY9781"/>
                </a:cxn>
                <a:cxn ang="0">
                  <a:pos x="csX9782" y="csY9782"/>
                </a:cxn>
                <a:cxn ang="0">
                  <a:pos x="csX9783" y="csY9783"/>
                </a:cxn>
                <a:cxn ang="0">
                  <a:pos x="csX9784" y="csY9784"/>
                </a:cxn>
                <a:cxn ang="0">
                  <a:pos x="csX9785" y="csY9785"/>
                </a:cxn>
                <a:cxn ang="0">
                  <a:pos x="csX9786" y="csY9786"/>
                </a:cxn>
                <a:cxn ang="0">
                  <a:pos x="csX9787" y="csY9787"/>
                </a:cxn>
                <a:cxn ang="0">
                  <a:pos x="csX9788" y="csY9788"/>
                </a:cxn>
                <a:cxn ang="0">
                  <a:pos x="csX9789" y="csY9789"/>
                </a:cxn>
                <a:cxn ang="0">
                  <a:pos x="csX9790" y="csY9790"/>
                </a:cxn>
                <a:cxn ang="0">
                  <a:pos x="csX9791" y="csY9791"/>
                </a:cxn>
                <a:cxn ang="0">
                  <a:pos x="csX9792" y="csY9792"/>
                </a:cxn>
                <a:cxn ang="0">
                  <a:pos x="csX9793" y="csY9793"/>
                </a:cxn>
                <a:cxn ang="0">
                  <a:pos x="csX9794" y="csY9794"/>
                </a:cxn>
                <a:cxn ang="0">
                  <a:pos x="csX9795" y="csY9795"/>
                </a:cxn>
                <a:cxn ang="0">
                  <a:pos x="csX9796" y="csY9796"/>
                </a:cxn>
                <a:cxn ang="0">
                  <a:pos x="csX9797" y="csY9797"/>
                </a:cxn>
                <a:cxn ang="0">
                  <a:pos x="csX9798" y="csY9798"/>
                </a:cxn>
                <a:cxn ang="0">
                  <a:pos x="csX9799" y="csY9799"/>
                </a:cxn>
                <a:cxn ang="0">
                  <a:pos x="csX9800" y="csY9800"/>
                </a:cxn>
                <a:cxn ang="0">
                  <a:pos x="csX9801" y="csY9801"/>
                </a:cxn>
                <a:cxn ang="0">
                  <a:pos x="csX9802" y="csY9802"/>
                </a:cxn>
                <a:cxn ang="0">
                  <a:pos x="csX9803" y="csY9803"/>
                </a:cxn>
                <a:cxn ang="0">
                  <a:pos x="csX9804" y="csY9804"/>
                </a:cxn>
                <a:cxn ang="0">
                  <a:pos x="csX9805" y="csY9805"/>
                </a:cxn>
                <a:cxn ang="0">
                  <a:pos x="csX9806" y="csY9806"/>
                </a:cxn>
                <a:cxn ang="0">
                  <a:pos x="csX9807" y="csY9807"/>
                </a:cxn>
                <a:cxn ang="0">
                  <a:pos x="csX9808" y="csY9808"/>
                </a:cxn>
                <a:cxn ang="0">
                  <a:pos x="csX9809" y="csY9809"/>
                </a:cxn>
                <a:cxn ang="0">
                  <a:pos x="csX9810" y="csY9810"/>
                </a:cxn>
                <a:cxn ang="0">
                  <a:pos x="csX9811" y="csY9811"/>
                </a:cxn>
                <a:cxn ang="0">
                  <a:pos x="csX9812" y="csY9812"/>
                </a:cxn>
                <a:cxn ang="0">
                  <a:pos x="csX9813" y="csY9813"/>
                </a:cxn>
                <a:cxn ang="0">
                  <a:pos x="csX9814" y="csY9814"/>
                </a:cxn>
                <a:cxn ang="0">
                  <a:pos x="csX9815" y="csY9815"/>
                </a:cxn>
                <a:cxn ang="0">
                  <a:pos x="csX9816" y="csY9816"/>
                </a:cxn>
                <a:cxn ang="0">
                  <a:pos x="csX9817" y="csY9817"/>
                </a:cxn>
                <a:cxn ang="0">
                  <a:pos x="csX9818" y="csY9818"/>
                </a:cxn>
                <a:cxn ang="0">
                  <a:pos x="csX9819" y="csY9819"/>
                </a:cxn>
                <a:cxn ang="0">
                  <a:pos x="csX9820" y="csY9820"/>
                </a:cxn>
                <a:cxn ang="0">
                  <a:pos x="csX9821" y="csY9821"/>
                </a:cxn>
                <a:cxn ang="0">
                  <a:pos x="csX9822" y="csY9822"/>
                </a:cxn>
                <a:cxn ang="0">
                  <a:pos x="csX9823" y="csY9823"/>
                </a:cxn>
                <a:cxn ang="0">
                  <a:pos x="csX9824" y="csY9824"/>
                </a:cxn>
                <a:cxn ang="0">
                  <a:pos x="csX9825" y="csY9825"/>
                </a:cxn>
                <a:cxn ang="0">
                  <a:pos x="csX9826" y="csY9826"/>
                </a:cxn>
                <a:cxn ang="0">
                  <a:pos x="csX9827" y="csY9827"/>
                </a:cxn>
                <a:cxn ang="0">
                  <a:pos x="csX9828" y="csY9828"/>
                </a:cxn>
                <a:cxn ang="0">
                  <a:pos x="csX9829" y="csY9829"/>
                </a:cxn>
                <a:cxn ang="0">
                  <a:pos x="csX9830" y="csY9830"/>
                </a:cxn>
                <a:cxn ang="0">
                  <a:pos x="csX9831" y="csY9831"/>
                </a:cxn>
                <a:cxn ang="0">
                  <a:pos x="csX9832" y="csY9832"/>
                </a:cxn>
                <a:cxn ang="0">
                  <a:pos x="csX9833" y="csY9833"/>
                </a:cxn>
                <a:cxn ang="0">
                  <a:pos x="csX9834" y="csY9834"/>
                </a:cxn>
                <a:cxn ang="0">
                  <a:pos x="csX9835" y="csY9835"/>
                </a:cxn>
                <a:cxn ang="0">
                  <a:pos x="csX9836" y="csY9836"/>
                </a:cxn>
                <a:cxn ang="0">
                  <a:pos x="csX9837" y="csY9837"/>
                </a:cxn>
                <a:cxn ang="0">
                  <a:pos x="csX9838" y="csY9838"/>
                </a:cxn>
                <a:cxn ang="0">
                  <a:pos x="csX9839" y="csY9839"/>
                </a:cxn>
                <a:cxn ang="0">
                  <a:pos x="csX9840" y="csY9840"/>
                </a:cxn>
                <a:cxn ang="0">
                  <a:pos x="csX9841" y="csY9841"/>
                </a:cxn>
                <a:cxn ang="0">
                  <a:pos x="csX9842" y="csY9842"/>
                </a:cxn>
                <a:cxn ang="0">
                  <a:pos x="csX9843" y="csY9843"/>
                </a:cxn>
                <a:cxn ang="0">
                  <a:pos x="csX9844" y="csY9844"/>
                </a:cxn>
                <a:cxn ang="0">
                  <a:pos x="csX9845" y="csY9845"/>
                </a:cxn>
                <a:cxn ang="0">
                  <a:pos x="csX9846" y="csY9846"/>
                </a:cxn>
                <a:cxn ang="0">
                  <a:pos x="csX9847" y="csY9847"/>
                </a:cxn>
                <a:cxn ang="0">
                  <a:pos x="csX9848" y="csY9848"/>
                </a:cxn>
                <a:cxn ang="0">
                  <a:pos x="csX9849" y="csY9849"/>
                </a:cxn>
                <a:cxn ang="0">
                  <a:pos x="csX9850" y="csY9850"/>
                </a:cxn>
                <a:cxn ang="0">
                  <a:pos x="csX9851" y="csY9851"/>
                </a:cxn>
                <a:cxn ang="0">
                  <a:pos x="csX9852" y="csY9852"/>
                </a:cxn>
                <a:cxn ang="0">
                  <a:pos x="csX9853" y="csY9853"/>
                </a:cxn>
                <a:cxn ang="0">
                  <a:pos x="csX9854" y="csY9854"/>
                </a:cxn>
                <a:cxn ang="0">
                  <a:pos x="csX9855" y="csY9855"/>
                </a:cxn>
                <a:cxn ang="0">
                  <a:pos x="csX9856" y="csY9856"/>
                </a:cxn>
                <a:cxn ang="0">
                  <a:pos x="csX9857" y="csY9857"/>
                </a:cxn>
                <a:cxn ang="0">
                  <a:pos x="csX9858" y="csY9858"/>
                </a:cxn>
                <a:cxn ang="0">
                  <a:pos x="csX9859" y="csY9859"/>
                </a:cxn>
                <a:cxn ang="0">
                  <a:pos x="csX9860" y="csY9860"/>
                </a:cxn>
                <a:cxn ang="0">
                  <a:pos x="csX9861" y="csY9861"/>
                </a:cxn>
                <a:cxn ang="0">
                  <a:pos x="csX9862" y="csY9862"/>
                </a:cxn>
                <a:cxn ang="0">
                  <a:pos x="csX9863" y="csY9863"/>
                </a:cxn>
                <a:cxn ang="0">
                  <a:pos x="csX9864" y="csY9864"/>
                </a:cxn>
                <a:cxn ang="0">
                  <a:pos x="csX9865" y="csY9865"/>
                </a:cxn>
                <a:cxn ang="0">
                  <a:pos x="csX9866" y="csY9866"/>
                </a:cxn>
                <a:cxn ang="0">
                  <a:pos x="csX9867" y="csY9867"/>
                </a:cxn>
                <a:cxn ang="0">
                  <a:pos x="csX9868" y="csY9868"/>
                </a:cxn>
                <a:cxn ang="0">
                  <a:pos x="csX9869" y="csY9869"/>
                </a:cxn>
                <a:cxn ang="0">
                  <a:pos x="csX9870" y="csY9870"/>
                </a:cxn>
                <a:cxn ang="0">
                  <a:pos x="csX9871" y="csY9871"/>
                </a:cxn>
                <a:cxn ang="0">
                  <a:pos x="csX9872" y="csY9872"/>
                </a:cxn>
                <a:cxn ang="0">
                  <a:pos x="csX9873" y="csY9873"/>
                </a:cxn>
                <a:cxn ang="0">
                  <a:pos x="csX9874" y="csY9874"/>
                </a:cxn>
                <a:cxn ang="0">
                  <a:pos x="csX9875" y="csY9875"/>
                </a:cxn>
                <a:cxn ang="0">
                  <a:pos x="csX9876" y="csY9876"/>
                </a:cxn>
                <a:cxn ang="0">
                  <a:pos x="csX9877" y="csY9877"/>
                </a:cxn>
                <a:cxn ang="0">
                  <a:pos x="csX9878" y="csY9878"/>
                </a:cxn>
                <a:cxn ang="0">
                  <a:pos x="csX9879" y="csY9879"/>
                </a:cxn>
                <a:cxn ang="0">
                  <a:pos x="csX9880" y="csY9880"/>
                </a:cxn>
                <a:cxn ang="0">
                  <a:pos x="csX9881" y="csY9881"/>
                </a:cxn>
                <a:cxn ang="0">
                  <a:pos x="csX9882" y="csY9882"/>
                </a:cxn>
                <a:cxn ang="0">
                  <a:pos x="csX9883" y="csY9883"/>
                </a:cxn>
                <a:cxn ang="0">
                  <a:pos x="csX9884" y="csY9884"/>
                </a:cxn>
                <a:cxn ang="0">
                  <a:pos x="csX9885" y="csY9885"/>
                </a:cxn>
                <a:cxn ang="0">
                  <a:pos x="csX9886" y="csY9886"/>
                </a:cxn>
                <a:cxn ang="0">
                  <a:pos x="csX9887" y="csY9887"/>
                </a:cxn>
                <a:cxn ang="0">
                  <a:pos x="csX9888" y="csY9888"/>
                </a:cxn>
                <a:cxn ang="0">
                  <a:pos x="csX9889" y="csY9889"/>
                </a:cxn>
                <a:cxn ang="0">
                  <a:pos x="csX9890" y="csY9890"/>
                </a:cxn>
                <a:cxn ang="0">
                  <a:pos x="csX9891" y="csY9891"/>
                </a:cxn>
                <a:cxn ang="0">
                  <a:pos x="csX9892" y="csY9892"/>
                </a:cxn>
                <a:cxn ang="0">
                  <a:pos x="csX9893" y="csY9893"/>
                </a:cxn>
                <a:cxn ang="0">
                  <a:pos x="csX9894" y="csY9894"/>
                </a:cxn>
                <a:cxn ang="0">
                  <a:pos x="csX9895" y="csY9895"/>
                </a:cxn>
                <a:cxn ang="0">
                  <a:pos x="csX9896" y="csY9896"/>
                </a:cxn>
                <a:cxn ang="0">
                  <a:pos x="csX9897" y="csY9897"/>
                </a:cxn>
                <a:cxn ang="0">
                  <a:pos x="csX9898" y="csY9898"/>
                </a:cxn>
                <a:cxn ang="0">
                  <a:pos x="csX9899" y="csY9899"/>
                </a:cxn>
                <a:cxn ang="0">
                  <a:pos x="csX9900" y="csY9900"/>
                </a:cxn>
                <a:cxn ang="0">
                  <a:pos x="csX9901" y="csY9901"/>
                </a:cxn>
                <a:cxn ang="0">
                  <a:pos x="csX9902" y="csY9902"/>
                </a:cxn>
                <a:cxn ang="0">
                  <a:pos x="csX9903" y="csY9903"/>
                </a:cxn>
                <a:cxn ang="0">
                  <a:pos x="csX9904" y="csY9904"/>
                </a:cxn>
                <a:cxn ang="0">
                  <a:pos x="csX9905" y="csY9905"/>
                </a:cxn>
                <a:cxn ang="0">
                  <a:pos x="csX9906" y="csY9906"/>
                </a:cxn>
                <a:cxn ang="0">
                  <a:pos x="csX9907" y="csY9907"/>
                </a:cxn>
                <a:cxn ang="0">
                  <a:pos x="csX9908" y="csY9908"/>
                </a:cxn>
                <a:cxn ang="0">
                  <a:pos x="csX9909" y="csY9909"/>
                </a:cxn>
                <a:cxn ang="0">
                  <a:pos x="csX9910" y="csY9910"/>
                </a:cxn>
                <a:cxn ang="0">
                  <a:pos x="csX9911" y="csY9911"/>
                </a:cxn>
                <a:cxn ang="0">
                  <a:pos x="csX9912" y="csY9912"/>
                </a:cxn>
                <a:cxn ang="0">
                  <a:pos x="csX9913" y="csY9913"/>
                </a:cxn>
                <a:cxn ang="0">
                  <a:pos x="csX9914" y="csY9914"/>
                </a:cxn>
                <a:cxn ang="0">
                  <a:pos x="csX9915" y="csY9915"/>
                </a:cxn>
                <a:cxn ang="0">
                  <a:pos x="csX9916" y="csY9916"/>
                </a:cxn>
                <a:cxn ang="0">
                  <a:pos x="csX9917" y="csY9917"/>
                </a:cxn>
                <a:cxn ang="0">
                  <a:pos x="csX9918" y="csY9918"/>
                </a:cxn>
                <a:cxn ang="0">
                  <a:pos x="csX9919" y="csY9919"/>
                </a:cxn>
                <a:cxn ang="0">
                  <a:pos x="csX9920" y="csY9920"/>
                </a:cxn>
                <a:cxn ang="0">
                  <a:pos x="csX9921" y="csY9921"/>
                </a:cxn>
                <a:cxn ang="0">
                  <a:pos x="csX9922" y="csY9922"/>
                </a:cxn>
                <a:cxn ang="0">
                  <a:pos x="csX9923" y="csY9923"/>
                </a:cxn>
                <a:cxn ang="0">
                  <a:pos x="csX9924" y="csY9924"/>
                </a:cxn>
                <a:cxn ang="0">
                  <a:pos x="csX9925" y="csY9925"/>
                </a:cxn>
                <a:cxn ang="0">
                  <a:pos x="csX9926" y="csY9926"/>
                </a:cxn>
                <a:cxn ang="0">
                  <a:pos x="csX9927" y="csY9927"/>
                </a:cxn>
                <a:cxn ang="0">
                  <a:pos x="csX9928" y="csY9928"/>
                </a:cxn>
                <a:cxn ang="0">
                  <a:pos x="csX9929" y="csY9929"/>
                </a:cxn>
                <a:cxn ang="0">
                  <a:pos x="csX9930" y="csY9930"/>
                </a:cxn>
                <a:cxn ang="0">
                  <a:pos x="csX9931" y="csY9931"/>
                </a:cxn>
                <a:cxn ang="0">
                  <a:pos x="csX9932" y="csY9932"/>
                </a:cxn>
                <a:cxn ang="0">
                  <a:pos x="csX9933" y="csY9933"/>
                </a:cxn>
                <a:cxn ang="0">
                  <a:pos x="csX9934" y="csY9934"/>
                </a:cxn>
                <a:cxn ang="0">
                  <a:pos x="csX9935" y="csY9935"/>
                </a:cxn>
                <a:cxn ang="0">
                  <a:pos x="csX9936" y="csY9936"/>
                </a:cxn>
                <a:cxn ang="0">
                  <a:pos x="csX9937" y="csY9937"/>
                </a:cxn>
                <a:cxn ang="0">
                  <a:pos x="csX9938" y="csY9938"/>
                </a:cxn>
                <a:cxn ang="0">
                  <a:pos x="csX9939" y="csY9939"/>
                </a:cxn>
                <a:cxn ang="0">
                  <a:pos x="csX9940" y="csY9940"/>
                </a:cxn>
                <a:cxn ang="0">
                  <a:pos x="csX9941" y="csY9941"/>
                </a:cxn>
                <a:cxn ang="0">
                  <a:pos x="csX9942" y="csY9942"/>
                </a:cxn>
                <a:cxn ang="0">
                  <a:pos x="csX9943" y="csY9943"/>
                </a:cxn>
                <a:cxn ang="0">
                  <a:pos x="csX9944" y="csY9944"/>
                </a:cxn>
                <a:cxn ang="0">
                  <a:pos x="csX9945" y="csY9945"/>
                </a:cxn>
                <a:cxn ang="0">
                  <a:pos x="csX9946" y="csY9946"/>
                </a:cxn>
                <a:cxn ang="0">
                  <a:pos x="csX9947" y="csY9947"/>
                </a:cxn>
                <a:cxn ang="0">
                  <a:pos x="csX9948" y="csY9948"/>
                </a:cxn>
                <a:cxn ang="0">
                  <a:pos x="csX9949" y="csY9949"/>
                </a:cxn>
                <a:cxn ang="0">
                  <a:pos x="csX9950" y="csY9950"/>
                </a:cxn>
                <a:cxn ang="0">
                  <a:pos x="csX9951" y="csY9951"/>
                </a:cxn>
                <a:cxn ang="0">
                  <a:pos x="csX9952" y="csY9952"/>
                </a:cxn>
                <a:cxn ang="0">
                  <a:pos x="csX9953" y="csY9953"/>
                </a:cxn>
                <a:cxn ang="0">
                  <a:pos x="csX9954" y="csY9954"/>
                </a:cxn>
                <a:cxn ang="0">
                  <a:pos x="csX9955" y="csY9955"/>
                </a:cxn>
                <a:cxn ang="0">
                  <a:pos x="csX9956" y="csY9956"/>
                </a:cxn>
                <a:cxn ang="0">
                  <a:pos x="csX9957" y="csY9957"/>
                </a:cxn>
                <a:cxn ang="0">
                  <a:pos x="csX9958" y="csY9958"/>
                </a:cxn>
                <a:cxn ang="0">
                  <a:pos x="csX9959" y="csY9959"/>
                </a:cxn>
                <a:cxn ang="0">
                  <a:pos x="csX9960" y="csY9960"/>
                </a:cxn>
                <a:cxn ang="0">
                  <a:pos x="csX9961" y="csY9961"/>
                </a:cxn>
                <a:cxn ang="0">
                  <a:pos x="csX9962" y="csY9962"/>
                </a:cxn>
                <a:cxn ang="0">
                  <a:pos x="csX9963" y="csY9963"/>
                </a:cxn>
                <a:cxn ang="0">
                  <a:pos x="csX9964" y="csY9964"/>
                </a:cxn>
                <a:cxn ang="0">
                  <a:pos x="csX9965" y="csY9965"/>
                </a:cxn>
                <a:cxn ang="0">
                  <a:pos x="csX9966" y="csY9966"/>
                </a:cxn>
                <a:cxn ang="0">
                  <a:pos x="csX9967" y="csY9967"/>
                </a:cxn>
                <a:cxn ang="0">
                  <a:pos x="csX9968" y="csY9968"/>
                </a:cxn>
                <a:cxn ang="0">
                  <a:pos x="csX9969" y="csY9969"/>
                </a:cxn>
                <a:cxn ang="0">
                  <a:pos x="csX9970" y="csY9970"/>
                </a:cxn>
                <a:cxn ang="0">
                  <a:pos x="csX9971" y="csY9971"/>
                </a:cxn>
                <a:cxn ang="0">
                  <a:pos x="csX9972" y="csY9972"/>
                </a:cxn>
                <a:cxn ang="0">
                  <a:pos x="csX9973" y="csY9973"/>
                </a:cxn>
                <a:cxn ang="0">
                  <a:pos x="csX9974" y="csY9974"/>
                </a:cxn>
                <a:cxn ang="0">
                  <a:pos x="csX9975" y="csY9975"/>
                </a:cxn>
                <a:cxn ang="0">
                  <a:pos x="csX9976" y="csY9976"/>
                </a:cxn>
                <a:cxn ang="0">
                  <a:pos x="csX9977" y="csY9977"/>
                </a:cxn>
                <a:cxn ang="0">
                  <a:pos x="csX9978" y="csY9978"/>
                </a:cxn>
                <a:cxn ang="0">
                  <a:pos x="csX9979" y="csY9979"/>
                </a:cxn>
                <a:cxn ang="0">
                  <a:pos x="csX9980" y="csY9980"/>
                </a:cxn>
                <a:cxn ang="0">
                  <a:pos x="csX9981" y="csY9981"/>
                </a:cxn>
                <a:cxn ang="0">
                  <a:pos x="csX9982" y="csY9982"/>
                </a:cxn>
                <a:cxn ang="0">
                  <a:pos x="csX9983" y="csY9983"/>
                </a:cxn>
                <a:cxn ang="0">
                  <a:pos x="csX9984" y="csY9984"/>
                </a:cxn>
                <a:cxn ang="0">
                  <a:pos x="csX9985" y="csY9985"/>
                </a:cxn>
                <a:cxn ang="0">
                  <a:pos x="csX9986" y="csY9986"/>
                </a:cxn>
                <a:cxn ang="0">
                  <a:pos x="csX9987" y="csY9987"/>
                </a:cxn>
                <a:cxn ang="0">
                  <a:pos x="csX9988" y="csY9988"/>
                </a:cxn>
                <a:cxn ang="0">
                  <a:pos x="csX9989" y="csY9989"/>
                </a:cxn>
                <a:cxn ang="0">
                  <a:pos x="csX9990" y="csY9990"/>
                </a:cxn>
                <a:cxn ang="0">
                  <a:pos x="csX9991" y="csY9991"/>
                </a:cxn>
                <a:cxn ang="0">
                  <a:pos x="csX9992" y="csY9992"/>
                </a:cxn>
                <a:cxn ang="0">
                  <a:pos x="csX9993" y="csY9993"/>
                </a:cxn>
                <a:cxn ang="0">
                  <a:pos x="csX9994" y="csY9994"/>
                </a:cxn>
                <a:cxn ang="0">
                  <a:pos x="csX9995" y="csY9995"/>
                </a:cxn>
                <a:cxn ang="0">
                  <a:pos x="csX9996" y="csY9996"/>
                </a:cxn>
                <a:cxn ang="0">
                  <a:pos x="csX9997" y="csY9997"/>
                </a:cxn>
                <a:cxn ang="0">
                  <a:pos x="csX9998" y="csY9998"/>
                </a:cxn>
                <a:cxn ang="0">
                  <a:pos x="csX9999" y="csY9999"/>
                </a:cxn>
                <a:cxn ang="0">
                  <a:pos x="csX10000" y="csY10000"/>
                </a:cxn>
                <a:cxn ang="0">
                  <a:pos x="csX10001" y="csY10001"/>
                </a:cxn>
                <a:cxn ang="0">
                  <a:pos x="csX10002" y="csY10002"/>
                </a:cxn>
                <a:cxn ang="0">
                  <a:pos x="csX10003" y="csY10003"/>
                </a:cxn>
                <a:cxn ang="0">
                  <a:pos x="csX10004" y="csY10004"/>
                </a:cxn>
                <a:cxn ang="0">
                  <a:pos x="csX10005" y="csY10005"/>
                </a:cxn>
                <a:cxn ang="0">
                  <a:pos x="csX10006" y="csY10006"/>
                </a:cxn>
                <a:cxn ang="0">
                  <a:pos x="csX10007" y="csY10007"/>
                </a:cxn>
                <a:cxn ang="0">
                  <a:pos x="csX10008" y="csY10008"/>
                </a:cxn>
                <a:cxn ang="0">
                  <a:pos x="csX10009" y="csY10009"/>
                </a:cxn>
                <a:cxn ang="0">
                  <a:pos x="csX10010" y="csY10010"/>
                </a:cxn>
                <a:cxn ang="0">
                  <a:pos x="csX10011" y="csY10011"/>
                </a:cxn>
                <a:cxn ang="0">
                  <a:pos x="csX10012" y="csY10012"/>
                </a:cxn>
                <a:cxn ang="0">
                  <a:pos x="csX10013" y="csY10013"/>
                </a:cxn>
                <a:cxn ang="0">
                  <a:pos x="csX10014" y="csY10014"/>
                </a:cxn>
                <a:cxn ang="0">
                  <a:pos x="csX10015" y="csY10015"/>
                </a:cxn>
                <a:cxn ang="0">
                  <a:pos x="csX10016" y="csY10016"/>
                </a:cxn>
                <a:cxn ang="0">
                  <a:pos x="csX10017" y="csY10017"/>
                </a:cxn>
                <a:cxn ang="0">
                  <a:pos x="csX10018" y="csY10018"/>
                </a:cxn>
                <a:cxn ang="0">
                  <a:pos x="csX10019" y="csY10019"/>
                </a:cxn>
                <a:cxn ang="0">
                  <a:pos x="csX10020" y="csY10020"/>
                </a:cxn>
                <a:cxn ang="0">
                  <a:pos x="csX10021" y="csY10021"/>
                </a:cxn>
                <a:cxn ang="0">
                  <a:pos x="csX10022" y="csY10022"/>
                </a:cxn>
                <a:cxn ang="0">
                  <a:pos x="csX10023" y="csY10023"/>
                </a:cxn>
                <a:cxn ang="0">
                  <a:pos x="csX10024" y="csY10024"/>
                </a:cxn>
                <a:cxn ang="0">
                  <a:pos x="csX10025" y="csY10025"/>
                </a:cxn>
                <a:cxn ang="0">
                  <a:pos x="csX10026" y="csY10026"/>
                </a:cxn>
                <a:cxn ang="0">
                  <a:pos x="csX10027" y="csY10027"/>
                </a:cxn>
                <a:cxn ang="0">
                  <a:pos x="csX10028" y="csY10028"/>
                </a:cxn>
                <a:cxn ang="0">
                  <a:pos x="csX10029" y="csY10029"/>
                </a:cxn>
                <a:cxn ang="0">
                  <a:pos x="csX10030" y="csY10030"/>
                </a:cxn>
                <a:cxn ang="0">
                  <a:pos x="csX10031" y="csY10031"/>
                </a:cxn>
                <a:cxn ang="0">
                  <a:pos x="csX10032" y="csY10032"/>
                </a:cxn>
                <a:cxn ang="0">
                  <a:pos x="csX10033" y="csY10033"/>
                </a:cxn>
                <a:cxn ang="0">
                  <a:pos x="csX10034" y="csY10034"/>
                </a:cxn>
                <a:cxn ang="0">
                  <a:pos x="csX10035" y="csY10035"/>
                </a:cxn>
                <a:cxn ang="0">
                  <a:pos x="csX10036" y="csY10036"/>
                </a:cxn>
                <a:cxn ang="0">
                  <a:pos x="csX10037" y="csY10037"/>
                </a:cxn>
                <a:cxn ang="0">
                  <a:pos x="csX10038" y="csY10038"/>
                </a:cxn>
                <a:cxn ang="0">
                  <a:pos x="csX10039" y="csY10039"/>
                </a:cxn>
                <a:cxn ang="0">
                  <a:pos x="csX10040" y="csY10040"/>
                </a:cxn>
                <a:cxn ang="0">
                  <a:pos x="csX10041" y="csY10041"/>
                </a:cxn>
                <a:cxn ang="0">
                  <a:pos x="csX10042" y="csY10042"/>
                </a:cxn>
                <a:cxn ang="0">
                  <a:pos x="csX10043" y="csY10043"/>
                </a:cxn>
                <a:cxn ang="0">
                  <a:pos x="csX10044" y="csY10044"/>
                </a:cxn>
                <a:cxn ang="0">
                  <a:pos x="csX10045" y="csY10045"/>
                </a:cxn>
                <a:cxn ang="0">
                  <a:pos x="csX10046" y="csY10046"/>
                </a:cxn>
                <a:cxn ang="0">
                  <a:pos x="csX10047" y="csY10047"/>
                </a:cxn>
                <a:cxn ang="0">
                  <a:pos x="csX10048" y="csY10048"/>
                </a:cxn>
                <a:cxn ang="0">
                  <a:pos x="csX10049" y="csY10049"/>
                </a:cxn>
                <a:cxn ang="0">
                  <a:pos x="csX10050" y="csY10050"/>
                </a:cxn>
                <a:cxn ang="0">
                  <a:pos x="csX10051" y="csY10051"/>
                </a:cxn>
                <a:cxn ang="0">
                  <a:pos x="csX10052" y="csY10052"/>
                </a:cxn>
                <a:cxn ang="0">
                  <a:pos x="csX10053" y="csY10053"/>
                </a:cxn>
                <a:cxn ang="0">
                  <a:pos x="csX10054" y="csY10054"/>
                </a:cxn>
                <a:cxn ang="0">
                  <a:pos x="csX10055" y="csY10055"/>
                </a:cxn>
                <a:cxn ang="0">
                  <a:pos x="csX10056" y="csY10056"/>
                </a:cxn>
                <a:cxn ang="0">
                  <a:pos x="csX10057" y="csY10057"/>
                </a:cxn>
                <a:cxn ang="0">
                  <a:pos x="csX10058" y="csY10058"/>
                </a:cxn>
                <a:cxn ang="0">
                  <a:pos x="csX10059" y="csY10059"/>
                </a:cxn>
                <a:cxn ang="0">
                  <a:pos x="csX10060" y="csY10060"/>
                </a:cxn>
                <a:cxn ang="0">
                  <a:pos x="csX10061" y="csY10061"/>
                </a:cxn>
                <a:cxn ang="0">
                  <a:pos x="csX10062" y="csY10062"/>
                </a:cxn>
                <a:cxn ang="0">
                  <a:pos x="csX10063" y="csY10063"/>
                </a:cxn>
                <a:cxn ang="0">
                  <a:pos x="csX10064" y="csY10064"/>
                </a:cxn>
                <a:cxn ang="0">
                  <a:pos x="csX10065" y="csY10065"/>
                </a:cxn>
                <a:cxn ang="0">
                  <a:pos x="csX10066" y="csY10066"/>
                </a:cxn>
                <a:cxn ang="0">
                  <a:pos x="csX10067" y="csY10067"/>
                </a:cxn>
                <a:cxn ang="0">
                  <a:pos x="csX10068" y="csY10068"/>
                </a:cxn>
                <a:cxn ang="0">
                  <a:pos x="csX10069" y="csY10069"/>
                </a:cxn>
                <a:cxn ang="0">
                  <a:pos x="csX10070" y="csY10070"/>
                </a:cxn>
                <a:cxn ang="0">
                  <a:pos x="csX10071" y="csY10071"/>
                </a:cxn>
                <a:cxn ang="0">
                  <a:pos x="csX10072" y="csY10072"/>
                </a:cxn>
                <a:cxn ang="0">
                  <a:pos x="csX10073" y="csY10073"/>
                </a:cxn>
                <a:cxn ang="0">
                  <a:pos x="csX10074" y="csY10074"/>
                </a:cxn>
                <a:cxn ang="0">
                  <a:pos x="csX10075" y="csY10075"/>
                </a:cxn>
                <a:cxn ang="0">
                  <a:pos x="csX10076" y="csY10076"/>
                </a:cxn>
                <a:cxn ang="0">
                  <a:pos x="csX10077" y="csY10077"/>
                </a:cxn>
                <a:cxn ang="0">
                  <a:pos x="csX10078" y="csY10078"/>
                </a:cxn>
                <a:cxn ang="0">
                  <a:pos x="csX10079" y="csY10079"/>
                </a:cxn>
                <a:cxn ang="0">
                  <a:pos x="csX10080" y="csY10080"/>
                </a:cxn>
                <a:cxn ang="0">
                  <a:pos x="csX10081" y="csY10081"/>
                </a:cxn>
                <a:cxn ang="0">
                  <a:pos x="csX10082" y="csY10082"/>
                </a:cxn>
                <a:cxn ang="0">
                  <a:pos x="csX10083" y="csY10083"/>
                </a:cxn>
                <a:cxn ang="0">
                  <a:pos x="csX10084" y="csY10084"/>
                </a:cxn>
                <a:cxn ang="0">
                  <a:pos x="csX10085" y="csY10085"/>
                </a:cxn>
                <a:cxn ang="0">
                  <a:pos x="csX10086" y="csY10086"/>
                </a:cxn>
                <a:cxn ang="0">
                  <a:pos x="csX10087" y="csY10087"/>
                </a:cxn>
                <a:cxn ang="0">
                  <a:pos x="csX10088" y="csY10088"/>
                </a:cxn>
                <a:cxn ang="0">
                  <a:pos x="csX10089" y="csY10089"/>
                </a:cxn>
                <a:cxn ang="0">
                  <a:pos x="csX10090" y="csY10090"/>
                </a:cxn>
                <a:cxn ang="0">
                  <a:pos x="csX10091" y="csY10091"/>
                </a:cxn>
                <a:cxn ang="0">
                  <a:pos x="csX10092" y="csY10092"/>
                </a:cxn>
                <a:cxn ang="0">
                  <a:pos x="csX10093" y="csY10093"/>
                </a:cxn>
                <a:cxn ang="0">
                  <a:pos x="csX10094" y="csY10094"/>
                </a:cxn>
                <a:cxn ang="0">
                  <a:pos x="csX10095" y="csY10095"/>
                </a:cxn>
                <a:cxn ang="0">
                  <a:pos x="csX10096" y="csY10096"/>
                </a:cxn>
                <a:cxn ang="0">
                  <a:pos x="csX10097" y="csY10097"/>
                </a:cxn>
                <a:cxn ang="0">
                  <a:pos x="csX10098" y="csY10098"/>
                </a:cxn>
                <a:cxn ang="0">
                  <a:pos x="csX10099" y="csY10099"/>
                </a:cxn>
                <a:cxn ang="0">
                  <a:pos x="csX10100" y="csY10100"/>
                </a:cxn>
                <a:cxn ang="0">
                  <a:pos x="csX10101" y="csY10101"/>
                </a:cxn>
                <a:cxn ang="0">
                  <a:pos x="csX10102" y="csY10102"/>
                </a:cxn>
                <a:cxn ang="0">
                  <a:pos x="csX10103" y="csY10103"/>
                </a:cxn>
                <a:cxn ang="0">
                  <a:pos x="csX10104" y="csY10104"/>
                </a:cxn>
                <a:cxn ang="0">
                  <a:pos x="csX10105" y="csY10105"/>
                </a:cxn>
                <a:cxn ang="0">
                  <a:pos x="csX10106" y="csY10106"/>
                </a:cxn>
                <a:cxn ang="0">
                  <a:pos x="csX10107" y="csY10107"/>
                </a:cxn>
                <a:cxn ang="0">
                  <a:pos x="csX10108" y="csY10108"/>
                </a:cxn>
                <a:cxn ang="0">
                  <a:pos x="csX10109" y="csY10109"/>
                </a:cxn>
                <a:cxn ang="0">
                  <a:pos x="csX10110" y="csY10110"/>
                </a:cxn>
                <a:cxn ang="0">
                  <a:pos x="csX10111" y="csY10111"/>
                </a:cxn>
                <a:cxn ang="0">
                  <a:pos x="csX10112" y="csY10112"/>
                </a:cxn>
                <a:cxn ang="0">
                  <a:pos x="csX10113" y="csY10113"/>
                </a:cxn>
                <a:cxn ang="0">
                  <a:pos x="csX10114" y="csY10114"/>
                </a:cxn>
                <a:cxn ang="0">
                  <a:pos x="csX10115" y="csY10115"/>
                </a:cxn>
                <a:cxn ang="0">
                  <a:pos x="csX10116" y="csY10116"/>
                </a:cxn>
                <a:cxn ang="0">
                  <a:pos x="csX10117" y="csY10117"/>
                </a:cxn>
                <a:cxn ang="0">
                  <a:pos x="csX10118" y="csY10118"/>
                </a:cxn>
                <a:cxn ang="0">
                  <a:pos x="csX10119" y="csY10119"/>
                </a:cxn>
                <a:cxn ang="0">
                  <a:pos x="csX10120" y="csY10120"/>
                </a:cxn>
                <a:cxn ang="0">
                  <a:pos x="csX10121" y="csY10121"/>
                </a:cxn>
                <a:cxn ang="0">
                  <a:pos x="csX10122" y="csY10122"/>
                </a:cxn>
                <a:cxn ang="0">
                  <a:pos x="csX10123" y="csY10123"/>
                </a:cxn>
                <a:cxn ang="0">
                  <a:pos x="csX10124" y="csY10124"/>
                </a:cxn>
                <a:cxn ang="0">
                  <a:pos x="csX10125" y="csY10125"/>
                </a:cxn>
                <a:cxn ang="0">
                  <a:pos x="csX10126" y="csY10126"/>
                </a:cxn>
                <a:cxn ang="0">
                  <a:pos x="csX10127" y="csY10127"/>
                </a:cxn>
                <a:cxn ang="0">
                  <a:pos x="csX10128" y="csY10128"/>
                </a:cxn>
                <a:cxn ang="0">
                  <a:pos x="csX10129" y="csY10129"/>
                </a:cxn>
                <a:cxn ang="0">
                  <a:pos x="csX10130" y="csY10130"/>
                </a:cxn>
                <a:cxn ang="0">
                  <a:pos x="csX10131" y="csY10131"/>
                </a:cxn>
                <a:cxn ang="0">
                  <a:pos x="csX10132" y="csY10132"/>
                </a:cxn>
                <a:cxn ang="0">
                  <a:pos x="csX10133" y="csY10133"/>
                </a:cxn>
                <a:cxn ang="0">
                  <a:pos x="csX10134" y="csY10134"/>
                </a:cxn>
                <a:cxn ang="0">
                  <a:pos x="csX10135" y="csY10135"/>
                </a:cxn>
                <a:cxn ang="0">
                  <a:pos x="csX10136" y="csY10136"/>
                </a:cxn>
                <a:cxn ang="0">
                  <a:pos x="csX10137" y="csY10137"/>
                </a:cxn>
                <a:cxn ang="0">
                  <a:pos x="csX10138" y="csY10138"/>
                </a:cxn>
                <a:cxn ang="0">
                  <a:pos x="csX10139" y="csY10139"/>
                </a:cxn>
                <a:cxn ang="0">
                  <a:pos x="csX10140" y="csY10140"/>
                </a:cxn>
                <a:cxn ang="0">
                  <a:pos x="csX10141" y="csY10141"/>
                </a:cxn>
                <a:cxn ang="0">
                  <a:pos x="csX10142" y="csY10142"/>
                </a:cxn>
                <a:cxn ang="0">
                  <a:pos x="csX10143" y="csY10143"/>
                </a:cxn>
                <a:cxn ang="0">
                  <a:pos x="csX10144" y="csY10144"/>
                </a:cxn>
                <a:cxn ang="0">
                  <a:pos x="csX10145" y="csY10145"/>
                </a:cxn>
                <a:cxn ang="0">
                  <a:pos x="csX10146" y="csY10146"/>
                </a:cxn>
                <a:cxn ang="0">
                  <a:pos x="csX10147" y="csY10147"/>
                </a:cxn>
                <a:cxn ang="0">
                  <a:pos x="csX10148" y="csY10148"/>
                </a:cxn>
                <a:cxn ang="0">
                  <a:pos x="csX10149" y="csY10149"/>
                </a:cxn>
                <a:cxn ang="0">
                  <a:pos x="csX10150" y="csY10150"/>
                </a:cxn>
                <a:cxn ang="0">
                  <a:pos x="csX10151" y="csY10151"/>
                </a:cxn>
                <a:cxn ang="0">
                  <a:pos x="csX10152" y="csY10152"/>
                </a:cxn>
                <a:cxn ang="0">
                  <a:pos x="csX10153" y="csY10153"/>
                </a:cxn>
                <a:cxn ang="0">
                  <a:pos x="csX10154" y="csY10154"/>
                </a:cxn>
                <a:cxn ang="0">
                  <a:pos x="csX10155" y="csY10155"/>
                </a:cxn>
                <a:cxn ang="0">
                  <a:pos x="csX10156" y="csY10156"/>
                </a:cxn>
                <a:cxn ang="0">
                  <a:pos x="csX10157" y="csY10157"/>
                </a:cxn>
                <a:cxn ang="0">
                  <a:pos x="csX10158" y="csY10158"/>
                </a:cxn>
                <a:cxn ang="0">
                  <a:pos x="csX10159" y="csY10159"/>
                </a:cxn>
                <a:cxn ang="0">
                  <a:pos x="csX10160" y="csY10160"/>
                </a:cxn>
                <a:cxn ang="0">
                  <a:pos x="csX10161" y="csY10161"/>
                </a:cxn>
                <a:cxn ang="0">
                  <a:pos x="csX10162" y="csY10162"/>
                </a:cxn>
                <a:cxn ang="0">
                  <a:pos x="csX10163" y="csY10163"/>
                </a:cxn>
                <a:cxn ang="0">
                  <a:pos x="csX10164" y="csY10164"/>
                </a:cxn>
                <a:cxn ang="0">
                  <a:pos x="csX10165" y="csY10165"/>
                </a:cxn>
                <a:cxn ang="0">
                  <a:pos x="csX10166" y="csY10166"/>
                </a:cxn>
                <a:cxn ang="0">
                  <a:pos x="csX10167" y="csY10167"/>
                </a:cxn>
                <a:cxn ang="0">
                  <a:pos x="csX10168" y="csY10168"/>
                </a:cxn>
                <a:cxn ang="0">
                  <a:pos x="csX10169" y="csY10169"/>
                </a:cxn>
                <a:cxn ang="0">
                  <a:pos x="csX10170" y="csY10170"/>
                </a:cxn>
                <a:cxn ang="0">
                  <a:pos x="csX10171" y="csY10171"/>
                </a:cxn>
                <a:cxn ang="0">
                  <a:pos x="csX10172" y="csY10172"/>
                </a:cxn>
                <a:cxn ang="0">
                  <a:pos x="csX10173" y="csY10173"/>
                </a:cxn>
                <a:cxn ang="0">
                  <a:pos x="csX10174" y="csY10174"/>
                </a:cxn>
                <a:cxn ang="0">
                  <a:pos x="csX10175" y="csY10175"/>
                </a:cxn>
                <a:cxn ang="0">
                  <a:pos x="csX10176" y="csY10176"/>
                </a:cxn>
                <a:cxn ang="0">
                  <a:pos x="csX10177" y="csY10177"/>
                </a:cxn>
                <a:cxn ang="0">
                  <a:pos x="csX10178" y="csY10178"/>
                </a:cxn>
                <a:cxn ang="0">
                  <a:pos x="csX10179" y="csY10179"/>
                </a:cxn>
                <a:cxn ang="0">
                  <a:pos x="csX10180" y="csY10180"/>
                </a:cxn>
                <a:cxn ang="0">
                  <a:pos x="csX10181" y="csY10181"/>
                </a:cxn>
                <a:cxn ang="0">
                  <a:pos x="csX10182" y="csY10182"/>
                </a:cxn>
                <a:cxn ang="0">
                  <a:pos x="csX10183" y="csY10183"/>
                </a:cxn>
                <a:cxn ang="0">
                  <a:pos x="csX10184" y="csY10184"/>
                </a:cxn>
                <a:cxn ang="0">
                  <a:pos x="csX10185" y="csY10185"/>
                </a:cxn>
                <a:cxn ang="0">
                  <a:pos x="csX10186" y="csY10186"/>
                </a:cxn>
                <a:cxn ang="0">
                  <a:pos x="csX10187" y="csY10187"/>
                </a:cxn>
                <a:cxn ang="0">
                  <a:pos x="csX10188" y="csY10188"/>
                </a:cxn>
                <a:cxn ang="0">
                  <a:pos x="csX10189" y="csY10189"/>
                </a:cxn>
                <a:cxn ang="0">
                  <a:pos x="csX10190" y="csY10190"/>
                </a:cxn>
                <a:cxn ang="0">
                  <a:pos x="csX10191" y="csY10191"/>
                </a:cxn>
                <a:cxn ang="0">
                  <a:pos x="csX10192" y="csY10192"/>
                </a:cxn>
                <a:cxn ang="0">
                  <a:pos x="csX10193" y="csY10193"/>
                </a:cxn>
                <a:cxn ang="0">
                  <a:pos x="csX10194" y="csY10194"/>
                </a:cxn>
                <a:cxn ang="0">
                  <a:pos x="csX10195" y="csY10195"/>
                </a:cxn>
                <a:cxn ang="0">
                  <a:pos x="csX10196" y="csY10196"/>
                </a:cxn>
                <a:cxn ang="0">
                  <a:pos x="csX10197" y="csY10197"/>
                </a:cxn>
                <a:cxn ang="0">
                  <a:pos x="csX10198" y="csY10198"/>
                </a:cxn>
                <a:cxn ang="0">
                  <a:pos x="csX10199" y="csY10199"/>
                </a:cxn>
                <a:cxn ang="0">
                  <a:pos x="csX10200" y="csY10200"/>
                </a:cxn>
                <a:cxn ang="0">
                  <a:pos x="csX10201" y="csY10201"/>
                </a:cxn>
                <a:cxn ang="0">
                  <a:pos x="csX10202" y="csY10202"/>
                </a:cxn>
                <a:cxn ang="0">
                  <a:pos x="csX10203" y="csY10203"/>
                </a:cxn>
                <a:cxn ang="0">
                  <a:pos x="csX10204" y="csY10204"/>
                </a:cxn>
                <a:cxn ang="0">
                  <a:pos x="csX10205" y="csY10205"/>
                </a:cxn>
                <a:cxn ang="0">
                  <a:pos x="csX10206" y="csY10206"/>
                </a:cxn>
                <a:cxn ang="0">
                  <a:pos x="csX10207" y="csY10207"/>
                </a:cxn>
                <a:cxn ang="0">
                  <a:pos x="csX10208" y="csY10208"/>
                </a:cxn>
                <a:cxn ang="0">
                  <a:pos x="csX10209" y="csY10209"/>
                </a:cxn>
                <a:cxn ang="0">
                  <a:pos x="csX10210" y="csY10210"/>
                </a:cxn>
                <a:cxn ang="0">
                  <a:pos x="csX10211" y="csY10211"/>
                </a:cxn>
                <a:cxn ang="0">
                  <a:pos x="csX10212" y="csY10212"/>
                </a:cxn>
                <a:cxn ang="0">
                  <a:pos x="csX10213" y="csY10213"/>
                </a:cxn>
                <a:cxn ang="0">
                  <a:pos x="csX10214" y="csY10214"/>
                </a:cxn>
                <a:cxn ang="0">
                  <a:pos x="csX10215" y="csY10215"/>
                </a:cxn>
                <a:cxn ang="0">
                  <a:pos x="csX10216" y="csY10216"/>
                </a:cxn>
                <a:cxn ang="0">
                  <a:pos x="csX10217" y="csY10217"/>
                </a:cxn>
                <a:cxn ang="0">
                  <a:pos x="csX10218" y="csY10218"/>
                </a:cxn>
                <a:cxn ang="0">
                  <a:pos x="csX10219" y="csY10219"/>
                </a:cxn>
                <a:cxn ang="0">
                  <a:pos x="csX10220" y="csY10220"/>
                </a:cxn>
                <a:cxn ang="0">
                  <a:pos x="csX10221" y="csY10221"/>
                </a:cxn>
                <a:cxn ang="0">
                  <a:pos x="csX10222" y="csY10222"/>
                </a:cxn>
                <a:cxn ang="0">
                  <a:pos x="csX10223" y="csY10223"/>
                </a:cxn>
                <a:cxn ang="0">
                  <a:pos x="csX10224" y="csY10224"/>
                </a:cxn>
                <a:cxn ang="0">
                  <a:pos x="csX10225" y="csY10225"/>
                </a:cxn>
                <a:cxn ang="0">
                  <a:pos x="csX10226" y="csY10226"/>
                </a:cxn>
                <a:cxn ang="0">
                  <a:pos x="csX10227" y="csY10227"/>
                </a:cxn>
                <a:cxn ang="0">
                  <a:pos x="csX10228" y="csY10228"/>
                </a:cxn>
                <a:cxn ang="0">
                  <a:pos x="csX10229" y="csY10229"/>
                </a:cxn>
                <a:cxn ang="0">
                  <a:pos x="csX10230" y="csY10230"/>
                </a:cxn>
                <a:cxn ang="0">
                  <a:pos x="csX10231" y="csY10231"/>
                </a:cxn>
                <a:cxn ang="0">
                  <a:pos x="csX10232" y="csY10232"/>
                </a:cxn>
                <a:cxn ang="0">
                  <a:pos x="csX10233" y="csY10233"/>
                </a:cxn>
                <a:cxn ang="0">
                  <a:pos x="csX10234" y="csY10234"/>
                </a:cxn>
                <a:cxn ang="0">
                  <a:pos x="csX10235" y="csY10235"/>
                </a:cxn>
                <a:cxn ang="0">
                  <a:pos x="csX10236" y="csY10236"/>
                </a:cxn>
                <a:cxn ang="0">
                  <a:pos x="csX10237" y="csY10237"/>
                </a:cxn>
                <a:cxn ang="0">
                  <a:pos x="csX10238" y="csY10238"/>
                </a:cxn>
                <a:cxn ang="0">
                  <a:pos x="csX10239" y="csY10239"/>
                </a:cxn>
                <a:cxn ang="0">
                  <a:pos x="csX10240" y="csY10240"/>
                </a:cxn>
                <a:cxn ang="0">
                  <a:pos x="csX10241" y="csY10241"/>
                </a:cxn>
                <a:cxn ang="0">
                  <a:pos x="csX10242" y="csY10242"/>
                </a:cxn>
                <a:cxn ang="0">
                  <a:pos x="csX10243" y="csY10243"/>
                </a:cxn>
                <a:cxn ang="0">
                  <a:pos x="csX10244" y="csY10244"/>
                </a:cxn>
                <a:cxn ang="0">
                  <a:pos x="csX10245" y="csY10245"/>
                </a:cxn>
                <a:cxn ang="0">
                  <a:pos x="csX10246" y="csY10246"/>
                </a:cxn>
                <a:cxn ang="0">
                  <a:pos x="csX10247" y="csY10247"/>
                </a:cxn>
                <a:cxn ang="0">
                  <a:pos x="csX10248" y="csY10248"/>
                </a:cxn>
                <a:cxn ang="0">
                  <a:pos x="csX10249" y="csY10249"/>
                </a:cxn>
                <a:cxn ang="0">
                  <a:pos x="csX10250" y="csY10250"/>
                </a:cxn>
                <a:cxn ang="0">
                  <a:pos x="csX10251" y="csY10251"/>
                </a:cxn>
                <a:cxn ang="0">
                  <a:pos x="csX10252" y="csY10252"/>
                </a:cxn>
                <a:cxn ang="0">
                  <a:pos x="csX10253" y="csY10253"/>
                </a:cxn>
                <a:cxn ang="0">
                  <a:pos x="csX10254" y="csY10254"/>
                </a:cxn>
                <a:cxn ang="0">
                  <a:pos x="csX10255" y="csY10255"/>
                </a:cxn>
                <a:cxn ang="0">
                  <a:pos x="csX10256" y="csY10256"/>
                </a:cxn>
                <a:cxn ang="0">
                  <a:pos x="csX10257" y="csY10257"/>
                </a:cxn>
                <a:cxn ang="0">
                  <a:pos x="csX10258" y="csY10258"/>
                </a:cxn>
                <a:cxn ang="0">
                  <a:pos x="csX10259" y="csY10259"/>
                </a:cxn>
                <a:cxn ang="0">
                  <a:pos x="csX10260" y="csY10260"/>
                </a:cxn>
                <a:cxn ang="0">
                  <a:pos x="csX10261" y="csY10261"/>
                </a:cxn>
                <a:cxn ang="0">
                  <a:pos x="csX10262" y="csY10262"/>
                </a:cxn>
                <a:cxn ang="0">
                  <a:pos x="csX10263" y="csY10263"/>
                </a:cxn>
                <a:cxn ang="0">
                  <a:pos x="csX10264" y="csY10264"/>
                </a:cxn>
                <a:cxn ang="0">
                  <a:pos x="csX10265" y="csY10265"/>
                </a:cxn>
                <a:cxn ang="0">
                  <a:pos x="csX10266" y="csY10266"/>
                </a:cxn>
                <a:cxn ang="0">
                  <a:pos x="csX10267" y="csY10267"/>
                </a:cxn>
                <a:cxn ang="0">
                  <a:pos x="csX10268" y="csY10268"/>
                </a:cxn>
                <a:cxn ang="0">
                  <a:pos x="csX10269" y="csY10269"/>
                </a:cxn>
                <a:cxn ang="0">
                  <a:pos x="csX10270" y="csY10270"/>
                </a:cxn>
                <a:cxn ang="0">
                  <a:pos x="csX10271" y="csY10271"/>
                </a:cxn>
                <a:cxn ang="0">
                  <a:pos x="csX10272" y="csY10272"/>
                </a:cxn>
                <a:cxn ang="0">
                  <a:pos x="csX10273" y="csY10273"/>
                </a:cxn>
                <a:cxn ang="0">
                  <a:pos x="csX10274" y="csY10274"/>
                </a:cxn>
                <a:cxn ang="0">
                  <a:pos x="csX10275" y="csY10275"/>
                </a:cxn>
                <a:cxn ang="0">
                  <a:pos x="csX10276" y="csY10276"/>
                </a:cxn>
                <a:cxn ang="0">
                  <a:pos x="csX10277" y="csY10277"/>
                </a:cxn>
                <a:cxn ang="0">
                  <a:pos x="csX10278" y="csY10278"/>
                </a:cxn>
                <a:cxn ang="0">
                  <a:pos x="csX10279" y="csY10279"/>
                </a:cxn>
                <a:cxn ang="0">
                  <a:pos x="csX10280" y="csY10280"/>
                </a:cxn>
                <a:cxn ang="0">
                  <a:pos x="csX10281" y="csY10281"/>
                </a:cxn>
                <a:cxn ang="0">
                  <a:pos x="csX10282" y="csY10282"/>
                </a:cxn>
                <a:cxn ang="0">
                  <a:pos x="csX10283" y="csY10283"/>
                </a:cxn>
                <a:cxn ang="0">
                  <a:pos x="csX10284" y="csY10284"/>
                </a:cxn>
                <a:cxn ang="0">
                  <a:pos x="csX10285" y="csY10285"/>
                </a:cxn>
                <a:cxn ang="0">
                  <a:pos x="csX10286" y="csY10286"/>
                </a:cxn>
                <a:cxn ang="0">
                  <a:pos x="csX10287" y="csY10287"/>
                </a:cxn>
                <a:cxn ang="0">
                  <a:pos x="csX10288" y="csY10288"/>
                </a:cxn>
                <a:cxn ang="0">
                  <a:pos x="csX10289" y="csY10289"/>
                </a:cxn>
                <a:cxn ang="0">
                  <a:pos x="csX10290" y="csY10290"/>
                </a:cxn>
                <a:cxn ang="0">
                  <a:pos x="csX10291" y="csY10291"/>
                </a:cxn>
                <a:cxn ang="0">
                  <a:pos x="csX10292" y="csY10292"/>
                </a:cxn>
                <a:cxn ang="0">
                  <a:pos x="csX10293" y="csY10293"/>
                </a:cxn>
                <a:cxn ang="0">
                  <a:pos x="csX10294" y="csY10294"/>
                </a:cxn>
                <a:cxn ang="0">
                  <a:pos x="csX10295" y="csY10295"/>
                </a:cxn>
                <a:cxn ang="0">
                  <a:pos x="csX10296" y="csY10296"/>
                </a:cxn>
                <a:cxn ang="0">
                  <a:pos x="csX10297" y="csY10297"/>
                </a:cxn>
                <a:cxn ang="0">
                  <a:pos x="csX10298" y="csY10298"/>
                </a:cxn>
                <a:cxn ang="0">
                  <a:pos x="csX10299" y="csY10299"/>
                </a:cxn>
                <a:cxn ang="0">
                  <a:pos x="csX10300" y="csY10300"/>
                </a:cxn>
                <a:cxn ang="0">
                  <a:pos x="csX10301" y="csY10301"/>
                </a:cxn>
                <a:cxn ang="0">
                  <a:pos x="csX10302" y="csY10302"/>
                </a:cxn>
                <a:cxn ang="0">
                  <a:pos x="csX10303" y="csY10303"/>
                </a:cxn>
                <a:cxn ang="0">
                  <a:pos x="csX10304" y="csY10304"/>
                </a:cxn>
                <a:cxn ang="0">
                  <a:pos x="csX10305" y="csY10305"/>
                </a:cxn>
                <a:cxn ang="0">
                  <a:pos x="csX10306" y="csY10306"/>
                </a:cxn>
                <a:cxn ang="0">
                  <a:pos x="csX10307" y="csY10307"/>
                </a:cxn>
                <a:cxn ang="0">
                  <a:pos x="csX10308" y="csY10308"/>
                </a:cxn>
                <a:cxn ang="0">
                  <a:pos x="csX10309" y="csY10309"/>
                </a:cxn>
                <a:cxn ang="0">
                  <a:pos x="csX10310" y="csY10310"/>
                </a:cxn>
                <a:cxn ang="0">
                  <a:pos x="csX10311" y="csY10311"/>
                </a:cxn>
                <a:cxn ang="0">
                  <a:pos x="csX10312" y="csY10312"/>
                </a:cxn>
                <a:cxn ang="0">
                  <a:pos x="csX10313" y="csY10313"/>
                </a:cxn>
                <a:cxn ang="0">
                  <a:pos x="csX10314" y="csY10314"/>
                </a:cxn>
                <a:cxn ang="0">
                  <a:pos x="csX10315" y="csY10315"/>
                </a:cxn>
                <a:cxn ang="0">
                  <a:pos x="csX10316" y="csY10316"/>
                </a:cxn>
                <a:cxn ang="0">
                  <a:pos x="csX10317" y="csY10317"/>
                </a:cxn>
                <a:cxn ang="0">
                  <a:pos x="csX10318" y="csY10318"/>
                </a:cxn>
                <a:cxn ang="0">
                  <a:pos x="csX10319" y="csY10319"/>
                </a:cxn>
                <a:cxn ang="0">
                  <a:pos x="csX10320" y="csY10320"/>
                </a:cxn>
                <a:cxn ang="0">
                  <a:pos x="csX10321" y="csY10321"/>
                </a:cxn>
                <a:cxn ang="0">
                  <a:pos x="csX10322" y="csY10322"/>
                </a:cxn>
                <a:cxn ang="0">
                  <a:pos x="csX10323" y="csY10323"/>
                </a:cxn>
                <a:cxn ang="0">
                  <a:pos x="csX10324" y="csY10324"/>
                </a:cxn>
                <a:cxn ang="0">
                  <a:pos x="csX10325" y="csY10325"/>
                </a:cxn>
                <a:cxn ang="0">
                  <a:pos x="csX10326" y="csY10326"/>
                </a:cxn>
                <a:cxn ang="0">
                  <a:pos x="csX10327" y="csY10327"/>
                </a:cxn>
                <a:cxn ang="0">
                  <a:pos x="csX10328" y="csY10328"/>
                </a:cxn>
                <a:cxn ang="0">
                  <a:pos x="csX10329" y="csY10329"/>
                </a:cxn>
                <a:cxn ang="0">
                  <a:pos x="csX10330" y="csY10330"/>
                </a:cxn>
                <a:cxn ang="0">
                  <a:pos x="csX10331" y="csY10331"/>
                </a:cxn>
                <a:cxn ang="0">
                  <a:pos x="csX10332" y="csY10332"/>
                </a:cxn>
                <a:cxn ang="0">
                  <a:pos x="csX10333" y="csY10333"/>
                </a:cxn>
                <a:cxn ang="0">
                  <a:pos x="csX10334" y="csY10334"/>
                </a:cxn>
                <a:cxn ang="0">
                  <a:pos x="csX10335" y="csY10335"/>
                </a:cxn>
                <a:cxn ang="0">
                  <a:pos x="csX10336" y="csY10336"/>
                </a:cxn>
                <a:cxn ang="0">
                  <a:pos x="csX10337" y="csY10337"/>
                </a:cxn>
                <a:cxn ang="0">
                  <a:pos x="csX10338" y="csY10338"/>
                </a:cxn>
                <a:cxn ang="0">
                  <a:pos x="csX10339" y="csY10339"/>
                </a:cxn>
                <a:cxn ang="0">
                  <a:pos x="csX10340" y="csY10340"/>
                </a:cxn>
                <a:cxn ang="0">
                  <a:pos x="csX10341" y="csY10341"/>
                </a:cxn>
                <a:cxn ang="0">
                  <a:pos x="csX10342" y="csY10342"/>
                </a:cxn>
                <a:cxn ang="0">
                  <a:pos x="csX10343" y="csY10343"/>
                </a:cxn>
                <a:cxn ang="0">
                  <a:pos x="csX10344" y="csY10344"/>
                </a:cxn>
                <a:cxn ang="0">
                  <a:pos x="csX10345" y="csY10345"/>
                </a:cxn>
                <a:cxn ang="0">
                  <a:pos x="csX10346" y="csY10346"/>
                </a:cxn>
                <a:cxn ang="0">
                  <a:pos x="csX10347" y="csY10347"/>
                </a:cxn>
                <a:cxn ang="0">
                  <a:pos x="csX10348" y="csY10348"/>
                </a:cxn>
                <a:cxn ang="0">
                  <a:pos x="csX10349" y="csY10349"/>
                </a:cxn>
                <a:cxn ang="0">
                  <a:pos x="csX10350" y="csY10350"/>
                </a:cxn>
                <a:cxn ang="0">
                  <a:pos x="csX10351" y="csY10351"/>
                </a:cxn>
                <a:cxn ang="0">
                  <a:pos x="csX10352" y="csY10352"/>
                </a:cxn>
                <a:cxn ang="0">
                  <a:pos x="csX10353" y="csY10353"/>
                </a:cxn>
                <a:cxn ang="0">
                  <a:pos x="csX10354" y="csY10354"/>
                </a:cxn>
                <a:cxn ang="0">
                  <a:pos x="csX10355" y="csY10355"/>
                </a:cxn>
                <a:cxn ang="0">
                  <a:pos x="csX10356" y="csY10356"/>
                </a:cxn>
                <a:cxn ang="0">
                  <a:pos x="csX10357" y="csY10357"/>
                </a:cxn>
                <a:cxn ang="0">
                  <a:pos x="csX10358" y="csY10358"/>
                </a:cxn>
                <a:cxn ang="0">
                  <a:pos x="csX10359" y="csY10359"/>
                </a:cxn>
                <a:cxn ang="0">
                  <a:pos x="csX10360" y="csY10360"/>
                </a:cxn>
                <a:cxn ang="0">
                  <a:pos x="csX10361" y="csY10361"/>
                </a:cxn>
                <a:cxn ang="0">
                  <a:pos x="csX10362" y="csY10362"/>
                </a:cxn>
                <a:cxn ang="0">
                  <a:pos x="csX10363" y="csY10363"/>
                </a:cxn>
                <a:cxn ang="0">
                  <a:pos x="csX10364" y="csY10364"/>
                </a:cxn>
                <a:cxn ang="0">
                  <a:pos x="csX10365" y="csY10365"/>
                </a:cxn>
                <a:cxn ang="0">
                  <a:pos x="csX10366" y="csY10366"/>
                </a:cxn>
                <a:cxn ang="0">
                  <a:pos x="csX10367" y="csY10367"/>
                </a:cxn>
                <a:cxn ang="0">
                  <a:pos x="csX10368" y="csY10368"/>
                </a:cxn>
                <a:cxn ang="0">
                  <a:pos x="csX10369" y="csY10369"/>
                </a:cxn>
                <a:cxn ang="0">
                  <a:pos x="csX10370" y="csY10370"/>
                </a:cxn>
                <a:cxn ang="0">
                  <a:pos x="csX10371" y="csY10371"/>
                </a:cxn>
                <a:cxn ang="0">
                  <a:pos x="csX10372" y="csY10372"/>
                </a:cxn>
                <a:cxn ang="0">
                  <a:pos x="csX10373" y="csY10373"/>
                </a:cxn>
                <a:cxn ang="0">
                  <a:pos x="csX10374" y="csY10374"/>
                </a:cxn>
                <a:cxn ang="0">
                  <a:pos x="csX10375" y="csY10375"/>
                </a:cxn>
                <a:cxn ang="0">
                  <a:pos x="csX10376" y="csY10376"/>
                </a:cxn>
                <a:cxn ang="0">
                  <a:pos x="csX10377" y="csY10377"/>
                </a:cxn>
                <a:cxn ang="0">
                  <a:pos x="csX10378" y="csY10378"/>
                </a:cxn>
                <a:cxn ang="0">
                  <a:pos x="csX10379" y="csY10379"/>
                </a:cxn>
                <a:cxn ang="0">
                  <a:pos x="csX10380" y="csY10380"/>
                </a:cxn>
                <a:cxn ang="0">
                  <a:pos x="csX10381" y="csY10381"/>
                </a:cxn>
                <a:cxn ang="0">
                  <a:pos x="csX10382" y="csY10382"/>
                </a:cxn>
                <a:cxn ang="0">
                  <a:pos x="csX10383" y="csY10383"/>
                </a:cxn>
                <a:cxn ang="0">
                  <a:pos x="csX10384" y="csY10384"/>
                </a:cxn>
                <a:cxn ang="0">
                  <a:pos x="csX10385" y="csY10385"/>
                </a:cxn>
                <a:cxn ang="0">
                  <a:pos x="csX10386" y="csY10386"/>
                </a:cxn>
                <a:cxn ang="0">
                  <a:pos x="csX10387" y="csY10387"/>
                </a:cxn>
                <a:cxn ang="0">
                  <a:pos x="csX10388" y="csY10388"/>
                </a:cxn>
                <a:cxn ang="0">
                  <a:pos x="csX10389" y="csY10389"/>
                </a:cxn>
                <a:cxn ang="0">
                  <a:pos x="csX10390" y="csY10390"/>
                </a:cxn>
                <a:cxn ang="0">
                  <a:pos x="csX10391" y="csY10391"/>
                </a:cxn>
                <a:cxn ang="0">
                  <a:pos x="csX10392" y="csY10392"/>
                </a:cxn>
                <a:cxn ang="0">
                  <a:pos x="csX10393" y="csY10393"/>
                </a:cxn>
                <a:cxn ang="0">
                  <a:pos x="csX10394" y="csY10394"/>
                </a:cxn>
                <a:cxn ang="0">
                  <a:pos x="csX10395" y="csY10395"/>
                </a:cxn>
                <a:cxn ang="0">
                  <a:pos x="csX10396" y="csY10396"/>
                </a:cxn>
                <a:cxn ang="0">
                  <a:pos x="csX10397" y="csY10397"/>
                </a:cxn>
                <a:cxn ang="0">
                  <a:pos x="csX10398" y="csY10398"/>
                </a:cxn>
                <a:cxn ang="0">
                  <a:pos x="csX10399" y="csY10399"/>
                </a:cxn>
                <a:cxn ang="0">
                  <a:pos x="csX10400" y="csY10400"/>
                </a:cxn>
                <a:cxn ang="0">
                  <a:pos x="csX10401" y="csY10401"/>
                </a:cxn>
                <a:cxn ang="0">
                  <a:pos x="csX10402" y="csY10402"/>
                </a:cxn>
                <a:cxn ang="0">
                  <a:pos x="csX10403" y="csY10403"/>
                </a:cxn>
                <a:cxn ang="0">
                  <a:pos x="csX10404" y="csY10404"/>
                </a:cxn>
                <a:cxn ang="0">
                  <a:pos x="csX10405" y="csY10405"/>
                </a:cxn>
                <a:cxn ang="0">
                  <a:pos x="csX10406" y="csY10406"/>
                </a:cxn>
                <a:cxn ang="0">
                  <a:pos x="csX10407" y="csY10407"/>
                </a:cxn>
                <a:cxn ang="0">
                  <a:pos x="csX10408" y="csY10408"/>
                </a:cxn>
                <a:cxn ang="0">
                  <a:pos x="csX10409" y="csY10409"/>
                </a:cxn>
                <a:cxn ang="0">
                  <a:pos x="csX10410" y="csY10410"/>
                </a:cxn>
                <a:cxn ang="0">
                  <a:pos x="csX10411" y="csY10411"/>
                </a:cxn>
                <a:cxn ang="0">
                  <a:pos x="csX10412" y="csY10412"/>
                </a:cxn>
                <a:cxn ang="0">
                  <a:pos x="csX10413" y="csY10413"/>
                </a:cxn>
                <a:cxn ang="0">
                  <a:pos x="csX10414" y="csY10414"/>
                </a:cxn>
                <a:cxn ang="0">
                  <a:pos x="csX10415" y="csY10415"/>
                </a:cxn>
                <a:cxn ang="0">
                  <a:pos x="csX10416" y="csY10416"/>
                </a:cxn>
                <a:cxn ang="0">
                  <a:pos x="csX10417" y="csY10417"/>
                </a:cxn>
                <a:cxn ang="0">
                  <a:pos x="csX10418" y="csY10418"/>
                </a:cxn>
                <a:cxn ang="0">
                  <a:pos x="csX10419" y="csY10419"/>
                </a:cxn>
                <a:cxn ang="0">
                  <a:pos x="csX10420" y="csY10420"/>
                </a:cxn>
                <a:cxn ang="0">
                  <a:pos x="csX10421" y="csY10421"/>
                </a:cxn>
                <a:cxn ang="0">
                  <a:pos x="csX10422" y="csY10422"/>
                </a:cxn>
                <a:cxn ang="0">
                  <a:pos x="csX10423" y="csY10423"/>
                </a:cxn>
                <a:cxn ang="0">
                  <a:pos x="csX10424" y="csY10424"/>
                </a:cxn>
                <a:cxn ang="0">
                  <a:pos x="csX10425" y="csY10425"/>
                </a:cxn>
                <a:cxn ang="0">
                  <a:pos x="csX10426" y="csY10426"/>
                </a:cxn>
                <a:cxn ang="0">
                  <a:pos x="csX10427" y="csY10427"/>
                </a:cxn>
                <a:cxn ang="0">
                  <a:pos x="csX10428" y="csY10428"/>
                </a:cxn>
                <a:cxn ang="0">
                  <a:pos x="csX10429" y="csY10429"/>
                </a:cxn>
                <a:cxn ang="0">
                  <a:pos x="csX10430" y="csY10430"/>
                </a:cxn>
                <a:cxn ang="0">
                  <a:pos x="csX10431" y="csY10431"/>
                </a:cxn>
                <a:cxn ang="0">
                  <a:pos x="csX10432" y="csY10432"/>
                </a:cxn>
                <a:cxn ang="0">
                  <a:pos x="csX10433" y="csY10433"/>
                </a:cxn>
                <a:cxn ang="0">
                  <a:pos x="csX10434" y="csY10434"/>
                </a:cxn>
                <a:cxn ang="0">
                  <a:pos x="csX10435" y="csY10435"/>
                </a:cxn>
                <a:cxn ang="0">
                  <a:pos x="csX10436" y="csY10436"/>
                </a:cxn>
                <a:cxn ang="0">
                  <a:pos x="csX10437" y="csY10437"/>
                </a:cxn>
                <a:cxn ang="0">
                  <a:pos x="csX10438" y="csY10438"/>
                </a:cxn>
                <a:cxn ang="0">
                  <a:pos x="csX10439" y="csY10439"/>
                </a:cxn>
                <a:cxn ang="0">
                  <a:pos x="csX10440" y="csY10440"/>
                </a:cxn>
                <a:cxn ang="0">
                  <a:pos x="csX10441" y="csY10441"/>
                </a:cxn>
                <a:cxn ang="0">
                  <a:pos x="csX10442" y="csY10442"/>
                </a:cxn>
                <a:cxn ang="0">
                  <a:pos x="csX10443" y="csY10443"/>
                </a:cxn>
                <a:cxn ang="0">
                  <a:pos x="csX10444" y="csY10444"/>
                </a:cxn>
                <a:cxn ang="0">
                  <a:pos x="csX10445" y="csY10445"/>
                </a:cxn>
                <a:cxn ang="0">
                  <a:pos x="csX10446" y="csY10446"/>
                </a:cxn>
                <a:cxn ang="0">
                  <a:pos x="csX10447" y="csY10447"/>
                </a:cxn>
                <a:cxn ang="0">
                  <a:pos x="csX10448" y="csY10448"/>
                </a:cxn>
                <a:cxn ang="0">
                  <a:pos x="csX10449" y="csY10449"/>
                </a:cxn>
                <a:cxn ang="0">
                  <a:pos x="csX10450" y="csY10450"/>
                </a:cxn>
                <a:cxn ang="0">
                  <a:pos x="csX10451" y="csY10451"/>
                </a:cxn>
                <a:cxn ang="0">
                  <a:pos x="csX10452" y="csY10452"/>
                </a:cxn>
                <a:cxn ang="0">
                  <a:pos x="csX10453" y="csY10453"/>
                </a:cxn>
                <a:cxn ang="0">
                  <a:pos x="csX10454" y="csY10454"/>
                </a:cxn>
                <a:cxn ang="0">
                  <a:pos x="csX10455" y="csY10455"/>
                </a:cxn>
                <a:cxn ang="0">
                  <a:pos x="csX10456" y="csY10456"/>
                </a:cxn>
                <a:cxn ang="0">
                  <a:pos x="csX10457" y="csY10457"/>
                </a:cxn>
                <a:cxn ang="0">
                  <a:pos x="csX10458" y="csY10458"/>
                </a:cxn>
                <a:cxn ang="0">
                  <a:pos x="csX10459" y="csY10459"/>
                </a:cxn>
                <a:cxn ang="0">
                  <a:pos x="csX10460" y="csY10460"/>
                </a:cxn>
                <a:cxn ang="0">
                  <a:pos x="csX10461" y="csY10461"/>
                </a:cxn>
                <a:cxn ang="0">
                  <a:pos x="csX10462" y="csY10462"/>
                </a:cxn>
                <a:cxn ang="0">
                  <a:pos x="csX10463" y="csY10463"/>
                </a:cxn>
                <a:cxn ang="0">
                  <a:pos x="csX10464" y="csY10464"/>
                </a:cxn>
                <a:cxn ang="0">
                  <a:pos x="csX10465" y="csY10465"/>
                </a:cxn>
                <a:cxn ang="0">
                  <a:pos x="csX10466" y="csY10466"/>
                </a:cxn>
                <a:cxn ang="0">
                  <a:pos x="csX10467" y="csY10467"/>
                </a:cxn>
                <a:cxn ang="0">
                  <a:pos x="csX10468" y="csY10468"/>
                </a:cxn>
                <a:cxn ang="0">
                  <a:pos x="csX10469" y="csY10469"/>
                </a:cxn>
                <a:cxn ang="0">
                  <a:pos x="csX10470" y="csY10470"/>
                </a:cxn>
                <a:cxn ang="0">
                  <a:pos x="csX10471" y="csY10471"/>
                </a:cxn>
                <a:cxn ang="0">
                  <a:pos x="csX10472" y="csY10472"/>
                </a:cxn>
                <a:cxn ang="0">
                  <a:pos x="csX10473" y="csY10473"/>
                </a:cxn>
                <a:cxn ang="0">
                  <a:pos x="csX10474" y="csY10474"/>
                </a:cxn>
                <a:cxn ang="0">
                  <a:pos x="csX10475" y="csY10475"/>
                </a:cxn>
                <a:cxn ang="0">
                  <a:pos x="csX10476" y="csY10476"/>
                </a:cxn>
                <a:cxn ang="0">
                  <a:pos x="csX10477" y="csY10477"/>
                </a:cxn>
                <a:cxn ang="0">
                  <a:pos x="csX10478" y="csY10478"/>
                </a:cxn>
                <a:cxn ang="0">
                  <a:pos x="csX10479" y="csY10479"/>
                </a:cxn>
                <a:cxn ang="0">
                  <a:pos x="csX10480" y="csY10480"/>
                </a:cxn>
                <a:cxn ang="0">
                  <a:pos x="csX10481" y="csY10481"/>
                </a:cxn>
                <a:cxn ang="0">
                  <a:pos x="csX10482" y="csY10482"/>
                </a:cxn>
                <a:cxn ang="0">
                  <a:pos x="csX10483" y="csY10483"/>
                </a:cxn>
                <a:cxn ang="0">
                  <a:pos x="csX10484" y="csY10484"/>
                </a:cxn>
                <a:cxn ang="0">
                  <a:pos x="csX10485" y="csY10485"/>
                </a:cxn>
                <a:cxn ang="0">
                  <a:pos x="csX10486" y="csY10486"/>
                </a:cxn>
                <a:cxn ang="0">
                  <a:pos x="csX10487" y="csY10487"/>
                </a:cxn>
                <a:cxn ang="0">
                  <a:pos x="csX10488" y="csY10488"/>
                </a:cxn>
                <a:cxn ang="0">
                  <a:pos x="csX10489" y="csY10489"/>
                </a:cxn>
                <a:cxn ang="0">
                  <a:pos x="csX10490" y="csY10490"/>
                </a:cxn>
                <a:cxn ang="0">
                  <a:pos x="csX10491" y="csY10491"/>
                </a:cxn>
                <a:cxn ang="0">
                  <a:pos x="csX10492" y="csY10492"/>
                </a:cxn>
                <a:cxn ang="0">
                  <a:pos x="csX10493" y="csY10493"/>
                </a:cxn>
                <a:cxn ang="0">
                  <a:pos x="csX10494" y="csY10494"/>
                </a:cxn>
                <a:cxn ang="0">
                  <a:pos x="csX10495" y="csY10495"/>
                </a:cxn>
                <a:cxn ang="0">
                  <a:pos x="csX10496" y="csY10496"/>
                </a:cxn>
                <a:cxn ang="0">
                  <a:pos x="csX10497" y="csY10497"/>
                </a:cxn>
                <a:cxn ang="0">
                  <a:pos x="csX10498" y="csY10498"/>
                </a:cxn>
                <a:cxn ang="0">
                  <a:pos x="csX10499" y="csY10499"/>
                </a:cxn>
                <a:cxn ang="0">
                  <a:pos x="csX10500" y="csY10500"/>
                </a:cxn>
                <a:cxn ang="0">
                  <a:pos x="csX10501" y="csY10501"/>
                </a:cxn>
                <a:cxn ang="0">
                  <a:pos x="csX10502" y="csY10502"/>
                </a:cxn>
                <a:cxn ang="0">
                  <a:pos x="csX10503" y="csY10503"/>
                </a:cxn>
                <a:cxn ang="0">
                  <a:pos x="csX10504" y="csY10504"/>
                </a:cxn>
                <a:cxn ang="0">
                  <a:pos x="csX10505" y="csY10505"/>
                </a:cxn>
                <a:cxn ang="0">
                  <a:pos x="csX10506" y="csY10506"/>
                </a:cxn>
                <a:cxn ang="0">
                  <a:pos x="csX10507" y="csY10507"/>
                </a:cxn>
                <a:cxn ang="0">
                  <a:pos x="csX10508" y="csY10508"/>
                </a:cxn>
                <a:cxn ang="0">
                  <a:pos x="csX10509" y="csY10509"/>
                </a:cxn>
                <a:cxn ang="0">
                  <a:pos x="csX10510" y="csY10510"/>
                </a:cxn>
                <a:cxn ang="0">
                  <a:pos x="csX10511" y="csY10511"/>
                </a:cxn>
                <a:cxn ang="0">
                  <a:pos x="csX10512" y="csY10512"/>
                </a:cxn>
                <a:cxn ang="0">
                  <a:pos x="csX10513" y="csY10513"/>
                </a:cxn>
                <a:cxn ang="0">
                  <a:pos x="csX10514" y="csY10514"/>
                </a:cxn>
                <a:cxn ang="0">
                  <a:pos x="csX10515" y="csY10515"/>
                </a:cxn>
                <a:cxn ang="0">
                  <a:pos x="csX10516" y="csY10516"/>
                </a:cxn>
                <a:cxn ang="0">
                  <a:pos x="csX10517" y="csY10517"/>
                </a:cxn>
                <a:cxn ang="0">
                  <a:pos x="csX10518" y="csY10518"/>
                </a:cxn>
                <a:cxn ang="0">
                  <a:pos x="csX10519" y="csY10519"/>
                </a:cxn>
                <a:cxn ang="0">
                  <a:pos x="csX10520" y="csY10520"/>
                </a:cxn>
                <a:cxn ang="0">
                  <a:pos x="csX10521" y="csY10521"/>
                </a:cxn>
                <a:cxn ang="0">
                  <a:pos x="csX10522" y="csY10522"/>
                </a:cxn>
                <a:cxn ang="0">
                  <a:pos x="csX10523" y="csY10523"/>
                </a:cxn>
                <a:cxn ang="0">
                  <a:pos x="csX10524" y="csY10524"/>
                </a:cxn>
                <a:cxn ang="0">
                  <a:pos x="csX10525" y="csY10525"/>
                </a:cxn>
                <a:cxn ang="0">
                  <a:pos x="csX10526" y="csY10526"/>
                </a:cxn>
                <a:cxn ang="0">
                  <a:pos x="csX10527" y="csY10527"/>
                </a:cxn>
                <a:cxn ang="0">
                  <a:pos x="csX10528" y="csY10528"/>
                </a:cxn>
                <a:cxn ang="0">
                  <a:pos x="csX10529" y="csY10529"/>
                </a:cxn>
                <a:cxn ang="0">
                  <a:pos x="csX10530" y="csY10530"/>
                </a:cxn>
                <a:cxn ang="0">
                  <a:pos x="csX10531" y="csY10531"/>
                </a:cxn>
                <a:cxn ang="0">
                  <a:pos x="csX10532" y="csY10532"/>
                </a:cxn>
                <a:cxn ang="0">
                  <a:pos x="csX10533" y="csY10533"/>
                </a:cxn>
                <a:cxn ang="0">
                  <a:pos x="csX10534" y="csY10534"/>
                </a:cxn>
                <a:cxn ang="0">
                  <a:pos x="csX10535" y="csY10535"/>
                </a:cxn>
                <a:cxn ang="0">
                  <a:pos x="csX10536" y="csY10536"/>
                </a:cxn>
                <a:cxn ang="0">
                  <a:pos x="csX10537" y="csY10537"/>
                </a:cxn>
                <a:cxn ang="0">
                  <a:pos x="csX10538" y="csY10538"/>
                </a:cxn>
                <a:cxn ang="0">
                  <a:pos x="csX10539" y="csY10539"/>
                </a:cxn>
                <a:cxn ang="0">
                  <a:pos x="csX10540" y="csY10540"/>
                </a:cxn>
                <a:cxn ang="0">
                  <a:pos x="csX10541" y="csY10541"/>
                </a:cxn>
                <a:cxn ang="0">
                  <a:pos x="csX10542" y="csY10542"/>
                </a:cxn>
                <a:cxn ang="0">
                  <a:pos x="csX10543" y="csY10543"/>
                </a:cxn>
                <a:cxn ang="0">
                  <a:pos x="csX10544" y="csY10544"/>
                </a:cxn>
                <a:cxn ang="0">
                  <a:pos x="csX10545" y="csY10545"/>
                </a:cxn>
                <a:cxn ang="0">
                  <a:pos x="csX10546" y="csY10546"/>
                </a:cxn>
                <a:cxn ang="0">
                  <a:pos x="csX10547" y="csY10547"/>
                </a:cxn>
                <a:cxn ang="0">
                  <a:pos x="csX10548" y="csY10548"/>
                </a:cxn>
                <a:cxn ang="0">
                  <a:pos x="csX10549" y="csY10549"/>
                </a:cxn>
                <a:cxn ang="0">
                  <a:pos x="csX10550" y="csY10550"/>
                </a:cxn>
                <a:cxn ang="0">
                  <a:pos x="csX10551" y="csY10551"/>
                </a:cxn>
                <a:cxn ang="0">
                  <a:pos x="csX10552" y="csY10552"/>
                </a:cxn>
                <a:cxn ang="0">
                  <a:pos x="csX10553" y="csY10553"/>
                </a:cxn>
                <a:cxn ang="0">
                  <a:pos x="csX10554" y="csY10554"/>
                </a:cxn>
                <a:cxn ang="0">
                  <a:pos x="csX10555" y="csY10555"/>
                </a:cxn>
                <a:cxn ang="0">
                  <a:pos x="csX10556" y="csY10556"/>
                </a:cxn>
                <a:cxn ang="0">
                  <a:pos x="csX10557" y="csY10557"/>
                </a:cxn>
                <a:cxn ang="0">
                  <a:pos x="csX10558" y="csY10558"/>
                </a:cxn>
                <a:cxn ang="0">
                  <a:pos x="csX10559" y="csY10559"/>
                </a:cxn>
                <a:cxn ang="0">
                  <a:pos x="csX10560" y="csY10560"/>
                </a:cxn>
                <a:cxn ang="0">
                  <a:pos x="csX10561" y="csY10561"/>
                </a:cxn>
                <a:cxn ang="0">
                  <a:pos x="csX10562" y="csY10562"/>
                </a:cxn>
                <a:cxn ang="0">
                  <a:pos x="csX10563" y="csY10563"/>
                </a:cxn>
                <a:cxn ang="0">
                  <a:pos x="csX10564" y="csY10564"/>
                </a:cxn>
                <a:cxn ang="0">
                  <a:pos x="csX10565" y="csY10565"/>
                </a:cxn>
                <a:cxn ang="0">
                  <a:pos x="csX10566" y="csY10566"/>
                </a:cxn>
                <a:cxn ang="0">
                  <a:pos x="csX10567" y="csY10567"/>
                </a:cxn>
                <a:cxn ang="0">
                  <a:pos x="csX10568" y="csY10568"/>
                </a:cxn>
                <a:cxn ang="0">
                  <a:pos x="csX10569" y="csY10569"/>
                </a:cxn>
                <a:cxn ang="0">
                  <a:pos x="csX10570" y="csY10570"/>
                </a:cxn>
                <a:cxn ang="0">
                  <a:pos x="csX10571" y="csY10571"/>
                </a:cxn>
                <a:cxn ang="0">
                  <a:pos x="csX10572" y="csY10572"/>
                </a:cxn>
                <a:cxn ang="0">
                  <a:pos x="csX10573" y="csY10573"/>
                </a:cxn>
                <a:cxn ang="0">
                  <a:pos x="csX10574" y="csY10574"/>
                </a:cxn>
                <a:cxn ang="0">
                  <a:pos x="csX10575" y="csY10575"/>
                </a:cxn>
                <a:cxn ang="0">
                  <a:pos x="csX10576" y="csY10576"/>
                </a:cxn>
                <a:cxn ang="0">
                  <a:pos x="csX10577" y="csY10577"/>
                </a:cxn>
                <a:cxn ang="0">
                  <a:pos x="csX10578" y="csY10578"/>
                </a:cxn>
                <a:cxn ang="0">
                  <a:pos x="csX10579" y="csY10579"/>
                </a:cxn>
                <a:cxn ang="0">
                  <a:pos x="csX10580" y="csY10580"/>
                </a:cxn>
                <a:cxn ang="0">
                  <a:pos x="csX10581" y="csY10581"/>
                </a:cxn>
                <a:cxn ang="0">
                  <a:pos x="csX10582" y="csY10582"/>
                </a:cxn>
                <a:cxn ang="0">
                  <a:pos x="csX10583" y="csY10583"/>
                </a:cxn>
                <a:cxn ang="0">
                  <a:pos x="csX10584" y="csY10584"/>
                </a:cxn>
                <a:cxn ang="0">
                  <a:pos x="csX10585" y="csY10585"/>
                </a:cxn>
                <a:cxn ang="0">
                  <a:pos x="csX10586" y="csY10586"/>
                </a:cxn>
                <a:cxn ang="0">
                  <a:pos x="csX10587" y="csY10587"/>
                </a:cxn>
                <a:cxn ang="0">
                  <a:pos x="csX10588" y="csY10588"/>
                </a:cxn>
                <a:cxn ang="0">
                  <a:pos x="csX10589" y="csY10589"/>
                </a:cxn>
                <a:cxn ang="0">
                  <a:pos x="csX10590" y="csY10590"/>
                </a:cxn>
                <a:cxn ang="0">
                  <a:pos x="csX10591" y="csY10591"/>
                </a:cxn>
                <a:cxn ang="0">
                  <a:pos x="csX10592" y="csY10592"/>
                </a:cxn>
                <a:cxn ang="0">
                  <a:pos x="csX10593" y="csY10593"/>
                </a:cxn>
                <a:cxn ang="0">
                  <a:pos x="csX10594" y="csY10594"/>
                </a:cxn>
                <a:cxn ang="0">
                  <a:pos x="csX10595" y="csY10595"/>
                </a:cxn>
                <a:cxn ang="0">
                  <a:pos x="csX10596" y="csY10596"/>
                </a:cxn>
                <a:cxn ang="0">
                  <a:pos x="csX10597" y="csY10597"/>
                </a:cxn>
                <a:cxn ang="0">
                  <a:pos x="csX10598" y="csY10598"/>
                </a:cxn>
                <a:cxn ang="0">
                  <a:pos x="csX10599" y="csY10599"/>
                </a:cxn>
                <a:cxn ang="0">
                  <a:pos x="csX10600" y="csY10600"/>
                </a:cxn>
                <a:cxn ang="0">
                  <a:pos x="csX10601" y="csY10601"/>
                </a:cxn>
                <a:cxn ang="0">
                  <a:pos x="csX10602" y="csY10602"/>
                </a:cxn>
                <a:cxn ang="0">
                  <a:pos x="csX10603" y="csY10603"/>
                </a:cxn>
                <a:cxn ang="0">
                  <a:pos x="csX10604" y="csY10604"/>
                </a:cxn>
                <a:cxn ang="0">
                  <a:pos x="csX10605" y="csY10605"/>
                </a:cxn>
                <a:cxn ang="0">
                  <a:pos x="csX10606" y="csY10606"/>
                </a:cxn>
                <a:cxn ang="0">
                  <a:pos x="csX10607" y="csY10607"/>
                </a:cxn>
                <a:cxn ang="0">
                  <a:pos x="csX10608" y="csY10608"/>
                </a:cxn>
                <a:cxn ang="0">
                  <a:pos x="csX10609" y="csY10609"/>
                </a:cxn>
                <a:cxn ang="0">
                  <a:pos x="csX10610" y="csY10610"/>
                </a:cxn>
                <a:cxn ang="0">
                  <a:pos x="csX10611" y="csY10611"/>
                </a:cxn>
                <a:cxn ang="0">
                  <a:pos x="csX10612" y="csY10612"/>
                </a:cxn>
                <a:cxn ang="0">
                  <a:pos x="csX10613" y="csY10613"/>
                </a:cxn>
                <a:cxn ang="0">
                  <a:pos x="csX10614" y="csY10614"/>
                </a:cxn>
                <a:cxn ang="0">
                  <a:pos x="csX10615" y="csY10615"/>
                </a:cxn>
                <a:cxn ang="0">
                  <a:pos x="csX10616" y="csY10616"/>
                </a:cxn>
                <a:cxn ang="0">
                  <a:pos x="csX10617" y="csY10617"/>
                </a:cxn>
                <a:cxn ang="0">
                  <a:pos x="csX10618" y="csY10618"/>
                </a:cxn>
                <a:cxn ang="0">
                  <a:pos x="csX10619" y="csY10619"/>
                </a:cxn>
                <a:cxn ang="0">
                  <a:pos x="csX10620" y="csY10620"/>
                </a:cxn>
                <a:cxn ang="0">
                  <a:pos x="csX10621" y="csY10621"/>
                </a:cxn>
                <a:cxn ang="0">
                  <a:pos x="csX10622" y="csY10622"/>
                </a:cxn>
                <a:cxn ang="0">
                  <a:pos x="csX10623" y="csY10623"/>
                </a:cxn>
                <a:cxn ang="0">
                  <a:pos x="csX10624" y="csY10624"/>
                </a:cxn>
                <a:cxn ang="0">
                  <a:pos x="csX10625" y="csY10625"/>
                </a:cxn>
                <a:cxn ang="0">
                  <a:pos x="csX10626" y="csY10626"/>
                </a:cxn>
                <a:cxn ang="0">
                  <a:pos x="csX10627" y="csY10627"/>
                </a:cxn>
                <a:cxn ang="0">
                  <a:pos x="csX10628" y="csY10628"/>
                </a:cxn>
                <a:cxn ang="0">
                  <a:pos x="csX10629" y="csY10629"/>
                </a:cxn>
                <a:cxn ang="0">
                  <a:pos x="csX10630" y="csY10630"/>
                </a:cxn>
                <a:cxn ang="0">
                  <a:pos x="csX10631" y="csY10631"/>
                </a:cxn>
                <a:cxn ang="0">
                  <a:pos x="csX10632" y="csY10632"/>
                </a:cxn>
                <a:cxn ang="0">
                  <a:pos x="csX10633" y="csY10633"/>
                </a:cxn>
                <a:cxn ang="0">
                  <a:pos x="csX10634" y="csY10634"/>
                </a:cxn>
                <a:cxn ang="0">
                  <a:pos x="csX10635" y="csY10635"/>
                </a:cxn>
                <a:cxn ang="0">
                  <a:pos x="csX10636" y="csY10636"/>
                </a:cxn>
                <a:cxn ang="0">
                  <a:pos x="csX10637" y="csY10637"/>
                </a:cxn>
                <a:cxn ang="0">
                  <a:pos x="csX10638" y="csY10638"/>
                </a:cxn>
                <a:cxn ang="0">
                  <a:pos x="csX10639" y="csY10639"/>
                </a:cxn>
                <a:cxn ang="0">
                  <a:pos x="csX10640" y="csY10640"/>
                </a:cxn>
                <a:cxn ang="0">
                  <a:pos x="csX10641" y="csY10641"/>
                </a:cxn>
                <a:cxn ang="0">
                  <a:pos x="csX10642" y="csY10642"/>
                </a:cxn>
                <a:cxn ang="0">
                  <a:pos x="csX10643" y="csY10643"/>
                </a:cxn>
                <a:cxn ang="0">
                  <a:pos x="csX10644" y="csY10644"/>
                </a:cxn>
                <a:cxn ang="0">
                  <a:pos x="csX10645" y="csY10645"/>
                </a:cxn>
                <a:cxn ang="0">
                  <a:pos x="csX10646" y="csY10646"/>
                </a:cxn>
                <a:cxn ang="0">
                  <a:pos x="csX10647" y="csY10647"/>
                </a:cxn>
                <a:cxn ang="0">
                  <a:pos x="csX10648" y="csY10648"/>
                </a:cxn>
                <a:cxn ang="0">
                  <a:pos x="csX10649" y="csY10649"/>
                </a:cxn>
                <a:cxn ang="0">
                  <a:pos x="csX10650" y="csY10650"/>
                </a:cxn>
                <a:cxn ang="0">
                  <a:pos x="csX10651" y="csY10651"/>
                </a:cxn>
                <a:cxn ang="0">
                  <a:pos x="csX10652" y="csY10652"/>
                </a:cxn>
                <a:cxn ang="0">
                  <a:pos x="csX10653" y="csY10653"/>
                </a:cxn>
                <a:cxn ang="0">
                  <a:pos x="csX10654" y="csY10654"/>
                </a:cxn>
                <a:cxn ang="0">
                  <a:pos x="csX10655" y="csY10655"/>
                </a:cxn>
                <a:cxn ang="0">
                  <a:pos x="csX10656" y="csY10656"/>
                </a:cxn>
                <a:cxn ang="0">
                  <a:pos x="csX10657" y="csY10657"/>
                </a:cxn>
                <a:cxn ang="0">
                  <a:pos x="csX10658" y="csY10658"/>
                </a:cxn>
                <a:cxn ang="0">
                  <a:pos x="csX10659" y="csY10659"/>
                </a:cxn>
                <a:cxn ang="0">
                  <a:pos x="csX10660" y="csY10660"/>
                </a:cxn>
                <a:cxn ang="0">
                  <a:pos x="csX10661" y="csY10661"/>
                </a:cxn>
                <a:cxn ang="0">
                  <a:pos x="csX10662" y="csY10662"/>
                </a:cxn>
                <a:cxn ang="0">
                  <a:pos x="csX10663" y="csY10663"/>
                </a:cxn>
                <a:cxn ang="0">
                  <a:pos x="csX10664" y="csY10664"/>
                </a:cxn>
                <a:cxn ang="0">
                  <a:pos x="csX10665" y="csY10665"/>
                </a:cxn>
                <a:cxn ang="0">
                  <a:pos x="csX10666" y="csY10666"/>
                </a:cxn>
                <a:cxn ang="0">
                  <a:pos x="csX10667" y="csY10667"/>
                </a:cxn>
                <a:cxn ang="0">
                  <a:pos x="csX10668" y="csY10668"/>
                </a:cxn>
                <a:cxn ang="0">
                  <a:pos x="csX10669" y="csY10669"/>
                </a:cxn>
                <a:cxn ang="0">
                  <a:pos x="csX10670" y="csY10670"/>
                </a:cxn>
                <a:cxn ang="0">
                  <a:pos x="csX10671" y="csY10671"/>
                </a:cxn>
                <a:cxn ang="0">
                  <a:pos x="csX10672" y="csY10672"/>
                </a:cxn>
                <a:cxn ang="0">
                  <a:pos x="csX10673" y="csY10673"/>
                </a:cxn>
                <a:cxn ang="0">
                  <a:pos x="csX10674" y="csY10674"/>
                </a:cxn>
                <a:cxn ang="0">
                  <a:pos x="csX10675" y="csY10675"/>
                </a:cxn>
                <a:cxn ang="0">
                  <a:pos x="csX10676" y="csY10676"/>
                </a:cxn>
                <a:cxn ang="0">
                  <a:pos x="csX10677" y="csY10677"/>
                </a:cxn>
                <a:cxn ang="0">
                  <a:pos x="csX10678" y="csY10678"/>
                </a:cxn>
                <a:cxn ang="0">
                  <a:pos x="csX10679" y="csY10679"/>
                </a:cxn>
                <a:cxn ang="0">
                  <a:pos x="csX10680" y="csY10680"/>
                </a:cxn>
                <a:cxn ang="0">
                  <a:pos x="csX10681" y="csY10681"/>
                </a:cxn>
                <a:cxn ang="0">
                  <a:pos x="csX10682" y="csY10682"/>
                </a:cxn>
                <a:cxn ang="0">
                  <a:pos x="csX10683" y="csY10683"/>
                </a:cxn>
                <a:cxn ang="0">
                  <a:pos x="csX10684" y="csY10684"/>
                </a:cxn>
                <a:cxn ang="0">
                  <a:pos x="csX10685" y="csY10685"/>
                </a:cxn>
                <a:cxn ang="0">
                  <a:pos x="csX10686" y="csY10686"/>
                </a:cxn>
                <a:cxn ang="0">
                  <a:pos x="csX10687" y="csY10687"/>
                </a:cxn>
                <a:cxn ang="0">
                  <a:pos x="csX10688" y="csY10688"/>
                </a:cxn>
                <a:cxn ang="0">
                  <a:pos x="csX10689" y="csY10689"/>
                </a:cxn>
                <a:cxn ang="0">
                  <a:pos x="csX10690" y="csY10690"/>
                </a:cxn>
                <a:cxn ang="0">
                  <a:pos x="csX10691" y="csY10691"/>
                </a:cxn>
                <a:cxn ang="0">
                  <a:pos x="csX10692" y="csY10692"/>
                </a:cxn>
                <a:cxn ang="0">
                  <a:pos x="csX10693" y="csY10693"/>
                </a:cxn>
                <a:cxn ang="0">
                  <a:pos x="csX10694" y="csY10694"/>
                </a:cxn>
                <a:cxn ang="0">
                  <a:pos x="csX10695" y="csY10695"/>
                </a:cxn>
                <a:cxn ang="0">
                  <a:pos x="csX10696" y="csY10696"/>
                </a:cxn>
                <a:cxn ang="0">
                  <a:pos x="csX10697" y="csY10697"/>
                </a:cxn>
                <a:cxn ang="0">
                  <a:pos x="csX10698" y="csY10698"/>
                </a:cxn>
                <a:cxn ang="0">
                  <a:pos x="csX10699" y="csY10699"/>
                </a:cxn>
                <a:cxn ang="0">
                  <a:pos x="csX10700" y="csY10700"/>
                </a:cxn>
                <a:cxn ang="0">
                  <a:pos x="csX10701" y="csY10701"/>
                </a:cxn>
                <a:cxn ang="0">
                  <a:pos x="csX10702" y="csY10702"/>
                </a:cxn>
                <a:cxn ang="0">
                  <a:pos x="csX10703" y="csY10703"/>
                </a:cxn>
                <a:cxn ang="0">
                  <a:pos x="csX10704" y="csY10704"/>
                </a:cxn>
                <a:cxn ang="0">
                  <a:pos x="csX10705" y="csY10705"/>
                </a:cxn>
                <a:cxn ang="0">
                  <a:pos x="csX10706" y="csY10706"/>
                </a:cxn>
                <a:cxn ang="0">
                  <a:pos x="csX10707" y="csY10707"/>
                </a:cxn>
                <a:cxn ang="0">
                  <a:pos x="csX10708" y="csY10708"/>
                </a:cxn>
                <a:cxn ang="0">
                  <a:pos x="csX10709" y="csY10709"/>
                </a:cxn>
                <a:cxn ang="0">
                  <a:pos x="csX10710" y="csY10710"/>
                </a:cxn>
                <a:cxn ang="0">
                  <a:pos x="csX10711" y="csY10711"/>
                </a:cxn>
                <a:cxn ang="0">
                  <a:pos x="csX10712" y="csY10712"/>
                </a:cxn>
                <a:cxn ang="0">
                  <a:pos x="csX10713" y="csY10713"/>
                </a:cxn>
                <a:cxn ang="0">
                  <a:pos x="csX10714" y="csY10714"/>
                </a:cxn>
                <a:cxn ang="0">
                  <a:pos x="csX10715" y="csY10715"/>
                </a:cxn>
                <a:cxn ang="0">
                  <a:pos x="csX10716" y="csY10716"/>
                </a:cxn>
                <a:cxn ang="0">
                  <a:pos x="csX10717" y="csY10717"/>
                </a:cxn>
                <a:cxn ang="0">
                  <a:pos x="csX10718" y="csY10718"/>
                </a:cxn>
                <a:cxn ang="0">
                  <a:pos x="csX10719" y="csY10719"/>
                </a:cxn>
                <a:cxn ang="0">
                  <a:pos x="csX10720" y="csY10720"/>
                </a:cxn>
                <a:cxn ang="0">
                  <a:pos x="csX10721" y="csY10721"/>
                </a:cxn>
                <a:cxn ang="0">
                  <a:pos x="csX10722" y="csY10722"/>
                </a:cxn>
                <a:cxn ang="0">
                  <a:pos x="csX10723" y="csY10723"/>
                </a:cxn>
                <a:cxn ang="0">
                  <a:pos x="csX10724" y="csY10724"/>
                </a:cxn>
                <a:cxn ang="0">
                  <a:pos x="csX10725" y="csY10725"/>
                </a:cxn>
                <a:cxn ang="0">
                  <a:pos x="csX10726" y="csY10726"/>
                </a:cxn>
                <a:cxn ang="0">
                  <a:pos x="csX10727" y="csY10727"/>
                </a:cxn>
                <a:cxn ang="0">
                  <a:pos x="csX10728" y="csY10728"/>
                </a:cxn>
                <a:cxn ang="0">
                  <a:pos x="csX10729" y="csY10729"/>
                </a:cxn>
                <a:cxn ang="0">
                  <a:pos x="csX10730" y="csY10730"/>
                </a:cxn>
                <a:cxn ang="0">
                  <a:pos x="csX10731" y="csY10731"/>
                </a:cxn>
                <a:cxn ang="0">
                  <a:pos x="csX10732" y="csY10732"/>
                </a:cxn>
                <a:cxn ang="0">
                  <a:pos x="csX10733" y="csY10733"/>
                </a:cxn>
                <a:cxn ang="0">
                  <a:pos x="csX10734" y="csY10734"/>
                </a:cxn>
                <a:cxn ang="0">
                  <a:pos x="csX10735" y="csY10735"/>
                </a:cxn>
                <a:cxn ang="0">
                  <a:pos x="csX10736" y="csY10736"/>
                </a:cxn>
                <a:cxn ang="0">
                  <a:pos x="csX10737" y="csY10737"/>
                </a:cxn>
                <a:cxn ang="0">
                  <a:pos x="csX10738" y="csY10738"/>
                </a:cxn>
                <a:cxn ang="0">
                  <a:pos x="csX10739" y="csY10739"/>
                </a:cxn>
                <a:cxn ang="0">
                  <a:pos x="csX10740" y="csY10740"/>
                </a:cxn>
                <a:cxn ang="0">
                  <a:pos x="csX10741" y="csY10741"/>
                </a:cxn>
                <a:cxn ang="0">
                  <a:pos x="csX10742" y="csY10742"/>
                </a:cxn>
                <a:cxn ang="0">
                  <a:pos x="csX10743" y="csY10743"/>
                </a:cxn>
                <a:cxn ang="0">
                  <a:pos x="csX10744" y="csY10744"/>
                </a:cxn>
                <a:cxn ang="0">
                  <a:pos x="csX10745" y="csY10745"/>
                </a:cxn>
                <a:cxn ang="0">
                  <a:pos x="csX10746" y="csY10746"/>
                </a:cxn>
                <a:cxn ang="0">
                  <a:pos x="csX10747" y="csY10747"/>
                </a:cxn>
                <a:cxn ang="0">
                  <a:pos x="csX10748" y="csY10748"/>
                </a:cxn>
                <a:cxn ang="0">
                  <a:pos x="csX10749" y="csY10749"/>
                </a:cxn>
                <a:cxn ang="0">
                  <a:pos x="csX10750" y="csY10750"/>
                </a:cxn>
                <a:cxn ang="0">
                  <a:pos x="csX10751" y="csY10751"/>
                </a:cxn>
                <a:cxn ang="0">
                  <a:pos x="csX10752" y="csY10752"/>
                </a:cxn>
                <a:cxn ang="0">
                  <a:pos x="csX10753" y="csY10753"/>
                </a:cxn>
                <a:cxn ang="0">
                  <a:pos x="csX10754" y="csY10754"/>
                </a:cxn>
                <a:cxn ang="0">
                  <a:pos x="csX10755" y="csY10755"/>
                </a:cxn>
                <a:cxn ang="0">
                  <a:pos x="csX10756" y="csY10756"/>
                </a:cxn>
                <a:cxn ang="0">
                  <a:pos x="csX10757" y="csY10757"/>
                </a:cxn>
                <a:cxn ang="0">
                  <a:pos x="csX10758" y="csY10758"/>
                </a:cxn>
                <a:cxn ang="0">
                  <a:pos x="csX10759" y="csY10759"/>
                </a:cxn>
                <a:cxn ang="0">
                  <a:pos x="csX10760" y="csY10760"/>
                </a:cxn>
                <a:cxn ang="0">
                  <a:pos x="csX10761" y="csY10761"/>
                </a:cxn>
                <a:cxn ang="0">
                  <a:pos x="csX10762" y="csY10762"/>
                </a:cxn>
                <a:cxn ang="0">
                  <a:pos x="csX10763" y="csY10763"/>
                </a:cxn>
                <a:cxn ang="0">
                  <a:pos x="csX10764" y="csY10764"/>
                </a:cxn>
                <a:cxn ang="0">
                  <a:pos x="csX10765" y="csY10765"/>
                </a:cxn>
                <a:cxn ang="0">
                  <a:pos x="csX10766" y="csY10766"/>
                </a:cxn>
                <a:cxn ang="0">
                  <a:pos x="csX10767" y="csY10767"/>
                </a:cxn>
                <a:cxn ang="0">
                  <a:pos x="csX10768" y="csY10768"/>
                </a:cxn>
                <a:cxn ang="0">
                  <a:pos x="csX10769" y="csY10769"/>
                </a:cxn>
                <a:cxn ang="0">
                  <a:pos x="csX10770" y="csY10770"/>
                </a:cxn>
                <a:cxn ang="0">
                  <a:pos x="csX10771" y="csY10771"/>
                </a:cxn>
                <a:cxn ang="0">
                  <a:pos x="csX10772" y="csY10772"/>
                </a:cxn>
                <a:cxn ang="0">
                  <a:pos x="csX10773" y="csY10773"/>
                </a:cxn>
                <a:cxn ang="0">
                  <a:pos x="csX10774" y="csY10774"/>
                </a:cxn>
                <a:cxn ang="0">
                  <a:pos x="csX10775" y="csY10775"/>
                </a:cxn>
                <a:cxn ang="0">
                  <a:pos x="csX10776" y="csY10776"/>
                </a:cxn>
                <a:cxn ang="0">
                  <a:pos x="csX10777" y="csY10777"/>
                </a:cxn>
                <a:cxn ang="0">
                  <a:pos x="csX10778" y="csY10778"/>
                </a:cxn>
                <a:cxn ang="0">
                  <a:pos x="csX10779" y="csY10779"/>
                </a:cxn>
                <a:cxn ang="0">
                  <a:pos x="csX10780" y="csY10780"/>
                </a:cxn>
                <a:cxn ang="0">
                  <a:pos x="csX10781" y="csY10781"/>
                </a:cxn>
                <a:cxn ang="0">
                  <a:pos x="csX10782" y="csY10782"/>
                </a:cxn>
                <a:cxn ang="0">
                  <a:pos x="csX10783" y="csY10783"/>
                </a:cxn>
                <a:cxn ang="0">
                  <a:pos x="csX10784" y="csY10784"/>
                </a:cxn>
                <a:cxn ang="0">
                  <a:pos x="csX10785" y="csY10785"/>
                </a:cxn>
                <a:cxn ang="0">
                  <a:pos x="csX10786" y="csY10786"/>
                </a:cxn>
                <a:cxn ang="0">
                  <a:pos x="csX10787" y="csY10787"/>
                </a:cxn>
                <a:cxn ang="0">
                  <a:pos x="csX10788" y="csY10788"/>
                </a:cxn>
                <a:cxn ang="0">
                  <a:pos x="csX10789" y="csY10789"/>
                </a:cxn>
                <a:cxn ang="0">
                  <a:pos x="csX10790" y="csY10790"/>
                </a:cxn>
                <a:cxn ang="0">
                  <a:pos x="csX10791" y="csY10791"/>
                </a:cxn>
                <a:cxn ang="0">
                  <a:pos x="csX10792" y="csY10792"/>
                </a:cxn>
                <a:cxn ang="0">
                  <a:pos x="csX10793" y="csY10793"/>
                </a:cxn>
                <a:cxn ang="0">
                  <a:pos x="csX10794" y="csY10794"/>
                </a:cxn>
                <a:cxn ang="0">
                  <a:pos x="csX10795" y="csY10795"/>
                </a:cxn>
                <a:cxn ang="0">
                  <a:pos x="csX10796" y="csY10796"/>
                </a:cxn>
                <a:cxn ang="0">
                  <a:pos x="csX10797" y="csY10797"/>
                </a:cxn>
                <a:cxn ang="0">
                  <a:pos x="csX10798" y="csY10798"/>
                </a:cxn>
                <a:cxn ang="0">
                  <a:pos x="csX10799" y="csY10799"/>
                </a:cxn>
                <a:cxn ang="0">
                  <a:pos x="csX10800" y="csY10800"/>
                </a:cxn>
                <a:cxn ang="0">
                  <a:pos x="csX10801" y="csY10801"/>
                </a:cxn>
                <a:cxn ang="0">
                  <a:pos x="csX10802" y="csY10802"/>
                </a:cxn>
                <a:cxn ang="0">
                  <a:pos x="csX10803" y="csY10803"/>
                </a:cxn>
                <a:cxn ang="0">
                  <a:pos x="csX10804" y="csY10804"/>
                </a:cxn>
                <a:cxn ang="0">
                  <a:pos x="csX10805" y="csY10805"/>
                </a:cxn>
                <a:cxn ang="0">
                  <a:pos x="csX10806" y="csY10806"/>
                </a:cxn>
                <a:cxn ang="0">
                  <a:pos x="csX10807" y="csY10807"/>
                </a:cxn>
                <a:cxn ang="0">
                  <a:pos x="csX10808" y="csY10808"/>
                </a:cxn>
                <a:cxn ang="0">
                  <a:pos x="csX10809" y="csY10809"/>
                </a:cxn>
                <a:cxn ang="0">
                  <a:pos x="csX10810" y="csY10810"/>
                </a:cxn>
                <a:cxn ang="0">
                  <a:pos x="csX10811" y="csY10811"/>
                </a:cxn>
                <a:cxn ang="0">
                  <a:pos x="csX10812" y="csY10812"/>
                </a:cxn>
                <a:cxn ang="0">
                  <a:pos x="csX10813" y="csY10813"/>
                </a:cxn>
                <a:cxn ang="0">
                  <a:pos x="csX10814" y="csY10814"/>
                </a:cxn>
                <a:cxn ang="0">
                  <a:pos x="csX10815" y="csY10815"/>
                </a:cxn>
                <a:cxn ang="0">
                  <a:pos x="csX10816" y="csY10816"/>
                </a:cxn>
                <a:cxn ang="0">
                  <a:pos x="csX10817" y="csY10817"/>
                </a:cxn>
                <a:cxn ang="0">
                  <a:pos x="csX10818" y="csY10818"/>
                </a:cxn>
                <a:cxn ang="0">
                  <a:pos x="csX10819" y="csY10819"/>
                </a:cxn>
                <a:cxn ang="0">
                  <a:pos x="csX10820" y="csY10820"/>
                </a:cxn>
                <a:cxn ang="0">
                  <a:pos x="csX10821" y="csY10821"/>
                </a:cxn>
                <a:cxn ang="0">
                  <a:pos x="csX10822" y="csY10822"/>
                </a:cxn>
                <a:cxn ang="0">
                  <a:pos x="csX10823" y="csY10823"/>
                </a:cxn>
                <a:cxn ang="0">
                  <a:pos x="csX10824" y="csY10824"/>
                </a:cxn>
                <a:cxn ang="0">
                  <a:pos x="csX10825" y="csY10825"/>
                </a:cxn>
                <a:cxn ang="0">
                  <a:pos x="csX10826" y="csY10826"/>
                </a:cxn>
                <a:cxn ang="0">
                  <a:pos x="csX10827" y="csY10827"/>
                </a:cxn>
                <a:cxn ang="0">
                  <a:pos x="csX10828" y="csY10828"/>
                </a:cxn>
                <a:cxn ang="0">
                  <a:pos x="csX10829" y="csY10829"/>
                </a:cxn>
                <a:cxn ang="0">
                  <a:pos x="csX10830" y="csY10830"/>
                </a:cxn>
                <a:cxn ang="0">
                  <a:pos x="csX10831" y="csY10831"/>
                </a:cxn>
                <a:cxn ang="0">
                  <a:pos x="csX10832" y="csY10832"/>
                </a:cxn>
                <a:cxn ang="0">
                  <a:pos x="csX10833" y="csY10833"/>
                </a:cxn>
                <a:cxn ang="0">
                  <a:pos x="csX10834" y="csY10834"/>
                </a:cxn>
                <a:cxn ang="0">
                  <a:pos x="csX10835" y="csY10835"/>
                </a:cxn>
                <a:cxn ang="0">
                  <a:pos x="csX10836" y="csY10836"/>
                </a:cxn>
                <a:cxn ang="0">
                  <a:pos x="csX10837" y="csY10837"/>
                </a:cxn>
                <a:cxn ang="0">
                  <a:pos x="csX10838" y="csY10838"/>
                </a:cxn>
                <a:cxn ang="0">
                  <a:pos x="csX10839" y="csY10839"/>
                </a:cxn>
                <a:cxn ang="0">
                  <a:pos x="csX10840" y="csY10840"/>
                </a:cxn>
                <a:cxn ang="0">
                  <a:pos x="csX10841" y="csY10841"/>
                </a:cxn>
                <a:cxn ang="0">
                  <a:pos x="csX10842" y="csY10842"/>
                </a:cxn>
                <a:cxn ang="0">
                  <a:pos x="csX10843" y="csY10843"/>
                </a:cxn>
                <a:cxn ang="0">
                  <a:pos x="csX10844" y="csY10844"/>
                </a:cxn>
                <a:cxn ang="0">
                  <a:pos x="csX10845" y="csY10845"/>
                </a:cxn>
                <a:cxn ang="0">
                  <a:pos x="csX10846" y="csY10846"/>
                </a:cxn>
                <a:cxn ang="0">
                  <a:pos x="csX10847" y="csY10847"/>
                </a:cxn>
                <a:cxn ang="0">
                  <a:pos x="csX10848" y="csY10848"/>
                </a:cxn>
                <a:cxn ang="0">
                  <a:pos x="csX10849" y="csY10849"/>
                </a:cxn>
                <a:cxn ang="0">
                  <a:pos x="csX10850" y="csY10850"/>
                </a:cxn>
                <a:cxn ang="0">
                  <a:pos x="csX10851" y="csY10851"/>
                </a:cxn>
                <a:cxn ang="0">
                  <a:pos x="csX10852" y="csY10852"/>
                </a:cxn>
                <a:cxn ang="0">
                  <a:pos x="csX10853" y="csY10853"/>
                </a:cxn>
                <a:cxn ang="0">
                  <a:pos x="csX10854" y="csY10854"/>
                </a:cxn>
                <a:cxn ang="0">
                  <a:pos x="csX10855" y="csY10855"/>
                </a:cxn>
                <a:cxn ang="0">
                  <a:pos x="csX10856" y="csY10856"/>
                </a:cxn>
                <a:cxn ang="0">
                  <a:pos x="csX10857" y="csY10857"/>
                </a:cxn>
                <a:cxn ang="0">
                  <a:pos x="csX10858" y="csY10858"/>
                </a:cxn>
                <a:cxn ang="0">
                  <a:pos x="csX10859" y="csY10859"/>
                </a:cxn>
                <a:cxn ang="0">
                  <a:pos x="csX10860" y="csY10860"/>
                </a:cxn>
                <a:cxn ang="0">
                  <a:pos x="csX10861" y="csY10861"/>
                </a:cxn>
                <a:cxn ang="0">
                  <a:pos x="csX10862" y="csY10862"/>
                </a:cxn>
                <a:cxn ang="0">
                  <a:pos x="csX10863" y="csY10863"/>
                </a:cxn>
                <a:cxn ang="0">
                  <a:pos x="csX10864" y="csY10864"/>
                </a:cxn>
                <a:cxn ang="0">
                  <a:pos x="csX10865" y="csY10865"/>
                </a:cxn>
                <a:cxn ang="0">
                  <a:pos x="csX10866" y="csY10866"/>
                </a:cxn>
                <a:cxn ang="0">
                  <a:pos x="csX10867" y="csY10867"/>
                </a:cxn>
                <a:cxn ang="0">
                  <a:pos x="csX10868" y="csY10868"/>
                </a:cxn>
                <a:cxn ang="0">
                  <a:pos x="csX10869" y="csY10869"/>
                </a:cxn>
                <a:cxn ang="0">
                  <a:pos x="csX10870" y="csY10870"/>
                </a:cxn>
                <a:cxn ang="0">
                  <a:pos x="csX10871" y="csY10871"/>
                </a:cxn>
                <a:cxn ang="0">
                  <a:pos x="csX10872" y="csY10872"/>
                </a:cxn>
                <a:cxn ang="0">
                  <a:pos x="csX10873" y="csY10873"/>
                </a:cxn>
                <a:cxn ang="0">
                  <a:pos x="csX10874" y="csY10874"/>
                </a:cxn>
                <a:cxn ang="0">
                  <a:pos x="csX10875" y="csY10875"/>
                </a:cxn>
                <a:cxn ang="0">
                  <a:pos x="csX10876" y="csY10876"/>
                </a:cxn>
                <a:cxn ang="0">
                  <a:pos x="csX10877" y="csY10877"/>
                </a:cxn>
                <a:cxn ang="0">
                  <a:pos x="csX10878" y="csY10878"/>
                </a:cxn>
                <a:cxn ang="0">
                  <a:pos x="csX10879" y="csY10879"/>
                </a:cxn>
                <a:cxn ang="0">
                  <a:pos x="csX10880" y="csY10880"/>
                </a:cxn>
                <a:cxn ang="0">
                  <a:pos x="csX10881" y="csY10881"/>
                </a:cxn>
                <a:cxn ang="0">
                  <a:pos x="csX10882" y="csY10882"/>
                </a:cxn>
                <a:cxn ang="0">
                  <a:pos x="csX10883" y="csY10883"/>
                </a:cxn>
                <a:cxn ang="0">
                  <a:pos x="csX10884" y="csY10884"/>
                </a:cxn>
                <a:cxn ang="0">
                  <a:pos x="csX10885" y="csY10885"/>
                </a:cxn>
                <a:cxn ang="0">
                  <a:pos x="csX10886" y="csY10886"/>
                </a:cxn>
                <a:cxn ang="0">
                  <a:pos x="csX10887" y="csY10887"/>
                </a:cxn>
                <a:cxn ang="0">
                  <a:pos x="csX10888" y="csY10888"/>
                </a:cxn>
                <a:cxn ang="0">
                  <a:pos x="csX10889" y="csY10889"/>
                </a:cxn>
                <a:cxn ang="0">
                  <a:pos x="csX10890" y="csY10890"/>
                </a:cxn>
                <a:cxn ang="0">
                  <a:pos x="csX10891" y="csY10891"/>
                </a:cxn>
                <a:cxn ang="0">
                  <a:pos x="csX10892" y="csY10892"/>
                </a:cxn>
                <a:cxn ang="0">
                  <a:pos x="csX10893" y="csY10893"/>
                </a:cxn>
                <a:cxn ang="0">
                  <a:pos x="csX10894" y="csY10894"/>
                </a:cxn>
                <a:cxn ang="0">
                  <a:pos x="csX10895" y="csY10895"/>
                </a:cxn>
                <a:cxn ang="0">
                  <a:pos x="csX10896" y="csY10896"/>
                </a:cxn>
                <a:cxn ang="0">
                  <a:pos x="csX10897" y="csY10897"/>
                </a:cxn>
                <a:cxn ang="0">
                  <a:pos x="csX10898" y="csY10898"/>
                </a:cxn>
                <a:cxn ang="0">
                  <a:pos x="csX10899" y="csY10899"/>
                </a:cxn>
                <a:cxn ang="0">
                  <a:pos x="csX10900" y="csY10900"/>
                </a:cxn>
                <a:cxn ang="0">
                  <a:pos x="csX10901" y="csY10901"/>
                </a:cxn>
                <a:cxn ang="0">
                  <a:pos x="csX10902" y="csY10902"/>
                </a:cxn>
                <a:cxn ang="0">
                  <a:pos x="csX10903" y="csY10903"/>
                </a:cxn>
                <a:cxn ang="0">
                  <a:pos x="csX10904" y="csY10904"/>
                </a:cxn>
                <a:cxn ang="0">
                  <a:pos x="csX10905" y="csY10905"/>
                </a:cxn>
                <a:cxn ang="0">
                  <a:pos x="csX10906" y="csY10906"/>
                </a:cxn>
                <a:cxn ang="0">
                  <a:pos x="csX10907" y="csY10907"/>
                </a:cxn>
                <a:cxn ang="0">
                  <a:pos x="csX10908" y="csY10908"/>
                </a:cxn>
                <a:cxn ang="0">
                  <a:pos x="csX10909" y="csY10909"/>
                </a:cxn>
                <a:cxn ang="0">
                  <a:pos x="csX10910" y="csY10910"/>
                </a:cxn>
                <a:cxn ang="0">
                  <a:pos x="csX10911" y="csY10911"/>
                </a:cxn>
                <a:cxn ang="0">
                  <a:pos x="csX10912" y="csY10912"/>
                </a:cxn>
                <a:cxn ang="0">
                  <a:pos x="csX10913" y="csY10913"/>
                </a:cxn>
                <a:cxn ang="0">
                  <a:pos x="csX10914" y="csY10914"/>
                </a:cxn>
                <a:cxn ang="0">
                  <a:pos x="csX10915" y="csY10915"/>
                </a:cxn>
                <a:cxn ang="0">
                  <a:pos x="csX10916" y="csY10916"/>
                </a:cxn>
                <a:cxn ang="0">
                  <a:pos x="csX10917" y="csY10917"/>
                </a:cxn>
                <a:cxn ang="0">
                  <a:pos x="csX10918" y="csY10918"/>
                </a:cxn>
                <a:cxn ang="0">
                  <a:pos x="csX10919" y="csY10919"/>
                </a:cxn>
                <a:cxn ang="0">
                  <a:pos x="csX10920" y="csY10920"/>
                </a:cxn>
                <a:cxn ang="0">
                  <a:pos x="csX10921" y="csY10921"/>
                </a:cxn>
                <a:cxn ang="0">
                  <a:pos x="csX10922" y="csY10922"/>
                </a:cxn>
                <a:cxn ang="0">
                  <a:pos x="csX10923" y="csY10923"/>
                </a:cxn>
                <a:cxn ang="0">
                  <a:pos x="csX10924" y="csY10924"/>
                </a:cxn>
                <a:cxn ang="0">
                  <a:pos x="csX10925" y="csY10925"/>
                </a:cxn>
                <a:cxn ang="0">
                  <a:pos x="csX10926" y="csY10926"/>
                </a:cxn>
                <a:cxn ang="0">
                  <a:pos x="csX10927" y="csY10927"/>
                </a:cxn>
                <a:cxn ang="0">
                  <a:pos x="csX10928" y="csY10928"/>
                </a:cxn>
                <a:cxn ang="0">
                  <a:pos x="csX10929" y="csY10929"/>
                </a:cxn>
                <a:cxn ang="0">
                  <a:pos x="csX10930" y="csY10930"/>
                </a:cxn>
                <a:cxn ang="0">
                  <a:pos x="csX10931" y="csY10931"/>
                </a:cxn>
                <a:cxn ang="0">
                  <a:pos x="csX10932" y="csY10932"/>
                </a:cxn>
                <a:cxn ang="0">
                  <a:pos x="csX10933" y="csY10933"/>
                </a:cxn>
                <a:cxn ang="0">
                  <a:pos x="csX10934" y="csY10934"/>
                </a:cxn>
                <a:cxn ang="0">
                  <a:pos x="csX10935" y="csY10935"/>
                </a:cxn>
                <a:cxn ang="0">
                  <a:pos x="csX10936" y="csY10936"/>
                </a:cxn>
                <a:cxn ang="0">
                  <a:pos x="csX10937" y="csY10937"/>
                </a:cxn>
                <a:cxn ang="0">
                  <a:pos x="csX10938" y="csY10938"/>
                </a:cxn>
                <a:cxn ang="0">
                  <a:pos x="csX10939" y="csY10939"/>
                </a:cxn>
                <a:cxn ang="0">
                  <a:pos x="csX10940" y="csY10940"/>
                </a:cxn>
                <a:cxn ang="0">
                  <a:pos x="csX10941" y="csY10941"/>
                </a:cxn>
                <a:cxn ang="0">
                  <a:pos x="csX10942" y="csY10942"/>
                </a:cxn>
                <a:cxn ang="0">
                  <a:pos x="csX10943" y="csY10943"/>
                </a:cxn>
                <a:cxn ang="0">
                  <a:pos x="csX10944" y="csY10944"/>
                </a:cxn>
                <a:cxn ang="0">
                  <a:pos x="csX10945" y="csY10945"/>
                </a:cxn>
                <a:cxn ang="0">
                  <a:pos x="csX10946" y="csY10946"/>
                </a:cxn>
                <a:cxn ang="0">
                  <a:pos x="csX10947" y="csY10947"/>
                </a:cxn>
                <a:cxn ang="0">
                  <a:pos x="csX10948" y="csY10948"/>
                </a:cxn>
                <a:cxn ang="0">
                  <a:pos x="csX10949" y="csY10949"/>
                </a:cxn>
                <a:cxn ang="0">
                  <a:pos x="csX10950" y="csY10950"/>
                </a:cxn>
                <a:cxn ang="0">
                  <a:pos x="csX10951" y="csY10951"/>
                </a:cxn>
                <a:cxn ang="0">
                  <a:pos x="csX10952" y="csY10952"/>
                </a:cxn>
                <a:cxn ang="0">
                  <a:pos x="csX10953" y="csY10953"/>
                </a:cxn>
                <a:cxn ang="0">
                  <a:pos x="csX10954" y="csY10954"/>
                </a:cxn>
                <a:cxn ang="0">
                  <a:pos x="csX10955" y="csY10955"/>
                </a:cxn>
                <a:cxn ang="0">
                  <a:pos x="csX10956" y="csY10956"/>
                </a:cxn>
                <a:cxn ang="0">
                  <a:pos x="csX10957" y="csY10957"/>
                </a:cxn>
                <a:cxn ang="0">
                  <a:pos x="csX10958" y="csY10958"/>
                </a:cxn>
                <a:cxn ang="0">
                  <a:pos x="csX10959" y="csY10959"/>
                </a:cxn>
                <a:cxn ang="0">
                  <a:pos x="csX10960" y="csY10960"/>
                </a:cxn>
                <a:cxn ang="0">
                  <a:pos x="csX10961" y="csY10961"/>
                </a:cxn>
                <a:cxn ang="0">
                  <a:pos x="csX10962" y="csY10962"/>
                </a:cxn>
                <a:cxn ang="0">
                  <a:pos x="csX10963" y="csY10963"/>
                </a:cxn>
                <a:cxn ang="0">
                  <a:pos x="csX10964" y="csY10964"/>
                </a:cxn>
                <a:cxn ang="0">
                  <a:pos x="csX10965" y="csY10965"/>
                </a:cxn>
                <a:cxn ang="0">
                  <a:pos x="csX10966" y="csY10966"/>
                </a:cxn>
                <a:cxn ang="0">
                  <a:pos x="csX10967" y="csY10967"/>
                </a:cxn>
                <a:cxn ang="0">
                  <a:pos x="csX10968" y="csY10968"/>
                </a:cxn>
                <a:cxn ang="0">
                  <a:pos x="csX10969" y="csY10969"/>
                </a:cxn>
                <a:cxn ang="0">
                  <a:pos x="csX10970" y="csY10970"/>
                </a:cxn>
                <a:cxn ang="0">
                  <a:pos x="csX10971" y="csY10971"/>
                </a:cxn>
                <a:cxn ang="0">
                  <a:pos x="csX10972" y="csY10972"/>
                </a:cxn>
                <a:cxn ang="0">
                  <a:pos x="csX10973" y="csY10973"/>
                </a:cxn>
                <a:cxn ang="0">
                  <a:pos x="csX10974" y="csY10974"/>
                </a:cxn>
                <a:cxn ang="0">
                  <a:pos x="csX10975" y="csY10975"/>
                </a:cxn>
                <a:cxn ang="0">
                  <a:pos x="csX10976" y="csY10976"/>
                </a:cxn>
                <a:cxn ang="0">
                  <a:pos x="csX10977" y="csY10977"/>
                </a:cxn>
                <a:cxn ang="0">
                  <a:pos x="csX10978" y="csY10978"/>
                </a:cxn>
                <a:cxn ang="0">
                  <a:pos x="csX10979" y="csY10979"/>
                </a:cxn>
                <a:cxn ang="0">
                  <a:pos x="csX10980" y="csY10980"/>
                </a:cxn>
                <a:cxn ang="0">
                  <a:pos x="csX10981" y="csY10981"/>
                </a:cxn>
                <a:cxn ang="0">
                  <a:pos x="csX10982" y="csY10982"/>
                </a:cxn>
                <a:cxn ang="0">
                  <a:pos x="csX10983" y="csY10983"/>
                </a:cxn>
                <a:cxn ang="0">
                  <a:pos x="csX10984" y="csY10984"/>
                </a:cxn>
                <a:cxn ang="0">
                  <a:pos x="csX10985" y="csY10985"/>
                </a:cxn>
                <a:cxn ang="0">
                  <a:pos x="csX10986" y="csY10986"/>
                </a:cxn>
                <a:cxn ang="0">
                  <a:pos x="csX10987" y="csY10987"/>
                </a:cxn>
                <a:cxn ang="0">
                  <a:pos x="csX10988" y="csY10988"/>
                </a:cxn>
                <a:cxn ang="0">
                  <a:pos x="csX10989" y="csY10989"/>
                </a:cxn>
                <a:cxn ang="0">
                  <a:pos x="csX10990" y="csY10990"/>
                </a:cxn>
                <a:cxn ang="0">
                  <a:pos x="csX10991" y="csY10991"/>
                </a:cxn>
                <a:cxn ang="0">
                  <a:pos x="csX10992" y="csY10992"/>
                </a:cxn>
                <a:cxn ang="0">
                  <a:pos x="csX10993" y="csY10993"/>
                </a:cxn>
                <a:cxn ang="0">
                  <a:pos x="csX10994" y="csY10994"/>
                </a:cxn>
                <a:cxn ang="0">
                  <a:pos x="csX10995" y="csY10995"/>
                </a:cxn>
                <a:cxn ang="0">
                  <a:pos x="csX10996" y="csY10996"/>
                </a:cxn>
                <a:cxn ang="0">
                  <a:pos x="csX10997" y="csY10997"/>
                </a:cxn>
                <a:cxn ang="0">
                  <a:pos x="csX10998" y="csY10998"/>
                </a:cxn>
                <a:cxn ang="0">
                  <a:pos x="csX10999" y="csY10999"/>
                </a:cxn>
                <a:cxn ang="0">
                  <a:pos x="csX11000" y="csY11000"/>
                </a:cxn>
                <a:cxn ang="0">
                  <a:pos x="csX11001" y="csY11001"/>
                </a:cxn>
                <a:cxn ang="0">
                  <a:pos x="csX11002" y="csY11002"/>
                </a:cxn>
                <a:cxn ang="0">
                  <a:pos x="csX11003" y="csY11003"/>
                </a:cxn>
                <a:cxn ang="0">
                  <a:pos x="csX11004" y="csY11004"/>
                </a:cxn>
                <a:cxn ang="0">
                  <a:pos x="csX11005" y="csY11005"/>
                </a:cxn>
                <a:cxn ang="0">
                  <a:pos x="csX11006" y="csY11006"/>
                </a:cxn>
                <a:cxn ang="0">
                  <a:pos x="csX11007" y="csY11007"/>
                </a:cxn>
                <a:cxn ang="0">
                  <a:pos x="csX11008" y="csY11008"/>
                </a:cxn>
                <a:cxn ang="0">
                  <a:pos x="csX11009" y="csY11009"/>
                </a:cxn>
                <a:cxn ang="0">
                  <a:pos x="csX11010" y="csY11010"/>
                </a:cxn>
                <a:cxn ang="0">
                  <a:pos x="csX11011" y="csY11011"/>
                </a:cxn>
                <a:cxn ang="0">
                  <a:pos x="csX11012" y="csY11012"/>
                </a:cxn>
                <a:cxn ang="0">
                  <a:pos x="csX11013" y="csY11013"/>
                </a:cxn>
                <a:cxn ang="0">
                  <a:pos x="csX11014" y="csY11014"/>
                </a:cxn>
                <a:cxn ang="0">
                  <a:pos x="csX11015" y="csY11015"/>
                </a:cxn>
                <a:cxn ang="0">
                  <a:pos x="csX11016" y="csY11016"/>
                </a:cxn>
                <a:cxn ang="0">
                  <a:pos x="csX11017" y="csY11017"/>
                </a:cxn>
                <a:cxn ang="0">
                  <a:pos x="csX11018" y="csY11018"/>
                </a:cxn>
                <a:cxn ang="0">
                  <a:pos x="csX11019" y="csY11019"/>
                </a:cxn>
                <a:cxn ang="0">
                  <a:pos x="csX11020" y="csY11020"/>
                </a:cxn>
                <a:cxn ang="0">
                  <a:pos x="csX11021" y="csY11021"/>
                </a:cxn>
                <a:cxn ang="0">
                  <a:pos x="csX11022" y="csY11022"/>
                </a:cxn>
                <a:cxn ang="0">
                  <a:pos x="csX11023" y="csY11023"/>
                </a:cxn>
                <a:cxn ang="0">
                  <a:pos x="csX11024" y="csY11024"/>
                </a:cxn>
                <a:cxn ang="0">
                  <a:pos x="csX11025" y="csY11025"/>
                </a:cxn>
                <a:cxn ang="0">
                  <a:pos x="csX11026" y="csY11026"/>
                </a:cxn>
                <a:cxn ang="0">
                  <a:pos x="csX11027" y="csY11027"/>
                </a:cxn>
                <a:cxn ang="0">
                  <a:pos x="csX11028" y="csY11028"/>
                </a:cxn>
                <a:cxn ang="0">
                  <a:pos x="csX11029" y="csY11029"/>
                </a:cxn>
                <a:cxn ang="0">
                  <a:pos x="csX11030" y="csY11030"/>
                </a:cxn>
                <a:cxn ang="0">
                  <a:pos x="csX11031" y="csY11031"/>
                </a:cxn>
                <a:cxn ang="0">
                  <a:pos x="csX11032" y="csY11032"/>
                </a:cxn>
                <a:cxn ang="0">
                  <a:pos x="csX11033" y="csY11033"/>
                </a:cxn>
                <a:cxn ang="0">
                  <a:pos x="csX11034" y="csY11034"/>
                </a:cxn>
                <a:cxn ang="0">
                  <a:pos x="csX11035" y="csY11035"/>
                </a:cxn>
                <a:cxn ang="0">
                  <a:pos x="csX11036" y="csY11036"/>
                </a:cxn>
                <a:cxn ang="0">
                  <a:pos x="csX11037" y="csY11037"/>
                </a:cxn>
                <a:cxn ang="0">
                  <a:pos x="csX11038" y="csY11038"/>
                </a:cxn>
                <a:cxn ang="0">
                  <a:pos x="csX11039" y="csY11039"/>
                </a:cxn>
                <a:cxn ang="0">
                  <a:pos x="csX11040" y="csY11040"/>
                </a:cxn>
                <a:cxn ang="0">
                  <a:pos x="csX11041" y="csY11041"/>
                </a:cxn>
                <a:cxn ang="0">
                  <a:pos x="csX11042" y="csY11042"/>
                </a:cxn>
                <a:cxn ang="0">
                  <a:pos x="csX11043" y="csY11043"/>
                </a:cxn>
                <a:cxn ang="0">
                  <a:pos x="csX11044" y="csY11044"/>
                </a:cxn>
                <a:cxn ang="0">
                  <a:pos x="csX11045" y="csY11045"/>
                </a:cxn>
                <a:cxn ang="0">
                  <a:pos x="csX11046" y="csY11046"/>
                </a:cxn>
                <a:cxn ang="0">
                  <a:pos x="csX11047" y="csY11047"/>
                </a:cxn>
                <a:cxn ang="0">
                  <a:pos x="csX11048" y="csY11048"/>
                </a:cxn>
                <a:cxn ang="0">
                  <a:pos x="csX11049" y="csY11049"/>
                </a:cxn>
                <a:cxn ang="0">
                  <a:pos x="csX11050" y="csY11050"/>
                </a:cxn>
                <a:cxn ang="0">
                  <a:pos x="csX11051" y="csY11051"/>
                </a:cxn>
                <a:cxn ang="0">
                  <a:pos x="csX11052" y="csY11052"/>
                </a:cxn>
                <a:cxn ang="0">
                  <a:pos x="csX11053" y="csY11053"/>
                </a:cxn>
                <a:cxn ang="0">
                  <a:pos x="csX11054" y="csY11054"/>
                </a:cxn>
                <a:cxn ang="0">
                  <a:pos x="csX11055" y="csY11055"/>
                </a:cxn>
                <a:cxn ang="0">
                  <a:pos x="csX11056" y="csY11056"/>
                </a:cxn>
                <a:cxn ang="0">
                  <a:pos x="csX11057" y="csY11057"/>
                </a:cxn>
                <a:cxn ang="0">
                  <a:pos x="csX11058" y="csY11058"/>
                </a:cxn>
                <a:cxn ang="0">
                  <a:pos x="csX11059" y="csY11059"/>
                </a:cxn>
                <a:cxn ang="0">
                  <a:pos x="csX11060" y="csY11060"/>
                </a:cxn>
                <a:cxn ang="0">
                  <a:pos x="csX11061" y="csY11061"/>
                </a:cxn>
                <a:cxn ang="0">
                  <a:pos x="csX11062" y="csY11062"/>
                </a:cxn>
                <a:cxn ang="0">
                  <a:pos x="csX11063" y="csY11063"/>
                </a:cxn>
                <a:cxn ang="0">
                  <a:pos x="csX11064" y="csY11064"/>
                </a:cxn>
                <a:cxn ang="0">
                  <a:pos x="csX11065" y="csY11065"/>
                </a:cxn>
                <a:cxn ang="0">
                  <a:pos x="csX11066" y="csY11066"/>
                </a:cxn>
                <a:cxn ang="0">
                  <a:pos x="csX11067" y="csY11067"/>
                </a:cxn>
                <a:cxn ang="0">
                  <a:pos x="csX11068" y="csY11068"/>
                </a:cxn>
                <a:cxn ang="0">
                  <a:pos x="csX11069" y="csY11069"/>
                </a:cxn>
                <a:cxn ang="0">
                  <a:pos x="csX11070" y="csY11070"/>
                </a:cxn>
                <a:cxn ang="0">
                  <a:pos x="csX11071" y="csY11071"/>
                </a:cxn>
                <a:cxn ang="0">
                  <a:pos x="csX11072" y="csY11072"/>
                </a:cxn>
                <a:cxn ang="0">
                  <a:pos x="csX11073" y="csY11073"/>
                </a:cxn>
                <a:cxn ang="0">
                  <a:pos x="csX11074" y="csY11074"/>
                </a:cxn>
                <a:cxn ang="0">
                  <a:pos x="csX11075" y="csY11075"/>
                </a:cxn>
                <a:cxn ang="0">
                  <a:pos x="csX11076" y="csY11076"/>
                </a:cxn>
                <a:cxn ang="0">
                  <a:pos x="csX11077" y="csY11077"/>
                </a:cxn>
                <a:cxn ang="0">
                  <a:pos x="csX11078" y="csY11078"/>
                </a:cxn>
                <a:cxn ang="0">
                  <a:pos x="csX11079" y="csY11079"/>
                </a:cxn>
                <a:cxn ang="0">
                  <a:pos x="csX11080" y="csY11080"/>
                </a:cxn>
                <a:cxn ang="0">
                  <a:pos x="csX11081" y="csY11081"/>
                </a:cxn>
                <a:cxn ang="0">
                  <a:pos x="csX11082" y="csY11082"/>
                </a:cxn>
                <a:cxn ang="0">
                  <a:pos x="csX11083" y="csY11083"/>
                </a:cxn>
                <a:cxn ang="0">
                  <a:pos x="csX11084" y="csY11084"/>
                </a:cxn>
                <a:cxn ang="0">
                  <a:pos x="csX11085" y="csY11085"/>
                </a:cxn>
                <a:cxn ang="0">
                  <a:pos x="csX11086" y="csY11086"/>
                </a:cxn>
                <a:cxn ang="0">
                  <a:pos x="csX11087" y="csY11087"/>
                </a:cxn>
                <a:cxn ang="0">
                  <a:pos x="csX11088" y="csY11088"/>
                </a:cxn>
                <a:cxn ang="0">
                  <a:pos x="csX11089" y="csY11089"/>
                </a:cxn>
                <a:cxn ang="0">
                  <a:pos x="csX11090" y="csY11090"/>
                </a:cxn>
                <a:cxn ang="0">
                  <a:pos x="csX11091" y="csY11091"/>
                </a:cxn>
                <a:cxn ang="0">
                  <a:pos x="csX11092" y="csY11092"/>
                </a:cxn>
                <a:cxn ang="0">
                  <a:pos x="csX11093" y="csY11093"/>
                </a:cxn>
                <a:cxn ang="0">
                  <a:pos x="csX11094" y="csY11094"/>
                </a:cxn>
                <a:cxn ang="0">
                  <a:pos x="csX11095" y="csY11095"/>
                </a:cxn>
                <a:cxn ang="0">
                  <a:pos x="csX11096" y="csY11096"/>
                </a:cxn>
                <a:cxn ang="0">
                  <a:pos x="csX11097" y="csY11097"/>
                </a:cxn>
                <a:cxn ang="0">
                  <a:pos x="csX11098" y="csY11098"/>
                </a:cxn>
                <a:cxn ang="0">
                  <a:pos x="csX11099" y="csY11099"/>
                </a:cxn>
                <a:cxn ang="0">
                  <a:pos x="csX11100" y="csY11100"/>
                </a:cxn>
                <a:cxn ang="0">
                  <a:pos x="csX11101" y="csY11101"/>
                </a:cxn>
                <a:cxn ang="0">
                  <a:pos x="csX11102" y="csY11102"/>
                </a:cxn>
                <a:cxn ang="0">
                  <a:pos x="csX11103" y="csY11103"/>
                </a:cxn>
                <a:cxn ang="0">
                  <a:pos x="csX11104" y="csY11104"/>
                </a:cxn>
                <a:cxn ang="0">
                  <a:pos x="csX11105" y="csY11105"/>
                </a:cxn>
                <a:cxn ang="0">
                  <a:pos x="csX11106" y="csY11106"/>
                </a:cxn>
                <a:cxn ang="0">
                  <a:pos x="csX11107" y="csY11107"/>
                </a:cxn>
                <a:cxn ang="0">
                  <a:pos x="csX11108" y="csY11108"/>
                </a:cxn>
                <a:cxn ang="0">
                  <a:pos x="csX11109" y="csY11109"/>
                </a:cxn>
                <a:cxn ang="0">
                  <a:pos x="csX11110" y="csY11110"/>
                </a:cxn>
                <a:cxn ang="0">
                  <a:pos x="csX11111" y="csY11111"/>
                </a:cxn>
                <a:cxn ang="0">
                  <a:pos x="csX11112" y="csY11112"/>
                </a:cxn>
                <a:cxn ang="0">
                  <a:pos x="csX11113" y="csY11113"/>
                </a:cxn>
                <a:cxn ang="0">
                  <a:pos x="csX11114" y="csY11114"/>
                </a:cxn>
                <a:cxn ang="0">
                  <a:pos x="csX11115" y="csY11115"/>
                </a:cxn>
                <a:cxn ang="0">
                  <a:pos x="csX11116" y="csY11116"/>
                </a:cxn>
                <a:cxn ang="0">
                  <a:pos x="csX11117" y="csY11117"/>
                </a:cxn>
                <a:cxn ang="0">
                  <a:pos x="csX11118" y="csY11118"/>
                </a:cxn>
                <a:cxn ang="0">
                  <a:pos x="csX11119" y="csY11119"/>
                </a:cxn>
                <a:cxn ang="0">
                  <a:pos x="csX11120" y="csY11120"/>
                </a:cxn>
                <a:cxn ang="0">
                  <a:pos x="csX11121" y="csY11121"/>
                </a:cxn>
                <a:cxn ang="0">
                  <a:pos x="csX11122" y="csY11122"/>
                </a:cxn>
                <a:cxn ang="0">
                  <a:pos x="csX11123" y="csY11123"/>
                </a:cxn>
                <a:cxn ang="0">
                  <a:pos x="csX11124" y="csY11124"/>
                </a:cxn>
                <a:cxn ang="0">
                  <a:pos x="csX11125" y="csY11125"/>
                </a:cxn>
                <a:cxn ang="0">
                  <a:pos x="csX11126" y="csY11126"/>
                </a:cxn>
                <a:cxn ang="0">
                  <a:pos x="csX11127" y="csY11127"/>
                </a:cxn>
                <a:cxn ang="0">
                  <a:pos x="csX11128" y="csY11128"/>
                </a:cxn>
                <a:cxn ang="0">
                  <a:pos x="csX11129" y="csY11129"/>
                </a:cxn>
                <a:cxn ang="0">
                  <a:pos x="csX11130" y="csY11130"/>
                </a:cxn>
                <a:cxn ang="0">
                  <a:pos x="csX11131" y="csY11131"/>
                </a:cxn>
                <a:cxn ang="0">
                  <a:pos x="csX11132" y="csY11132"/>
                </a:cxn>
                <a:cxn ang="0">
                  <a:pos x="csX11133" y="csY11133"/>
                </a:cxn>
                <a:cxn ang="0">
                  <a:pos x="csX11134" y="csY11134"/>
                </a:cxn>
                <a:cxn ang="0">
                  <a:pos x="csX11135" y="csY11135"/>
                </a:cxn>
                <a:cxn ang="0">
                  <a:pos x="csX11136" y="csY11136"/>
                </a:cxn>
                <a:cxn ang="0">
                  <a:pos x="csX11137" y="csY11137"/>
                </a:cxn>
                <a:cxn ang="0">
                  <a:pos x="csX11138" y="csY11138"/>
                </a:cxn>
                <a:cxn ang="0">
                  <a:pos x="csX11139" y="csY11139"/>
                </a:cxn>
                <a:cxn ang="0">
                  <a:pos x="csX11140" y="csY11140"/>
                </a:cxn>
                <a:cxn ang="0">
                  <a:pos x="csX11141" y="csY11141"/>
                </a:cxn>
                <a:cxn ang="0">
                  <a:pos x="csX11142" y="csY11142"/>
                </a:cxn>
                <a:cxn ang="0">
                  <a:pos x="csX11143" y="csY11143"/>
                </a:cxn>
                <a:cxn ang="0">
                  <a:pos x="csX11144" y="csY11144"/>
                </a:cxn>
                <a:cxn ang="0">
                  <a:pos x="csX11145" y="csY11145"/>
                </a:cxn>
                <a:cxn ang="0">
                  <a:pos x="csX11146" y="csY11146"/>
                </a:cxn>
                <a:cxn ang="0">
                  <a:pos x="csX11147" y="csY11147"/>
                </a:cxn>
                <a:cxn ang="0">
                  <a:pos x="csX11148" y="csY11148"/>
                </a:cxn>
                <a:cxn ang="0">
                  <a:pos x="csX11149" y="csY11149"/>
                </a:cxn>
                <a:cxn ang="0">
                  <a:pos x="csX11150" y="csY11150"/>
                </a:cxn>
                <a:cxn ang="0">
                  <a:pos x="csX11151" y="csY11151"/>
                </a:cxn>
                <a:cxn ang="0">
                  <a:pos x="csX11152" y="csY11152"/>
                </a:cxn>
                <a:cxn ang="0">
                  <a:pos x="csX11153" y="csY11153"/>
                </a:cxn>
                <a:cxn ang="0">
                  <a:pos x="csX11154" y="csY11154"/>
                </a:cxn>
                <a:cxn ang="0">
                  <a:pos x="csX11155" y="csY11155"/>
                </a:cxn>
                <a:cxn ang="0">
                  <a:pos x="csX11156" y="csY11156"/>
                </a:cxn>
                <a:cxn ang="0">
                  <a:pos x="csX11157" y="csY11157"/>
                </a:cxn>
                <a:cxn ang="0">
                  <a:pos x="csX11158" y="csY11158"/>
                </a:cxn>
                <a:cxn ang="0">
                  <a:pos x="csX11159" y="csY11159"/>
                </a:cxn>
                <a:cxn ang="0">
                  <a:pos x="csX11160" y="csY11160"/>
                </a:cxn>
                <a:cxn ang="0">
                  <a:pos x="csX11161" y="csY11161"/>
                </a:cxn>
                <a:cxn ang="0">
                  <a:pos x="csX11162" y="csY11162"/>
                </a:cxn>
                <a:cxn ang="0">
                  <a:pos x="csX11163" y="csY11163"/>
                </a:cxn>
                <a:cxn ang="0">
                  <a:pos x="csX11164" y="csY11164"/>
                </a:cxn>
                <a:cxn ang="0">
                  <a:pos x="csX11165" y="csY11165"/>
                </a:cxn>
                <a:cxn ang="0">
                  <a:pos x="csX11166" y="csY11166"/>
                </a:cxn>
                <a:cxn ang="0">
                  <a:pos x="csX11167" y="csY11167"/>
                </a:cxn>
                <a:cxn ang="0">
                  <a:pos x="csX11168" y="csY11168"/>
                </a:cxn>
                <a:cxn ang="0">
                  <a:pos x="csX11169" y="csY11169"/>
                </a:cxn>
                <a:cxn ang="0">
                  <a:pos x="csX11170" y="csY11170"/>
                </a:cxn>
                <a:cxn ang="0">
                  <a:pos x="csX11171" y="csY11171"/>
                </a:cxn>
                <a:cxn ang="0">
                  <a:pos x="csX11172" y="csY11172"/>
                </a:cxn>
                <a:cxn ang="0">
                  <a:pos x="csX11173" y="csY11173"/>
                </a:cxn>
                <a:cxn ang="0">
                  <a:pos x="csX11174" y="csY11174"/>
                </a:cxn>
                <a:cxn ang="0">
                  <a:pos x="csX11175" y="csY11175"/>
                </a:cxn>
                <a:cxn ang="0">
                  <a:pos x="csX11176" y="csY11176"/>
                </a:cxn>
                <a:cxn ang="0">
                  <a:pos x="csX11177" y="csY11177"/>
                </a:cxn>
                <a:cxn ang="0">
                  <a:pos x="csX11178" y="csY11178"/>
                </a:cxn>
                <a:cxn ang="0">
                  <a:pos x="csX11179" y="csY11179"/>
                </a:cxn>
                <a:cxn ang="0">
                  <a:pos x="csX11180" y="csY11180"/>
                </a:cxn>
                <a:cxn ang="0">
                  <a:pos x="csX11181" y="csY11181"/>
                </a:cxn>
                <a:cxn ang="0">
                  <a:pos x="csX11182" y="csY11182"/>
                </a:cxn>
                <a:cxn ang="0">
                  <a:pos x="csX11183" y="csY11183"/>
                </a:cxn>
                <a:cxn ang="0">
                  <a:pos x="csX11184" y="csY11184"/>
                </a:cxn>
                <a:cxn ang="0">
                  <a:pos x="csX11185" y="csY11185"/>
                </a:cxn>
                <a:cxn ang="0">
                  <a:pos x="csX11186" y="csY11186"/>
                </a:cxn>
                <a:cxn ang="0">
                  <a:pos x="csX11187" y="csY11187"/>
                </a:cxn>
                <a:cxn ang="0">
                  <a:pos x="csX11188" y="csY11188"/>
                </a:cxn>
                <a:cxn ang="0">
                  <a:pos x="csX11189" y="csY11189"/>
                </a:cxn>
                <a:cxn ang="0">
                  <a:pos x="csX11190" y="csY11190"/>
                </a:cxn>
                <a:cxn ang="0">
                  <a:pos x="csX11191" y="csY11191"/>
                </a:cxn>
                <a:cxn ang="0">
                  <a:pos x="csX11192" y="csY11192"/>
                </a:cxn>
                <a:cxn ang="0">
                  <a:pos x="csX11193" y="csY11193"/>
                </a:cxn>
                <a:cxn ang="0">
                  <a:pos x="csX11194" y="csY11194"/>
                </a:cxn>
                <a:cxn ang="0">
                  <a:pos x="csX11195" y="csY11195"/>
                </a:cxn>
                <a:cxn ang="0">
                  <a:pos x="csX11196" y="csY11196"/>
                </a:cxn>
                <a:cxn ang="0">
                  <a:pos x="csX11197" y="csY11197"/>
                </a:cxn>
                <a:cxn ang="0">
                  <a:pos x="csX11198" y="csY11198"/>
                </a:cxn>
                <a:cxn ang="0">
                  <a:pos x="csX11199" y="csY11199"/>
                </a:cxn>
                <a:cxn ang="0">
                  <a:pos x="csX11200" y="csY11200"/>
                </a:cxn>
                <a:cxn ang="0">
                  <a:pos x="csX11201" y="csY11201"/>
                </a:cxn>
                <a:cxn ang="0">
                  <a:pos x="csX11202" y="csY11202"/>
                </a:cxn>
                <a:cxn ang="0">
                  <a:pos x="csX11203" y="csY11203"/>
                </a:cxn>
                <a:cxn ang="0">
                  <a:pos x="csX11204" y="csY11204"/>
                </a:cxn>
                <a:cxn ang="0">
                  <a:pos x="csX11205" y="csY11205"/>
                </a:cxn>
                <a:cxn ang="0">
                  <a:pos x="csX11206" y="csY11206"/>
                </a:cxn>
                <a:cxn ang="0">
                  <a:pos x="csX11207" y="csY11207"/>
                </a:cxn>
                <a:cxn ang="0">
                  <a:pos x="csX11208" y="csY11208"/>
                </a:cxn>
                <a:cxn ang="0">
                  <a:pos x="csX11209" y="csY11209"/>
                </a:cxn>
                <a:cxn ang="0">
                  <a:pos x="csX11210" y="csY11210"/>
                </a:cxn>
                <a:cxn ang="0">
                  <a:pos x="csX11211" y="csY11211"/>
                </a:cxn>
                <a:cxn ang="0">
                  <a:pos x="csX11212" y="csY11212"/>
                </a:cxn>
                <a:cxn ang="0">
                  <a:pos x="csX11213" y="csY11213"/>
                </a:cxn>
                <a:cxn ang="0">
                  <a:pos x="csX11214" y="csY11214"/>
                </a:cxn>
                <a:cxn ang="0">
                  <a:pos x="csX11215" y="csY11215"/>
                </a:cxn>
                <a:cxn ang="0">
                  <a:pos x="csX11216" y="csY11216"/>
                </a:cxn>
                <a:cxn ang="0">
                  <a:pos x="csX11217" y="csY11217"/>
                </a:cxn>
                <a:cxn ang="0">
                  <a:pos x="csX11218" y="csY11218"/>
                </a:cxn>
                <a:cxn ang="0">
                  <a:pos x="csX11219" y="csY11219"/>
                </a:cxn>
                <a:cxn ang="0">
                  <a:pos x="csX11220" y="csY11220"/>
                </a:cxn>
                <a:cxn ang="0">
                  <a:pos x="csX11221" y="csY11221"/>
                </a:cxn>
                <a:cxn ang="0">
                  <a:pos x="csX11222" y="csY11222"/>
                </a:cxn>
                <a:cxn ang="0">
                  <a:pos x="csX11223" y="csY11223"/>
                </a:cxn>
                <a:cxn ang="0">
                  <a:pos x="csX11224" y="csY11224"/>
                </a:cxn>
                <a:cxn ang="0">
                  <a:pos x="csX11225" y="csY11225"/>
                </a:cxn>
                <a:cxn ang="0">
                  <a:pos x="csX11226" y="csY11226"/>
                </a:cxn>
                <a:cxn ang="0">
                  <a:pos x="csX11227" y="csY11227"/>
                </a:cxn>
                <a:cxn ang="0">
                  <a:pos x="csX11228" y="csY11228"/>
                </a:cxn>
                <a:cxn ang="0">
                  <a:pos x="csX11229" y="csY11229"/>
                </a:cxn>
                <a:cxn ang="0">
                  <a:pos x="csX11230" y="csY11230"/>
                </a:cxn>
                <a:cxn ang="0">
                  <a:pos x="csX11231" y="csY11231"/>
                </a:cxn>
                <a:cxn ang="0">
                  <a:pos x="csX11232" y="csY11232"/>
                </a:cxn>
                <a:cxn ang="0">
                  <a:pos x="csX11233" y="csY11233"/>
                </a:cxn>
                <a:cxn ang="0">
                  <a:pos x="csX11234" y="csY11234"/>
                </a:cxn>
                <a:cxn ang="0">
                  <a:pos x="csX11235" y="csY11235"/>
                </a:cxn>
                <a:cxn ang="0">
                  <a:pos x="csX11236" y="csY11236"/>
                </a:cxn>
                <a:cxn ang="0">
                  <a:pos x="csX11237" y="csY11237"/>
                </a:cxn>
                <a:cxn ang="0">
                  <a:pos x="csX11238" y="csY11238"/>
                </a:cxn>
                <a:cxn ang="0">
                  <a:pos x="csX11239" y="csY11239"/>
                </a:cxn>
                <a:cxn ang="0">
                  <a:pos x="csX11240" y="csY11240"/>
                </a:cxn>
                <a:cxn ang="0">
                  <a:pos x="csX11241" y="csY11241"/>
                </a:cxn>
                <a:cxn ang="0">
                  <a:pos x="csX11242" y="csY11242"/>
                </a:cxn>
                <a:cxn ang="0">
                  <a:pos x="csX11243" y="csY11243"/>
                </a:cxn>
                <a:cxn ang="0">
                  <a:pos x="csX11244" y="csY11244"/>
                </a:cxn>
                <a:cxn ang="0">
                  <a:pos x="csX11245" y="csY11245"/>
                </a:cxn>
                <a:cxn ang="0">
                  <a:pos x="csX11246" y="csY11246"/>
                </a:cxn>
                <a:cxn ang="0">
                  <a:pos x="csX11247" y="csY11247"/>
                </a:cxn>
                <a:cxn ang="0">
                  <a:pos x="csX11248" y="csY11248"/>
                </a:cxn>
                <a:cxn ang="0">
                  <a:pos x="csX11249" y="csY11249"/>
                </a:cxn>
                <a:cxn ang="0">
                  <a:pos x="csX11250" y="csY11250"/>
                </a:cxn>
                <a:cxn ang="0">
                  <a:pos x="csX11251" y="csY11251"/>
                </a:cxn>
                <a:cxn ang="0">
                  <a:pos x="csX11252" y="csY11252"/>
                </a:cxn>
                <a:cxn ang="0">
                  <a:pos x="csX11253" y="csY11253"/>
                </a:cxn>
                <a:cxn ang="0">
                  <a:pos x="csX11254" y="csY11254"/>
                </a:cxn>
                <a:cxn ang="0">
                  <a:pos x="csX11255" y="csY11255"/>
                </a:cxn>
                <a:cxn ang="0">
                  <a:pos x="csX11256" y="csY11256"/>
                </a:cxn>
                <a:cxn ang="0">
                  <a:pos x="csX11257" y="csY11257"/>
                </a:cxn>
                <a:cxn ang="0">
                  <a:pos x="csX11258" y="csY11258"/>
                </a:cxn>
                <a:cxn ang="0">
                  <a:pos x="csX11259" y="csY11259"/>
                </a:cxn>
                <a:cxn ang="0">
                  <a:pos x="csX11260" y="csY11260"/>
                </a:cxn>
                <a:cxn ang="0">
                  <a:pos x="csX11261" y="csY11261"/>
                </a:cxn>
                <a:cxn ang="0">
                  <a:pos x="csX11262" y="csY11262"/>
                </a:cxn>
                <a:cxn ang="0">
                  <a:pos x="csX11263" y="csY11263"/>
                </a:cxn>
                <a:cxn ang="0">
                  <a:pos x="csX11264" y="csY11264"/>
                </a:cxn>
                <a:cxn ang="0">
                  <a:pos x="csX11265" y="csY11265"/>
                </a:cxn>
                <a:cxn ang="0">
                  <a:pos x="csX11266" y="csY11266"/>
                </a:cxn>
                <a:cxn ang="0">
                  <a:pos x="csX11267" y="csY11267"/>
                </a:cxn>
                <a:cxn ang="0">
                  <a:pos x="csX11268" y="csY11268"/>
                </a:cxn>
                <a:cxn ang="0">
                  <a:pos x="csX11269" y="csY11269"/>
                </a:cxn>
                <a:cxn ang="0">
                  <a:pos x="csX11270" y="csY11270"/>
                </a:cxn>
                <a:cxn ang="0">
                  <a:pos x="csX11271" y="csY11271"/>
                </a:cxn>
                <a:cxn ang="0">
                  <a:pos x="csX11272" y="csY11272"/>
                </a:cxn>
                <a:cxn ang="0">
                  <a:pos x="csX11273" y="csY11273"/>
                </a:cxn>
                <a:cxn ang="0">
                  <a:pos x="csX11274" y="csY11274"/>
                </a:cxn>
                <a:cxn ang="0">
                  <a:pos x="csX11275" y="csY11275"/>
                </a:cxn>
                <a:cxn ang="0">
                  <a:pos x="csX11276" y="csY11276"/>
                </a:cxn>
                <a:cxn ang="0">
                  <a:pos x="csX11277" y="csY11277"/>
                </a:cxn>
                <a:cxn ang="0">
                  <a:pos x="csX11278" y="csY11278"/>
                </a:cxn>
                <a:cxn ang="0">
                  <a:pos x="csX11279" y="csY11279"/>
                </a:cxn>
                <a:cxn ang="0">
                  <a:pos x="csX11280" y="csY11280"/>
                </a:cxn>
                <a:cxn ang="0">
                  <a:pos x="csX11281" y="csY11281"/>
                </a:cxn>
                <a:cxn ang="0">
                  <a:pos x="csX11282" y="csY11282"/>
                </a:cxn>
                <a:cxn ang="0">
                  <a:pos x="csX11283" y="csY11283"/>
                </a:cxn>
                <a:cxn ang="0">
                  <a:pos x="csX11284" y="csY11284"/>
                </a:cxn>
                <a:cxn ang="0">
                  <a:pos x="csX11285" y="csY11285"/>
                </a:cxn>
                <a:cxn ang="0">
                  <a:pos x="csX11286" y="csY11286"/>
                </a:cxn>
                <a:cxn ang="0">
                  <a:pos x="csX11287" y="csY11287"/>
                </a:cxn>
                <a:cxn ang="0">
                  <a:pos x="csX11288" y="csY11288"/>
                </a:cxn>
                <a:cxn ang="0">
                  <a:pos x="csX11289" y="csY11289"/>
                </a:cxn>
                <a:cxn ang="0">
                  <a:pos x="csX11290" y="csY11290"/>
                </a:cxn>
                <a:cxn ang="0">
                  <a:pos x="csX11291" y="csY11291"/>
                </a:cxn>
                <a:cxn ang="0">
                  <a:pos x="csX11292" y="csY11292"/>
                </a:cxn>
                <a:cxn ang="0">
                  <a:pos x="csX11293" y="csY11293"/>
                </a:cxn>
                <a:cxn ang="0">
                  <a:pos x="csX11294" y="csY11294"/>
                </a:cxn>
                <a:cxn ang="0">
                  <a:pos x="csX11295" y="csY11295"/>
                </a:cxn>
                <a:cxn ang="0">
                  <a:pos x="csX11296" y="csY11296"/>
                </a:cxn>
                <a:cxn ang="0">
                  <a:pos x="csX11297" y="csY11297"/>
                </a:cxn>
                <a:cxn ang="0">
                  <a:pos x="csX11298" y="csY11298"/>
                </a:cxn>
                <a:cxn ang="0">
                  <a:pos x="csX11299" y="csY11299"/>
                </a:cxn>
                <a:cxn ang="0">
                  <a:pos x="csX11300" y="csY11300"/>
                </a:cxn>
                <a:cxn ang="0">
                  <a:pos x="csX11301" y="csY11301"/>
                </a:cxn>
                <a:cxn ang="0">
                  <a:pos x="csX11302" y="csY11302"/>
                </a:cxn>
                <a:cxn ang="0">
                  <a:pos x="csX11303" y="csY11303"/>
                </a:cxn>
                <a:cxn ang="0">
                  <a:pos x="csX11304" y="csY11304"/>
                </a:cxn>
                <a:cxn ang="0">
                  <a:pos x="csX11305" y="csY11305"/>
                </a:cxn>
                <a:cxn ang="0">
                  <a:pos x="csX11306" y="csY11306"/>
                </a:cxn>
                <a:cxn ang="0">
                  <a:pos x="csX11307" y="csY11307"/>
                </a:cxn>
                <a:cxn ang="0">
                  <a:pos x="csX11308" y="csY11308"/>
                </a:cxn>
                <a:cxn ang="0">
                  <a:pos x="csX11309" y="csY11309"/>
                </a:cxn>
                <a:cxn ang="0">
                  <a:pos x="csX11310" y="csY11310"/>
                </a:cxn>
                <a:cxn ang="0">
                  <a:pos x="csX11311" y="csY11311"/>
                </a:cxn>
                <a:cxn ang="0">
                  <a:pos x="csX11312" y="csY11312"/>
                </a:cxn>
                <a:cxn ang="0">
                  <a:pos x="csX11313" y="csY11313"/>
                </a:cxn>
                <a:cxn ang="0">
                  <a:pos x="csX11314" y="csY11314"/>
                </a:cxn>
                <a:cxn ang="0">
                  <a:pos x="csX11315" y="csY11315"/>
                </a:cxn>
                <a:cxn ang="0">
                  <a:pos x="csX11316" y="csY11316"/>
                </a:cxn>
                <a:cxn ang="0">
                  <a:pos x="csX11317" y="csY11317"/>
                </a:cxn>
                <a:cxn ang="0">
                  <a:pos x="csX11318" y="csY11318"/>
                </a:cxn>
                <a:cxn ang="0">
                  <a:pos x="csX11319" y="csY11319"/>
                </a:cxn>
                <a:cxn ang="0">
                  <a:pos x="csX11320" y="csY11320"/>
                </a:cxn>
                <a:cxn ang="0">
                  <a:pos x="csX11321" y="csY11321"/>
                </a:cxn>
                <a:cxn ang="0">
                  <a:pos x="csX11322" y="csY11322"/>
                </a:cxn>
                <a:cxn ang="0">
                  <a:pos x="csX11323" y="csY11323"/>
                </a:cxn>
                <a:cxn ang="0">
                  <a:pos x="csX11324" y="csY11324"/>
                </a:cxn>
                <a:cxn ang="0">
                  <a:pos x="csX11325" y="csY11325"/>
                </a:cxn>
                <a:cxn ang="0">
                  <a:pos x="csX11326" y="csY11326"/>
                </a:cxn>
                <a:cxn ang="0">
                  <a:pos x="csX11327" y="csY11327"/>
                </a:cxn>
                <a:cxn ang="0">
                  <a:pos x="csX11328" y="csY11328"/>
                </a:cxn>
                <a:cxn ang="0">
                  <a:pos x="csX11329" y="csY11329"/>
                </a:cxn>
                <a:cxn ang="0">
                  <a:pos x="csX11330" y="csY11330"/>
                </a:cxn>
                <a:cxn ang="0">
                  <a:pos x="csX11331" y="csY11331"/>
                </a:cxn>
                <a:cxn ang="0">
                  <a:pos x="csX11332" y="csY11332"/>
                </a:cxn>
                <a:cxn ang="0">
                  <a:pos x="csX11333" y="csY11333"/>
                </a:cxn>
                <a:cxn ang="0">
                  <a:pos x="csX11334" y="csY11334"/>
                </a:cxn>
                <a:cxn ang="0">
                  <a:pos x="csX11335" y="csY11335"/>
                </a:cxn>
                <a:cxn ang="0">
                  <a:pos x="csX11336" y="csY11336"/>
                </a:cxn>
                <a:cxn ang="0">
                  <a:pos x="csX11337" y="csY11337"/>
                </a:cxn>
                <a:cxn ang="0">
                  <a:pos x="csX11338" y="csY11338"/>
                </a:cxn>
                <a:cxn ang="0">
                  <a:pos x="csX11339" y="csY11339"/>
                </a:cxn>
                <a:cxn ang="0">
                  <a:pos x="csX11340" y="csY11340"/>
                </a:cxn>
                <a:cxn ang="0">
                  <a:pos x="csX11341" y="csY11341"/>
                </a:cxn>
                <a:cxn ang="0">
                  <a:pos x="csX11342" y="csY11342"/>
                </a:cxn>
                <a:cxn ang="0">
                  <a:pos x="csX11343" y="csY11343"/>
                </a:cxn>
                <a:cxn ang="0">
                  <a:pos x="csX11344" y="csY11344"/>
                </a:cxn>
                <a:cxn ang="0">
                  <a:pos x="csX11345" y="csY11345"/>
                </a:cxn>
                <a:cxn ang="0">
                  <a:pos x="csX11346" y="csY11346"/>
                </a:cxn>
                <a:cxn ang="0">
                  <a:pos x="csX11347" y="csY11347"/>
                </a:cxn>
                <a:cxn ang="0">
                  <a:pos x="csX11348" y="csY11348"/>
                </a:cxn>
                <a:cxn ang="0">
                  <a:pos x="csX11349" y="csY11349"/>
                </a:cxn>
                <a:cxn ang="0">
                  <a:pos x="csX11350" y="csY11350"/>
                </a:cxn>
                <a:cxn ang="0">
                  <a:pos x="csX11351" y="csY11351"/>
                </a:cxn>
                <a:cxn ang="0">
                  <a:pos x="csX11352" y="csY11352"/>
                </a:cxn>
                <a:cxn ang="0">
                  <a:pos x="csX11353" y="csY11353"/>
                </a:cxn>
                <a:cxn ang="0">
                  <a:pos x="csX11354" y="csY11354"/>
                </a:cxn>
                <a:cxn ang="0">
                  <a:pos x="csX11355" y="csY11355"/>
                </a:cxn>
                <a:cxn ang="0">
                  <a:pos x="csX11356" y="csY11356"/>
                </a:cxn>
                <a:cxn ang="0">
                  <a:pos x="csX11357" y="csY11357"/>
                </a:cxn>
                <a:cxn ang="0">
                  <a:pos x="csX11358" y="csY11358"/>
                </a:cxn>
                <a:cxn ang="0">
                  <a:pos x="csX11359" y="csY11359"/>
                </a:cxn>
                <a:cxn ang="0">
                  <a:pos x="csX11360" y="csY11360"/>
                </a:cxn>
                <a:cxn ang="0">
                  <a:pos x="csX11361" y="csY11361"/>
                </a:cxn>
                <a:cxn ang="0">
                  <a:pos x="csX11362" y="csY11362"/>
                </a:cxn>
                <a:cxn ang="0">
                  <a:pos x="csX11363" y="csY11363"/>
                </a:cxn>
                <a:cxn ang="0">
                  <a:pos x="csX11364" y="csY11364"/>
                </a:cxn>
                <a:cxn ang="0">
                  <a:pos x="csX11365" y="csY11365"/>
                </a:cxn>
                <a:cxn ang="0">
                  <a:pos x="csX11366" y="csY11366"/>
                </a:cxn>
                <a:cxn ang="0">
                  <a:pos x="csX11367" y="csY11367"/>
                </a:cxn>
                <a:cxn ang="0">
                  <a:pos x="csX11368" y="csY11368"/>
                </a:cxn>
                <a:cxn ang="0">
                  <a:pos x="csX11369" y="csY11369"/>
                </a:cxn>
                <a:cxn ang="0">
                  <a:pos x="csX11370" y="csY11370"/>
                </a:cxn>
                <a:cxn ang="0">
                  <a:pos x="csX11371" y="csY11371"/>
                </a:cxn>
                <a:cxn ang="0">
                  <a:pos x="csX11372" y="csY11372"/>
                </a:cxn>
                <a:cxn ang="0">
                  <a:pos x="csX11373" y="csY11373"/>
                </a:cxn>
                <a:cxn ang="0">
                  <a:pos x="csX11374" y="csY11374"/>
                </a:cxn>
                <a:cxn ang="0">
                  <a:pos x="csX11375" y="csY11375"/>
                </a:cxn>
                <a:cxn ang="0">
                  <a:pos x="csX11376" y="csY11376"/>
                </a:cxn>
                <a:cxn ang="0">
                  <a:pos x="csX11377" y="csY11377"/>
                </a:cxn>
                <a:cxn ang="0">
                  <a:pos x="csX11378" y="csY11378"/>
                </a:cxn>
                <a:cxn ang="0">
                  <a:pos x="csX11379" y="csY11379"/>
                </a:cxn>
                <a:cxn ang="0">
                  <a:pos x="csX11380" y="csY11380"/>
                </a:cxn>
                <a:cxn ang="0">
                  <a:pos x="csX11381" y="csY11381"/>
                </a:cxn>
                <a:cxn ang="0">
                  <a:pos x="csX11382" y="csY11382"/>
                </a:cxn>
                <a:cxn ang="0">
                  <a:pos x="csX11383" y="csY11383"/>
                </a:cxn>
                <a:cxn ang="0">
                  <a:pos x="csX11384" y="csY11384"/>
                </a:cxn>
                <a:cxn ang="0">
                  <a:pos x="csX11385" y="csY11385"/>
                </a:cxn>
                <a:cxn ang="0">
                  <a:pos x="csX11386" y="csY11386"/>
                </a:cxn>
                <a:cxn ang="0">
                  <a:pos x="csX11387" y="csY11387"/>
                </a:cxn>
                <a:cxn ang="0">
                  <a:pos x="csX11388" y="csY11388"/>
                </a:cxn>
                <a:cxn ang="0">
                  <a:pos x="csX11389" y="csY11389"/>
                </a:cxn>
                <a:cxn ang="0">
                  <a:pos x="csX11390" y="csY11390"/>
                </a:cxn>
                <a:cxn ang="0">
                  <a:pos x="csX11391" y="csY11391"/>
                </a:cxn>
                <a:cxn ang="0">
                  <a:pos x="csX11392" y="csY11392"/>
                </a:cxn>
                <a:cxn ang="0">
                  <a:pos x="csX11393" y="csY11393"/>
                </a:cxn>
                <a:cxn ang="0">
                  <a:pos x="csX11394" y="csY11394"/>
                </a:cxn>
                <a:cxn ang="0">
                  <a:pos x="csX11395" y="csY11395"/>
                </a:cxn>
                <a:cxn ang="0">
                  <a:pos x="csX11396" y="csY11396"/>
                </a:cxn>
                <a:cxn ang="0">
                  <a:pos x="csX11397" y="csY11397"/>
                </a:cxn>
                <a:cxn ang="0">
                  <a:pos x="csX11398" y="csY11398"/>
                </a:cxn>
                <a:cxn ang="0">
                  <a:pos x="csX11399" y="csY11399"/>
                </a:cxn>
                <a:cxn ang="0">
                  <a:pos x="csX11400" y="csY11400"/>
                </a:cxn>
                <a:cxn ang="0">
                  <a:pos x="csX11401" y="csY11401"/>
                </a:cxn>
                <a:cxn ang="0">
                  <a:pos x="csX11402" y="csY11402"/>
                </a:cxn>
                <a:cxn ang="0">
                  <a:pos x="csX11403" y="csY11403"/>
                </a:cxn>
                <a:cxn ang="0">
                  <a:pos x="csX11404" y="csY11404"/>
                </a:cxn>
                <a:cxn ang="0">
                  <a:pos x="csX11405" y="csY11405"/>
                </a:cxn>
                <a:cxn ang="0">
                  <a:pos x="csX11406" y="csY11406"/>
                </a:cxn>
                <a:cxn ang="0">
                  <a:pos x="csX11407" y="csY11407"/>
                </a:cxn>
                <a:cxn ang="0">
                  <a:pos x="csX11408" y="csY11408"/>
                </a:cxn>
                <a:cxn ang="0">
                  <a:pos x="csX11409" y="csY11409"/>
                </a:cxn>
                <a:cxn ang="0">
                  <a:pos x="csX11410" y="csY11410"/>
                </a:cxn>
                <a:cxn ang="0">
                  <a:pos x="csX11411" y="csY11411"/>
                </a:cxn>
                <a:cxn ang="0">
                  <a:pos x="csX11412" y="csY11412"/>
                </a:cxn>
                <a:cxn ang="0">
                  <a:pos x="csX11413" y="csY11413"/>
                </a:cxn>
                <a:cxn ang="0">
                  <a:pos x="csX11414" y="csY11414"/>
                </a:cxn>
                <a:cxn ang="0">
                  <a:pos x="csX11415" y="csY11415"/>
                </a:cxn>
                <a:cxn ang="0">
                  <a:pos x="csX11416" y="csY11416"/>
                </a:cxn>
                <a:cxn ang="0">
                  <a:pos x="csX11417" y="csY11417"/>
                </a:cxn>
                <a:cxn ang="0">
                  <a:pos x="csX11418" y="csY11418"/>
                </a:cxn>
                <a:cxn ang="0">
                  <a:pos x="csX11419" y="csY11419"/>
                </a:cxn>
                <a:cxn ang="0">
                  <a:pos x="csX11420" y="csY11420"/>
                </a:cxn>
                <a:cxn ang="0">
                  <a:pos x="csX11421" y="csY11421"/>
                </a:cxn>
                <a:cxn ang="0">
                  <a:pos x="csX11422" y="csY11422"/>
                </a:cxn>
                <a:cxn ang="0">
                  <a:pos x="csX11423" y="csY11423"/>
                </a:cxn>
                <a:cxn ang="0">
                  <a:pos x="csX11424" y="csY11424"/>
                </a:cxn>
                <a:cxn ang="0">
                  <a:pos x="csX11425" y="csY11425"/>
                </a:cxn>
                <a:cxn ang="0">
                  <a:pos x="csX11426" y="csY11426"/>
                </a:cxn>
                <a:cxn ang="0">
                  <a:pos x="csX11427" y="csY11427"/>
                </a:cxn>
                <a:cxn ang="0">
                  <a:pos x="csX11428" y="csY11428"/>
                </a:cxn>
                <a:cxn ang="0">
                  <a:pos x="csX11429" y="csY11429"/>
                </a:cxn>
                <a:cxn ang="0">
                  <a:pos x="csX11430" y="csY11430"/>
                </a:cxn>
                <a:cxn ang="0">
                  <a:pos x="csX11431" y="csY11431"/>
                </a:cxn>
                <a:cxn ang="0">
                  <a:pos x="csX11432" y="csY11432"/>
                </a:cxn>
                <a:cxn ang="0">
                  <a:pos x="csX11433" y="csY11433"/>
                </a:cxn>
                <a:cxn ang="0">
                  <a:pos x="csX11434" y="csY11434"/>
                </a:cxn>
                <a:cxn ang="0">
                  <a:pos x="csX11435" y="csY11435"/>
                </a:cxn>
                <a:cxn ang="0">
                  <a:pos x="csX11436" y="csY11436"/>
                </a:cxn>
                <a:cxn ang="0">
                  <a:pos x="csX11437" y="csY11437"/>
                </a:cxn>
                <a:cxn ang="0">
                  <a:pos x="csX11438" y="csY11438"/>
                </a:cxn>
                <a:cxn ang="0">
                  <a:pos x="csX11439" y="csY11439"/>
                </a:cxn>
                <a:cxn ang="0">
                  <a:pos x="csX11440" y="csY11440"/>
                </a:cxn>
                <a:cxn ang="0">
                  <a:pos x="csX11441" y="csY11441"/>
                </a:cxn>
                <a:cxn ang="0">
                  <a:pos x="csX11442" y="csY11442"/>
                </a:cxn>
                <a:cxn ang="0">
                  <a:pos x="csX11443" y="csY11443"/>
                </a:cxn>
                <a:cxn ang="0">
                  <a:pos x="csX11444" y="csY11444"/>
                </a:cxn>
                <a:cxn ang="0">
                  <a:pos x="csX11445" y="csY11445"/>
                </a:cxn>
                <a:cxn ang="0">
                  <a:pos x="csX11446" y="csY11446"/>
                </a:cxn>
                <a:cxn ang="0">
                  <a:pos x="csX11447" y="csY11447"/>
                </a:cxn>
                <a:cxn ang="0">
                  <a:pos x="csX11448" y="csY11448"/>
                </a:cxn>
                <a:cxn ang="0">
                  <a:pos x="csX11449" y="csY11449"/>
                </a:cxn>
                <a:cxn ang="0">
                  <a:pos x="csX11450" y="csY11450"/>
                </a:cxn>
                <a:cxn ang="0">
                  <a:pos x="csX11451" y="csY11451"/>
                </a:cxn>
                <a:cxn ang="0">
                  <a:pos x="csX11452" y="csY11452"/>
                </a:cxn>
                <a:cxn ang="0">
                  <a:pos x="csX11453" y="csY11453"/>
                </a:cxn>
                <a:cxn ang="0">
                  <a:pos x="csX11454" y="csY11454"/>
                </a:cxn>
                <a:cxn ang="0">
                  <a:pos x="csX11455" y="csY11455"/>
                </a:cxn>
                <a:cxn ang="0">
                  <a:pos x="csX11456" y="csY11456"/>
                </a:cxn>
                <a:cxn ang="0">
                  <a:pos x="csX11457" y="csY11457"/>
                </a:cxn>
                <a:cxn ang="0">
                  <a:pos x="csX11458" y="csY11458"/>
                </a:cxn>
                <a:cxn ang="0">
                  <a:pos x="csX11459" y="csY11459"/>
                </a:cxn>
                <a:cxn ang="0">
                  <a:pos x="csX11460" y="csY11460"/>
                </a:cxn>
                <a:cxn ang="0">
                  <a:pos x="csX11461" y="csY11461"/>
                </a:cxn>
                <a:cxn ang="0">
                  <a:pos x="csX11462" y="csY11462"/>
                </a:cxn>
                <a:cxn ang="0">
                  <a:pos x="csX11463" y="csY11463"/>
                </a:cxn>
                <a:cxn ang="0">
                  <a:pos x="csX11464" y="csY11464"/>
                </a:cxn>
                <a:cxn ang="0">
                  <a:pos x="csX11465" y="csY11465"/>
                </a:cxn>
                <a:cxn ang="0">
                  <a:pos x="csX11466" y="csY11466"/>
                </a:cxn>
                <a:cxn ang="0">
                  <a:pos x="csX11467" y="csY11467"/>
                </a:cxn>
                <a:cxn ang="0">
                  <a:pos x="csX11468" y="csY11468"/>
                </a:cxn>
                <a:cxn ang="0">
                  <a:pos x="csX11469" y="csY11469"/>
                </a:cxn>
                <a:cxn ang="0">
                  <a:pos x="csX11470" y="csY11470"/>
                </a:cxn>
                <a:cxn ang="0">
                  <a:pos x="csX11471" y="csY11471"/>
                </a:cxn>
                <a:cxn ang="0">
                  <a:pos x="csX11472" y="csY11472"/>
                </a:cxn>
                <a:cxn ang="0">
                  <a:pos x="csX11473" y="csY11473"/>
                </a:cxn>
                <a:cxn ang="0">
                  <a:pos x="csX11474" y="csY11474"/>
                </a:cxn>
                <a:cxn ang="0">
                  <a:pos x="csX11475" y="csY11475"/>
                </a:cxn>
                <a:cxn ang="0">
                  <a:pos x="csX11476" y="csY11476"/>
                </a:cxn>
                <a:cxn ang="0">
                  <a:pos x="csX11477" y="csY11477"/>
                </a:cxn>
                <a:cxn ang="0">
                  <a:pos x="csX11478" y="csY11478"/>
                </a:cxn>
                <a:cxn ang="0">
                  <a:pos x="csX11479" y="csY11479"/>
                </a:cxn>
                <a:cxn ang="0">
                  <a:pos x="csX11480" y="csY11480"/>
                </a:cxn>
                <a:cxn ang="0">
                  <a:pos x="csX11481" y="csY11481"/>
                </a:cxn>
                <a:cxn ang="0">
                  <a:pos x="csX11482" y="csY11482"/>
                </a:cxn>
                <a:cxn ang="0">
                  <a:pos x="csX11483" y="csY11483"/>
                </a:cxn>
                <a:cxn ang="0">
                  <a:pos x="csX11484" y="csY11484"/>
                </a:cxn>
                <a:cxn ang="0">
                  <a:pos x="csX11485" y="csY11485"/>
                </a:cxn>
                <a:cxn ang="0">
                  <a:pos x="csX11486" y="csY11486"/>
                </a:cxn>
                <a:cxn ang="0">
                  <a:pos x="csX11487" y="csY11487"/>
                </a:cxn>
                <a:cxn ang="0">
                  <a:pos x="csX11488" y="csY11488"/>
                </a:cxn>
                <a:cxn ang="0">
                  <a:pos x="csX11489" y="csY11489"/>
                </a:cxn>
                <a:cxn ang="0">
                  <a:pos x="csX11490" y="csY11490"/>
                </a:cxn>
                <a:cxn ang="0">
                  <a:pos x="csX11491" y="csY11491"/>
                </a:cxn>
                <a:cxn ang="0">
                  <a:pos x="csX11492" y="csY11492"/>
                </a:cxn>
                <a:cxn ang="0">
                  <a:pos x="csX11493" y="csY11493"/>
                </a:cxn>
                <a:cxn ang="0">
                  <a:pos x="csX11494" y="csY11494"/>
                </a:cxn>
                <a:cxn ang="0">
                  <a:pos x="csX11495" y="csY11495"/>
                </a:cxn>
                <a:cxn ang="0">
                  <a:pos x="csX11496" y="csY11496"/>
                </a:cxn>
                <a:cxn ang="0">
                  <a:pos x="csX11497" y="csY11497"/>
                </a:cxn>
                <a:cxn ang="0">
                  <a:pos x="csX11498" y="csY11498"/>
                </a:cxn>
                <a:cxn ang="0">
                  <a:pos x="csX11499" y="csY11499"/>
                </a:cxn>
                <a:cxn ang="0">
                  <a:pos x="csX11500" y="csY11500"/>
                </a:cxn>
                <a:cxn ang="0">
                  <a:pos x="csX11501" y="csY11501"/>
                </a:cxn>
                <a:cxn ang="0">
                  <a:pos x="csX11502" y="csY11502"/>
                </a:cxn>
                <a:cxn ang="0">
                  <a:pos x="csX11503" y="csY11503"/>
                </a:cxn>
                <a:cxn ang="0">
                  <a:pos x="csX11504" y="csY11504"/>
                </a:cxn>
                <a:cxn ang="0">
                  <a:pos x="csX11505" y="csY11505"/>
                </a:cxn>
                <a:cxn ang="0">
                  <a:pos x="csX11506" y="csY11506"/>
                </a:cxn>
                <a:cxn ang="0">
                  <a:pos x="csX11507" y="csY11507"/>
                </a:cxn>
                <a:cxn ang="0">
                  <a:pos x="csX11508" y="csY11508"/>
                </a:cxn>
                <a:cxn ang="0">
                  <a:pos x="csX11509" y="csY11509"/>
                </a:cxn>
                <a:cxn ang="0">
                  <a:pos x="csX11510" y="csY11510"/>
                </a:cxn>
                <a:cxn ang="0">
                  <a:pos x="csX11511" y="csY11511"/>
                </a:cxn>
                <a:cxn ang="0">
                  <a:pos x="csX11512" y="csY11512"/>
                </a:cxn>
                <a:cxn ang="0">
                  <a:pos x="csX11513" y="csY11513"/>
                </a:cxn>
                <a:cxn ang="0">
                  <a:pos x="csX11514" y="csY11514"/>
                </a:cxn>
                <a:cxn ang="0">
                  <a:pos x="csX11515" y="csY11515"/>
                </a:cxn>
                <a:cxn ang="0">
                  <a:pos x="csX11516" y="csY11516"/>
                </a:cxn>
                <a:cxn ang="0">
                  <a:pos x="csX11517" y="csY11517"/>
                </a:cxn>
                <a:cxn ang="0">
                  <a:pos x="csX11518" y="csY11518"/>
                </a:cxn>
                <a:cxn ang="0">
                  <a:pos x="csX11519" y="csY11519"/>
                </a:cxn>
                <a:cxn ang="0">
                  <a:pos x="csX11520" y="csY11520"/>
                </a:cxn>
                <a:cxn ang="0">
                  <a:pos x="csX11521" y="csY11521"/>
                </a:cxn>
                <a:cxn ang="0">
                  <a:pos x="csX11522" y="csY11522"/>
                </a:cxn>
                <a:cxn ang="0">
                  <a:pos x="csX11523" y="csY11523"/>
                </a:cxn>
                <a:cxn ang="0">
                  <a:pos x="csX11524" y="csY11524"/>
                </a:cxn>
                <a:cxn ang="0">
                  <a:pos x="csX11525" y="csY11525"/>
                </a:cxn>
                <a:cxn ang="0">
                  <a:pos x="csX11526" y="csY11526"/>
                </a:cxn>
                <a:cxn ang="0">
                  <a:pos x="csX11527" y="csY11527"/>
                </a:cxn>
                <a:cxn ang="0">
                  <a:pos x="csX11528" y="csY11528"/>
                </a:cxn>
                <a:cxn ang="0">
                  <a:pos x="csX11529" y="csY11529"/>
                </a:cxn>
                <a:cxn ang="0">
                  <a:pos x="csX11530" y="csY11530"/>
                </a:cxn>
                <a:cxn ang="0">
                  <a:pos x="csX11531" y="csY11531"/>
                </a:cxn>
                <a:cxn ang="0">
                  <a:pos x="csX11532" y="csY11532"/>
                </a:cxn>
                <a:cxn ang="0">
                  <a:pos x="csX11533" y="csY11533"/>
                </a:cxn>
                <a:cxn ang="0">
                  <a:pos x="csX11534" y="csY11534"/>
                </a:cxn>
                <a:cxn ang="0">
                  <a:pos x="csX11535" y="csY11535"/>
                </a:cxn>
                <a:cxn ang="0">
                  <a:pos x="csX11536" y="csY11536"/>
                </a:cxn>
                <a:cxn ang="0">
                  <a:pos x="csX11537" y="csY11537"/>
                </a:cxn>
                <a:cxn ang="0">
                  <a:pos x="csX11538" y="csY11538"/>
                </a:cxn>
                <a:cxn ang="0">
                  <a:pos x="csX11539" y="csY11539"/>
                </a:cxn>
                <a:cxn ang="0">
                  <a:pos x="csX11540" y="csY11540"/>
                </a:cxn>
                <a:cxn ang="0">
                  <a:pos x="csX11541" y="csY11541"/>
                </a:cxn>
                <a:cxn ang="0">
                  <a:pos x="csX11542" y="csY11542"/>
                </a:cxn>
                <a:cxn ang="0">
                  <a:pos x="csX11543" y="csY11543"/>
                </a:cxn>
                <a:cxn ang="0">
                  <a:pos x="csX11544" y="csY11544"/>
                </a:cxn>
                <a:cxn ang="0">
                  <a:pos x="csX11545" y="csY11545"/>
                </a:cxn>
                <a:cxn ang="0">
                  <a:pos x="csX11546" y="csY11546"/>
                </a:cxn>
                <a:cxn ang="0">
                  <a:pos x="csX11547" y="csY11547"/>
                </a:cxn>
                <a:cxn ang="0">
                  <a:pos x="csX11548" y="csY11548"/>
                </a:cxn>
                <a:cxn ang="0">
                  <a:pos x="csX11549" y="csY11549"/>
                </a:cxn>
                <a:cxn ang="0">
                  <a:pos x="csX11550" y="csY11550"/>
                </a:cxn>
                <a:cxn ang="0">
                  <a:pos x="csX11551" y="csY11551"/>
                </a:cxn>
                <a:cxn ang="0">
                  <a:pos x="csX11552" y="csY11552"/>
                </a:cxn>
                <a:cxn ang="0">
                  <a:pos x="csX11553" y="csY11553"/>
                </a:cxn>
                <a:cxn ang="0">
                  <a:pos x="csX11554" y="csY11554"/>
                </a:cxn>
                <a:cxn ang="0">
                  <a:pos x="csX11555" y="csY11555"/>
                </a:cxn>
                <a:cxn ang="0">
                  <a:pos x="csX11556" y="csY11556"/>
                </a:cxn>
                <a:cxn ang="0">
                  <a:pos x="csX11557" y="csY11557"/>
                </a:cxn>
                <a:cxn ang="0">
                  <a:pos x="csX11558" y="csY11558"/>
                </a:cxn>
                <a:cxn ang="0">
                  <a:pos x="csX11559" y="csY11559"/>
                </a:cxn>
                <a:cxn ang="0">
                  <a:pos x="csX11560" y="csY11560"/>
                </a:cxn>
                <a:cxn ang="0">
                  <a:pos x="csX11561" y="csY11561"/>
                </a:cxn>
                <a:cxn ang="0">
                  <a:pos x="csX11562" y="csY11562"/>
                </a:cxn>
                <a:cxn ang="0">
                  <a:pos x="csX11563" y="csY11563"/>
                </a:cxn>
                <a:cxn ang="0">
                  <a:pos x="csX11564" y="csY11564"/>
                </a:cxn>
                <a:cxn ang="0">
                  <a:pos x="csX11565" y="csY11565"/>
                </a:cxn>
                <a:cxn ang="0">
                  <a:pos x="csX11566" y="csY11566"/>
                </a:cxn>
                <a:cxn ang="0">
                  <a:pos x="csX11567" y="csY11567"/>
                </a:cxn>
                <a:cxn ang="0">
                  <a:pos x="csX11568" y="csY11568"/>
                </a:cxn>
                <a:cxn ang="0">
                  <a:pos x="csX11569" y="csY11569"/>
                </a:cxn>
                <a:cxn ang="0">
                  <a:pos x="csX11570" y="csY11570"/>
                </a:cxn>
                <a:cxn ang="0">
                  <a:pos x="csX11571" y="csY11571"/>
                </a:cxn>
                <a:cxn ang="0">
                  <a:pos x="csX11572" y="csY11572"/>
                </a:cxn>
                <a:cxn ang="0">
                  <a:pos x="csX11573" y="csY11573"/>
                </a:cxn>
                <a:cxn ang="0">
                  <a:pos x="csX11574" y="csY11574"/>
                </a:cxn>
                <a:cxn ang="0">
                  <a:pos x="csX11575" y="csY11575"/>
                </a:cxn>
                <a:cxn ang="0">
                  <a:pos x="csX11576" y="csY11576"/>
                </a:cxn>
                <a:cxn ang="0">
                  <a:pos x="csX11577" y="csY11577"/>
                </a:cxn>
                <a:cxn ang="0">
                  <a:pos x="csX11578" y="csY11578"/>
                </a:cxn>
                <a:cxn ang="0">
                  <a:pos x="csX11579" y="csY11579"/>
                </a:cxn>
                <a:cxn ang="0">
                  <a:pos x="csX11580" y="csY11580"/>
                </a:cxn>
                <a:cxn ang="0">
                  <a:pos x="csX11581" y="csY11581"/>
                </a:cxn>
                <a:cxn ang="0">
                  <a:pos x="csX11582" y="csY11582"/>
                </a:cxn>
                <a:cxn ang="0">
                  <a:pos x="csX11583" y="csY11583"/>
                </a:cxn>
                <a:cxn ang="0">
                  <a:pos x="csX11584" y="csY11584"/>
                </a:cxn>
                <a:cxn ang="0">
                  <a:pos x="csX11585" y="csY11585"/>
                </a:cxn>
                <a:cxn ang="0">
                  <a:pos x="csX11586" y="csY11586"/>
                </a:cxn>
                <a:cxn ang="0">
                  <a:pos x="csX11587" y="csY11587"/>
                </a:cxn>
                <a:cxn ang="0">
                  <a:pos x="csX11588" y="csY11588"/>
                </a:cxn>
                <a:cxn ang="0">
                  <a:pos x="csX11589" y="csY11589"/>
                </a:cxn>
                <a:cxn ang="0">
                  <a:pos x="csX11590" y="csY11590"/>
                </a:cxn>
                <a:cxn ang="0">
                  <a:pos x="csX11591" y="csY11591"/>
                </a:cxn>
                <a:cxn ang="0">
                  <a:pos x="csX11592" y="csY11592"/>
                </a:cxn>
                <a:cxn ang="0">
                  <a:pos x="csX11593" y="csY11593"/>
                </a:cxn>
                <a:cxn ang="0">
                  <a:pos x="csX11594" y="csY11594"/>
                </a:cxn>
                <a:cxn ang="0">
                  <a:pos x="csX11595" y="csY11595"/>
                </a:cxn>
                <a:cxn ang="0">
                  <a:pos x="csX11596" y="csY11596"/>
                </a:cxn>
                <a:cxn ang="0">
                  <a:pos x="csX11597" y="csY11597"/>
                </a:cxn>
                <a:cxn ang="0">
                  <a:pos x="csX11598" y="csY11598"/>
                </a:cxn>
                <a:cxn ang="0">
                  <a:pos x="csX11599" y="csY11599"/>
                </a:cxn>
                <a:cxn ang="0">
                  <a:pos x="csX11600" y="csY11600"/>
                </a:cxn>
                <a:cxn ang="0">
                  <a:pos x="csX11601" y="csY11601"/>
                </a:cxn>
                <a:cxn ang="0">
                  <a:pos x="csX11602" y="csY11602"/>
                </a:cxn>
                <a:cxn ang="0">
                  <a:pos x="csX11603" y="csY11603"/>
                </a:cxn>
                <a:cxn ang="0">
                  <a:pos x="csX11604" y="csY11604"/>
                </a:cxn>
                <a:cxn ang="0">
                  <a:pos x="csX11605" y="csY11605"/>
                </a:cxn>
                <a:cxn ang="0">
                  <a:pos x="csX11606" y="csY11606"/>
                </a:cxn>
                <a:cxn ang="0">
                  <a:pos x="csX11607" y="csY11607"/>
                </a:cxn>
                <a:cxn ang="0">
                  <a:pos x="csX11608" y="csY11608"/>
                </a:cxn>
                <a:cxn ang="0">
                  <a:pos x="csX11609" y="csY11609"/>
                </a:cxn>
                <a:cxn ang="0">
                  <a:pos x="csX11610" y="csY11610"/>
                </a:cxn>
                <a:cxn ang="0">
                  <a:pos x="csX11611" y="csY11611"/>
                </a:cxn>
                <a:cxn ang="0">
                  <a:pos x="csX11612" y="csY11612"/>
                </a:cxn>
                <a:cxn ang="0">
                  <a:pos x="csX11613" y="csY11613"/>
                </a:cxn>
                <a:cxn ang="0">
                  <a:pos x="csX11614" y="csY11614"/>
                </a:cxn>
                <a:cxn ang="0">
                  <a:pos x="csX11615" y="csY11615"/>
                </a:cxn>
                <a:cxn ang="0">
                  <a:pos x="csX11616" y="csY11616"/>
                </a:cxn>
                <a:cxn ang="0">
                  <a:pos x="csX11617" y="csY11617"/>
                </a:cxn>
                <a:cxn ang="0">
                  <a:pos x="csX11618" y="csY11618"/>
                </a:cxn>
                <a:cxn ang="0">
                  <a:pos x="csX11619" y="csY11619"/>
                </a:cxn>
                <a:cxn ang="0">
                  <a:pos x="csX11620" y="csY11620"/>
                </a:cxn>
                <a:cxn ang="0">
                  <a:pos x="csX11621" y="csY11621"/>
                </a:cxn>
                <a:cxn ang="0">
                  <a:pos x="csX11622" y="csY11622"/>
                </a:cxn>
                <a:cxn ang="0">
                  <a:pos x="csX11623" y="csY11623"/>
                </a:cxn>
                <a:cxn ang="0">
                  <a:pos x="csX11624" y="csY11624"/>
                </a:cxn>
                <a:cxn ang="0">
                  <a:pos x="csX11625" y="csY11625"/>
                </a:cxn>
                <a:cxn ang="0">
                  <a:pos x="csX11626" y="csY11626"/>
                </a:cxn>
                <a:cxn ang="0">
                  <a:pos x="csX11627" y="csY11627"/>
                </a:cxn>
                <a:cxn ang="0">
                  <a:pos x="csX11628" y="csY11628"/>
                </a:cxn>
                <a:cxn ang="0">
                  <a:pos x="csX11629" y="csY11629"/>
                </a:cxn>
                <a:cxn ang="0">
                  <a:pos x="csX11630" y="csY11630"/>
                </a:cxn>
                <a:cxn ang="0">
                  <a:pos x="csX11631" y="csY11631"/>
                </a:cxn>
                <a:cxn ang="0">
                  <a:pos x="csX11632" y="csY11632"/>
                </a:cxn>
                <a:cxn ang="0">
                  <a:pos x="csX11633" y="csY11633"/>
                </a:cxn>
                <a:cxn ang="0">
                  <a:pos x="csX11634" y="csY11634"/>
                </a:cxn>
                <a:cxn ang="0">
                  <a:pos x="csX11635" y="csY11635"/>
                </a:cxn>
                <a:cxn ang="0">
                  <a:pos x="csX11636" y="csY11636"/>
                </a:cxn>
                <a:cxn ang="0">
                  <a:pos x="csX11637" y="csY11637"/>
                </a:cxn>
                <a:cxn ang="0">
                  <a:pos x="csX11638" y="csY11638"/>
                </a:cxn>
                <a:cxn ang="0">
                  <a:pos x="csX11639" y="csY11639"/>
                </a:cxn>
                <a:cxn ang="0">
                  <a:pos x="csX11640" y="csY11640"/>
                </a:cxn>
                <a:cxn ang="0">
                  <a:pos x="csX11641" y="csY11641"/>
                </a:cxn>
                <a:cxn ang="0">
                  <a:pos x="csX11642" y="csY11642"/>
                </a:cxn>
                <a:cxn ang="0">
                  <a:pos x="csX11643" y="csY11643"/>
                </a:cxn>
                <a:cxn ang="0">
                  <a:pos x="csX11644" y="csY11644"/>
                </a:cxn>
                <a:cxn ang="0">
                  <a:pos x="csX11645" y="csY11645"/>
                </a:cxn>
                <a:cxn ang="0">
                  <a:pos x="csX11646" y="csY11646"/>
                </a:cxn>
                <a:cxn ang="0">
                  <a:pos x="csX11647" y="csY11647"/>
                </a:cxn>
                <a:cxn ang="0">
                  <a:pos x="csX11648" y="csY11648"/>
                </a:cxn>
                <a:cxn ang="0">
                  <a:pos x="csX11649" y="csY11649"/>
                </a:cxn>
                <a:cxn ang="0">
                  <a:pos x="csX11650" y="csY11650"/>
                </a:cxn>
                <a:cxn ang="0">
                  <a:pos x="csX11651" y="csY11651"/>
                </a:cxn>
                <a:cxn ang="0">
                  <a:pos x="csX11652" y="csY11652"/>
                </a:cxn>
                <a:cxn ang="0">
                  <a:pos x="csX11653" y="csY11653"/>
                </a:cxn>
                <a:cxn ang="0">
                  <a:pos x="csX11654" y="csY11654"/>
                </a:cxn>
                <a:cxn ang="0">
                  <a:pos x="csX11655" y="csY11655"/>
                </a:cxn>
                <a:cxn ang="0">
                  <a:pos x="csX11656" y="csY11656"/>
                </a:cxn>
                <a:cxn ang="0">
                  <a:pos x="csX11657" y="csY11657"/>
                </a:cxn>
                <a:cxn ang="0">
                  <a:pos x="csX11658" y="csY11658"/>
                </a:cxn>
                <a:cxn ang="0">
                  <a:pos x="csX11659" y="csY11659"/>
                </a:cxn>
                <a:cxn ang="0">
                  <a:pos x="csX11660" y="csY11660"/>
                </a:cxn>
                <a:cxn ang="0">
                  <a:pos x="csX11661" y="csY11661"/>
                </a:cxn>
                <a:cxn ang="0">
                  <a:pos x="csX11662" y="csY11662"/>
                </a:cxn>
                <a:cxn ang="0">
                  <a:pos x="csX11663" y="csY11663"/>
                </a:cxn>
                <a:cxn ang="0">
                  <a:pos x="csX11664" y="csY11664"/>
                </a:cxn>
                <a:cxn ang="0">
                  <a:pos x="csX11665" y="csY11665"/>
                </a:cxn>
                <a:cxn ang="0">
                  <a:pos x="csX11666" y="csY11666"/>
                </a:cxn>
                <a:cxn ang="0">
                  <a:pos x="csX11667" y="csY11667"/>
                </a:cxn>
                <a:cxn ang="0">
                  <a:pos x="csX11668" y="csY11668"/>
                </a:cxn>
                <a:cxn ang="0">
                  <a:pos x="csX11669" y="csY11669"/>
                </a:cxn>
                <a:cxn ang="0">
                  <a:pos x="csX11670" y="csY11670"/>
                </a:cxn>
                <a:cxn ang="0">
                  <a:pos x="csX11671" y="csY11671"/>
                </a:cxn>
                <a:cxn ang="0">
                  <a:pos x="csX11672" y="csY11672"/>
                </a:cxn>
                <a:cxn ang="0">
                  <a:pos x="csX11673" y="csY11673"/>
                </a:cxn>
                <a:cxn ang="0">
                  <a:pos x="csX11674" y="csY11674"/>
                </a:cxn>
                <a:cxn ang="0">
                  <a:pos x="csX11675" y="csY11675"/>
                </a:cxn>
                <a:cxn ang="0">
                  <a:pos x="csX11676" y="csY11676"/>
                </a:cxn>
                <a:cxn ang="0">
                  <a:pos x="csX11677" y="csY11677"/>
                </a:cxn>
                <a:cxn ang="0">
                  <a:pos x="csX11678" y="csY11678"/>
                </a:cxn>
                <a:cxn ang="0">
                  <a:pos x="csX11679" y="csY11679"/>
                </a:cxn>
                <a:cxn ang="0">
                  <a:pos x="csX11680" y="csY11680"/>
                </a:cxn>
                <a:cxn ang="0">
                  <a:pos x="csX11681" y="csY11681"/>
                </a:cxn>
                <a:cxn ang="0">
                  <a:pos x="csX11682" y="csY11682"/>
                </a:cxn>
                <a:cxn ang="0">
                  <a:pos x="csX11683" y="csY11683"/>
                </a:cxn>
                <a:cxn ang="0">
                  <a:pos x="csX11684" y="csY11684"/>
                </a:cxn>
                <a:cxn ang="0">
                  <a:pos x="csX11685" y="csY11685"/>
                </a:cxn>
                <a:cxn ang="0">
                  <a:pos x="csX11686" y="csY11686"/>
                </a:cxn>
                <a:cxn ang="0">
                  <a:pos x="csX11687" y="csY11687"/>
                </a:cxn>
                <a:cxn ang="0">
                  <a:pos x="csX11688" y="csY11688"/>
                </a:cxn>
                <a:cxn ang="0">
                  <a:pos x="csX11689" y="csY11689"/>
                </a:cxn>
                <a:cxn ang="0">
                  <a:pos x="csX11690" y="csY11690"/>
                </a:cxn>
                <a:cxn ang="0">
                  <a:pos x="csX11691" y="csY11691"/>
                </a:cxn>
                <a:cxn ang="0">
                  <a:pos x="csX11692" y="csY11692"/>
                </a:cxn>
                <a:cxn ang="0">
                  <a:pos x="csX11693" y="csY11693"/>
                </a:cxn>
                <a:cxn ang="0">
                  <a:pos x="csX11694" y="csY11694"/>
                </a:cxn>
                <a:cxn ang="0">
                  <a:pos x="csX11695" y="csY11695"/>
                </a:cxn>
                <a:cxn ang="0">
                  <a:pos x="csX11696" y="csY11696"/>
                </a:cxn>
                <a:cxn ang="0">
                  <a:pos x="csX11697" y="csY11697"/>
                </a:cxn>
                <a:cxn ang="0">
                  <a:pos x="csX11698" y="csY11698"/>
                </a:cxn>
                <a:cxn ang="0">
                  <a:pos x="csX11699" y="csY11699"/>
                </a:cxn>
                <a:cxn ang="0">
                  <a:pos x="csX11700" y="csY11700"/>
                </a:cxn>
                <a:cxn ang="0">
                  <a:pos x="csX11701" y="csY11701"/>
                </a:cxn>
                <a:cxn ang="0">
                  <a:pos x="csX11702" y="csY11702"/>
                </a:cxn>
                <a:cxn ang="0">
                  <a:pos x="csX11703" y="csY11703"/>
                </a:cxn>
                <a:cxn ang="0">
                  <a:pos x="csX11704" y="csY11704"/>
                </a:cxn>
                <a:cxn ang="0">
                  <a:pos x="csX11705" y="csY11705"/>
                </a:cxn>
                <a:cxn ang="0">
                  <a:pos x="csX11706" y="csY11706"/>
                </a:cxn>
                <a:cxn ang="0">
                  <a:pos x="csX11707" y="csY11707"/>
                </a:cxn>
                <a:cxn ang="0">
                  <a:pos x="csX11708" y="csY11708"/>
                </a:cxn>
                <a:cxn ang="0">
                  <a:pos x="csX11709" y="csY11709"/>
                </a:cxn>
                <a:cxn ang="0">
                  <a:pos x="csX11710" y="csY11710"/>
                </a:cxn>
                <a:cxn ang="0">
                  <a:pos x="csX11711" y="csY11711"/>
                </a:cxn>
                <a:cxn ang="0">
                  <a:pos x="csX11712" y="csY11712"/>
                </a:cxn>
                <a:cxn ang="0">
                  <a:pos x="csX11713" y="csY11713"/>
                </a:cxn>
                <a:cxn ang="0">
                  <a:pos x="csX11714" y="csY11714"/>
                </a:cxn>
                <a:cxn ang="0">
                  <a:pos x="csX11715" y="csY11715"/>
                </a:cxn>
                <a:cxn ang="0">
                  <a:pos x="csX11716" y="csY11716"/>
                </a:cxn>
                <a:cxn ang="0">
                  <a:pos x="csX11717" y="csY11717"/>
                </a:cxn>
                <a:cxn ang="0">
                  <a:pos x="csX11718" y="csY11718"/>
                </a:cxn>
                <a:cxn ang="0">
                  <a:pos x="csX11719" y="csY11719"/>
                </a:cxn>
                <a:cxn ang="0">
                  <a:pos x="csX11720" y="csY11720"/>
                </a:cxn>
                <a:cxn ang="0">
                  <a:pos x="csX11721" y="csY11721"/>
                </a:cxn>
                <a:cxn ang="0">
                  <a:pos x="csX11722" y="csY11722"/>
                </a:cxn>
                <a:cxn ang="0">
                  <a:pos x="csX11723" y="csY11723"/>
                </a:cxn>
                <a:cxn ang="0">
                  <a:pos x="csX11724" y="csY11724"/>
                </a:cxn>
                <a:cxn ang="0">
                  <a:pos x="csX11725" y="csY11725"/>
                </a:cxn>
                <a:cxn ang="0">
                  <a:pos x="csX11726" y="csY11726"/>
                </a:cxn>
                <a:cxn ang="0">
                  <a:pos x="csX11727" y="csY11727"/>
                </a:cxn>
                <a:cxn ang="0">
                  <a:pos x="csX11728" y="csY11728"/>
                </a:cxn>
                <a:cxn ang="0">
                  <a:pos x="csX11729" y="csY11729"/>
                </a:cxn>
                <a:cxn ang="0">
                  <a:pos x="csX11730" y="csY11730"/>
                </a:cxn>
                <a:cxn ang="0">
                  <a:pos x="csX11731" y="csY11731"/>
                </a:cxn>
                <a:cxn ang="0">
                  <a:pos x="csX11732" y="csY11732"/>
                </a:cxn>
                <a:cxn ang="0">
                  <a:pos x="csX11733" y="csY11733"/>
                </a:cxn>
                <a:cxn ang="0">
                  <a:pos x="csX11734" y="csY11734"/>
                </a:cxn>
                <a:cxn ang="0">
                  <a:pos x="csX11735" y="csY11735"/>
                </a:cxn>
                <a:cxn ang="0">
                  <a:pos x="csX11736" y="csY11736"/>
                </a:cxn>
                <a:cxn ang="0">
                  <a:pos x="csX11737" y="csY11737"/>
                </a:cxn>
                <a:cxn ang="0">
                  <a:pos x="csX11738" y="csY11738"/>
                </a:cxn>
                <a:cxn ang="0">
                  <a:pos x="csX11739" y="csY11739"/>
                </a:cxn>
                <a:cxn ang="0">
                  <a:pos x="csX11740" y="csY11740"/>
                </a:cxn>
                <a:cxn ang="0">
                  <a:pos x="csX11741" y="csY11741"/>
                </a:cxn>
                <a:cxn ang="0">
                  <a:pos x="csX11742" y="csY11742"/>
                </a:cxn>
                <a:cxn ang="0">
                  <a:pos x="csX11743" y="csY11743"/>
                </a:cxn>
                <a:cxn ang="0">
                  <a:pos x="csX11744" y="csY11744"/>
                </a:cxn>
                <a:cxn ang="0">
                  <a:pos x="csX11745" y="csY11745"/>
                </a:cxn>
                <a:cxn ang="0">
                  <a:pos x="csX11746" y="csY11746"/>
                </a:cxn>
                <a:cxn ang="0">
                  <a:pos x="csX11747" y="csY11747"/>
                </a:cxn>
                <a:cxn ang="0">
                  <a:pos x="csX11748" y="csY11748"/>
                </a:cxn>
                <a:cxn ang="0">
                  <a:pos x="csX11749" y="csY11749"/>
                </a:cxn>
                <a:cxn ang="0">
                  <a:pos x="csX11750" y="csY11750"/>
                </a:cxn>
                <a:cxn ang="0">
                  <a:pos x="csX11751" y="csY11751"/>
                </a:cxn>
                <a:cxn ang="0">
                  <a:pos x="csX11752" y="csY11752"/>
                </a:cxn>
                <a:cxn ang="0">
                  <a:pos x="csX11753" y="csY11753"/>
                </a:cxn>
                <a:cxn ang="0">
                  <a:pos x="csX11754" y="csY11754"/>
                </a:cxn>
                <a:cxn ang="0">
                  <a:pos x="csX11755" y="csY11755"/>
                </a:cxn>
                <a:cxn ang="0">
                  <a:pos x="csX11756" y="csY11756"/>
                </a:cxn>
                <a:cxn ang="0">
                  <a:pos x="csX11757" y="csY11757"/>
                </a:cxn>
                <a:cxn ang="0">
                  <a:pos x="csX11758" y="csY11758"/>
                </a:cxn>
                <a:cxn ang="0">
                  <a:pos x="csX11759" y="csY11759"/>
                </a:cxn>
                <a:cxn ang="0">
                  <a:pos x="csX11760" y="csY11760"/>
                </a:cxn>
                <a:cxn ang="0">
                  <a:pos x="csX11761" y="csY11761"/>
                </a:cxn>
                <a:cxn ang="0">
                  <a:pos x="csX11762" y="csY11762"/>
                </a:cxn>
                <a:cxn ang="0">
                  <a:pos x="csX11763" y="csY11763"/>
                </a:cxn>
                <a:cxn ang="0">
                  <a:pos x="csX11764" y="csY11764"/>
                </a:cxn>
                <a:cxn ang="0">
                  <a:pos x="csX11765" y="csY11765"/>
                </a:cxn>
                <a:cxn ang="0">
                  <a:pos x="csX11766" y="csY11766"/>
                </a:cxn>
                <a:cxn ang="0">
                  <a:pos x="csX11767" y="csY11767"/>
                </a:cxn>
                <a:cxn ang="0">
                  <a:pos x="csX11768" y="csY11768"/>
                </a:cxn>
                <a:cxn ang="0">
                  <a:pos x="csX11769" y="csY11769"/>
                </a:cxn>
                <a:cxn ang="0">
                  <a:pos x="csX11770" y="csY11770"/>
                </a:cxn>
                <a:cxn ang="0">
                  <a:pos x="csX11771" y="csY11771"/>
                </a:cxn>
                <a:cxn ang="0">
                  <a:pos x="csX11772" y="csY11772"/>
                </a:cxn>
                <a:cxn ang="0">
                  <a:pos x="csX11773" y="csY11773"/>
                </a:cxn>
                <a:cxn ang="0">
                  <a:pos x="csX11774" y="csY11774"/>
                </a:cxn>
                <a:cxn ang="0">
                  <a:pos x="csX11775" y="csY11775"/>
                </a:cxn>
                <a:cxn ang="0">
                  <a:pos x="csX11776" y="csY11776"/>
                </a:cxn>
                <a:cxn ang="0">
                  <a:pos x="csX11777" y="csY11777"/>
                </a:cxn>
                <a:cxn ang="0">
                  <a:pos x="csX11778" y="csY11778"/>
                </a:cxn>
                <a:cxn ang="0">
                  <a:pos x="csX11779" y="csY11779"/>
                </a:cxn>
                <a:cxn ang="0">
                  <a:pos x="csX11780" y="csY11780"/>
                </a:cxn>
                <a:cxn ang="0">
                  <a:pos x="csX11781" y="csY11781"/>
                </a:cxn>
                <a:cxn ang="0">
                  <a:pos x="csX11782" y="csY11782"/>
                </a:cxn>
                <a:cxn ang="0">
                  <a:pos x="csX11783" y="csY11783"/>
                </a:cxn>
                <a:cxn ang="0">
                  <a:pos x="csX11784" y="csY11784"/>
                </a:cxn>
                <a:cxn ang="0">
                  <a:pos x="csX11785" y="csY11785"/>
                </a:cxn>
                <a:cxn ang="0">
                  <a:pos x="csX11786" y="csY11786"/>
                </a:cxn>
                <a:cxn ang="0">
                  <a:pos x="csX11787" y="csY11787"/>
                </a:cxn>
                <a:cxn ang="0">
                  <a:pos x="csX11788" y="csY11788"/>
                </a:cxn>
                <a:cxn ang="0">
                  <a:pos x="csX11789" y="csY11789"/>
                </a:cxn>
                <a:cxn ang="0">
                  <a:pos x="csX11790" y="csY11790"/>
                </a:cxn>
                <a:cxn ang="0">
                  <a:pos x="csX11791" y="csY11791"/>
                </a:cxn>
                <a:cxn ang="0">
                  <a:pos x="csX11792" y="csY11792"/>
                </a:cxn>
                <a:cxn ang="0">
                  <a:pos x="csX11793" y="csY11793"/>
                </a:cxn>
                <a:cxn ang="0">
                  <a:pos x="csX11794" y="csY11794"/>
                </a:cxn>
                <a:cxn ang="0">
                  <a:pos x="csX11795" y="csY11795"/>
                </a:cxn>
                <a:cxn ang="0">
                  <a:pos x="csX11796" y="csY11796"/>
                </a:cxn>
                <a:cxn ang="0">
                  <a:pos x="csX11797" y="csY11797"/>
                </a:cxn>
                <a:cxn ang="0">
                  <a:pos x="csX11798" y="csY11798"/>
                </a:cxn>
                <a:cxn ang="0">
                  <a:pos x="csX11799" y="csY11799"/>
                </a:cxn>
                <a:cxn ang="0">
                  <a:pos x="csX11800" y="csY11800"/>
                </a:cxn>
                <a:cxn ang="0">
                  <a:pos x="csX11801" y="csY11801"/>
                </a:cxn>
                <a:cxn ang="0">
                  <a:pos x="csX11802" y="csY11802"/>
                </a:cxn>
                <a:cxn ang="0">
                  <a:pos x="csX11803" y="csY11803"/>
                </a:cxn>
                <a:cxn ang="0">
                  <a:pos x="csX11804" y="csY11804"/>
                </a:cxn>
                <a:cxn ang="0">
                  <a:pos x="csX11805" y="csY11805"/>
                </a:cxn>
                <a:cxn ang="0">
                  <a:pos x="csX11806" y="csY11806"/>
                </a:cxn>
                <a:cxn ang="0">
                  <a:pos x="csX11807" y="csY11807"/>
                </a:cxn>
                <a:cxn ang="0">
                  <a:pos x="csX11808" y="csY11808"/>
                </a:cxn>
                <a:cxn ang="0">
                  <a:pos x="csX11809" y="csY11809"/>
                </a:cxn>
                <a:cxn ang="0">
                  <a:pos x="csX11810" y="csY11810"/>
                </a:cxn>
                <a:cxn ang="0">
                  <a:pos x="csX11811" y="csY11811"/>
                </a:cxn>
                <a:cxn ang="0">
                  <a:pos x="csX11812" y="csY11812"/>
                </a:cxn>
                <a:cxn ang="0">
                  <a:pos x="csX11813" y="csY11813"/>
                </a:cxn>
                <a:cxn ang="0">
                  <a:pos x="csX11814" y="csY11814"/>
                </a:cxn>
                <a:cxn ang="0">
                  <a:pos x="csX11815" y="csY11815"/>
                </a:cxn>
                <a:cxn ang="0">
                  <a:pos x="csX11816" y="csY11816"/>
                </a:cxn>
                <a:cxn ang="0">
                  <a:pos x="csX11817" y="csY11817"/>
                </a:cxn>
                <a:cxn ang="0">
                  <a:pos x="csX11818" y="csY11818"/>
                </a:cxn>
                <a:cxn ang="0">
                  <a:pos x="csX11819" y="csY11819"/>
                </a:cxn>
                <a:cxn ang="0">
                  <a:pos x="csX11820" y="csY11820"/>
                </a:cxn>
                <a:cxn ang="0">
                  <a:pos x="csX11821" y="csY11821"/>
                </a:cxn>
                <a:cxn ang="0">
                  <a:pos x="csX11822" y="csY11822"/>
                </a:cxn>
                <a:cxn ang="0">
                  <a:pos x="csX11823" y="csY11823"/>
                </a:cxn>
                <a:cxn ang="0">
                  <a:pos x="csX11824" y="csY11824"/>
                </a:cxn>
                <a:cxn ang="0">
                  <a:pos x="csX11825" y="csY11825"/>
                </a:cxn>
                <a:cxn ang="0">
                  <a:pos x="csX11826" y="csY11826"/>
                </a:cxn>
                <a:cxn ang="0">
                  <a:pos x="csX11827" y="csY11827"/>
                </a:cxn>
                <a:cxn ang="0">
                  <a:pos x="csX11828" y="csY11828"/>
                </a:cxn>
                <a:cxn ang="0">
                  <a:pos x="csX11829" y="csY11829"/>
                </a:cxn>
                <a:cxn ang="0">
                  <a:pos x="csX11830" y="csY11830"/>
                </a:cxn>
                <a:cxn ang="0">
                  <a:pos x="csX11831" y="csY11831"/>
                </a:cxn>
                <a:cxn ang="0">
                  <a:pos x="csX11832" y="csY11832"/>
                </a:cxn>
                <a:cxn ang="0">
                  <a:pos x="csX11833" y="csY11833"/>
                </a:cxn>
                <a:cxn ang="0">
                  <a:pos x="csX11834" y="csY11834"/>
                </a:cxn>
                <a:cxn ang="0">
                  <a:pos x="csX11835" y="csY11835"/>
                </a:cxn>
                <a:cxn ang="0">
                  <a:pos x="csX11836" y="csY11836"/>
                </a:cxn>
                <a:cxn ang="0">
                  <a:pos x="csX11837" y="csY11837"/>
                </a:cxn>
                <a:cxn ang="0">
                  <a:pos x="csX11838" y="csY11838"/>
                </a:cxn>
                <a:cxn ang="0">
                  <a:pos x="csX11839" y="csY11839"/>
                </a:cxn>
                <a:cxn ang="0">
                  <a:pos x="csX11840" y="csY11840"/>
                </a:cxn>
                <a:cxn ang="0">
                  <a:pos x="csX11841" y="csY11841"/>
                </a:cxn>
                <a:cxn ang="0">
                  <a:pos x="csX11842" y="csY11842"/>
                </a:cxn>
                <a:cxn ang="0">
                  <a:pos x="csX11843" y="csY11843"/>
                </a:cxn>
                <a:cxn ang="0">
                  <a:pos x="csX11844" y="csY11844"/>
                </a:cxn>
                <a:cxn ang="0">
                  <a:pos x="csX11845" y="csY11845"/>
                </a:cxn>
                <a:cxn ang="0">
                  <a:pos x="csX11846" y="csY11846"/>
                </a:cxn>
                <a:cxn ang="0">
                  <a:pos x="csX11847" y="csY11847"/>
                </a:cxn>
                <a:cxn ang="0">
                  <a:pos x="csX11848" y="csY11848"/>
                </a:cxn>
                <a:cxn ang="0">
                  <a:pos x="csX11849" y="csY11849"/>
                </a:cxn>
                <a:cxn ang="0">
                  <a:pos x="csX11850" y="csY11850"/>
                </a:cxn>
                <a:cxn ang="0">
                  <a:pos x="csX11851" y="csY11851"/>
                </a:cxn>
                <a:cxn ang="0">
                  <a:pos x="csX11852" y="csY11852"/>
                </a:cxn>
                <a:cxn ang="0">
                  <a:pos x="csX11853" y="csY11853"/>
                </a:cxn>
                <a:cxn ang="0">
                  <a:pos x="csX11854" y="csY11854"/>
                </a:cxn>
                <a:cxn ang="0">
                  <a:pos x="csX11855" y="csY11855"/>
                </a:cxn>
                <a:cxn ang="0">
                  <a:pos x="csX11856" y="csY11856"/>
                </a:cxn>
                <a:cxn ang="0">
                  <a:pos x="csX11857" y="csY11857"/>
                </a:cxn>
                <a:cxn ang="0">
                  <a:pos x="csX11858" y="csY11858"/>
                </a:cxn>
                <a:cxn ang="0">
                  <a:pos x="csX11859" y="csY11859"/>
                </a:cxn>
                <a:cxn ang="0">
                  <a:pos x="csX11860" y="csY11860"/>
                </a:cxn>
                <a:cxn ang="0">
                  <a:pos x="csX11861" y="csY11861"/>
                </a:cxn>
                <a:cxn ang="0">
                  <a:pos x="csX11862" y="csY11862"/>
                </a:cxn>
                <a:cxn ang="0">
                  <a:pos x="csX11863" y="csY11863"/>
                </a:cxn>
                <a:cxn ang="0">
                  <a:pos x="csX11864" y="csY11864"/>
                </a:cxn>
                <a:cxn ang="0">
                  <a:pos x="csX11865" y="csY11865"/>
                </a:cxn>
                <a:cxn ang="0">
                  <a:pos x="csX11866" y="csY11866"/>
                </a:cxn>
                <a:cxn ang="0">
                  <a:pos x="csX11867" y="csY11867"/>
                </a:cxn>
                <a:cxn ang="0">
                  <a:pos x="csX11868" y="csY11868"/>
                </a:cxn>
                <a:cxn ang="0">
                  <a:pos x="csX11869" y="csY11869"/>
                </a:cxn>
                <a:cxn ang="0">
                  <a:pos x="csX11870" y="csY11870"/>
                </a:cxn>
                <a:cxn ang="0">
                  <a:pos x="csX11871" y="csY11871"/>
                </a:cxn>
                <a:cxn ang="0">
                  <a:pos x="csX11872" y="csY11872"/>
                </a:cxn>
                <a:cxn ang="0">
                  <a:pos x="csX11873" y="csY11873"/>
                </a:cxn>
                <a:cxn ang="0">
                  <a:pos x="csX11874" y="csY11874"/>
                </a:cxn>
                <a:cxn ang="0">
                  <a:pos x="csX11875" y="csY11875"/>
                </a:cxn>
                <a:cxn ang="0">
                  <a:pos x="csX11876" y="csY11876"/>
                </a:cxn>
                <a:cxn ang="0">
                  <a:pos x="csX11877" y="csY11877"/>
                </a:cxn>
                <a:cxn ang="0">
                  <a:pos x="csX11878" y="csY11878"/>
                </a:cxn>
                <a:cxn ang="0">
                  <a:pos x="csX11879" y="csY11879"/>
                </a:cxn>
                <a:cxn ang="0">
                  <a:pos x="csX11880" y="csY11880"/>
                </a:cxn>
                <a:cxn ang="0">
                  <a:pos x="csX11881" y="csY11881"/>
                </a:cxn>
                <a:cxn ang="0">
                  <a:pos x="csX11882" y="csY11882"/>
                </a:cxn>
                <a:cxn ang="0">
                  <a:pos x="csX11883" y="csY11883"/>
                </a:cxn>
                <a:cxn ang="0">
                  <a:pos x="csX11884" y="csY11884"/>
                </a:cxn>
                <a:cxn ang="0">
                  <a:pos x="csX11885" y="csY11885"/>
                </a:cxn>
                <a:cxn ang="0">
                  <a:pos x="csX11886" y="csY11886"/>
                </a:cxn>
                <a:cxn ang="0">
                  <a:pos x="csX11887" y="csY11887"/>
                </a:cxn>
                <a:cxn ang="0">
                  <a:pos x="csX11888" y="csY11888"/>
                </a:cxn>
                <a:cxn ang="0">
                  <a:pos x="csX11889" y="csY11889"/>
                </a:cxn>
                <a:cxn ang="0">
                  <a:pos x="csX11890" y="csY11890"/>
                </a:cxn>
                <a:cxn ang="0">
                  <a:pos x="csX11891" y="csY11891"/>
                </a:cxn>
                <a:cxn ang="0">
                  <a:pos x="csX11892" y="csY11892"/>
                </a:cxn>
                <a:cxn ang="0">
                  <a:pos x="csX11893" y="csY11893"/>
                </a:cxn>
                <a:cxn ang="0">
                  <a:pos x="csX11894" y="csY11894"/>
                </a:cxn>
                <a:cxn ang="0">
                  <a:pos x="csX11895" y="csY11895"/>
                </a:cxn>
                <a:cxn ang="0">
                  <a:pos x="csX11896" y="csY11896"/>
                </a:cxn>
                <a:cxn ang="0">
                  <a:pos x="csX11897" y="csY11897"/>
                </a:cxn>
                <a:cxn ang="0">
                  <a:pos x="csX11898" y="csY11898"/>
                </a:cxn>
                <a:cxn ang="0">
                  <a:pos x="csX11899" y="csY11899"/>
                </a:cxn>
                <a:cxn ang="0">
                  <a:pos x="csX11900" y="csY11900"/>
                </a:cxn>
                <a:cxn ang="0">
                  <a:pos x="csX11901" y="csY11901"/>
                </a:cxn>
                <a:cxn ang="0">
                  <a:pos x="csX11902" y="csY11902"/>
                </a:cxn>
                <a:cxn ang="0">
                  <a:pos x="csX11903" y="csY11903"/>
                </a:cxn>
                <a:cxn ang="0">
                  <a:pos x="csX11904" y="csY11904"/>
                </a:cxn>
                <a:cxn ang="0">
                  <a:pos x="csX11905" y="csY11905"/>
                </a:cxn>
                <a:cxn ang="0">
                  <a:pos x="csX11906" y="csY11906"/>
                </a:cxn>
                <a:cxn ang="0">
                  <a:pos x="csX11907" y="csY11907"/>
                </a:cxn>
                <a:cxn ang="0">
                  <a:pos x="csX11908" y="csY11908"/>
                </a:cxn>
                <a:cxn ang="0">
                  <a:pos x="csX11909" y="csY11909"/>
                </a:cxn>
                <a:cxn ang="0">
                  <a:pos x="csX11910" y="csY11910"/>
                </a:cxn>
                <a:cxn ang="0">
                  <a:pos x="csX11911" y="csY11911"/>
                </a:cxn>
                <a:cxn ang="0">
                  <a:pos x="csX11912" y="csY11912"/>
                </a:cxn>
                <a:cxn ang="0">
                  <a:pos x="csX11913" y="csY11913"/>
                </a:cxn>
                <a:cxn ang="0">
                  <a:pos x="csX11914" y="csY11914"/>
                </a:cxn>
                <a:cxn ang="0">
                  <a:pos x="csX11915" y="csY11915"/>
                </a:cxn>
                <a:cxn ang="0">
                  <a:pos x="csX11916" y="csY11916"/>
                </a:cxn>
                <a:cxn ang="0">
                  <a:pos x="csX11917" y="csY11917"/>
                </a:cxn>
                <a:cxn ang="0">
                  <a:pos x="csX11918" y="csY11918"/>
                </a:cxn>
                <a:cxn ang="0">
                  <a:pos x="csX11919" y="csY11919"/>
                </a:cxn>
                <a:cxn ang="0">
                  <a:pos x="csX11920" y="csY11920"/>
                </a:cxn>
                <a:cxn ang="0">
                  <a:pos x="csX11921" y="csY11921"/>
                </a:cxn>
                <a:cxn ang="0">
                  <a:pos x="csX11922" y="csY11922"/>
                </a:cxn>
                <a:cxn ang="0">
                  <a:pos x="csX11923" y="csY11923"/>
                </a:cxn>
                <a:cxn ang="0">
                  <a:pos x="csX11924" y="csY11924"/>
                </a:cxn>
                <a:cxn ang="0">
                  <a:pos x="csX11925" y="csY11925"/>
                </a:cxn>
                <a:cxn ang="0">
                  <a:pos x="csX11926" y="csY11926"/>
                </a:cxn>
                <a:cxn ang="0">
                  <a:pos x="csX11927" y="csY11927"/>
                </a:cxn>
                <a:cxn ang="0">
                  <a:pos x="csX11928" y="csY11928"/>
                </a:cxn>
                <a:cxn ang="0">
                  <a:pos x="csX11929" y="csY11929"/>
                </a:cxn>
                <a:cxn ang="0">
                  <a:pos x="csX11930" y="csY11930"/>
                </a:cxn>
                <a:cxn ang="0">
                  <a:pos x="csX11931" y="csY11931"/>
                </a:cxn>
                <a:cxn ang="0">
                  <a:pos x="csX11932" y="csY11932"/>
                </a:cxn>
                <a:cxn ang="0">
                  <a:pos x="csX11933" y="csY11933"/>
                </a:cxn>
                <a:cxn ang="0">
                  <a:pos x="csX11934" y="csY11934"/>
                </a:cxn>
                <a:cxn ang="0">
                  <a:pos x="csX11935" y="csY11935"/>
                </a:cxn>
                <a:cxn ang="0">
                  <a:pos x="csX11936" y="csY11936"/>
                </a:cxn>
                <a:cxn ang="0">
                  <a:pos x="csX11937" y="csY11937"/>
                </a:cxn>
                <a:cxn ang="0">
                  <a:pos x="csX11938" y="csY11938"/>
                </a:cxn>
                <a:cxn ang="0">
                  <a:pos x="csX11939" y="csY11939"/>
                </a:cxn>
                <a:cxn ang="0">
                  <a:pos x="csX11940" y="csY11940"/>
                </a:cxn>
                <a:cxn ang="0">
                  <a:pos x="csX11941" y="csY11941"/>
                </a:cxn>
                <a:cxn ang="0">
                  <a:pos x="csX11942" y="csY11942"/>
                </a:cxn>
                <a:cxn ang="0">
                  <a:pos x="csX11943" y="csY11943"/>
                </a:cxn>
                <a:cxn ang="0">
                  <a:pos x="csX11944" y="csY11944"/>
                </a:cxn>
                <a:cxn ang="0">
                  <a:pos x="csX11945" y="csY11945"/>
                </a:cxn>
                <a:cxn ang="0">
                  <a:pos x="csX11946" y="csY11946"/>
                </a:cxn>
                <a:cxn ang="0">
                  <a:pos x="csX11947" y="csY11947"/>
                </a:cxn>
                <a:cxn ang="0">
                  <a:pos x="csX11948" y="csY11948"/>
                </a:cxn>
                <a:cxn ang="0">
                  <a:pos x="csX11949" y="csY11949"/>
                </a:cxn>
                <a:cxn ang="0">
                  <a:pos x="csX11950" y="csY11950"/>
                </a:cxn>
                <a:cxn ang="0">
                  <a:pos x="csX11951" y="csY11951"/>
                </a:cxn>
                <a:cxn ang="0">
                  <a:pos x="csX11952" y="csY11952"/>
                </a:cxn>
                <a:cxn ang="0">
                  <a:pos x="csX11953" y="csY11953"/>
                </a:cxn>
                <a:cxn ang="0">
                  <a:pos x="csX11954" y="csY11954"/>
                </a:cxn>
                <a:cxn ang="0">
                  <a:pos x="csX11955" y="csY11955"/>
                </a:cxn>
                <a:cxn ang="0">
                  <a:pos x="csX11956" y="csY11956"/>
                </a:cxn>
                <a:cxn ang="0">
                  <a:pos x="csX11957" y="csY11957"/>
                </a:cxn>
                <a:cxn ang="0">
                  <a:pos x="csX11958" y="csY11958"/>
                </a:cxn>
                <a:cxn ang="0">
                  <a:pos x="csX11959" y="csY11959"/>
                </a:cxn>
                <a:cxn ang="0">
                  <a:pos x="csX11960" y="csY11960"/>
                </a:cxn>
                <a:cxn ang="0">
                  <a:pos x="csX11961" y="csY11961"/>
                </a:cxn>
                <a:cxn ang="0">
                  <a:pos x="csX11962" y="csY11962"/>
                </a:cxn>
                <a:cxn ang="0">
                  <a:pos x="csX11963" y="csY11963"/>
                </a:cxn>
                <a:cxn ang="0">
                  <a:pos x="csX11964" y="csY11964"/>
                </a:cxn>
                <a:cxn ang="0">
                  <a:pos x="csX11965" y="csY11965"/>
                </a:cxn>
                <a:cxn ang="0">
                  <a:pos x="csX11966" y="csY11966"/>
                </a:cxn>
                <a:cxn ang="0">
                  <a:pos x="csX11967" y="csY11967"/>
                </a:cxn>
                <a:cxn ang="0">
                  <a:pos x="csX11968" y="csY11968"/>
                </a:cxn>
                <a:cxn ang="0">
                  <a:pos x="csX11969" y="csY11969"/>
                </a:cxn>
                <a:cxn ang="0">
                  <a:pos x="csX11970" y="csY11970"/>
                </a:cxn>
                <a:cxn ang="0">
                  <a:pos x="csX11971" y="csY11971"/>
                </a:cxn>
                <a:cxn ang="0">
                  <a:pos x="csX11972" y="csY11972"/>
                </a:cxn>
                <a:cxn ang="0">
                  <a:pos x="csX11973" y="csY11973"/>
                </a:cxn>
                <a:cxn ang="0">
                  <a:pos x="csX11974" y="csY11974"/>
                </a:cxn>
                <a:cxn ang="0">
                  <a:pos x="csX11975" y="csY11975"/>
                </a:cxn>
                <a:cxn ang="0">
                  <a:pos x="csX11976" y="csY11976"/>
                </a:cxn>
                <a:cxn ang="0">
                  <a:pos x="csX11977" y="csY11977"/>
                </a:cxn>
                <a:cxn ang="0">
                  <a:pos x="csX11978" y="csY11978"/>
                </a:cxn>
                <a:cxn ang="0">
                  <a:pos x="csX11979" y="csY11979"/>
                </a:cxn>
                <a:cxn ang="0">
                  <a:pos x="csX11980" y="csY11980"/>
                </a:cxn>
                <a:cxn ang="0">
                  <a:pos x="csX11981" y="csY11981"/>
                </a:cxn>
                <a:cxn ang="0">
                  <a:pos x="csX11982" y="csY11982"/>
                </a:cxn>
                <a:cxn ang="0">
                  <a:pos x="csX11983" y="csY11983"/>
                </a:cxn>
                <a:cxn ang="0">
                  <a:pos x="csX11984" y="csY11984"/>
                </a:cxn>
                <a:cxn ang="0">
                  <a:pos x="csX11985" y="csY11985"/>
                </a:cxn>
                <a:cxn ang="0">
                  <a:pos x="csX11986" y="csY11986"/>
                </a:cxn>
                <a:cxn ang="0">
                  <a:pos x="csX11987" y="csY11987"/>
                </a:cxn>
                <a:cxn ang="0">
                  <a:pos x="csX11988" y="csY11988"/>
                </a:cxn>
                <a:cxn ang="0">
                  <a:pos x="csX11989" y="csY11989"/>
                </a:cxn>
                <a:cxn ang="0">
                  <a:pos x="csX11990" y="csY11990"/>
                </a:cxn>
                <a:cxn ang="0">
                  <a:pos x="csX11991" y="csY11991"/>
                </a:cxn>
                <a:cxn ang="0">
                  <a:pos x="csX11992" y="csY11992"/>
                </a:cxn>
                <a:cxn ang="0">
                  <a:pos x="csX11993" y="csY11993"/>
                </a:cxn>
                <a:cxn ang="0">
                  <a:pos x="csX11994" y="csY11994"/>
                </a:cxn>
                <a:cxn ang="0">
                  <a:pos x="csX11995" y="csY11995"/>
                </a:cxn>
                <a:cxn ang="0">
                  <a:pos x="csX11996" y="csY11996"/>
                </a:cxn>
                <a:cxn ang="0">
                  <a:pos x="csX11997" y="csY11997"/>
                </a:cxn>
                <a:cxn ang="0">
                  <a:pos x="csX11998" y="csY11998"/>
                </a:cxn>
                <a:cxn ang="0">
                  <a:pos x="csX11999" y="csY11999"/>
                </a:cxn>
                <a:cxn ang="0">
                  <a:pos x="csX12000" y="csY12000"/>
                </a:cxn>
                <a:cxn ang="0">
                  <a:pos x="csX12001" y="csY12001"/>
                </a:cxn>
                <a:cxn ang="0">
                  <a:pos x="csX12002" y="csY12002"/>
                </a:cxn>
                <a:cxn ang="0">
                  <a:pos x="csX12003" y="csY12003"/>
                </a:cxn>
                <a:cxn ang="0">
                  <a:pos x="csX12004" y="csY12004"/>
                </a:cxn>
                <a:cxn ang="0">
                  <a:pos x="csX12005" y="csY12005"/>
                </a:cxn>
                <a:cxn ang="0">
                  <a:pos x="csX12006" y="csY12006"/>
                </a:cxn>
                <a:cxn ang="0">
                  <a:pos x="csX12007" y="csY12007"/>
                </a:cxn>
                <a:cxn ang="0">
                  <a:pos x="csX12008" y="csY12008"/>
                </a:cxn>
                <a:cxn ang="0">
                  <a:pos x="csX12009" y="csY12009"/>
                </a:cxn>
                <a:cxn ang="0">
                  <a:pos x="csX12010" y="csY12010"/>
                </a:cxn>
                <a:cxn ang="0">
                  <a:pos x="csX12011" y="csY12011"/>
                </a:cxn>
                <a:cxn ang="0">
                  <a:pos x="csX12012" y="csY12012"/>
                </a:cxn>
                <a:cxn ang="0">
                  <a:pos x="csX12013" y="csY12013"/>
                </a:cxn>
                <a:cxn ang="0">
                  <a:pos x="csX12014" y="csY12014"/>
                </a:cxn>
                <a:cxn ang="0">
                  <a:pos x="csX12015" y="csY12015"/>
                </a:cxn>
                <a:cxn ang="0">
                  <a:pos x="csX12016" y="csY12016"/>
                </a:cxn>
                <a:cxn ang="0">
                  <a:pos x="csX12017" y="csY12017"/>
                </a:cxn>
                <a:cxn ang="0">
                  <a:pos x="csX12018" y="csY12018"/>
                </a:cxn>
                <a:cxn ang="0">
                  <a:pos x="csX12019" y="csY12019"/>
                </a:cxn>
                <a:cxn ang="0">
                  <a:pos x="csX12020" y="csY12020"/>
                </a:cxn>
                <a:cxn ang="0">
                  <a:pos x="csX12021" y="csY12021"/>
                </a:cxn>
                <a:cxn ang="0">
                  <a:pos x="csX12022" y="csY12022"/>
                </a:cxn>
                <a:cxn ang="0">
                  <a:pos x="csX12023" y="csY12023"/>
                </a:cxn>
                <a:cxn ang="0">
                  <a:pos x="csX12024" y="csY12024"/>
                </a:cxn>
                <a:cxn ang="0">
                  <a:pos x="csX12025" y="csY12025"/>
                </a:cxn>
                <a:cxn ang="0">
                  <a:pos x="csX12026" y="csY12026"/>
                </a:cxn>
                <a:cxn ang="0">
                  <a:pos x="csX12027" y="csY12027"/>
                </a:cxn>
                <a:cxn ang="0">
                  <a:pos x="csX12028" y="csY12028"/>
                </a:cxn>
                <a:cxn ang="0">
                  <a:pos x="csX12029" y="csY12029"/>
                </a:cxn>
                <a:cxn ang="0">
                  <a:pos x="csX12030" y="csY12030"/>
                </a:cxn>
                <a:cxn ang="0">
                  <a:pos x="csX12031" y="csY12031"/>
                </a:cxn>
                <a:cxn ang="0">
                  <a:pos x="csX12032" y="csY12032"/>
                </a:cxn>
                <a:cxn ang="0">
                  <a:pos x="csX12033" y="csY12033"/>
                </a:cxn>
                <a:cxn ang="0">
                  <a:pos x="csX12034" y="csY12034"/>
                </a:cxn>
                <a:cxn ang="0">
                  <a:pos x="csX12035" y="csY12035"/>
                </a:cxn>
                <a:cxn ang="0">
                  <a:pos x="csX12036" y="csY12036"/>
                </a:cxn>
                <a:cxn ang="0">
                  <a:pos x="csX12037" y="csY12037"/>
                </a:cxn>
                <a:cxn ang="0">
                  <a:pos x="csX12038" y="csY12038"/>
                </a:cxn>
                <a:cxn ang="0">
                  <a:pos x="csX12039" y="csY12039"/>
                </a:cxn>
                <a:cxn ang="0">
                  <a:pos x="csX12040" y="csY12040"/>
                </a:cxn>
                <a:cxn ang="0">
                  <a:pos x="csX12041" y="csY12041"/>
                </a:cxn>
                <a:cxn ang="0">
                  <a:pos x="csX12042" y="csY12042"/>
                </a:cxn>
                <a:cxn ang="0">
                  <a:pos x="csX12043" y="csY12043"/>
                </a:cxn>
                <a:cxn ang="0">
                  <a:pos x="csX12044" y="csY12044"/>
                </a:cxn>
                <a:cxn ang="0">
                  <a:pos x="csX12045" y="csY12045"/>
                </a:cxn>
                <a:cxn ang="0">
                  <a:pos x="csX12046" y="csY12046"/>
                </a:cxn>
                <a:cxn ang="0">
                  <a:pos x="csX12047" y="csY12047"/>
                </a:cxn>
                <a:cxn ang="0">
                  <a:pos x="csX12048" y="csY12048"/>
                </a:cxn>
                <a:cxn ang="0">
                  <a:pos x="csX12049" y="csY12049"/>
                </a:cxn>
                <a:cxn ang="0">
                  <a:pos x="csX12050" y="csY12050"/>
                </a:cxn>
                <a:cxn ang="0">
                  <a:pos x="csX12051" y="csY12051"/>
                </a:cxn>
                <a:cxn ang="0">
                  <a:pos x="csX12052" y="csY12052"/>
                </a:cxn>
                <a:cxn ang="0">
                  <a:pos x="csX12053" y="csY12053"/>
                </a:cxn>
                <a:cxn ang="0">
                  <a:pos x="csX12054" y="csY12054"/>
                </a:cxn>
                <a:cxn ang="0">
                  <a:pos x="csX12055" y="csY12055"/>
                </a:cxn>
                <a:cxn ang="0">
                  <a:pos x="csX12056" y="csY12056"/>
                </a:cxn>
                <a:cxn ang="0">
                  <a:pos x="csX12057" y="csY12057"/>
                </a:cxn>
                <a:cxn ang="0">
                  <a:pos x="csX12058" y="csY12058"/>
                </a:cxn>
                <a:cxn ang="0">
                  <a:pos x="csX12059" y="csY12059"/>
                </a:cxn>
                <a:cxn ang="0">
                  <a:pos x="csX12060" y="csY12060"/>
                </a:cxn>
                <a:cxn ang="0">
                  <a:pos x="csX12061" y="csY12061"/>
                </a:cxn>
                <a:cxn ang="0">
                  <a:pos x="csX12062" y="csY12062"/>
                </a:cxn>
                <a:cxn ang="0">
                  <a:pos x="csX12063" y="csY12063"/>
                </a:cxn>
                <a:cxn ang="0">
                  <a:pos x="csX12064" y="csY12064"/>
                </a:cxn>
                <a:cxn ang="0">
                  <a:pos x="csX12065" y="csY12065"/>
                </a:cxn>
                <a:cxn ang="0">
                  <a:pos x="csX12066" y="csY12066"/>
                </a:cxn>
                <a:cxn ang="0">
                  <a:pos x="csX12067" y="csY12067"/>
                </a:cxn>
                <a:cxn ang="0">
                  <a:pos x="csX12068" y="csY12068"/>
                </a:cxn>
                <a:cxn ang="0">
                  <a:pos x="csX12069" y="csY12069"/>
                </a:cxn>
                <a:cxn ang="0">
                  <a:pos x="csX12070" y="csY12070"/>
                </a:cxn>
                <a:cxn ang="0">
                  <a:pos x="csX12071" y="csY12071"/>
                </a:cxn>
                <a:cxn ang="0">
                  <a:pos x="csX12072" y="csY12072"/>
                </a:cxn>
                <a:cxn ang="0">
                  <a:pos x="csX12073" y="csY12073"/>
                </a:cxn>
                <a:cxn ang="0">
                  <a:pos x="csX12074" y="csY12074"/>
                </a:cxn>
                <a:cxn ang="0">
                  <a:pos x="csX12075" y="csY12075"/>
                </a:cxn>
                <a:cxn ang="0">
                  <a:pos x="csX12076" y="csY12076"/>
                </a:cxn>
                <a:cxn ang="0">
                  <a:pos x="csX12077" y="csY12077"/>
                </a:cxn>
                <a:cxn ang="0">
                  <a:pos x="csX12078" y="csY12078"/>
                </a:cxn>
                <a:cxn ang="0">
                  <a:pos x="csX12079" y="csY12079"/>
                </a:cxn>
                <a:cxn ang="0">
                  <a:pos x="csX12080" y="csY12080"/>
                </a:cxn>
                <a:cxn ang="0">
                  <a:pos x="csX12081" y="csY12081"/>
                </a:cxn>
                <a:cxn ang="0">
                  <a:pos x="csX12082" y="csY12082"/>
                </a:cxn>
                <a:cxn ang="0">
                  <a:pos x="csX12083" y="csY12083"/>
                </a:cxn>
                <a:cxn ang="0">
                  <a:pos x="csX12084" y="csY12084"/>
                </a:cxn>
                <a:cxn ang="0">
                  <a:pos x="csX12085" y="csY12085"/>
                </a:cxn>
                <a:cxn ang="0">
                  <a:pos x="csX12086" y="csY12086"/>
                </a:cxn>
                <a:cxn ang="0">
                  <a:pos x="csX12087" y="csY12087"/>
                </a:cxn>
                <a:cxn ang="0">
                  <a:pos x="csX12088" y="csY12088"/>
                </a:cxn>
                <a:cxn ang="0">
                  <a:pos x="csX12089" y="csY12089"/>
                </a:cxn>
                <a:cxn ang="0">
                  <a:pos x="csX12090" y="csY12090"/>
                </a:cxn>
                <a:cxn ang="0">
                  <a:pos x="csX12091" y="csY12091"/>
                </a:cxn>
                <a:cxn ang="0">
                  <a:pos x="csX12092" y="csY12092"/>
                </a:cxn>
                <a:cxn ang="0">
                  <a:pos x="csX12093" y="csY12093"/>
                </a:cxn>
                <a:cxn ang="0">
                  <a:pos x="csX12094" y="csY12094"/>
                </a:cxn>
                <a:cxn ang="0">
                  <a:pos x="csX12095" y="csY12095"/>
                </a:cxn>
                <a:cxn ang="0">
                  <a:pos x="csX12096" y="csY12096"/>
                </a:cxn>
                <a:cxn ang="0">
                  <a:pos x="csX12097" y="csY12097"/>
                </a:cxn>
                <a:cxn ang="0">
                  <a:pos x="csX12098" y="csY12098"/>
                </a:cxn>
                <a:cxn ang="0">
                  <a:pos x="csX12099" y="csY12099"/>
                </a:cxn>
                <a:cxn ang="0">
                  <a:pos x="csX12100" y="csY12100"/>
                </a:cxn>
                <a:cxn ang="0">
                  <a:pos x="csX12101" y="csY12101"/>
                </a:cxn>
                <a:cxn ang="0">
                  <a:pos x="csX12102" y="csY12102"/>
                </a:cxn>
                <a:cxn ang="0">
                  <a:pos x="csX12103" y="csY12103"/>
                </a:cxn>
                <a:cxn ang="0">
                  <a:pos x="csX12104" y="csY12104"/>
                </a:cxn>
                <a:cxn ang="0">
                  <a:pos x="csX12105" y="csY12105"/>
                </a:cxn>
                <a:cxn ang="0">
                  <a:pos x="csX12106" y="csY12106"/>
                </a:cxn>
                <a:cxn ang="0">
                  <a:pos x="csX12107" y="csY12107"/>
                </a:cxn>
                <a:cxn ang="0">
                  <a:pos x="csX12108" y="csY12108"/>
                </a:cxn>
                <a:cxn ang="0">
                  <a:pos x="csX12109" y="csY12109"/>
                </a:cxn>
                <a:cxn ang="0">
                  <a:pos x="csX12110" y="csY12110"/>
                </a:cxn>
                <a:cxn ang="0">
                  <a:pos x="csX12111" y="csY12111"/>
                </a:cxn>
                <a:cxn ang="0">
                  <a:pos x="csX12112" y="csY12112"/>
                </a:cxn>
                <a:cxn ang="0">
                  <a:pos x="csX12113" y="csY12113"/>
                </a:cxn>
                <a:cxn ang="0">
                  <a:pos x="csX12114" y="csY12114"/>
                </a:cxn>
                <a:cxn ang="0">
                  <a:pos x="csX12115" y="csY12115"/>
                </a:cxn>
                <a:cxn ang="0">
                  <a:pos x="csX12116" y="csY12116"/>
                </a:cxn>
                <a:cxn ang="0">
                  <a:pos x="csX12117" y="csY12117"/>
                </a:cxn>
                <a:cxn ang="0">
                  <a:pos x="csX12118" y="csY12118"/>
                </a:cxn>
                <a:cxn ang="0">
                  <a:pos x="csX12119" y="csY12119"/>
                </a:cxn>
                <a:cxn ang="0">
                  <a:pos x="csX12120" y="csY12120"/>
                </a:cxn>
                <a:cxn ang="0">
                  <a:pos x="csX12121" y="csY12121"/>
                </a:cxn>
                <a:cxn ang="0">
                  <a:pos x="csX12122" y="csY12122"/>
                </a:cxn>
                <a:cxn ang="0">
                  <a:pos x="csX12123" y="csY12123"/>
                </a:cxn>
                <a:cxn ang="0">
                  <a:pos x="csX12124" y="csY12124"/>
                </a:cxn>
                <a:cxn ang="0">
                  <a:pos x="csX12125" y="csY12125"/>
                </a:cxn>
                <a:cxn ang="0">
                  <a:pos x="csX12126" y="csY12126"/>
                </a:cxn>
                <a:cxn ang="0">
                  <a:pos x="csX12127" y="csY12127"/>
                </a:cxn>
                <a:cxn ang="0">
                  <a:pos x="csX12128" y="csY12128"/>
                </a:cxn>
                <a:cxn ang="0">
                  <a:pos x="csX12129" y="csY12129"/>
                </a:cxn>
                <a:cxn ang="0">
                  <a:pos x="csX12130" y="csY12130"/>
                </a:cxn>
                <a:cxn ang="0">
                  <a:pos x="csX12131" y="csY12131"/>
                </a:cxn>
                <a:cxn ang="0">
                  <a:pos x="csX12132" y="csY12132"/>
                </a:cxn>
                <a:cxn ang="0">
                  <a:pos x="csX12133" y="csY12133"/>
                </a:cxn>
                <a:cxn ang="0">
                  <a:pos x="csX12134" y="csY12134"/>
                </a:cxn>
                <a:cxn ang="0">
                  <a:pos x="csX12135" y="csY12135"/>
                </a:cxn>
                <a:cxn ang="0">
                  <a:pos x="csX12136" y="csY12136"/>
                </a:cxn>
                <a:cxn ang="0">
                  <a:pos x="csX12137" y="csY12137"/>
                </a:cxn>
                <a:cxn ang="0">
                  <a:pos x="csX12138" y="csY12138"/>
                </a:cxn>
                <a:cxn ang="0">
                  <a:pos x="csX12139" y="csY12139"/>
                </a:cxn>
                <a:cxn ang="0">
                  <a:pos x="csX12140" y="csY12140"/>
                </a:cxn>
                <a:cxn ang="0">
                  <a:pos x="csX12141" y="csY12141"/>
                </a:cxn>
                <a:cxn ang="0">
                  <a:pos x="csX12142" y="csY12142"/>
                </a:cxn>
                <a:cxn ang="0">
                  <a:pos x="csX12143" y="csY12143"/>
                </a:cxn>
                <a:cxn ang="0">
                  <a:pos x="csX12144" y="csY12144"/>
                </a:cxn>
                <a:cxn ang="0">
                  <a:pos x="csX12145" y="csY12145"/>
                </a:cxn>
                <a:cxn ang="0">
                  <a:pos x="csX12146" y="csY12146"/>
                </a:cxn>
                <a:cxn ang="0">
                  <a:pos x="csX12147" y="csY12147"/>
                </a:cxn>
                <a:cxn ang="0">
                  <a:pos x="csX12148" y="csY12148"/>
                </a:cxn>
                <a:cxn ang="0">
                  <a:pos x="csX12149" y="csY12149"/>
                </a:cxn>
                <a:cxn ang="0">
                  <a:pos x="csX12150" y="csY12150"/>
                </a:cxn>
                <a:cxn ang="0">
                  <a:pos x="csX12151" y="csY12151"/>
                </a:cxn>
                <a:cxn ang="0">
                  <a:pos x="csX12152" y="csY12152"/>
                </a:cxn>
                <a:cxn ang="0">
                  <a:pos x="csX12153" y="csY12153"/>
                </a:cxn>
                <a:cxn ang="0">
                  <a:pos x="csX12154" y="csY12154"/>
                </a:cxn>
                <a:cxn ang="0">
                  <a:pos x="csX12155" y="csY12155"/>
                </a:cxn>
                <a:cxn ang="0">
                  <a:pos x="csX12156" y="csY12156"/>
                </a:cxn>
                <a:cxn ang="0">
                  <a:pos x="csX12157" y="csY12157"/>
                </a:cxn>
                <a:cxn ang="0">
                  <a:pos x="csX12158" y="csY12158"/>
                </a:cxn>
                <a:cxn ang="0">
                  <a:pos x="csX12159" y="csY12159"/>
                </a:cxn>
                <a:cxn ang="0">
                  <a:pos x="csX12160" y="csY12160"/>
                </a:cxn>
                <a:cxn ang="0">
                  <a:pos x="csX12161" y="csY12161"/>
                </a:cxn>
                <a:cxn ang="0">
                  <a:pos x="csX12162" y="csY12162"/>
                </a:cxn>
                <a:cxn ang="0">
                  <a:pos x="csX12163" y="csY12163"/>
                </a:cxn>
                <a:cxn ang="0">
                  <a:pos x="csX12164" y="csY12164"/>
                </a:cxn>
                <a:cxn ang="0">
                  <a:pos x="csX12165" y="csY12165"/>
                </a:cxn>
                <a:cxn ang="0">
                  <a:pos x="csX12166" y="csY12166"/>
                </a:cxn>
                <a:cxn ang="0">
                  <a:pos x="csX12167" y="csY12167"/>
                </a:cxn>
                <a:cxn ang="0">
                  <a:pos x="csX12168" y="csY12168"/>
                </a:cxn>
                <a:cxn ang="0">
                  <a:pos x="csX12169" y="csY12169"/>
                </a:cxn>
                <a:cxn ang="0">
                  <a:pos x="csX12170" y="csY12170"/>
                </a:cxn>
                <a:cxn ang="0">
                  <a:pos x="csX12171" y="csY12171"/>
                </a:cxn>
                <a:cxn ang="0">
                  <a:pos x="csX12172" y="csY12172"/>
                </a:cxn>
                <a:cxn ang="0">
                  <a:pos x="csX12173" y="csY12173"/>
                </a:cxn>
                <a:cxn ang="0">
                  <a:pos x="csX12174" y="csY12174"/>
                </a:cxn>
                <a:cxn ang="0">
                  <a:pos x="csX12175" y="csY12175"/>
                </a:cxn>
                <a:cxn ang="0">
                  <a:pos x="csX12176" y="csY12176"/>
                </a:cxn>
                <a:cxn ang="0">
                  <a:pos x="csX12177" y="csY12177"/>
                </a:cxn>
                <a:cxn ang="0">
                  <a:pos x="csX12178" y="csY12178"/>
                </a:cxn>
                <a:cxn ang="0">
                  <a:pos x="csX12179" y="csY12179"/>
                </a:cxn>
                <a:cxn ang="0">
                  <a:pos x="csX12180" y="csY12180"/>
                </a:cxn>
                <a:cxn ang="0">
                  <a:pos x="csX12181" y="csY12181"/>
                </a:cxn>
                <a:cxn ang="0">
                  <a:pos x="csX12182" y="csY12182"/>
                </a:cxn>
                <a:cxn ang="0">
                  <a:pos x="csX12183" y="csY12183"/>
                </a:cxn>
                <a:cxn ang="0">
                  <a:pos x="csX12184" y="csY12184"/>
                </a:cxn>
                <a:cxn ang="0">
                  <a:pos x="csX12185" y="csY12185"/>
                </a:cxn>
                <a:cxn ang="0">
                  <a:pos x="csX12186" y="csY12186"/>
                </a:cxn>
                <a:cxn ang="0">
                  <a:pos x="csX12187" y="csY12187"/>
                </a:cxn>
                <a:cxn ang="0">
                  <a:pos x="csX12188" y="csY12188"/>
                </a:cxn>
                <a:cxn ang="0">
                  <a:pos x="csX12189" y="csY12189"/>
                </a:cxn>
                <a:cxn ang="0">
                  <a:pos x="csX12190" y="csY12190"/>
                </a:cxn>
                <a:cxn ang="0">
                  <a:pos x="csX12191" y="csY12191"/>
                </a:cxn>
                <a:cxn ang="0">
                  <a:pos x="csX12192" y="csY12192"/>
                </a:cxn>
                <a:cxn ang="0">
                  <a:pos x="csX12193" y="csY12193"/>
                </a:cxn>
                <a:cxn ang="0">
                  <a:pos x="csX12194" y="csY12194"/>
                </a:cxn>
                <a:cxn ang="0">
                  <a:pos x="csX12195" y="csY12195"/>
                </a:cxn>
                <a:cxn ang="0">
                  <a:pos x="csX12196" y="csY12196"/>
                </a:cxn>
                <a:cxn ang="0">
                  <a:pos x="csX12197" y="csY12197"/>
                </a:cxn>
                <a:cxn ang="0">
                  <a:pos x="csX12198" y="csY12198"/>
                </a:cxn>
                <a:cxn ang="0">
                  <a:pos x="csX12199" y="csY12199"/>
                </a:cxn>
                <a:cxn ang="0">
                  <a:pos x="csX12200" y="csY12200"/>
                </a:cxn>
                <a:cxn ang="0">
                  <a:pos x="csX12201" y="csY12201"/>
                </a:cxn>
                <a:cxn ang="0">
                  <a:pos x="csX12202" y="csY12202"/>
                </a:cxn>
                <a:cxn ang="0">
                  <a:pos x="csX12203" y="csY12203"/>
                </a:cxn>
                <a:cxn ang="0">
                  <a:pos x="csX12204" y="csY12204"/>
                </a:cxn>
                <a:cxn ang="0">
                  <a:pos x="csX12205" y="csY12205"/>
                </a:cxn>
                <a:cxn ang="0">
                  <a:pos x="csX12206" y="csY12206"/>
                </a:cxn>
                <a:cxn ang="0">
                  <a:pos x="csX12207" y="csY12207"/>
                </a:cxn>
                <a:cxn ang="0">
                  <a:pos x="csX12208" y="csY12208"/>
                </a:cxn>
                <a:cxn ang="0">
                  <a:pos x="csX12209" y="csY12209"/>
                </a:cxn>
                <a:cxn ang="0">
                  <a:pos x="csX12210" y="csY12210"/>
                </a:cxn>
                <a:cxn ang="0">
                  <a:pos x="csX12211" y="csY12211"/>
                </a:cxn>
                <a:cxn ang="0">
                  <a:pos x="csX12212" y="csY12212"/>
                </a:cxn>
                <a:cxn ang="0">
                  <a:pos x="csX12213" y="csY12213"/>
                </a:cxn>
                <a:cxn ang="0">
                  <a:pos x="csX12214" y="csY12214"/>
                </a:cxn>
                <a:cxn ang="0">
                  <a:pos x="csX12215" y="csY12215"/>
                </a:cxn>
                <a:cxn ang="0">
                  <a:pos x="csX12216" y="csY12216"/>
                </a:cxn>
                <a:cxn ang="0">
                  <a:pos x="csX12217" y="csY12217"/>
                </a:cxn>
                <a:cxn ang="0">
                  <a:pos x="csX12218" y="csY12218"/>
                </a:cxn>
                <a:cxn ang="0">
                  <a:pos x="csX12219" y="csY12219"/>
                </a:cxn>
                <a:cxn ang="0">
                  <a:pos x="csX12220" y="csY12220"/>
                </a:cxn>
                <a:cxn ang="0">
                  <a:pos x="csX12221" y="csY12221"/>
                </a:cxn>
                <a:cxn ang="0">
                  <a:pos x="csX12222" y="csY12222"/>
                </a:cxn>
                <a:cxn ang="0">
                  <a:pos x="csX12223" y="csY12223"/>
                </a:cxn>
                <a:cxn ang="0">
                  <a:pos x="csX12224" y="csY12224"/>
                </a:cxn>
                <a:cxn ang="0">
                  <a:pos x="csX12225" y="csY12225"/>
                </a:cxn>
                <a:cxn ang="0">
                  <a:pos x="csX12226" y="csY12226"/>
                </a:cxn>
                <a:cxn ang="0">
                  <a:pos x="csX12227" y="csY12227"/>
                </a:cxn>
                <a:cxn ang="0">
                  <a:pos x="csX12228" y="csY12228"/>
                </a:cxn>
                <a:cxn ang="0">
                  <a:pos x="csX12229" y="csY12229"/>
                </a:cxn>
                <a:cxn ang="0">
                  <a:pos x="csX12230" y="csY12230"/>
                </a:cxn>
                <a:cxn ang="0">
                  <a:pos x="csX12231" y="csY12231"/>
                </a:cxn>
                <a:cxn ang="0">
                  <a:pos x="csX12232" y="csY12232"/>
                </a:cxn>
                <a:cxn ang="0">
                  <a:pos x="csX12233" y="csY12233"/>
                </a:cxn>
                <a:cxn ang="0">
                  <a:pos x="csX12234" y="csY12234"/>
                </a:cxn>
                <a:cxn ang="0">
                  <a:pos x="csX12235" y="csY12235"/>
                </a:cxn>
                <a:cxn ang="0">
                  <a:pos x="csX12236" y="csY12236"/>
                </a:cxn>
                <a:cxn ang="0">
                  <a:pos x="csX12237" y="csY12237"/>
                </a:cxn>
                <a:cxn ang="0">
                  <a:pos x="csX12238" y="csY12238"/>
                </a:cxn>
                <a:cxn ang="0">
                  <a:pos x="csX12239" y="csY12239"/>
                </a:cxn>
                <a:cxn ang="0">
                  <a:pos x="csX12240" y="csY12240"/>
                </a:cxn>
                <a:cxn ang="0">
                  <a:pos x="csX12241" y="csY12241"/>
                </a:cxn>
                <a:cxn ang="0">
                  <a:pos x="csX12242" y="csY12242"/>
                </a:cxn>
                <a:cxn ang="0">
                  <a:pos x="csX12243" y="csY12243"/>
                </a:cxn>
                <a:cxn ang="0">
                  <a:pos x="csX12244" y="csY12244"/>
                </a:cxn>
                <a:cxn ang="0">
                  <a:pos x="csX12245" y="csY12245"/>
                </a:cxn>
                <a:cxn ang="0">
                  <a:pos x="csX12246" y="csY12246"/>
                </a:cxn>
                <a:cxn ang="0">
                  <a:pos x="csX12247" y="csY12247"/>
                </a:cxn>
                <a:cxn ang="0">
                  <a:pos x="csX12248" y="csY12248"/>
                </a:cxn>
                <a:cxn ang="0">
                  <a:pos x="csX12249" y="csY12249"/>
                </a:cxn>
                <a:cxn ang="0">
                  <a:pos x="csX12250" y="csY12250"/>
                </a:cxn>
                <a:cxn ang="0">
                  <a:pos x="csX12251" y="csY12251"/>
                </a:cxn>
                <a:cxn ang="0">
                  <a:pos x="csX12252" y="csY12252"/>
                </a:cxn>
                <a:cxn ang="0">
                  <a:pos x="csX12253" y="csY12253"/>
                </a:cxn>
                <a:cxn ang="0">
                  <a:pos x="csX12254" y="csY12254"/>
                </a:cxn>
                <a:cxn ang="0">
                  <a:pos x="csX12255" y="csY12255"/>
                </a:cxn>
                <a:cxn ang="0">
                  <a:pos x="csX12256" y="csY12256"/>
                </a:cxn>
                <a:cxn ang="0">
                  <a:pos x="csX12257" y="csY12257"/>
                </a:cxn>
                <a:cxn ang="0">
                  <a:pos x="csX12258" y="csY12258"/>
                </a:cxn>
                <a:cxn ang="0">
                  <a:pos x="csX12259" y="csY12259"/>
                </a:cxn>
                <a:cxn ang="0">
                  <a:pos x="csX12260" y="csY12260"/>
                </a:cxn>
                <a:cxn ang="0">
                  <a:pos x="csX12261" y="csY12261"/>
                </a:cxn>
                <a:cxn ang="0">
                  <a:pos x="csX12262" y="csY12262"/>
                </a:cxn>
                <a:cxn ang="0">
                  <a:pos x="csX12263" y="csY12263"/>
                </a:cxn>
                <a:cxn ang="0">
                  <a:pos x="csX12264" y="csY12264"/>
                </a:cxn>
                <a:cxn ang="0">
                  <a:pos x="csX12265" y="csY12265"/>
                </a:cxn>
                <a:cxn ang="0">
                  <a:pos x="csX12266" y="csY12266"/>
                </a:cxn>
                <a:cxn ang="0">
                  <a:pos x="csX12267" y="csY12267"/>
                </a:cxn>
                <a:cxn ang="0">
                  <a:pos x="csX12268" y="csY12268"/>
                </a:cxn>
                <a:cxn ang="0">
                  <a:pos x="csX12269" y="csY12269"/>
                </a:cxn>
              </a:cxnLst>
              <a:rect l="l" t="t" r="r" b="b"/>
              <a:pathLst>
                <a:path w="1886469" h="2454076">
                  <a:moveTo>
                    <a:pt x="1527034" y="17629"/>
                  </a:moveTo>
                  <a:lnTo>
                    <a:pt x="1544450" y="20794"/>
                  </a:lnTo>
                  <a:lnTo>
                    <a:pt x="1550095" y="19645"/>
                  </a:lnTo>
                  <a:lnTo>
                    <a:pt x="1556547" y="27353"/>
                  </a:lnTo>
                  <a:lnTo>
                    <a:pt x="1560435" y="28251"/>
                  </a:lnTo>
                  <a:lnTo>
                    <a:pt x="1566842" y="26797"/>
                  </a:lnTo>
                  <a:lnTo>
                    <a:pt x="1571513" y="28623"/>
                  </a:lnTo>
                  <a:lnTo>
                    <a:pt x="1588899" y="30335"/>
                  </a:lnTo>
                  <a:lnTo>
                    <a:pt x="1592513" y="33318"/>
                  </a:lnTo>
                  <a:lnTo>
                    <a:pt x="1592467" y="36902"/>
                  </a:lnTo>
                  <a:lnTo>
                    <a:pt x="1588716" y="44639"/>
                  </a:lnTo>
                  <a:lnTo>
                    <a:pt x="1583679" y="52058"/>
                  </a:lnTo>
                  <a:lnTo>
                    <a:pt x="1551191" y="75926"/>
                  </a:lnTo>
                  <a:lnTo>
                    <a:pt x="1548802" y="79852"/>
                  </a:lnTo>
                  <a:lnTo>
                    <a:pt x="1555132" y="81084"/>
                  </a:lnTo>
                  <a:lnTo>
                    <a:pt x="1564468" y="80004"/>
                  </a:lnTo>
                  <a:lnTo>
                    <a:pt x="1571704" y="77379"/>
                  </a:lnTo>
                  <a:lnTo>
                    <a:pt x="1580233" y="69329"/>
                  </a:lnTo>
                  <a:lnTo>
                    <a:pt x="1583056" y="68865"/>
                  </a:lnTo>
                  <a:lnTo>
                    <a:pt x="1588473" y="64939"/>
                  </a:lnTo>
                  <a:lnTo>
                    <a:pt x="1598965" y="53891"/>
                  </a:lnTo>
                  <a:lnTo>
                    <a:pt x="1607357" y="47858"/>
                  </a:lnTo>
                  <a:lnTo>
                    <a:pt x="1611154" y="50513"/>
                  </a:lnTo>
                  <a:lnTo>
                    <a:pt x="1614349" y="54698"/>
                  </a:lnTo>
                  <a:lnTo>
                    <a:pt x="1616503" y="55177"/>
                  </a:lnTo>
                  <a:lnTo>
                    <a:pt x="1617621" y="51951"/>
                  </a:lnTo>
                  <a:lnTo>
                    <a:pt x="1619417" y="43102"/>
                  </a:lnTo>
                  <a:lnTo>
                    <a:pt x="1620467" y="39876"/>
                  </a:lnTo>
                  <a:lnTo>
                    <a:pt x="1623229" y="37563"/>
                  </a:lnTo>
                  <a:lnTo>
                    <a:pt x="1624918" y="37815"/>
                  </a:lnTo>
                  <a:lnTo>
                    <a:pt x="1627649" y="42022"/>
                  </a:lnTo>
                  <a:lnTo>
                    <a:pt x="1630677" y="51936"/>
                  </a:lnTo>
                  <a:lnTo>
                    <a:pt x="1633470" y="58784"/>
                  </a:lnTo>
                  <a:lnTo>
                    <a:pt x="1634976" y="58898"/>
                  </a:lnTo>
                  <a:lnTo>
                    <a:pt x="1641360" y="51152"/>
                  </a:lnTo>
                  <a:lnTo>
                    <a:pt x="1644578" y="50148"/>
                  </a:lnTo>
                  <a:lnTo>
                    <a:pt x="1651890" y="52963"/>
                  </a:lnTo>
                  <a:lnTo>
                    <a:pt x="1654926" y="56379"/>
                  </a:lnTo>
                  <a:lnTo>
                    <a:pt x="1655474" y="60009"/>
                  </a:lnTo>
                  <a:lnTo>
                    <a:pt x="1653526" y="63813"/>
                  </a:lnTo>
                  <a:lnTo>
                    <a:pt x="1652324" y="67092"/>
                  </a:lnTo>
                  <a:lnTo>
                    <a:pt x="1651852" y="69847"/>
                  </a:lnTo>
                  <a:lnTo>
                    <a:pt x="1652917" y="73035"/>
                  </a:lnTo>
                  <a:lnTo>
                    <a:pt x="1657345" y="79829"/>
                  </a:lnTo>
                  <a:lnTo>
                    <a:pt x="1663752" y="94468"/>
                  </a:lnTo>
                  <a:lnTo>
                    <a:pt x="1663714" y="99809"/>
                  </a:lnTo>
                  <a:lnTo>
                    <a:pt x="1660222" y="110590"/>
                  </a:lnTo>
                  <a:lnTo>
                    <a:pt x="1660305" y="113299"/>
                  </a:lnTo>
                  <a:lnTo>
                    <a:pt x="1676786" y="101978"/>
                  </a:lnTo>
                  <a:lnTo>
                    <a:pt x="1693403" y="107045"/>
                  </a:lnTo>
                  <a:lnTo>
                    <a:pt x="1698105" y="110499"/>
                  </a:lnTo>
                  <a:lnTo>
                    <a:pt x="1699908" y="114646"/>
                  </a:lnTo>
                  <a:lnTo>
                    <a:pt x="1701825" y="121463"/>
                  </a:lnTo>
                  <a:lnTo>
                    <a:pt x="1703864" y="130905"/>
                  </a:lnTo>
                  <a:lnTo>
                    <a:pt x="1702449" y="140675"/>
                  </a:lnTo>
                  <a:lnTo>
                    <a:pt x="1695152" y="155740"/>
                  </a:lnTo>
                  <a:lnTo>
                    <a:pt x="1687605" y="167335"/>
                  </a:lnTo>
                  <a:lnTo>
                    <a:pt x="1683161" y="177683"/>
                  </a:lnTo>
                  <a:lnTo>
                    <a:pt x="1676336" y="183321"/>
                  </a:lnTo>
                  <a:lnTo>
                    <a:pt x="1652940" y="207835"/>
                  </a:lnTo>
                  <a:lnTo>
                    <a:pt x="1641504" y="215611"/>
                  </a:lnTo>
                  <a:lnTo>
                    <a:pt x="1634931" y="223220"/>
                  </a:lnTo>
                  <a:lnTo>
                    <a:pt x="1631979" y="224544"/>
                  </a:lnTo>
                  <a:lnTo>
                    <a:pt x="1618047" y="223091"/>
                  </a:lnTo>
                  <a:lnTo>
                    <a:pt x="1614357" y="227260"/>
                  </a:lnTo>
                  <a:lnTo>
                    <a:pt x="1612303" y="234245"/>
                  </a:lnTo>
                  <a:lnTo>
                    <a:pt x="1607913" y="237562"/>
                  </a:lnTo>
                  <a:lnTo>
                    <a:pt x="1601423" y="239928"/>
                  </a:lnTo>
                  <a:lnTo>
                    <a:pt x="1588161" y="241838"/>
                  </a:lnTo>
                  <a:lnTo>
                    <a:pt x="1585186" y="249629"/>
                  </a:lnTo>
                  <a:lnTo>
                    <a:pt x="1584425" y="254887"/>
                  </a:lnTo>
                  <a:lnTo>
                    <a:pt x="1583132" y="258957"/>
                  </a:lnTo>
                  <a:lnTo>
                    <a:pt x="1582006" y="260920"/>
                  </a:lnTo>
                  <a:lnTo>
                    <a:pt x="1544115" y="288265"/>
                  </a:lnTo>
                  <a:lnTo>
                    <a:pt x="1543415" y="292785"/>
                  </a:lnTo>
                  <a:lnTo>
                    <a:pt x="1547227" y="294641"/>
                  </a:lnTo>
                  <a:lnTo>
                    <a:pt x="1552028" y="292785"/>
                  </a:lnTo>
                  <a:lnTo>
                    <a:pt x="1607167" y="259596"/>
                  </a:lnTo>
                  <a:lnTo>
                    <a:pt x="1617751" y="257375"/>
                  </a:lnTo>
                  <a:lnTo>
                    <a:pt x="1627573" y="259802"/>
                  </a:lnTo>
                  <a:lnTo>
                    <a:pt x="1626447" y="267601"/>
                  </a:lnTo>
                  <a:lnTo>
                    <a:pt x="1612546" y="289468"/>
                  </a:lnTo>
                  <a:lnTo>
                    <a:pt x="1594841" y="308847"/>
                  </a:lnTo>
                  <a:lnTo>
                    <a:pt x="1586000" y="323364"/>
                  </a:lnTo>
                  <a:lnTo>
                    <a:pt x="1563631" y="348000"/>
                  </a:lnTo>
                  <a:lnTo>
                    <a:pt x="1545347" y="372051"/>
                  </a:lnTo>
                  <a:lnTo>
                    <a:pt x="1538325" y="384095"/>
                  </a:lnTo>
                  <a:lnTo>
                    <a:pt x="1528913" y="405323"/>
                  </a:lnTo>
                  <a:lnTo>
                    <a:pt x="1525695" y="410398"/>
                  </a:lnTo>
                  <a:lnTo>
                    <a:pt x="1521784" y="412483"/>
                  </a:lnTo>
                  <a:lnTo>
                    <a:pt x="1517180" y="411608"/>
                  </a:lnTo>
                  <a:lnTo>
                    <a:pt x="1513034" y="408557"/>
                  </a:lnTo>
                  <a:lnTo>
                    <a:pt x="1507502" y="400682"/>
                  </a:lnTo>
                  <a:lnTo>
                    <a:pt x="1502458" y="391818"/>
                  </a:lnTo>
                  <a:lnTo>
                    <a:pt x="1500875" y="390258"/>
                  </a:lnTo>
                  <a:lnTo>
                    <a:pt x="1501826" y="394664"/>
                  </a:lnTo>
                  <a:lnTo>
                    <a:pt x="1511543" y="423812"/>
                  </a:lnTo>
                  <a:lnTo>
                    <a:pt x="1510432" y="429374"/>
                  </a:lnTo>
                  <a:lnTo>
                    <a:pt x="1492597" y="435225"/>
                  </a:lnTo>
                  <a:lnTo>
                    <a:pt x="1484700" y="440368"/>
                  </a:lnTo>
                  <a:lnTo>
                    <a:pt x="1480629" y="441616"/>
                  </a:lnTo>
                  <a:lnTo>
                    <a:pt x="1477745" y="440688"/>
                  </a:lnTo>
                  <a:lnTo>
                    <a:pt x="1474930" y="441213"/>
                  </a:lnTo>
                  <a:lnTo>
                    <a:pt x="1472191" y="443199"/>
                  </a:lnTo>
                  <a:lnTo>
                    <a:pt x="1472039" y="445397"/>
                  </a:lnTo>
                  <a:lnTo>
                    <a:pt x="1474481" y="447802"/>
                  </a:lnTo>
                  <a:lnTo>
                    <a:pt x="1481588" y="449681"/>
                  </a:lnTo>
                  <a:lnTo>
                    <a:pt x="1497368" y="443320"/>
                  </a:lnTo>
                  <a:lnTo>
                    <a:pt x="1499901" y="443769"/>
                  </a:lnTo>
                  <a:lnTo>
                    <a:pt x="1503964" y="446874"/>
                  </a:lnTo>
                  <a:lnTo>
                    <a:pt x="1504162" y="449689"/>
                  </a:lnTo>
                  <a:lnTo>
                    <a:pt x="1499924" y="458667"/>
                  </a:lnTo>
                  <a:lnTo>
                    <a:pt x="1487149" y="469304"/>
                  </a:lnTo>
                  <a:lnTo>
                    <a:pt x="1488816" y="469912"/>
                  </a:lnTo>
                  <a:lnTo>
                    <a:pt x="1492476" y="473656"/>
                  </a:lnTo>
                  <a:lnTo>
                    <a:pt x="1492392" y="477019"/>
                  </a:lnTo>
                  <a:lnTo>
                    <a:pt x="1488367" y="484893"/>
                  </a:lnTo>
                  <a:lnTo>
                    <a:pt x="1486465" y="487397"/>
                  </a:lnTo>
                  <a:lnTo>
                    <a:pt x="1474146" y="494663"/>
                  </a:lnTo>
                  <a:lnTo>
                    <a:pt x="1468782" y="496367"/>
                  </a:lnTo>
                  <a:lnTo>
                    <a:pt x="1464065" y="495462"/>
                  </a:lnTo>
                  <a:lnTo>
                    <a:pt x="1442464" y="479522"/>
                  </a:lnTo>
                  <a:lnTo>
                    <a:pt x="1434841" y="477201"/>
                  </a:lnTo>
                  <a:lnTo>
                    <a:pt x="1427597" y="473138"/>
                  </a:lnTo>
                  <a:lnTo>
                    <a:pt x="1422256" y="473831"/>
                  </a:lnTo>
                  <a:lnTo>
                    <a:pt x="1416580" y="478548"/>
                  </a:lnTo>
                  <a:lnTo>
                    <a:pt x="1419129" y="480914"/>
                  </a:lnTo>
                  <a:lnTo>
                    <a:pt x="1429591" y="485418"/>
                  </a:lnTo>
                  <a:lnTo>
                    <a:pt x="1438318" y="486286"/>
                  </a:lnTo>
                  <a:lnTo>
                    <a:pt x="1441939" y="488036"/>
                  </a:lnTo>
                  <a:lnTo>
                    <a:pt x="1443362" y="490942"/>
                  </a:lnTo>
                  <a:lnTo>
                    <a:pt x="1447128" y="501465"/>
                  </a:lnTo>
                  <a:lnTo>
                    <a:pt x="1447737" y="507080"/>
                  </a:lnTo>
                  <a:lnTo>
                    <a:pt x="1446908" y="512284"/>
                  </a:lnTo>
                  <a:lnTo>
                    <a:pt x="1445767" y="515914"/>
                  </a:lnTo>
                  <a:lnTo>
                    <a:pt x="1444321" y="517975"/>
                  </a:lnTo>
                  <a:lnTo>
                    <a:pt x="1442092" y="519010"/>
                  </a:lnTo>
                  <a:lnTo>
                    <a:pt x="1433547" y="518280"/>
                  </a:lnTo>
                  <a:lnTo>
                    <a:pt x="1430359" y="519550"/>
                  </a:lnTo>
                  <a:lnTo>
                    <a:pt x="1426654" y="522563"/>
                  </a:lnTo>
                  <a:lnTo>
                    <a:pt x="1422013" y="523872"/>
                  </a:lnTo>
                  <a:lnTo>
                    <a:pt x="1413643" y="523271"/>
                  </a:lnTo>
                  <a:lnTo>
                    <a:pt x="1403790" y="527654"/>
                  </a:lnTo>
                  <a:lnTo>
                    <a:pt x="1398578" y="528452"/>
                  </a:lnTo>
                  <a:lnTo>
                    <a:pt x="1392803" y="526474"/>
                  </a:lnTo>
                  <a:lnTo>
                    <a:pt x="1386541" y="521574"/>
                  </a:lnTo>
                  <a:lnTo>
                    <a:pt x="1379937" y="519094"/>
                  </a:lnTo>
                  <a:lnTo>
                    <a:pt x="1368775" y="517002"/>
                  </a:lnTo>
                  <a:lnTo>
                    <a:pt x="1369711" y="519824"/>
                  </a:lnTo>
                  <a:lnTo>
                    <a:pt x="1373645" y="521011"/>
                  </a:lnTo>
                  <a:lnTo>
                    <a:pt x="1381657" y="528529"/>
                  </a:lnTo>
                  <a:lnTo>
                    <a:pt x="1385484" y="538656"/>
                  </a:lnTo>
                  <a:lnTo>
                    <a:pt x="1389090" y="540360"/>
                  </a:lnTo>
                  <a:lnTo>
                    <a:pt x="1396455" y="548592"/>
                  </a:lnTo>
                  <a:lnTo>
                    <a:pt x="1401804" y="549893"/>
                  </a:lnTo>
                  <a:lnTo>
                    <a:pt x="1407351" y="552686"/>
                  </a:lnTo>
                  <a:lnTo>
                    <a:pt x="1415173" y="549094"/>
                  </a:lnTo>
                  <a:lnTo>
                    <a:pt x="1420422" y="549764"/>
                  </a:lnTo>
                  <a:lnTo>
                    <a:pt x="1419327" y="569790"/>
                  </a:lnTo>
                  <a:lnTo>
                    <a:pt x="1417006" y="571722"/>
                  </a:lnTo>
                  <a:lnTo>
                    <a:pt x="1404361" y="571722"/>
                  </a:lnTo>
                  <a:lnTo>
                    <a:pt x="1398350" y="568839"/>
                  </a:lnTo>
                  <a:lnTo>
                    <a:pt x="1395695" y="565856"/>
                  </a:lnTo>
                  <a:lnTo>
                    <a:pt x="1389866" y="562463"/>
                  </a:lnTo>
                  <a:lnTo>
                    <a:pt x="1384616" y="564426"/>
                  </a:lnTo>
                  <a:lnTo>
                    <a:pt x="1379861" y="564000"/>
                  </a:lnTo>
                  <a:lnTo>
                    <a:pt x="1376635" y="565993"/>
                  </a:lnTo>
                  <a:lnTo>
                    <a:pt x="1371514" y="565917"/>
                  </a:lnTo>
                  <a:lnTo>
                    <a:pt x="1358131" y="569280"/>
                  </a:lnTo>
                  <a:lnTo>
                    <a:pt x="1351055" y="569318"/>
                  </a:lnTo>
                  <a:lnTo>
                    <a:pt x="1345836" y="567150"/>
                  </a:lnTo>
                  <a:lnTo>
                    <a:pt x="1339772" y="566480"/>
                  </a:lnTo>
                  <a:lnTo>
                    <a:pt x="1332855" y="567287"/>
                  </a:lnTo>
                  <a:lnTo>
                    <a:pt x="1333335" y="569592"/>
                  </a:lnTo>
                  <a:lnTo>
                    <a:pt x="1336264" y="570284"/>
                  </a:lnTo>
                  <a:lnTo>
                    <a:pt x="1340532" y="574020"/>
                  </a:lnTo>
                  <a:lnTo>
                    <a:pt x="1344489" y="579742"/>
                  </a:lnTo>
                  <a:lnTo>
                    <a:pt x="1347776" y="582138"/>
                  </a:lnTo>
                  <a:lnTo>
                    <a:pt x="1351717" y="580784"/>
                  </a:lnTo>
                  <a:lnTo>
                    <a:pt x="1355727" y="578114"/>
                  </a:lnTo>
                  <a:lnTo>
                    <a:pt x="1370366" y="573708"/>
                  </a:lnTo>
                  <a:lnTo>
                    <a:pt x="1376787" y="572993"/>
                  </a:lnTo>
                  <a:lnTo>
                    <a:pt x="1382516" y="574941"/>
                  </a:lnTo>
                  <a:lnTo>
                    <a:pt x="1386328" y="577368"/>
                  </a:lnTo>
                  <a:lnTo>
                    <a:pt x="1388991" y="580282"/>
                  </a:lnTo>
                  <a:lnTo>
                    <a:pt x="1392354" y="587982"/>
                  </a:lnTo>
                  <a:lnTo>
                    <a:pt x="1400792" y="588925"/>
                  </a:lnTo>
                  <a:lnTo>
                    <a:pt x="1407229" y="591467"/>
                  </a:lnTo>
                  <a:lnTo>
                    <a:pt x="1417485" y="602529"/>
                  </a:lnTo>
                  <a:lnTo>
                    <a:pt x="1420308" y="603366"/>
                  </a:lnTo>
                  <a:lnTo>
                    <a:pt x="1421442" y="606204"/>
                  </a:lnTo>
                  <a:lnTo>
                    <a:pt x="1419266" y="613265"/>
                  </a:lnTo>
                  <a:lnTo>
                    <a:pt x="1419022" y="617488"/>
                  </a:lnTo>
                  <a:lnTo>
                    <a:pt x="1411931" y="625629"/>
                  </a:lnTo>
                  <a:lnTo>
                    <a:pt x="1400868" y="627988"/>
                  </a:lnTo>
                  <a:lnTo>
                    <a:pt x="1388710" y="627234"/>
                  </a:lnTo>
                  <a:lnTo>
                    <a:pt x="1380006" y="628178"/>
                  </a:lnTo>
                  <a:lnTo>
                    <a:pt x="1379093" y="629197"/>
                  </a:lnTo>
                  <a:lnTo>
                    <a:pt x="1385065" y="631320"/>
                  </a:lnTo>
                  <a:lnTo>
                    <a:pt x="1398905" y="640717"/>
                  </a:lnTo>
                  <a:lnTo>
                    <a:pt x="1404269" y="645784"/>
                  </a:lnTo>
                  <a:lnTo>
                    <a:pt x="1405205" y="648744"/>
                  </a:lnTo>
                  <a:lnTo>
                    <a:pt x="1397581" y="659944"/>
                  </a:lnTo>
                  <a:lnTo>
                    <a:pt x="1390848" y="681846"/>
                  </a:lnTo>
                  <a:lnTo>
                    <a:pt x="1388634" y="683557"/>
                  </a:lnTo>
                  <a:lnTo>
                    <a:pt x="1386328" y="684159"/>
                  </a:lnTo>
                  <a:lnTo>
                    <a:pt x="1380394" y="683778"/>
                  </a:lnTo>
                  <a:lnTo>
                    <a:pt x="1372869" y="689218"/>
                  </a:lnTo>
                  <a:lnTo>
                    <a:pt x="1367185" y="690306"/>
                  </a:lnTo>
                  <a:lnTo>
                    <a:pt x="1356891" y="688267"/>
                  </a:lnTo>
                  <a:lnTo>
                    <a:pt x="1345006" y="688381"/>
                  </a:lnTo>
                  <a:lnTo>
                    <a:pt x="1344070" y="691881"/>
                  </a:lnTo>
                  <a:lnTo>
                    <a:pt x="1343477" y="698554"/>
                  </a:lnTo>
                  <a:lnTo>
                    <a:pt x="1343538" y="708529"/>
                  </a:lnTo>
                  <a:lnTo>
                    <a:pt x="1344261" y="721722"/>
                  </a:lnTo>
                  <a:lnTo>
                    <a:pt x="1343637" y="731278"/>
                  </a:lnTo>
                  <a:lnTo>
                    <a:pt x="1341681" y="737289"/>
                  </a:lnTo>
                  <a:lnTo>
                    <a:pt x="1339208" y="741702"/>
                  </a:lnTo>
                  <a:lnTo>
                    <a:pt x="1334735" y="745978"/>
                  </a:lnTo>
                  <a:lnTo>
                    <a:pt x="1330139" y="748634"/>
                  </a:lnTo>
                  <a:lnTo>
                    <a:pt x="1326700" y="749569"/>
                  </a:lnTo>
                  <a:lnTo>
                    <a:pt x="1320978" y="749722"/>
                  </a:lnTo>
                  <a:lnTo>
                    <a:pt x="1304559" y="752773"/>
                  </a:lnTo>
                  <a:lnTo>
                    <a:pt x="1296547" y="752590"/>
                  </a:lnTo>
                  <a:lnTo>
                    <a:pt x="1290323" y="751296"/>
                  </a:lnTo>
                  <a:lnTo>
                    <a:pt x="1283887" y="747036"/>
                  </a:lnTo>
                  <a:lnTo>
                    <a:pt x="1273159" y="734923"/>
                  </a:lnTo>
                  <a:lnTo>
                    <a:pt x="1270115" y="732222"/>
                  </a:lnTo>
                  <a:lnTo>
                    <a:pt x="1267132" y="730647"/>
                  </a:lnTo>
                  <a:lnTo>
                    <a:pt x="1267247" y="733272"/>
                  </a:lnTo>
                  <a:lnTo>
                    <a:pt x="1270458" y="740066"/>
                  </a:lnTo>
                  <a:lnTo>
                    <a:pt x="1273136" y="744434"/>
                  </a:lnTo>
                  <a:lnTo>
                    <a:pt x="1275281" y="746381"/>
                  </a:lnTo>
                  <a:lnTo>
                    <a:pt x="1274779" y="748443"/>
                  </a:lnTo>
                  <a:lnTo>
                    <a:pt x="1270047" y="751677"/>
                  </a:lnTo>
                  <a:lnTo>
                    <a:pt x="1264827" y="753123"/>
                  </a:lnTo>
                  <a:lnTo>
                    <a:pt x="1258641" y="753069"/>
                  </a:lnTo>
                  <a:lnTo>
                    <a:pt x="1258443" y="754317"/>
                  </a:lnTo>
                  <a:lnTo>
                    <a:pt x="1260536" y="757787"/>
                  </a:lnTo>
                  <a:lnTo>
                    <a:pt x="1263260" y="761043"/>
                  </a:lnTo>
                  <a:lnTo>
                    <a:pt x="1265048" y="762017"/>
                  </a:lnTo>
                  <a:lnTo>
                    <a:pt x="1269788" y="761013"/>
                  </a:lnTo>
                  <a:lnTo>
                    <a:pt x="1275274" y="756889"/>
                  </a:lnTo>
                  <a:lnTo>
                    <a:pt x="1278698" y="755671"/>
                  </a:lnTo>
                  <a:lnTo>
                    <a:pt x="1285515" y="756653"/>
                  </a:lnTo>
                  <a:lnTo>
                    <a:pt x="1288201" y="758121"/>
                  </a:lnTo>
                  <a:lnTo>
                    <a:pt x="1296707" y="767115"/>
                  </a:lnTo>
                  <a:lnTo>
                    <a:pt x="1297894" y="767533"/>
                  </a:lnTo>
                  <a:lnTo>
                    <a:pt x="1304194" y="763014"/>
                  </a:lnTo>
                  <a:lnTo>
                    <a:pt x="1313301" y="762770"/>
                  </a:lnTo>
                  <a:lnTo>
                    <a:pt x="1316641" y="766399"/>
                  </a:lnTo>
                  <a:lnTo>
                    <a:pt x="1317920" y="773415"/>
                  </a:lnTo>
                  <a:lnTo>
                    <a:pt x="1318079" y="779075"/>
                  </a:lnTo>
                  <a:lnTo>
                    <a:pt x="1317113" y="783389"/>
                  </a:lnTo>
                  <a:lnTo>
                    <a:pt x="1319213" y="787582"/>
                  </a:lnTo>
                  <a:lnTo>
                    <a:pt x="1324372" y="791652"/>
                  </a:lnTo>
                  <a:lnTo>
                    <a:pt x="1328374" y="792527"/>
                  </a:lnTo>
                  <a:lnTo>
                    <a:pt x="1331219" y="790229"/>
                  </a:lnTo>
                  <a:lnTo>
                    <a:pt x="1335541" y="784637"/>
                  </a:lnTo>
                  <a:lnTo>
                    <a:pt x="1337375" y="783313"/>
                  </a:lnTo>
                  <a:lnTo>
                    <a:pt x="1339110" y="783625"/>
                  </a:lnTo>
                  <a:lnTo>
                    <a:pt x="1341750" y="787703"/>
                  </a:lnTo>
                  <a:lnTo>
                    <a:pt x="1345303" y="795510"/>
                  </a:lnTo>
                  <a:lnTo>
                    <a:pt x="1345630" y="804572"/>
                  </a:lnTo>
                  <a:lnTo>
                    <a:pt x="1342739" y="814866"/>
                  </a:lnTo>
                  <a:lnTo>
                    <a:pt x="1339201" y="821577"/>
                  </a:lnTo>
                  <a:lnTo>
                    <a:pt x="1325323" y="832564"/>
                  </a:lnTo>
                  <a:lnTo>
                    <a:pt x="1321130" y="836855"/>
                  </a:lnTo>
                  <a:lnTo>
                    <a:pt x="1317813" y="841313"/>
                  </a:lnTo>
                  <a:lnTo>
                    <a:pt x="1313005" y="845315"/>
                  </a:lnTo>
                  <a:lnTo>
                    <a:pt x="1303555" y="850641"/>
                  </a:lnTo>
                  <a:lnTo>
                    <a:pt x="1298571" y="851638"/>
                  </a:lnTo>
                  <a:lnTo>
                    <a:pt x="1287820" y="857345"/>
                  </a:lnTo>
                  <a:lnTo>
                    <a:pt x="1285484" y="857603"/>
                  </a:lnTo>
                  <a:lnTo>
                    <a:pt x="1282000" y="856675"/>
                  </a:lnTo>
                  <a:lnTo>
                    <a:pt x="1281277" y="853898"/>
                  </a:lnTo>
                  <a:lnTo>
                    <a:pt x="1282167" y="848945"/>
                  </a:lnTo>
                  <a:lnTo>
                    <a:pt x="1283316" y="844319"/>
                  </a:lnTo>
                  <a:lnTo>
                    <a:pt x="1284739" y="840020"/>
                  </a:lnTo>
                  <a:lnTo>
                    <a:pt x="1284792" y="836436"/>
                  </a:lnTo>
                  <a:lnTo>
                    <a:pt x="1281756" y="830844"/>
                  </a:lnTo>
                  <a:lnTo>
                    <a:pt x="1279626" y="828249"/>
                  </a:lnTo>
                  <a:lnTo>
                    <a:pt x="1277564" y="826941"/>
                  </a:lnTo>
                  <a:lnTo>
                    <a:pt x="1273417" y="827702"/>
                  </a:lnTo>
                  <a:lnTo>
                    <a:pt x="1271074" y="829239"/>
                  </a:lnTo>
                  <a:lnTo>
                    <a:pt x="1268563" y="829535"/>
                  </a:lnTo>
                  <a:lnTo>
                    <a:pt x="1265885" y="828577"/>
                  </a:lnTo>
                  <a:lnTo>
                    <a:pt x="1263633" y="826203"/>
                  </a:lnTo>
                  <a:lnTo>
                    <a:pt x="1259121" y="816220"/>
                  </a:lnTo>
                  <a:lnTo>
                    <a:pt x="1257424" y="814942"/>
                  </a:lnTo>
                  <a:lnTo>
                    <a:pt x="1255202" y="815262"/>
                  </a:lnTo>
                  <a:lnTo>
                    <a:pt x="1253209" y="813824"/>
                  </a:lnTo>
                  <a:lnTo>
                    <a:pt x="1251451" y="810628"/>
                  </a:lnTo>
                  <a:lnTo>
                    <a:pt x="1248537" y="807531"/>
                  </a:lnTo>
                  <a:lnTo>
                    <a:pt x="1249313" y="809898"/>
                  </a:lnTo>
                  <a:lnTo>
                    <a:pt x="1252227" y="815612"/>
                  </a:lnTo>
                  <a:lnTo>
                    <a:pt x="1254259" y="821265"/>
                  </a:lnTo>
                  <a:lnTo>
                    <a:pt x="1255400" y="826857"/>
                  </a:lnTo>
                  <a:lnTo>
                    <a:pt x="1254867" y="831232"/>
                  </a:lnTo>
                  <a:lnTo>
                    <a:pt x="1230185" y="833652"/>
                  </a:lnTo>
                  <a:lnTo>
                    <a:pt x="1219579" y="832388"/>
                  </a:lnTo>
                  <a:lnTo>
                    <a:pt x="1217433" y="828569"/>
                  </a:lnTo>
                  <a:lnTo>
                    <a:pt x="1212358" y="811975"/>
                  </a:lnTo>
                  <a:lnTo>
                    <a:pt x="1211255" y="841161"/>
                  </a:lnTo>
                  <a:lnTo>
                    <a:pt x="1192766" y="845856"/>
                  </a:lnTo>
                  <a:lnTo>
                    <a:pt x="1188445" y="845064"/>
                  </a:lnTo>
                  <a:lnTo>
                    <a:pt x="1181255" y="841846"/>
                  </a:lnTo>
                  <a:lnTo>
                    <a:pt x="1171957" y="834055"/>
                  </a:lnTo>
                  <a:lnTo>
                    <a:pt x="1168107" y="828858"/>
                  </a:lnTo>
                  <a:lnTo>
                    <a:pt x="1166600" y="823662"/>
                  </a:lnTo>
                  <a:lnTo>
                    <a:pt x="1165482" y="820808"/>
                  </a:lnTo>
                  <a:lnTo>
                    <a:pt x="1164752" y="820321"/>
                  </a:lnTo>
                  <a:lnTo>
                    <a:pt x="1162439" y="826598"/>
                  </a:lnTo>
                  <a:lnTo>
                    <a:pt x="1159913" y="839343"/>
                  </a:lnTo>
                  <a:lnTo>
                    <a:pt x="1153559" y="836063"/>
                  </a:lnTo>
                  <a:lnTo>
                    <a:pt x="1145517" y="832853"/>
                  </a:lnTo>
                  <a:lnTo>
                    <a:pt x="1142626" y="820238"/>
                  </a:lnTo>
                  <a:lnTo>
                    <a:pt x="1142458" y="838468"/>
                  </a:lnTo>
                  <a:lnTo>
                    <a:pt x="1129501" y="836071"/>
                  </a:lnTo>
                  <a:lnTo>
                    <a:pt x="1123270" y="836748"/>
                  </a:lnTo>
                  <a:lnTo>
                    <a:pt x="1121444" y="820770"/>
                  </a:lnTo>
                  <a:lnTo>
                    <a:pt x="1121139" y="802921"/>
                  </a:lnTo>
                  <a:lnTo>
                    <a:pt x="1118613" y="814242"/>
                  </a:lnTo>
                  <a:lnTo>
                    <a:pt x="1119716" y="823791"/>
                  </a:lnTo>
                  <a:lnTo>
                    <a:pt x="1120074" y="835325"/>
                  </a:lnTo>
                  <a:lnTo>
                    <a:pt x="1114565" y="832054"/>
                  </a:lnTo>
                  <a:lnTo>
                    <a:pt x="1102483" y="830448"/>
                  </a:lnTo>
                  <a:lnTo>
                    <a:pt x="1098200" y="828858"/>
                  </a:lnTo>
                  <a:lnTo>
                    <a:pt x="1098747" y="813436"/>
                  </a:lnTo>
                  <a:lnTo>
                    <a:pt x="1099698" y="797876"/>
                  </a:lnTo>
                  <a:lnTo>
                    <a:pt x="1115258" y="782180"/>
                  </a:lnTo>
                  <a:lnTo>
                    <a:pt x="1119846" y="774678"/>
                  </a:lnTo>
                  <a:lnTo>
                    <a:pt x="1123224" y="771642"/>
                  </a:lnTo>
                  <a:lnTo>
                    <a:pt x="1128565" y="769724"/>
                  </a:lnTo>
                  <a:lnTo>
                    <a:pt x="1135390" y="768530"/>
                  </a:lnTo>
                  <a:lnTo>
                    <a:pt x="1140039" y="769451"/>
                  </a:lnTo>
                  <a:lnTo>
                    <a:pt x="1145350" y="768553"/>
                  </a:lnTo>
                  <a:lnTo>
                    <a:pt x="1151695" y="765707"/>
                  </a:lnTo>
                  <a:lnTo>
                    <a:pt x="1156230" y="764885"/>
                  </a:lnTo>
                  <a:lnTo>
                    <a:pt x="1157082" y="763873"/>
                  </a:lnTo>
                  <a:lnTo>
                    <a:pt x="1155773" y="762390"/>
                  </a:lnTo>
                  <a:lnTo>
                    <a:pt x="1150919" y="751997"/>
                  </a:lnTo>
                  <a:lnTo>
                    <a:pt x="1149177" y="749623"/>
                  </a:lnTo>
                  <a:lnTo>
                    <a:pt x="1147404" y="748565"/>
                  </a:lnTo>
                  <a:lnTo>
                    <a:pt x="1143897" y="748093"/>
                  </a:lnTo>
                  <a:lnTo>
                    <a:pt x="1140495" y="743498"/>
                  </a:lnTo>
                  <a:lnTo>
                    <a:pt x="1138525" y="739427"/>
                  </a:lnTo>
                  <a:lnTo>
                    <a:pt x="1136417" y="733873"/>
                  </a:lnTo>
                  <a:lnTo>
                    <a:pt x="1133047" y="723282"/>
                  </a:lnTo>
                  <a:lnTo>
                    <a:pt x="1129699" y="711359"/>
                  </a:lnTo>
                  <a:lnTo>
                    <a:pt x="1131358" y="704763"/>
                  </a:lnTo>
                  <a:lnTo>
                    <a:pt x="1136904" y="699558"/>
                  </a:lnTo>
                  <a:lnTo>
                    <a:pt x="1142466" y="695937"/>
                  </a:lnTo>
                  <a:lnTo>
                    <a:pt x="1148036" y="693913"/>
                  </a:lnTo>
                  <a:lnTo>
                    <a:pt x="1152692" y="693867"/>
                  </a:lnTo>
                  <a:lnTo>
                    <a:pt x="1158307" y="696766"/>
                  </a:lnTo>
                  <a:lnTo>
                    <a:pt x="1166205" y="702351"/>
                  </a:lnTo>
                  <a:lnTo>
                    <a:pt x="1170740" y="708643"/>
                  </a:lnTo>
                  <a:lnTo>
                    <a:pt x="1176423" y="721874"/>
                  </a:lnTo>
                  <a:lnTo>
                    <a:pt x="1180174" y="732306"/>
                  </a:lnTo>
                  <a:lnTo>
                    <a:pt x="1183218" y="736985"/>
                  </a:lnTo>
                  <a:lnTo>
                    <a:pt x="1196837" y="745423"/>
                  </a:lnTo>
                  <a:lnTo>
                    <a:pt x="1201364" y="746785"/>
                  </a:lnTo>
                  <a:lnTo>
                    <a:pt x="1206743" y="746107"/>
                  </a:lnTo>
                  <a:lnTo>
                    <a:pt x="1217707" y="743901"/>
                  </a:lnTo>
                  <a:lnTo>
                    <a:pt x="1223094" y="741588"/>
                  </a:lnTo>
                  <a:lnTo>
                    <a:pt x="1225514" y="738834"/>
                  </a:lnTo>
                  <a:lnTo>
                    <a:pt x="1226754" y="734870"/>
                  </a:lnTo>
                  <a:lnTo>
                    <a:pt x="1228306" y="731811"/>
                  </a:lnTo>
                  <a:lnTo>
                    <a:pt x="1233153" y="724758"/>
                  </a:lnTo>
                  <a:lnTo>
                    <a:pt x="1240579" y="709990"/>
                  </a:lnTo>
                  <a:lnTo>
                    <a:pt x="1244687" y="698204"/>
                  </a:lnTo>
                  <a:lnTo>
                    <a:pt x="1245661" y="694209"/>
                  </a:lnTo>
                  <a:lnTo>
                    <a:pt x="1246483" y="689363"/>
                  </a:lnTo>
                  <a:lnTo>
                    <a:pt x="1247145" y="683649"/>
                  </a:lnTo>
                  <a:lnTo>
                    <a:pt x="1244832" y="686692"/>
                  </a:lnTo>
                  <a:lnTo>
                    <a:pt x="1232019" y="715901"/>
                  </a:lnTo>
                  <a:lnTo>
                    <a:pt x="1229364" y="721136"/>
                  </a:lnTo>
                  <a:lnTo>
                    <a:pt x="1221862" y="729932"/>
                  </a:lnTo>
                  <a:lnTo>
                    <a:pt x="1218689" y="731347"/>
                  </a:lnTo>
                  <a:lnTo>
                    <a:pt x="1213568" y="730913"/>
                  </a:lnTo>
                  <a:lnTo>
                    <a:pt x="1206781" y="727025"/>
                  </a:lnTo>
                  <a:lnTo>
                    <a:pt x="1198777" y="733203"/>
                  </a:lnTo>
                  <a:lnTo>
                    <a:pt x="1193923" y="731636"/>
                  </a:lnTo>
                  <a:lnTo>
                    <a:pt x="1189624" y="727314"/>
                  </a:lnTo>
                  <a:lnTo>
                    <a:pt x="1189571" y="706855"/>
                  </a:lnTo>
                  <a:lnTo>
                    <a:pt x="1184115" y="690245"/>
                  </a:lnTo>
                  <a:lnTo>
                    <a:pt x="1190141" y="681754"/>
                  </a:lnTo>
                  <a:lnTo>
                    <a:pt x="1195133" y="676459"/>
                  </a:lnTo>
                  <a:lnTo>
                    <a:pt x="1204019" y="662591"/>
                  </a:lnTo>
                  <a:lnTo>
                    <a:pt x="1205967" y="662447"/>
                  </a:lnTo>
                  <a:lnTo>
                    <a:pt x="1212404" y="664646"/>
                  </a:lnTo>
                  <a:lnTo>
                    <a:pt x="1208874" y="661473"/>
                  </a:lnTo>
                  <a:lnTo>
                    <a:pt x="1205419" y="656763"/>
                  </a:lnTo>
                  <a:lnTo>
                    <a:pt x="1197727" y="657981"/>
                  </a:lnTo>
                  <a:lnTo>
                    <a:pt x="1200443" y="627455"/>
                  </a:lnTo>
                  <a:lnTo>
                    <a:pt x="1195292" y="650342"/>
                  </a:lnTo>
                  <a:lnTo>
                    <a:pt x="1190043" y="662180"/>
                  </a:lnTo>
                  <a:lnTo>
                    <a:pt x="1186862" y="668123"/>
                  </a:lnTo>
                  <a:lnTo>
                    <a:pt x="1183301" y="671528"/>
                  </a:lnTo>
                  <a:lnTo>
                    <a:pt x="1169811" y="674465"/>
                  </a:lnTo>
                  <a:lnTo>
                    <a:pt x="1173129" y="663489"/>
                  </a:lnTo>
                  <a:lnTo>
                    <a:pt x="1176172" y="647123"/>
                  </a:lnTo>
                  <a:lnTo>
                    <a:pt x="1172954" y="653263"/>
                  </a:lnTo>
                  <a:lnTo>
                    <a:pt x="1165345" y="662439"/>
                  </a:lnTo>
                  <a:lnTo>
                    <a:pt x="1159654" y="667233"/>
                  </a:lnTo>
                  <a:lnTo>
                    <a:pt x="1154967" y="669740"/>
                  </a:lnTo>
                  <a:lnTo>
                    <a:pt x="1145867" y="669135"/>
                  </a:lnTo>
                  <a:lnTo>
                    <a:pt x="1141332" y="664562"/>
                  </a:lnTo>
                  <a:lnTo>
                    <a:pt x="1142626" y="653278"/>
                  </a:lnTo>
                  <a:lnTo>
                    <a:pt x="1142626" y="639248"/>
                  </a:lnTo>
                  <a:lnTo>
                    <a:pt x="1145403" y="632690"/>
                  </a:lnTo>
                  <a:lnTo>
                    <a:pt x="1149611" y="624229"/>
                  </a:lnTo>
                  <a:lnTo>
                    <a:pt x="1154122" y="612740"/>
                  </a:lnTo>
                  <a:lnTo>
                    <a:pt x="1157219" y="600688"/>
                  </a:lnTo>
                  <a:lnTo>
                    <a:pt x="1169301" y="595278"/>
                  </a:lnTo>
                  <a:lnTo>
                    <a:pt x="1181064" y="593057"/>
                  </a:lnTo>
                  <a:lnTo>
                    <a:pt x="1190910" y="586612"/>
                  </a:lnTo>
                  <a:lnTo>
                    <a:pt x="1195734" y="585479"/>
                  </a:lnTo>
                  <a:lnTo>
                    <a:pt x="1200352" y="588545"/>
                  </a:lnTo>
                  <a:lnTo>
                    <a:pt x="1219130" y="593567"/>
                  </a:lnTo>
                  <a:lnTo>
                    <a:pt x="1226838" y="597378"/>
                  </a:lnTo>
                  <a:lnTo>
                    <a:pt x="1230216" y="600140"/>
                  </a:lnTo>
                  <a:lnTo>
                    <a:pt x="1232719" y="601129"/>
                  </a:lnTo>
                  <a:lnTo>
                    <a:pt x="1235367" y="597013"/>
                  </a:lnTo>
                  <a:lnTo>
                    <a:pt x="1238730" y="593019"/>
                  </a:lnTo>
                  <a:lnTo>
                    <a:pt x="1250432" y="593430"/>
                  </a:lnTo>
                  <a:lnTo>
                    <a:pt x="1253658" y="592692"/>
                  </a:lnTo>
                  <a:lnTo>
                    <a:pt x="1256640" y="590812"/>
                  </a:lnTo>
                  <a:lnTo>
                    <a:pt x="1260270" y="587008"/>
                  </a:lnTo>
                  <a:lnTo>
                    <a:pt x="1264546" y="581248"/>
                  </a:lnTo>
                  <a:lnTo>
                    <a:pt x="1265200" y="578410"/>
                  </a:lnTo>
                  <a:lnTo>
                    <a:pt x="1262233" y="578509"/>
                  </a:lnTo>
                  <a:lnTo>
                    <a:pt x="1259258" y="579962"/>
                  </a:lnTo>
                  <a:lnTo>
                    <a:pt x="1254791" y="584170"/>
                  </a:lnTo>
                  <a:lnTo>
                    <a:pt x="1250493" y="586430"/>
                  </a:lnTo>
                  <a:lnTo>
                    <a:pt x="1246110" y="586004"/>
                  </a:lnTo>
                  <a:lnTo>
                    <a:pt x="1237261" y="582450"/>
                  </a:lnTo>
                  <a:lnTo>
                    <a:pt x="1221884" y="581811"/>
                  </a:lnTo>
                  <a:lnTo>
                    <a:pt x="1214040" y="580191"/>
                  </a:lnTo>
                  <a:lnTo>
                    <a:pt x="1210403" y="578464"/>
                  </a:lnTo>
                  <a:lnTo>
                    <a:pt x="1208356" y="576082"/>
                  </a:lnTo>
                  <a:lnTo>
                    <a:pt x="1206568" y="572498"/>
                  </a:lnTo>
                  <a:lnTo>
                    <a:pt x="1205031" y="567697"/>
                  </a:lnTo>
                  <a:lnTo>
                    <a:pt x="1205830" y="564319"/>
                  </a:lnTo>
                  <a:lnTo>
                    <a:pt x="1208965" y="562371"/>
                  </a:lnTo>
                  <a:lnTo>
                    <a:pt x="1211674" y="561961"/>
                  </a:lnTo>
                  <a:lnTo>
                    <a:pt x="1216018" y="564616"/>
                  </a:lnTo>
                  <a:lnTo>
                    <a:pt x="1220895" y="569105"/>
                  </a:lnTo>
                  <a:lnTo>
                    <a:pt x="1226206" y="569683"/>
                  </a:lnTo>
                  <a:lnTo>
                    <a:pt x="1224365" y="565582"/>
                  </a:lnTo>
                  <a:lnTo>
                    <a:pt x="1217616" y="557312"/>
                  </a:lnTo>
                  <a:lnTo>
                    <a:pt x="1212937" y="550259"/>
                  </a:lnTo>
                  <a:lnTo>
                    <a:pt x="1209011" y="541532"/>
                  </a:lnTo>
                  <a:lnTo>
                    <a:pt x="1205990" y="532835"/>
                  </a:lnTo>
                  <a:lnTo>
                    <a:pt x="1199287" y="519079"/>
                  </a:lnTo>
                  <a:lnTo>
                    <a:pt x="1193877" y="505254"/>
                  </a:lnTo>
                  <a:lnTo>
                    <a:pt x="1190065" y="499083"/>
                  </a:lnTo>
                  <a:lnTo>
                    <a:pt x="1186040" y="496017"/>
                  </a:lnTo>
                  <a:lnTo>
                    <a:pt x="1173775" y="492182"/>
                  </a:lnTo>
                  <a:lnTo>
                    <a:pt x="1171318" y="489679"/>
                  </a:lnTo>
                  <a:lnTo>
                    <a:pt x="1165459" y="477346"/>
                  </a:lnTo>
                  <a:lnTo>
                    <a:pt x="1163884" y="456224"/>
                  </a:lnTo>
                  <a:lnTo>
                    <a:pt x="1161320" y="443183"/>
                  </a:lnTo>
                  <a:lnTo>
                    <a:pt x="1163793" y="426300"/>
                  </a:lnTo>
                  <a:lnTo>
                    <a:pt x="1167879" y="418562"/>
                  </a:lnTo>
                  <a:lnTo>
                    <a:pt x="1192386" y="424588"/>
                  </a:lnTo>
                  <a:lnTo>
                    <a:pt x="1202726" y="423683"/>
                  </a:lnTo>
                  <a:lnTo>
                    <a:pt x="1215942" y="425828"/>
                  </a:lnTo>
                  <a:lnTo>
                    <a:pt x="1223056" y="429982"/>
                  </a:lnTo>
                  <a:lnTo>
                    <a:pt x="1231167" y="440246"/>
                  </a:lnTo>
                  <a:lnTo>
                    <a:pt x="1238418" y="451720"/>
                  </a:lnTo>
                  <a:lnTo>
                    <a:pt x="1245395" y="459336"/>
                  </a:lnTo>
                  <a:lnTo>
                    <a:pt x="1251816" y="469676"/>
                  </a:lnTo>
                  <a:lnTo>
                    <a:pt x="1258824" y="484871"/>
                  </a:lnTo>
                  <a:lnTo>
                    <a:pt x="1262948" y="492099"/>
                  </a:lnTo>
                  <a:lnTo>
                    <a:pt x="1266524" y="496489"/>
                  </a:lnTo>
                  <a:lnTo>
                    <a:pt x="1271332" y="500263"/>
                  </a:lnTo>
                  <a:lnTo>
                    <a:pt x="1280402" y="505003"/>
                  </a:lnTo>
                  <a:lnTo>
                    <a:pt x="1288307" y="506563"/>
                  </a:lnTo>
                  <a:lnTo>
                    <a:pt x="1292408" y="505946"/>
                  </a:lnTo>
                  <a:lnTo>
                    <a:pt x="1296791" y="502515"/>
                  </a:lnTo>
                  <a:lnTo>
                    <a:pt x="1299910" y="498437"/>
                  </a:lnTo>
                  <a:lnTo>
                    <a:pt x="1296433" y="497311"/>
                  </a:lnTo>
                  <a:lnTo>
                    <a:pt x="1287326" y="497790"/>
                  </a:lnTo>
                  <a:lnTo>
                    <a:pt x="1281003" y="495622"/>
                  </a:lnTo>
                  <a:lnTo>
                    <a:pt x="1277396" y="490805"/>
                  </a:lnTo>
                  <a:lnTo>
                    <a:pt x="1273562" y="484277"/>
                  </a:lnTo>
                  <a:lnTo>
                    <a:pt x="1267467" y="471883"/>
                  </a:lnTo>
                  <a:lnTo>
                    <a:pt x="1262856" y="463711"/>
                  </a:lnTo>
                  <a:lnTo>
                    <a:pt x="1252775" y="450267"/>
                  </a:lnTo>
                  <a:lnTo>
                    <a:pt x="1245326" y="436762"/>
                  </a:lnTo>
                  <a:lnTo>
                    <a:pt x="1239346" y="423812"/>
                  </a:lnTo>
                  <a:lnTo>
                    <a:pt x="1238791" y="418144"/>
                  </a:lnTo>
                  <a:lnTo>
                    <a:pt x="1243112" y="414179"/>
                  </a:lnTo>
                  <a:lnTo>
                    <a:pt x="1248423" y="411395"/>
                  </a:lnTo>
                  <a:lnTo>
                    <a:pt x="1281657" y="402462"/>
                  </a:lnTo>
                  <a:lnTo>
                    <a:pt x="1301485" y="391696"/>
                  </a:lnTo>
                  <a:lnTo>
                    <a:pt x="1309535" y="379089"/>
                  </a:lnTo>
                  <a:lnTo>
                    <a:pt x="1310494" y="376129"/>
                  </a:lnTo>
                  <a:lnTo>
                    <a:pt x="1337040" y="358059"/>
                  </a:lnTo>
                  <a:lnTo>
                    <a:pt x="1355810" y="351325"/>
                  </a:lnTo>
                  <a:lnTo>
                    <a:pt x="1363031" y="350230"/>
                  </a:lnTo>
                  <a:lnTo>
                    <a:pt x="1369567" y="347293"/>
                  </a:lnTo>
                  <a:lnTo>
                    <a:pt x="1369841" y="345489"/>
                  </a:lnTo>
                  <a:lnTo>
                    <a:pt x="1364119" y="343024"/>
                  </a:lnTo>
                  <a:lnTo>
                    <a:pt x="1358336" y="341815"/>
                  </a:lnTo>
                  <a:lnTo>
                    <a:pt x="1345212" y="341891"/>
                  </a:lnTo>
                  <a:lnTo>
                    <a:pt x="1333525" y="339646"/>
                  </a:lnTo>
                  <a:lnTo>
                    <a:pt x="1330002" y="335545"/>
                  </a:lnTo>
                  <a:lnTo>
                    <a:pt x="1330733" y="328819"/>
                  </a:lnTo>
                  <a:lnTo>
                    <a:pt x="1331851" y="323014"/>
                  </a:lnTo>
                  <a:lnTo>
                    <a:pt x="1335381" y="313252"/>
                  </a:lnTo>
                  <a:lnTo>
                    <a:pt x="1339163" y="305872"/>
                  </a:lnTo>
                  <a:lnTo>
                    <a:pt x="1355194" y="284347"/>
                  </a:lnTo>
                  <a:lnTo>
                    <a:pt x="1365983" y="275171"/>
                  </a:lnTo>
                  <a:lnTo>
                    <a:pt x="1369095" y="268803"/>
                  </a:lnTo>
                  <a:lnTo>
                    <a:pt x="1345881" y="282970"/>
                  </a:lnTo>
                  <a:lnTo>
                    <a:pt x="1337771" y="293112"/>
                  </a:lnTo>
                  <a:lnTo>
                    <a:pt x="1329622" y="308177"/>
                  </a:lnTo>
                  <a:lnTo>
                    <a:pt x="1325399" y="312582"/>
                  </a:lnTo>
                  <a:lnTo>
                    <a:pt x="1322386" y="311418"/>
                  </a:lnTo>
                  <a:lnTo>
                    <a:pt x="1319700" y="312811"/>
                  </a:lnTo>
                  <a:lnTo>
                    <a:pt x="1317326" y="316752"/>
                  </a:lnTo>
                  <a:lnTo>
                    <a:pt x="1315340" y="323927"/>
                  </a:lnTo>
                  <a:lnTo>
                    <a:pt x="1313735" y="334274"/>
                  </a:lnTo>
                  <a:lnTo>
                    <a:pt x="1312282" y="341274"/>
                  </a:lnTo>
                  <a:lnTo>
                    <a:pt x="1310973" y="344995"/>
                  </a:lnTo>
                  <a:lnTo>
                    <a:pt x="1307671" y="350351"/>
                  </a:lnTo>
                  <a:lnTo>
                    <a:pt x="1299720" y="360775"/>
                  </a:lnTo>
                  <a:lnTo>
                    <a:pt x="1281071" y="375201"/>
                  </a:lnTo>
                  <a:lnTo>
                    <a:pt x="1274794" y="378838"/>
                  </a:lnTo>
                  <a:lnTo>
                    <a:pt x="1269415" y="379416"/>
                  </a:lnTo>
                  <a:lnTo>
                    <a:pt x="1251999" y="387443"/>
                  </a:lnTo>
                  <a:lnTo>
                    <a:pt x="1246772" y="387755"/>
                  </a:lnTo>
                  <a:lnTo>
                    <a:pt x="1240982" y="385328"/>
                  </a:lnTo>
                  <a:lnTo>
                    <a:pt x="1243455" y="378381"/>
                  </a:lnTo>
                  <a:lnTo>
                    <a:pt x="1252669" y="365462"/>
                  </a:lnTo>
                  <a:lnTo>
                    <a:pt x="1255111" y="359664"/>
                  </a:lnTo>
                  <a:lnTo>
                    <a:pt x="1249222" y="360935"/>
                  </a:lnTo>
                  <a:lnTo>
                    <a:pt x="1243211" y="364480"/>
                  </a:lnTo>
                  <a:lnTo>
                    <a:pt x="1229942" y="367402"/>
                  </a:lnTo>
                  <a:lnTo>
                    <a:pt x="1224692" y="372667"/>
                  </a:lnTo>
                  <a:lnTo>
                    <a:pt x="1219609" y="382163"/>
                  </a:lnTo>
                  <a:lnTo>
                    <a:pt x="1215531" y="388090"/>
                  </a:lnTo>
                  <a:lnTo>
                    <a:pt x="1212465" y="390494"/>
                  </a:lnTo>
                  <a:lnTo>
                    <a:pt x="1208235" y="391924"/>
                  </a:lnTo>
                  <a:lnTo>
                    <a:pt x="1192690" y="392655"/>
                  </a:lnTo>
                  <a:lnTo>
                    <a:pt x="1189244" y="392023"/>
                  </a:lnTo>
                  <a:lnTo>
                    <a:pt x="1180296" y="384856"/>
                  </a:lnTo>
                  <a:lnTo>
                    <a:pt x="1172375" y="387337"/>
                  </a:lnTo>
                  <a:lnTo>
                    <a:pt x="1169104" y="386857"/>
                  </a:lnTo>
                  <a:lnTo>
                    <a:pt x="1163093" y="381775"/>
                  </a:lnTo>
                  <a:lnTo>
                    <a:pt x="1161305" y="378465"/>
                  </a:lnTo>
                  <a:lnTo>
                    <a:pt x="1161564" y="373999"/>
                  </a:lnTo>
                  <a:lnTo>
                    <a:pt x="1165041" y="365546"/>
                  </a:lnTo>
                  <a:lnTo>
                    <a:pt x="1169066" y="357374"/>
                  </a:lnTo>
                  <a:lnTo>
                    <a:pt x="1182152" y="339220"/>
                  </a:lnTo>
                  <a:lnTo>
                    <a:pt x="1190545" y="330630"/>
                  </a:lnTo>
                  <a:lnTo>
                    <a:pt x="1202635" y="323181"/>
                  </a:lnTo>
                  <a:lnTo>
                    <a:pt x="1231053" y="314797"/>
                  </a:lnTo>
                  <a:lnTo>
                    <a:pt x="1232339" y="308618"/>
                  </a:lnTo>
                  <a:lnTo>
                    <a:pt x="1203586" y="315519"/>
                  </a:lnTo>
                  <a:lnTo>
                    <a:pt x="1179124" y="324185"/>
                  </a:lnTo>
                  <a:lnTo>
                    <a:pt x="1175153" y="327358"/>
                  </a:lnTo>
                  <a:lnTo>
                    <a:pt x="1169461" y="335773"/>
                  </a:lnTo>
                  <a:lnTo>
                    <a:pt x="1151383" y="365781"/>
                  </a:lnTo>
                  <a:lnTo>
                    <a:pt x="1146050" y="373245"/>
                  </a:lnTo>
                  <a:lnTo>
                    <a:pt x="1137901" y="375018"/>
                  </a:lnTo>
                  <a:lnTo>
                    <a:pt x="1131662" y="372500"/>
                  </a:lnTo>
                  <a:lnTo>
                    <a:pt x="1126785" y="368749"/>
                  </a:lnTo>
                  <a:lnTo>
                    <a:pt x="1118393" y="359961"/>
                  </a:lnTo>
                  <a:lnTo>
                    <a:pt x="1112062" y="355213"/>
                  </a:lnTo>
                  <a:lnTo>
                    <a:pt x="1109065" y="352018"/>
                  </a:lnTo>
                  <a:lnTo>
                    <a:pt x="1107299" y="348776"/>
                  </a:lnTo>
                  <a:lnTo>
                    <a:pt x="1105861" y="344972"/>
                  </a:lnTo>
                  <a:lnTo>
                    <a:pt x="1104766" y="340605"/>
                  </a:lnTo>
                  <a:lnTo>
                    <a:pt x="1106820" y="336945"/>
                  </a:lnTo>
                  <a:lnTo>
                    <a:pt x="1122920" y="328994"/>
                  </a:lnTo>
                  <a:lnTo>
                    <a:pt x="1144794" y="330546"/>
                  </a:lnTo>
                  <a:lnTo>
                    <a:pt x="1154609" y="328903"/>
                  </a:lnTo>
                  <a:lnTo>
                    <a:pt x="1164265" y="324079"/>
                  </a:lnTo>
                  <a:lnTo>
                    <a:pt x="1178516" y="311981"/>
                  </a:lnTo>
                  <a:lnTo>
                    <a:pt x="1194022" y="294809"/>
                  </a:lnTo>
                  <a:lnTo>
                    <a:pt x="1197058" y="289270"/>
                  </a:lnTo>
                  <a:lnTo>
                    <a:pt x="1191397" y="288052"/>
                  </a:lnTo>
                  <a:lnTo>
                    <a:pt x="1187205" y="289399"/>
                  </a:lnTo>
                  <a:lnTo>
                    <a:pt x="1177116" y="295600"/>
                  </a:lnTo>
                  <a:lnTo>
                    <a:pt x="1161145" y="312111"/>
                  </a:lnTo>
                  <a:lnTo>
                    <a:pt x="1147214" y="317893"/>
                  </a:lnTo>
                  <a:lnTo>
                    <a:pt x="1112800" y="320952"/>
                  </a:lnTo>
                  <a:lnTo>
                    <a:pt x="1101874" y="325502"/>
                  </a:lnTo>
                  <a:lnTo>
                    <a:pt x="1097081" y="324528"/>
                  </a:lnTo>
                  <a:lnTo>
                    <a:pt x="1093467" y="320092"/>
                  </a:lnTo>
                  <a:lnTo>
                    <a:pt x="1089442" y="311837"/>
                  </a:lnTo>
                  <a:lnTo>
                    <a:pt x="1090157" y="305179"/>
                  </a:lnTo>
                  <a:lnTo>
                    <a:pt x="1098359" y="297670"/>
                  </a:lnTo>
                  <a:lnTo>
                    <a:pt x="1104781" y="295912"/>
                  </a:lnTo>
                  <a:lnTo>
                    <a:pt x="1105930" y="294368"/>
                  </a:lnTo>
                  <a:lnTo>
                    <a:pt x="1096815" y="287048"/>
                  </a:lnTo>
                  <a:lnTo>
                    <a:pt x="1096008" y="283289"/>
                  </a:lnTo>
                  <a:lnTo>
                    <a:pt x="1101273" y="274935"/>
                  </a:lnTo>
                  <a:lnTo>
                    <a:pt x="1112694" y="262518"/>
                  </a:lnTo>
                  <a:lnTo>
                    <a:pt x="1118469" y="258577"/>
                  </a:lnTo>
                  <a:lnTo>
                    <a:pt x="1129045" y="256058"/>
                  </a:lnTo>
                  <a:lnTo>
                    <a:pt x="1139932" y="257428"/>
                  </a:lnTo>
                  <a:lnTo>
                    <a:pt x="1140351" y="255039"/>
                  </a:lnTo>
                  <a:lnTo>
                    <a:pt x="1129585" y="250276"/>
                  </a:lnTo>
                  <a:lnTo>
                    <a:pt x="1121520" y="249401"/>
                  </a:lnTo>
                  <a:lnTo>
                    <a:pt x="1110860" y="252764"/>
                  </a:lnTo>
                  <a:lnTo>
                    <a:pt x="1082564" y="272972"/>
                  </a:lnTo>
                  <a:lnTo>
                    <a:pt x="1080160" y="272364"/>
                  </a:lnTo>
                  <a:lnTo>
                    <a:pt x="1076043" y="268902"/>
                  </a:lnTo>
                  <a:lnTo>
                    <a:pt x="1077223" y="263926"/>
                  </a:lnTo>
                  <a:lnTo>
                    <a:pt x="1092356" y="242530"/>
                  </a:lnTo>
                  <a:lnTo>
                    <a:pt x="1092858" y="239129"/>
                  </a:lnTo>
                  <a:lnTo>
                    <a:pt x="1081986" y="239609"/>
                  </a:lnTo>
                  <a:lnTo>
                    <a:pt x="1078798" y="238589"/>
                  </a:lnTo>
                  <a:lnTo>
                    <a:pt x="1075678" y="236025"/>
                  </a:lnTo>
                  <a:lnTo>
                    <a:pt x="1071250" y="238300"/>
                  </a:lnTo>
                  <a:lnTo>
                    <a:pt x="1065505" y="245406"/>
                  </a:lnTo>
                  <a:lnTo>
                    <a:pt x="1061458" y="248427"/>
                  </a:lnTo>
                  <a:lnTo>
                    <a:pt x="1059099" y="247415"/>
                  </a:lnTo>
                  <a:lnTo>
                    <a:pt x="1053096" y="239008"/>
                  </a:lnTo>
                  <a:lnTo>
                    <a:pt x="1053872" y="231916"/>
                  </a:lnTo>
                  <a:lnTo>
                    <a:pt x="1058650" y="222969"/>
                  </a:lnTo>
                  <a:lnTo>
                    <a:pt x="1063017" y="216486"/>
                  </a:lnTo>
                  <a:lnTo>
                    <a:pt x="1068945" y="210529"/>
                  </a:lnTo>
                  <a:lnTo>
                    <a:pt x="1078592" y="203034"/>
                  </a:lnTo>
                  <a:lnTo>
                    <a:pt x="1085577" y="200501"/>
                  </a:lnTo>
                  <a:lnTo>
                    <a:pt x="1096883" y="200417"/>
                  </a:lnTo>
                  <a:lnTo>
                    <a:pt x="1102270" y="197054"/>
                  </a:lnTo>
                  <a:lnTo>
                    <a:pt x="1107063" y="191173"/>
                  </a:lnTo>
                  <a:lnTo>
                    <a:pt x="1113067" y="181586"/>
                  </a:lnTo>
                  <a:lnTo>
                    <a:pt x="1119648" y="174944"/>
                  </a:lnTo>
                  <a:lnTo>
                    <a:pt x="1130406" y="169458"/>
                  </a:lnTo>
                  <a:lnTo>
                    <a:pt x="1139468" y="171223"/>
                  </a:lnTo>
                  <a:lnTo>
                    <a:pt x="1144475" y="176001"/>
                  </a:lnTo>
                  <a:lnTo>
                    <a:pt x="1148446" y="184325"/>
                  </a:lnTo>
                  <a:lnTo>
                    <a:pt x="1152715" y="190663"/>
                  </a:lnTo>
                  <a:lnTo>
                    <a:pt x="1153118" y="185550"/>
                  </a:lnTo>
                  <a:lnTo>
                    <a:pt x="1156648" y="179220"/>
                  </a:lnTo>
                  <a:lnTo>
                    <a:pt x="1161077" y="176496"/>
                  </a:lnTo>
                  <a:lnTo>
                    <a:pt x="1166403" y="177401"/>
                  </a:lnTo>
                  <a:lnTo>
                    <a:pt x="1171082" y="180422"/>
                  </a:lnTo>
                  <a:lnTo>
                    <a:pt x="1177131" y="188068"/>
                  </a:lnTo>
                  <a:lnTo>
                    <a:pt x="1182023" y="191485"/>
                  </a:lnTo>
                  <a:lnTo>
                    <a:pt x="1184321" y="191279"/>
                  </a:lnTo>
                  <a:lnTo>
                    <a:pt x="1187197" y="187064"/>
                  </a:lnTo>
                  <a:lnTo>
                    <a:pt x="1194851" y="186973"/>
                  </a:lnTo>
                  <a:lnTo>
                    <a:pt x="1194691" y="185177"/>
                  </a:lnTo>
                  <a:lnTo>
                    <a:pt x="1192196" y="180749"/>
                  </a:lnTo>
                  <a:lnTo>
                    <a:pt x="1189175" y="177576"/>
                  </a:lnTo>
                  <a:lnTo>
                    <a:pt x="1162058" y="155275"/>
                  </a:lnTo>
                  <a:lnTo>
                    <a:pt x="1161305" y="150345"/>
                  </a:lnTo>
                  <a:lnTo>
                    <a:pt x="1170443" y="145704"/>
                  </a:lnTo>
                  <a:lnTo>
                    <a:pt x="1176157" y="140134"/>
                  </a:lnTo>
                  <a:lnTo>
                    <a:pt x="1178843" y="138773"/>
                  </a:lnTo>
                  <a:lnTo>
                    <a:pt x="1185538" y="126827"/>
                  </a:lnTo>
                  <a:lnTo>
                    <a:pt x="1189913" y="120565"/>
                  </a:lnTo>
                  <a:lnTo>
                    <a:pt x="1198009" y="113398"/>
                  </a:lnTo>
                  <a:lnTo>
                    <a:pt x="1201258" y="115361"/>
                  </a:lnTo>
                  <a:lnTo>
                    <a:pt x="1205343" y="121676"/>
                  </a:lnTo>
                  <a:lnTo>
                    <a:pt x="1209300" y="125610"/>
                  </a:lnTo>
                  <a:lnTo>
                    <a:pt x="1220926" y="129345"/>
                  </a:lnTo>
                  <a:lnTo>
                    <a:pt x="1225902" y="133226"/>
                  </a:lnTo>
                  <a:lnTo>
                    <a:pt x="1234766" y="155291"/>
                  </a:lnTo>
                  <a:lnTo>
                    <a:pt x="1238296" y="162420"/>
                  </a:lnTo>
                  <a:lnTo>
                    <a:pt x="1243340" y="169701"/>
                  </a:lnTo>
                  <a:lnTo>
                    <a:pt x="1246338" y="172433"/>
                  </a:lnTo>
                  <a:lnTo>
                    <a:pt x="1252265" y="174175"/>
                  </a:lnTo>
                  <a:lnTo>
                    <a:pt x="1252874" y="170082"/>
                  </a:lnTo>
                  <a:lnTo>
                    <a:pt x="1245836" y="159818"/>
                  </a:lnTo>
                  <a:lnTo>
                    <a:pt x="1243904" y="153837"/>
                  </a:lnTo>
                  <a:lnTo>
                    <a:pt x="1244733" y="148747"/>
                  </a:lnTo>
                  <a:lnTo>
                    <a:pt x="1246232" y="146062"/>
                  </a:lnTo>
                  <a:lnTo>
                    <a:pt x="1248400" y="145818"/>
                  </a:lnTo>
                  <a:lnTo>
                    <a:pt x="1253954" y="150376"/>
                  </a:lnTo>
                  <a:lnTo>
                    <a:pt x="1268730" y="165714"/>
                  </a:lnTo>
                  <a:lnTo>
                    <a:pt x="1290818" y="183640"/>
                  </a:lnTo>
                  <a:lnTo>
                    <a:pt x="1299286" y="187772"/>
                  </a:lnTo>
                  <a:lnTo>
                    <a:pt x="1304513" y="194087"/>
                  </a:lnTo>
                  <a:lnTo>
                    <a:pt x="1309276" y="201726"/>
                  </a:lnTo>
                  <a:lnTo>
                    <a:pt x="1313971" y="206968"/>
                  </a:lnTo>
                  <a:lnTo>
                    <a:pt x="1314846" y="206473"/>
                  </a:lnTo>
                  <a:lnTo>
                    <a:pt x="1310471" y="194680"/>
                  </a:lnTo>
                  <a:lnTo>
                    <a:pt x="1299789" y="179980"/>
                  </a:lnTo>
                  <a:lnTo>
                    <a:pt x="1271211" y="154461"/>
                  </a:lnTo>
                  <a:lnTo>
                    <a:pt x="1259904" y="140888"/>
                  </a:lnTo>
                  <a:lnTo>
                    <a:pt x="1254434" y="131636"/>
                  </a:lnTo>
                  <a:lnTo>
                    <a:pt x="1250295" y="122201"/>
                  </a:lnTo>
                  <a:lnTo>
                    <a:pt x="1250211" y="117012"/>
                  </a:lnTo>
                  <a:lnTo>
                    <a:pt x="1254107" y="110918"/>
                  </a:lnTo>
                  <a:lnTo>
                    <a:pt x="1259349" y="106056"/>
                  </a:lnTo>
                  <a:lnTo>
                    <a:pt x="1265869" y="104123"/>
                  </a:lnTo>
                  <a:lnTo>
                    <a:pt x="1266653" y="102092"/>
                  </a:lnTo>
                  <a:lnTo>
                    <a:pt x="1260726" y="94757"/>
                  </a:lnTo>
                  <a:lnTo>
                    <a:pt x="1257226" y="88381"/>
                  </a:lnTo>
                  <a:lnTo>
                    <a:pt x="1257348" y="83915"/>
                  </a:lnTo>
                  <a:lnTo>
                    <a:pt x="1264424" y="80491"/>
                  </a:lnTo>
                  <a:lnTo>
                    <a:pt x="1268814" y="81526"/>
                  </a:lnTo>
                  <a:lnTo>
                    <a:pt x="1277161" y="89591"/>
                  </a:lnTo>
                  <a:lnTo>
                    <a:pt x="1284130" y="93387"/>
                  </a:lnTo>
                  <a:lnTo>
                    <a:pt x="1285256" y="90938"/>
                  </a:lnTo>
                  <a:lnTo>
                    <a:pt x="1278058" y="69375"/>
                  </a:lnTo>
                  <a:lnTo>
                    <a:pt x="1277389" y="64460"/>
                  </a:lnTo>
                  <a:lnTo>
                    <a:pt x="1278454" y="61576"/>
                  </a:lnTo>
                  <a:lnTo>
                    <a:pt x="1280980" y="58639"/>
                  </a:lnTo>
                  <a:lnTo>
                    <a:pt x="1288520" y="60321"/>
                  </a:lnTo>
                  <a:lnTo>
                    <a:pt x="1300930" y="70942"/>
                  </a:lnTo>
                  <a:lnTo>
                    <a:pt x="1323154" y="76238"/>
                  </a:lnTo>
                  <a:lnTo>
                    <a:pt x="1329264" y="75446"/>
                  </a:lnTo>
                  <a:lnTo>
                    <a:pt x="1328343" y="73012"/>
                  </a:lnTo>
                  <a:lnTo>
                    <a:pt x="1319472" y="66468"/>
                  </a:lnTo>
                  <a:lnTo>
                    <a:pt x="1310182" y="57620"/>
                  </a:lnTo>
                  <a:lnTo>
                    <a:pt x="1306088" y="52248"/>
                  </a:lnTo>
                  <a:lnTo>
                    <a:pt x="1303083" y="44974"/>
                  </a:lnTo>
                  <a:lnTo>
                    <a:pt x="1299522" y="38903"/>
                  </a:lnTo>
                  <a:lnTo>
                    <a:pt x="1299225" y="35981"/>
                  </a:lnTo>
                  <a:lnTo>
                    <a:pt x="1304962" y="31233"/>
                  </a:lnTo>
                  <a:lnTo>
                    <a:pt x="1320035" y="32161"/>
                  </a:lnTo>
                  <a:lnTo>
                    <a:pt x="1334035" y="39443"/>
                  </a:lnTo>
                  <a:lnTo>
                    <a:pt x="1345912" y="36810"/>
                  </a:lnTo>
                  <a:lnTo>
                    <a:pt x="1353398" y="38621"/>
                  </a:lnTo>
                  <a:lnTo>
                    <a:pt x="1356358" y="40812"/>
                  </a:lnTo>
                  <a:lnTo>
                    <a:pt x="1361776" y="48702"/>
                  </a:lnTo>
                  <a:lnTo>
                    <a:pt x="1378963" y="76854"/>
                  </a:lnTo>
                  <a:lnTo>
                    <a:pt x="1380789" y="81282"/>
                  </a:lnTo>
                  <a:lnTo>
                    <a:pt x="1382745" y="87985"/>
                  </a:lnTo>
                  <a:lnTo>
                    <a:pt x="1384829" y="96948"/>
                  </a:lnTo>
                  <a:lnTo>
                    <a:pt x="1387759" y="99368"/>
                  </a:lnTo>
                  <a:lnTo>
                    <a:pt x="1393420" y="93228"/>
                  </a:lnTo>
                  <a:lnTo>
                    <a:pt x="1397231" y="87247"/>
                  </a:lnTo>
                  <a:lnTo>
                    <a:pt x="1395580" y="81434"/>
                  </a:lnTo>
                  <a:lnTo>
                    <a:pt x="1386100" y="67990"/>
                  </a:lnTo>
                  <a:lnTo>
                    <a:pt x="1383947" y="62200"/>
                  </a:lnTo>
                  <a:lnTo>
                    <a:pt x="1379199" y="52354"/>
                  </a:lnTo>
                  <a:lnTo>
                    <a:pt x="1368555" y="34543"/>
                  </a:lnTo>
                  <a:lnTo>
                    <a:pt x="1365717" y="26173"/>
                  </a:lnTo>
                  <a:lnTo>
                    <a:pt x="1363929" y="19006"/>
                  </a:lnTo>
                  <a:lnTo>
                    <a:pt x="1393397" y="12212"/>
                  </a:lnTo>
                  <a:lnTo>
                    <a:pt x="1421807" y="18207"/>
                  </a:lnTo>
                  <a:lnTo>
                    <a:pt x="1426426" y="22438"/>
                  </a:lnTo>
                  <a:lnTo>
                    <a:pt x="1429454" y="28304"/>
                  </a:lnTo>
                  <a:lnTo>
                    <a:pt x="1432429" y="37183"/>
                  </a:lnTo>
                  <a:lnTo>
                    <a:pt x="1436986" y="46199"/>
                  </a:lnTo>
                  <a:lnTo>
                    <a:pt x="1446193" y="59895"/>
                  </a:lnTo>
                  <a:lnTo>
                    <a:pt x="1459287" y="68340"/>
                  </a:lnTo>
                  <a:lnTo>
                    <a:pt x="1456784" y="62588"/>
                  </a:lnTo>
                  <a:lnTo>
                    <a:pt x="1446984" y="47500"/>
                  </a:lnTo>
                  <a:lnTo>
                    <a:pt x="1442556" y="37069"/>
                  </a:lnTo>
                  <a:lnTo>
                    <a:pt x="1442578" y="29955"/>
                  </a:lnTo>
                  <a:lnTo>
                    <a:pt x="1443370" y="24500"/>
                  </a:lnTo>
                  <a:lnTo>
                    <a:pt x="1444922" y="20726"/>
                  </a:lnTo>
                  <a:lnTo>
                    <a:pt x="1456015" y="6201"/>
                  </a:lnTo>
                  <a:lnTo>
                    <a:pt x="1471872" y="1788"/>
                  </a:lnTo>
                  <a:lnTo>
                    <a:pt x="1473705" y="2602"/>
                  </a:lnTo>
                  <a:lnTo>
                    <a:pt x="1486031" y="24903"/>
                  </a:lnTo>
                  <a:lnTo>
                    <a:pt x="1491882" y="33919"/>
                  </a:lnTo>
                  <a:lnTo>
                    <a:pt x="1495975" y="37525"/>
                  </a:lnTo>
                  <a:lnTo>
                    <a:pt x="1496135" y="35958"/>
                  </a:lnTo>
                  <a:lnTo>
                    <a:pt x="1490467" y="25831"/>
                  </a:lnTo>
                  <a:lnTo>
                    <a:pt x="1486107" y="20284"/>
                  </a:lnTo>
                  <a:lnTo>
                    <a:pt x="1485658" y="16800"/>
                  </a:lnTo>
                  <a:lnTo>
                    <a:pt x="1492886" y="5935"/>
                  </a:lnTo>
                  <a:lnTo>
                    <a:pt x="1497467" y="3196"/>
                  </a:lnTo>
                  <a:lnTo>
                    <a:pt x="1516701" y="0"/>
                  </a:lnTo>
                  <a:lnTo>
                    <a:pt x="1518885" y="1156"/>
                  </a:lnTo>
                  <a:lnTo>
                    <a:pt x="1520711" y="4185"/>
                  </a:lnTo>
                  <a:lnTo>
                    <a:pt x="1525253" y="16130"/>
                  </a:lnTo>
                  <a:lnTo>
                    <a:pt x="1527034" y="17629"/>
                  </a:lnTo>
                  <a:close/>
                  <a:moveTo>
                    <a:pt x="1048789" y="310734"/>
                  </a:moveTo>
                  <a:lnTo>
                    <a:pt x="1051582" y="322253"/>
                  </a:lnTo>
                  <a:lnTo>
                    <a:pt x="1061884" y="349294"/>
                  </a:lnTo>
                  <a:lnTo>
                    <a:pt x="1066548" y="358972"/>
                  </a:lnTo>
                  <a:lnTo>
                    <a:pt x="1074476" y="370902"/>
                  </a:lnTo>
                  <a:lnTo>
                    <a:pt x="1075457" y="375170"/>
                  </a:lnTo>
                  <a:lnTo>
                    <a:pt x="1075549" y="376958"/>
                  </a:lnTo>
                  <a:lnTo>
                    <a:pt x="1075321" y="383243"/>
                  </a:lnTo>
                  <a:lnTo>
                    <a:pt x="1077580" y="385564"/>
                  </a:lnTo>
                  <a:lnTo>
                    <a:pt x="1084405" y="389163"/>
                  </a:lnTo>
                  <a:lnTo>
                    <a:pt x="1092006" y="395622"/>
                  </a:lnTo>
                  <a:lnTo>
                    <a:pt x="1093376" y="395257"/>
                  </a:lnTo>
                  <a:lnTo>
                    <a:pt x="1096023" y="391438"/>
                  </a:lnTo>
                  <a:lnTo>
                    <a:pt x="1099204" y="390388"/>
                  </a:lnTo>
                  <a:lnTo>
                    <a:pt x="1103381" y="391308"/>
                  </a:lnTo>
                  <a:lnTo>
                    <a:pt x="1105382" y="394040"/>
                  </a:lnTo>
                  <a:lnTo>
                    <a:pt x="1106843" y="398049"/>
                  </a:lnTo>
                  <a:lnTo>
                    <a:pt x="1107459" y="400910"/>
                  </a:lnTo>
                  <a:lnTo>
                    <a:pt x="1107550" y="403117"/>
                  </a:lnTo>
                  <a:lnTo>
                    <a:pt x="1106052" y="407400"/>
                  </a:lnTo>
                  <a:lnTo>
                    <a:pt x="1106219" y="409044"/>
                  </a:lnTo>
                  <a:lnTo>
                    <a:pt x="1107117" y="411030"/>
                  </a:lnTo>
                  <a:lnTo>
                    <a:pt x="1107276" y="413350"/>
                  </a:lnTo>
                  <a:lnTo>
                    <a:pt x="1105770" y="422382"/>
                  </a:lnTo>
                  <a:lnTo>
                    <a:pt x="1106188" y="425684"/>
                  </a:lnTo>
                  <a:lnTo>
                    <a:pt x="1110008" y="433825"/>
                  </a:lnTo>
                  <a:lnTo>
                    <a:pt x="1113470" y="437865"/>
                  </a:lnTo>
                  <a:lnTo>
                    <a:pt x="1120295" y="442240"/>
                  </a:lnTo>
                  <a:lnTo>
                    <a:pt x="1124738" y="441920"/>
                  </a:lnTo>
                  <a:lnTo>
                    <a:pt x="1127500" y="444690"/>
                  </a:lnTo>
                  <a:lnTo>
                    <a:pt x="1127568" y="442986"/>
                  </a:lnTo>
                  <a:lnTo>
                    <a:pt x="1126313" y="437827"/>
                  </a:lnTo>
                  <a:lnTo>
                    <a:pt x="1123635" y="430469"/>
                  </a:lnTo>
                  <a:lnTo>
                    <a:pt x="1118689" y="426665"/>
                  </a:lnTo>
                  <a:lnTo>
                    <a:pt x="1117967" y="422328"/>
                  </a:lnTo>
                  <a:lnTo>
                    <a:pt x="1117601" y="414895"/>
                  </a:lnTo>
                  <a:lnTo>
                    <a:pt x="1118027" y="409972"/>
                  </a:lnTo>
                  <a:lnTo>
                    <a:pt x="1120561" y="405985"/>
                  </a:lnTo>
                  <a:lnTo>
                    <a:pt x="1122707" y="404699"/>
                  </a:lnTo>
                  <a:lnTo>
                    <a:pt x="1129098" y="404517"/>
                  </a:lnTo>
                  <a:lnTo>
                    <a:pt x="1132621" y="406297"/>
                  </a:lnTo>
                  <a:lnTo>
                    <a:pt x="1138707" y="411859"/>
                  </a:lnTo>
                  <a:lnTo>
                    <a:pt x="1139339" y="414880"/>
                  </a:lnTo>
                  <a:lnTo>
                    <a:pt x="1139666" y="420829"/>
                  </a:lnTo>
                  <a:lnTo>
                    <a:pt x="1139917" y="432706"/>
                  </a:lnTo>
                  <a:lnTo>
                    <a:pt x="1139765" y="435248"/>
                  </a:lnTo>
                  <a:lnTo>
                    <a:pt x="1134561" y="441905"/>
                  </a:lnTo>
                  <a:lnTo>
                    <a:pt x="1133427" y="446402"/>
                  </a:lnTo>
                  <a:lnTo>
                    <a:pt x="1134743" y="447672"/>
                  </a:lnTo>
                  <a:lnTo>
                    <a:pt x="1139210" y="448669"/>
                  </a:lnTo>
                  <a:lnTo>
                    <a:pt x="1146103" y="452740"/>
                  </a:lnTo>
                  <a:lnTo>
                    <a:pt x="1148804" y="453151"/>
                  </a:lnTo>
                  <a:lnTo>
                    <a:pt x="1151490" y="462532"/>
                  </a:lnTo>
                  <a:lnTo>
                    <a:pt x="1153605" y="471411"/>
                  </a:lnTo>
                  <a:lnTo>
                    <a:pt x="1152061" y="482170"/>
                  </a:lnTo>
                  <a:lnTo>
                    <a:pt x="1150037" y="499274"/>
                  </a:lnTo>
                  <a:lnTo>
                    <a:pt x="1148416" y="503162"/>
                  </a:lnTo>
                  <a:lnTo>
                    <a:pt x="1146818" y="509051"/>
                  </a:lnTo>
                  <a:lnTo>
                    <a:pt x="1147937" y="510116"/>
                  </a:lnTo>
                  <a:lnTo>
                    <a:pt x="1154723" y="507772"/>
                  </a:lnTo>
                  <a:lnTo>
                    <a:pt x="1156093" y="506973"/>
                  </a:lnTo>
                  <a:lnTo>
                    <a:pt x="1160628" y="501221"/>
                  </a:lnTo>
                  <a:lnTo>
                    <a:pt x="1167285" y="502561"/>
                  </a:lnTo>
                  <a:lnTo>
                    <a:pt x="1169522" y="504052"/>
                  </a:lnTo>
                  <a:lnTo>
                    <a:pt x="1170625" y="506068"/>
                  </a:lnTo>
                  <a:lnTo>
                    <a:pt x="1172657" y="512467"/>
                  </a:lnTo>
                  <a:lnTo>
                    <a:pt x="1174331" y="520890"/>
                  </a:lnTo>
                  <a:lnTo>
                    <a:pt x="1175571" y="520121"/>
                  </a:lnTo>
                  <a:lnTo>
                    <a:pt x="1178668" y="509895"/>
                  </a:lnTo>
                  <a:lnTo>
                    <a:pt x="1179794" y="507362"/>
                  </a:lnTo>
                  <a:lnTo>
                    <a:pt x="1181338" y="504904"/>
                  </a:lnTo>
                  <a:lnTo>
                    <a:pt x="1181993" y="505360"/>
                  </a:lnTo>
                  <a:lnTo>
                    <a:pt x="1185120" y="514924"/>
                  </a:lnTo>
                  <a:lnTo>
                    <a:pt x="1192074" y="531625"/>
                  </a:lnTo>
                  <a:lnTo>
                    <a:pt x="1194463" y="538450"/>
                  </a:lnTo>
                  <a:lnTo>
                    <a:pt x="1194927" y="543472"/>
                  </a:lnTo>
                  <a:lnTo>
                    <a:pt x="1191952" y="549300"/>
                  </a:lnTo>
                  <a:lnTo>
                    <a:pt x="1189632" y="552199"/>
                  </a:lnTo>
                  <a:lnTo>
                    <a:pt x="1172512" y="564494"/>
                  </a:lnTo>
                  <a:lnTo>
                    <a:pt x="1164851" y="571395"/>
                  </a:lnTo>
                  <a:lnTo>
                    <a:pt x="1161031" y="576706"/>
                  </a:lnTo>
                  <a:lnTo>
                    <a:pt x="1159083" y="578471"/>
                  </a:lnTo>
                  <a:lnTo>
                    <a:pt x="1154967" y="577649"/>
                  </a:lnTo>
                  <a:lnTo>
                    <a:pt x="1154031" y="578532"/>
                  </a:lnTo>
                  <a:lnTo>
                    <a:pt x="1152760" y="587008"/>
                  </a:lnTo>
                  <a:lnTo>
                    <a:pt x="1151399" y="590614"/>
                  </a:lnTo>
                  <a:lnTo>
                    <a:pt x="1147853" y="596420"/>
                  </a:lnTo>
                  <a:lnTo>
                    <a:pt x="1142892" y="606866"/>
                  </a:lnTo>
                  <a:lnTo>
                    <a:pt x="1139932" y="611424"/>
                  </a:lnTo>
                  <a:lnTo>
                    <a:pt x="1134721" y="608099"/>
                  </a:lnTo>
                  <a:lnTo>
                    <a:pt x="1133427" y="603237"/>
                  </a:lnTo>
                  <a:lnTo>
                    <a:pt x="1132704" y="592220"/>
                  </a:lnTo>
                  <a:lnTo>
                    <a:pt x="1132605" y="587624"/>
                  </a:lnTo>
                  <a:lnTo>
                    <a:pt x="1132765" y="585197"/>
                  </a:lnTo>
                  <a:lnTo>
                    <a:pt x="1133420" y="581241"/>
                  </a:lnTo>
                  <a:lnTo>
                    <a:pt x="1135679" y="571654"/>
                  </a:lnTo>
                  <a:lnTo>
                    <a:pt x="1135405" y="570642"/>
                  </a:lnTo>
                  <a:lnTo>
                    <a:pt x="1134363" y="571448"/>
                  </a:lnTo>
                  <a:lnTo>
                    <a:pt x="1130901" y="576249"/>
                  </a:lnTo>
                  <a:lnTo>
                    <a:pt x="1129539" y="578768"/>
                  </a:lnTo>
                  <a:lnTo>
                    <a:pt x="1128269" y="583150"/>
                  </a:lnTo>
                  <a:lnTo>
                    <a:pt x="1127705" y="590477"/>
                  </a:lnTo>
                  <a:lnTo>
                    <a:pt x="1128208" y="603884"/>
                  </a:lnTo>
                  <a:lnTo>
                    <a:pt x="1127713" y="609248"/>
                  </a:lnTo>
                  <a:lnTo>
                    <a:pt x="1126344" y="611903"/>
                  </a:lnTo>
                  <a:lnTo>
                    <a:pt x="1126891" y="613965"/>
                  </a:lnTo>
                  <a:lnTo>
                    <a:pt x="1130970" y="616795"/>
                  </a:lnTo>
                  <a:lnTo>
                    <a:pt x="1131692" y="618036"/>
                  </a:lnTo>
                  <a:lnTo>
                    <a:pt x="1132141" y="620280"/>
                  </a:lnTo>
                  <a:lnTo>
                    <a:pt x="1132316" y="623514"/>
                  </a:lnTo>
                  <a:lnTo>
                    <a:pt x="1132118" y="626489"/>
                  </a:lnTo>
                  <a:lnTo>
                    <a:pt x="1130894" y="631062"/>
                  </a:lnTo>
                  <a:lnTo>
                    <a:pt x="1128603" y="632918"/>
                  </a:lnTo>
                  <a:lnTo>
                    <a:pt x="1125682" y="630841"/>
                  </a:lnTo>
                  <a:lnTo>
                    <a:pt x="1119359" y="619512"/>
                  </a:lnTo>
                  <a:lnTo>
                    <a:pt x="1116612" y="620143"/>
                  </a:lnTo>
                  <a:lnTo>
                    <a:pt x="1115920" y="621444"/>
                  </a:lnTo>
                  <a:lnTo>
                    <a:pt x="1116513" y="625492"/>
                  </a:lnTo>
                  <a:lnTo>
                    <a:pt x="1118453" y="634523"/>
                  </a:lnTo>
                  <a:lnTo>
                    <a:pt x="1118811" y="641980"/>
                  </a:lnTo>
                  <a:lnTo>
                    <a:pt x="1117913" y="648150"/>
                  </a:lnTo>
                  <a:lnTo>
                    <a:pt x="1116102" y="657828"/>
                  </a:lnTo>
                  <a:lnTo>
                    <a:pt x="1114862" y="662972"/>
                  </a:lnTo>
                  <a:lnTo>
                    <a:pt x="1114193" y="663657"/>
                  </a:lnTo>
                  <a:lnTo>
                    <a:pt x="1111050" y="663809"/>
                  </a:lnTo>
                  <a:lnTo>
                    <a:pt x="1108357" y="661214"/>
                  </a:lnTo>
                  <a:lnTo>
                    <a:pt x="1100360" y="644285"/>
                  </a:lnTo>
                  <a:lnTo>
                    <a:pt x="1096404" y="636996"/>
                  </a:lnTo>
                  <a:lnTo>
                    <a:pt x="1090621" y="622624"/>
                  </a:lnTo>
                  <a:lnTo>
                    <a:pt x="1089145" y="619641"/>
                  </a:lnTo>
                  <a:lnTo>
                    <a:pt x="1088255" y="618979"/>
                  </a:lnTo>
                  <a:lnTo>
                    <a:pt x="1087418" y="625195"/>
                  </a:lnTo>
                  <a:lnTo>
                    <a:pt x="1089024" y="630917"/>
                  </a:lnTo>
                  <a:lnTo>
                    <a:pt x="1094228" y="644285"/>
                  </a:lnTo>
                  <a:lnTo>
                    <a:pt x="1097340" y="653918"/>
                  </a:lnTo>
                  <a:lnTo>
                    <a:pt x="1099577" y="661838"/>
                  </a:lnTo>
                  <a:lnTo>
                    <a:pt x="1099934" y="665102"/>
                  </a:lnTo>
                  <a:lnTo>
                    <a:pt x="1099166" y="666388"/>
                  </a:lnTo>
                  <a:lnTo>
                    <a:pt x="1098017" y="665658"/>
                  </a:lnTo>
                  <a:lnTo>
                    <a:pt x="1096488" y="662903"/>
                  </a:lnTo>
                  <a:lnTo>
                    <a:pt x="1091747" y="658247"/>
                  </a:lnTo>
                  <a:lnTo>
                    <a:pt x="1089777" y="655637"/>
                  </a:lnTo>
                  <a:lnTo>
                    <a:pt x="1088491" y="652617"/>
                  </a:lnTo>
                  <a:lnTo>
                    <a:pt x="1086125" y="650319"/>
                  </a:lnTo>
                  <a:lnTo>
                    <a:pt x="1082686" y="648736"/>
                  </a:lnTo>
                  <a:lnTo>
                    <a:pt x="1079224" y="648432"/>
                  </a:lnTo>
                  <a:lnTo>
                    <a:pt x="1075754" y="649398"/>
                  </a:lnTo>
                  <a:lnTo>
                    <a:pt x="1075100" y="650874"/>
                  </a:lnTo>
                  <a:lnTo>
                    <a:pt x="1079011" y="654998"/>
                  </a:lnTo>
                  <a:lnTo>
                    <a:pt x="1080373" y="657288"/>
                  </a:lnTo>
                  <a:lnTo>
                    <a:pt x="1081385" y="660210"/>
                  </a:lnTo>
                  <a:lnTo>
                    <a:pt x="1082047" y="663755"/>
                  </a:lnTo>
                  <a:lnTo>
                    <a:pt x="1080761" y="665992"/>
                  </a:lnTo>
                  <a:lnTo>
                    <a:pt x="1075906" y="667392"/>
                  </a:lnTo>
                  <a:lnTo>
                    <a:pt x="1069416" y="666502"/>
                  </a:lnTo>
                  <a:lnTo>
                    <a:pt x="1058924" y="663421"/>
                  </a:lnTo>
                  <a:lnTo>
                    <a:pt x="1048470" y="658315"/>
                  </a:lnTo>
                  <a:lnTo>
                    <a:pt x="1038815" y="650334"/>
                  </a:lnTo>
                  <a:lnTo>
                    <a:pt x="1031830" y="642277"/>
                  </a:lnTo>
                  <a:lnTo>
                    <a:pt x="1029068" y="637962"/>
                  </a:lnTo>
                  <a:lnTo>
                    <a:pt x="1028201" y="634721"/>
                  </a:lnTo>
                  <a:lnTo>
                    <a:pt x="1030818" y="631883"/>
                  </a:lnTo>
                  <a:lnTo>
                    <a:pt x="1039979" y="628231"/>
                  </a:lnTo>
                  <a:lnTo>
                    <a:pt x="1049162" y="625880"/>
                  </a:lnTo>
                  <a:lnTo>
                    <a:pt x="1047709" y="623833"/>
                  </a:lnTo>
                  <a:lnTo>
                    <a:pt x="1031046" y="619162"/>
                  </a:lnTo>
                  <a:lnTo>
                    <a:pt x="1025560" y="618310"/>
                  </a:lnTo>
                  <a:lnTo>
                    <a:pt x="1022639" y="619542"/>
                  </a:lnTo>
                  <a:lnTo>
                    <a:pt x="1019283" y="618819"/>
                  </a:lnTo>
                  <a:lnTo>
                    <a:pt x="1016658" y="615091"/>
                  </a:lnTo>
                  <a:lnTo>
                    <a:pt x="1013181" y="608008"/>
                  </a:lnTo>
                  <a:lnTo>
                    <a:pt x="1011424" y="603298"/>
                  </a:lnTo>
                  <a:lnTo>
                    <a:pt x="1011660" y="601449"/>
                  </a:lnTo>
                  <a:lnTo>
                    <a:pt x="1012983" y="600399"/>
                  </a:lnTo>
                  <a:lnTo>
                    <a:pt x="1020524" y="601297"/>
                  </a:lnTo>
                  <a:lnTo>
                    <a:pt x="1021558" y="600582"/>
                  </a:lnTo>
                  <a:lnTo>
                    <a:pt x="1017785" y="597021"/>
                  </a:lnTo>
                  <a:lnTo>
                    <a:pt x="1005702" y="589945"/>
                  </a:lnTo>
                  <a:lnTo>
                    <a:pt x="1001167" y="583653"/>
                  </a:lnTo>
                  <a:lnTo>
                    <a:pt x="1000338" y="581187"/>
                  </a:lnTo>
                  <a:lnTo>
                    <a:pt x="999996" y="578760"/>
                  </a:lnTo>
                  <a:lnTo>
                    <a:pt x="1000140" y="576371"/>
                  </a:lnTo>
                  <a:lnTo>
                    <a:pt x="1004683" y="571532"/>
                  </a:lnTo>
                  <a:lnTo>
                    <a:pt x="1018698" y="560013"/>
                  </a:lnTo>
                  <a:lnTo>
                    <a:pt x="1023506" y="558217"/>
                  </a:lnTo>
                  <a:lnTo>
                    <a:pt x="1028353" y="558103"/>
                  </a:lnTo>
                  <a:lnTo>
                    <a:pt x="1031723" y="554763"/>
                  </a:lnTo>
                  <a:lnTo>
                    <a:pt x="1034637" y="543700"/>
                  </a:lnTo>
                  <a:lnTo>
                    <a:pt x="1049155" y="539698"/>
                  </a:lnTo>
                  <a:lnTo>
                    <a:pt x="1060339" y="534684"/>
                  </a:lnTo>
                  <a:lnTo>
                    <a:pt x="1061275" y="533314"/>
                  </a:lnTo>
                  <a:lnTo>
                    <a:pt x="1052883" y="534243"/>
                  </a:lnTo>
                  <a:lnTo>
                    <a:pt x="1041021" y="533238"/>
                  </a:lnTo>
                  <a:lnTo>
                    <a:pt x="1035969" y="525599"/>
                  </a:lnTo>
                  <a:lnTo>
                    <a:pt x="1032545" y="524291"/>
                  </a:lnTo>
                  <a:lnTo>
                    <a:pt x="1028756" y="524351"/>
                  </a:lnTo>
                  <a:lnTo>
                    <a:pt x="1024351" y="526756"/>
                  </a:lnTo>
                  <a:lnTo>
                    <a:pt x="1016818" y="533847"/>
                  </a:lnTo>
                  <a:lnTo>
                    <a:pt x="1013196" y="535490"/>
                  </a:lnTo>
                  <a:lnTo>
                    <a:pt x="1005025" y="542779"/>
                  </a:lnTo>
                  <a:lnTo>
                    <a:pt x="1002750" y="542262"/>
                  </a:lnTo>
                  <a:lnTo>
                    <a:pt x="1001609" y="541395"/>
                  </a:lnTo>
                  <a:lnTo>
                    <a:pt x="1001266" y="539972"/>
                  </a:lnTo>
                  <a:lnTo>
                    <a:pt x="1002742" y="535133"/>
                  </a:lnTo>
                  <a:lnTo>
                    <a:pt x="1004888" y="531815"/>
                  </a:lnTo>
                  <a:lnTo>
                    <a:pt x="1004447" y="530674"/>
                  </a:lnTo>
                  <a:lnTo>
                    <a:pt x="1001243" y="529974"/>
                  </a:lnTo>
                  <a:lnTo>
                    <a:pt x="997531" y="530111"/>
                  </a:lnTo>
                  <a:lnTo>
                    <a:pt x="994951" y="531260"/>
                  </a:lnTo>
                  <a:lnTo>
                    <a:pt x="985532" y="537674"/>
                  </a:lnTo>
                  <a:lnTo>
                    <a:pt x="981309" y="542452"/>
                  </a:lnTo>
                  <a:lnTo>
                    <a:pt x="980038" y="542878"/>
                  </a:lnTo>
                  <a:lnTo>
                    <a:pt x="975481" y="535407"/>
                  </a:lnTo>
                  <a:lnTo>
                    <a:pt x="968207" y="531283"/>
                  </a:lnTo>
                  <a:lnTo>
                    <a:pt x="966586" y="528057"/>
                  </a:lnTo>
                  <a:lnTo>
                    <a:pt x="968078" y="515305"/>
                  </a:lnTo>
                  <a:lnTo>
                    <a:pt x="970200" y="512665"/>
                  </a:lnTo>
                  <a:lnTo>
                    <a:pt x="975778" y="510504"/>
                  </a:lnTo>
                  <a:lnTo>
                    <a:pt x="992486" y="498771"/>
                  </a:lnTo>
                  <a:lnTo>
                    <a:pt x="993429" y="496496"/>
                  </a:lnTo>
                  <a:lnTo>
                    <a:pt x="995004" y="490509"/>
                  </a:lnTo>
                  <a:lnTo>
                    <a:pt x="991185" y="491787"/>
                  </a:lnTo>
                  <a:lnTo>
                    <a:pt x="982808" y="497569"/>
                  </a:lnTo>
                  <a:lnTo>
                    <a:pt x="975892" y="500438"/>
                  </a:lnTo>
                  <a:lnTo>
                    <a:pt x="970436" y="500422"/>
                  </a:lnTo>
                  <a:lnTo>
                    <a:pt x="966449" y="499601"/>
                  </a:lnTo>
                  <a:lnTo>
                    <a:pt x="963923" y="497980"/>
                  </a:lnTo>
                  <a:lnTo>
                    <a:pt x="960888" y="494298"/>
                  </a:lnTo>
                  <a:lnTo>
                    <a:pt x="950997" y="477118"/>
                  </a:lnTo>
                  <a:lnTo>
                    <a:pt x="948303" y="468718"/>
                  </a:lnTo>
                  <a:lnTo>
                    <a:pt x="947923" y="461254"/>
                  </a:lnTo>
                  <a:lnTo>
                    <a:pt x="947230" y="455540"/>
                  </a:lnTo>
                  <a:lnTo>
                    <a:pt x="944369" y="441707"/>
                  </a:lnTo>
                  <a:lnTo>
                    <a:pt x="965536" y="450320"/>
                  </a:lnTo>
                  <a:lnTo>
                    <a:pt x="973822" y="451948"/>
                  </a:lnTo>
                  <a:lnTo>
                    <a:pt x="989793" y="452511"/>
                  </a:lnTo>
                  <a:lnTo>
                    <a:pt x="990538" y="451667"/>
                  </a:lnTo>
                  <a:lnTo>
                    <a:pt x="990774" y="449430"/>
                  </a:lnTo>
                  <a:lnTo>
                    <a:pt x="990493" y="445785"/>
                  </a:lnTo>
                  <a:lnTo>
                    <a:pt x="990614" y="442970"/>
                  </a:lnTo>
                  <a:lnTo>
                    <a:pt x="991139" y="441000"/>
                  </a:lnTo>
                  <a:lnTo>
                    <a:pt x="997074" y="435978"/>
                  </a:lnTo>
                  <a:lnTo>
                    <a:pt x="997972" y="434319"/>
                  </a:lnTo>
                  <a:lnTo>
                    <a:pt x="990979" y="433490"/>
                  </a:lnTo>
                  <a:lnTo>
                    <a:pt x="978121" y="441882"/>
                  </a:lnTo>
                  <a:lnTo>
                    <a:pt x="973579" y="441806"/>
                  </a:lnTo>
                  <a:lnTo>
                    <a:pt x="968428" y="429792"/>
                  </a:lnTo>
                  <a:lnTo>
                    <a:pt x="962927" y="431907"/>
                  </a:lnTo>
                  <a:lnTo>
                    <a:pt x="960325" y="430956"/>
                  </a:lnTo>
                  <a:lnTo>
                    <a:pt x="956277" y="427913"/>
                  </a:lnTo>
                  <a:lnTo>
                    <a:pt x="954291" y="425250"/>
                  </a:lnTo>
                  <a:lnTo>
                    <a:pt x="953005" y="421948"/>
                  </a:lnTo>
                  <a:lnTo>
                    <a:pt x="952457" y="419171"/>
                  </a:lnTo>
                  <a:lnTo>
                    <a:pt x="952640" y="416903"/>
                  </a:lnTo>
                  <a:lnTo>
                    <a:pt x="953728" y="414370"/>
                  </a:lnTo>
                  <a:lnTo>
                    <a:pt x="958476" y="410839"/>
                  </a:lnTo>
                  <a:lnTo>
                    <a:pt x="960621" y="410505"/>
                  </a:lnTo>
                  <a:lnTo>
                    <a:pt x="966267" y="412772"/>
                  </a:lnTo>
                  <a:lnTo>
                    <a:pt x="970505" y="412605"/>
                  </a:lnTo>
                  <a:lnTo>
                    <a:pt x="969105" y="408823"/>
                  </a:lnTo>
                  <a:lnTo>
                    <a:pt x="962988" y="399236"/>
                  </a:lnTo>
                  <a:lnTo>
                    <a:pt x="957631" y="388531"/>
                  </a:lnTo>
                  <a:lnTo>
                    <a:pt x="958034" y="370461"/>
                  </a:lnTo>
                  <a:lnTo>
                    <a:pt x="962432" y="366596"/>
                  </a:lnTo>
                  <a:lnTo>
                    <a:pt x="966990" y="365956"/>
                  </a:lnTo>
                  <a:lnTo>
                    <a:pt x="971433" y="370567"/>
                  </a:lnTo>
                  <a:lnTo>
                    <a:pt x="977406" y="371199"/>
                  </a:lnTo>
                  <a:lnTo>
                    <a:pt x="981682" y="376380"/>
                  </a:lnTo>
                  <a:lnTo>
                    <a:pt x="984527" y="386256"/>
                  </a:lnTo>
                  <a:lnTo>
                    <a:pt x="987906" y="386074"/>
                  </a:lnTo>
                  <a:lnTo>
                    <a:pt x="993224" y="387930"/>
                  </a:lnTo>
                  <a:lnTo>
                    <a:pt x="1005131" y="387785"/>
                  </a:lnTo>
                  <a:lnTo>
                    <a:pt x="1002978" y="384270"/>
                  </a:lnTo>
                  <a:lnTo>
                    <a:pt x="999273" y="381196"/>
                  </a:lnTo>
                  <a:lnTo>
                    <a:pt x="990858" y="377141"/>
                  </a:lnTo>
                  <a:lnTo>
                    <a:pt x="986749" y="362533"/>
                  </a:lnTo>
                  <a:lnTo>
                    <a:pt x="978053" y="354932"/>
                  </a:lnTo>
                  <a:lnTo>
                    <a:pt x="971243" y="350937"/>
                  </a:lnTo>
                  <a:lnTo>
                    <a:pt x="971357" y="347567"/>
                  </a:lnTo>
                  <a:lnTo>
                    <a:pt x="976470" y="328933"/>
                  </a:lnTo>
                  <a:lnTo>
                    <a:pt x="982648" y="322245"/>
                  </a:lnTo>
                  <a:lnTo>
                    <a:pt x="992494" y="324779"/>
                  </a:lnTo>
                  <a:lnTo>
                    <a:pt x="998968" y="321211"/>
                  </a:lnTo>
                  <a:lnTo>
                    <a:pt x="1007300" y="314530"/>
                  </a:lnTo>
                  <a:lnTo>
                    <a:pt x="1015464" y="317627"/>
                  </a:lnTo>
                  <a:lnTo>
                    <a:pt x="1017571" y="317338"/>
                  </a:lnTo>
                  <a:lnTo>
                    <a:pt x="1018819" y="315276"/>
                  </a:lnTo>
                  <a:lnTo>
                    <a:pt x="1019907" y="311327"/>
                  </a:lnTo>
                  <a:lnTo>
                    <a:pt x="1019915" y="307683"/>
                  </a:lnTo>
                  <a:lnTo>
                    <a:pt x="1018834" y="304335"/>
                  </a:lnTo>
                  <a:lnTo>
                    <a:pt x="1016263" y="300165"/>
                  </a:lnTo>
                  <a:lnTo>
                    <a:pt x="1005847" y="299587"/>
                  </a:lnTo>
                  <a:lnTo>
                    <a:pt x="1001236" y="297944"/>
                  </a:lnTo>
                  <a:lnTo>
                    <a:pt x="999440" y="295714"/>
                  </a:lnTo>
                  <a:lnTo>
                    <a:pt x="998923" y="292344"/>
                  </a:lnTo>
                  <a:lnTo>
                    <a:pt x="998649" y="288859"/>
                  </a:lnTo>
                  <a:lnTo>
                    <a:pt x="998618" y="285268"/>
                  </a:lnTo>
                  <a:lnTo>
                    <a:pt x="998892" y="283054"/>
                  </a:lnTo>
                  <a:lnTo>
                    <a:pt x="999760" y="281844"/>
                  </a:lnTo>
                  <a:lnTo>
                    <a:pt x="1002316" y="280421"/>
                  </a:lnTo>
                  <a:lnTo>
                    <a:pt x="1012025" y="280238"/>
                  </a:lnTo>
                  <a:lnTo>
                    <a:pt x="1017838" y="278275"/>
                  </a:lnTo>
                  <a:lnTo>
                    <a:pt x="1024206" y="280847"/>
                  </a:lnTo>
                  <a:lnTo>
                    <a:pt x="1037491" y="290464"/>
                  </a:lnTo>
                  <a:lnTo>
                    <a:pt x="1041774" y="295341"/>
                  </a:lnTo>
                  <a:lnTo>
                    <a:pt x="1046347" y="303460"/>
                  </a:lnTo>
                  <a:lnTo>
                    <a:pt x="1048789" y="310734"/>
                  </a:lnTo>
                  <a:close/>
                  <a:moveTo>
                    <a:pt x="901320" y="460797"/>
                  </a:moveTo>
                  <a:lnTo>
                    <a:pt x="901799" y="476676"/>
                  </a:lnTo>
                  <a:lnTo>
                    <a:pt x="901351" y="484589"/>
                  </a:lnTo>
                  <a:lnTo>
                    <a:pt x="900262" y="490394"/>
                  </a:lnTo>
                  <a:lnTo>
                    <a:pt x="899311" y="491756"/>
                  </a:lnTo>
                  <a:lnTo>
                    <a:pt x="898033" y="491947"/>
                  </a:lnTo>
                  <a:lnTo>
                    <a:pt x="892197" y="487412"/>
                  </a:lnTo>
                  <a:lnTo>
                    <a:pt x="890417" y="484734"/>
                  </a:lnTo>
                  <a:lnTo>
                    <a:pt x="890326" y="482474"/>
                  </a:lnTo>
                  <a:lnTo>
                    <a:pt x="889755" y="478038"/>
                  </a:lnTo>
                  <a:lnTo>
                    <a:pt x="885852" y="472263"/>
                  </a:lnTo>
                  <a:lnTo>
                    <a:pt x="878555" y="473199"/>
                  </a:lnTo>
                  <a:lnTo>
                    <a:pt x="875519" y="472644"/>
                  </a:lnTo>
                  <a:lnTo>
                    <a:pt x="874302" y="470917"/>
                  </a:lnTo>
                  <a:lnTo>
                    <a:pt x="873541" y="468429"/>
                  </a:lnTo>
                  <a:lnTo>
                    <a:pt x="872826" y="458309"/>
                  </a:lnTo>
                  <a:lnTo>
                    <a:pt x="872948" y="454718"/>
                  </a:lnTo>
                  <a:lnTo>
                    <a:pt x="873846" y="448448"/>
                  </a:lnTo>
                  <a:lnTo>
                    <a:pt x="874386" y="446927"/>
                  </a:lnTo>
                  <a:lnTo>
                    <a:pt x="879735" y="441106"/>
                  </a:lnTo>
                  <a:lnTo>
                    <a:pt x="881264" y="440612"/>
                  </a:lnTo>
                  <a:lnTo>
                    <a:pt x="887807" y="442811"/>
                  </a:lnTo>
                  <a:lnTo>
                    <a:pt x="893605" y="443092"/>
                  </a:lnTo>
                  <a:lnTo>
                    <a:pt x="896519" y="444720"/>
                  </a:lnTo>
                  <a:lnTo>
                    <a:pt x="899121" y="448365"/>
                  </a:lnTo>
                  <a:lnTo>
                    <a:pt x="900651" y="453858"/>
                  </a:lnTo>
                  <a:lnTo>
                    <a:pt x="901320" y="460797"/>
                  </a:lnTo>
                  <a:close/>
                  <a:moveTo>
                    <a:pt x="802363" y="539888"/>
                  </a:moveTo>
                  <a:lnTo>
                    <a:pt x="807369" y="542224"/>
                  </a:lnTo>
                  <a:lnTo>
                    <a:pt x="813289" y="549581"/>
                  </a:lnTo>
                  <a:lnTo>
                    <a:pt x="818889" y="565034"/>
                  </a:lnTo>
                  <a:lnTo>
                    <a:pt x="819170" y="566997"/>
                  </a:lnTo>
                  <a:lnTo>
                    <a:pt x="819201" y="569546"/>
                  </a:lnTo>
                  <a:lnTo>
                    <a:pt x="818973" y="572666"/>
                  </a:lnTo>
                  <a:lnTo>
                    <a:pt x="818235" y="576714"/>
                  </a:lnTo>
                  <a:lnTo>
                    <a:pt x="817215" y="579133"/>
                  </a:lnTo>
                  <a:lnTo>
                    <a:pt x="820091" y="582070"/>
                  </a:lnTo>
                  <a:lnTo>
                    <a:pt x="820411" y="583500"/>
                  </a:lnTo>
                  <a:lnTo>
                    <a:pt x="820152" y="586742"/>
                  </a:lnTo>
                  <a:lnTo>
                    <a:pt x="820502" y="589131"/>
                  </a:lnTo>
                  <a:lnTo>
                    <a:pt x="822244" y="586772"/>
                  </a:lnTo>
                  <a:lnTo>
                    <a:pt x="823736" y="583158"/>
                  </a:lnTo>
                  <a:lnTo>
                    <a:pt x="824108" y="580830"/>
                  </a:lnTo>
                  <a:lnTo>
                    <a:pt x="824413" y="574545"/>
                  </a:lnTo>
                  <a:lnTo>
                    <a:pt x="828780" y="571403"/>
                  </a:lnTo>
                  <a:lnTo>
                    <a:pt x="833368" y="566807"/>
                  </a:lnTo>
                  <a:lnTo>
                    <a:pt x="835529" y="565765"/>
                  </a:lnTo>
                  <a:lnTo>
                    <a:pt x="839135" y="566838"/>
                  </a:lnTo>
                  <a:lnTo>
                    <a:pt x="847779" y="577695"/>
                  </a:lnTo>
                  <a:lnTo>
                    <a:pt x="851073" y="578730"/>
                  </a:lnTo>
                  <a:lnTo>
                    <a:pt x="852275" y="580000"/>
                  </a:lnTo>
                  <a:lnTo>
                    <a:pt x="853371" y="582504"/>
                  </a:lnTo>
                  <a:lnTo>
                    <a:pt x="853447" y="585205"/>
                  </a:lnTo>
                  <a:lnTo>
                    <a:pt x="851689" y="591451"/>
                  </a:lnTo>
                  <a:lnTo>
                    <a:pt x="851020" y="595240"/>
                  </a:lnTo>
                  <a:lnTo>
                    <a:pt x="851431" y="597698"/>
                  </a:lnTo>
                  <a:lnTo>
                    <a:pt x="855943" y="599760"/>
                  </a:lnTo>
                  <a:lnTo>
                    <a:pt x="866222" y="595644"/>
                  </a:lnTo>
                  <a:lnTo>
                    <a:pt x="875207" y="605702"/>
                  </a:lnTo>
                  <a:lnTo>
                    <a:pt x="880184" y="617549"/>
                  </a:lnTo>
                  <a:lnTo>
                    <a:pt x="883866" y="621505"/>
                  </a:lnTo>
                  <a:lnTo>
                    <a:pt x="884452" y="623636"/>
                  </a:lnTo>
                  <a:lnTo>
                    <a:pt x="883402" y="625637"/>
                  </a:lnTo>
                  <a:lnTo>
                    <a:pt x="882352" y="631122"/>
                  </a:lnTo>
                  <a:lnTo>
                    <a:pt x="879400" y="635193"/>
                  </a:lnTo>
                  <a:lnTo>
                    <a:pt x="878768" y="637027"/>
                  </a:lnTo>
                  <a:lnTo>
                    <a:pt x="880343" y="641835"/>
                  </a:lnTo>
                  <a:lnTo>
                    <a:pt x="880465" y="644848"/>
                  </a:lnTo>
                  <a:lnTo>
                    <a:pt x="880260" y="649018"/>
                  </a:lnTo>
                  <a:lnTo>
                    <a:pt x="880830" y="651354"/>
                  </a:lnTo>
                  <a:lnTo>
                    <a:pt x="884863" y="653841"/>
                  </a:lnTo>
                  <a:lnTo>
                    <a:pt x="894062" y="670729"/>
                  </a:lnTo>
                  <a:lnTo>
                    <a:pt x="895735" y="675401"/>
                  </a:lnTo>
                  <a:lnTo>
                    <a:pt x="896778" y="681214"/>
                  </a:lnTo>
                  <a:lnTo>
                    <a:pt x="896884" y="683169"/>
                  </a:lnTo>
                  <a:lnTo>
                    <a:pt x="895568" y="686373"/>
                  </a:lnTo>
                  <a:lnTo>
                    <a:pt x="894138" y="695396"/>
                  </a:lnTo>
                  <a:lnTo>
                    <a:pt x="893324" y="697451"/>
                  </a:lnTo>
                  <a:lnTo>
                    <a:pt x="889588" y="699201"/>
                  </a:lnTo>
                  <a:lnTo>
                    <a:pt x="882801" y="700783"/>
                  </a:lnTo>
                  <a:lnTo>
                    <a:pt x="876463" y="703842"/>
                  </a:lnTo>
                  <a:lnTo>
                    <a:pt x="869653" y="699908"/>
                  </a:lnTo>
                  <a:lnTo>
                    <a:pt x="863003" y="693905"/>
                  </a:lnTo>
                  <a:lnTo>
                    <a:pt x="860987" y="689949"/>
                  </a:lnTo>
                  <a:lnTo>
                    <a:pt x="859328" y="685140"/>
                  </a:lnTo>
                  <a:lnTo>
                    <a:pt x="858895" y="683253"/>
                  </a:lnTo>
                  <a:lnTo>
                    <a:pt x="858225" y="675470"/>
                  </a:lnTo>
                  <a:lnTo>
                    <a:pt x="857868" y="673803"/>
                  </a:lnTo>
                  <a:lnTo>
                    <a:pt x="855060" y="669401"/>
                  </a:lnTo>
                  <a:lnTo>
                    <a:pt x="852572" y="662782"/>
                  </a:lnTo>
                  <a:lnTo>
                    <a:pt x="847794" y="662203"/>
                  </a:lnTo>
                  <a:lnTo>
                    <a:pt x="836442" y="655432"/>
                  </a:lnTo>
                  <a:lnTo>
                    <a:pt x="831580" y="653811"/>
                  </a:lnTo>
                  <a:lnTo>
                    <a:pt x="826726" y="654290"/>
                  </a:lnTo>
                  <a:lnTo>
                    <a:pt x="819840" y="657022"/>
                  </a:lnTo>
                  <a:lnTo>
                    <a:pt x="818547" y="656291"/>
                  </a:lnTo>
                  <a:lnTo>
                    <a:pt x="817375" y="654260"/>
                  </a:lnTo>
                  <a:lnTo>
                    <a:pt x="816317" y="650927"/>
                  </a:lnTo>
                  <a:lnTo>
                    <a:pt x="816059" y="648477"/>
                  </a:lnTo>
                  <a:lnTo>
                    <a:pt x="817185" y="644156"/>
                  </a:lnTo>
                  <a:lnTo>
                    <a:pt x="796991" y="649596"/>
                  </a:lnTo>
                  <a:lnTo>
                    <a:pt x="791239" y="655858"/>
                  </a:lnTo>
                  <a:lnTo>
                    <a:pt x="783174" y="654869"/>
                  </a:lnTo>
                  <a:lnTo>
                    <a:pt x="779149" y="652221"/>
                  </a:lnTo>
                  <a:lnTo>
                    <a:pt x="773793" y="646210"/>
                  </a:lnTo>
                  <a:lnTo>
                    <a:pt x="771320" y="640953"/>
                  </a:lnTo>
                  <a:lnTo>
                    <a:pt x="769053" y="633839"/>
                  </a:lnTo>
                  <a:lnTo>
                    <a:pt x="768840" y="628437"/>
                  </a:lnTo>
                  <a:lnTo>
                    <a:pt x="770673" y="624777"/>
                  </a:lnTo>
                  <a:lnTo>
                    <a:pt x="772583" y="622593"/>
                  </a:lnTo>
                  <a:lnTo>
                    <a:pt x="774569" y="621893"/>
                  </a:lnTo>
                  <a:lnTo>
                    <a:pt x="785525" y="626162"/>
                  </a:lnTo>
                  <a:lnTo>
                    <a:pt x="795127" y="628330"/>
                  </a:lnTo>
                  <a:lnTo>
                    <a:pt x="799266" y="626154"/>
                  </a:lnTo>
                  <a:lnTo>
                    <a:pt x="801146" y="620326"/>
                  </a:lnTo>
                  <a:lnTo>
                    <a:pt x="798901" y="617183"/>
                  </a:lnTo>
                  <a:lnTo>
                    <a:pt x="789657" y="615898"/>
                  </a:lnTo>
                  <a:lnTo>
                    <a:pt x="791627" y="612809"/>
                  </a:lnTo>
                  <a:lnTo>
                    <a:pt x="799441" y="609621"/>
                  </a:lnTo>
                  <a:lnTo>
                    <a:pt x="803520" y="604858"/>
                  </a:lnTo>
                  <a:lnTo>
                    <a:pt x="802736" y="603184"/>
                  </a:lnTo>
                  <a:lnTo>
                    <a:pt x="800385" y="601266"/>
                  </a:lnTo>
                  <a:lnTo>
                    <a:pt x="789915" y="601829"/>
                  </a:lnTo>
                  <a:lnTo>
                    <a:pt x="786149" y="599935"/>
                  </a:lnTo>
                  <a:lnTo>
                    <a:pt x="785944" y="598360"/>
                  </a:lnTo>
                  <a:lnTo>
                    <a:pt x="786788" y="596344"/>
                  </a:lnTo>
                  <a:lnTo>
                    <a:pt x="792753" y="586544"/>
                  </a:lnTo>
                  <a:lnTo>
                    <a:pt x="792510" y="584756"/>
                  </a:lnTo>
                  <a:lnTo>
                    <a:pt x="789946" y="581522"/>
                  </a:lnTo>
                  <a:lnTo>
                    <a:pt x="787694" y="577307"/>
                  </a:lnTo>
                  <a:lnTo>
                    <a:pt x="786857" y="576828"/>
                  </a:lnTo>
                  <a:lnTo>
                    <a:pt x="781668" y="580594"/>
                  </a:lnTo>
                  <a:lnTo>
                    <a:pt x="774379" y="595020"/>
                  </a:lnTo>
                  <a:lnTo>
                    <a:pt x="772636" y="597097"/>
                  </a:lnTo>
                  <a:lnTo>
                    <a:pt x="770970" y="596975"/>
                  </a:lnTo>
                  <a:lnTo>
                    <a:pt x="769380" y="594670"/>
                  </a:lnTo>
                  <a:lnTo>
                    <a:pt x="769395" y="591657"/>
                  </a:lnTo>
                  <a:lnTo>
                    <a:pt x="771016" y="587929"/>
                  </a:lnTo>
                  <a:lnTo>
                    <a:pt x="774394" y="576691"/>
                  </a:lnTo>
                  <a:lnTo>
                    <a:pt x="774150" y="572658"/>
                  </a:lnTo>
                  <a:lnTo>
                    <a:pt x="770848" y="569965"/>
                  </a:lnTo>
                  <a:lnTo>
                    <a:pt x="762144" y="571981"/>
                  </a:lnTo>
                  <a:lnTo>
                    <a:pt x="757298" y="572057"/>
                  </a:lnTo>
                  <a:lnTo>
                    <a:pt x="756544" y="568862"/>
                  </a:lnTo>
                  <a:lnTo>
                    <a:pt x="756346" y="562858"/>
                  </a:lnTo>
                  <a:lnTo>
                    <a:pt x="756544" y="557190"/>
                  </a:lnTo>
                  <a:lnTo>
                    <a:pt x="757746" y="548273"/>
                  </a:lnTo>
                  <a:lnTo>
                    <a:pt x="759428" y="541417"/>
                  </a:lnTo>
                  <a:lnTo>
                    <a:pt x="760455" y="538960"/>
                  </a:lnTo>
                  <a:lnTo>
                    <a:pt x="771997" y="540413"/>
                  </a:lnTo>
                  <a:lnTo>
                    <a:pt x="790851" y="536129"/>
                  </a:lnTo>
                  <a:lnTo>
                    <a:pt x="796367" y="535673"/>
                  </a:lnTo>
                  <a:lnTo>
                    <a:pt x="802363" y="539888"/>
                  </a:lnTo>
                  <a:close/>
                  <a:moveTo>
                    <a:pt x="956566" y="627082"/>
                  </a:moveTo>
                  <a:lnTo>
                    <a:pt x="961610" y="629890"/>
                  </a:lnTo>
                  <a:lnTo>
                    <a:pt x="970307" y="628657"/>
                  </a:lnTo>
                  <a:lnTo>
                    <a:pt x="973472" y="630704"/>
                  </a:lnTo>
                  <a:lnTo>
                    <a:pt x="981621" y="637886"/>
                  </a:lnTo>
                  <a:lnTo>
                    <a:pt x="984094" y="642109"/>
                  </a:lnTo>
                  <a:lnTo>
                    <a:pt x="984687" y="645289"/>
                  </a:lnTo>
                  <a:lnTo>
                    <a:pt x="984695" y="646903"/>
                  </a:lnTo>
                  <a:lnTo>
                    <a:pt x="981994" y="650349"/>
                  </a:lnTo>
                  <a:lnTo>
                    <a:pt x="976569" y="655591"/>
                  </a:lnTo>
                  <a:lnTo>
                    <a:pt x="975260" y="659540"/>
                  </a:lnTo>
                  <a:lnTo>
                    <a:pt x="980099" y="664448"/>
                  </a:lnTo>
                  <a:lnTo>
                    <a:pt x="982557" y="668792"/>
                  </a:lnTo>
                  <a:lnTo>
                    <a:pt x="983660" y="671886"/>
                  </a:lnTo>
                  <a:lnTo>
                    <a:pt x="983698" y="675066"/>
                  </a:lnTo>
                  <a:lnTo>
                    <a:pt x="980434" y="683618"/>
                  </a:lnTo>
                  <a:lnTo>
                    <a:pt x="978045" y="686122"/>
                  </a:lnTo>
                  <a:lnTo>
                    <a:pt x="974385" y="685848"/>
                  </a:lnTo>
                  <a:lnTo>
                    <a:pt x="972650" y="686624"/>
                  </a:lnTo>
                  <a:lnTo>
                    <a:pt x="967971" y="690588"/>
                  </a:lnTo>
                  <a:lnTo>
                    <a:pt x="960690" y="694362"/>
                  </a:lnTo>
                  <a:lnTo>
                    <a:pt x="950753" y="695914"/>
                  </a:lnTo>
                  <a:lnTo>
                    <a:pt x="948060" y="698234"/>
                  </a:lnTo>
                  <a:lnTo>
                    <a:pt x="943129" y="702023"/>
                  </a:lnTo>
                  <a:lnTo>
                    <a:pt x="939804" y="702617"/>
                  </a:lnTo>
                  <a:lnTo>
                    <a:pt x="938716" y="700449"/>
                  </a:lnTo>
                  <a:lnTo>
                    <a:pt x="938222" y="697245"/>
                  </a:lnTo>
                  <a:lnTo>
                    <a:pt x="938480" y="695024"/>
                  </a:lnTo>
                  <a:lnTo>
                    <a:pt x="939180" y="692262"/>
                  </a:lnTo>
                  <a:lnTo>
                    <a:pt x="937598" y="689667"/>
                  </a:lnTo>
                  <a:lnTo>
                    <a:pt x="930476" y="684676"/>
                  </a:lnTo>
                  <a:lnTo>
                    <a:pt x="926330" y="677691"/>
                  </a:lnTo>
                  <a:lnTo>
                    <a:pt x="925736" y="675477"/>
                  </a:lnTo>
                  <a:lnTo>
                    <a:pt x="925531" y="673514"/>
                  </a:lnTo>
                  <a:lnTo>
                    <a:pt x="934745" y="672213"/>
                  </a:lnTo>
                  <a:lnTo>
                    <a:pt x="938709" y="670790"/>
                  </a:lnTo>
                  <a:lnTo>
                    <a:pt x="940466" y="668503"/>
                  </a:lnTo>
                  <a:lnTo>
                    <a:pt x="940763" y="667164"/>
                  </a:lnTo>
                  <a:lnTo>
                    <a:pt x="938998" y="666586"/>
                  </a:lnTo>
                  <a:lnTo>
                    <a:pt x="932683" y="661808"/>
                  </a:lnTo>
                  <a:lnTo>
                    <a:pt x="922091" y="658947"/>
                  </a:lnTo>
                  <a:lnTo>
                    <a:pt x="921589" y="655614"/>
                  </a:lnTo>
                  <a:lnTo>
                    <a:pt x="917176" y="648926"/>
                  </a:lnTo>
                  <a:lnTo>
                    <a:pt x="916750" y="642535"/>
                  </a:lnTo>
                  <a:lnTo>
                    <a:pt x="915792" y="640762"/>
                  </a:lnTo>
                  <a:lnTo>
                    <a:pt x="912786" y="637970"/>
                  </a:lnTo>
                  <a:lnTo>
                    <a:pt x="912345" y="637049"/>
                  </a:lnTo>
                  <a:lnTo>
                    <a:pt x="911455" y="632895"/>
                  </a:lnTo>
                  <a:lnTo>
                    <a:pt x="911318" y="630620"/>
                  </a:lnTo>
                  <a:lnTo>
                    <a:pt x="911485" y="628551"/>
                  </a:lnTo>
                  <a:lnTo>
                    <a:pt x="916933" y="624161"/>
                  </a:lnTo>
                  <a:lnTo>
                    <a:pt x="916172" y="621109"/>
                  </a:lnTo>
                  <a:lnTo>
                    <a:pt x="912033" y="609651"/>
                  </a:lnTo>
                  <a:lnTo>
                    <a:pt x="910945" y="603229"/>
                  </a:lnTo>
                  <a:lnTo>
                    <a:pt x="911120" y="600787"/>
                  </a:lnTo>
                  <a:lnTo>
                    <a:pt x="913692" y="597378"/>
                  </a:lnTo>
                  <a:lnTo>
                    <a:pt x="917306" y="597302"/>
                  </a:lnTo>
                  <a:lnTo>
                    <a:pt x="926847" y="598337"/>
                  </a:lnTo>
                  <a:lnTo>
                    <a:pt x="931412" y="599760"/>
                  </a:lnTo>
                  <a:lnTo>
                    <a:pt x="935962" y="602522"/>
                  </a:lnTo>
                  <a:lnTo>
                    <a:pt x="940945" y="606615"/>
                  </a:lnTo>
                  <a:lnTo>
                    <a:pt x="948394" y="610229"/>
                  </a:lnTo>
                  <a:lnTo>
                    <a:pt x="950776" y="612611"/>
                  </a:lnTo>
                  <a:lnTo>
                    <a:pt x="955257" y="620174"/>
                  </a:lnTo>
                  <a:lnTo>
                    <a:pt x="955737" y="622563"/>
                  </a:lnTo>
                  <a:lnTo>
                    <a:pt x="955440" y="624937"/>
                  </a:lnTo>
                  <a:lnTo>
                    <a:pt x="956566" y="627082"/>
                  </a:lnTo>
                  <a:close/>
                  <a:moveTo>
                    <a:pt x="665911" y="614224"/>
                  </a:moveTo>
                  <a:lnTo>
                    <a:pt x="669647" y="620531"/>
                  </a:lnTo>
                  <a:lnTo>
                    <a:pt x="670925" y="620410"/>
                  </a:lnTo>
                  <a:lnTo>
                    <a:pt x="672561" y="621566"/>
                  </a:lnTo>
                  <a:lnTo>
                    <a:pt x="673352" y="623209"/>
                  </a:lnTo>
                  <a:lnTo>
                    <a:pt x="675597" y="631191"/>
                  </a:lnTo>
                  <a:lnTo>
                    <a:pt x="676023" y="635132"/>
                  </a:lnTo>
                  <a:lnTo>
                    <a:pt x="676160" y="640192"/>
                  </a:lnTo>
                  <a:lnTo>
                    <a:pt x="675817" y="644415"/>
                  </a:lnTo>
                  <a:lnTo>
                    <a:pt x="674996" y="647800"/>
                  </a:lnTo>
                  <a:lnTo>
                    <a:pt x="672987" y="649938"/>
                  </a:lnTo>
                  <a:lnTo>
                    <a:pt x="668201" y="651270"/>
                  </a:lnTo>
                  <a:lnTo>
                    <a:pt x="661521" y="649261"/>
                  </a:lnTo>
                  <a:lnTo>
                    <a:pt x="655723" y="651856"/>
                  </a:lnTo>
                  <a:lnTo>
                    <a:pt x="653053" y="652190"/>
                  </a:lnTo>
                  <a:lnTo>
                    <a:pt x="645862" y="650532"/>
                  </a:lnTo>
                  <a:lnTo>
                    <a:pt x="644052" y="649314"/>
                  </a:lnTo>
                  <a:lnTo>
                    <a:pt x="640065" y="644529"/>
                  </a:lnTo>
                  <a:lnTo>
                    <a:pt x="637021" y="642550"/>
                  </a:lnTo>
                  <a:lnTo>
                    <a:pt x="635743" y="643608"/>
                  </a:lnTo>
                  <a:lnTo>
                    <a:pt x="634214" y="647816"/>
                  </a:lnTo>
                  <a:lnTo>
                    <a:pt x="631345" y="652997"/>
                  </a:lnTo>
                  <a:lnTo>
                    <a:pt x="629588" y="654328"/>
                  </a:lnTo>
                  <a:lnTo>
                    <a:pt x="624414" y="653461"/>
                  </a:lnTo>
                  <a:lnTo>
                    <a:pt x="616486" y="644696"/>
                  </a:lnTo>
                  <a:lnTo>
                    <a:pt x="607378" y="647291"/>
                  </a:lnTo>
                  <a:lnTo>
                    <a:pt x="597936" y="652411"/>
                  </a:lnTo>
                  <a:lnTo>
                    <a:pt x="594254" y="653370"/>
                  </a:lnTo>
                  <a:lnTo>
                    <a:pt x="593173" y="651886"/>
                  </a:lnTo>
                  <a:lnTo>
                    <a:pt x="591689" y="648036"/>
                  </a:lnTo>
                  <a:lnTo>
                    <a:pt x="591918" y="646096"/>
                  </a:lnTo>
                  <a:lnTo>
                    <a:pt x="594733" y="640199"/>
                  </a:lnTo>
                  <a:lnTo>
                    <a:pt x="601018" y="633976"/>
                  </a:lnTo>
                  <a:lnTo>
                    <a:pt x="605613" y="630453"/>
                  </a:lnTo>
                  <a:lnTo>
                    <a:pt x="614728" y="625309"/>
                  </a:lnTo>
                  <a:lnTo>
                    <a:pt x="625517" y="622411"/>
                  </a:lnTo>
                  <a:lnTo>
                    <a:pt x="629550" y="619329"/>
                  </a:lnTo>
                  <a:lnTo>
                    <a:pt x="632099" y="614916"/>
                  </a:lnTo>
                  <a:lnTo>
                    <a:pt x="639121" y="607924"/>
                  </a:lnTo>
                  <a:lnTo>
                    <a:pt x="643260" y="605010"/>
                  </a:lnTo>
                  <a:lnTo>
                    <a:pt x="648807" y="602514"/>
                  </a:lnTo>
                  <a:lnTo>
                    <a:pt x="653296" y="602644"/>
                  </a:lnTo>
                  <a:lnTo>
                    <a:pt x="659002" y="608350"/>
                  </a:lnTo>
                  <a:lnTo>
                    <a:pt x="663263" y="611180"/>
                  </a:lnTo>
                  <a:lnTo>
                    <a:pt x="665911" y="614224"/>
                  </a:lnTo>
                  <a:close/>
                  <a:moveTo>
                    <a:pt x="811387" y="667727"/>
                  </a:moveTo>
                  <a:lnTo>
                    <a:pt x="808937" y="669809"/>
                  </a:lnTo>
                  <a:lnTo>
                    <a:pt x="806076" y="668587"/>
                  </a:lnTo>
                  <a:lnTo>
                    <a:pt x="805673" y="667286"/>
                  </a:lnTo>
                  <a:lnTo>
                    <a:pt x="805620" y="665711"/>
                  </a:lnTo>
                  <a:lnTo>
                    <a:pt x="805909" y="663862"/>
                  </a:lnTo>
                  <a:lnTo>
                    <a:pt x="809104" y="657349"/>
                  </a:lnTo>
                  <a:lnTo>
                    <a:pt x="812034" y="655112"/>
                  </a:lnTo>
                  <a:lnTo>
                    <a:pt x="813776" y="654686"/>
                  </a:lnTo>
                  <a:lnTo>
                    <a:pt x="815191" y="656908"/>
                  </a:lnTo>
                  <a:lnTo>
                    <a:pt x="815982" y="660248"/>
                  </a:lnTo>
                  <a:lnTo>
                    <a:pt x="811387" y="667727"/>
                  </a:lnTo>
                  <a:close/>
                  <a:moveTo>
                    <a:pt x="652200" y="672206"/>
                  </a:moveTo>
                  <a:lnTo>
                    <a:pt x="669312" y="674686"/>
                  </a:lnTo>
                  <a:lnTo>
                    <a:pt x="670050" y="675150"/>
                  </a:lnTo>
                  <a:lnTo>
                    <a:pt x="670119" y="677007"/>
                  </a:lnTo>
                  <a:lnTo>
                    <a:pt x="668833" y="682926"/>
                  </a:lnTo>
                  <a:lnTo>
                    <a:pt x="666862" y="687217"/>
                  </a:lnTo>
                  <a:lnTo>
                    <a:pt x="657732" y="692581"/>
                  </a:lnTo>
                  <a:lnTo>
                    <a:pt x="645954" y="697428"/>
                  </a:lnTo>
                  <a:lnTo>
                    <a:pt x="643511" y="699771"/>
                  </a:lnTo>
                  <a:lnTo>
                    <a:pt x="643702" y="701164"/>
                  </a:lnTo>
                  <a:lnTo>
                    <a:pt x="644660" y="702906"/>
                  </a:lnTo>
                  <a:lnTo>
                    <a:pt x="646631" y="705097"/>
                  </a:lnTo>
                  <a:lnTo>
                    <a:pt x="655754" y="704603"/>
                  </a:lnTo>
                  <a:lnTo>
                    <a:pt x="657952" y="705546"/>
                  </a:lnTo>
                  <a:lnTo>
                    <a:pt x="658729" y="706969"/>
                  </a:lnTo>
                  <a:lnTo>
                    <a:pt x="659200" y="709031"/>
                  </a:lnTo>
                  <a:lnTo>
                    <a:pt x="659489" y="711724"/>
                  </a:lnTo>
                  <a:lnTo>
                    <a:pt x="659497" y="720801"/>
                  </a:lnTo>
                  <a:lnTo>
                    <a:pt x="659018" y="726036"/>
                  </a:lnTo>
                  <a:lnTo>
                    <a:pt x="657755" y="730746"/>
                  </a:lnTo>
                  <a:lnTo>
                    <a:pt x="654065" y="734086"/>
                  </a:lnTo>
                  <a:lnTo>
                    <a:pt x="647415" y="738484"/>
                  </a:lnTo>
                  <a:lnTo>
                    <a:pt x="642910" y="740439"/>
                  </a:lnTo>
                  <a:lnTo>
                    <a:pt x="639357" y="739732"/>
                  </a:lnTo>
                  <a:lnTo>
                    <a:pt x="635819" y="740188"/>
                  </a:lnTo>
                  <a:lnTo>
                    <a:pt x="620320" y="748428"/>
                  </a:lnTo>
                  <a:lnTo>
                    <a:pt x="615527" y="748474"/>
                  </a:lnTo>
                  <a:lnTo>
                    <a:pt x="611342" y="746488"/>
                  </a:lnTo>
                  <a:lnTo>
                    <a:pt x="605552" y="738697"/>
                  </a:lnTo>
                  <a:lnTo>
                    <a:pt x="599534" y="735623"/>
                  </a:lnTo>
                  <a:lnTo>
                    <a:pt x="596962" y="732100"/>
                  </a:lnTo>
                  <a:lnTo>
                    <a:pt x="594436" y="730168"/>
                  </a:lnTo>
                  <a:lnTo>
                    <a:pt x="593736" y="727337"/>
                  </a:lnTo>
                  <a:lnTo>
                    <a:pt x="593493" y="725222"/>
                  </a:lnTo>
                  <a:lnTo>
                    <a:pt x="593919" y="723282"/>
                  </a:lnTo>
                  <a:lnTo>
                    <a:pt x="595014" y="721517"/>
                  </a:lnTo>
                  <a:lnTo>
                    <a:pt x="595372" y="720010"/>
                  </a:lnTo>
                  <a:lnTo>
                    <a:pt x="594368" y="715635"/>
                  </a:lnTo>
                  <a:lnTo>
                    <a:pt x="593903" y="711443"/>
                  </a:lnTo>
                  <a:lnTo>
                    <a:pt x="592161" y="705394"/>
                  </a:lnTo>
                  <a:lnTo>
                    <a:pt x="591902" y="701902"/>
                  </a:lnTo>
                  <a:lnTo>
                    <a:pt x="591910" y="699612"/>
                  </a:lnTo>
                  <a:lnTo>
                    <a:pt x="592199" y="697139"/>
                  </a:lnTo>
                  <a:lnTo>
                    <a:pt x="593356" y="692718"/>
                  </a:lnTo>
                  <a:lnTo>
                    <a:pt x="593957" y="691820"/>
                  </a:lnTo>
                  <a:lnTo>
                    <a:pt x="597487" y="691128"/>
                  </a:lnTo>
                  <a:lnTo>
                    <a:pt x="602121" y="688830"/>
                  </a:lnTo>
                  <a:lnTo>
                    <a:pt x="612796" y="682158"/>
                  </a:lnTo>
                  <a:lnTo>
                    <a:pt x="636245" y="673765"/>
                  </a:lnTo>
                  <a:lnTo>
                    <a:pt x="643367" y="674549"/>
                  </a:lnTo>
                  <a:lnTo>
                    <a:pt x="646486" y="672898"/>
                  </a:lnTo>
                  <a:lnTo>
                    <a:pt x="652200" y="672206"/>
                  </a:lnTo>
                  <a:close/>
                  <a:moveTo>
                    <a:pt x="580147" y="707791"/>
                  </a:moveTo>
                  <a:lnTo>
                    <a:pt x="574304" y="711207"/>
                  </a:lnTo>
                  <a:lnTo>
                    <a:pt x="570431" y="711123"/>
                  </a:lnTo>
                  <a:lnTo>
                    <a:pt x="563576" y="706307"/>
                  </a:lnTo>
                  <a:lnTo>
                    <a:pt x="555632" y="691501"/>
                  </a:lnTo>
                  <a:lnTo>
                    <a:pt x="554590" y="686175"/>
                  </a:lnTo>
                  <a:lnTo>
                    <a:pt x="557557" y="685216"/>
                  </a:lnTo>
                  <a:lnTo>
                    <a:pt x="559718" y="683573"/>
                  </a:lnTo>
                  <a:lnTo>
                    <a:pt x="561065" y="681244"/>
                  </a:lnTo>
                  <a:lnTo>
                    <a:pt x="563614" y="678696"/>
                  </a:lnTo>
                  <a:lnTo>
                    <a:pt x="569518" y="674861"/>
                  </a:lnTo>
                  <a:lnTo>
                    <a:pt x="570233" y="676345"/>
                  </a:lnTo>
                  <a:lnTo>
                    <a:pt x="570104" y="679487"/>
                  </a:lnTo>
                  <a:lnTo>
                    <a:pt x="570591" y="682409"/>
                  </a:lnTo>
                  <a:lnTo>
                    <a:pt x="572706" y="683033"/>
                  </a:lnTo>
                  <a:lnTo>
                    <a:pt x="574707" y="685117"/>
                  </a:lnTo>
                  <a:lnTo>
                    <a:pt x="578755" y="691493"/>
                  </a:lnTo>
                  <a:lnTo>
                    <a:pt x="581524" y="692718"/>
                  </a:lnTo>
                  <a:lnTo>
                    <a:pt x="582521" y="694111"/>
                  </a:lnTo>
                  <a:lnTo>
                    <a:pt x="583046" y="696241"/>
                  </a:lnTo>
                  <a:lnTo>
                    <a:pt x="584728" y="699946"/>
                  </a:lnTo>
                  <a:lnTo>
                    <a:pt x="584697" y="701864"/>
                  </a:lnTo>
                  <a:lnTo>
                    <a:pt x="582422" y="705668"/>
                  </a:lnTo>
                  <a:lnTo>
                    <a:pt x="580147" y="707791"/>
                  </a:lnTo>
                  <a:close/>
                  <a:moveTo>
                    <a:pt x="839356" y="713619"/>
                  </a:moveTo>
                  <a:lnTo>
                    <a:pt x="836419" y="714547"/>
                  </a:lnTo>
                  <a:lnTo>
                    <a:pt x="831108" y="714060"/>
                  </a:lnTo>
                  <a:lnTo>
                    <a:pt x="824748" y="710454"/>
                  </a:lnTo>
                  <a:lnTo>
                    <a:pt x="823028" y="706223"/>
                  </a:lnTo>
                  <a:lnTo>
                    <a:pt x="822670" y="699505"/>
                  </a:lnTo>
                  <a:lnTo>
                    <a:pt x="822746" y="695769"/>
                  </a:lnTo>
                  <a:lnTo>
                    <a:pt x="823256" y="695039"/>
                  </a:lnTo>
                  <a:lnTo>
                    <a:pt x="827197" y="694149"/>
                  </a:lnTo>
                  <a:lnTo>
                    <a:pt x="834570" y="693106"/>
                  </a:lnTo>
                  <a:lnTo>
                    <a:pt x="840512" y="693867"/>
                  </a:lnTo>
                  <a:lnTo>
                    <a:pt x="847292" y="697725"/>
                  </a:lnTo>
                  <a:lnTo>
                    <a:pt x="850038" y="700197"/>
                  </a:lnTo>
                  <a:lnTo>
                    <a:pt x="851438" y="701932"/>
                  </a:lnTo>
                  <a:lnTo>
                    <a:pt x="853181" y="705447"/>
                  </a:lnTo>
                  <a:lnTo>
                    <a:pt x="853751" y="706999"/>
                  </a:lnTo>
                  <a:lnTo>
                    <a:pt x="854124" y="709754"/>
                  </a:lnTo>
                  <a:lnTo>
                    <a:pt x="845679" y="710362"/>
                  </a:lnTo>
                  <a:lnTo>
                    <a:pt x="841692" y="711443"/>
                  </a:lnTo>
                  <a:lnTo>
                    <a:pt x="839356" y="713619"/>
                  </a:lnTo>
                  <a:close/>
                  <a:moveTo>
                    <a:pt x="971943" y="704025"/>
                  </a:moveTo>
                  <a:lnTo>
                    <a:pt x="977315" y="707874"/>
                  </a:lnTo>
                  <a:lnTo>
                    <a:pt x="983150" y="705835"/>
                  </a:lnTo>
                  <a:lnTo>
                    <a:pt x="989412" y="705615"/>
                  </a:lnTo>
                  <a:lnTo>
                    <a:pt x="1003336" y="707258"/>
                  </a:lnTo>
                  <a:lnTo>
                    <a:pt x="1012557" y="706163"/>
                  </a:lnTo>
                  <a:lnTo>
                    <a:pt x="1014939" y="706809"/>
                  </a:lnTo>
                  <a:lnTo>
                    <a:pt x="1018576" y="709274"/>
                  </a:lnTo>
                  <a:lnTo>
                    <a:pt x="1020501" y="712249"/>
                  </a:lnTo>
                  <a:lnTo>
                    <a:pt x="1022251" y="717256"/>
                  </a:lnTo>
                  <a:lnTo>
                    <a:pt x="1017754" y="720299"/>
                  </a:lnTo>
                  <a:lnTo>
                    <a:pt x="1013904" y="735676"/>
                  </a:lnTo>
                  <a:lnTo>
                    <a:pt x="1013387" y="736437"/>
                  </a:lnTo>
                  <a:lnTo>
                    <a:pt x="1009194" y="736642"/>
                  </a:lnTo>
                  <a:lnTo>
                    <a:pt x="1007140" y="737860"/>
                  </a:lnTo>
                  <a:lnTo>
                    <a:pt x="994913" y="735691"/>
                  </a:lnTo>
                  <a:lnTo>
                    <a:pt x="961215" y="734717"/>
                  </a:lnTo>
                  <a:lnTo>
                    <a:pt x="959739" y="732808"/>
                  </a:lnTo>
                  <a:lnTo>
                    <a:pt x="955303" y="723792"/>
                  </a:lnTo>
                  <a:lnTo>
                    <a:pt x="955029" y="720208"/>
                  </a:lnTo>
                  <a:lnTo>
                    <a:pt x="955828" y="716016"/>
                  </a:lnTo>
                  <a:lnTo>
                    <a:pt x="956779" y="713216"/>
                  </a:lnTo>
                  <a:lnTo>
                    <a:pt x="957882" y="711823"/>
                  </a:lnTo>
                  <a:lnTo>
                    <a:pt x="967690" y="704991"/>
                  </a:lnTo>
                  <a:lnTo>
                    <a:pt x="971943" y="704025"/>
                  </a:lnTo>
                  <a:close/>
                  <a:moveTo>
                    <a:pt x="778183" y="768005"/>
                  </a:moveTo>
                  <a:lnTo>
                    <a:pt x="774911" y="769709"/>
                  </a:lnTo>
                  <a:lnTo>
                    <a:pt x="768414" y="765814"/>
                  </a:lnTo>
                  <a:lnTo>
                    <a:pt x="764153" y="764132"/>
                  </a:lnTo>
                  <a:lnTo>
                    <a:pt x="760630" y="757163"/>
                  </a:lnTo>
                  <a:lnTo>
                    <a:pt x="756864" y="747606"/>
                  </a:lnTo>
                  <a:lnTo>
                    <a:pt x="753896" y="736962"/>
                  </a:lnTo>
                  <a:lnTo>
                    <a:pt x="752786" y="730647"/>
                  </a:lnTo>
                  <a:lnTo>
                    <a:pt x="750632" y="726881"/>
                  </a:lnTo>
                  <a:lnTo>
                    <a:pt x="749887" y="720611"/>
                  </a:lnTo>
                  <a:lnTo>
                    <a:pt x="745976" y="710720"/>
                  </a:lnTo>
                  <a:lnTo>
                    <a:pt x="746623" y="709267"/>
                  </a:lnTo>
                  <a:lnTo>
                    <a:pt x="750305" y="707806"/>
                  </a:lnTo>
                  <a:lnTo>
                    <a:pt x="756179" y="709655"/>
                  </a:lnTo>
                  <a:lnTo>
                    <a:pt x="758994" y="713170"/>
                  </a:lnTo>
                  <a:lnTo>
                    <a:pt x="762547" y="719051"/>
                  </a:lnTo>
                  <a:lnTo>
                    <a:pt x="767151" y="728372"/>
                  </a:lnTo>
                  <a:lnTo>
                    <a:pt x="768573" y="732481"/>
                  </a:lnTo>
                  <a:lnTo>
                    <a:pt x="768855" y="738103"/>
                  </a:lnTo>
                  <a:lnTo>
                    <a:pt x="769684" y="741139"/>
                  </a:lnTo>
                  <a:lnTo>
                    <a:pt x="773641" y="741672"/>
                  </a:lnTo>
                  <a:lnTo>
                    <a:pt x="778510" y="749044"/>
                  </a:lnTo>
                  <a:lnTo>
                    <a:pt x="779393" y="751890"/>
                  </a:lnTo>
                  <a:lnTo>
                    <a:pt x="780397" y="757650"/>
                  </a:lnTo>
                  <a:lnTo>
                    <a:pt x="780329" y="760389"/>
                  </a:lnTo>
                  <a:lnTo>
                    <a:pt x="779553" y="766019"/>
                  </a:lnTo>
                  <a:lnTo>
                    <a:pt x="778183" y="768005"/>
                  </a:lnTo>
                  <a:close/>
                  <a:moveTo>
                    <a:pt x="1092607" y="755877"/>
                  </a:moveTo>
                  <a:lnTo>
                    <a:pt x="1087022" y="761408"/>
                  </a:lnTo>
                  <a:lnTo>
                    <a:pt x="1084169" y="761210"/>
                  </a:lnTo>
                  <a:lnTo>
                    <a:pt x="1067834" y="749874"/>
                  </a:lnTo>
                  <a:lnTo>
                    <a:pt x="1064547" y="744236"/>
                  </a:lnTo>
                  <a:lnTo>
                    <a:pt x="1063915" y="740424"/>
                  </a:lnTo>
                  <a:lnTo>
                    <a:pt x="1063740" y="734999"/>
                  </a:lnTo>
                  <a:lnTo>
                    <a:pt x="1063794" y="727527"/>
                  </a:lnTo>
                  <a:lnTo>
                    <a:pt x="1064501" y="722475"/>
                  </a:lnTo>
                  <a:lnTo>
                    <a:pt x="1065361" y="720718"/>
                  </a:lnTo>
                  <a:lnTo>
                    <a:pt x="1067286" y="718914"/>
                  </a:lnTo>
                  <a:lnTo>
                    <a:pt x="1071052" y="717804"/>
                  </a:lnTo>
                  <a:lnTo>
                    <a:pt x="1074636" y="718435"/>
                  </a:lnTo>
                  <a:lnTo>
                    <a:pt x="1080023" y="720459"/>
                  </a:lnTo>
                  <a:lnTo>
                    <a:pt x="1085379" y="723807"/>
                  </a:lnTo>
                  <a:lnTo>
                    <a:pt x="1092493" y="734033"/>
                  </a:lnTo>
                  <a:lnTo>
                    <a:pt x="1095042" y="738879"/>
                  </a:lnTo>
                  <a:lnTo>
                    <a:pt x="1095582" y="745149"/>
                  </a:lnTo>
                  <a:lnTo>
                    <a:pt x="1095575" y="748968"/>
                  </a:lnTo>
                  <a:lnTo>
                    <a:pt x="1095202" y="751745"/>
                  </a:lnTo>
                  <a:lnTo>
                    <a:pt x="1094464" y="753480"/>
                  </a:lnTo>
                  <a:lnTo>
                    <a:pt x="1092607" y="755877"/>
                  </a:lnTo>
                  <a:close/>
                  <a:moveTo>
                    <a:pt x="543444" y="746572"/>
                  </a:moveTo>
                  <a:lnTo>
                    <a:pt x="545056" y="750368"/>
                  </a:lnTo>
                  <a:lnTo>
                    <a:pt x="545171" y="751890"/>
                  </a:lnTo>
                  <a:lnTo>
                    <a:pt x="544395" y="753495"/>
                  </a:lnTo>
                  <a:lnTo>
                    <a:pt x="541891" y="756037"/>
                  </a:lnTo>
                  <a:lnTo>
                    <a:pt x="529299" y="764497"/>
                  </a:lnTo>
                  <a:lnTo>
                    <a:pt x="526834" y="768454"/>
                  </a:lnTo>
                  <a:lnTo>
                    <a:pt x="527762" y="771840"/>
                  </a:lnTo>
                  <a:lnTo>
                    <a:pt x="532305" y="778672"/>
                  </a:lnTo>
                  <a:lnTo>
                    <a:pt x="536923" y="784432"/>
                  </a:lnTo>
                  <a:lnTo>
                    <a:pt x="537920" y="787285"/>
                  </a:lnTo>
                  <a:lnTo>
                    <a:pt x="535721" y="790176"/>
                  </a:lnTo>
                  <a:lnTo>
                    <a:pt x="531513" y="789256"/>
                  </a:lnTo>
                  <a:lnTo>
                    <a:pt x="529946" y="789507"/>
                  </a:lnTo>
                  <a:lnTo>
                    <a:pt x="528462" y="790846"/>
                  </a:lnTo>
                  <a:lnTo>
                    <a:pt x="528866" y="793387"/>
                  </a:lnTo>
                  <a:lnTo>
                    <a:pt x="533514" y="801802"/>
                  </a:lnTo>
                  <a:lnTo>
                    <a:pt x="535044" y="806306"/>
                  </a:lnTo>
                  <a:lnTo>
                    <a:pt x="535006" y="808627"/>
                  </a:lnTo>
                  <a:lnTo>
                    <a:pt x="534184" y="810887"/>
                  </a:lnTo>
                  <a:lnTo>
                    <a:pt x="532236" y="813983"/>
                  </a:lnTo>
                  <a:lnTo>
                    <a:pt x="529155" y="817902"/>
                  </a:lnTo>
                  <a:lnTo>
                    <a:pt x="523874" y="821029"/>
                  </a:lnTo>
                  <a:lnTo>
                    <a:pt x="512522" y="825206"/>
                  </a:lnTo>
                  <a:lnTo>
                    <a:pt x="512149" y="828455"/>
                  </a:lnTo>
                  <a:lnTo>
                    <a:pt x="512225" y="830920"/>
                  </a:lnTo>
                  <a:lnTo>
                    <a:pt x="511952" y="836893"/>
                  </a:lnTo>
                  <a:lnTo>
                    <a:pt x="511564" y="839647"/>
                  </a:lnTo>
                  <a:lnTo>
                    <a:pt x="510209" y="844273"/>
                  </a:lnTo>
                  <a:lnTo>
                    <a:pt x="509228" y="846434"/>
                  </a:lnTo>
                  <a:lnTo>
                    <a:pt x="507523" y="847918"/>
                  </a:lnTo>
                  <a:lnTo>
                    <a:pt x="505104" y="848724"/>
                  </a:lnTo>
                  <a:lnTo>
                    <a:pt x="502000" y="848709"/>
                  </a:lnTo>
                  <a:lnTo>
                    <a:pt x="496879" y="844745"/>
                  </a:lnTo>
                  <a:lnTo>
                    <a:pt x="494551" y="842204"/>
                  </a:lnTo>
                  <a:lnTo>
                    <a:pt x="491317" y="836680"/>
                  </a:lnTo>
                  <a:lnTo>
                    <a:pt x="490731" y="832974"/>
                  </a:lnTo>
                  <a:lnTo>
                    <a:pt x="491051" y="828402"/>
                  </a:lnTo>
                  <a:lnTo>
                    <a:pt x="491903" y="821310"/>
                  </a:lnTo>
                  <a:lnTo>
                    <a:pt x="493311" y="814021"/>
                  </a:lnTo>
                  <a:lnTo>
                    <a:pt x="495274" y="806527"/>
                  </a:lnTo>
                  <a:lnTo>
                    <a:pt x="495860" y="801840"/>
                  </a:lnTo>
                  <a:lnTo>
                    <a:pt x="495061" y="799984"/>
                  </a:lnTo>
                  <a:lnTo>
                    <a:pt x="493722" y="799892"/>
                  </a:lnTo>
                  <a:lnTo>
                    <a:pt x="489544" y="802943"/>
                  </a:lnTo>
                  <a:lnTo>
                    <a:pt x="486851" y="804054"/>
                  </a:lnTo>
                  <a:lnTo>
                    <a:pt x="484766" y="806276"/>
                  </a:lnTo>
                  <a:lnTo>
                    <a:pt x="483290" y="809593"/>
                  </a:lnTo>
                  <a:lnTo>
                    <a:pt x="482453" y="813177"/>
                  </a:lnTo>
                  <a:lnTo>
                    <a:pt x="481981" y="820032"/>
                  </a:lnTo>
                  <a:lnTo>
                    <a:pt x="481190" y="823768"/>
                  </a:lnTo>
                  <a:lnTo>
                    <a:pt x="478938" y="825799"/>
                  </a:lnTo>
                  <a:lnTo>
                    <a:pt x="475567" y="825769"/>
                  </a:lnTo>
                  <a:lnTo>
                    <a:pt x="474289" y="826918"/>
                  </a:lnTo>
                  <a:lnTo>
                    <a:pt x="473658" y="829406"/>
                  </a:lnTo>
                  <a:lnTo>
                    <a:pt x="474114" y="831415"/>
                  </a:lnTo>
                  <a:lnTo>
                    <a:pt x="477439" y="835630"/>
                  </a:lnTo>
                  <a:lnTo>
                    <a:pt x="477850" y="840317"/>
                  </a:lnTo>
                  <a:lnTo>
                    <a:pt x="477447" y="843139"/>
                  </a:lnTo>
                  <a:lnTo>
                    <a:pt x="473855" y="848328"/>
                  </a:lnTo>
                  <a:lnTo>
                    <a:pt x="473011" y="850063"/>
                  </a:lnTo>
                  <a:lnTo>
                    <a:pt x="470782" y="858143"/>
                  </a:lnTo>
                  <a:lnTo>
                    <a:pt x="469960" y="860175"/>
                  </a:lnTo>
                  <a:lnTo>
                    <a:pt x="468103" y="862024"/>
                  </a:lnTo>
                  <a:lnTo>
                    <a:pt x="466232" y="861811"/>
                  </a:lnTo>
                  <a:lnTo>
                    <a:pt x="464497" y="858874"/>
                  </a:lnTo>
                  <a:lnTo>
                    <a:pt x="461963" y="853304"/>
                  </a:lnTo>
                  <a:lnTo>
                    <a:pt x="460251" y="848488"/>
                  </a:lnTo>
                  <a:lnTo>
                    <a:pt x="459376" y="844440"/>
                  </a:lnTo>
                  <a:lnTo>
                    <a:pt x="458631" y="842637"/>
                  </a:lnTo>
                  <a:lnTo>
                    <a:pt x="457421" y="843885"/>
                  </a:lnTo>
                  <a:lnTo>
                    <a:pt x="455960" y="848085"/>
                  </a:lnTo>
                  <a:lnTo>
                    <a:pt x="455922" y="851334"/>
                  </a:lnTo>
                  <a:lnTo>
                    <a:pt x="456242" y="856158"/>
                  </a:lnTo>
                  <a:lnTo>
                    <a:pt x="456158" y="859125"/>
                  </a:lnTo>
                  <a:lnTo>
                    <a:pt x="454028" y="862594"/>
                  </a:lnTo>
                  <a:lnTo>
                    <a:pt x="454340" y="864177"/>
                  </a:lnTo>
                  <a:lnTo>
                    <a:pt x="458083" y="868423"/>
                  </a:lnTo>
                  <a:lnTo>
                    <a:pt x="458562" y="870325"/>
                  </a:lnTo>
                  <a:lnTo>
                    <a:pt x="458585" y="873269"/>
                  </a:lnTo>
                  <a:lnTo>
                    <a:pt x="458334" y="874593"/>
                  </a:lnTo>
                  <a:lnTo>
                    <a:pt x="456835" y="874380"/>
                  </a:lnTo>
                  <a:lnTo>
                    <a:pt x="455572" y="877774"/>
                  </a:lnTo>
                  <a:lnTo>
                    <a:pt x="454127" y="880459"/>
                  </a:lnTo>
                  <a:lnTo>
                    <a:pt x="450322" y="885413"/>
                  </a:lnTo>
                  <a:lnTo>
                    <a:pt x="445034" y="886014"/>
                  </a:lnTo>
                  <a:lnTo>
                    <a:pt x="440659" y="888388"/>
                  </a:lnTo>
                  <a:lnTo>
                    <a:pt x="439731" y="888311"/>
                  </a:lnTo>
                  <a:lnTo>
                    <a:pt x="438674" y="884423"/>
                  </a:lnTo>
                  <a:lnTo>
                    <a:pt x="437487" y="876686"/>
                  </a:lnTo>
                  <a:lnTo>
                    <a:pt x="436429" y="872273"/>
                  </a:lnTo>
                  <a:lnTo>
                    <a:pt x="434846" y="870013"/>
                  </a:lnTo>
                  <a:lnTo>
                    <a:pt x="432891" y="861134"/>
                  </a:lnTo>
                  <a:lnTo>
                    <a:pt x="431978" y="858258"/>
                  </a:lnTo>
                  <a:lnTo>
                    <a:pt x="431080" y="857101"/>
                  </a:lnTo>
                  <a:lnTo>
                    <a:pt x="430334" y="856797"/>
                  </a:lnTo>
                  <a:lnTo>
                    <a:pt x="429231" y="858516"/>
                  </a:lnTo>
                  <a:lnTo>
                    <a:pt x="426690" y="871230"/>
                  </a:lnTo>
                  <a:lnTo>
                    <a:pt x="422543" y="874456"/>
                  </a:lnTo>
                  <a:lnTo>
                    <a:pt x="420261" y="875042"/>
                  </a:lnTo>
                  <a:lnTo>
                    <a:pt x="417963" y="874685"/>
                  </a:lnTo>
                  <a:lnTo>
                    <a:pt x="412272" y="871223"/>
                  </a:lnTo>
                  <a:lnTo>
                    <a:pt x="407707" y="869944"/>
                  </a:lnTo>
                  <a:lnTo>
                    <a:pt x="404519" y="871413"/>
                  </a:lnTo>
                  <a:lnTo>
                    <a:pt x="399284" y="876564"/>
                  </a:lnTo>
                  <a:lnTo>
                    <a:pt x="397199" y="877933"/>
                  </a:lnTo>
                  <a:lnTo>
                    <a:pt x="394369" y="877347"/>
                  </a:lnTo>
                  <a:lnTo>
                    <a:pt x="393129" y="875407"/>
                  </a:lnTo>
                  <a:lnTo>
                    <a:pt x="392071" y="872227"/>
                  </a:lnTo>
                  <a:lnTo>
                    <a:pt x="391949" y="870294"/>
                  </a:lnTo>
                  <a:lnTo>
                    <a:pt x="392771" y="869617"/>
                  </a:lnTo>
                  <a:lnTo>
                    <a:pt x="394072" y="865912"/>
                  </a:lnTo>
                  <a:lnTo>
                    <a:pt x="394034" y="864421"/>
                  </a:lnTo>
                  <a:lnTo>
                    <a:pt x="392748" y="862275"/>
                  </a:lnTo>
                  <a:lnTo>
                    <a:pt x="392733" y="860601"/>
                  </a:lnTo>
                  <a:lnTo>
                    <a:pt x="393197" y="859467"/>
                  </a:lnTo>
                  <a:lnTo>
                    <a:pt x="393091" y="858661"/>
                  </a:lnTo>
                  <a:lnTo>
                    <a:pt x="392429" y="858174"/>
                  </a:lnTo>
                  <a:lnTo>
                    <a:pt x="391135" y="858630"/>
                  </a:lnTo>
                  <a:lnTo>
                    <a:pt x="386479" y="861096"/>
                  </a:lnTo>
                  <a:lnTo>
                    <a:pt x="387004" y="858410"/>
                  </a:lnTo>
                  <a:lnTo>
                    <a:pt x="389225" y="852779"/>
                  </a:lnTo>
                  <a:lnTo>
                    <a:pt x="394666" y="841481"/>
                  </a:lnTo>
                  <a:lnTo>
                    <a:pt x="396720" y="838141"/>
                  </a:lnTo>
                  <a:lnTo>
                    <a:pt x="397952" y="837129"/>
                  </a:lnTo>
                  <a:lnTo>
                    <a:pt x="413999" y="833477"/>
                  </a:lnTo>
                  <a:lnTo>
                    <a:pt x="415125" y="832381"/>
                  </a:lnTo>
                  <a:lnTo>
                    <a:pt x="422749" y="816913"/>
                  </a:lnTo>
                  <a:lnTo>
                    <a:pt x="424925" y="813344"/>
                  </a:lnTo>
                  <a:lnTo>
                    <a:pt x="427154" y="810499"/>
                  </a:lnTo>
                  <a:lnTo>
                    <a:pt x="438095" y="801026"/>
                  </a:lnTo>
                  <a:lnTo>
                    <a:pt x="439115" y="798850"/>
                  </a:lnTo>
                  <a:lnTo>
                    <a:pt x="440827" y="792238"/>
                  </a:lnTo>
                  <a:lnTo>
                    <a:pt x="441823" y="790572"/>
                  </a:lnTo>
                  <a:lnTo>
                    <a:pt x="444190" y="788053"/>
                  </a:lnTo>
                  <a:lnTo>
                    <a:pt x="452072" y="774525"/>
                  </a:lnTo>
                  <a:lnTo>
                    <a:pt x="459255" y="764657"/>
                  </a:lnTo>
                  <a:lnTo>
                    <a:pt x="462899" y="758509"/>
                  </a:lnTo>
                  <a:lnTo>
                    <a:pt x="467890" y="752263"/>
                  </a:lnTo>
                  <a:lnTo>
                    <a:pt x="473658" y="749577"/>
                  </a:lnTo>
                  <a:lnTo>
                    <a:pt x="491058" y="744844"/>
                  </a:lnTo>
                  <a:lnTo>
                    <a:pt x="503582" y="751061"/>
                  </a:lnTo>
                  <a:lnTo>
                    <a:pt x="506565" y="751449"/>
                  </a:lnTo>
                  <a:lnTo>
                    <a:pt x="508026" y="749691"/>
                  </a:lnTo>
                  <a:lnTo>
                    <a:pt x="509342" y="746830"/>
                  </a:lnTo>
                  <a:lnTo>
                    <a:pt x="511214" y="748032"/>
                  </a:lnTo>
                  <a:lnTo>
                    <a:pt x="515862" y="748907"/>
                  </a:lnTo>
                  <a:lnTo>
                    <a:pt x="516890" y="748223"/>
                  </a:lnTo>
                  <a:lnTo>
                    <a:pt x="518845" y="744966"/>
                  </a:lnTo>
                  <a:lnTo>
                    <a:pt x="517506" y="743178"/>
                  </a:lnTo>
                  <a:lnTo>
                    <a:pt x="511876" y="739884"/>
                  </a:lnTo>
                  <a:lnTo>
                    <a:pt x="511533" y="738202"/>
                  </a:lnTo>
                  <a:lnTo>
                    <a:pt x="511663" y="736612"/>
                  </a:lnTo>
                  <a:lnTo>
                    <a:pt x="513641" y="732800"/>
                  </a:lnTo>
                  <a:lnTo>
                    <a:pt x="516030" y="730327"/>
                  </a:lnTo>
                  <a:lnTo>
                    <a:pt x="522946" y="728471"/>
                  </a:lnTo>
                  <a:lnTo>
                    <a:pt x="526119" y="728950"/>
                  </a:lnTo>
                  <a:lnTo>
                    <a:pt x="529406" y="731598"/>
                  </a:lnTo>
                  <a:lnTo>
                    <a:pt x="533689" y="737053"/>
                  </a:lnTo>
                  <a:lnTo>
                    <a:pt x="543444" y="746572"/>
                  </a:lnTo>
                  <a:close/>
                  <a:moveTo>
                    <a:pt x="997340" y="789811"/>
                  </a:moveTo>
                  <a:lnTo>
                    <a:pt x="1001335" y="790625"/>
                  </a:lnTo>
                  <a:lnTo>
                    <a:pt x="1004751" y="789370"/>
                  </a:lnTo>
                  <a:lnTo>
                    <a:pt x="1007680" y="789651"/>
                  </a:lnTo>
                  <a:lnTo>
                    <a:pt x="1012002" y="793448"/>
                  </a:lnTo>
                  <a:lnTo>
                    <a:pt x="1016012" y="799223"/>
                  </a:lnTo>
                  <a:lnTo>
                    <a:pt x="1019086" y="801833"/>
                  </a:lnTo>
                  <a:lnTo>
                    <a:pt x="1020082" y="803141"/>
                  </a:lnTo>
                  <a:lnTo>
                    <a:pt x="1020470" y="804594"/>
                  </a:lnTo>
                  <a:lnTo>
                    <a:pt x="1020950" y="808931"/>
                  </a:lnTo>
                  <a:lnTo>
                    <a:pt x="1020934" y="810940"/>
                  </a:lnTo>
                  <a:lnTo>
                    <a:pt x="1020706" y="812538"/>
                  </a:lnTo>
                  <a:lnTo>
                    <a:pt x="1019359" y="816479"/>
                  </a:lnTo>
                  <a:lnTo>
                    <a:pt x="1018226" y="821341"/>
                  </a:lnTo>
                  <a:lnTo>
                    <a:pt x="1015890" y="825609"/>
                  </a:lnTo>
                  <a:lnTo>
                    <a:pt x="1014642" y="828820"/>
                  </a:lnTo>
                  <a:lnTo>
                    <a:pt x="1013569" y="832868"/>
                  </a:lnTo>
                  <a:lnTo>
                    <a:pt x="1015974" y="830456"/>
                  </a:lnTo>
                  <a:lnTo>
                    <a:pt x="1025081" y="817034"/>
                  </a:lnTo>
                  <a:lnTo>
                    <a:pt x="1031046" y="818640"/>
                  </a:lnTo>
                  <a:lnTo>
                    <a:pt x="1039994" y="817438"/>
                  </a:lnTo>
                  <a:lnTo>
                    <a:pt x="1050836" y="811914"/>
                  </a:lnTo>
                  <a:lnTo>
                    <a:pt x="1055979" y="811054"/>
                  </a:lnTo>
                  <a:lnTo>
                    <a:pt x="1061176" y="811457"/>
                  </a:lnTo>
                  <a:lnTo>
                    <a:pt x="1065034" y="813200"/>
                  </a:lnTo>
                  <a:lnTo>
                    <a:pt x="1073274" y="820633"/>
                  </a:lnTo>
                  <a:lnTo>
                    <a:pt x="1076127" y="824164"/>
                  </a:lnTo>
                  <a:lnTo>
                    <a:pt x="1077200" y="826652"/>
                  </a:lnTo>
                  <a:lnTo>
                    <a:pt x="1077458" y="828485"/>
                  </a:lnTo>
                  <a:lnTo>
                    <a:pt x="1075769" y="831323"/>
                  </a:lnTo>
                  <a:lnTo>
                    <a:pt x="1070596" y="829596"/>
                  </a:lnTo>
                  <a:lnTo>
                    <a:pt x="1062074" y="828074"/>
                  </a:lnTo>
                  <a:lnTo>
                    <a:pt x="1060514" y="827131"/>
                  </a:lnTo>
                  <a:lnTo>
                    <a:pt x="1059190" y="827207"/>
                  </a:lnTo>
                  <a:lnTo>
                    <a:pt x="1058224" y="828234"/>
                  </a:lnTo>
                  <a:lnTo>
                    <a:pt x="1058833" y="832130"/>
                  </a:lnTo>
                  <a:lnTo>
                    <a:pt x="1060567" y="832982"/>
                  </a:lnTo>
                  <a:lnTo>
                    <a:pt x="1070801" y="833819"/>
                  </a:lnTo>
                  <a:lnTo>
                    <a:pt x="1104332" y="846114"/>
                  </a:lnTo>
                  <a:lnTo>
                    <a:pt x="1105732" y="850018"/>
                  </a:lnTo>
                  <a:lnTo>
                    <a:pt x="1105359" y="851745"/>
                  </a:lnTo>
                  <a:lnTo>
                    <a:pt x="1104172" y="853647"/>
                  </a:lnTo>
                  <a:lnTo>
                    <a:pt x="1101730" y="856203"/>
                  </a:lnTo>
                  <a:lnTo>
                    <a:pt x="1082389" y="858988"/>
                  </a:lnTo>
                  <a:lnTo>
                    <a:pt x="1071387" y="856523"/>
                  </a:lnTo>
                  <a:lnTo>
                    <a:pt x="1062142" y="852551"/>
                  </a:lnTo>
                  <a:lnTo>
                    <a:pt x="1059000" y="853441"/>
                  </a:lnTo>
                  <a:lnTo>
                    <a:pt x="1061732" y="858821"/>
                  </a:lnTo>
                  <a:lnTo>
                    <a:pt x="1067278" y="860456"/>
                  </a:lnTo>
                  <a:lnTo>
                    <a:pt x="1071919" y="863629"/>
                  </a:lnTo>
                  <a:lnTo>
                    <a:pt x="1073844" y="866277"/>
                  </a:lnTo>
                  <a:lnTo>
                    <a:pt x="1083682" y="868293"/>
                  </a:lnTo>
                  <a:lnTo>
                    <a:pt x="1085288" y="870348"/>
                  </a:lnTo>
                  <a:lnTo>
                    <a:pt x="1088346" y="875582"/>
                  </a:lnTo>
                  <a:lnTo>
                    <a:pt x="1090910" y="875986"/>
                  </a:lnTo>
                  <a:lnTo>
                    <a:pt x="1093452" y="879630"/>
                  </a:lnTo>
                  <a:lnTo>
                    <a:pt x="1095544" y="885869"/>
                  </a:lnTo>
                  <a:lnTo>
                    <a:pt x="1096510" y="886698"/>
                  </a:lnTo>
                  <a:lnTo>
                    <a:pt x="1099478" y="885580"/>
                  </a:lnTo>
                  <a:lnTo>
                    <a:pt x="1104469" y="890967"/>
                  </a:lnTo>
                  <a:lnTo>
                    <a:pt x="1106021" y="893843"/>
                  </a:lnTo>
                  <a:lnTo>
                    <a:pt x="1106029" y="895988"/>
                  </a:lnTo>
                  <a:lnTo>
                    <a:pt x="1104918" y="899344"/>
                  </a:lnTo>
                  <a:lnTo>
                    <a:pt x="1102689" y="903886"/>
                  </a:lnTo>
                  <a:lnTo>
                    <a:pt x="1097043" y="909220"/>
                  </a:lnTo>
                  <a:lnTo>
                    <a:pt x="1096602" y="910818"/>
                  </a:lnTo>
                  <a:lnTo>
                    <a:pt x="1103198" y="910194"/>
                  </a:lnTo>
                  <a:lnTo>
                    <a:pt x="1104416" y="910901"/>
                  </a:lnTo>
                  <a:lnTo>
                    <a:pt x="1112184" y="920298"/>
                  </a:lnTo>
                  <a:lnTo>
                    <a:pt x="1113204" y="920465"/>
                  </a:lnTo>
                  <a:lnTo>
                    <a:pt x="1113843" y="919491"/>
                  </a:lnTo>
                  <a:lnTo>
                    <a:pt x="1114588" y="916166"/>
                  </a:lnTo>
                  <a:lnTo>
                    <a:pt x="1114253" y="913085"/>
                  </a:lnTo>
                  <a:lnTo>
                    <a:pt x="1113302" y="908801"/>
                  </a:lnTo>
                  <a:lnTo>
                    <a:pt x="1113554" y="905682"/>
                  </a:lnTo>
                  <a:lnTo>
                    <a:pt x="1115014" y="903742"/>
                  </a:lnTo>
                  <a:lnTo>
                    <a:pt x="1116483" y="902783"/>
                  </a:lnTo>
                  <a:lnTo>
                    <a:pt x="1117974" y="902798"/>
                  </a:lnTo>
                  <a:lnTo>
                    <a:pt x="1119595" y="903947"/>
                  </a:lnTo>
                  <a:lnTo>
                    <a:pt x="1127447" y="915352"/>
                  </a:lnTo>
                  <a:lnTo>
                    <a:pt x="1137521" y="909912"/>
                  </a:lnTo>
                  <a:lnTo>
                    <a:pt x="1139354" y="912354"/>
                  </a:lnTo>
                  <a:lnTo>
                    <a:pt x="1140876" y="916920"/>
                  </a:lnTo>
                  <a:lnTo>
                    <a:pt x="1141584" y="917673"/>
                  </a:lnTo>
                  <a:lnTo>
                    <a:pt x="1145312" y="908573"/>
                  </a:lnTo>
                  <a:lnTo>
                    <a:pt x="1147609" y="906306"/>
                  </a:lnTo>
                  <a:lnTo>
                    <a:pt x="1157059" y="917117"/>
                  </a:lnTo>
                  <a:lnTo>
                    <a:pt x="1162819" y="919499"/>
                  </a:lnTo>
                  <a:lnTo>
                    <a:pt x="1165132" y="921804"/>
                  </a:lnTo>
                  <a:lnTo>
                    <a:pt x="1169408" y="924338"/>
                  </a:lnTo>
                  <a:lnTo>
                    <a:pt x="1175487" y="925297"/>
                  </a:lnTo>
                  <a:lnTo>
                    <a:pt x="1176492" y="921317"/>
                  </a:lnTo>
                  <a:lnTo>
                    <a:pt x="1172992" y="916189"/>
                  </a:lnTo>
                  <a:lnTo>
                    <a:pt x="1175038" y="913937"/>
                  </a:lnTo>
                  <a:lnTo>
                    <a:pt x="1183400" y="909570"/>
                  </a:lnTo>
                  <a:lnTo>
                    <a:pt x="1187866" y="910186"/>
                  </a:lnTo>
                  <a:lnTo>
                    <a:pt x="1196099" y="903977"/>
                  </a:lnTo>
                  <a:lnTo>
                    <a:pt x="1201151" y="903133"/>
                  </a:lnTo>
                  <a:lnTo>
                    <a:pt x="1204255" y="903239"/>
                  </a:lnTo>
                  <a:lnTo>
                    <a:pt x="1214443" y="893805"/>
                  </a:lnTo>
                  <a:lnTo>
                    <a:pt x="1216863" y="892298"/>
                  </a:lnTo>
                  <a:lnTo>
                    <a:pt x="1218620" y="888905"/>
                  </a:lnTo>
                  <a:lnTo>
                    <a:pt x="1222622" y="889438"/>
                  </a:lnTo>
                  <a:lnTo>
                    <a:pt x="1233457" y="894824"/>
                  </a:lnTo>
                  <a:lnTo>
                    <a:pt x="1236523" y="894337"/>
                  </a:lnTo>
                  <a:lnTo>
                    <a:pt x="1248050" y="888966"/>
                  </a:lnTo>
                  <a:lnTo>
                    <a:pt x="1252319" y="887650"/>
                  </a:lnTo>
                  <a:lnTo>
                    <a:pt x="1256595" y="887847"/>
                  </a:lnTo>
                  <a:lnTo>
                    <a:pt x="1267406" y="890997"/>
                  </a:lnTo>
                  <a:lnTo>
                    <a:pt x="1275494" y="894375"/>
                  </a:lnTo>
                  <a:lnTo>
                    <a:pt x="1278005" y="896148"/>
                  </a:lnTo>
                  <a:lnTo>
                    <a:pt x="1277115" y="900576"/>
                  </a:lnTo>
                  <a:lnTo>
                    <a:pt x="1277526" y="901885"/>
                  </a:lnTo>
                  <a:lnTo>
                    <a:pt x="1278576" y="902836"/>
                  </a:lnTo>
                  <a:lnTo>
                    <a:pt x="1281216" y="904130"/>
                  </a:lnTo>
                  <a:lnTo>
                    <a:pt x="1291320" y="904213"/>
                  </a:lnTo>
                  <a:lnTo>
                    <a:pt x="1295710" y="905332"/>
                  </a:lnTo>
                  <a:lnTo>
                    <a:pt x="1299203" y="909448"/>
                  </a:lnTo>
                  <a:lnTo>
                    <a:pt x="1300040" y="911084"/>
                  </a:lnTo>
                  <a:lnTo>
                    <a:pt x="1299895" y="912788"/>
                  </a:lnTo>
                  <a:lnTo>
                    <a:pt x="1296456" y="917209"/>
                  </a:lnTo>
                  <a:lnTo>
                    <a:pt x="1297019" y="918137"/>
                  </a:lnTo>
                  <a:lnTo>
                    <a:pt x="1300450" y="919164"/>
                  </a:lnTo>
                  <a:lnTo>
                    <a:pt x="1308181" y="919666"/>
                  </a:lnTo>
                  <a:lnTo>
                    <a:pt x="1309839" y="920686"/>
                  </a:lnTo>
                  <a:lnTo>
                    <a:pt x="1311430" y="926164"/>
                  </a:lnTo>
                  <a:lnTo>
                    <a:pt x="1313096" y="933712"/>
                  </a:lnTo>
                  <a:lnTo>
                    <a:pt x="1313065" y="936702"/>
                  </a:lnTo>
                  <a:lnTo>
                    <a:pt x="1310387" y="941762"/>
                  </a:lnTo>
                  <a:lnTo>
                    <a:pt x="1303068" y="948488"/>
                  </a:lnTo>
                  <a:lnTo>
                    <a:pt x="1294949" y="954049"/>
                  </a:lnTo>
                  <a:lnTo>
                    <a:pt x="1294424" y="955480"/>
                  </a:lnTo>
                  <a:lnTo>
                    <a:pt x="1297019" y="958128"/>
                  </a:lnTo>
                  <a:lnTo>
                    <a:pt x="1299697" y="959284"/>
                  </a:lnTo>
                  <a:lnTo>
                    <a:pt x="1301805" y="959056"/>
                  </a:lnTo>
                  <a:lnTo>
                    <a:pt x="1308287" y="956537"/>
                  </a:lnTo>
                  <a:lnTo>
                    <a:pt x="1309756" y="956583"/>
                  </a:lnTo>
                  <a:lnTo>
                    <a:pt x="1312731" y="959155"/>
                  </a:lnTo>
                  <a:lnTo>
                    <a:pt x="1314108" y="961696"/>
                  </a:lnTo>
                  <a:lnTo>
                    <a:pt x="1315371" y="965082"/>
                  </a:lnTo>
                  <a:lnTo>
                    <a:pt x="1313096" y="968148"/>
                  </a:lnTo>
                  <a:lnTo>
                    <a:pt x="1303775" y="971952"/>
                  </a:lnTo>
                  <a:lnTo>
                    <a:pt x="1298267" y="966953"/>
                  </a:lnTo>
                  <a:lnTo>
                    <a:pt x="1296418" y="965843"/>
                  </a:lnTo>
                  <a:lnTo>
                    <a:pt x="1295162" y="966276"/>
                  </a:lnTo>
                  <a:lnTo>
                    <a:pt x="1295870" y="968475"/>
                  </a:lnTo>
                  <a:lnTo>
                    <a:pt x="1298533" y="972432"/>
                  </a:lnTo>
                  <a:lnTo>
                    <a:pt x="1299408" y="975041"/>
                  </a:lnTo>
                  <a:lnTo>
                    <a:pt x="1298480" y="976304"/>
                  </a:lnTo>
                  <a:lnTo>
                    <a:pt x="1298039" y="978800"/>
                  </a:lnTo>
                  <a:lnTo>
                    <a:pt x="1298092" y="982513"/>
                  </a:lnTo>
                  <a:lnTo>
                    <a:pt x="1297871" y="986279"/>
                  </a:lnTo>
                  <a:lnTo>
                    <a:pt x="1296973" y="992123"/>
                  </a:lnTo>
                  <a:lnTo>
                    <a:pt x="1296654" y="992358"/>
                  </a:lnTo>
                  <a:lnTo>
                    <a:pt x="1276400" y="993553"/>
                  </a:lnTo>
                  <a:lnTo>
                    <a:pt x="1273957" y="994603"/>
                  </a:lnTo>
                  <a:lnTo>
                    <a:pt x="1268259" y="998696"/>
                  </a:lnTo>
                  <a:lnTo>
                    <a:pt x="1263952" y="1000751"/>
                  </a:lnTo>
                  <a:lnTo>
                    <a:pt x="1261145" y="1001063"/>
                  </a:lnTo>
                  <a:lnTo>
                    <a:pt x="1258406" y="1000317"/>
                  </a:lnTo>
                  <a:lnTo>
                    <a:pt x="1251010" y="996071"/>
                  </a:lnTo>
                  <a:lnTo>
                    <a:pt x="1246087" y="996870"/>
                  </a:lnTo>
                  <a:lnTo>
                    <a:pt x="1244155" y="996467"/>
                  </a:lnTo>
                  <a:lnTo>
                    <a:pt x="1239985" y="993637"/>
                  </a:lnTo>
                  <a:lnTo>
                    <a:pt x="1238973" y="992206"/>
                  </a:lnTo>
                  <a:lnTo>
                    <a:pt x="1237284" y="988486"/>
                  </a:lnTo>
                  <a:lnTo>
                    <a:pt x="1236013" y="983373"/>
                  </a:lnTo>
                  <a:lnTo>
                    <a:pt x="1236112" y="980215"/>
                  </a:lnTo>
                  <a:lnTo>
                    <a:pt x="1236645" y="975650"/>
                  </a:lnTo>
                  <a:lnTo>
                    <a:pt x="1236318" y="973352"/>
                  </a:lnTo>
                  <a:lnTo>
                    <a:pt x="1235131" y="973345"/>
                  </a:lnTo>
                  <a:lnTo>
                    <a:pt x="1233807" y="972394"/>
                  </a:lnTo>
                  <a:lnTo>
                    <a:pt x="1229820" y="967783"/>
                  </a:lnTo>
                  <a:lnTo>
                    <a:pt x="1227363" y="966421"/>
                  </a:lnTo>
                  <a:lnTo>
                    <a:pt x="1226906" y="967174"/>
                  </a:lnTo>
                  <a:lnTo>
                    <a:pt x="1227629" y="970781"/>
                  </a:lnTo>
                  <a:lnTo>
                    <a:pt x="1228108" y="971929"/>
                  </a:lnTo>
                  <a:lnTo>
                    <a:pt x="1230733" y="974554"/>
                  </a:lnTo>
                  <a:lnTo>
                    <a:pt x="1231220" y="977590"/>
                  </a:lnTo>
                  <a:lnTo>
                    <a:pt x="1230102" y="985237"/>
                  </a:lnTo>
                  <a:lnTo>
                    <a:pt x="1229706" y="986462"/>
                  </a:lnTo>
                  <a:lnTo>
                    <a:pt x="1227157" y="992039"/>
                  </a:lnTo>
                  <a:lnTo>
                    <a:pt x="1225232" y="993621"/>
                  </a:lnTo>
                  <a:lnTo>
                    <a:pt x="1219975" y="993743"/>
                  </a:lnTo>
                  <a:lnTo>
                    <a:pt x="1211925" y="997684"/>
                  </a:lnTo>
                  <a:lnTo>
                    <a:pt x="1208075" y="998255"/>
                  </a:lnTo>
                  <a:lnTo>
                    <a:pt x="1202916" y="997334"/>
                  </a:lnTo>
                  <a:lnTo>
                    <a:pt x="1199690" y="995539"/>
                  </a:lnTo>
                  <a:lnTo>
                    <a:pt x="1197598" y="993477"/>
                  </a:lnTo>
                  <a:lnTo>
                    <a:pt x="1195566" y="990548"/>
                  </a:lnTo>
                  <a:lnTo>
                    <a:pt x="1194501" y="990327"/>
                  </a:lnTo>
                  <a:lnTo>
                    <a:pt x="1193961" y="996680"/>
                  </a:lnTo>
                  <a:lnTo>
                    <a:pt x="1192964" y="997502"/>
                  </a:lnTo>
                  <a:lnTo>
                    <a:pt x="1191237" y="997403"/>
                  </a:lnTo>
                  <a:lnTo>
                    <a:pt x="1188566" y="995432"/>
                  </a:lnTo>
                  <a:lnTo>
                    <a:pt x="1186368" y="990837"/>
                  </a:lnTo>
                  <a:lnTo>
                    <a:pt x="1185683" y="990852"/>
                  </a:lnTo>
                  <a:lnTo>
                    <a:pt x="1185378" y="993530"/>
                  </a:lnTo>
                  <a:lnTo>
                    <a:pt x="1184884" y="995288"/>
                  </a:lnTo>
                  <a:lnTo>
                    <a:pt x="1184207" y="996117"/>
                  </a:lnTo>
                  <a:lnTo>
                    <a:pt x="1178554" y="998978"/>
                  </a:lnTo>
                  <a:lnTo>
                    <a:pt x="1175404" y="998993"/>
                  </a:lnTo>
                  <a:lnTo>
                    <a:pt x="1172109" y="995714"/>
                  </a:lnTo>
                  <a:lnTo>
                    <a:pt x="1169948" y="996041"/>
                  </a:lnTo>
                  <a:lnTo>
                    <a:pt x="1167179" y="997814"/>
                  </a:lnTo>
                  <a:lnTo>
                    <a:pt x="1160453" y="994458"/>
                  </a:lnTo>
                  <a:lnTo>
                    <a:pt x="1158847" y="994321"/>
                  </a:lnTo>
                  <a:lnTo>
                    <a:pt x="1160232" y="999754"/>
                  </a:lnTo>
                  <a:lnTo>
                    <a:pt x="1158010" y="1000591"/>
                  </a:lnTo>
                  <a:lnTo>
                    <a:pt x="1153217" y="1000454"/>
                  </a:lnTo>
                  <a:lnTo>
                    <a:pt x="1145335" y="998704"/>
                  </a:lnTo>
                  <a:lnTo>
                    <a:pt x="1140450" y="1001245"/>
                  </a:lnTo>
                  <a:lnTo>
                    <a:pt x="1131624" y="999724"/>
                  </a:lnTo>
                  <a:lnTo>
                    <a:pt x="1122714" y="999343"/>
                  </a:lnTo>
                  <a:lnTo>
                    <a:pt x="1121056" y="998103"/>
                  </a:lnTo>
                  <a:lnTo>
                    <a:pt x="1119884" y="995562"/>
                  </a:lnTo>
                  <a:lnTo>
                    <a:pt x="1119838" y="993302"/>
                  </a:lnTo>
                  <a:lnTo>
                    <a:pt x="1120272" y="990160"/>
                  </a:lnTo>
                  <a:lnTo>
                    <a:pt x="1121573" y="985473"/>
                  </a:lnTo>
                  <a:lnTo>
                    <a:pt x="1123749" y="979226"/>
                  </a:lnTo>
                  <a:lnTo>
                    <a:pt x="1124502" y="975916"/>
                  </a:lnTo>
                  <a:lnTo>
                    <a:pt x="1122539" y="974379"/>
                  </a:lnTo>
                  <a:lnTo>
                    <a:pt x="1121322" y="972325"/>
                  </a:lnTo>
                  <a:lnTo>
                    <a:pt x="1120325" y="972089"/>
                  </a:lnTo>
                  <a:lnTo>
                    <a:pt x="1117183" y="974516"/>
                  </a:lnTo>
                  <a:lnTo>
                    <a:pt x="1115136" y="981562"/>
                  </a:lnTo>
                  <a:lnTo>
                    <a:pt x="1113569" y="983601"/>
                  </a:lnTo>
                  <a:lnTo>
                    <a:pt x="1112876" y="981889"/>
                  </a:lnTo>
                  <a:lnTo>
                    <a:pt x="1112359" y="977613"/>
                  </a:lnTo>
                  <a:lnTo>
                    <a:pt x="1111667" y="975528"/>
                  </a:lnTo>
                  <a:lnTo>
                    <a:pt x="1110807" y="975642"/>
                  </a:lnTo>
                  <a:lnTo>
                    <a:pt x="1109970" y="976784"/>
                  </a:lnTo>
                  <a:lnTo>
                    <a:pt x="1109156" y="978960"/>
                  </a:lnTo>
                  <a:lnTo>
                    <a:pt x="1107931" y="979743"/>
                  </a:lnTo>
                  <a:lnTo>
                    <a:pt x="1106295" y="979150"/>
                  </a:lnTo>
                  <a:lnTo>
                    <a:pt x="1105717" y="980215"/>
                  </a:lnTo>
                  <a:lnTo>
                    <a:pt x="1106196" y="982931"/>
                  </a:lnTo>
                  <a:lnTo>
                    <a:pt x="1106364" y="985465"/>
                  </a:lnTo>
                  <a:lnTo>
                    <a:pt x="1106219" y="987831"/>
                  </a:lnTo>
                  <a:lnTo>
                    <a:pt x="1104804" y="990114"/>
                  </a:lnTo>
                  <a:lnTo>
                    <a:pt x="1100786" y="993431"/>
                  </a:lnTo>
                  <a:lnTo>
                    <a:pt x="1098466" y="994489"/>
                  </a:lnTo>
                  <a:lnTo>
                    <a:pt x="1092364" y="994983"/>
                  </a:lnTo>
                  <a:lnTo>
                    <a:pt x="1088719" y="994002"/>
                  </a:lnTo>
                  <a:lnTo>
                    <a:pt x="1081324" y="990023"/>
                  </a:lnTo>
                  <a:lnTo>
                    <a:pt x="1077230" y="989840"/>
                  </a:lnTo>
                  <a:lnTo>
                    <a:pt x="1072300" y="983137"/>
                  </a:lnTo>
                  <a:lnTo>
                    <a:pt x="1068397" y="981585"/>
                  </a:lnTo>
                  <a:lnTo>
                    <a:pt x="1068595" y="979142"/>
                  </a:lnTo>
                  <a:lnTo>
                    <a:pt x="1070299" y="974600"/>
                  </a:lnTo>
                  <a:lnTo>
                    <a:pt x="1070246" y="973238"/>
                  </a:lnTo>
                  <a:lnTo>
                    <a:pt x="1064912" y="979865"/>
                  </a:lnTo>
                  <a:lnTo>
                    <a:pt x="1064189" y="981973"/>
                  </a:lnTo>
                  <a:lnTo>
                    <a:pt x="1064813" y="986858"/>
                  </a:lnTo>
                  <a:lnTo>
                    <a:pt x="1064106" y="987207"/>
                  </a:lnTo>
                  <a:lnTo>
                    <a:pt x="1060438" y="985457"/>
                  </a:lnTo>
                  <a:lnTo>
                    <a:pt x="1056832" y="986789"/>
                  </a:lnTo>
                  <a:lnTo>
                    <a:pt x="1055964" y="986393"/>
                  </a:lnTo>
                  <a:lnTo>
                    <a:pt x="1053476" y="982871"/>
                  </a:lnTo>
                  <a:lnTo>
                    <a:pt x="1049094" y="979279"/>
                  </a:lnTo>
                  <a:lnTo>
                    <a:pt x="1047161" y="975239"/>
                  </a:lnTo>
                  <a:lnTo>
                    <a:pt x="1044148" y="962548"/>
                  </a:lnTo>
                  <a:lnTo>
                    <a:pt x="1042619" y="954080"/>
                  </a:lnTo>
                  <a:lnTo>
                    <a:pt x="1042809" y="952345"/>
                  </a:lnTo>
                  <a:lnTo>
                    <a:pt x="1045046" y="949941"/>
                  </a:lnTo>
                  <a:lnTo>
                    <a:pt x="1044711" y="948061"/>
                  </a:lnTo>
                  <a:lnTo>
                    <a:pt x="1041926" y="943260"/>
                  </a:lnTo>
                  <a:lnTo>
                    <a:pt x="1038921" y="939205"/>
                  </a:lnTo>
                  <a:lnTo>
                    <a:pt x="1038031" y="936390"/>
                  </a:lnTo>
                  <a:lnTo>
                    <a:pt x="1037620" y="933537"/>
                  </a:lnTo>
                  <a:lnTo>
                    <a:pt x="1037224" y="929398"/>
                  </a:lnTo>
                  <a:lnTo>
                    <a:pt x="1037209" y="926331"/>
                  </a:lnTo>
                  <a:lnTo>
                    <a:pt x="1037567" y="924346"/>
                  </a:lnTo>
                  <a:lnTo>
                    <a:pt x="1039286" y="918129"/>
                  </a:lnTo>
                  <a:lnTo>
                    <a:pt x="1043988" y="906914"/>
                  </a:lnTo>
                  <a:lnTo>
                    <a:pt x="1044620" y="904868"/>
                  </a:lnTo>
                  <a:lnTo>
                    <a:pt x="1044871" y="902844"/>
                  </a:lnTo>
                  <a:lnTo>
                    <a:pt x="1044224" y="896848"/>
                  </a:lnTo>
                  <a:lnTo>
                    <a:pt x="1043311" y="890815"/>
                  </a:lnTo>
                  <a:lnTo>
                    <a:pt x="1042391" y="886485"/>
                  </a:lnTo>
                  <a:lnTo>
                    <a:pt x="1039796" y="880482"/>
                  </a:lnTo>
                  <a:lnTo>
                    <a:pt x="1036228" y="874213"/>
                  </a:lnTo>
                  <a:lnTo>
                    <a:pt x="1031206" y="862884"/>
                  </a:lnTo>
                  <a:lnTo>
                    <a:pt x="1027485" y="854004"/>
                  </a:lnTo>
                  <a:lnTo>
                    <a:pt x="1023034" y="841397"/>
                  </a:lnTo>
                  <a:lnTo>
                    <a:pt x="1020889" y="840301"/>
                  </a:lnTo>
                  <a:lnTo>
                    <a:pt x="1018401" y="840880"/>
                  </a:lnTo>
                  <a:lnTo>
                    <a:pt x="1013037" y="845239"/>
                  </a:lnTo>
                  <a:lnTo>
                    <a:pt x="1011233" y="847301"/>
                  </a:lnTo>
                  <a:lnTo>
                    <a:pt x="1010792" y="848686"/>
                  </a:lnTo>
                  <a:lnTo>
                    <a:pt x="1006798" y="848998"/>
                  </a:lnTo>
                  <a:lnTo>
                    <a:pt x="995476" y="847864"/>
                  </a:lnTo>
                  <a:lnTo>
                    <a:pt x="991147" y="846525"/>
                  </a:lnTo>
                  <a:lnTo>
                    <a:pt x="987913" y="846875"/>
                  </a:lnTo>
                  <a:lnTo>
                    <a:pt x="982367" y="850071"/>
                  </a:lnTo>
                  <a:lnTo>
                    <a:pt x="976447" y="849470"/>
                  </a:lnTo>
                  <a:lnTo>
                    <a:pt x="972742" y="840568"/>
                  </a:lnTo>
                  <a:lnTo>
                    <a:pt x="964327" y="835751"/>
                  </a:lnTo>
                  <a:lnTo>
                    <a:pt x="961816" y="833043"/>
                  </a:lnTo>
                  <a:lnTo>
                    <a:pt x="960096" y="829330"/>
                  </a:lnTo>
                  <a:lnTo>
                    <a:pt x="960667" y="826895"/>
                  </a:lnTo>
                  <a:lnTo>
                    <a:pt x="965453" y="824711"/>
                  </a:lnTo>
                  <a:lnTo>
                    <a:pt x="967446" y="822300"/>
                  </a:lnTo>
                  <a:lnTo>
                    <a:pt x="968397" y="820352"/>
                  </a:lnTo>
                  <a:lnTo>
                    <a:pt x="963650" y="822033"/>
                  </a:lnTo>
                  <a:lnTo>
                    <a:pt x="961557" y="821737"/>
                  </a:lnTo>
                  <a:lnTo>
                    <a:pt x="947283" y="809426"/>
                  </a:lnTo>
                  <a:lnTo>
                    <a:pt x="942886" y="807242"/>
                  </a:lnTo>
                  <a:lnTo>
                    <a:pt x="942140" y="806131"/>
                  </a:lnTo>
                  <a:lnTo>
                    <a:pt x="941767" y="804671"/>
                  </a:lnTo>
                  <a:lnTo>
                    <a:pt x="941775" y="802852"/>
                  </a:lnTo>
                  <a:lnTo>
                    <a:pt x="942193" y="800113"/>
                  </a:lnTo>
                  <a:lnTo>
                    <a:pt x="946439" y="803575"/>
                  </a:lnTo>
                  <a:lnTo>
                    <a:pt x="948341" y="803834"/>
                  </a:lnTo>
                  <a:lnTo>
                    <a:pt x="951316" y="802799"/>
                  </a:lnTo>
                  <a:lnTo>
                    <a:pt x="952374" y="800638"/>
                  </a:lnTo>
                  <a:lnTo>
                    <a:pt x="951696" y="799375"/>
                  </a:lnTo>
                  <a:lnTo>
                    <a:pt x="946835" y="795213"/>
                  </a:lnTo>
                  <a:lnTo>
                    <a:pt x="944484" y="792040"/>
                  </a:lnTo>
                  <a:lnTo>
                    <a:pt x="943578" y="789727"/>
                  </a:lnTo>
                  <a:lnTo>
                    <a:pt x="944514" y="786440"/>
                  </a:lnTo>
                  <a:lnTo>
                    <a:pt x="944757" y="784211"/>
                  </a:lnTo>
                  <a:lnTo>
                    <a:pt x="946325" y="782956"/>
                  </a:lnTo>
                  <a:lnTo>
                    <a:pt x="949209" y="782674"/>
                  </a:lnTo>
                  <a:lnTo>
                    <a:pt x="952899" y="781092"/>
                  </a:lnTo>
                  <a:lnTo>
                    <a:pt x="959647" y="776770"/>
                  </a:lnTo>
                  <a:lnTo>
                    <a:pt x="964167" y="775225"/>
                  </a:lnTo>
                  <a:lnTo>
                    <a:pt x="968679" y="775461"/>
                  </a:lnTo>
                  <a:lnTo>
                    <a:pt x="979612" y="779882"/>
                  </a:lnTo>
                  <a:lnTo>
                    <a:pt x="990508" y="785474"/>
                  </a:lnTo>
                  <a:lnTo>
                    <a:pt x="997340" y="789811"/>
                  </a:lnTo>
                  <a:close/>
                  <a:moveTo>
                    <a:pt x="585953" y="805660"/>
                  </a:moveTo>
                  <a:lnTo>
                    <a:pt x="582711" y="808703"/>
                  </a:lnTo>
                  <a:lnTo>
                    <a:pt x="560525" y="804206"/>
                  </a:lnTo>
                  <a:lnTo>
                    <a:pt x="559315" y="802791"/>
                  </a:lnTo>
                  <a:lnTo>
                    <a:pt x="558737" y="800866"/>
                  </a:lnTo>
                  <a:lnTo>
                    <a:pt x="562754" y="795594"/>
                  </a:lnTo>
                  <a:lnTo>
                    <a:pt x="567608" y="793311"/>
                  </a:lnTo>
                  <a:lnTo>
                    <a:pt x="578884" y="791477"/>
                  </a:lnTo>
                  <a:lnTo>
                    <a:pt x="582818" y="793539"/>
                  </a:lnTo>
                  <a:lnTo>
                    <a:pt x="585420" y="795943"/>
                  </a:lnTo>
                  <a:lnTo>
                    <a:pt x="586896" y="798028"/>
                  </a:lnTo>
                  <a:lnTo>
                    <a:pt x="587512" y="801931"/>
                  </a:lnTo>
                  <a:lnTo>
                    <a:pt x="585953" y="805660"/>
                  </a:lnTo>
                  <a:close/>
                  <a:moveTo>
                    <a:pt x="1094890" y="827420"/>
                  </a:moveTo>
                  <a:lnTo>
                    <a:pt x="1093893" y="828668"/>
                  </a:lnTo>
                  <a:lnTo>
                    <a:pt x="1090675" y="828029"/>
                  </a:lnTo>
                  <a:lnTo>
                    <a:pt x="1089609" y="829246"/>
                  </a:lnTo>
                  <a:lnTo>
                    <a:pt x="1087897" y="828554"/>
                  </a:lnTo>
                  <a:lnTo>
                    <a:pt x="1085539" y="825952"/>
                  </a:lnTo>
                  <a:lnTo>
                    <a:pt x="1082785" y="820824"/>
                  </a:lnTo>
                  <a:lnTo>
                    <a:pt x="1079635" y="813139"/>
                  </a:lnTo>
                  <a:lnTo>
                    <a:pt x="1077177" y="806481"/>
                  </a:lnTo>
                  <a:lnTo>
                    <a:pt x="1077040" y="804648"/>
                  </a:lnTo>
                  <a:lnTo>
                    <a:pt x="1077847" y="801521"/>
                  </a:lnTo>
                  <a:lnTo>
                    <a:pt x="1080304" y="799436"/>
                  </a:lnTo>
                  <a:lnTo>
                    <a:pt x="1086140" y="796925"/>
                  </a:lnTo>
                  <a:lnTo>
                    <a:pt x="1090142" y="796993"/>
                  </a:lnTo>
                  <a:lnTo>
                    <a:pt x="1093863" y="802061"/>
                  </a:lnTo>
                  <a:lnTo>
                    <a:pt x="1094913" y="803803"/>
                  </a:lnTo>
                  <a:lnTo>
                    <a:pt x="1095552" y="805873"/>
                  </a:lnTo>
                  <a:lnTo>
                    <a:pt x="1095567" y="807859"/>
                  </a:lnTo>
                  <a:lnTo>
                    <a:pt x="1095263" y="809593"/>
                  </a:lnTo>
                  <a:lnTo>
                    <a:pt x="1093574" y="813443"/>
                  </a:lnTo>
                  <a:lnTo>
                    <a:pt x="1092835" y="816121"/>
                  </a:lnTo>
                  <a:lnTo>
                    <a:pt x="1092835" y="818739"/>
                  </a:lnTo>
                  <a:lnTo>
                    <a:pt x="1093201" y="822528"/>
                  </a:lnTo>
                  <a:lnTo>
                    <a:pt x="1093878" y="825016"/>
                  </a:lnTo>
                  <a:lnTo>
                    <a:pt x="1094874" y="826218"/>
                  </a:lnTo>
                  <a:lnTo>
                    <a:pt x="1094890" y="827420"/>
                  </a:lnTo>
                  <a:close/>
                  <a:moveTo>
                    <a:pt x="698445" y="867959"/>
                  </a:moveTo>
                  <a:lnTo>
                    <a:pt x="701139" y="868210"/>
                  </a:lnTo>
                  <a:lnTo>
                    <a:pt x="704289" y="867236"/>
                  </a:lnTo>
                  <a:lnTo>
                    <a:pt x="707842" y="867905"/>
                  </a:lnTo>
                  <a:lnTo>
                    <a:pt x="709447" y="869891"/>
                  </a:lnTo>
                  <a:lnTo>
                    <a:pt x="710589" y="873414"/>
                  </a:lnTo>
                  <a:lnTo>
                    <a:pt x="710634" y="875301"/>
                  </a:lnTo>
                  <a:lnTo>
                    <a:pt x="710406" y="876921"/>
                  </a:lnTo>
                  <a:lnTo>
                    <a:pt x="709911" y="878268"/>
                  </a:lnTo>
                  <a:lnTo>
                    <a:pt x="705316" y="887086"/>
                  </a:lnTo>
                  <a:lnTo>
                    <a:pt x="704243" y="890122"/>
                  </a:lnTo>
                  <a:lnTo>
                    <a:pt x="705727" y="890860"/>
                  </a:lnTo>
                  <a:lnTo>
                    <a:pt x="706442" y="890351"/>
                  </a:lnTo>
                  <a:lnTo>
                    <a:pt x="711030" y="883769"/>
                  </a:lnTo>
                  <a:lnTo>
                    <a:pt x="714484" y="881707"/>
                  </a:lnTo>
                  <a:lnTo>
                    <a:pt x="717101" y="881228"/>
                  </a:lnTo>
                  <a:lnTo>
                    <a:pt x="721416" y="882544"/>
                  </a:lnTo>
                  <a:lnTo>
                    <a:pt x="723135" y="883678"/>
                  </a:lnTo>
                  <a:lnTo>
                    <a:pt x="724314" y="885025"/>
                  </a:lnTo>
                  <a:lnTo>
                    <a:pt x="724953" y="886577"/>
                  </a:lnTo>
                  <a:lnTo>
                    <a:pt x="726650" y="892869"/>
                  </a:lnTo>
                  <a:lnTo>
                    <a:pt x="727875" y="900957"/>
                  </a:lnTo>
                  <a:lnTo>
                    <a:pt x="728073" y="900128"/>
                  </a:lnTo>
                  <a:lnTo>
                    <a:pt x="728103" y="895600"/>
                  </a:lnTo>
                  <a:lnTo>
                    <a:pt x="728339" y="892062"/>
                  </a:lnTo>
                  <a:lnTo>
                    <a:pt x="732577" y="889673"/>
                  </a:lnTo>
                  <a:lnTo>
                    <a:pt x="732684" y="888882"/>
                  </a:lnTo>
                  <a:lnTo>
                    <a:pt x="731162" y="886911"/>
                  </a:lnTo>
                  <a:lnTo>
                    <a:pt x="729869" y="884218"/>
                  </a:lnTo>
                  <a:lnTo>
                    <a:pt x="728971" y="879166"/>
                  </a:lnTo>
                  <a:lnTo>
                    <a:pt x="729321" y="877279"/>
                  </a:lnTo>
                  <a:lnTo>
                    <a:pt x="730203" y="875248"/>
                  </a:lnTo>
                  <a:lnTo>
                    <a:pt x="732920" y="870918"/>
                  </a:lnTo>
                  <a:lnTo>
                    <a:pt x="736092" y="868324"/>
                  </a:lnTo>
                  <a:lnTo>
                    <a:pt x="738908" y="867692"/>
                  </a:lnTo>
                  <a:lnTo>
                    <a:pt x="749407" y="872212"/>
                  </a:lnTo>
                  <a:lnTo>
                    <a:pt x="753539" y="875917"/>
                  </a:lnTo>
                  <a:lnTo>
                    <a:pt x="755220" y="877819"/>
                  </a:lnTo>
                  <a:lnTo>
                    <a:pt x="755829" y="879174"/>
                  </a:lnTo>
                  <a:lnTo>
                    <a:pt x="756704" y="883495"/>
                  </a:lnTo>
                  <a:lnTo>
                    <a:pt x="758462" y="895250"/>
                  </a:lnTo>
                  <a:lnTo>
                    <a:pt x="758454" y="899009"/>
                  </a:lnTo>
                  <a:lnTo>
                    <a:pt x="757640" y="905035"/>
                  </a:lnTo>
                  <a:lnTo>
                    <a:pt x="754246" y="916250"/>
                  </a:lnTo>
                  <a:lnTo>
                    <a:pt x="753729" y="923805"/>
                  </a:lnTo>
                  <a:lnTo>
                    <a:pt x="750313" y="942393"/>
                  </a:lnTo>
                  <a:lnTo>
                    <a:pt x="747977" y="947399"/>
                  </a:lnTo>
                  <a:lnTo>
                    <a:pt x="745405" y="950892"/>
                  </a:lnTo>
                  <a:lnTo>
                    <a:pt x="734822" y="957017"/>
                  </a:lnTo>
                  <a:lnTo>
                    <a:pt x="726863" y="963218"/>
                  </a:lnTo>
                  <a:lnTo>
                    <a:pt x="724847" y="964192"/>
                  </a:lnTo>
                  <a:lnTo>
                    <a:pt x="722755" y="964275"/>
                  </a:lnTo>
                  <a:lnTo>
                    <a:pt x="716166" y="962221"/>
                  </a:lnTo>
                  <a:lnTo>
                    <a:pt x="708519" y="958272"/>
                  </a:lnTo>
                  <a:lnTo>
                    <a:pt x="704175" y="959391"/>
                  </a:lnTo>
                  <a:lnTo>
                    <a:pt x="699838" y="962236"/>
                  </a:lnTo>
                  <a:lnTo>
                    <a:pt x="697106" y="962997"/>
                  </a:lnTo>
                  <a:lnTo>
                    <a:pt x="694542" y="962624"/>
                  </a:lnTo>
                  <a:lnTo>
                    <a:pt x="691993" y="961605"/>
                  </a:lnTo>
                  <a:lnTo>
                    <a:pt x="688638" y="958934"/>
                  </a:lnTo>
                  <a:lnTo>
                    <a:pt x="690373" y="957717"/>
                  </a:lnTo>
                  <a:lnTo>
                    <a:pt x="691164" y="956347"/>
                  </a:lnTo>
                  <a:lnTo>
                    <a:pt x="690464" y="954940"/>
                  </a:lnTo>
                  <a:lnTo>
                    <a:pt x="686933" y="952908"/>
                  </a:lnTo>
                  <a:lnTo>
                    <a:pt x="683274" y="957420"/>
                  </a:lnTo>
                  <a:lnTo>
                    <a:pt x="672584" y="967897"/>
                  </a:lnTo>
                  <a:lnTo>
                    <a:pt x="658219" y="971389"/>
                  </a:lnTo>
                  <a:lnTo>
                    <a:pt x="653714" y="973512"/>
                  </a:lnTo>
                  <a:lnTo>
                    <a:pt x="650374" y="976244"/>
                  </a:lnTo>
                  <a:lnTo>
                    <a:pt x="648632" y="978488"/>
                  </a:lnTo>
                  <a:lnTo>
                    <a:pt x="645969" y="983753"/>
                  </a:lnTo>
                  <a:lnTo>
                    <a:pt x="641876" y="987702"/>
                  </a:lnTo>
                  <a:lnTo>
                    <a:pt x="634472" y="992008"/>
                  </a:lnTo>
                  <a:lnTo>
                    <a:pt x="625053" y="998666"/>
                  </a:lnTo>
                  <a:lnTo>
                    <a:pt x="608170" y="1005453"/>
                  </a:lnTo>
                  <a:lnTo>
                    <a:pt x="597548" y="1006640"/>
                  </a:lnTo>
                  <a:lnTo>
                    <a:pt x="586934" y="1004403"/>
                  </a:lnTo>
                  <a:lnTo>
                    <a:pt x="583571" y="1002577"/>
                  </a:lnTo>
                  <a:lnTo>
                    <a:pt x="580048" y="999716"/>
                  </a:lnTo>
                  <a:lnTo>
                    <a:pt x="572828" y="992929"/>
                  </a:lnTo>
                  <a:lnTo>
                    <a:pt x="570834" y="990472"/>
                  </a:lnTo>
                  <a:lnTo>
                    <a:pt x="568514" y="985115"/>
                  </a:lnTo>
                  <a:lnTo>
                    <a:pt x="569883" y="981539"/>
                  </a:lnTo>
                  <a:lnTo>
                    <a:pt x="573733" y="977400"/>
                  </a:lnTo>
                  <a:lnTo>
                    <a:pt x="579493" y="973626"/>
                  </a:lnTo>
                  <a:lnTo>
                    <a:pt x="590989" y="968506"/>
                  </a:lnTo>
                  <a:lnTo>
                    <a:pt x="601421" y="960273"/>
                  </a:lnTo>
                  <a:lnTo>
                    <a:pt x="605111" y="958721"/>
                  </a:lnTo>
                  <a:lnTo>
                    <a:pt x="615154" y="957450"/>
                  </a:lnTo>
                  <a:lnTo>
                    <a:pt x="620214" y="958227"/>
                  </a:lnTo>
                  <a:lnTo>
                    <a:pt x="623874" y="957793"/>
                  </a:lnTo>
                  <a:lnTo>
                    <a:pt x="626286" y="956659"/>
                  </a:lnTo>
                  <a:lnTo>
                    <a:pt x="629869" y="953669"/>
                  </a:lnTo>
                  <a:lnTo>
                    <a:pt x="635104" y="947689"/>
                  </a:lnTo>
                  <a:lnTo>
                    <a:pt x="638923" y="942066"/>
                  </a:lnTo>
                  <a:lnTo>
                    <a:pt x="639890" y="939426"/>
                  </a:lnTo>
                  <a:lnTo>
                    <a:pt x="638611" y="936953"/>
                  </a:lnTo>
                  <a:lnTo>
                    <a:pt x="636740" y="936603"/>
                  </a:lnTo>
                  <a:lnTo>
                    <a:pt x="630493" y="942408"/>
                  </a:lnTo>
                  <a:lnTo>
                    <a:pt x="627351" y="944356"/>
                  </a:lnTo>
                  <a:lnTo>
                    <a:pt x="623935" y="944493"/>
                  </a:lnTo>
                  <a:lnTo>
                    <a:pt x="619248" y="946471"/>
                  </a:lnTo>
                  <a:lnTo>
                    <a:pt x="614683" y="947263"/>
                  </a:lnTo>
                  <a:lnTo>
                    <a:pt x="613800" y="947202"/>
                  </a:lnTo>
                  <a:lnTo>
                    <a:pt x="609045" y="941670"/>
                  </a:lnTo>
                  <a:lnTo>
                    <a:pt x="606503" y="940696"/>
                  </a:lnTo>
                  <a:lnTo>
                    <a:pt x="605324" y="941275"/>
                  </a:lnTo>
                  <a:lnTo>
                    <a:pt x="604236" y="942743"/>
                  </a:lnTo>
                  <a:lnTo>
                    <a:pt x="602174" y="946821"/>
                  </a:lnTo>
                  <a:lnTo>
                    <a:pt x="600987" y="948290"/>
                  </a:lnTo>
                  <a:lnTo>
                    <a:pt x="598933" y="949347"/>
                  </a:lnTo>
                  <a:lnTo>
                    <a:pt x="590639" y="950557"/>
                  </a:lnTo>
                  <a:lnTo>
                    <a:pt x="582696" y="952596"/>
                  </a:lnTo>
                  <a:lnTo>
                    <a:pt x="580931" y="951333"/>
                  </a:lnTo>
                  <a:lnTo>
                    <a:pt x="579858" y="948974"/>
                  </a:lnTo>
                  <a:lnTo>
                    <a:pt x="579637" y="947544"/>
                  </a:lnTo>
                  <a:lnTo>
                    <a:pt x="579516" y="942682"/>
                  </a:lnTo>
                  <a:lnTo>
                    <a:pt x="578983" y="940750"/>
                  </a:lnTo>
                  <a:lnTo>
                    <a:pt x="579683" y="936687"/>
                  </a:lnTo>
                  <a:lnTo>
                    <a:pt x="580588" y="933582"/>
                  </a:lnTo>
                  <a:lnTo>
                    <a:pt x="581699" y="931444"/>
                  </a:lnTo>
                  <a:lnTo>
                    <a:pt x="587162" y="925114"/>
                  </a:lnTo>
                  <a:lnTo>
                    <a:pt x="587931" y="923463"/>
                  </a:lnTo>
                  <a:lnTo>
                    <a:pt x="585329" y="923805"/>
                  </a:lnTo>
                  <a:lnTo>
                    <a:pt x="579143" y="926910"/>
                  </a:lnTo>
                  <a:lnTo>
                    <a:pt x="578336" y="925837"/>
                  </a:lnTo>
                  <a:lnTo>
                    <a:pt x="576891" y="922284"/>
                  </a:lnTo>
                  <a:lnTo>
                    <a:pt x="576198" y="921926"/>
                  </a:lnTo>
                  <a:lnTo>
                    <a:pt x="575407" y="923402"/>
                  </a:lnTo>
                  <a:lnTo>
                    <a:pt x="574943" y="925472"/>
                  </a:lnTo>
                  <a:lnTo>
                    <a:pt x="573878" y="934008"/>
                  </a:lnTo>
                  <a:lnTo>
                    <a:pt x="572942" y="938353"/>
                  </a:lnTo>
                  <a:lnTo>
                    <a:pt x="570454" y="937478"/>
                  </a:lnTo>
                  <a:lnTo>
                    <a:pt x="567380" y="934853"/>
                  </a:lnTo>
                  <a:lnTo>
                    <a:pt x="566231" y="934503"/>
                  </a:lnTo>
                  <a:lnTo>
                    <a:pt x="565569" y="935332"/>
                  </a:lnTo>
                  <a:lnTo>
                    <a:pt x="565782" y="936801"/>
                  </a:lnTo>
                  <a:lnTo>
                    <a:pt x="568902" y="944052"/>
                  </a:lnTo>
                  <a:lnTo>
                    <a:pt x="568940" y="946578"/>
                  </a:lnTo>
                  <a:lnTo>
                    <a:pt x="566893" y="950991"/>
                  </a:lnTo>
                  <a:lnTo>
                    <a:pt x="558189" y="958280"/>
                  </a:lnTo>
                  <a:lnTo>
                    <a:pt x="554750" y="960228"/>
                  </a:lnTo>
                  <a:lnTo>
                    <a:pt x="553532" y="959474"/>
                  </a:lnTo>
                  <a:lnTo>
                    <a:pt x="552437" y="957481"/>
                  </a:lnTo>
                  <a:lnTo>
                    <a:pt x="551471" y="954232"/>
                  </a:lnTo>
                  <a:lnTo>
                    <a:pt x="549211" y="949857"/>
                  </a:lnTo>
                  <a:lnTo>
                    <a:pt x="547872" y="948876"/>
                  </a:lnTo>
                  <a:lnTo>
                    <a:pt x="546365" y="948746"/>
                  </a:lnTo>
                  <a:lnTo>
                    <a:pt x="544980" y="949652"/>
                  </a:lnTo>
                  <a:lnTo>
                    <a:pt x="543717" y="951592"/>
                  </a:lnTo>
                  <a:lnTo>
                    <a:pt x="542926" y="953654"/>
                  </a:lnTo>
                  <a:lnTo>
                    <a:pt x="542181" y="957481"/>
                  </a:lnTo>
                  <a:lnTo>
                    <a:pt x="540598" y="960403"/>
                  </a:lnTo>
                  <a:lnTo>
                    <a:pt x="539624" y="960897"/>
                  </a:lnTo>
                  <a:lnTo>
                    <a:pt x="530783" y="954841"/>
                  </a:lnTo>
                  <a:lnTo>
                    <a:pt x="523661" y="944029"/>
                  </a:lnTo>
                  <a:lnTo>
                    <a:pt x="515870" y="945718"/>
                  </a:lnTo>
                  <a:lnTo>
                    <a:pt x="512378" y="945338"/>
                  </a:lnTo>
                  <a:lnTo>
                    <a:pt x="501756" y="941358"/>
                  </a:lnTo>
                  <a:lnTo>
                    <a:pt x="500409" y="938893"/>
                  </a:lnTo>
                  <a:lnTo>
                    <a:pt x="499664" y="935675"/>
                  </a:lnTo>
                  <a:lnTo>
                    <a:pt x="499740" y="933925"/>
                  </a:lnTo>
                  <a:lnTo>
                    <a:pt x="500181" y="932114"/>
                  </a:lnTo>
                  <a:lnTo>
                    <a:pt x="501528" y="928507"/>
                  </a:lnTo>
                  <a:lnTo>
                    <a:pt x="504206" y="923037"/>
                  </a:lnTo>
                  <a:lnTo>
                    <a:pt x="505325" y="921272"/>
                  </a:lnTo>
                  <a:lnTo>
                    <a:pt x="506991" y="919811"/>
                  </a:lnTo>
                  <a:lnTo>
                    <a:pt x="509197" y="918662"/>
                  </a:lnTo>
                  <a:lnTo>
                    <a:pt x="514820" y="918023"/>
                  </a:lnTo>
                  <a:lnTo>
                    <a:pt x="529299" y="917817"/>
                  </a:lnTo>
                  <a:lnTo>
                    <a:pt x="532198" y="916965"/>
                  </a:lnTo>
                  <a:lnTo>
                    <a:pt x="548039" y="906260"/>
                  </a:lnTo>
                  <a:lnTo>
                    <a:pt x="549850" y="904495"/>
                  </a:lnTo>
                  <a:lnTo>
                    <a:pt x="552170" y="901048"/>
                  </a:lnTo>
                  <a:lnTo>
                    <a:pt x="552695" y="899618"/>
                  </a:lnTo>
                  <a:lnTo>
                    <a:pt x="552597" y="898682"/>
                  </a:lnTo>
                  <a:lnTo>
                    <a:pt x="533111" y="907226"/>
                  </a:lnTo>
                  <a:lnTo>
                    <a:pt x="524757" y="909060"/>
                  </a:lnTo>
                  <a:lnTo>
                    <a:pt x="511952" y="907668"/>
                  </a:lnTo>
                  <a:lnTo>
                    <a:pt x="509540" y="906329"/>
                  </a:lnTo>
                  <a:lnTo>
                    <a:pt x="508992" y="903947"/>
                  </a:lnTo>
                  <a:lnTo>
                    <a:pt x="511663" y="897601"/>
                  </a:lnTo>
                  <a:lnTo>
                    <a:pt x="513070" y="895235"/>
                  </a:lnTo>
                  <a:lnTo>
                    <a:pt x="516715" y="892991"/>
                  </a:lnTo>
                  <a:lnTo>
                    <a:pt x="525525" y="889810"/>
                  </a:lnTo>
                  <a:lnTo>
                    <a:pt x="537303" y="886988"/>
                  </a:lnTo>
                  <a:lnTo>
                    <a:pt x="545019" y="886927"/>
                  </a:lnTo>
                  <a:lnTo>
                    <a:pt x="551493" y="884682"/>
                  </a:lnTo>
                  <a:lnTo>
                    <a:pt x="555389" y="882110"/>
                  </a:lnTo>
                  <a:lnTo>
                    <a:pt x="542348" y="882247"/>
                  </a:lnTo>
                  <a:lnTo>
                    <a:pt x="526644" y="883450"/>
                  </a:lnTo>
                  <a:lnTo>
                    <a:pt x="524376" y="882613"/>
                  </a:lnTo>
                  <a:lnTo>
                    <a:pt x="519887" y="879219"/>
                  </a:lnTo>
                  <a:lnTo>
                    <a:pt x="519674" y="876739"/>
                  </a:lnTo>
                  <a:lnTo>
                    <a:pt x="521470" y="873749"/>
                  </a:lnTo>
                  <a:lnTo>
                    <a:pt x="522124" y="871512"/>
                  </a:lnTo>
                  <a:lnTo>
                    <a:pt x="520838" y="866475"/>
                  </a:lnTo>
                  <a:lnTo>
                    <a:pt x="521234" y="864512"/>
                  </a:lnTo>
                  <a:lnTo>
                    <a:pt x="524163" y="860297"/>
                  </a:lnTo>
                  <a:lnTo>
                    <a:pt x="529383" y="855724"/>
                  </a:lnTo>
                  <a:lnTo>
                    <a:pt x="532601" y="855070"/>
                  </a:lnTo>
                  <a:lnTo>
                    <a:pt x="538810" y="856637"/>
                  </a:lnTo>
                  <a:lnTo>
                    <a:pt x="556507" y="858258"/>
                  </a:lnTo>
                  <a:lnTo>
                    <a:pt x="559939" y="857672"/>
                  </a:lnTo>
                  <a:lnTo>
                    <a:pt x="557770" y="855686"/>
                  </a:lnTo>
                  <a:lnTo>
                    <a:pt x="554689" y="854202"/>
                  </a:lnTo>
                  <a:lnTo>
                    <a:pt x="541024" y="851661"/>
                  </a:lnTo>
                  <a:lnTo>
                    <a:pt x="538194" y="850520"/>
                  </a:lnTo>
                  <a:lnTo>
                    <a:pt x="537653" y="848952"/>
                  </a:lnTo>
                  <a:lnTo>
                    <a:pt x="537448" y="846632"/>
                  </a:lnTo>
                  <a:lnTo>
                    <a:pt x="537585" y="843558"/>
                  </a:lnTo>
                  <a:lnTo>
                    <a:pt x="538574" y="840408"/>
                  </a:lnTo>
                  <a:lnTo>
                    <a:pt x="542812" y="833796"/>
                  </a:lnTo>
                  <a:lnTo>
                    <a:pt x="555244" y="828326"/>
                  </a:lnTo>
                  <a:lnTo>
                    <a:pt x="560190" y="827572"/>
                  </a:lnTo>
                  <a:lnTo>
                    <a:pt x="565143" y="827930"/>
                  </a:lnTo>
                  <a:lnTo>
                    <a:pt x="570180" y="830387"/>
                  </a:lnTo>
                  <a:lnTo>
                    <a:pt x="572425" y="832518"/>
                  </a:lnTo>
                  <a:lnTo>
                    <a:pt x="573551" y="835135"/>
                  </a:lnTo>
                  <a:lnTo>
                    <a:pt x="574091" y="837570"/>
                  </a:lnTo>
                  <a:lnTo>
                    <a:pt x="574152" y="841770"/>
                  </a:lnTo>
                  <a:lnTo>
                    <a:pt x="574395" y="843421"/>
                  </a:lnTo>
                  <a:lnTo>
                    <a:pt x="575308" y="846175"/>
                  </a:lnTo>
                  <a:lnTo>
                    <a:pt x="578207" y="852612"/>
                  </a:lnTo>
                  <a:lnTo>
                    <a:pt x="580337" y="854613"/>
                  </a:lnTo>
                  <a:lnTo>
                    <a:pt x="590168" y="850877"/>
                  </a:lnTo>
                  <a:lnTo>
                    <a:pt x="594261" y="850040"/>
                  </a:lnTo>
                  <a:lnTo>
                    <a:pt x="598377" y="851212"/>
                  </a:lnTo>
                  <a:lnTo>
                    <a:pt x="604373" y="855062"/>
                  </a:lnTo>
                  <a:lnTo>
                    <a:pt x="612141" y="866627"/>
                  </a:lnTo>
                  <a:lnTo>
                    <a:pt x="622147" y="878329"/>
                  </a:lnTo>
                  <a:lnTo>
                    <a:pt x="622101" y="880840"/>
                  </a:lnTo>
                  <a:lnTo>
                    <a:pt x="618266" y="884720"/>
                  </a:lnTo>
                  <a:lnTo>
                    <a:pt x="617543" y="886379"/>
                  </a:lnTo>
                  <a:lnTo>
                    <a:pt x="618061" y="887528"/>
                  </a:lnTo>
                  <a:lnTo>
                    <a:pt x="621888" y="888289"/>
                  </a:lnTo>
                  <a:lnTo>
                    <a:pt x="625471" y="887718"/>
                  </a:lnTo>
                  <a:lnTo>
                    <a:pt x="628895" y="888585"/>
                  </a:lnTo>
                  <a:lnTo>
                    <a:pt x="629664" y="889582"/>
                  </a:lnTo>
                  <a:lnTo>
                    <a:pt x="630919" y="893797"/>
                  </a:lnTo>
                  <a:lnTo>
                    <a:pt x="632662" y="901215"/>
                  </a:lnTo>
                  <a:lnTo>
                    <a:pt x="634731" y="906724"/>
                  </a:lnTo>
                  <a:lnTo>
                    <a:pt x="637128" y="910353"/>
                  </a:lnTo>
                  <a:lnTo>
                    <a:pt x="639494" y="912210"/>
                  </a:lnTo>
                  <a:lnTo>
                    <a:pt x="642979" y="912347"/>
                  </a:lnTo>
                  <a:lnTo>
                    <a:pt x="646479" y="911266"/>
                  </a:lnTo>
                  <a:lnTo>
                    <a:pt x="652162" y="911624"/>
                  </a:lnTo>
                  <a:lnTo>
                    <a:pt x="681486" y="915793"/>
                  </a:lnTo>
                  <a:lnTo>
                    <a:pt x="683221" y="915071"/>
                  </a:lnTo>
                  <a:lnTo>
                    <a:pt x="684461" y="912781"/>
                  </a:lnTo>
                  <a:lnTo>
                    <a:pt x="685199" y="908915"/>
                  </a:lnTo>
                  <a:lnTo>
                    <a:pt x="685480" y="905727"/>
                  </a:lnTo>
                  <a:lnTo>
                    <a:pt x="685077" y="901360"/>
                  </a:lnTo>
                  <a:lnTo>
                    <a:pt x="684506" y="899268"/>
                  </a:lnTo>
                  <a:lnTo>
                    <a:pt x="666330" y="885017"/>
                  </a:lnTo>
                  <a:lnTo>
                    <a:pt x="664747" y="879227"/>
                  </a:lnTo>
                  <a:lnTo>
                    <a:pt x="673626" y="871108"/>
                  </a:lnTo>
                  <a:lnTo>
                    <a:pt x="674265" y="869222"/>
                  </a:lnTo>
                  <a:lnTo>
                    <a:pt x="674433" y="866627"/>
                  </a:lnTo>
                  <a:lnTo>
                    <a:pt x="674136" y="863317"/>
                  </a:lnTo>
                  <a:lnTo>
                    <a:pt x="672934" y="860152"/>
                  </a:lnTo>
                  <a:lnTo>
                    <a:pt x="668163" y="854096"/>
                  </a:lnTo>
                  <a:lnTo>
                    <a:pt x="663940" y="853183"/>
                  </a:lnTo>
                  <a:lnTo>
                    <a:pt x="657686" y="847180"/>
                  </a:lnTo>
                  <a:lnTo>
                    <a:pt x="656705" y="845658"/>
                  </a:lnTo>
                  <a:lnTo>
                    <a:pt x="655898" y="843254"/>
                  </a:lnTo>
                  <a:lnTo>
                    <a:pt x="655267" y="839959"/>
                  </a:lnTo>
                  <a:lnTo>
                    <a:pt x="655373" y="837425"/>
                  </a:lnTo>
                  <a:lnTo>
                    <a:pt x="656218" y="835645"/>
                  </a:lnTo>
                  <a:lnTo>
                    <a:pt x="662381" y="829467"/>
                  </a:lnTo>
                  <a:lnTo>
                    <a:pt x="664876" y="826028"/>
                  </a:lnTo>
                  <a:lnTo>
                    <a:pt x="672561" y="810430"/>
                  </a:lnTo>
                  <a:lnTo>
                    <a:pt x="676114" y="804085"/>
                  </a:lnTo>
                  <a:lnTo>
                    <a:pt x="678655" y="801094"/>
                  </a:lnTo>
                  <a:lnTo>
                    <a:pt x="681242" y="799238"/>
                  </a:lnTo>
                  <a:lnTo>
                    <a:pt x="686941" y="798371"/>
                  </a:lnTo>
                  <a:lnTo>
                    <a:pt x="692868" y="804260"/>
                  </a:lnTo>
                  <a:lnTo>
                    <a:pt x="694177" y="804625"/>
                  </a:lnTo>
                  <a:lnTo>
                    <a:pt x="694717" y="806169"/>
                  </a:lnTo>
                  <a:lnTo>
                    <a:pt x="694489" y="808901"/>
                  </a:lnTo>
                  <a:lnTo>
                    <a:pt x="693743" y="811495"/>
                  </a:lnTo>
                  <a:lnTo>
                    <a:pt x="691620" y="816167"/>
                  </a:lnTo>
                  <a:lnTo>
                    <a:pt x="691126" y="818122"/>
                  </a:lnTo>
                  <a:lnTo>
                    <a:pt x="691286" y="820139"/>
                  </a:lnTo>
                  <a:lnTo>
                    <a:pt x="692739" y="824765"/>
                  </a:lnTo>
                  <a:lnTo>
                    <a:pt x="693188" y="827801"/>
                  </a:lnTo>
                  <a:lnTo>
                    <a:pt x="693507" y="832906"/>
                  </a:lnTo>
                  <a:lnTo>
                    <a:pt x="693743" y="833659"/>
                  </a:lnTo>
                  <a:lnTo>
                    <a:pt x="697312" y="837950"/>
                  </a:lnTo>
                  <a:lnTo>
                    <a:pt x="700553" y="843527"/>
                  </a:lnTo>
                  <a:lnTo>
                    <a:pt x="702052" y="852224"/>
                  </a:lnTo>
                  <a:lnTo>
                    <a:pt x="700888" y="855214"/>
                  </a:lnTo>
                  <a:lnTo>
                    <a:pt x="698156" y="859323"/>
                  </a:lnTo>
                  <a:lnTo>
                    <a:pt x="696536" y="862739"/>
                  </a:lnTo>
                  <a:lnTo>
                    <a:pt x="696018" y="865463"/>
                  </a:lnTo>
                  <a:lnTo>
                    <a:pt x="696429" y="867106"/>
                  </a:lnTo>
                  <a:lnTo>
                    <a:pt x="698445" y="867959"/>
                  </a:lnTo>
                  <a:close/>
                  <a:moveTo>
                    <a:pt x="849338" y="820824"/>
                  </a:moveTo>
                  <a:lnTo>
                    <a:pt x="843807" y="821227"/>
                  </a:lnTo>
                  <a:lnTo>
                    <a:pt x="841250" y="820123"/>
                  </a:lnTo>
                  <a:lnTo>
                    <a:pt x="841083" y="818503"/>
                  </a:lnTo>
                  <a:lnTo>
                    <a:pt x="843297" y="816373"/>
                  </a:lnTo>
                  <a:lnTo>
                    <a:pt x="850655" y="812888"/>
                  </a:lnTo>
                  <a:lnTo>
                    <a:pt x="854984" y="806512"/>
                  </a:lnTo>
                  <a:lnTo>
                    <a:pt x="856597" y="805721"/>
                  </a:lnTo>
                  <a:lnTo>
                    <a:pt x="862250" y="804807"/>
                  </a:lnTo>
                  <a:lnTo>
                    <a:pt x="865545" y="805005"/>
                  </a:lnTo>
                  <a:lnTo>
                    <a:pt x="869775" y="806512"/>
                  </a:lnTo>
                  <a:lnTo>
                    <a:pt x="859579" y="814394"/>
                  </a:lnTo>
                  <a:lnTo>
                    <a:pt x="849338" y="820824"/>
                  </a:lnTo>
                  <a:close/>
                  <a:moveTo>
                    <a:pt x="924610" y="831164"/>
                  </a:moveTo>
                  <a:lnTo>
                    <a:pt x="924853" y="835226"/>
                  </a:lnTo>
                  <a:lnTo>
                    <a:pt x="924595" y="838361"/>
                  </a:lnTo>
                  <a:lnTo>
                    <a:pt x="923842" y="840560"/>
                  </a:lnTo>
                  <a:lnTo>
                    <a:pt x="923811" y="843086"/>
                  </a:lnTo>
                  <a:lnTo>
                    <a:pt x="924496" y="845932"/>
                  </a:lnTo>
                  <a:lnTo>
                    <a:pt x="927349" y="853076"/>
                  </a:lnTo>
                  <a:lnTo>
                    <a:pt x="928254" y="856896"/>
                  </a:lnTo>
                  <a:lnTo>
                    <a:pt x="928391" y="860715"/>
                  </a:lnTo>
                  <a:lnTo>
                    <a:pt x="928247" y="863325"/>
                  </a:lnTo>
                  <a:lnTo>
                    <a:pt x="926489" y="868369"/>
                  </a:lnTo>
                  <a:lnTo>
                    <a:pt x="925706" y="874859"/>
                  </a:lnTo>
                  <a:lnTo>
                    <a:pt x="925660" y="878283"/>
                  </a:lnTo>
                  <a:lnTo>
                    <a:pt x="926710" y="883617"/>
                  </a:lnTo>
                  <a:lnTo>
                    <a:pt x="926740" y="886090"/>
                  </a:lnTo>
                  <a:lnTo>
                    <a:pt x="924762" y="890312"/>
                  </a:lnTo>
                  <a:lnTo>
                    <a:pt x="920570" y="893980"/>
                  </a:lnTo>
                  <a:lnTo>
                    <a:pt x="921163" y="895912"/>
                  </a:lnTo>
                  <a:lnTo>
                    <a:pt x="930202" y="900538"/>
                  </a:lnTo>
                  <a:lnTo>
                    <a:pt x="930887" y="901581"/>
                  </a:lnTo>
                  <a:lnTo>
                    <a:pt x="930841" y="911921"/>
                  </a:lnTo>
                  <a:lnTo>
                    <a:pt x="932416" y="923189"/>
                  </a:lnTo>
                  <a:lnTo>
                    <a:pt x="931830" y="923402"/>
                  </a:lnTo>
                  <a:lnTo>
                    <a:pt x="929654" y="919895"/>
                  </a:lnTo>
                  <a:lnTo>
                    <a:pt x="925637" y="915710"/>
                  </a:lnTo>
                  <a:lnTo>
                    <a:pt x="920836" y="923501"/>
                  </a:lnTo>
                  <a:lnTo>
                    <a:pt x="921384" y="936641"/>
                  </a:lnTo>
                  <a:lnTo>
                    <a:pt x="924541" y="942462"/>
                  </a:lnTo>
                  <a:lnTo>
                    <a:pt x="925500" y="945771"/>
                  </a:lnTo>
                  <a:lnTo>
                    <a:pt x="925188" y="947757"/>
                  </a:lnTo>
                  <a:lnTo>
                    <a:pt x="922518" y="948640"/>
                  </a:lnTo>
                  <a:lnTo>
                    <a:pt x="921589" y="948206"/>
                  </a:lnTo>
                  <a:lnTo>
                    <a:pt x="918850" y="945589"/>
                  </a:lnTo>
                  <a:lnTo>
                    <a:pt x="917260" y="941625"/>
                  </a:lnTo>
                  <a:lnTo>
                    <a:pt x="916758" y="941762"/>
                  </a:lnTo>
                  <a:lnTo>
                    <a:pt x="916271" y="943671"/>
                  </a:lnTo>
                  <a:lnTo>
                    <a:pt x="916591" y="945611"/>
                  </a:lnTo>
                  <a:lnTo>
                    <a:pt x="918447" y="949127"/>
                  </a:lnTo>
                  <a:lnTo>
                    <a:pt x="919231" y="953319"/>
                  </a:lnTo>
                  <a:lnTo>
                    <a:pt x="918409" y="954506"/>
                  </a:lnTo>
                  <a:lnTo>
                    <a:pt x="915655" y="955586"/>
                  </a:lnTo>
                  <a:lnTo>
                    <a:pt x="911934" y="955632"/>
                  </a:lnTo>
                  <a:lnTo>
                    <a:pt x="906091" y="957519"/>
                  </a:lnTo>
                  <a:lnTo>
                    <a:pt x="903215" y="957808"/>
                  </a:lnTo>
                  <a:lnTo>
                    <a:pt x="900407" y="956788"/>
                  </a:lnTo>
                  <a:lnTo>
                    <a:pt x="896664" y="956545"/>
                  </a:lnTo>
                  <a:lnTo>
                    <a:pt x="893552" y="956994"/>
                  </a:lnTo>
                  <a:lnTo>
                    <a:pt x="891650" y="956165"/>
                  </a:lnTo>
                  <a:lnTo>
                    <a:pt x="889915" y="954209"/>
                  </a:lnTo>
                  <a:lnTo>
                    <a:pt x="887899" y="954681"/>
                  </a:lnTo>
                  <a:lnTo>
                    <a:pt x="883493" y="959634"/>
                  </a:lnTo>
                  <a:lnTo>
                    <a:pt x="876668" y="958059"/>
                  </a:lnTo>
                  <a:lnTo>
                    <a:pt x="870521" y="957656"/>
                  </a:lnTo>
                  <a:lnTo>
                    <a:pt x="869280" y="956005"/>
                  </a:lnTo>
                  <a:lnTo>
                    <a:pt x="867903" y="952779"/>
                  </a:lnTo>
                  <a:lnTo>
                    <a:pt x="865195" y="942659"/>
                  </a:lnTo>
                  <a:lnTo>
                    <a:pt x="865704" y="940103"/>
                  </a:lnTo>
                  <a:lnTo>
                    <a:pt x="872271" y="938711"/>
                  </a:lnTo>
                  <a:lnTo>
                    <a:pt x="872408" y="937836"/>
                  </a:lnTo>
                  <a:lnTo>
                    <a:pt x="867744" y="934191"/>
                  </a:lnTo>
                  <a:lnTo>
                    <a:pt x="862387" y="931505"/>
                  </a:lnTo>
                  <a:lnTo>
                    <a:pt x="859907" y="929390"/>
                  </a:lnTo>
                  <a:lnTo>
                    <a:pt x="860477" y="925350"/>
                  </a:lnTo>
                  <a:lnTo>
                    <a:pt x="860317" y="924330"/>
                  </a:lnTo>
                  <a:lnTo>
                    <a:pt x="869547" y="919697"/>
                  </a:lnTo>
                  <a:lnTo>
                    <a:pt x="876257" y="910513"/>
                  </a:lnTo>
                  <a:lnTo>
                    <a:pt x="880419" y="906762"/>
                  </a:lnTo>
                  <a:lnTo>
                    <a:pt x="880724" y="904944"/>
                  </a:lnTo>
                  <a:lnTo>
                    <a:pt x="884246" y="903049"/>
                  </a:lnTo>
                  <a:lnTo>
                    <a:pt x="892395" y="901908"/>
                  </a:lnTo>
                  <a:lnTo>
                    <a:pt x="892715" y="899336"/>
                  </a:lnTo>
                  <a:lnTo>
                    <a:pt x="877330" y="900812"/>
                  </a:lnTo>
                  <a:lnTo>
                    <a:pt x="856262" y="906055"/>
                  </a:lnTo>
                  <a:lnTo>
                    <a:pt x="849749" y="908626"/>
                  </a:lnTo>
                  <a:lnTo>
                    <a:pt x="844317" y="907127"/>
                  </a:lnTo>
                  <a:lnTo>
                    <a:pt x="821255" y="915200"/>
                  </a:lnTo>
                  <a:lnTo>
                    <a:pt x="820274" y="915200"/>
                  </a:lnTo>
                  <a:lnTo>
                    <a:pt x="817862" y="912644"/>
                  </a:lnTo>
                  <a:lnTo>
                    <a:pt x="815792" y="907843"/>
                  </a:lnTo>
                  <a:lnTo>
                    <a:pt x="817276" y="904487"/>
                  </a:lnTo>
                  <a:lnTo>
                    <a:pt x="824047" y="898096"/>
                  </a:lnTo>
                  <a:lnTo>
                    <a:pt x="827433" y="892466"/>
                  </a:lnTo>
                  <a:lnTo>
                    <a:pt x="827038" y="889422"/>
                  </a:lnTo>
                  <a:lnTo>
                    <a:pt x="829731" y="883990"/>
                  </a:lnTo>
                  <a:lnTo>
                    <a:pt x="834038" y="883221"/>
                  </a:lnTo>
                  <a:lnTo>
                    <a:pt x="841365" y="887687"/>
                  </a:lnTo>
                  <a:lnTo>
                    <a:pt x="845169" y="892108"/>
                  </a:lnTo>
                  <a:lnTo>
                    <a:pt x="848585" y="894170"/>
                  </a:lnTo>
                  <a:lnTo>
                    <a:pt x="851613" y="893759"/>
                  </a:lnTo>
                  <a:lnTo>
                    <a:pt x="854748" y="890678"/>
                  </a:lnTo>
                  <a:lnTo>
                    <a:pt x="853957" y="890328"/>
                  </a:lnTo>
                  <a:lnTo>
                    <a:pt x="848638" y="891964"/>
                  </a:lnTo>
                  <a:lnTo>
                    <a:pt x="848015" y="891484"/>
                  </a:lnTo>
                  <a:lnTo>
                    <a:pt x="845306" y="886546"/>
                  </a:lnTo>
                  <a:lnTo>
                    <a:pt x="844127" y="883389"/>
                  </a:lnTo>
                  <a:lnTo>
                    <a:pt x="843366" y="880224"/>
                  </a:lnTo>
                  <a:lnTo>
                    <a:pt x="843320" y="877987"/>
                  </a:lnTo>
                  <a:lnTo>
                    <a:pt x="844956" y="873726"/>
                  </a:lnTo>
                  <a:lnTo>
                    <a:pt x="838861" y="872318"/>
                  </a:lnTo>
                  <a:lnTo>
                    <a:pt x="836586" y="869358"/>
                  </a:lnTo>
                  <a:lnTo>
                    <a:pt x="835544" y="865661"/>
                  </a:lnTo>
                  <a:lnTo>
                    <a:pt x="835772" y="864055"/>
                  </a:lnTo>
                  <a:lnTo>
                    <a:pt x="837690" y="859711"/>
                  </a:lnTo>
                  <a:lnTo>
                    <a:pt x="842864" y="853700"/>
                  </a:lnTo>
                  <a:lnTo>
                    <a:pt x="842262" y="852034"/>
                  </a:lnTo>
                  <a:lnTo>
                    <a:pt x="834730" y="852171"/>
                  </a:lnTo>
                  <a:lnTo>
                    <a:pt x="833071" y="851387"/>
                  </a:lnTo>
                  <a:lnTo>
                    <a:pt x="829860" y="847628"/>
                  </a:lnTo>
                  <a:lnTo>
                    <a:pt x="830568" y="843451"/>
                  </a:lnTo>
                  <a:lnTo>
                    <a:pt x="833566" y="837311"/>
                  </a:lnTo>
                  <a:lnTo>
                    <a:pt x="835826" y="833674"/>
                  </a:lnTo>
                  <a:lnTo>
                    <a:pt x="837340" y="832556"/>
                  </a:lnTo>
                  <a:lnTo>
                    <a:pt x="839698" y="832579"/>
                  </a:lnTo>
                  <a:lnTo>
                    <a:pt x="845291" y="834960"/>
                  </a:lnTo>
                  <a:lnTo>
                    <a:pt x="846904" y="836269"/>
                  </a:lnTo>
                  <a:lnTo>
                    <a:pt x="851187" y="842188"/>
                  </a:lnTo>
                  <a:lnTo>
                    <a:pt x="852283" y="845559"/>
                  </a:lnTo>
                  <a:lnTo>
                    <a:pt x="852146" y="848793"/>
                  </a:lnTo>
                  <a:lnTo>
                    <a:pt x="852968" y="851166"/>
                  </a:lnTo>
                  <a:lnTo>
                    <a:pt x="856293" y="854621"/>
                  </a:lnTo>
                  <a:lnTo>
                    <a:pt x="870582" y="872349"/>
                  </a:lnTo>
                  <a:lnTo>
                    <a:pt x="873252" y="876511"/>
                  </a:lnTo>
                  <a:lnTo>
                    <a:pt x="875078" y="878344"/>
                  </a:lnTo>
                  <a:lnTo>
                    <a:pt x="878380" y="879691"/>
                  </a:lnTo>
                  <a:lnTo>
                    <a:pt x="880313" y="879409"/>
                  </a:lnTo>
                  <a:lnTo>
                    <a:pt x="881888" y="878169"/>
                  </a:lnTo>
                  <a:lnTo>
                    <a:pt x="882154" y="876564"/>
                  </a:lnTo>
                  <a:lnTo>
                    <a:pt x="875976" y="870408"/>
                  </a:lnTo>
                  <a:lnTo>
                    <a:pt x="874424" y="867122"/>
                  </a:lnTo>
                  <a:lnTo>
                    <a:pt x="873100" y="862625"/>
                  </a:lnTo>
                  <a:lnTo>
                    <a:pt x="873678" y="861172"/>
                  </a:lnTo>
                  <a:lnTo>
                    <a:pt x="875474" y="860670"/>
                  </a:lnTo>
                  <a:lnTo>
                    <a:pt x="879993" y="861263"/>
                  </a:lnTo>
                  <a:lnTo>
                    <a:pt x="885312" y="860046"/>
                  </a:lnTo>
                  <a:lnTo>
                    <a:pt x="879415" y="858143"/>
                  </a:lnTo>
                  <a:lnTo>
                    <a:pt x="875565" y="855617"/>
                  </a:lnTo>
                  <a:lnTo>
                    <a:pt x="871609" y="855496"/>
                  </a:lnTo>
                  <a:lnTo>
                    <a:pt x="866663" y="851433"/>
                  </a:lnTo>
                  <a:lnTo>
                    <a:pt x="866663" y="850162"/>
                  </a:lnTo>
                  <a:lnTo>
                    <a:pt x="867873" y="848861"/>
                  </a:lnTo>
                  <a:lnTo>
                    <a:pt x="874599" y="847050"/>
                  </a:lnTo>
                  <a:lnTo>
                    <a:pt x="875869" y="846274"/>
                  </a:lnTo>
                  <a:lnTo>
                    <a:pt x="875984" y="845140"/>
                  </a:lnTo>
                  <a:lnTo>
                    <a:pt x="873762" y="842401"/>
                  </a:lnTo>
                  <a:lnTo>
                    <a:pt x="871784" y="840910"/>
                  </a:lnTo>
                  <a:lnTo>
                    <a:pt x="861619" y="837585"/>
                  </a:lnTo>
                  <a:lnTo>
                    <a:pt x="858005" y="833857"/>
                  </a:lnTo>
                  <a:lnTo>
                    <a:pt x="856856" y="832077"/>
                  </a:lnTo>
                  <a:lnTo>
                    <a:pt x="856490" y="830349"/>
                  </a:lnTo>
                  <a:lnTo>
                    <a:pt x="857792" y="825921"/>
                  </a:lnTo>
                  <a:lnTo>
                    <a:pt x="863254" y="820352"/>
                  </a:lnTo>
                  <a:lnTo>
                    <a:pt x="867219" y="817681"/>
                  </a:lnTo>
                  <a:lnTo>
                    <a:pt x="874036" y="815726"/>
                  </a:lnTo>
                  <a:lnTo>
                    <a:pt x="879476" y="815962"/>
                  </a:lnTo>
                  <a:lnTo>
                    <a:pt x="882573" y="816715"/>
                  </a:lnTo>
                  <a:lnTo>
                    <a:pt x="889824" y="826165"/>
                  </a:lnTo>
                  <a:lnTo>
                    <a:pt x="893240" y="832343"/>
                  </a:lnTo>
                  <a:lnTo>
                    <a:pt x="899205" y="831262"/>
                  </a:lnTo>
                  <a:lnTo>
                    <a:pt x="897478" y="824765"/>
                  </a:lnTo>
                  <a:lnTo>
                    <a:pt x="896359" y="817597"/>
                  </a:lnTo>
                  <a:lnTo>
                    <a:pt x="898125" y="814957"/>
                  </a:lnTo>
                  <a:lnTo>
                    <a:pt x="903040" y="810263"/>
                  </a:lnTo>
                  <a:lnTo>
                    <a:pt x="906951" y="812720"/>
                  </a:lnTo>
                  <a:lnTo>
                    <a:pt x="912048" y="819058"/>
                  </a:lnTo>
                  <a:lnTo>
                    <a:pt x="913167" y="821212"/>
                  </a:lnTo>
                  <a:lnTo>
                    <a:pt x="918904" y="825107"/>
                  </a:lnTo>
                  <a:lnTo>
                    <a:pt x="922297" y="826401"/>
                  </a:lnTo>
                  <a:lnTo>
                    <a:pt x="924055" y="828478"/>
                  </a:lnTo>
                  <a:lnTo>
                    <a:pt x="924610" y="831164"/>
                  </a:lnTo>
                  <a:close/>
                  <a:moveTo>
                    <a:pt x="789619" y="820474"/>
                  </a:moveTo>
                  <a:lnTo>
                    <a:pt x="790676" y="820983"/>
                  </a:lnTo>
                  <a:lnTo>
                    <a:pt x="793933" y="819150"/>
                  </a:lnTo>
                  <a:lnTo>
                    <a:pt x="796033" y="818822"/>
                  </a:lnTo>
                  <a:lnTo>
                    <a:pt x="798376" y="822284"/>
                  </a:lnTo>
                  <a:lnTo>
                    <a:pt x="798985" y="824544"/>
                  </a:lnTo>
                  <a:lnTo>
                    <a:pt x="807408" y="830159"/>
                  </a:lnTo>
                  <a:lnTo>
                    <a:pt x="810375" y="832678"/>
                  </a:lnTo>
                  <a:lnTo>
                    <a:pt x="810755" y="834352"/>
                  </a:lnTo>
                  <a:lnTo>
                    <a:pt x="809698" y="836741"/>
                  </a:lnTo>
                  <a:lnTo>
                    <a:pt x="807210" y="839853"/>
                  </a:lnTo>
                  <a:lnTo>
                    <a:pt x="804821" y="841960"/>
                  </a:lnTo>
                  <a:lnTo>
                    <a:pt x="801389" y="843634"/>
                  </a:lnTo>
                  <a:lnTo>
                    <a:pt x="784338" y="843885"/>
                  </a:lnTo>
                  <a:lnTo>
                    <a:pt x="782482" y="843124"/>
                  </a:lnTo>
                  <a:lnTo>
                    <a:pt x="781409" y="840362"/>
                  </a:lnTo>
                  <a:lnTo>
                    <a:pt x="779302" y="830015"/>
                  </a:lnTo>
                  <a:lnTo>
                    <a:pt x="777803" y="824415"/>
                  </a:lnTo>
                  <a:lnTo>
                    <a:pt x="777240" y="820504"/>
                  </a:lnTo>
                  <a:lnTo>
                    <a:pt x="777612" y="818313"/>
                  </a:lnTo>
                  <a:lnTo>
                    <a:pt x="779431" y="816106"/>
                  </a:lnTo>
                  <a:lnTo>
                    <a:pt x="785738" y="812804"/>
                  </a:lnTo>
                  <a:lnTo>
                    <a:pt x="788531" y="812804"/>
                  </a:lnTo>
                  <a:lnTo>
                    <a:pt x="790281" y="813649"/>
                  </a:lnTo>
                  <a:lnTo>
                    <a:pt x="790996" y="815330"/>
                  </a:lnTo>
                  <a:lnTo>
                    <a:pt x="790775" y="817605"/>
                  </a:lnTo>
                  <a:lnTo>
                    <a:pt x="789619" y="820474"/>
                  </a:lnTo>
                  <a:close/>
                  <a:moveTo>
                    <a:pt x="827958" y="871694"/>
                  </a:moveTo>
                  <a:lnTo>
                    <a:pt x="832432" y="877104"/>
                  </a:lnTo>
                  <a:lnTo>
                    <a:pt x="832645" y="878344"/>
                  </a:lnTo>
                  <a:lnTo>
                    <a:pt x="831801" y="879371"/>
                  </a:lnTo>
                  <a:lnTo>
                    <a:pt x="826018" y="882225"/>
                  </a:lnTo>
                  <a:lnTo>
                    <a:pt x="823774" y="884500"/>
                  </a:lnTo>
                  <a:lnTo>
                    <a:pt x="821894" y="889803"/>
                  </a:lnTo>
                  <a:lnTo>
                    <a:pt x="820433" y="892253"/>
                  </a:lnTo>
                  <a:lnTo>
                    <a:pt x="812665" y="893714"/>
                  </a:lnTo>
                  <a:lnTo>
                    <a:pt x="804737" y="893645"/>
                  </a:lnTo>
                  <a:lnTo>
                    <a:pt x="806228" y="888532"/>
                  </a:lnTo>
                  <a:lnTo>
                    <a:pt x="810565" y="880147"/>
                  </a:lnTo>
                  <a:lnTo>
                    <a:pt x="807149" y="876663"/>
                  </a:lnTo>
                  <a:lnTo>
                    <a:pt x="795021" y="882468"/>
                  </a:lnTo>
                  <a:lnTo>
                    <a:pt x="790418" y="878900"/>
                  </a:lnTo>
                  <a:lnTo>
                    <a:pt x="794359" y="869739"/>
                  </a:lnTo>
                  <a:lnTo>
                    <a:pt x="790433" y="868894"/>
                  </a:lnTo>
                  <a:lnTo>
                    <a:pt x="784924" y="868856"/>
                  </a:lnTo>
                  <a:lnTo>
                    <a:pt x="781432" y="863401"/>
                  </a:lnTo>
                  <a:lnTo>
                    <a:pt x="782611" y="856820"/>
                  </a:lnTo>
                  <a:lnTo>
                    <a:pt x="789839" y="853175"/>
                  </a:lnTo>
                  <a:lnTo>
                    <a:pt x="799251" y="850018"/>
                  </a:lnTo>
                  <a:lnTo>
                    <a:pt x="809355" y="845224"/>
                  </a:lnTo>
                  <a:lnTo>
                    <a:pt x="817261" y="845627"/>
                  </a:lnTo>
                  <a:lnTo>
                    <a:pt x="820335" y="847910"/>
                  </a:lnTo>
                  <a:lnTo>
                    <a:pt x="821354" y="855557"/>
                  </a:lnTo>
                  <a:lnTo>
                    <a:pt x="822336" y="864596"/>
                  </a:lnTo>
                  <a:lnTo>
                    <a:pt x="823713" y="865364"/>
                  </a:lnTo>
                  <a:lnTo>
                    <a:pt x="827958" y="871694"/>
                  </a:lnTo>
                  <a:close/>
                  <a:moveTo>
                    <a:pt x="1322591" y="879531"/>
                  </a:moveTo>
                  <a:lnTo>
                    <a:pt x="1322835" y="884690"/>
                  </a:lnTo>
                  <a:lnTo>
                    <a:pt x="1321283" y="884454"/>
                  </a:lnTo>
                  <a:lnTo>
                    <a:pt x="1316345" y="887817"/>
                  </a:lnTo>
                  <a:lnTo>
                    <a:pt x="1312312" y="888296"/>
                  </a:lnTo>
                  <a:lnTo>
                    <a:pt x="1310296" y="886790"/>
                  </a:lnTo>
                  <a:lnTo>
                    <a:pt x="1309018" y="883267"/>
                  </a:lnTo>
                  <a:lnTo>
                    <a:pt x="1312168" y="876678"/>
                  </a:lnTo>
                  <a:lnTo>
                    <a:pt x="1315789" y="872052"/>
                  </a:lnTo>
                  <a:lnTo>
                    <a:pt x="1320134" y="864831"/>
                  </a:lnTo>
                  <a:lnTo>
                    <a:pt x="1323748" y="860068"/>
                  </a:lnTo>
                  <a:lnTo>
                    <a:pt x="1325528" y="861065"/>
                  </a:lnTo>
                  <a:lnTo>
                    <a:pt x="1327255" y="863591"/>
                  </a:lnTo>
                  <a:lnTo>
                    <a:pt x="1325095" y="870758"/>
                  </a:lnTo>
                  <a:lnTo>
                    <a:pt x="1322736" y="874312"/>
                  </a:lnTo>
                  <a:lnTo>
                    <a:pt x="1322591" y="879531"/>
                  </a:lnTo>
                  <a:close/>
                  <a:moveTo>
                    <a:pt x="484150" y="909555"/>
                  </a:moveTo>
                  <a:lnTo>
                    <a:pt x="478048" y="915048"/>
                  </a:lnTo>
                  <a:lnTo>
                    <a:pt x="473711" y="914477"/>
                  </a:lnTo>
                  <a:lnTo>
                    <a:pt x="467959" y="910437"/>
                  </a:lnTo>
                  <a:lnTo>
                    <a:pt x="463272" y="909068"/>
                  </a:lnTo>
                  <a:lnTo>
                    <a:pt x="461621" y="907721"/>
                  </a:lnTo>
                  <a:lnTo>
                    <a:pt x="461377" y="906321"/>
                  </a:lnTo>
                  <a:lnTo>
                    <a:pt x="462968" y="902425"/>
                  </a:lnTo>
                  <a:lnTo>
                    <a:pt x="464961" y="899313"/>
                  </a:lnTo>
                  <a:lnTo>
                    <a:pt x="469732" y="893173"/>
                  </a:lnTo>
                  <a:lnTo>
                    <a:pt x="477789" y="881243"/>
                  </a:lnTo>
                  <a:lnTo>
                    <a:pt x="483062" y="876708"/>
                  </a:lnTo>
                  <a:lnTo>
                    <a:pt x="488236" y="873490"/>
                  </a:lnTo>
                  <a:lnTo>
                    <a:pt x="493516" y="866277"/>
                  </a:lnTo>
                  <a:lnTo>
                    <a:pt x="496438" y="863043"/>
                  </a:lnTo>
                  <a:lnTo>
                    <a:pt x="498971" y="862808"/>
                  </a:lnTo>
                  <a:lnTo>
                    <a:pt x="501558" y="864200"/>
                  </a:lnTo>
                  <a:lnTo>
                    <a:pt x="501847" y="866171"/>
                  </a:lnTo>
                  <a:lnTo>
                    <a:pt x="499131" y="876001"/>
                  </a:lnTo>
                  <a:lnTo>
                    <a:pt x="497221" y="879942"/>
                  </a:lnTo>
                  <a:lnTo>
                    <a:pt x="493486" y="890054"/>
                  </a:lnTo>
                  <a:lnTo>
                    <a:pt x="486318" y="906854"/>
                  </a:lnTo>
                  <a:lnTo>
                    <a:pt x="484150" y="909555"/>
                  </a:lnTo>
                  <a:close/>
                  <a:moveTo>
                    <a:pt x="992395" y="894931"/>
                  </a:moveTo>
                  <a:lnTo>
                    <a:pt x="990310" y="894969"/>
                  </a:lnTo>
                  <a:lnTo>
                    <a:pt x="987594" y="893166"/>
                  </a:lnTo>
                  <a:lnTo>
                    <a:pt x="986825" y="891279"/>
                  </a:lnTo>
                  <a:lnTo>
                    <a:pt x="986239" y="888684"/>
                  </a:lnTo>
                  <a:lnTo>
                    <a:pt x="985836" y="885390"/>
                  </a:lnTo>
                  <a:lnTo>
                    <a:pt x="985273" y="882742"/>
                  </a:lnTo>
                  <a:lnTo>
                    <a:pt x="984543" y="880756"/>
                  </a:lnTo>
                  <a:lnTo>
                    <a:pt x="984390" y="879097"/>
                  </a:lnTo>
                  <a:lnTo>
                    <a:pt x="984817" y="877766"/>
                  </a:lnTo>
                  <a:lnTo>
                    <a:pt x="985707" y="877020"/>
                  </a:lnTo>
                  <a:lnTo>
                    <a:pt x="987738" y="876777"/>
                  </a:lnTo>
                  <a:lnTo>
                    <a:pt x="992159" y="873323"/>
                  </a:lnTo>
                  <a:lnTo>
                    <a:pt x="992996" y="873695"/>
                  </a:lnTo>
                  <a:lnTo>
                    <a:pt x="993582" y="875529"/>
                  </a:lnTo>
                  <a:lnTo>
                    <a:pt x="994183" y="880307"/>
                  </a:lnTo>
                  <a:lnTo>
                    <a:pt x="994814" y="883130"/>
                  </a:lnTo>
                  <a:lnTo>
                    <a:pt x="996557" y="888273"/>
                  </a:lnTo>
                  <a:lnTo>
                    <a:pt x="997325" y="891575"/>
                  </a:lnTo>
                  <a:lnTo>
                    <a:pt x="997165" y="892595"/>
                  </a:lnTo>
                  <a:lnTo>
                    <a:pt x="996617" y="893500"/>
                  </a:lnTo>
                  <a:lnTo>
                    <a:pt x="992395" y="894931"/>
                  </a:lnTo>
                  <a:close/>
                  <a:moveTo>
                    <a:pt x="425473" y="895288"/>
                  </a:moveTo>
                  <a:lnTo>
                    <a:pt x="423806" y="895692"/>
                  </a:lnTo>
                  <a:lnTo>
                    <a:pt x="421957" y="894718"/>
                  </a:lnTo>
                  <a:lnTo>
                    <a:pt x="422384" y="892496"/>
                  </a:lnTo>
                  <a:lnTo>
                    <a:pt x="426546" y="886402"/>
                  </a:lnTo>
                  <a:lnTo>
                    <a:pt x="426774" y="884659"/>
                  </a:lnTo>
                  <a:lnTo>
                    <a:pt x="426720" y="883229"/>
                  </a:lnTo>
                  <a:lnTo>
                    <a:pt x="426203" y="881555"/>
                  </a:lnTo>
                  <a:lnTo>
                    <a:pt x="427253" y="879409"/>
                  </a:lnTo>
                  <a:lnTo>
                    <a:pt x="428942" y="878527"/>
                  </a:lnTo>
                  <a:lnTo>
                    <a:pt x="429505" y="879364"/>
                  </a:lnTo>
                  <a:lnTo>
                    <a:pt x="429695" y="881235"/>
                  </a:lnTo>
                  <a:lnTo>
                    <a:pt x="429307" y="886668"/>
                  </a:lnTo>
                  <a:lnTo>
                    <a:pt x="428782" y="889293"/>
                  </a:lnTo>
                  <a:lnTo>
                    <a:pt x="428067" y="891530"/>
                  </a:lnTo>
                  <a:lnTo>
                    <a:pt x="426964" y="893531"/>
                  </a:lnTo>
                  <a:lnTo>
                    <a:pt x="425473" y="895288"/>
                  </a:lnTo>
                  <a:close/>
                  <a:moveTo>
                    <a:pt x="959252" y="915504"/>
                  </a:moveTo>
                  <a:lnTo>
                    <a:pt x="957593" y="918304"/>
                  </a:lnTo>
                  <a:lnTo>
                    <a:pt x="955881" y="918510"/>
                  </a:lnTo>
                  <a:lnTo>
                    <a:pt x="953576" y="915862"/>
                  </a:lnTo>
                  <a:lnTo>
                    <a:pt x="951073" y="916859"/>
                  </a:lnTo>
                  <a:lnTo>
                    <a:pt x="947649" y="922215"/>
                  </a:lnTo>
                  <a:lnTo>
                    <a:pt x="946431" y="925357"/>
                  </a:lnTo>
                  <a:lnTo>
                    <a:pt x="945495" y="926491"/>
                  </a:lnTo>
                  <a:lnTo>
                    <a:pt x="942627" y="927473"/>
                  </a:lnTo>
                  <a:lnTo>
                    <a:pt x="941387" y="926582"/>
                  </a:lnTo>
                  <a:lnTo>
                    <a:pt x="940223" y="923790"/>
                  </a:lnTo>
                  <a:lnTo>
                    <a:pt x="939127" y="919080"/>
                  </a:lnTo>
                  <a:lnTo>
                    <a:pt x="939934" y="915527"/>
                  </a:lnTo>
                  <a:lnTo>
                    <a:pt x="942635" y="913131"/>
                  </a:lnTo>
                  <a:lnTo>
                    <a:pt x="949749" y="909212"/>
                  </a:lnTo>
                  <a:lnTo>
                    <a:pt x="951788" y="907264"/>
                  </a:lnTo>
                  <a:lnTo>
                    <a:pt x="952008" y="905172"/>
                  </a:lnTo>
                  <a:lnTo>
                    <a:pt x="952435" y="903787"/>
                  </a:lnTo>
                  <a:lnTo>
                    <a:pt x="953066" y="903110"/>
                  </a:lnTo>
                  <a:lnTo>
                    <a:pt x="957814" y="906648"/>
                  </a:lnTo>
                  <a:lnTo>
                    <a:pt x="960066" y="909030"/>
                  </a:lnTo>
                  <a:lnTo>
                    <a:pt x="961770" y="911723"/>
                  </a:lnTo>
                  <a:lnTo>
                    <a:pt x="961588" y="912796"/>
                  </a:lnTo>
                  <a:lnTo>
                    <a:pt x="959252" y="915504"/>
                  </a:lnTo>
                  <a:close/>
                  <a:moveTo>
                    <a:pt x="1013402" y="955982"/>
                  </a:moveTo>
                  <a:lnTo>
                    <a:pt x="1014779" y="962244"/>
                  </a:lnTo>
                  <a:lnTo>
                    <a:pt x="1015030" y="964762"/>
                  </a:lnTo>
                  <a:lnTo>
                    <a:pt x="1015099" y="970065"/>
                  </a:lnTo>
                  <a:lnTo>
                    <a:pt x="1014513" y="976951"/>
                  </a:lnTo>
                  <a:lnTo>
                    <a:pt x="1014117" y="978214"/>
                  </a:lnTo>
                  <a:lnTo>
                    <a:pt x="1013554" y="978792"/>
                  </a:lnTo>
                  <a:lnTo>
                    <a:pt x="1013280" y="980558"/>
                  </a:lnTo>
                  <a:lnTo>
                    <a:pt x="1013303" y="983510"/>
                  </a:lnTo>
                  <a:lnTo>
                    <a:pt x="1012748" y="985305"/>
                  </a:lnTo>
                  <a:lnTo>
                    <a:pt x="1011614" y="985944"/>
                  </a:lnTo>
                  <a:lnTo>
                    <a:pt x="1003960" y="987291"/>
                  </a:lnTo>
                  <a:lnTo>
                    <a:pt x="999227" y="987032"/>
                  </a:lnTo>
                  <a:lnTo>
                    <a:pt x="992212" y="987892"/>
                  </a:lnTo>
                  <a:lnTo>
                    <a:pt x="988735" y="987459"/>
                  </a:lnTo>
                  <a:lnTo>
                    <a:pt x="986460" y="986013"/>
                  </a:lnTo>
                  <a:lnTo>
                    <a:pt x="983150" y="982794"/>
                  </a:lnTo>
                  <a:lnTo>
                    <a:pt x="976158" y="975155"/>
                  </a:lnTo>
                  <a:lnTo>
                    <a:pt x="972635" y="974889"/>
                  </a:lnTo>
                  <a:lnTo>
                    <a:pt x="963787" y="972196"/>
                  </a:lnTo>
                  <a:lnTo>
                    <a:pt x="958902" y="963842"/>
                  </a:lnTo>
                  <a:lnTo>
                    <a:pt x="957030" y="962343"/>
                  </a:lnTo>
                  <a:lnTo>
                    <a:pt x="955143" y="964846"/>
                  </a:lnTo>
                  <a:lnTo>
                    <a:pt x="954633" y="964283"/>
                  </a:lnTo>
                  <a:lnTo>
                    <a:pt x="954116" y="962594"/>
                  </a:lnTo>
                  <a:lnTo>
                    <a:pt x="953591" y="959779"/>
                  </a:lnTo>
                  <a:lnTo>
                    <a:pt x="952670" y="958333"/>
                  </a:lnTo>
                  <a:lnTo>
                    <a:pt x="948965" y="959086"/>
                  </a:lnTo>
                  <a:lnTo>
                    <a:pt x="948295" y="958135"/>
                  </a:lnTo>
                  <a:lnTo>
                    <a:pt x="948120" y="955662"/>
                  </a:lnTo>
                  <a:lnTo>
                    <a:pt x="948174" y="953509"/>
                  </a:lnTo>
                  <a:lnTo>
                    <a:pt x="948836" y="950123"/>
                  </a:lnTo>
                  <a:lnTo>
                    <a:pt x="952739" y="940742"/>
                  </a:lnTo>
                  <a:lnTo>
                    <a:pt x="954671" y="940080"/>
                  </a:lnTo>
                  <a:lnTo>
                    <a:pt x="957061" y="938338"/>
                  </a:lnTo>
                  <a:lnTo>
                    <a:pt x="958384" y="933232"/>
                  </a:lnTo>
                  <a:lnTo>
                    <a:pt x="958247" y="928393"/>
                  </a:lnTo>
                  <a:lnTo>
                    <a:pt x="961884" y="921150"/>
                  </a:lnTo>
                  <a:lnTo>
                    <a:pt x="964053" y="919004"/>
                  </a:lnTo>
                  <a:lnTo>
                    <a:pt x="967948" y="913922"/>
                  </a:lnTo>
                  <a:lnTo>
                    <a:pt x="981218" y="905940"/>
                  </a:lnTo>
                  <a:lnTo>
                    <a:pt x="984877" y="905240"/>
                  </a:lnTo>
                  <a:lnTo>
                    <a:pt x="989777" y="905842"/>
                  </a:lnTo>
                  <a:lnTo>
                    <a:pt x="994510" y="908390"/>
                  </a:lnTo>
                  <a:lnTo>
                    <a:pt x="998154" y="912613"/>
                  </a:lnTo>
                  <a:lnTo>
                    <a:pt x="1005580" y="922961"/>
                  </a:lnTo>
                  <a:lnTo>
                    <a:pt x="1008959" y="929177"/>
                  </a:lnTo>
                  <a:lnTo>
                    <a:pt x="1010754" y="935530"/>
                  </a:lnTo>
                  <a:lnTo>
                    <a:pt x="1012367" y="939167"/>
                  </a:lnTo>
                  <a:lnTo>
                    <a:pt x="1014368" y="946958"/>
                  </a:lnTo>
                  <a:lnTo>
                    <a:pt x="1013638" y="949994"/>
                  </a:lnTo>
                  <a:lnTo>
                    <a:pt x="1013204" y="954072"/>
                  </a:lnTo>
                  <a:lnTo>
                    <a:pt x="1013402" y="955982"/>
                  </a:lnTo>
                  <a:close/>
                  <a:moveTo>
                    <a:pt x="787542" y="955290"/>
                  </a:moveTo>
                  <a:lnTo>
                    <a:pt x="783509" y="955738"/>
                  </a:lnTo>
                  <a:lnTo>
                    <a:pt x="776555" y="953228"/>
                  </a:lnTo>
                  <a:lnTo>
                    <a:pt x="772416" y="948381"/>
                  </a:lnTo>
                  <a:lnTo>
                    <a:pt x="771153" y="946045"/>
                  </a:lnTo>
                  <a:lnTo>
                    <a:pt x="771275" y="944988"/>
                  </a:lnTo>
                  <a:lnTo>
                    <a:pt x="771990" y="943938"/>
                  </a:lnTo>
                  <a:lnTo>
                    <a:pt x="772986" y="940765"/>
                  </a:lnTo>
                  <a:lnTo>
                    <a:pt x="775353" y="931566"/>
                  </a:lnTo>
                  <a:lnTo>
                    <a:pt x="776243" y="929116"/>
                  </a:lnTo>
                  <a:lnTo>
                    <a:pt x="779971" y="923767"/>
                  </a:lnTo>
                  <a:lnTo>
                    <a:pt x="782703" y="922337"/>
                  </a:lnTo>
                  <a:lnTo>
                    <a:pt x="788500" y="922793"/>
                  </a:lnTo>
                  <a:lnTo>
                    <a:pt x="791863" y="925563"/>
                  </a:lnTo>
                  <a:lnTo>
                    <a:pt x="793271" y="927343"/>
                  </a:lnTo>
                  <a:lnTo>
                    <a:pt x="794275" y="929474"/>
                  </a:lnTo>
                  <a:lnTo>
                    <a:pt x="795264" y="934229"/>
                  </a:lnTo>
                  <a:lnTo>
                    <a:pt x="795508" y="937295"/>
                  </a:lnTo>
                  <a:lnTo>
                    <a:pt x="797197" y="940788"/>
                  </a:lnTo>
                  <a:lnTo>
                    <a:pt x="797699" y="942804"/>
                  </a:lnTo>
                  <a:lnTo>
                    <a:pt x="797729" y="944775"/>
                  </a:lnTo>
                  <a:lnTo>
                    <a:pt x="797258" y="946768"/>
                  </a:lnTo>
                  <a:lnTo>
                    <a:pt x="796291" y="948769"/>
                  </a:lnTo>
                  <a:lnTo>
                    <a:pt x="794070" y="951691"/>
                  </a:lnTo>
                  <a:lnTo>
                    <a:pt x="787542" y="955290"/>
                  </a:lnTo>
                  <a:close/>
                  <a:moveTo>
                    <a:pt x="975740" y="998430"/>
                  </a:moveTo>
                  <a:lnTo>
                    <a:pt x="974766" y="998833"/>
                  </a:lnTo>
                  <a:lnTo>
                    <a:pt x="972863" y="998377"/>
                  </a:lnTo>
                  <a:lnTo>
                    <a:pt x="965696" y="994801"/>
                  </a:lnTo>
                  <a:lnTo>
                    <a:pt x="964479" y="993332"/>
                  </a:lnTo>
                  <a:lnTo>
                    <a:pt x="964129" y="992252"/>
                  </a:lnTo>
                  <a:lnTo>
                    <a:pt x="965757" y="990951"/>
                  </a:lnTo>
                  <a:lnTo>
                    <a:pt x="966373" y="989566"/>
                  </a:lnTo>
                  <a:lnTo>
                    <a:pt x="968192" y="987877"/>
                  </a:lnTo>
                  <a:lnTo>
                    <a:pt x="971403" y="987885"/>
                  </a:lnTo>
                  <a:lnTo>
                    <a:pt x="974766" y="992001"/>
                  </a:lnTo>
                  <a:lnTo>
                    <a:pt x="976348" y="995699"/>
                  </a:lnTo>
                  <a:lnTo>
                    <a:pt x="976432" y="997327"/>
                  </a:lnTo>
                  <a:lnTo>
                    <a:pt x="975740" y="998430"/>
                  </a:lnTo>
                  <a:close/>
                  <a:moveTo>
                    <a:pt x="931990" y="996764"/>
                  </a:moveTo>
                  <a:lnTo>
                    <a:pt x="925569" y="1001603"/>
                  </a:lnTo>
                  <a:lnTo>
                    <a:pt x="924169" y="999724"/>
                  </a:lnTo>
                  <a:lnTo>
                    <a:pt x="923560" y="998019"/>
                  </a:lnTo>
                  <a:lnTo>
                    <a:pt x="928551" y="990654"/>
                  </a:lnTo>
                  <a:lnTo>
                    <a:pt x="930682" y="988714"/>
                  </a:lnTo>
                  <a:lnTo>
                    <a:pt x="932782" y="991012"/>
                  </a:lnTo>
                  <a:lnTo>
                    <a:pt x="933360" y="992754"/>
                  </a:lnTo>
                  <a:lnTo>
                    <a:pt x="933093" y="994093"/>
                  </a:lnTo>
                  <a:lnTo>
                    <a:pt x="931990" y="996764"/>
                  </a:lnTo>
                  <a:close/>
                  <a:moveTo>
                    <a:pt x="454081" y="1029427"/>
                  </a:moveTo>
                  <a:lnTo>
                    <a:pt x="454248" y="1029755"/>
                  </a:lnTo>
                  <a:lnTo>
                    <a:pt x="459742" y="1022504"/>
                  </a:lnTo>
                  <a:lnTo>
                    <a:pt x="463074" y="1022108"/>
                  </a:lnTo>
                  <a:lnTo>
                    <a:pt x="465402" y="1022755"/>
                  </a:lnTo>
                  <a:lnTo>
                    <a:pt x="466140" y="1023683"/>
                  </a:lnTo>
                  <a:lnTo>
                    <a:pt x="466605" y="1025113"/>
                  </a:lnTo>
                  <a:lnTo>
                    <a:pt x="466833" y="1028263"/>
                  </a:lnTo>
                  <a:lnTo>
                    <a:pt x="466985" y="1036024"/>
                  </a:lnTo>
                  <a:lnTo>
                    <a:pt x="467282" y="1036983"/>
                  </a:lnTo>
                  <a:lnTo>
                    <a:pt x="468043" y="1036541"/>
                  </a:lnTo>
                  <a:lnTo>
                    <a:pt x="469252" y="1034715"/>
                  </a:lnTo>
                  <a:lnTo>
                    <a:pt x="475271" y="1023226"/>
                  </a:lnTo>
                  <a:lnTo>
                    <a:pt x="477804" y="1020054"/>
                  </a:lnTo>
                  <a:lnTo>
                    <a:pt x="479539" y="1019103"/>
                  </a:lnTo>
                  <a:lnTo>
                    <a:pt x="486889" y="1017368"/>
                  </a:lnTo>
                  <a:lnTo>
                    <a:pt x="491880" y="1017421"/>
                  </a:lnTo>
                  <a:lnTo>
                    <a:pt x="497396" y="1018501"/>
                  </a:lnTo>
                  <a:lnTo>
                    <a:pt x="501513" y="1020122"/>
                  </a:lnTo>
                  <a:lnTo>
                    <a:pt x="508261" y="1024877"/>
                  </a:lnTo>
                  <a:lnTo>
                    <a:pt x="513565" y="1030325"/>
                  </a:lnTo>
                  <a:lnTo>
                    <a:pt x="518434" y="1036100"/>
                  </a:lnTo>
                  <a:lnTo>
                    <a:pt x="534762" y="1057571"/>
                  </a:lnTo>
                  <a:lnTo>
                    <a:pt x="541671" y="1063841"/>
                  </a:lnTo>
                  <a:lnTo>
                    <a:pt x="544311" y="1067387"/>
                  </a:lnTo>
                  <a:lnTo>
                    <a:pt x="545483" y="1069966"/>
                  </a:lnTo>
                  <a:lnTo>
                    <a:pt x="546510" y="1073192"/>
                  </a:lnTo>
                  <a:lnTo>
                    <a:pt x="546829" y="1076197"/>
                  </a:lnTo>
                  <a:lnTo>
                    <a:pt x="546426" y="1078990"/>
                  </a:lnTo>
                  <a:lnTo>
                    <a:pt x="545673" y="1080937"/>
                  </a:lnTo>
                  <a:lnTo>
                    <a:pt x="544014" y="1082588"/>
                  </a:lnTo>
                  <a:lnTo>
                    <a:pt x="534024" y="1089565"/>
                  </a:lnTo>
                  <a:lnTo>
                    <a:pt x="528767" y="1091696"/>
                  </a:lnTo>
                  <a:lnTo>
                    <a:pt x="523555" y="1094762"/>
                  </a:lnTo>
                  <a:lnTo>
                    <a:pt x="511107" y="1105528"/>
                  </a:lnTo>
                  <a:lnTo>
                    <a:pt x="502585" y="1110618"/>
                  </a:lnTo>
                  <a:lnTo>
                    <a:pt x="491507" y="1120494"/>
                  </a:lnTo>
                  <a:lnTo>
                    <a:pt x="470614" y="1136221"/>
                  </a:lnTo>
                  <a:lnTo>
                    <a:pt x="468126" y="1139363"/>
                  </a:lnTo>
                  <a:lnTo>
                    <a:pt x="466985" y="1141616"/>
                  </a:lnTo>
                  <a:lnTo>
                    <a:pt x="461088" y="1159229"/>
                  </a:lnTo>
                  <a:lnTo>
                    <a:pt x="458844" y="1163285"/>
                  </a:lnTo>
                  <a:lnTo>
                    <a:pt x="453411" y="1167409"/>
                  </a:lnTo>
                  <a:lnTo>
                    <a:pt x="446533" y="1168436"/>
                  </a:lnTo>
                  <a:lnTo>
                    <a:pt x="444608" y="1169585"/>
                  </a:lnTo>
                  <a:lnTo>
                    <a:pt x="444296" y="1175573"/>
                  </a:lnTo>
                  <a:lnTo>
                    <a:pt x="441831" y="1185456"/>
                  </a:lnTo>
                  <a:lnTo>
                    <a:pt x="440629" y="1192068"/>
                  </a:lnTo>
                  <a:lnTo>
                    <a:pt x="438985" y="1209606"/>
                  </a:lnTo>
                  <a:lnTo>
                    <a:pt x="438605" y="1211348"/>
                  </a:lnTo>
                  <a:lnTo>
                    <a:pt x="437350" y="1214566"/>
                  </a:lnTo>
                  <a:lnTo>
                    <a:pt x="435219" y="1218044"/>
                  </a:lnTo>
                  <a:lnTo>
                    <a:pt x="428577" y="1222046"/>
                  </a:lnTo>
                  <a:lnTo>
                    <a:pt x="423677" y="1224138"/>
                  </a:lnTo>
                  <a:lnTo>
                    <a:pt x="417012" y="1225873"/>
                  </a:lnTo>
                  <a:lnTo>
                    <a:pt x="415422" y="1224686"/>
                  </a:lnTo>
                  <a:lnTo>
                    <a:pt x="413816" y="1221954"/>
                  </a:lnTo>
                  <a:lnTo>
                    <a:pt x="412135" y="1221711"/>
                  </a:lnTo>
                  <a:lnTo>
                    <a:pt x="411100" y="1222145"/>
                  </a:lnTo>
                  <a:lnTo>
                    <a:pt x="402403" y="1234082"/>
                  </a:lnTo>
                  <a:lnTo>
                    <a:pt x="394011" y="1238883"/>
                  </a:lnTo>
                  <a:lnTo>
                    <a:pt x="390374" y="1243205"/>
                  </a:lnTo>
                  <a:lnTo>
                    <a:pt x="387810" y="1245229"/>
                  </a:lnTo>
                  <a:lnTo>
                    <a:pt x="385748" y="1245853"/>
                  </a:lnTo>
                  <a:lnTo>
                    <a:pt x="382355" y="1245472"/>
                  </a:lnTo>
                  <a:lnTo>
                    <a:pt x="379897" y="1243517"/>
                  </a:lnTo>
                  <a:lnTo>
                    <a:pt x="377676" y="1240496"/>
                  </a:lnTo>
                  <a:lnTo>
                    <a:pt x="376002" y="1237209"/>
                  </a:lnTo>
                  <a:lnTo>
                    <a:pt x="371695" y="1223590"/>
                  </a:lnTo>
                  <a:lnTo>
                    <a:pt x="369839" y="1218896"/>
                  </a:lnTo>
                  <a:lnTo>
                    <a:pt x="368264" y="1216545"/>
                  </a:lnTo>
                  <a:lnTo>
                    <a:pt x="364041" y="1208137"/>
                  </a:lnTo>
                  <a:lnTo>
                    <a:pt x="362877" y="1206441"/>
                  </a:lnTo>
                  <a:lnTo>
                    <a:pt x="346815" y="1195690"/>
                  </a:lnTo>
                  <a:lnTo>
                    <a:pt x="338994" y="1189618"/>
                  </a:lnTo>
                  <a:lnTo>
                    <a:pt x="337099" y="1187472"/>
                  </a:lnTo>
                  <a:lnTo>
                    <a:pt x="335349" y="1186217"/>
                  </a:lnTo>
                  <a:lnTo>
                    <a:pt x="325306" y="1187054"/>
                  </a:lnTo>
                  <a:lnTo>
                    <a:pt x="323974" y="1186727"/>
                  </a:lnTo>
                  <a:lnTo>
                    <a:pt x="323632" y="1185829"/>
                  </a:lnTo>
                  <a:lnTo>
                    <a:pt x="324819" y="1182626"/>
                  </a:lnTo>
                  <a:lnTo>
                    <a:pt x="325291" y="1180602"/>
                  </a:lnTo>
                  <a:lnTo>
                    <a:pt x="325450" y="1178616"/>
                  </a:lnTo>
                  <a:lnTo>
                    <a:pt x="325275" y="1175405"/>
                  </a:lnTo>
                  <a:lnTo>
                    <a:pt x="325405" y="1174819"/>
                  </a:lnTo>
                  <a:lnTo>
                    <a:pt x="329217" y="1171647"/>
                  </a:lnTo>
                  <a:lnTo>
                    <a:pt x="328600" y="1170985"/>
                  </a:lnTo>
                  <a:lnTo>
                    <a:pt x="328151" y="1169744"/>
                  </a:lnTo>
                  <a:lnTo>
                    <a:pt x="327878" y="1167911"/>
                  </a:lnTo>
                  <a:lnTo>
                    <a:pt x="328288" y="1166632"/>
                  </a:lnTo>
                  <a:lnTo>
                    <a:pt x="329399" y="1165894"/>
                  </a:lnTo>
                  <a:lnTo>
                    <a:pt x="330746" y="1162920"/>
                  </a:lnTo>
                  <a:lnTo>
                    <a:pt x="332329" y="1157685"/>
                  </a:lnTo>
                  <a:lnTo>
                    <a:pt x="333508" y="1154733"/>
                  </a:lnTo>
                  <a:lnTo>
                    <a:pt x="335144" y="1152831"/>
                  </a:lnTo>
                  <a:lnTo>
                    <a:pt x="338081" y="1147733"/>
                  </a:lnTo>
                  <a:lnTo>
                    <a:pt x="340181" y="1145671"/>
                  </a:lnTo>
                  <a:lnTo>
                    <a:pt x="341953" y="1143076"/>
                  </a:lnTo>
                  <a:lnTo>
                    <a:pt x="342007" y="1141905"/>
                  </a:lnTo>
                  <a:lnTo>
                    <a:pt x="341284" y="1141007"/>
                  </a:lnTo>
                  <a:lnTo>
                    <a:pt x="341033" y="1139021"/>
                  </a:lnTo>
                  <a:lnTo>
                    <a:pt x="341360" y="1132805"/>
                  </a:lnTo>
                  <a:lnTo>
                    <a:pt x="341345" y="1129594"/>
                  </a:lnTo>
                  <a:lnTo>
                    <a:pt x="341664" y="1126901"/>
                  </a:lnTo>
                  <a:lnTo>
                    <a:pt x="342319" y="1124732"/>
                  </a:lnTo>
                  <a:lnTo>
                    <a:pt x="343148" y="1123294"/>
                  </a:lnTo>
                  <a:lnTo>
                    <a:pt x="350589" y="1118744"/>
                  </a:lnTo>
                  <a:lnTo>
                    <a:pt x="350962" y="1117420"/>
                  </a:lnTo>
                  <a:lnTo>
                    <a:pt x="351053" y="1115899"/>
                  </a:lnTo>
                  <a:lnTo>
                    <a:pt x="350855" y="1114171"/>
                  </a:lnTo>
                  <a:lnTo>
                    <a:pt x="350475" y="1112962"/>
                  </a:lnTo>
                  <a:lnTo>
                    <a:pt x="349296" y="1111965"/>
                  </a:lnTo>
                  <a:lnTo>
                    <a:pt x="347310" y="1111691"/>
                  </a:lnTo>
                  <a:lnTo>
                    <a:pt x="345583" y="1109051"/>
                  </a:lnTo>
                  <a:lnTo>
                    <a:pt x="345172" y="1107773"/>
                  </a:lnTo>
                  <a:lnTo>
                    <a:pt x="345864" y="1104143"/>
                  </a:lnTo>
                  <a:lnTo>
                    <a:pt x="349220" y="1098338"/>
                  </a:lnTo>
                  <a:lnTo>
                    <a:pt x="350353" y="1095462"/>
                  </a:lnTo>
                  <a:lnTo>
                    <a:pt x="353975" y="1082413"/>
                  </a:lnTo>
                  <a:lnTo>
                    <a:pt x="360594" y="1074265"/>
                  </a:lnTo>
                  <a:lnTo>
                    <a:pt x="362390" y="1065439"/>
                  </a:lnTo>
                  <a:lnTo>
                    <a:pt x="367366" y="1056012"/>
                  </a:lnTo>
                  <a:lnTo>
                    <a:pt x="367358" y="1054703"/>
                  </a:lnTo>
                  <a:lnTo>
                    <a:pt x="365753" y="1051469"/>
                  </a:lnTo>
                  <a:lnTo>
                    <a:pt x="361165" y="1049225"/>
                  </a:lnTo>
                  <a:lnTo>
                    <a:pt x="358951" y="1045755"/>
                  </a:lnTo>
                  <a:lnTo>
                    <a:pt x="357475" y="1041799"/>
                  </a:lnTo>
                  <a:lnTo>
                    <a:pt x="350757" y="1018829"/>
                  </a:lnTo>
                  <a:lnTo>
                    <a:pt x="349608" y="1017101"/>
                  </a:lnTo>
                  <a:lnTo>
                    <a:pt x="349265" y="1014400"/>
                  </a:lnTo>
                  <a:lnTo>
                    <a:pt x="347896" y="1012612"/>
                  </a:lnTo>
                  <a:lnTo>
                    <a:pt x="348177" y="1010939"/>
                  </a:lnTo>
                  <a:lnTo>
                    <a:pt x="374396" y="1003961"/>
                  </a:lnTo>
                  <a:lnTo>
                    <a:pt x="392444" y="1001732"/>
                  </a:lnTo>
                  <a:lnTo>
                    <a:pt x="411138" y="995623"/>
                  </a:lnTo>
                  <a:lnTo>
                    <a:pt x="416342" y="995265"/>
                  </a:lnTo>
                  <a:lnTo>
                    <a:pt x="420375" y="996475"/>
                  </a:lnTo>
                  <a:lnTo>
                    <a:pt x="424354" y="999648"/>
                  </a:lnTo>
                  <a:lnTo>
                    <a:pt x="429627" y="1005187"/>
                  </a:lnTo>
                  <a:lnTo>
                    <a:pt x="436612" y="1010566"/>
                  </a:lnTo>
                  <a:lnTo>
                    <a:pt x="449660" y="1018395"/>
                  </a:lnTo>
                  <a:lnTo>
                    <a:pt x="457794" y="1020031"/>
                  </a:lnTo>
                  <a:lnTo>
                    <a:pt x="454530" y="1026232"/>
                  </a:lnTo>
                  <a:lnTo>
                    <a:pt x="454066" y="1028088"/>
                  </a:lnTo>
                  <a:lnTo>
                    <a:pt x="454081" y="1029427"/>
                  </a:lnTo>
                  <a:close/>
                  <a:moveTo>
                    <a:pt x="1021345" y="1025654"/>
                  </a:moveTo>
                  <a:lnTo>
                    <a:pt x="1029738" y="1029344"/>
                  </a:lnTo>
                  <a:lnTo>
                    <a:pt x="1033823" y="1031756"/>
                  </a:lnTo>
                  <a:lnTo>
                    <a:pt x="1035832" y="1033361"/>
                  </a:lnTo>
                  <a:lnTo>
                    <a:pt x="1039652" y="1038763"/>
                  </a:lnTo>
                  <a:lnTo>
                    <a:pt x="1041599" y="1040315"/>
                  </a:lnTo>
                  <a:lnTo>
                    <a:pt x="1049040" y="1037188"/>
                  </a:lnTo>
                  <a:lnTo>
                    <a:pt x="1054245" y="1036024"/>
                  </a:lnTo>
                  <a:lnTo>
                    <a:pt x="1065825" y="1037454"/>
                  </a:lnTo>
                  <a:lnTo>
                    <a:pt x="1075655" y="1041905"/>
                  </a:lnTo>
                  <a:lnTo>
                    <a:pt x="1079277" y="1045246"/>
                  </a:lnTo>
                  <a:lnTo>
                    <a:pt x="1081483" y="1048304"/>
                  </a:lnTo>
                  <a:lnTo>
                    <a:pt x="1080913" y="1051675"/>
                  </a:lnTo>
                  <a:lnTo>
                    <a:pt x="1079102" y="1057092"/>
                  </a:lnTo>
                  <a:lnTo>
                    <a:pt x="1076979" y="1062228"/>
                  </a:lnTo>
                  <a:lnTo>
                    <a:pt x="1072734" y="1070240"/>
                  </a:lnTo>
                  <a:lnTo>
                    <a:pt x="1069120" y="1074227"/>
                  </a:lnTo>
                  <a:lnTo>
                    <a:pt x="1068222" y="1076136"/>
                  </a:lnTo>
                  <a:lnTo>
                    <a:pt x="1067659" y="1078784"/>
                  </a:lnTo>
                  <a:lnTo>
                    <a:pt x="1066259" y="1082649"/>
                  </a:lnTo>
                  <a:lnTo>
                    <a:pt x="1062378" y="1090958"/>
                  </a:lnTo>
                  <a:lnTo>
                    <a:pt x="1061344" y="1092373"/>
                  </a:lnTo>
                  <a:lnTo>
                    <a:pt x="1055881" y="1095995"/>
                  </a:lnTo>
                  <a:lnTo>
                    <a:pt x="1057752" y="1097615"/>
                  </a:lnTo>
                  <a:lnTo>
                    <a:pt x="1058604" y="1099046"/>
                  </a:lnTo>
                  <a:lnTo>
                    <a:pt x="1057882" y="1102690"/>
                  </a:lnTo>
                  <a:lnTo>
                    <a:pt x="1054435" y="1111455"/>
                  </a:lnTo>
                  <a:lnTo>
                    <a:pt x="1050859" y="1119505"/>
                  </a:lnTo>
                  <a:lnTo>
                    <a:pt x="1048363" y="1124299"/>
                  </a:lnTo>
                  <a:lnTo>
                    <a:pt x="1043821" y="1131192"/>
                  </a:lnTo>
                  <a:lnTo>
                    <a:pt x="1041318" y="1133132"/>
                  </a:lnTo>
                  <a:lnTo>
                    <a:pt x="1037970" y="1133733"/>
                  </a:lnTo>
                  <a:lnTo>
                    <a:pt x="1017708" y="1127722"/>
                  </a:lnTo>
                  <a:lnTo>
                    <a:pt x="1012626" y="1127821"/>
                  </a:lnTo>
                  <a:lnTo>
                    <a:pt x="999121" y="1130964"/>
                  </a:lnTo>
                  <a:lnTo>
                    <a:pt x="1000391" y="1132501"/>
                  </a:lnTo>
                  <a:lnTo>
                    <a:pt x="1005337" y="1134821"/>
                  </a:lnTo>
                  <a:lnTo>
                    <a:pt x="1008525" y="1137347"/>
                  </a:lnTo>
                  <a:lnTo>
                    <a:pt x="1012763" y="1145169"/>
                  </a:lnTo>
                  <a:lnTo>
                    <a:pt x="1013311" y="1147117"/>
                  </a:lnTo>
                  <a:lnTo>
                    <a:pt x="1013577" y="1149376"/>
                  </a:lnTo>
                  <a:lnTo>
                    <a:pt x="1013417" y="1153797"/>
                  </a:lnTo>
                  <a:lnTo>
                    <a:pt x="1013128" y="1154915"/>
                  </a:lnTo>
                  <a:lnTo>
                    <a:pt x="1006394" y="1166769"/>
                  </a:lnTo>
                  <a:lnTo>
                    <a:pt x="1004218" y="1175329"/>
                  </a:lnTo>
                  <a:lnTo>
                    <a:pt x="1002826" y="1182352"/>
                  </a:lnTo>
                  <a:lnTo>
                    <a:pt x="1000559" y="1184277"/>
                  </a:lnTo>
                  <a:lnTo>
                    <a:pt x="993011" y="1181317"/>
                  </a:lnTo>
                  <a:lnTo>
                    <a:pt x="990576" y="1181408"/>
                  </a:lnTo>
                  <a:lnTo>
                    <a:pt x="982108" y="1183455"/>
                  </a:lnTo>
                  <a:lnTo>
                    <a:pt x="978159" y="1182443"/>
                  </a:lnTo>
                  <a:lnTo>
                    <a:pt x="978714" y="1171844"/>
                  </a:lnTo>
                  <a:lnTo>
                    <a:pt x="978159" y="1160302"/>
                  </a:lnTo>
                  <a:lnTo>
                    <a:pt x="976911" y="1149201"/>
                  </a:lnTo>
                  <a:lnTo>
                    <a:pt x="970573" y="1129198"/>
                  </a:lnTo>
                  <a:lnTo>
                    <a:pt x="969873" y="1125622"/>
                  </a:lnTo>
                  <a:lnTo>
                    <a:pt x="969402" y="1121757"/>
                  </a:lnTo>
                  <a:lnTo>
                    <a:pt x="969166" y="1117611"/>
                  </a:lnTo>
                  <a:lnTo>
                    <a:pt x="969189" y="1113418"/>
                  </a:lnTo>
                  <a:lnTo>
                    <a:pt x="969630" y="1104912"/>
                  </a:lnTo>
                  <a:lnTo>
                    <a:pt x="969683" y="1100575"/>
                  </a:lnTo>
                  <a:lnTo>
                    <a:pt x="969364" y="1089208"/>
                  </a:lnTo>
                  <a:lnTo>
                    <a:pt x="968511" y="1072005"/>
                  </a:lnTo>
                  <a:lnTo>
                    <a:pt x="968428" y="1065880"/>
                  </a:lnTo>
                  <a:lnTo>
                    <a:pt x="968489" y="1063430"/>
                  </a:lnTo>
                  <a:lnTo>
                    <a:pt x="968755" y="1061558"/>
                  </a:lnTo>
                  <a:lnTo>
                    <a:pt x="970109" y="1059070"/>
                  </a:lnTo>
                  <a:lnTo>
                    <a:pt x="972711" y="1057275"/>
                  </a:lnTo>
                  <a:lnTo>
                    <a:pt x="974043" y="1057001"/>
                  </a:lnTo>
                  <a:lnTo>
                    <a:pt x="982367" y="1062289"/>
                  </a:lnTo>
                  <a:lnTo>
                    <a:pt x="986194" y="1064046"/>
                  </a:lnTo>
                  <a:lnTo>
                    <a:pt x="988743" y="1063970"/>
                  </a:lnTo>
                  <a:lnTo>
                    <a:pt x="988879" y="1063369"/>
                  </a:lnTo>
                  <a:lnTo>
                    <a:pt x="986612" y="1062258"/>
                  </a:lnTo>
                  <a:lnTo>
                    <a:pt x="984482" y="1059983"/>
                  </a:lnTo>
                  <a:lnTo>
                    <a:pt x="981012" y="1053189"/>
                  </a:lnTo>
                  <a:lnTo>
                    <a:pt x="979422" y="1047346"/>
                  </a:lnTo>
                  <a:lnTo>
                    <a:pt x="979102" y="1045405"/>
                  </a:lnTo>
                  <a:lnTo>
                    <a:pt x="979026" y="1043374"/>
                  </a:lnTo>
                  <a:lnTo>
                    <a:pt x="979186" y="1041251"/>
                  </a:lnTo>
                  <a:lnTo>
                    <a:pt x="979688" y="1039341"/>
                  </a:lnTo>
                  <a:lnTo>
                    <a:pt x="981431" y="1036336"/>
                  </a:lnTo>
                  <a:lnTo>
                    <a:pt x="982846" y="1034974"/>
                  </a:lnTo>
                  <a:lnTo>
                    <a:pt x="988065" y="1031512"/>
                  </a:lnTo>
                  <a:lnTo>
                    <a:pt x="993331" y="1029397"/>
                  </a:lnTo>
                  <a:lnTo>
                    <a:pt x="1004941" y="1027959"/>
                  </a:lnTo>
                  <a:lnTo>
                    <a:pt x="1008236" y="1028994"/>
                  </a:lnTo>
                  <a:lnTo>
                    <a:pt x="1013265" y="1025182"/>
                  </a:lnTo>
                  <a:lnTo>
                    <a:pt x="1016232" y="1024269"/>
                  </a:lnTo>
                  <a:lnTo>
                    <a:pt x="1021345" y="1025654"/>
                  </a:lnTo>
                  <a:close/>
                  <a:moveTo>
                    <a:pt x="912451" y="1048319"/>
                  </a:moveTo>
                  <a:lnTo>
                    <a:pt x="906304" y="1049940"/>
                  </a:lnTo>
                  <a:lnTo>
                    <a:pt x="903466" y="1049248"/>
                  </a:lnTo>
                  <a:lnTo>
                    <a:pt x="901967" y="1051363"/>
                  </a:lnTo>
                  <a:lnTo>
                    <a:pt x="900787" y="1052261"/>
                  </a:lnTo>
                  <a:lnTo>
                    <a:pt x="897432" y="1052649"/>
                  </a:lnTo>
                  <a:lnTo>
                    <a:pt x="890508" y="1048829"/>
                  </a:lnTo>
                  <a:lnTo>
                    <a:pt x="888644" y="1047498"/>
                  </a:lnTo>
                  <a:lnTo>
                    <a:pt x="887967" y="1046257"/>
                  </a:lnTo>
                  <a:lnTo>
                    <a:pt x="888249" y="1045070"/>
                  </a:lnTo>
                  <a:lnTo>
                    <a:pt x="889489" y="1043929"/>
                  </a:lnTo>
                  <a:lnTo>
                    <a:pt x="894800" y="1042187"/>
                  </a:lnTo>
                  <a:lnTo>
                    <a:pt x="896770" y="1040901"/>
                  </a:lnTo>
                  <a:lnTo>
                    <a:pt x="897577" y="1039105"/>
                  </a:lnTo>
                  <a:lnTo>
                    <a:pt x="898908" y="1037660"/>
                  </a:lnTo>
                  <a:lnTo>
                    <a:pt x="900750" y="1036564"/>
                  </a:lnTo>
                  <a:lnTo>
                    <a:pt x="905725" y="1035514"/>
                  </a:lnTo>
                  <a:lnTo>
                    <a:pt x="916918" y="1030059"/>
                  </a:lnTo>
                  <a:lnTo>
                    <a:pt x="922480" y="1029283"/>
                  </a:lnTo>
                  <a:lnTo>
                    <a:pt x="924663" y="1029747"/>
                  </a:lnTo>
                  <a:lnTo>
                    <a:pt x="925318" y="1031193"/>
                  </a:lnTo>
                  <a:lnTo>
                    <a:pt x="925493" y="1032631"/>
                  </a:lnTo>
                  <a:lnTo>
                    <a:pt x="925188" y="1034069"/>
                  </a:lnTo>
                  <a:lnTo>
                    <a:pt x="923446" y="1037759"/>
                  </a:lnTo>
                  <a:lnTo>
                    <a:pt x="921178" y="1040620"/>
                  </a:lnTo>
                  <a:lnTo>
                    <a:pt x="915076" y="1046760"/>
                  </a:lnTo>
                  <a:lnTo>
                    <a:pt x="912451" y="1048319"/>
                  </a:lnTo>
                  <a:close/>
                  <a:moveTo>
                    <a:pt x="875474" y="1042362"/>
                  </a:moveTo>
                  <a:lnTo>
                    <a:pt x="893499" y="1058796"/>
                  </a:lnTo>
                  <a:lnTo>
                    <a:pt x="896025" y="1057450"/>
                  </a:lnTo>
                  <a:lnTo>
                    <a:pt x="901472" y="1056590"/>
                  </a:lnTo>
                  <a:lnTo>
                    <a:pt x="907133" y="1054186"/>
                  </a:lnTo>
                  <a:lnTo>
                    <a:pt x="914985" y="1052185"/>
                  </a:lnTo>
                  <a:lnTo>
                    <a:pt x="919771" y="1048540"/>
                  </a:lnTo>
                  <a:lnTo>
                    <a:pt x="921810" y="1047498"/>
                  </a:lnTo>
                  <a:lnTo>
                    <a:pt x="925272" y="1046851"/>
                  </a:lnTo>
                  <a:lnTo>
                    <a:pt x="927159" y="1046866"/>
                  </a:lnTo>
                  <a:lnTo>
                    <a:pt x="932599" y="1048837"/>
                  </a:lnTo>
                  <a:lnTo>
                    <a:pt x="934783" y="1050222"/>
                  </a:lnTo>
                  <a:lnTo>
                    <a:pt x="935939" y="1051675"/>
                  </a:lnTo>
                  <a:lnTo>
                    <a:pt x="937195" y="1054315"/>
                  </a:lnTo>
                  <a:lnTo>
                    <a:pt x="939340" y="1060729"/>
                  </a:lnTo>
                  <a:lnTo>
                    <a:pt x="939660" y="1063110"/>
                  </a:lnTo>
                  <a:lnTo>
                    <a:pt x="939546" y="1063750"/>
                  </a:lnTo>
                  <a:lnTo>
                    <a:pt x="937567" y="1067676"/>
                  </a:lnTo>
                  <a:lnTo>
                    <a:pt x="936243" y="1069380"/>
                  </a:lnTo>
                  <a:lnTo>
                    <a:pt x="933520" y="1071001"/>
                  </a:lnTo>
                  <a:lnTo>
                    <a:pt x="931153" y="1071495"/>
                  </a:lnTo>
                  <a:lnTo>
                    <a:pt x="929122" y="1074325"/>
                  </a:lnTo>
                  <a:lnTo>
                    <a:pt x="926832" y="1073572"/>
                  </a:lnTo>
                  <a:lnTo>
                    <a:pt x="926215" y="1076152"/>
                  </a:lnTo>
                  <a:lnTo>
                    <a:pt x="926459" y="1077727"/>
                  </a:lnTo>
                  <a:lnTo>
                    <a:pt x="927075" y="1078495"/>
                  </a:lnTo>
                  <a:lnTo>
                    <a:pt x="928224" y="1078312"/>
                  </a:lnTo>
                  <a:lnTo>
                    <a:pt x="929540" y="1077217"/>
                  </a:lnTo>
                  <a:lnTo>
                    <a:pt x="932097" y="1077765"/>
                  </a:lnTo>
                  <a:lnTo>
                    <a:pt x="933444" y="1079454"/>
                  </a:lnTo>
                  <a:lnTo>
                    <a:pt x="934653" y="1082238"/>
                  </a:lnTo>
                  <a:lnTo>
                    <a:pt x="933755" y="1084810"/>
                  </a:lnTo>
                  <a:lnTo>
                    <a:pt x="929236" y="1088363"/>
                  </a:lnTo>
                  <a:lnTo>
                    <a:pt x="922579" y="1092365"/>
                  </a:lnTo>
                  <a:lnTo>
                    <a:pt x="914468" y="1104889"/>
                  </a:lnTo>
                  <a:lnTo>
                    <a:pt x="910199" y="1110101"/>
                  </a:lnTo>
                  <a:lnTo>
                    <a:pt x="909317" y="1111722"/>
                  </a:lnTo>
                  <a:lnTo>
                    <a:pt x="908883" y="1113350"/>
                  </a:lnTo>
                  <a:lnTo>
                    <a:pt x="909012" y="1116424"/>
                  </a:lnTo>
                  <a:lnTo>
                    <a:pt x="909203" y="1117664"/>
                  </a:lnTo>
                  <a:lnTo>
                    <a:pt x="910382" y="1118158"/>
                  </a:lnTo>
                  <a:lnTo>
                    <a:pt x="914346" y="1113867"/>
                  </a:lnTo>
                  <a:lnTo>
                    <a:pt x="916903" y="1111866"/>
                  </a:lnTo>
                  <a:lnTo>
                    <a:pt x="919497" y="1110763"/>
                  </a:lnTo>
                  <a:lnTo>
                    <a:pt x="924077" y="1110687"/>
                  </a:lnTo>
                  <a:lnTo>
                    <a:pt x="925972" y="1111349"/>
                  </a:lnTo>
                  <a:lnTo>
                    <a:pt x="929403" y="1113928"/>
                  </a:lnTo>
                  <a:lnTo>
                    <a:pt x="932546" y="1117892"/>
                  </a:lnTo>
                  <a:lnTo>
                    <a:pt x="933246" y="1119330"/>
                  </a:lnTo>
                  <a:lnTo>
                    <a:pt x="932941" y="1120776"/>
                  </a:lnTo>
                  <a:lnTo>
                    <a:pt x="931640" y="1122221"/>
                  </a:lnTo>
                  <a:lnTo>
                    <a:pt x="931496" y="1123172"/>
                  </a:lnTo>
                  <a:lnTo>
                    <a:pt x="934493" y="1125166"/>
                  </a:lnTo>
                  <a:lnTo>
                    <a:pt x="937796" y="1130553"/>
                  </a:lnTo>
                  <a:lnTo>
                    <a:pt x="938009" y="1133809"/>
                  </a:lnTo>
                  <a:lnTo>
                    <a:pt x="936571" y="1137020"/>
                  </a:lnTo>
                  <a:lnTo>
                    <a:pt x="936175" y="1139166"/>
                  </a:lnTo>
                  <a:lnTo>
                    <a:pt x="936829" y="1140254"/>
                  </a:lnTo>
                  <a:lnTo>
                    <a:pt x="938458" y="1139599"/>
                  </a:lnTo>
                  <a:lnTo>
                    <a:pt x="942361" y="1136000"/>
                  </a:lnTo>
                  <a:lnTo>
                    <a:pt x="946584" y="1134121"/>
                  </a:lnTo>
                  <a:lnTo>
                    <a:pt x="948280" y="1134327"/>
                  </a:lnTo>
                  <a:lnTo>
                    <a:pt x="949345" y="1135156"/>
                  </a:lnTo>
                  <a:lnTo>
                    <a:pt x="950472" y="1140086"/>
                  </a:lnTo>
                  <a:lnTo>
                    <a:pt x="951407" y="1145610"/>
                  </a:lnTo>
                  <a:lnTo>
                    <a:pt x="951521" y="1150236"/>
                  </a:lnTo>
                  <a:lnTo>
                    <a:pt x="950821" y="1153980"/>
                  </a:lnTo>
                  <a:lnTo>
                    <a:pt x="949817" y="1156894"/>
                  </a:lnTo>
                  <a:lnTo>
                    <a:pt x="947283" y="1160492"/>
                  </a:lnTo>
                  <a:lnTo>
                    <a:pt x="944993" y="1161862"/>
                  </a:lnTo>
                  <a:lnTo>
                    <a:pt x="943799" y="1161877"/>
                  </a:lnTo>
                  <a:lnTo>
                    <a:pt x="943920" y="1162486"/>
                  </a:lnTo>
                  <a:lnTo>
                    <a:pt x="946637" y="1165468"/>
                  </a:lnTo>
                  <a:lnTo>
                    <a:pt x="947770" y="1167850"/>
                  </a:lnTo>
                  <a:lnTo>
                    <a:pt x="948250" y="1170140"/>
                  </a:lnTo>
                  <a:lnTo>
                    <a:pt x="948090" y="1172347"/>
                  </a:lnTo>
                  <a:lnTo>
                    <a:pt x="947717" y="1174226"/>
                  </a:lnTo>
                  <a:lnTo>
                    <a:pt x="944552" y="1181165"/>
                  </a:lnTo>
                  <a:lnTo>
                    <a:pt x="944719" y="1182154"/>
                  </a:lnTo>
                  <a:lnTo>
                    <a:pt x="945594" y="1182603"/>
                  </a:lnTo>
                  <a:lnTo>
                    <a:pt x="947580" y="1186575"/>
                  </a:lnTo>
                  <a:lnTo>
                    <a:pt x="947816" y="1195766"/>
                  </a:lnTo>
                  <a:lnTo>
                    <a:pt x="940702" y="1198634"/>
                  </a:lnTo>
                  <a:lnTo>
                    <a:pt x="939028" y="1200757"/>
                  </a:lnTo>
                  <a:lnTo>
                    <a:pt x="937065" y="1204158"/>
                  </a:lnTo>
                  <a:lnTo>
                    <a:pt x="934813" y="1206692"/>
                  </a:lnTo>
                  <a:lnTo>
                    <a:pt x="929708" y="1209355"/>
                  </a:lnTo>
                  <a:lnTo>
                    <a:pt x="927121" y="1209659"/>
                  </a:lnTo>
                  <a:lnTo>
                    <a:pt x="914331" y="1207437"/>
                  </a:lnTo>
                  <a:lnTo>
                    <a:pt x="913037" y="1206144"/>
                  </a:lnTo>
                  <a:lnTo>
                    <a:pt x="912139" y="1203831"/>
                  </a:lnTo>
                  <a:lnTo>
                    <a:pt x="911645" y="1200498"/>
                  </a:lnTo>
                  <a:lnTo>
                    <a:pt x="911508" y="1197866"/>
                  </a:lnTo>
                  <a:lnTo>
                    <a:pt x="911736" y="1195948"/>
                  </a:lnTo>
                  <a:lnTo>
                    <a:pt x="911668" y="1194830"/>
                  </a:lnTo>
                  <a:lnTo>
                    <a:pt x="911310" y="1194503"/>
                  </a:lnTo>
                  <a:lnTo>
                    <a:pt x="909887" y="1196428"/>
                  </a:lnTo>
                  <a:lnTo>
                    <a:pt x="908404" y="1199912"/>
                  </a:lnTo>
                  <a:lnTo>
                    <a:pt x="909218" y="1203770"/>
                  </a:lnTo>
                  <a:lnTo>
                    <a:pt x="913258" y="1214445"/>
                  </a:lnTo>
                  <a:lnTo>
                    <a:pt x="914034" y="1219010"/>
                  </a:lnTo>
                  <a:lnTo>
                    <a:pt x="914148" y="1220942"/>
                  </a:lnTo>
                  <a:lnTo>
                    <a:pt x="913966" y="1222388"/>
                  </a:lnTo>
                  <a:lnTo>
                    <a:pt x="909400" y="1228543"/>
                  </a:lnTo>
                  <a:lnTo>
                    <a:pt x="906760" y="1230621"/>
                  </a:lnTo>
                  <a:lnTo>
                    <a:pt x="904052" y="1231655"/>
                  </a:lnTo>
                  <a:lnTo>
                    <a:pt x="901472" y="1230879"/>
                  </a:lnTo>
                  <a:lnTo>
                    <a:pt x="899022" y="1228307"/>
                  </a:lnTo>
                  <a:lnTo>
                    <a:pt x="897151" y="1227159"/>
                  </a:lnTo>
                  <a:lnTo>
                    <a:pt x="893285" y="1227318"/>
                  </a:lnTo>
                  <a:lnTo>
                    <a:pt x="892076" y="1225987"/>
                  </a:lnTo>
                  <a:lnTo>
                    <a:pt x="890957" y="1223507"/>
                  </a:lnTo>
                  <a:lnTo>
                    <a:pt x="888241" y="1214566"/>
                  </a:lnTo>
                  <a:lnTo>
                    <a:pt x="884444" y="1208190"/>
                  </a:lnTo>
                  <a:lnTo>
                    <a:pt x="881173" y="1201008"/>
                  </a:lnTo>
                  <a:lnTo>
                    <a:pt x="872856" y="1190447"/>
                  </a:lnTo>
                  <a:lnTo>
                    <a:pt x="868550" y="1184087"/>
                  </a:lnTo>
                  <a:lnTo>
                    <a:pt x="862813" y="1173785"/>
                  </a:lnTo>
                  <a:lnTo>
                    <a:pt x="860416" y="1171441"/>
                  </a:lnTo>
                  <a:lnTo>
                    <a:pt x="858423" y="1170498"/>
                  </a:lnTo>
                  <a:lnTo>
                    <a:pt x="854505" y="1169752"/>
                  </a:lnTo>
                  <a:lnTo>
                    <a:pt x="853599" y="1168459"/>
                  </a:lnTo>
                  <a:lnTo>
                    <a:pt x="852169" y="1164921"/>
                  </a:lnTo>
                  <a:lnTo>
                    <a:pt x="849704" y="1162258"/>
                  </a:lnTo>
                  <a:lnTo>
                    <a:pt x="848806" y="1161923"/>
                  </a:lnTo>
                  <a:lnTo>
                    <a:pt x="847353" y="1162554"/>
                  </a:lnTo>
                  <a:lnTo>
                    <a:pt x="843518" y="1165012"/>
                  </a:lnTo>
                  <a:lnTo>
                    <a:pt x="838702" y="1162410"/>
                  </a:lnTo>
                  <a:lnTo>
                    <a:pt x="837621" y="1160576"/>
                  </a:lnTo>
                  <a:lnTo>
                    <a:pt x="836982" y="1157472"/>
                  </a:lnTo>
                  <a:lnTo>
                    <a:pt x="836373" y="1155760"/>
                  </a:lnTo>
                  <a:lnTo>
                    <a:pt x="834745" y="1154223"/>
                  </a:lnTo>
                  <a:lnTo>
                    <a:pt x="833368" y="1150320"/>
                  </a:lnTo>
                  <a:lnTo>
                    <a:pt x="824215" y="1142597"/>
                  </a:lnTo>
                  <a:lnTo>
                    <a:pt x="818775" y="1133672"/>
                  </a:lnTo>
                  <a:lnTo>
                    <a:pt x="817672" y="1130431"/>
                  </a:lnTo>
                  <a:lnTo>
                    <a:pt x="817565" y="1129107"/>
                  </a:lnTo>
                  <a:lnTo>
                    <a:pt x="818120" y="1124778"/>
                  </a:lnTo>
                  <a:lnTo>
                    <a:pt x="819383" y="1119855"/>
                  </a:lnTo>
                  <a:lnTo>
                    <a:pt x="821035" y="1114940"/>
                  </a:lnTo>
                  <a:lnTo>
                    <a:pt x="822046" y="1112924"/>
                  </a:lnTo>
                  <a:lnTo>
                    <a:pt x="825630" y="1108663"/>
                  </a:lnTo>
                  <a:lnTo>
                    <a:pt x="828453" y="1107697"/>
                  </a:lnTo>
                  <a:lnTo>
                    <a:pt x="832394" y="1108237"/>
                  </a:lnTo>
                  <a:lnTo>
                    <a:pt x="834464" y="1109188"/>
                  </a:lnTo>
                  <a:lnTo>
                    <a:pt x="836328" y="1112041"/>
                  </a:lnTo>
                  <a:lnTo>
                    <a:pt x="837119" y="1115320"/>
                  </a:lnTo>
                  <a:lnTo>
                    <a:pt x="838055" y="1117527"/>
                  </a:lnTo>
                  <a:lnTo>
                    <a:pt x="840977" y="1119939"/>
                  </a:lnTo>
                  <a:lnTo>
                    <a:pt x="842559" y="1121871"/>
                  </a:lnTo>
                  <a:lnTo>
                    <a:pt x="844887" y="1126360"/>
                  </a:lnTo>
                  <a:lnTo>
                    <a:pt x="846683" y="1131747"/>
                  </a:lnTo>
                  <a:lnTo>
                    <a:pt x="848334" y="1133520"/>
                  </a:lnTo>
                  <a:lnTo>
                    <a:pt x="852298" y="1134121"/>
                  </a:lnTo>
                  <a:lnTo>
                    <a:pt x="856392" y="1133208"/>
                  </a:lnTo>
                  <a:lnTo>
                    <a:pt x="865172" y="1129822"/>
                  </a:lnTo>
                  <a:lnTo>
                    <a:pt x="865529" y="1129396"/>
                  </a:lnTo>
                  <a:lnTo>
                    <a:pt x="866070" y="1127380"/>
                  </a:lnTo>
                  <a:lnTo>
                    <a:pt x="867074" y="1115031"/>
                  </a:lnTo>
                  <a:lnTo>
                    <a:pt x="867675" y="1114978"/>
                  </a:lnTo>
                  <a:lnTo>
                    <a:pt x="870658" y="1120707"/>
                  </a:lnTo>
                  <a:lnTo>
                    <a:pt x="871502" y="1121339"/>
                  </a:lnTo>
                  <a:lnTo>
                    <a:pt x="872788" y="1120144"/>
                  </a:lnTo>
                  <a:lnTo>
                    <a:pt x="873549" y="1117367"/>
                  </a:lnTo>
                  <a:lnTo>
                    <a:pt x="873458" y="1116043"/>
                  </a:lnTo>
                  <a:lnTo>
                    <a:pt x="871586" y="1109310"/>
                  </a:lnTo>
                  <a:lnTo>
                    <a:pt x="870475" y="1106373"/>
                  </a:lnTo>
                  <a:lnTo>
                    <a:pt x="869486" y="1104547"/>
                  </a:lnTo>
                  <a:lnTo>
                    <a:pt x="868383" y="1103946"/>
                  </a:lnTo>
                  <a:lnTo>
                    <a:pt x="865994" y="1104531"/>
                  </a:lnTo>
                  <a:lnTo>
                    <a:pt x="864175" y="1103230"/>
                  </a:lnTo>
                  <a:lnTo>
                    <a:pt x="863772" y="1101359"/>
                  </a:lnTo>
                  <a:lnTo>
                    <a:pt x="864069" y="1098833"/>
                  </a:lnTo>
                  <a:lnTo>
                    <a:pt x="865073" y="1096170"/>
                  </a:lnTo>
                  <a:lnTo>
                    <a:pt x="866153" y="1094640"/>
                  </a:lnTo>
                  <a:lnTo>
                    <a:pt x="868246" y="1093849"/>
                  </a:lnTo>
                  <a:lnTo>
                    <a:pt x="870696" y="1094625"/>
                  </a:lnTo>
                  <a:lnTo>
                    <a:pt x="874089" y="1097851"/>
                  </a:lnTo>
                  <a:lnTo>
                    <a:pt x="876235" y="1098566"/>
                  </a:lnTo>
                  <a:lnTo>
                    <a:pt x="879248" y="1097646"/>
                  </a:lnTo>
                  <a:lnTo>
                    <a:pt x="875390" y="1095751"/>
                  </a:lnTo>
                  <a:lnTo>
                    <a:pt x="870003" y="1088280"/>
                  </a:lnTo>
                  <a:lnTo>
                    <a:pt x="867698" y="1086872"/>
                  </a:lnTo>
                  <a:lnTo>
                    <a:pt x="864883" y="1090090"/>
                  </a:lnTo>
                  <a:lnTo>
                    <a:pt x="862981" y="1091300"/>
                  </a:lnTo>
                  <a:lnTo>
                    <a:pt x="859389" y="1092868"/>
                  </a:lnTo>
                  <a:lnTo>
                    <a:pt x="856529" y="1093096"/>
                  </a:lnTo>
                  <a:lnTo>
                    <a:pt x="844537" y="1081500"/>
                  </a:lnTo>
                  <a:lnTo>
                    <a:pt x="843875" y="1080390"/>
                  </a:lnTo>
                  <a:lnTo>
                    <a:pt x="842993" y="1077354"/>
                  </a:lnTo>
                  <a:lnTo>
                    <a:pt x="843099" y="1075954"/>
                  </a:lnTo>
                  <a:lnTo>
                    <a:pt x="844279" y="1073785"/>
                  </a:lnTo>
                  <a:lnTo>
                    <a:pt x="847269" y="1070909"/>
                  </a:lnTo>
                  <a:lnTo>
                    <a:pt x="851712" y="1069106"/>
                  </a:lnTo>
                  <a:lnTo>
                    <a:pt x="854687" y="1068817"/>
                  </a:lnTo>
                  <a:lnTo>
                    <a:pt x="857282" y="1070962"/>
                  </a:lnTo>
                  <a:lnTo>
                    <a:pt x="861071" y="1076760"/>
                  </a:lnTo>
                  <a:lnTo>
                    <a:pt x="864388" y="1080131"/>
                  </a:lnTo>
                  <a:lnTo>
                    <a:pt x="864662" y="1078913"/>
                  </a:lnTo>
                  <a:lnTo>
                    <a:pt x="864076" y="1075588"/>
                  </a:lnTo>
                  <a:lnTo>
                    <a:pt x="862562" y="1070643"/>
                  </a:lnTo>
                  <a:lnTo>
                    <a:pt x="861474" y="1069289"/>
                  </a:lnTo>
                  <a:lnTo>
                    <a:pt x="858811" y="1067805"/>
                  </a:lnTo>
                  <a:lnTo>
                    <a:pt x="856346" y="1064389"/>
                  </a:lnTo>
                  <a:lnTo>
                    <a:pt x="855189" y="1061855"/>
                  </a:lnTo>
                  <a:lnTo>
                    <a:pt x="854573" y="1059139"/>
                  </a:lnTo>
                  <a:lnTo>
                    <a:pt x="854497" y="1056232"/>
                  </a:lnTo>
                  <a:lnTo>
                    <a:pt x="854969" y="1054239"/>
                  </a:lnTo>
                  <a:lnTo>
                    <a:pt x="855988" y="1053166"/>
                  </a:lnTo>
                  <a:lnTo>
                    <a:pt x="865202" y="1050244"/>
                  </a:lnTo>
                  <a:lnTo>
                    <a:pt x="871639" y="1053478"/>
                  </a:lnTo>
                  <a:lnTo>
                    <a:pt x="875725" y="1053950"/>
                  </a:lnTo>
                  <a:lnTo>
                    <a:pt x="877422" y="1049978"/>
                  </a:lnTo>
                  <a:lnTo>
                    <a:pt x="876828" y="1049202"/>
                  </a:lnTo>
                  <a:lnTo>
                    <a:pt x="874682" y="1050229"/>
                  </a:lnTo>
                  <a:lnTo>
                    <a:pt x="872255" y="1050206"/>
                  </a:lnTo>
                  <a:lnTo>
                    <a:pt x="870741" y="1048023"/>
                  </a:lnTo>
                  <a:lnTo>
                    <a:pt x="870696" y="1046744"/>
                  </a:lnTo>
                  <a:lnTo>
                    <a:pt x="872590" y="1043686"/>
                  </a:lnTo>
                  <a:lnTo>
                    <a:pt x="875474" y="1042362"/>
                  </a:lnTo>
                  <a:close/>
                  <a:moveTo>
                    <a:pt x="1161883" y="1250890"/>
                  </a:moveTo>
                  <a:lnTo>
                    <a:pt x="1162728" y="1252328"/>
                  </a:lnTo>
                  <a:lnTo>
                    <a:pt x="1167605" y="1250494"/>
                  </a:lnTo>
                  <a:lnTo>
                    <a:pt x="1171751" y="1248379"/>
                  </a:lnTo>
                  <a:lnTo>
                    <a:pt x="1178211" y="1243327"/>
                  </a:lnTo>
                  <a:lnTo>
                    <a:pt x="1182069" y="1241569"/>
                  </a:lnTo>
                  <a:lnTo>
                    <a:pt x="1193794" y="1241600"/>
                  </a:lnTo>
                  <a:lnTo>
                    <a:pt x="1195787" y="1242551"/>
                  </a:lnTo>
                  <a:lnTo>
                    <a:pt x="1194904" y="1245571"/>
                  </a:lnTo>
                  <a:lnTo>
                    <a:pt x="1194417" y="1246423"/>
                  </a:lnTo>
                  <a:lnTo>
                    <a:pt x="1194805" y="1247732"/>
                  </a:lnTo>
                  <a:lnTo>
                    <a:pt x="1196068" y="1249497"/>
                  </a:lnTo>
                  <a:lnTo>
                    <a:pt x="1198595" y="1251460"/>
                  </a:lnTo>
                  <a:lnTo>
                    <a:pt x="1199591" y="1249703"/>
                  </a:lnTo>
                  <a:lnTo>
                    <a:pt x="1200322" y="1245450"/>
                  </a:lnTo>
                  <a:lnTo>
                    <a:pt x="1202049" y="1227851"/>
                  </a:lnTo>
                  <a:lnTo>
                    <a:pt x="1202779" y="1222495"/>
                  </a:lnTo>
                  <a:lnTo>
                    <a:pt x="1203129" y="1217404"/>
                  </a:lnTo>
                  <a:lnTo>
                    <a:pt x="1203091" y="1212581"/>
                  </a:lnTo>
                  <a:lnTo>
                    <a:pt x="1202247" y="1209514"/>
                  </a:lnTo>
                  <a:lnTo>
                    <a:pt x="1199241" y="1207673"/>
                  </a:lnTo>
                  <a:lnTo>
                    <a:pt x="1195140" y="1207977"/>
                  </a:lnTo>
                  <a:lnTo>
                    <a:pt x="1193033" y="1207498"/>
                  </a:lnTo>
                  <a:lnTo>
                    <a:pt x="1190484" y="1206547"/>
                  </a:lnTo>
                  <a:lnTo>
                    <a:pt x="1188589" y="1205056"/>
                  </a:lnTo>
                  <a:lnTo>
                    <a:pt x="1187357" y="1203032"/>
                  </a:lnTo>
                  <a:lnTo>
                    <a:pt x="1184907" y="1196930"/>
                  </a:lnTo>
                  <a:lnTo>
                    <a:pt x="1183104" y="1193514"/>
                  </a:lnTo>
                  <a:lnTo>
                    <a:pt x="1178470" y="1187328"/>
                  </a:lnTo>
                  <a:lnTo>
                    <a:pt x="1176370" y="1185258"/>
                  </a:lnTo>
                  <a:lnTo>
                    <a:pt x="1177428" y="1182808"/>
                  </a:lnTo>
                  <a:lnTo>
                    <a:pt x="1181643" y="1179978"/>
                  </a:lnTo>
                  <a:lnTo>
                    <a:pt x="1184184" y="1177292"/>
                  </a:lnTo>
                  <a:lnTo>
                    <a:pt x="1187174" y="1169394"/>
                  </a:lnTo>
                  <a:lnTo>
                    <a:pt x="1188970" y="1168116"/>
                  </a:lnTo>
                  <a:lnTo>
                    <a:pt x="1195445" y="1169166"/>
                  </a:lnTo>
                  <a:lnTo>
                    <a:pt x="1204202" y="1175352"/>
                  </a:lnTo>
                  <a:lnTo>
                    <a:pt x="1209688" y="1180686"/>
                  </a:lnTo>
                  <a:lnTo>
                    <a:pt x="1211133" y="1181256"/>
                  </a:lnTo>
                  <a:lnTo>
                    <a:pt x="1211164" y="1180290"/>
                  </a:lnTo>
                  <a:lnTo>
                    <a:pt x="1209771" y="1177794"/>
                  </a:lnTo>
                  <a:lnTo>
                    <a:pt x="1203456" y="1171175"/>
                  </a:lnTo>
                  <a:lnTo>
                    <a:pt x="1200588" y="1166336"/>
                  </a:lnTo>
                  <a:lnTo>
                    <a:pt x="1199211" y="1162874"/>
                  </a:lnTo>
                  <a:lnTo>
                    <a:pt x="1199865" y="1161367"/>
                  </a:lnTo>
                  <a:lnTo>
                    <a:pt x="1203418" y="1159830"/>
                  </a:lnTo>
                  <a:lnTo>
                    <a:pt x="1203883" y="1158058"/>
                  </a:lnTo>
                  <a:lnTo>
                    <a:pt x="1199051" y="1155965"/>
                  </a:lnTo>
                  <a:lnTo>
                    <a:pt x="1196601" y="1156011"/>
                  </a:lnTo>
                  <a:lnTo>
                    <a:pt x="1194623" y="1157510"/>
                  </a:lnTo>
                  <a:lnTo>
                    <a:pt x="1192492" y="1157609"/>
                  </a:lnTo>
                  <a:lnTo>
                    <a:pt x="1188551" y="1154885"/>
                  </a:lnTo>
                  <a:lnTo>
                    <a:pt x="1187478" y="1153295"/>
                  </a:lnTo>
                  <a:lnTo>
                    <a:pt x="1185203" y="1148570"/>
                  </a:lnTo>
                  <a:lnTo>
                    <a:pt x="1184009" y="1144446"/>
                  </a:lnTo>
                  <a:lnTo>
                    <a:pt x="1182685" y="1141882"/>
                  </a:lnTo>
                  <a:lnTo>
                    <a:pt x="1182206" y="1139835"/>
                  </a:lnTo>
                  <a:lnTo>
                    <a:pt x="1181947" y="1133459"/>
                  </a:lnTo>
                  <a:lnTo>
                    <a:pt x="1182061" y="1129693"/>
                  </a:lnTo>
                  <a:lnTo>
                    <a:pt x="1182594" y="1126467"/>
                  </a:lnTo>
                  <a:lnTo>
                    <a:pt x="1183552" y="1123774"/>
                  </a:lnTo>
                  <a:lnTo>
                    <a:pt x="1186109" y="1118782"/>
                  </a:lnTo>
                  <a:lnTo>
                    <a:pt x="1187547" y="1117344"/>
                  </a:lnTo>
                  <a:lnTo>
                    <a:pt x="1190225" y="1116690"/>
                  </a:lnTo>
                  <a:lnTo>
                    <a:pt x="1196046" y="1119170"/>
                  </a:lnTo>
                  <a:lnTo>
                    <a:pt x="1211696" y="1128088"/>
                  </a:lnTo>
                  <a:lnTo>
                    <a:pt x="1211324" y="1125227"/>
                  </a:lnTo>
                  <a:lnTo>
                    <a:pt x="1193816" y="1113152"/>
                  </a:lnTo>
                  <a:lnTo>
                    <a:pt x="1187631" y="1110025"/>
                  </a:lnTo>
                  <a:lnTo>
                    <a:pt x="1186116" y="1105619"/>
                  </a:lnTo>
                  <a:lnTo>
                    <a:pt x="1195437" y="1088614"/>
                  </a:lnTo>
                  <a:lnTo>
                    <a:pt x="1204027" y="1084589"/>
                  </a:lnTo>
                  <a:lnTo>
                    <a:pt x="1208303" y="1079583"/>
                  </a:lnTo>
                  <a:lnTo>
                    <a:pt x="1215288" y="1079362"/>
                  </a:lnTo>
                  <a:lnTo>
                    <a:pt x="1221846" y="1082543"/>
                  </a:lnTo>
                  <a:lnTo>
                    <a:pt x="1221960" y="1081675"/>
                  </a:lnTo>
                  <a:lnTo>
                    <a:pt x="1219001" y="1075687"/>
                  </a:lnTo>
                  <a:lnTo>
                    <a:pt x="1219229" y="1074189"/>
                  </a:lnTo>
                  <a:lnTo>
                    <a:pt x="1222950" y="1070605"/>
                  </a:lnTo>
                  <a:lnTo>
                    <a:pt x="1229767" y="1066382"/>
                  </a:lnTo>
                  <a:lnTo>
                    <a:pt x="1238091" y="1063019"/>
                  </a:lnTo>
                  <a:lnTo>
                    <a:pt x="1239742" y="1061269"/>
                  </a:lnTo>
                  <a:lnTo>
                    <a:pt x="1241872" y="1060029"/>
                  </a:lnTo>
                  <a:lnTo>
                    <a:pt x="1245798" y="1058949"/>
                  </a:lnTo>
                  <a:lnTo>
                    <a:pt x="1255552" y="1058431"/>
                  </a:lnTo>
                  <a:lnTo>
                    <a:pt x="1261030" y="1058933"/>
                  </a:lnTo>
                  <a:lnTo>
                    <a:pt x="1268312" y="1061505"/>
                  </a:lnTo>
                  <a:lnTo>
                    <a:pt x="1272565" y="1066169"/>
                  </a:lnTo>
                  <a:lnTo>
                    <a:pt x="1273889" y="1068954"/>
                  </a:lnTo>
                  <a:lnTo>
                    <a:pt x="1276149" y="1077848"/>
                  </a:lnTo>
                  <a:lnTo>
                    <a:pt x="1277998" y="1090212"/>
                  </a:lnTo>
                  <a:lnTo>
                    <a:pt x="1280699" y="1095317"/>
                  </a:lnTo>
                  <a:lnTo>
                    <a:pt x="1285043" y="1098133"/>
                  </a:lnTo>
                  <a:lnTo>
                    <a:pt x="1288048" y="1101184"/>
                  </a:lnTo>
                  <a:lnTo>
                    <a:pt x="1289707" y="1104471"/>
                  </a:lnTo>
                  <a:lnTo>
                    <a:pt x="1290148" y="1108594"/>
                  </a:lnTo>
                  <a:lnTo>
                    <a:pt x="1289372" y="1113548"/>
                  </a:lnTo>
                  <a:lnTo>
                    <a:pt x="1289958" y="1118607"/>
                  </a:lnTo>
                  <a:lnTo>
                    <a:pt x="1291898" y="1123766"/>
                  </a:lnTo>
                  <a:lnTo>
                    <a:pt x="1293397" y="1126680"/>
                  </a:lnTo>
                  <a:lnTo>
                    <a:pt x="1296677" y="1130005"/>
                  </a:lnTo>
                  <a:lnTo>
                    <a:pt x="1296730" y="1131778"/>
                  </a:lnTo>
                  <a:lnTo>
                    <a:pt x="1295703" y="1133802"/>
                  </a:lnTo>
                  <a:lnTo>
                    <a:pt x="1293534" y="1136564"/>
                  </a:lnTo>
                  <a:lnTo>
                    <a:pt x="1288178" y="1145154"/>
                  </a:lnTo>
                  <a:lnTo>
                    <a:pt x="1281269" y="1154542"/>
                  </a:lnTo>
                  <a:lnTo>
                    <a:pt x="1276346" y="1162615"/>
                  </a:lnTo>
                  <a:lnTo>
                    <a:pt x="1276103" y="1164989"/>
                  </a:lnTo>
                  <a:lnTo>
                    <a:pt x="1286352" y="1152359"/>
                  </a:lnTo>
                  <a:lnTo>
                    <a:pt x="1289540" y="1152808"/>
                  </a:lnTo>
                  <a:lnTo>
                    <a:pt x="1289684" y="1154581"/>
                  </a:lnTo>
                  <a:lnTo>
                    <a:pt x="1287600" y="1160751"/>
                  </a:lnTo>
                  <a:lnTo>
                    <a:pt x="1285058" y="1166229"/>
                  </a:lnTo>
                  <a:lnTo>
                    <a:pt x="1282502" y="1169729"/>
                  </a:lnTo>
                  <a:lnTo>
                    <a:pt x="1282974" y="1171045"/>
                  </a:lnTo>
                  <a:lnTo>
                    <a:pt x="1287843" y="1177155"/>
                  </a:lnTo>
                  <a:lnTo>
                    <a:pt x="1286945" y="1178159"/>
                  </a:lnTo>
                  <a:lnTo>
                    <a:pt x="1284594" y="1177665"/>
                  </a:lnTo>
                  <a:lnTo>
                    <a:pt x="1283636" y="1178213"/>
                  </a:lnTo>
                  <a:lnTo>
                    <a:pt x="1282936" y="1179324"/>
                  </a:lnTo>
                  <a:lnTo>
                    <a:pt x="1282502" y="1180990"/>
                  </a:lnTo>
                  <a:lnTo>
                    <a:pt x="1282471" y="1183333"/>
                  </a:lnTo>
                  <a:lnTo>
                    <a:pt x="1282852" y="1186346"/>
                  </a:lnTo>
                  <a:lnTo>
                    <a:pt x="1282814" y="1188591"/>
                  </a:lnTo>
                  <a:lnTo>
                    <a:pt x="1282357" y="1190075"/>
                  </a:lnTo>
                  <a:lnTo>
                    <a:pt x="1282844" y="1190691"/>
                  </a:lnTo>
                  <a:lnTo>
                    <a:pt x="1284275" y="1190432"/>
                  </a:lnTo>
                  <a:lnTo>
                    <a:pt x="1285477" y="1189207"/>
                  </a:lnTo>
                  <a:lnTo>
                    <a:pt x="1287539" y="1185144"/>
                  </a:lnTo>
                  <a:lnTo>
                    <a:pt x="1294356" y="1174013"/>
                  </a:lnTo>
                  <a:lnTo>
                    <a:pt x="1298716" y="1169828"/>
                  </a:lnTo>
                  <a:lnTo>
                    <a:pt x="1300123" y="1169463"/>
                  </a:lnTo>
                  <a:lnTo>
                    <a:pt x="1304133" y="1172187"/>
                  </a:lnTo>
                  <a:lnTo>
                    <a:pt x="1305069" y="1172027"/>
                  </a:lnTo>
                  <a:lnTo>
                    <a:pt x="1300656" y="1163376"/>
                  </a:lnTo>
                  <a:lnTo>
                    <a:pt x="1300275" y="1161177"/>
                  </a:lnTo>
                  <a:lnTo>
                    <a:pt x="1301173" y="1157928"/>
                  </a:lnTo>
                  <a:lnTo>
                    <a:pt x="1301713" y="1156810"/>
                  </a:lnTo>
                  <a:lnTo>
                    <a:pt x="1304171" y="1154413"/>
                  </a:lnTo>
                  <a:lnTo>
                    <a:pt x="1306210" y="1153135"/>
                  </a:lnTo>
                  <a:lnTo>
                    <a:pt x="1307351" y="1153668"/>
                  </a:lnTo>
                  <a:lnTo>
                    <a:pt x="1309155" y="1158103"/>
                  </a:lnTo>
                  <a:lnTo>
                    <a:pt x="1309992" y="1161185"/>
                  </a:lnTo>
                  <a:lnTo>
                    <a:pt x="1311490" y="1162417"/>
                  </a:lnTo>
                  <a:lnTo>
                    <a:pt x="1314823" y="1160827"/>
                  </a:lnTo>
                  <a:lnTo>
                    <a:pt x="1317045" y="1157053"/>
                  </a:lnTo>
                  <a:lnTo>
                    <a:pt x="1319799" y="1159526"/>
                  </a:lnTo>
                  <a:lnTo>
                    <a:pt x="1323946" y="1165408"/>
                  </a:lnTo>
                  <a:lnTo>
                    <a:pt x="1323565" y="1171266"/>
                  </a:lnTo>
                  <a:lnTo>
                    <a:pt x="1323565" y="1177109"/>
                  </a:lnTo>
                  <a:lnTo>
                    <a:pt x="1323778" y="1181370"/>
                  </a:lnTo>
                  <a:lnTo>
                    <a:pt x="1328732" y="1189139"/>
                  </a:lnTo>
                  <a:lnTo>
                    <a:pt x="1332178" y="1192532"/>
                  </a:lnTo>
                  <a:lnTo>
                    <a:pt x="1332810" y="1192555"/>
                  </a:lnTo>
                  <a:lnTo>
                    <a:pt x="1332734" y="1191398"/>
                  </a:lnTo>
                  <a:lnTo>
                    <a:pt x="1332011" y="1188827"/>
                  </a:lnTo>
                  <a:lnTo>
                    <a:pt x="1330116" y="1186247"/>
                  </a:lnTo>
                  <a:lnTo>
                    <a:pt x="1328412" y="1182253"/>
                  </a:lnTo>
                  <a:lnTo>
                    <a:pt x="1326875" y="1177361"/>
                  </a:lnTo>
                  <a:lnTo>
                    <a:pt x="1327788" y="1165879"/>
                  </a:lnTo>
                  <a:lnTo>
                    <a:pt x="1330367" y="1159846"/>
                  </a:lnTo>
                  <a:lnTo>
                    <a:pt x="1332863" y="1161398"/>
                  </a:lnTo>
                  <a:lnTo>
                    <a:pt x="1336150" y="1164883"/>
                  </a:lnTo>
                  <a:lnTo>
                    <a:pt x="1338737" y="1165202"/>
                  </a:lnTo>
                  <a:lnTo>
                    <a:pt x="1342815" y="1164837"/>
                  </a:lnTo>
                  <a:lnTo>
                    <a:pt x="1351154" y="1171852"/>
                  </a:lnTo>
                  <a:lnTo>
                    <a:pt x="1355628" y="1172004"/>
                  </a:lnTo>
                  <a:lnTo>
                    <a:pt x="1355217" y="1169143"/>
                  </a:lnTo>
                  <a:lnTo>
                    <a:pt x="1351823" y="1167766"/>
                  </a:lnTo>
                  <a:lnTo>
                    <a:pt x="1346878" y="1163886"/>
                  </a:lnTo>
                  <a:lnTo>
                    <a:pt x="1339170" y="1159252"/>
                  </a:lnTo>
                  <a:lnTo>
                    <a:pt x="1335625" y="1153934"/>
                  </a:lnTo>
                  <a:lnTo>
                    <a:pt x="1334963" y="1151423"/>
                  </a:lnTo>
                  <a:lnTo>
                    <a:pt x="1335062" y="1148722"/>
                  </a:lnTo>
                  <a:lnTo>
                    <a:pt x="1335503" y="1146333"/>
                  </a:lnTo>
                  <a:lnTo>
                    <a:pt x="1336279" y="1144256"/>
                  </a:lnTo>
                  <a:lnTo>
                    <a:pt x="1337824" y="1142209"/>
                  </a:lnTo>
                  <a:lnTo>
                    <a:pt x="1345280" y="1135962"/>
                  </a:lnTo>
                  <a:lnTo>
                    <a:pt x="1350576" y="1133292"/>
                  </a:lnTo>
                  <a:lnTo>
                    <a:pt x="1354555" y="1132424"/>
                  </a:lnTo>
                  <a:lnTo>
                    <a:pt x="1361205" y="1132493"/>
                  </a:lnTo>
                  <a:lnTo>
                    <a:pt x="1368935" y="1133589"/>
                  </a:lnTo>
                  <a:lnTo>
                    <a:pt x="1373112" y="1135430"/>
                  </a:lnTo>
                  <a:lnTo>
                    <a:pt x="1377906" y="1139850"/>
                  </a:lnTo>
                  <a:lnTo>
                    <a:pt x="1383985" y="1144210"/>
                  </a:lnTo>
                  <a:lnTo>
                    <a:pt x="1386153" y="1144986"/>
                  </a:lnTo>
                  <a:lnTo>
                    <a:pt x="1388687" y="1144887"/>
                  </a:lnTo>
                  <a:lnTo>
                    <a:pt x="1391578" y="1143906"/>
                  </a:lnTo>
                  <a:lnTo>
                    <a:pt x="1394333" y="1144263"/>
                  </a:lnTo>
                  <a:lnTo>
                    <a:pt x="1403090" y="1150708"/>
                  </a:lnTo>
                  <a:lnTo>
                    <a:pt x="1405403" y="1154010"/>
                  </a:lnTo>
                  <a:lnTo>
                    <a:pt x="1406811" y="1157997"/>
                  </a:lnTo>
                  <a:lnTo>
                    <a:pt x="1407853" y="1161862"/>
                  </a:lnTo>
                  <a:lnTo>
                    <a:pt x="1408522" y="1165598"/>
                  </a:lnTo>
                  <a:lnTo>
                    <a:pt x="1408249" y="1168618"/>
                  </a:lnTo>
                  <a:lnTo>
                    <a:pt x="1400960" y="1181598"/>
                  </a:lnTo>
                  <a:lnTo>
                    <a:pt x="1397787" y="1183797"/>
                  </a:lnTo>
                  <a:lnTo>
                    <a:pt x="1395687" y="1188682"/>
                  </a:lnTo>
                  <a:lnTo>
                    <a:pt x="1392560" y="1197873"/>
                  </a:lnTo>
                  <a:lnTo>
                    <a:pt x="1389912" y="1202773"/>
                  </a:lnTo>
                  <a:lnTo>
                    <a:pt x="1389668" y="1203724"/>
                  </a:lnTo>
                  <a:lnTo>
                    <a:pt x="1390224" y="1203960"/>
                  </a:lnTo>
                  <a:lnTo>
                    <a:pt x="1391814" y="1201769"/>
                  </a:lnTo>
                  <a:lnTo>
                    <a:pt x="1394561" y="1195438"/>
                  </a:lnTo>
                  <a:lnTo>
                    <a:pt x="1396554" y="1189960"/>
                  </a:lnTo>
                  <a:lnTo>
                    <a:pt x="1400214" y="1185418"/>
                  </a:lnTo>
                  <a:lnTo>
                    <a:pt x="1406210" y="1179986"/>
                  </a:lnTo>
                  <a:lnTo>
                    <a:pt x="1411429" y="1177383"/>
                  </a:lnTo>
                  <a:lnTo>
                    <a:pt x="1415872" y="1177634"/>
                  </a:lnTo>
                  <a:lnTo>
                    <a:pt x="1419616" y="1178418"/>
                  </a:lnTo>
                  <a:lnTo>
                    <a:pt x="1422652" y="1179742"/>
                  </a:lnTo>
                  <a:lnTo>
                    <a:pt x="1424455" y="1180853"/>
                  </a:lnTo>
                  <a:lnTo>
                    <a:pt x="1425025" y="1181751"/>
                  </a:lnTo>
                  <a:lnTo>
                    <a:pt x="1426243" y="1185829"/>
                  </a:lnTo>
                  <a:lnTo>
                    <a:pt x="1426174" y="1188583"/>
                  </a:lnTo>
                  <a:lnTo>
                    <a:pt x="1425413" y="1191680"/>
                  </a:lnTo>
                  <a:lnTo>
                    <a:pt x="1423975" y="1195172"/>
                  </a:lnTo>
                  <a:lnTo>
                    <a:pt x="1417447" y="1199030"/>
                  </a:lnTo>
                  <a:lnTo>
                    <a:pt x="1413871" y="1202050"/>
                  </a:lnTo>
                  <a:lnTo>
                    <a:pt x="1411650" y="1203169"/>
                  </a:lnTo>
                  <a:lnTo>
                    <a:pt x="1404992" y="1204287"/>
                  </a:lnTo>
                  <a:lnTo>
                    <a:pt x="1405289" y="1205474"/>
                  </a:lnTo>
                  <a:lnTo>
                    <a:pt x="1410234" y="1207110"/>
                  </a:lnTo>
                  <a:lnTo>
                    <a:pt x="1415758" y="1206562"/>
                  </a:lnTo>
                  <a:lnTo>
                    <a:pt x="1415614" y="1208502"/>
                  </a:lnTo>
                  <a:lnTo>
                    <a:pt x="1413019" y="1213646"/>
                  </a:lnTo>
                  <a:lnTo>
                    <a:pt x="1412182" y="1218104"/>
                  </a:lnTo>
                  <a:lnTo>
                    <a:pt x="1412905" y="1221741"/>
                  </a:lnTo>
                  <a:lnTo>
                    <a:pt x="1412768" y="1224693"/>
                  </a:lnTo>
                  <a:lnTo>
                    <a:pt x="1410836" y="1230872"/>
                  </a:lnTo>
                  <a:lnTo>
                    <a:pt x="1408614" y="1236418"/>
                  </a:lnTo>
                  <a:lnTo>
                    <a:pt x="1409451" y="1237240"/>
                  </a:lnTo>
                  <a:lnTo>
                    <a:pt x="1414518" y="1229266"/>
                  </a:lnTo>
                  <a:lnTo>
                    <a:pt x="1415872" y="1220478"/>
                  </a:lnTo>
                  <a:lnTo>
                    <a:pt x="1417919" y="1212702"/>
                  </a:lnTo>
                  <a:lnTo>
                    <a:pt x="1420301" y="1208404"/>
                  </a:lnTo>
                  <a:lnTo>
                    <a:pt x="1422096" y="1206768"/>
                  </a:lnTo>
                  <a:lnTo>
                    <a:pt x="1427757" y="1206106"/>
                  </a:lnTo>
                  <a:lnTo>
                    <a:pt x="1430892" y="1201518"/>
                  </a:lnTo>
                  <a:lnTo>
                    <a:pt x="1433577" y="1200057"/>
                  </a:lnTo>
                  <a:lnTo>
                    <a:pt x="1434696" y="1200034"/>
                  </a:lnTo>
                  <a:lnTo>
                    <a:pt x="1436979" y="1201746"/>
                  </a:lnTo>
                  <a:lnTo>
                    <a:pt x="1436842" y="1203549"/>
                  </a:lnTo>
                  <a:lnTo>
                    <a:pt x="1433532" y="1211721"/>
                  </a:lnTo>
                  <a:lnTo>
                    <a:pt x="1426517" y="1224846"/>
                  </a:lnTo>
                  <a:lnTo>
                    <a:pt x="1429378" y="1223354"/>
                  </a:lnTo>
                  <a:lnTo>
                    <a:pt x="1431318" y="1220242"/>
                  </a:lnTo>
                  <a:lnTo>
                    <a:pt x="1433912" y="1217131"/>
                  </a:lnTo>
                  <a:lnTo>
                    <a:pt x="1436857" y="1212512"/>
                  </a:lnTo>
                  <a:lnTo>
                    <a:pt x="1438805" y="1216697"/>
                  </a:lnTo>
                  <a:lnTo>
                    <a:pt x="1441802" y="1219809"/>
                  </a:lnTo>
                  <a:lnTo>
                    <a:pt x="1443590" y="1226900"/>
                  </a:lnTo>
                  <a:lnTo>
                    <a:pt x="1446482" y="1230301"/>
                  </a:lnTo>
                  <a:lnTo>
                    <a:pt x="1448232" y="1232934"/>
                  </a:lnTo>
                  <a:lnTo>
                    <a:pt x="1447981" y="1228475"/>
                  </a:lnTo>
                  <a:lnTo>
                    <a:pt x="1445454" y="1219474"/>
                  </a:lnTo>
                  <a:lnTo>
                    <a:pt x="1446147" y="1215852"/>
                  </a:lnTo>
                  <a:lnTo>
                    <a:pt x="1448095" y="1214041"/>
                  </a:lnTo>
                  <a:lnTo>
                    <a:pt x="1454174" y="1206402"/>
                  </a:lnTo>
                  <a:lnTo>
                    <a:pt x="1458420" y="1208951"/>
                  </a:lnTo>
                  <a:lnTo>
                    <a:pt x="1461037" y="1211211"/>
                  </a:lnTo>
                  <a:lnTo>
                    <a:pt x="1462345" y="1210610"/>
                  </a:lnTo>
                  <a:lnTo>
                    <a:pt x="1465648" y="1210930"/>
                  </a:lnTo>
                  <a:lnTo>
                    <a:pt x="1470943" y="1212162"/>
                  </a:lnTo>
                  <a:lnTo>
                    <a:pt x="1476094" y="1214293"/>
                  </a:lnTo>
                  <a:lnTo>
                    <a:pt x="1481101" y="1217321"/>
                  </a:lnTo>
                  <a:lnTo>
                    <a:pt x="1484958" y="1220851"/>
                  </a:lnTo>
                  <a:lnTo>
                    <a:pt x="1487667" y="1224891"/>
                  </a:lnTo>
                  <a:lnTo>
                    <a:pt x="1489310" y="1227676"/>
                  </a:lnTo>
                  <a:lnTo>
                    <a:pt x="1489881" y="1229213"/>
                  </a:lnTo>
                  <a:lnTo>
                    <a:pt x="1490794" y="1233207"/>
                  </a:lnTo>
                  <a:lnTo>
                    <a:pt x="1490094" y="1235855"/>
                  </a:lnTo>
                  <a:lnTo>
                    <a:pt x="1486312" y="1241942"/>
                  </a:lnTo>
                  <a:lnTo>
                    <a:pt x="1484212" y="1244696"/>
                  </a:lnTo>
                  <a:lnTo>
                    <a:pt x="1482120" y="1245929"/>
                  </a:lnTo>
                  <a:lnTo>
                    <a:pt x="1476505" y="1244719"/>
                  </a:lnTo>
                  <a:lnTo>
                    <a:pt x="1474763" y="1245412"/>
                  </a:lnTo>
                  <a:lnTo>
                    <a:pt x="1472929" y="1247314"/>
                  </a:lnTo>
                  <a:lnTo>
                    <a:pt x="1467078" y="1255607"/>
                  </a:lnTo>
                  <a:lnTo>
                    <a:pt x="1463845" y="1259175"/>
                  </a:lnTo>
                  <a:lnTo>
                    <a:pt x="1460664" y="1261450"/>
                  </a:lnTo>
                  <a:lnTo>
                    <a:pt x="1459926" y="1262645"/>
                  </a:lnTo>
                  <a:lnTo>
                    <a:pt x="1466759" y="1262531"/>
                  </a:lnTo>
                  <a:lnTo>
                    <a:pt x="1468653" y="1260081"/>
                  </a:lnTo>
                  <a:lnTo>
                    <a:pt x="1470236" y="1255478"/>
                  </a:lnTo>
                  <a:lnTo>
                    <a:pt x="1473249" y="1250715"/>
                  </a:lnTo>
                  <a:lnTo>
                    <a:pt x="1478940" y="1248523"/>
                  </a:lnTo>
                  <a:lnTo>
                    <a:pt x="1486876" y="1253225"/>
                  </a:lnTo>
                  <a:lnTo>
                    <a:pt x="1490817" y="1253035"/>
                  </a:lnTo>
                  <a:lnTo>
                    <a:pt x="1493830" y="1248318"/>
                  </a:lnTo>
                  <a:lnTo>
                    <a:pt x="1497193" y="1245092"/>
                  </a:lnTo>
                  <a:lnTo>
                    <a:pt x="1498517" y="1244453"/>
                  </a:lnTo>
                  <a:lnTo>
                    <a:pt x="1499232" y="1244811"/>
                  </a:lnTo>
                  <a:lnTo>
                    <a:pt x="1501788" y="1248173"/>
                  </a:lnTo>
                  <a:lnTo>
                    <a:pt x="1502557" y="1251171"/>
                  </a:lnTo>
                  <a:lnTo>
                    <a:pt x="1502504" y="1257981"/>
                  </a:lnTo>
                  <a:lnTo>
                    <a:pt x="1502161" y="1260035"/>
                  </a:lnTo>
                  <a:lnTo>
                    <a:pt x="1499886" y="1265148"/>
                  </a:lnTo>
                  <a:lnTo>
                    <a:pt x="1494332" y="1272787"/>
                  </a:lnTo>
                  <a:lnTo>
                    <a:pt x="1490695" y="1275640"/>
                  </a:lnTo>
                  <a:lnTo>
                    <a:pt x="1486670" y="1277170"/>
                  </a:lnTo>
                  <a:lnTo>
                    <a:pt x="1482280" y="1279741"/>
                  </a:lnTo>
                  <a:lnTo>
                    <a:pt x="1480728" y="1281811"/>
                  </a:lnTo>
                  <a:lnTo>
                    <a:pt x="1479214" y="1284740"/>
                  </a:lnTo>
                  <a:lnTo>
                    <a:pt x="1477700" y="1286696"/>
                  </a:lnTo>
                  <a:lnTo>
                    <a:pt x="1475775" y="1288316"/>
                  </a:lnTo>
                  <a:lnTo>
                    <a:pt x="1478293" y="1290698"/>
                  </a:lnTo>
                  <a:lnTo>
                    <a:pt x="1479252" y="1290629"/>
                  </a:lnTo>
                  <a:lnTo>
                    <a:pt x="1480180" y="1289206"/>
                  </a:lnTo>
                  <a:lnTo>
                    <a:pt x="1482714" y="1283584"/>
                  </a:lnTo>
                  <a:lnTo>
                    <a:pt x="1484601" y="1281126"/>
                  </a:lnTo>
                  <a:lnTo>
                    <a:pt x="1485673" y="1280609"/>
                  </a:lnTo>
                  <a:lnTo>
                    <a:pt x="1486777" y="1280845"/>
                  </a:lnTo>
                  <a:lnTo>
                    <a:pt x="1487850" y="1281955"/>
                  </a:lnTo>
                  <a:lnTo>
                    <a:pt x="1488900" y="1283926"/>
                  </a:lnTo>
                  <a:lnTo>
                    <a:pt x="1488816" y="1288719"/>
                  </a:lnTo>
                  <a:lnTo>
                    <a:pt x="1485620" y="1307528"/>
                  </a:lnTo>
                  <a:lnTo>
                    <a:pt x="1486138" y="1307475"/>
                  </a:lnTo>
                  <a:lnTo>
                    <a:pt x="1488108" y="1302400"/>
                  </a:lnTo>
                  <a:lnTo>
                    <a:pt x="1493822" y="1282732"/>
                  </a:lnTo>
                  <a:lnTo>
                    <a:pt x="1495222" y="1278760"/>
                  </a:lnTo>
                  <a:lnTo>
                    <a:pt x="1497984" y="1274743"/>
                  </a:lnTo>
                  <a:lnTo>
                    <a:pt x="1504170" y="1268633"/>
                  </a:lnTo>
                  <a:lnTo>
                    <a:pt x="1508948" y="1265422"/>
                  </a:lnTo>
                  <a:lnTo>
                    <a:pt x="1514343" y="1262713"/>
                  </a:lnTo>
                  <a:lnTo>
                    <a:pt x="1517219" y="1261709"/>
                  </a:lnTo>
                  <a:lnTo>
                    <a:pt x="1520513" y="1262386"/>
                  </a:lnTo>
                  <a:lnTo>
                    <a:pt x="1522651" y="1265544"/>
                  </a:lnTo>
                  <a:lnTo>
                    <a:pt x="1525542" y="1266114"/>
                  </a:lnTo>
                  <a:lnTo>
                    <a:pt x="1529057" y="1265323"/>
                  </a:lnTo>
                  <a:lnTo>
                    <a:pt x="1531325" y="1265704"/>
                  </a:lnTo>
                  <a:lnTo>
                    <a:pt x="1533897" y="1266951"/>
                  </a:lnTo>
                  <a:lnTo>
                    <a:pt x="1536095" y="1269287"/>
                  </a:lnTo>
                  <a:lnTo>
                    <a:pt x="1539831" y="1271935"/>
                  </a:lnTo>
                  <a:lnTo>
                    <a:pt x="1548269" y="1276881"/>
                  </a:lnTo>
                  <a:lnTo>
                    <a:pt x="1549319" y="1277923"/>
                  </a:lnTo>
                  <a:lnTo>
                    <a:pt x="1550293" y="1279787"/>
                  </a:lnTo>
                  <a:lnTo>
                    <a:pt x="1551206" y="1282488"/>
                  </a:lnTo>
                  <a:lnTo>
                    <a:pt x="1551092" y="1285151"/>
                  </a:lnTo>
                  <a:lnTo>
                    <a:pt x="1549958" y="1287784"/>
                  </a:lnTo>
                  <a:lnTo>
                    <a:pt x="1548551" y="1289381"/>
                  </a:lnTo>
                  <a:lnTo>
                    <a:pt x="1546869" y="1289967"/>
                  </a:lnTo>
                  <a:lnTo>
                    <a:pt x="1545127" y="1291398"/>
                  </a:lnTo>
                  <a:lnTo>
                    <a:pt x="1541908" y="1295134"/>
                  </a:lnTo>
                  <a:lnTo>
                    <a:pt x="1540858" y="1295765"/>
                  </a:lnTo>
                  <a:lnTo>
                    <a:pt x="1535806" y="1297363"/>
                  </a:lnTo>
                  <a:lnTo>
                    <a:pt x="1531127" y="1298146"/>
                  </a:lnTo>
                  <a:lnTo>
                    <a:pt x="1528198" y="1299638"/>
                  </a:lnTo>
                  <a:lnTo>
                    <a:pt x="1522575" y="1303663"/>
                  </a:lnTo>
                  <a:lnTo>
                    <a:pt x="1514829" y="1311104"/>
                  </a:lnTo>
                  <a:lnTo>
                    <a:pt x="1514913" y="1312861"/>
                  </a:lnTo>
                  <a:lnTo>
                    <a:pt x="1518002" y="1313714"/>
                  </a:lnTo>
                  <a:lnTo>
                    <a:pt x="1520505" y="1312595"/>
                  </a:lnTo>
                  <a:lnTo>
                    <a:pt x="1523952" y="1307467"/>
                  </a:lnTo>
                  <a:lnTo>
                    <a:pt x="1527186" y="1305504"/>
                  </a:lnTo>
                  <a:lnTo>
                    <a:pt x="1532245" y="1303929"/>
                  </a:lnTo>
                  <a:lnTo>
                    <a:pt x="1539238" y="1302552"/>
                  </a:lnTo>
                  <a:lnTo>
                    <a:pt x="1542235" y="1302765"/>
                  </a:lnTo>
                  <a:lnTo>
                    <a:pt x="1542776" y="1303046"/>
                  </a:lnTo>
                  <a:lnTo>
                    <a:pt x="1543171" y="1304264"/>
                  </a:lnTo>
                  <a:lnTo>
                    <a:pt x="1543415" y="1306417"/>
                  </a:lnTo>
                  <a:lnTo>
                    <a:pt x="1542266" y="1309217"/>
                  </a:lnTo>
                  <a:lnTo>
                    <a:pt x="1540942" y="1310541"/>
                  </a:lnTo>
                  <a:lnTo>
                    <a:pt x="1537328" y="1316848"/>
                  </a:lnTo>
                  <a:lnTo>
                    <a:pt x="1539702" y="1318477"/>
                  </a:lnTo>
                  <a:lnTo>
                    <a:pt x="1542966" y="1319176"/>
                  </a:lnTo>
                  <a:lnTo>
                    <a:pt x="1544838" y="1317495"/>
                  </a:lnTo>
                  <a:lnTo>
                    <a:pt x="1546519" y="1313630"/>
                  </a:lnTo>
                  <a:lnTo>
                    <a:pt x="1548406" y="1311477"/>
                  </a:lnTo>
                  <a:lnTo>
                    <a:pt x="1550498" y="1311051"/>
                  </a:lnTo>
                  <a:lnTo>
                    <a:pt x="1552340" y="1310061"/>
                  </a:lnTo>
                  <a:lnTo>
                    <a:pt x="1553922" y="1308509"/>
                  </a:lnTo>
                  <a:lnTo>
                    <a:pt x="1554356" y="1307490"/>
                  </a:lnTo>
                  <a:lnTo>
                    <a:pt x="1552043" y="1305466"/>
                  </a:lnTo>
                  <a:lnTo>
                    <a:pt x="1551860" y="1304233"/>
                  </a:lnTo>
                  <a:lnTo>
                    <a:pt x="1552804" y="1301205"/>
                  </a:lnTo>
                  <a:lnTo>
                    <a:pt x="1554500" y="1297842"/>
                  </a:lnTo>
                  <a:lnTo>
                    <a:pt x="1556273" y="1295750"/>
                  </a:lnTo>
                  <a:lnTo>
                    <a:pt x="1557582" y="1295582"/>
                  </a:lnTo>
                  <a:lnTo>
                    <a:pt x="1561934" y="1297827"/>
                  </a:lnTo>
                  <a:lnTo>
                    <a:pt x="1564909" y="1301738"/>
                  </a:lnTo>
                  <a:lnTo>
                    <a:pt x="1572434" y="1313371"/>
                  </a:lnTo>
                  <a:lnTo>
                    <a:pt x="1573400" y="1315623"/>
                  </a:lnTo>
                  <a:lnTo>
                    <a:pt x="1576018" y="1324183"/>
                  </a:lnTo>
                  <a:lnTo>
                    <a:pt x="1576512" y="1327972"/>
                  </a:lnTo>
                  <a:lnTo>
                    <a:pt x="1576086" y="1330605"/>
                  </a:lnTo>
                  <a:lnTo>
                    <a:pt x="1575470" y="1332210"/>
                  </a:lnTo>
                  <a:lnTo>
                    <a:pt x="1574663" y="1332788"/>
                  </a:lnTo>
                  <a:lnTo>
                    <a:pt x="1573012" y="1332803"/>
                  </a:lnTo>
                  <a:lnTo>
                    <a:pt x="1562992" y="1329326"/>
                  </a:lnTo>
                  <a:lnTo>
                    <a:pt x="1558419" y="1329783"/>
                  </a:lnTo>
                  <a:lnTo>
                    <a:pt x="1556418" y="1330757"/>
                  </a:lnTo>
                  <a:lnTo>
                    <a:pt x="1554805" y="1332210"/>
                  </a:lnTo>
                  <a:lnTo>
                    <a:pt x="1553549" y="1334051"/>
                  </a:lnTo>
                  <a:lnTo>
                    <a:pt x="1552659" y="1336273"/>
                  </a:lnTo>
                  <a:lnTo>
                    <a:pt x="1550902" y="1337521"/>
                  </a:lnTo>
                  <a:lnTo>
                    <a:pt x="1544541" y="1337566"/>
                  </a:lnTo>
                  <a:lnTo>
                    <a:pt x="1540973" y="1338799"/>
                  </a:lnTo>
                  <a:lnTo>
                    <a:pt x="1534832" y="1341804"/>
                  </a:lnTo>
                  <a:lnTo>
                    <a:pt x="1532626" y="1343455"/>
                  </a:lnTo>
                  <a:lnTo>
                    <a:pt x="1532131" y="1345624"/>
                  </a:lnTo>
                  <a:lnTo>
                    <a:pt x="1535890" y="1345251"/>
                  </a:lnTo>
                  <a:lnTo>
                    <a:pt x="1542076" y="1342436"/>
                  </a:lnTo>
                  <a:lnTo>
                    <a:pt x="1547889" y="1341637"/>
                  </a:lnTo>
                  <a:lnTo>
                    <a:pt x="1557605" y="1347823"/>
                  </a:lnTo>
                  <a:lnTo>
                    <a:pt x="1560800" y="1348781"/>
                  </a:lnTo>
                  <a:lnTo>
                    <a:pt x="1562581" y="1347891"/>
                  </a:lnTo>
                  <a:lnTo>
                    <a:pt x="1564719" y="1347617"/>
                  </a:lnTo>
                  <a:lnTo>
                    <a:pt x="1572487" y="1348028"/>
                  </a:lnTo>
                  <a:lnTo>
                    <a:pt x="1575120" y="1348789"/>
                  </a:lnTo>
                  <a:lnTo>
                    <a:pt x="1579053" y="1351155"/>
                  </a:lnTo>
                  <a:lnTo>
                    <a:pt x="1585072" y="1356276"/>
                  </a:lnTo>
                  <a:lnTo>
                    <a:pt x="1586228" y="1357775"/>
                  </a:lnTo>
                  <a:lnTo>
                    <a:pt x="1586898" y="1359350"/>
                  </a:lnTo>
                  <a:lnTo>
                    <a:pt x="1587088" y="1360993"/>
                  </a:lnTo>
                  <a:lnTo>
                    <a:pt x="1587027" y="1365049"/>
                  </a:lnTo>
                  <a:lnTo>
                    <a:pt x="1586426" y="1366418"/>
                  </a:lnTo>
                  <a:lnTo>
                    <a:pt x="1584387" y="1367346"/>
                  </a:lnTo>
                  <a:lnTo>
                    <a:pt x="1575736" y="1366273"/>
                  </a:lnTo>
                  <a:lnTo>
                    <a:pt x="1573096" y="1365429"/>
                  </a:lnTo>
                  <a:lnTo>
                    <a:pt x="1569847" y="1366494"/>
                  </a:lnTo>
                  <a:lnTo>
                    <a:pt x="1567215" y="1366121"/>
                  </a:lnTo>
                  <a:lnTo>
                    <a:pt x="1563844" y="1364501"/>
                  </a:lnTo>
                  <a:lnTo>
                    <a:pt x="1560146" y="1361617"/>
                  </a:lnTo>
                  <a:lnTo>
                    <a:pt x="1554599" y="1364349"/>
                  </a:lnTo>
                  <a:lnTo>
                    <a:pt x="1550156" y="1362576"/>
                  </a:lnTo>
                  <a:lnTo>
                    <a:pt x="1545614" y="1364151"/>
                  </a:lnTo>
                  <a:lnTo>
                    <a:pt x="1536605" y="1370626"/>
                  </a:lnTo>
                  <a:lnTo>
                    <a:pt x="1537609" y="1371736"/>
                  </a:lnTo>
                  <a:lnTo>
                    <a:pt x="1549951" y="1366190"/>
                  </a:lnTo>
                  <a:lnTo>
                    <a:pt x="1552332" y="1366525"/>
                  </a:lnTo>
                  <a:lnTo>
                    <a:pt x="1556235" y="1368556"/>
                  </a:lnTo>
                  <a:lnTo>
                    <a:pt x="1562398" y="1372535"/>
                  </a:lnTo>
                  <a:lnTo>
                    <a:pt x="1564125" y="1374164"/>
                  </a:lnTo>
                  <a:lnTo>
                    <a:pt x="1564141" y="1380403"/>
                  </a:lnTo>
                  <a:lnTo>
                    <a:pt x="1563197" y="1384580"/>
                  </a:lnTo>
                  <a:lnTo>
                    <a:pt x="1561310" y="1389267"/>
                  </a:lnTo>
                  <a:lnTo>
                    <a:pt x="1558480" y="1388635"/>
                  </a:lnTo>
                  <a:lnTo>
                    <a:pt x="1551891" y="1385721"/>
                  </a:lnTo>
                  <a:lnTo>
                    <a:pt x="1549197" y="1385318"/>
                  </a:lnTo>
                  <a:lnTo>
                    <a:pt x="1547227" y="1385797"/>
                  </a:lnTo>
                  <a:lnTo>
                    <a:pt x="1544579" y="1387661"/>
                  </a:lnTo>
                  <a:lnTo>
                    <a:pt x="1543324" y="1387722"/>
                  </a:lnTo>
                  <a:lnTo>
                    <a:pt x="1532786" y="1384024"/>
                  </a:lnTo>
                  <a:lnTo>
                    <a:pt x="1530420" y="1383849"/>
                  </a:lnTo>
                  <a:lnTo>
                    <a:pt x="1530146" y="1384230"/>
                  </a:lnTo>
                  <a:lnTo>
                    <a:pt x="1530648" y="1384960"/>
                  </a:lnTo>
                  <a:lnTo>
                    <a:pt x="1540204" y="1390689"/>
                  </a:lnTo>
                  <a:lnTo>
                    <a:pt x="1547272" y="1391313"/>
                  </a:lnTo>
                  <a:lnTo>
                    <a:pt x="1551701" y="1392302"/>
                  </a:lnTo>
                  <a:lnTo>
                    <a:pt x="1554326" y="1394045"/>
                  </a:lnTo>
                  <a:lnTo>
                    <a:pt x="1555566" y="1395331"/>
                  </a:lnTo>
                  <a:lnTo>
                    <a:pt x="1555657" y="1399135"/>
                  </a:lnTo>
                  <a:lnTo>
                    <a:pt x="1558016" y="1402954"/>
                  </a:lnTo>
                  <a:lnTo>
                    <a:pt x="1560138" y="1404507"/>
                  </a:lnTo>
                  <a:lnTo>
                    <a:pt x="1561493" y="1404583"/>
                  </a:lnTo>
                  <a:lnTo>
                    <a:pt x="1563821" y="1403175"/>
                  </a:lnTo>
                  <a:lnTo>
                    <a:pt x="1566172" y="1402962"/>
                  </a:lnTo>
                  <a:lnTo>
                    <a:pt x="1568074" y="1403936"/>
                  </a:lnTo>
                  <a:lnTo>
                    <a:pt x="1570456" y="1406036"/>
                  </a:lnTo>
                  <a:lnTo>
                    <a:pt x="1573332" y="1406622"/>
                  </a:lnTo>
                  <a:lnTo>
                    <a:pt x="1575858" y="1407900"/>
                  </a:lnTo>
                  <a:lnTo>
                    <a:pt x="1577806" y="1408159"/>
                  </a:lnTo>
                  <a:lnTo>
                    <a:pt x="1583291" y="1407565"/>
                  </a:lnTo>
                  <a:lnTo>
                    <a:pt x="1585673" y="1408364"/>
                  </a:lnTo>
                  <a:lnTo>
                    <a:pt x="1586289" y="1409064"/>
                  </a:lnTo>
                  <a:lnTo>
                    <a:pt x="1585254" y="1410289"/>
                  </a:lnTo>
                  <a:lnTo>
                    <a:pt x="1580240" y="1413218"/>
                  </a:lnTo>
                  <a:lnTo>
                    <a:pt x="1579480" y="1415995"/>
                  </a:lnTo>
                  <a:lnTo>
                    <a:pt x="1582310" y="1419602"/>
                  </a:lnTo>
                  <a:lnTo>
                    <a:pt x="1583793" y="1422356"/>
                  </a:lnTo>
                  <a:lnTo>
                    <a:pt x="1583725" y="1424411"/>
                  </a:lnTo>
                  <a:lnTo>
                    <a:pt x="1582211" y="1429074"/>
                  </a:lnTo>
                  <a:lnTo>
                    <a:pt x="1581831" y="1430946"/>
                  </a:lnTo>
                  <a:lnTo>
                    <a:pt x="1582325" y="1431098"/>
                  </a:lnTo>
                  <a:lnTo>
                    <a:pt x="1585970" y="1427325"/>
                  </a:lnTo>
                  <a:lnTo>
                    <a:pt x="1586540" y="1427804"/>
                  </a:lnTo>
                  <a:lnTo>
                    <a:pt x="1586921" y="1433023"/>
                  </a:lnTo>
                  <a:lnTo>
                    <a:pt x="1587385" y="1432727"/>
                  </a:lnTo>
                  <a:lnTo>
                    <a:pt x="1588610" y="1428413"/>
                  </a:lnTo>
                  <a:lnTo>
                    <a:pt x="1588070" y="1422638"/>
                  </a:lnTo>
                  <a:lnTo>
                    <a:pt x="1590207" y="1420355"/>
                  </a:lnTo>
                  <a:lnTo>
                    <a:pt x="1597010" y="1418620"/>
                  </a:lnTo>
                  <a:lnTo>
                    <a:pt x="1595861" y="1427682"/>
                  </a:lnTo>
                  <a:lnTo>
                    <a:pt x="1595686" y="1432369"/>
                  </a:lnTo>
                  <a:lnTo>
                    <a:pt x="1592711" y="1440130"/>
                  </a:lnTo>
                  <a:lnTo>
                    <a:pt x="1590230" y="1442625"/>
                  </a:lnTo>
                  <a:lnTo>
                    <a:pt x="1590306" y="1443143"/>
                  </a:lnTo>
                  <a:lnTo>
                    <a:pt x="1592072" y="1444124"/>
                  </a:lnTo>
                  <a:lnTo>
                    <a:pt x="1593175" y="1444231"/>
                  </a:lnTo>
                  <a:lnTo>
                    <a:pt x="1594233" y="1443021"/>
                  </a:lnTo>
                  <a:lnTo>
                    <a:pt x="1596751" y="1437041"/>
                  </a:lnTo>
                  <a:lnTo>
                    <a:pt x="1601864" y="1430786"/>
                  </a:lnTo>
                  <a:lnTo>
                    <a:pt x="1602792" y="1430649"/>
                  </a:lnTo>
                  <a:lnTo>
                    <a:pt x="1602754" y="1432917"/>
                  </a:lnTo>
                  <a:lnTo>
                    <a:pt x="1602100" y="1437117"/>
                  </a:lnTo>
                  <a:lnTo>
                    <a:pt x="1604458" y="1439080"/>
                  </a:lnTo>
                  <a:lnTo>
                    <a:pt x="1606710" y="1437132"/>
                  </a:lnTo>
                  <a:lnTo>
                    <a:pt x="1607936" y="1435451"/>
                  </a:lnTo>
                  <a:lnTo>
                    <a:pt x="1610766" y="1435694"/>
                  </a:lnTo>
                  <a:lnTo>
                    <a:pt x="1612052" y="1436493"/>
                  </a:lnTo>
                  <a:lnTo>
                    <a:pt x="1612432" y="1438342"/>
                  </a:lnTo>
                  <a:lnTo>
                    <a:pt x="1611131" y="1446064"/>
                  </a:lnTo>
                  <a:lnTo>
                    <a:pt x="1611367" y="1447967"/>
                  </a:lnTo>
                  <a:lnTo>
                    <a:pt x="1614349" y="1453079"/>
                  </a:lnTo>
                  <a:lnTo>
                    <a:pt x="1614654" y="1452768"/>
                  </a:lnTo>
                  <a:lnTo>
                    <a:pt x="1614091" y="1450302"/>
                  </a:lnTo>
                  <a:lnTo>
                    <a:pt x="1613475" y="1444200"/>
                  </a:lnTo>
                  <a:lnTo>
                    <a:pt x="1614053" y="1441545"/>
                  </a:lnTo>
                  <a:lnTo>
                    <a:pt x="1616510" y="1438129"/>
                  </a:lnTo>
                  <a:lnTo>
                    <a:pt x="1621547" y="1433198"/>
                  </a:lnTo>
                  <a:lnTo>
                    <a:pt x="1623419" y="1432217"/>
                  </a:lnTo>
                  <a:lnTo>
                    <a:pt x="1624583" y="1432886"/>
                  </a:lnTo>
                  <a:lnTo>
                    <a:pt x="1626440" y="1435260"/>
                  </a:lnTo>
                  <a:lnTo>
                    <a:pt x="1625861" y="1436675"/>
                  </a:lnTo>
                  <a:lnTo>
                    <a:pt x="1623860" y="1438152"/>
                  </a:lnTo>
                  <a:lnTo>
                    <a:pt x="1622377" y="1440822"/>
                  </a:lnTo>
                  <a:lnTo>
                    <a:pt x="1621403" y="1444680"/>
                  </a:lnTo>
                  <a:lnTo>
                    <a:pt x="1622483" y="1446734"/>
                  </a:lnTo>
                  <a:lnTo>
                    <a:pt x="1626569" y="1446917"/>
                  </a:lnTo>
                  <a:lnTo>
                    <a:pt x="1630670" y="1443751"/>
                  </a:lnTo>
                  <a:lnTo>
                    <a:pt x="1633029" y="1445311"/>
                  </a:lnTo>
                  <a:lnTo>
                    <a:pt x="1635828" y="1449412"/>
                  </a:lnTo>
                  <a:lnTo>
                    <a:pt x="1640957" y="1455986"/>
                  </a:lnTo>
                  <a:lnTo>
                    <a:pt x="1643878" y="1454198"/>
                  </a:lnTo>
                  <a:lnTo>
                    <a:pt x="1647493" y="1459174"/>
                  </a:lnTo>
                  <a:lnTo>
                    <a:pt x="1642638" y="1463108"/>
                  </a:lnTo>
                  <a:lnTo>
                    <a:pt x="1644122" y="1471348"/>
                  </a:lnTo>
                  <a:lnTo>
                    <a:pt x="1637814" y="1471013"/>
                  </a:lnTo>
                  <a:lnTo>
                    <a:pt x="1634269" y="1471652"/>
                  </a:lnTo>
                  <a:lnTo>
                    <a:pt x="1631895" y="1470914"/>
                  </a:lnTo>
                  <a:lnTo>
                    <a:pt x="1629346" y="1471173"/>
                  </a:lnTo>
                  <a:lnTo>
                    <a:pt x="1631712" y="1473113"/>
                  </a:lnTo>
                  <a:lnTo>
                    <a:pt x="1636270" y="1473912"/>
                  </a:lnTo>
                  <a:lnTo>
                    <a:pt x="1636688" y="1476392"/>
                  </a:lnTo>
                  <a:lnTo>
                    <a:pt x="1640264" y="1476331"/>
                  </a:lnTo>
                  <a:lnTo>
                    <a:pt x="1642950" y="1475852"/>
                  </a:lnTo>
                  <a:lnTo>
                    <a:pt x="1647797" y="1475951"/>
                  </a:lnTo>
                  <a:lnTo>
                    <a:pt x="1648056" y="1473098"/>
                  </a:lnTo>
                  <a:lnTo>
                    <a:pt x="1651206" y="1471469"/>
                  </a:lnTo>
                  <a:lnTo>
                    <a:pt x="1653016" y="1469674"/>
                  </a:lnTo>
                  <a:lnTo>
                    <a:pt x="1654523" y="1470739"/>
                  </a:lnTo>
                  <a:lnTo>
                    <a:pt x="1658905" y="1471956"/>
                  </a:lnTo>
                  <a:lnTo>
                    <a:pt x="1664794" y="1477556"/>
                  </a:lnTo>
                  <a:lnTo>
                    <a:pt x="1662200" y="1480896"/>
                  </a:lnTo>
                  <a:lnTo>
                    <a:pt x="1661492" y="1484046"/>
                  </a:lnTo>
                  <a:lnTo>
                    <a:pt x="1660617" y="1486709"/>
                  </a:lnTo>
                  <a:lnTo>
                    <a:pt x="1660130" y="1489106"/>
                  </a:lnTo>
                  <a:lnTo>
                    <a:pt x="1659096" y="1490749"/>
                  </a:lnTo>
                  <a:lnTo>
                    <a:pt x="1650665" y="1500108"/>
                  </a:lnTo>
                  <a:lnTo>
                    <a:pt x="1652065" y="1500192"/>
                  </a:lnTo>
                  <a:lnTo>
                    <a:pt x="1655634" y="1497940"/>
                  </a:lnTo>
                  <a:lnTo>
                    <a:pt x="1662588" y="1494569"/>
                  </a:lnTo>
                  <a:lnTo>
                    <a:pt x="1666461" y="1493215"/>
                  </a:lnTo>
                  <a:lnTo>
                    <a:pt x="1669215" y="1494112"/>
                  </a:lnTo>
                  <a:lnTo>
                    <a:pt x="1670607" y="1494151"/>
                  </a:lnTo>
                  <a:lnTo>
                    <a:pt x="1671840" y="1492948"/>
                  </a:lnTo>
                  <a:lnTo>
                    <a:pt x="1674138" y="1494333"/>
                  </a:lnTo>
                  <a:lnTo>
                    <a:pt x="1678901" y="1495604"/>
                  </a:lnTo>
                  <a:lnTo>
                    <a:pt x="1684371" y="1487896"/>
                  </a:lnTo>
                  <a:lnTo>
                    <a:pt x="1687681" y="1489410"/>
                  </a:lnTo>
                  <a:lnTo>
                    <a:pt x="1690762" y="1494173"/>
                  </a:lnTo>
                  <a:lnTo>
                    <a:pt x="1697367" y="1502489"/>
                  </a:lnTo>
                  <a:lnTo>
                    <a:pt x="1700813" y="1507306"/>
                  </a:lnTo>
                  <a:lnTo>
                    <a:pt x="1701955" y="1509489"/>
                  </a:lnTo>
                  <a:lnTo>
                    <a:pt x="1701795" y="1511635"/>
                  </a:lnTo>
                  <a:lnTo>
                    <a:pt x="1698683" y="1513902"/>
                  </a:lnTo>
                  <a:lnTo>
                    <a:pt x="1697085" y="1514359"/>
                  </a:lnTo>
                  <a:lnTo>
                    <a:pt x="1692893" y="1510075"/>
                  </a:lnTo>
                  <a:lnTo>
                    <a:pt x="1689043" y="1507907"/>
                  </a:lnTo>
                  <a:lnTo>
                    <a:pt x="1686699" y="1508143"/>
                  </a:lnTo>
                  <a:lnTo>
                    <a:pt x="1684371" y="1509794"/>
                  </a:lnTo>
                  <a:lnTo>
                    <a:pt x="1685102" y="1510714"/>
                  </a:lnTo>
                  <a:lnTo>
                    <a:pt x="1694430" y="1517303"/>
                  </a:lnTo>
                  <a:lnTo>
                    <a:pt x="1696058" y="1522142"/>
                  </a:lnTo>
                  <a:lnTo>
                    <a:pt x="1696180" y="1524250"/>
                  </a:lnTo>
                  <a:lnTo>
                    <a:pt x="1689948" y="1527438"/>
                  </a:lnTo>
                  <a:lnTo>
                    <a:pt x="1687947" y="1527621"/>
                  </a:lnTo>
                  <a:lnTo>
                    <a:pt x="1683633" y="1526099"/>
                  </a:lnTo>
                  <a:lnTo>
                    <a:pt x="1681107" y="1523253"/>
                  </a:lnTo>
                  <a:lnTo>
                    <a:pt x="1679022" y="1522226"/>
                  </a:lnTo>
                  <a:lnTo>
                    <a:pt x="1676131" y="1521884"/>
                  </a:lnTo>
                  <a:lnTo>
                    <a:pt x="1675203" y="1522439"/>
                  </a:lnTo>
                  <a:lnTo>
                    <a:pt x="1678353" y="1527278"/>
                  </a:lnTo>
                  <a:lnTo>
                    <a:pt x="1678048" y="1528724"/>
                  </a:lnTo>
                  <a:lnTo>
                    <a:pt x="1676420" y="1529667"/>
                  </a:lnTo>
                  <a:lnTo>
                    <a:pt x="1675621" y="1531988"/>
                  </a:lnTo>
                  <a:lnTo>
                    <a:pt x="1681845" y="1536165"/>
                  </a:lnTo>
                  <a:lnTo>
                    <a:pt x="1686502" y="1540395"/>
                  </a:lnTo>
                  <a:lnTo>
                    <a:pt x="1687186" y="1542092"/>
                  </a:lnTo>
                  <a:lnTo>
                    <a:pt x="1684044" y="1543348"/>
                  </a:lnTo>
                  <a:lnTo>
                    <a:pt x="1681792" y="1543637"/>
                  </a:lnTo>
                  <a:lnTo>
                    <a:pt x="1677021" y="1543020"/>
                  </a:lnTo>
                  <a:lnTo>
                    <a:pt x="1674404" y="1542130"/>
                  </a:lnTo>
                  <a:lnTo>
                    <a:pt x="1673681" y="1543081"/>
                  </a:lnTo>
                  <a:lnTo>
                    <a:pt x="1676382" y="1545303"/>
                  </a:lnTo>
                  <a:lnTo>
                    <a:pt x="1677432" y="1546794"/>
                  </a:lnTo>
                  <a:lnTo>
                    <a:pt x="1678246" y="1548871"/>
                  </a:lnTo>
                  <a:lnTo>
                    <a:pt x="1678718" y="1550827"/>
                  </a:lnTo>
                  <a:lnTo>
                    <a:pt x="1678855" y="1552653"/>
                  </a:lnTo>
                  <a:lnTo>
                    <a:pt x="1676641" y="1554152"/>
                  </a:lnTo>
                  <a:lnTo>
                    <a:pt x="1673978" y="1558352"/>
                  </a:lnTo>
                  <a:lnTo>
                    <a:pt x="1672936" y="1562688"/>
                  </a:lnTo>
                  <a:lnTo>
                    <a:pt x="1670531" y="1563099"/>
                  </a:lnTo>
                  <a:lnTo>
                    <a:pt x="1669557" y="1562285"/>
                  </a:lnTo>
                  <a:lnTo>
                    <a:pt x="1666316" y="1563601"/>
                  </a:lnTo>
                  <a:lnTo>
                    <a:pt x="1662040" y="1561791"/>
                  </a:lnTo>
                  <a:lnTo>
                    <a:pt x="1660511" y="1559812"/>
                  </a:lnTo>
                  <a:lnTo>
                    <a:pt x="1655854" y="1551626"/>
                  </a:lnTo>
                  <a:lnTo>
                    <a:pt x="1655732" y="1552546"/>
                  </a:lnTo>
                  <a:lnTo>
                    <a:pt x="1656897" y="1556685"/>
                  </a:lnTo>
                  <a:lnTo>
                    <a:pt x="1656661" y="1559135"/>
                  </a:lnTo>
                  <a:lnTo>
                    <a:pt x="1651731" y="1560908"/>
                  </a:lnTo>
                  <a:lnTo>
                    <a:pt x="1651746" y="1561600"/>
                  </a:lnTo>
                  <a:lnTo>
                    <a:pt x="1654774" y="1562886"/>
                  </a:lnTo>
                  <a:lnTo>
                    <a:pt x="1658441" y="1563883"/>
                  </a:lnTo>
                  <a:lnTo>
                    <a:pt x="1657870" y="1567680"/>
                  </a:lnTo>
                  <a:lnTo>
                    <a:pt x="1657886" y="1583734"/>
                  </a:lnTo>
                  <a:lnTo>
                    <a:pt x="1657064" y="1589387"/>
                  </a:lnTo>
                  <a:lnTo>
                    <a:pt x="1655268" y="1594310"/>
                  </a:lnTo>
                  <a:lnTo>
                    <a:pt x="1652689" y="1599004"/>
                  </a:lnTo>
                  <a:lnTo>
                    <a:pt x="1649904" y="1595930"/>
                  </a:lnTo>
                  <a:lnTo>
                    <a:pt x="1648786" y="1592780"/>
                  </a:lnTo>
                  <a:lnTo>
                    <a:pt x="1647850" y="1591167"/>
                  </a:lnTo>
                  <a:lnTo>
                    <a:pt x="1646518" y="1589851"/>
                  </a:lnTo>
                  <a:lnTo>
                    <a:pt x="1644791" y="1589227"/>
                  </a:lnTo>
                  <a:lnTo>
                    <a:pt x="1642973" y="1589204"/>
                  </a:lnTo>
                  <a:lnTo>
                    <a:pt x="1641040" y="1592027"/>
                  </a:lnTo>
                  <a:lnTo>
                    <a:pt x="1638933" y="1589592"/>
                  </a:lnTo>
                  <a:lnTo>
                    <a:pt x="1636901" y="1586640"/>
                  </a:lnTo>
                  <a:lnTo>
                    <a:pt x="1637670" y="1578887"/>
                  </a:lnTo>
                  <a:lnTo>
                    <a:pt x="1638530" y="1574991"/>
                  </a:lnTo>
                  <a:lnTo>
                    <a:pt x="1638187" y="1575014"/>
                  </a:lnTo>
                  <a:lnTo>
                    <a:pt x="1637031" y="1576863"/>
                  </a:lnTo>
                  <a:lnTo>
                    <a:pt x="1634253" y="1582554"/>
                  </a:lnTo>
                  <a:lnTo>
                    <a:pt x="1632435" y="1589471"/>
                  </a:lnTo>
                  <a:lnTo>
                    <a:pt x="1630084" y="1586815"/>
                  </a:lnTo>
                  <a:lnTo>
                    <a:pt x="1627961" y="1583498"/>
                  </a:lnTo>
                  <a:lnTo>
                    <a:pt x="1626211" y="1580165"/>
                  </a:lnTo>
                  <a:lnTo>
                    <a:pt x="1623373" y="1576308"/>
                  </a:lnTo>
                  <a:lnTo>
                    <a:pt x="1620627" y="1571758"/>
                  </a:lnTo>
                  <a:lnTo>
                    <a:pt x="1619189" y="1566386"/>
                  </a:lnTo>
                  <a:lnTo>
                    <a:pt x="1618519" y="1565275"/>
                  </a:lnTo>
                  <a:lnTo>
                    <a:pt x="1616921" y="1560779"/>
                  </a:lnTo>
                  <a:lnTo>
                    <a:pt x="1616290" y="1559493"/>
                  </a:lnTo>
                  <a:lnTo>
                    <a:pt x="1615734" y="1559059"/>
                  </a:lnTo>
                  <a:lnTo>
                    <a:pt x="1614365" y="1556244"/>
                  </a:lnTo>
                  <a:lnTo>
                    <a:pt x="1614867" y="1553223"/>
                  </a:lnTo>
                  <a:lnTo>
                    <a:pt x="1617028" y="1549647"/>
                  </a:lnTo>
                  <a:lnTo>
                    <a:pt x="1618991" y="1547076"/>
                  </a:lnTo>
                  <a:lnTo>
                    <a:pt x="1622255" y="1544534"/>
                  </a:lnTo>
                  <a:lnTo>
                    <a:pt x="1626067" y="1543104"/>
                  </a:lnTo>
                  <a:lnTo>
                    <a:pt x="1627801" y="1539809"/>
                  </a:lnTo>
                  <a:lnTo>
                    <a:pt x="1629924" y="1533791"/>
                  </a:lnTo>
                  <a:lnTo>
                    <a:pt x="1632252" y="1529584"/>
                  </a:lnTo>
                  <a:lnTo>
                    <a:pt x="1634786" y="1527202"/>
                  </a:lnTo>
                  <a:lnTo>
                    <a:pt x="1633523" y="1526753"/>
                  </a:lnTo>
                  <a:lnTo>
                    <a:pt x="1630305" y="1528800"/>
                  </a:lnTo>
                  <a:lnTo>
                    <a:pt x="1628045" y="1531775"/>
                  </a:lnTo>
                  <a:lnTo>
                    <a:pt x="1625352" y="1536713"/>
                  </a:lnTo>
                  <a:lnTo>
                    <a:pt x="1622848" y="1539855"/>
                  </a:lnTo>
                  <a:lnTo>
                    <a:pt x="1616427" y="1543500"/>
                  </a:lnTo>
                  <a:lnTo>
                    <a:pt x="1614068" y="1544230"/>
                  </a:lnTo>
                  <a:lnTo>
                    <a:pt x="1611336" y="1544618"/>
                  </a:lnTo>
                  <a:lnTo>
                    <a:pt x="1605311" y="1544108"/>
                  </a:lnTo>
                  <a:lnTo>
                    <a:pt x="1603918" y="1542883"/>
                  </a:lnTo>
                  <a:lnTo>
                    <a:pt x="1604641" y="1539399"/>
                  </a:lnTo>
                  <a:lnTo>
                    <a:pt x="1608932" y="1533160"/>
                  </a:lnTo>
                  <a:lnTo>
                    <a:pt x="1608247" y="1532718"/>
                  </a:lnTo>
                  <a:lnTo>
                    <a:pt x="1606741" y="1534932"/>
                  </a:lnTo>
                  <a:lnTo>
                    <a:pt x="1604671" y="1536462"/>
                  </a:lnTo>
                  <a:lnTo>
                    <a:pt x="1602876" y="1537245"/>
                  </a:lnTo>
                  <a:lnTo>
                    <a:pt x="1600236" y="1536964"/>
                  </a:lnTo>
                  <a:lnTo>
                    <a:pt x="1597139" y="1533076"/>
                  </a:lnTo>
                  <a:lnTo>
                    <a:pt x="1595671" y="1531874"/>
                  </a:lnTo>
                  <a:lnTo>
                    <a:pt x="1592642" y="1530527"/>
                  </a:lnTo>
                  <a:lnTo>
                    <a:pt x="1591410" y="1529188"/>
                  </a:lnTo>
                  <a:lnTo>
                    <a:pt x="1586380" y="1519571"/>
                  </a:lnTo>
                  <a:lnTo>
                    <a:pt x="1585368" y="1517007"/>
                  </a:lnTo>
                  <a:lnTo>
                    <a:pt x="1584775" y="1514473"/>
                  </a:lnTo>
                  <a:lnTo>
                    <a:pt x="1583162" y="1512350"/>
                  </a:lnTo>
                  <a:lnTo>
                    <a:pt x="1580522" y="1510615"/>
                  </a:lnTo>
                  <a:lnTo>
                    <a:pt x="1579913" y="1510905"/>
                  </a:lnTo>
                  <a:lnTo>
                    <a:pt x="1580864" y="1513073"/>
                  </a:lnTo>
                  <a:lnTo>
                    <a:pt x="1580895" y="1514937"/>
                  </a:lnTo>
                  <a:lnTo>
                    <a:pt x="1578589" y="1516101"/>
                  </a:lnTo>
                  <a:lnTo>
                    <a:pt x="1576185" y="1515698"/>
                  </a:lnTo>
                  <a:lnTo>
                    <a:pt x="1573667" y="1513727"/>
                  </a:lnTo>
                  <a:lnTo>
                    <a:pt x="1573446" y="1516375"/>
                  </a:lnTo>
                  <a:lnTo>
                    <a:pt x="1576139" y="1521062"/>
                  </a:lnTo>
                  <a:lnTo>
                    <a:pt x="1576177" y="1526974"/>
                  </a:lnTo>
                  <a:lnTo>
                    <a:pt x="1575416" y="1527583"/>
                  </a:lnTo>
                  <a:lnTo>
                    <a:pt x="1573583" y="1527925"/>
                  </a:lnTo>
                  <a:lnTo>
                    <a:pt x="1572350" y="1527195"/>
                  </a:lnTo>
                  <a:lnTo>
                    <a:pt x="1568272" y="1522782"/>
                  </a:lnTo>
                  <a:lnTo>
                    <a:pt x="1564407" y="1519700"/>
                  </a:lnTo>
                  <a:lnTo>
                    <a:pt x="1561683" y="1517988"/>
                  </a:lnTo>
                  <a:lnTo>
                    <a:pt x="1561363" y="1519206"/>
                  </a:lnTo>
                  <a:lnTo>
                    <a:pt x="1563129" y="1524539"/>
                  </a:lnTo>
                  <a:lnTo>
                    <a:pt x="1565183" y="1529781"/>
                  </a:lnTo>
                  <a:lnTo>
                    <a:pt x="1568538" y="1534088"/>
                  </a:lnTo>
                  <a:lnTo>
                    <a:pt x="1573887" y="1539201"/>
                  </a:lnTo>
                  <a:lnTo>
                    <a:pt x="1576314" y="1542138"/>
                  </a:lnTo>
                  <a:lnTo>
                    <a:pt x="1574404" y="1546269"/>
                  </a:lnTo>
                  <a:lnTo>
                    <a:pt x="1572738" y="1547616"/>
                  </a:lnTo>
                  <a:lnTo>
                    <a:pt x="1571711" y="1548042"/>
                  </a:lnTo>
                  <a:lnTo>
                    <a:pt x="1568462" y="1548042"/>
                  </a:lnTo>
                  <a:lnTo>
                    <a:pt x="1562543" y="1545759"/>
                  </a:lnTo>
                  <a:lnTo>
                    <a:pt x="1559766" y="1543211"/>
                  </a:lnTo>
                  <a:lnTo>
                    <a:pt x="1555733" y="1537108"/>
                  </a:lnTo>
                  <a:lnTo>
                    <a:pt x="1549060" y="1530793"/>
                  </a:lnTo>
                  <a:lnTo>
                    <a:pt x="1547615" y="1530831"/>
                  </a:lnTo>
                  <a:lnTo>
                    <a:pt x="1542890" y="1533396"/>
                  </a:lnTo>
                  <a:lnTo>
                    <a:pt x="1543628" y="1533806"/>
                  </a:lnTo>
                  <a:lnTo>
                    <a:pt x="1546671" y="1533989"/>
                  </a:lnTo>
                  <a:lnTo>
                    <a:pt x="1548901" y="1534811"/>
                  </a:lnTo>
                  <a:lnTo>
                    <a:pt x="1554242" y="1539779"/>
                  </a:lnTo>
                  <a:lnTo>
                    <a:pt x="1554645" y="1541879"/>
                  </a:lnTo>
                  <a:lnTo>
                    <a:pt x="1553313" y="1544207"/>
                  </a:lnTo>
                  <a:lnTo>
                    <a:pt x="1553397" y="1547144"/>
                  </a:lnTo>
                  <a:lnTo>
                    <a:pt x="1554896" y="1550675"/>
                  </a:lnTo>
                  <a:lnTo>
                    <a:pt x="1556426" y="1552927"/>
                  </a:lnTo>
                  <a:lnTo>
                    <a:pt x="1559560" y="1554509"/>
                  </a:lnTo>
                  <a:lnTo>
                    <a:pt x="1561143" y="1554722"/>
                  </a:lnTo>
                  <a:lnTo>
                    <a:pt x="1561736" y="1555742"/>
                  </a:lnTo>
                  <a:lnTo>
                    <a:pt x="1559857" y="1563548"/>
                  </a:lnTo>
                  <a:lnTo>
                    <a:pt x="1559697" y="1565671"/>
                  </a:lnTo>
                  <a:lnTo>
                    <a:pt x="1560237" y="1566554"/>
                  </a:lnTo>
                  <a:lnTo>
                    <a:pt x="1560892" y="1566622"/>
                  </a:lnTo>
                  <a:lnTo>
                    <a:pt x="1564924" y="1563434"/>
                  </a:lnTo>
                  <a:lnTo>
                    <a:pt x="1566613" y="1562650"/>
                  </a:lnTo>
                  <a:lnTo>
                    <a:pt x="1568074" y="1562491"/>
                  </a:lnTo>
                  <a:lnTo>
                    <a:pt x="1569771" y="1563388"/>
                  </a:lnTo>
                  <a:lnTo>
                    <a:pt x="1571704" y="1565344"/>
                  </a:lnTo>
                  <a:lnTo>
                    <a:pt x="1572845" y="1567353"/>
                  </a:lnTo>
                  <a:lnTo>
                    <a:pt x="1573187" y="1569422"/>
                  </a:lnTo>
                  <a:lnTo>
                    <a:pt x="1573765" y="1570776"/>
                  </a:lnTo>
                  <a:lnTo>
                    <a:pt x="1577729" y="1572960"/>
                  </a:lnTo>
                  <a:lnTo>
                    <a:pt x="1577364" y="1573980"/>
                  </a:lnTo>
                  <a:lnTo>
                    <a:pt x="1573286" y="1577251"/>
                  </a:lnTo>
                  <a:lnTo>
                    <a:pt x="1573065" y="1577761"/>
                  </a:lnTo>
                  <a:lnTo>
                    <a:pt x="1573879" y="1577997"/>
                  </a:lnTo>
                  <a:lnTo>
                    <a:pt x="1576459" y="1579945"/>
                  </a:lnTo>
                  <a:lnTo>
                    <a:pt x="1578833" y="1582988"/>
                  </a:lnTo>
                  <a:lnTo>
                    <a:pt x="1580278" y="1586602"/>
                  </a:lnTo>
                  <a:lnTo>
                    <a:pt x="1580575" y="1588375"/>
                  </a:lnTo>
                  <a:lnTo>
                    <a:pt x="1580560" y="1590064"/>
                  </a:lnTo>
                  <a:lnTo>
                    <a:pt x="1580887" y="1591068"/>
                  </a:lnTo>
                  <a:lnTo>
                    <a:pt x="1582142" y="1591243"/>
                  </a:lnTo>
                  <a:lnTo>
                    <a:pt x="1582652" y="1590604"/>
                  </a:lnTo>
                  <a:lnTo>
                    <a:pt x="1583230" y="1590726"/>
                  </a:lnTo>
                  <a:lnTo>
                    <a:pt x="1583862" y="1591609"/>
                  </a:lnTo>
                  <a:lnTo>
                    <a:pt x="1584524" y="1594363"/>
                  </a:lnTo>
                  <a:lnTo>
                    <a:pt x="1585954" y="1602405"/>
                  </a:lnTo>
                  <a:lnTo>
                    <a:pt x="1586708" y="1604657"/>
                  </a:lnTo>
                  <a:lnTo>
                    <a:pt x="1587141" y="1604733"/>
                  </a:lnTo>
                  <a:lnTo>
                    <a:pt x="1587370" y="1596683"/>
                  </a:lnTo>
                  <a:lnTo>
                    <a:pt x="1588032" y="1595344"/>
                  </a:lnTo>
                  <a:lnTo>
                    <a:pt x="1590542" y="1596775"/>
                  </a:lnTo>
                  <a:lnTo>
                    <a:pt x="1594225" y="1599917"/>
                  </a:lnTo>
                  <a:lnTo>
                    <a:pt x="1596819" y="1602702"/>
                  </a:lnTo>
                  <a:lnTo>
                    <a:pt x="1597124" y="1604003"/>
                  </a:lnTo>
                  <a:lnTo>
                    <a:pt x="1595161" y="1606529"/>
                  </a:lnTo>
                  <a:lnTo>
                    <a:pt x="1595579" y="1607647"/>
                  </a:lnTo>
                  <a:lnTo>
                    <a:pt x="1597017" y="1609291"/>
                  </a:lnTo>
                  <a:lnTo>
                    <a:pt x="1598341" y="1608667"/>
                  </a:lnTo>
                  <a:lnTo>
                    <a:pt x="1599300" y="1605852"/>
                  </a:lnTo>
                  <a:lnTo>
                    <a:pt x="1600951" y="1603075"/>
                  </a:lnTo>
                  <a:lnTo>
                    <a:pt x="1602906" y="1601104"/>
                  </a:lnTo>
                  <a:lnTo>
                    <a:pt x="1606551" y="1602725"/>
                  </a:lnTo>
                  <a:lnTo>
                    <a:pt x="1609564" y="1606871"/>
                  </a:lnTo>
                  <a:lnTo>
                    <a:pt x="1610020" y="1608294"/>
                  </a:lnTo>
                  <a:lnTo>
                    <a:pt x="1611991" y="1610082"/>
                  </a:lnTo>
                  <a:lnTo>
                    <a:pt x="1613726" y="1609085"/>
                  </a:lnTo>
                  <a:lnTo>
                    <a:pt x="1617081" y="1613818"/>
                  </a:lnTo>
                  <a:lnTo>
                    <a:pt x="1615491" y="1615956"/>
                  </a:lnTo>
                  <a:lnTo>
                    <a:pt x="1611998" y="1619060"/>
                  </a:lnTo>
                  <a:lnTo>
                    <a:pt x="1611649" y="1620110"/>
                  </a:lnTo>
                  <a:lnTo>
                    <a:pt x="1612485" y="1619874"/>
                  </a:lnTo>
                  <a:lnTo>
                    <a:pt x="1619135" y="1619874"/>
                  </a:lnTo>
                  <a:lnTo>
                    <a:pt x="1620931" y="1621115"/>
                  </a:lnTo>
                  <a:lnTo>
                    <a:pt x="1621357" y="1623488"/>
                  </a:lnTo>
                  <a:lnTo>
                    <a:pt x="1618405" y="1630070"/>
                  </a:lnTo>
                  <a:lnTo>
                    <a:pt x="1615696" y="1629484"/>
                  </a:lnTo>
                  <a:lnTo>
                    <a:pt x="1612113" y="1629324"/>
                  </a:lnTo>
                  <a:lnTo>
                    <a:pt x="1610271" y="1629674"/>
                  </a:lnTo>
                  <a:lnTo>
                    <a:pt x="1610560" y="1630526"/>
                  </a:lnTo>
                  <a:lnTo>
                    <a:pt x="1615521" y="1633547"/>
                  </a:lnTo>
                  <a:lnTo>
                    <a:pt x="1616929" y="1636027"/>
                  </a:lnTo>
                  <a:lnTo>
                    <a:pt x="1618831" y="1638561"/>
                  </a:lnTo>
                  <a:lnTo>
                    <a:pt x="1619752" y="1640646"/>
                  </a:lnTo>
                  <a:lnTo>
                    <a:pt x="1619729" y="1641604"/>
                  </a:lnTo>
                  <a:lnTo>
                    <a:pt x="1618945" y="1643042"/>
                  </a:lnTo>
                  <a:lnTo>
                    <a:pt x="1619318" y="1643522"/>
                  </a:lnTo>
                  <a:lnTo>
                    <a:pt x="1622719" y="1644465"/>
                  </a:lnTo>
                  <a:lnTo>
                    <a:pt x="1624827" y="1643621"/>
                  </a:lnTo>
                  <a:lnTo>
                    <a:pt x="1627474" y="1643301"/>
                  </a:lnTo>
                  <a:lnTo>
                    <a:pt x="1629810" y="1643537"/>
                  </a:lnTo>
                  <a:lnTo>
                    <a:pt x="1629993" y="1644435"/>
                  </a:lnTo>
                  <a:lnTo>
                    <a:pt x="1629643" y="1646801"/>
                  </a:lnTo>
                  <a:lnTo>
                    <a:pt x="1627254" y="1648985"/>
                  </a:lnTo>
                  <a:lnTo>
                    <a:pt x="1627893" y="1649494"/>
                  </a:lnTo>
                  <a:lnTo>
                    <a:pt x="1630700" y="1648871"/>
                  </a:lnTo>
                  <a:lnTo>
                    <a:pt x="1631986" y="1649890"/>
                  </a:lnTo>
                  <a:lnTo>
                    <a:pt x="1633653" y="1655064"/>
                  </a:lnTo>
                  <a:lnTo>
                    <a:pt x="1635524" y="1659112"/>
                  </a:lnTo>
                  <a:lnTo>
                    <a:pt x="1634002" y="1660040"/>
                  </a:lnTo>
                  <a:lnTo>
                    <a:pt x="1632306" y="1660390"/>
                  </a:lnTo>
                  <a:lnTo>
                    <a:pt x="1632549" y="1665533"/>
                  </a:lnTo>
                  <a:lnTo>
                    <a:pt x="1633653" y="1670783"/>
                  </a:lnTo>
                  <a:lnTo>
                    <a:pt x="1633660" y="1675797"/>
                  </a:lnTo>
                  <a:lnTo>
                    <a:pt x="1633310" y="1680241"/>
                  </a:lnTo>
                  <a:lnTo>
                    <a:pt x="1631758" y="1681222"/>
                  </a:lnTo>
                  <a:lnTo>
                    <a:pt x="1630099" y="1681123"/>
                  </a:lnTo>
                  <a:lnTo>
                    <a:pt x="1629437" y="1680012"/>
                  </a:lnTo>
                  <a:lnTo>
                    <a:pt x="1625367" y="1666682"/>
                  </a:lnTo>
                  <a:lnTo>
                    <a:pt x="1624362" y="1664263"/>
                  </a:lnTo>
                  <a:lnTo>
                    <a:pt x="1623160" y="1662148"/>
                  </a:lnTo>
                  <a:lnTo>
                    <a:pt x="1618846" y="1656327"/>
                  </a:lnTo>
                  <a:lnTo>
                    <a:pt x="1619014" y="1657263"/>
                  </a:lnTo>
                  <a:lnTo>
                    <a:pt x="1620086" y="1659949"/>
                  </a:lnTo>
                  <a:lnTo>
                    <a:pt x="1621037" y="1663943"/>
                  </a:lnTo>
                  <a:lnTo>
                    <a:pt x="1622278" y="1671871"/>
                  </a:lnTo>
                  <a:lnTo>
                    <a:pt x="1622841" y="1676954"/>
                  </a:lnTo>
                  <a:lnTo>
                    <a:pt x="1622590" y="1678879"/>
                  </a:lnTo>
                  <a:lnTo>
                    <a:pt x="1621707" y="1679351"/>
                  </a:lnTo>
                  <a:lnTo>
                    <a:pt x="1621471" y="1680271"/>
                  </a:lnTo>
                  <a:lnTo>
                    <a:pt x="1621890" y="1681641"/>
                  </a:lnTo>
                  <a:lnTo>
                    <a:pt x="1625192" y="1686792"/>
                  </a:lnTo>
                  <a:lnTo>
                    <a:pt x="1626782" y="1689881"/>
                  </a:lnTo>
                  <a:lnTo>
                    <a:pt x="1627908" y="1693084"/>
                  </a:lnTo>
                  <a:lnTo>
                    <a:pt x="1628958" y="1695245"/>
                  </a:lnTo>
                  <a:lnTo>
                    <a:pt x="1629932" y="1696363"/>
                  </a:lnTo>
                  <a:lnTo>
                    <a:pt x="1629688" y="1697284"/>
                  </a:lnTo>
                  <a:lnTo>
                    <a:pt x="1628235" y="1697991"/>
                  </a:lnTo>
                  <a:lnTo>
                    <a:pt x="1625740" y="1698334"/>
                  </a:lnTo>
                  <a:lnTo>
                    <a:pt x="1624576" y="1697900"/>
                  </a:lnTo>
                  <a:lnTo>
                    <a:pt x="1620102" y="1694940"/>
                  </a:lnTo>
                  <a:lnTo>
                    <a:pt x="1619462" y="1695869"/>
                  </a:lnTo>
                  <a:lnTo>
                    <a:pt x="1621943" y="1706658"/>
                  </a:lnTo>
                  <a:lnTo>
                    <a:pt x="1621867" y="1709222"/>
                  </a:lnTo>
                  <a:lnTo>
                    <a:pt x="1620619" y="1710135"/>
                  </a:lnTo>
                  <a:lnTo>
                    <a:pt x="1619082" y="1709069"/>
                  </a:lnTo>
                  <a:lnTo>
                    <a:pt x="1617256" y="1706018"/>
                  </a:lnTo>
                  <a:lnTo>
                    <a:pt x="1614464" y="1702617"/>
                  </a:lnTo>
                  <a:lnTo>
                    <a:pt x="1610705" y="1698851"/>
                  </a:lnTo>
                  <a:lnTo>
                    <a:pt x="1607121" y="1695899"/>
                  </a:lnTo>
                  <a:lnTo>
                    <a:pt x="1606277" y="1695975"/>
                  </a:lnTo>
                  <a:lnTo>
                    <a:pt x="1605729" y="1696850"/>
                  </a:lnTo>
                  <a:lnTo>
                    <a:pt x="1605128" y="1696995"/>
                  </a:lnTo>
                  <a:lnTo>
                    <a:pt x="1604481" y="1696409"/>
                  </a:lnTo>
                  <a:lnTo>
                    <a:pt x="1603279" y="1694187"/>
                  </a:lnTo>
                  <a:lnTo>
                    <a:pt x="1602024" y="1692673"/>
                  </a:lnTo>
                  <a:lnTo>
                    <a:pt x="1596789" y="1687659"/>
                  </a:lnTo>
                  <a:lnTo>
                    <a:pt x="1596249" y="1687606"/>
                  </a:lnTo>
                  <a:lnTo>
                    <a:pt x="1596743" y="1689112"/>
                  </a:lnTo>
                  <a:lnTo>
                    <a:pt x="1597276" y="1692407"/>
                  </a:lnTo>
                  <a:lnTo>
                    <a:pt x="1596682" y="1693122"/>
                  </a:lnTo>
                  <a:lnTo>
                    <a:pt x="1595313" y="1692856"/>
                  </a:lnTo>
                  <a:lnTo>
                    <a:pt x="1592711" y="1691418"/>
                  </a:lnTo>
                  <a:lnTo>
                    <a:pt x="1590961" y="1688123"/>
                  </a:lnTo>
                  <a:lnTo>
                    <a:pt x="1588739" y="1682379"/>
                  </a:lnTo>
                  <a:lnTo>
                    <a:pt x="1587575" y="1680203"/>
                  </a:lnTo>
                  <a:lnTo>
                    <a:pt x="1587468" y="1681618"/>
                  </a:lnTo>
                  <a:lnTo>
                    <a:pt x="1588085" y="1687088"/>
                  </a:lnTo>
                  <a:lnTo>
                    <a:pt x="1587963" y="1688922"/>
                  </a:lnTo>
                  <a:lnTo>
                    <a:pt x="1586662" y="1689417"/>
                  </a:lnTo>
                  <a:lnTo>
                    <a:pt x="1586107" y="1688914"/>
                  </a:lnTo>
                  <a:lnTo>
                    <a:pt x="1585566" y="1687461"/>
                  </a:lnTo>
                  <a:lnTo>
                    <a:pt x="1585041" y="1685049"/>
                  </a:lnTo>
                  <a:lnTo>
                    <a:pt x="1583793" y="1683208"/>
                  </a:lnTo>
                  <a:lnTo>
                    <a:pt x="1581838" y="1681953"/>
                  </a:lnTo>
                  <a:lnTo>
                    <a:pt x="1580735" y="1680629"/>
                  </a:lnTo>
                  <a:lnTo>
                    <a:pt x="1580195" y="1678278"/>
                  </a:lnTo>
                  <a:lnTo>
                    <a:pt x="1579814" y="1677737"/>
                  </a:lnTo>
                  <a:lnTo>
                    <a:pt x="1576352" y="1678285"/>
                  </a:lnTo>
                  <a:lnTo>
                    <a:pt x="1574618" y="1676589"/>
                  </a:lnTo>
                  <a:lnTo>
                    <a:pt x="1569619" y="1669885"/>
                  </a:lnTo>
                  <a:lnTo>
                    <a:pt x="1565038" y="1662581"/>
                  </a:lnTo>
                  <a:lnTo>
                    <a:pt x="1562155" y="1658701"/>
                  </a:lnTo>
                  <a:lnTo>
                    <a:pt x="1561112" y="1657780"/>
                  </a:lnTo>
                  <a:lnTo>
                    <a:pt x="1562642" y="1662528"/>
                  </a:lnTo>
                  <a:lnTo>
                    <a:pt x="1564331" y="1669505"/>
                  </a:lnTo>
                  <a:lnTo>
                    <a:pt x="1564757" y="1672678"/>
                  </a:lnTo>
                  <a:lnTo>
                    <a:pt x="1563981" y="1672822"/>
                  </a:lnTo>
                  <a:lnTo>
                    <a:pt x="1562292" y="1671415"/>
                  </a:lnTo>
                  <a:lnTo>
                    <a:pt x="1553626" y="1662421"/>
                  </a:lnTo>
                  <a:lnTo>
                    <a:pt x="1548284" y="1658168"/>
                  </a:lnTo>
                  <a:lnTo>
                    <a:pt x="1545317" y="1657415"/>
                  </a:lnTo>
                  <a:lnTo>
                    <a:pt x="1540486" y="1656898"/>
                  </a:lnTo>
                  <a:lnTo>
                    <a:pt x="1539375" y="1659241"/>
                  </a:lnTo>
                  <a:lnTo>
                    <a:pt x="1541977" y="1664430"/>
                  </a:lnTo>
                  <a:lnTo>
                    <a:pt x="1544511" y="1668333"/>
                  </a:lnTo>
                  <a:lnTo>
                    <a:pt x="1546976" y="1670951"/>
                  </a:lnTo>
                  <a:lnTo>
                    <a:pt x="1550848" y="1676033"/>
                  </a:lnTo>
                  <a:lnTo>
                    <a:pt x="1554386" y="1682554"/>
                  </a:lnTo>
                  <a:lnTo>
                    <a:pt x="1555817" y="1684555"/>
                  </a:lnTo>
                  <a:lnTo>
                    <a:pt x="1560641" y="1687324"/>
                  </a:lnTo>
                  <a:lnTo>
                    <a:pt x="1563159" y="1688062"/>
                  </a:lnTo>
                  <a:lnTo>
                    <a:pt x="1565754" y="1688275"/>
                  </a:lnTo>
                  <a:lnTo>
                    <a:pt x="1565989" y="1689257"/>
                  </a:lnTo>
                  <a:lnTo>
                    <a:pt x="1564734" y="1691091"/>
                  </a:lnTo>
                  <a:lnTo>
                    <a:pt x="1564453" y="1692217"/>
                  </a:lnTo>
                  <a:lnTo>
                    <a:pt x="1570189" y="1695093"/>
                  </a:lnTo>
                  <a:lnTo>
                    <a:pt x="1572358" y="1696690"/>
                  </a:lnTo>
                  <a:lnTo>
                    <a:pt x="1574450" y="1699338"/>
                  </a:lnTo>
                  <a:lnTo>
                    <a:pt x="1575645" y="1699993"/>
                  </a:lnTo>
                  <a:lnTo>
                    <a:pt x="1580621" y="1706642"/>
                  </a:lnTo>
                  <a:lnTo>
                    <a:pt x="1581861" y="1707700"/>
                  </a:lnTo>
                  <a:lnTo>
                    <a:pt x="1586297" y="1709853"/>
                  </a:lnTo>
                  <a:lnTo>
                    <a:pt x="1587773" y="1711230"/>
                  </a:lnTo>
                  <a:lnTo>
                    <a:pt x="1590215" y="1715491"/>
                  </a:lnTo>
                  <a:lnTo>
                    <a:pt x="1591752" y="1717660"/>
                  </a:lnTo>
                  <a:lnTo>
                    <a:pt x="1593920" y="1722780"/>
                  </a:lnTo>
                  <a:lnTo>
                    <a:pt x="1595541" y="1725040"/>
                  </a:lnTo>
                  <a:lnTo>
                    <a:pt x="1599513" y="1727619"/>
                  </a:lnTo>
                  <a:lnTo>
                    <a:pt x="1601210" y="1728357"/>
                  </a:lnTo>
                  <a:lnTo>
                    <a:pt x="1601970" y="1729331"/>
                  </a:lnTo>
                  <a:lnTo>
                    <a:pt x="1601453" y="1731644"/>
                  </a:lnTo>
                  <a:lnTo>
                    <a:pt x="1600974" y="1732610"/>
                  </a:lnTo>
                  <a:lnTo>
                    <a:pt x="1598706" y="1734193"/>
                  </a:lnTo>
                  <a:lnTo>
                    <a:pt x="1599064" y="1736399"/>
                  </a:lnTo>
                  <a:lnTo>
                    <a:pt x="1600342" y="1740325"/>
                  </a:lnTo>
                  <a:lnTo>
                    <a:pt x="1600289" y="1742753"/>
                  </a:lnTo>
                  <a:lnTo>
                    <a:pt x="1598904" y="1743696"/>
                  </a:lnTo>
                  <a:lnTo>
                    <a:pt x="1596066" y="1744814"/>
                  </a:lnTo>
                  <a:lnTo>
                    <a:pt x="1594636" y="1744723"/>
                  </a:lnTo>
                  <a:lnTo>
                    <a:pt x="1592482" y="1743795"/>
                  </a:lnTo>
                  <a:lnTo>
                    <a:pt x="1589781" y="1742212"/>
                  </a:lnTo>
                  <a:lnTo>
                    <a:pt x="1584402" y="1738264"/>
                  </a:lnTo>
                  <a:lnTo>
                    <a:pt x="1576330" y="1735524"/>
                  </a:lnTo>
                  <a:lnTo>
                    <a:pt x="1573317" y="1734056"/>
                  </a:lnTo>
                  <a:lnTo>
                    <a:pt x="1572312" y="1732732"/>
                  </a:lnTo>
                  <a:lnTo>
                    <a:pt x="1570791" y="1731948"/>
                  </a:lnTo>
                  <a:lnTo>
                    <a:pt x="1550750" y="1728114"/>
                  </a:lnTo>
                  <a:lnTo>
                    <a:pt x="1547394" y="1727170"/>
                  </a:lnTo>
                  <a:lnTo>
                    <a:pt x="1545309" y="1725999"/>
                  </a:lnTo>
                  <a:lnTo>
                    <a:pt x="1543377" y="1724264"/>
                  </a:lnTo>
                  <a:lnTo>
                    <a:pt x="1535730" y="1720300"/>
                  </a:lnTo>
                  <a:lnTo>
                    <a:pt x="1534802" y="1719432"/>
                  </a:lnTo>
                  <a:lnTo>
                    <a:pt x="1529666" y="1712607"/>
                  </a:lnTo>
                  <a:lnTo>
                    <a:pt x="1525847" y="1704588"/>
                  </a:lnTo>
                  <a:lnTo>
                    <a:pt x="1524576" y="1703508"/>
                  </a:lnTo>
                  <a:lnTo>
                    <a:pt x="1520422" y="1702450"/>
                  </a:lnTo>
                  <a:lnTo>
                    <a:pt x="1516952" y="1703120"/>
                  </a:lnTo>
                  <a:lnTo>
                    <a:pt x="1514624" y="1704002"/>
                  </a:lnTo>
                  <a:lnTo>
                    <a:pt x="1511094" y="1703713"/>
                  </a:lnTo>
                  <a:lnTo>
                    <a:pt x="1508788" y="1702404"/>
                  </a:lnTo>
                  <a:lnTo>
                    <a:pt x="1503934" y="1698775"/>
                  </a:lnTo>
                  <a:lnTo>
                    <a:pt x="1499019" y="1696843"/>
                  </a:lnTo>
                  <a:lnTo>
                    <a:pt x="1494735" y="1693662"/>
                  </a:lnTo>
                  <a:lnTo>
                    <a:pt x="1492521" y="1692536"/>
                  </a:lnTo>
                  <a:lnTo>
                    <a:pt x="1492727" y="1691722"/>
                  </a:lnTo>
                  <a:lnTo>
                    <a:pt x="1495930" y="1686967"/>
                  </a:lnTo>
                  <a:lnTo>
                    <a:pt x="1494933" y="1687035"/>
                  </a:lnTo>
                  <a:lnTo>
                    <a:pt x="1489363" y="1690657"/>
                  </a:lnTo>
                  <a:lnTo>
                    <a:pt x="1487362" y="1689546"/>
                  </a:lnTo>
                  <a:lnTo>
                    <a:pt x="1484076" y="1686700"/>
                  </a:lnTo>
                  <a:lnTo>
                    <a:pt x="1481603" y="1683832"/>
                  </a:lnTo>
                  <a:lnTo>
                    <a:pt x="1476513" y="1675866"/>
                  </a:lnTo>
                  <a:lnTo>
                    <a:pt x="1473591" y="1672967"/>
                  </a:lnTo>
                  <a:lnTo>
                    <a:pt x="1474002" y="1672313"/>
                  </a:lnTo>
                  <a:lnTo>
                    <a:pt x="1477289" y="1672046"/>
                  </a:lnTo>
                  <a:lnTo>
                    <a:pt x="1479906" y="1672297"/>
                  </a:lnTo>
                  <a:lnTo>
                    <a:pt x="1481664" y="1671635"/>
                  </a:lnTo>
                  <a:lnTo>
                    <a:pt x="1485050" y="1668379"/>
                  </a:lnTo>
                  <a:lnTo>
                    <a:pt x="1486510" y="1666325"/>
                  </a:lnTo>
                  <a:lnTo>
                    <a:pt x="1486655" y="1665115"/>
                  </a:lnTo>
                  <a:lnTo>
                    <a:pt x="1483824" y="1664810"/>
                  </a:lnTo>
                  <a:lnTo>
                    <a:pt x="1483216" y="1664225"/>
                  </a:lnTo>
                  <a:lnTo>
                    <a:pt x="1482714" y="1662886"/>
                  </a:lnTo>
                  <a:lnTo>
                    <a:pt x="1481413" y="1661166"/>
                  </a:lnTo>
                  <a:lnTo>
                    <a:pt x="1479305" y="1659074"/>
                  </a:lnTo>
                  <a:lnTo>
                    <a:pt x="1476908" y="1658168"/>
                  </a:lnTo>
                  <a:lnTo>
                    <a:pt x="1468676" y="1658944"/>
                  </a:lnTo>
                  <a:lnTo>
                    <a:pt x="1467246" y="1658024"/>
                  </a:lnTo>
                  <a:lnTo>
                    <a:pt x="1467276" y="1656624"/>
                  </a:lnTo>
                  <a:lnTo>
                    <a:pt x="1468881" y="1652675"/>
                  </a:lnTo>
                  <a:lnTo>
                    <a:pt x="1469756" y="1651085"/>
                  </a:lnTo>
                  <a:lnTo>
                    <a:pt x="1470038" y="1650202"/>
                  </a:lnTo>
                  <a:lnTo>
                    <a:pt x="1469718" y="1650035"/>
                  </a:lnTo>
                  <a:lnTo>
                    <a:pt x="1468607" y="1650134"/>
                  </a:lnTo>
                  <a:lnTo>
                    <a:pt x="1463837" y="1653679"/>
                  </a:lnTo>
                  <a:lnTo>
                    <a:pt x="1462802" y="1653420"/>
                  </a:lnTo>
                  <a:lnTo>
                    <a:pt x="1460930" y="1649677"/>
                  </a:lnTo>
                  <a:lnTo>
                    <a:pt x="1459797" y="1645393"/>
                  </a:lnTo>
                  <a:lnTo>
                    <a:pt x="1458967" y="1643887"/>
                  </a:lnTo>
                  <a:lnTo>
                    <a:pt x="1457864" y="1643377"/>
                  </a:lnTo>
                  <a:lnTo>
                    <a:pt x="1453946" y="1639147"/>
                  </a:lnTo>
                  <a:lnTo>
                    <a:pt x="1448369" y="1631074"/>
                  </a:lnTo>
                  <a:lnTo>
                    <a:pt x="1446314" y="1628540"/>
                  </a:lnTo>
                  <a:lnTo>
                    <a:pt x="1444032" y="1626266"/>
                  </a:lnTo>
                  <a:lnTo>
                    <a:pt x="1442381" y="1625299"/>
                  </a:lnTo>
                  <a:lnTo>
                    <a:pt x="1442617" y="1624105"/>
                  </a:lnTo>
                  <a:lnTo>
                    <a:pt x="1446147" y="1617333"/>
                  </a:lnTo>
                  <a:lnTo>
                    <a:pt x="1446292" y="1616222"/>
                  </a:lnTo>
                  <a:lnTo>
                    <a:pt x="1443263" y="1616641"/>
                  </a:lnTo>
                  <a:lnTo>
                    <a:pt x="1438698" y="1615233"/>
                  </a:lnTo>
                  <a:lnTo>
                    <a:pt x="1436530" y="1616937"/>
                  </a:lnTo>
                  <a:lnTo>
                    <a:pt x="1435152" y="1617036"/>
                  </a:lnTo>
                  <a:lnTo>
                    <a:pt x="1433547" y="1616085"/>
                  </a:lnTo>
                  <a:lnTo>
                    <a:pt x="1432642" y="1616443"/>
                  </a:lnTo>
                  <a:lnTo>
                    <a:pt x="1431790" y="1622005"/>
                  </a:lnTo>
                  <a:lnTo>
                    <a:pt x="1431135" y="1623397"/>
                  </a:lnTo>
                  <a:lnTo>
                    <a:pt x="1430184" y="1624143"/>
                  </a:lnTo>
                  <a:lnTo>
                    <a:pt x="1429347" y="1624044"/>
                  </a:lnTo>
                  <a:lnTo>
                    <a:pt x="1428624" y="1623100"/>
                  </a:lnTo>
                  <a:lnTo>
                    <a:pt x="1428640" y="1621807"/>
                  </a:lnTo>
                  <a:lnTo>
                    <a:pt x="1427947" y="1614967"/>
                  </a:lnTo>
                  <a:lnTo>
                    <a:pt x="1426357" y="1613955"/>
                  </a:lnTo>
                  <a:lnTo>
                    <a:pt x="1421860" y="1613689"/>
                  </a:lnTo>
                  <a:lnTo>
                    <a:pt x="1420894" y="1613133"/>
                  </a:lnTo>
                  <a:lnTo>
                    <a:pt x="1419799" y="1611863"/>
                  </a:lnTo>
                  <a:lnTo>
                    <a:pt x="1418863" y="1609504"/>
                  </a:lnTo>
                  <a:lnTo>
                    <a:pt x="1418087" y="1606065"/>
                  </a:lnTo>
                  <a:lnTo>
                    <a:pt x="1417196" y="1604170"/>
                  </a:lnTo>
                  <a:lnTo>
                    <a:pt x="1416192" y="1603836"/>
                  </a:lnTo>
                  <a:lnTo>
                    <a:pt x="1415385" y="1604117"/>
                  </a:lnTo>
                  <a:lnTo>
                    <a:pt x="1414777" y="1605007"/>
                  </a:lnTo>
                  <a:lnTo>
                    <a:pt x="1413377" y="1605563"/>
                  </a:lnTo>
                  <a:lnTo>
                    <a:pt x="1411178" y="1605776"/>
                  </a:lnTo>
                  <a:lnTo>
                    <a:pt x="1411110" y="1607100"/>
                  </a:lnTo>
                  <a:lnTo>
                    <a:pt x="1413171" y="1609534"/>
                  </a:lnTo>
                  <a:lnTo>
                    <a:pt x="1415165" y="1613004"/>
                  </a:lnTo>
                  <a:lnTo>
                    <a:pt x="1417082" y="1617493"/>
                  </a:lnTo>
                  <a:lnTo>
                    <a:pt x="1415918" y="1620498"/>
                  </a:lnTo>
                  <a:lnTo>
                    <a:pt x="1411665" y="1622028"/>
                  </a:lnTo>
                  <a:lnTo>
                    <a:pt x="1407960" y="1622476"/>
                  </a:lnTo>
                  <a:lnTo>
                    <a:pt x="1404802" y="1621845"/>
                  </a:lnTo>
                  <a:lnTo>
                    <a:pt x="1402383" y="1620803"/>
                  </a:lnTo>
                  <a:lnTo>
                    <a:pt x="1398981" y="1618307"/>
                  </a:lnTo>
                  <a:lnTo>
                    <a:pt x="1394127" y="1619121"/>
                  </a:lnTo>
                  <a:lnTo>
                    <a:pt x="1393024" y="1625672"/>
                  </a:lnTo>
                  <a:lnTo>
                    <a:pt x="1391989" y="1626030"/>
                  </a:lnTo>
                  <a:lnTo>
                    <a:pt x="1387363" y="1625862"/>
                  </a:lnTo>
                  <a:lnTo>
                    <a:pt x="1385522" y="1626441"/>
                  </a:lnTo>
                  <a:lnTo>
                    <a:pt x="1379351" y="1630047"/>
                  </a:lnTo>
                  <a:lnTo>
                    <a:pt x="1377472" y="1630549"/>
                  </a:lnTo>
                  <a:lnTo>
                    <a:pt x="1376042" y="1630123"/>
                  </a:lnTo>
                  <a:lnTo>
                    <a:pt x="1374657" y="1630990"/>
                  </a:lnTo>
                  <a:lnTo>
                    <a:pt x="1372580" y="1633052"/>
                  </a:lnTo>
                  <a:lnTo>
                    <a:pt x="1369757" y="1633265"/>
                  </a:lnTo>
                  <a:lnTo>
                    <a:pt x="1366181" y="1631637"/>
                  </a:lnTo>
                  <a:lnTo>
                    <a:pt x="1363145" y="1630937"/>
                  </a:lnTo>
                  <a:lnTo>
                    <a:pt x="1360649" y="1631165"/>
                  </a:lnTo>
                  <a:lnTo>
                    <a:pt x="1358078" y="1630207"/>
                  </a:lnTo>
                  <a:lnTo>
                    <a:pt x="1355430" y="1628046"/>
                  </a:lnTo>
                  <a:lnTo>
                    <a:pt x="1353277" y="1627080"/>
                  </a:lnTo>
                  <a:lnTo>
                    <a:pt x="1350439" y="1627239"/>
                  </a:lnTo>
                  <a:lnTo>
                    <a:pt x="1349784" y="1626897"/>
                  </a:lnTo>
                  <a:lnTo>
                    <a:pt x="1345645" y="1622256"/>
                  </a:lnTo>
                  <a:lnTo>
                    <a:pt x="1344360" y="1620361"/>
                  </a:lnTo>
                  <a:lnTo>
                    <a:pt x="1341598" y="1614480"/>
                  </a:lnTo>
                  <a:lnTo>
                    <a:pt x="1341111" y="1612144"/>
                  </a:lnTo>
                  <a:lnTo>
                    <a:pt x="1341034" y="1609641"/>
                  </a:lnTo>
                  <a:lnTo>
                    <a:pt x="1341278" y="1607792"/>
                  </a:lnTo>
                  <a:lnTo>
                    <a:pt x="1342237" y="1604992"/>
                  </a:lnTo>
                  <a:lnTo>
                    <a:pt x="1343287" y="1598388"/>
                  </a:lnTo>
                  <a:lnTo>
                    <a:pt x="1344146" y="1596189"/>
                  </a:lnTo>
                  <a:lnTo>
                    <a:pt x="1345440" y="1594188"/>
                  </a:lnTo>
                  <a:lnTo>
                    <a:pt x="1347974" y="1591647"/>
                  </a:lnTo>
                  <a:lnTo>
                    <a:pt x="1357127" y="1587158"/>
                  </a:lnTo>
                  <a:lnTo>
                    <a:pt x="1358975" y="1585377"/>
                  </a:lnTo>
                  <a:lnTo>
                    <a:pt x="1358915" y="1584198"/>
                  </a:lnTo>
                  <a:lnTo>
                    <a:pt x="1356830" y="1578674"/>
                  </a:lnTo>
                  <a:lnTo>
                    <a:pt x="1356853" y="1577251"/>
                  </a:lnTo>
                  <a:lnTo>
                    <a:pt x="1357553" y="1576422"/>
                  </a:lnTo>
                  <a:lnTo>
                    <a:pt x="1359036" y="1573181"/>
                  </a:lnTo>
                  <a:lnTo>
                    <a:pt x="1359706" y="1572275"/>
                  </a:lnTo>
                  <a:lnTo>
                    <a:pt x="1361319" y="1571773"/>
                  </a:lnTo>
                  <a:lnTo>
                    <a:pt x="1364674" y="1573417"/>
                  </a:lnTo>
                  <a:lnTo>
                    <a:pt x="1367566" y="1574078"/>
                  </a:lnTo>
                  <a:lnTo>
                    <a:pt x="1371400" y="1574292"/>
                  </a:lnTo>
                  <a:lnTo>
                    <a:pt x="1377746" y="1576551"/>
                  </a:lnTo>
                  <a:lnTo>
                    <a:pt x="1386602" y="1580850"/>
                  </a:lnTo>
                  <a:lnTo>
                    <a:pt x="1391692" y="1583833"/>
                  </a:lnTo>
                  <a:lnTo>
                    <a:pt x="1395542" y="1588215"/>
                  </a:lnTo>
                  <a:lnTo>
                    <a:pt x="1398281" y="1592506"/>
                  </a:lnTo>
                  <a:lnTo>
                    <a:pt x="1398669" y="1594675"/>
                  </a:lnTo>
                  <a:lnTo>
                    <a:pt x="1397399" y="1598007"/>
                  </a:lnTo>
                  <a:lnTo>
                    <a:pt x="1396760" y="1598981"/>
                  </a:lnTo>
                  <a:lnTo>
                    <a:pt x="1396798" y="1600123"/>
                  </a:lnTo>
                  <a:lnTo>
                    <a:pt x="1397513" y="1601416"/>
                  </a:lnTo>
                  <a:lnTo>
                    <a:pt x="1399727" y="1603303"/>
                  </a:lnTo>
                  <a:lnTo>
                    <a:pt x="1400260" y="1602588"/>
                  </a:lnTo>
                  <a:lnTo>
                    <a:pt x="1400092" y="1600328"/>
                  </a:lnTo>
                  <a:lnTo>
                    <a:pt x="1400556" y="1598426"/>
                  </a:lnTo>
                  <a:lnTo>
                    <a:pt x="1401644" y="1596889"/>
                  </a:lnTo>
                  <a:lnTo>
                    <a:pt x="1401766" y="1594888"/>
                  </a:lnTo>
                  <a:lnTo>
                    <a:pt x="1400922" y="1592423"/>
                  </a:lnTo>
                  <a:lnTo>
                    <a:pt x="1399872" y="1590292"/>
                  </a:lnTo>
                  <a:lnTo>
                    <a:pt x="1398609" y="1588497"/>
                  </a:lnTo>
                  <a:lnTo>
                    <a:pt x="1392887" y="1582303"/>
                  </a:lnTo>
                  <a:lnTo>
                    <a:pt x="1392339" y="1580241"/>
                  </a:lnTo>
                  <a:lnTo>
                    <a:pt x="1394256" y="1579313"/>
                  </a:lnTo>
                  <a:lnTo>
                    <a:pt x="1402626" y="1581398"/>
                  </a:lnTo>
                  <a:lnTo>
                    <a:pt x="1405837" y="1580934"/>
                  </a:lnTo>
                  <a:lnTo>
                    <a:pt x="1407054" y="1578507"/>
                  </a:lnTo>
                  <a:lnTo>
                    <a:pt x="1408370" y="1576848"/>
                  </a:lnTo>
                  <a:lnTo>
                    <a:pt x="1409778" y="1575950"/>
                  </a:lnTo>
                  <a:lnTo>
                    <a:pt x="1412593" y="1575562"/>
                  </a:lnTo>
                  <a:lnTo>
                    <a:pt x="1416534" y="1576696"/>
                  </a:lnTo>
                  <a:lnTo>
                    <a:pt x="1418467" y="1576863"/>
                  </a:lnTo>
                  <a:lnTo>
                    <a:pt x="1420179" y="1576452"/>
                  </a:lnTo>
                  <a:lnTo>
                    <a:pt x="1422401" y="1575128"/>
                  </a:lnTo>
                  <a:lnTo>
                    <a:pt x="1425687" y="1570693"/>
                  </a:lnTo>
                  <a:lnTo>
                    <a:pt x="1427787" y="1569688"/>
                  </a:lnTo>
                  <a:lnTo>
                    <a:pt x="1430968" y="1568988"/>
                  </a:lnTo>
                  <a:lnTo>
                    <a:pt x="1433349" y="1568889"/>
                  </a:lnTo>
                  <a:lnTo>
                    <a:pt x="1437671" y="1570662"/>
                  </a:lnTo>
                  <a:lnTo>
                    <a:pt x="1440334" y="1570617"/>
                  </a:lnTo>
                  <a:lnTo>
                    <a:pt x="1440121" y="1567649"/>
                  </a:lnTo>
                  <a:lnTo>
                    <a:pt x="1438356" y="1561950"/>
                  </a:lnTo>
                  <a:lnTo>
                    <a:pt x="1436157" y="1556069"/>
                  </a:lnTo>
                  <a:lnTo>
                    <a:pt x="1434453" y="1554068"/>
                  </a:lnTo>
                  <a:lnTo>
                    <a:pt x="1430032" y="1550317"/>
                  </a:lnTo>
                  <a:lnTo>
                    <a:pt x="1424835" y="1543218"/>
                  </a:lnTo>
                  <a:lnTo>
                    <a:pt x="1422172" y="1538790"/>
                  </a:lnTo>
                  <a:lnTo>
                    <a:pt x="1421472" y="1536568"/>
                  </a:lnTo>
                  <a:lnTo>
                    <a:pt x="1421845" y="1535092"/>
                  </a:lnTo>
                  <a:lnTo>
                    <a:pt x="1422728" y="1532924"/>
                  </a:lnTo>
                  <a:lnTo>
                    <a:pt x="1432147" y="1524973"/>
                  </a:lnTo>
                  <a:lnTo>
                    <a:pt x="1439611" y="1517030"/>
                  </a:lnTo>
                  <a:lnTo>
                    <a:pt x="1442883" y="1512944"/>
                  </a:lnTo>
                  <a:lnTo>
                    <a:pt x="1444458" y="1510090"/>
                  </a:lnTo>
                  <a:lnTo>
                    <a:pt x="1446094" y="1508013"/>
                  </a:lnTo>
                  <a:lnTo>
                    <a:pt x="1447798" y="1506705"/>
                  </a:lnTo>
                  <a:lnTo>
                    <a:pt x="1451382" y="1505137"/>
                  </a:lnTo>
                  <a:lnTo>
                    <a:pt x="1452409" y="1503129"/>
                  </a:lnTo>
                  <a:lnTo>
                    <a:pt x="1452629" y="1499712"/>
                  </a:lnTo>
                  <a:lnTo>
                    <a:pt x="1453230" y="1496737"/>
                  </a:lnTo>
                  <a:lnTo>
                    <a:pt x="1456601" y="1488710"/>
                  </a:lnTo>
                  <a:lnTo>
                    <a:pt x="1459188" y="1486527"/>
                  </a:lnTo>
                  <a:lnTo>
                    <a:pt x="1463091" y="1485013"/>
                  </a:lnTo>
                  <a:lnTo>
                    <a:pt x="1465655" y="1483072"/>
                  </a:lnTo>
                  <a:lnTo>
                    <a:pt x="1468752" y="1476415"/>
                  </a:lnTo>
                  <a:lnTo>
                    <a:pt x="1468448" y="1474756"/>
                  </a:lnTo>
                  <a:lnTo>
                    <a:pt x="1467017" y="1473493"/>
                  </a:lnTo>
                  <a:lnTo>
                    <a:pt x="1465906" y="1471576"/>
                  </a:lnTo>
                  <a:lnTo>
                    <a:pt x="1461136" y="1453916"/>
                  </a:lnTo>
                  <a:lnTo>
                    <a:pt x="1457955" y="1445304"/>
                  </a:lnTo>
                  <a:lnTo>
                    <a:pt x="1454143" y="1437756"/>
                  </a:lnTo>
                  <a:lnTo>
                    <a:pt x="1450735" y="1428512"/>
                  </a:lnTo>
                  <a:lnTo>
                    <a:pt x="1445082" y="1419343"/>
                  </a:lnTo>
                  <a:lnTo>
                    <a:pt x="1445013" y="1416901"/>
                  </a:lnTo>
                  <a:lnTo>
                    <a:pt x="1446018" y="1414131"/>
                  </a:lnTo>
                  <a:lnTo>
                    <a:pt x="1445538" y="1413500"/>
                  </a:lnTo>
                  <a:lnTo>
                    <a:pt x="1439703" y="1417548"/>
                  </a:lnTo>
                  <a:lnTo>
                    <a:pt x="1438325" y="1417730"/>
                  </a:lnTo>
                  <a:lnTo>
                    <a:pt x="1436088" y="1415973"/>
                  </a:lnTo>
                  <a:lnTo>
                    <a:pt x="1434574" y="1413774"/>
                  </a:lnTo>
                  <a:lnTo>
                    <a:pt x="1433311" y="1409924"/>
                  </a:lnTo>
                  <a:lnTo>
                    <a:pt x="1433441" y="1407907"/>
                  </a:lnTo>
                  <a:lnTo>
                    <a:pt x="1434270" y="1405998"/>
                  </a:lnTo>
                  <a:lnTo>
                    <a:pt x="1435381" y="1401273"/>
                  </a:lnTo>
                  <a:lnTo>
                    <a:pt x="1435419" y="1398861"/>
                  </a:lnTo>
                  <a:lnTo>
                    <a:pt x="1435038" y="1396556"/>
                  </a:lnTo>
                  <a:lnTo>
                    <a:pt x="1434536" y="1394950"/>
                  </a:lnTo>
                  <a:lnTo>
                    <a:pt x="1433905" y="1394045"/>
                  </a:lnTo>
                  <a:lnTo>
                    <a:pt x="1432124" y="1393482"/>
                  </a:lnTo>
                  <a:lnTo>
                    <a:pt x="1429180" y="1393253"/>
                  </a:lnTo>
                  <a:lnTo>
                    <a:pt x="1428221" y="1394075"/>
                  </a:lnTo>
                  <a:lnTo>
                    <a:pt x="1431462" y="1401227"/>
                  </a:lnTo>
                  <a:lnTo>
                    <a:pt x="1430968" y="1402985"/>
                  </a:lnTo>
                  <a:lnTo>
                    <a:pt x="1426836" y="1403753"/>
                  </a:lnTo>
                  <a:lnTo>
                    <a:pt x="1424972" y="1403418"/>
                  </a:lnTo>
                  <a:lnTo>
                    <a:pt x="1423268" y="1402551"/>
                  </a:lnTo>
                  <a:lnTo>
                    <a:pt x="1421723" y="1401151"/>
                  </a:lnTo>
                  <a:lnTo>
                    <a:pt x="1416907" y="1393680"/>
                  </a:lnTo>
                  <a:lnTo>
                    <a:pt x="1415888" y="1390857"/>
                  </a:lnTo>
                  <a:lnTo>
                    <a:pt x="1416207" y="1388802"/>
                  </a:lnTo>
                  <a:lnTo>
                    <a:pt x="1415796" y="1387737"/>
                  </a:lnTo>
                  <a:lnTo>
                    <a:pt x="1414815" y="1388422"/>
                  </a:lnTo>
                  <a:lnTo>
                    <a:pt x="1413483" y="1388468"/>
                  </a:lnTo>
                  <a:lnTo>
                    <a:pt x="1411672" y="1387745"/>
                  </a:lnTo>
                  <a:lnTo>
                    <a:pt x="1411300" y="1386862"/>
                  </a:lnTo>
                  <a:lnTo>
                    <a:pt x="1414678" y="1382784"/>
                  </a:lnTo>
                  <a:lnTo>
                    <a:pt x="1414868" y="1381521"/>
                  </a:lnTo>
                  <a:lnTo>
                    <a:pt x="1413308" y="1380174"/>
                  </a:lnTo>
                  <a:lnTo>
                    <a:pt x="1410980" y="1379900"/>
                  </a:lnTo>
                  <a:lnTo>
                    <a:pt x="1410356" y="1378691"/>
                  </a:lnTo>
                  <a:lnTo>
                    <a:pt x="1411147" y="1377397"/>
                  </a:lnTo>
                  <a:lnTo>
                    <a:pt x="1414305" y="1375153"/>
                  </a:lnTo>
                  <a:lnTo>
                    <a:pt x="1415424" y="1373669"/>
                  </a:lnTo>
                  <a:lnTo>
                    <a:pt x="1413529" y="1372550"/>
                  </a:lnTo>
                  <a:lnTo>
                    <a:pt x="1412471" y="1372452"/>
                  </a:lnTo>
                  <a:lnTo>
                    <a:pt x="1410349" y="1374909"/>
                  </a:lnTo>
                  <a:lnTo>
                    <a:pt x="1407153" y="1379908"/>
                  </a:lnTo>
                  <a:lnTo>
                    <a:pt x="1404825" y="1381757"/>
                  </a:lnTo>
                  <a:lnTo>
                    <a:pt x="1401637" y="1379444"/>
                  </a:lnTo>
                  <a:lnTo>
                    <a:pt x="1399628" y="1378675"/>
                  </a:lnTo>
                  <a:lnTo>
                    <a:pt x="1398221" y="1379178"/>
                  </a:lnTo>
                  <a:lnTo>
                    <a:pt x="1396075" y="1383035"/>
                  </a:lnTo>
                  <a:lnTo>
                    <a:pt x="1391396" y="1385850"/>
                  </a:lnTo>
                  <a:lnTo>
                    <a:pt x="1383011" y="1392462"/>
                  </a:lnTo>
                  <a:lnTo>
                    <a:pt x="1379412" y="1394562"/>
                  </a:lnTo>
                  <a:lnTo>
                    <a:pt x="1375532" y="1394189"/>
                  </a:lnTo>
                  <a:lnTo>
                    <a:pt x="1374794" y="1392858"/>
                  </a:lnTo>
                  <a:lnTo>
                    <a:pt x="1374862" y="1390590"/>
                  </a:lnTo>
                  <a:lnTo>
                    <a:pt x="1375129" y="1388719"/>
                  </a:lnTo>
                  <a:lnTo>
                    <a:pt x="1375600" y="1387258"/>
                  </a:lnTo>
                  <a:lnTo>
                    <a:pt x="1375753" y="1385462"/>
                  </a:lnTo>
                  <a:lnTo>
                    <a:pt x="1375471" y="1377884"/>
                  </a:lnTo>
                  <a:lnTo>
                    <a:pt x="1376118" y="1375799"/>
                  </a:lnTo>
                  <a:lnTo>
                    <a:pt x="1377442" y="1374552"/>
                  </a:lnTo>
                  <a:lnTo>
                    <a:pt x="1379884" y="1373243"/>
                  </a:lnTo>
                  <a:lnTo>
                    <a:pt x="1386115" y="1374810"/>
                  </a:lnTo>
                  <a:lnTo>
                    <a:pt x="1389006" y="1374529"/>
                  </a:lnTo>
                  <a:lnTo>
                    <a:pt x="1391038" y="1372771"/>
                  </a:lnTo>
                  <a:lnTo>
                    <a:pt x="1393070" y="1370222"/>
                  </a:lnTo>
                  <a:lnTo>
                    <a:pt x="1395109" y="1366875"/>
                  </a:lnTo>
                  <a:lnTo>
                    <a:pt x="1395542" y="1363648"/>
                  </a:lnTo>
                  <a:lnTo>
                    <a:pt x="1393381" y="1358414"/>
                  </a:lnTo>
                  <a:lnTo>
                    <a:pt x="1392567" y="1357257"/>
                  </a:lnTo>
                  <a:lnTo>
                    <a:pt x="1387028" y="1353156"/>
                  </a:lnTo>
                  <a:lnTo>
                    <a:pt x="1383970" y="1351665"/>
                  </a:lnTo>
                  <a:lnTo>
                    <a:pt x="1381269" y="1351018"/>
                  </a:lnTo>
                  <a:lnTo>
                    <a:pt x="1379313" y="1349839"/>
                  </a:lnTo>
                  <a:lnTo>
                    <a:pt x="1378096" y="1348112"/>
                  </a:lnTo>
                  <a:lnTo>
                    <a:pt x="1376917" y="1345243"/>
                  </a:lnTo>
                  <a:lnTo>
                    <a:pt x="1376818" y="1343280"/>
                  </a:lnTo>
                  <a:lnTo>
                    <a:pt x="1377008" y="1340701"/>
                  </a:lnTo>
                  <a:lnTo>
                    <a:pt x="1378134" y="1338921"/>
                  </a:lnTo>
                  <a:lnTo>
                    <a:pt x="1383087" y="1336866"/>
                  </a:lnTo>
                  <a:lnTo>
                    <a:pt x="1383026" y="1336334"/>
                  </a:lnTo>
                  <a:lnTo>
                    <a:pt x="1378978" y="1334820"/>
                  </a:lnTo>
                  <a:lnTo>
                    <a:pt x="1377069" y="1334995"/>
                  </a:lnTo>
                  <a:lnTo>
                    <a:pt x="1375433" y="1336691"/>
                  </a:lnTo>
                  <a:lnTo>
                    <a:pt x="1373371" y="1340671"/>
                  </a:lnTo>
                  <a:lnTo>
                    <a:pt x="1372176" y="1341789"/>
                  </a:lnTo>
                  <a:lnTo>
                    <a:pt x="1368479" y="1339446"/>
                  </a:lnTo>
                  <a:lnTo>
                    <a:pt x="1366257" y="1339103"/>
                  </a:lnTo>
                  <a:lnTo>
                    <a:pt x="1364758" y="1337985"/>
                  </a:lnTo>
                  <a:lnTo>
                    <a:pt x="1363929" y="1336904"/>
                  </a:lnTo>
                  <a:lnTo>
                    <a:pt x="1364431" y="1335794"/>
                  </a:lnTo>
                  <a:lnTo>
                    <a:pt x="1366272" y="1334668"/>
                  </a:lnTo>
                  <a:lnTo>
                    <a:pt x="1369475" y="1331213"/>
                  </a:lnTo>
                  <a:lnTo>
                    <a:pt x="1369689" y="1329349"/>
                  </a:lnTo>
                  <a:lnTo>
                    <a:pt x="1367474" y="1326298"/>
                  </a:lnTo>
                  <a:lnTo>
                    <a:pt x="1366325" y="1325598"/>
                  </a:lnTo>
                  <a:lnTo>
                    <a:pt x="1361707" y="1324457"/>
                  </a:lnTo>
                  <a:lnTo>
                    <a:pt x="1356115" y="1325590"/>
                  </a:lnTo>
                  <a:lnTo>
                    <a:pt x="1354038" y="1325012"/>
                  </a:lnTo>
                  <a:lnTo>
                    <a:pt x="1353102" y="1321611"/>
                  </a:lnTo>
                  <a:lnTo>
                    <a:pt x="1352508" y="1317548"/>
                  </a:lnTo>
                  <a:lnTo>
                    <a:pt x="1352257" y="1312816"/>
                  </a:lnTo>
                  <a:lnTo>
                    <a:pt x="1351245" y="1304713"/>
                  </a:lnTo>
                  <a:lnTo>
                    <a:pt x="1350134" y="1300444"/>
                  </a:lnTo>
                  <a:lnTo>
                    <a:pt x="1348673" y="1299904"/>
                  </a:lnTo>
                  <a:lnTo>
                    <a:pt x="1341963" y="1301669"/>
                  </a:lnTo>
                  <a:lnTo>
                    <a:pt x="1340373" y="1301692"/>
                  </a:lnTo>
                  <a:lnTo>
                    <a:pt x="1339254" y="1301159"/>
                  </a:lnTo>
                  <a:lnTo>
                    <a:pt x="1334818" y="1295696"/>
                  </a:lnTo>
                  <a:lnTo>
                    <a:pt x="1333023" y="1293756"/>
                  </a:lnTo>
                  <a:lnTo>
                    <a:pt x="1332026" y="1293300"/>
                  </a:lnTo>
                  <a:lnTo>
                    <a:pt x="1328800" y="1287449"/>
                  </a:lnTo>
                  <a:lnTo>
                    <a:pt x="1327560" y="1286308"/>
                  </a:lnTo>
                  <a:lnTo>
                    <a:pt x="1326084" y="1283416"/>
                  </a:lnTo>
                  <a:lnTo>
                    <a:pt x="1324379" y="1278752"/>
                  </a:lnTo>
                  <a:lnTo>
                    <a:pt x="1322531" y="1277322"/>
                  </a:lnTo>
                  <a:lnTo>
                    <a:pt x="1320537" y="1279140"/>
                  </a:lnTo>
                  <a:lnTo>
                    <a:pt x="1318544" y="1281742"/>
                  </a:lnTo>
                  <a:lnTo>
                    <a:pt x="1316550" y="1285121"/>
                  </a:lnTo>
                  <a:lnTo>
                    <a:pt x="1315470" y="1287966"/>
                  </a:lnTo>
                  <a:lnTo>
                    <a:pt x="1315302" y="1290294"/>
                  </a:lnTo>
                  <a:lnTo>
                    <a:pt x="1316543" y="1292098"/>
                  </a:lnTo>
                  <a:lnTo>
                    <a:pt x="1323588" y="1295088"/>
                  </a:lnTo>
                  <a:lnTo>
                    <a:pt x="1325376" y="1297081"/>
                  </a:lnTo>
                  <a:lnTo>
                    <a:pt x="1326890" y="1300361"/>
                  </a:lnTo>
                  <a:lnTo>
                    <a:pt x="1328024" y="1304347"/>
                  </a:lnTo>
                  <a:lnTo>
                    <a:pt x="1328769" y="1309057"/>
                  </a:lnTo>
                  <a:lnTo>
                    <a:pt x="1328709" y="1312557"/>
                  </a:lnTo>
                  <a:lnTo>
                    <a:pt x="1327834" y="1314878"/>
                  </a:lnTo>
                  <a:lnTo>
                    <a:pt x="1326320" y="1316932"/>
                  </a:lnTo>
                  <a:lnTo>
                    <a:pt x="1321983" y="1320181"/>
                  </a:lnTo>
                  <a:lnTo>
                    <a:pt x="1317486" y="1322083"/>
                  </a:lnTo>
                  <a:lnTo>
                    <a:pt x="1312959" y="1322532"/>
                  </a:lnTo>
                  <a:lnTo>
                    <a:pt x="1310813" y="1322091"/>
                  </a:lnTo>
                  <a:lnTo>
                    <a:pt x="1299149" y="1315791"/>
                  </a:lnTo>
                  <a:lnTo>
                    <a:pt x="1297049" y="1315745"/>
                  </a:lnTo>
                  <a:lnTo>
                    <a:pt x="1294356" y="1314893"/>
                  </a:lnTo>
                  <a:lnTo>
                    <a:pt x="1288299" y="1312291"/>
                  </a:lnTo>
                  <a:lnTo>
                    <a:pt x="1284982" y="1312002"/>
                  </a:lnTo>
                  <a:lnTo>
                    <a:pt x="1279162" y="1309841"/>
                  </a:lnTo>
                  <a:lnTo>
                    <a:pt x="1269316" y="1308578"/>
                  </a:lnTo>
                  <a:lnTo>
                    <a:pt x="1267346" y="1309620"/>
                  </a:lnTo>
                  <a:lnTo>
                    <a:pt x="1269963" y="1312534"/>
                  </a:lnTo>
                  <a:lnTo>
                    <a:pt x="1272261" y="1313995"/>
                  </a:lnTo>
                  <a:lnTo>
                    <a:pt x="1274231" y="1314010"/>
                  </a:lnTo>
                  <a:lnTo>
                    <a:pt x="1277069" y="1316605"/>
                  </a:lnTo>
                  <a:lnTo>
                    <a:pt x="1280767" y="1321756"/>
                  </a:lnTo>
                  <a:lnTo>
                    <a:pt x="1282875" y="1324822"/>
                  </a:lnTo>
                  <a:lnTo>
                    <a:pt x="1284625" y="1328467"/>
                  </a:lnTo>
                  <a:lnTo>
                    <a:pt x="1284678" y="1329722"/>
                  </a:lnTo>
                  <a:lnTo>
                    <a:pt x="1282936" y="1332218"/>
                  </a:lnTo>
                  <a:lnTo>
                    <a:pt x="1269210" y="1319108"/>
                  </a:lnTo>
                  <a:lnTo>
                    <a:pt x="1260810" y="1323704"/>
                  </a:lnTo>
                  <a:lnTo>
                    <a:pt x="1256945" y="1325408"/>
                  </a:lnTo>
                  <a:lnTo>
                    <a:pt x="1253635" y="1325674"/>
                  </a:lnTo>
                  <a:lnTo>
                    <a:pt x="1249496" y="1323871"/>
                  </a:lnTo>
                  <a:lnTo>
                    <a:pt x="1240153" y="1317525"/>
                  </a:lnTo>
                  <a:lnTo>
                    <a:pt x="1236614" y="1315304"/>
                  </a:lnTo>
                  <a:lnTo>
                    <a:pt x="1235359" y="1314984"/>
                  </a:lnTo>
                  <a:lnTo>
                    <a:pt x="1227226" y="1317746"/>
                  </a:lnTo>
                  <a:lnTo>
                    <a:pt x="1220218" y="1317875"/>
                  </a:lnTo>
                  <a:lnTo>
                    <a:pt x="1206066" y="1315228"/>
                  </a:lnTo>
                  <a:lnTo>
                    <a:pt x="1200869" y="1313455"/>
                  </a:lnTo>
                  <a:lnTo>
                    <a:pt x="1199500" y="1311598"/>
                  </a:lnTo>
                  <a:lnTo>
                    <a:pt x="1197796" y="1310663"/>
                  </a:lnTo>
                  <a:lnTo>
                    <a:pt x="1194691" y="1310663"/>
                  </a:lnTo>
                  <a:lnTo>
                    <a:pt x="1186581" y="1308585"/>
                  </a:lnTo>
                  <a:lnTo>
                    <a:pt x="1179155" y="1313265"/>
                  </a:lnTo>
                  <a:lnTo>
                    <a:pt x="1170230" y="1308981"/>
                  </a:lnTo>
                  <a:lnTo>
                    <a:pt x="1167582" y="1306447"/>
                  </a:lnTo>
                  <a:lnTo>
                    <a:pt x="1166737" y="1304713"/>
                  </a:lnTo>
                  <a:lnTo>
                    <a:pt x="1164143" y="1297424"/>
                  </a:lnTo>
                  <a:lnTo>
                    <a:pt x="1163785" y="1293505"/>
                  </a:lnTo>
                  <a:lnTo>
                    <a:pt x="1164523" y="1289960"/>
                  </a:lnTo>
                  <a:lnTo>
                    <a:pt x="1165254" y="1287525"/>
                  </a:lnTo>
                  <a:lnTo>
                    <a:pt x="1165984" y="1286201"/>
                  </a:lnTo>
                  <a:lnTo>
                    <a:pt x="1161122" y="1290279"/>
                  </a:lnTo>
                  <a:lnTo>
                    <a:pt x="1159418" y="1290949"/>
                  </a:lnTo>
                  <a:lnTo>
                    <a:pt x="1157173" y="1291109"/>
                  </a:lnTo>
                  <a:lnTo>
                    <a:pt x="1150486" y="1289602"/>
                  </a:lnTo>
                  <a:lnTo>
                    <a:pt x="1149428" y="1290378"/>
                  </a:lnTo>
                  <a:lnTo>
                    <a:pt x="1149770" y="1291801"/>
                  </a:lnTo>
                  <a:lnTo>
                    <a:pt x="1151520" y="1293878"/>
                  </a:lnTo>
                  <a:lnTo>
                    <a:pt x="1151749" y="1295126"/>
                  </a:lnTo>
                  <a:lnTo>
                    <a:pt x="1148020" y="1296100"/>
                  </a:lnTo>
                  <a:lnTo>
                    <a:pt x="1142367" y="1295088"/>
                  </a:lnTo>
                  <a:lnTo>
                    <a:pt x="1139902" y="1295529"/>
                  </a:lnTo>
                  <a:lnTo>
                    <a:pt x="1138784" y="1296100"/>
                  </a:lnTo>
                  <a:lnTo>
                    <a:pt x="1136235" y="1299364"/>
                  </a:lnTo>
                  <a:lnTo>
                    <a:pt x="1135200" y="1300102"/>
                  </a:lnTo>
                  <a:lnTo>
                    <a:pt x="1133861" y="1299767"/>
                  </a:lnTo>
                  <a:lnTo>
                    <a:pt x="1127934" y="1292372"/>
                  </a:lnTo>
                  <a:lnTo>
                    <a:pt x="1123156" y="1287669"/>
                  </a:lnTo>
                  <a:lnTo>
                    <a:pt x="1117586" y="1285859"/>
                  </a:lnTo>
                  <a:lnTo>
                    <a:pt x="1115030" y="1284352"/>
                  </a:lnTo>
                  <a:lnTo>
                    <a:pt x="1113630" y="1282534"/>
                  </a:lnTo>
                  <a:lnTo>
                    <a:pt x="1105945" y="1267286"/>
                  </a:lnTo>
                  <a:lnTo>
                    <a:pt x="1104895" y="1263976"/>
                  </a:lnTo>
                  <a:lnTo>
                    <a:pt x="1102460" y="1251886"/>
                  </a:lnTo>
                  <a:lnTo>
                    <a:pt x="1101646" y="1249292"/>
                  </a:lnTo>
                  <a:lnTo>
                    <a:pt x="1100657" y="1247580"/>
                  </a:lnTo>
                  <a:lnTo>
                    <a:pt x="1102590" y="1247222"/>
                  </a:lnTo>
                  <a:lnTo>
                    <a:pt x="1109856" y="1248706"/>
                  </a:lnTo>
                  <a:lnTo>
                    <a:pt x="1116894" y="1248638"/>
                  </a:lnTo>
                  <a:lnTo>
                    <a:pt x="1120713" y="1249627"/>
                  </a:lnTo>
                  <a:lnTo>
                    <a:pt x="1125149" y="1252655"/>
                  </a:lnTo>
                  <a:lnTo>
                    <a:pt x="1130924" y="1254816"/>
                  </a:lnTo>
                  <a:lnTo>
                    <a:pt x="1135063" y="1255272"/>
                  </a:lnTo>
                  <a:lnTo>
                    <a:pt x="1141690" y="1254473"/>
                  </a:lnTo>
                  <a:lnTo>
                    <a:pt x="1149223" y="1252449"/>
                  </a:lnTo>
                  <a:lnTo>
                    <a:pt x="1150113" y="1250875"/>
                  </a:lnTo>
                  <a:lnTo>
                    <a:pt x="1145228" y="1248166"/>
                  </a:lnTo>
                  <a:lnTo>
                    <a:pt x="1140883" y="1244567"/>
                  </a:lnTo>
                  <a:lnTo>
                    <a:pt x="1136866" y="1239880"/>
                  </a:lnTo>
                  <a:lnTo>
                    <a:pt x="1134477" y="1237894"/>
                  </a:lnTo>
                  <a:lnTo>
                    <a:pt x="1130460" y="1236654"/>
                  </a:lnTo>
                  <a:lnTo>
                    <a:pt x="1119169" y="1235787"/>
                  </a:lnTo>
                  <a:lnTo>
                    <a:pt x="1108707" y="1232622"/>
                  </a:lnTo>
                  <a:lnTo>
                    <a:pt x="1101479" y="1228338"/>
                  </a:lnTo>
                  <a:lnTo>
                    <a:pt x="1095597" y="1223575"/>
                  </a:lnTo>
                  <a:lnTo>
                    <a:pt x="1093208" y="1220973"/>
                  </a:lnTo>
                  <a:lnTo>
                    <a:pt x="1092348" y="1218964"/>
                  </a:lnTo>
                  <a:lnTo>
                    <a:pt x="1091435" y="1212664"/>
                  </a:lnTo>
                  <a:lnTo>
                    <a:pt x="1090469" y="1202020"/>
                  </a:lnTo>
                  <a:lnTo>
                    <a:pt x="1089533" y="1194822"/>
                  </a:lnTo>
                  <a:lnTo>
                    <a:pt x="1088636" y="1191140"/>
                  </a:lnTo>
                  <a:lnTo>
                    <a:pt x="1088514" y="1187906"/>
                  </a:lnTo>
                  <a:lnTo>
                    <a:pt x="1090515" y="1180982"/>
                  </a:lnTo>
                  <a:lnTo>
                    <a:pt x="1096229" y="1173412"/>
                  </a:lnTo>
                  <a:lnTo>
                    <a:pt x="1096373" y="1172225"/>
                  </a:lnTo>
                  <a:lnTo>
                    <a:pt x="1095240" y="1171875"/>
                  </a:lnTo>
                  <a:lnTo>
                    <a:pt x="1092843" y="1169942"/>
                  </a:lnTo>
                  <a:lnTo>
                    <a:pt x="1092075" y="1167104"/>
                  </a:lnTo>
                  <a:lnTo>
                    <a:pt x="1091763" y="1162600"/>
                  </a:lnTo>
                  <a:lnTo>
                    <a:pt x="1091747" y="1158765"/>
                  </a:lnTo>
                  <a:lnTo>
                    <a:pt x="1092014" y="1155608"/>
                  </a:lnTo>
                  <a:lnTo>
                    <a:pt x="1092965" y="1151659"/>
                  </a:lnTo>
                  <a:lnTo>
                    <a:pt x="1095430" y="1144530"/>
                  </a:lnTo>
                  <a:lnTo>
                    <a:pt x="1098953" y="1135825"/>
                  </a:lnTo>
                  <a:lnTo>
                    <a:pt x="1102772" y="1127601"/>
                  </a:lnTo>
                  <a:lnTo>
                    <a:pt x="1103427" y="1124900"/>
                  </a:lnTo>
                  <a:lnTo>
                    <a:pt x="1103761" y="1117542"/>
                  </a:lnTo>
                  <a:lnTo>
                    <a:pt x="1104264" y="1112155"/>
                  </a:lnTo>
                  <a:lnTo>
                    <a:pt x="1104789" y="1108351"/>
                  </a:lnTo>
                  <a:lnTo>
                    <a:pt x="1105595" y="1105490"/>
                  </a:lnTo>
                  <a:lnTo>
                    <a:pt x="1107954" y="1100035"/>
                  </a:lnTo>
                  <a:lnTo>
                    <a:pt x="1110898" y="1094838"/>
                  </a:lnTo>
                  <a:lnTo>
                    <a:pt x="1115509" y="1090395"/>
                  </a:lnTo>
                  <a:lnTo>
                    <a:pt x="1115897" y="1088744"/>
                  </a:lnTo>
                  <a:lnTo>
                    <a:pt x="1115958" y="1086461"/>
                  </a:lnTo>
                  <a:lnTo>
                    <a:pt x="1116224" y="1084749"/>
                  </a:lnTo>
                  <a:lnTo>
                    <a:pt x="1116696" y="1083623"/>
                  </a:lnTo>
                  <a:lnTo>
                    <a:pt x="1128124" y="1069197"/>
                  </a:lnTo>
                  <a:lnTo>
                    <a:pt x="1133328" y="1063286"/>
                  </a:lnTo>
                  <a:lnTo>
                    <a:pt x="1137741" y="1059519"/>
                  </a:lnTo>
                  <a:lnTo>
                    <a:pt x="1143022" y="1056734"/>
                  </a:lnTo>
                  <a:lnTo>
                    <a:pt x="1158049" y="1051028"/>
                  </a:lnTo>
                  <a:lnTo>
                    <a:pt x="1165786" y="1049438"/>
                  </a:lnTo>
                  <a:lnTo>
                    <a:pt x="1175518" y="1049788"/>
                  </a:lnTo>
                  <a:lnTo>
                    <a:pt x="1193459" y="1053006"/>
                  </a:lnTo>
                  <a:lnTo>
                    <a:pt x="1195620" y="1055266"/>
                  </a:lnTo>
                  <a:lnTo>
                    <a:pt x="1196167" y="1056400"/>
                  </a:lnTo>
                  <a:lnTo>
                    <a:pt x="1196951" y="1059603"/>
                  </a:lnTo>
                  <a:lnTo>
                    <a:pt x="1196358" y="1061650"/>
                  </a:lnTo>
                  <a:lnTo>
                    <a:pt x="1191450" y="1068566"/>
                  </a:lnTo>
                  <a:lnTo>
                    <a:pt x="1185272" y="1074287"/>
                  </a:lnTo>
                  <a:lnTo>
                    <a:pt x="1181255" y="1079263"/>
                  </a:lnTo>
                  <a:lnTo>
                    <a:pt x="1174453" y="1090380"/>
                  </a:lnTo>
                  <a:lnTo>
                    <a:pt x="1172619" y="1094260"/>
                  </a:lnTo>
                  <a:lnTo>
                    <a:pt x="1164189" y="1116294"/>
                  </a:lnTo>
                  <a:lnTo>
                    <a:pt x="1162195" y="1119908"/>
                  </a:lnTo>
                  <a:lnTo>
                    <a:pt x="1161023" y="1122792"/>
                  </a:lnTo>
                  <a:lnTo>
                    <a:pt x="1160209" y="1130614"/>
                  </a:lnTo>
                  <a:lnTo>
                    <a:pt x="1160453" y="1133383"/>
                  </a:lnTo>
                  <a:lnTo>
                    <a:pt x="1161769" y="1137895"/>
                  </a:lnTo>
                  <a:lnTo>
                    <a:pt x="1166349" y="1147634"/>
                  </a:lnTo>
                  <a:lnTo>
                    <a:pt x="1167582" y="1152161"/>
                  </a:lnTo>
                  <a:lnTo>
                    <a:pt x="1167552" y="1156308"/>
                  </a:lnTo>
                  <a:lnTo>
                    <a:pt x="1167042" y="1166146"/>
                  </a:lnTo>
                  <a:lnTo>
                    <a:pt x="1166981" y="1171106"/>
                  </a:lnTo>
                  <a:lnTo>
                    <a:pt x="1167186" y="1175854"/>
                  </a:lnTo>
                  <a:lnTo>
                    <a:pt x="1168130" y="1182611"/>
                  </a:lnTo>
                  <a:lnTo>
                    <a:pt x="1169811" y="1191338"/>
                  </a:lnTo>
                  <a:lnTo>
                    <a:pt x="1173707" y="1200110"/>
                  </a:lnTo>
                  <a:lnTo>
                    <a:pt x="1179817" y="1208921"/>
                  </a:lnTo>
                  <a:lnTo>
                    <a:pt x="1184367" y="1214726"/>
                  </a:lnTo>
                  <a:lnTo>
                    <a:pt x="1188848" y="1218987"/>
                  </a:lnTo>
                  <a:lnTo>
                    <a:pt x="1194151" y="1225272"/>
                  </a:lnTo>
                  <a:lnTo>
                    <a:pt x="1195330" y="1228292"/>
                  </a:lnTo>
                  <a:lnTo>
                    <a:pt x="1192888" y="1231617"/>
                  </a:lnTo>
                  <a:lnTo>
                    <a:pt x="1187174" y="1236707"/>
                  </a:lnTo>
                  <a:lnTo>
                    <a:pt x="1179664" y="1238883"/>
                  </a:lnTo>
                  <a:lnTo>
                    <a:pt x="1175647" y="1240953"/>
                  </a:lnTo>
                  <a:lnTo>
                    <a:pt x="1170648" y="1245358"/>
                  </a:lnTo>
                  <a:lnTo>
                    <a:pt x="1164379" y="1248866"/>
                  </a:lnTo>
                  <a:lnTo>
                    <a:pt x="1161883" y="1250890"/>
                  </a:lnTo>
                  <a:close/>
                  <a:moveTo>
                    <a:pt x="1312464" y="1064655"/>
                  </a:moveTo>
                  <a:lnTo>
                    <a:pt x="1316109" y="1065652"/>
                  </a:lnTo>
                  <a:lnTo>
                    <a:pt x="1339178" y="1063795"/>
                  </a:lnTo>
                  <a:lnTo>
                    <a:pt x="1343956" y="1065180"/>
                  </a:lnTo>
                  <a:lnTo>
                    <a:pt x="1358489" y="1073565"/>
                  </a:lnTo>
                  <a:lnTo>
                    <a:pt x="1362240" y="1076357"/>
                  </a:lnTo>
                  <a:lnTo>
                    <a:pt x="1364088" y="1080040"/>
                  </a:lnTo>
                  <a:lnTo>
                    <a:pt x="1365762" y="1085830"/>
                  </a:lnTo>
                  <a:lnTo>
                    <a:pt x="1366539" y="1087100"/>
                  </a:lnTo>
                  <a:lnTo>
                    <a:pt x="1371804" y="1090532"/>
                  </a:lnTo>
                  <a:lnTo>
                    <a:pt x="1373972" y="1094671"/>
                  </a:lnTo>
                  <a:lnTo>
                    <a:pt x="1374733" y="1096809"/>
                  </a:lnTo>
                  <a:lnTo>
                    <a:pt x="1375844" y="1101686"/>
                  </a:lnTo>
                  <a:lnTo>
                    <a:pt x="1378225" y="1104440"/>
                  </a:lnTo>
                  <a:lnTo>
                    <a:pt x="1380941" y="1106007"/>
                  </a:lnTo>
                  <a:lnTo>
                    <a:pt x="1381832" y="1107438"/>
                  </a:lnTo>
                  <a:lnTo>
                    <a:pt x="1381406" y="1113517"/>
                  </a:lnTo>
                  <a:lnTo>
                    <a:pt x="1382562" y="1116340"/>
                  </a:lnTo>
                  <a:lnTo>
                    <a:pt x="1385126" y="1119741"/>
                  </a:lnTo>
                  <a:lnTo>
                    <a:pt x="1386085" y="1122008"/>
                  </a:lnTo>
                  <a:lnTo>
                    <a:pt x="1384091" y="1124770"/>
                  </a:lnTo>
                  <a:lnTo>
                    <a:pt x="1379458" y="1126391"/>
                  </a:lnTo>
                  <a:lnTo>
                    <a:pt x="1366371" y="1124702"/>
                  </a:lnTo>
                  <a:lnTo>
                    <a:pt x="1348810" y="1120875"/>
                  </a:lnTo>
                  <a:lnTo>
                    <a:pt x="1338600" y="1121963"/>
                  </a:lnTo>
                  <a:lnTo>
                    <a:pt x="1333479" y="1123713"/>
                  </a:lnTo>
                  <a:lnTo>
                    <a:pt x="1321093" y="1129929"/>
                  </a:lnTo>
                  <a:lnTo>
                    <a:pt x="1317136" y="1130933"/>
                  </a:lnTo>
                  <a:lnTo>
                    <a:pt x="1313271" y="1131062"/>
                  </a:lnTo>
                  <a:lnTo>
                    <a:pt x="1306431" y="1125988"/>
                  </a:lnTo>
                  <a:lnTo>
                    <a:pt x="1303950" y="1123294"/>
                  </a:lnTo>
                  <a:lnTo>
                    <a:pt x="1303129" y="1121202"/>
                  </a:lnTo>
                  <a:lnTo>
                    <a:pt x="1301500" y="1115054"/>
                  </a:lnTo>
                  <a:lnTo>
                    <a:pt x="1300161" y="1107651"/>
                  </a:lnTo>
                  <a:lnTo>
                    <a:pt x="1299477" y="1101541"/>
                  </a:lnTo>
                  <a:lnTo>
                    <a:pt x="1298685" y="1096862"/>
                  </a:lnTo>
                  <a:lnTo>
                    <a:pt x="1296349" y="1095310"/>
                  </a:lnTo>
                  <a:lnTo>
                    <a:pt x="1289403" y="1093438"/>
                  </a:lnTo>
                  <a:lnTo>
                    <a:pt x="1287075" y="1090874"/>
                  </a:lnTo>
                  <a:lnTo>
                    <a:pt x="1286017" y="1088736"/>
                  </a:lnTo>
                  <a:lnTo>
                    <a:pt x="1284997" y="1085267"/>
                  </a:lnTo>
                  <a:lnTo>
                    <a:pt x="1285020" y="1081660"/>
                  </a:lnTo>
                  <a:lnTo>
                    <a:pt x="1285553" y="1078472"/>
                  </a:lnTo>
                  <a:lnTo>
                    <a:pt x="1286002" y="1077688"/>
                  </a:lnTo>
                  <a:lnTo>
                    <a:pt x="1286877" y="1077605"/>
                  </a:lnTo>
                  <a:lnTo>
                    <a:pt x="1284929" y="1073724"/>
                  </a:lnTo>
                  <a:lnTo>
                    <a:pt x="1284259" y="1069441"/>
                  </a:lnTo>
                  <a:lnTo>
                    <a:pt x="1284214" y="1063445"/>
                  </a:lnTo>
                  <a:lnTo>
                    <a:pt x="1284465" y="1059595"/>
                  </a:lnTo>
                  <a:lnTo>
                    <a:pt x="1285020" y="1057899"/>
                  </a:lnTo>
                  <a:lnTo>
                    <a:pt x="1286306" y="1056803"/>
                  </a:lnTo>
                  <a:lnTo>
                    <a:pt x="1289319" y="1056073"/>
                  </a:lnTo>
                  <a:lnTo>
                    <a:pt x="1293785" y="1056217"/>
                  </a:lnTo>
                  <a:lnTo>
                    <a:pt x="1300024" y="1060661"/>
                  </a:lnTo>
                  <a:lnTo>
                    <a:pt x="1304955" y="1061087"/>
                  </a:lnTo>
                  <a:lnTo>
                    <a:pt x="1312464" y="1064655"/>
                  </a:lnTo>
                  <a:close/>
                  <a:moveTo>
                    <a:pt x="762586" y="1119178"/>
                  </a:moveTo>
                  <a:lnTo>
                    <a:pt x="761505" y="1119543"/>
                  </a:lnTo>
                  <a:lnTo>
                    <a:pt x="759481" y="1117862"/>
                  </a:lnTo>
                  <a:lnTo>
                    <a:pt x="756514" y="1114126"/>
                  </a:lnTo>
                  <a:lnTo>
                    <a:pt x="751667" y="1106517"/>
                  </a:lnTo>
                  <a:lnTo>
                    <a:pt x="745885" y="1098932"/>
                  </a:lnTo>
                  <a:lnTo>
                    <a:pt x="744994" y="1094366"/>
                  </a:lnTo>
                  <a:lnTo>
                    <a:pt x="743556" y="1090950"/>
                  </a:lnTo>
                  <a:lnTo>
                    <a:pt x="736176" y="1082801"/>
                  </a:lnTo>
                  <a:lnTo>
                    <a:pt x="731383" y="1079484"/>
                  </a:lnTo>
                  <a:lnTo>
                    <a:pt x="727731" y="1077825"/>
                  </a:lnTo>
                  <a:lnTo>
                    <a:pt x="727130" y="1075535"/>
                  </a:lnTo>
                  <a:lnTo>
                    <a:pt x="729663" y="1068847"/>
                  </a:lnTo>
                  <a:lnTo>
                    <a:pt x="732570" y="1063483"/>
                  </a:lnTo>
                  <a:lnTo>
                    <a:pt x="734297" y="1061535"/>
                  </a:lnTo>
                  <a:lnTo>
                    <a:pt x="739676" y="1059786"/>
                  </a:lnTo>
                  <a:lnTo>
                    <a:pt x="757823" y="1056187"/>
                  </a:lnTo>
                  <a:lnTo>
                    <a:pt x="761969" y="1056080"/>
                  </a:lnTo>
                  <a:lnTo>
                    <a:pt x="766314" y="1057815"/>
                  </a:lnTo>
                  <a:lnTo>
                    <a:pt x="772286" y="1065195"/>
                  </a:lnTo>
                  <a:lnTo>
                    <a:pt x="774774" y="1066032"/>
                  </a:lnTo>
                  <a:lnTo>
                    <a:pt x="776258" y="1067683"/>
                  </a:lnTo>
                  <a:lnTo>
                    <a:pt x="777567" y="1070430"/>
                  </a:lnTo>
                  <a:lnTo>
                    <a:pt x="778259" y="1073222"/>
                  </a:lnTo>
                  <a:lnTo>
                    <a:pt x="778320" y="1078898"/>
                  </a:lnTo>
                  <a:lnTo>
                    <a:pt x="777666" y="1087245"/>
                  </a:lnTo>
                  <a:lnTo>
                    <a:pt x="776836" y="1090425"/>
                  </a:lnTo>
                  <a:lnTo>
                    <a:pt x="773222" y="1101047"/>
                  </a:lnTo>
                  <a:lnTo>
                    <a:pt x="769426" y="1106852"/>
                  </a:lnTo>
                  <a:lnTo>
                    <a:pt x="768703" y="1110596"/>
                  </a:lnTo>
                  <a:lnTo>
                    <a:pt x="767166" y="1113555"/>
                  </a:lnTo>
                  <a:lnTo>
                    <a:pt x="764472" y="1117177"/>
                  </a:lnTo>
                  <a:lnTo>
                    <a:pt x="762586" y="1119178"/>
                  </a:lnTo>
                  <a:close/>
                  <a:moveTo>
                    <a:pt x="565432" y="1142719"/>
                  </a:moveTo>
                  <a:lnTo>
                    <a:pt x="566787" y="1143617"/>
                  </a:lnTo>
                  <a:lnTo>
                    <a:pt x="569259" y="1142871"/>
                  </a:lnTo>
                  <a:lnTo>
                    <a:pt x="572851" y="1140489"/>
                  </a:lnTo>
                  <a:lnTo>
                    <a:pt x="577477" y="1138526"/>
                  </a:lnTo>
                  <a:lnTo>
                    <a:pt x="583145" y="1136997"/>
                  </a:lnTo>
                  <a:lnTo>
                    <a:pt x="584644" y="1138861"/>
                  </a:lnTo>
                  <a:lnTo>
                    <a:pt x="585587" y="1138481"/>
                  </a:lnTo>
                  <a:lnTo>
                    <a:pt x="587254" y="1135453"/>
                  </a:lnTo>
                  <a:lnTo>
                    <a:pt x="587550" y="1133452"/>
                  </a:lnTo>
                  <a:lnTo>
                    <a:pt x="587345" y="1131192"/>
                  </a:lnTo>
                  <a:lnTo>
                    <a:pt x="587444" y="1126261"/>
                  </a:lnTo>
                  <a:lnTo>
                    <a:pt x="588334" y="1123279"/>
                  </a:lnTo>
                  <a:lnTo>
                    <a:pt x="591697" y="1116994"/>
                  </a:lnTo>
                  <a:lnTo>
                    <a:pt x="593500" y="1114719"/>
                  </a:lnTo>
                  <a:lnTo>
                    <a:pt x="596369" y="1113677"/>
                  </a:lnTo>
                  <a:lnTo>
                    <a:pt x="603201" y="1114354"/>
                  </a:lnTo>
                  <a:lnTo>
                    <a:pt x="609608" y="1117953"/>
                  </a:lnTo>
                  <a:lnTo>
                    <a:pt x="618266" y="1121476"/>
                  </a:lnTo>
                  <a:lnTo>
                    <a:pt x="630927" y="1130309"/>
                  </a:lnTo>
                  <a:lnTo>
                    <a:pt x="634891" y="1134060"/>
                  </a:lnTo>
                  <a:lnTo>
                    <a:pt x="635302" y="1137302"/>
                  </a:lnTo>
                  <a:lnTo>
                    <a:pt x="633057" y="1144195"/>
                  </a:lnTo>
                  <a:lnTo>
                    <a:pt x="627602" y="1153881"/>
                  </a:lnTo>
                  <a:lnTo>
                    <a:pt x="623219" y="1157365"/>
                  </a:lnTo>
                  <a:lnTo>
                    <a:pt x="621530" y="1159496"/>
                  </a:lnTo>
                  <a:lnTo>
                    <a:pt x="624384" y="1160956"/>
                  </a:lnTo>
                  <a:lnTo>
                    <a:pt x="626232" y="1163429"/>
                  </a:lnTo>
                  <a:lnTo>
                    <a:pt x="629040" y="1159861"/>
                  </a:lnTo>
                  <a:lnTo>
                    <a:pt x="631094" y="1155859"/>
                  </a:lnTo>
                  <a:lnTo>
                    <a:pt x="634001" y="1152526"/>
                  </a:lnTo>
                  <a:lnTo>
                    <a:pt x="634990" y="1152230"/>
                  </a:lnTo>
                  <a:lnTo>
                    <a:pt x="635233" y="1152937"/>
                  </a:lnTo>
                  <a:lnTo>
                    <a:pt x="634731" y="1154649"/>
                  </a:lnTo>
                  <a:lnTo>
                    <a:pt x="634510" y="1156323"/>
                  </a:lnTo>
                  <a:lnTo>
                    <a:pt x="634587" y="1157959"/>
                  </a:lnTo>
                  <a:lnTo>
                    <a:pt x="634921" y="1158948"/>
                  </a:lnTo>
                  <a:lnTo>
                    <a:pt x="636702" y="1159458"/>
                  </a:lnTo>
                  <a:lnTo>
                    <a:pt x="637660" y="1158841"/>
                  </a:lnTo>
                  <a:lnTo>
                    <a:pt x="641518" y="1154139"/>
                  </a:lnTo>
                  <a:lnTo>
                    <a:pt x="645307" y="1146911"/>
                  </a:lnTo>
                  <a:lnTo>
                    <a:pt x="651051" y="1142224"/>
                  </a:lnTo>
                  <a:lnTo>
                    <a:pt x="652619" y="1139828"/>
                  </a:lnTo>
                  <a:lnTo>
                    <a:pt x="657618" y="1137827"/>
                  </a:lnTo>
                  <a:lnTo>
                    <a:pt x="657557" y="1136411"/>
                  </a:lnTo>
                  <a:lnTo>
                    <a:pt x="657785" y="1130819"/>
                  </a:lnTo>
                  <a:lnTo>
                    <a:pt x="656035" y="1128430"/>
                  </a:lnTo>
                  <a:lnTo>
                    <a:pt x="650169" y="1123416"/>
                  </a:lnTo>
                  <a:lnTo>
                    <a:pt x="647270" y="1117382"/>
                  </a:lnTo>
                  <a:lnTo>
                    <a:pt x="647879" y="1112741"/>
                  </a:lnTo>
                  <a:lnTo>
                    <a:pt x="651112" y="1113418"/>
                  </a:lnTo>
                  <a:lnTo>
                    <a:pt x="659969" y="1113913"/>
                  </a:lnTo>
                  <a:lnTo>
                    <a:pt x="661810" y="1114537"/>
                  </a:lnTo>
                  <a:lnTo>
                    <a:pt x="670316" y="1122389"/>
                  </a:lnTo>
                  <a:lnTo>
                    <a:pt x="673329" y="1127258"/>
                  </a:lnTo>
                  <a:lnTo>
                    <a:pt x="675718" y="1129663"/>
                  </a:lnTo>
                  <a:lnTo>
                    <a:pt x="680740" y="1133162"/>
                  </a:lnTo>
                  <a:lnTo>
                    <a:pt x="682429" y="1136000"/>
                  </a:lnTo>
                  <a:lnTo>
                    <a:pt x="683616" y="1137149"/>
                  </a:lnTo>
                  <a:lnTo>
                    <a:pt x="684027" y="1138344"/>
                  </a:lnTo>
                  <a:lnTo>
                    <a:pt x="683662" y="1139584"/>
                  </a:lnTo>
                  <a:lnTo>
                    <a:pt x="683472" y="1142498"/>
                  </a:lnTo>
                  <a:lnTo>
                    <a:pt x="684407" y="1143434"/>
                  </a:lnTo>
                  <a:lnTo>
                    <a:pt x="687672" y="1144530"/>
                  </a:lnTo>
                  <a:lnTo>
                    <a:pt x="688585" y="1145701"/>
                  </a:lnTo>
                  <a:lnTo>
                    <a:pt x="689794" y="1149384"/>
                  </a:lnTo>
                  <a:lnTo>
                    <a:pt x="691301" y="1155562"/>
                  </a:lnTo>
                  <a:lnTo>
                    <a:pt x="692609" y="1162227"/>
                  </a:lnTo>
                  <a:lnTo>
                    <a:pt x="694679" y="1174713"/>
                  </a:lnTo>
                  <a:lnTo>
                    <a:pt x="698803" y="1191193"/>
                  </a:lnTo>
                  <a:lnTo>
                    <a:pt x="700210" y="1201404"/>
                  </a:lnTo>
                  <a:lnTo>
                    <a:pt x="700690" y="1203268"/>
                  </a:lnTo>
                  <a:lnTo>
                    <a:pt x="701618" y="1204546"/>
                  </a:lnTo>
                  <a:lnTo>
                    <a:pt x="704266" y="1206410"/>
                  </a:lnTo>
                  <a:lnTo>
                    <a:pt x="706305" y="1209043"/>
                  </a:lnTo>
                  <a:lnTo>
                    <a:pt x="708702" y="1209887"/>
                  </a:lnTo>
                  <a:lnTo>
                    <a:pt x="709287" y="1209651"/>
                  </a:lnTo>
                  <a:lnTo>
                    <a:pt x="709889" y="1207392"/>
                  </a:lnTo>
                  <a:lnTo>
                    <a:pt x="711387" y="1203785"/>
                  </a:lnTo>
                  <a:lnTo>
                    <a:pt x="718654" y="1196755"/>
                  </a:lnTo>
                  <a:lnTo>
                    <a:pt x="719034" y="1195659"/>
                  </a:lnTo>
                  <a:lnTo>
                    <a:pt x="718174" y="1194039"/>
                  </a:lnTo>
                  <a:lnTo>
                    <a:pt x="717908" y="1192928"/>
                  </a:lnTo>
                  <a:lnTo>
                    <a:pt x="718015" y="1192175"/>
                  </a:lnTo>
                  <a:lnTo>
                    <a:pt x="719529" y="1191589"/>
                  </a:lnTo>
                  <a:lnTo>
                    <a:pt x="714469" y="1182580"/>
                  </a:lnTo>
                  <a:lnTo>
                    <a:pt x="711197" y="1173982"/>
                  </a:lnTo>
                  <a:lnTo>
                    <a:pt x="709097" y="1163262"/>
                  </a:lnTo>
                  <a:lnTo>
                    <a:pt x="708778" y="1160112"/>
                  </a:lnTo>
                  <a:lnTo>
                    <a:pt x="708466" y="1153386"/>
                  </a:lnTo>
                  <a:lnTo>
                    <a:pt x="707781" y="1151613"/>
                  </a:lnTo>
                  <a:lnTo>
                    <a:pt x="706624" y="1149985"/>
                  </a:lnTo>
                  <a:lnTo>
                    <a:pt x="706145" y="1147885"/>
                  </a:lnTo>
                  <a:lnTo>
                    <a:pt x="706328" y="1145306"/>
                  </a:lnTo>
                  <a:lnTo>
                    <a:pt x="706099" y="1143092"/>
                  </a:lnTo>
                  <a:lnTo>
                    <a:pt x="704760" y="1138450"/>
                  </a:lnTo>
                  <a:lnTo>
                    <a:pt x="699609" y="1105604"/>
                  </a:lnTo>
                  <a:lnTo>
                    <a:pt x="699625" y="1102363"/>
                  </a:lnTo>
                  <a:lnTo>
                    <a:pt x="700332" y="1099921"/>
                  </a:lnTo>
                  <a:lnTo>
                    <a:pt x="702166" y="1098521"/>
                  </a:lnTo>
                  <a:lnTo>
                    <a:pt x="705118" y="1098178"/>
                  </a:lnTo>
                  <a:lnTo>
                    <a:pt x="706054" y="1097410"/>
                  </a:lnTo>
                  <a:lnTo>
                    <a:pt x="704966" y="1096231"/>
                  </a:lnTo>
                  <a:lnTo>
                    <a:pt x="703033" y="1092655"/>
                  </a:lnTo>
                  <a:lnTo>
                    <a:pt x="702782" y="1091003"/>
                  </a:lnTo>
                  <a:lnTo>
                    <a:pt x="704068" y="1087656"/>
                  </a:lnTo>
                  <a:lnTo>
                    <a:pt x="710665" y="1089124"/>
                  </a:lnTo>
                  <a:lnTo>
                    <a:pt x="715443" y="1092137"/>
                  </a:lnTo>
                  <a:lnTo>
                    <a:pt x="723614" y="1099266"/>
                  </a:lnTo>
                  <a:lnTo>
                    <a:pt x="724444" y="1098878"/>
                  </a:lnTo>
                  <a:lnTo>
                    <a:pt x="725342" y="1095333"/>
                  </a:lnTo>
                  <a:lnTo>
                    <a:pt x="727084" y="1093058"/>
                  </a:lnTo>
                  <a:lnTo>
                    <a:pt x="729701" y="1093803"/>
                  </a:lnTo>
                  <a:lnTo>
                    <a:pt x="737097" y="1098962"/>
                  </a:lnTo>
                  <a:lnTo>
                    <a:pt x="745649" y="1108107"/>
                  </a:lnTo>
                  <a:lnTo>
                    <a:pt x="751386" y="1112589"/>
                  </a:lnTo>
                  <a:lnTo>
                    <a:pt x="755411" y="1118645"/>
                  </a:lnTo>
                  <a:lnTo>
                    <a:pt x="758150" y="1124344"/>
                  </a:lnTo>
                  <a:lnTo>
                    <a:pt x="759877" y="1128727"/>
                  </a:lnTo>
                  <a:lnTo>
                    <a:pt x="759953" y="1130431"/>
                  </a:lnTo>
                  <a:lnTo>
                    <a:pt x="759557" y="1132181"/>
                  </a:lnTo>
                  <a:lnTo>
                    <a:pt x="759961" y="1134456"/>
                  </a:lnTo>
                  <a:lnTo>
                    <a:pt x="761170" y="1137256"/>
                  </a:lnTo>
                  <a:lnTo>
                    <a:pt x="761840" y="1139759"/>
                  </a:lnTo>
                  <a:lnTo>
                    <a:pt x="762388" y="1145062"/>
                  </a:lnTo>
                  <a:lnTo>
                    <a:pt x="763476" y="1151940"/>
                  </a:lnTo>
                  <a:lnTo>
                    <a:pt x="763750" y="1155372"/>
                  </a:lnTo>
                  <a:lnTo>
                    <a:pt x="771351" y="1185745"/>
                  </a:lnTo>
                  <a:lnTo>
                    <a:pt x="772804" y="1191033"/>
                  </a:lnTo>
                  <a:lnTo>
                    <a:pt x="773732" y="1193475"/>
                  </a:lnTo>
                  <a:lnTo>
                    <a:pt x="779043" y="1204964"/>
                  </a:lnTo>
                  <a:lnTo>
                    <a:pt x="781873" y="1213250"/>
                  </a:lnTo>
                  <a:lnTo>
                    <a:pt x="782147" y="1218766"/>
                  </a:lnTo>
                  <a:lnTo>
                    <a:pt x="782528" y="1220349"/>
                  </a:lnTo>
                  <a:lnTo>
                    <a:pt x="782649" y="1222875"/>
                  </a:lnTo>
                  <a:lnTo>
                    <a:pt x="782512" y="1226345"/>
                  </a:lnTo>
                  <a:lnTo>
                    <a:pt x="781888" y="1229319"/>
                  </a:lnTo>
                  <a:lnTo>
                    <a:pt x="780778" y="1231807"/>
                  </a:lnTo>
                  <a:lnTo>
                    <a:pt x="779705" y="1235284"/>
                  </a:lnTo>
                  <a:lnTo>
                    <a:pt x="778084" y="1242931"/>
                  </a:lnTo>
                  <a:lnTo>
                    <a:pt x="777947" y="1244803"/>
                  </a:lnTo>
                  <a:lnTo>
                    <a:pt x="779111" y="1247420"/>
                  </a:lnTo>
                  <a:lnTo>
                    <a:pt x="786545" y="1256406"/>
                  </a:lnTo>
                  <a:lnTo>
                    <a:pt x="791102" y="1267104"/>
                  </a:lnTo>
                  <a:lnTo>
                    <a:pt x="793240" y="1268975"/>
                  </a:lnTo>
                  <a:lnTo>
                    <a:pt x="798977" y="1275618"/>
                  </a:lnTo>
                  <a:lnTo>
                    <a:pt x="805163" y="1279369"/>
                  </a:lnTo>
                  <a:lnTo>
                    <a:pt x="807248" y="1280982"/>
                  </a:lnTo>
                  <a:lnTo>
                    <a:pt x="809218" y="1283355"/>
                  </a:lnTo>
                  <a:lnTo>
                    <a:pt x="809812" y="1283447"/>
                  </a:lnTo>
                  <a:lnTo>
                    <a:pt x="811006" y="1282998"/>
                  </a:lnTo>
                  <a:lnTo>
                    <a:pt x="811349" y="1282351"/>
                  </a:lnTo>
                  <a:lnTo>
                    <a:pt x="811433" y="1281392"/>
                  </a:lnTo>
                  <a:lnTo>
                    <a:pt x="809690" y="1276378"/>
                  </a:lnTo>
                  <a:lnTo>
                    <a:pt x="809568" y="1274408"/>
                  </a:lnTo>
                  <a:lnTo>
                    <a:pt x="810398" y="1274065"/>
                  </a:lnTo>
                  <a:lnTo>
                    <a:pt x="816781" y="1282617"/>
                  </a:lnTo>
                  <a:lnTo>
                    <a:pt x="820228" y="1286003"/>
                  </a:lnTo>
                  <a:lnTo>
                    <a:pt x="824938" y="1289549"/>
                  </a:lnTo>
                  <a:lnTo>
                    <a:pt x="833026" y="1297682"/>
                  </a:lnTo>
                  <a:lnTo>
                    <a:pt x="834152" y="1298344"/>
                  </a:lnTo>
                  <a:lnTo>
                    <a:pt x="838527" y="1297599"/>
                  </a:lnTo>
                  <a:lnTo>
                    <a:pt x="839721" y="1298108"/>
                  </a:lnTo>
                  <a:lnTo>
                    <a:pt x="840474" y="1298907"/>
                  </a:lnTo>
                  <a:lnTo>
                    <a:pt x="840786" y="1299995"/>
                  </a:lnTo>
                  <a:lnTo>
                    <a:pt x="840961" y="1304781"/>
                  </a:lnTo>
                  <a:lnTo>
                    <a:pt x="842156" y="1307132"/>
                  </a:lnTo>
                  <a:lnTo>
                    <a:pt x="849057" y="1306128"/>
                  </a:lnTo>
                  <a:lnTo>
                    <a:pt x="850989" y="1306333"/>
                  </a:lnTo>
                  <a:lnTo>
                    <a:pt x="852222" y="1307087"/>
                  </a:lnTo>
                  <a:lnTo>
                    <a:pt x="853249" y="1308646"/>
                  </a:lnTo>
                  <a:lnTo>
                    <a:pt x="854733" y="1313736"/>
                  </a:lnTo>
                  <a:lnTo>
                    <a:pt x="856102" y="1323711"/>
                  </a:lnTo>
                  <a:lnTo>
                    <a:pt x="856171" y="1327264"/>
                  </a:lnTo>
                  <a:lnTo>
                    <a:pt x="855539" y="1333214"/>
                  </a:lnTo>
                  <a:lnTo>
                    <a:pt x="854535" y="1335398"/>
                  </a:lnTo>
                  <a:lnTo>
                    <a:pt x="853226" y="1336083"/>
                  </a:lnTo>
                  <a:lnTo>
                    <a:pt x="849544" y="1335413"/>
                  </a:lnTo>
                  <a:lnTo>
                    <a:pt x="846957" y="1333526"/>
                  </a:lnTo>
                  <a:lnTo>
                    <a:pt x="845618" y="1331122"/>
                  </a:lnTo>
                  <a:lnTo>
                    <a:pt x="844408" y="1325895"/>
                  </a:lnTo>
                  <a:lnTo>
                    <a:pt x="843830" y="1324883"/>
                  </a:lnTo>
                  <a:lnTo>
                    <a:pt x="843305" y="1325941"/>
                  </a:lnTo>
                  <a:lnTo>
                    <a:pt x="842095" y="1330726"/>
                  </a:lnTo>
                  <a:lnTo>
                    <a:pt x="841304" y="1332841"/>
                  </a:lnTo>
                  <a:lnTo>
                    <a:pt x="840337" y="1334241"/>
                  </a:lnTo>
                  <a:lnTo>
                    <a:pt x="838504" y="1333899"/>
                  </a:lnTo>
                  <a:lnTo>
                    <a:pt x="835803" y="1331814"/>
                  </a:lnTo>
                  <a:lnTo>
                    <a:pt x="830728" y="1326473"/>
                  </a:lnTo>
                  <a:lnTo>
                    <a:pt x="828932" y="1325149"/>
                  </a:lnTo>
                  <a:lnTo>
                    <a:pt x="827821" y="1325377"/>
                  </a:lnTo>
                  <a:lnTo>
                    <a:pt x="825394" y="1327188"/>
                  </a:lnTo>
                  <a:lnTo>
                    <a:pt x="821651" y="1330574"/>
                  </a:lnTo>
                  <a:lnTo>
                    <a:pt x="820106" y="1333055"/>
                  </a:lnTo>
                  <a:lnTo>
                    <a:pt x="820761" y="1334637"/>
                  </a:lnTo>
                  <a:lnTo>
                    <a:pt x="821194" y="1336623"/>
                  </a:lnTo>
                  <a:lnTo>
                    <a:pt x="821407" y="1339012"/>
                  </a:lnTo>
                  <a:lnTo>
                    <a:pt x="821278" y="1340770"/>
                  </a:lnTo>
                  <a:lnTo>
                    <a:pt x="820799" y="1341903"/>
                  </a:lnTo>
                  <a:lnTo>
                    <a:pt x="819558" y="1343250"/>
                  </a:lnTo>
                  <a:lnTo>
                    <a:pt x="816941" y="1343478"/>
                  </a:lnTo>
                  <a:lnTo>
                    <a:pt x="813175" y="1342444"/>
                  </a:lnTo>
                  <a:lnTo>
                    <a:pt x="810200" y="1340610"/>
                  </a:lnTo>
                  <a:lnTo>
                    <a:pt x="804988" y="1335725"/>
                  </a:lnTo>
                  <a:lnTo>
                    <a:pt x="803794" y="1335048"/>
                  </a:lnTo>
                  <a:lnTo>
                    <a:pt x="802180" y="1336136"/>
                  </a:lnTo>
                  <a:lnTo>
                    <a:pt x="801541" y="1337559"/>
                  </a:lnTo>
                  <a:lnTo>
                    <a:pt x="802538" y="1339590"/>
                  </a:lnTo>
                  <a:lnTo>
                    <a:pt x="805186" y="1342215"/>
                  </a:lnTo>
                  <a:lnTo>
                    <a:pt x="808419" y="1346560"/>
                  </a:lnTo>
                  <a:lnTo>
                    <a:pt x="809287" y="1347404"/>
                  </a:lnTo>
                  <a:lnTo>
                    <a:pt x="810116" y="1347305"/>
                  </a:lnTo>
                  <a:lnTo>
                    <a:pt x="810413" y="1348104"/>
                  </a:lnTo>
                  <a:lnTo>
                    <a:pt x="810778" y="1350432"/>
                  </a:lnTo>
                  <a:lnTo>
                    <a:pt x="810611" y="1354427"/>
                  </a:lnTo>
                  <a:lnTo>
                    <a:pt x="809051" y="1362370"/>
                  </a:lnTo>
                  <a:lnTo>
                    <a:pt x="808891" y="1364257"/>
                  </a:lnTo>
                  <a:lnTo>
                    <a:pt x="809530" y="1363808"/>
                  </a:lnTo>
                  <a:lnTo>
                    <a:pt x="813936" y="1356010"/>
                  </a:lnTo>
                  <a:lnTo>
                    <a:pt x="816211" y="1353818"/>
                  </a:lnTo>
                  <a:lnTo>
                    <a:pt x="821141" y="1350364"/>
                  </a:lnTo>
                  <a:lnTo>
                    <a:pt x="823271" y="1347823"/>
                  </a:lnTo>
                  <a:lnTo>
                    <a:pt x="829579" y="1347130"/>
                  </a:lnTo>
                  <a:lnTo>
                    <a:pt x="831831" y="1348523"/>
                  </a:lnTo>
                  <a:lnTo>
                    <a:pt x="833277" y="1350935"/>
                  </a:lnTo>
                  <a:lnTo>
                    <a:pt x="833330" y="1352030"/>
                  </a:lnTo>
                  <a:lnTo>
                    <a:pt x="831679" y="1354853"/>
                  </a:lnTo>
                  <a:lnTo>
                    <a:pt x="831375" y="1356268"/>
                  </a:lnTo>
                  <a:lnTo>
                    <a:pt x="831291" y="1358049"/>
                  </a:lnTo>
                  <a:lnTo>
                    <a:pt x="831443" y="1359639"/>
                  </a:lnTo>
                  <a:lnTo>
                    <a:pt x="831823" y="1361054"/>
                  </a:lnTo>
                  <a:lnTo>
                    <a:pt x="832957" y="1362355"/>
                  </a:lnTo>
                  <a:lnTo>
                    <a:pt x="834966" y="1361784"/>
                  </a:lnTo>
                  <a:lnTo>
                    <a:pt x="835529" y="1362112"/>
                  </a:lnTo>
                  <a:lnTo>
                    <a:pt x="836602" y="1363489"/>
                  </a:lnTo>
                  <a:lnTo>
                    <a:pt x="837309" y="1365619"/>
                  </a:lnTo>
                  <a:lnTo>
                    <a:pt x="837340" y="1368579"/>
                  </a:lnTo>
                  <a:lnTo>
                    <a:pt x="835864" y="1375054"/>
                  </a:lnTo>
                  <a:lnTo>
                    <a:pt x="833223" y="1377161"/>
                  </a:lnTo>
                  <a:lnTo>
                    <a:pt x="825143" y="1381064"/>
                  </a:lnTo>
                  <a:lnTo>
                    <a:pt x="822374" y="1383073"/>
                  </a:lnTo>
                  <a:lnTo>
                    <a:pt x="817040" y="1384496"/>
                  </a:lnTo>
                  <a:lnTo>
                    <a:pt x="814978" y="1386375"/>
                  </a:lnTo>
                  <a:lnTo>
                    <a:pt x="813692" y="1386946"/>
                  </a:lnTo>
                  <a:lnTo>
                    <a:pt x="807986" y="1386642"/>
                  </a:lnTo>
                  <a:lnTo>
                    <a:pt x="801458" y="1387829"/>
                  </a:lnTo>
                  <a:lnTo>
                    <a:pt x="793940" y="1385500"/>
                  </a:lnTo>
                  <a:lnTo>
                    <a:pt x="788668" y="1384466"/>
                  </a:lnTo>
                  <a:lnTo>
                    <a:pt x="782573" y="1380753"/>
                  </a:lnTo>
                  <a:lnTo>
                    <a:pt x="780275" y="1381688"/>
                  </a:lnTo>
                  <a:lnTo>
                    <a:pt x="777902" y="1384070"/>
                  </a:lnTo>
                  <a:lnTo>
                    <a:pt x="766489" y="1381209"/>
                  </a:lnTo>
                  <a:lnTo>
                    <a:pt x="765134" y="1379132"/>
                  </a:lnTo>
                  <a:lnTo>
                    <a:pt x="765583" y="1377778"/>
                  </a:lnTo>
                  <a:lnTo>
                    <a:pt x="768284" y="1373342"/>
                  </a:lnTo>
                  <a:lnTo>
                    <a:pt x="768459" y="1372414"/>
                  </a:lnTo>
                  <a:lnTo>
                    <a:pt x="768330" y="1371622"/>
                  </a:lnTo>
                  <a:lnTo>
                    <a:pt x="763149" y="1370861"/>
                  </a:lnTo>
                  <a:lnTo>
                    <a:pt x="757366" y="1368488"/>
                  </a:lnTo>
                  <a:lnTo>
                    <a:pt x="751561" y="1367308"/>
                  </a:lnTo>
                  <a:lnTo>
                    <a:pt x="747216" y="1367643"/>
                  </a:lnTo>
                  <a:lnTo>
                    <a:pt x="744386" y="1366776"/>
                  </a:lnTo>
                  <a:lnTo>
                    <a:pt x="741624" y="1364820"/>
                  </a:lnTo>
                  <a:lnTo>
                    <a:pt x="740110" y="1363032"/>
                  </a:lnTo>
                  <a:lnTo>
                    <a:pt x="739836" y="1361419"/>
                  </a:lnTo>
                  <a:lnTo>
                    <a:pt x="739798" y="1359646"/>
                  </a:lnTo>
                  <a:lnTo>
                    <a:pt x="740041" y="1356086"/>
                  </a:lnTo>
                  <a:lnTo>
                    <a:pt x="739676" y="1353575"/>
                  </a:lnTo>
                  <a:lnTo>
                    <a:pt x="738421" y="1351589"/>
                  </a:lnTo>
                  <a:lnTo>
                    <a:pt x="735864" y="1349809"/>
                  </a:lnTo>
                  <a:lnTo>
                    <a:pt x="733323" y="1350022"/>
                  </a:lnTo>
                  <a:lnTo>
                    <a:pt x="731170" y="1351992"/>
                  </a:lnTo>
                  <a:lnTo>
                    <a:pt x="729123" y="1355614"/>
                  </a:lnTo>
                  <a:lnTo>
                    <a:pt x="725326" y="1365650"/>
                  </a:lnTo>
                  <a:lnTo>
                    <a:pt x="723424" y="1367354"/>
                  </a:lnTo>
                  <a:lnTo>
                    <a:pt x="718494" y="1374567"/>
                  </a:lnTo>
                  <a:lnTo>
                    <a:pt x="716645" y="1376324"/>
                  </a:lnTo>
                  <a:lnTo>
                    <a:pt x="707606" y="1379170"/>
                  </a:lnTo>
                  <a:lnTo>
                    <a:pt x="696893" y="1380334"/>
                  </a:lnTo>
                  <a:lnTo>
                    <a:pt x="692891" y="1382548"/>
                  </a:lnTo>
                  <a:lnTo>
                    <a:pt x="689087" y="1386687"/>
                  </a:lnTo>
                  <a:lnTo>
                    <a:pt x="684491" y="1390674"/>
                  </a:lnTo>
                  <a:lnTo>
                    <a:pt x="673253" y="1395559"/>
                  </a:lnTo>
                  <a:lnTo>
                    <a:pt x="662868" y="1398275"/>
                  </a:lnTo>
                  <a:lnTo>
                    <a:pt x="652003" y="1399462"/>
                  </a:lnTo>
                  <a:lnTo>
                    <a:pt x="643877" y="1401311"/>
                  </a:lnTo>
                  <a:lnTo>
                    <a:pt x="641541" y="1400383"/>
                  </a:lnTo>
                  <a:lnTo>
                    <a:pt x="637904" y="1400725"/>
                  </a:lnTo>
                  <a:lnTo>
                    <a:pt x="633985" y="1403426"/>
                  </a:lnTo>
                  <a:lnTo>
                    <a:pt x="629565" y="1403951"/>
                  </a:lnTo>
                  <a:lnTo>
                    <a:pt x="612765" y="1404933"/>
                  </a:lnTo>
                  <a:lnTo>
                    <a:pt x="605050" y="1406736"/>
                  </a:lnTo>
                  <a:lnTo>
                    <a:pt x="600820" y="1407215"/>
                  </a:lnTo>
                  <a:lnTo>
                    <a:pt x="597502" y="1406972"/>
                  </a:lnTo>
                  <a:lnTo>
                    <a:pt x="595189" y="1406226"/>
                  </a:lnTo>
                  <a:lnTo>
                    <a:pt x="592975" y="1403829"/>
                  </a:lnTo>
                  <a:lnTo>
                    <a:pt x="590700" y="1400132"/>
                  </a:lnTo>
                  <a:lnTo>
                    <a:pt x="586074" y="1390225"/>
                  </a:lnTo>
                  <a:lnTo>
                    <a:pt x="584750" y="1386041"/>
                  </a:lnTo>
                  <a:lnTo>
                    <a:pt x="585268" y="1378843"/>
                  </a:lnTo>
                  <a:lnTo>
                    <a:pt x="584925" y="1374658"/>
                  </a:lnTo>
                  <a:lnTo>
                    <a:pt x="583389" y="1365581"/>
                  </a:lnTo>
                  <a:lnTo>
                    <a:pt x="583099" y="1364797"/>
                  </a:lnTo>
                  <a:lnTo>
                    <a:pt x="575004" y="1361412"/>
                  </a:lnTo>
                  <a:lnTo>
                    <a:pt x="569678" y="1360339"/>
                  </a:lnTo>
                  <a:lnTo>
                    <a:pt x="561643" y="1360118"/>
                  </a:lnTo>
                  <a:lnTo>
                    <a:pt x="551821" y="1360597"/>
                  </a:lnTo>
                  <a:lnTo>
                    <a:pt x="542013" y="1359502"/>
                  </a:lnTo>
                  <a:lnTo>
                    <a:pt x="536832" y="1358262"/>
                  </a:lnTo>
                  <a:lnTo>
                    <a:pt x="531688" y="1356230"/>
                  </a:lnTo>
                  <a:lnTo>
                    <a:pt x="522893" y="1350935"/>
                  </a:lnTo>
                  <a:lnTo>
                    <a:pt x="522398" y="1350394"/>
                  </a:lnTo>
                  <a:lnTo>
                    <a:pt x="521713" y="1348622"/>
                  </a:lnTo>
                  <a:lnTo>
                    <a:pt x="520846" y="1345616"/>
                  </a:lnTo>
                  <a:lnTo>
                    <a:pt x="518655" y="1341698"/>
                  </a:lnTo>
                  <a:lnTo>
                    <a:pt x="512659" y="1332918"/>
                  </a:lnTo>
                  <a:lnTo>
                    <a:pt x="510285" y="1327683"/>
                  </a:lnTo>
                  <a:lnTo>
                    <a:pt x="509897" y="1326351"/>
                  </a:lnTo>
                  <a:lnTo>
                    <a:pt x="509327" y="1322494"/>
                  </a:lnTo>
                  <a:lnTo>
                    <a:pt x="508573" y="1316095"/>
                  </a:lnTo>
                  <a:lnTo>
                    <a:pt x="508330" y="1312161"/>
                  </a:lnTo>
                  <a:lnTo>
                    <a:pt x="509030" y="1309757"/>
                  </a:lnTo>
                  <a:lnTo>
                    <a:pt x="509616" y="1309278"/>
                  </a:lnTo>
                  <a:lnTo>
                    <a:pt x="522033" y="1304576"/>
                  </a:lnTo>
                  <a:lnTo>
                    <a:pt x="543915" y="1299402"/>
                  </a:lnTo>
                  <a:lnTo>
                    <a:pt x="563918" y="1295902"/>
                  </a:lnTo>
                  <a:lnTo>
                    <a:pt x="573003" y="1296214"/>
                  </a:lnTo>
                  <a:lnTo>
                    <a:pt x="578352" y="1297857"/>
                  </a:lnTo>
                  <a:lnTo>
                    <a:pt x="583716" y="1298603"/>
                  </a:lnTo>
                  <a:lnTo>
                    <a:pt x="593424" y="1298976"/>
                  </a:lnTo>
                  <a:lnTo>
                    <a:pt x="605651" y="1301411"/>
                  </a:lnTo>
                  <a:lnTo>
                    <a:pt x="608109" y="1301205"/>
                  </a:lnTo>
                  <a:lnTo>
                    <a:pt x="613595" y="1299554"/>
                  </a:lnTo>
                  <a:lnTo>
                    <a:pt x="615223" y="1298230"/>
                  </a:lnTo>
                  <a:lnTo>
                    <a:pt x="623889" y="1298398"/>
                  </a:lnTo>
                  <a:lnTo>
                    <a:pt x="625570" y="1297583"/>
                  </a:lnTo>
                  <a:lnTo>
                    <a:pt x="627115" y="1296123"/>
                  </a:lnTo>
                  <a:lnTo>
                    <a:pt x="625122" y="1293383"/>
                  </a:lnTo>
                  <a:lnTo>
                    <a:pt x="616828" y="1287358"/>
                  </a:lnTo>
                  <a:lnTo>
                    <a:pt x="594801" y="1276508"/>
                  </a:lnTo>
                  <a:lnTo>
                    <a:pt x="589430" y="1274187"/>
                  </a:lnTo>
                  <a:lnTo>
                    <a:pt x="581737" y="1271714"/>
                  </a:lnTo>
                  <a:lnTo>
                    <a:pt x="577279" y="1271357"/>
                  </a:lnTo>
                  <a:lnTo>
                    <a:pt x="571595" y="1272772"/>
                  </a:lnTo>
                  <a:lnTo>
                    <a:pt x="569480" y="1272711"/>
                  </a:lnTo>
                  <a:lnTo>
                    <a:pt x="563903" y="1274834"/>
                  </a:lnTo>
                  <a:lnTo>
                    <a:pt x="558607" y="1276180"/>
                  </a:lnTo>
                  <a:lnTo>
                    <a:pt x="548564" y="1277482"/>
                  </a:lnTo>
                  <a:lnTo>
                    <a:pt x="534047" y="1278433"/>
                  </a:lnTo>
                  <a:lnTo>
                    <a:pt x="532015" y="1278151"/>
                  </a:lnTo>
                  <a:lnTo>
                    <a:pt x="529033" y="1276500"/>
                  </a:lnTo>
                  <a:lnTo>
                    <a:pt x="526864" y="1276028"/>
                  </a:lnTo>
                  <a:lnTo>
                    <a:pt x="512659" y="1277322"/>
                  </a:lnTo>
                  <a:lnTo>
                    <a:pt x="499968" y="1275656"/>
                  </a:lnTo>
                  <a:lnTo>
                    <a:pt x="485512" y="1258894"/>
                  </a:lnTo>
                  <a:lnTo>
                    <a:pt x="483115" y="1253713"/>
                  </a:lnTo>
                  <a:lnTo>
                    <a:pt x="483625" y="1251597"/>
                  </a:lnTo>
                  <a:lnTo>
                    <a:pt x="485405" y="1249322"/>
                  </a:lnTo>
                  <a:lnTo>
                    <a:pt x="492565" y="1242749"/>
                  </a:lnTo>
                  <a:lnTo>
                    <a:pt x="495122" y="1241174"/>
                  </a:lnTo>
                  <a:lnTo>
                    <a:pt x="505804" y="1237628"/>
                  </a:lnTo>
                  <a:lnTo>
                    <a:pt x="516448" y="1233322"/>
                  </a:lnTo>
                  <a:lnTo>
                    <a:pt x="524856" y="1229259"/>
                  </a:lnTo>
                  <a:lnTo>
                    <a:pt x="528980" y="1227843"/>
                  </a:lnTo>
                  <a:lnTo>
                    <a:pt x="532951" y="1227676"/>
                  </a:lnTo>
                  <a:lnTo>
                    <a:pt x="536162" y="1226329"/>
                  </a:lnTo>
                  <a:lnTo>
                    <a:pt x="535508" y="1225043"/>
                  </a:lnTo>
                  <a:lnTo>
                    <a:pt x="532883" y="1223567"/>
                  </a:lnTo>
                  <a:lnTo>
                    <a:pt x="532913" y="1221475"/>
                  </a:lnTo>
                  <a:lnTo>
                    <a:pt x="534275" y="1220471"/>
                  </a:lnTo>
                  <a:lnTo>
                    <a:pt x="539533" y="1219405"/>
                  </a:lnTo>
                  <a:lnTo>
                    <a:pt x="545125" y="1220699"/>
                  </a:lnTo>
                  <a:lnTo>
                    <a:pt x="547917" y="1220258"/>
                  </a:lnTo>
                  <a:lnTo>
                    <a:pt x="548716" y="1218827"/>
                  </a:lnTo>
                  <a:lnTo>
                    <a:pt x="547971" y="1217678"/>
                  </a:lnTo>
                  <a:lnTo>
                    <a:pt x="542667" y="1215289"/>
                  </a:lnTo>
                  <a:lnTo>
                    <a:pt x="517179" y="1222160"/>
                  </a:lnTo>
                  <a:lnTo>
                    <a:pt x="505287" y="1222799"/>
                  </a:lnTo>
                  <a:lnTo>
                    <a:pt x="497039" y="1225743"/>
                  </a:lnTo>
                  <a:lnTo>
                    <a:pt x="492504" y="1225652"/>
                  </a:lnTo>
                  <a:lnTo>
                    <a:pt x="487110" y="1222715"/>
                  </a:lnTo>
                  <a:lnTo>
                    <a:pt x="486387" y="1221833"/>
                  </a:lnTo>
                  <a:lnTo>
                    <a:pt x="486288" y="1220623"/>
                  </a:lnTo>
                  <a:lnTo>
                    <a:pt x="487954" y="1216682"/>
                  </a:lnTo>
                  <a:lnTo>
                    <a:pt x="493722" y="1214315"/>
                  </a:lnTo>
                  <a:lnTo>
                    <a:pt x="496628" y="1207650"/>
                  </a:lnTo>
                  <a:lnTo>
                    <a:pt x="493524" y="1207536"/>
                  </a:lnTo>
                  <a:lnTo>
                    <a:pt x="483191" y="1208966"/>
                  </a:lnTo>
                  <a:lnTo>
                    <a:pt x="478679" y="1208350"/>
                  </a:lnTo>
                  <a:lnTo>
                    <a:pt x="472585" y="1205786"/>
                  </a:lnTo>
                  <a:lnTo>
                    <a:pt x="470797" y="1202728"/>
                  </a:lnTo>
                  <a:lnTo>
                    <a:pt x="470036" y="1200513"/>
                  </a:lnTo>
                  <a:lnTo>
                    <a:pt x="469907" y="1197866"/>
                  </a:lnTo>
                  <a:lnTo>
                    <a:pt x="470112" y="1190318"/>
                  </a:lnTo>
                  <a:lnTo>
                    <a:pt x="470629" y="1186247"/>
                  </a:lnTo>
                  <a:lnTo>
                    <a:pt x="470949" y="1185327"/>
                  </a:lnTo>
                  <a:lnTo>
                    <a:pt x="478527" y="1172712"/>
                  </a:lnTo>
                  <a:lnTo>
                    <a:pt x="483252" y="1170064"/>
                  </a:lnTo>
                  <a:lnTo>
                    <a:pt x="486569" y="1166047"/>
                  </a:lnTo>
                  <a:lnTo>
                    <a:pt x="486699" y="1164365"/>
                  </a:lnTo>
                  <a:lnTo>
                    <a:pt x="485885" y="1162668"/>
                  </a:lnTo>
                  <a:lnTo>
                    <a:pt x="482796" y="1158552"/>
                  </a:lnTo>
                  <a:lnTo>
                    <a:pt x="481555" y="1156460"/>
                  </a:lnTo>
                  <a:lnTo>
                    <a:pt x="480855" y="1154451"/>
                  </a:lnTo>
                  <a:lnTo>
                    <a:pt x="481380" y="1151279"/>
                  </a:lnTo>
                  <a:lnTo>
                    <a:pt x="483130" y="1146926"/>
                  </a:lnTo>
                  <a:lnTo>
                    <a:pt x="488289" y="1139873"/>
                  </a:lnTo>
                  <a:lnTo>
                    <a:pt x="500699" y="1125615"/>
                  </a:lnTo>
                  <a:lnTo>
                    <a:pt x="507006" y="1119581"/>
                  </a:lnTo>
                  <a:lnTo>
                    <a:pt x="513085" y="1116310"/>
                  </a:lnTo>
                  <a:lnTo>
                    <a:pt x="521592" y="1109333"/>
                  </a:lnTo>
                  <a:lnTo>
                    <a:pt x="543398" y="1097669"/>
                  </a:lnTo>
                  <a:lnTo>
                    <a:pt x="562914" y="1085852"/>
                  </a:lnTo>
                  <a:lnTo>
                    <a:pt x="570096" y="1088980"/>
                  </a:lnTo>
                  <a:lnTo>
                    <a:pt x="572135" y="1091429"/>
                  </a:lnTo>
                  <a:lnTo>
                    <a:pt x="573041" y="1093499"/>
                  </a:lnTo>
                  <a:lnTo>
                    <a:pt x="573832" y="1096398"/>
                  </a:lnTo>
                  <a:lnTo>
                    <a:pt x="574509" y="1100118"/>
                  </a:lnTo>
                  <a:lnTo>
                    <a:pt x="575445" y="1108153"/>
                  </a:lnTo>
                  <a:lnTo>
                    <a:pt x="575567" y="1112277"/>
                  </a:lnTo>
                  <a:lnTo>
                    <a:pt x="575407" y="1116401"/>
                  </a:lnTo>
                  <a:lnTo>
                    <a:pt x="574958" y="1120129"/>
                  </a:lnTo>
                  <a:lnTo>
                    <a:pt x="574220" y="1123454"/>
                  </a:lnTo>
                  <a:lnTo>
                    <a:pt x="572759" y="1127502"/>
                  </a:lnTo>
                  <a:lnTo>
                    <a:pt x="570568" y="1132257"/>
                  </a:lnTo>
                  <a:lnTo>
                    <a:pt x="565927" y="1140368"/>
                  </a:lnTo>
                  <a:lnTo>
                    <a:pt x="565432" y="1142719"/>
                  </a:lnTo>
                  <a:close/>
                  <a:moveTo>
                    <a:pt x="944225" y="1117968"/>
                  </a:moveTo>
                  <a:lnTo>
                    <a:pt x="940778" y="1118691"/>
                  </a:lnTo>
                  <a:lnTo>
                    <a:pt x="937598" y="1113578"/>
                  </a:lnTo>
                  <a:lnTo>
                    <a:pt x="937491" y="1108792"/>
                  </a:lnTo>
                  <a:lnTo>
                    <a:pt x="937704" y="1106144"/>
                  </a:lnTo>
                  <a:lnTo>
                    <a:pt x="938100" y="1103816"/>
                  </a:lnTo>
                  <a:lnTo>
                    <a:pt x="939256" y="1101823"/>
                  </a:lnTo>
                  <a:lnTo>
                    <a:pt x="942513" y="1099495"/>
                  </a:lnTo>
                  <a:lnTo>
                    <a:pt x="943989" y="1101222"/>
                  </a:lnTo>
                  <a:lnTo>
                    <a:pt x="944529" y="1103291"/>
                  </a:lnTo>
                  <a:lnTo>
                    <a:pt x="945024" y="1104105"/>
                  </a:lnTo>
                  <a:lnTo>
                    <a:pt x="947124" y="1105893"/>
                  </a:lnTo>
                  <a:lnTo>
                    <a:pt x="948136" y="1107955"/>
                  </a:lnTo>
                  <a:lnTo>
                    <a:pt x="948029" y="1110322"/>
                  </a:lnTo>
                  <a:lnTo>
                    <a:pt x="947352" y="1113905"/>
                  </a:lnTo>
                  <a:lnTo>
                    <a:pt x="946599" y="1116203"/>
                  </a:lnTo>
                  <a:lnTo>
                    <a:pt x="945777" y="1117215"/>
                  </a:lnTo>
                  <a:lnTo>
                    <a:pt x="944225" y="1117968"/>
                  </a:lnTo>
                  <a:close/>
                  <a:moveTo>
                    <a:pt x="1415568" y="2358384"/>
                  </a:moveTo>
                  <a:lnTo>
                    <a:pt x="1414427" y="2358529"/>
                  </a:lnTo>
                  <a:lnTo>
                    <a:pt x="1412411" y="2358384"/>
                  </a:lnTo>
                  <a:lnTo>
                    <a:pt x="1409428" y="2359396"/>
                  </a:lnTo>
                  <a:lnTo>
                    <a:pt x="1405517" y="2361526"/>
                  </a:lnTo>
                  <a:lnTo>
                    <a:pt x="1400777" y="2365338"/>
                  </a:lnTo>
                  <a:lnTo>
                    <a:pt x="1392430" y="2373571"/>
                  </a:lnTo>
                  <a:lnTo>
                    <a:pt x="1392301" y="2373761"/>
                  </a:lnTo>
                  <a:lnTo>
                    <a:pt x="1392149" y="2373639"/>
                  </a:lnTo>
                  <a:lnTo>
                    <a:pt x="1391586" y="2373784"/>
                  </a:lnTo>
                  <a:lnTo>
                    <a:pt x="1389227" y="2376142"/>
                  </a:lnTo>
                  <a:lnTo>
                    <a:pt x="1386762" y="2377459"/>
                  </a:lnTo>
                  <a:lnTo>
                    <a:pt x="1380706" y="2379596"/>
                  </a:lnTo>
                  <a:lnTo>
                    <a:pt x="1379275" y="2380555"/>
                  </a:lnTo>
                  <a:lnTo>
                    <a:pt x="1377510" y="2381111"/>
                  </a:lnTo>
                  <a:lnTo>
                    <a:pt x="1375410" y="2381270"/>
                  </a:lnTo>
                  <a:lnTo>
                    <a:pt x="1373302" y="2381879"/>
                  </a:lnTo>
                  <a:lnTo>
                    <a:pt x="1371180" y="2382937"/>
                  </a:lnTo>
                  <a:lnTo>
                    <a:pt x="1366812" y="2386140"/>
                  </a:lnTo>
                  <a:lnTo>
                    <a:pt x="1365747" y="2386231"/>
                  </a:lnTo>
                  <a:lnTo>
                    <a:pt x="1365298" y="2385638"/>
                  </a:lnTo>
                  <a:lnTo>
                    <a:pt x="1365450" y="2385189"/>
                  </a:lnTo>
                  <a:lnTo>
                    <a:pt x="1366181" y="2384398"/>
                  </a:lnTo>
                  <a:lnTo>
                    <a:pt x="1368851" y="2382785"/>
                  </a:lnTo>
                  <a:lnTo>
                    <a:pt x="1368486" y="2382480"/>
                  </a:lnTo>
                  <a:lnTo>
                    <a:pt x="1367680" y="2382823"/>
                  </a:lnTo>
                  <a:lnTo>
                    <a:pt x="1366417" y="2383812"/>
                  </a:lnTo>
                  <a:lnTo>
                    <a:pt x="1365930" y="2383705"/>
                  </a:lnTo>
                  <a:lnTo>
                    <a:pt x="1366196" y="2382503"/>
                  </a:lnTo>
                  <a:lnTo>
                    <a:pt x="1365382" y="2382260"/>
                  </a:lnTo>
                  <a:lnTo>
                    <a:pt x="1363480" y="2382975"/>
                  </a:lnTo>
                  <a:lnTo>
                    <a:pt x="1362293" y="2383135"/>
                  </a:lnTo>
                  <a:lnTo>
                    <a:pt x="1361821" y="2382739"/>
                  </a:lnTo>
                  <a:lnTo>
                    <a:pt x="1361281" y="2382739"/>
                  </a:lnTo>
                  <a:lnTo>
                    <a:pt x="1360665" y="2383127"/>
                  </a:lnTo>
                  <a:lnTo>
                    <a:pt x="1359683" y="2383051"/>
                  </a:lnTo>
                  <a:lnTo>
                    <a:pt x="1358139" y="2383568"/>
                  </a:lnTo>
                  <a:lnTo>
                    <a:pt x="1354958" y="2384664"/>
                  </a:lnTo>
                  <a:lnTo>
                    <a:pt x="1354167" y="2385539"/>
                  </a:lnTo>
                  <a:lnTo>
                    <a:pt x="1354137" y="2385836"/>
                  </a:lnTo>
                  <a:lnTo>
                    <a:pt x="1357127" y="2384458"/>
                  </a:lnTo>
                  <a:lnTo>
                    <a:pt x="1358519" y="2384010"/>
                  </a:lnTo>
                  <a:lnTo>
                    <a:pt x="1359546" y="2383796"/>
                  </a:lnTo>
                  <a:lnTo>
                    <a:pt x="1359942" y="2384101"/>
                  </a:lnTo>
                  <a:lnTo>
                    <a:pt x="1359577" y="2384801"/>
                  </a:lnTo>
                  <a:lnTo>
                    <a:pt x="1359569" y="2385242"/>
                  </a:lnTo>
                  <a:lnTo>
                    <a:pt x="1360330" y="2385425"/>
                  </a:lnTo>
                  <a:lnTo>
                    <a:pt x="1360779" y="2385242"/>
                  </a:lnTo>
                  <a:lnTo>
                    <a:pt x="1360817" y="2385052"/>
                  </a:lnTo>
                  <a:lnTo>
                    <a:pt x="1360444" y="2384854"/>
                  </a:lnTo>
                  <a:lnTo>
                    <a:pt x="1360452" y="2384573"/>
                  </a:lnTo>
                  <a:lnTo>
                    <a:pt x="1360840" y="2384223"/>
                  </a:lnTo>
                  <a:lnTo>
                    <a:pt x="1364172" y="2383211"/>
                  </a:lnTo>
                  <a:lnTo>
                    <a:pt x="1364857" y="2383949"/>
                  </a:lnTo>
                  <a:lnTo>
                    <a:pt x="1364134" y="2385980"/>
                  </a:lnTo>
                  <a:lnTo>
                    <a:pt x="1364446" y="2386962"/>
                  </a:lnTo>
                  <a:lnTo>
                    <a:pt x="1365778" y="2386893"/>
                  </a:lnTo>
                  <a:lnTo>
                    <a:pt x="1367292" y="2386368"/>
                  </a:lnTo>
                  <a:lnTo>
                    <a:pt x="1368988" y="2385394"/>
                  </a:lnTo>
                  <a:lnTo>
                    <a:pt x="1369567" y="2385379"/>
                  </a:lnTo>
                  <a:lnTo>
                    <a:pt x="1369027" y="2386330"/>
                  </a:lnTo>
                  <a:lnTo>
                    <a:pt x="1368136" y="2387205"/>
                  </a:lnTo>
                  <a:lnTo>
                    <a:pt x="1366135" y="2388719"/>
                  </a:lnTo>
                  <a:lnTo>
                    <a:pt x="1365709" y="2389762"/>
                  </a:lnTo>
                  <a:lnTo>
                    <a:pt x="1365740" y="2390036"/>
                  </a:lnTo>
                  <a:lnTo>
                    <a:pt x="1366363" y="2389625"/>
                  </a:lnTo>
                  <a:lnTo>
                    <a:pt x="1368562" y="2389374"/>
                  </a:lnTo>
                  <a:lnTo>
                    <a:pt x="1369407" y="2389374"/>
                  </a:lnTo>
                  <a:lnTo>
                    <a:pt x="1369224" y="2390028"/>
                  </a:lnTo>
                  <a:lnTo>
                    <a:pt x="1368045" y="2390416"/>
                  </a:lnTo>
                  <a:lnTo>
                    <a:pt x="1365481" y="2391793"/>
                  </a:lnTo>
                  <a:lnTo>
                    <a:pt x="1363419" y="2392280"/>
                  </a:lnTo>
                  <a:lnTo>
                    <a:pt x="1362209" y="2391998"/>
                  </a:lnTo>
                  <a:lnTo>
                    <a:pt x="1361966" y="2391299"/>
                  </a:lnTo>
                  <a:lnTo>
                    <a:pt x="1362696" y="2390180"/>
                  </a:lnTo>
                  <a:lnTo>
                    <a:pt x="1362590" y="2389883"/>
                  </a:lnTo>
                  <a:lnTo>
                    <a:pt x="1360938" y="2390652"/>
                  </a:lnTo>
                  <a:lnTo>
                    <a:pt x="1360459" y="2390621"/>
                  </a:lnTo>
                  <a:lnTo>
                    <a:pt x="1359919" y="2389922"/>
                  </a:lnTo>
                  <a:lnTo>
                    <a:pt x="1360010" y="2389762"/>
                  </a:lnTo>
                  <a:lnTo>
                    <a:pt x="1360756" y="2389769"/>
                  </a:lnTo>
                  <a:lnTo>
                    <a:pt x="1361106" y="2389404"/>
                  </a:lnTo>
                  <a:lnTo>
                    <a:pt x="1359706" y="2389183"/>
                  </a:lnTo>
                  <a:lnTo>
                    <a:pt x="1357652" y="2389701"/>
                  </a:lnTo>
                  <a:lnTo>
                    <a:pt x="1355894" y="2389450"/>
                  </a:lnTo>
                  <a:lnTo>
                    <a:pt x="1354806" y="2388628"/>
                  </a:lnTo>
                  <a:lnTo>
                    <a:pt x="1354509" y="2388118"/>
                  </a:lnTo>
                  <a:lnTo>
                    <a:pt x="1355019" y="2387913"/>
                  </a:lnTo>
                  <a:lnTo>
                    <a:pt x="1354905" y="2387608"/>
                  </a:lnTo>
                  <a:lnTo>
                    <a:pt x="1354167" y="2387205"/>
                  </a:lnTo>
                  <a:lnTo>
                    <a:pt x="1352067" y="2387015"/>
                  </a:lnTo>
                  <a:lnTo>
                    <a:pt x="1351489" y="2387350"/>
                  </a:lnTo>
                  <a:lnTo>
                    <a:pt x="1351116" y="2388065"/>
                  </a:lnTo>
                  <a:lnTo>
                    <a:pt x="1348925" y="2388019"/>
                  </a:lnTo>
                  <a:lnTo>
                    <a:pt x="1347821" y="2388514"/>
                  </a:lnTo>
                  <a:lnTo>
                    <a:pt x="1345280" y="2388955"/>
                  </a:lnTo>
                  <a:lnTo>
                    <a:pt x="1341301" y="2389351"/>
                  </a:lnTo>
                  <a:lnTo>
                    <a:pt x="1338128" y="2389975"/>
                  </a:lnTo>
                  <a:lnTo>
                    <a:pt x="1335754" y="2390827"/>
                  </a:lnTo>
                  <a:lnTo>
                    <a:pt x="1334004" y="2391146"/>
                  </a:lnTo>
                  <a:lnTo>
                    <a:pt x="1332870" y="2390933"/>
                  </a:lnTo>
                  <a:lnTo>
                    <a:pt x="1330984" y="2391215"/>
                  </a:lnTo>
                  <a:lnTo>
                    <a:pt x="1328343" y="2391983"/>
                  </a:lnTo>
                  <a:lnTo>
                    <a:pt x="1324166" y="2392600"/>
                  </a:lnTo>
                  <a:lnTo>
                    <a:pt x="1322629" y="2393201"/>
                  </a:lnTo>
                  <a:lnTo>
                    <a:pt x="1320392" y="2394829"/>
                  </a:lnTo>
                  <a:lnTo>
                    <a:pt x="1317456" y="2397484"/>
                  </a:lnTo>
                  <a:lnTo>
                    <a:pt x="1315462" y="2398785"/>
                  </a:lnTo>
                  <a:lnTo>
                    <a:pt x="1314397" y="2398740"/>
                  </a:lnTo>
                  <a:lnTo>
                    <a:pt x="1313666" y="2399067"/>
                  </a:lnTo>
                  <a:lnTo>
                    <a:pt x="1313263" y="2399774"/>
                  </a:lnTo>
                  <a:lnTo>
                    <a:pt x="1311764" y="2400764"/>
                  </a:lnTo>
                  <a:lnTo>
                    <a:pt x="1311178" y="2401540"/>
                  </a:lnTo>
                  <a:lnTo>
                    <a:pt x="1310882" y="2402666"/>
                  </a:lnTo>
                  <a:lnTo>
                    <a:pt x="1309893" y="2404439"/>
                  </a:lnTo>
                  <a:lnTo>
                    <a:pt x="1307374" y="2408334"/>
                  </a:lnTo>
                  <a:lnTo>
                    <a:pt x="1307397" y="2408882"/>
                  </a:lnTo>
                  <a:lnTo>
                    <a:pt x="1308363" y="2410297"/>
                  </a:lnTo>
                  <a:lnTo>
                    <a:pt x="1310273" y="2410822"/>
                  </a:lnTo>
                  <a:lnTo>
                    <a:pt x="1312632" y="2411560"/>
                  </a:lnTo>
                  <a:lnTo>
                    <a:pt x="1315333" y="2411583"/>
                  </a:lnTo>
                  <a:lnTo>
                    <a:pt x="1316695" y="2411902"/>
                  </a:lnTo>
                  <a:lnTo>
                    <a:pt x="1317684" y="2411613"/>
                  </a:lnTo>
                  <a:lnTo>
                    <a:pt x="1319350" y="2410601"/>
                  </a:lnTo>
                  <a:lnTo>
                    <a:pt x="1322599" y="2409414"/>
                  </a:lnTo>
                  <a:lnTo>
                    <a:pt x="1322645" y="2409559"/>
                  </a:lnTo>
                  <a:lnTo>
                    <a:pt x="1322500" y="2414581"/>
                  </a:lnTo>
                  <a:lnTo>
                    <a:pt x="1322348" y="2414961"/>
                  </a:lnTo>
                  <a:lnTo>
                    <a:pt x="1322995" y="2415821"/>
                  </a:lnTo>
                  <a:lnTo>
                    <a:pt x="1323170" y="2416399"/>
                  </a:lnTo>
                  <a:lnTo>
                    <a:pt x="1323055" y="2417053"/>
                  </a:lnTo>
                  <a:lnTo>
                    <a:pt x="1323679" y="2417951"/>
                  </a:lnTo>
                  <a:lnTo>
                    <a:pt x="1325034" y="2419085"/>
                  </a:lnTo>
                  <a:lnTo>
                    <a:pt x="1325559" y="2419892"/>
                  </a:lnTo>
                  <a:lnTo>
                    <a:pt x="1325254" y="2420371"/>
                  </a:lnTo>
                  <a:lnTo>
                    <a:pt x="1322683" y="2421679"/>
                  </a:lnTo>
                  <a:lnTo>
                    <a:pt x="1321298" y="2421816"/>
                  </a:lnTo>
                  <a:lnTo>
                    <a:pt x="1320141" y="2421375"/>
                  </a:lnTo>
                  <a:lnTo>
                    <a:pt x="1318262" y="2421154"/>
                  </a:lnTo>
                  <a:lnTo>
                    <a:pt x="1315660" y="2421147"/>
                  </a:lnTo>
                  <a:lnTo>
                    <a:pt x="1311224" y="2421923"/>
                  </a:lnTo>
                  <a:lnTo>
                    <a:pt x="1309786" y="2422022"/>
                  </a:lnTo>
                  <a:lnTo>
                    <a:pt x="1308995" y="2421702"/>
                  </a:lnTo>
                  <a:lnTo>
                    <a:pt x="1307968" y="2421794"/>
                  </a:lnTo>
                  <a:lnTo>
                    <a:pt x="1304201" y="2422836"/>
                  </a:lnTo>
                  <a:lnTo>
                    <a:pt x="1300428" y="2423422"/>
                  </a:lnTo>
                  <a:lnTo>
                    <a:pt x="1297848" y="2424228"/>
                  </a:lnTo>
                  <a:lnTo>
                    <a:pt x="1296448" y="2425271"/>
                  </a:lnTo>
                  <a:lnTo>
                    <a:pt x="1295596" y="2426176"/>
                  </a:lnTo>
                  <a:lnTo>
                    <a:pt x="1294767" y="2426876"/>
                  </a:lnTo>
                  <a:lnTo>
                    <a:pt x="1294112" y="2427081"/>
                  </a:lnTo>
                  <a:lnTo>
                    <a:pt x="1292926" y="2428885"/>
                  </a:lnTo>
                  <a:lnTo>
                    <a:pt x="1293040" y="2429151"/>
                  </a:lnTo>
                  <a:lnTo>
                    <a:pt x="1294714" y="2429045"/>
                  </a:lnTo>
                  <a:lnTo>
                    <a:pt x="1296053" y="2429570"/>
                  </a:lnTo>
                  <a:lnTo>
                    <a:pt x="1300329" y="2430095"/>
                  </a:lnTo>
                  <a:lnTo>
                    <a:pt x="1301242" y="2430597"/>
                  </a:lnTo>
                  <a:lnTo>
                    <a:pt x="1300564" y="2430825"/>
                  </a:lnTo>
                  <a:lnTo>
                    <a:pt x="1294097" y="2429927"/>
                  </a:lnTo>
                  <a:lnTo>
                    <a:pt x="1292469" y="2430026"/>
                  </a:lnTo>
                  <a:lnTo>
                    <a:pt x="1289403" y="2429395"/>
                  </a:lnTo>
                  <a:lnTo>
                    <a:pt x="1284906" y="2428025"/>
                  </a:lnTo>
                  <a:lnTo>
                    <a:pt x="1280379" y="2427470"/>
                  </a:lnTo>
                  <a:lnTo>
                    <a:pt x="1275821" y="2427721"/>
                  </a:lnTo>
                  <a:lnTo>
                    <a:pt x="1272580" y="2428413"/>
                  </a:lnTo>
                  <a:lnTo>
                    <a:pt x="1270648" y="2429532"/>
                  </a:lnTo>
                  <a:lnTo>
                    <a:pt x="1265634" y="2433701"/>
                  </a:lnTo>
                  <a:lnTo>
                    <a:pt x="1263945" y="2435953"/>
                  </a:lnTo>
                  <a:lnTo>
                    <a:pt x="1263267" y="2438053"/>
                  </a:lnTo>
                  <a:lnTo>
                    <a:pt x="1262712" y="2439118"/>
                  </a:lnTo>
                  <a:lnTo>
                    <a:pt x="1262278" y="2439156"/>
                  </a:lnTo>
                  <a:lnTo>
                    <a:pt x="1262286" y="2438677"/>
                  </a:lnTo>
                  <a:lnTo>
                    <a:pt x="1262727" y="2437688"/>
                  </a:lnTo>
                  <a:lnTo>
                    <a:pt x="1262545" y="2437490"/>
                  </a:lnTo>
                  <a:lnTo>
                    <a:pt x="1261373" y="2438525"/>
                  </a:lnTo>
                  <a:lnTo>
                    <a:pt x="1261190" y="2438822"/>
                  </a:lnTo>
                  <a:lnTo>
                    <a:pt x="1258915" y="2439156"/>
                  </a:lnTo>
                  <a:lnTo>
                    <a:pt x="1256442" y="2440145"/>
                  </a:lnTo>
                  <a:lnTo>
                    <a:pt x="1253216" y="2441994"/>
                  </a:lnTo>
                  <a:lnTo>
                    <a:pt x="1251071" y="2443577"/>
                  </a:lnTo>
                  <a:lnTo>
                    <a:pt x="1250006" y="2444878"/>
                  </a:lnTo>
                  <a:lnTo>
                    <a:pt x="1249404" y="2446400"/>
                  </a:lnTo>
                  <a:lnTo>
                    <a:pt x="1249275" y="2448135"/>
                  </a:lnTo>
                  <a:lnTo>
                    <a:pt x="1248940" y="2448477"/>
                  </a:lnTo>
                  <a:lnTo>
                    <a:pt x="1247753" y="2446537"/>
                  </a:lnTo>
                  <a:lnTo>
                    <a:pt x="1246962" y="2445814"/>
                  </a:lnTo>
                  <a:lnTo>
                    <a:pt x="1246087" y="2445472"/>
                  </a:lnTo>
                  <a:lnTo>
                    <a:pt x="1245129" y="2445510"/>
                  </a:lnTo>
                  <a:lnTo>
                    <a:pt x="1242062" y="2446620"/>
                  </a:lnTo>
                  <a:lnTo>
                    <a:pt x="1239863" y="2446354"/>
                  </a:lnTo>
                  <a:lnTo>
                    <a:pt x="1237200" y="2445099"/>
                  </a:lnTo>
                  <a:lnTo>
                    <a:pt x="1236204" y="2444505"/>
                  </a:lnTo>
                  <a:lnTo>
                    <a:pt x="1236006" y="2443105"/>
                  </a:lnTo>
                  <a:lnTo>
                    <a:pt x="1236280" y="2440366"/>
                  </a:lnTo>
                  <a:lnTo>
                    <a:pt x="1236881" y="2438631"/>
                  </a:lnTo>
                  <a:lnTo>
                    <a:pt x="1236637" y="2438502"/>
                  </a:lnTo>
                  <a:lnTo>
                    <a:pt x="1236957" y="2437916"/>
                  </a:lnTo>
                  <a:lnTo>
                    <a:pt x="1238441" y="2437011"/>
                  </a:lnTo>
                  <a:lnTo>
                    <a:pt x="1241339" y="2435474"/>
                  </a:lnTo>
                  <a:lnTo>
                    <a:pt x="1243980" y="2432354"/>
                  </a:lnTo>
                  <a:lnTo>
                    <a:pt x="1246095" y="2430490"/>
                  </a:lnTo>
                  <a:lnTo>
                    <a:pt x="1248225" y="2428565"/>
                  </a:lnTo>
                  <a:lnTo>
                    <a:pt x="1249443" y="2425240"/>
                  </a:lnTo>
                  <a:lnTo>
                    <a:pt x="1250957" y="2417168"/>
                  </a:lnTo>
                  <a:lnTo>
                    <a:pt x="1253201" y="2416414"/>
                  </a:lnTo>
                  <a:lnTo>
                    <a:pt x="1256001" y="2415197"/>
                  </a:lnTo>
                  <a:lnTo>
                    <a:pt x="1257987" y="2413805"/>
                  </a:lnTo>
                  <a:lnTo>
                    <a:pt x="1259159" y="2412260"/>
                  </a:lnTo>
                  <a:lnTo>
                    <a:pt x="1260422" y="2411157"/>
                  </a:lnTo>
                  <a:lnTo>
                    <a:pt x="1261761" y="2410510"/>
                  </a:lnTo>
                  <a:lnTo>
                    <a:pt x="1263108" y="2409506"/>
                  </a:lnTo>
                  <a:lnTo>
                    <a:pt x="1264470" y="2408136"/>
                  </a:lnTo>
                  <a:lnTo>
                    <a:pt x="1265428" y="2406242"/>
                  </a:lnTo>
                  <a:lnTo>
                    <a:pt x="1265999" y="2403822"/>
                  </a:lnTo>
                  <a:lnTo>
                    <a:pt x="1266159" y="2401372"/>
                  </a:lnTo>
                  <a:lnTo>
                    <a:pt x="1265915" y="2398884"/>
                  </a:lnTo>
                  <a:lnTo>
                    <a:pt x="1265877" y="2388879"/>
                  </a:lnTo>
                  <a:lnTo>
                    <a:pt x="1265588" y="2386543"/>
                  </a:lnTo>
                  <a:lnTo>
                    <a:pt x="1266098" y="2384466"/>
                  </a:lnTo>
                  <a:lnTo>
                    <a:pt x="1267406" y="2382632"/>
                  </a:lnTo>
                  <a:lnTo>
                    <a:pt x="1268213" y="2380852"/>
                  </a:lnTo>
                  <a:lnTo>
                    <a:pt x="1268510" y="2379117"/>
                  </a:lnTo>
                  <a:lnTo>
                    <a:pt x="1269149" y="2377664"/>
                  </a:lnTo>
                  <a:lnTo>
                    <a:pt x="1270130" y="2376492"/>
                  </a:lnTo>
                  <a:lnTo>
                    <a:pt x="1271081" y="2375731"/>
                  </a:lnTo>
                  <a:lnTo>
                    <a:pt x="1272002" y="2375374"/>
                  </a:lnTo>
                  <a:lnTo>
                    <a:pt x="1272626" y="2374659"/>
                  </a:lnTo>
                  <a:lnTo>
                    <a:pt x="1272953" y="2373571"/>
                  </a:lnTo>
                  <a:lnTo>
                    <a:pt x="1273699" y="2372216"/>
                  </a:lnTo>
                  <a:lnTo>
                    <a:pt x="1274855" y="2370596"/>
                  </a:lnTo>
                  <a:lnTo>
                    <a:pt x="1275281" y="2369188"/>
                  </a:lnTo>
                  <a:lnTo>
                    <a:pt x="1275220" y="2367012"/>
                  </a:lnTo>
                  <a:lnTo>
                    <a:pt x="1275274" y="2364805"/>
                  </a:lnTo>
                  <a:lnTo>
                    <a:pt x="1274810" y="2363543"/>
                  </a:lnTo>
                  <a:lnTo>
                    <a:pt x="1273935" y="2362409"/>
                  </a:lnTo>
                  <a:lnTo>
                    <a:pt x="1273569" y="2361169"/>
                  </a:lnTo>
                  <a:lnTo>
                    <a:pt x="1273630" y="2359175"/>
                  </a:lnTo>
                  <a:lnTo>
                    <a:pt x="1273166" y="2358977"/>
                  </a:lnTo>
                  <a:lnTo>
                    <a:pt x="1272344" y="2358878"/>
                  </a:lnTo>
                  <a:lnTo>
                    <a:pt x="1271584" y="2358049"/>
                  </a:lnTo>
                  <a:lnTo>
                    <a:pt x="1270556" y="2356048"/>
                  </a:lnTo>
                  <a:lnTo>
                    <a:pt x="1269659" y="2354739"/>
                  </a:lnTo>
                  <a:lnTo>
                    <a:pt x="1268890" y="2354123"/>
                  </a:lnTo>
                  <a:lnTo>
                    <a:pt x="1268616" y="2353507"/>
                  </a:lnTo>
                  <a:lnTo>
                    <a:pt x="1267794" y="2352807"/>
                  </a:lnTo>
                  <a:lnTo>
                    <a:pt x="1266630" y="2352388"/>
                  </a:lnTo>
                  <a:lnTo>
                    <a:pt x="1266143" y="2351764"/>
                  </a:lnTo>
                  <a:lnTo>
                    <a:pt x="1266326" y="2350928"/>
                  </a:lnTo>
                  <a:lnTo>
                    <a:pt x="1268502" y="2350608"/>
                  </a:lnTo>
                  <a:lnTo>
                    <a:pt x="1272679" y="2350798"/>
                  </a:lnTo>
                  <a:lnTo>
                    <a:pt x="1274886" y="2351004"/>
                  </a:lnTo>
                  <a:lnTo>
                    <a:pt x="1275129" y="2351232"/>
                  </a:lnTo>
                  <a:lnTo>
                    <a:pt x="1274475" y="2352814"/>
                  </a:lnTo>
                  <a:lnTo>
                    <a:pt x="1274543" y="2353796"/>
                  </a:lnTo>
                  <a:lnTo>
                    <a:pt x="1275198" y="2354770"/>
                  </a:lnTo>
                  <a:lnTo>
                    <a:pt x="1275578" y="2356056"/>
                  </a:lnTo>
                  <a:lnTo>
                    <a:pt x="1275677" y="2357653"/>
                  </a:lnTo>
                  <a:lnTo>
                    <a:pt x="1276788" y="2358247"/>
                  </a:lnTo>
                  <a:lnTo>
                    <a:pt x="1277092" y="2358430"/>
                  </a:lnTo>
                  <a:lnTo>
                    <a:pt x="1277381" y="2359282"/>
                  </a:lnTo>
                  <a:lnTo>
                    <a:pt x="1278279" y="2359472"/>
                  </a:lnTo>
                  <a:lnTo>
                    <a:pt x="1278561" y="2359944"/>
                  </a:lnTo>
                  <a:lnTo>
                    <a:pt x="1278218" y="2360689"/>
                  </a:lnTo>
                  <a:lnTo>
                    <a:pt x="1278378" y="2360986"/>
                  </a:lnTo>
                  <a:lnTo>
                    <a:pt x="1279649" y="2361115"/>
                  </a:lnTo>
                  <a:lnTo>
                    <a:pt x="1280546" y="2359814"/>
                  </a:lnTo>
                  <a:lnTo>
                    <a:pt x="1280972" y="2359502"/>
                  </a:lnTo>
                  <a:lnTo>
                    <a:pt x="1281809" y="2359434"/>
                  </a:lnTo>
                  <a:lnTo>
                    <a:pt x="1281946" y="2359761"/>
                  </a:lnTo>
                  <a:lnTo>
                    <a:pt x="1281383" y="2360492"/>
                  </a:lnTo>
                  <a:lnTo>
                    <a:pt x="1281094" y="2361321"/>
                  </a:lnTo>
                  <a:lnTo>
                    <a:pt x="1281087" y="2362242"/>
                  </a:lnTo>
                  <a:lnTo>
                    <a:pt x="1280447" y="2363246"/>
                  </a:lnTo>
                  <a:lnTo>
                    <a:pt x="1278500" y="2365057"/>
                  </a:lnTo>
                  <a:lnTo>
                    <a:pt x="1278446" y="2365445"/>
                  </a:lnTo>
                  <a:lnTo>
                    <a:pt x="1278872" y="2365574"/>
                  </a:lnTo>
                  <a:lnTo>
                    <a:pt x="1280759" y="2364471"/>
                  </a:lnTo>
                  <a:lnTo>
                    <a:pt x="1282007" y="2364265"/>
                  </a:lnTo>
                  <a:lnTo>
                    <a:pt x="1282951" y="2364631"/>
                  </a:lnTo>
                  <a:lnTo>
                    <a:pt x="1283468" y="2365110"/>
                  </a:lnTo>
                  <a:lnTo>
                    <a:pt x="1283559" y="2365696"/>
                  </a:lnTo>
                  <a:lnTo>
                    <a:pt x="1283346" y="2367172"/>
                  </a:lnTo>
                  <a:lnTo>
                    <a:pt x="1282829" y="2369538"/>
                  </a:lnTo>
                  <a:lnTo>
                    <a:pt x="1283164" y="2369995"/>
                  </a:lnTo>
                  <a:lnTo>
                    <a:pt x="1284351" y="2368541"/>
                  </a:lnTo>
                  <a:lnTo>
                    <a:pt x="1285720" y="2367522"/>
                  </a:lnTo>
                  <a:lnTo>
                    <a:pt x="1288277" y="2366723"/>
                  </a:lnTo>
                  <a:lnTo>
                    <a:pt x="1288718" y="2366890"/>
                  </a:lnTo>
                  <a:lnTo>
                    <a:pt x="1289928" y="2369363"/>
                  </a:lnTo>
                  <a:lnTo>
                    <a:pt x="1292758" y="2371182"/>
                  </a:lnTo>
                  <a:lnTo>
                    <a:pt x="1297765" y="2373221"/>
                  </a:lnTo>
                  <a:lnTo>
                    <a:pt x="1300778" y="2373822"/>
                  </a:lnTo>
                  <a:lnTo>
                    <a:pt x="1301797" y="2372985"/>
                  </a:lnTo>
                  <a:lnTo>
                    <a:pt x="1302421" y="2371364"/>
                  </a:lnTo>
                  <a:lnTo>
                    <a:pt x="1302642" y="2368952"/>
                  </a:lnTo>
                  <a:lnTo>
                    <a:pt x="1302132" y="2367240"/>
                  </a:lnTo>
                  <a:lnTo>
                    <a:pt x="1300899" y="2366236"/>
                  </a:lnTo>
                  <a:lnTo>
                    <a:pt x="1300283" y="2365262"/>
                  </a:lnTo>
                  <a:lnTo>
                    <a:pt x="1300275" y="2364326"/>
                  </a:lnTo>
                  <a:lnTo>
                    <a:pt x="1301204" y="2363520"/>
                  </a:lnTo>
                  <a:lnTo>
                    <a:pt x="1302649" y="2362858"/>
                  </a:lnTo>
                  <a:lnTo>
                    <a:pt x="1304087" y="2362637"/>
                  </a:lnTo>
                  <a:lnTo>
                    <a:pt x="1304278" y="2362888"/>
                  </a:lnTo>
                  <a:lnTo>
                    <a:pt x="1303958" y="2363824"/>
                  </a:lnTo>
                  <a:lnTo>
                    <a:pt x="1304179" y="2364144"/>
                  </a:lnTo>
                  <a:lnTo>
                    <a:pt x="1304894" y="2364250"/>
                  </a:lnTo>
                  <a:lnTo>
                    <a:pt x="1305213" y="2364570"/>
                  </a:lnTo>
                  <a:lnTo>
                    <a:pt x="1306271" y="2365490"/>
                  </a:lnTo>
                  <a:lnTo>
                    <a:pt x="1308607" y="2365696"/>
                  </a:lnTo>
                  <a:lnTo>
                    <a:pt x="1309451" y="2365467"/>
                  </a:lnTo>
                  <a:lnTo>
                    <a:pt x="1308797" y="2364798"/>
                  </a:lnTo>
                  <a:lnTo>
                    <a:pt x="1308691" y="2363900"/>
                  </a:lnTo>
                  <a:lnTo>
                    <a:pt x="1309139" y="2362774"/>
                  </a:lnTo>
                  <a:lnTo>
                    <a:pt x="1309063" y="2362287"/>
                  </a:lnTo>
                  <a:lnTo>
                    <a:pt x="1308280" y="2362652"/>
                  </a:lnTo>
                  <a:lnTo>
                    <a:pt x="1308280" y="2363581"/>
                  </a:lnTo>
                  <a:lnTo>
                    <a:pt x="1307922" y="2364075"/>
                  </a:lnTo>
                  <a:lnTo>
                    <a:pt x="1307450" y="2363961"/>
                  </a:lnTo>
                  <a:lnTo>
                    <a:pt x="1307169" y="2362911"/>
                  </a:lnTo>
                  <a:lnTo>
                    <a:pt x="1306842" y="2361990"/>
                  </a:lnTo>
                  <a:lnTo>
                    <a:pt x="1306233" y="2360446"/>
                  </a:lnTo>
                  <a:lnTo>
                    <a:pt x="1304650" y="2359837"/>
                  </a:lnTo>
                  <a:lnTo>
                    <a:pt x="1304087" y="2359305"/>
                  </a:lnTo>
                  <a:lnTo>
                    <a:pt x="1304026" y="2358498"/>
                  </a:lnTo>
                  <a:lnTo>
                    <a:pt x="1303722" y="2358019"/>
                  </a:lnTo>
                  <a:lnTo>
                    <a:pt x="1303167" y="2357867"/>
                  </a:lnTo>
                  <a:lnTo>
                    <a:pt x="1302109" y="2356360"/>
                  </a:lnTo>
                  <a:lnTo>
                    <a:pt x="1300732" y="2355234"/>
                  </a:lnTo>
                  <a:lnTo>
                    <a:pt x="1300785" y="2354724"/>
                  </a:lnTo>
                  <a:lnTo>
                    <a:pt x="1302079" y="2354428"/>
                  </a:lnTo>
                  <a:lnTo>
                    <a:pt x="1302421" y="2353910"/>
                  </a:lnTo>
                  <a:lnTo>
                    <a:pt x="1302231" y="2353225"/>
                  </a:lnTo>
                  <a:lnTo>
                    <a:pt x="1301508" y="2352373"/>
                  </a:lnTo>
                  <a:lnTo>
                    <a:pt x="1300960" y="2352160"/>
                  </a:lnTo>
                  <a:lnTo>
                    <a:pt x="1300595" y="2352594"/>
                  </a:lnTo>
                  <a:lnTo>
                    <a:pt x="1300268" y="2352465"/>
                  </a:lnTo>
                  <a:lnTo>
                    <a:pt x="1299979" y="2351787"/>
                  </a:lnTo>
                  <a:lnTo>
                    <a:pt x="1300184" y="2350699"/>
                  </a:lnTo>
                  <a:lnTo>
                    <a:pt x="1301500" y="2349436"/>
                  </a:lnTo>
                  <a:lnTo>
                    <a:pt x="1301683" y="2348181"/>
                  </a:lnTo>
                  <a:lnTo>
                    <a:pt x="1301348" y="2347207"/>
                  </a:lnTo>
                  <a:lnTo>
                    <a:pt x="1300610" y="2346636"/>
                  </a:lnTo>
                  <a:lnTo>
                    <a:pt x="1299477" y="2346469"/>
                  </a:lnTo>
                  <a:lnTo>
                    <a:pt x="1298807" y="2346537"/>
                  </a:lnTo>
                  <a:lnTo>
                    <a:pt x="1298609" y="2346842"/>
                  </a:lnTo>
                  <a:lnTo>
                    <a:pt x="1298990" y="2347991"/>
                  </a:lnTo>
                  <a:lnTo>
                    <a:pt x="1298784" y="2348135"/>
                  </a:lnTo>
                  <a:lnTo>
                    <a:pt x="1296791" y="2347641"/>
                  </a:lnTo>
                  <a:lnTo>
                    <a:pt x="1296114" y="2346948"/>
                  </a:lnTo>
                  <a:lnTo>
                    <a:pt x="1295109" y="2346461"/>
                  </a:lnTo>
                  <a:lnTo>
                    <a:pt x="1294356" y="2344666"/>
                  </a:lnTo>
                  <a:lnTo>
                    <a:pt x="1294204" y="2343387"/>
                  </a:lnTo>
                  <a:lnTo>
                    <a:pt x="1294272" y="2341166"/>
                  </a:lnTo>
                  <a:lnTo>
                    <a:pt x="1293724" y="2339758"/>
                  </a:lnTo>
                  <a:lnTo>
                    <a:pt x="1293397" y="2339598"/>
                  </a:lnTo>
                  <a:lnTo>
                    <a:pt x="1293451" y="2340435"/>
                  </a:lnTo>
                  <a:lnTo>
                    <a:pt x="1293085" y="2340854"/>
                  </a:lnTo>
                  <a:lnTo>
                    <a:pt x="1292203" y="2341074"/>
                  </a:lnTo>
                  <a:lnTo>
                    <a:pt x="1291662" y="2340686"/>
                  </a:lnTo>
                  <a:lnTo>
                    <a:pt x="1291472" y="2339690"/>
                  </a:lnTo>
                  <a:lnTo>
                    <a:pt x="1290924" y="2338853"/>
                  </a:lnTo>
                  <a:lnTo>
                    <a:pt x="1289920" y="2337879"/>
                  </a:lnTo>
                  <a:lnTo>
                    <a:pt x="1289144" y="2336502"/>
                  </a:lnTo>
                  <a:lnTo>
                    <a:pt x="1288885" y="2335885"/>
                  </a:lnTo>
                  <a:lnTo>
                    <a:pt x="1288840" y="2335277"/>
                  </a:lnTo>
                  <a:lnTo>
                    <a:pt x="1288566" y="2334569"/>
                  </a:lnTo>
                  <a:lnTo>
                    <a:pt x="1287706" y="2333785"/>
                  </a:lnTo>
                  <a:lnTo>
                    <a:pt x="1287348" y="2332484"/>
                  </a:lnTo>
                  <a:lnTo>
                    <a:pt x="1286960" y="2331914"/>
                  </a:lnTo>
                  <a:lnTo>
                    <a:pt x="1285789" y="2330635"/>
                  </a:lnTo>
                  <a:lnTo>
                    <a:pt x="1285393" y="2329920"/>
                  </a:lnTo>
                  <a:lnTo>
                    <a:pt x="1285127" y="2329654"/>
                  </a:lnTo>
                  <a:lnTo>
                    <a:pt x="1283575" y="2329654"/>
                  </a:lnTo>
                  <a:lnTo>
                    <a:pt x="1281916" y="2329631"/>
                  </a:lnTo>
                  <a:lnTo>
                    <a:pt x="1279162" y="2329943"/>
                  </a:lnTo>
                  <a:lnTo>
                    <a:pt x="1277815" y="2329540"/>
                  </a:lnTo>
                  <a:lnTo>
                    <a:pt x="1277876" y="2328414"/>
                  </a:lnTo>
                  <a:lnTo>
                    <a:pt x="1277777" y="2327790"/>
                  </a:lnTo>
                  <a:lnTo>
                    <a:pt x="1277526" y="2327668"/>
                  </a:lnTo>
                  <a:lnTo>
                    <a:pt x="1277153" y="2327973"/>
                  </a:lnTo>
                  <a:lnTo>
                    <a:pt x="1277031" y="2328437"/>
                  </a:lnTo>
                  <a:lnTo>
                    <a:pt x="1276179" y="2328954"/>
                  </a:lnTo>
                  <a:lnTo>
                    <a:pt x="1274756" y="2328954"/>
                  </a:lnTo>
                  <a:lnTo>
                    <a:pt x="1271637" y="2328330"/>
                  </a:lnTo>
                  <a:lnTo>
                    <a:pt x="1270503" y="2328376"/>
                  </a:lnTo>
                  <a:lnTo>
                    <a:pt x="1268487" y="2329182"/>
                  </a:lnTo>
                  <a:lnTo>
                    <a:pt x="1267840" y="2328832"/>
                  </a:lnTo>
                  <a:lnTo>
                    <a:pt x="1268525" y="2328269"/>
                  </a:lnTo>
                  <a:lnTo>
                    <a:pt x="1268479" y="2327790"/>
                  </a:lnTo>
                  <a:lnTo>
                    <a:pt x="1267916" y="2327645"/>
                  </a:lnTo>
                  <a:lnTo>
                    <a:pt x="1267794" y="2327379"/>
                  </a:lnTo>
                  <a:lnTo>
                    <a:pt x="1267566" y="2326930"/>
                  </a:lnTo>
                  <a:lnTo>
                    <a:pt x="1269674" y="2325865"/>
                  </a:lnTo>
                  <a:lnTo>
                    <a:pt x="1269613" y="2325386"/>
                  </a:lnTo>
                  <a:lnTo>
                    <a:pt x="1268099" y="2324496"/>
                  </a:lnTo>
                  <a:lnTo>
                    <a:pt x="1267444" y="2324625"/>
                  </a:lnTo>
                  <a:lnTo>
                    <a:pt x="1267117" y="2325310"/>
                  </a:lnTo>
                  <a:lnTo>
                    <a:pt x="1266539" y="2325743"/>
                  </a:lnTo>
                  <a:lnTo>
                    <a:pt x="1265717" y="2325918"/>
                  </a:lnTo>
                  <a:lnTo>
                    <a:pt x="1265223" y="2326398"/>
                  </a:lnTo>
                  <a:lnTo>
                    <a:pt x="1264903" y="2326382"/>
                  </a:lnTo>
                  <a:lnTo>
                    <a:pt x="1264896" y="2325964"/>
                  </a:lnTo>
                  <a:lnTo>
                    <a:pt x="1264819" y="2324952"/>
                  </a:lnTo>
                  <a:lnTo>
                    <a:pt x="1263808" y="2324632"/>
                  </a:lnTo>
                  <a:lnTo>
                    <a:pt x="1259638" y="2324206"/>
                  </a:lnTo>
                  <a:lnTo>
                    <a:pt x="1257416" y="2324115"/>
                  </a:lnTo>
                  <a:lnTo>
                    <a:pt x="1255704" y="2324046"/>
                  </a:lnTo>
                  <a:lnTo>
                    <a:pt x="1253102" y="2323156"/>
                  </a:lnTo>
                  <a:lnTo>
                    <a:pt x="1252410" y="2322220"/>
                  </a:lnTo>
                  <a:lnTo>
                    <a:pt x="1247122" y="2322715"/>
                  </a:lnTo>
                  <a:lnTo>
                    <a:pt x="1246262" y="2322859"/>
                  </a:lnTo>
                  <a:lnTo>
                    <a:pt x="1245714" y="2322753"/>
                  </a:lnTo>
                  <a:lnTo>
                    <a:pt x="1244527" y="2321794"/>
                  </a:lnTo>
                  <a:lnTo>
                    <a:pt x="1240776" y="2322373"/>
                  </a:lnTo>
                  <a:lnTo>
                    <a:pt x="1237984" y="2322593"/>
                  </a:lnTo>
                  <a:lnTo>
                    <a:pt x="1228725" y="2320858"/>
                  </a:lnTo>
                  <a:lnTo>
                    <a:pt x="1226320" y="2320151"/>
                  </a:lnTo>
                  <a:lnTo>
                    <a:pt x="1225871" y="2319618"/>
                  </a:lnTo>
                  <a:lnTo>
                    <a:pt x="1224426" y="2319253"/>
                  </a:lnTo>
                  <a:lnTo>
                    <a:pt x="1220538" y="2318880"/>
                  </a:lnTo>
                  <a:lnTo>
                    <a:pt x="1220104" y="2318743"/>
                  </a:lnTo>
                  <a:lnTo>
                    <a:pt x="1219708" y="2317922"/>
                  </a:lnTo>
                  <a:lnTo>
                    <a:pt x="1218590" y="2317640"/>
                  </a:lnTo>
                  <a:lnTo>
                    <a:pt x="1216467" y="2317587"/>
                  </a:lnTo>
                  <a:lnTo>
                    <a:pt x="1215219" y="2317062"/>
                  </a:lnTo>
                  <a:lnTo>
                    <a:pt x="1214862" y="2316065"/>
                  </a:lnTo>
                  <a:lnTo>
                    <a:pt x="1214915" y="2314916"/>
                  </a:lnTo>
                  <a:lnTo>
                    <a:pt x="1215394" y="2313615"/>
                  </a:lnTo>
                  <a:lnTo>
                    <a:pt x="1215326" y="2312550"/>
                  </a:lnTo>
                  <a:lnTo>
                    <a:pt x="1214664" y="2311546"/>
                  </a:lnTo>
                  <a:lnTo>
                    <a:pt x="1213659" y="2310830"/>
                  </a:lnTo>
                  <a:lnTo>
                    <a:pt x="1212161" y="2311005"/>
                  </a:lnTo>
                  <a:lnTo>
                    <a:pt x="1209848" y="2311797"/>
                  </a:lnTo>
                  <a:lnTo>
                    <a:pt x="1207961" y="2312078"/>
                  </a:lnTo>
                  <a:lnTo>
                    <a:pt x="1207398" y="2312641"/>
                  </a:lnTo>
                  <a:lnTo>
                    <a:pt x="1207040" y="2313105"/>
                  </a:lnTo>
                  <a:lnTo>
                    <a:pt x="1206507" y="2313281"/>
                  </a:lnTo>
                  <a:lnTo>
                    <a:pt x="1205062" y="2311424"/>
                  </a:lnTo>
                  <a:lnTo>
                    <a:pt x="1205062" y="2310397"/>
                  </a:lnTo>
                  <a:lnTo>
                    <a:pt x="1205511" y="2309674"/>
                  </a:lnTo>
                  <a:lnTo>
                    <a:pt x="1207253" y="2307376"/>
                  </a:lnTo>
                  <a:lnTo>
                    <a:pt x="1207847" y="2305854"/>
                  </a:lnTo>
                  <a:lnTo>
                    <a:pt x="1207291" y="2305109"/>
                  </a:lnTo>
                  <a:lnTo>
                    <a:pt x="1206781" y="2305215"/>
                  </a:lnTo>
                  <a:lnTo>
                    <a:pt x="1206302" y="2306166"/>
                  </a:lnTo>
                  <a:lnTo>
                    <a:pt x="1205937" y="2306646"/>
                  </a:lnTo>
                  <a:lnTo>
                    <a:pt x="1205671" y="2306646"/>
                  </a:lnTo>
                  <a:lnTo>
                    <a:pt x="1205222" y="2305634"/>
                  </a:lnTo>
                  <a:lnTo>
                    <a:pt x="1205381" y="2303283"/>
                  </a:lnTo>
                  <a:lnTo>
                    <a:pt x="1205929" y="2302400"/>
                  </a:lnTo>
                  <a:lnTo>
                    <a:pt x="1206850" y="2301974"/>
                  </a:lnTo>
                  <a:lnTo>
                    <a:pt x="1208486" y="2302103"/>
                  </a:lnTo>
                  <a:lnTo>
                    <a:pt x="1209033" y="2301799"/>
                  </a:lnTo>
                  <a:lnTo>
                    <a:pt x="1209345" y="2300970"/>
                  </a:lnTo>
                  <a:lnTo>
                    <a:pt x="1208973" y="2300171"/>
                  </a:lnTo>
                  <a:lnTo>
                    <a:pt x="1207907" y="2299395"/>
                  </a:lnTo>
                  <a:lnTo>
                    <a:pt x="1206774" y="2298976"/>
                  </a:lnTo>
                  <a:lnTo>
                    <a:pt x="1205564" y="2298923"/>
                  </a:lnTo>
                  <a:lnTo>
                    <a:pt x="1204765" y="2299189"/>
                  </a:lnTo>
                  <a:lnTo>
                    <a:pt x="1204369" y="2299775"/>
                  </a:lnTo>
                  <a:lnTo>
                    <a:pt x="1203844" y="2299653"/>
                  </a:lnTo>
                  <a:lnTo>
                    <a:pt x="1203190" y="2298824"/>
                  </a:lnTo>
                  <a:lnTo>
                    <a:pt x="1201166" y="2297812"/>
                  </a:lnTo>
                  <a:lnTo>
                    <a:pt x="1200641" y="2297105"/>
                  </a:lnTo>
                  <a:lnTo>
                    <a:pt x="1200717" y="2296085"/>
                  </a:lnTo>
                  <a:lnTo>
                    <a:pt x="1201988" y="2293483"/>
                  </a:lnTo>
                  <a:lnTo>
                    <a:pt x="1201828" y="2292790"/>
                  </a:lnTo>
                  <a:lnTo>
                    <a:pt x="1202498" y="2291254"/>
                  </a:lnTo>
                  <a:lnTo>
                    <a:pt x="1203989" y="2288872"/>
                  </a:lnTo>
                  <a:lnTo>
                    <a:pt x="1204499" y="2287206"/>
                  </a:lnTo>
                  <a:lnTo>
                    <a:pt x="1204027" y="2286262"/>
                  </a:lnTo>
                  <a:lnTo>
                    <a:pt x="1203502" y="2285737"/>
                  </a:lnTo>
                  <a:lnTo>
                    <a:pt x="1202916" y="2285623"/>
                  </a:lnTo>
                  <a:lnTo>
                    <a:pt x="1202384" y="2284999"/>
                  </a:lnTo>
                  <a:lnTo>
                    <a:pt x="1201904" y="2283866"/>
                  </a:lnTo>
                  <a:lnTo>
                    <a:pt x="1200717" y="2282762"/>
                  </a:lnTo>
                  <a:lnTo>
                    <a:pt x="1198815" y="2281697"/>
                  </a:lnTo>
                  <a:lnTo>
                    <a:pt x="1197202" y="2280297"/>
                  </a:lnTo>
                  <a:lnTo>
                    <a:pt x="1195886" y="2278563"/>
                  </a:lnTo>
                  <a:lnTo>
                    <a:pt x="1195528" y="2277170"/>
                  </a:lnTo>
                  <a:lnTo>
                    <a:pt x="1196137" y="2276128"/>
                  </a:lnTo>
                  <a:lnTo>
                    <a:pt x="1196373" y="2275299"/>
                  </a:lnTo>
                  <a:lnTo>
                    <a:pt x="1196236" y="2274675"/>
                  </a:lnTo>
                  <a:lnTo>
                    <a:pt x="1196670" y="2273784"/>
                  </a:lnTo>
                  <a:lnTo>
                    <a:pt x="1197491" y="2272301"/>
                  </a:lnTo>
                  <a:lnTo>
                    <a:pt x="1197537" y="2271182"/>
                  </a:lnTo>
                  <a:lnTo>
                    <a:pt x="1197643" y="2270315"/>
                  </a:lnTo>
                  <a:lnTo>
                    <a:pt x="1198663" y="2269006"/>
                  </a:lnTo>
                  <a:lnTo>
                    <a:pt x="1199089" y="2268002"/>
                  </a:lnTo>
                  <a:lnTo>
                    <a:pt x="1198929" y="2267309"/>
                  </a:lnTo>
                  <a:lnTo>
                    <a:pt x="1196609" y="2266982"/>
                  </a:lnTo>
                  <a:lnTo>
                    <a:pt x="1192120" y="2267020"/>
                  </a:lnTo>
                  <a:lnTo>
                    <a:pt x="1188521" y="2267294"/>
                  </a:lnTo>
                  <a:lnTo>
                    <a:pt x="1185812" y="2267804"/>
                  </a:lnTo>
                  <a:lnTo>
                    <a:pt x="1182715" y="2267591"/>
                  </a:lnTo>
                  <a:lnTo>
                    <a:pt x="1179231" y="2266655"/>
                  </a:lnTo>
                  <a:lnTo>
                    <a:pt x="1176324" y="2264761"/>
                  </a:lnTo>
                  <a:lnTo>
                    <a:pt x="1174004" y="2261915"/>
                  </a:lnTo>
                  <a:lnTo>
                    <a:pt x="1172261" y="2259001"/>
                  </a:lnTo>
                  <a:lnTo>
                    <a:pt x="1171090" y="2256003"/>
                  </a:lnTo>
                  <a:lnTo>
                    <a:pt x="1170618" y="2253394"/>
                  </a:lnTo>
                  <a:lnTo>
                    <a:pt x="1170397" y="2252747"/>
                  </a:lnTo>
                  <a:lnTo>
                    <a:pt x="1169880" y="2252191"/>
                  </a:lnTo>
                  <a:lnTo>
                    <a:pt x="1169408" y="2250662"/>
                  </a:lnTo>
                  <a:lnTo>
                    <a:pt x="1168990" y="2248159"/>
                  </a:lnTo>
                  <a:lnTo>
                    <a:pt x="1168442" y="2246569"/>
                  </a:lnTo>
                  <a:lnTo>
                    <a:pt x="1167765" y="2245891"/>
                  </a:lnTo>
                  <a:lnTo>
                    <a:pt x="1167536" y="2245328"/>
                  </a:lnTo>
                  <a:lnTo>
                    <a:pt x="1166555" y="2243685"/>
                  </a:lnTo>
                  <a:lnTo>
                    <a:pt x="1166144" y="2242825"/>
                  </a:lnTo>
                  <a:lnTo>
                    <a:pt x="1166015" y="2242270"/>
                  </a:lnTo>
                  <a:lnTo>
                    <a:pt x="1165239" y="2241402"/>
                  </a:lnTo>
                  <a:lnTo>
                    <a:pt x="1164668" y="2241182"/>
                  </a:lnTo>
                  <a:lnTo>
                    <a:pt x="1162073" y="2241562"/>
                  </a:lnTo>
                  <a:lnTo>
                    <a:pt x="1161206" y="2240771"/>
                  </a:lnTo>
                  <a:lnTo>
                    <a:pt x="1160750" y="2240215"/>
                  </a:lnTo>
                  <a:lnTo>
                    <a:pt x="1159684" y="2239782"/>
                  </a:lnTo>
                  <a:lnTo>
                    <a:pt x="1158421" y="2240017"/>
                  </a:lnTo>
                  <a:lnTo>
                    <a:pt x="1156960" y="2240923"/>
                  </a:lnTo>
                  <a:lnTo>
                    <a:pt x="1155515" y="2240931"/>
                  </a:lnTo>
                  <a:lnTo>
                    <a:pt x="1152935" y="2240398"/>
                  </a:lnTo>
                  <a:lnTo>
                    <a:pt x="1151307" y="2240718"/>
                  </a:lnTo>
                  <a:lnTo>
                    <a:pt x="1148340" y="2240816"/>
                  </a:lnTo>
                  <a:lnTo>
                    <a:pt x="1146461" y="2240056"/>
                  </a:lnTo>
                  <a:lnTo>
                    <a:pt x="1144414" y="2238914"/>
                  </a:lnTo>
                  <a:lnTo>
                    <a:pt x="1143204" y="2238678"/>
                  </a:lnTo>
                  <a:lnTo>
                    <a:pt x="1142063" y="2238793"/>
                  </a:lnTo>
                  <a:lnTo>
                    <a:pt x="1141317" y="2238473"/>
                  </a:lnTo>
                  <a:lnTo>
                    <a:pt x="1140982" y="2237735"/>
                  </a:lnTo>
                  <a:lnTo>
                    <a:pt x="1140473" y="2237507"/>
                  </a:lnTo>
                  <a:lnTo>
                    <a:pt x="1138472" y="2236822"/>
                  </a:lnTo>
                  <a:lnTo>
                    <a:pt x="1136859" y="2236152"/>
                  </a:lnTo>
                  <a:lnTo>
                    <a:pt x="1132491" y="2234897"/>
                  </a:lnTo>
                  <a:lnTo>
                    <a:pt x="1131274" y="2233604"/>
                  </a:lnTo>
                  <a:lnTo>
                    <a:pt x="1130262" y="2233512"/>
                  </a:lnTo>
                  <a:lnTo>
                    <a:pt x="1129014" y="2233619"/>
                  </a:lnTo>
                  <a:lnTo>
                    <a:pt x="1128322" y="2234159"/>
                  </a:lnTo>
                  <a:lnTo>
                    <a:pt x="1127470" y="2234296"/>
                  </a:lnTo>
                  <a:lnTo>
                    <a:pt x="1126465" y="2234030"/>
                  </a:lnTo>
                  <a:lnTo>
                    <a:pt x="1126123" y="2234418"/>
                  </a:lnTo>
                  <a:lnTo>
                    <a:pt x="1126442" y="2235453"/>
                  </a:lnTo>
                  <a:lnTo>
                    <a:pt x="1126488" y="2236259"/>
                  </a:lnTo>
                  <a:lnTo>
                    <a:pt x="1126967" y="2237872"/>
                  </a:lnTo>
                  <a:lnTo>
                    <a:pt x="1128611" y="2239371"/>
                  </a:lnTo>
                  <a:lnTo>
                    <a:pt x="1129433" y="2240816"/>
                  </a:lnTo>
                  <a:lnTo>
                    <a:pt x="1129425" y="2242209"/>
                  </a:lnTo>
                  <a:lnTo>
                    <a:pt x="1128801" y="2243822"/>
                  </a:lnTo>
                  <a:lnTo>
                    <a:pt x="1126777" y="2246599"/>
                  </a:lnTo>
                  <a:lnTo>
                    <a:pt x="1126458" y="2246629"/>
                  </a:lnTo>
                  <a:lnTo>
                    <a:pt x="1124807" y="2247002"/>
                  </a:lnTo>
                  <a:lnTo>
                    <a:pt x="1123878" y="2247710"/>
                  </a:lnTo>
                  <a:lnTo>
                    <a:pt x="1123216" y="2247870"/>
                  </a:lnTo>
                  <a:lnTo>
                    <a:pt x="1122821" y="2247489"/>
                  </a:lnTo>
                  <a:lnTo>
                    <a:pt x="1122281" y="2247778"/>
                  </a:lnTo>
                  <a:lnTo>
                    <a:pt x="1121588" y="2248729"/>
                  </a:lnTo>
                  <a:lnTo>
                    <a:pt x="1121299" y="2249505"/>
                  </a:lnTo>
                  <a:lnTo>
                    <a:pt x="1121406" y="2250099"/>
                  </a:lnTo>
                  <a:lnTo>
                    <a:pt x="1121056" y="2250776"/>
                  </a:lnTo>
                  <a:lnTo>
                    <a:pt x="1120249" y="2251537"/>
                  </a:lnTo>
                  <a:lnTo>
                    <a:pt x="1119808" y="2251430"/>
                  </a:lnTo>
                  <a:lnTo>
                    <a:pt x="1119595" y="2250563"/>
                  </a:lnTo>
                  <a:lnTo>
                    <a:pt x="1119275" y="2249962"/>
                  </a:lnTo>
                  <a:lnTo>
                    <a:pt x="1119656" y="2248821"/>
                  </a:lnTo>
                  <a:lnTo>
                    <a:pt x="1123346" y="2244712"/>
                  </a:lnTo>
                  <a:lnTo>
                    <a:pt x="1124632" y="2242993"/>
                  </a:lnTo>
                  <a:lnTo>
                    <a:pt x="1124860" y="2242042"/>
                  </a:lnTo>
                  <a:lnTo>
                    <a:pt x="1124723" y="2240839"/>
                  </a:lnTo>
                  <a:lnTo>
                    <a:pt x="1124228" y="2239386"/>
                  </a:lnTo>
                  <a:lnTo>
                    <a:pt x="1123308" y="2238602"/>
                  </a:lnTo>
                  <a:lnTo>
                    <a:pt x="1121976" y="2238504"/>
                  </a:lnTo>
                  <a:lnTo>
                    <a:pt x="1121018" y="2238983"/>
                  </a:lnTo>
                  <a:lnTo>
                    <a:pt x="1120325" y="2240512"/>
                  </a:lnTo>
                  <a:lnTo>
                    <a:pt x="1120173" y="2241562"/>
                  </a:lnTo>
                  <a:lnTo>
                    <a:pt x="1119968" y="2243799"/>
                  </a:lnTo>
                  <a:lnTo>
                    <a:pt x="1120013" y="2244621"/>
                  </a:lnTo>
                  <a:lnTo>
                    <a:pt x="1119678" y="2245214"/>
                  </a:lnTo>
                  <a:lnTo>
                    <a:pt x="1118895" y="2245534"/>
                  </a:lnTo>
                  <a:lnTo>
                    <a:pt x="1118400" y="2246538"/>
                  </a:lnTo>
                  <a:lnTo>
                    <a:pt x="1118195" y="2248235"/>
                  </a:lnTo>
                  <a:lnTo>
                    <a:pt x="1117784" y="2249186"/>
                  </a:lnTo>
                  <a:lnTo>
                    <a:pt x="1117160" y="2249391"/>
                  </a:lnTo>
                  <a:lnTo>
                    <a:pt x="1116681" y="2250487"/>
                  </a:lnTo>
                  <a:lnTo>
                    <a:pt x="1116338" y="2252458"/>
                  </a:lnTo>
                  <a:lnTo>
                    <a:pt x="1116072" y="2253431"/>
                  </a:lnTo>
                  <a:lnTo>
                    <a:pt x="1115037" y="2253934"/>
                  </a:lnTo>
                  <a:lnTo>
                    <a:pt x="1112785" y="2254930"/>
                  </a:lnTo>
                  <a:lnTo>
                    <a:pt x="1111834" y="2254991"/>
                  </a:lnTo>
                  <a:lnTo>
                    <a:pt x="1112199" y="2254116"/>
                  </a:lnTo>
                  <a:lnTo>
                    <a:pt x="1112602" y="2253622"/>
                  </a:lnTo>
                  <a:lnTo>
                    <a:pt x="1113044" y="2253515"/>
                  </a:lnTo>
                  <a:lnTo>
                    <a:pt x="1114284" y="2249505"/>
                  </a:lnTo>
                  <a:lnTo>
                    <a:pt x="1115448" y="2247390"/>
                  </a:lnTo>
                  <a:lnTo>
                    <a:pt x="1115220" y="2247048"/>
                  </a:lnTo>
                  <a:lnTo>
                    <a:pt x="1108562" y="2249795"/>
                  </a:lnTo>
                  <a:lnTo>
                    <a:pt x="1106120" y="2251301"/>
                  </a:lnTo>
                  <a:lnTo>
                    <a:pt x="1105603" y="2252366"/>
                  </a:lnTo>
                  <a:lnTo>
                    <a:pt x="1105511" y="2253500"/>
                  </a:lnTo>
                  <a:lnTo>
                    <a:pt x="1105839" y="2254695"/>
                  </a:lnTo>
                  <a:lnTo>
                    <a:pt x="1105679" y="2255790"/>
                  </a:lnTo>
                  <a:lnTo>
                    <a:pt x="1105024" y="2256779"/>
                  </a:lnTo>
                  <a:lnTo>
                    <a:pt x="1104073" y="2259191"/>
                  </a:lnTo>
                  <a:lnTo>
                    <a:pt x="1103685" y="2260637"/>
                  </a:lnTo>
                  <a:lnTo>
                    <a:pt x="1103038" y="2261839"/>
                  </a:lnTo>
                  <a:lnTo>
                    <a:pt x="1101053" y="2262554"/>
                  </a:lnTo>
                  <a:lnTo>
                    <a:pt x="1100817" y="2262760"/>
                  </a:lnTo>
                  <a:lnTo>
                    <a:pt x="1098732" y="2265286"/>
                  </a:lnTo>
                  <a:lnTo>
                    <a:pt x="1098093" y="2265643"/>
                  </a:lnTo>
                  <a:lnTo>
                    <a:pt x="1093870" y="2265209"/>
                  </a:lnTo>
                  <a:lnTo>
                    <a:pt x="1091184" y="2265841"/>
                  </a:lnTo>
                  <a:lnTo>
                    <a:pt x="1089206" y="2265209"/>
                  </a:lnTo>
                  <a:lnTo>
                    <a:pt x="1088217" y="2263208"/>
                  </a:lnTo>
                  <a:lnTo>
                    <a:pt x="1087106" y="2261938"/>
                  </a:lnTo>
                  <a:lnTo>
                    <a:pt x="1082229" y="2262539"/>
                  </a:lnTo>
                  <a:lnTo>
                    <a:pt x="1076104" y="2262113"/>
                  </a:lnTo>
                  <a:lnTo>
                    <a:pt x="1073167" y="2262364"/>
                  </a:lnTo>
                  <a:lnTo>
                    <a:pt x="1072041" y="2261519"/>
                  </a:lnTo>
                  <a:lnTo>
                    <a:pt x="1071121" y="2259305"/>
                  </a:lnTo>
                  <a:lnTo>
                    <a:pt x="1069508" y="2259024"/>
                  </a:lnTo>
                  <a:lnTo>
                    <a:pt x="1066784" y="2259518"/>
                  </a:lnTo>
                  <a:lnTo>
                    <a:pt x="1063002" y="2262364"/>
                  </a:lnTo>
                  <a:lnTo>
                    <a:pt x="1059449" y="2263832"/>
                  </a:lnTo>
                  <a:lnTo>
                    <a:pt x="1056649" y="2263840"/>
                  </a:lnTo>
                  <a:lnTo>
                    <a:pt x="1053895" y="2262364"/>
                  </a:lnTo>
                  <a:lnTo>
                    <a:pt x="1049390" y="2259397"/>
                  </a:lnTo>
                  <a:lnTo>
                    <a:pt x="1046256" y="2256064"/>
                  </a:lnTo>
                  <a:lnTo>
                    <a:pt x="1042695" y="2254892"/>
                  </a:lnTo>
                  <a:lnTo>
                    <a:pt x="1039986" y="2255197"/>
                  </a:lnTo>
                  <a:lnTo>
                    <a:pt x="1038921" y="2256871"/>
                  </a:lnTo>
                  <a:lnTo>
                    <a:pt x="1037506" y="2256871"/>
                  </a:lnTo>
                  <a:lnTo>
                    <a:pt x="1036517" y="2254017"/>
                  </a:lnTo>
                  <a:lnTo>
                    <a:pt x="1035665" y="2251788"/>
                  </a:lnTo>
                  <a:lnTo>
                    <a:pt x="1033899" y="2250837"/>
                  </a:lnTo>
                  <a:lnTo>
                    <a:pt x="1030711" y="2248691"/>
                  </a:lnTo>
                  <a:lnTo>
                    <a:pt x="1028490" y="2247535"/>
                  </a:lnTo>
                  <a:lnTo>
                    <a:pt x="1025081" y="2246120"/>
                  </a:lnTo>
                  <a:lnTo>
                    <a:pt x="1023902" y="2245861"/>
                  </a:lnTo>
                  <a:lnTo>
                    <a:pt x="1021688" y="2245686"/>
                  </a:lnTo>
                  <a:lnTo>
                    <a:pt x="1019489" y="2245572"/>
                  </a:lnTo>
                  <a:lnTo>
                    <a:pt x="1016932" y="2245967"/>
                  </a:lnTo>
                  <a:lnTo>
                    <a:pt x="1016955" y="2245945"/>
                  </a:lnTo>
                  <a:lnTo>
                    <a:pt x="1016856" y="2245975"/>
                  </a:lnTo>
                  <a:lnTo>
                    <a:pt x="1016932" y="2245967"/>
                  </a:lnTo>
                  <a:lnTo>
                    <a:pt x="1015099" y="2247748"/>
                  </a:lnTo>
                  <a:lnTo>
                    <a:pt x="1012953" y="2248532"/>
                  </a:lnTo>
                  <a:lnTo>
                    <a:pt x="1009887" y="2248897"/>
                  </a:lnTo>
                  <a:lnTo>
                    <a:pt x="1007840" y="2248144"/>
                  </a:lnTo>
                  <a:lnTo>
                    <a:pt x="1006813" y="2246264"/>
                  </a:lnTo>
                  <a:lnTo>
                    <a:pt x="1002468" y="2244598"/>
                  </a:lnTo>
                  <a:lnTo>
                    <a:pt x="994807" y="2243145"/>
                  </a:lnTo>
                  <a:lnTo>
                    <a:pt x="990394" y="2241905"/>
                  </a:lnTo>
                  <a:lnTo>
                    <a:pt x="989230" y="2240877"/>
                  </a:lnTo>
                  <a:lnTo>
                    <a:pt x="988598" y="2239774"/>
                  </a:lnTo>
                  <a:lnTo>
                    <a:pt x="988438" y="2238009"/>
                  </a:lnTo>
                  <a:lnTo>
                    <a:pt x="988431" y="2238001"/>
                  </a:lnTo>
                  <a:lnTo>
                    <a:pt x="986498" y="2233474"/>
                  </a:lnTo>
                  <a:lnTo>
                    <a:pt x="985661" y="2229700"/>
                  </a:lnTo>
                  <a:lnTo>
                    <a:pt x="985281" y="2225158"/>
                  </a:lnTo>
                  <a:lnTo>
                    <a:pt x="985410" y="2223659"/>
                  </a:lnTo>
                  <a:lnTo>
                    <a:pt x="984969" y="2223188"/>
                  </a:lnTo>
                  <a:lnTo>
                    <a:pt x="983592" y="2222198"/>
                  </a:lnTo>
                  <a:lnTo>
                    <a:pt x="978981" y="2221536"/>
                  </a:lnTo>
                  <a:lnTo>
                    <a:pt x="978920" y="2226969"/>
                  </a:lnTo>
                  <a:lnTo>
                    <a:pt x="978836" y="2233839"/>
                  </a:lnTo>
                  <a:lnTo>
                    <a:pt x="973799" y="2233794"/>
                  </a:lnTo>
                  <a:lnTo>
                    <a:pt x="964700" y="2233794"/>
                  </a:lnTo>
                  <a:lnTo>
                    <a:pt x="955592" y="2233794"/>
                  </a:lnTo>
                  <a:lnTo>
                    <a:pt x="946485" y="2233794"/>
                  </a:lnTo>
                  <a:lnTo>
                    <a:pt x="937385" y="2233794"/>
                  </a:lnTo>
                  <a:lnTo>
                    <a:pt x="928277" y="2233794"/>
                  </a:lnTo>
                  <a:lnTo>
                    <a:pt x="919170" y="2233794"/>
                  </a:lnTo>
                  <a:lnTo>
                    <a:pt x="910062" y="2233794"/>
                  </a:lnTo>
                  <a:lnTo>
                    <a:pt x="900963" y="2233794"/>
                  </a:lnTo>
                  <a:lnTo>
                    <a:pt x="891855" y="2233794"/>
                  </a:lnTo>
                  <a:lnTo>
                    <a:pt x="882740" y="2233794"/>
                  </a:lnTo>
                  <a:lnTo>
                    <a:pt x="873640" y="2233794"/>
                  </a:lnTo>
                  <a:lnTo>
                    <a:pt x="864533" y="2233794"/>
                  </a:lnTo>
                  <a:lnTo>
                    <a:pt x="855425" y="2233794"/>
                  </a:lnTo>
                  <a:lnTo>
                    <a:pt x="846318" y="2233794"/>
                  </a:lnTo>
                  <a:lnTo>
                    <a:pt x="837218" y="2233794"/>
                  </a:lnTo>
                  <a:lnTo>
                    <a:pt x="828111" y="2233794"/>
                  </a:lnTo>
                  <a:lnTo>
                    <a:pt x="819003" y="2233794"/>
                  </a:lnTo>
                  <a:lnTo>
                    <a:pt x="809903" y="2233794"/>
                  </a:lnTo>
                  <a:lnTo>
                    <a:pt x="800796" y="2233794"/>
                  </a:lnTo>
                  <a:lnTo>
                    <a:pt x="791688" y="2233794"/>
                  </a:lnTo>
                  <a:lnTo>
                    <a:pt x="782581" y="2233794"/>
                  </a:lnTo>
                  <a:lnTo>
                    <a:pt x="773481" y="2233794"/>
                  </a:lnTo>
                  <a:lnTo>
                    <a:pt x="764374" y="2233794"/>
                  </a:lnTo>
                  <a:lnTo>
                    <a:pt x="755266" y="2233794"/>
                  </a:lnTo>
                  <a:lnTo>
                    <a:pt x="746166" y="2233794"/>
                  </a:lnTo>
                  <a:lnTo>
                    <a:pt x="737059" y="2233794"/>
                  </a:lnTo>
                  <a:lnTo>
                    <a:pt x="727951" y="2233794"/>
                  </a:lnTo>
                  <a:lnTo>
                    <a:pt x="718851" y="2233794"/>
                  </a:lnTo>
                  <a:lnTo>
                    <a:pt x="709744" y="2233794"/>
                  </a:lnTo>
                  <a:lnTo>
                    <a:pt x="700636" y="2233794"/>
                  </a:lnTo>
                  <a:lnTo>
                    <a:pt x="691529" y="2233794"/>
                  </a:lnTo>
                  <a:lnTo>
                    <a:pt x="682429" y="2233794"/>
                  </a:lnTo>
                  <a:lnTo>
                    <a:pt x="673322" y="2233794"/>
                  </a:lnTo>
                  <a:lnTo>
                    <a:pt x="664214" y="2233794"/>
                  </a:lnTo>
                  <a:lnTo>
                    <a:pt x="655115" y="2233794"/>
                  </a:lnTo>
                  <a:lnTo>
                    <a:pt x="646007" y="2233794"/>
                  </a:lnTo>
                  <a:lnTo>
                    <a:pt x="636900" y="2233794"/>
                  </a:lnTo>
                  <a:lnTo>
                    <a:pt x="627792" y="2233794"/>
                  </a:lnTo>
                  <a:lnTo>
                    <a:pt x="618692" y="2233794"/>
                  </a:lnTo>
                  <a:lnTo>
                    <a:pt x="609585" y="2233794"/>
                  </a:lnTo>
                  <a:lnTo>
                    <a:pt x="600477" y="2233794"/>
                  </a:lnTo>
                  <a:lnTo>
                    <a:pt x="591377" y="2233794"/>
                  </a:lnTo>
                  <a:lnTo>
                    <a:pt x="582270" y="2233794"/>
                  </a:lnTo>
                  <a:lnTo>
                    <a:pt x="573163" y="2233794"/>
                  </a:lnTo>
                  <a:lnTo>
                    <a:pt x="564055" y="2233794"/>
                  </a:lnTo>
                  <a:lnTo>
                    <a:pt x="554955" y="2233794"/>
                  </a:lnTo>
                  <a:lnTo>
                    <a:pt x="545848" y="2233794"/>
                  </a:lnTo>
                  <a:lnTo>
                    <a:pt x="536740" y="2233794"/>
                  </a:lnTo>
                  <a:lnTo>
                    <a:pt x="527640" y="2233794"/>
                  </a:lnTo>
                  <a:lnTo>
                    <a:pt x="518533" y="2233794"/>
                  </a:lnTo>
                  <a:lnTo>
                    <a:pt x="509426" y="2233794"/>
                  </a:lnTo>
                  <a:lnTo>
                    <a:pt x="500318" y="2233794"/>
                  </a:lnTo>
                  <a:lnTo>
                    <a:pt x="491218" y="2233794"/>
                  </a:lnTo>
                  <a:lnTo>
                    <a:pt x="482111" y="2233794"/>
                  </a:lnTo>
                  <a:lnTo>
                    <a:pt x="473003" y="2233794"/>
                  </a:lnTo>
                  <a:lnTo>
                    <a:pt x="463903" y="2233794"/>
                  </a:lnTo>
                  <a:lnTo>
                    <a:pt x="454796" y="2233794"/>
                  </a:lnTo>
                  <a:lnTo>
                    <a:pt x="445689" y="2233794"/>
                  </a:lnTo>
                  <a:lnTo>
                    <a:pt x="436581" y="2233794"/>
                  </a:lnTo>
                  <a:lnTo>
                    <a:pt x="427481" y="2233794"/>
                  </a:lnTo>
                  <a:lnTo>
                    <a:pt x="418374" y="2233794"/>
                  </a:lnTo>
                  <a:lnTo>
                    <a:pt x="409266" y="2233794"/>
                  </a:lnTo>
                  <a:lnTo>
                    <a:pt x="400167" y="2233794"/>
                  </a:lnTo>
                  <a:lnTo>
                    <a:pt x="391059" y="2233794"/>
                  </a:lnTo>
                  <a:lnTo>
                    <a:pt x="388868" y="2233794"/>
                  </a:lnTo>
                  <a:lnTo>
                    <a:pt x="388061" y="2232645"/>
                  </a:lnTo>
                  <a:lnTo>
                    <a:pt x="385984" y="2231138"/>
                  </a:lnTo>
                  <a:lnTo>
                    <a:pt x="385162" y="2231138"/>
                  </a:lnTo>
                  <a:lnTo>
                    <a:pt x="384318" y="2231587"/>
                  </a:lnTo>
                  <a:lnTo>
                    <a:pt x="383785" y="2232318"/>
                  </a:lnTo>
                  <a:lnTo>
                    <a:pt x="383314" y="2233794"/>
                  </a:lnTo>
                  <a:lnTo>
                    <a:pt x="383009" y="2234288"/>
                  </a:lnTo>
                  <a:lnTo>
                    <a:pt x="382705" y="2234205"/>
                  </a:lnTo>
                  <a:lnTo>
                    <a:pt x="382515" y="2233786"/>
                  </a:lnTo>
                  <a:lnTo>
                    <a:pt x="381845" y="2231732"/>
                  </a:lnTo>
                  <a:lnTo>
                    <a:pt x="382020" y="2230811"/>
                  </a:lnTo>
                  <a:lnTo>
                    <a:pt x="382705" y="2229708"/>
                  </a:lnTo>
                  <a:lnTo>
                    <a:pt x="382659" y="2229312"/>
                  </a:lnTo>
                  <a:lnTo>
                    <a:pt x="381153" y="2229624"/>
                  </a:lnTo>
                  <a:lnTo>
                    <a:pt x="380476" y="2229343"/>
                  </a:lnTo>
                  <a:lnTo>
                    <a:pt x="380164" y="2228749"/>
                  </a:lnTo>
                  <a:lnTo>
                    <a:pt x="380278" y="2226406"/>
                  </a:lnTo>
                  <a:lnTo>
                    <a:pt x="379464" y="2225074"/>
                  </a:lnTo>
                  <a:lnTo>
                    <a:pt x="380430" y="2224511"/>
                  </a:lnTo>
                  <a:lnTo>
                    <a:pt x="382926" y="2224062"/>
                  </a:lnTo>
                  <a:lnTo>
                    <a:pt x="385474" y="2224009"/>
                  </a:lnTo>
                  <a:lnTo>
                    <a:pt x="386212" y="2223035"/>
                  </a:lnTo>
                  <a:lnTo>
                    <a:pt x="386935" y="2220555"/>
                  </a:lnTo>
                  <a:lnTo>
                    <a:pt x="385117" y="2222830"/>
                  </a:lnTo>
                  <a:lnTo>
                    <a:pt x="384021" y="2223066"/>
                  </a:lnTo>
                  <a:lnTo>
                    <a:pt x="380635" y="2222213"/>
                  </a:lnTo>
                  <a:lnTo>
                    <a:pt x="378444" y="2222350"/>
                  </a:lnTo>
                  <a:lnTo>
                    <a:pt x="378147" y="2221848"/>
                  </a:lnTo>
                  <a:lnTo>
                    <a:pt x="378239" y="2221339"/>
                  </a:lnTo>
                  <a:lnTo>
                    <a:pt x="378718" y="2220836"/>
                  </a:lnTo>
                  <a:lnTo>
                    <a:pt x="379068" y="2219117"/>
                  </a:lnTo>
                  <a:lnTo>
                    <a:pt x="379593" y="2214278"/>
                  </a:lnTo>
                  <a:lnTo>
                    <a:pt x="380278" y="2212513"/>
                  </a:lnTo>
                  <a:lnTo>
                    <a:pt x="380514" y="2211554"/>
                  </a:lnTo>
                  <a:lnTo>
                    <a:pt x="380346" y="2211333"/>
                  </a:lnTo>
                  <a:lnTo>
                    <a:pt x="377409" y="2214704"/>
                  </a:lnTo>
                  <a:lnTo>
                    <a:pt x="377158" y="2215769"/>
                  </a:lnTo>
                  <a:lnTo>
                    <a:pt x="377463" y="2216697"/>
                  </a:lnTo>
                  <a:lnTo>
                    <a:pt x="377181" y="2218592"/>
                  </a:lnTo>
                  <a:lnTo>
                    <a:pt x="375827" y="2219162"/>
                  </a:lnTo>
                  <a:lnTo>
                    <a:pt x="375020" y="2218851"/>
                  </a:lnTo>
                  <a:lnTo>
                    <a:pt x="373499" y="2220448"/>
                  </a:lnTo>
                  <a:lnTo>
                    <a:pt x="373019" y="2220616"/>
                  </a:lnTo>
                  <a:lnTo>
                    <a:pt x="366012" y="2217816"/>
                  </a:lnTo>
                  <a:lnTo>
                    <a:pt x="365304" y="2217428"/>
                  </a:lnTo>
                  <a:lnTo>
                    <a:pt x="364094" y="2216119"/>
                  </a:lnTo>
                  <a:lnTo>
                    <a:pt x="362382" y="2213882"/>
                  </a:lnTo>
                  <a:lnTo>
                    <a:pt x="361842" y="2211950"/>
                  </a:lnTo>
                  <a:lnTo>
                    <a:pt x="362481" y="2210314"/>
                  </a:lnTo>
                  <a:lnTo>
                    <a:pt x="363151" y="2209500"/>
                  </a:lnTo>
                  <a:lnTo>
                    <a:pt x="363858" y="2209500"/>
                  </a:lnTo>
                  <a:lnTo>
                    <a:pt x="364650" y="2210116"/>
                  </a:lnTo>
                  <a:lnTo>
                    <a:pt x="366263" y="2212779"/>
                  </a:lnTo>
                  <a:lnTo>
                    <a:pt x="366902" y="2214422"/>
                  </a:lnTo>
                  <a:lnTo>
                    <a:pt x="368568" y="2214194"/>
                  </a:lnTo>
                  <a:lnTo>
                    <a:pt x="371262" y="2212087"/>
                  </a:lnTo>
                  <a:lnTo>
                    <a:pt x="371908" y="2211303"/>
                  </a:lnTo>
                  <a:lnTo>
                    <a:pt x="369223" y="2212102"/>
                  </a:lnTo>
                  <a:lnTo>
                    <a:pt x="368066" y="2212048"/>
                  </a:lnTo>
                  <a:lnTo>
                    <a:pt x="366887" y="2211174"/>
                  </a:lnTo>
                  <a:lnTo>
                    <a:pt x="365685" y="2209469"/>
                  </a:lnTo>
                  <a:lnTo>
                    <a:pt x="365053" y="2207537"/>
                  </a:lnTo>
                  <a:lnTo>
                    <a:pt x="365045" y="2201397"/>
                  </a:lnTo>
                  <a:lnTo>
                    <a:pt x="365456" y="2200210"/>
                  </a:lnTo>
                  <a:lnTo>
                    <a:pt x="366757" y="2199327"/>
                  </a:lnTo>
                  <a:lnTo>
                    <a:pt x="367594" y="2197859"/>
                  </a:lnTo>
                  <a:lnTo>
                    <a:pt x="367533" y="2197235"/>
                  </a:lnTo>
                  <a:lnTo>
                    <a:pt x="366727" y="2195987"/>
                  </a:lnTo>
                  <a:lnTo>
                    <a:pt x="365563" y="2195013"/>
                  </a:lnTo>
                  <a:lnTo>
                    <a:pt x="364421" y="2194526"/>
                  </a:lnTo>
                  <a:lnTo>
                    <a:pt x="364163" y="2194678"/>
                  </a:lnTo>
                  <a:lnTo>
                    <a:pt x="365928" y="2197379"/>
                  </a:lnTo>
                  <a:lnTo>
                    <a:pt x="365867" y="2198391"/>
                  </a:lnTo>
                  <a:lnTo>
                    <a:pt x="363912" y="2201024"/>
                  </a:lnTo>
                  <a:lnTo>
                    <a:pt x="363615" y="2201800"/>
                  </a:lnTo>
                  <a:lnTo>
                    <a:pt x="363600" y="2204356"/>
                  </a:lnTo>
                  <a:lnTo>
                    <a:pt x="363326" y="2204904"/>
                  </a:lnTo>
                  <a:lnTo>
                    <a:pt x="361751" y="2205627"/>
                  </a:lnTo>
                  <a:lnTo>
                    <a:pt x="359986" y="2207636"/>
                  </a:lnTo>
                  <a:lnTo>
                    <a:pt x="357003" y="2208313"/>
                  </a:lnTo>
                  <a:lnTo>
                    <a:pt x="354196" y="2208115"/>
                  </a:lnTo>
                  <a:lnTo>
                    <a:pt x="352689" y="2207126"/>
                  </a:lnTo>
                  <a:lnTo>
                    <a:pt x="348010" y="2202188"/>
                  </a:lnTo>
                  <a:lnTo>
                    <a:pt x="346298" y="2200118"/>
                  </a:lnTo>
                  <a:lnTo>
                    <a:pt x="346260" y="2198376"/>
                  </a:lnTo>
                  <a:lnTo>
                    <a:pt x="343057" y="2192213"/>
                  </a:lnTo>
                  <a:lnTo>
                    <a:pt x="343072" y="2190889"/>
                  </a:lnTo>
                  <a:lnTo>
                    <a:pt x="341961" y="2188964"/>
                  </a:lnTo>
                  <a:lnTo>
                    <a:pt x="340721" y="2188690"/>
                  </a:lnTo>
                  <a:lnTo>
                    <a:pt x="340439" y="2186856"/>
                  </a:lnTo>
                  <a:lnTo>
                    <a:pt x="342996" y="2182885"/>
                  </a:lnTo>
                  <a:lnTo>
                    <a:pt x="344578" y="2179537"/>
                  </a:lnTo>
                  <a:lnTo>
                    <a:pt x="344761" y="2178480"/>
                  </a:lnTo>
                  <a:lnTo>
                    <a:pt x="344693" y="2176844"/>
                  </a:lnTo>
                  <a:lnTo>
                    <a:pt x="344312" y="2173199"/>
                  </a:lnTo>
                  <a:lnTo>
                    <a:pt x="344639" y="2171617"/>
                  </a:lnTo>
                  <a:lnTo>
                    <a:pt x="343064" y="2173701"/>
                  </a:lnTo>
                  <a:lnTo>
                    <a:pt x="342729" y="2175246"/>
                  </a:lnTo>
                  <a:lnTo>
                    <a:pt x="343118" y="2176806"/>
                  </a:lnTo>
                  <a:lnTo>
                    <a:pt x="342874" y="2178579"/>
                  </a:lnTo>
                  <a:lnTo>
                    <a:pt x="341961" y="2181051"/>
                  </a:lnTo>
                  <a:lnTo>
                    <a:pt x="340394" y="2183669"/>
                  </a:lnTo>
                  <a:lnTo>
                    <a:pt x="337168" y="2184924"/>
                  </a:lnTo>
                  <a:lnTo>
                    <a:pt x="331476" y="2184224"/>
                  </a:lnTo>
                  <a:lnTo>
                    <a:pt x="330822" y="2183889"/>
                  </a:lnTo>
                  <a:lnTo>
                    <a:pt x="330419" y="2182991"/>
                  </a:lnTo>
                  <a:lnTo>
                    <a:pt x="330130" y="2179142"/>
                  </a:lnTo>
                  <a:lnTo>
                    <a:pt x="329787" y="2179621"/>
                  </a:lnTo>
                  <a:lnTo>
                    <a:pt x="329141" y="2181675"/>
                  </a:lnTo>
                  <a:lnTo>
                    <a:pt x="328623" y="2184612"/>
                  </a:lnTo>
                  <a:lnTo>
                    <a:pt x="327961" y="2185274"/>
                  </a:lnTo>
                  <a:lnTo>
                    <a:pt x="326759" y="2185327"/>
                  </a:lnTo>
                  <a:lnTo>
                    <a:pt x="325823" y="2184855"/>
                  </a:lnTo>
                  <a:lnTo>
                    <a:pt x="325154" y="2183867"/>
                  </a:lnTo>
                  <a:lnTo>
                    <a:pt x="323723" y="2183783"/>
                  </a:lnTo>
                  <a:lnTo>
                    <a:pt x="321045" y="2184566"/>
                  </a:lnTo>
                  <a:lnTo>
                    <a:pt x="319782" y="2184247"/>
                  </a:lnTo>
                  <a:lnTo>
                    <a:pt x="318283" y="2184216"/>
                  </a:lnTo>
                  <a:lnTo>
                    <a:pt x="315247" y="2183357"/>
                  </a:lnTo>
                  <a:lnTo>
                    <a:pt x="311656" y="2183136"/>
                  </a:lnTo>
                  <a:lnTo>
                    <a:pt x="310690" y="2182474"/>
                  </a:lnTo>
                  <a:lnTo>
                    <a:pt x="310743" y="2181203"/>
                  </a:lnTo>
                  <a:lnTo>
                    <a:pt x="311413" y="2180564"/>
                  </a:lnTo>
                  <a:lnTo>
                    <a:pt x="315202" y="2179994"/>
                  </a:lnTo>
                  <a:lnTo>
                    <a:pt x="318869" y="2178632"/>
                  </a:lnTo>
                  <a:lnTo>
                    <a:pt x="322491" y="2177962"/>
                  </a:lnTo>
                  <a:lnTo>
                    <a:pt x="322346" y="2177270"/>
                  </a:lnTo>
                  <a:lnTo>
                    <a:pt x="320710" y="2177057"/>
                  </a:lnTo>
                  <a:lnTo>
                    <a:pt x="312394" y="2178556"/>
                  </a:lnTo>
                  <a:lnTo>
                    <a:pt x="309777" y="2178381"/>
                  </a:lnTo>
                  <a:lnTo>
                    <a:pt x="309320" y="2178137"/>
                  </a:lnTo>
                  <a:lnTo>
                    <a:pt x="309259" y="2176623"/>
                  </a:lnTo>
                  <a:lnTo>
                    <a:pt x="310218" y="2175185"/>
                  </a:lnTo>
                  <a:lnTo>
                    <a:pt x="311823" y="2173846"/>
                  </a:lnTo>
                  <a:lnTo>
                    <a:pt x="312303" y="2172826"/>
                  </a:lnTo>
                  <a:lnTo>
                    <a:pt x="311375" y="2172393"/>
                  </a:lnTo>
                  <a:lnTo>
                    <a:pt x="309876" y="2172674"/>
                  </a:lnTo>
                  <a:lnTo>
                    <a:pt x="309160" y="2171860"/>
                  </a:lnTo>
                  <a:lnTo>
                    <a:pt x="309952" y="2168672"/>
                  </a:lnTo>
                  <a:lnTo>
                    <a:pt x="309252" y="2165416"/>
                  </a:lnTo>
                  <a:lnTo>
                    <a:pt x="308278" y="2168505"/>
                  </a:lnTo>
                  <a:lnTo>
                    <a:pt x="306809" y="2170209"/>
                  </a:lnTo>
                  <a:lnTo>
                    <a:pt x="299794" y="2170932"/>
                  </a:lnTo>
                  <a:lnTo>
                    <a:pt x="298653" y="2171837"/>
                  </a:lnTo>
                  <a:lnTo>
                    <a:pt x="297725" y="2171814"/>
                  </a:lnTo>
                  <a:lnTo>
                    <a:pt x="293243" y="2170179"/>
                  </a:lnTo>
                  <a:lnTo>
                    <a:pt x="291334" y="2169182"/>
                  </a:lnTo>
                  <a:lnTo>
                    <a:pt x="289538" y="2167698"/>
                  </a:lnTo>
                  <a:lnTo>
                    <a:pt x="286342" y="2164373"/>
                  </a:lnTo>
                  <a:lnTo>
                    <a:pt x="283839" y="2162212"/>
                  </a:lnTo>
                  <a:lnTo>
                    <a:pt x="283702" y="2158218"/>
                  </a:lnTo>
                  <a:lnTo>
                    <a:pt x="284235" y="2155669"/>
                  </a:lnTo>
                  <a:lnTo>
                    <a:pt x="285445" y="2152808"/>
                  </a:lnTo>
                  <a:lnTo>
                    <a:pt x="289994" y="2146622"/>
                  </a:lnTo>
                  <a:lnTo>
                    <a:pt x="291554" y="2145443"/>
                  </a:lnTo>
                  <a:lnTo>
                    <a:pt x="292969" y="2145040"/>
                  </a:lnTo>
                  <a:lnTo>
                    <a:pt x="299642" y="2144500"/>
                  </a:lnTo>
                  <a:lnTo>
                    <a:pt x="304611" y="2143716"/>
                  </a:lnTo>
                  <a:lnTo>
                    <a:pt x="305554" y="2143343"/>
                  </a:lnTo>
                  <a:lnTo>
                    <a:pt x="298242" y="2142887"/>
                  </a:lnTo>
                  <a:lnTo>
                    <a:pt x="291737" y="2143206"/>
                  </a:lnTo>
                  <a:lnTo>
                    <a:pt x="289515" y="2144180"/>
                  </a:lnTo>
                  <a:lnTo>
                    <a:pt x="286670" y="2148159"/>
                  </a:lnTo>
                  <a:lnTo>
                    <a:pt x="285947" y="2149833"/>
                  </a:lnTo>
                  <a:lnTo>
                    <a:pt x="285194" y="2151051"/>
                  </a:lnTo>
                  <a:lnTo>
                    <a:pt x="284684" y="2151081"/>
                  </a:lnTo>
                  <a:lnTo>
                    <a:pt x="283717" y="2150648"/>
                  </a:lnTo>
                  <a:lnTo>
                    <a:pt x="283405" y="2150123"/>
                  </a:lnTo>
                  <a:lnTo>
                    <a:pt x="283002" y="2148821"/>
                  </a:lnTo>
                  <a:lnTo>
                    <a:pt x="281473" y="2146752"/>
                  </a:lnTo>
                  <a:lnTo>
                    <a:pt x="280803" y="2144370"/>
                  </a:lnTo>
                  <a:lnTo>
                    <a:pt x="280408" y="2140863"/>
                  </a:lnTo>
                  <a:lnTo>
                    <a:pt x="280537" y="2139296"/>
                  </a:lnTo>
                  <a:lnTo>
                    <a:pt x="281245" y="2137287"/>
                  </a:lnTo>
                  <a:lnTo>
                    <a:pt x="283428" y="2133338"/>
                  </a:lnTo>
                  <a:lnTo>
                    <a:pt x="280628" y="2133437"/>
                  </a:lnTo>
                  <a:lnTo>
                    <a:pt x="280955" y="2130104"/>
                  </a:lnTo>
                  <a:lnTo>
                    <a:pt x="281983" y="2126475"/>
                  </a:lnTo>
                  <a:lnTo>
                    <a:pt x="284585" y="2124322"/>
                  </a:lnTo>
                  <a:lnTo>
                    <a:pt x="287225" y="2122770"/>
                  </a:lnTo>
                  <a:lnTo>
                    <a:pt x="289614" y="2120731"/>
                  </a:lnTo>
                  <a:lnTo>
                    <a:pt x="293791" y="2119369"/>
                  </a:lnTo>
                  <a:lnTo>
                    <a:pt x="295214" y="2122169"/>
                  </a:lnTo>
                  <a:lnTo>
                    <a:pt x="298798" y="2123013"/>
                  </a:lnTo>
                  <a:lnTo>
                    <a:pt x="299832" y="2124269"/>
                  </a:lnTo>
                  <a:lnTo>
                    <a:pt x="301103" y="2126574"/>
                  </a:lnTo>
                  <a:lnTo>
                    <a:pt x="302678" y="2128765"/>
                  </a:lnTo>
                  <a:lnTo>
                    <a:pt x="304550" y="2130850"/>
                  </a:lnTo>
                  <a:lnTo>
                    <a:pt x="305075" y="2131002"/>
                  </a:lnTo>
                  <a:lnTo>
                    <a:pt x="304253" y="2129206"/>
                  </a:lnTo>
                  <a:lnTo>
                    <a:pt x="301210" y="2125281"/>
                  </a:lnTo>
                  <a:lnTo>
                    <a:pt x="301073" y="2123896"/>
                  </a:lnTo>
                  <a:lnTo>
                    <a:pt x="300289" y="2122389"/>
                  </a:lnTo>
                  <a:lnTo>
                    <a:pt x="296256" y="2120213"/>
                  </a:lnTo>
                  <a:lnTo>
                    <a:pt x="295541" y="2119384"/>
                  </a:lnTo>
                  <a:lnTo>
                    <a:pt x="294826" y="2117185"/>
                  </a:lnTo>
                  <a:lnTo>
                    <a:pt x="294522" y="2115762"/>
                  </a:lnTo>
                  <a:lnTo>
                    <a:pt x="294970" y="2114385"/>
                  </a:lnTo>
                  <a:lnTo>
                    <a:pt x="299072" y="2110170"/>
                  </a:lnTo>
                  <a:lnTo>
                    <a:pt x="300007" y="2107948"/>
                  </a:lnTo>
                  <a:lnTo>
                    <a:pt x="300007" y="2106898"/>
                  </a:lnTo>
                  <a:lnTo>
                    <a:pt x="299688" y="2105711"/>
                  </a:lnTo>
                  <a:lnTo>
                    <a:pt x="298790" y="2103672"/>
                  </a:lnTo>
                  <a:lnTo>
                    <a:pt x="298554" y="2103672"/>
                  </a:lnTo>
                  <a:lnTo>
                    <a:pt x="298836" y="2106769"/>
                  </a:lnTo>
                  <a:lnTo>
                    <a:pt x="298691" y="2107986"/>
                  </a:lnTo>
                  <a:lnTo>
                    <a:pt x="298227" y="2109333"/>
                  </a:lnTo>
                  <a:lnTo>
                    <a:pt x="297557" y="2110352"/>
                  </a:lnTo>
                  <a:lnTo>
                    <a:pt x="296682" y="2111053"/>
                  </a:lnTo>
                  <a:lnTo>
                    <a:pt x="287879" y="2120624"/>
                  </a:lnTo>
                  <a:lnTo>
                    <a:pt x="287004" y="2121187"/>
                  </a:lnTo>
                  <a:lnTo>
                    <a:pt x="283733" y="2122047"/>
                  </a:lnTo>
                  <a:lnTo>
                    <a:pt x="282059" y="2123059"/>
                  </a:lnTo>
                  <a:lnTo>
                    <a:pt x="281153" y="2124390"/>
                  </a:lnTo>
                  <a:lnTo>
                    <a:pt x="279708" y="2127875"/>
                  </a:lnTo>
                  <a:lnTo>
                    <a:pt x="277714" y="2134814"/>
                  </a:lnTo>
                  <a:lnTo>
                    <a:pt x="275432" y="2140406"/>
                  </a:lnTo>
                  <a:lnTo>
                    <a:pt x="273484" y="2133163"/>
                  </a:lnTo>
                  <a:lnTo>
                    <a:pt x="269984" y="2127601"/>
                  </a:lnTo>
                  <a:lnTo>
                    <a:pt x="276824" y="2122062"/>
                  </a:lnTo>
                  <a:lnTo>
                    <a:pt x="276999" y="2121218"/>
                  </a:lnTo>
                  <a:lnTo>
                    <a:pt x="276337" y="2118250"/>
                  </a:lnTo>
                  <a:lnTo>
                    <a:pt x="276527" y="2117345"/>
                  </a:lnTo>
                  <a:lnTo>
                    <a:pt x="277166" y="2116044"/>
                  </a:lnTo>
                  <a:lnTo>
                    <a:pt x="278901" y="2114134"/>
                  </a:lnTo>
                  <a:lnTo>
                    <a:pt x="278833" y="2113944"/>
                  </a:lnTo>
                  <a:lnTo>
                    <a:pt x="276809" y="2114629"/>
                  </a:lnTo>
                  <a:lnTo>
                    <a:pt x="273697" y="2118935"/>
                  </a:lnTo>
                  <a:lnTo>
                    <a:pt x="272480" y="2120320"/>
                  </a:lnTo>
                  <a:lnTo>
                    <a:pt x="271825" y="2120502"/>
                  </a:lnTo>
                  <a:lnTo>
                    <a:pt x="271749" y="2117969"/>
                  </a:lnTo>
                  <a:lnTo>
                    <a:pt x="273423" y="2111395"/>
                  </a:lnTo>
                  <a:lnTo>
                    <a:pt x="274800" y="2104981"/>
                  </a:lnTo>
                  <a:lnTo>
                    <a:pt x="275302" y="2103140"/>
                  </a:lnTo>
                  <a:lnTo>
                    <a:pt x="276489" y="2101283"/>
                  </a:lnTo>
                  <a:lnTo>
                    <a:pt x="275363" y="2101420"/>
                  </a:lnTo>
                  <a:lnTo>
                    <a:pt x="269832" y="2104281"/>
                  </a:lnTo>
                  <a:lnTo>
                    <a:pt x="267975" y="2102493"/>
                  </a:lnTo>
                  <a:lnTo>
                    <a:pt x="266423" y="2093142"/>
                  </a:lnTo>
                  <a:lnTo>
                    <a:pt x="263699" y="2089475"/>
                  </a:lnTo>
                  <a:lnTo>
                    <a:pt x="259081" y="2086469"/>
                  </a:lnTo>
                  <a:lnTo>
                    <a:pt x="254546" y="2085069"/>
                  </a:lnTo>
                  <a:lnTo>
                    <a:pt x="253511" y="2082383"/>
                  </a:lnTo>
                  <a:lnTo>
                    <a:pt x="252614" y="2079112"/>
                  </a:lnTo>
                  <a:lnTo>
                    <a:pt x="253831" y="2075254"/>
                  </a:lnTo>
                  <a:lnTo>
                    <a:pt x="255817" y="2073420"/>
                  </a:lnTo>
                  <a:lnTo>
                    <a:pt x="257650" y="2072591"/>
                  </a:lnTo>
                  <a:lnTo>
                    <a:pt x="259385" y="2072972"/>
                  </a:lnTo>
                  <a:lnTo>
                    <a:pt x="259476" y="2074387"/>
                  </a:lnTo>
                  <a:lnTo>
                    <a:pt x="258297" y="2078191"/>
                  </a:lnTo>
                  <a:lnTo>
                    <a:pt x="259849" y="2078549"/>
                  </a:lnTo>
                  <a:lnTo>
                    <a:pt x="266058" y="2083152"/>
                  </a:lnTo>
                  <a:lnTo>
                    <a:pt x="267412" y="2083525"/>
                  </a:lnTo>
                  <a:lnTo>
                    <a:pt x="269984" y="2081752"/>
                  </a:lnTo>
                  <a:lnTo>
                    <a:pt x="271414" y="2081820"/>
                  </a:lnTo>
                  <a:lnTo>
                    <a:pt x="274793" y="2083251"/>
                  </a:lnTo>
                  <a:lnTo>
                    <a:pt x="275934" y="2084978"/>
                  </a:lnTo>
                  <a:lnTo>
                    <a:pt x="279167" y="2088356"/>
                  </a:lnTo>
                  <a:lnTo>
                    <a:pt x="278688" y="2086393"/>
                  </a:lnTo>
                  <a:lnTo>
                    <a:pt x="275165" y="2082246"/>
                  </a:lnTo>
                  <a:lnTo>
                    <a:pt x="273202" y="2080915"/>
                  </a:lnTo>
                  <a:lnTo>
                    <a:pt x="269740" y="2080656"/>
                  </a:lnTo>
                  <a:lnTo>
                    <a:pt x="267595" y="2081349"/>
                  </a:lnTo>
                  <a:lnTo>
                    <a:pt x="266689" y="2081151"/>
                  </a:lnTo>
                  <a:lnTo>
                    <a:pt x="264795" y="2080093"/>
                  </a:lnTo>
                  <a:lnTo>
                    <a:pt x="263189" y="2078351"/>
                  </a:lnTo>
                  <a:lnTo>
                    <a:pt x="261584" y="2074539"/>
                  </a:lnTo>
                  <a:lnTo>
                    <a:pt x="261219" y="2072766"/>
                  </a:lnTo>
                  <a:lnTo>
                    <a:pt x="261310" y="2071450"/>
                  </a:lnTo>
                  <a:lnTo>
                    <a:pt x="261691" y="2070248"/>
                  </a:lnTo>
                  <a:lnTo>
                    <a:pt x="262353" y="2069175"/>
                  </a:lnTo>
                  <a:lnTo>
                    <a:pt x="263669" y="2068391"/>
                  </a:lnTo>
                  <a:lnTo>
                    <a:pt x="265647" y="2067912"/>
                  </a:lnTo>
                  <a:lnTo>
                    <a:pt x="266248" y="2067440"/>
                  </a:lnTo>
                  <a:lnTo>
                    <a:pt x="263714" y="2065241"/>
                  </a:lnTo>
                  <a:lnTo>
                    <a:pt x="262566" y="2065249"/>
                  </a:lnTo>
                  <a:lnTo>
                    <a:pt x="258609" y="2068460"/>
                  </a:lnTo>
                  <a:lnTo>
                    <a:pt x="257803" y="2068711"/>
                  </a:lnTo>
                  <a:lnTo>
                    <a:pt x="257460" y="2068087"/>
                  </a:lnTo>
                  <a:lnTo>
                    <a:pt x="257133" y="2068034"/>
                  </a:lnTo>
                  <a:lnTo>
                    <a:pt x="255969" y="2069616"/>
                  </a:lnTo>
                  <a:lnTo>
                    <a:pt x="255064" y="2070324"/>
                  </a:lnTo>
                  <a:lnTo>
                    <a:pt x="251822" y="2075231"/>
                  </a:lnTo>
                  <a:lnTo>
                    <a:pt x="251320" y="2077575"/>
                  </a:lnTo>
                  <a:lnTo>
                    <a:pt x="251137" y="2081059"/>
                  </a:lnTo>
                  <a:lnTo>
                    <a:pt x="250765" y="2083243"/>
                  </a:lnTo>
                  <a:lnTo>
                    <a:pt x="250202" y="2084126"/>
                  </a:lnTo>
                  <a:lnTo>
                    <a:pt x="246397" y="2085792"/>
                  </a:lnTo>
                  <a:lnTo>
                    <a:pt x="244237" y="2089186"/>
                  </a:lnTo>
                  <a:lnTo>
                    <a:pt x="241612" y="2086264"/>
                  </a:lnTo>
                  <a:lnTo>
                    <a:pt x="238728" y="2083433"/>
                  </a:lnTo>
                  <a:lnTo>
                    <a:pt x="236803" y="2078473"/>
                  </a:lnTo>
                  <a:lnTo>
                    <a:pt x="233333" y="2077598"/>
                  </a:lnTo>
                  <a:lnTo>
                    <a:pt x="229301" y="2074775"/>
                  </a:lnTo>
                  <a:lnTo>
                    <a:pt x="227764" y="2072264"/>
                  </a:lnTo>
                  <a:lnTo>
                    <a:pt x="229948" y="2067083"/>
                  </a:lnTo>
                  <a:lnTo>
                    <a:pt x="233082" y="2063164"/>
                  </a:lnTo>
                  <a:lnTo>
                    <a:pt x="233562" y="2058447"/>
                  </a:lnTo>
                  <a:lnTo>
                    <a:pt x="233995" y="2057435"/>
                  </a:lnTo>
                  <a:lnTo>
                    <a:pt x="239382" y="2056263"/>
                  </a:lnTo>
                  <a:lnTo>
                    <a:pt x="242897" y="2053920"/>
                  </a:lnTo>
                  <a:lnTo>
                    <a:pt x="239291" y="2053707"/>
                  </a:lnTo>
                  <a:lnTo>
                    <a:pt x="237077" y="2054064"/>
                  </a:lnTo>
                  <a:lnTo>
                    <a:pt x="233113" y="2055700"/>
                  </a:lnTo>
                  <a:lnTo>
                    <a:pt x="228715" y="2052459"/>
                  </a:lnTo>
                  <a:lnTo>
                    <a:pt x="226440" y="2049492"/>
                  </a:lnTo>
                  <a:lnTo>
                    <a:pt x="225725" y="2046958"/>
                  </a:lnTo>
                  <a:lnTo>
                    <a:pt x="226509" y="2044812"/>
                  </a:lnTo>
                  <a:lnTo>
                    <a:pt x="226615" y="2042621"/>
                  </a:lnTo>
                  <a:lnTo>
                    <a:pt x="227011" y="2039654"/>
                  </a:lnTo>
                  <a:lnTo>
                    <a:pt x="227429" y="2038360"/>
                  </a:lnTo>
                  <a:lnTo>
                    <a:pt x="228357" y="2036702"/>
                  </a:lnTo>
                  <a:lnTo>
                    <a:pt x="230244" y="2035591"/>
                  </a:lnTo>
                  <a:lnTo>
                    <a:pt x="231911" y="2032175"/>
                  </a:lnTo>
                  <a:lnTo>
                    <a:pt x="232595" y="2029785"/>
                  </a:lnTo>
                  <a:lnTo>
                    <a:pt x="236012" y="2022588"/>
                  </a:lnTo>
                  <a:lnTo>
                    <a:pt x="237259" y="2019476"/>
                  </a:lnTo>
                  <a:lnTo>
                    <a:pt x="239595" y="2015147"/>
                  </a:lnTo>
                  <a:lnTo>
                    <a:pt x="244297" y="2008322"/>
                  </a:lnTo>
                  <a:lnTo>
                    <a:pt x="242814" y="2008710"/>
                  </a:lnTo>
                  <a:lnTo>
                    <a:pt x="242038" y="2009296"/>
                  </a:lnTo>
                  <a:lnTo>
                    <a:pt x="241292" y="2009227"/>
                  </a:lnTo>
                  <a:lnTo>
                    <a:pt x="240592" y="2008497"/>
                  </a:lnTo>
                  <a:lnTo>
                    <a:pt x="239930" y="2006983"/>
                  </a:lnTo>
                  <a:lnTo>
                    <a:pt x="239299" y="2004677"/>
                  </a:lnTo>
                  <a:lnTo>
                    <a:pt x="238941" y="2005689"/>
                  </a:lnTo>
                  <a:lnTo>
                    <a:pt x="238857" y="2010011"/>
                  </a:lnTo>
                  <a:lnTo>
                    <a:pt x="238386" y="2013701"/>
                  </a:lnTo>
                  <a:lnTo>
                    <a:pt x="237549" y="2016257"/>
                  </a:lnTo>
                  <a:lnTo>
                    <a:pt x="235243" y="2021454"/>
                  </a:lnTo>
                  <a:lnTo>
                    <a:pt x="233889" y="2023470"/>
                  </a:lnTo>
                  <a:lnTo>
                    <a:pt x="232961" y="2021591"/>
                  </a:lnTo>
                  <a:lnTo>
                    <a:pt x="233676" y="2018350"/>
                  </a:lnTo>
                  <a:lnTo>
                    <a:pt x="235007" y="2015763"/>
                  </a:lnTo>
                  <a:lnTo>
                    <a:pt x="235236" y="2012217"/>
                  </a:lnTo>
                  <a:lnTo>
                    <a:pt x="233973" y="2007972"/>
                  </a:lnTo>
                  <a:lnTo>
                    <a:pt x="233204" y="2004548"/>
                  </a:lnTo>
                  <a:lnTo>
                    <a:pt x="232923" y="2001946"/>
                  </a:lnTo>
                  <a:lnTo>
                    <a:pt x="232885" y="1999564"/>
                  </a:lnTo>
                  <a:lnTo>
                    <a:pt x="233090" y="1997411"/>
                  </a:lnTo>
                  <a:lnTo>
                    <a:pt x="233623" y="1995060"/>
                  </a:lnTo>
                  <a:lnTo>
                    <a:pt x="234475" y="1992519"/>
                  </a:lnTo>
                  <a:lnTo>
                    <a:pt x="234368" y="1992237"/>
                  </a:lnTo>
                  <a:lnTo>
                    <a:pt x="234604" y="1989863"/>
                  </a:lnTo>
                  <a:lnTo>
                    <a:pt x="234414" y="1987429"/>
                  </a:lnTo>
                  <a:lnTo>
                    <a:pt x="233706" y="1985496"/>
                  </a:lnTo>
                  <a:lnTo>
                    <a:pt x="232808" y="1983815"/>
                  </a:lnTo>
                  <a:lnTo>
                    <a:pt x="230313" y="1984827"/>
                  </a:lnTo>
                  <a:lnTo>
                    <a:pt x="226075" y="1983312"/>
                  </a:lnTo>
                  <a:lnTo>
                    <a:pt x="224705" y="1979181"/>
                  </a:lnTo>
                  <a:lnTo>
                    <a:pt x="221038" y="1977910"/>
                  </a:lnTo>
                  <a:lnTo>
                    <a:pt x="219060" y="1974943"/>
                  </a:lnTo>
                  <a:lnTo>
                    <a:pt x="215035" y="1973490"/>
                  </a:lnTo>
                  <a:lnTo>
                    <a:pt x="211771" y="1972478"/>
                  </a:lnTo>
                  <a:lnTo>
                    <a:pt x="209283" y="1970766"/>
                  </a:lnTo>
                  <a:lnTo>
                    <a:pt x="206369" y="1968757"/>
                  </a:lnTo>
                  <a:lnTo>
                    <a:pt x="203462" y="1966612"/>
                  </a:lnTo>
                  <a:lnTo>
                    <a:pt x="201256" y="1964983"/>
                  </a:lnTo>
                  <a:lnTo>
                    <a:pt x="199650" y="1965082"/>
                  </a:lnTo>
                  <a:lnTo>
                    <a:pt x="195960" y="1965318"/>
                  </a:lnTo>
                  <a:lnTo>
                    <a:pt x="195778" y="1961643"/>
                  </a:lnTo>
                  <a:lnTo>
                    <a:pt x="194644" y="1959421"/>
                  </a:lnTo>
                  <a:lnTo>
                    <a:pt x="195070" y="1957451"/>
                  </a:lnTo>
                  <a:lnTo>
                    <a:pt x="193016" y="1956439"/>
                  </a:lnTo>
                  <a:lnTo>
                    <a:pt x="189987" y="1954955"/>
                  </a:lnTo>
                  <a:lnTo>
                    <a:pt x="190870" y="1951182"/>
                  </a:lnTo>
                  <a:lnTo>
                    <a:pt x="191540" y="1948321"/>
                  </a:lnTo>
                  <a:lnTo>
                    <a:pt x="188861" y="1947476"/>
                  </a:lnTo>
                  <a:lnTo>
                    <a:pt x="184996" y="1946251"/>
                  </a:lnTo>
                  <a:lnTo>
                    <a:pt x="186244" y="1943664"/>
                  </a:lnTo>
                  <a:lnTo>
                    <a:pt x="187256" y="1941572"/>
                  </a:lnTo>
                  <a:lnTo>
                    <a:pt x="185772" y="1938506"/>
                  </a:lnTo>
                  <a:lnTo>
                    <a:pt x="182767" y="1933355"/>
                  </a:lnTo>
                  <a:lnTo>
                    <a:pt x="180461" y="1929664"/>
                  </a:lnTo>
                  <a:lnTo>
                    <a:pt x="177449" y="1923890"/>
                  </a:lnTo>
                  <a:lnTo>
                    <a:pt x="174801" y="1918799"/>
                  </a:lnTo>
                  <a:lnTo>
                    <a:pt x="172632" y="1914630"/>
                  </a:lnTo>
                  <a:lnTo>
                    <a:pt x="170829" y="1911739"/>
                  </a:lnTo>
                  <a:lnTo>
                    <a:pt x="168288" y="1906557"/>
                  </a:lnTo>
                  <a:lnTo>
                    <a:pt x="164978" y="1900691"/>
                  </a:lnTo>
                  <a:lnTo>
                    <a:pt x="161836" y="1896065"/>
                  </a:lnTo>
                  <a:lnTo>
                    <a:pt x="162292" y="1893060"/>
                  </a:lnTo>
                  <a:lnTo>
                    <a:pt x="159188" y="1889286"/>
                  </a:lnTo>
                  <a:lnTo>
                    <a:pt x="156462" y="1885459"/>
                  </a:lnTo>
                  <a:lnTo>
                    <a:pt x="153328" y="1881038"/>
                  </a:lnTo>
                  <a:lnTo>
                    <a:pt x="150230" y="1878870"/>
                  </a:lnTo>
                  <a:lnTo>
                    <a:pt x="148016" y="1877318"/>
                  </a:lnTo>
                  <a:lnTo>
                    <a:pt x="144828" y="1875081"/>
                  </a:lnTo>
                  <a:lnTo>
                    <a:pt x="143154" y="1873072"/>
                  </a:lnTo>
                  <a:lnTo>
                    <a:pt x="142454" y="1871368"/>
                  </a:lnTo>
                  <a:lnTo>
                    <a:pt x="141732" y="1870173"/>
                  </a:lnTo>
                  <a:lnTo>
                    <a:pt x="141100" y="1868499"/>
                  </a:lnTo>
                  <a:lnTo>
                    <a:pt x="140735" y="1866551"/>
                  </a:lnTo>
                  <a:lnTo>
                    <a:pt x="140081" y="1865349"/>
                  </a:lnTo>
                  <a:lnTo>
                    <a:pt x="136216" y="1862443"/>
                  </a:lnTo>
                  <a:lnTo>
                    <a:pt x="135037" y="1860617"/>
                  </a:lnTo>
                  <a:lnTo>
                    <a:pt x="132365" y="1858502"/>
                  </a:lnTo>
                  <a:lnTo>
                    <a:pt x="130129" y="1857619"/>
                  </a:lnTo>
                  <a:lnTo>
                    <a:pt x="129346" y="1856904"/>
                  </a:lnTo>
                  <a:lnTo>
                    <a:pt x="126621" y="1850497"/>
                  </a:lnTo>
                  <a:lnTo>
                    <a:pt x="127062" y="1848207"/>
                  </a:lnTo>
                  <a:lnTo>
                    <a:pt x="127367" y="1845909"/>
                  </a:lnTo>
                  <a:lnTo>
                    <a:pt x="127062" y="1844730"/>
                  </a:lnTo>
                  <a:lnTo>
                    <a:pt x="122582" y="1839823"/>
                  </a:lnTo>
                  <a:lnTo>
                    <a:pt x="120298" y="1837784"/>
                  </a:lnTo>
                  <a:lnTo>
                    <a:pt x="117993" y="1835668"/>
                  </a:lnTo>
                  <a:lnTo>
                    <a:pt x="113154" y="1838400"/>
                  </a:lnTo>
                  <a:lnTo>
                    <a:pt x="108201" y="1841192"/>
                  </a:lnTo>
                  <a:lnTo>
                    <a:pt x="104731" y="1842219"/>
                  </a:lnTo>
                  <a:lnTo>
                    <a:pt x="99938" y="1843634"/>
                  </a:lnTo>
                  <a:lnTo>
                    <a:pt x="101528" y="1846663"/>
                  </a:lnTo>
                  <a:lnTo>
                    <a:pt x="100874" y="1848877"/>
                  </a:lnTo>
                  <a:lnTo>
                    <a:pt x="99382" y="1849896"/>
                  </a:lnTo>
                  <a:lnTo>
                    <a:pt x="96849" y="1849767"/>
                  </a:lnTo>
                  <a:lnTo>
                    <a:pt x="96841" y="1857261"/>
                  </a:lnTo>
                  <a:lnTo>
                    <a:pt x="94453" y="1862580"/>
                  </a:lnTo>
                  <a:lnTo>
                    <a:pt x="89446" y="1862671"/>
                  </a:lnTo>
                  <a:lnTo>
                    <a:pt x="86753" y="1864497"/>
                  </a:lnTo>
                  <a:lnTo>
                    <a:pt x="82758" y="1867198"/>
                  </a:lnTo>
                  <a:lnTo>
                    <a:pt x="79524" y="1869382"/>
                  </a:lnTo>
                  <a:lnTo>
                    <a:pt x="76086" y="1872897"/>
                  </a:lnTo>
                  <a:lnTo>
                    <a:pt x="74327" y="1872395"/>
                  </a:lnTo>
                  <a:lnTo>
                    <a:pt x="75111" y="1869260"/>
                  </a:lnTo>
                  <a:lnTo>
                    <a:pt x="73840" y="1863942"/>
                  </a:lnTo>
                  <a:lnTo>
                    <a:pt x="72783" y="1859498"/>
                  </a:lnTo>
                  <a:lnTo>
                    <a:pt x="70577" y="1857208"/>
                  </a:lnTo>
                  <a:lnTo>
                    <a:pt x="66863" y="1853351"/>
                  </a:lnTo>
                  <a:lnTo>
                    <a:pt x="64079" y="1850444"/>
                  </a:lnTo>
                  <a:lnTo>
                    <a:pt x="60099" y="1846290"/>
                  </a:lnTo>
                  <a:lnTo>
                    <a:pt x="57315" y="1843376"/>
                  </a:lnTo>
                  <a:lnTo>
                    <a:pt x="54416" y="1840332"/>
                  </a:lnTo>
                  <a:lnTo>
                    <a:pt x="50605" y="1836315"/>
                  </a:lnTo>
                  <a:lnTo>
                    <a:pt x="49036" y="1831096"/>
                  </a:lnTo>
                  <a:lnTo>
                    <a:pt x="45552" y="1829201"/>
                  </a:lnTo>
                  <a:lnTo>
                    <a:pt x="41824" y="1827177"/>
                  </a:lnTo>
                  <a:lnTo>
                    <a:pt x="38795" y="1823320"/>
                  </a:lnTo>
                  <a:lnTo>
                    <a:pt x="39823" y="1819508"/>
                  </a:lnTo>
                  <a:lnTo>
                    <a:pt x="41055" y="1814927"/>
                  </a:lnTo>
                  <a:lnTo>
                    <a:pt x="41055" y="1812158"/>
                  </a:lnTo>
                  <a:lnTo>
                    <a:pt x="37730" y="1812325"/>
                  </a:lnTo>
                  <a:lnTo>
                    <a:pt x="32747" y="1812584"/>
                  </a:lnTo>
                  <a:lnTo>
                    <a:pt x="28304" y="1812812"/>
                  </a:lnTo>
                  <a:lnTo>
                    <a:pt x="25009" y="1816061"/>
                  </a:lnTo>
                  <a:lnTo>
                    <a:pt x="21966" y="1819059"/>
                  </a:lnTo>
                  <a:lnTo>
                    <a:pt x="17195" y="1816723"/>
                  </a:lnTo>
                  <a:lnTo>
                    <a:pt x="11732" y="1814045"/>
                  </a:lnTo>
                  <a:lnTo>
                    <a:pt x="10179" y="1817537"/>
                  </a:lnTo>
                  <a:lnTo>
                    <a:pt x="5112" y="1815787"/>
                  </a:lnTo>
                  <a:lnTo>
                    <a:pt x="0" y="1814022"/>
                  </a:lnTo>
                  <a:lnTo>
                    <a:pt x="0" y="1801392"/>
                  </a:lnTo>
                  <a:lnTo>
                    <a:pt x="0" y="1788647"/>
                  </a:lnTo>
                  <a:lnTo>
                    <a:pt x="0" y="1775789"/>
                  </a:lnTo>
                  <a:lnTo>
                    <a:pt x="0" y="1762801"/>
                  </a:lnTo>
                  <a:lnTo>
                    <a:pt x="0" y="1749699"/>
                  </a:lnTo>
                  <a:lnTo>
                    <a:pt x="0" y="1736468"/>
                  </a:lnTo>
                  <a:lnTo>
                    <a:pt x="0" y="1723115"/>
                  </a:lnTo>
                  <a:lnTo>
                    <a:pt x="0" y="1709625"/>
                  </a:lnTo>
                  <a:lnTo>
                    <a:pt x="0" y="1695998"/>
                  </a:lnTo>
                  <a:lnTo>
                    <a:pt x="0" y="1682234"/>
                  </a:lnTo>
                  <a:lnTo>
                    <a:pt x="0" y="1668349"/>
                  </a:lnTo>
                  <a:lnTo>
                    <a:pt x="0" y="1654303"/>
                  </a:lnTo>
                  <a:lnTo>
                    <a:pt x="0" y="1640113"/>
                  </a:lnTo>
                  <a:lnTo>
                    <a:pt x="0" y="1625771"/>
                  </a:lnTo>
                  <a:lnTo>
                    <a:pt x="0" y="1611277"/>
                  </a:lnTo>
                  <a:lnTo>
                    <a:pt x="0" y="1596623"/>
                  </a:lnTo>
                  <a:lnTo>
                    <a:pt x="0" y="1581809"/>
                  </a:lnTo>
                  <a:lnTo>
                    <a:pt x="0" y="1566828"/>
                  </a:lnTo>
                  <a:lnTo>
                    <a:pt x="0" y="1551679"/>
                  </a:lnTo>
                  <a:lnTo>
                    <a:pt x="0" y="1536355"/>
                  </a:lnTo>
                  <a:lnTo>
                    <a:pt x="0" y="1520857"/>
                  </a:lnTo>
                  <a:lnTo>
                    <a:pt x="0" y="1505168"/>
                  </a:lnTo>
                  <a:lnTo>
                    <a:pt x="0" y="1489296"/>
                  </a:lnTo>
                  <a:lnTo>
                    <a:pt x="0" y="1473235"/>
                  </a:lnTo>
                  <a:lnTo>
                    <a:pt x="0" y="1456975"/>
                  </a:lnTo>
                  <a:lnTo>
                    <a:pt x="0" y="1440510"/>
                  </a:lnTo>
                  <a:lnTo>
                    <a:pt x="0" y="1423840"/>
                  </a:lnTo>
                  <a:lnTo>
                    <a:pt x="0" y="1406949"/>
                  </a:lnTo>
                  <a:lnTo>
                    <a:pt x="0" y="1389837"/>
                  </a:lnTo>
                  <a:lnTo>
                    <a:pt x="0" y="1372505"/>
                  </a:lnTo>
                  <a:lnTo>
                    <a:pt x="0" y="1354937"/>
                  </a:lnTo>
                  <a:lnTo>
                    <a:pt x="0" y="1337133"/>
                  </a:lnTo>
                  <a:lnTo>
                    <a:pt x="3035" y="1338084"/>
                  </a:lnTo>
                  <a:lnTo>
                    <a:pt x="12744" y="1340092"/>
                  </a:lnTo>
                  <a:lnTo>
                    <a:pt x="21897" y="1338913"/>
                  </a:lnTo>
                  <a:lnTo>
                    <a:pt x="38872" y="1345403"/>
                  </a:lnTo>
                  <a:lnTo>
                    <a:pt x="49371" y="1357463"/>
                  </a:lnTo>
                  <a:lnTo>
                    <a:pt x="57885" y="1363352"/>
                  </a:lnTo>
                  <a:lnTo>
                    <a:pt x="61362" y="1367377"/>
                  </a:lnTo>
                  <a:lnTo>
                    <a:pt x="66895" y="1370915"/>
                  </a:lnTo>
                  <a:lnTo>
                    <a:pt x="79904" y="1378592"/>
                  </a:lnTo>
                  <a:lnTo>
                    <a:pt x="83952" y="1379375"/>
                  </a:lnTo>
                  <a:lnTo>
                    <a:pt x="91493" y="1383035"/>
                  </a:lnTo>
                  <a:lnTo>
                    <a:pt x="96165" y="1382556"/>
                  </a:lnTo>
                  <a:lnTo>
                    <a:pt x="104199" y="1383454"/>
                  </a:lnTo>
                  <a:lnTo>
                    <a:pt x="109662" y="1386383"/>
                  </a:lnTo>
                  <a:lnTo>
                    <a:pt x="120435" y="1394402"/>
                  </a:lnTo>
                  <a:lnTo>
                    <a:pt x="122642" y="1395118"/>
                  </a:lnTo>
                  <a:lnTo>
                    <a:pt x="123235" y="1394532"/>
                  </a:lnTo>
                  <a:lnTo>
                    <a:pt x="119484" y="1386604"/>
                  </a:lnTo>
                  <a:lnTo>
                    <a:pt x="118891" y="1385835"/>
                  </a:lnTo>
                  <a:lnTo>
                    <a:pt x="114547" y="1382860"/>
                  </a:lnTo>
                  <a:lnTo>
                    <a:pt x="109457" y="1381392"/>
                  </a:lnTo>
                  <a:lnTo>
                    <a:pt x="109068" y="1380813"/>
                  </a:lnTo>
                  <a:lnTo>
                    <a:pt x="108117" y="1377991"/>
                  </a:lnTo>
                  <a:lnTo>
                    <a:pt x="108422" y="1376895"/>
                  </a:lnTo>
                  <a:lnTo>
                    <a:pt x="109532" y="1376393"/>
                  </a:lnTo>
                  <a:lnTo>
                    <a:pt x="113329" y="1376416"/>
                  </a:lnTo>
                  <a:lnTo>
                    <a:pt x="115573" y="1375967"/>
                  </a:lnTo>
                  <a:lnTo>
                    <a:pt x="115885" y="1374856"/>
                  </a:lnTo>
                  <a:lnTo>
                    <a:pt x="114272" y="1374597"/>
                  </a:lnTo>
                  <a:lnTo>
                    <a:pt x="112325" y="1373517"/>
                  </a:lnTo>
                  <a:lnTo>
                    <a:pt x="110005" y="1371615"/>
                  </a:lnTo>
                  <a:lnTo>
                    <a:pt x="108719" y="1369819"/>
                  </a:lnTo>
                  <a:lnTo>
                    <a:pt x="113390" y="1357813"/>
                  </a:lnTo>
                  <a:lnTo>
                    <a:pt x="115026" y="1359030"/>
                  </a:lnTo>
                  <a:lnTo>
                    <a:pt x="117491" y="1356238"/>
                  </a:lnTo>
                  <a:lnTo>
                    <a:pt x="121904" y="1358011"/>
                  </a:lnTo>
                  <a:lnTo>
                    <a:pt x="122710" y="1357044"/>
                  </a:lnTo>
                  <a:lnTo>
                    <a:pt x="123250" y="1350904"/>
                  </a:lnTo>
                  <a:lnTo>
                    <a:pt x="123905" y="1349421"/>
                  </a:lnTo>
                  <a:lnTo>
                    <a:pt x="125153" y="1348317"/>
                  </a:lnTo>
                  <a:lnTo>
                    <a:pt x="131300" y="1347214"/>
                  </a:lnTo>
                  <a:lnTo>
                    <a:pt x="138963" y="1348310"/>
                  </a:lnTo>
                  <a:lnTo>
                    <a:pt x="139753" y="1347716"/>
                  </a:lnTo>
                  <a:lnTo>
                    <a:pt x="139015" y="1343592"/>
                  </a:lnTo>
                  <a:lnTo>
                    <a:pt x="138932" y="1341964"/>
                  </a:lnTo>
                  <a:lnTo>
                    <a:pt x="139396" y="1338236"/>
                  </a:lnTo>
                  <a:lnTo>
                    <a:pt x="139875" y="1336235"/>
                  </a:lnTo>
                  <a:lnTo>
                    <a:pt x="140781" y="1335231"/>
                  </a:lnTo>
                  <a:lnTo>
                    <a:pt x="144350" y="1336022"/>
                  </a:lnTo>
                  <a:lnTo>
                    <a:pt x="145460" y="1337863"/>
                  </a:lnTo>
                  <a:lnTo>
                    <a:pt x="146655" y="1341021"/>
                  </a:lnTo>
                  <a:lnTo>
                    <a:pt x="147864" y="1342816"/>
                  </a:lnTo>
                  <a:lnTo>
                    <a:pt x="151653" y="1344627"/>
                  </a:lnTo>
                  <a:lnTo>
                    <a:pt x="152087" y="1345875"/>
                  </a:lnTo>
                  <a:lnTo>
                    <a:pt x="150641" y="1350630"/>
                  </a:lnTo>
                  <a:lnTo>
                    <a:pt x="149127" y="1353118"/>
                  </a:lnTo>
                  <a:lnTo>
                    <a:pt x="145992" y="1359639"/>
                  </a:lnTo>
                  <a:lnTo>
                    <a:pt x="145795" y="1361313"/>
                  </a:lnTo>
                  <a:lnTo>
                    <a:pt x="150626" y="1358391"/>
                  </a:lnTo>
                  <a:lnTo>
                    <a:pt x="156051" y="1354336"/>
                  </a:lnTo>
                  <a:lnTo>
                    <a:pt x="160710" y="1352099"/>
                  </a:lnTo>
                  <a:lnTo>
                    <a:pt x="164605" y="1351688"/>
                  </a:lnTo>
                  <a:lnTo>
                    <a:pt x="167390" y="1350364"/>
                  </a:lnTo>
                  <a:lnTo>
                    <a:pt x="169072" y="1348135"/>
                  </a:lnTo>
                  <a:lnTo>
                    <a:pt x="170274" y="1345844"/>
                  </a:lnTo>
                  <a:lnTo>
                    <a:pt x="172686" y="1338426"/>
                  </a:lnTo>
                  <a:lnTo>
                    <a:pt x="174283" y="1337140"/>
                  </a:lnTo>
                  <a:lnTo>
                    <a:pt x="180979" y="1337597"/>
                  </a:lnTo>
                  <a:lnTo>
                    <a:pt x="182569" y="1337369"/>
                  </a:lnTo>
                  <a:lnTo>
                    <a:pt x="183604" y="1336646"/>
                  </a:lnTo>
                  <a:lnTo>
                    <a:pt x="183414" y="1335702"/>
                  </a:lnTo>
                  <a:lnTo>
                    <a:pt x="181998" y="1334553"/>
                  </a:lnTo>
                  <a:lnTo>
                    <a:pt x="180089" y="1334234"/>
                  </a:lnTo>
                  <a:lnTo>
                    <a:pt x="180043" y="1333709"/>
                  </a:lnTo>
                  <a:lnTo>
                    <a:pt x="180751" y="1332484"/>
                  </a:lnTo>
                  <a:lnTo>
                    <a:pt x="181793" y="1331776"/>
                  </a:lnTo>
                  <a:lnTo>
                    <a:pt x="185095" y="1330932"/>
                  </a:lnTo>
                  <a:lnTo>
                    <a:pt x="187264" y="1333625"/>
                  </a:lnTo>
                  <a:lnTo>
                    <a:pt x="188740" y="1333815"/>
                  </a:lnTo>
                  <a:lnTo>
                    <a:pt x="193640" y="1330825"/>
                  </a:lnTo>
                  <a:lnTo>
                    <a:pt x="201164" y="1322867"/>
                  </a:lnTo>
                  <a:lnTo>
                    <a:pt x="204170" y="1320645"/>
                  </a:lnTo>
                  <a:lnTo>
                    <a:pt x="206780" y="1320257"/>
                  </a:lnTo>
                  <a:lnTo>
                    <a:pt x="208978" y="1321710"/>
                  </a:lnTo>
                  <a:lnTo>
                    <a:pt x="210675" y="1321330"/>
                  </a:lnTo>
                  <a:lnTo>
                    <a:pt x="212904" y="1316810"/>
                  </a:lnTo>
                  <a:lnTo>
                    <a:pt x="213787" y="1314398"/>
                  </a:lnTo>
                  <a:lnTo>
                    <a:pt x="215164" y="1312306"/>
                  </a:lnTo>
                  <a:lnTo>
                    <a:pt x="220734" y="1307581"/>
                  </a:lnTo>
                  <a:lnTo>
                    <a:pt x="224302" y="1306569"/>
                  </a:lnTo>
                  <a:lnTo>
                    <a:pt x="226478" y="1307444"/>
                  </a:lnTo>
                  <a:lnTo>
                    <a:pt x="229073" y="1309407"/>
                  </a:lnTo>
                  <a:lnTo>
                    <a:pt x="231211" y="1310168"/>
                  </a:lnTo>
                  <a:lnTo>
                    <a:pt x="234026" y="1309590"/>
                  </a:lnTo>
                  <a:lnTo>
                    <a:pt x="236126" y="1309848"/>
                  </a:lnTo>
                  <a:lnTo>
                    <a:pt x="237123" y="1308897"/>
                  </a:lnTo>
                  <a:lnTo>
                    <a:pt x="240714" y="1303495"/>
                  </a:lnTo>
                  <a:lnTo>
                    <a:pt x="241878" y="1303442"/>
                  </a:lnTo>
                  <a:lnTo>
                    <a:pt x="242996" y="1305032"/>
                  </a:lnTo>
                  <a:lnTo>
                    <a:pt x="244800" y="1308951"/>
                  </a:lnTo>
                  <a:lnTo>
                    <a:pt x="244807" y="1310914"/>
                  </a:lnTo>
                  <a:lnTo>
                    <a:pt x="242456" y="1315669"/>
                  </a:lnTo>
                  <a:lnTo>
                    <a:pt x="225147" y="1329182"/>
                  </a:lnTo>
                  <a:lnTo>
                    <a:pt x="219813" y="1334972"/>
                  </a:lnTo>
                  <a:lnTo>
                    <a:pt x="217173" y="1337087"/>
                  </a:lnTo>
                  <a:lnTo>
                    <a:pt x="214441" y="1338282"/>
                  </a:lnTo>
                  <a:lnTo>
                    <a:pt x="209146" y="1339278"/>
                  </a:lnTo>
                  <a:lnTo>
                    <a:pt x="207046" y="1340450"/>
                  </a:lnTo>
                  <a:lnTo>
                    <a:pt x="203485" y="1341500"/>
                  </a:lnTo>
                  <a:lnTo>
                    <a:pt x="195161" y="1343341"/>
                  </a:lnTo>
                  <a:lnTo>
                    <a:pt x="193563" y="1344231"/>
                  </a:lnTo>
                  <a:lnTo>
                    <a:pt x="192475" y="1345274"/>
                  </a:lnTo>
                  <a:lnTo>
                    <a:pt x="189485" y="1352289"/>
                  </a:lnTo>
                  <a:lnTo>
                    <a:pt x="188032" y="1354572"/>
                  </a:lnTo>
                  <a:lnTo>
                    <a:pt x="185171" y="1358003"/>
                  </a:lnTo>
                  <a:lnTo>
                    <a:pt x="181960" y="1360103"/>
                  </a:lnTo>
                  <a:lnTo>
                    <a:pt x="177570" y="1360902"/>
                  </a:lnTo>
                  <a:lnTo>
                    <a:pt x="174778" y="1364158"/>
                  </a:lnTo>
                  <a:lnTo>
                    <a:pt x="171567" y="1370413"/>
                  </a:lnTo>
                  <a:lnTo>
                    <a:pt x="168973" y="1374749"/>
                  </a:lnTo>
                  <a:lnTo>
                    <a:pt x="166013" y="1378417"/>
                  </a:lnTo>
                  <a:lnTo>
                    <a:pt x="162794" y="1383195"/>
                  </a:lnTo>
                  <a:lnTo>
                    <a:pt x="161957" y="1385706"/>
                  </a:lnTo>
                  <a:lnTo>
                    <a:pt x="162916" y="1389000"/>
                  </a:lnTo>
                  <a:lnTo>
                    <a:pt x="163449" y="1390096"/>
                  </a:lnTo>
                  <a:lnTo>
                    <a:pt x="166682" y="1391869"/>
                  </a:lnTo>
                  <a:lnTo>
                    <a:pt x="167938" y="1391465"/>
                  </a:lnTo>
                  <a:lnTo>
                    <a:pt x="166781" y="1389708"/>
                  </a:lnTo>
                  <a:lnTo>
                    <a:pt x="164065" y="1387159"/>
                  </a:lnTo>
                  <a:lnTo>
                    <a:pt x="163700" y="1386238"/>
                  </a:lnTo>
                  <a:lnTo>
                    <a:pt x="164400" y="1385516"/>
                  </a:lnTo>
                  <a:lnTo>
                    <a:pt x="177167" y="1387440"/>
                  </a:lnTo>
                  <a:lnTo>
                    <a:pt x="179906" y="1385500"/>
                  </a:lnTo>
                  <a:lnTo>
                    <a:pt x="180865" y="1383849"/>
                  </a:lnTo>
                  <a:lnTo>
                    <a:pt x="180659" y="1383005"/>
                  </a:lnTo>
                  <a:lnTo>
                    <a:pt x="177197" y="1382655"/>
                  </a:lnTo>
                  <a:lnTo>
                    <a:pt x="176452" y="1381080"/>
                  </a:lnTo>
                  <a:lnTo>
                    <a:pt x="175904" y="1378112"/>
                  </a:lnTo>
                  <a:lnTo>
                    <a:pt x="175790" y="1375746"/>
                  </a:lnTo>
                  <a:lnTo>
                    <a:pt x="176102" y="1373989"/>
                  </a:lnTo>
                  <a:lnTo>
                    <a:pt x="176886" y="1371752"/>
                  </a:lnTo>
                  <a:lnTo>
                    <a:pt x="180598" y="1368077"/>
                  </a:lnTo>
                  <a:lnTo>
                    <a:pt x="184593" y="1366502"/>
                  </a:lnTo>
                  <a:lnTo>
                    <a:pt x="187667" y="1364417"/>
                  </a:lnTo>
                  <a:lnTo>
                    <a:pt x="189371" y="1362446"/>
                  </a:lnTo>
                  <a:lnTo>
                    <a:pt x="193959" y="1359068"/>
                  </a:lnTo>
                  <a:lnTo>
                    <a:pt x="195800" y="1356321"/>
                  </a:lnTo>
                  <a:lnTo>
                    <a:pt x="196790" y="1354184"/>
                  </a:lnTo>
                  <a:lnTo>
                    <a:pt x="196911" y="1353118"/>
                  </a:lnTo>
                  <a:lnTo>
                    <a:pt x="196082" y="1352342"/>
                  </a:lnTo>
                  <a:lnTo>
                    <a:pt x="196759" y="1350501"/>
                  </a:lnTo>
                  <a:lnTo>
                    <a:pt x="200099" y="1348850"/>
                  </a:lnTo>
                  <a:lnTo>
                    <a:pt x="201568" y="1348705"/>
                  </a:lnTo>
                  <a:lnTo>
                    <a:pt x="206270" y="1350288"/>
                  </a:lnTo>
                  <a:lnTo>
                    <a:pt x="207122" y="1351520"/>
                  </a:lnTo>
                  <a:lnTo>
                    <a:pt x="206658" y="1354785"/>
                  </a:lnTo>
                  <a:lnTo>
                    <a:pt x="207312" y="1354632"/>
                  </a:lnTo>
                  <a:lnTo>
                    <a:pt x="209123" y="1350478"/>
                  </a:lnTo>
                  <a:lnTo>
                    <a:pt x="210135" y="1349093"/>
                  </a:lnTo>
                  <a:lnTo>
                    <a:pt x="211177" y="1348819"/>
                  </a:lnTo>
                  <a:lnTo>
                    <a:pt x="212235" y="1349352"/>
                  </a:lnTo>
                  <a:lnTo>
                    <a:pt x="213308" y="1350691"/>
                  </a:lnTo>
                  <a:lnTo>
                    <a:pt x="213886" y="1354678"/>
                  </a:lnTo>
                  <a:lnTo>
                    <a:pt x="213977" y="1361298"/>
                  </a:lnTo>
                  <a:lnTo>
                    <a:pt x="214221" y="1363960"/>
                  </a:lnTo>
                  <a:lnTo>
                    <a:pt x="215423" y="1359395"/>
                  </a:lnTo>
                  <a:lnTo>
                    <a:pt x="216260" y="1357273"/>
                  </a:lnTo>
                  <a:lnTo>
                    <a:pt x="220840" y="1347488"/>
                  </a:lnTo>
                  <a:lnTo>
                    <a:pt x="223929" y="1342101"/>
                  </a:lnTo>
                  <a:lnTo>
                    <a:pt x="227399" y="1336828"/>
                  </a:lnTo>
                  <a:lnTo>
                    <a:pt x="232436" y="1332872"/>
                  </a:lnTo>
                  <a:lnTo>
                    <a:pt x="244084" y="1326291"/>
                  </a:lnTo>
                  <a:lnTo>
                    <a:pt x="250643" y="1324510"/>
                  </a:lnTo>
                  <a:lnTo>
                    <a:pt x="253968" y="1322867"/>
                  </a:lnTo>
                  <a:lnTo>
                    <a:pt x="255596" y="1321436"/>
                  </a:lnTo>
                  <a:lnTo>
                    <a:pt x="256631" y="1319671"/>
                  </a:lnTo>
                  <a:lnTo>
                    <a:pt x="258457" y="1317632"/>
                  </a:lnTo>
                  <a:lnTo>
                    <a:pt x="258784" y="1317799"/>
                  </a:lnTo>
                  <a:lnTo>
                    <a:pt x="258077" y="1322068"/>
                  </a:lnTo>
                  <a:lnTo>
                    <a:pt x="257605" y="1323300"/>
                  </a:lnTo>
                  <a:lnTo>
                    <a:pt x="253336" y="1325933"/>
                  </a:lnTo>
                  <a:lnTo>
                    <a:pt x="252918" y="1327942"/>
                  </a:lnTo>
                  <a:lnTo>
                    <a:pt x="253382" y="1331031"/>
                  </a:lnTo>
                  <a:lnTo>
                    <a:pt x="254120" y="1333062"/>
                  </a:lnTo>
                  <a:lnTo>
                    <a:pt x="255132" y="1334044"/>
                  </a:lnTo>
                  <a:lnTo>
                    <a:pt x="256897" y="1333351"/>
                  </a:lnTo>
                  <a:lnTo>
                    <a:pt x="259431" y="1330970"/>
                  </a:lnTo>
                  <a:lnTo>
                    <a:pt x="262581" y="1327318"/>
                  </a:lnTo>
                  <a:lnTo>
                    <a:pt x="269390" y="1318012"/>
                  </a:lnTo>
                  <a:lnTo>
                    <a:pt x="269976" y="1316300"/>
                  </a:lnTo>
                  <a:lnTo>
                    <a:pt x="271696" y="1308768"/>
                  </a:lnTo>
                  <a:lnTo>
                    <a:pt x="275599" y="1305428"/>
                  </a:lnTo>
                  <a:lnTo>
                    <a:pt x="282667" y="1301624"/>
                  </a:lnTo>
                  <a:lnTo>
                    <a:pt x="284402" y="1299196"/>
                  </a:lnTo>
                  <a:lnTo>
                    <a:pt x="278209" y="1297135"/>
                  </a:lnTo>
                  <a:lnTo>
                    <a:pt x="276923" y="1295712"/>
                  </a:lnTo>
                  <a:lnTo>
                    <a:pt x="276725" y="1294860"/>
                  </a:lnTo>
                  <a:lnTo>
                    <a:pt x="277897" y="1292676"/>
                  </a:lnTo>
                  <a:lnTo>
                    <a:pt x="275066" y="1290500"/>
                  </a:lnTo>
                  <a:lnTo>
                    <a:pt x="274024" y="1289161"/>
                  </a:lnTo>
                  <a:lnTo>
                    <a:pt x="274070" y="1285250"/>
                  </a:lnTo>
                  <a:lnTo>
                    <a:pt x="274937" y="1282435"/>
                  </a:lnTo>
                  <a:lnTo>
                    <a:pt x="276794" y="1279703"/>
                  </a:lnTo>
                  <a:lnTo>
                    <a:pt x="277851" y="1279224"/>
                  </a:lnTo>
                  <a:lnTo>
                    <a:pt x="280613" y="1280814"/>
                  </a:lnTo>
                  <a:lnTo>
                    <a:pt x="282941" y="1282861"/>
                  </a:lnTo>
                  <a:lnTo>
                    <a:pt x="290968" y="1292318"/>
                  </a:lnTo>
                  <a:lnTo>
                    <a:pt x="294194" y="1296914"/>
                  </a:lnTo>
                  <a:lnTo>
                    <a:pt x="296066" y="1300505"/>
                  </a:lnTo>
                  <a:lnTo>
                    <a:pt x="300586" y="1311667"/>
                  </a:lnTo>
                  <a:lnTo>
                    <a:pt x="302579" y="1318073"/>
                  </a:lnTo>
                  <a:lnTo>
                    <a:pt x="304177" y="1324639"/>
                  </a:lnTo>
                  <a:lnTo>
                    <a:pt x="305752" y="1329357"/>
                  </a:lnTo>
                  <a:lnTo>
                    <a:pt x="307304" y="1332240"/>
                  </a:lnTo>
                  <a:lnTo>
                    <a:pt x="315027" y="1343592"/>
                  </a:lnTo>
                  <a:lnTo>
                    <a:pt x="319006" y="1348355"/>
                  </a:lnTo>
                  <a:lnTo>
                    <a:pt x="322346" y="1351307"/>
                  </a:lnTo>
                  <a:lnTo>
                    <a:pt x="326181" y="1353643"/>
                  </a:lnTo>
                  <a:lnTo>
                    <a:pt x="330510" y="1355363"/>
                  </a:lnTo>
                  <a:lnTo>
                    <a:pt x="333462" y="1355507"/>
                  </a:lnTo>
                  <a:lnTo>
                    <a:pt x="338050" y="1350737"/>
                  </a:lnTo>
                  <a:lnTo>
                    <a:pt x="338157" y="1347587"/>
                  </a:lnTo>
                  <a:lnTo>
                    <a:pt x="336133" y="1342322"/>
                  </a:lnTo>
                  <a:lnTo>
                    <a:pt x="334094" y="1338662"/>
                  </a:lnTo>
                  <a:lnTo>
                    <a:pt x="334337" y="1336425"/>
                  </a:lnTo>
                  <a:lnTo>
                    <a:pt x="337031" y="1332126"/>
                  </a:lnTo>
                  <a:lnTo>
                    <a:pt x="336848" y="1330627"/>
                  </a:lnTo>
                  <a:lnTo>
                    <a:pt x="337419" y="1326176"/>
                  </a:lnTo>
                  <a:lnTo>
                    <a:pt x="339283" y="1327029"/>
                  </a:lnTo>
                  <a:lnTo>
                    <a:pt x="340013" y="1326854"/>
                  </a:lnTo>
                  <a:lnTo>
                    <a:pt x="341056" y="1325218"/>
                  </a:lnTo>
                  <a:lnTo>
                    <a:pt x="342395" y="1322113"/>
                  </a:lnTo>
                  <a:lnTo>
                    <a:pt x="344084" y="1319542"/>
                  </a:lnTo>
                  <a:lnTo>
                    <a:pt x="346123" y="1317503"/>
                  </a:lnTo>
                  <a:lnTo>
                    <a:pt x="346671" y="1316164"/>
                  </a:lnTo>
                  <a:lnTo>
                    <a:pt x="344647" y="1315197"/>
                  </a:lnTo>
                  <a:lnTo>
                    <a:pt x="343422" y="1315197"/>
                  </a:lnTo>
                  <a:lnTo>
                    <a:pt x="342509" y="1314756"/>
                  </a:lnTo>
                  <a:lnTo>
                    <a:pt x="341915" y="1313881"/>
                  </a:lnTo>
                  <a:lnTo>
                    <a:pt x="342722" y="1312930"/>
                  </a:lnTo>
                  <a:lnTo>
                    <a:pt x="347150" y="1310526"/>
                  </a:lnTo>
                  <a:lnTo>
                    <a:pt x="347979" y="1308220"/>
                  </a:lnTo>
                  <a:lnTo>
                    <a:pt x="349395" y="1306683"/>
                  </a:lnTo>
                  <a:lnTo>
                    <a:pt x="351213" y="1306067"/>
                  </a:lnTo>
                  <a:lnTo>
                    <a:pt x="352331" y="1306706"/>
                  </a:lnTo>
                  <a:lnTo>
                    <a:pt x="353572" y="1308616"/>
                  </a:lnTo>
                  <a:lnTo>
                    <a:pt x="353633" y="1311667"/>
                  </a:lnTo>
                  <a:lnTo>
                    <a:pt x="353085" y="1316620"/>
                  </a:lnTo>
                  <a:lnTo>
                    <a:pt x="352986" y="1320607"/>
                  </a:lnTo>
                  <a:lnTo>
                    <a:pt x="354378" y="1329958"/>
                  </a:lnTo>
                  <a:lnTo>
                    <a:pt x="355611" y="1331989"/>
                  </a:lnTo>
                  <a:lnTo>
                    <a:pt x="360404" y="1334728"/>
                  </a:lnTo>
                  <a:lnTo>
                    <a:pt x="360107" y="1336988"/>
                  </a:lnTo>
                  <a:lnTo>
                    <a:pt x="354561" y="1346727"/>
                  </a:lnTo>
                  <a:lnTo>
                    <a:pt x="353374" y="1349101"/>
                  </a:lnTo>
                  <a:lnTo>
                    <a:pt x="352788" y="1350904"/>
                  </a:lnTo>
                  <a:lnTo>
                    <a:pt x="352986" y="1352426"/>
                  </a:lnTo>
                  <a:lnTo>
                    <a:pt x="353967" y="1353674"/>
                  </a:lnTo>
                  <a:lnTo>
                    <a:pt x="355847" y="1354556"/>
                  </a:lnTo>
                  <a:lnTo>
                    <a:pt x="360686" y="1354914"/>
                  </a:lnTo>
                  <a:lnTo>
                    <a:pt x="362010" y="1354069"/>
                  </a:lnTo>
                  <a:lnTo>
                    <a:pt x="371414" y="1353795"/>
                  </a:lnTo>
                  <a:lnTo>
                    <a:pt x="373141" y="1353073"/>
                  </a:lnTo>
                  <a:lnTo>
                    <a:pt x="374594" y="1351209"/>
                  </a:lnTo>
                  <a:lnTo>
                    <a:pt x="376709" y="1346552"/>
                  </a:lnTo>
                  <a:lnTo>
                    <a:pt x="379106" y="1345129"/>
                  </a:lnTo>
                  <a:lnTo>
                    <a:pt x="379859" y="1343821"/>
                  </a:lnTo>
                  <a:lnTo>
                    <a:pt x="381335" y="1338251"/>
                  </a:lnTo>
                  <a:lnTo>
                    <a:pt x="382066" y="1331761"/>
                  </a:lnTo>
                  <a:lnTo>
                    <a:pt x="382789" y="1329030"/>
                  </a:lnTo>
                  <a:lnTo>
                    <a:pt x="383877" y="1327325"/>
                  </a:lnTo>
                  <a:lnTo>
                    <a:pt x="385353" y="1326777"/>
                  </a:lnTo>
                  <a:lnTo>
                    <a:pt x="389012" y="1327417"/>
                  </a:lnTo>
                  <a:lnTo>
                    <a:pt x="390732" y="1326861"/>
                  </a:lnTo>
                  <a:lnTo>
                    <a:pt x="397511" y="1327417"/>
                  </a:lnTo>
                  <a:lnTo>
                    <a:pt x="404290" y="1326937"/>
                  </a:lnTo>
                  <a:lnTo>
                    <a:pt x="411298" y="1328094"/>
                  </a:lnTo>
                  <a:lnTo>
                    <a:pt x="415795" y="1329433"/>
                  </a:lnTo>
                  <a:lnTo>
                    <a:pt x="419956" y="1331540"/>
                  </a:lnTo>
                  <a:lnTo>
                    <a:pt x="427938" y="1336532"/>
                  </a:lnTo>
                  <a:lnTo>
                    <a:pt x="431095" y="1339202"/>
                  </a:lnTo>
                  <a:lnTo>
                    <a:pt x="442242" y="1351170"/>
                  </a:lnTo>
                  <a:lnTo>
                    <a:pt x="445498" y="1353598"/>
                  </a:lnTo>
                  <a:lnTo>
                    <a:pt x="451631" y="1355911"/>
                  </a:lnTo>
                  <a:lnTo>
                    <a:pt x="472646" y="1361054"/>
                  </a:lnTo>
                  <a:lnTo>
                    <a:pt x="475286" y="1362431"/>
                  </a:lnTo>
                  <a:lnTo>
                    <a:pt x="480825" y="1367803"/>
                  </a:lnTo>
                  <a:lnTo>
                    <a:pt x="484637" y="1370922"/>
                  </a:lnTo>
                  <a:lnTo>
                    <a:pt x="489164" y="1373897"/>
                  </a:lnTo>
                  <a:lnTo>
                    <a:pt x="494817" y="1376461"/>
                  </a:lnTo>
                  <a:lnTo>
                    <a:pt x="505903" y="1380326"/>
                  </a:lnTo>
                  <a:lnTo>
                    <a:pt x="507706" y="1381605"/>
                  </a:lnTo>
                  <a:lnTo>
                    <a:pt x="509738" y="1381978"/>
                  </a:lnTo>
                  <a:lnTo>
                    <a:pt x="511997" y="1381453"/>
                  </a:lnTo>
                  <a:lnTo>
                    <a:pt x="522155" y="1383659"/>
                  </a:lnTo>
                  <a:lnTo>
                    <a:pt x="524833" y="1383553"/>
                  </a:lnTo>
                  <a:lnTo>
                    <a:pt x="526766" y="1383963"/>
                  </a:lnTo>
                  <a:lnTo>
                    <a:pt x="529147" y="1385546"/>
                  </a:lnTo>
                  <a:lnTo>
                    <a:pt x="532632" y="1386132"/>
                  </a:lnTo>
                  <a:lnTo>
                    <a:pt x="532510" y="1385036"/>
                  </a:lnTo>
                  <a:lnTo>
                    <a:pt x="528531" y="1378965"/>
                  </a:lnTo>
                  <a:lnTo>
                    <a:pt x="528706" y="1378006"/>
                  </a:lnTo>
                  <a:lnTo>
                    <a:pt x="530342" y="1377930"/>
                  </a:lnTo>
                  <a:lnTo>
                    <a:pt x="535264" y="1378949"/>
                  </a:lnTo>
                  <a:lnTo>
                    <a:pt x="536390" y="1377215"/>
                  </a:lnTo>
                  <a:lnTo>
                    <a:pt x="538034" y="1377253"/>
                  </a:lnTo>
                  <a:lnTo>
                    <a:pt x="541777" y="1378090"/>
                  </a:lnTo>
                  <a:lnTo>
                    <a:pt x="545810" y="1379969"/>
                  </a:lnTo>
                  <a:lnTo>
                    <a:pt x="550131" y="1382875"/>
                  </a:lnTo>
                  <a:lnTo>
                    <a:pt x="555389" y="1385356"/>
                  </a:lnTo>
                  <a:lnTo>
                    <a:pt x="563363" y="1391488"/>
                  </a:lnTo>
                  <a:lnTo>
                    <a:pt x="567768" y="1396571"/>
                  </a:lnTo>
                  <a:lnTo>
                    <a:pt x="571945" y="1402863"/>
                  </a:lnTo>
                  <a:lnTo>
                    <a:pt x="574235" y="1407215"/>
                  </a:lnTo>
                  <a:lnTo>
                    <a:pt x="574639" y="1409650"/>
                  </a:lnTo>
                  <a:lnTo>
                    <a:pt x="575514" y="1410852"/>
                  </a:lnTo>
                  <a:lnTo>
                    <a:pt x="576853" y="1410837"/>
                  </a:lnTo>
                  <a:lnTo>
                    <a:pt x="577362" y="1411757"/>
                  </a:lnTo>
                  <a:lnTo>
                    <a:pt x="576160" y="1417114"/>
                  </a:lnTo>
                  <a:lnTo>
                    <a:pt x="575468" y="1418445"/>
                  </a:lnTo>
                  <a:lnTo>
                    <a:pt x="574555" y="1419404"/>
                  </a:lnTo>
                  <a:lnTo>
                    <a:pt x="570735" y="1420492"/>
                  </a:lnTo>
                  <a:lnTo>
                    <a:pt x="560266" y="1419206"/>
                  </a:lnTo>
                  <a:lnTo>
                    <a:pt x="558410" y="1423513"/>
                  </a:lnTo>
                  <a:lnTo>
                    <a:pt x="552543" y="1427142"/>
                  </a:lnTo>
                  <a:lnTo>
                    <a:pt x="551501" y="1428725"/>
                  </a:lnTo>
                  <a:lnTo>
                    <a:pt x="551265" y="1429873"/>
                  </a:lnTo>
                  <a:lnTo>
                    <a:pt x="551691" y="1433624"/>
                  </a:lnTo>
                  <a:lnTo>
                    <a:pt x="550946" y="1434766"/>
                  </a:lnTo>
                  <a:lnTo>
                    <a:pt x="546137" y="1439026"/>
                  </a:lnTo>
                  <a:lnTo>
                    <a:pt x="545977" y="1440229"/>
                  </a:lnTo>
                  <a:lnTo>
                    <a:pt x="549097" y="1441971"/>
                  </a:lnTo>
                  <a:lnTo>
                    <a:pt x="552414" y="1444938"/>
                  </a:lnTo>
                  <a:lnTo>
                    <a:pt x="555024" y="1445661"/>
                  </a:lnTo>
                  <a:lnTo>
                    <a:pt x="558318" y="1445258"/>
                  </a:lnTo>
                  <a:lnTo>
                    <a:pt x="562457" y="1446300"/>
                  </a:lnTo>
                  <a:lnTo>
                    <a:pt x="567441" y="1448781"/>
                  </a:lnTo>
                  <a:lnTo>
                    <a:pt x="570910" y="1449907"/>
                  </a:lnTo>
                  <a:lnTo>
                    <a:pt x="572858" y="1449694"/>
                  </a:lnTo>
                  <a:lnTo>
                    <a:pt x="575521" y="1450150"/>
                  </a:lnTo>
                  <a:lnTo>
                    <a:pt x="578892" y="1451276"/>
                  </a:lnTo>
                  <a:lnTo>
                    <a:pt x="583404" y="1451664"/>
                  </a:lnTo>
                  <a:lnTo>
                    <a:pt x="593371" y="1451565"/>
                  </a:lnTo>
                  <a:lnTo>
                    <a:pt x="596361" y="1452410"/>
                  </a:lnTo>
                  <a:lnTo>
                    <a:pt x="600538" y="1452790"/>
                  </a:lnTo>
                  <a:lnTo>
                    <a:pt x="608573" y="1452669"/>
                  </a:lnTo>
                  <a:lnTo>
                    <a:pt x="610026" y="1452509"/>
                  </a:lnTo>
                  <a:lnTo>
                    <a:pt x="612598" y="1450554"/>
                  </a:lnTo>
                  <a:lnTo>
                    <a:pt x="614256" y="1449907"/>
                  </a:lnTo>
                  <a:lnTo>
                    <a:pt x="617148" y="1449876"/>
                  </a:lnTo>
                  <a:lnTo>
                    <a:pt x="625487" y="1448438"/>
                  </a:lnTo>
                  <a:lnTo>
                    <a:pt x="628370" y="1448461"/>
                  </a:lnTo>
                  <a:lnTo>
                    <a:pt x="631041" y="1447366"/>
                  </a:lnTo>
                  <a:lnTo>
                    <a:pt x="634457" y="1445159"/>
                  </a:lnTo>
                  <a:lnTo>
                    <a:pt x="636565" y="1444741"/>
                  </a:lnTo>
                  <a:lnTo>
                    <a:pt x="637364" y="1446118"/>
                  </a:lnTo>
                  <a:lnTo>
                    <a:pt x="638802" y="1446719"/>
                  </a:lnTo>
                  <a:lnTo>
                    <a:pt x="640879" y="1446544"/>
                  </a:lnTo>
                  <a:lnTo>
                    <a:pt x="644835" y="1444200"/>
                  </a:lnTo>
                  <a:lnTo>
                    <a:pt x="654080" y="1437292"/>
                  </a:lnTo>
                  <a:lnTo>
                    <a:pt x="657405" y="1437299"/>
                  </a:lnTo>
                  <a:lnTo>
                    <a:pt x="659847" y="1435123"/>
                  </a:lnTo>
                  <a:lnTo>
                    <a:pt x="660448" y="1435085"/>
                  </a:lnTo>
                  <a:lnTo>
                    <a:pt x="661118" y="1435983"/>
                  </a:lnTo>
                  <a:lnTo>
                    <a:pt x="663377" y="1441050"/>
                  </a:lnTo>
                  <a:lnTo>
                    <a:pt x="664070" y="1441864"/>
                  </a:lnTo>
                  <a:lnTo>
                    <a:pt x="665629" y="1442306"/>
                  </a:lnTo>
                  <a:lnTo>
                    <a:pt x="667151" y="1444893"/>
                  </a:lnTo>
                  <a:lnTo>
                    <a:pt x="668734" y="1448750"/>
                  </a:lnTo>
                  <a:lnTo>
                    <a:pt x="669921" y="1449823"/>
                  </a:lnTo>
                  <a:lnTo>
                    <a:pt x="678595" y="1449983"/>
                  </a:lnTo>
                  <a:lnTo>
                    <a:pt x="681646" y="1451056"/>
                  </a:lnTo>
                  <a:lnTo>
                    <a:pt x="682566" y="1452159"/>
                  </a:lnTo>
                  <a:lnTo>
                    <a:pt x="683502" y="1455195"/>
                  </a:lnTo>
                  <a:lnTo>
                    <a:pt x="684073" y="1461053"/>
                  </a:lnTo>
                  <a:lnTo>
                    <a:pt x="684453" y="1463191"/>
                  </a:lnTo>
                  <a:lnTo>
                    <a:pt x="685716" y="1466303"/>
                  </a:lnTo>
                  <a:lnTo>
                    <a:pt x="686545" y="1467201"/>
                  </a:lnTo>
                  <a:lnTo>
                    <a:pt x="687329" y="1466341"/>
                  </a:lnTo>
                  <a:lnTo>
                    <a:pt x="689467" y="1458238"/>
                  </a:lnTo>
                  <a:lnTo>
                    <a:pt x="690213" y="1456929"/>
                  </a:lnTo>
                  <a:lnTo>
                    <a:pt x="691643" y="1457386"/>
                  </a:lnTo>
                  <a:lnTo>
                    <a:pt x="692077" y="1457782"/>
                  </a:lnTo>
                  <a:lnTo>
                    <a:pt x="694245" y="1463792"/>
                  </a:lnTo>
                  <a:lnTo>
                    <a:pt x="697327" y="1468236"/>
                  </a:lnTo>
                  <a:lnTo>
                    <a:pt x="704973" y="1476369"/>
                  </a:lnTo>
                  <a:lnTo>
                    <a:pt x="706221" y="1479344"/>
                  </a:lnTo>
                  <a:lnTo>
                    <a:pt x="706678" y="1481543"/>
                  </a:lnTo>
                  <a:lnTo>
                    <a:pt x="706244" y="1483506"/>
                  </a:lnTo>
                  <a:lnTo>
                    <a:pt x="704928" y="1485241"/>
                  </a:lnTo>
                  <a:lnTo>
                    <a:pt x="702851" y="1486633"/>
                  </a:lnTo>
                  <a:lnTo>
                    <a:pt x="700028" y="1487683"/>
                  </a:lnTo>
                  <a:lnTo>
                    <a:pt x="697388" y="1487303"/>
                  </a:lnTo>
                  <a:lnTo>
                    <a:pt x="694938" y="1485500"/>
                  </a:lnTo>
                  <a:lnTo>
                    <a:pt x="694146" y="1485393"/>
                  </a:lnTo>
                  <a:lnTo>
                    <a:pt x="695021" y="1486998"/>
                  </a:lnTo>
                  <a:lnTo>
                    <a:pt x="700089" y="1493648"/>
                  </a:lnTo>
                  <a:lnTo>
                    <a:pt x="701375" y="1496296"/>
                  </a:lnTo>
                  <a:lnTo>
                    <a:pt x="702577" y="1498046"/>
                  </a:lnTo>
                  <a:lnTo>
                    <a:pt x="703688" y="1498913"/>
                  </a:lnTo>
                  <a:lnTo>
                    <a:pt x="704707" y="1500344"/>
                  </a:lnTo>
                  <a:lnTo>
                    <a:pt x="705643" y="1502330"/>
                  </a:lnTo>
                  <a:lnTo>
                    <a:pt x="709851" y="1507602"/>
                  </a:lnTo>
                  <a:lnTo>
                    <a:pt x="711045" y="1510113"/>
                  </a:lnTo>
                  <a:lnTo>
                    <a:pt x="715838" y="1517904"/>
                  </a:lnTo>
                  <a:lnTo>
                    <a:pt x="718113" y="1520955"/>
                  </a:lnTo>
                  <a:lnTo>
                    <a:pt x="719871" y="1522705"/>
                  </a:lnTo>
                  <a:lnTo>
                    <a:pt x="720548" y="1522880"/>
                  </a:lnTo>
                  <a:lnTo>
                    <a:pt x="720152" y="1521473"/>
                  </a:lnTo>
                  <a:lnTo>
                    <a:pt x="714035" y="1511102"/>
                  </a:lnTo>
                  <a:lnTo>
                    <a:pt x="710916" y="1504559"/>
                  </a:lnTo>
                  <a:lnTo>
                    <a:pt x="710474" y="1502984"/>
                  </a:lnTo>
                  <a:lnTo>
                    <a:pt x="710277" y="1500572"/>
                  </a:lnTo>
                  <a:lnTo>
                    <a:pt x="710155" y="1492537"/>
                  </a:lnTo>
                  <a:lnTo>
                    <a:pt x="710604" y="1491305"/>
                  </a:lnTo>
                  <a:lnTo>
                    <a:pt x="712711" y="1490270"/>
                  </a:lnTo>
                  <a:lnTo>
                    <a:pt x="715420" y="1493922"/>
                  </a:lnTo>
                  <a:lnTo>
                    <a:pt x="716447" y="1494432"/>
                  </a:lnTo>
                  <a:lnTo>
                    <a:pt x="717140" y="1494219"/>
                  </a:lnTo>
                  <a:lnTo>
                    <a:pt x="717497" y="1493276"/>
                  </a:lnTo>
                  <a:lnTo>
                    <a:pt x="719057" y="1494151"/>
                  </a:lnTo>
                  <a:lnTo>
                    <a:pt x="721811" y="1496836"/>
                  </a:lnTo>
                  <a:lnTo>
                    <a:pt x="722747" y="1496882"/>
                  </a:lnTo>
                  <a:lnTo>
                    <a:pt x="720670" y="1491731"/>
                  </a:lnTo>
                  <a:lnTo>
                    <a:pt x="719186" y="1489205"/>
                  </a:lnTo>
                  <a:lnTo>
                    <a:pt x="718661" y="1487447"/>
                  </a:lnTo>
                  <a:lnTo>
                    <a:pt x="720046" y="1484792"/>
                  </a:lnTo>
                  <a:lnTo>
                    <a:pt x="719293" y="1483453"/>
                  </a:lnTo>
                  <a:lnTo>
                    <a:pt x="715793" y="1479527"/>
                  </a:lnTo>
                  <a:lnTo>
                    <a:pt x="713974" y="1475449"/>
                  </a:lnTo>
                  <a:lnTo>
                    <a:pt x="712339" y="1469263"/>
                  </a:lnTo>
                  <a:lnTo>
                    <a:pt x="712194" y="1466851"/>
                  </a:lnTo>
                  <a:lnTo>
                    <a:pt x="712460" y="1464295"/>
                  </a:lnTo>
                  <a:lnTo>
                    <a:pt x="712217" y="1462233"/>
                  </a:lnTo>
                  <a:lnTo>
                    <a:pt x="710010" y="1458010"/>
                  </a:lnTo>
                  <a:lnTo>
                    <a:pt x="707621" y="1455081"/>
                  </a:lnTo>
                  <a:lnTo>
                    <a:pt x="705719" y="1451664"/>
                  </a:lnTo>
                  <a:lnTo>
                    <a:pt x="705331" y="1449861"/>
                  </a:lnTo>
                  <a:lnTo>
                    <a:pt x="705628" y="1444976"/>
                  </a:lnTo>
                  <a:lnTo>
                    <a:pt x="707066" y="1442846"/>
                  </a:lnTo>
                  <a:lnTo>
                    <a:pt x="709790" y="1439985"/>
                  </a:lnTo>
                  <a:lnTo>
                    <a:pt x="710528" y="1437026"/>
                  </a:lnTo>
                  <a:lnTo>
                    <a:pt x="709272" y="1433974"/>
                  </a:lnTo>
                  <a:lnTo>
                    <a:pt x="709044" y="1432582"/>
                  </a:lnTo>
                  <a:lnTo>
                    <a:pt x="709835" y="1432848"/>
                  </a:lnTo>
                  <a:lnTo>
                    <a:pt x="715214" y="1431311"/>
                  </a:lnTo>
                  <a:lnTo>
                    <a:pt x="716561" y="1431852"/>
                  </a:lnTo>
                  <a:lnTo>
                    <a:pt x="718593" y="1431197"/>
                  </a:lnTo>
                  <a:lnTo>
                    <a:pt x="721301" y="1429333"/>
                  </a:lnTo>
                  <a:lnTo>
                    <a:pt x="723424" y="1428496"/>
                  </a:lnTo>
                  <a:lnTo>
                    <a:pt x="726224" y="1428618"/>
                  </a:lnTo>
                  <a:lnTo>
                    <a:pt x="727738" y="1428169"/>
                  </a:lnTo>
                  <a:lnTo>
                    <a:pt x="729595" y="1427340"/>
                  </a:lnTo>
                  <a:lnTo>
                    <a:pt x="730553" y="1426412"/>
                  </a:lnTo>
                  <a:lnTo>
                    <a:pt x="732258" y="1422858"/>
                  </a:lnTo>
                  <a:lnTo>
                    <a:pt x="733171" y="1422326"/>
                  </a:lnTo>
                  <a:lnTo>
                    <a:pt x="736024" y="1422714"/>
                  </a:lnTo>
                  <a:lnTo>
                    <a:pt x="737629" y="1423498"/>
                  </a:lnTo>
                  <a:lnTo>
                    <a:pt x="738383" y="1423216"/>
                  </a:lnTo>
                  <a:lnTo>
                    <a:pt x="738268" y="1418156"/>
                  </a:lnTo>
                  <a:lnTo>
                    <a:pt x="738809" y="1416376"/>
                  </a:lnTo>
                  <a:lnTo>
                    <a:pt x="741654" y="1412686"/>
                  </a:lnTo>
                  <a:lnTo>
                    <a:pt x="744622" y="1412298"/>
                  </a:lnTo>
                  <a:lnTo>
                    <a:pt x="746608" y="1411286"/>
                  </a:lnTo>
                  <a:lnTo>
                    <a:pt x="748875" y="1409216"/>
                  </a:lnTo>
                  <a:lnTo>
                    <a:pt x="750495" y="1407352"/>
                  </a:lnTo>
                  <a:lnTo>
                    <a:pt x="752116" y="1404354"/>
                  </a:lnTo>
                  <a:lnTo>
                    <a:pt x="752778" y="1400520"/>
                  </a:lnTo>
                  <a:lnTo>
                    <a:pt x="752261" y="1399416"/>
                  </a:lnTo>
                  <a:lnTo>
                    <a:pt x="748890" y="1397933"/>
                  </a:lnTo>
                  <a:lnTo>
                    <a:pt x="746866" y="1398709"/>
                  </a:lnTo>
                  <a:lnTo>
                    <a:pt x="742377" y="1401440"/>
                  </a:lnTo>
                  <a:lnTo>
                    <a:pt x="737660" y="1404948"/>
                  </a:lnTo>
                  <a:lnTo>
                    <a:pt x="735841" y="1408197"/>
                  </a:lnTo>
                  <a:lnTo>
                    <a:pt x="735347" y="1412351"/>
                  </a:lnTo>
                  <a:lnTo>
                    <a:pt x="734457" y="1414177"/>
                  </a:lnTo>
                  <a:lnTo>
                    <a:pt x="730782" y="1412442"/>
                  </a:lnTo>
                  <a:lnTo>
                    <a:pt x="729214" y="1412473"/>
                  </a:lnTo>
                  <a:lnTo>
                    <a:pt x="727251" y="1413195"/>
                  </a:lnTo>
                  <a:lnTo>
                    <a:pt x="725166" y="1414786"/>
                  </a:lnTo>
                  <a:lnTo>
                    <a:pt x="722968" y="1417251"/>
                  </a:lnTo>
                  <a:lnTo>
                    <a:pt x="719726" y="1417700"/>
                  </a:lnTo>
                  <a:lnTo>
                    <a:pt x="715435" y="1416140"/>
                  </a:lnTo>
                  <a:lnTo>
                    <a:pt x="712864" y="1415699"/>
                  </a:lnTo>
                  <a:lnTo>
                    <a:pt x="710254" y="1418316"/>
                  </a:lnTo>
                  <a:lnTo>
                    <a:pt x="710414" y="1420256"/>
                  </a:lnTo>
                  <a:lnTo>
                    <a:pt x="711623" y="1423087"/>
                  </a:lnTo>
                  <a:lnTo>
                    <a:pt x="710421" y="1424760"/>
                  </a:lnTo>
                  <a:lnTo>
                    <a:pt x="704159" y="1425384"/>
                  </a:lnTo>
                  <a:lnTo>
                    <a:pt x="702508" y="1425019"/>
                  </a:lnTo>
                  <a:lnTo>
                    <a:pt x="699168" y="1426130"/>
                  </a:lnTo>
                  <a:lnTo>
                    <a:pt x="697852" y="1425887"/>
                  </a:lnTo>
                  <a:lnTo>
                    <a:pt x="696893" y="1424540"/>
                  </a:lnTo>
                  <a:lnTo>
                    <a:pt x="690083" y="1418803"/>
                  </a:lnTo>
                  <a:lnTo>
                    <a:pt x="689414" y="1417639"/>
                  </a:lnTo>
                  <a:lnTo>
                    <a:pt x="691065" y="1412960"/>
                  </a:lnTo>
                  <a:lnTo>
                    <a:pt x="697365" y="1400200"/>
                  </a:lnTo>
                  <a:lnTo>
                    <a:pt x="698057" y="1399439"/>
                  </a:lnTo>
                  <a:lnTo>
                    <a:pt x="709744" y="1397202"/>
                  </a:lnTo>
                  <a:lnTo>
                    <a:pt x="716797" y="1394859"/>
                  </a:lnTo>
                  <a:lnTo>
                    <a:pt x="729724" y="1387752"/>
                  </a:lnTo>
                  <a:lnTo>
                    <a:pt x="732227" y="1387167"/>
                  </a:lnTo>
                  <a:lnTo>
                    <a:pt x="740536" y="1382434"/>
                  </a:lnTo>
                  <a:lnTo>
                    <a:pt x="743952" y="1381224"/>
                  </a:lnTo>
                  <a:lnTo>
                    <a:pt x="747125" y="1382046"/>
                  </a:lnTo>
                  <a:lnTo>
                    <a:pt x="751774" y="1384488"/>
                  </a:lnTo>
                  <a:lnTo>
                    <a:pt x="754170" y="1386657"/>
                  </a:lnTo>
                  <a:lnTo>
                    <a:pt x="755867" y="1389350"/>
                  </a:lnTo>
                  <a:lnTo>
                    <a:pt x="757282" y="1393109"/>
                  </a:lnTo>
                  <a:lnTo>
                    <a:pt x="759047" y="1401349"/>
                  </a:lnTo>
                  <a:lnTo>
                    <a:pt x="759656" y="1408326"/>
                  </a:lnTo>
                  <a:lnTo>
                    <a:pt x="760752" y="1410905"/>
                  </a:lnTo>
                  <a:lnTo>
                    <a:pt x="764647" y="1415737"/>
                  </a:lnTo>
                  <a:lnTo>
                    <a:pt x="766648" y="1417601"/>
                  </a:lnTo>
                  <a:lnTo>
                    <a:pt x="767881" y="1418187"/>
                  </a:lnTo>
                  <a:lnTo>
                    <a:pt x="768946" y="1417061"/>
                  </a:lnTo>
                  <a:lnTo>
                    <a:pt x="769677" y="1416878"/>
                  </a:lnTo>
                  <a:lnTo>
                    <a:pt x="770164" y="1417312"/>
                  </a:lnTo>
                  <a:lnTo>
                    <a:pt x="770696" y="1420340"/>
                  </a:lnTo>
                  <a:lnTo>
                    <a:pt x="771389" y="1420644"/>
                  </a:lnTo>
                  <a:lnTo>
                    <a:pt x="773732" y="1420264"/>
                  </a:lnTo>
                  <a:lnTo>
                    <a:pt x="776220" y="1421519"/>
                  </a:lnTo>
                  <a:lnTo>
                    <a:pt x="776578" y="1422448"/>
                  </a:lnTo>
                  <a:lnTo>
                    <a:pt x="776045" y="1426183"/>
                  </a:lnTo>
                  <a:lnTo>
                    <a:pt x="776753" y="1427751"/>
                  </a:lnTo>
                  <a:lnTo>
                    <a:pt x="779766" y="1431083"/>
                  </a:lnTo>
                  <a:lnTo>
                    <a:pt x="782672" y="1432339"/>
                  </a:lnTo>
                  <a:lnTo>
                    <a:pt x="786027" y="1432909"/>
                  </a:lnTo>
                  <a:lnTo>
                    <a:pt x="792259" y="1432346"/>
                  </a:lnTo>
                  <a:lnTo>
                    <a:pt x="797478" y="1430748"/>
                  </a:lnTo>
                  <a:lnTo>
                    <a:pt x="801389" y="1428123"/>
                  </a:lnTo>
                  <a:lnTo>
                    <a:pt x="804608" y="1431053"/>
                  </a:lnTo>
                  <a:lnTo>
                    <a:pt x="811044" y="1438091"/>
                  </a:lnTo>
                  <a:lnTo>
                    <a:pt x="814894" y="1443051"/>
                  </a:lnTo>
                  <a:lnTo>
                    <a:pt x="818082" y="1445380"/>
                  </a:lnTo>
                  <a:lnTo>
                    <a:pt x="824550" y="1448164"/>
                  </a:lnTo>
                  <a:lnTo>
                    <a:pt x="826018" y="1449663"/>
                  </a:lnTo>
                  <a:lnTo>
                    <a:pt x="828384" y="1449831"/>
                  </a:lnTo>
                  <a:lnTo>
                    <a:pt x="831641" y="1448667"/>
                  </a:lnTo>
                  <a:lnTo>
                    <a:pt x="835346" y="1449123"/>
                  </a:lnTo>
                  <a:lnTo>
                    <a:pt x="839501" y="1451185"/>
                  </a:lnTo>
                  <a:lnTo>
                    <a:pt x="842361" y="1452052"/>
                  </a:lnTo>
                  <a:lnTo>
                    <a:pt x="852154" y="1448157"/>
                  </a:lnTo>
                  <a:lnTo>
                    <a:pt x="853652" y="1447974"/>
                  </a:lnTo>
                  <a:lnTo>
                    <a:pt x="857297" y="1446095"/>
                  </a:lnTo>
                  <a:lnTo>
                    <a:pt x="859648" y="1445524"/>
                  </a:lnTo>
                  <a:lnTo>
                    <a:pt x="862410" y="1445570"/>
                  </a:lnTo>
                  <a:lnTo>
                    <a:pt x="864472" y="1444999"/>
                  </a:lnTo>
                  <a:lnTo>
                    <a:pt x="865834" y="1443805"/>
                  </a:lnTo>
                  <a:lnTo>
                    <a:pt x="871023" y="1443858"/>
                  </a:lnTo>
                  <a:lnTo>
                    <a:pt x="880419" y="1445197"/>
                  </a:lnTo>
                  <a:lnTo>
                    <a:pt x="886841" y="1446932"/>
                  </a:lnTo>
                  <a:lnTo>
                    <a:pt x="890653" y="1449123"/>
                  </a:lnTo>
                  <a:lnTo>
                    <a:pt x="893788" y="1450348"/>
                  </a:lnTo>
                  <a:lnTo>
                    <a:pt x="896238" y="1450614"/>
                  </a:lnTo>
                  <a:lnTo>
                    <a:pt x="898619" y="1450226"/>
                  </a:lnTo>
                  <a:lnTo>
                    <a:pt x="900940" y="1449176"/>
                  </a:lnTo>
                  <a:lnTo>
                    <a:pt x="903382" y="1447183"/>
                  </a:lnTo>
                  <a:lnTo>
                    <a:pt x="908602" y="1446163"/>
                  </a:lnTo>
                  <a:lnTo>
                    <a:pt x="909469" y="1445638"/>
                  </a:lnTo>
                  <a:lnTo>
                    <a:pt x="909362" y="1444543"/>
                  </a:lnTo>
                  <a:lnTo>
                    <a:pt x="908274" y="1442884"/>
                  </a:lnTo>
                  <a:lnTo>
                    <a:pt x="905315" y="1439727"/>
                  </a:lnTo>
                  <a:lnTo>
                    <a:pt x="903245" y="1436645"/>
                  </a:lnTo>
                  <a:lnTo>
                    <a:pt x="902842" y="1434682"/>
                  </a:lnTo>
                  <a:lnTo>
                    <a:pt x="902887" y="1432301"/>
                  </a:lnTo>
                  <a:lnTo>
                    <a:pt x="903527" y="1430923"/>
                  </a:lnTo>
                  <a:lnTo>
                    <a:pt x="904774" y="1430558"/>
                  </a:lnTo>
                  <a:lnTo>
                    <a:pt x="906730" y="1432034"/>
                  </a:lnTo>
                  <a:lnTo>
                    <a:pt x="909400" y="1435359"/>
                  </a:lnTo>
                  <a:lnTo>
                    <a:pt x="916925" y="1447746"/>
                  </a:lnTo>
                  <a:lnTo>
                    <a:pt x="918736" y="1449496"/>
                  </a:lnTo>
                  <a:lnTo>
                    <a:pt x="919733" y="1451063"/>
                  </a:lnTo>
                  <a:lnTo>
                    <a:pt x="926641" y="1455537"/>
                  </a:lnTo>
                  <a:lnTo>
                    <a:pt x="929898" y="1456328"/>
                  </a:lnTo>
                  <a:lnTo>
                    <a:pt x="933755" y="1453567"/>
                  </a:lnTo>
                  <a:lnTo>
                    <a:pt x="935460" y="1451847"/>
                  </a:lnTo>
                  <a:lnTo>
                    <a:pt x="936289" y="1450188"/>
                  </a:lnTo>
                  <a:lnTo>
                    <a:pt x="936251" y="1448590"/>
                  </a:lnTo>
                  <a:lnTo>
                    <a:pt x="936616" y="1446255"/>
                  </a:lnTo>
                  <a:lnTo>
                    <a:pt x="936228" y="1444809"/>
                  </a:lnTo>
                  <a:lnTo>
                    <a:pt x="935193" y="1442930"/>
                  </a:lnTo>
                  <a:lnTo>
                    <a:pt x="932424" y="1440312"/>
                  </a:lnTo>
                  <a:lnTo>
                    <a:pt x="927927" y="1436942"/>
                  </a:lnTo>
                  <a:lnTo>
                    <a:pt x="923819" y="1435953"/>
                  </a:lnTo>
                  <a:lnTo>
                    <a:pt x="920098" y="1437353"/>
                  </a:lnTo>
                  <a:lnTo>
                    <a:pt x="915883" y="1440221"/>
                  </a:lnTo>
                  <a:lnTo>
                    <a:pt x="914133" y="1439095"/>
                  </a:lnTo>
                  <a:lnTo>
                    <a:pt x="908883" y="1431022"/>
                  </a:lnTo>
                  <a:lnTo>
                    <a:pt x="907559" y="1427994"/>
                  </a:lnTo>
                  <a:lnTo>
                    <a:pt x="907559" y="1427157"/>
                  </a:lnTo>
                  <a:lnTo>
                    <a:pt x="909994" y="1428123"/>
                  </a:lnTo>
                  <a:lnTo>
                    <a:pt x="910108" y="1427142"/>
                  </a:lnTo>
                  <a:lnTo>
                    <a:pt x="908655" y="1423224"/>
                  </a:lnTo>
                  <a:lnTo>
                    <a:pt x="907757" y="1421915"/>
                  </a:lnTo>
                  <a:lnTo>
                    <a:pt x="904729" y="1415714"/>
                  </a:lnTo>
                  <a:lnTo>
                    <a:pt x="904356" y="1413842"/>
                  </a:lnTo>
                  <a:lnTo>
                    <a:pt x="906243" y="1413416"/>
                  </a:lnTo>
                  <a:lnTo>
                    <a:pt x="907095" y="1412686"/>
                  </a:lnTo>
                  <a:lnTo>
                    <a:pt x="908236" y="1412762"/>
                  </a:lnTo>
                  <a:lnTo>
                    <a:pt x="913577" y="1416498"/>
                  </a:lnTo>
                  <a:lnTo>
                    <a:pt x="916309" y="1414831"/>
                  </a:lnTo>
                  <a:lnTo>
                    <a:pt x="922639" y="1412442"/>
                  </a:lnTo>
                  <a:lnTo>
                    <a:pt x="920144" y="1408851"/>
                  </a:lnTo>
                  <a:lnTo>
                    <a:pt x="919550" y="1405305"/>
                  </a:lnTo>
                  <a:lnTo>
                    <a:pt x="919847" y="1404529"/>
                  </a:lnTo>
                  <a:lnTo>
                    <a:pt x="921909" y="1404004"/>
                  </a:lnTo>
                  <a:lnTo>
                    <a:pt x="925941" y="1406964"/>
                  </a:lnTo>
                  <a:lnTo>
                    <a:pt x="927897" y="1407375"/>
                  </a:lnTo>
                  <a:lnTo>
                    <a:pt x="929327" y="1406203"/>
                  </a:lnTo>
                  <a:lnTo>
                    <a:pt x="930841" y="1406119"/>
                  </a:lnTo>
                  <a:lnTo>
                    <a:pt x="932432" y="1407131"/>
                  </a:lnTo>
                  <a:lnTo>
                    <a:pt x="933923" y="1408653"/>
                  </a:lnTo>
                  <a:lnTo>
                    <a:pt x="936700" y="1412998"/>
                  </a:lnTo>
                  <a:lnTo>
                    <a:pt x="938070" y="1415607"/>
                  </a:lnTo>
                  <a:lnTo>
                    <a:pt x="939614" y="1419533"/>
                  </a:lnTo>
                  <a:lnTo>
                    <a:pt x="940101" y="1420081"/>
                  </a:lnTo>
                  <a:lnTo>
                    <a:pt x="947542" y="1420378"/>
                  </a:lnTo>
                  <a:lnTo>
                    <a:pt x="951765" y="1416901"/>
                  </a:lnTo>
                  <a:lnTo>
                    <a:pt x="951674" y="1418088"/>
                  </a:lnTo>
                  <a:lnTo>
                    <a:pt x="950707" y="1420812"/>
                  </a:lnTo>
                  <a:lnTo>
                    <a:pt x="945473" y="1431220"/>
                  </a:lnTo>
                  <a:lnTo>
                    <a:pt x="945511" y="1432483"/>
                  </a:lnTo>
                  <a:lnTo>
                    <a:pt x="948280" y="1431928"/>
                  </a:lnTo>
                  <a:lnTo>
                    <a:pt x="949581" y="1431091"/>
                  </a:lnTo>
                  <a:lnTo>
                    <a:pt x="950380" y="1429843"/>
                  </a:lnTo>
                  <a:lnTo>
                    <a:pt x="951073" y="1426929"/>
                  </a:lnTo>
                  <a:lnTo>
                    <a:pt x="951537" y="1426069"/>
                  </a:lnTo>
                  <a:lnTo>
                    <a:pt x="959305" y="1421154"/>
                  </a:lnTo>
                  <a:lnTo>
                    <a:pt x="961557" y="1420424"/>
                  </a:lnTo>
                  <a:lnTo>
                    <a:pt x="960150" y="1425674"/>
                  </a:lnTo>
                  <a:lnTo>
                    <a:pt x="957258" y="1444238"/>
                  </a:lnTo>
                  <a:lnTo>
                    <a:pt x="956672" y="1450660"/>
                  </a:lnTo>
                  <a:lnTo>
                    <a:pt x="956041" y="1452836"/>
                  </a:lnTo>
                  <a:lnTo>
                    <a:pt x="952990" y="1459859"/>
                  </a:lnTo>
                  <a:lnTo>
                    <a:pt x="953036" y="1462316"/>
                  </a:lnTo>
                  <a:lnTo>
                    <a:pt x="956376" y="1468182"/>
                  </a:lnTo>
                  <a:lnTo>
                    <a:pt x="956969" y="1469773"/>
                  </a:lnTo>
                  <a:lnTo>
                    <a:pt x="957304" y="1474566"/>
                  </a:lnTo>
                  <a:lnTo>
                    <a:pt x="957897" y="1475517"/>
                  </a:lnTo>
                  <a:lnTo>
                    <a:pt x="960652" y="1475570"/>
                  </a:lnTo>
                  <a:lnTo>
                    <a:pt x="963505" y="1474049"/>
                  </a:lnTo>
                  <a:lnTo>
                    <a:pt x="966906" y="1473037"/>
                  </a:lnTo>
                  <a:lnTo>
                    <a:pt x="967431" y="1474034"/>
                  </a:lnTo>
                  <a:lnTo>
                    <a:pt x="965567" y="1479824"/>
                  </a:lnTo>
                  <a:lnTo>
                    <a:pt x="965673" y="1480326"/>
                  </a:lnTo>
                  <a:lnTo>
                    <a:pt x="968899" y="1478842"/>
                  </a:lnTo>
                  <a:lnTo>
                    <a:pt x="970383" y="1478644"/>
                  </a:lnTo>
                  <a:lnTo>
                    <a:pt x="970992" y="1478979"/>
                  </a:lnTo>
                  <a:lnTo>
                    <a:pt x="973396" y="1481924"/>
                  </a:lnTo>
                  <a:lnTo>
                    <a:pt x="973640" y="1484122"/>
                  </a:lnTo>
                  <a:lnTo>
                    <a:pt x="973586" y="1487386"/>
                  </a:lnTo>
                  <a:lnTo>
                    <a:pt x="973335" y="1489730"/>
                  </a:lnTo>
                  <a:lnTo>
                    <a:pt x="972521" y="1491031"/>
                  </a:lnTo>
                  <a:lnTo>
                    <a:pt x="971555" y="1491548"/>
                  </a:lnTo>
                  <a:lnTo>
                    <a:pt x="970337" y="1491936"/>
                  </a:lnTo>
                  <a:lnTo>
                    <a:pt x="969242" y="1491777"/>
                  </a:lnTo>
                  <a:lnTo>
                    <a:pt x="965864" y="1492264"/>
                  </a:lnTo>
                  <a:lnTo>
                    <a:pt x="963878" y="1491640"/>
                  </a:lnTo>
                  <a:lnTo>
                    <a:pt x="961907" y="1489852"/>
                  </a:lnTo>
                  <a:lnTo>
                    <a:pt x="960507" y="1489418"/>
                  </a:lnTo>
                  <a:lnTo>
                    <a:pt x="958887" y="1490795"/>
                  </a:lnTo>
                  <a:lnTo>
                    <a:pt x="956322" y="1490567"/>
                  </a:lnTo>
                  <a:lnTo>
                    <a:pt x="953446" y="1486610"/>
                  </a:lnTo>
                  <a:lnTo>
                    <a:pt x="952298" y="1486983"/>
                  </a:lnTo>
                  <a:lnTo>
                    <a:pt x="951910" y="1487615"/>
                  </a:lnTo>
                  <a:lnTo>
                    <a:pt x="951955" y="1488467"/>
                  </a:lnTo>
                  <a:lnTo>
                    <a:pt x="953249" y="1491023"/>
                  </a:lnTo>
                  <a:lnTo>
                    <a:pt x="963376" y="1504491"/>
                  </a:lnTo>
                  <a:lnTo>
                    <a:pt x="964913" y="1507260"/>
                  </a:lnTo>
                  <a:lnTo>
                    <a:pt x="965255" y="1511224"/>
                  </a:lnTo>
                  <a:lnTo>
                    <a:pt x="965460" y="1511209"/>
                  </a:lnTo>
                  <a:lnTo>
                    <a:pt x="966411" y="1507245"/>
                  </a:lnTo>
                  <a:lnTo>
                    <a:pt x="965795" y="1505327"/>
                  </a:lnTo>
                  <a:lnTo>
                    <a:pt x="960583" y="1497514"/>
                  </a:lnTo>
                  <a:lnTo>
                    <a:pt x="959959" y="1494653"/>
                  </a:lnTo>
                  <a:lnTo>
                    <a:pt x="960142" y="1493869"/>
                  </a:lnTo>
                  <a:lnTo>
                    <a:pt x="961519" y="1493070"/>
                  </a:lnTo>
                  <a:lnTo>
                    <a:pt x="968937" y="1495025"/>
                  </a:lnTo>
                  <a:lnTo>
                    <a:pt x="971814" y="1494599"/>
                  </a:lnTo>
                  <a:lnTo>
                    <a:pt x="973746" y="1493222"/>
                  </a:lnTo>
                  <a:lnTo>
                    <a:pt x="974720" y="1491518"/>
                  </a:lnTo>
                  <a:lnTo>
                    <a:pt x="975428" y="1482114"/>
                  </a:lnTo>
                  <a:lnTo>
                    <a:pt x="976759" y="1476057"/>
                  </a:lnTo>
                  <a:lnTo>
                    <a:pt x="975968" y="1470610"/>
                  </a:lnTo>
                  <a:lnTo>
                    <a:pt x="973959" y="1461890"/>
                  </a:lnTo>
                  <a:lnTo>
                    <a:pt x="972384" y="1456732"/>
                  </a:lnTo>
                  <a:lnTo>
                    <a:pt x="968747" y="1451474"/>
                  </a:lnTo>
                  <a:lnTo>
                    <a:pt x="968390" y="1449587"/>
                  </a:lnTo>
                  <a:lnTo>
                    <a:pt x="972445" y="1433503"/>
                  </a:lnTo>
                  <a:lnTo>
                    <a:pt x="973175" y="1432141"/>
                  </a:lnTo>
                  <a:lnTo>
                    <a:pt x="974081" y="1431547"/>
                  </a:lnTo>
                  <a:lnTo>
                    <a:pt x="977269" y="1431311"/>
                  </a:lnTo>
                  <a:lnTo>
                    <a:pt x="979589" y="1429965"/>
                  </a:lnTo>
                  <a:lnTo>
                    <a:pt x="983234" y="1431852"/>
                  </a:lnTo>
                  <a:lnTo>
                    <a:pt x="985243" y="1432346"/>
                  </a:lnTo>
                  <a:lnTo>
                    <a:pt x="987738" y="1430680"/>
                  </a:lnTo>
                  <a:lnTo>
                    <a:pt x="993270" y="1423855"/>
                  </a:lnTo>
                  <a:lnTo>
                    <a:pt x="995438" y="1421732"/>
                  </a:lnTo>
                  <a:lnTo>
                    <a:pt x="998192" y="1417715"/>
                  </a:lnTo>
                  <a:lnTo>
                    <a:pt x="1001533" y="1411780"/>
                  </a:lnTo>
                  <a:lnTo>
                    <a:pt x="1005177" y="1407466"/>
                  </a:lnTo>
                  <a:lnTo>
                    <a:pt x="1011066" y="1403426"/>
                  </a:lnTo>
                  <a:lnTo>
                    <a:pt x="1014673" y="1400170"/>
                  </a:lnTo>
                  <a:lnTo>
                    <a:pt x="1015403" y="1398998"/>
                  </a:lnTo>
                  <a:lnTo>
                    <a:pt x="1012055" y="1398716"/>
                  </a:lnTo>
                  <a:lnTo>
                    <a:pt x="1011241" y="1398161"/>
                  </a:lnTo>
                  <a:lnTo>
                    <a:pt x="1010549" y="1395064"/>
                  </a:lnTo>
                  <a:lnTo>
                    <a:pt x="1010899" y="1389312"/>
                  </a:lnTo>
                  <a:lnTo>
                    <a:pt x="1010838" y="1386101"/>
                  </a:lnTo>
                  <a:lnTo>
                    <a:pt x="1010442" y="1383195"/>
                  </a:lnTo>
                  <a:lnTo>
                    <a:pt x="1009712" y="1380600"/>
                  </a:lnTo>
                  <a:lnTo>
                    <a:pt x="1008647" y="1378310"/>
                  </a:lnTo>
                  <a:lnTo>
                    <a:pt x="1007673" y="1376933"/>
                  </a:lnTo>
                  <a:lnTo>
                    <a:pt x="1006790" y="1376477"/>
                  </a:lnTo>
                  <a:lnTo>
                    <a:pt x="1006189" y="1376682"/>
                  </a:lnTo>
                  <a:lnTo>
                    <a:pt x="1005862" y="1377549"/>
                  </a:lnTo>
                  <a:lnTo>
                    <a:pt x="1004964" y="1383081"/>
                  </a:lnTo>
                  <a:lnTo>
                    <a:pt x="1003823" y="1387128"/>
                  </a:lnTo>
                  <a:lnTo>
                    <a:pt x="1002255" y="1389244"/>
                  </a:lnTo>
                  <a:lnTo>
                    <a:pt x="999007" y="1390667"/>
                  </a:lnTo>
                  <a:lnTo>
                    <a:pt x="993429" y="1391717"/>
                  </a:lnTo>
                  <a:lnTo>
                    <a:pt x="991116" y="1389792"/>
                  </a:lnTo>
                  <a:lnTo>
                    <a:pt x="990820" y="1388156"/>
                  </a:lnTo>
                  <a:lnTo>
                    <a:pt x="991626" y="1381742"/>
                  </a:lnTo>
                  <a:lnTo>
                    <a:pt x="993483" y="1378980"/>
                  </a:lnTo>
                  <a:lnTo>
                    <a:pt x="998588" y="1373524"/>
                  </a:lnTo>
                  <a:lnTo>
                    <a:pt x="1001860" y="1369142"/>
                  </a:lnTo>
                  <a:lnTo>
                    <a:pt x="1001913" y="1368381"/>
                  </a:lnTo>
                  <a:lnTo>
                    <a:pt x="998908" y="1368343"/>
                  </a:lnTo>
                  <a:lnTo>
                    <a:pt x="998192" y="1367438"/>
                  </a:lnTo>
                  <a:lnTo>
                    <a:pt x="997561" y="1362028"/>
                  </a:lnTo>
                  <a:lnTo>
                    <a:pt x="997736" y="1359996"/>
                  </a:lnTo>
                  <a:lnTo>
                    <a:pt x="998208" y="1357676"/>
                  </a:lnTo>
                  <a:lnTo>
                    <a:pt x="1000308" y="1355979"/>
                  </a:lnTo>
                  <a:lnTo>
                    <a:pt x="1006760" y="1353887"/>
                  </a:lnTo>
                  <a:lnTo>
                    <a:pt x="1011774" y="1351422"/>
                  </a:lnTo>
                  <a:lnTo>
                    <a:pt x="1011926" y="1352281"/>
                  </a:lnTo>
                  <a:lnTo>
                    <a:pt x="1007901" y="1359654"/>
                  </a:lnTo>
                  <a:lnTo>
                    <a:pt x="1007483" y="1361358"/>
                  </a:lnTo>
                  <a:lnTo>
                    <a:pt x="1009019" y="1362949"/>
                  </a:lnTo>
                  <a:lnTo>
                    <a:pt x="1012885" y="1358688"/>
                  </a:lnTo>
                  <a:lnTo>
                    <a:pt x="1015380" y="1355165"/>
                  </a:lnTo>
                  <a:lnTo>
                    <a:pt x="1015799" y="1353963"/>
                  </a:lnTo>
                  <a:lnTo>
                    <a:pt x="1013531" y="1353522"/>
                  </a:lnTo>
                  <a:lnTo>
                    <a:pt x="1013410" y="1352061"/>
                  </a:lnTo>
                  <a:lnTo>
                    <a:pt x="1013843" y="1349375"/>
                  </a:lnTo>
                  <a:lnTo>
                    <a:pt x="1013638" y="1347534"/>
                  </a:lnTo>
                  <a:lnTo>
                    <a:pt x="1011127" y="1345213"/>
                  </a:lnTo>
                  <a:lnTo>
                    <a:pt x="1008038" y="1346506"/>
                  </a:lnTo>
                  <a:lnTo>
                    <a:pt x="1005459" y="1348949"/>
                  </a:lnTo>
                  <a:lnTo>
                    <a:pt x="1003321" y="1349611"/>
                  </a:lnTo>
                  <a:lnTo>
                    <a:pt x="1000163" y="1349656"/>
                  </a:lnTo>
                  <a:lnTo>
                    <a:pt x="997865" y="1349101"/>
                  </a:lnTo>
                  <a:lnTo>
                    <a:pt x="996427" y="1347937"/>
                  </a:lnTo>
                  <a:lnTo>
                    <a:pt x="994693" y="1345327"/>
                  </a:lnTo>
                  <a:lnTo>
                    <a:pt x="992669" y="1341272"/>
                  </a:lnTo>
                  <a:lnTo>
                    <a:pt x="990112" y="1337216"/>
                  </a:lnTo>
                  <a:lnTo>
                    <a:pt x="989207" y="1336775"/>
                  </a:lnTo>
                  <a:lnTo>
                    <a:pt x="988431" y="1337232"/>
                  </a:lnTo>
                  <a:lnTo>
                    <a:pt x="986795" y="1341150"/>
                  </a:lnTo>
                  <a:lnTo>
                    <a:pt x="986087" y="1341622"/>
                  </a:lnTo>
                  <a:lnTo>
                    <a:pt x="976059" y="1336128"/>
                  </a:lnTo>
                  <a:lnTo>
                    <a:pt x="971806" y="1333039"/>
                  </a:lnTo>
                  <a:lnTo>
                    <a:pt x="969744" y="1330696"/>
                  </a:lnTo>
                  <a:lnTo>
                    <a:pt x="967187" y="1329304"/>
                  </a:lnTo>
                  <a:lnTo>
                    <a:pt x="964129" y="1328877"/>
                  </a:lnTo>
                  <a:lnTo>
                    <a:pt x="961687" y="1327782"/>
                  </a:lnTo>
                  <a:lnTo>
                    <a:pt x="959868" y="1326032"/>
                  </a:lnTo>
                  <a:lnTo>
                    <a:pt x="958392" y="1323506"/>
                  </a:lnTo>
                  <a:lnTo>
                    <a:pt x="957266" y="1320211"/>
                  </a:lnTo>
                  <a:lnTo>
                    <a:pt x="955189" y="1316049"/>
                  </a:lnTo>
                  <a:lnTo>
                    <a:pt x="950426" y="1307726"/>
                  </a:lnTo>
                  <a:lnTo>
                    <a:pt x="949163" y="1302354"/>
                  </a:lnTo>
                  <a:lnTo>
                    <a:pt x="948988" y="1300292"/>
                  </a:lnTo>
                  <a:lnTo>
                    <a:pt x="949285" y="1294966"/>
                  </a:lnTo>
                  <a:lnTo>
                    <a:pt x="953743" y="1285874"/>
                  </a:lnTo>
                  <a:lnTo>
                    <a:pt x="954572" y="1283241"/>
                  </a:lnTo>
                  <a:lnTo>
                    <a:pt x="956094" y="1281301"/>
                  </a:lnTo>
                  <a:lnTo>
                    <a:pt x="958308" y="1280053"/>
                  </a:lnTo>
                  <a:lnTo>
                    <a:pt x="959899" y="1279673"/>
                  </a:lnTo>
                  <a:lnTo>
                    <a:pt x="963520" y="1280837"/>
                  </a:lnTo>
                  <a:lnTo>
                    <a:pt x="961352" y="1277999"/>
                  </a:lnTo>
                  <a:lnTo>
                    <a:pt x="961184" y="1276477"/>
                  </a:lnTo>
                  <a:lnTo>
                    <a:pt x="963360" y="1271494"/>
                  </a:lnTo>
                  <a:lnTo>
                    <a:pt x="962934" y="1271265"/>
                  </a:lnTo>
                  <a:lnTo>
                    <a:pt x="956954" y="1275100"/>
                  </a:lnTo>
                  <a:lnTo>
                    <a:pt x="955425" y="1274841"/>
                  </a:lnTo>
                  <a:lnTo>
                    <a:pt x="953271" y="1272498"/>
                  </a:lnTo>
                  <a:lnTo>
                    <a:pt x="949216" y="1264083"/>
                  </a:lnTo>
                  <a:lnTo>
                    <a:pt x="949170" y="1258818"/>
                  </a:lnTo>
                  <a:lnTo>
                    <a:pt x="950441" y="1251453"/>
                  </a:lnTo>
                  <a:lnTo>
                    <a:pt x="950890" y="1247032"/>
                  </a:lnTo>
                  <a:lnTo>
                    <a:pt x="949733" y="1243251"/>
                  </a:lnTo>
                  <a:lnTo>
                    <a:pt x="950167" y="1242186"/>
                  </a:lnTo>
                  <a:lnTo>
                    <a:pt x="951423" y="1241120"/>
                  </a:lnTo>
                  <a:lnTo>
                    <a:pt x="951948" y="1239979"/>
                  </a:lnTo>
                  <a:lnTo>
                    <a:pt x="951400" y="1235779"/>
                  </a:lnTo>
                  <a:lnTo>
                    <a:pt x="952275" y="1233535"/>
                  </a:lnTo>
                  <a:lnTo>
                    <a:pt x="955143" y="1229175"/>
                  </a:lnTo>
                  <a:lnTo>
                    <a:pt x="957958" y="1225348"/>
                  </a:lnTo>
                  <a:lnTo>
                    <a:pt x="959617" y="1224176"/>
                  </a:lnTo>
                  <a:lnTo>
                    <a:pt x="961055" y="1224397"/>
                  </a:lnTo>
                  <a:lnTo>
                    <a:pt x="962554" y="1225568"/>
                  </a:lnTo>
                  <a:lnTo>
                    <a:pt x="964121" y="1227706"/>
                  </a:lnTo>
                  <a:lnTo>
                    <a:pt x="966799" y="1229905"/>
                  </a:lnTo>
                  <a:lnTo>
                    <a:pt x="968785" y="1230529"/>
                  </a:lnTo>
                  <a:lnTo>
                    <a:pt x="970239" y="1229327"/>
                  </a:lnTo>
                  <a:lnTo>
                    <a:pt x="972734" y="1221079"/>
                  </a:lnTo>
                  <a:lnTo>
                    <a:pt x="973617" y="1218957"/>
                  </a:lnTo>
                  <a:lnTo>
                    <a:pt x="972787" y="1218036"/>
                  </a:lnTo>
                  <a:lnTo>
                    <a:pt x="967895" y="1218120"/>
                  </a:lnTo>
                  <a:lnTo>
                    <a:pt x="965780" y="1217435"/>
                  </a:lnTo>
                  <a:lnTo>
                    <a:pt x="964563" y="1216636"/>
                  </a:lnTo>
                  <a:lnTo>
                    <a:pt x="963665" y="1213463"/>
                  </a:lnTo>
                  <a:lnTo>
                    <a:pt x="964403" y="1211767"/>
                  </a:lnTo>
                  <a:lnTo>
                    <a:pt x="969135" y="1205862"/>
                  </a:lnTo>
                  <a:lnTo>
                    <a:pt x="971365" y="1199646"/>
                  </a:lnTo>
                  <a:lnTo>
                    <a:pt x="977992" y="1190949"/>
                  </a:lnTo>
                  <a:lnTo>
                    <a:pt x="984702" y="1186848"/>
                  </a:lnTo>
                  <a:lnTo>
                    <a:pt x="987951" y="1185494"/>
                  </a:lnTo>
                  <a:lnTo>
                    <a:pt x="990599" y="1185220"/>
                  </a:lnTo>
                  <a:lnTo>
                    <a:pt x="991748" y="1185768"/>
                  </a:lnTo>
                  <a:lnTo>
                    <a:pt x="993163" y="1190135"/>
                  </a:lnTo>
                  <a:lnTo>
                    <a:pt x="993422" y="1194731"/>
                  </a:lnTo>
                  <a:lnTo>
                    <a:pt x="997066" y="1200453"/>
                  </a:lnTo>
                  <a:lnTo>
                    <a:pt x="999996" y="1200886"/>
                  </a:lnTo>
                  <a:lnTo>
                    <a:pt x="1001814" y="1200027"/>
                  </a:lnTo>
                  <a:lnTo>
                    <a:pt x="1007703" y="1200361"/>
                  </a:lnTo>
                  <a:lnTo>
                    <a:pt x="1009065" y="1201959"/>
                  </a:lnTo>
                  <a:lnTo>
                    <a:pt x="1008966" y="1203739"/>
                  </a:lnTo>
                  <a:lnTo>
                    <a:pt x="1008312" y="1206616"/>
                  </a:lnTo>
                  <a:lnTo>
                    <a:pt x="1008715" y="1209073"/>
                  </a:lnTo>
                  <a:lnTo>
                    <a:pt x="1012710" y="1213760"/>
                  </a:lnTo>
                  <a:lnTo>
                    <a:pt x="1016308" y="1216994"/>
                  </a:lnTo>
                  <a:lnTo>
                    <a:pt x="1019534" y="1221018"/>
                  </a:lnTo>
                  <a:lnTo>
                    <a:pt x="1024343" y="1229388"/>
                  </a:lnTo>
                  <a:lnTo>
                    <a:pt x="1025385" y="1231747"/>
                  </a:lnTo>
                  <a:lnTo>
                    <a:pt x="1026108" y="1234288"/>
                  </a:lnTo>
                  <a:lnTo>
                    <a:pt x="1027356" y="1243540"/>
                  </a:lnTo>
                  <a:lnTo>
                    <a:pt x="1027516" y="1247032"/>
                  </a:lnTo>
                  <a:lnTo>
                    <a:pt x="1027059" y="1257076"/>
                  </a:lnTo>
                  <a:lnTo>
                    <a:pt x="1026679" y="1258970"/>
                  </a:lnTo>
                  <a:lnTo>
                    <a:pt x="1025408" y="1261237"/>
                  </a:lnTo>
                  <a:lnTo>
                    <a:pt x="1025850" y="1262158"/>
                  </a:lnTo>
                  <a:lnTo>
                    <a:pt x="1029646" y="1264752"/>
                  </a:lnTo>
                  <a:lnTo>
                    <a:pt x="1032659" y="1269888"/>
                  </a:lnTo>
                  <a:lnTo>
                    <a:pt x="1034242" y="1271539"/>
                  </a:lnTo>
                  <a:lnTo>
                    <a:pt x="1038061" y="1274301"/>
                  </a:lnTo>
                  <a:lnTo>
                    <a:pt x="1038754" y="1275344"/>
                  </a:lnTo>
                  <a:lnTo>
                    <a:pt x="1039621" y="1277063"/>
                  </a:lnTo>
                  <a:lnTo>
                    <a:pt x="1041774" y="1284405"/>
                  </a:lnTo>
                  <a:lnTo>
                    <a:pt x="1045305" y="1290987"/>
                  </a:lnTo>
                  <a:lnTo>
                    <a:pt x="1045563" y="1292402"/>
                  </a:lnTo>
                  <a:lnTo>
                    <a:pt x="1044803" y="1295483"/>
                  </a:lnTo>
                  <a:lnTo>
                    <a:pt x="1045343" y="1296457"/>
                  </a:lnTo>
                  <a:lnTo>
                    <a:pt x="1046705" y="1297583"/>
                  </a:lnTo>
                  <a:lnTo>
                    <a:pt x="1047930" y="1296998"/>
                  </a:lnTo>
                  <a:lnTo>
                    <a:pt x="1049010" y="1294692"/>
                  </a:lnTo>
                  <a:lnTo>
                    <a:pt x="1050189" y="1294023"/>
                  </a:lnTo>
                  <a:lnTo>
                    <a:pt x="1051460" y="1294997"/>
                  </a:lnTo>
                  <a:lnTo>
                    <a:pt x="1052426" y="1296708"/>
                  </a:lnTo>
                  <a:lnTo>
                    <a:pt x="1053743" y="1300893"/>
                  </a:lnTo>
                  <a:lnTo>
                    <a:pt x="1055660" y="1304340"/>
                  </a:lnTo>
                  <a:lnTo>
                    <a:pt x="1055500" y="1305390"/>
                  </a:lnTo>
                  <a:lnTo>
                    <a:pt x="1054549" y="1306250"/>
                  </a:lnTo>
                  <a:lnTo>
                    <a:pt x="1049368" y="1307201"/>
                  </a:lnTo>
                  <a:lnTo>
                    <a:pt x="1046454" y="1306539"/>
                  </a:lnTo>
                  <a:lnTo>
                    <a:pt x="1043760" y="1304857"/>
                  </a:lnTo>
                  <a:lnTo>
                    <a:pt x="1041888" y="1303115"/>
                  </a:lnTo>
                  <a:lnTo>
                    <a:pt x="1040146" y="1300444"/>
                  </a:lnTo>
                  <a:lnTo>
                    <a:pt x="1039499" y="1300726"/>
                  </a:lnTo>
                  <a:lnTo>
                    <a:pt x="1038586" y="1302902"/>
                  </a:lnTo>
                  <a:lnTo>
                    <a:pt x="1036639" y="1306075"/>
                  </a:lnTo>
                  <a:lnTo>
                    <a:pt x="1035421" y="1308996"/>
                  </a:lnTo>
                  <a:lnTo>
                    <a:pt x="1036836" y="1310290"/>
                  </a:lnTo>
                  <a:lnTo>
                    <a:pt x="1043646" y="1310206"/>
                  </a:lnTo>
                  <a:lnTo>
                    <a:pt x="1045122" y="1311028"/>
                  </a:lnTo>
                  <a:lnTo>
                    <a:pt x="1046849" y="1313074"/>
                  </a:lnTo>
                  <a:lnTo>
                    <a:pt x="1044879" y="1316491"/>
                  </a:lnTo>
                  <a:lnTo>
                    <a:pt x="1040275" y="1322205"/>
                  </a:lnTo>
                  <a:lnTo>
                    <a:pt x="1030323" y="1333214"/>
                  </a:lnTo>
                  <a:lnTo>
                    <a:pt x="1027402" y="1336030"/>
                  </a:lnTo>
                  <a:lnTo>
                    <a:pt x="1028109" y="1336844"/>
                  </a:lnTo>
                  <a:lnTo>
                    <a:pt x="1029220" y="1337049"/>
                  </a:lnTo>
                  <a:lnTo>
                    <a:pt x="1032636" y="1336570"/>
                  </a:lnTo>
                  <a:lnTo>
                    <a:pt x="1035824" y="1335101"/>
                  </a:lnTo>
                  <a:lnTo>
                    <a:pt x="1039705" y="1335733"/>
                  </a:lnTo>
                  <a:lnTo>
                    <a:pt x="1041432" y="1336935"/>
                  </a:lnTo>
                  <a:lnTo>
                    <a:pt x="1040846" y="1338099"/>
                  </a:lnTo>
                  <a:lnTo>
                    <a:pt x="1041896" y="1340001"/>
                  </a:lnTo>
                  <a:lnTo>
                    <a:pt x="1048242" y="1344407"/>
                  </a:lnTo>
                  <a:lnTo>
                    <a:pt x="1052251" y="1343531"/>
                  </a:lnTo>
                  <a:lnTo>
                    <a:pt x="1056345" y="1339286"/>
                  </a:lnTo>
                  <a:lnTo>
                    <a:pt x="1059510" y="1337178"/>
                  </a:lnTo>
                  <a:lnTo>
                    <a:pt x="1063405" y="1337467"/>
                  </a:lnTo>
                  <a:lnTo>
                    <a:pt x="1064494" y="1337939"/>
                  </a:lnTo>
                  <a:lnTo>
                    <a:pt x="1064075" y="1338974"/>
                  </a:lnTo>
                  <a:lnTo>
                    <a:pt x="1061199" y="1341355"/>
                  </a:lnTo>
                  <a:lnTo>
                    <a:pt x="1058597" y="1344003"/>
                  </a:lnTo>
                  <a:lnTo>
                    <a:pt x="1058315" y="1344749"/>
                  </a:lnTo>
                  <a:lnTo>
                    <a:pt x="1061557" y="1343684"/>
                  </a:lnTo>
                  <a:lnTo>
                    <a:pt x="1068777" y="1345373"/>
                  </a:lnTo>
                  <a:lnTo>
                    <a:pt x="1072285" y="1345791"/>
                  </a:lnTo>
                  <a:lnTo>
                    <a:pt x="1074826" y="1345365"/>
                  </a:lnTo>
                  <a:lnTo>
                    <a:pt x="1077207" y="1346035"/>
                  </a:lnTo>
                  <a:lnTo>
                    <a:pt x="1079437" y="1347800"/>
                  </a:lnTo>
                  <a:lnTo>
                    <a:pt x="1080182" y="1348918"/>
                  </a:lnTo>
                  <a:lnTo>
                    <a:pt x="1078098" y="1349641"/>
                  </a:lnTo>
                  <a:lnTo>
                    <a:pt x="1076127" y="1349626"/>
                  </a:lnTo>
                  <a:lnTo>
                    <a:pt x="1074453" y="1350699"/>
                  </a:lnTo>
                  <a:lnTo>
                    <a:pt x="1073076" y="1352837"/>
                  </a:lnTo>
                  <a:lnTo>
                    <a:pt x="1072094" y="1355606"/>
                  </a:lnTo>
                  <a:lnTo>
                    <a:pt x="1071509" y="1359007"/>
                  </a:lnTo>
                  <a:lnTo>
                    <a:pt x="1070010" y="1360407"/>
                  </a:lnTo>
                  <a:lnTo>
                    <a:pt x="1067605" y="1359814"/>
                  </a:lnTo>
                  <a:lnTo>
                    <a:pt x="1066662" y="1358855"/>
                  </a:lnTo>
                  <a:lnTo>
                    <a:pt x="1067179" y="1357508"/>
                  </a:lnTo>
                  <a:lnTo>
                    <a:pt x="1066479" y="1357318"/>
                  </a:lnTo>
                  <a:lnTo>
                    <a:pt x="1064554" y="1358277"/>
                  </a:lnTo>
                  <a:lnTo>
                    <a:pt x="1063056" y="1358300"/>
                  </a:lnTo>
                  <a:lnTo>
                    <a:pt x="1062645" y="1359296"/>
                  </a:lnTo>
                  <a:lnTo>
                    <a:pt x="1073160" y="1370085"/>
                  </a:lnTo>
                  <a:lnTo>
                    <a:pt x="1076523" y="1379566"/>
                  </a:lnTo>
                  <a:lnTo>
                    <a:pt x="1078836" y="1383461"/>
                  </a:lnTo>
                  <a:lnTo>
                    <a:pt x="1079064" y="1384488"/>
                  </a:lnTo>
                  <a:lnTo>
                    <a:pt x="1077557" y="1387098"/>
                  </a:lnTo>
                  <a:lnTo>
                    <a:pt x="1077481" y="1389084"/>
                  </a:lnTo>
                  <a:lnTo>
                    <a:pt x="1078174" y="1394798"/>
                  </a:lnTo>
                  <a:lnTo>
                    <a:pt x="1077854" y="1399340"/>
                  </a:lnTo>
                  <a:lnTo>
                    <a:pt x="1076819" y="1407306"/>
                  </a:lnTo>
                  <a:lnTo>
                    <a:pt x="1077786" y="1409772"/>
                  </a:lnTo>
                  <a:lnTo>
                    <a:pt x="1080030" y="1411948"/>
                  </a:lnTo>
                  <a:lnTo>
                    <a:pt x="1081377" y="1414725"/>
                  </a:lnTo>
                  <a:lnTo>
                    <a:pt x="1082298" y="1415676"/>
                  </a:lnTo>
                  <a:lnTo>
                    <a:pt x="1082982" y="1417905"/>
                  </a:lnTo>
                  <a:lnTo>
                    <a:pt x="1083781" y="1419305"/>
                  </a:lnTo>
                  <a:lnTo>
                    <a:pt x="1084702" y="1419876"/>
                  </a:lnTo>
                  <a:lnTo>
                    <a:pt x="1085349" y="1419145"/>
                  </a:lnTo>
                  <a:lnTo>
                    <a:pt x="1085729" y="1417106"/>
                  </a:lnTo>
                  <a:lnTo>
                    <a:pt x="1086589" y="1415197"/>
                  </a:lnTo>
                  <a:lnTo>
                    <a:pt x="1088963" y="1411757"/>
                  </a:lnTo>
                  <a:lnTo>
                    <a:pt x="1091260" y="1406371"/>
                  </a:lnTo>
                  <a:lnTo>
                    <a:pt x="1091648" y="1404583"/>
                  </a:lnTo>
                  <a:lnTo>
                    <a:pt x="1091283" y="1400329"/>
                  </a:lnTo>
                  <a:lnTo>
                    <a:pt x="1091550" y="1398503"/>
                  </a:lnTo>
                  <a:lnTo>
                    <a:pt x="1093710" y="1392029"/>
                  </a:lnTo>
                  <a:lnTo>
                    <a:pt x="1094395" y="1387524"/>
                  </a:lnTo>
                  <a:lnTo>
                    <a:pt x="1095050" y="1380471"/>
                  </a:lnTo>
                  <a:lnTo>
                    <a:pt x="1096191" y="1375541"/>
                  </a:lnTo>
                  <a:lnTo>
                    <a:pt x="1098641" y="1371341"/>
                  </a:lnTo>
                  <a:lnTo>
                    <a:pt x="1102917" y="1362819"/>
                  </a:lnTo>
                  <a:lnTo>
                    <a:pt x="1104461" y="1361107"/>
                  </a:lnTo>
                  <a:lnTo>
                    <a:pt x="1106196" y="1360263"/>
                  </a:lnTo>
                  <a:lnTo>
                    <a:pt x="1109224" y="1360461"/>
                  </a:lnTo>
                  <a:lnTo>
                    <a:pt x="1111431" y="1363215"/>
                  </a:lnTo>
                  <a:lnTo>
                    <a:pt x="1114398" y="1368290"/>
                  </a:lnTo>
                  <a:lnTo>
                    <a:pt x="1118180" y="1372893"/>
                  </a:lnTo>
                  <a:lnTo>
                    <a:pt x="1125058" y="1379109"/>
                  </a:lnTo>
                  <a:lnTo>
                    <a:pt x="1127021" y="1381453"/>
                  </a:lnTo>
                  <a:lnTo>
                    <a:pt x="1130916" y="1387562"/>
                  </a:lnTo>
                  <a:lnTo>
                    <a:pt x="1132560" y="1393596"/>
                  </a:lnTo>
                  <a:lnTo>
                    <a:pt x="1133686" y="1402064"/>
                  </a:lnTo>
                  <a:lnTo>
                    <a:pt x="1134660" y="1407139"/>
                  </a:lnTo>
                  <a:lnTo>
                    <a:pt x="1135474" y="1408859"/>
                  </a:lnTo>
                  <a:lnTo>
                    <a:pt x="1135847" y="1411407"/>
                  </a:lnTo>
                  <a:lnTo>
                    <a:pt x="1135778" y="1414793"/>
                  </a:lnTo>
                  <a:lnTo>
                    <a:pt x="1135466" y="1417433"/>
                  </a:lnTo>
                  <a:lnTo>
                    <a:pt x="1134926" y="1419336"/>
                  </a:lnTo>
                  <a:lnTo>
                    <a:pt x="1134081" y="1420416"/>
                  </a:lnTo>
                  <a:lnTo>
                    <a:pt x="1131981" y="1420766"/>
                  </a:lnTo>
                  <a:lnTo>
                    <a:pt x="1129417" y="1420241"/>
                  </a:lnTo>
                  <a:lnTo>
                    <a:pt x="1128679" y="1419389"/>
                  </a:lnTo>
                  <a:lnTo>
                    <a:pt x="1127333" y="1415417"/>
                  </a:lnTo>
                  <a:lnTo>
                    <a:pt x="1126770" y="1415174"/>
                  </a:lnTo>
                  <a:lnTo>
                    <a:pt x="1124388" y="1418103"/>
                  </a:lnTo>
                  <a:lnTo>
                    <a:pt x="1124091" y="1419739"/>
                  </a:lnTo>
                  <a:lnTo>
                    <a:pt x="1124966" y="1425149"/>
                  </a:lnTo>
                  <a:lnTo>
                    <a:pt x="1124852" y="1435260"/>
                  </a:lnTo>
                  <a:lnTo>
                    <a:pt x="1125096" y="1437452"/>
                  </a:lnTo>
                  <a:lnTo>
                    <a:pt x="1127614" y="1447891"/>
                  </a:lnTo>
                  <a:lnTo>
                    <a:pt x="1131860" y="1455773"/>
                  </a:lnTo>
                  <a:lnTo>
                    <a:pt x="1142489" y="1470838"/>
                  </a:lnTo>
                  <a:lnTo>
                    <a:pt x="1143098" y="1472535"/>
                  </a:lnTo>
                  <a:lnTo>
                    <a:pt x="1144224" y="1478637"/>
                  </a:lnTo>
                  <a:lnTo>
                    <a:pt x="1144779" y="1479907"/>
                  </a:lnTo>
                  <a:lnTo>
                    <a:pt x="1145472" y="1480668"/>
                  </a:lnTo>
                  <a:lnTo>
                    <a:pt x="1146308" y="1480912"/>
                  </a:lnTo>
                  <a:lnTo>
                    <a:pt x="1147465" y="1480303"/>
                  </a:lnTo>
                  <a:lnTo>
                    <a:pt x="1151376" y="1475677"/>
                  </a:lnTo>
                  <a:lnTo>
                    <a:pt x="1154777" y="1470785"/>
                  </a:lnTo>
                  <a:lnTo>
                    <a:pt x="1157151" y="1468228"/>
                  </a:lnTo>
                  <a:lnTo>
                    <a:pt x="1158497" y="1468023"/>
                  </a:lnTo>
                  <a:lnTo>
                    <a:pt x="1159943" y="1467125"/>
                  </a:lnTo>
                  <a:lnTo>
                    <a:pt x="1161495" y="1465542"/>
                  </a:lnTo>
                  <a:lnTo>
                    <a:pt x="1162530" y="1463800"/>
                  </a:lnTo>
                  <a:lnTo>
                    <a:pt x="1163055" y="1461898"/>
                  </a:lnTo>
                  <a:lnTo>
                    <a:pt x="1163755" y="1454441"/>
                  </a:lnTo>
                  <a:lnTo>
                    <a:pt x="1164348" y="1450865"/>
                  </a:lnTo>
                  <a:lnTo>
                    <a:pt x="1166007" y="1445965"/>
                  </a:lnTo>
                  <a:lnTo>
                    <a:pt x="1166616" y="1444573"/>
                  </a:lnTo>
                  <a:lnTo>
                    <a:pt x="1174841" y="1432049"/>
                  </a:lnTo>
                  <a:lnTo>
                    <a:pt x="1175518" y="1430497"/>
                  </a:lnTo>
                  <a:lnTo>
                    <a:pt x="1179010" y="1415820"/>
                  </a:lnTo>
                  <a:lnTo>
                    <a:pt x="1180243" y="1409041"/>
                  </a:lnTo>
                  <a:lnTo>
                    <a:pt x="1180418" y="1404940"/>
                  </a:lnTo>
                  <a:lnTo>
                    <a:pt x="1179946" y="1401273"/>
                  </a:lnTo>
                  <a:lnTo>
                    <a:pt x="1180182" y="1398245"/>
                  </a:lnTo>
                  <a:lnTo>
                    <a:pt x="1181125" y="1395856"/>
                  </a:lnTo>
                  <a:lnTo>
                    <a:pt x="1182122" y="1394166"/>
                  </a:lnTo>
                  <a:lnTo>
                    <a:pt x="1183842" y="1392455"/>
                  </a:lnTo>
                  <a:lnTo>
                    <a:pt x="1184793" y="1390043"/>
                  </a:lnTo>
                  <a:lnTo>
                    <a:pt x="1185363" y="1389799"/>
                  </a:lnTo>
                  <a:lnTo>
                    <a:pt x="1186771" y="1389784"/>
                  </a:lnTo>
                  <a:lnTo>
                    <a:pt x="1188627" y="1391427"/>
                  </a:lnTo>
                  <a:lnTo>
                    <a:pt x="1189974" y="1391724"/>
                  </a:lnTo>
                  <a:lnTo>
                    <a:pt x="1198678" y="1389837"/>
                  </a:lnTo>
                  <a:lnTo>
                    <a:pt x="1198678" y="1388833"/>
                  </a:lnTo>
                  <a:lnTo>
                    <a:pt x="1193573" y="1385660"/>
                  </a:lnTo>
                  <a:lnTo>
                    <a:pt x="1193626" y="1384070"/>
                  </a:lnTo>
                  <a:lnTo>
                    <a:pt x="1194075" y="1381879"/>
                  </a:lnTo>
                  <a:lnTo>
                    <a:pt x="1195680" y="1379429"/>
                  </a:lnTo>
                  <a:lnTo>
                    <a:pt x="1197651" y="1378653"/>
                  </a:lnTo>
                  <a:lnTo>
                    <a:pt x="1198092" y="1377093"/>
                  </a:lnTo>
                  <a:lnTo>
                    <a:pt x="1198146" y="1375160"/>
                  </a:lnTo>
                  <a:lnTo>
                    <a:pt x="1198792" y="1372003"/>
                  </a:lnTo>
                  <a:lnTo>
                    <a:pt x="1198199" y="1370877"/>
                  </a:lnTo>
                  <a:lnTo>
                    <a:pt x="1193428" y="1366502"/>
                  </a:lnTo>
                  <a:lnTo>
                    <a:pt x="1190674" y="1366684"/>
                  </a:lnTo>
                  <a:lnTo>
                    <a:pt x="1189974" y="1366114"/>
                  </a:lnTo>
                  <a:lnTo>
                    <a:pt x="1187593" y="1362530"/>
                  </a:lnTo>
                  <a:lnTo>
                    <a:pt x="1186725" y="1357311"/>
                  </a:lnTo>
                  <a:lnTo>
                    <a:pt x="1186634" y="1355165"/>
                  </a:lnTo>
                  <a:lnTo>
                    <a:pt x="1186961" y="1351711"/>
                  </a:lnTo>
                  <a:lnTo>
                    <a:pt x="1187265" y="1350752"/>
                  </a:lnTo>
                  <a:lnTo>
                    <a:pt x="1187113" y="1349185"/>
                  </a:lnTo>
                  <a:lnTo>
                    <a:pt x="1186512" y="1347009"/>
                  </a:lnTo>
                  <a:lnTo>
                    <a:pt x="1186467" y="1345076"/>
                  </a:lnTo>
                  <a:lnTo>
                    <a:pt x="1186969" y="1343379"/>
                  </a:lnTo>
                  <a:lnTo>
                    <a:pt x="1186664" y="1341371"/>
                  </a:lnTo>
                  <a:lnTo>
                    <a:pt x="1185553" y="1339035"/>
                  </a:lnTo>
                  <a:lnTo>
                    <a:pt x="1185120" y="1337026"/>
                  </a:lnTo>
                  <a:lnTo>
                    <a:pt x="1186284" y="1331084"/>
                  </a:lnTo>
                  <a:lnTo>
                    <a:pt x="1186322" y="1329258"/>
                  </a:lnTo>
                  <a:lnTo>
                    <a:pt x="1185226" y="1326709"/>
                  </a:lnTo>
                  <a:lnTo>
                    <a:pt x="1184427" y="1325720"/>
                  </a:lnTo>
                  <a:lnTo>
                    <a:pt x="1185013" y="1325088"/>
                  </a:lnTo>
                  <a:lnTo>
                    <a:pt x="1186984" y="1324822"/>
                  </a:lnTo>
                  <a:lnTo>
                    <a:pt x="1189342" y="1325651"/>
                  </a:lnTo>
                  <a:lnTo>
                    <a:pt x="1192074" y="1327569"/>
                  </a:lnTo>
                  <a:lnTo>
                    <a:pt x="1195429" y="1327592"/>
                  </a:lnTo>
                  <a:lnTo>
                    <a:pt x="1199393" y="1325720"/>
                  </a:lnTo>
                  <a:lnTo>
                    <a:pt x="1203426" y="1324814"/>
                  </a:lnTo>
                  <a:lnTo>
                    <a:pt x="1210395" y="1325187"/>
                  </a:lnTo>
                  <a:lnTo>
                    <a:pt x="1212039" y="1325720"/>
                  </a:lnTo>
                  <a:lnTo>
                    <a:pt x="1218970" y="1331259"/>
                  </a:lnTo>
                  <a:lnTo>
                    <a:pt x="1224349" y="1334066"/>
                  </a:lnTo>
                  <a:lnTo>
                    <a:pt x="1226777" y="1333808"/>
                  </a:lnTo>
                  <a:lnTo>
                    <a:pt x="1238737" y="1334919"/>
                  </a:lnTo>
                  <a:lnTo>
                    <a:pt x="1243987" y="1334356"/>
                  </a:lnTo>
                  <a:lnTo>
                    <a:pt x="1246703" y="1334607"/>
                  </a:lnTo>
                  <a:lnTo>
                    <a:pt x="1251923" y="1337627"/>
                  </a:lnTo>
                  <a:lnTo>
                    <a:pt x="1251581" y="1340138"/>
                  </a:lnTo>
                  <a:lnTo>
                    <a:pt x="1249328" y="1344330"/>
                  </a:lnTo>
                  <a:lnTo>
                    <a:pt x="1246392" y="1345190"/>
                  </a:lnTo>
                  <a:lnTo>
                    <a:pt x="1243797" y="1346636"/>
                  </a:lnTo>
                  <a:lnTo>
                    <a:pt x="1246201" y="1348827"/>
                  </a:lnTo>
                  <a:lnTo>
                    <a:pt x="1253300" y="1351764"/>
                  </a:lnTo>
                  <a:lnTo>
                    <a:pt x="1254966" y="1356458"/>
                  </a:lnTo>
                  <a:lnTo>
                    <a:pt x="1255469" y="1358604"/>
                  </a:lnTo>
                  <a:lnTo>
                    <a:pt x="1254647" y="1360537"/>
                  </a:lnTo>
                  <a:lnTo>
                    <a:pt x="1255058" y="1361503"/>
                  </a:lnTo>
                  <a:lnTo>
                    <a:pt x="1256701" y="1361503"/>
                  </a:lnTo>
                  <a:lnTo>
                    <a:pt x="1260947" y="1359867"/>
                  </a:lnTo>
                  <a:lnTo>
                    <a:pt x="1265634" y="1360947"/>
                  </a:lnTo>
                  <a:lnTo>
                    <a:pt x="1272459" y="1364554"/>
                  </a:lnTo>
                  <a:lnTo>
                    <a:pt x="1273197" y="1365307"/>
                  </a:lnTo>
                  <a:lnTo>
                    <a:pt x="1274399" y="1368115"/>
                  </a:lnTo>
                  <a:lnTo>
                    <a:pt x="1274246" y="1369248"/>
                  </a:lnTo>
                  <a:lnTo>
                    <a:pt x="1268213" y="1376225"/>
                  </a:lnTo>
                  <a:lnTo>
                    <a:pt x="1265071" y="1378980"/>
                  </a:lnTo>
                  <a:lnTo>
                    <a:pt x="1260947" y="1381810"/>
                  </a:lnTo>
                  <a:lnTo>
                    <a:pt x="1260810" y="1383317"/>
                  </a:lnTo>
                  <a:lnTo>
                    <a:pt x="1266600" y="1383598"/>
                  </a:lnTo>
                  <a:lnTo>
                    <a:pt x="1271104" y="1384389"/>
                  </a:lnTo>
                  <a:lnTo>
                    <a:pt x="1273136" y="1385310"/>
                  </a:lnTo>
                  <a:lnTo>
                    <a:pt x="1274193" y="1386611"/>
                  </a:lnTo>
                  <a:lnTo>
                    <a:pt x="1275639" y="1389411"/>
                  </a:lnTo>
                  <a:lnTo>
                    <a:pt x="1275875" y="1391618"/>
                  </a:lnTo>
                  <a:lnTo>
                    <a:pt x="1275730" y="1394600"/>
                  </a:lnTo>
                  <a:lnTo>
                    <a:pt x="1275251" y="1396670"/>
                  </a:lnTo>
                  <a:lnTo>
                    <a:pt x="1270016" y="1402589"/>
                  </a:lnTo>
                  <a:lnTo>
                    <a:pt x="1267612" y="1404438"/>
                  </a:lnTo>
                  <a:lnTo>
                    <a:pt x="1263518" y="1406622"/>
                  </a:lnTo>
                  <a:lnTo>
                    <a:pt x="1261738" y="1408258"/>
                  </a:lnTo>
                  <a:lnTo>
                    <a:pt x="1259783" y="1408029"/>
                  </a:lnTo>
                  <a:lnTo>
                    <a:pt x="1257652" y="1405945"/>
                  </a:lnTo>
                  <a:lnTo>
                    <a:pt x="1255431" y="1405496"/>
                  </a:lnTo>
                  <a:lnTo>
                    <a:pt x="1251436" y="1407169"/>
                  </a:lnTo>
                  <a:lnTo>
                    <a:pt x="1249268" y="1407109"/>
                  </a:lnTo>
                  <a:lnTo>
                    <a:pt x="1248202" y="1407694"/>
                  </a:lnTo>
                  <a:lnTo>
                    <a:pt x="1248119" y="1408980"/>
                  </a:lnTo>
                  <a:lnTo>
                    <a:pt x="1250013" y="1412693"/>
                  </a:lnTo>
                  <a:lnTo>
                    <a:pt x="1251109" y="1414154"/>
                  </a:lnTo>
                  <a:lnTo>
                    <a:pt x="1251535" y="1415250"/>
                  </a:lnTo>
                  <a:lnTo>
                    <a:pt x="1250728" y="1417083"/>
                  </a:lnTo>
                  <a:lnTo>
                    <a:pt x="1250896" y="1417662"/>
                  </a:lnTo>
                  <a:lnTo>
                    <a:pt x="1251535" y="1418316"/>
                  </a:lnTo>
                  <a:lnTo>
                    <a:pt x="1255172" y="1426366"/>
                  </a:lnTo>
                  <a:lnTo>
                    <a:pt x="1255940" y="1426982"/>
                  </a:lnTo>
                  <a:lnTo>
                    <a:pt x="1256694" y="1426678"/>
                  </a:lnTo>
                  <a:lnTo>
                    <a:pt x="1258269" y="1424388"/>
                  </a:lnTo>
                  <a:lnTo>
                    <a:pt x="1259204" y="1423452"/>
                  </a:lnTo>
                  <a:lnTo>
                    <a:pt x="1259661" y="1423574"/>
                  </a:lnTo>
                  <a:lnTo>
                    <a:pt x="1259646" y="1424745"/>
                  </a:lnTo>
                  <a:lnTo>
                    <a:pt x="1257964" y="1431722"/>
                  </a:lnTo>
                  <a:lnTo>
                    <a:pt x="1257744" y="1433579"/>
                  </a:lnTo>
                  <a:lnTo>
                    <a:pt x="1257782" y="1435238"/>
                  </a:lnTo>
                  <a:lnTo>
                    <a:pt x="1258588" y="1438745"/>
                  </a:lnTo>
                  <a:lnTo>
                    <a:pt x="1260429" y="1442496"/>
                  </a:lnTo>
                  <a:lnTo>
                    <a:pt x="1262712" y="1445859"/>
                  </a:lnTo>
                  <a:lnTo>
                    <a:pt x="1266143" y="1450371"/>
                  </a:lnTo>
                  <a:lnTo>
                    <a:pt x="1270754" y="1455172"/>
                  </a:lnTo>
                  <a:lnTo>
                    <a:pt x="1272474" y="1457500"/>
                  </a:lnTo>
                  <a:lnTo>
                    <a:pt x="1274992" y="1462971"/>
                  </a:lnTo>
                  <a:lnTo>
                    <a:pt x="1275509" y="1465063"/>
                  </a:lnTo>
                  <a:lnTo>
                    <a:pt x="1274848" y="1470777"/>
                  </a:lnTo>
                  <a:lnTo>
                    <a:pt x="1273006" y="1480075"/>
                  </a:lnTo>
                  <a:lnTo>
                    <a:pt x="1271819" y="1485332"/>
                  </a:lnTo>
                  <a:lnTo>
                    <a:pt x="1271287" y="1486595"/>
                  </a:lnTo>
                  <a:lnTo>
                    <a:pt x="1267810" y="1490308"/>
                  </a:lnTo>
                  <a:lnTo>
                    <a:pt x="1265839" y="1491176"/>
                  </a:lnTo>
                  <a:lnTo>
                    <a:pt x="1262590" y="1491077"/>
                  </a:lnTo>
                  <a:lnTo>
                    <a:pt x="1261495" y="1491799"/>
                  </a:lnTo>
                  <a:lnTo>
                    <a:pt x="1259798" y="1494759"/>
                  </a:lnTo>
                  <a:lnTo>
                    <a:pt x="1257492" y="1499933"/>
                  </a:lnTo>
                  <a:lnTo>
                    <a:pt x="1255674" y="1503205"/>
                  </a:lnTo>
                  <a:lnTo>
                    <a:pt x="1254350" y="1504582"/>
                  </a:lnTo>
                  <a:lnTo>
                    <a:pt x="1251908" y="1506187"/>
                  </a:lnTo>
                  <a:lnTo>
                    <a:pt x="1248088" y="1510927"/>
                  </a:lnTo>
                  <a:lnTo>
                    <a:pt x="1246209" y="1512746"/>
                  </a:lnTo>
                  <a:lnTo>
                    <a:pt x="1239650" y="1514717"/>
                  </a:lnTo>
                  <a:lnTo>
                    <a:pt x="1234309" y="1521092"/>
                  </a:lnTo>
                  <a:lnTo>
                    <a:pt x="1232186" y="1523192"/>
                  </a:lnTo>
                  <a:lnTo>
                    <a:pt x="1229881" y="1524303"/>
                  </a:lnTo>
                  <a:lnTo>
                    <a:pt x="1227385" y="1524440"/>
                  </a:lnTo>
                  <a:lnTo>
                    <a:pt x="1225955" y="1523421"/>
                  </a:lnTo>
                  <a:lnTo>
                    <a:pt x="1225141" y="1519540"/>
                  </a:lnTo>
                  <a:lnTo>
                    <a:pt x="1224661" y="1518262"/>
                  </a:lnTo>
                  <a:lnTo>
                    <a:pt x="1222775" y="1515599"/>
                  </a:lnTo>
                  <a:lnTo>
                    <a:pt x="1218909" y="1507831"/>
                  </a:lnTo>
                  <a:lnTo>
                    <a:pt x="1217243" y="1505160"/>
                  </a:lnTo>
                  <a:lnTo>
                    <a:pt x="1216132" y="1504567"/>
                  </a:lnTo>
                  <a:lnTo>
                    <a:pt x="1213903" y="1504985"/>
                  </a:lnTo>
                  <a:lnTo>
                    <a:pt x="1212762" y="1504734"/>
                  </a:lnTo>
                  <a:lnTo>
                    <a:pt x="1210274" y="1502276"/>
                  </a:lnTo>
                  <a:lnTo>
                    <a:pt x="1209376" y="1500686"/>
                  </a:lnTo>
                  <a:lnTo>
                    <a:pt x="1209490" y="1500062"/>
                  </a:lnTo>
                  <a:lnTo>
                    <a:pt x="1211377" y="1499157"/>
                  </a:lnTo>
                  <a:lnTo>
                    <a:pt x="1210570" y="1497879"/>
                  </a:lnTo>
                  <a:lnTo>
                    <a:pt x="1207245" y="1494364"/>
                  </a:lnTo>
                  <a:lnTo>
                    <a:pt x="1205868" y="1492515"/>
                  </a:lnTo>
                  <a:lnTo>
                    <a:pt x="1205701" y="1491883"/>
                  </a:lnTo>
                  <a:lnTo>
                    <a:pt x="1202406" y="1489494"/>
                  </a:lnTo>
                  <a:lnTo>
                    <a:pt x="1199135" y="1488832"/>
                  </a:lnTo>
                  <a:lnTo>
                    <a:pt x="1194988" y="1492796"/>
                  </a:lnTo>
                  <a:lnTo>
                    <a:pt x="1193413" y="1495474"/>
                  </a:lnTo>
                  <a:lnTo>
                    <a:pt x="1193466" y="1496349"/>
                  </a:lnTo>
                  <a:lnTo>
                    <a:pt x="1195452" y="1497369"/>
                  </a:lnTo>
                  <a:lnTo>
                    <a:pt x="1196312" y="1496874"/>
                  </a:lnTo>
                  <a:lnTo>
                    <a:pt x="1198001" y="1494409"/>
                  </a:lnTo>
                  <a:lnTo>
                    <a:pt x="1198891" y="1493641"/>
                  </a:lnTo>
                  <a:lnTo>
                    <a:pt x="1201448" y="1494029"/>
                  </a:lnTo>
                  <a:lnTo>
                    <a:pt x="1203563" y="1495733"/>
                  </a:lnTo>
                  <a:lnTo>
                    <a:pt x="1204331" y="1497209"/>
                  </a:lnTo>
                  <a:lnTo>
                    <a:pt x="1204613" y="1498213"/>
                  </a:lnTo>
                  <a:lnTo>
                    <a:pt x="1210388" y="1506050"/>
                  </a:lnTo>
                  <a:lnTo>
                    <a:pt x="1212435" y="1507633"/>
                  </a:lnTo>
                  <a:lnTo>
                    <a:pt x="1213287" y="1509497"/>
                  </a:lnTo>
                  <a:lnTo>
                    <a:pt x="1213933" y="1512594"/>
                  </a:lnTo>
                  <a:lnTo>
                    <a:pt x="1215189" y="1516025"/>
                  </a:lnTo>
                  <a:lnTo>
                    <a:pt x="1217966" y="1521671"/>
                  </a:lnTo>
                  <a:lnTo>
                    <a:pt x="1220918" y="1528617"/>
                  </a:lnTo>
                  <a:lnTo>
                    <a:pt x="1221527" y="1531349"/>
                  </a:lnTo>
                  <a:lnTo>
                    <a:pt x="1219997" y="1532665"/>
                  </a:lnTo>
                  <a:lnTo>
                    <a:pt x="1219229" y="1532764"/>
                  </a:lnTo>
                  <a:lnTo>
                    <a:pt x="1216954" y="1531737"/>
                  </a:lnTo>
                  <a:lnTo>
                    <a:pt x="1210943" y="1528526"/>
                  </a:lnTo>
                  <a:lnTo>
                    <a:pt x="1210274" y="1528587"/>
                  </a:lnTo>
                  <a:lnTo>
                    <a:pt x="1208691" y="1530276"/>
                  </a:lnTo>
                  <a:lnTo>
                    <a:pt x="1207390" y="1534111"/>
                  </a:lnTo>
                  <a:lnTo>
                    <a:pt x="1206979" y="1534476"/>
                  </a:lnTo>
                  <a:lnTo>
                    <a:pt x="1203784" y="1532977"/>
                  </a:lnTo>
                  <a:lnTo>
                    <a:pt x="1197796" y="1529606"/>
                  </a:lnTo>
                  <a:lnTo>
                    <a:pt x="1193786" y="1526746"/>
                  </a:lnTo>
                  <a:lnTo>
                    <a:pt x="1191754" y="1524387"/>
                  </a:lnTo>
                  <a:lnTo>
                    <a:pt x="1189289" y="1520621"/>
                  </a:lnTo>
                  <a:lnTo>
                    <a:pt x="1186398" y="1515432"/>
                  </a:lnTo>
                  <a:lnTo>
                    <a:pt x="1182944" y="1513773"/>
                  </a:lnTo>
                  <a:lnTo>
                    <a:pt x="1178934" y="1515668"/>
                  </a:lnTo>
                  <a:lnTo>
                    <a:pt x="1173136" y="1516337"/>
                  </a:lnTo>
                  <a:lnTo>
                    <a:pt x="1160963" y="1515751"/>
                  </a:lnTo>
                  <a:lnTo>
                    <a:pt x="1159365" y="1516200"/>
                  </a:lnTo>
                  <a:lnTo>
                    <a:pt x="1158748" y="1516847"/>
                  </a:lnTo>
                  <a:lnTo>
                    <a:pt x="1159783" y="1519700"/>
                  </a:lnTo>
                  <a:lnTo>
                    <a:pt x="1159540" y="1520484"/>
                  </a:lnTo>
                  <a:lnTo>
                    <a:pt x="1158726" y="1521016"/>
                  </a:lnTo>
                  <a:lnTo>
                    <a:pt x="1158543" y="1521853"/>
                  </a:lnTo>
                  <a:lnTo>
                    <a:pt x="1159867" y="1524866"/>
                  </a:lnTo>
                  <a:lnTo>
                    <a:pt x="1162013" y="1526913"/>
                  </a:lnTo>
                  <a:lnTo>
                    <a:pt x="1168069" y="1529675"/>
                  </a:lnTo>
                  <a:lnTo>
                    <a:pt x="1172079" y="1532041"/>
                  </a:lnTo>
                  <a:lnTo>
                    <a:pt x="1174475" y="1534073"/>
                  </a:lnTo>
                  <a:lnTo>
                    <a:pt x="1175259" y="1535785"/>
                  </a:lnTo>
                  <a:lnTo>
                    <a:pt x="1175381" y="1537656"/>
                  </a:lnTo>
                  <a:lnTo>
                    <a:pt x="1174239" y="1541369"/>
                  </a:lnTo>
                  <a:lnTo>
                    <a:pt x="1173585" y="1542731"/>
                  </a:lnTo>
                  <a:lnTo>
                    <a:pt x="1159509" y="1561075"/>
                  </a:lnTo>
                  <a:lnTo>
                    <a:pt x="1154145" y="1568425"/>
                  </a:lnTo>
                  <a:lnTo>
                    <a:pt x="1151414" y="1572922"/>
                  </a:lnTo>
                  <a:lnTo>
                    <a:pt x="1149009" y="1575882"/>
                  </a:lnTo>
                  <a:lnTo>
                    <a:pt x="1146925" y="1577327"/>
                  </a:lnTo>
                  <a:lnTo>
                    <a:pt x="1143478" y="1578134"/>
                  </a:lnTo>
                  <a:lnTo>
                    <a:pt x="1138669" y="1578316"/>
                  </a:lnTo>
                  <a:lnTo>
                    <a:pt x="1132438" y="1577624"/>
                  </a:lnTo>
                  <a:lnTo>
                    <a:pt x="1129212" y="1575288"/>
                  </a:lnTo>
                  <a:lnTo>
                    <a:pt x="1123361" y="1569042"/>
                  </a:lnTo>
                  <a:lnTo>
                    <a:pt x="1119260" y="1565359"/>
                  </a:lnTo>
                  <a:lnTo>
                    <a:pt x="1117426" y="1564126"/>
                  </a:lnTo>
                  <a:lnTo>
                    <a:pt x="1115897" y="1560649"/>
                  </a:lnTo>
                  <a:lnTo>
                    <a:pt x="1114520" y="1559980"/>
                  </a:lnTo>
                  <a:lnTo>
                    <a:pt x="1111583" y="1559394"/>
                  </a:lnTo>
                  <a:lnTo>
                    <a:pt x="1108562" y="1557530"/>
                  </a:lnTo>
                  <a:lnTo>
                    <a:pt x="1101463" y="1551192"/>
                  </a:lnTo>
                  <a:lnTo>
                    <a:pt x="1097781" y="1548658"/>
                  </a:lnTo>
                  <a:lnTo>
                    <a:pt x="1094433" y="1547258"/>
                  </a:lnTo>
                  <a:lnTo>
                    <a:pt x="1091420" y="1547007"/>
                  </a:lnTo>
                  <a:lnTo>
                    <a:pt x="1090279" y="1547388"/>
                  </a:lnTo>
                  <a:lnTo>
                    <a:pt x="1092333" y="1550591"/>
                  </a:lnTo>
                  <a:lnTo>
                    <a:pt x="1091435" y="1550789"/>
                  </a:lnTo>
                  <a:lnTo>
                    <a:pt x="1089001" y="1550058"/>
                  </a:lnTo>
                  <a:lnTo>
                    <a:pt x="1086596" y="1550066"/>
                  </a:lnTo>
                  <a:lnTo>
                    <a:pt x="1082328" y="1547768"/>
                  </a:lnTo>
                  <a:lnTo>
                    <a:pt x="1078120" y="1548072"/>
                  </a:lnTo>
                  <a:lnTo>
                    <a:pt x="1075085" y="1547608"/>
                  </a:lnTo>
                  <a:lnTo>
                    <a:pt x="1071448" y="1546330"/>
                  </a:lnTo>
                  <a:lnTo>
                    <a:pt x="1067522" y="1545706"/>
                  </a:lnTo>
                  <a:lnTo>
                    <a:pt x="1061199" y="1545767"/>
                  </a:lnTo>
                  <a:lnTo>
                    <a:pt x="1058939" y="1546041"/>
                  </a:lnTo>
                  <a:lnTo>
                    <a:pt x="1058604" y="1546642"/>
                  </a:lnTo>
                  <a:lnTo>
                    <a:pt x="1061633" y="1549442"/>
                  </a:lnTo>
                  <a:lnTo>
                    <a:pt x="1066845" y="1552812"/>
                  </a:lnTo>
                  <a:lnTo>
                    <a:pt x="1066152" y="1549906"/>
                  </a:lnTo>
                  <a:lnTo>
                    <a:pt x="1066335" y="1549153"/>
                  </a:lnTo>
                  <a:lnTo>
                    <a:pt x="1068077" y="1548141"/>
                  </a:lnTo>
                  <a:lnTo>
                    <a:pt x="1076332" y="1549937"/>
                  </a:lnTo>
                  <a:lnTo>
                    <a:pt x="1085691" y="1553703"/>
                  </a:lnTo>
                  <a:lnTo>
                    <a:pt x="1088065" y="1554068"/>
                  </a:lnTo>
                  <a:lnTo>
                    <a:pt x="1090697" y="1555384"/>
                  </a:lnTo>
                  <a:lnTo>
                    <a:pt x="1093604" y="1557652"/>
                  </a:lnTo>
                  <a:lnTo>
                    <a:pt x="1097614" y="1562255"/>
                  </a:lnTo>
                  <a:lnTo>
                    <a:pt x="1105268" y="1572633"/>
                  </a:lnTo>
                  <a:lnTo>
                    <a:pt x="1107725" y="1575235"/>
                  </a:lnTo>
                  <a:lnTo>
                    <a:pt x="1110982" y="1577654"/>
                  </a:lnTo>
                  <a:lnTo>
                    <a:pt x="1127561" y="1581147"/>
                  </a:lnTo>
                  <a:lnTo>
                    <a:pt x="1133283" y="1581124"/>
                  </a:lnTo>
                  <a:lnTo>
                    <a:pt x="1144764" y="1582128"/>
                  </a:lnTo>
                  <a:lnTo>
                    <a:pt x="1150828" y="1583947"/>
                  </a:lnTo>
                  <a:lnTo>
                    <a:pt x="1152547" y="1585309"/>
                  </a:lnTo>
                  <a:lnTo>
                    <a:pt x="1153080" y="1589851"/>
                  </a:lnTo>
                  <a:lnTo>
                    <a:pt x="1152525" y="1592126"/>
                  </a:lnTo>
                  <a:lnTo>
                    <a:pt x="1149230" y="1599027"/>
                  </a:lnTo>
                  <a:lnTo>
                    <a:pt x="1147145" y="1604087"/>
                  </a:lnTo>
                  <a:lnTo>
                    <a:pt x="1134234" y="1625261"/>
                  </a:lnTo>
                  <a:lnTo>
                    <a:pt x="1132560" y="1630085"/>
                  </a:lnTo>
                  <a:lnTo>
                    <a:pt x="1131829" y="1632961"/>
                  </a:lnTo>
                  <a:lnTo>
                    <a:pt x="1129524" y="1635936"/>
                  </a:lnTo>
                  <a:lnTo>
                    <a:pt x="1123688" y="1640532"/>
                  </a:lnTo>
                  <a:lnTo>
                    <a:pt x="1117837" y="1644427"/>
                  </a:lnTo>
                  <a:lnTo>
                    <a:pt x="1114322" y="1645264"/>
                  </a:lnTo>
                  <a:lnTo>
                    <a:pt x="1111187" y="1644336"/>
                  </a:lnTo>
                  <a:lnTo>
                    <a:pt x="1109156" y="1643210"/>
                  </a:lnTo>
                  <a:lnTo>
                    <a:pt x="1106143" y="1639337"/>
                  </a:lnTo>
                  <a:lnTo>
                    <a:pt x="1105960" y="1639740"/>
                  </a:lnTo>
                  <a:lnTo>
                    <a:pt x="1108136" y="1645797"/>
                  </a:lnTo>
                  <a:lnTo>
                    <a:pt x="1107627" y="1646413"/>
                  </a:lnTo>
                  <a:lnTo>
                    <a:pt x="1105861" y="1645652"/>
                  </a:lnTo>
                  <a:lnTo>
                    <a:pt x="1101821" y="1642936"/>
                  </a:lnTo>
                  <a:lnTo>
                    <a:pt x="1100512" y="1643438"/>
                  </a:lnTo>
                  <a:lnTo>
                    <a:pt x="1099736" y="1644176"/>
                  </a:lnTo>
                  <a:lnTo>
                    <a:pt x="1098664" y="1644161"/>
                  </a:lnTo>
                  <a:lnTo>
                    <a:pt x="1097286" y="1643392"/>
                  </a:lnTo>
                  <a:lnTo>
                    <a:pt x="1094791" y="1641133"/>
                  </a:lnTo>
                  <a:lnTo>
                    <a:pt x="1094129" y="1640029"/>
                  </a:lnTo>
                  <a:lnTo>
                    <a:pt x="1093528" y="1636666"/>
                  </a:lnTo>
                  <a:lnTo>
                    <a:pt x="1093117" y="1636065"/>
                  </a:lnTo>
                  <a:lnTo>
                    <a:pt x="1088202" y="1638006"/>
                  </a:lnTo>
                  <a:lnTo>
                    <a:pt x="1087380" y="1638652"/>
                  </a:lnTo>
                  <a:lnTo>
                    <a:pt x="1089396" y="1639999"/>
                  </a:lnTo>
                  <a:lnTo>
                    <a:pt x="1090081" y="1640950"/>
                  </a:lnTo>
                  <a:lnTo>
                    <a:pt x="1092067" y="1645911"/>
                  </a:lnTo>
                  <a:lnTo>
                    <a:pt x="1092173" y="1646976"/>
                  </a:lnTo>
                  <a:lnTo>
                    <a:pt x="1090758" y="1647623"/>
                  </a:lnTo>
                  <a:lnTo>
                    <a:pt x="1086056" y="1645759"/>
                  </a:lnTo>
                  <a:lnTo>
                    <a:pt x="1085493" y="1645918"/>
                  </a:lnTo>
                  <a:lnTo>
                    <a:pt x="1087814" y="1650834"/>
                  </a:lnTo>
                  <a:lnTo>
                    <a:pt x="1088704" y="1653169"/>
                  </a:lnTo>
                  <a:lnTo>
                    <a:pt x="1088803" y="1654379"/>
                  </a:lnTo>
                  <a:lnTo>
                    <a:pt x="1085790" y="1659903"/>
                  </a:lnTo>
                  <a:lnTo>
                    <a:pt x="1083857" y="1662201"/>
                  </a:lnTo>
                  <a:lnTo>
                    <a:pt x="1081217" y="1663038"/>
                  </a:lnTo>
                  <a:lnTo>
                    <a:pt x="1079566" y="1662475"/>
                  </a:lnTo>
                  <a:lnTo>
                    <a:pt x="1077702" y="1661067"/>
                  </a:lnTo>
                  <a:lnTo>
                    <a:pt x="1076355" y="1661265"/>
                  </a:lnTo>
                  <a:lnTo>
                    <a:pt x="1075534" y="1663068"/>
                  </a:lnTo>
                  <a:lnTo>
                    <a:pt x="1073997" y="1664354"/>
                  </a:lnTo>
                  <a:lnTo>
                    <a:pt x="1071752" y="1665122"/>
                  </a:lnTo>
                  <a:lnTo>
                    <a:pt x="1068899" y="1664788"/>
                  </a:lnTo>
                  <a:lnTo>
                    <a:pt x="1065429" y="1663350"/>
                  </a:lnTo>
                  <a:lnTo>
                    <a:pt x="1056231" y="1658168"/>
                  </a:lnTo>
                  <a:lnTo>
                    <a:pt x="1053332" y="1657369"/>
                  </a:lnTo>
                  <a:lnTo>
                    <a:pt x="1047960" y="1656654"/>
                  </a:lnTo>
                  <a:lnTo>
                    <a:pt x="1047321" y="1655916"/>
                  </a:lnTo>
                  <a:lnTo>
                    <a:pt x="1047367" y="1655216"/>
                  </a:lnTo>
                  <a:lnTo>
                    <a:pt x="1048105" y="1654554"/>
                  </a:lnTo>
                  <a:lnTo>
                    <a:pt x="1047899" y="1653984"/>
                  </a:lnTo>
                  <a:lnTo>
                    <a:pt x="1046765" y="1653504"/>
                  </a:lnTo>
                  <a:lnTo>
                    <a:pt x="1045586" y="1653961"/>
                  </a:lnTo>
                  <a:lnTo>
                    <a:pt x="1044361" y="1655346"/>
                  </a:lnTo>
                  <a:lnTo>
                    <a:pt x="1042223" y="1655756"/>
                  </a:lnTo>
                  <a:lnTo>
                    <a:pt x="1039165" y="1655193"/>
                  </a:lnTo>
                  <a:lnTo>
                    <a:pt x="1034645" y="1653169"/>
                  </a:lnTo>
                  <a:lnTo>
                    <a:pt x="1025675" y="1647935"/>
                  </a:lnTo>
                  <a:lnTo>
                    <a:pt x="1015860" y="1643499"/>
                  </a:lnTo>
                  <a:lnTo>
                    <a:pt x="1010168" y="1637724"/>
                  </a:lnTo>
                  <a:lnTo>
                    <a:pt x="1012291" y="1642928"/>
                  </a:lnTo>
                  <a:lnTo>
                    <a:pt x="1012116" y="1644686"/>
                  </a:lnTo>
                  <a:lnTo>
                    <a:pt x="1011028" y="1646230"/>
                  </a:lnTo>
                  <a:lnTo>
                    <a:pt x="1010846" y="1647752"/>
                  </a:lnTo>
                  <a:lnTo>
                    <a:pt x="1013075" y="1651442"/>
                  </a:lnTo>
                  <a:lnTo>
                    <a:pt x="1016156" y="1652766"/>
                  </a:lnTo>
                  <a:lnTo>
                    <a:pt x="1019261" y="1652622"/>
                  </a:lnTo>
                  <a:lnTo>
                    <a:pt x="1019344" y="1652020"/>
                  </a:lnTo>
                  <a:lnTo>
                    <a:pt x="1018051" y="1651100"/>
                  </a:lnTo>
                  <a:lnTo>
                    <a:pt x="1016910" y="1649761"/>
                  </a:lnTo>
                  <a:lnTo>
                    <a:pt x="1016362" y="1647760"/>
                  </a:lnTo>
                  <a:lnTo>
                    <a:pt x="1016948" y="1647410"/>
                  </a:lnTo>
                  <a:lnTo>
                    <a:pt x="1019687" y="1648460"/>
                  </a:lnTo>
                  <a:lnTo>
                    <a:pt x="1021490" y="1649677"/>
                  </a:lnTo>
                  <a:lnTo>
                    <a:pt x="1035086" y="1656472"/>
                  </a:lnTo>
                  <a:lnTo>
                    <a:pt x="1039142" y="1657742"/>
                  </a:lnTo>
                  <a:lnTo>
                    <a:pt x="1042185" y="1659051"/>
                  </a:lnTo>
                  <a:lnTo>
                    <a:pt x="1043030" y="1659827"/>
                  </a:lnTo>
                  <a:lnTo>
                    <a:pt x="1042003" y="1661508"/>
                  </a:lnTo>
                  <a:lnTo>
                    <a:pt x="1036540" y="1665701"/>
                  </a:lnTo>
                  <a:lnTo>
                    <a:pt x="1036448" y="1666385"/>
                  </a:lnTo>
                  <a:lnTo>
                    <a:pt x="1040199" y="1666005"/>
                  </a:lnTo>
                  <a:lnTo>
                    <a:pt x="1044749" y="1662315"/>
                  </a:lnTo>
                  <a:lnTo>
                    <a:pt x="1047306" y="1660595"/>
                  </a:lnTo>
                  <a:lnTo>
                    <a:pt x="1049763" y="1659545"/>
                  </a:lnTo>
                  <a:lnTo>
                    <a:pt x="1053088" y="1661364"/>
                  </a:lnTo>
                  <a:lnTo>
                    <a:pt x="1057288" y="1666043"/>
                  </a:lnTo>
                  <a:lnTo>
                    <a:pt x="1060689" y="1668691"/>
                  </a:lnTo>
                  <a:lnTo>
                    <a:pt x="1065536" y="1670167"/>
                  </a:lnTo>
                  <a:lnTo>
                    <a:pt x="1068374" y="1671749"/>
                  </a:lnTo>
                  <a:lnTo>
                    <a:pt x="1073144" y="1676094"/>
                  </a:lnTo>
                  <a:lnTo>
                    <a:pt x="1073898" y="1678354"/>
                  </a:lnTo>
                  <a:lnTo>
                    <a:pt x="1074339" y="1687507"/>
                  </a:lnTo>
                  <a:lnTo>
                    <a:pt x="1074172" y="1689706"/>
                  </a:lnTo>
                  <a:lnTo>
                    <a:pt x="1073548" y="1691889"/>
                  </a:lnTo>
                  <a:lnTo>
                    <a:pt x="1072475" y="1694043"/>
                  </a:lnTo>
                  <a:lnTo>
                    <a:pt x="1070481" y="1695245"/>
                  </a:lnTo>
                  <a:lnTo>
                    <a:pt x="1067567" y="1695503"/>
                  </a:lnTo>
                  <a:lnTo>
                    <a:pt x="1065277" y="1696386"/>
                  </a:lnTo>
                  <a:lnTo>
                    <a:pt x="1060271" y="1701187"/>
                  </a:lnTo>
                  <a:lnTo>
                    <a:pt x="1058148" y="1701879"/>
                  </a:lnTo>
                  <a:lnTo>
                    <a:pt x="1049162" y="1700449"/>
                  </a:lnTo>
                  <a:lnTo>
                    <a:pt x="1045647" y="1699110"/>
                  </a:lnTo>
                  <a:lnTo>
                    <a:pt x="1044026" y="1699194"/>
                  </a:lnTo>
                  <a:lnTo>
                    <a:pt x="1043129" y="1700251"/>
                  </a:lnTo>
                  <a:lnTo>
                    <a:pt x="1042185" y="1700731"/>
                  </a:lnTo>
                  <a:lnTo>
                    <a:pt x="1038662" y="1701172"/>
                  </a:lnTo>
                  <a:lnTo>
                    <a:pt x="1038092" y="1702032"/>
                  </a:lnTo>
                  <a:lnTo>
                    <a:pt x="1038312" y="1703363"/>
                  </a:lnTo>
                  <a:lnTo>
                    <a:pt x="1039005" y="1705159"/>
                  </a:lnTo>
                  <a:lnTo>
                    <a:pt x="1039865" y="1706193"/>
                  </a:lnTo>
                  <a:lnTo>
                    <a:pt x="1041188" y="1707494"/>
                  </a:lnTo>
                  <a:lnTo>
                    <a:pt x="1043197" y="1708347"/>
                  </a:lnTo>
                  <a:lnTo>
                    <a:pt x="1047321" y="1709298"/>
                  </a:lnTo>
                  <a:lnTo>
                    <a:pt x="1047747" y="1711725"/>
                  </a:lnTo>
                  <a:lnTo>
                    <a:pt x="1047564" y="1712508"/>
                  </a:lnTo>
                  <a:lnTo>
                    <a:pt x="1046210" y="1714122"/>
                  </a:lnTo>
                  <a:lnTo>
                    <a:pt x="1044643" y="1713962"/>
                  </a:lnTo>
                  <a:lnTo>
                    <a:pt x="1041949" y="1712052"/>
                  </a:lnTo>
                  <a:lnTo>
                    <a:pt x="1040625" y="1711976"/>
                  </a:lnTo>
                  <a:lnTo>
                    <a:pt x="1039461" y="1713011"/>
                  </a:lnTo>
                  <a:lnTo>
                    <a:pt x="1037841" y="1713353"/>
                  </a:lnTo>
                  <a:lnTo>
                    <a:pt x="1035764" y="1712996"/>
                  </a:lnTo>
                  <a:lnTo>
                    <a:pt x="1034607" y="1713832"/>
                  </a:lnTo>
                  <a:lnTo>
                    <a:pt x="1034379" y="1715856"/>
                  </a:lnTo>
                  <a:lnTo>
                    <a:pt x="1033679" y="1717370"/>
                  </a:lnTo>
                  <a:lnTo>
                    <a:pt x="1031282" y="1719759"/>
                  </a:lnTo>
                  <a:lnTo>
                    <a:pt x="1029989" y="1721517"/>
                  </a:lnTo>
                  <a:lnTo>
                    <a:pt x="1030027" y="1722902"/>
                  </a:lnTo>
                  <a:lnTo>
                    <a:pt x="1031404" y="1723899"/>
                  </a:lnTo>
                  <a:lnTo>
                    <a:pt x="1032986" y="1726158"/>
                  </a:lnTo>
                  <a:lnTo>
                    <a:pt x="1034767" y="1729666"/>
                  </a:lnTo>
                  <a:lnTo>
                    <a:pt x="1035109" y="1731218"/>
                  </a:lnTo>
                  <a:lnTo>
                    <a:pt x="1034014" y="1730807"/>
                  </a:lnTo>
                  <a:lnTo>
                    <a:pt x="1032538" y="1729415"/>
                  </a:lnTo>
                  <a:lnTo>
                    <a:pt x="1030689" y="1727033"/>
                  </a:lnTo>
                  <a:lnTo>
                    <a:pt x="1027889" y="1724903"/>
                  </a:lnTo>
                  <a:lnTo>
                    <a:pt x="1021726" y="1722118"/>
                  </a:lnTo>
                  <a:lnTo>
                    <a:pt x="1020638" y="1722202"/>
                  </a:lnTo>
                  <a:lnTo>
                    <a:pt x="1021193" y="1722909"/>
                  </a:lnTo>
                  <a:lnTo>
                    <a:pt x="1025279" y="1725831"/>
                  </a:lnTo>
                  <a:lnTo>
                    <a:pt x="1026846" y="1727710"/>
                  </a:lnTo>
                  <a:lnTo>
                    <a:pt x="1027036" y="1729080"/>
                  </a:lnTo>
                  <a:lnTo>
                    <a:pt x="1023613" y="1732070"/>
                  </a:lnTo>
                  <a:lnTo>
                    <a:pt x="1023521" y="1733067"/>
                  </a:lnTo>
                  <a:lnTo>
                    <a:pt x="1024427" y="1733942"/>
                  </a:lnTo>
                  <a:lnTo>
                    <a:pt x="1024670" y="1734672"/>
                  </a:lnTo>
                  <a:lnTo>
                    <a:pt x="1023453" y="1736133"/>
                  </a:lnTo>
                  <a:lnTo>
                    <a:pt x="1021444" y="1737358"/>
                  </a:lnTo>
                  <a:lnTo>
                    <a:pt x="1017556" y="1737533"/>
                  </a:lnTo>
                  <a:lnTo>
                    <a:pt x="1017199" y="1738225"/>
                  </a:lnTo>
                  <a:lnTo>
                    <a:pt x="1018682" y="1739724"/>
                  </a:lnTo>
                  <a:lnTo>
                    <a:pt x="1019177" y="1740653"/>
                  </a:lnTo>
                  <a:lnTo>
                    <a:pt x="1017906" y="1741931"/>
                  </a:lnTo>
                  <a:lnTo>
                    <a:pt x="1017077" y="1742106"/>
                  </a:lnTo>
                  <a:lnTo>
                    <a:pt x="1012595" y="1741512"/>
                  </a:lnTo>
                  <a:lnTo>
                    <a:pt x="1013775" y="1744700"/>
                  </a:lnTo>
                  <a:lnTo>
                    <a:pt x="1014467" y="1745811"/>
                  </a:lnTo>
                  <a:lnTo>
                    <a:pt x="1015844" y="1747386"/>
                  </a:lnTo>
                  <a:lnTo>
                    <a:pt x="1018310" y="1748839"/>
                  </a:lnTo>
                  <a:lnTo>
                    <a:pt x="1018355" y="1749403"/>
                  </a:lnTo>
                  <a:lnTo>
                    <a:pt x="1017495" y="1750650"/>
                  </a:lnTo>
                  <a:lnTo>
                    <a:pt x="1016034" y="1752172"/>
                  </a:lnTo>
                  <a:lnTo>
                    <a:pt x="1009864" y="1756806"/>
                  </a:lnTo>
                  <a:lnTo>
                    <a:pt x="1005527" y="1762223"/>
                  </a:lnTo>
                  <a:lnTo>
                    <a:pt x="1004926" y="1763912"/>
                  </a:lnTo>
                  <a:lnTo>
                    <a:pt x="1006029" y="1767458"/>
                  </a:lnTo>
                  <a:lnTo>
                    <a:pt x="1006037" y="1768348"/>
                  </a:lnTo>
                  <a:lnTo>
                    <a:pt x="1004903" y="1769953"/>
                  </a:lnTo>
                  <a:lnTo>
                    <a:pt x="1002370" y="1769512"/>
                  </a:lnTo>
                  <a:lnTo>
                    <a:pt x="1001890" y="1770143"/>
                  </a:lnTo>
                  <a:lnTo>
                    <a:pt x="1002491" y="1771802"/>
                  </a:lnTo>
                  <a:lnTo>
                    <a:pt x="1002605" y="1774237"/>
                  </a:lnTo>
                  <a:lnTo>
                    <a:pt x="1002225" y="1777440"/>
                  </a:lnTo>
                  <a:lnTo>
                    <a:pt x="1000353" y="1782477"/>
                  </a:lnTo>
                  <a:lnTo>
                    <a:pt x="997051" y="1789256"/>
                  </a:lnTo>
                  <a:lnTo>
                    <a:pt x="994517" y="1795389"/>
                  </a:lnTo>
                  <a:lnTo>
                    <a:pt x="992760" y="1800882"/>
                  </a:lnTo>
                  <a:lnTo>
                    <a:pt x="991489" y="1803598"/>
                  </a:lnTo>
                  <a:lnTo>
                    <a:pt x="989146" y="1803781"/>
                  </a:lnTo>
                  <a:lnTo>
                    <a:pt x="987373" y="1805493"/>
                  </a:lnTo>
                  <a:lnTo>
                    <a:pt x="988583" y="1806391"/>
                  </a:lnTo>
                  <a:lnTo>
                    <a:pt x="989321" y="1807441"/>
                  </a:lnTo>
                  <a:lnTo>
                    <a:pt x="989831" y="1809031"/>
                  </a:lnTo>
                  <a:lnTo>
                    <a:pt x="989328" y="1813999"/>
                  </a:lnTo>
                  <a:lnTo>
                    <a:pt x="987807" y="1822308"/>
                  </a:lnTo>
                  <a:lnTo>
                    <a:pt x="986863" y="1828882"/>
                  </a:lnTo>
                  <a:lnTo>
                    <a:pt x="987054" y="1848976"/>
                  </a:lnTo>
                  <a:lnTo>
                    <a:pt x="986810" y="1857771"/>
                  </a:lnTo>
                  <a:lnTo>
                    <a:pt x="986140" y="1862625"/>
                  </a:lnTo>
                  <a:lnTo>
                    <a:pt x="985052" y="1865258"/>
                  </a:lnTo>
                  <a:lnTo>
                    <a:pt x="983196" y="1866049"/>
                  </a:lnTo>
                  <a:lnTo>
                    <a:pt x="985562" y="1866818"/>
                  </a:lnTo>
                  <a:lnTo>
                    <a:pt x="987069" y="1868050"/>
                  </a:lnTo>
                  <a:lnTo>
                    <a:pt x="987761" y="1869922"/>
                  </a:lnTo>
                  <a:lnTo>
                    <a:pt x="988408" y="1872904"/>
                  </a:lnTo>
                  <a:lnTo>
                    <a:pt x="989260" y="1874274"/>
                  </a:lnTo>
                  <a:lnTo>
                    <a:pt x="990318" y="1874038"/>
                  </a:lnTo>
                  <a:lnTo>
                    <a:pt x="991269" y="1874343"/>
                  </a:lnTo>
                  <a:lnTo>
                    <a:pt x="992113" y="1875172"/>
                  </a:lnTo>
                  <a:lnTo>
                    <a:pt x="994685" y="1879402"/>
                  </a:lnTo>
                  <a:lnTo>
                    <a:pt x="997508" y="1880612"/>
                  </a:lnTo>
                  <a:lnTo>
                    <a:pt x="997645" y="1882955"/>
                  </a:lnTo>
                  <a:lnTo>
                    <a:pt x="996534" y="1896004"/>
                  </a:lnTo>
                  <a:lnTo>
                    <a:pt x="996541" y="1897701"/>
                  </a:lnTo>
                  <a:lnTo>
                    <a:pt x="997820" y="1894421"/>
                  </a:lnTo>
                  <a:lnTo>
                    <a:pt x="999166" y="1884287"/>
                  </a:lnTo>
                  <a:lnTo>
                    <a:pt x="1001000" y="1879760"/>
                  </a:lnTo>
                  <a:lnTo>
                    <a:pt x="1002438" y="1878801"/>
                  </a:lnTo>
                  <a:lnTo>
                    <a:pt x="1008327" y="1878291"/>
                  </a:lnTo>
                  <a:lnTo>
                    <a:pt x="1014604" y="1879440"/>
                  </a:lnTo>
                  <a:lnTo>
                    <a:pt x="1016978" y="1879585"/>
                  </a:lnTo>
                  <a:lnTo>
                    <a:pt x="1019047" y="1878953"/>
                  </a:lnTo>
                  <a:lnTo>
                    <a:pt x="1021170" y="1880224"/>
                  </a:lnTo>
                  <a:lnTo>
                    <a:pt x="1021688" y="1881495"/>
                  </a:lnTo>
                  <a:lnTo>
                    <a:pt x="1022289" y="1886828"/>
                  </a:lnTo>
                  <a:lnTo>
                    <a:pt x="1022852" y="1889864"/>
                  </a:lnTo>
                  <a:lnTo>
                    <a:pt x="1026588" y="1900645"/>
                  </a:lnTo>
                  <a:lnTo>
                    <a:pt x="1028368" y="1906649"/>
                  </a:lnTo>
                  <a:lnTo>
                    <a:pt x="1030544" y="1915962"/>
                  </a:lnTo>
                  <a:lnTo>
                    <a:pt x="1031358" y="1918617"/>
                  </a:lnTo>
                  <a:lnTo>
                    <a:pt x="1035885" y="1930920"/>
                  </a:lnTo>
                  <a:lnTo>
                    <a:pt x="1036745" y="1934237"/>
                  </a:lnTo>
                  <a:lnTo>
                    <a:pt x="1037095" y="1936786"/>
                  </a:lnTo>
                  <a:lnTo>
                    <a:pt x="1036943" y="1938574"/>
                  </a:lnTo>
                  <a:lnTo>
                    <a:pt x="1036121" y="1941321"/>
                  </a:lnTo>
                  <a:lnTo>
                    <a:pt x="1034622" y="1945026"/>
                  </a:lnTo>
                  <a:lnTo>
                    <a:pt x="1033222" y="1947841"/>
                  </a:lnTo>
                  <a:lnTo>
                    <a:pt x="1031914" y="1949781"/>
                  </a:lnTo>
                  <a:lnTo>
                    <a:pt x="1030575" y="1951219"/>
                  </a:lnTo>
                  <a:lnTo>
                    <a:pt x="1029197" y="1952170"/>
                  </a:lnTo>
                  <a:lnTo>
                    <a:pt x="1029289" y="1952422"/>
                  </a:lnTo>
                  <a:lnTo>
                    <a:pt x="1030848" y="1951965"/>
                  </a:lnTo>
                  <a:lnTo>
                    <a:pt x="1032431" y="1950999"/>
                  </a:lnTo>
                  <a:lnTo>
                    <a:pt x="1035436" y="1948496"/>
                  </a:lnTo>
                  <a:lnTo>
                    <a:pt x="1036593" y="1947933"/>
                  </a:lnTo>
                  <a:lnTo>
                    <a:pt x="1039857" y="1947575"/>
                  </a:lnTo>
                  <a:lnTo>
                    <a:pt x="1039963" y="1948480"/>
                  </a:lnTo>
                  <a:lnTo>
                    <a:pt x="1038388" y="1950344"/>
                  </a:lnTo>
                  <a:lnTo>
                    <a:pt x="1038739" y="1950520"/>
                  </a:lnTo>
                  <a:lnTo>
                    <a:pt x="1041013" y="1949013"/>
                  </a:lnTo>
                  <a:lnTo>
                    <a:pt x="1045944" y="1946867"/>
                  </a:lnTo>
                  <a:lnTo>
                    <a:pt x="1065308" y="1939890"/>
                  </a:lnTo>
                  <a:lnTo>
                    <a:pt x="1069873" y="1939266"/>
                  </a:lnTo>
                  <a:lnTo>
                    <a:pt x="1076386" y="1940545"/>
                  </a:lnTo>
                  <a:lnTo>
                    <a:pt x="1081666" y="1943512"/>
                  </a:lnTo>
                  <a:lnTo>
                    <a:pt x="1087426" y="1947324"/>
                  </a:lnTo>
                  <a:lnTo>
                    <a:pt x="1093497" y="1950086"/>
                  </a:lnTo>
                  <a:lnTo>
                    <a:pt x="1103077" y="1952665"/>
                  </a:lnTo>
                  <a:lnTo>
                    <a:pt x="1105869" y="1953898"/>
                  </a:lnTo>
                  <a:lnTo>
                    <a:pt x="1111484" y="1955168"/>
                  </a:lnTo>
                  <a:lnTo>
                    <a:pt x="1114086" y="1956606"/>
                  </a:lnTo>
                  <a:lnTo>
                    <a:pt x="1117213" y="1960076"/>
                  </a:lnTo>
                  <a:lnTo>
                    <a:pt x="1122189" y="1964588"/>
                  </a:lnTo>
                  <a:lnTo>
                    <a:pt x="1125940" y="1967411"/>
                  </a:lnTo>
                  <a:lnTo>
                    <a:pt x="1130133" y="1970051"/>
                  </a:lnTo>
                  <a:lnTo>
                    <a:pt x="1134340" y="1974890"/>
                  </a:lnTo>
                  <a:lnTo>
                    <a:pt x="1141112" y="1985816"/>
                  </a:lnTo>
                  <a:lnTo>
                    <a:pt x="1142786" y="1987155"/>
                  </a:lnTo>
                  <a:lnTo>
                    <a:pt x="1146963" y="1988928"/>
                  </a:lnTo>
                  <a:lnTo>
                    <a:pt x="1154807" y="1991218"/>
                  </a:lnTo>
                  <a:lnTo>
                    <a:pt x="1166387" y="1996582"/>
                  </a:lnTo>
                  <a:lnTo>
                    <a:pt x="1171478" y="1998674"/>
                  </a:lnTo>
                  <a:lnTo>
                    <a:pt x="1174772" y="1999503"/>
                  </a:lnTo>
                  <a:lnTo>
                    <a:pt x="1178059" y="2000972"/>
                  </a:lnTo>
                  <a:lnTo>
                    <a:pt x="1181346" y="2003079"/>
                  </a:lnTo>
                  <a:lnTo>
                    <a:pt x="1183857" y="2005370"/>
                  </a:lnTo>
                  <a:lnTo>
                    <a:pt x="1185584" y="2007850"/>
                  </a:lnTo>
                  <a:lnTo>
                    <a:pt x="1187106" y="2009471"/>
                  </a:lnTo>
                  <a:lnTo>
                    <a:pt x="1189769" y="2011266"/>
                  </a:lnTo>
                  <a:lnTo>
                    <a:pt x="1191146" y="2012552"/>
                  </a:lnTo>
                  <a:lnTo>
                    <a:pt x="1191275" y="2014477"/>
                  </a:lnTo>
                  <a:lnTo>
                    <a:pt x="1188072" y="2022017"/>
                  </a:lnTo>
                  <a:lnTo>
                    <a:pt x="1188003" y="2022618"/>
                  </a:lnTo>
                  <a:lnTo>
                    <a:pt x="1191245" y="2017208"/>
                  </a:lnTo>
                  <a:lnTo>
                    <a:pt x="1193056" y="2015649"/>
                  </a:lnTo>
                  <a:lnTo>
                    <a:pt x="1194501" y="2014918"/>
                  </a:lnTo>
                  <a:lnTo>
                    <a:pt x="1197514" y="2015002"/>
                  </a:lnTo>
                  <a:lnTo>
                    <a:pt x="1202087" y="2015907"/>
                  </a:lnTo>
                  <a:lnTo>
                    <a:pt x="1206097" y="2015915"/>
                  </a:lnTo>
                  <a:lnTo>
                    <a:pt x="1209543" y="2015033"/>
                  </a:lnTo>
                  <a:lnTo>
                    <a:pt x="1212480" y="2014637"/>
                  </a:lnTo>
                  <a:lnTo>
                    <a:pt x="1214907" y="2014720"/>
                  </a:lnTo>
                  <a:lnTo>
                    <a:pt x="1216665" y="2014454"/>
                  </a:lnTo>
                  <a:lnTo>
                    <a:pt x="1217760" y="2013846"/>
                  </a:lnTo>
                  <a:lnTo>
                    <a:pt x="1219069" y="2013830"/>
                  </a:lnTo>
                  <a:lnTo>
                    <a:pt x="1224258" y="2015710"/>
                  </a:lnTo>
                  <a:lnTo>
                    <a:pt x="1226358" y="2015809"/>
                  </a:lnTo>
                  <a:lnTo>
                    <a:pt x="1233944" y="2017574"/>
                  </a:lnTo>
                  <a:lnTo>
                    <a:pt x="1238813" y="2016942"/>
                  </a:lnTo>
                  <a:lnTo>
                    <a:pt x="1239650" y="2017285"/>
                  </a:lnTo>
                  <a:lnTo>
                    <a:pt x="1241347" y="2019582"/>
                  </a:lnTo>
                  <a:lnTo>
                    <a:pt x="1242778" y="2019757"/>
                  </a:lnTo>
                  <a:lnTo>
                    <a:pt x="1245197" y="2019400"/>
                  </a:lnTo>
                  <a:lnTo>
                    <a:pt x="1247548" y="2020024"/>
                  </a:lnTo>
                  <a:lnTo>
                    <a:pt x="1251482" y="2023037"/>
                  </a:lnTo>
                  <a:lnTo>
                    <a:pt x="1253300" y="2025624"/>
                  </a:lnTo>
                  <a:lnTo>
                    <a:pt x="1255043" y="2030896"/>
                  </a:lnTo>
                  <a:lnTo>
                    <a:pt x="1255195" y="2032471"/>
                  </a:lnTo>
                  <a:lnTo>
                    <a:pt x="1251969" y="2044622"/>
                  </a:lnTo>
                  <a:lnTo>
                    <a:pt x="1250957" y="2049301"/>
                  </a:lnTo>
                  <a:lnTo>
                    <a:pt x="1250820" y="2053364"/>
                  </a:lnTo>
                  <a:lnTo>
                    <a:pt x="1251459" y="2055700"/>
                  </a:lnTo>
                  <a:lnTo>
                    <a:pt x="1254251" y="2059611"/>
                  </a:lnTo>
                  <a:lnTo>
                    <a:pt x="1254753" y="2060630"/>
                  </a:lnTo>
                  <a:lnTo>
                    <a:pt x="1256404" y="2066390"/>
                  </a:lnTo>
                  <a:lnTo>
                    <a:pt x="1256861" y="2068848"/>
                  </a:lnTo>
                  <a:lnTo>
                    <a:pt x="1256678" y="2071663"/>
                  </a:lnTo>
                  <a:lnTo>
                    <a:pt x="1255811" y="2076289"/>
                  </a:lnTo>
                  <a:lnTo>
                    <a:pt x="1256032" y="2079804"/>
                  </a:lnTo>
                  <a:lnTo>
                    <a:pt x="1256762" y="2085107"/>
                  </a:lnTo>
                  <a:lnTo>
                    <a:pt x="1256488" y="2088691"/>
                  </a:lnTo>
                  <a:lnTo>
                    <a:pt x="1255202" y="2090570"/>
                  </a:lnTo>
                  <a:lnTo>
                    <a:pt x="1254335" y="2092404"/>
                  </a:lnTo>
                  <a:lnTo>
                    <a:pt x="1253658" y="2095729"/>
                  </a:lnTo>
                  <a:lnTo>
                    <a:pt x="1253658" y="2096984"/>
                  </a:lnTo>
                  <a:lnTo>
                    <a:pt x="1254320" y="2099450"/>
                  </a:lnTo>
                  <a:lnTo>
                    <a:pt x="1255552" y="2100842"/>
                  </a:lnTo>
                  <a:lnTo>
                    <a:pt x="1257576" y="2102409"/>
                  </a:lnTo>
                  <a:lnTo>
                    <a:pt x="1259455" y="2104730"/>
                  </a:lnTo>
                  <a:lnTo>
                    <a:pt x="1262887" y="2110360"/>
                  </a:lnTo>
                  <a:lnTo>
                    <a:pt x="1265383" y="2113442"/>
                  </a:lnTo>
                  <a:lnTo>
                    <a:pt x="1268434" y="2118030"/>
                  </a:lnTo>
                  <a:lnTo>
                    <a:pt x="1269027" y="2120312"/>
                  </a:lnTo>
                  <a:lnTo>
                    <a:pt x="1268175" y="2121819"/>
                  </a:lnTo>
                  <a:lnTo>
                    <a:pt x="1267117" y="2122869"/>
                  </a:lnTo>
                  <a:lnTo>
                    <a:pt x="1264660" y="2124276"/>
                  </a:lnTo>
                  <a:lnTo>
                    <a:pt x="1263556" y="2125296"/>
                  </a:lnTo>
                  <a:lnTo>
                    <a:pt x="1263838" y="2125539"/>
                  </a:lnTo>
                  <a:lnTo>
                    <a:pt x="1267399" y="2124778"/>
                  </a:lnTo>
                  <a:lnTo>
                    <a:pt x="1269499" y="2124862"/>
                  </a:lnTo>
                  <a:lnTo>
                    <a:pt x="1271279" y="2125981"/>
                  </a:lnTo>
                  <a:lnTo>
                    <a:pt x="1272732" y="2128149"/>
                  </a:lnTo>
                  <a:lnTo>
                    <a:pt x="1275144" y="2129990"/>
                  </a:lnTo>
                  <a:lnTo>
                    <a:pt x="1278515" y="2131504"/>
                  </a:lnTo>
                  <a:lnTo>
                    <a:pt x="1281901" y="2134038"/>
                  </a:lnTo>
                  <a:lnTo>
                    <a:pt x="1287516" y="2140041"/>
                  </a:lnTo>
                  <a:lnTo>
                    <a:pt x="1288528" y="2141418"/>
                  </a:lnTo>
                  <a:lnTo>
                    <a:pt x="1290019" y="2144553"/>
                  </a:lnTo>
                  <a:lnTo>
                    <a:pt x="1291990" y="2149423"/>
                  </a:lnTo>
                  <a:lnTo>
                    <a:pt x="1293017" y="2152595"/>
                  </a:lnTo>
                  <a:lnTo>
                    <a:pt x="1293108" y="2154087"/>
                  </a:lnTo>
                  <a:lnTo>
                    <a:pt x="1291997" y="2155585"/>
                  </a:lnTo>
                  <a:lnTo>
                    <a:pt x="1288208" y="2158309"/>
                  </a:lnTo>
                  <a:lnTo>
                    <a:pt x="1284396" y="2163057"/>
                  </a:lnTo>
                  <a:lnTo>
                    <a:pt x="1285598" y="2162829"/>
                  </a:lnTo>
                  <a:lnTo>
                    <a:pt x="1288117" y="2160820"/>
                  </a:lnTo>
                  <a:lnTo>
                    <a:pt x="1292363" y="2156856"/>
                  </a:lnTo>
                  <a:lnTo>
                    <a:pt x="1294721" y="2156088"/>
                  </a:lnTo>
                  <a:lnTo>
                    <a:pt x="1296905" y="2156552"/>
                  </a:lnTo>
                  <a:lnTo>
                    <a:pt x="1300367" y="2157693"/>
                  </a:lnTo>
                  <a:lnTo>
                    <a:pt x="1303418" y="2159314"/>
                  </a:lnTo>
                  <a:lnTo>
                    <a:pt x="1306073" y="2161414"/>
                  </a:lnTo>
                  <a:lnTo>
                    <a:pt x="1310022" y="2167029"/>
                  </a:lnTo>
                  <a:lnTo>
                    <a:pt x="1314191" y="2171495"/>
                  </a:lnTo>
                  <a:lnTo>
                    <a:pt x="1316504" y="2175299"/>
                  </a:lnTo>
                  <a:lnTo>
                    <a:pt x="1315805" y="2172880"/>
                  </a:lnTo>
                  <a:lnTo>
                    <a:pt x="1314268" y="2170087"/>
                  </a:lnTo>
                  <a:lnTo>
                    <a:pt x="1310349" y="2165636"/>
                  </a:lnTo>
                  <a:lnTo>
                    <a:pt x="1308675" y="2163308"/>
                  </a:lnTo>
                  <a:lnTo>
                    <a:pt x="1308318" y="2162197"/>
                  </a:lnTo>
                  <a:lnTo>
                    <a:pt x="1308188" y="2160980"/>
                  </a:lnTo>
                  <a:lnTo>
                    <a:pt x="1308493" y="2158758"/>
                  </a:lnTo>
                  <a:lnTo>
                    <a:pt x="1309223" y="2155525"/>
                  </a:lnTo>
                  <a:lnTo>
                    <a:pt x="1310205" y="2153242"/>
                  </a:lnTo>
                  <a:lnTo>
                    <a:pt x="1311430" y="2151910"/>
                  </a:lnTo>
                  <a:lnTo>
                    <a:pt x="1312244" y="2150495"/>
                  </a:lnTo>
                  <a:lnTo>
                    <a:pt x="1312662" y="2148996"/>
                  </a:lnTo>
                  <a:lnTo>
                    <a:pt x="1313309" y="2147893"/>
                  </a:lnTo>
                  <a:lnTo>
                    <a:pt x="1316702" y="2145892"/>
                  </a:lnTo>
                  <a:lnTo>
                    <a:pt x="1317593" y="2146075"/>
                  </a:lnTo>
                  <a:lnTo>
                    <a:pt x="1318292" y="2148502"/>
                  </a:lnTo>
                  <a:lnTo>
                    <a:pt x="1319107" y="2149004"/>
                  </a:lnTo>
                  <a:lnTo>
                    <a:pt x="1320674" y="2149384"/>
                  </a:lnTo>
                  <a:lnTo>
                    <a:pt x="1321990" y="2150221"/>
                  </a:lnTo>
                  <a:lnTo>
                    <a:pt x="1323063" y="2151515"/>
                  </a:lnTo>
                  <a:lnTo>
                    <a:pt x="1323824" y="2152823"/>
                  </a:lnTo>
                  <a:lnTo>
                    <a:pt x="1324265" y="2154155"/>
                  </a:lnTo>
                  <a:lnTo>
                    <a:pt x="1325277" y="2158484"/>
                  </a:lnTo>
                  <a:lnTo>
                    <a:pt x="1326000" y="2160485"/>
                  </a:lnTo>
                  <a:lnTo>
                    <a:pt x="1326122" y="2158058"/>
                  </a:lnTo>
                  <a:lnTo>
                    <a:pt x="1326966" y="2154231"/>
                  </a:lnTo>
                  <a:lnTo>
                    <a:pt x="1327613" y="2152656"/>
                  </a:lnTo>
                  <a:lnTo>
                    <a:pt x="1329667" y="2150351"/>
                  </a:lnTo>
                  <a:lnTo>
                    <a:pt x="1329561" y="2149354"/>
                  </a:lnTo>
                  <a:lnTo>
                    <a:pt x="1328709" y="2148015"/>
                  </a:lnTo>
                  <a:lnTo>
                    <a:pt x="1324410" y="2142248"/>
                  </a:lnTo>
                  <a:lnTo>
                    <a:pt x="1324326" y="2140840"/>
                  </a:lnTo>
                  <a:lnTo>
                    <a:pt x="1325475" y="2140011"/>
                  </a:lnTo>
                  <a:lnTo>
                    <a:pt x="1326259" y="2138413"/>
                  </a:lnTo>
                  <a:lnTo>
                    <a:pt x="1326685" y="2136054"/>
                  </a:lnTo>
                  <a:lnTo>
                    <a:pt x="1327605" y="2134342"/>
                  </a:lnTo>
                  <a:lnTo>
                    <a:pt x="1330299" y="2131930"/>
                  </a:lnTo>
                  <a:lnTo>
                    <a:pt x="1332619" y="2128217"/>
                  </a:lnTo>
                  <a:lnTo>
                    <a:pt x="1333814" y="2125661"/>
                  </a:lnTo>
                  <a:lnTo>
                    <a:pt x="1334788" y="2124314"/>
                  </a:lnTo>
                  <a:lnTo>
                    <a:pt x="1335724" y="2123995"/>
                  </a:lnTo>
                  <a:lnTo>
                    <a:pt x="1334331" y="2122960"/>
                  </a:lnTo>
                  <a:lnTo>
                    <a:pt x="1334057" y="2122283"/>
                  </a:lnTo>
                  <a:lnTo>
                    <a:pt x="1333989" y="2119194"/>
                  </a:lnTo>
                  <a:lnTo>
                    <a:pt x="1333388" y="2115952"/>
                  </a:lnTo>
                  <a:lnTo>
                    <a:pt x="1332460" y="2114438"/>
                  </a:lnTo>
                  <a:lnTo>
                    <a:pt x="1329827" y="2111190"/>
                  </a:lnTo>
                  <a:lnTo>
                    <a:pt x="1329393" y="2110223"/>
                  </a:lnTo>
                  <a:lnTo>
                    <a:pt x="1328929" y="2106548"/>
                  </a:lnTo>
                  <a:lnTo>
                    <a:pt x="1329188" y="2104699"/>
                  </a:lnTo>
                  <a:lnTo>
                    <a:pt x="1329865" y="2103147"/>
                  </a:lnTo>
                  <a:lnTo>
                    <a:pt x="1329477" y="2101648"/>
                  </a:lnTo>
                  <a:lnTo>
                    <a:pt x="1327035" y="2098925"/>
                  </a:lnTo>
                  <a:lnTo>
                    <a:pt x="1326091" y="2096543"/>
                  </a:lnTo>
                  <a:lnTo>
                    <a:pt x="1325049" y="2090761"/>
                  </a:lnTo>
                  <a:lnTo>
                    <a:pt x="1324090" y="2083479"/>
                  </a:lnTo>
                  <a:lnTo>
                    <a:pt x="1323002" y="2078100"/>
                  </a:lnTo>
                  <a:lnTo>
                    <a:pt x="1321777" y="2074646"/>
                  </a:lnTo>
                  <a:lnTo>
                    <a:pt x="1321503" y="2072469"/>
                  </a:lnTo>
                  <a:lnTo>
                    <a:pt x="1322180" y="2071564"/>
                  </a:lnTo>
                  <a:lnTo>
                    <a:pt x="1323063" y="2068833"/>
                  </a:lnTo>
                  <a:lnTo>
                    <a:pt x="1323854" y="2068163"/>
                  </a:lnTo>
                  <a:lnTo>
                    <a:pt x="1325087" y="2068338"/>
                  </a:lnTo>
                  <a:lnTo>
                    <a:pt x="1325110" y="2068026"/>
                  </a:lnTo>
                  <a:lnTo>
                    <a:pt x="1323238" y="2066550"/>
                  </a:lnTo>
                  <a:lnTo>
                    <a:pt x="1322317" y="2064693"/>
                  </a:lnTo>
                  <a:lnTo>
                    <a:pt x="1322356" y="2064009"/>
                  </a:lnTo>
                  <a:lnTo>
                    <a:pt x="1324007" y="2062160"/>
                  </a:lnTo>
                  <a:lnTo>
                    <a:pt x="1323710" y="2061376"/>
                  </a:lnTo>
                  <a:lnTo>
                    <a:pt x="1322485" y="2060364"/>
                  </a:lnTo>
                  <a:lnTo>
                    <a:pt x="1318757" y="2058660"/>
                  </a:lnTo>
                  <a:lnTo>
                    <a:pt x="1320103" y="2058006"/>
                  </a:lnTo>
                  <a:lnTo>
                    <a:pt x="1320956" y="2056537"/>
                  </a:lnTo>
                  <a:lnTo>
                    <a:pt x="1320788" y="2056103"/>
                  </a:lnTo>
                  <a:lnTo>
                    <a:pt x="1319312" y="2055502"/>
                  </a:lnTo>
                  <a:lnTo>
                    <a:pt x="1317608" y="2054369"/>
                  </a:lnTo>
                  <a:lnTo>
                    <a:pt x="1316322" y="2052672"/>
                  </a:lnTo>
                  <a:lnTo>
                    <a:pt x="1314732" y="2049994"/>
                  </a:lnTo>
                  <a:lnTo>
                    <a:pt x="1313765" y="2047863"/>
                  </a:lnTo>
                  <a:lnTo>
                    <a:pt x="1312814" y="2044318"/>
                  </a:lnTo>
                  <a:lnTo>
                    <a:pt x="1311163" y="2040270"/>
                  </a:lnTo>
                  <a:lnTo>
                    <a:pt x="1310440" y="2039258"/>
                  </a:lnTo>
                  <a:lnTo>
                    <a:pt x="1309611" y="2038611"/>
                  </a:lnTo>
                  <a:lnTo>
                    <a:pt x="1308683" y="2038307"/>
                  </a:lnTo>
                  <a:lnTo>
                    <a:pt x="1308713" y="2037683"/>
                  </a:lnTo>
                  <a:lnTo>
                    <a:pt x="1309710" y="2036740"/>
                  </a:lnTo>
                  <a:lnTo>
                    <a:pt x="1325863" y="2029938"/>
                  </a:lnTo>
                  <a:lnTo>
                    <a:pt x="1327210" y="2028956"/>
                  </a:lnTo>
                  <a:lnTo>
                    <a:pt x="1335138" y="2025137"/>
                  </a:lnTo>
                  <a:lnTo>
                    <a:pt x="1338798" y="2022999"/>
                  </a:lnTo>
                  <a:lnTo>
                    <a:pt x="1342526" y="2019917"/>
                  </a:lnTo>
                  <a:lnTo>
                    <a:pt x="1347601" y="2016744"/>
                  </a:lnTo>
                  <a:lnTo>
                    <a:pt x="1350074" y="2014690"/>
                  </a:lnTo>
                  <a:lnTo>
                    <a:pt x="1351633" y="2012712"/>
                  </a:lnTo>
                  <a:lnTo>
                    <a:pt x="1359691" y="2004776"/>
                  </a:lnTo>
                  <a:lnTo>
                    <a:pt x="1363107" y="2000698"/>
                  </a:lnTo>
                  <a:lnTo>
                    <a:pt x="1365085" y="1997190"/>
                  </a:lnTo>
                  <a:lnTo>
                    <a:pt x="1367954" y="1992983"/>
                  </a:lnTo>
                  <a:lnTo>
                    <a:pt x="1371720" y="1988068"/>
                  </a:lnTo>
                  <a:lnTo>
                    <a:pt x="1374101" y="1983837"/>
                  </a:lnTo>
                  <a:lnTo>
                    <a:pt x="1375091" y="1980299"/>
                  </a:lnTo>
                  <a:lnTo>
                    <a:pt x="1376323" y="1974190"/>
                  </a:lnTo>
                  <a:lnTo>
                    <a:pt x="1376673" y="1968750"/>
                  </a:lnTo>
                  <a:lnTo>
                    <a:pt x="1376894" y="1960738"/>
                  </a:lnTo>
                  <a:lnTo>
                    <a:pt x="1376764" y="1953548"/>
                  </a:lnTo>
                  <a:lnTo>
                    <a:pt x="1375753" y="1942211"/>
                  </a:lnTo>
                  <a:lnTo>
                    <a:pt x="1375144" y="1938627"/>
                  </a:lnTo>
                  <a:lnTo>
                    <a:pt x="1373987" y="1934351"/>
                  </a:lnTo>
                  <a:lnTo>
                    <a:pt x="1371195" y="1925708"/>
                  </a:lnTo>
                  <a:lnTo>
                    <a:pt x="1370693" y="1923342"/>
                  </a:lnTo>
                  <a:lnTo>
                    <a:pt x="1368958" y="1919347"/>
                  </a:lnTo>
                  <a:lnTo>
                    <a:pt x="1363282" y="1908893"/>
                  </a:lnTo>
                  <a:lnTo>
                    <a:pt x="1356183" y="1901771"/>
                  </a:lnTo>
                  <a:lnTo>
                    <a:pt x="1354836" y="1899983"/>
                  </a:lnTo>
                  <a:lnTo>
                    <a:pt x="1352021" y="1897884"/>
                  </a:lnTo>
                  <a:lnTo>
                    <a:pt x="1347745" y="1895471"/>
                  </a:lnTo>
                  <a:lnTo>
                    <a:pt x="1344983" y="1893501"/>
                  </a:lnTo>
                  <a:lnTo>
                    <a:pt x="1337763" y="1886098"/>
                  </a:lnTo>
                  <a:lnTo>
                    <a:pt x="1335381" y="1885208"/>
                  </a:lnTo>
                  <a:lnTo>
                    <a:pt x="1334461" y="1883298"/>
                  </a:lnTo>
                  <a:lnTo>
                    <a:pt x="1334271" y="1881936"/>
                  </a:lnTo>
                  <a:lnTo>
                    <a:pt x="1334544" y="1878375"/>
                  </a:lnTo>
                  <a:lnTo>
                    <a:pt x="1334963" y="1875902"/>
                  </a:lnTo>
                  <a:lnTo>
                    <a:pt x="1335473" y="1874084"/>
                  </a:lnTo>
                  <a:lnTo>
                    <a:pt x="1336074" y="1872912"/>
                  </a:lnTo>
                  <a:lnTo>
                    <a:pt x="1340045" y="1867404"/>
                  </a:lnTo>
                  <a:lnTo>
                    <a:pt x="1342267" y="1862975"/>
                  </a:lnTo>
                  <a:lnTo>
                    <a:pt x="1343819" y="1860548"/>
                  </a:lnTo>
                  <a:lnTo>
                    <a:pt x="1345531" y="1858654"/>
                  </a:lnTo>
                  <a:lnTo>
                    <a:pt x="1348620" y="1856173"/>
                  </a:lnTo>
                  <a:lnTo>
                    <a:pt x="1350378" y="1853039"/>
                  </a:lnTo>
                  <a:lnTo>
                    <a:pt x="1349975" y="1851768"/>
                  </a:lnTo>
                  <a:lnTo>
                    <a:pt x="1348582" y="1850376"/>
                  </a:lnTo>
                  <a:lnTo>
                    <a:pt x="1348278" y="1849021"/>
                  </a:lnTo>
                  <a:lnTo>
                    <a:pt x="1350629" y="1845559"/>
                  </a:lnTo>
                  <a:lnTo>
                    <a:pt x="1350956" y="1844601"/>
                  </a:lnTo>
                  <a:lnTo>
                    <a:pt x="1350652" y="1841329"/>
                  </a:lnTo>
                  <a:lnTo>
                    <a:pt x="1351108" y="1840599"/>
                  </a:lnTo>
                  <a:lnTo>
                    <a:pt x="1354007" y="1840401"/>
                  </a:lnTo>
                  <a:lnTo>
                    <a:pt x="1358146" y="1845095"/>
                  </a:lnTo>
                  <a:lnTo>
                    <a:pt x="1359158" y="1844684"/>
                  </a:lnTo>
                  <a:lnTo>
                    <a:pt x="1357834" y="1843391"/>
                  </a:lnTo>
                  <a:lnTo>
                    <a:pt x="1356252" y="1840226"/>
                  </a:lnTo>
                  <a:lnTo>
                    <a:pt x="1356480" y="1838910"/>
                  </a:lnTo>
                  <a:lnTo>
                    <a:pt x="1359531" y="1835486"/>
                  </a:lnTo>
                  <a:lnTo>
                    <a:pt x="1359615" y="1833926"/>
                  </a:lnTo>
                  <a:lnTo>
                    <a:pt x="1358740" y="1831765"/>
                  </a:lnTo>
                  <a:lnTo>
                    <a:pt x="1358641" y="1830030"/>
                  </a:lnTo>
                  <a:lnTo>
                    <a:pt x="1360429" y="1825899"/>
                  </a:lnTo>
                  <a:lnTo>
                    <a:pt x="1359949" y="1825031"/>
                  </a:lnTo>
                  <a:lnTo>
                    <a:pt x="1354920" y="1824233"/>
                  </a:lnTo>
                  <a:lnTo>
                    <a:pt x="1354091" y="1823076"/>
                  </a:lnTo>
                  <a:lnTo>
                    <a:pt x="1354388" y="1822528"/>
                  </a:lnTo>
                  <a:lnTo>
                    <a:pt x="1356754" y="1821136"/>
                  </a:lnTo>
                  <a:lnTo>
                    <a:pt x="1356936" y="1820611"/>
                  </a:lnTo>
                  <a:lnTo>
                    <a:pt x="1352759" y="1811298"/>
                  </a:lnTo>
                  <a:lnTo>
                    <a:pt x="1352059" y="1808513"/>
                  </a:lnTo>
                  <a:lnTo>
                    <a:pt x="1353840" y="1805067"/>
                  </a:lnTo>
                  <a:lnTo>
                    <a:pt x="1355864" y="1803507"/>
                  </a:lnTo>
                  <a:lnTo>
                    <a:pt x="1355605" y="1802617"/>
                  </a:lnTo>
                  <a:lnTo>
                    <a:pt x="1352957" y="1802457"/>
                  </a:lnTo>
                  <a:lnTo>
                    <a:pt x="1351344" y="1801985"/>
                  </a:lnTo>
                  <a:lnTo>
                    <a:pt x="1349731" y="1799292"/>
                  </a:lnTo>
                  <a:lnTo>
                    <a:pt x="1350363" y="1797587"/>
                  </a:lnTo>
                  <a:lnTo>
                    <a:pt x="1350941" y="1796804"/>
                  </a:lnTo>
                  <a:lnTo>
                    <a:pt x="1352516" y="1792764"/>
                  </a:lnTo>
                  <a:lnTo>
                    <a:pt x="1354030" y="1791934"/>
                  </a:lnTo>
                  <a:lnTo>
                    <a:pt x="1353741" y="1791211"/>
                  </a:lnTo>
                  <a:lnTo>
                    <a:pt x="1348011" y="1792931"/>
                  </a:lnTo>
                  <a:lnTo>
                    <a:pt x="1345311" y="1791516"/>
                  </a:lnTo>
                  <a:lnTo>
                    <a:pt x="1342655" y="1791889"/>
                  </a:lnTo>
                  <a:lnTo>
                    <a:pt x="1341392" y="1791470"/>
                  </a:lnTo>
                  <a:lnTo>
                    <a:pt x="1341856" y="1790025"/>
                  </a:lnTo>
                  <a:lnTo>
                    <a:pt x="1346665" y="1783428"/>
                  </a:lnTo>
                  <a:lnTo>
                    <a:pt x="1348887" y="1779844"/>
                  </a:lnTo>
                  <a:lnTo>
                    <a:pt x="1350279" y="1776603"/>
                  </a:lnTo>
                  <a:lnTo>
                    <a:pt x="1351017" y="1774442"/>
                  </a:lnTo>
                  <a:lnTo>
                    <a:pt x="1351093" y="1773362"/>
                  </a:lnTo>
                  <a:lnTo>
                    <a:pt x="1350606" y="1766157"/>
                  </a:lnTo>
                  <a:lnTo>
                    <a:pt x="1350895" y="1764178"/>
                  </a:lnTo>
                  <a:lnTo>
                    <a:pt x="1352759" y="1762337"/>
                  </a:lnTo>
                  <a:lnTo>
                    <a:pt x="1355628" y="1758867"/>
                  </a:lnTo>
                  <a:lnTo>
                    <a:pt x="1351694" y="1755725"/>
                  </a:lnTo>
                  <a:lnTo>
                    <a:pt x="1349237" y="1752651"/>
                  </a:lnTo>
                  <a:lnTo>
                    <a:pt x="1347608" y="1751130"/>
                  </a:lnTo>
                  <a:lnTo>
                    <a:pt x="1346376" y="1749631"/>
                  </a:lnTo>
                  <a:lnTo>
                    <a:pt x="1344793" y="1746466"/>
                  </a:lnTo>
                  <a:lnTo>
                    <a:pt x="1343599" y="1742334"/>
                  </a:lnTo>
                  <a:lnTo>
                    <a:pt x="1342328" y="1733972"/>
                  </a:lnTo>
                  <a:lnTo>
                    <a:pt x="1342123" y="1729346"/>
                  </a:lnTo>
                  <a:lnTo>
                    <a:pt x="1342412" y="1725983"/>
                  </a:lnTo>
                  <a:lnTo>
                    <a:pt x="1342944" y="1724340"/>
                  </a:lnTo>
                  <a:lnTo>
                    <a:pt x="1343812" y="1722628"/>
                  </a:lnTo>
                  <a:lnTo>
                    <a:pt x="1347403" y="1719356"/>
                  </a:lnTo>
                  <a:lnTo>
                    <a:pt x="1353726" y="1714517"/>
                  </a:lnTo>
                  <a:lnTo>
                    <a:pt x="1358664" y="1712615"/>
                  </a:lnTo>
                  <a:lnTo>
                    <a:pt x="1362232" y="1713657"/>
                  </a:lnTo>
                  <a:lnTo>
                    <a:pt x="1369194" y="1714791"/>
                  </a:lnTo>
                  <a:lnTo>
                    <a:pt x="1374809" y="1717545"/>
                  </a:lnTo>
                  <a:lnTo>
                    <a:pt x="1391883" y="1724439"/>
                  </a:lnTo>
                  <a:lnTo>
                    <a:pt x="1394903" y="1727482"/>
                  </a:lnTo>
                  <a:lnTo>
                    <a:pt x="1392050" y="1730046"/>
                  </a:lnTo>
                  <a:lnTo>
                    <a:pt x="1392461" y="1730678"/>
                  </a:lnTo>
                  <a:lnTo>
                    <a:pt x="1398890" y="1725786"/>
                  </a:lnTo>
                  <a:lnTo>
                    <a:pt x="1400587" y="1724842"/>
                  </a:lnTo>
                  <a:lnTo>
                    <a:pt x="1402040" y="1724614"/>
                  </a:lnTo>
                  <a:lnTo>
                    <a:pt x="1406894" y="1726508"/>
                  </a:lnTo>
                  <a:lnTo>
                    <a:pt x="1408842" y="1726797"/>
                  </a:lnTo>
                  <a:lnTo>
                    <a:pt x="1411300" y="1728380"/>
                  </a:lnTo>
                  <a:lnTo>
                    <a:pt x="1417166" y="1733607"/>
                  </a:lnTo>
                  <a:lnTo>
                    <a:pt x="1417584" y="1733173"/>
                  </a:lnTo>
                  <a:lnTo>
                    <a:pt x="1415941" y="1730510"/>
                  </a:lnTo>
                  <a:lnTo>
                    <a:pt x="1416884" y="1729240"/>
                  </a:lnTo>
                  <a:lnTo>
                    <a:pt x="1421510" y="1726463"/>
                  </a:lnTo>
                  <a:lnTo>
                    <a:pt x="1426289" y="1724188"/>
                  </a:lnTo>
                  <a:lnTo>
                    <a:pt x="1429682" y="1721951"/>
                  </a:lnTo>
                  <a:lnTo>
                    <a:pt x="1433281" y="1718991"/>
                  </a:lnTo>
                  <a:lnTo>
                    <a:pt x="1435715" y="1717409"/>
                  </a:lnTo>
                  <a:lnTo>
                    <a:pt x="1436971" y="1717203"/>
                  </a:lnTo>
                  <a:lnTo>
                    <a:pt x="1438576" y="1718078"/>
                  </a:lnTo>
                  <a:lnTo>
                    <a:pt x="1442875" y="1722012"/>
                  </a:lnTo>
                  <a:lnTo>
                    <a:pt x="1445637" y="1724028"/>
                  </a:lnTo>
                  <a:lnTo>
                    <a:pt x="1447859" y="1726128"/>
                  </a:lnTo>
                  <a:lnTo>
                    <a:pt x="1450971" y="1729833"/>
                  </a:lnTo>
                  <a:lnTo>
                    <a:pt x="1452188" y="1730640"/>
                  </a:lnTo>
                  <a:lnTo>
                    <a:pt x="1454547" y="1733151"/>
                  </a:lnTo>
                  <a:lnTo>
                    <a:pt x="1457681" y="1732892"/>
                  </a:lnTo>
                  <a:lnTo>
                    <a:pt x="1458709" y="1733189"/>
                  </a:lnTo>
                  <a:lnTo>
                    <a:pt x="1459051" y="1733676"/>
                  </a:lnTo>
                  <a:lnTo>
                    <a:pt x="1459576" y="1735372"/>
                  </a:lnTo>
                  <a:lnTo>
                    <a:pt x="1459858" y="1736460"/>
                  </a:lnTo>
                  <a:lnTo>
                    <a:pt x="1459873" y="1737624"/>
                  </a:lnTo>
                  <a:lnTo>
                    <a:pt x="1459150" y="1740889"/>
                  </a:lnTo>
                  <a:lnTo>
                    <a:pt x="1456898" y="1746093"/>
                  </a:lnTo>
                  <a:lnTo>
                    <a:pt x="1457841" y="1746176"/>
                  </a:lnTo>
                  <a:lnTo>
                    <a:pt x="1459272" y="1745066"/>
                  </a:lnTo>
                  <a:lnTo>
                    <a:pt x="1461128" y="1743080"/>
                  </a:lnTo>
                  <a:lnTo>
                    <a:pt x="1462581" y="1742380"/>
                  </a:lnTo>
                  <a:lnTo>
                    <a:pt x="1465678" y="1743962"/>
                  </a:lnTo>
                  <a:lnTo>
                    <a:pt x="1468554" y="1746504"/>
                  </a:lnTo>
                  <a:lnTo>
                    <a:pt x="1469566" y="1747850"/>
                  </a:lnTo>
                  <a:lnTo>
                    <a:pt x="1470685" y="1750042"/>
                  </a:lnTo>
                  <a:lnTo>
                    <a:pt x="1471636" y="1751168"/>
                  </a:lnTo>
                  <a:lnTo>
                    <a:pt x="1472518" y="1753328"/>
                  </a:lnTo>
                  <a:lnTo>
                    <a:pt x="1472457" y="1754028"/>
                  </a:lnTo>
                  <a:lnTo>
                    <a:pt x="1471628" y="1755078"/>
                  </a:lnTo>
                  <a:lnTo>
                    <a:pt x="1468105" y="1756844"/>
                  </a:lnTo>
                  <a:lnTo>
                    <a:pt x="1468775" y="1757506"/>
                  </a:lnTo>
                  <a:lnTo>
                    <a:pt x="1472891" y="1756395"/>
                  </a:lnTo>
                  <a:lnTo>
                    <a:pt x="1474146" y="1755299"/>
                  </a:lnTo>
                  <a:lnTo>
                    <a:pt x="1475044" y="1753473"/>
                  </a:lnTo>
                  <a:lnTo>
                    <a:pt x="1476246" y="1752956"/>
                  </a:lnTo>
                  <a:lnTo>
                    <a:pt x="1481108" y="1756159"/>
                  </a:lnTo>
                  <a:lnTo>
                    <a:pt x="1481823" y="1757270"/>
                  </a:lnTo>
                  <a:lnTo>
                    <a:pt x="1481512" y="1758137"/>
                  </a:lnTo>
                  <a:lnTo>
                    <a:pt x="1480720" y="1759119"/>
                  </a:lnTo>
                  <a:lnTo>
                    <a:pt x="1478598" y="1760207"/>
                  </a:lnTo>
                  <a:lnTo>
                    <a:pt x="1476779" y="1762915"/>
                  </a:lnTo>
                  <a:lnTo>
                    <a:pt x="1476490" y="1764079"/>
                  </a:lnTo>
                  <a:lnTo>
                    <a:pt x="1477783" y="1764909"/>
                  </a:lnTo>
                  <a:lnTo>
                    <a:pt x="1480956" y="1765266"/>
                  </a:lnTo>
                  <a:lnTo>
                    <a:pt x="1480933" y="1765905"/>
                  </a:lnTo>
                  <a:lnTo>
                    <a:pt x="1479100" y="1767092"/>
                  </a:lnTo>
                  <a:lnTo>
                    <a:pt x="1478856" y="1768644"/>
                  </a:lnTo>
                  <a:lnTo>
                    <a:pt x="1482957" y="1774146"/>
                  </a:lnTo>
                  <a:lnTo>
                    <a:pt x="1485704" y="1776550"/>
                  </a:lnTo>
                  <a:lnTo>
                    <a:pt x="1487286" y="1776991"/>
                  </a:lnTo>
                  <a:lnTo>
                    <a:pt x="1490984" y="1777105"/>
                  </a:lnTo>
                  <a:lnTo>
                    <a:pt x="1493982" y="1778034"/>
                  </a:lnTo>
                  <a:lnTo>
                    <a:pt x="1500640" y="1781138"/>
                  </a:lnTo>
                  <a:lnTo>
                    <a:pt x="1504535" y="1781701"/>
                  </a:lnTo>
                  <a:lnTo>
                    <a:pt x="1507890" y="1780750"/>
                  </a:lnTo>
                  <a:lnTo>
                    <a:pt x="1510120" y="1780544"/>
                  </a:lnTo>
                  <a:lnTo>
                    <a:pt x="1512083" y="1781785"/>
                  </a:lnTo>
                  <a:lnTo>
                    <a:pt x="1512714" y="1782659"/>
                  </a:lnTo>
                  <a:lnTo>
                    <a:pt x="1513011" y="1784402"/>
                  </a:lnTo>
                  <a:lnTo>
                    <a:pt x="1512973" y="1787004"/>
                  </a:lnTo>
                  <a:lnTo>
                    <a:pt x="1514053" y="1788822"/>
                  </a:lnTo>
                  <a:lnTo>
                    <a:pt x="1516252" y="1789865"/>
                  </a:lnTo>
                  <a:lnTo>
                    <a:pt x="1518025" y="1789705"/>
                  </a:lnTo>
                  <a:lnTo>
                    <a:pt x="1520353" y="1787666"/>
                  </a:lnTo>
                  <a:lnTo>
                    <a:pt x="1522316" y="1787316"/>
                  </a:lnTo>
                  <a:lnTo>
                    <a:pt x="1522971" y="1785787"/>
                  </a:lnTo>
                  <a:lnTo>
                    <a:pt x="1523549" y="1782941"/>
                  </a:lnTo>
                  <a:lnTo>
                    <a:pt x="1524120" y="1781389"/>
                  </a:lnTo>
                  <a:lnTo>
                    <a:pt x="1525542" y="1780940"/>
                  </a:lnTo>
                  <a:lnTo>
                    <a:pt x="1526683" y="1781785"/>
                  </a:lnTo>
                  <a:lnTo>
                    <a:pt x="1527353" y="1783078"/>
                  </a:lnTo>
                  <a:lnTo>
                    <a:pt x="1528586" y="1786966"/>
                  </a:lnTo>
                  <a:lnTo>
                    <a:pt x="1528928" y="1788701"/>
                  </a:lnTo>
                  <a:lnTo>
                    <a:pt x="1528791" y="1790283"/>
                  </a:lnTo>
                  <a:lnTo>
                    <a:pt x="1528175" y="1791706"/>
                  </a:lnTo>
                  <a:lnTo>
                    <a:pt x="1526965" y="1793220"/>
                  </a:lnTo>
                  <a:lnTo>
                    <a:pt x="1525170" y="1794825"/>
                  </a:lnTo>
                  <a:lnTo>
                    <a:pt x="1523754" y="1797131"/>
                  </a:lnTo>
                  <a:lnTo>
                    <a:pt x="1522027" y="1802449"/>
                  </a:lnTo>
                  <a:lnTo>
                    <a:pt x="1521388" y="1805919"/>
                  </a:lnTo>
                  <a:lnTo>
                    <a:pt x="1521213" y="1807966"/>
                  </a:lnTo>
                  <a:lnTo>
                    <a:pt x="1521289" y="1810195"/>
                  </a:lnTo>
                  <a:lnTo>
                    <a:pt x="1521616" y="1812622"/>
                  </a:lnTo>
                  <a:lnTo>
                    <a:pt x="1522301" y="1814615"/>
                  </a:lnTo>
                  <a:lnTo>
                    <a:pt x="1523906" y="1817431"/>
                  </a:lnTo>
                  <a:lnTo>
                    <a:pt x="1524005" y="1818366"/>
                  </a:lnTo>
                  <a:lnTo>
                    <a:pt x="1524127" y="1820641"/>
                  </a:lnTo>
                  <a:lnTo>
                    <a:pt x="1523983" y="1821638"/>
                  </a:lnTo>
                  <a:lnTo>
                    <a:pt x="1523047" y="1823616"/>
                  </a:lnTo>
                  <a:lnTo>
                    <a:pt x="1520445" y="1825587"/>
                  </a:lnTo>
                  <a:lnTo>
                    <a:pt x="1516876" y="1826097"/>
                  </a:lnTo>
                  <a:lnTo>
                    <a:pt x="1505205" y="1826211"/>
                  </a:lnTo>
                  <a:lnTo>
                    <a:pt x="1502100" y="1825739"/>
                  </a:lnTo>
                  <a:lnTo>
                    <a:pt x="1502854" y="1827527"/>
                  </a:lnTo>
                  <a:lnTo>
                    <a:pt x="1506118" y="1828098"/>
                  </a:lnTo>
                  <a:lnTo>
                    <a:pt x="1509108" y="1828075"/>
                  </a:lnTo>
                  <a:lnTo>
                    <a:pt x="1520239" y="1829201"/>
                  </a:lnTo>
                  <a:lnTo>
                    <a:pt x="1521768" y="1830342"/>
                  </a:lnTo>
                  <a:lnTo>
                    <a:pt x="1523062" y="1832351"/>
                  </a:lnTo>
                  <a:lnTo>
                    <a:pt x="1523983" y="1834421"/>
                  </a:lnTo>
                  <a:lnTo>
                    <a:pt x="1524896" y="1838636"/>
                  </a:lnTo>
                  <a:lnTo>
                    <a:pt x="1525063" y="1840629"/>
                  </a:lnTo>
                  <a:lnTo>
                    <a:pt x="1524576" y="1842843"/>
                  </a:lnTo>
                  <a:lnTo>
                    <a:pt x="1523427" y="1845270"/>
                  </a:lnTo>
                  <a:lnTo>
                    <a:pt x="1522651" y="1848489"/>
                  </a:lnTo>
                  <a:lnTo>
                    <a:pt x="1522255" y="1852506"/>
                  </a:lnTo>
                  <a:lnTo>
                    <a:pt x="1522879" y="1854629"/>
                  </a:lnTo>
                  <a:lnTo>
                    <a:pt x="1528898" y="1854796"/>
                  </a:lnTo>
                  <a:lnTo>
                    <a:pt x="1530092" y="1856242"/>
                  </a:lnTo>
                  <a:lnTo>
                    <a:pt x="1529955" y="1857322"/>
                  </a:lnTo>
                  <a:lnTo>
                    <a:pt x="1527817" y="1861370"/>
                  </a:lnTo>
                  <a:lnTo>
                    <a:pt x="1527619" y="1862519"/>
                  </a:lnTo>
                  <a:lnTo>
                    <a:pt x="1528593" y="1865243"/>
                  </a:lnTo>
                  <a:lnTo>
                    <a:pt x="1528456" y="1866019"/>
                  </a:lnTo>
                  <a:lnTo>
                    <a:pt x="1527863" y="1866810"/>
                  </a:lnTo>
                  <a:lnTo>
                    <a:pt x="1527292" y="1868849"/>
                  </a:lnTo>
                  <a:lnTo>
                    <a:pt x="1526752" y="1872128"/>
                  </a:lnTo>
                  <a:lnTo>
                    <a:pt x="1526075" y="1874251"/>
                  </a:lnTo>
                  <a:lnTo>
                    <a:pt x="1524439" y="1875887"/>
                  </a:lnTo>
                  <a:lnTo>
                    <a:pt x="1523587" y="1876245"/>
                  </a:lnTo>
                  <a:lnTo>
                    <a:pt x="1522963" y="1875811"/>
                  </a:lnTo>
                  <a:lnTo>
                    <a:pt x="1521350" y="1871345"/>
                  </a:lnTo>
                  <a:lnTo>
                    <a:pt x="1520688" y="1870675"/>
                  </a:lnTo>
                  <a:lnTo>
                    <a:pt x="1520057" y="1871094"/>
                  </a:lnTo>
                  <a:lnTo>
                    <a:pt x="1519737" y="1871786"/>
                  </a:lnTo>
                  <a:lnTo>
                    <a:pt x="1519737" y="1872752"/>
                  </a:lnTo>
                  <a:lnTo>
                    <a:pt x="1519455" y="1873749"/>
                  </a:lnTo>
                  <a:lnTo>
                    <a:pt x="1518900" y="1874776"/>
                  </a:lnTo>
                  <a:lnTo>
                    <a:pt x="1516518" y="1876420"/>
                  </a:lnTo>
                  <a:lnTo>
                    <a:pt x="1512653" y="1877530"/>
                  </a:lnTo>
                  <a:lnTo>
                    <a:pt x="1512775" y="1878717"/>
                  </a:lnTo>
                  <a:lnTo>
                    <a:pt x="1515362" y="1879349"/>
                  </a:lnTo>
                  <a:lnTo>
                    <a:pt x="1518664" y="1881327"/>
                  </a:lnTo>
                  <a:lnTo>
                    <a:pt x="1520559" y="1881647"/>
                  </a:lnTo>
                  <a:lnTo>
                    <a:pt x="1523534" y="1880049"/>
                  </a:lnTo>
                  <a:lnTo>
                    <a:pt x="1529271" y="1875012"/>
                  </a:lnTo>
                  <a:lnTo>
                    <a:pt x="1531637" y="1873643"/>
                  </a:lnTo>
                  <a:lnTo>
                    <a:pt x="1533722" y="1873118"/>
                  </a:lnTo>
                  <a:lnTo>
                    <a:pt x="1536073" y="1873049"/>
                  </a:lnTo>
                  <a:lnTo>
                    <a:pt x="1538675" y="1873437"/>
                  </a:lnTo>
                  <a:lnTo>
                    <a:pt x="1543871" y="1872790"/>
                  </a:lnTo>
                  <a:lnTo>
                    <a:pt x="1545172" y="1873270"/>
                  </a:lnTo>
                  <a:lnTo>
                    <a:pt x="1546763" y="1874381"/>
                  </a:lnTo>
                  <a:lnTo>
                    <a:pt x="1548642" y="1876123"/>
                  </a:lnTo>
                  <a:lnTo>
                    <a:pt x="1549935" y="1877804"/>
                  </a:lnTo>
                  <a:lnTo>
                    <a:pt x="1550643" y="1879418"/>
                  </a:lnTo>
                  <a:lnTo>
                    <a:pt x="1551815" y="1885489"/>
                  </a:lnTo>
                  <a:lnTo>
                    <a:pt x="1553382" y="1887072"/>
                  </a:lnTo>
                  <a:lnTo>
                    <a:pt x="1553763" y="1888236"/>
                  </a:lnTo>
                  <a:lnTo>
                    <a:pt x="1553892" y="1890009"/>
                  </a:lnTo>
                  <a:lnTo>
                    <a:pt x="1553793" y="1893486"/>
                  </a:lnTo>
                  <a:lnTo>
                    <a:pt x="1552066" y="1900478"/>
                  </a:lnTo>
                  <a:lnTo>
                    <a:pt x="1551176" y="1903050"/>
                  </a:lnTo>
                  <a:lnTo>
                    <a:pt x="1548794" y="1906557"/>
                  </a:lnTo>
                  <a:lnTo>
                    <a:pt x="1546047" y="1908140"/>
                  </a:lnTo>
                  <a:lnTo>
                    <a:pt x="1541163" y="1909631"/>
                  </a:lnTo>
                  <a:lnTo>
                    <a:pt x="1538614" y="1910879"/>
                  </a:lnTo>
                  <a:lnTo>
                    <a:pt x="1536689" y="1912598"/>
                  </a:lnTo>
                  <a:lnTo>
                    <a:pt x="1536575" y="1913542"/>
                  </a:lnTo>
                  <a:lnTo>
                    <a:pt x="1542121" y="1910597"/>
                  </a:lnTo>
                  <a:lnTo>
                    <a:pt x="1548231" y="1909159"/>
                  </a:lnTo>
                  <a:lnTo>
                    <a:pt x="1549973" y="1907546"/>
                  </a:lnTo>
                  <a:lnTo>
                    <a:pt x="1551290" y="1905971"/>
                  </a:lnTo>
                  <a:lnTo>
                    <a:pt x="1552629" y="1902464"/>
                  </a:lnTo>
                  <a:lnTo>
                    <a:pt x="1555056" y="1893341"/>
                  </a:lnTo>
                  <a:lnTo>
                    <a:pt x="1556433" y="1890465"/>
                  </a:lnTo>
                  <a:lnTo>
                    <a:pt x="1558350" y="1889978"/>
                  </a:lnTo>
                  <a:lnTo>
                    <a:pt x="1559203" y="1890960"/>
                  </a:lnTo>
                  <a:lnTo>
                    <a:pt x="1561196" y="1896324"/>
                  </a:lnTo>
                  <a:lnTo>
                    <a:pt x="1561188" y="1897686"/>
                  </a:lnTo>
                  <a:lnTo>
                    <a:pt x="1560694" y="1898842"/>
                  </a:lnTo>
                  <a:lnTo>
                    <a:pt x="1557437" y="1904031"/>
                  </a:lnTo>
                  <a:lnTo>
                    <a:pt x="1558609" y="1903506"/>
                  </a:lnTo>
                  <a:lnTo>
                    <a:pt x="1561881" y="1898629"/>
                  </a:lnTo>
                  <a:lnTo>
                    <a:pt x="1562573" y="1897100"/>
                  </a:lnTo>
                  <a:lnTo>
                    <a:pt x="1562961" y="1894855"/>
                  </a:lnTo>
                  <a:lnTo>
                    <a:pt x="1564011" y="1893265"/>
                  </a:lnTo>
                  <a:lnTo>
                    <a:pt x="1564414" y="1894049"/>
                  </a:lnTo>
                  <a:lnTo>
                    <a:pt x="1565426" y="1899793"/>
                  </a:lnTo>
                  <a:lnTo>
                    <a:pt x="1565457" y="1903978"/>
                  </a:lnTo>
                  <a:lnTo>
                    <a:pt x="1565617" y="1905317"/>
                  </a:lnTo>
                  <a:lnTo>
                    <a:pt x="1565251" y="1909281"/>
                  </a:lnTo>
                  <a:lnTo>
                    <a:pt x="1565662" y="1909989"/>
                  </a:lnTo>
                  <a:lnTo>
                    <a:pt x="1566644" y="1906565"/>
                  </a:lnTo>
                  <a:lnTo>
                    <a:pt x="1566963" y="1903978"/>
                  </a:lnTo>
                  <a:lnTo>
                    <a:pt x="1567412" y="1902129"/>
                  </a:lnTo>
                  <a:lnTo>
                    <a:pt x="1567983" y="1901018"/>
                  </a:lnTo>
                  <a:lnTo>
                    <a:pt x="1571985" y="1897518"/>
                  </a:lnTo>
                  <a:lnTo>
                    <a:pt x="1576664" y="1894665"/>
                  </a:lnTo>
                  <a:lnTo>
                    <a:pt x="1579723" y="1892124"/>
                  </a:lnTo>
                  <a:lnTo>
                    <a:pt x="1582264" y="1890907"/>
                  </a:lnTo>
                  <a:lnTo>
                    <a:pt x="1586069" y="1889758"/>
                  </a:lnTo>
                  <a:lnTo>
                    <a:pt x="1588503" y="1887391"/>
                  </a:lnTo>
                  <a:lnTo>
                    <a:pt x="1589576" y="1883808"/>
                  </a:lnTo>
                  <a:lnTo>
                    <a:pt x="1590489" y="1881320"/>
                  </a:lnTo>
                  <a:lnTo>
                    <a:pt x="1591242" y="1879943"/>
                  </a:lnTo>
                  <a:lnTo>
                    <a:pt x="1593753" y="1877462"/>
                  </a:lnTo>
                  <a:lnTo>
                    <a:pt x="1595123" y="1877318"/>
                  </a:lnTo>
                  <a:lnTo>
                    <a:pt x="1596424" y="1878238"/>
                  </a:lnTo>
                  <a:lnTo>
                    <a:pt x="1597900" y="1880095"/>
                  </a:lnTo>
                  <a:lnTo>
                    <a:pt x="1599551" y="1882887"/>
                  </a:lnTo>
                  <a:lnTo>
                    <a:pt x="1600540" y="1885078"/>
                  </a:lnTo>
                  <a:lnTo>
                    <a:pt x="1600860" y="1886661"/>
                  </a:lnTo>
                  <a:lnTo>
                    <a:pt x="1601126" y="1892208"/>
                  </a:lnTo>
                  <a:lnTo>
                    <a:pt x="1601445" y="1892192"/>
                  </a:lnTo>
                  <a:lnTo>
                    <a:pt x="1602967" y="1887954"/>
                  </a:lnTo>
                  <a:lnTo>
                    <a:pt x="1603142" y="1886448"/>
                  </a:lnTo>
                  <a:lnTo>
                    <a:pt x="1603036" y="1884858"/>
                  </a:lnTo>
                  <a:lnTo>
                    <a:pt x="1602571" y="1883267"/>
                  </a:lnTo>
                  <a:lnTo>
                    <a:pt x="1601042" y="1879783"/>
                  </a:lnTo>
                  <a:lnTo>
                    <a:pt x="1600441" y="1877599"/>
                  </a:lnTo>
                  <a:lnTo>
                    <a:pt x="1600578" y="1876252"/>
                  </a:lnTo>
                  <a:lnTo>
                    <a:pt x="1602199" y="1875484"/>
                  </a:lnTo>
                  <a:lnTo>
                    <a:pt x="1604595" y="1875180"/>
                  </a:lnTo>
                  <a:lnTo>
                    <a:pt x="1604998" y="1874609"/>
                  </a:lnTo>
                  <a:lnTo>
                    <a:pt x="1603241" y="1873163"/>
                  </a:lnTo>
                  <a:lnTo>
                    <a:pt x="1603195" y="1872379"/>
                  </a:lnTo>
                  <a:lnTo>
                    <a:pt x="1604892" y="1869800"/>
                  </a:lnTo>
                  <a:lnTo>
                    <a:pt x="1605889" y="1869656"/>
                  </a:lnTo>
                  <a:lnTo>
                    <a:pt x="1607837" y="1870059"/>
                  </a:lnTo>
                  <a:lnTo>
                    <a:pt x="1607449" y="1868735"/>
                  </a:lnTo>
                  <a:lnTo>
                    <a:pt x="1607464" y="1867860"/>
                  </a:lnTo>
                  <a:lnTo>
                    <a:pt x="1608012" y="1867518"/>
                  </a:lnTo>
                  <a:lnTo>
                    <a:pt x="1611238" y="1868355"/>
                  </a:lnTo>
                  <a:lnTo>
                    <a:pt x="1611618" y="1867343"/>
                  </a:lnTo>
                  <a:lnTo>
                    <a:pt x="1614395" y="1867251"/>
                  </a:lnTo>
                  <a:lnTo>
                    <a:pt x="1614669" y="1866346"/>
                  </a:lnTo>
                  <a:lnTo>
                    <a:pt x="1612265" y="1865053"/>
                  </a:lnTo>
                  <a:lnTo>
                    <a:pt x="1609914" y="1864254"/>
                  </a:lnTo>
                  <a:lnTo>
                    <a:pt x="1609191" y="1863546"/>
                  </a:lnTo>
                  <a:lnTo>
                    <a:pt x="1608643" y="1862504"/>
                  </a:lnTo>
                  <a:lnTo>
                    <a:pt x="1607913" y="1859985"/>
                  </a:lnTo>
                  <a:lnTo>
                    <a:pt x="1608088" y="1859316"/>
                  </a:lnTo>
                  <a:lnTo>
                    <a:pt x="1608750" y="1859308"/>
                  </a:lnTo>
                  <a:lnTo>
                    <a:pt x="1609898" y="1860000"/>
                  </a:lnTo>
                  <a:lnTo>
                    <a:pt x="1610522" y="1858677"/>
                  </a:lnTo>
                  <a:lnTo>
                    <a:pt x="1611222" y="1855557"/>
                  </a:lnTo>
                  <a:lnTo>
                    <a:pt x="1611915" y="1854279"/>
                  </a:lnTo>
                  <a:lnTo>
                    <a:pt x="1614076" y="1855755"/>
                  </a:lnTo>
                  <a:lnTo>
                    <a:pt x="1614167" y="1855123"/>
                  </a:lnTo>
                  <a:lnTo>
                    <a:pt x="1612417" y="1850208"/>
                  </a:lnTo>
                  <a:lnTo>
                    <a:pt x="1612729" y="1849257"/>
                  </a:lnTo>
                  <a:lnTo>
                    <a:pt x="1615407" y="1848900"/>
                  </a:lnTo>
                  <a:lnTo>
                    <a:pt x="1617028" y="1849516"/>
                  </a:lnTo>
                  <a:lnTo>
                    <a:pt x="1621289" y="1853130"/>
                  </a:lnTo>
                  <a:lnTo>
                    <a:pt x="1622057" y="1852719"/>
                  </a:lnTo>
                  <a:lnTo>
                    <a:pt x="1621403" y="1851730"/>
                  </a:lnTo>
                  <a:lnTo>
                    <a:pt x="1619227" y="1849600"/>
                  </a:lnTo>
                  <a:lnTo>
                    <a:pt x="1617256" y="1848207"/>
                  </a:lnTo>
                  <a:lnTo>
                    <a:pt x="1615498" y="1847553"/>
                  </a:lnTo>
                  <a:lnTo>
                    <a:pt x="1614175" y="1846366"/>
                  </a:lnTo>
                  <a:lnTo>
                    <a:pt x="1612729" y="1843109"/>
                  </a:lnTo>
                  <a:lnTo>
                    <a:pt x="1612485" y="1841763"/>
                  </a:lnTo>
                  <a:lnTo>
                    <a:pt x="1612607" y="1840005"/>
                  </a:lnTo>
                  <a:lnTo>
                    <a:pt x="1613619" y="1836361"/>
                  </a:lnTo>
                  <a:lnTo>
                    <a:pt x="1614205" y="1835569"/>
                  </a:lnTo>
                  <a:lnTo>
                    <a:pt x="1615232" y="1834983"/>
                  </a:lnTo>
                  <a:lnTo>
                    <a:pt x="1616708" y="1834603"/>
                  </a:lnTo>
                  <a:lnTo>
                    <a:pt x="1618344" y="1834961"/>
                  </a:lnTo>
                  <a:lnTo>
                    <a:pt x="1621715" y="1837365"/>
                  </a:lnTo>
                  <a:lnTo>
                    <a:pt x="1622278" y="1836604"/>
                  </a:lnTo>
                  <a:lnTo>
                    <a:pt x="1620459" y="1835295"/>
                  </a:lnTo>
                  <a:lnTo>
                    <a:pt x="1619478" y="1834086"/>
                  </a:lnTo>
                  <a:lnTo>
                    <a:pt x="1619006" y="1832534"/>
                  </a:lnTo>
                  <a:lnTo>
                    <a:pt x="1619211" y="1830776"/>
                  </a:lnTo>
                  <a:lnTo>
                    <a:pt x="1620642" y="1827139"/>
                  </a:lnTo>
                  <a:lnTo>
                    <a:pt x="1621311" y="1824202"/>
                  </a:lnTo>
                  <a:lnTo>
                    <a:pt x="1624347" y="1816076"/>
                  </a:lnTo>
                  <a:lnTo>
                    <a:pt x="1625237" y="1814593"/>
                  </a:lnTo>
                  <a:lnTo>
                    <a:pt x="1626188" y="1813649"/>
                  </a:lnTo>
                  <a:lnTo>
                    <a:pt x="1626782" y="1812675"/>
                  </a:lnTo>
                  <a:lnTo>
                    <a:pt x="1629163" y="1812455"/>
                  </a:lnTo>
                  <a:lnTo>
                    <a:pt x="1633569" y="1815376"/>
                  </a:lnTo>
                  <a:lnTo>
                    <a:pt x="1634915" y="1817103"/>
                  </a:lnTo>
                  <a:lnTo>
                    <a:pt x="1635273" y="1819538"/>
                  </a:lnTo>
                  <a:lnTo>
                    <a:pt x="1632968" y="1822825"/>
                  </a:lnTo>
                  <a:lnTo>
                    <a:pt x="1629004" y="1825275"/>
                  </a:lnTo>
                  <a:lnTo>
                    <a:pt x="1627824" y="1826340"/>
                  </a:lnTo>
                  <a:lnTo>
                    <a:pt x="1628593" y="1826964"/>
                  </a:lnTo>
                  <a:lnTo>
                    <a:pt x="1632298" y="1825009"/>
                  </a:lnTo>
                  <a:lnTo>
                    <a:pt x="1635532" y="1824096"/>
                  </a:lnTo>
                  <a:lnTo>
                    <a:pt x="1638187" y="1824126"/>
                  </a:lnTo>
                  <a:lnTo>
                    <a:pt x="1640340" y="1828014"/>
                  </a:lnTo>
                  <a:lnTo>
                    <a:pt x="1640645" y="1833386"/>
                  </a:lnTo>
                  <a:lnTo>
                    <a:pt x="1639412" y="1837852"/>
                  </a:lnTo>
                  <a:lnTo>
                    <a:pt x="1641025" y="1835630"/>
                  </a:lnTo>
                  <a:lnTo>
                    <a:pt x="1643049" y="1834405"/>
                  </a:lnTo>
                  <a:lnTo>
                    <a:pt x="1644700" y="1837319"/>
                  </a:lnTo>
                  <a:lnTo>
                    <a:pt x="1644898" y="1839693"/>
                  </a:lnTo>
                  <a:lnTo>
                    <a:pt x="1645765" y="1841915"/>
                  </a:lnTo>
                  <a:lnTo>
                    <a:pt x="1647637" y="1844890"/>
                  </a:lnTo>
                  <a:lnTo>
                    <a:pt x="1649585" y="1847492"/>
                  </a:lnTo>
                  <a:lnTo>
                    <a:pt x="1647447" y="1850208"/>
                  </a:lnTo>
                  <a:lnTo>
                    <a:pt x="1644875" y="1851829"/>
                  </a:lnTo>
                  <a:lnTo>
                    <a:pt x="1645415" y="1853039"/>
                  </a:lnTo>
                  <a:lnTo>
                    <a:pt x="1648930" y="1854332"/>
                  </a:lnTo>
                  <a:lnTo>
                    <a:pt x="1649410" y="1855610"/>
                  </a:lnTo>
                  <a:lnTo>
                    <a:pt x="1649044" y="1857345"/>
                  </a:lnTo>
                  <a:lnTo>
                    <a:pt x="1649554" y="1857337"/>
                  </a:lnTo>
                  <a:lnTo>
                    <a:pt x="1651997" y="1854659"/>
                  </a:lnTo>
                  <a:lnTo>
                    <a:pt x="1654082" y="1855017"/>
                  </a:lnTo>
                  <a:lnTo>
                    <a:pt x="1656745" y="1860792"/>
                  </a:lnTo>
                  <a:lnTo>
                    <a:pt x="1654804" y="1864086"/>
                  </a:lnTo>
                  <a:lnTo>
                    <a:pt x="1651829" y="1865593"/>
                  </a:lnTo>
                  <a:lnTo>
                    <a:pt x="1649463" y="1866232"/>
                  </a:lnTo>
                  <a:lnTo>
                    <a:pt x="1646169" y="1866141"/>
                  </a:lnTo>
                  <a:lnTo>
                    <a:pt x="1644875" y="1866628"/>
                  </a:lnTo>
                  <a:lnTo>
                    <a:pt x="1645514" y="1867723"/>
                  </a:lnTo>
                  <a:lnTo>
                    <a:pt x="1648664" y="1867738"/>
                  </a:lnTo>
                  <a:lnTo>
                    <a:pt x="1653480" y="1866909"/>
                  </a:lnTo>
                  <a:lnTo>
                    <a:pt x="1657087" y="1865555"/>
                  </a:lnTo>
                  <a:lnTo>
                    <a:pt x="1658654" y="1865471"/>
                  </a:lnTo>
                  <a:lnTo>
                    <a:pt x="1660305" y="1866019"/>
                  </a:lnTo>
                  <a:lnTo>
                    <a:pt x="1660861" y="1866483"/>
                  </a:lnTo>
                  <a:lnTo>
                    <a:pt x="1659126" y="1867426"/>
                  </a:lnTo>
                  <a:lnTo>
                    <a:pt x="1658989" y="1867754"/>
                  </a:lnTo>
                  <a:lnTo>
                    <a:pt x="1659636" y="1868720"/>
                  </a:lnTo>
                  <a:lnTo>
                    <a:pt x="1660982" y="1871832"/>
                  </a:lnTo>
                  <a:lnTo>
                    <a:pt x="1660861" y="1872532"/>
                  </a:lnTo>
                  <a:lnTo>
                    <a:pt x="1659575" y="1874335"/>
                  </a:lnTo>
                  <a:lnTo>
                    <a:pt x="1661637" y="1874731"/>
                  </a:lnTo>
                  <a:lnTo>
                    <a:pt x="1664521" y="1873886"/>
                  </a:lnTo>
                  <a:lnTo>
                    <a:pt x="1665418" y="1874822"/>
                  </a:lnTo>
                  <a:lnTo>
                    <a:pt x="1667176" y="1878543"/>
                  </a:lnTo>
                  <a:lnTo>
                    <a:pt x="1668287" y="1882347"/>
                  </a:lnTo>
                  <a:lnTo>
                    <a:pt x="1663409" y="1887536"/>
                  </a:lnTo>
                  <a:lnTo>
                    <a:pt x="1660929" y="1888609"/>
                  </a:lnTo>
                  <a:lnTo>
                    <a:pt x="1657270" y="1891340"/>
                  </a:lnTo>
                  <a:lnTo>
                    <a:pt x="1656242" y="1893524"/>
                  </a:lnTo>
                  <a:lnTo>
                    <a:pt x="1654127" y="1896324"/>
                  </a:lnTo>
                  <a:lnTo>
                    <a:pt x="1655481" y="1896293"/>
                  </a:lnTo>
                  <a:lnTo>
                    <a:pt x="1659263" y="1891797"/>
                  </a:lnTo>
                  <a:lnTo>
                    <a:pt x="1661112" y="1890747"/>
                  </a:lnTo>
                  <a:lnTo>
                    <a:pt x="1662489" y="1891013"/>
                  </a:lnTo>
                  <a:lnTo>
                    <a:pt x="1663044" y="1891774"/>
                  </a:lnTo>
                  <a:lnTo>
                    <a:pt x="1662770" y="1893037"/>
                  </a:lnTo>
                  <a:lnTo>
                    <a:pt x="1663980" y="1892877"/>
                  </a:lnTo>
                  <a:lnTo>
                    <a:pt x="1669063" y="1890245"/>
                  </a:lnTo>
                  <a:lnTo>
                    <a:pt x="1671201" y="1889720"/>
                  </a:lnTo>
                  <a:lnTo>
                    <a:pt x="1673963" y="1889552"/>
                  </a:lnTo>
                  <a:lnTo>
                    <a:pt x="1674267" y="1890465"/>
                  </a:lnTo>
                  <a:lnTo>
                    <a:pt x="1672548" y="1896765"/>
                  </a:lnTo>
                  <a:lnTo>
                    <a:pt x="1669610" y="1901581"/>
                  </a:lnTo>
                  <a:lnTo>
                    <a:pt x="1664254" y="1904541"/>
                  </a:lnTo>
                  <a:lnTo>
                    <a:pt x="1662359" y="1906276"/>
                  </a:lnTo>
                  <a:lnTo>
                    <a:pt x="1660009" y="1909076"/>
                  </a:lnTo>
                  <a:lnTo>
                    <a:pt x="1660899" y="1909578"/>
                  </a:lnTo>
                  <a:lnTo>
                    <a:pt x="1666004" y="1905910"/>
                  </a:lnTo>
                  <a:lnTo>
                    <a:pt x="1669489" y="1904457"/>
                  </a:lnTo>
                  <a:lnTo>
                    <a:pt x="1674389" y="1903293"/>
                  </a:lnTo>
                  <a:lnTo>
                    <a:pt x="1676565" y="1903453"/>
                  </a:lnTo>
                  <a:lnTo>
                    <a:pt x="1680422" y="1910772"/>
                  </a:lnTo>
                  <a:lnTo>
                    <a:pt x="1682644" y="1911480"/>
                  </a:lnTo>
                  <a:lnTo>
                    <a:pt x="1684440" y="1911100"/>
                  </a:lnTo>
                  <a:lnTo>
                    <a:pt x="1687833" y="1913200"/>
                  </a:lnTo>
                  <a:lnTo>
                    <a:pt x="1689104" y="1915223"/>
                  </a:lnTo>
                  <a:lnTo>
                    <a:pt x="1688784" y="1916677"/>
                  </a:lnTo>
                  <a:lnTo>
                    <a:pt x="1687635" y="1917544"/>
                  </a:lnTo>
                  <a:lnTo>
                    <a:pt x="1687057" y="1918898"/>
                  </a:lnTo>
                  <a:lnTo>
                    <a:pt x="1688411" y="1922923"/>
                  </a:lnTo>
                  <a:lnTo>
                    <a:pt x="1687628" y="1925175"/>
                  </a:lnTo>
                  <a:lnTo>
                    <a:pt x="1685155" y="1927161"/>
                  </a:lnTo>
                  <a:lnTo>
                    <a:pt x="1683382" y="1928165"/>
                  </a:lnTo>
                  <a:lnTo>
                    <a:pt x="1681526" y="1928478"/>
                  </a:lnTo>
                  <a:lnTo>
                    <a:pt x="1679715" y="1930235"/>
                  </a:lnTo>
                  <a:lnTo>
                    <a:pt x="1678893" y="1930494"/>
                  </a:lnTo>
                  <a:lnTo>
                    <a:pt x="1676367" y="1930045"/>
                  </a:lnTo>
                  <a:lnTo>
                    <a:pt x="1677234" y="1931125"/>
                  </a:lnTo>
                  <a:lnTo>
                    <a:pt x="1678482" y="1931673"/>
                  </a:lnTo>
                  <a:lnTo>
                    <a:pt x="1680476" y="1931970"/>
                  </a:lnTo>
                  <a:lnTo>
                    <a:pt x="1682804" y="1931414"/>
                  </a:lnTo>
                  <a:lnTo>
                    <a:pt x="1685071" y="1931483"/>
                  </a:lnTo>
                  <a:lnTo>
                    <a:pt x="1688640" y="1932754"/>
                  </a:lnTo>
                  <a:lnTo>
                    <a:pt x="1690131" y="1934313"/>
                  </a:lnTo>
                  <a:lnTo>
                    <a:pt x="1690154" y="1934747"/>
                  </a:lnTo>
                  <a:lnTo>
                    <a:pt x="1689385" y="1935637"/>
                  </a:lnTo>
                  <a:lnTo>
                    <a:pt x="1688259" y="1938536"/>
                  </a:lnTo>
                  <a:lnTo>
                    <a:pt x="1687437" y="1939578"/>
                  </a:lnTo>
                  <a:lnTo>
                    <a:pt x="1688137" y="1940362"/>
                  </a:lnTo>
                  <a:lnTo>
                    <a:pt x="1689925" y="1941564"/>
                  </a:lnTo>
                  <a:lnTo>
                    <a:pt x="1691257" y="1942005"/>
                  </a:lnTo>
                  <a:lnTo>
                    <a:pt x="1693007" y="1941617"/>
                  </a:lnTo>
                  <a:lnTo>
                    <a:pt x="1694879" y="1942127"/>
                  </a:lnTo>
                  <a:lnTo>
                    <a:pt x="1701179" y="1948899"/>
                  </a:lnTo>
                  <a:lnTo>
                    <a:pt x="1700920" y="1952384"/>
                  </a:lnTo>
                  <a:lnTo>
                    <a:pt x="1699969" y="1955062"/>
                  </a:lnTo>
                  <a:lnTo>
                    <a:pt x="1700341" y="1958067"/>
                  </a:lnTo>
                  <a:lnTo>
                    <a:pt x="1700364" y="1961757"/>
                  </a:lnTo>
                  <a:lnTo>
                    <a:pt x="1696948" y="1962777"/>
                  </a:lnTo>
                  <a:lnTo>
                    <a:pt x="1685611" y="1961050"/>
                  </a:lnTo>
                  <a:lnTo>
                    <a:pt x="1679129" y="1958410"/>
                  </a:lnTo>
                  <a:lnTo>
                    <a:pt x="1678794" y="1957603"/>
                  </a:lnTo>
                  <a:lnTo>
                    <a:pt x="1680628" y="1955853"/>
                  </a:lnTo>
                  <a:lnTo>
                    <a:pt x="1679000" y="1955716"/>
                  </a:lnTo>
                  <a:lnTo>
                    <a:pt x="1677113" y="1956408"/>
                  </a:lnTo>
                  <a:lnTo>
                    <a:pt x="1676321" y="1957063"/>
                  </a:lnTo>
                  <a:lnTo>
                    <a:pt x="1678497" y="1959847"/>
                  </a:lnTo>
                  <a:lnTo>
                    <a:pt x="1684455" y="1962298"/>
                  </a:lnTo>
                  <a:lnTo>
                    <a:pt x="1687118" y="1965242"/>
                  </a:lnTo>
                  <a:lnTo>
                    <a:pt x="1690039" y="1965493"/>
                  </a:lnTo>
                  <a:lnTo>
                    <a:pt x="1690930" y="1966026"/>
                  </a:lnTo>
                  <a:lnTo>
                    <a:pt x="1692543" y="1967745"/>
                  </a:lnTo>
                  <a:lnTo>
                    <a:pt x="1692064" y="1968339"/>
                  </a:lnTo>
                  <a:lnTo>
                    <a:pt x="1689088" y="1968544"/>
                  </a:lnTo>
                  <a:lnTo>
                    <a:pt x="1686737" y="1970537"/>
                  </a:lnTo>
                  <a:lnTo>
                    <a:pt x="1688213" y="1971702"/>
                  </a:lnTo>
                  <a:lnTo>
                    <a:pt x="1693509" y="1972721"/>
                  </a:lnTo>
                  <a:lnTo>
                    <a:pt x="1697306" y="1972980"/>
                  </a:lnTo>
                  <a:lnTo>
                    <a:pt x="1699208" y="1974121"/>
                  </a:lnTo>
                  <a:lnTo>
                    <a:pt x="1697641" y="1975392"/>
                  </a:lnTo>
                  <a:lnTo>
                    <a:pt x="1693189" y="1976883"/>
                  </a:lnTo>
                  <a:lnTo>
                    <a:pt x="1693060" y="1979105"/>
                  </a:lnTo>
                  <a:lnTo>
                    <a:pt x="1696362" y="1979987"/>
                  </a:lnTo>
                  <a:lnTo>
                    <a:pt x="1699299" y="1979455"/>
                  </a:lnTo>
                  <a:lnTo>
                    <a:pt x="1700501" y="1979676"/>
                  </a:lnTo>
                  <a:lnTo>
                    <a:pt x="1701361" y="1985024"/>
                  </a:lnTo>
                  <a:lnTo>
                    <a:pt x="1701856" y="1986135"/>
                  </a:lnTo>
                  <a:lnTo>
                    <a:pt x="1698698" y="1987079"/>
                  </a:lnTo>
                  <a:lnTo>
                    <a:pt x="1698683" y="1988098"/>
                  </a:lnTo>
                  <a:lnTo>
                    <a:pt x="1700783" y="1988935"/>
                  </a:lnTo>
                  <a:lnTo>
                    <a:pt x="1704268" y="1989627"/>
                  </a:lnTo>
                  <a:lnTo>
                    <a:pt x="1705417" y="1990586"/>
                  </a:lnTo>
                  <a:lnTo>
                    <a:pt x="1705652" y="1992169"/>
                  </a:lnTo>
                  <a:lnTo>
                    <a:pt x="1706368" y="1993013"/>
                  </a:lnTo>
                  <a:lnTo>
                    <a:pt x="1708369" y="1993165"/>
                  </a:lnTo>
                  <a:lnTo>
                    <a:pt x="1710575" y="1991195"/>
                  </a:lnTo>
                  <a:lnTo>
                    <a:pt x="1711869" y="1989536"/>
                  </a:lnTo>
                  <a:lnTo>
                    <a:pt x="1713763" y="1990160"/>
                  </a:lnTo>
                  <a:lnTo>
                    <a:pt x="1713908" y="1992230"/>
                  </a:lnTo>
                  <a:lnTo>
                    <a:pt x="1716160" y="1994588"/>
                  </a:lnTo>
                  <a:lnTo>
                    <a:pt x="1716982" y="1994976"/>
                  </a:lnTo>
                  <a:lnTo>
                    <a:pt x="1717628" y="1998301"/>
                  </a:lnTo>
                  <a:lnTo>
                    <a:pt x="1719469" y="1995341"/>
                  </a:lnTo>
                  <a:lnTo>
                    <a:pt x="1720816" y="1995973"/>
                  </a:lnTo>
                  <a:lnTo>
                    <a:pt x="1722345" y="1996117"/>
                  </a:lnTo>
                  <a:lnTo>
                    <a:pt x="1721820" y="1998978"/>
                  </a:lnTo>
                  <a:lnTo>
                    <a:pt x="1720907" y="2001231"/>
                  </a:lnTo>
                  <a:lnTo>
                    <a:pt x="1722110" y="2002638"/>
                  </a:lnTo>
                  <a:lnTo>
                    <a:pt x="1723046" y="2004723"/>
                  </a:lnTo>
                  <a:lnTo>
                    <a:pt x="1725526" y="2007584"/>
                  </a:lnTo>
                  <a:lnTo>
                    <a:pt x="1724849" y="2008953"/>
                  </a:lnTo>
                  <a:lnTo>
                    <a:pt x="1721927" y="2011883"/>
                  </a:lnTo>
                  <a:lnTo>
                    <a:pt x="1720382" y="2016501"/>
                  </a:lnTo>
                  <a:lnTo>
                    <a:pt x="1720017" y="2018099"/>
                  </a:lnTo>
                  <a:lnTo>
                    <a:pt x="1718518" y="2020746"/>
                  </a:lnTo>
                  <a:lnTo>
                    <a:pt x="1716457" y="2023303"/>
                  </a:lnTo>
                  <a:lnTo>
                    <a:pt x="1717750" y="2023029"/>
                  </a:lnTo>
                  <a:lnTo>
                    <a:pt x="1722353" y="2018312"/>
                  </a:lnTo>
                  <a:lnTo>
                    <a:pt x="1725092" y="2016729"/>
                  </a:lnTo>
                  <a:lnTo>
                    <a:pt x="1731118" y="2015869"/>
                  </a:lnTo>
                  <a:lnTo>
                    <a:pt x="1732572" y="2014546"/>
                  </a:lnTo>
                  <a:lnTo>
                    <a:pt x="1734778" y="2013998"/>
                  </a:lnTo>
                  <a:lnTo>
                    <a:pt x="1736132" y="2015512"/>
                  </a:lnTo>
                  <a:lnTo>
                    <a:pt x="1736269" y="2018236"/>
                  </a:lnTo>
                  <a:lnTo>
                    <a:pt x="1738050" y="2019088"/>
                  </a:lnTo>
                  <a:lnTo>
                    <a:pt x="1739929" y="2018190"/>
                  </a:lnTo>
                  <a:lnTo>
                    <a:pt x="1741633" y="2018989"/>
                  </a:lnTo>
                  <a:lnTo>
                    <a:pt x="1740614" y="2020701"/>
                  </a:lnTo>
                  <a:lnTo>
                    <a:pt x="1735151" y="2027678"/>
                  </a:lnTo>
                  <a:lnTo>
                    <a:pt x="1733560" y="2030470"/>
                  </a:lnTo>
                  <a:lnTo>
                    <a:pt x="1733104" y="2032441"/>
                  </a:lnTo>
                  <a:lnTo>
                    <a:pt x="1734983" y="2029740"/>
                  </a:lnTo>
                  <a:lnTo>
                    <a:pt x="1741846" y="2023486"/>
                  </a:lnTo>
                  <a:lnTo>
                    <a:pt x="1742584" y="2022542"/>
                  </a:lnTo>
                  <a:lnTo>
                    <a:pt x="1744076" y="2019856"/>
                  </a:lnTo>
                  <a:lnTo>
                    <a:pt x="1745453" y="2018099"/>
                  </a:lnTo>
                  <a:lnTo>
                    <a:pt x="1749151" y="2018723"/>
                  </a:lnTo>
                  <a:lnTo>
                    <a:pt x="1751053" y="2019986"/>
                  </a:lnTo>
                  <a:lnTo>
                    <a:pt x="1751935" y="2023501"/>
                  </a:lnTo>
                  <a:lnTo>
                    <a:pt x="1753434" y="2027320"/>
                  </a:lnTo>
                  <a:lnTo>
                    <a:pt x="1755686" y="2031543"/>
                  </a:lnTo>
                  <a:lnTo>
                    <a:pt x="1761674" y="2033590"/>
                  </a:lnTo>
                  <a:lnTo>
                    <a:pt x="1763850" y="2033917"/>
                  </a:lnTo>
                  <a:lnTo>
                    <a:pt x="1767594" y="2032494"/>
                  </a:lnTo>
                  <a:lnTo>
                    <a:pt x="1768187" y="2030523"/>
                  </a:lnTo>
                  <a:lnTo>
                    <a:pt x="1771109" y="2029915"/>
                  </a:lnTo>
                  <a:lnTo>
                    <a:pt x="1773163" y="2030158"/>
                  </a:lnTo>
                  <a:lnTo>
                    <a:pt x="1773871" y="2033955"/>
                  </a:lnTo>
                  <a:lnTo>
                    <a:pt x="1776062" y="2035963"/>
                  </a:lnTo>
                  <a:lnTo>
                    <a:pt x="1778238" y="2037622"/>
                  </a:lnTo>
                  <a:lnTo>
                    <a:pt x="1780338" y="2038482"/>
                  </a:lnTo>
                  <a:lnTo>
                    <a:pt x="1783404" y="2038855"/>
                  </a:lnTo>
                  <a:lnTo>
                    <a:pt x="1785086" y="2040673"/>
                  </a:lnTo>
                  <a:lnTo>
                    <a:pt x="1785086" y="2041427"/>
                  </a:lnTo>
                  <a:lnTo>
                    <a:pt x="1783359" y="2043367"/>
                  </a:lnTo>
                  <a:lnTo>
                    <a:pt x="1781692" y="2046190"/>
                  </a:lnTo>
                  <a:lnTo>
                    <a:pt x="1778786" y="2048160"/>
                  </a:lnTo>
                  <a:lnTo>
                    <a:pt x="1774731" y="2048251"/>
                  </a:lnTo>
                  <a:lnTo>
                    <a:pt x="1769131" y="2049484"/>
                  </a:lnTo>
                  <a:lnTo>
                    <a:pt x="1768902" y="2050595"/>
                  </a:lnTo>
                  <a:lnTo>
                    <a:pt x="1767670" y="2051820"/>
                  </a:lnTo>
                  <a:lnTo>
                    <a:pt x="1764695" y="2053030"/>
                  </a:lnTo>
                  <a:lnTo>
                    <a:pt x="1763074" y="2053950"/>
                  </a:lnTo>
                  <a:lnTo>
                    <a:pt x="1760442" y="2058500"/>
                  </a:lnTo>
                  <a:lnTo>
                    <a:pt x="1758844" y="2060440"/>
                  </a:lnTo>
                  <a:lnTo>
                    <a:pt x="1757003" y="2060806"/>
                  </a:lnTo>
                  <a:lnTo>
                    <a:pt x="1754408" y="2060623"/>
                  </a:lnTo>
                  <a:lnTo>
                    <a:pt x="1752711" y="2061034"/>
                  </a:lnTo>
                  <a:lnTo>
                    <a:pt x="1751463" y="2061863"/>
                  </a:lnTo>
                  <a:lnTo>
                    <a:pt x="1750733" y="2063096"/>
                  </a:lnTo>
                  <a:lnTo>
                    <a:pt x="1750170" y="2063560"/>
                  </a:lnTo>
                  <a:lnTo>
                    <a:pt x="1746701" y="2064808"/>
                  </a:lnTo>
                  <a:lnTo>
                    <a:pt x="1740393" y="2068239"/>
                  </a:lnTo>
                  <a:lnTo>
                    <a:pt x="1737061" y="2068346"/>
                  </a:lnTo>
                  <a:lnTo>
                    <a:pt x="1734999" y="2067950"/>
                  </a:lnTo>
                  <a:lnTo>
                    <a:pt x="1733424" y="2068232"/>
                  </a:lnTo>
                  <a:lnTo>
                    <a:pt x="1732351" y="2069190"/>
                  </a:lnTo>
                  <a:lnTo>
                    <a:pt x="1729338" y="2070857"/>
                  </a:lnTo>
                  <a:lnTo>
                    <a:pt x="1728432" y="2071868"/>
                  </a:lnTo>
                  <a:lnTo>
                    <a:pt x="1727900" y="2073032"/>
                  </a:lnTo>
                  <a:lnTo>
                    <a:pt x="1727489" y="2075429"/>
                  </a:lnTo>
                  <a:lnTo>
                    <a:pt x="1727131" y="2076297"/>
                  </a:lnTo>
                  <a:lnTo>
                    <a:pt x="1726545" y="2076799"/>
                  </a:lnTo>
                  <a:lnTo>
                    <a:pt x="1724012" y="2076304"/>
                  </a:lnTo>
                  <a:lnTo>
                    <a:pt x="1721189" y="2074744"/>
                  </a:lnTo>
                  <a:lnTo>
                    <a:pt x="1721745" y="2076396"/>
                  </a:lnTo>
                  <a:lnTo>
                    <a:pt x="1726211" y="2079173"/>
                  </a:lnTo>
                  <a:lnTo>
                    <a:pt x="1727489" y="2080717"/>
                  </a:lnTo>
                  <a:lnTo>
                    <a:pt x="1726272" y="2082049"/>
                  </a:lnTo>
                  <a:lnTo>
                    <a:pt x="1723426" y="2084133"/>
                  </a:lnTo>
                  <a:lnTo>
                    <a:pt x="1723099" y="2085252"/>
                  </a:lnTo>
                  <a:lnTo>
                    <a:pt x="1724263" y="2085845"/>
                  </a:lnTo>
                  <a:lnTo>
                    <a:pt x="1723799" y="2086789"/>
                  </a:lnTo>
                  <a:lnTo>
                    <a:pt x="1722239" y="2087793"/>
                  </a:lnTo>
                  <a:lnTo>
                    <a:pt x="1722414" y="2088204"/>
                  </a:lnTo>
                  <a:lnTo>
                    <a:pt x="1722581" y="2088607"/>
                  </a:lnTo>
                  <a:lnTo>
                    <a:pt x="1726446" y="2087169"/>
                  </a:lnTo>
                  <a:lnTo>
                    <a:pt x="1729893" y="2084095"/>
                  </a:lnTo>
                  <a:lnTo>
                    <a:pt x="1732138" y="2080976"/>
                  </a:lnTo>
                  <a:lnTo>
                    <a:pt x="1733264" y="2080101"/>
                  </a:lnTo>
                  <a:lnTo>
                    <a:pt x="1737700" y="2078944"/>
                  </a:lnTo>
                  <a:lnTo>
                    <a:pt x="1740325" y="2077582"/>
                  </a:lnTo>
                  <a:lnTo>
                    <a:pt x="1744083" y="2075102"/>
                  </a:lnTo>
                  <a:lnTo>
                    <a:pt x="1748199" y="2071496"/>
                  </a:lnTo>
                  <a:lnTo>
                    <a:pt x="1752681" y="2066756"/>
                  </a:lnTo>
                  <a:lnTo>
                    <a:pt x="1758387" y="2063043"/>
                  </a:lnTo>
                  <a:lnTo>
                    <a:pt x="1765334" y="2060364"/>
                  </a:lnTo>
                  <a:lnTo>
                    <a:pt x="1770432" y="2058995"/>
                  </a:lnTo>
                  <a:lnTo>
                    <a:pt x="1773681" y="2058934"/>
                  </a:lnTo>
                  <a:lnTo>
                    <a:pt x="1773840" y="2058485"/>
                  </a:lnTo>
                  <a:lnTo>
                    <a:pt x="1770926" y="2057640"/>
                  </a:lnTo>
                  <a:lnTo>
                    <a:pt x="1768522" y="2057481"/>
                  </a:lnTo>
                  <a:lnTo>
                    <a:pt x="1765532" y="2058097"/>
                  </a:lnTo>
                  <a:lnTo>
                    <a:pt x="1764604" y="2056644"/>
                  </a:lnTo>
                  <a:lnTo>
                    <a:pt x="1764702" y="2056012"/>
                  </a:lnTo>
                  <a:lnTo>
                    <a:pt x="1765684" y="2054932"/>
                  </a:lnTo>
                  <a:lnTo>
                    <a:pt x="1768202" y="2053966"/>
                  </a:lnTo>
                  <a:lnTo>
                    <a:pt x="1780528" y="2055312"/>
                  </a:lnTo>
                  <a:lnTo>
                    <a:pt x="1784774" y="2056347"/>
                  </a:lnTo>
                  <a:lnTo>
                    <a:pt x="1789415" y="2064998"/>
                  </a:lnTo>
                  <a:lnTo>
                    <a:pt x="1790480" y="2067767"/>
                  </a:lnTo>
                  <a:lnTo>
                    <a:pt x="1790784" y="2069784"/>
                  </a:lnTo>
                  <a:lnTo>
                    <a:pt x="1790313" y="2071047"/>
                  </a:lnTo>
                  <a:lnTo>
                    <a:pt x="1788456" y="2072538"/>
                  </a:lnTo>
                  <a:lnTo>
                    <a:pt x="1783214" y="2075498"/>
                  </a:lnTo>
                  <a:lnTo>
                    <a:pt x="1782476" y="2076281"/>
                  </a:lnTo>
                  <a:lnTo>
                    <a:pt x="1782408" y="2076692"/>
                  </a:lnTo>
                  <a:lnTo>
                    <a:pt x="1784698" y="2077293"/>
                  </a:lnTo>
                  <a:lnTo>
                    <a:pt x="1785421" y="2078107"/>
                  </a:lnTo>
                  <a:lnTo>
                    <a:pt x="1786585" y="2081387"/>
                  </a:lnTo>
                  <a:lnTo>
                    <a:pt x="1788943" y="2079256"/>
                  </a:lnTo>
                  <a:lnTo>
                    <a:pt x="1793409" y="2074082"/>
                  </a:lnTo>
                  <a:lnTo>
                    <a:pt x="1797062" y="2071678"/>
                  </a:lnTo>
                  <a:lnTo>
                    <a:pt x="1800143" y="2071024"/>
                  </a:lnTo>
                  <a:lnTo>
                    <a:pt x="1803826" y="2070704"/>
                  </a:lnTo>
                  <a:lnTo>
                    <a:pt x="1805096" y="2070750"/>
                  </a:lnTo>
                  <a:lnTo>
                    <a:pt x="1805538" y="2072431"/>
                  </a:lnTo>
                  <a:lnTo>
                    <a:pt x="1807470" y="2075802"/>
                  </a:lnTo>
                  <a:lnTo>
                    <a:pt x="1809258" y="2076677"/>
                  </a:lnTo>
                  <a:lnTo>
                    <a:pt x="1812674" y="2077126"/>
                  </a:lnTo>
                  <a:lnTo>
                    <a:pt x="1815748" y="2081295"/>
                  </a:lnTo>
                  <a:lnTo>
                    <a:pt x="1816920" y="2084164"/>
                  </a:lnTo>
                  <a:lnTo>
                    <a:pt x="1818031" y="2085838"/>
                  </a:lnTo>
                  <a:lnTo>
                    <a:pt x="1817939" y="2086964"/>
                  </a:lnTo>
                  <a:lnTo>
                    <a:pt x="1818122" y="2087907"/>
                  </a:lnTo>
                  <a:lnTo>
                    <a:pt x="1818929" y="2089338"/>
                  </a:lnTo>
                  <a:lnTo>
                    <a:pt x="1819332" y="2090540"/>
                  </a:lnTo>
                  <a:lnTo>
                    <a:pt x="1819111" y="2093287"/>
                  </a:lnTo>
                  <a:lnTo>
                    <a:pt x="1817316" y="2098042"/>
                  </a:lnTo>
                  <a:lnTo>
                    <a:pt x="1818647" y="2102348"/>
                  </a:lnTo>
                  <a:lnTo>
                    <a:pt x="1818046" y="2104288"/>
                  </a:lnTo>
                  <a:lnTo>
                    <a:pt x="1817734" y="2107378"/>
                  </a:lnTo>
                  <a:lnTo>
                    <a:pt x="1818883" y="2109439"/>
                  </a:lnTo>
                  <a:lnTo>
                    <a:pt x="1819225" y="2110634"/>
                  </a:lnTo>
                  <a:lnTo>
                    <a:pt x="1818252" y="2111334"/>
                  </a:lnTo>
                  <a:lnTo>
                    <a:pt x="1811449" y="2113038"/>
                  </a:lnTo>
                  <a:lnTo>
                    <a:pt x="1808771" y="2113069"/>
                  </a:lnTo>
                  <a:lnTo>
                    <a:pt x="1808079" y="2114096"/>
                  </a:lnTo>
                  <a:lnTo>
                    <a:pt x="1810141" y="2114400"/>
                  </a:lnTo>
                  <a:lnTo>
                    <a:pt x="1813892" y="2114347"/>
                  </a:lnTo>
                  <a:lnTo>
                    <a:pt x="1818427" y="2115389"/>
                  </a:lnTo>
                  <a:lnTo>
                    <a:pt x="1820428" y="2116546"/>
                  </a:lnTo>
                  <a:lnTo>
                    <a:pt x="1821287" y="2118167"/>
                  </a:lnTo>
                  <a:lnTo>
                    <a:pt x="1821067" y="2119452"/>
                  </a:lnTo>
                  <a:lnTo>
                    <a:pt x="1819766" y="2120404"/>
                  </a:lnTo>
                  <a:lnTo>
                    <a:pt x="1817217" y="2120221"/>
                  </a:lnTo>
                  <a:lnTo>
                    <a:pt x="1814759" y="2119354"/>
                  </a:lnTo>
                  <a:lnTo>
                    <a:pt x="1814911" y="2120198"/>
                  </a:lnTo>
                  <a:lnTo>
                    <a:pt x="1818556" y="2122290"/>
                  </a:lnTo>
                  <a:lnTo>
                    <a:pt x="1819629" y="2123356"/>
                  </a:lnTo>
                  <a:lnTo>
                    <a:pt x="1821599" y="2124687"/>
                  </a:lnTo>
                  <a:lnTo>
                    <a:pt x="1821987" y="2126475"/>
                  </a:lnTo>
                  <a:lnTo>
                    <a:pt x="1821508" y="2128293"/>
                  </a:lnTo>
                  <a:lnTo>
                    <a:pt x="1814630" y="2135514"/>
                  </a:lnTo>
                  <a:lnTo>
                    <a:pt x="1808969" y="2140079"/>
                  </a:lnTo>
                  <a:lnTo>
                    <a:pt x="1803285" y="2144066"/>
                  </a:lnTo>
                  <a:lnTo>
                    <a:pt x="1794163" y="2151720"/>
                  </a:lnTo>
                  <a:lnTo>
                    <a:pt x="1793257" y="2152093"/>
                  </a:lnTo>
                  <a:lnTo>
                    <a:pt x="1791606" y="2152238"/>
                  </a:lnTo>
                  <a:lnTo>
                    <a:pt x="1787262" y="2151020"/>
                  </a:lnTo>
                  <a:lnTo>
                    <a:pt x="1783792" y="2151332"/>
                  </a:lnTo>
                  <a:lnTo>
                    <a:pt x="1777218" y="2152808"/>
                  </a:lnTo>
                  <a:lnTo>
                    <a:pt x="1775423" y="2153714"/>
                  </a:lnTo>
                  <a:lnTo>
                    <a:pt x="1771816" y="2156354"/>
                  </a:lnTo>
                  <a:lnTo>
                    <a:pt x="1770386" y="2156727"/>
                  </a:lnTo>
                  <a:lnTo>
                    <a:pt x="1766521" y="2157267"/>
                  </a:lnTo>
                  <a:lnTo>
                    <a:pt x="1762854" y="2156902"/>
                  </a:lnTo>
                  <a:lnTo>
                    <a:pt x="1761400" y="2157267"/>
                  </a:lnTo>
                  <a:lnTo>
                    <a:pt x="1759635" y="2158560"/>
                  </a:lnTo>
                  <a:lnTo>
                    <a:pt x="1759171" y="2159245"/>
                  </a:lnTo>
                  <a:lnTo>
                    <a:pt x="1758684" y="2161467"/>
                  </a:lnTo>
                  <a:lnTo>
                    <a:pt x="1749774" y="2171373"/>
                  </a:lnTo>
                  <a:lnTo>
                    <a:pt x="1747416" y="2174721"/>
                  </a:lnTo>
                  <a:lnTo>
                    <a:pt x="1742873" y="2178236"/>
                  </a:lnTo>
                  <a:lnTo>
                    <a:pt x="1737882" y="2184384"/>
                  </a:lnTo>
                  <a:lnTo>
                    <a:pt x="1733538" y="2186856"/>
                  </a:lnTo>
                  <a:lnTo>
                    <a:pt x="1732024" y="2190258"/>
                  </a:lnTo>
                  <a:lnTo>
                    <a:pt x="1727884" y="2192320"/>
                  </a:lnTo>
                  <a:lnTo>
                    <a:pt x="1720238" y="2192845"/>
                  </a:lnTo>
                  <a:lnTo>
                    <a:pt x="1716609" y="2193430"/>
                  </a:lnTo>
                  <a:lnTo>
                    <a:pt x="1712355" y="2192479"/>
                  </a:lnTo>
                  <a:lnTo>
                    <a:pt x="1709175" y="2193955"/>
                  </a:lnTo>
                  <a:lnTo>
                    <a:pt x="1704382" y="2194420"/>
                  </a:lnTo>
                  <a:lnTo>
                    <a:pt x="1702053" y="2194069"/>
                  </a:lnTo>
                  <a:lnTo>
                    <a:pt x="1692763" y="2197326"/>
                  </a:lnTo>
                  <a:lnTo>
                    <a:pt x="1690405" y="2194237"/>
                  </a:lnTo>
                  <a:lnTo>
                    <a:pt x="1688609" y="2193042"/>
                  </a:lnTo>
                  <a:lnTo>
                    <a:pt x="1683367" y="2192845"/>
                  </a:lnTo>
                  <a:lnTo>
                    <a:pt x="1679167" y="2191566"/>
                  </a:lnTo>
                  <a:lnTo>
                    <a:pt x="1675340" y="2191323"/>
                  </a:lnTo>
                  <a:lnTo>
                    <a:pt x="1671612" y="2190752"/>
                  </a:lnTo>
                  <a:lnTo>
                    <a:pt x="1669162" y="2190760"/>
                  </a:lnTo>
                  <a:lnTo>
                    <a:pt x="1666613" y="2191095"/>
                  </a:lnTo>
                  <a:lnTo>
                    <a:pt x="1662649" y="2191011"/>
                  </a:lnTo>
                  <a:lnTo>
                    <a:pt x="1660450" y="2192715"/>
                  </a:lnTo>
                  <a:lnTo>
                    <a:pt x="1653016" y="2192198"/>
                  </a:lnTo>
                  <a:lnTo>
                    <a:pt x="1649882" y="2190653"/>
                  </a:lnTo>
                  <a:lnTo>
                    <a:pt x="1647310" y="2190334"/>
                  </a:lnTo>
                  <a:lnTo>
                    <a:pt x="1643856" y="2190676"/>
                  </a:lnTo>
                  <a:lnTo>
                    <a:pt x="1640553" y="2191825"/>
                  </a:lnTo>
                  <a:lnTo>
                    <a:pt x="1633325" y="2190509"/>
                  </a:lnTo>
                  <a:lnTo>
                    <a:pt x="1625663" y="2191620"/>
                  </a:lnTo>
                  <a:lnTo>
                    <a:pt x="1618975" y="2190874"/>
                  </a:lnTo>
                  <a:lnTo>
                    <a:pt x="1617104" y="2190136"/>
                  </a:lnTo>
                  <a:lnTo>
                    <a:pt x="1606558" y="2192167"/>
                  </a:lnTo>
                  <a:lnTo>
                    <a:pt x="1602435" y="2191003"/>
                  </a:lnTo>
                  <a:lnTo>
                    <a:pt x="1598798" y="2194107"/>
                  </a:lnTo>
                  <a:lnTo>
                    <a:pt x="1596302" y="2193461"/>
                  </a:lnTo>
                  <a:lnTo>
                    <a:pt x="1593601" y="2193917"/>
                  </a:lnTo>
                  <a:lnTo>
                    <a:pt x="1592756" y="2193339"/>
                  </a:lnTo>
                  <a:lnTo>
                    <a:pt x="1590953" y="2193750"/>
                  </a:lnTo>
                  <a:lnTo>
                    <a:pt x="1589789" y="2195439"/>
                  </a:lnTo>
                  <a:lnTo>
                    <a:pt x="1588260" y="2195629"/>
                  </a:lnTo>
                  <a:lnTo>
                    <a:pt x="1585718" y="2198612"/>
                  </a:lnTo>
                  <a:lnTo>
                    <a:pt x="1581443" y="2200993"/>
                  </a:lnTo>
                  <a:lnTo>
                    <a:pt x="1575181" y="2213920"/>
                  </a:lnTo>
                  <a:lnTo>
                    <a:pt x="1574595" y="2218858"/>
                  </a:lnTo>
                  <a:lnTo>
                    <a:pt x="1572244" y="2222213"/>
                  </a:lnTo>
                  <a:lnTo>
                    <a:pt x="1570167" y="2222670"/>
                  </a:lnTo>
                  <a:lnTo>
                    <a:pt x="1568455" y="2222746"/>
                  </a:lnTo>
                  <a:lnTo>
                    <a:pt x="1557628" y="2225211"/>
                  </a:lnTo>
                  <a:lnTo>
                    <a:pt x="1552811" y="2227159"/>
                  </a:lnTo>
                  <a:lnTo>
                    <a:pt x="1554120" y="2228704"/>
                  </a:lnTo>
                  <a:lnTo>
                    <a:pt x="1552537" y="2229852"/>
                  </a:lnTo>
                  <a:lnTo>
                    <a:pt x="1549981" y="2230332"/>
                  </a:lnTo>
                  <a:lnTo>
                    <a:pt x="1547219" y="2231747"/>
                  </a:lnTo>
                  <a:lnTo>
                    <a:pt x="1545423" y="2233330"/>
                  </a:lnTo>
                  <a:lnTo>
                    <a:pt x="1544541" y="2235528"/>
                  </a:lnTo>
                  <a:lnTo>
                    <a:pt x="1538994" y="2239112"/>
                  </a:lnTo>
                  <a:lnTo>
                    <a:pt x="1532550" y="2247352"/>
                  </a:lnTo>
                  <a:lnTo>
                    <a:pt x="1529468" y="2253363"/>
                  </a:lnTo>
                  <a:lnTo>
                    <a:pt x="1525725" y="2257707"/>
                  </a:lnTo>
                  <a:lnTo>
                    <a:pt x="1523085" y="2259359"/>
                  </a:lnTo>
                  <a:lnTo>
                    <a:pt x="1521205" y="2259617"/>
                  </a:lnTo>
                  <a:lnTo>
                    <a:pt x="1519288" y="2259100"/>
                  </a:lnTo>
                  <a:lnTo>
                    <a:pt x="1516100" y="2257068"/>
                  </a:lnTo>
                  <a:lnTo>
                    <a:pt x="1513757" y="2256840"/>
                  </a:lnTo>
                  <a:lnTo>
                    <a:pt x="1507921" y="2254002"/>
                  </a:lnTo>
                  <a:lnTo>
                    <a:pt x="1494370" y="2251149"/>
                  </a:lnTo>
                  <a:lnTo>
                    <a:pt x="1496417" y="2252214"/>
                  </a:lnTo>
                  <a:lnTo>
                    <a:pt x="1498205" y="2253972"/>
                  </a:lnTo>
                  <a:lnTo>
                    <a:pt x="1501788" y="2254428"/>
                  </a:lnTo>
                  <a:lnTo>
                    <a:pt x="1505425" y="2254390"/>
                  </a:lnTo>
                  <a:lnTo>
                    <a:pt x="1513011" y="2257936"/>
                  </a:lnTo>
                  <a:lnTo>
                    <a:pt x="1516732" y="2259145"/>
                  </a:lnTo>
                  <a:lnTo>
                    <a:pt x="1518991" y="2260211"/>
                  </a:lnTo>
                  <a:lnTo>
                    <a:pt x="1520924" y="2262577"/>
                  </a:lnTo>
                  <a:lnTo>
                    <a:pt x="1519539" y="2267211"/>
                  </a:lnTo>
                  <a:lnTo>
                    <a:pt x="1518139" y="2271030"/>
                  </a:lnTo>
                  <a:lnTo>
                    <a:pt x="1516237" y="2273952"/>
                  </a:lnTo>
                  <a:lnTo>
                    <a:pt x="1509709" y="2281431"/>
                  </a:lnTo>
                  <a:lnTo>
                    <a:pt x="1506544" y="2283934"/>
                  </a:lnTo>
                  <a:lnTo>
                    <a:pt x="1501043" y="2292836"/>
                  </a:lnTo>
                  <a:lnTo>
                    <a:pt x="1495344" y="2296998"/>
                  </a:lnTo>
                  <a:lnTo>
                    <a:pt x="1492293" y="2299547"/>
                  </a:lnTo>
                  <a:lnTo>
                    <a:pt x="1489044" y="2303564"/>
                  </a:lnTo>
                  <a:lnTo>
                    <a:pt x="1481420" y="2306592"/>
                  </a:lnTo>
                  <a:lnTo>
                    <a:pt x="1478590" y="2307361"/>
                  </a:lnTo>
                  <a:lnTo>
                    <a:pt x="1475980" y="2306950"/>
                  </a:lnTo>
                  <a:lnTo>
                    <a:pt x="1472807" y="2309408"/>
                  </a:lnTo>
                  <a:lnTo>
                    <a:pt x="1469041" y="2310914"/>
                  </a:lnTo>
                  <a:lnTo>
                    <a:pt x="1467930" y="2313197"/>
                  </a:lnTo>
                  <a:lnTo>
                    <a:pt x="1458891" y="2319299"/>
                  </a:lnTo>
                  <a:lnTo>
                    <a:pt x="1455422" y="2320067"/>
                  </a:lnTo>
                  <a:lnTo>
                    <a:pt x="1452470" y="2321688"/>
                  </a:lnTo>
                  <a:lnTo>
                    <a:pt x="1451595" y="2324434"/>
                  </a:lnTo>
                  <a:lnTo>
                    <a:pt x="1448955" y="2326093"/>
                  </a:lnTo>
                  <a:lnTo>
                    <a:pt x="1448224" y="2327364"/>
                  </a:lnTo>
                  <a:lnTo>
                    <a:pt x="1446002" y="2331191"/>
                  </a:lnTo>
                  <a:lnTo>
                    <a:pt x="1441878" y="2336121"/>
                  </a:lnTo>
                  <a:lnTo>
                    <a:pt x="1436857" y="2336951"/>
                  </a:lnTo>
                  <a:lnTo>
                    <a:pt x="1435023" y="2338663"/>
                  </a:lnTo>
                  <a:lnTo>
                    <a:pt x="1432900" y="2341424"/>
                  </a:lnTo>
                  <a:lnTo>
                    <a:pt x="1429895" y="2343319"/>
                  </a:lnTo>
                  <a:lnTo>
                    <a:pt x="1423975" y="2342429"/>
                  </a:lnTo>
                  <a:lnTo>
                    <a:pt x="1425413" y="2343585"/>
                  </a:lnTo>
                  <a:lnTo>
                    <a:pt x="1430709" y="2345388"/>
                  </a:lnTo>
                  <a:lnTo>
                    <a:pt x="1431257" y="2348067"/>
                  </a:lnTo>
                  <a:lnTo>
                    <a:pt x="1428602" y="2348706"/>
                  </a:lnTo>
                  <a:lnTo>
                    <a:pt x="1423047" y="2352259"/>
                  </a:lnTo>
                  <a:lnTo>
                    <a:pt x="1415568" y="2358384"/>
                  </a:lnTo>
                  <a:close/>
                  <a:moveTo>
                    <a:pt x="868938" y="1284230"/>
                  </a:moveTo>
                  <a:lnTo>
                    <a:pt x="868664" y="1284748"/>
                  </a:lnTo>
                  <a:lnTo>
                    <a:pt x="864053" y="1282366"/>
                  </a:lnTo>
                  <a:lnTo>
                    <a:pt x="862273" y="1280959"/>
                  </a:lnTo>
                  <a:lnTo>
                    <a:pt x="861695" y="1279916"/>
                  </a:lnTo>
                  <a:lnTo>
                    <a:pt x="861284" y="1277794"/>
                  </a:lnTo>
                  <a:lnTo>
                    <a:pt x="861040" y="1274583"/>
                  </a:lnTo>
                  <a:lnTo>
                    <a:pt x="861961" y="1273031"/>
                  </a:lnTo>
                  <a:lnTo>
                    <a:pt x="864038" y="1273145"/>
                  </a:lnTo>
                  <a:lnTo>
                    <a:pt x="866260" y="1274377"/>
                  </a:lnTo>
                  <a:lnTo>
                    <a:pt x="869630" y="1277900"/>
                  </a:lnTo>
                  <a:lnTo>
                    <a:pt x="868672" y="1278942"/>
                  </a:lnTo>
                  <a:lnTo>
                    <a:pt x="868626" y="1281248"/>
                  </a:lnTo>
                  <a:lnTo>
                    <a:pt x="869007" y="1283424"/>
                  </a:lnTo>
                  <a:lnTo>
                    <a:pt x="868938" y="1284230"/>
                  </a:lnTo>
                  <a:close/>
                  <a:moveTo>
                    <a:pt x="1154967" y="1308448"/>
                  </a:moveTo>
                  <a:lnTo>
                    <a:pt x="1157409" y="1308951"/>
                  </a:lnTo>
                  <a:lnTo>
                    <a:pt x="1159707" y="1308334"/>
                  </a:lnTo>
                  <a:lnTo>
                    <a:pt x="1161381" y="1308920"/>
                  </a:lnTo>
                  <a:lnTo>
                    <a:pt x="1162439" y="1310701"/>
                  </a:lnTo>
                  <a:lnTo>
                    <a:pt x="1163131" y="1312550"/>
                  </a:lnTo>
                  <a:lnTo>
                    <a:pt x="1163466" y="1314459"/>
                  </a:lnTo>
                  <a:lnTo>
                    <a:pt x="1162560" y="1315814"/>
                  </a:lnTo>
                  <a:lnTo>
                    <a:pt x="1158787" y="1316993"/>
                  </a:lnTo>
                  <a:lnTo>
                    <a:pt x="1156215" y="1316407"/>
                  </a:lnTo>
                  <a:lnTo>
                    <a:pt x="1153460" y="1314824"/>
                  </a:lnTo>
                  <a:lnTo>
                    <a:pt x="1152182" y="1315524"/>
                  </a:lnTo>
                  <a:lnTo>
                    <a:pt x="1149040" y="1314375"/>
                  </a:lnTo>
                  <a:lnTo>
                    <a:pt x="1147480" y="1312793"/>
                  </a:lnTo>
                  <a:lnTo>
                    <a:pt x="1146210" y="1310533"/>
                  </a:lnTo>
                  <a:lnTo>
                    <a:pt x="1146210" y="1309148"/>
                  </a:lnTo>
                  <a:lnTo>
                    <a:pt x="1149519" y="1307581"/>
                  </a:lnTo>
                  <a:lnTo>
                    <a:pt x="1150820" y="1306356"/>
                  </a:lnTo>
                  <a:lnTo>
                    <a:pt x="1154967" y="1308448"/>
                  </a:lnTo>
                  <a:close/>
                  <a:moveTo>
                    <a:pt x="930195" y="1337635"/>
                  </a:moveTo>
                  <a:lnTo>
                    <a:pt x="930849" y="1338365"/>
                  </a:lnTo>
                  <a:lnTo>
                    <a:pt x="932089" y="1337741"/>
                  </a:lnTo>
                  <a:lnTo>
                    <a:pt x="933048" y="1335740"/>
                  </a:lnTo>
                  <a:lnTo>
                    <a:pt x="933634" y="1335360"/>
                  </a:lnTo>
                  <a:lnTo>
                    <a:pt x="934539" y="1335740"/>
                  </a:lnTo>
                  <a:lnTo>
                    <a:pt x="937522" y="1339324"/>
                  </a:lnTo>
                  <a:lnTo>
                    <a:pt x="939812" y="1343075"/>
                  </a:lnTo>
                  <a:lnTo>
                    <a:pt x="942239" y="1345738"/>
                  </a:lnTo>
                  <a:lnTo>
                    <a:pt x="946097" y="1348104"/>
                  </a:lnTo>
                  <a:lnTo>
                    <a:pt x="954519" y="1355789"/>
                  </a:lnTo>
                  <a:lnTo>
                    <a:pt x="957000" y="1360963"/>
                  </a:lnTo>
                  <a:lnTo>
                    <a:pt x="959617" y="1368967"/>
                  </a:lnTo>
                  <a:lnTo>
                    <a:pt x="961960" y="1375039"/>
                  </a:lnTo>
                  <a:lnTo>
                    <a:pt x="964022" y="1379216"/>
                  </a:lnTo>
                  <a:lnTo>
                    <a:pt x="966236" y="1382533"/>
                  </a:lnTo>
                  <a:lnTo>
                    <a:pt x="969774" y="1386231"/>
                  </a:lnTo>
                  <a:lnTo>
                    <a:pt x="972940" y="1383537"/>
                  </a:lnTo>
                  <a:lnTo>
                    <a:pt x="974294" y="1382853"/>
                  </a:lnTo>
                  <a:lnTo>
                    <a:pt x="975458" y="1383971"/>
                  </a:lnTo>
                  <a:lnTo>
                    <a:pt x="976561" y="1386756"/>
                  </a:lnTo>
                  <a:lnTo>
                    <a:pt x="975975" y="1387996"/>
                  </a:lnTo>
                  <a:lnTo>
                    <a:pt x="974598" y="1389571"/>
                  </a:lnTo>
                  <a:lnTo>
                    <a:pt x="972331" y="1391405"/>
                  </a:lnTo>
                  <a:lnTo>
                    <a:pt x="969158" y="1391541"/>
                  </a:lnTo>
                  <a:lnTo>
                    <a:pt x="967636" y="1392074"/>
                  </a:lnTo>
                  <a:lnTo>
                    <a:pt x="965148" y="1394981"/>
                  </a:lnTo>
                  <a:lnTo>
                    <a:pt x="963170" y="1398450"/>
                  </a:lnTo>
                  <a:lnTo>
                    <a:pt x="960408" y="1399614"/>
                  </a:lnTo>
                  <a:lnTo>
                    <a:pt x="955204" y="1405420"/>
                  </a:lnTo>
                  <a:lnTo>
                    <a:pt x="952343" y="1407580"/>
                  </a:lnTo>
                  <a:lnTo>
                    <a:pt x="948128" y="1408159"/>
                  </a:lnTo>
                  <a:lnTo>
                    <a:pt x="939386" y="1403624"/>
                  </a:lnTo>
                  <a:lnTo>
                    <a:pt x="933938" y="1404255"/>
                  </a:lnTo>
                  <a:lnTo>
                    <a:pt x="929487" y="1403327"/>
                  </a:lnTo>
                  <a:lnTo>
                    <a:pt x="924519" y="1398526"/>
                  </a:lnTo>
                  <a:lnTo>
                    <a:pt x="920661" y="1395802"/>
                  </a:lnTo>
                  <a:lnTo>
                    <a:pt x="913197" y="1391869"/>
                  </a:lnTo>
                  <a:lnTo>
                    <a:pt x="912710" y="1391283"/>
                  </a:lnTo>
                  <a:lnTo>
                    <a:pt x="912391" y="1389951"/>
                  </a:lnTo>
                  <a:lnTo>
                    <a:pt x="912238" y="1387874"/>
                  </a:lnTo>
                  <a:lnTo>
                    <a:pt x="911904" y="1386474"/>
                  </a:lnTo>
                  <a:lnTo>
                    <a:pt x="911379" y="1385767"/>
                  </a:lnTo>
                  <a:lnTo>
                    <a:pt x="910207" y="1385828"/>
                  </a:lnTo>
                  <a:lnTo>
                    <a:pt x="909005" y="1387205"/>
                  </a:lnTo>
                  <a:lnTo>
                    <a:pt x="906699" y="1388392"/>
                  </a:lnTo>
                  <a:lnTo>
                    <a:pt x="903192" y="1388125"/>
                  </a:lnTo>
                  <a:lnTo>
                    <a:pt x="901670" y="1387304"/>
                  </a:lnTo>
                  <a:lnTo>
                    <a:pt x="900506" y="1386010"/>
                  </a:lnTo>
                  <a:lnTo>
                    <a:pt x="899874" y="1384488"/>
                  </a:lnTo>
                  <a:lnTo>
                    <a:pt x="899776" y="1382746"/>
                  </a:lnTo>
                  <a:lnTo>
                    <a:pt x="899456" y="1381399"/>
                  </a:lnTo>
                  <a:lnTo>
                    <a:pt x="898908" y="1380448"/>
                  </a:lnTo>
                  <a:lnTo>
                    <a:pt x="897638" y="1380425"/>
                  </a:lnTo>
                  <a:lnTo>
                    <a:pt x="895644" y="1381331"/>
                  </a:lnTo>
                  <a:lnTo>
                    <a:pt x="894860" y="1382442"/>
                  </a:lnTo>
                  <a:lnTo>
                    <a:pt x="895302" y="1383766"/>
                  </a:lnTo>
                  <a:lnTo>
                    <a:pt x="894937" y="1384549"/>
                  </a:lnTo>
                  <a:lnTo>
                    <a:pt x="891452" y="1384557"/>
                  </a:lnTo>
                  <a:lnTo>
                    <a:pt x="890082" y="1383781"/>
                  </a:lnTo>
                  <a:lnTo>
                    <a:pt x="887457" y="1381331"/>
                  </a:lnTo>
                  <a:lnTo>
                    <a:pt x="886308" y="1378843"/>
                  </a:lnTo>
                  <a:lnTo>
                    <a:pt x="884832" y="1374407"/>
                  </a:lnTo>
                  <a:lnTo>
                    <a:pt x="884977" y="1373205"/>
                  </a:lnTo>
                  <a:lnTo>
                    <a:pt x="885920" y="1370496"/>
                  </a:lnTo>
                  <a:lnTo>
                    <a:pt x="887145" y="1368602"/>
                  </a:lnTo>
                  <a:lnTo>
                    <a:pt x="895058" y="1367491"/>
                  </a:lnTo>
                  <a:lnTo>
                    <a:pt x="898756" y="1366418"/>
                  </a:lnTo>
                  <a:lnTo>
                    <a:pt x="902781" y="1363321"/>
                  </a:lnTo>
                  <a:lnTo>
                    <a:pt x="907483" y="1357950"/>
                  </a:lnTo>
                  <a:lnTo>
                    <a:pt x="908503" y="1356352"/>
                  </a:lnTo>
                  <a:lnTo>
                    <a:pt x="908624" y="1355180"/>
                  </a:lnTo>
                  <a:lnTo>
                    <a:pt x="908282" y="1353910"/>
                  </a:lnTo>
                  <a:lnTo>
                    <a:pt x="906814" y="1350798"/>
                  </a:lnTo>
                  <a:lnTo>
                    <a:pt x="906319" y="1348667"/>
                  </a:lnTo>
                  <a:lnTo>
                    <a:pt x="906791" y="1347655"/>
                  </a:lnTo>
                  <a:lnTo>
                    <a:pt x="908678" y="1347564"/>
                  </a:lnTo>
                  <a:lnTo>
                    <a:pt x="907689" y="1346354"/>
                  </a:lnTo>
                  <a:lnTo>
                    <a:pt x="906844" y="1344642"/>
                  </a:lnTo>
                  <a:lnTo>
                    <a:pt x="906547" y="1343570"/>
                  </a:lnTo>
                  <a:lnTo>
                    <a:pt x="906593" y="1341858"/>
                  </a:lnTo>
                  <a:lnTo>
                    <a:pt x="908092" y="1341485"/>
                  </a:lnTo>
                  <a:lnTo>
                    <a:pt x="909941" y="1342337"/>
                  </a:lnTo>
                  <a:lnTo>
                    <a:pt x="913509" y="1347252"/>
                  </a:lnTo>
                  <a:lnTo>
                    <a:pt x="914932" y="1348203"/>
                  </a:lnTo>
                  <a:lnTo>
                    <a:pt x="917374" y="1348949"/>
                  </a:lnTo>
                  <a:lnTo>
                    <a:pt x="914780" y="1345571"/>
                  </a:lnTo>
                  <a:lnTo>
                    <a:pt x="912086" y="1338434"/>
                  </a:lnTo>
                  <a:lnTo>
                    <a:pt x="911751" y="1335961"/>
                  </a:lnTo>
                  <a:lnTo>
                    <a:pt x="911820" y="1334584"/>
                  </a:lnTo>
                  <a:lnTo>
                    <a:pt x="912527" y="1330719"/>
                  </a:lnTo>
                  <a:lnTo>
                    <a:pt x="913159" y="1329136"/>
                  </a:lnTo>
                  <a:lnTo>
                    <a:pt x="913973" y="1328094"/>
                  </a:lnTo>
                  <a:lnTo>
                    <a:pt x="916530" y="1325864"/>
                  </a:lnTo>
                  <a:lnTo>
                    <a:pt x="920631" y="1324305"/>
                  </a:lnTo>
                  <a:lnTo>
                    <a:pt x="922723" y="1324099"/>
                  </a:lnTo>
                  <a:lnTo>
                    <a:pt x="924846" y="1325362"/>
                  </a:lnTo>
                  <a:lnTo>
                    <a:pt x="926702" y="1327782"/>
                  </a:lnTo>
                  <a:lnTo>
                    <a:pt x="930826" y="1331715"/>
                  </a:lnTo>
                  <a:lnTo>
                    <a:pt x="931442" y="1333321"/>
                  </a:lnTo>
                  <a:lnTo>
                    <a:pt x="931374" y="1334066"/>
                  </a:lnTo>
                  <a:lnTo>
                    <a:pt x="929784" y="1335139"/>
                  </a:lnTo>
                  <a:lnTo>
                    <a:pt x="929586" y="1336121"/>
                  </a:lnTo>
                  <a:lnTo>
                    <a:pt x="930195" y="1337635"/>
                  </a:lnTo>
                  <a:close/>
                  <a:moveTo>
                    <a:pt x="1314739" y="1328702"/>
                  </a:moveTo>
                  <a:lnTo>
                    <a:pt x="1315599" y="1332240"/>
                  </a:lnTo>
                  <a:lnTo>
                    <a:pt x="1316139" y="1333351"/>
                  </a:lnTo>
                  <a:lnTo>
                    <a:pt x="1315340" y="1335025"/>
                  </a:lnTo>
                  <a:lnTo>
                    <a:pt x="1312130" y="1338358"/>
                  </a:lnTo>
                  <a:lnTo>
                    <a:pt x="1305107" y="1339712"/>
                  </a:lnTo>
                  <a:lnTo>
                    <a:pt x="1301569" y="1338137"/>
                  </a:lnTo>
                  <a:lnTo>
                    <a:pt x="1303197" y="1342908"/>
                  </a:lnTo>
                  <a:lnTo>
                    <a:pt x="1303547" y="1344909"/>
                  </a:lnTo>
                  <a:lnTo>
                    <a:pt x="1303053" y="1345753"/>
                  </a:lnTo>
                  <a:lnTo>
                    <a:pt x="1301577" y="1345502"/>
                  </a:lnTo>
                  <a:lnTo>
                    <a:pt x="1299134" y="1344155"/>
                  </a:lnTo>
                  <a:lnTo>
                    <a:pt x="1297727" y="1342542"/>
                  </a:lnTo>
                  <a:lnTo>
                    <a:pt x="1297361" y="1340663"/>
                  </a:lnTo>
                  <a:lnTo>
                    <a:pt x="1296852" y="1340245"/>
                  </a:lnTo>
                  <a:lnTo>
                    <a:pt x="1296190" y="1341295"/>
                  </a:lnTo>
                  <a:lnTo>
                    <a:pt x="1295550" y="1341059"/>
                  </a:lnTo>
                  <a:lnTo>
                    <a:pt x="1294097" y="1338251"/>
                  </a:lnTo>
                  <a:lnTo>
                    <a:pt x="1293024" y="1337201"/>
                  </a:lnTo>
                  <a:lnTo>
                    <a:pt x="1285971" y="1335527"/>
                  </a:lnTo>
                  <a:lnTo>
                    <a:pt x="1285621" y="1334774"/>
                  </a:lnTo>
                  <a:lnTo>
                    <a:pt x="1285987" y="1333473"/>
                  </a:lnTo>
                  <a:lnTo>
                    <a:pt x="1287075" y="1331617"/>
                  </a:lnTo>
                  <a:lnTo>
                    <a:pt x="1288657" y="1330993"/>
                  </a:lnTo>
                  <a:lnTo>
                    <a:pt x="1292644" y="1331822"/>
                  </a:lnTo>
                  <a:lnTo>
                    <a:pt x="1292964" y="1331343"/>
                  </a:lnTo>
                  <a:lnTo>
                    <a:pt x="1293230" y="1329007"/>
                  </a:lnTo>
                  <a:lnTo>
                    <a:pt x="1293527" y="1328086"/>
                  </a:lnTo>
                  <a:lnTo>
                    <a:pt x="1296289" y="1328322"/>
                  </a:lnTo>
                  <a:lnTo>
                    <a:pt x="1298023" y="1327820"/>
                  </a:lnTo>
                  <a:lnTo>
                    <a:pt x="1298982" y="1329022"/>
                  </a:lnTo>
                  <a:lnTo>
                    <a:pt x="1299925" y="1331814"/>
                  </a:lnTo>
                  <a:lnTo>
                    <a:pt x="1301265" y="1331305"/>
                  </a:lnTo>
                  <a:lnTo>
                    <a:pt x="1303205" y="1331708"/>
                  </a:lnTo>
                  <a:lnTo>
                    <a:pt x="1305366" y="1330688"/>
                  </a:lnTo>
                  <a:lnTo>
                    <a:pt x="1308675" y="1328208"/>
                  </a:lnTo>
                  <a:lnTo>
                    <a:pt x="1311255" y="1327287"/>
                  </a:lnTo>
                  <a:lnTo>
                    <a:pt x="1314739" y="1328702"/>
                  </a:lnTo>
                  <a:close/>
                  <a:moveTo>
                    <a:pt x="1344671" y="1333199"/>
                  </a:moveTo>
                  <a:lnTo>
                    <a:pt x="1345767" y="1336273"/>
                  </a:lnTo>
                  <a:lnTo>
                    <a:pt x="1345950" y="1337863"/>
                  </a:lnTo>
                  <a:lnTo>
                    <a:pt x="1344436" y="1339735"/>
                  </a:lnTo>
                  <a:lnTo>
                    <a:pt x="1338729" y="1343197"/>
                  </a:lnTo>
                  <a:lnTo>
                    <a:pt x="1335252" y="1346202"/>
                  </a:lnTo>
                  <a:lnTo>
                    <a:pt x="1333494" y="1346872"/>
                  </a:lnTo>
                  <a:lnTo>
                    <a:pt x="1331151" y="1346202"/>
                  </a:lnTo>
                  <a:lnTo>
                    <a:pt x="1328305" y="1347594"/>
                  </a:lnTo>
                  <a:lnTo>
                    <a:pt x="1327179" y="1347412"/>
                  </a:lnTo>
                  <a:lnTo>
                    <a:pt x="1328442" y="1344954"/>
                  </a:lnTo>
                  <a:lnTo>
                    <a:pt x="1332939" y="1337878"/>
                  </a:lnTo>
                  <a:lnTo>
                    <a:pt x="1336713" y="1337156"/>
                  </a:lnTo>
                  <a:lnTo>
                    <a:pt x="1337945" y="1335672"/>
                  </a:lnTo>
                  <a:lnTo>
                    <a:pt x="1338988" y="1336151"/>
                  </a:lnTo>
                  <a:lnTo>
                    <a:pt x="1339589" y="1334919"/>
                  </a:lnTo>
                  <a:lnTo>
                    <a:pt x="1339695" y="1333093"/>
                  </a:lnTo>
                  <a:lnTo>
                    <a:pt x="1341012" y="1331693"/>
                  </a:lnTo>
                  <a:lnTo>
                    <a:pt x="1342199" y="1331708"/>
                  </a:lnTo>
                  <a:lnTo>
                    <a:pt x="1344671" y="1333199"/>
                  </a:lnTo>
                  <a:close/>
                  <a:moveTo>
                    <a:pt x="1560648" y="1343866"/>
                  </a:moveTo>
                  <a:lnTo>
                    <a:pt x="1560100" y="1344231"/>
                  </a:lnTo>
                  <a:lnTo>
                    <a:pt x="1554508" y="1341454"/>
                  </a:lnTo>
                  <a:lnTo>
                    <a:pt x="1554097" y="1339233"/>
                  </a:lnTo>
                  <a:lnTo>
                    <a:pt x="1556836" y="1336760"/>
                  </a:lnTo>
                  <a:lnTo>
                    <a:pt x="1559058" y="1335428"/>
                  </a:lnTo>
                  <a:lnTo>
                    <a:pt x="1560770" y="1335238"/>
                  </a:lnTo>
                  <a:lnTo>
                    <a:pt x="1562474" y="1335657"/>
                  </a:lnTo>
                  <a:lnTo>
                    <a:pt x="1564065" y="1338327"/>
                  </a:lnTo>
                  <a:lnTo>
                    <a:pt x="1562139" y="1340762"/>
                  </a:lnTo>
                  <a:lnTo>
                    <a:pt x="1560648" y="1343866"/>
                  </a:lnTo>
                  <a:close/>
                  <a:moveTo>
                    <a:pt x="41816" y="1341667"/>
                  </a:moveTo>
                  <a:lnTo>
                    <a:pt x="40058" y="1343958"/>
                  </a:lnTo>
                  <a:lnTo>
                    <a:pt x="37251" y="1341569"/>
                  </a:lnTo>
                  <a:lnTo>
                    <a:pt x="36520" y="1340382"/>
                  </a:lnTo>
                  <a:lnTo>
                    <a:pt x="39762" y="1337209"/>
                  </a:lnTo>
                  <a:lnTo>
                    <a:pt x="41193" y="1337330"/>
                  </a:lnTo>
                  <a:lnTo>
                    <a:pt x="44205" y="1339217"/>
                  </a:lnTo>
                  <a:lnTo>
                    <a:pt x="45332" y="1340884"/>
                  </a:lnTo>
                  <a:lnTo>
                    <a:pt x="41816" y="1341667"/>
                  </a:lnTo>
                  <a:close/>
                  <a:moveTo>
                    <a:pt x="971319" y="1341865"/>
                  </a:moveTo>
                  <a:lnTo>
                    <a:pt x="974157" y="1345959"/>
                  </a:lnTo>
                  <a:lnTo>
                    <a:pt x="974134" y="1347944"/>
                  </a:lnTo>
                  <a:lnTo>
                    <a:pt x="973769" y="1351247"/>
                  </a:lnTo>
                  <a:lnTo>
                    <a:pt x="972955" y="1353750"/>
                  </a:lnTo>
                  <a:lnTo>
                    <a:pt x="971699" y="1355469"/>
                  </a:lnTo>
                  <a:lnTo>
                    <a:pt x="969942" y="1356329"/>
                  </a:lnTo>
                  <a:lnTo>
                    <a:pt x="967682" y="1356337"/>
                  </a:lnTo>
                  <a:lnTo>
                    <a:pt x="966708" y="1355622"/>
                  </a:lnTo>
                  <a:lnTo>
                    <a:pt x="967439" y="1353080"/>
                  </a:lnTo>
                  <a:lnTo>
                    <a:pt x="967986" y="1352327"/>
                  </a:lnTo>
                  <a:lnTo>
                    <a:pt x="968078" y="1350083"/>
                  </a:lnTo>
                  <a:lnTo>
                    <a:pt x="967712" y="1346354"/>
                  </a:lnTo>
                  <a:lnTo>
                    <a:pt x="967256" y="1344056"/>
                  </a:lnTo>
                  <a:lnTo>
                    <a:pt x="965985" y="1342740"/>
                  </a:lnTo>
                  <a:lnTo>
                    <a:pt x="965072" y="1342687"/>
                  </a:lnTo>
                  <a:lnTo>
                    <a:pt x="964821" y="1343904"/>
                  </a:lnTo>
                  <a:lnTo>
                    <a:pt x="965240" y="1346392"/>
                  </a:lnTo>
                  <a:lnTo>
                    <a:pt x="964951" y="1349603"/>
                  </a:lnTo>
                  <a:lnTo>
                    <a:pt x="963961" y="1353537"/>
                  </a:lnTo>
                  <a:lnTo>
                    <a:pt x="963208" y="1355386"/>
                  </a:lnTo>
                  <a:lnTo>
                    <a:pt x="961869" y="1354450"/>
                  </a:lnTo>
                  <a:lnTo>
                    <a:pt x="961238" y="1352951"/>
                  </a:lnTo>
                  <a:lnTo>
                    <a:pt x="961405" y="1350478"/>
                  </a:lnTo>
                  <a:lnTo>
                    <a:pt x="961047" y="1348234"/>
                  </a:lnTo>
                  <a:lnTo>
                    <a:pt x="961382" y="1345852"/>
                  </a:lnTo>
                  <a:lnTo>
                    <a:pt x="962295" y="1342299"/>
                  </a:lnTo>
                  <a:lnTo>
                    <a:pt x="963581" y="1339917"/>
                  </a:lnTo>
                  <a:lnTo>
                    <a:pt x="965247" y="1338708"/>
                  </a:lnTo>
                  <a:lnTo>
                    <a:pt x="967195" y="1338791"/>
                  </a:lnTo>
                  <a:lnTo>
                    <a:pt x="969417" y="1340168"/>
                  </a:lnTo>
                  <a:lnTo>
                    <a:pt x="971319" y="1341865"/>
                  </a:lnTo>
                  <a:close/>
                  <a:moveTo>
                    <a:pt x="850495" y="1352616"/>
                  </a:moveTo>
                  <a:lnTo>
                    <a:pt x="848753" y="1353134"/>
                  </a:lnTo>
                  <a:lnTo>
                    <a:pt x="848433" y="1353004"/>
                  </a:lnTo>
                  <a:lnTo>
                    <a:pt x="848585" y="1351353"/>
                  </a:lnTo>
                  <a:lnTo>
                    <a:pt x="848456" y="1350524"/>
                  </a:lnTo>
                  <a:lnTo>
                    <a:pt x="847984" y="1349930"/>
                  </a:lnTo>
                  <a:lnTo>
                    <a:pt x="849521" y="1348614"/>
                  </a:lnTo>
                  <a:lnTo>
                    <a:pt x="849742" y="1347587"/>
                  </a:lnTo>
                  <a:lnTo>
                    <a:pt x="849255" y="1346796"/>
                  </a:lnTo>
                  <a:lnTo>
                    <a:pt x="847155" y="1345297"/>
                  </a:lnTo>
                  <a:lnTo>
                    <a:pt x="846554" y="1343935"/>
                  </a:lnTo>
                  <a:lnTo>
                    <a:pt x="846668" y="1342740"/>
                  </a:lnTo>
                  <a:lnTo>
                    <a:pt x="847490" y="1341713"/>
                  </a:lnTo>
                  <a:lnTo>
                    <a:pt x="848943" y="1341873"/>
                  </a:lnTo>
                  <a:lnTo>
                    <a:pt x="852070" y="1343874"/>
                  </a:lnTo>
                  <a:lnTo>
                    <a:pt x="853500" y="1346636"/>
                  </a:lnTo>
                  <a:lnTo>
                    <a:pt x="854155" y="1348682"/>
                  </a:lnTo>
                  <a:lnTo>
                    <a:pt x="853120" y="1348987"/>
                  </a:lnTo>
                  <a:lnTo>
                    <a:pt x="852306" y="1349809"/>
                  </a:lnTo>
                  <a:lnTo>
                    <a:pt x="851454" y="1351551"/>
                  </a:lnTo>
                  <a:lnTo>
                    <a:pt x="850495" y="1352616"/>
                  </a:lnTo>
                  <a:close/>
                  <a:moveTo>
                    <a:pt x="1366744" y="1367887"/>
                  </a:moveTo>
                  <a:lnTo>
                    <a:pt x="1364050" y="1368579"/>
                  </a:lnTo>
                  <a:lnTo>
                    <a:pt x="1362057" y="1368221"/>
                  </a:lnTo>
                  <a:lnTo>
                    <a:pt x="1360764" y="1366806"/>
                  </a:lnTo>
                  <a:lnTo>
                    <a:pt x="1359774" y="1364889"/>
                  </a:lnTo>
                  <a:lnTo>
                    <a:pt x="1358549" y="1360050"/>
                  </a:lnTo>
                  <a:lnTo>
                    <a:pt x="1359006" y="1357790"/>
                  </a:lnTo>
                  <a:lnTo>
                    <a:pt x="1359151" y="1353727"/>
                  </a:lnTo>
                  <a:lnTo>
                    <a:pt x="1359371" y="1352198"/>
                  </a:lnTo>
                  <a:lnTo>
                    <a:pt x="1359851" y="1351437"/>
                  </a:lnTo>
                  <a:lnTo>
                    <a:pt x="1362650" y="1349999"/>
                  </a:lnTo>
                  <a:lnTo>
                    <a:pt x="1364324" y="1350159"/>
                  </a:lnTo>
                  <a:lnTo>
                    <a:pt x="1366782" y="1351718"/>
                  </a:lnTo>
                  <a:lnTo>
                    <a:pt x="1372085" y="1352190"/>
                  </a:lnTo>
                  <a:lnTo>
                    <a:pt x="1373401" y="1353620"/>
                  </a:lnTo>
                  <a:lnTo>
                    <a:pt x="1373721" y="1354488"/>
                  </a:lnTo>
                  <a:lnTo>
                    <a:pt x="1373698" y="1355553"/>
                  </a:lnTo>
                  <a:lnTo>
                    <a:pt x="1373325" y="1356816"/>
                  </a:lnTo>
                  <a:lnTo>
                    <a:pt x="1370700" y="1360491"/>
                  </a:lnTo>
                  <a:lnTo>
                    <a:pt x="1369437" y="1363017"/>
                  </a:lnTo>
                  <a:lnTo>
                    <a:pt x="1368540" y="1366030"/>
                  </a:lnTo>
                  <a:lnTo>
                    <a:pt x="1366744" y="1367887"/>
                  </a:lnTo>
                  <a:close/>
                  <a:moveTo>
                    <a:pt x="1084786" y="1351277"/>
                  </a:moveTo>
                  <a:lnTo>
                    <a:pt x="1085265" y="1355036"/>
                  </a:lnTo>
                  <a:lnTo>
                    <a:pt x="1083348" y="1360118"/>
                  </a:lnTo>
                  <a:lnTo>
                    <a:pt x="1082746" y="1361031"/>
                  </a:lnTo>
                  <a:lnTo>
                    <a:pt x="1082001" y="1361366"/>
                  </a:lnTo>
                  <a:lnTo>
                    <a:pt x="1081278" y="1360742"/>
                  </a:lnTo>
                  <a:lnTo>
                    <a:pt x="1079125" y="1356755"/>
                  </a:lnTo>
                  <a:lnTo>
                    <a:pt x="1078539" y="1354260"/>
                  </a:lnTo>
                  <a:lnTo>
                    <a:pt x="1079330" y="1353012"/>
                  </a:lnTo>
                  <a:lnTo>
                    <a:pt x="1080997" y="1351452"/>
                  </a:lnTo>
                  <a:lnTo>
                    <a:pt x="1082176" y="1350691"/>
                  </a:lnTo>
                  <a:lnTo>
                    <a:pt x="1083652" y="1351346"/>
                  </a:lnTo>
                  <a:lnTo>
                    <a:pt x="1084169" y="1350242"/>
                  </a:lnTo>
                  <a:lnTo>
                    <a:pt x="1084786" y="1351277"/>
                  </a:lnTo>
                  <a:close/>
                  <a:moveTo>
                    <a:pt x="1319441" y="1385637"/>
                  </a:moveTo>
                  <a:lnTo>
                    <a:pt x="1317965" y="1386033"/>
                  </a:lnTo>
                  <a:lnTo>
                    <a:pt x="1316223" y="1384914"/>
                  </a:lnTo>
                  <a:lnTo>
                    <a:pt x="1315599" y="1382997"/>
                  </a:lnTo>
                  <a:lnTo>
                    <a:pt x="1315272" y="1381049"/>
                  </a:lnTo>
                  <a:lnTo>
                    <a:pt x="1315584" y="1380045"/>
                  </a:lnTo>
                  <a:lnTo>
                    <a:pt x="1316368" y="1379094"/>
                  </a:lnTo>
                  <a:lnTo>
                    <a:pt x="1317425" y="1376926"/>
                  </a:lnTo>
                  <a:lnTo>
                    <a:pt x="1318764" y="1373532"/>
                  </a:lnTo>
                  <a:lnTo>
                    <a:pt x="1320849" y="1371250"/>
                  </a:lnTo>
                  <a:lnTo>
                    <a:pt x="1325429" y="1369134"/>
                  </a:lnTo>
                  <a:lnTo>
                    <a:pt x="1326076" y="1368381"/>
                  </a:lnTo>
                  <a:lnTo>
                    <a:pt x="1328123" y="1362393"/>
                  </a:lnTo>
                  <a:lnTo>
                    <a:pt x="1328815" y="1361366"/>
                  </a:lnTo>
                  <a:lnTo>
                    <a:pt x="1331159" y="1360757"/>
                  </a:lnTo>
                  <a:lnTo>
                    <a:pt x="1331410" y="1359981"/>
                  </a:lnTo>
                  <a:lnTo>
                    <a:pt x="1330580" y="1358497"/>
                  </a:lnTo>
                  <a:lnTo>
                    <a:pt x="1330580" y="1356968"/>
                  </a:lnTo>
                  <a:lnTo>
                    <a:pt x="1331410" y="1355386"/>
                  </a:lnTo>
                  <a:lnTo>
                    <a:pt x="1332551" y="1354214"/>
                  </a:lnTo>
                  <a:lnTo>
                    <a:pt x="1335511" y="1353065"/>
                  </a:lnTo>
                  <a:lnTo>
                    <a:pt x="1338189" y="1353278"/>
                  </a:lnTo>
                  <a:lnTo>
                    <a:pt x="1338874" y="1353719"/>
                  </a:lnTo>
                  <a:lnTo>
                    <a:pt x="1339475" y="1354777"/>
                  </a:lnTo>
                  <a:lnTo>
                    <a:pt x="1340296" y="1357600"/>
                  </a:lnTo>
                  <a:lnTo>
                    <a:pt x="1340403" y="1358239"/>
                  </a:lnTo>
                  <a:lnTo>
                    <a:pt x="1339163" y="1360727"/>
                  </a:lnTo>
                  <a:lnTo>
                    <a:pt x="1335914" y="1364546"/>
                  </a:lnTo>
                  <a:lnTo>
                    <a:pt x="1333905" y="1367734"/>
                  </a:lnTo>
                  <a:lnTo>
                    <a:pt x="1333502" y="1368777"/>
                  </a:lnTo>
                  <a:lnTo>
                    <a:pt x="1333319" y="1370116"/>
                  </a:lnTo>
                  <a:lnTo>
                    <a:pt x="1332566" y="1371744"/>
                  </a:lnTo>
                  <a:lnTo>
                    <a:pt x="1330223" y="1375647"/>
                  </a:lnTo>
                  <a:lnTo>
                    <a:pt x="1328640" y="1379406"/>
                  </a:lnTo>
                  <a:lnTo>
                    <a:pt x="1327073" y="1381468"/>
                  </a:lnTo>
                  <a:lnTo>
                    <a:pt x="1322782" y="1383408"/>
                  </a:lnTo>
                  <a:lnTo>
                    <a:pt x="1319441" y="1385637"/>
                  </a:lnTo>
                  <a:close/>
                  <a:moveTo>
                    <a:pt x="1078531" y="1363238"/>
                  </a:moveTo>
                  <a:lnTo>
                    <a:pt x="1076781" y="1363938"/>
                  </a:lnTo>
                  <a:lnTo>
                    <a:pt x="1075686" y="1361442"/>
                  </a:lnTo>
                  <a:lnTo>
                    <a:pt x="1074796" y="1360925"/>
                  </a:lnTo>
                  <a:lnTo>
                    <a:pt x="1074400" y="1359258"/>
                  </a:lnTo>
                  <a:lnTo>
                    <a:pt x="1072566" y="1358931"/>
                  </a:lnTo>
                  <a:lnTo>
                    <a:pt x="1072696" y="1356306"/>
                  </a:lnTo>
                  <a:lnTo>
                    <a:pt x="1073190" y="1355020"/>
                  </a:lnTo>
                  <a:lnTo>
                    <a:pt x="1074894" y="1354001"/>
                  </a:lnTo>
                  <a:lnTo>
                    <a:pt x="1076241" y="1354389"/>
                  </a:lnTo>
                  <a:lnTo>
                    <a:pt x="1077519" y="1356999"/>
                  </a:lnTo>
                  <a:lnTo>
                    <a:pt x="1078143" y="1359061"/>
                  </a:lnTo>
                  <a:lnTo>
                    <a:pt x="1078684" y="1361701"/>
                  </a:lnTo>
                  <a:lnTo>
                    <a:pt x="1078531" y="1363238"/>
                  </a:lnTo>
                  <a:close/>
                  <a:moveTo>
                    <a:pt x="875634" y="1375662"/>
                  </a:moveTo>
                  <a:lnTo>
                    <a:pt x="875131" y="1379208"/>
                  </a:lnTo>
                  <a:lnTo>
                    <a:pt x="872499" y="1378257"/>
                  </a:lnTo>
                  <a:lnTo>
                    <a:pt x="871335" y="1376979"/>
                  </a:lnTo>
                  <a:lnTo>
                    <a:pt x="870346" y="1374065"/>
                  </a:lnTo>
                  <a:lnTo>
                    <a:pt x="870232" y="1373327"/>
                  </a:lnTo>
                  <a:lnTo>
                    <a:pt x="870452" y="1372208"/>
                  </a:lnTo>
                  <a:lnTo>
                    <a:pt x="871525" y="1369667"/>
                  </a:lnTo>
                  <a:lnTo>
                    <a:pt x="872248" y="1368739"/>
                  </a:lnTo>
                  <a:lnTo>
                    <a:pt x="873967" y="1369819"/>
                  </a:lnTo>
                  <a:lnTo>
                    <a:pt x="874766" y="1371310"/>
                  </a:lnTo>
                  <a:lnTo>
                    <a:pt x="875398" y="1373669"/>
                  </a:lnTo>
                  <a:lnTo>
                    <a:pt x="875634" y="1375662"/>
                  </a:lnTo>
                  <a:close/>
                  <a:moveTo>
                    <a:pt x="870878" y="1387927"/>
                  </a:moveTo>
                  <a:lnTo>
                    <a:pt x="870201" y="1389799"/>
                  </a:lnTo>
                  <a:lnTo>
                    <a:pt x="869364" y="1390324"/>
                  </a:lnTo>
                  <a:lnTo>
                    <a:pt x="867705" y="1392515"/>
                  </a:lnTo>
                  <a:lnTo>
                    <a:pt x="867028" y="1392812"/>
                  </a:lnTo>
                  <a:lnTo>
                    <a:pt x="866062" y="1391420"/>
                  </a:lnTo>
                  <a:lnTo>
                    <a:pt x="865248" y="1389145"/>
                  </a:lnTo>
                  <a:lnTo>
                    <a:pt x="864906" y="1388787"/>
                  </a:lnTo>
                  <a:lnTo>
                    <a:pt x="864388" y="1388879"/>
                  </a:lnTo>
                  <a:lnTo>
                    <a:pt x="863270" y="1390324"/>
                  </a:lnTo>
                  <a:lnTo>
                    <a:pt x="862775" y="1390301"/>
                  </a:lnTo>
                  <a:lnTo>
                    <a:pt x="862364" y="1389327"/>
                  </a:lnTo>
                  <a:lnTo>
                    <a:pt x="862166" y="1387387"/>
                  </a:lnTo>
                  <a:lnTo>
                    <a:pt x="862182" y="1384466"/>
                  </a:lnTo>
                  <a:lnTo>
                    <a:pt x="862707" y="1379954"/>
                  </a:lnTo>
                  <a:lnTo>
                    <a:pt x="862737" y="1378310"/>
                  </a:lnTo>
                  <a:lnTo>
                    <a:pt x="862456" y="1377055"/>
                  </a:lnTo>
                  <a:lnTo>
                    <a:pt x="862691" y="1375913"/>
                  </a:lnTo>
                  <a:lnTo>
                    <a:pt x="863445" y="1374879"/>
                  </a:lnTo>
                  <a:lnTo>
                    <a:pt x="864411" y="1374392"/>
                  </a:lnTo>
                  <a:lnTo>
                    <a:pt x="866678" y="1374803"/>
                  </a:lnTo>
                  <a:lnTo>
                    <a:pt x="868474" y="1376621"/>
                  </a:lnTo>
                  <a:lnTo>
                    <a:pt x="869349" y="1378995"/>
                  </a:lnTo>
                  <a:lnTo>
                    <a:pt x="871099" y="1380867"/>
                  </a:lnTo>
                  <a:lnTo>
                    <a:pt x="871708" y="1382183"/>
                  </a:lnTo>
                  <a:lnTo>
                    <a:pt x="870878" y="1387927"/>
                  </a:lnTo>
                  <a:close/>
                  <a:moveTo>
                    <a:pt x="836099" y="1400870"/>
                  </a:moveTo>
                  <a:lnTo>
                    <a:pt x="835217" y="1400946"/>
                  </a:lnTo>
                  <a:lnTo>
                    <a:pt x="833992" y="1399896"/>
                  </a:lnTo>
                  <a:lnTo>
                    <a:pt x="827121" y="1396335"/>
                  </a:lnTo>
                  <a:lnTo>
                    <a:pt x="826224" y="1395254"/>
                  </a:lnTo>
                  <a:lnTo>
                    <a:pt x="827030" y="1393756"/>
                  </a:lnTo>
                  <a:lnTo>
                    <a:pt x="829533" y="1391823"/>
                  </a:lnTo>
                  <a:lnTo>
                    <a:pt x="831222" y="1389845"/>
                  </a:lnTo>
                  <a:lnTo>
                    <a:pt x="832523" y="1386817"/>
                  </a:lnTo>
                  <a:lnTo>
                    <a:pt x="836472" y="1388376"/>
                  </a:lnTo>
                  <a:lnTo>
                    <a:pt x="837948" y="1389807"/>
                  </a:lnTo>
                  <a:lnTo>
                    <a:pt x="838511" y="1391055"/>
                  </a:lnTo>
                  <a:lnTo>
                    <a:pt x="838755" y="1392782"/>
                  </a:lnTo>
                  <a:lnTo>
                    <a:pt x="838534" y="1397012"/>
                  </a:lnTo>
                  <a:lnTo>
                    <a:pt x="837203" y="1397910"/>
                  </a:lnTo>
                  <a:lnTo>
                    <a:pt x="836099" y="1400870"/>
                  </a:lnTo>
                  <a:close/>
                  <a:moveTo>
                    <a:pt x="1411893" y="1414679"/>
                  </a:moveTo>
                  <a:lnTo>
                    <a:pt x="1410219" y="1415052"/>
                  </a:lnTo>
                  <a:lnTo>
                    <a:pt x="1407800" y="1411468"/>
                  </a:lnTo>
                  <a:lnTo>
                    <a:pt x="1402725" y="1407382"/>
                  </a:lnTo>
                  <a:lnTo>
                    <a:pt x="1400800" y="1404415"/>
                  </a:lnTo>
                  <a:lnTo>
                    <a:pt x="1400731" y="1402977"/>
                  </a:lnTo>
                  <a:lnTo>
                    <a:pt x="1400883" y="1400717"/>
                  </a:lnTo>
                  <a:lnTo>
                    <a:pt x="1401439" y="1397956"/>
                  </a:lnTo>
                  <a:lnTo>
                    <a:pt x="1403204" y="1394927"/>
                  </a:lnTo>
                  <a:lnTo>
                    <a:pt x="1405076" y="1394440"/>
                  </a:lnTo>
                  <a:lnTo>
                    <a:pt x="1407746" y="1395110"/>
                  </a:lnTo>
                  <a:lnTo>
                    <a:pt x="1409687" y="1397286"/>
                  </a:lnTo>
                  <a:lnTo>
                    <a:pt x="1411802" y="1403304"/>
                  </a:lnTo>
                  <a:lnTo>
                    <a:pt x="1413209" y="1406234"/>
                  </a:lnTo>
                  <a:lnTo>
                    <a:pt x="1413651" y="1408356"/>
                  </a:lnTo>
                  <a:lnTo>
                    <a:pt x="1412951" y="1409353"/>
                  </a:lnTo>
                  <a:lnTo>
                    <a:pt x="1413012" y="1410335"/>
                  </a:lnTo>
                  <a:lnTo>
                    <a:pt x="1413331" y="1410943"/>
                  </a:lnTo>
                  <a:lnTo>
                    <a:pt x="1413209" y="1412054"/>
                  </a:lnTo>
                  <a:lnTo>
                    <a:pt x="1412646" y="1413682"/>
                  </a:lnTo>
                  <a:lnTo>
                    <a:pt x="1411893" y="1414679"/>
                  </a:lnTo>
                  <a:close/>
                  <a:moveTo>
                    <a:pt x="778563" y="1411369"/>
                  </a:moveTo>
                  <a:lnTo>
                    <a:pt x="777384" y="1411582"/>
                  </a:lnTo>
                  <a:lnTo>
                    <a:pt x="775170" y="1410654"/>
                  </a:lnTo>
                  <a:lnTo>
                    <a:pt x="771929" y="1408585"/>
                  </a:lnTo>
                  <a:lnTo>
                    <a:pt x="769494" y="1406386"/>
                  </a:lnTo>
                  <a:lnTo>
                    <a:pt x="767866" y="1404065"/>
                  </a:lnTo>
                  <a:lnTo>
                    <a:pt x="767660" y="1402467"/>
                  </a:lnTo>
                  <a:lnTo>
                    <a:pt x="768885" y="1401577"/>
                  </a:lnTo>
                  <a:lnTo>
                    <a:pt x="770742" y="1401136"/>
                  </a:lnTo>
                  <a:lnTo>
                    <a:pt x="775163" y="1401433"/>
                  </a:lnTo>
                  <a:lnTo>
                    <a:pt x="777262" y="1402315"/>
                  </a:lnTo>
                  <a:lnTo>
                    <a:pt x="780040" y="1405693"/>
                  </a:lnTo>
                  <a:lnTo>
                    <a:pt x="780625" y="1407603"/>
                  </a:lnTo>
                  <a:lnTo>
                    <a:pt x="780717" y="1408836"/>
                  </a:lnTo>
                  <a:lnTo>
                    <a:pt x="780359" y="1409901"/>
                  </a:lnTo>
                  <a:lnTo>
                    <a:pt x="778563" y="1411369"/>
                  </a:lnTo>
                  <a:close/>
                  <a:moveTo>
                    <a:pt x="1324311" y="1423665"/>
                  </a:moveTo>
                  <a:lnTo>
                    <a:pt x="1322569" y="1424296"/>
                  </a:lnTo>
                  <a:lnTo>
                    <a:pt x="1320217" y="1421245"/>
                  </a:lnTo>
                  <a:lnTo>
                    <a:pt x="1320202" y="1419549"/>
                  </a:lnTo>
                  <a:lnTo>
                    <a:pt x="1320659" y="1415463"/>
                  </a:lnTo>
                  <a:lnTo>
                    <a:pt x="1324950" y="1414436"/>
                  </a:lnTo>
                  <a:lnTo>
                    <a:pt x="1326738" y="1416901"/>
                  </a:lnTo>
                  <a:lnTo>
                    <a:pt x="1327598" y="1419328"/>
                  </a:lnTo>
                  <a:lnTo>
                    <a:pt x="1324311" y="1423665"/>
                  </a:lnTo>
                  <a:close/>
                  <a:moveTo>
                    <a:pt x="1394918" y="1416193"/>
                  </a:moveTo>
                  <a:lnTo>
                    <a:pt x="1406065" y="1421291"/>
                  </a:lnTo>
                  <a:lnTo>
                    <a:pt x="1407153" y="1423140"/>
                  </a:lnTo>
                  <a:lnTo>
                    <a:pt x="1407686" y="1424791"/>
                  </a:lnTo>
                  <a:lnTo>
                    <a:pt x="1407997" y="1426625"/>
                  </a:lnTo>
                  <a:lnTo>
                    <a:pt x="1408020" y="1430391"/>
                  </a:lnTo>
                  <a:lnTo>
                    <a:pt x="1407792" y="1431897"/>
                  </a:lnTo>
                  <a:lnTo>
                    <a:pt x="1406704" y="1435534"/>
                  </a:lnTo>
                  <a:lnTo>
                    <a:pt x="1406628" y="1436668"/>
                  </a:lnTo>
                  <a:lnTo>
                    <a:pt x="1407503" y="1448773"/>
                  </a:lnTo>
                  <a:lnTo>
                    <a:pt x="1407412" y="1455332"/>
                  </a:lnTo>
                  <a:lnTo>
                    <a:pt x="1406628" y="1460779"/>
                  </a:lnTo>
                  <a:lnTo>
                    <a:pt x="1405030" y="1465139"/>
                  </a:lnTo>
                  <a:lnTo>
                    <a:pt x="1402626" y="1468403"/>
                  </a:lnTo>
                  <a:lnTo>
                    <a:pt x="1400800" y="1470275"/>
                  </a:lnTo>
                  <a:lnTo>
                    <a:pt x="1392689" y="1474870"/>
                  </a:lnTo>
                  <a:lnTo>
                    <a:pt x="1386945" y="1476057"/>
                  </a:lnTo>
                  <a:lnTo>
                    <a:pt x="1380888" y="1476270"/>
                  </a:lnTo>
                  <a:lnTo>
                    <a:pt x="1373173" y="1477503"/>
                  </a:lnTo>
                  <a:lnTo>
                    <a:pt x="1369650" y="1477244"/>
                  </a:lnTo>
                  <a:lnTo>
                    <a:pt x="1367832" y="1476704"/>
                  </a:lnTo>
                  <a:lnTo>
                    <a:pt x="1366539" y="1475783"/>
                  </a:lnTo>
                  <a:lnTo>
                    <a:pt x="1365024" y="1472877"/>
                  </a:lnTo>
                  <a:lnTo>
                    <a:pt x="1363290" y="1467962"/>
                  </a:lnTo>
                  <a:lnTo>
                    <a:pt x="1361859" y="1462408"/>
                  </a:lnTo>
                  <a:lnTo>
                    <a:pt x="1360147" y="1452501"/>
                  </a:lnTo>
                  <a:lnTo>
                    <a:pt x="1360117" y="1451322"/>
                  </a:lnTo>
                  <a:lnTo>
                    <a:pt x="1361768" y="1443196"/>
                  </a:lnTo>
                  <a:lnTo>
                    <a:pt x="1363959" y="1437695"/>
                  </a:lnTo>
                  <a:lnTo>
                    <a:pt x="1367824" y="1429493"/>
                  </a:lnTo>
                  <a:lnTo>
                    <a:pt x="1372192" y="1421451"/>
                  </a:lnTo>
                  <a:lnTo>
                    <a:pt x="1373302" y="1420119"/>
                  </a:lnTo>
                  <a:lnTo>
                    <a:pt x="1375273" y="1418704"/>
                  </a:lnTo>
                  <a:lnTo>
                    <a:pt x="1380211" y="1416406"/>
                  </a:lnTo>
                  <a:lnTo>
                    <a:pt x="1384304" y="1416985"/>
                  </a:lnTo>
                  <a:lnTo>
                    <a:pt x="1386108" y="1416695"/>
                  </a:lnTo>
                  <a:lnTo>
                    <a:pt x="1388360" y="1415623"/>
                  </a:lnTo>
                  <a:lnTo>
                    <a:pt x="1390840" y="1415364"/>
                  </a:lnTo>
                  <a:lnTo>
                    <a:pt x="1394918" y="1416193"/>
                  </a:lnTo>
                  <a:close/>
                  <a:moveTo>
                    <a:pt x="1161746" y="1449640"/>
                  </a:moveTo>
                  <a:lnTo>
                    <a:pt x="1160833" y="1449701"/>
                  </a:lnTo>
                  <a:lnTo>
                    <a:pt x="1159388" y="1448842"/>
                  </a:lnTo>
                  <a:lnTo>
                    <a:pt x="1156070" y="1445433"/>
                  </a:lnTo>
                  <a:lnTo>
                    <a:pt x="1155401" y="1443957"/>
                  </a:lnTo>
                  <a:lnTo>
                    <a:pt x="1155066" y="1442230"/>
                  </a:lnTo>
                  <a:lnTo>
                    <a:pt x="1155066" y="1440252"/>
                  </a:lnTo>
                  <a:lnTo>
                    <a:pt x="1155363" y="1438197"/>
                  </a:lnTo>
                  <a:lnTo>
                    <a:pt x="1156375" y="1434089"/>
                  </a:lnTo>
                  <a:lnTo>
                    <a:pt x="1154442" y="1430817"/>
                  </a:lnTo>
                  <a:lnTo>
                    <a:pt x="1153970" y="1428953"/>
                  </a:lnTo>
                  <a:lnTo>
                    <a:pt x="1154198" y="1427895"/>
                  </a:lnTo>
                  <a:lnTo>
                    <a:pt x="1155279" y="1425362"/>
                  </a:lnTo>
                  <a:lnTo>
                    <a:pt x="1155576" y="1423779"/>
                  </a:lnTo>
                  <a:lnTo>
                    <a:pt x="1156664" y="1421527"/>
                  </a:lnTo>
                  <a:lnTo>
                    <a:pt x="1159479" y="1417152"/>
                  </a:lnTo>
                  <a:lnTo>
                    <a:pt x="1162302" y="1418187"/>
                  </a:lnTo>
                  <a:lnTo>
                    <a:pt x="1164820" y="1421770"/>
                  </a:lnTo>
                  <a:lnTo>
                    <a:pt x="1165474" y="1424190"/>
                  </a:lnTo>
                  <a:lnTo>
                    <a:pt x="1165277" y="1426754"/>
                  </a:lnTo>
                  <a:lnTo>
                    <a:pt x="1165497" y="1430459"/>
                  </a:lnTo>
                  <a:lnTo>
                    <a:pt x="1166129" y="1435306"/>
                  </a:lnTo>
                  <a:lnTo>
                    <a:pt x="1166296" y="1438806"/>
                  </a:lnTo>
                  <a:lnTo>
                    <a:pt x="1165992" y="1440982"/>
                  </a:lnTo>
                  <a:lnTo>
                    <a:pt x="1164911" y="1445053"/>
                  </a:lnTo>
                  <a:lnTo>
                    <a:pt x="1163998" y="1446939"/>
                  </a:lnTo>
                  <a:lnTo>
                    <a:pt x="1162796" y="1448705"/>
                  </a:lnTo>
                  <a:lnTo>
                    <a:pt x="1161746" y="1449640"/>
                  </a:lnTo>
                  <a:close/>
                  <a:moveTo>
                    <a:pt x="676434" y="1435207"/>
                  </a:moveTo>
                  <a:lnTo>
                    <a:pt x="675635" y="1435390"/>
                  </a:lnTo>
                  <a:lnTo>
                    <a:pt x="672706" y="1432004"/>
                  </a:lnTo>
                  <a:lnTo>
                    <a:pt x="673322" y="1429090"/>
                  </a:lnTo>
                  <a:lnTo>
                    <a:pt x="676038" y="1432072"/>
                  </a:lnTo>
                  <a:lnTo>
                    <a:pt x="676426" y="1433929"/>
                  </a:lnTo>
                  <a:lnTo>
                    <a:pt x="676434" y="1435207"/>
                  </a:lnTo>
                  <a:close/>
                  <a:moveTo>
                    <a:pt x="1438782" y="1446939"/>
                  </a:moveTo>
                  <a:lnTo>
                    <a:pt x="1428373" y="1447015"/>
                  </a:lnTo>
                  <a:lnTo>
                    <a:pt x="1422713" y="1446612"/>
                  </a:lnTo>
                  <a:lnTo>
                    <a:pt x="1420438" y="1445752"/>
                  </a:lnTo>
                  <a:lnTo>
                    <a:pt x="1418459" y="1444413"/>
                  </a:lnTo>
                  <a:lnTo>
                    <a:pt x="1416215" y="1440061"/>
                  </a:lnTo>
                  <a:lnTo>
                    <a:pt x="1414777" y="1435557"/>
                  </a:lnTo>
                  <a:lnTo>
                    <a:pt x="1414708" y="1433640"/>
                  </a:lnTo>
                  <a:lnTo>
                    <a:pt x="1415089" y="1431912"/>
                  </a:lnTo>
                  <a:lnTo>
                    <a:pt x="1415621" y="1430862"/>
                  </a:lnTo>
                  <a:lnTo>
                    <a:pt x="1422606" y="1429356"/>
                  </a:lnTo>
                  <a:lnTo>
                    <a:pt x="1428328" y="1431235"/>
                  </a:lnTo>
                  <a:lnTo>
                    <a:pt x="1433250" y="1433442"/>
                  </a:lnTo>
                  <a:lnTo>
                    <a:pt x="1439588" y="1433815"/>
                  </a:lnTo>
                  <a:lnTo>
                    <a:pt x="1441513" y="1434652"/>
                  </a:lnTo>
                  <a:lnTo>
                    <a:pt x="1442251" y="1435268"/>
                  </a:lnTo>
                  <a:lnTo>
                    <a:pt x="1442761" y="1436402"/>
                  </a:lnTo>
                  <a:lnTo>
                    <a:pt x="1443484" y="1441583"/>
                  </a:lnTo>
                  <a:lnTo>
                    <a:pt x="1443552" y="1444337"/>
                  </a:lnTo>
                  <a:lnTo>
                    <a:pt x="1443362" y="1446422"/>
                  </a:lnTo>
                  <a:lnTo>
                    <a:pt x="1438782" y="1446939"/>
                  </a:lnTo>
                  <a:close/>
                  <a:moveTo>
                    <a:pt x="679781" y="1435694"/>
                  </a:moveTo>
                  <a:lnTo>
                    <a:pt x="682186" y="1436295"/>
                  </a:lnTo>
                  <a:lnTo>
                    <a:pt x="683966" y="1435846"/>
                  </a:lnTo>
                  <a:lnTo>
                    <a:pt x="685267" y="1438136"/>
                  </a:lnTo>
                  <a:lnTo>
                    <a:pt x="685769" y="1440457"/>
                  </a:lnTo>
                  <a:lnTo>
                    <a:pt x="685602" y="1441248"/>
                  </a:lnTo>
                  <a:lnTo>
                    <a:pt x="685039" y="1441568"/>
                  </a:lnTo>
                  <a:lnTo>
                    <a:pt x="681280" y="1439004"/>
                  </a:lnTo>
                  <a:lnTo>
                    <a:pt x="679880" y="1437429"/>
                  </a:lnTo>
                  <a:lnTo>
                    <a:pt x="679409" y="1436105"/>
                  </a:lnTo>
                  <a:lnTo>
                    <a:pt x="679781" y="1435694"/>
                  </a:lnTo>
                  <a:close/>
                  <a:moveTo>
                    <a:pt x="706830" y="1468319"/>
                  </a:moveTo>
                  <a:lnTo>
                    <a:pt x="705757" y="1472953"/>
                  </a:lnTo>
                  <a:lnTo>
                    <a:pt x="705346" y="1472519"/>
                  </a:lnTo>
                  <a:lnTo>
                    <a:pt x="704608" y="1470305"/>
                  </a:lnTo>
                  <a:lnTo>
                    <a:pt x="703125" y="1469240"/>
                  </a:lnTo>
                  <a:lnTo>
                    <a:pt x="701443" y="1466775"/>
                  </a:lnTo>
                  <a:lnTo>
                    <a:pt x="701466" y="1461464"/>
                  </a:lnTo>
                  <a:lnTo>
                    <a:pt x="702113" y="1459045"/>
                  </a:lnTo>
                  <a:lnTo>
                    <a:pt x="701968" y="1455659"/>
                  </a:lnTo>
                  <a:lnTo>
                    <a:pt x="703642" y="1453620"/>
                  </a:lnTo>
                  <a:lnTo>
                    <a:pt x="704882" y="1456016"/>
                  </a:lnTo>
                  <a:lnTo>
                    <a:pt x="705225" y="1460087"/>
                  </a:lnTo>
                  <a:lnTo>
                    <a:pt x="704913" y="1462088"/>
                  </a:lnTo>
                  <a:lnTo>
                    <a:pt x="706145" y="1464158"/>
                  </a:lnTo>
                  <a:lnTo>
                    <a:pt x="706716" y="1464683"/>
                  </a:lnTo>
                  <a:lnTo>
                    <a:pt x="707020" y="1466341"/>
                  </a:lnTo>
                  <a:lnTo>
                    <a:pt x="706830" y="1468319"/>
                  </a:lnTo>
                  <a:close/>
                  <a:moveTo>
                    <a:pt x="1672395" y="1487364"/>
                  </a:moveTo>
                  <a:lnTo>
                    <a:pt x="1669747" y="1488870"/>
                  </a:lnTo>
                  <a:lnTo>
                    <a:pt x="1668332" y="1487021"/>
                  </a:lnTo>
                  <a:lnTo>
                    <a:pt x="1669329" y="1486504"/>
                  </a:lnTo>
                  <a:lnTo>
                    <a:pt x="1670782" y="1484282"/>
                  </a:lnTo>
                  <a:lnTo>
                    <a:pt x="1672760" y="1482327"/>
                  </a:lnTo>
                  <a:lnTo>
                    <a:pt x="1673590" y="1480752"/>
                  </a:lnTo>
                  <a:lnTo>
                    <a:pt x="1676915" y="1480029"/>
                  </a:lnTo>
                  <a:lnTo>
                    <a:pt x="1678048" y="1480113"/>
                  </a:lnTo>
                  <a:lnTo>
                    <a:pt x="1678482" y="1480676"/>
                  </a:lnTo>
                  <a:lnTo>
                    <a:pt x="1676595" y="1483095"/>
                  </a:lnTo>
                  <a:lnTo>
                    <a:pt x="1672395" y="1487364"/>
                  </a:lnTo>
                  <a:close/>
                  <a:moveTo>
                    <a:pt x="702714" y="1490164"/>
                  </a:moveTo>
                  <a:lnTo>
                    <a:pt x="705407" y="1490597"/>
                  </a:lnTo>
                  <a:lnTo>
                    <a:pt x="708846" y="1490529"/>
                  </a:lnTo>
                  <a:lnTo>
                    <a:pt x="708253" y="1494736"/>
                  </a:lnTo>
                  <a:lnTo>
                    <a:pt x="706936" y="1497430"/>
                  </a:lnTo>
                  <a:lnTo>
                    <a:pt x="705894" y="1498191"/>
                  </a:lnTo>
                  <a:lnTo>
                    <a:pt x="705438" y="1496722"/>
                  </a:lnTo>
                  <a:lnTo>
                    <a:pt x="703414" y="1493352"/>
                  </a:lnTo>
                  <a:lnTo>
                    <a:pt x="702714" y="1490164"/>
                  </a:lnTo>
                  <a:close/>
                  <a:moveTo>
                    <a:pt x="1235892" y="1529028"/>
                  </a:moveTo>
                  <a:lnTo>
                    <a:pt x="1238022" y="1529675"/>
                  </a:lnTo>
                  <a:lnTo>
                    <a:pt x="1239635" y="1529606"/>
                  </a:lnTo>
                  <a:lnTo>
                    <a:pt x="1239993" y="1530382"/>
                  </a:lnTo>
                  <a:lnTo>
                    <a:pt x="1238296" y="1532962"/>
                  </a:lnTo>
                  <a:lnTo>
                    <a:pt x="1237254" y="1533449"/>
                  </a:lnTo>
                  <a:lnTo>
                    <a:pt x="1235374" y="1531600"/>
                  </a:lnTo>
                  <a:lnTo>
                    <a:pt x="1233959" y="1529332"/>
                  </a:lnTo>
                  <a:lnTo>
                    <a:pt x="1233563" y="1527955"/>
                  </a:lnTo>
                  <a:lnTo>
                    <a:pt x="1233449" y="1526441"/>
                  </a:lnTo>
                  <a:lnTo>
                    <a:pt x="1233776" y="1526175"/>
                  </a:lnTo>
                  <a:lnTo>
                    <a:pt x="1235892" y="1529028"/>
                  </a:lnTo>
                  <a:close/>
                  <a:moveTo>
                    <a:pt x="1223026" y="1554563"/>
                  </a:moveTo>
                  <a:lnTo>
                    <a:pt x="1225765" y="1556602"/>
                  </a:lnTo>
                  <a:lnTo>
                    <a:pt x="1228504" y="1557758"/>
                  </a:lnTo>
                  <a:lnTo>
                    <a:pt x="1232909" y="1558382"/>
                  </a:lnTo>
                  <a:lnTo>
                    <a:pt x="1233541" y="1558808"/>
                  </a:lnTo>
                  <a:lnTo>
                    <a:pt x="1233541" y="1559767"/>
                  </a:lnTo>
                  <a:lnTo>
                    <a:pt x="1232909" y="1561250"/>
                  </a:lnTo>
                  <a:lnTo>
                    <a:pt x="1231441" y="1563153"/>
                  </a:lnTo>
                  <a:lnTo>
                    <a:pt x="1230391" y="1563206"/>
                  </a:lnTo>
                  <a:lnTo>
                    <a:pt x="1227956" y="1561867"/>
                  </a:lnTo>
                  <a:lnTo>
                    <a:pt x="1227066" y="1561182"/>
                  </a:lnTo>
                  <a:lnTo>
                    <a:pt x="1226084" y="1559653"/>
                  </a:lnTo>
                  <a:lnTo>
                    <a:pt x="1225590" y="1559508"/>
                  </a:lnTo>
                  <a:lnTo>
                    <a:pt x="1224951" y="1560018"/>
                  </a:lnTo>
                  <a:lnTo>
                    <a:pt x="1224783" y="1560687"/>
                  </a:lnTo>
                  <a:lnTo>
                    <a:pt x="1225080" y="1561524"/>
                  </a:lnTo>
                  <a:lnTo>
                    <a:pt x="1224677" y="1561760"/>
                  </a:lnTo>
                  <a:lnTo>
                    <a:pt x="1221725" y="1561182"/>
                  </a:lnTo>
                  <a:lnTo>
                    <a:pt x="1221260" y="1560695"/>
                  </a:lnTo>
                  <a:lnTo>
                    <a:pt x="1221496" y="1559052"/>
                  </a:lnTo>
                  <a:lnTo>
                    <a:pt x="1223551" y="1556655"/>
                  </a:lnTo>
                  <a:lnTo>
                    <a:pt x="1221747" y="1555917"/>
                  </a:lnTo>
                  <a:lnTo>
                    <a:pt x="1221169" y="1555027"/>
                  </a:lnTo>
                  <a:lnTo>
                    <a:pt x="1218491" y="1556533"/>
                  </a:lnTo>
                  <a:lnTo>
                    <a:pt x="1217007" y="1556898"/>
                  </a:lnTo>
                  <a:lnTo>
                    <a:pt x="1214664" y="1555841"/>
                  </a:lnTo>
                  <a:lnTo>
                    <a:pt x="1214413" y="1550340"/>
                  </a:lnTo>
                  <a:lnTo>
                    <a:pt x="1214131" y="1548323"/>
                  </a:lnTo>
                  <a:lnTo>
                    <a:pt x="1213066" y="1546954"/>
                  </a:lnTo>
                  <a:lnTo>
                    <a:pt x="1212435" y="1545508"/>
                  </a:lnTo>
                  <a:lnTo>
                    <a:pt x="1211407" y="1544413"/>
                  </a:lnTo>
                  <a:lnTo>
                    <a:pt x="1209292" y="1543302"/>
                  </a:lnTo>
                  <a:lnTo>
                    <a:pt x="1207573" y="1540540"/>
                  </a:lnTo>
                  <a:lnTo>
                    <a:pt x="1207215" y="1539284"/>
                  </a:lnTo>
                  <a:lnTo>
                    <a:pt x="1207451" y="1538333"/>
                  </a:lnTo>
                  <a:lnTo>
                    <a:pt x="1208501" y="1537032"/>
                  </a:lnTo>
                  <a:lnTo>
                    <a:pt x="1214580" y="1539832"/>
                  </a:lnTo>
                  <a:lnTo>
                    <a:pt x="1218248" y="1542480"/>
                  </a:lnTo>
                  <a:lnTo>
                    <a:pt x="1221740" y="1545714"/>
                  </a:lnTo>
                  <a:lnTo>
                    <a:pt x="1223566" y="1548103"/>
                  </a:lnTo>
                  <a:lnTo>
                    <a:pt x="1223726" y="1549655"/>
                  </a:lnTo>
                  <a:lnTo>
                    <a:pt x="1223269" y="1551200"/>
                  </a:lnTo>
                  <a:lnTo>
                    <a:pt x="1222196" y="1552744"/>
                  </a:lnTo>
                  <a:lnTo>
                    <a:pt x="1223026" y="1554563"/>
                  </a:lnTo>
                  <a:close/>
                  <a:moveTo>
                    <a:pt x="1202764" y="1566051"/>
                  </a:moveTo>
                  <a:lnTo>
                    <a:pt x="1201653" y="1566630"/>
                  </a:lnTo>
                  <a:lnTo>
                    <a:pt x="1200459" y="1566303"/>
                  </a:lnTo>
                  <a:lnTo>
                    <a:pt x="1199447" y="1564811"/>
                  </a:lnTo>
                  <a:lnTo>
                    <a:pt x="1198625" y="1562148"/>
                  </a:lnTo>
                  <a:lnTo>
                    <a:pt x="1197293" y="1560147"/>
                  </a:lnTo>
                  <a:lnTo>
                    <a:pt x="1194288" y="1557652"/>
                  </a:lnTo>
                  <a:lnTo>
                    <a:pt x="1193771" y="1556670"/>
                  </a:lnTo>
                  <a:lnTo>
                    <a:pt x="1192919" y="1553307"/>
                  </a:lnTo>
                  <a:lnTo>
                    <a:pt x="1192751" y="1549944"/>
                  </a:lnTo>
                  <a:lnTo>
                    <a:pt x="1192112" y="1546893"/>
                  </a:lnTo>
                  <a:lnTo>
                    <a:pt x="1192082" y="1545387"/>
                  </a:lnTo>
                  <a:lnTo>
                    <a:pt x="1192637" y="1543134"/>
                  </a:lnTo>
                  <a:lnTo>
                    <a:pt x="1195163" y="1542602"/>
                  </a:lnTo>
                  <a:lnTo>
                    <a:pt x="1197141" y="1543492"/>
                  </a:lnTo>
                  <a:lnTo>
                    <a:pt x="1197545" y="1544093"/>
                  </a:lnTo>
                  <a:lnTo>
                    <a:pt x="1198191" y="1545402"/>
                  </a:lnTo>
                  <a:lnTo>
                    <a:pt x="1198617" y="1547000"/>
                  </a:lnTo>
                  <a:lnTo>
                    <a:pt x="1201014" y="1551314"/>
                  </a:lnTo>
                  <a:lnTo>
                    <a:pt x="1202414" y="1554737"/>
                  </a:lnTo>
                  <a:lnTo>
                    <a:pt x="1204316" y="1561783"/>
                  </a:lnTo>
                  <a:lnTo>
                    <a:pt x="1204324" y="1563122"/>
                  </a:lnTo>
                  <a:lnTo>
                    <a:pt x="1203814" y="1564545"/>
                  </a:lnTo>
                  <a:lnTo>
                    <a:pt x="1202764" y="1566051"/>
                  </a:lnTo>
                  <a:close/>
                  <a:moveTo>
                    <a:pt x="1197537" y="1582144"/>
                  </a:moveTo>
                  <a:lnTo>
                    <a:pt x="1198275" y="1582760"/>
                  </a:lnTo>
                  <a:lnTo>
                    <a:pt x="1199196" y="1582410"/>
                  </a:lnTo>
                  <a:lnTo>
                    <a:pt x="1200710" y="1579891"/>
                  </a:lnTo>
                  <a:lnTo>
                    <a:pt x="1204103" y="1572618"/>
                  </a:lnTo>
                  <a:lnTo>
                    <a:pt x="1205054" y="1571933"/>
                  </a:lnTo>
                  <a:lnTo>
                    <a:pt x="1206485" y="1572047"/>
                  </a:lnTo>
                  <a:lnTo>
                    <a:pt x="1211499" y="1576726"/>
                  </a:lnTo>
                  <a:lnTo>
                    <a:pt x="1213340" y="1579328"/>
                  </a:lnTo>
                  <a:lnTo>
                    <a:pt x="1214337" y="1582942"/>
                  </a:lnTo>
                  <a:lnTo>
                    <a:pt x="1215371" y="1584350"/>
                  </a:lnTo>
                  <a:lnTo>
                    <a:pt x="1219320" y="1586214"/>
                  </a:lnTo>
                  <a:lnTo>
                    <a:pt x="1223117" y="1586838"/>
                  </a:lnTo>
                  <a:lnTo>
                    <a:pt x="1228063" y="1588725"/>
                  </a:lnTo>
                  <a:lnTo>
                    <a:pt x="1229851" y="1590140"/>
                  </a:lnTo>
                  <a:lnTo>
                    <a:pt x="1233799" y="1597011"/>
                  </a:lnTo>
                  <a:lnTo>
                    <a:pt x="1234256" y="1597429"/>
                  </a:lnTo>
                  <a:lnTo>
                    <a:pt x="1238745" y="1600221"/>
                  </a:lnTo>
                  <a:lnTo>
                    <a:pt x="1245638" y="1606430"/>
                  </a:lnTo>
                  <a:lnTo>
                    <a:pt x="1247381" y="1607351"/>
                  </a:lnTo>
                  <a:lnTo>
                    <a:pt x="1254091" y="1609390"/>
                  </a:lnTo>
                  <a:lnTo>
                    <a:pt x="1256496" y="1610911"/>
                  </a:lnTo>
                  <a:lnTo>
                    <a:pt x="1258824" y="1613224"/>
                  </a:lnTo>
                  <a:lnTo>
                    <a:pt x="1261411" y="1617447"/>
                  </a:lnTo>
                  <a:lnTo>
                    <a:pt x="1264439" y="1624059"/>
                  </a:lnTo>
                  <a:lnTo>
                    <a:pt x="1266813" y="1634559"/>
                  </a:lnTo>
                  <a:lnTo>
                    <a:pt x="1266996" y="1636621"/>
                  </a:lnTo>
                  <a:lnTo>
                    <a:pt x="1266706" y="1637846"/>
                  </a:lnTo>
                  <a:lnTo>
                    <a:pt x="1265847" y="1639147"/>
                  </a:lnTo>
                  <a:lnTo>
                    <a:pt x="1261966" y="1643423"/>
                  </a:lnTo>
                  <a:lnTo>
                    <a:pt x="1262293" y="1644146"/>
                  </a:lnTo>
                  <a:lnTo>
                    <a:pt x="1265946" y="1643879"/>
                  </a:lnTo>
                  <a:lnTo>
                    <a:pt x="1274072" y="1641254"/>
                  </a:lnTo>
                  <a:lnTo>
                    <a:pt x="1279017" y="1643141"/>
                  </a:lnTo>
                  <a:lnTo>
                    <a:pt x="1280737" y="1643438"/>
                  </a:lnTo>
                  <a:lnTo>
                    <a:pt x="1281132" y="1643332"/>
                  </a:lnTo>
                  <a:lnTo>
                    <a:pt x="1282920" y="1640052"/>
                  </a:lnTo>
                  <a:lnTo>
                    <a:pt x="1284891" y="1640562"/>
                  </a:lnTo>
                  <a:lnTo>
                    <a:pt x="1287767" y="1643742"/>
                  </a:lnTo>
                  <a:lnTo>
                    <a:pt x="1289623" y="1646307"/>
                  </a:lnTo>
                  <a:lnTo>
                    <a:pt x="1290445" y="1648254"/>
                  </a:lnTo>
                  <a:lnTo>
                    <a:pt x="1290225" y="1649358"/>
                  </a:lnTo>
                  <a:lnTo>
                    <a:pt x="1288322" y="1649738"/>
                  </a:lnTo>
                  <a:lnTo>
                    <a:pt x="1292971" y="1651602"/>
                  </a:lnTo>
                  <a:lnTo>
                    <a:pt x="1297011" y="1654554"/>
                  </a:lnTo>
                  <a:lnTo>
                    <a:pt x="1296144" y="1656472"/>
                  </a:lnTo>
                  <a:lnTo>
                    <a:pt x="1291830" y="1660732"/>
                  </a:lnTo>
                  <a:lnTo>
                    <a:pt x="1287394" y="1664445"/>
                  </a:lnTo>
                  <a:lnTo>
                    <a:pt x="1282228" y="1670000"/>
                  </a:lnTo>
                  <a:lnTo>
                    <a:pt x="1280942" y="1670844"/>
                  </a:lnTo>
                  <a:lnTo>
                    <a:pt x="1280250" y="1670890"/>
                  </a:lnTo>
                  <a:lnTo>
                    <a:pt x="1277396" y="1669855"/>
                  </a:lnTo>
                  <a:lnTo>
                    <a:pt x="1273295" y="1667230"/>
                  </a:lnTo>
                  <a:lnTo>
                    <a:pt x="1260658" y="1661174"/>
                  </a:lnTo>
                  <a:lnTo>
                    <a:pt x="1256754" y="1659888"/>
                  </a:lnTo>
                  <a:lnTo>
                    <a:pt x="1251801" y="1659134"/>
                  </a:lnTo>
                  <a:lnTo>
                    <a:pt x="1251086" y="1657704"/>
                  </a:lnTo>
                  <a:lnTo>
                    <a:pt x="1249907" y="1648498"/>
                  </a:lnTo>
                  <a:lnTo>
                    <a:pt x="1247677" y="1646862"/>
                  </a:lnTo>
                  <a:lnTo>
                    <a:pt x="1240031" y="1644929"/>
                  </a:lnTo>
                  <a:lnTo>
                    <a:pt x="1237809" y="1643818"/>
                  </a:lnTo>
                  <a:lnTo>
                    <a:pt x="1237703" y="1641954"/>
                  </a:lnTo>
                  <a:lnTo>
                    <a:pt x="1238182" y="1638751"/>
                  </a:lnTo>
                  <a:lnTo>
                    <a:pt x="1237132" y="1637184"/>
                  </a:lnTo>
                  <a:lnTo>
                    <a:pt x="1234560" y="1637252"/>
                  </a:lnTo>
                  <a:lnTo>
                    <a:pt x="1232034" y="1637914"/>
                  </a:lnTo>
                  <a:lnTo>
                    <a:pt x="1227971" y="1640090"/>
                  </a:lnTo>
                  <a:lnTo>
                    <a:pt x="1226061" y="1642099"/>
                  </a:lnTo>
                  <a:lnTo>
                    <a:pt x="1225346" y="1644275"/>
                  </a:lnTo>
                  <a:lnTo>
                    <a:pt x="1224897" y="1648916"/>
                  </a:lnTo>
                  <a:lnTo>
                    <a:pt x="1224395" y="1651107"/>
                  </a:lnTo>
                  <a:lnTo>
                    <a:pt x="1222972" y="1653976"/>
                  </a:lnTo>
                  <a:lnTo>
                    <a:pt x="1216695" y="1661371"/>
                  </a:lnTo>
                  <a:lnTo>
                    <a:pt x="1214146" y="1663593"/>
                  </a:lnTo>
                  <a:lnTo>
                    <a:pt x="1211613" y="1664225"/>
                  </a:lnTo>
                  <a:lnTo>
                    <a:pt x="1210608" y="1664932"/>
                  </a:lnTo>
                  <a:lnTo>
                    <a:pt x="1208904" y="1667648"/>
                  </a:lnTo>
                  <a:lnTo>
                    <a:pt x="1206371" y="1674283"/>
                  </a:lnTo>
                  <a:lnTo>
                    <a:pt x="1205336" y="1676185"/>
                  </a:lnTo>
                  <a:lnTo>
                    <a:pt x="1203662" y="1678118"/>
                  </a:lnTo>
                  <a:lnTo>
                    <a:pt x="1200192" y="1681070"/>
                  </a:lnTo>
                  <a:lnTo>
                    <a:pt x="1196647" y="1683429"/>
                  </a:lnTo>
                  <a:lnTo>
                    <a:pt x="1190742" y="1686160"/>
                  </a:lnTo>
                  <a:lnTo>
                    <a:pt x="1187440" y="1687088"/>
                  </a:lnTo>
                  <a:lnTo>
                    <a:pt x="1185241" y="1686168"/>
                  </a:lnTo>
                  <a:lnTo>
                    <a:pt x="1183735" y="1679936"/>
                  </a:lnTo>
                  <a:lnTo>
                    <a:pt x="1180570" y="1661455"/>
                  </a:lnTo>
                  <a:lnTo>
                    <a:pt x="1180045" y="1660200"/>
                  </a:lnTo>
                  <a:lnTo>
                    <a:pt x="1179406" y="1659416"/>
                  </a:lnTo>
                  <a:lnTo>
                    <a:pt x="1178637" y="1659112"/>
                  </a:lnTo>
                  <a:lnTo>
                    <a:pt x="1168023" y="1661508"/>
                  </a:lnTo>
                  <a:lnTo>
                    <a:pt x="1162172" y="1661242"/>
                  </a:lnTo>
                  <a:lnTo>
                    <a:pt x="1156382" y="1665419"/>
                  </a:lnTo>
                  <a:lnTo>
                    <a:pt x="1154921" y="1665724"/>
                  </a:lnTo>
                  <a:lnTo>
                    <a:pt x="1151984" y="1665587"/>
                  </a:lnTo>
                  <a:lnTo>
                    <a:pt x="1149869" y="1664925"/>
                  </a:lnTo>
                  <a:lnTo>
                    <a:pt x="1149329" y="1664468"/>
                  </a:lnTo>
                  <a:lnTo>
                    <a:pt x="1148971" y="1662665"/>
                  </a:lnTo>
                  <a:lnTo>
                    <a:pt x="1149078" y="1660763"/>
                  </a:lnTo>
                  <a:lnTo>
                    <a:pt x="1149816" y="1658708"/>
                  </a:lnTo>
                  <a:lnTo>
                    <a:pt x="1152433" y="1653139"/>
                  </a:lnTo>
                  <a:lnTo>
                    <a:pt x="1154564" y="1649685"/>
                  </a:lnTo>
                  <a:lnTo>
                    <a:pt x="1155545" y="1648612"/>
                  </a:lnTo>
                  <a:lnTo>
                    <a:pt x="1165459" y="1642396"/>
                  </a:lnTo>
                  <a:lnTo>
                    <a:pt x="1167871" y="1640341"/>
                  </a:lnTo>
                  <a:lnTo>
                    <a:pt x="1169081" y="1638234"/>
                  </a:lnTo>
                  <a:lnTo>
                    <a:pt x="1169081" y="1636065"/>
                  </a:lnTo>
                  <a:lnTo>
                    <a:pt x="1168609" y="1633281"/>
                  </a:lnTo>
                  <a:lnTo>
                    <a:pt x="1166890" y="1626471"/>
                  </a:lnTo>
                  <a:lnTo>
                    <a:pt x="1166456" y="1620217"/>
                  </a:lnTo>
                  <a:lnTo>
                    <a:pt x="1166471" y="1617097"/>
                  </a:lnTo>
                  <a:lnTo>
                    <a:pt x="1167118" y="1612296"/>
                  </a:lnTo>
                  <a:lnTo>
                    <a:pt x="1169598" y="1600579"/>
                  </a:lnTo>
                  <a:lnTo>
                    <a:pt x="1170435" y="1594842"/>
                  </a:lnTo>
                  <a:lnTo>
                    <a:pt x="1172018" y="1574139"/>
                  </a:lnTo>
                  <a:lnTo>
                    <a:pt x="1172862" y="1568151"/>
                  </a:lnTo>
                  <a:lnTo>
                    <a:pt x="1174095" y="1562658"/>
                  </a:lnTo>
                  <a:lnTo>
                    <a:pt x="1175274" y="1559348"/>
                  </a:lnTo>
                  <a:lnTo>
                    <a:pt x="1178432" y="1552706"/>
                  </a:lnTo>
                  <a:lnTo>
                    <a:pt x="1180882" y="1550035"/>
                  </a:lnTo>
                  <a:lnTo>
                    <a:pt x="1183963" y="1548179"/>
                  </a:lnTo>
                  <a:lnTo>
                    <a:pt x="1184640" y="1548392"/>
                  </a:lnTo>
                  <a:lnTo>
                    <a:pt x="1185226" y="1549168"/>
                  </a:lnTo>
                  <a:lnTo>
                    <a:pt x="1186360" y="1551991"/>
                  </a:lnTo>
                  <a:lnTo>
                    <a:pt x="1190659" y="1554600"/>
                  </a:lnTo>
                  <a:lnTo>
                    <a:pt x="1192044" y="1557127"/>
                  </a:lnTo>
                  <a:lnTo>
                    <a:pt x="1193017" y="1559927"/>
                  </a:lnTo>
                  <a:lnTo>
                    <a:pt x="1193550" y="1563563"/>
                  </a:lnTo>
                  <a:lnTo>
                    <a:pt x="1193017" y="1565146"/>
                  </a:lnTo>
                  <a:lnTo>
                    <a:pt x="1190971" y="1567535"/>
                  </a:lnTo>
                  <a:lnTo>
                    <a:pt x="1190621" y="1568539"/>
                  </a:lnTo>
                  <a:lnTo>
                    <a:pt x="1190682" y="1569361"/>
                  </a:lnTo>
                  <a:lnTo>
                    <a:pt x="1194608" y="1573105"/>
                  </a:lnTo>
                  <a:lnTo>
                    <a:pt x="1197537" y="1582144"/>
                  </a:lnTo>
                  <a:close/>
                  <a:moveTo>
                    <a:pt x="1352934" y="1645325"/>
                  </a:moveTo>
                  <a:lnTo>
                    <a:pt x="1351397" y="1647570"/>
                  </a:lnTo>
                  <a:lnTo>
                    <a:pt x="1346809" y="1646778"/>
                  </a:lnTo>
                  <a:lnTo>
                    <a:pt x="1346185" y="1646093"/>
                  </a:lnTo>
                  <a:lnTo>
                    <a:pt x="1346018" y="1645272"/>
                  </a:lnTo>
                  <a:lnTo>
                    <a:pt x="1346756" y="1644207"/>
                  </a:lnTo>
                  <a:lnTo>
                    <a:pt x="1351466" y="1643195"/>
                  </a:lnTo>
                  <a:lnTo>
                    <a:pt x="1353467" y="1643118"/>
                  </a:lnTo>
                  <a:lnTo>
                    <a:pt x="1354486" y="1643453"/>
                  </a:lnTo>
                  <a:lnTo>
                    <a:pt x="1354608" y="1643857"/>
                  </a:lnTo>
                  <a:lnTo>
                    <a:pt x="1352934" y="1645325"/>
                  </a:lnTo>
                  <a:close/>
                  <a:moveTo>
                    <a:pt x="1373531" y="1674093"/>
                  </a:moveTo>
                  <a:lnTo>
                    <a:pt x="1371279" y="1674565"/>
                  </a:lnTo>
                  <a:lnTo>
                    <a:pt x="1368319" y="1673499"/>
                  </a:lnTo>
                  <a:lnTo>
                    <a:pt x="1365427" y="1671430"/>
                  </a:lnTo>
                  <a:lnTo>
                    <a:pt x="1358861" y="1664803"/>
                  </a:lnTo>
                  <a:lnTo>
                    <a:pt x="1363792" y="1660306"/>
                  </a:lnTo>
                  <a:lnTo>
                    <a:pt x="1371697" y="1665518"/>
                  </a:lnTo>
                  <a:lnTo>
                    <a:pt x="1374071" y="1668866"/>
                  </a:lnTo>
                  <a:lnTo>
                    <a:pt x="1373531" y="1674093"/>
                  </a:lnTo>
                  <a:close/>
                  <a:moveTo>
                    <a:pt x="1347928" y="1670441"/>
                  </a:moveTo>
                  <a:lnTo>
                    <a:pt x="1349731" y="1672480"/>
                  </a:lnTo>
                  <a:lnTo>
                    <a:pt x="1351618" y="1672335"/>
                  </a:lnTo>
                  <a:lnTo>
                    <a:pt x="1352660" y="1673994"/>
                  </a:lnTo>
                  <a:lnTo>
                    <a:pt x="1355148" y="1679168"/>
                  </a:lnTo>
                  <a:lnTo>
                    <a:pt x="1355384" y="1680028"/>
                  </a:lnTo>
                  <a:lnTo>
                    <a:pt x="1355270" y="1681701"/>
                  </a:lnTo>
                  <a:lnTo>
                    <a:pt x="1353961" y="1683840"/>
                  </a:lnTo>
                  <a:lnTo>
                    <a:pt x="1352600" y="1684966"/>
                  </a:lnTo>
                  <a:lnTo>
                    <a:pt x="1349746" y="1686617"/>
                  </a:lnTo>
                  <a:lnTo>
                    <a:pt x="1346520" y="1687332"/>
                  </a:lnTo>
                  <a:lnTo>
                    <a:pt x="1344770" y="1686175"/>
                  </a:lnTo>
                  <a:lnTo>
                    <a:pt x="1339825" y="1681405"/>
                  </a:lnTo>
                  <a:lnTo>
                    <a:pt x="1335282" y="1675805"/>
                  </a:lnTo>
                  <a:lnTo>
                    <a:pt x="1333829" y="1672670"/>
                  </a:lnTo>
                  <a:lnTo>
                    <a:pt x="1334461" y="1671369"/>
                  </a:lnTo>
                  <a:lnTo>
                    <a:pt x="1336386" y="1670464"/>
                  </a:lnTo>
                  <a:lnTo>
                    <a:pt x="1340281" y="1669528"/>
                  </a:lnTo>
                  <a:lnTo>
                    <a:pt x="1346710" y="1670038"/>
                  </a:lnTo>
                  <a:lnTo>
                    <a:pt x="1347928" y="1670441"/>
                  </a:lnTo>
                  <a:close/>
                  <a:moveTo>
                    <a:pt x="1259866" y="1694872"/>
                  </a:moveTo>
                  <a:lnTo>
                    <a:pt x="1260718" y="1696181"/>
                  </a:lnTo>
                  <a:lnTo>
                    <a:pt x="1260977" y="1698159"/>
                  </a:lnTo>
                  <a:lnTo>
                    <a:pt x="1260642" y="1700791"/>
                  </a:lnTo>
                  <a:lnTo>
                    <a:pt x="1260095" y="1703188"/>
                  </a:lnTo>
                  <a:lnTo>
                    <a:pt x="1259334" y="1705341"/>
                  </a:lnTo>
                  <a:lnTo>
                    <a:pt x="1257454" y="1708963"/>
                  </a:lnTo>
                  <a:lnTo>
                    <a:pt x="1251596" y="1715133"/>
                  </a:lnTo>
                  <a:lnTo>
                    <a:pt x="1249397" y="1718474"/>
                  </a:lnTo>
                  <a:lnTo>
                    <a:pt x="1247746" y="1720475"/>
                  </a:lnTo>
                  <a:lnTo>
                    <a:pt x="1238189" y="1729346"/>
                  </a:lnTo>
                  <a:lnTo>
                    <a:pt x="1237003" y="1729780"/>
                  </a:lnTo>
                  <a:lnTo>
                    <a:pt x="1235755" y="1729613"/>
                  </a:lnTo>
                  <a:lnTo>
                    <a:pt x="1233137" y="1728296"/>
                  </a:lnTo>
                  <a:lnTo>
                    <a:pt x="1230482" y="1728060"/>
                  </a:lnTo>
                  <a:lnTo>
                    <a:pt x="1223604" y="1731621"/>
                  </a:lnTo>
                  <a:lnTo>
                    <a:pt x="1223269" y="1731013"/>
                  </a:lnTo>
                  <a:lnTo>
                    <a:pt x="1222965" y="1727185"/>
                  </a:lnTo>
                  <a:lnTo>
                    <a:pt x="1222272" y="1725063"/>
                  </a:lnTo>
                  <a:lnTo>
                    <a:pt x="1219237" y="1720520"/>
                  </a:lnTo>
                  <a:lnTo>
                    <a:pt x="1219039" y="1719455"/>
                  </a:lnTo>
                  <a:lnTo>
                    <a:pt x="1219077" y="1718131"/>
                  </a:lnTo>
                  <a:lnTo>
                    <a:pt x="1219320" y="1717104"/>
                  </a:lnTo>
                  <a:lnTo>
                    <a:pt x="1222744" y="1712836"/>
                  </a:lnTo>
                  <a:lnTo>
                    <a:pt x="1230490" y="1697185"/>
                  </a:lnTo>
                  <a:lnTo>
                    <a:pt x="1232346" y="1696409"/>
                  </a:lnTo>
                  <a:lnTo>
                    <a:pt x="1236158" y="1698159"/>
                  </a:lnTo>
                  <a:lnTo>
                    <a:pt x="1237969" y="1698722"/>
                  </a:lnTo>
                  <a:lnTo>
                    <a:pt x="1239262" y="1698638"/>
                  </a:lnTo>
                  <a:lnTo>
                    <a:pt x="1244801" y="1695328"/>
                  </a:lnTo>
                  <a:lnTo>
                    <a:pt x="1250066" y="1695724"/>
                  </a:lnTo>
                  <a:lnTo>
                    <a:pt x="1254867" y="1693784"/>
                  </a:lnTo>
                  <a:lnTo>
                    <a:pt x="1257120" y="1693776"/>
                  </a:lnTo>
                  <a:lnTo>
                    <a:pt x="1258862" y="1694111"/>
                  </a:lnTo>
                  <a:lnTo>
                    <a:pt x="1259866" y="1694872"/>
                  </a:lnTo>
                  <a:close/>
                  <a:moveTo>
                    <a:pt x="1508918" y="1713756"/>
                  </a:moveTo>
                  <a:lnTo>
                    <a:pt x="1507441" y="1713939"/>
                  </a:lnTo>
                  <a:lnTo>
                    <a:pt x="1504558" y="1713589"/>
                  </a:lnTo>
                  <a:lnTo>
                    <a:pt x="1501461" y="1712630"/>
                  </a:lnTo>
                  <a:lnTo>
                    <a:pt x="1499764" y="1711535"/>
                  </a:lnTo>
                  <a:lnTo>
                    <a:pt x="1498235" y="1709153"/>
                  </a:lnTo>
                  <a:lnTo>
                    <a:pt x="1497938" y="1706543"/>
                  </a:lnTo>
                  <a:lnTo>
                    <a:pt x="1495062" y="1702655"/>
                  </a:lnTo>
                  <a:lnTo>
                    <a:pt x="1491844" y="1701347"/>
                  </a:lnTo>
                  <a:lnTo>
                    <a:pt x="1490071" y="1698638"/>
                  </a:lnTo>
                  <a:lnTo>
                    <a:pt x="1491890" y="1698448"/>
                  </a:lnTo>
                  <a:lnTo>
                    <a:pt x="1494476" y="1699041"/>
                  </a:lnTo>
                  <a:lnTo>
                    <a:pt x="1498304" y="1700221"/>
                  </a:lnTo>
                  <a:lnTo>
                    <a:pt x="1501727" y="1701765"/>
                  </a:lnTo>
                  <a:lnTo>
                    <a:pt x="1506673" y="1705181"/>
                  </a:lnTo>
                  <a:lnTo>
                    <a:pt x="1508286" y="1708339"/>
                  </a:lnTo>
                  <a:lnTo>
                    <a:pt x="1509891" y="1710652"/>
                  </a:lnTo>
                  <a:lnTo>
                    <a:pt x="1510379" y="1712402"/>
                  </a:lnTo>
                  <a:lnTo>
                    <a:pt x="1509952" y="1713170"/>
                  </a:lnTo>
                  <a:lnTo>
                    <a:pt x="1508918" y="1713756"/>
                  </a:lnTo>
                  <a:close/>
                  <a:moveTo>
                    <a:pt x="1430694" y="1710530"/>
                  </a:moveTo>
                  <a:lnTo>
                    <a:pt x="1429560" y="1710934"/>
                  </a:lnTo>
                  <a:lnTo>
                    <a:pt x="1425292" y="1710363"/>
                  </a:lnTo>
                  <a:lnTo>
                    <a:pt x="1420042" y="1708187"/>
                  </a:lnTo>
                  <a:lnTo>
                    <a:pt x="1417333" y="1706140"/>
                  </a:lnTo>
                  <a:lnTo>
                    <a:pt x="1417470" y="1705509"/>
                  </a:lnTo>
                  <a:lnTo>
                    <a:pt x="1418665" y="1705181"/>
                  </a:lnTo>
                  <a:lnTo>
                    <a:pt x="1420019" y="1705501"/>
                  </a:lnTo>
                  <a:lnTo>
                    <a:pt x="1422286" y="1706932"/>
                  </a:lnTo>
                  <a:lnTo>
                    <a:pt x="1428389" y="1707654"/>
                  </a:lnTo>
                  <a:lnTo>
                    <a:pt x="1430352" y="1708476"/>
                  </a:lnTo>
                  <a:lnTo>
                    <a:pt x="1430968" y="1709709"/>
                  </a:lnTo>
                  <a:lnTo>
                    <a:pt x="1430694" y="1710530"/>
                  </a:lnTo>
                  <a:close/>
                  <a:moveTo>
                    <a:pt x="1626645" y="1713292"/>
                  </a:moveTo>
                  <a:lnTo>
                    <a:pt x="1630746" y="1713787"/>
                  </a:lnTo>
                  <a:lnTo>
                    <a:pt x="1633234" y="1713612"/>
                  </a:lnTo>
                  <a:lnTo>
                    <a:pt x="1634307" y="1714342"/>
                  </a:lnTo>
                  <a:lnTo>
                    <a:pt x="1635311" y="1716587"/>
                  </a:lnTo>
                  <a:lnTo>
                    <a:pt x="1634025" y="1719790"/>
                  </a:lnTo>
                  <a:lnTo>
                    <a:pt x="1632572" y="1721015"/>
                  </a:lnTo>
                  <a:lnTo>
                    <a:pt x="1630198" y="1721373"/>
                  </a:lnTo>
                  <a:lnTo>
                    <a:pt x="1626356" y="1720330"/>
                  </a:lnTo>
                  <a:lnTo>
                    <a:pt x="1624994" y="1719645"/>
                  </a:lnTo>
                  <a:lnTo>
                    <a:pt x="1623815" y="1717926"/>
                  </a:lnTo>
                  <a:lnTo>
                    <a:pt x="1624362" y="1716693"/>
                  </a:lnTo>
                  <a:lnTo>
                    <a:pt x="1626265" y="1716267"/>
                  </a:lnTo>
                  <a:lnTo>
                    <a:pt x="1626584" y="1715773"/>
                  </a:lnTo>
                  <a:lnTo>
                    <a:pt x="1626097" y="1714822"/>
                  </a:lnTo>
                  <a:lnTo>
                    <a:pt x="1626120" y="1713992"/>
                  </a:lnTo>
                  <a:lnTo>
                    <a:pt x="1626645" y="1713292"/>
                  </a:lnTo>
                  <a:close/>
                  <a:moveTo>
                    <a:pt x="1312297" y="1720079"/>
                  </a:moveTo>
                  <a:lnTo>
                    <a:pt x="1313986" y="1721334"/>
                  </a:lnTo>
                  <a:lnTo>
                    <a:pt x="1316763" y="1725504"/>
                  </a:lnTo>
                  <a:lnTo>
                    <a:pt x="1317821" y="1727611"/>
                  </a:lnTo>
                  <a:lnTo>
                    <a:pt x="1318133" y="1730434"/>
                  </a:lnTo>
                  <a:lnTo>
                    <a:pt x="1317395" y="1734201"/>
                  </a:lnTo>
                  <a:lnTo>
                    <a:pt x="1317022" y="1737723"/>
                  </a:lnTo>
                  <a:lnTo>
                    <a:pt x="1315987" y="1740371"/>
                  </a:lnTo>
                  <a:lnTo>
                    <a:pt x="1314070" y="1743711"/>
                  </a:lnTo>
                  <a:lnTo>
                    <a:pt x="1312365" y="1747599"/>
                  </a:lnTo>
                  <a:lnTo>
                    <a:pt x="1310882" y="1752035"/>
                  </a:lnTo>
                  <a:lnTo>
                    <a:pt x="1309657" y="1754964"/>
                  </a:lnTo>
                  <a:lnTo>
                    <a:pt x="1308683" y="1756395"/>
                  </a:lnTo>
                  <a:lnTo>
                    <a:pt x="1307633" y="1757140"/>
                  </a:lnTo>
                  <a:lnTo>
                    <a:pt x="1306507" y="1757194"/>
                  </a:lnTo>
                  <a:lnTo>
                    <a:pt x="1304795" y="1755603"/>
                  </a:lnTo>
                  <a:lnTo>
                    <a:pt x="1302490" y="1752347"/>
                  </a:lnTo>
                  <a:lnTo>
                    <a:pt x="1300610" y="1750354"/>
                  </a:lnTo>
                  <a:lnTo>
                    <a:pt x="1298198" y="1748984"/>
                  </a:lnTo>
                  <a:lnTo>
                    <a:pt x="1296912" y="1747135"/>
                  </a:lnTo>
                  <a:lnTo>
                    <a:pt x="1296677" y="1745309"/>
                  </a:lnTo>
                  <a:lnTo>
                    <a:pt x="1296593" y="1739374"/>
                  </a:lnTo>
                  <a:lnTo>
                    <a:pt x="1296699" y="1736415"/>
                  </a:lnTo>
                  <a:lnTo>
                    <a:pt x="1297019" y="1733934"/>
                  </a:lnTo>
                  <a:lnTo>
                    <a:pt x="1297559" y="1731941"/>
                  </a:lnTo>
                  <a:lnTo>
                    <a:pt x="1298761" y="1729194"/>
                  </a:lnTo>
                  <a:lnTo>
                    <a:pt x="1302109" y="1723229"/>
                  </a:lnTo>
                  <a:lnTo>
                    <a:pt x="1304133" y="1720939"/>
                  </a:lnTo>
                  <a:lnTo>
                    <a:pt x="1305388" y="1720406"/>
                  </a:lnTo>
                  <a:lnTo>
                    <a:pt x="1308713" y="1720840"/>
                  </a:lnTo>
                  <a:lnTo>
                    <a:pt x="1310060" y="1720688"/>
                  </a:lnTo>
                  <a:lnTo>
                    <a:pt x="1311171" y="1720003"/>
                  </a:lnTo>
                  <a:lnTo>
                    <a:pt x="1312297" y="1720079"/>
                  </a:lnTo>
                  <a:close/>
                  <a:moveTo>
                    <a:pt x="1622232" y="1744388"/>
                  </a:moveTo>
                  <a:lnTo>
                    <a:pt x="1622711" y="1744784"/>
                  </a:lnTo>
                  <a:lnTo>
                    <a:pt x="1623290" y="1744312"/>
                  </a:lnTo>
                  <a:lnTo>
                    <a:pt x="1623731" y="1744716"/>
                  </a:lnTo>
                  <a:lnTo>
                    <a:pt x="1624028" y="1745994"/>
                  </a:lnTo>
                  <a:lnTo>
                    <a:pt x="1624514" y="1746876"/>
                  </a:lnTo>
                  <a:lnTo>
                    <a:pt x="1625762" y="1748033"/>
                  </a:lnTo>
                  <a:lnTo>
                    <a:pt x="1626181" y="1748855"/>
                  </a:lnTo>
                  <a:lnTo>
                    <a:pt x="1626151" y="1749684"/>
                  </a:lnTo>
                  <a:lnTo>
                    <a:pt x="1625093" y="1750955"/>
                  </a:lnTo>
                  <a:lnTo>
                    <a:pt x="1624431" y="1750985"/>
                  </a:lnTo>
                  <a:lnTo>
                    <a:pt x="1619341" y="1748048"/>
                  </a:lnTo>
                  <a:lnTo>
                    <a:pt x="1617971" y="1745050"/>
                  </a:lnTo>
                  <a:lnTo>
                    <a:pt x="1617857" y="1743529"/>
                  </a:lnTo>
                  <a:lnTo>
                    <a:pt x="1618390" y="1742136"/>
                  </a:lnTo>
                  <a:lnTo>
                    <a:pt x="1619173" y="1741467"/>
                  </a:lnTo>
                  <a:lnTo>
                    <a:pt x="1620208" y="1741512"/>
                  </a:lnTo>
                  <a:lnTo>
                    <a:pt x="1621433" y="1742250"/>
                  </a:lnTo>
                  <a:lnTo>
                    <a:pt x="1622232" y="1744388"/>
                  </a:lnTo>
                  <a:close/>
                  <a:moveTo>
                    <a:pt x="1024054" y="1745971"/>
                  </a:moveTo>
                  <a:lnTo>
                    <a:pt x="1023179" y="1746077"/>
                  </a:lnTo>
                  <a:lnTo>
                    <a:pt x="1021224" y="1743772"/>
                  </a:lnTo>
                  <a:lnTo>
                    <a:pt x="1020790" y="1742600"/>
                  </a:lnTo>
                  <a:lnTo>
                    <a:pt x="1023369" y="1741855"/>
                  </a:lnTo>
                  <a:lnTo>
                    <a:pt x="1025134" y="1743909"/>
                  </a:lnTo>
                  <a:lnTo>
                    <a:pt x="1024982" y="1744913"/>
                  </a:lnTo>
                  <a:lnTo>
                    <a:pt x="1024054" y="1745971"/>
                  </a:lnTo>
                  <a:close/>
                  <a:moveTo>
                    <a:pt x="1626462" y="1767404"/>
                  </a:moveTo>
                  <a:lnTo>
                    <a:pt x="1625945" y="1767922"/>
                  </a:lnTo>
                  <a:lnTo>
                    <a:pt x="1625458" y="1767800"/>
                  </a:lnTo>
                  <a:lnTo>
                    <a:pt x="1623868" y="1765426"/>
                  </a:lnTo>
                  <a:lnTo>
                    <a:pt x="1621730" y="1764467"/>
                  </a:lnTo>
                  <a:lnTo>
                    <a:pt x="1620938" y="1763532"/>
                  </a:lnTo>
                  <a:lnTo>
                    <a:pt x="1614479" y="1758616"/>
                  </a:lnTo>
                  <a:lnTo>
                    <a:pt x="1613779" y="1756463"/>
                  </a:lnTo>
                  <a:lnTo>
                    <a:pt x="1613665" y="1754736"/>
                  </a:lnTo>
                  <a:lnTo>
                    <a:pt x="1615810" y="1753892"/>
                  </a:lnTo>
                  <a:lnTo>
                    <a:pt x="1620117" y="1753108"/>
                  </a:lnTo>
                  <a:lnTo>
                    <a:pt x="1623860" y="1753131"/>
                  </a:lnTo>
                  <a:lnTo>
                    <a:pt x="1627375" y="1754158"/>
                  </a:lnTo>
                  <a:lnTo>
                    <a:pt x="1628091" y="1755261"/>
                  </a:lnTo>
                  <a:lnTo>
                    <a:pt x="1629939" y="1757262"/>
                  </a:lnTo>
                  <a:lnTo>
                    <a:pt x="1629483" y="1759666"/>
                  </a:lnTo>
                  <a:lnTo>
                    <a:pt x="1629369" y="1762695"/>
                  </a:lnTo>
                  <a:lnTo>
                    <a:pt x="1628600" y="1764171"/>
                  </a:lnTo>
                  <a:lnTo>
                    <a:pt x="1627421" y="1765289"/>
                  </a:lnTo>
                  <a:lnTo>
                    <a:pt x="1626462" y="1767404"/>
                  </a:lnTo>
                  <a:close/>
                  <a:moveTo>
                    <a:pt x="1333943" y="1795480"/>
                  </a:moveTo>
                  <a:lnTo>
                    <a:pt x="1331014" y="1795990"/>
                  </a:lnTo>
                  <a:lnTo>
                    <a:pt x="1331006" y="1795358"/>
                  </a:lnTo>
                  <a:lnTo>
                    <a:pt x="1332231" y="1793570"/>
                  </a:lnTo>
                  <a:lnTo>
                    <a:pt x="1336766" y="1792003"/>
                  </a:lnTo>
                  <a:lnTo>
                    <a:pt x="1340137" y="1791539"/>
                  </a:lnTo>
                  <a:lnTo>
                    <a:pt x="1339345" y="1793060"/>
                  </a:lnTo>
                  <a:lnTo>
                    <a:pt x="1337344" y="1794263"/>
                  </a:lnTo>
                  <a:lnTo>
                    <a:pt x="1333943" y="1795480"/>
                  </a:lnTo>
                  <a:close/>
                  <a:moveTo>
                    <a:pt x="1553831" y="1816578"/>
                  </a:moveTo>
                  <a:lnTo>
                    <a:pt x="1551906" y="1816921"/>
                  </a:lnTo>
                  <a:lnTo>
                    <a:pt x="1551031" y="1816008"/>
                  </a:lnTo>
                  <a:lnTo>
                    <a:pt x="1550978" y="1813398"/>
                  </a:lnTo>
                  <a:lnTo>
                    <a:pt x="1551609" y="1811420"/>
                  </a:lnTo>
                  <a:lnTo>
                    <a:pt x="1553823" y="1807319"/>
                  </a:lnTo>
                  <a:lnTo>
                    <a:pt x="1555809" y="1802716"/>
                  </a:lnTo>
                  <a:lnTo>
                    <a:pt x="1556966" y="1801597"/>
                  </a:lnTo>
                  <a:lnTo>
                    <a:pt x="1559302" y="1802358"/>
                  </a:lnTo>
                  <a:lnTo>
                    <a:pt x="1560663" y="1803682"/>
                  </a:lnTo>
                  <a:lnTo>
                    <a:pt x="1562086" y="1805896"/>
                  </a:lnTo>
                  <a:lnTo>
                    <a:pt x="1562703" y="1807593"/>
                  </a:lnTo>
                  <a:lnTo>
                    <a:pt x="1562162" y="1810096"/>
                  </a:lnTo>
                  <a:lnTo>
                    <a:pt x="1560496" y="1812325"/>
                  </a:lnTo>
                  <a:lnTo>
                    <a:pt x="1558571" y="1813847"/>
                  </a:lnTo>
                  <a:lnTo>
                    <a:pt x="1553831" y="1816578"/>
                  </a:lnTo>
                  <a:close/>
                  <a:moveTo>
                    <a:pt x="1635547" y="1811154"/>
                  </a:moveTo>
                  <a:lnTo>
                    <a:pt x="1634801" y="1814136"/>
                  </a:lnTo>
                  <a:lnTo>
                    <a:pt x="1632321" y="1813040"/>
                  </a:lnTo>
                  <a:lnTo>
                    <a:pt x="1628479" y="1810788"/>
                  </a:lnTo>
                  <a:lnTo>
                    <a:pt x="1626965" y="1809289"/>
                  </a:lnTo>
                  <a:lnTo>
                    <a:pt x="1626432" y="1807646"/>
                  </a:lnTo>
                  <a:lnTo>
                    <a:pt x="1626379" y="1805371"/>
                  </a:lnTo>
                  <a:lnTo>
                    <a:pt x="1627528" y="1804998"/>
                  </a:lnTo>
                  <a:lnTo>
                    <a:pt x="1630434" y="1804785"/>
                  </a:lnTo>
                  <a:lnTo>
                    <a:pt x="1632861" y="1807950"/>
                  </a:lnTo>
                  <a:lnTo>
                    <a:pt x="1633561" y="1808437"/>
                  </a:lnTo>
                  <a:lnTo>
                    <a:pt x="1635547" y="1811154"/>
                  </a:lnTo>
                  <a:close/>
                  <a:moveTo>
                    <a:pt x="1301211" y="1836627"/>
                  </a:moveTo>
                  <a:lnTo>
                    <a:pt x="1299012" y="1836924"/>
                  </a:lnTo>
                  <a:lnTo>
                    <a:pt x="1299971" y="1834405"/>
                  </a:lnTo>
                  <a:lnTo>
                    <a:pt x="1300793" y="1833188"/>
                  </a:lnTo>
                  <a:lnTo>
                    <a:pt x="1301698" y="1832412"/>
                  </a:lnTo>
                  <a:lnTo>
                    <a:pt x="1303524" y="1832123"/>
                  </a:lnTo>
                  <a:lnTo>
                    <a:pt x="1304742" y="1833135"/>
                  </a:lnTo>
                  <a:lnTo>
                    <a:pt x="1303654" y="1834968"/>
                  </a:lnTo>
                  <a:lnTo>
                    <a:pt x="1301211" y="1836627"/>
                  </a:lnTo>
                  <a:close/>
                  <a:moveTo>
                    <a:pt x="1296494" y="1842828"/>
                  </a:moveTo>
                  <a:lnTo>
                    <a:pt x="1295809" y="1842957"/>
                  </a:lnTo>
                  <a:lnTo>
                    <a:pt x="1295649" y="1842447"/>
                  </a:lnTo>
                  <a:lnTo>
                    <a:pt x="1296197" y="1840720"/>
                  </a:lnTo>
                  <a:lnTo>
                    <a:pt x="1297103" y="1840515"/>
                  </a:lnTo>
                  <a:lnTo>
                    <a:pt x="1298099" y="1838590"/>
                  </a:lnTo>
                  <a:lnTo>
                    <a:pt x="1299012" y="1839260"/>
                  </a:lnTo>
                  <a:lnTo>
                    <a:pt x="1298678" y="1840332"/>
                  </a:lnTo>
                  <a:lnTo>
                    <a:pt x="1297445" y="1841961"/>
                  </a:lnTo>
                  <a:lnTo>
                    <a:pt x="1296494" y="1842828"/>
                  </a:lnTo>
                  <a:close/>
                  <a:moveTo>
                    <a:pt x="1534056" y="1867229"/>
                  </a:moveTo>
                  <a:lnTo>
                    <a:pt x="1532763" y="1870234"/>
                  </a:lnTo>
                  <a:lnTo>
                    <a:pt x="1531036" y="1869861"/>
                  </a:lnTo>
                  <a:lnTo>
                    <a:pt x="1530412" y="1870485"/>
                  </a:lnTo>
                  <a:lnTo>
                    <a:pt x="1529940" y="1870515"/>
                  </a:lnTo>
                  <a:lnTo>
                    <a:pt x="1530724" y="1867693"/>
                  </a:lnTo>
                  <a:lnTo>
                    <a:pt x="1530830" y="1865790"/>
                  </a:lnTo>
                  <a:lnTo>
                    <a:pt x="1530435" y="1863866"/>
                  </a:lnTo>
                  <a:lnTo>
                    <a:pt x="1531005" y="1862884"/>
                  </a:lnTo>
                  <a:lnTo>
                    <a:pt x="1533311" y="1862831"/>
                  </a:lnTo>
                  <a:lnTo>
                    <a:pt x="1533334" y="1865045"/>
                  </a:lnTo>
                  <a:lnTo>
                    <a:pt x="1533615" y="1865874"/>
                  </a:lnTo>
                  <a:lnTo>
                    <a:pt x="1534155" y="1866255"/>
                  </a:lnTo>
                  <a:lnTo>
                    <a:pt x="1534056" y="1867229"/>
                  </a:lnTo>
                  <a:close/>
                  <a:moveTo>
                    <a:pt x="1308637" y="1929048"/>
                  </a:moveTo>
                  <a:lnTo>
                    <a:pt x="1308303" y="1929368"/>
                  </a:lnTo>
                  <a:lnTo>
                    <a:pt x="1307382" y="1929086"/>
                  </a:lnTo>
                  <a:lnTo>
                    <a:pt x="1307024" y="1931696"/>
                  </a:lnTo>
                  <a:lnTo>
                    <a:pt x="1306674" y="1931939"/>
                  </a:lnTo>
                  <a:lnTo>
                    <a:pt x="1306043" y="1930334"/>
                  </a:lnTo>
                  <a:lnTo>
                    <a:pt x="1306522" y="1928957"/>
                  </a:lnTo>
                  <a:lnTo>
                    <a:pt x="1306454" y="1928006"/>
                  </a:lnTo>
                  <a:lnTo>
                    <a:pt x="1306629" y="1927306"/>
                  </a:lnTo>
                  <a:lnTo>
                    <a:pt x="1307549" y="1925738"/>
                  </a:lnTo>
                  <a:lnTo>
                    <a:pt x="1308089" y="1925373"/>
                  </a:lnTo>
                  <a:lnTo>
                    <a:pt x="1308432" y="1925510"/>
                  </a:lnTo>
                  <a:lnTo>
                    <a:pt x="1308713" y="1927481"/>
                  </a:lnTo>
                  <a:lnTo>
                    <a:pt x="1308637" y="1929048"/>
                  </a:lnTo>
                  <a:close/>
                  <a:moveTo>
                    <a:pt x="1692421" y="1927496"/>
                  </a:moveTo>
                  <a:lnTo>
                    <a:pt x="1694217" y="1928668"/>
                  </a:lnTo>
                  <a:lnTo>
                    <a:pt x="1694688" y="1932982"/>
                  </a:lnTo>
                  <a:lnTo>
                    <a:pt x="1691318" y="1932731"/>
                  </a:lnTo>
                  <a:lnTo>
                    <a:pt x="1687468" y="1929839"/>
                  </a:lnTo>
                  <a:lnTo>
                    <a:pt x="1686707" y="1927732"/>
                  </a:lnTo>
                  <a:lnTo>
                    <a:pt x="1686791" y="1927367"/>
                  </a:lnTo>
                  <a:lnTo>
                    <a:pt x="1687300" y="1927001"/>
                  </a:lnTo>
                  <a:lnTo>
                    <a:pt x="1688274" y="1927504"/>
                  </a:lnTo>
                  <a:lnTo>
                    <a:pt x="1689225" y="1926743"/>
                  </a:lnTo>
                  <a:lnTo>
                    <a:pt x="1690176" y="1926499"/>
                  </a:lnTo>
                  <a:lnTo>
                    <a:pt x="1692421" y="1927496"/>
                  </a:lnTo>
                  <a:close/>
                  <a:moveTo>
                    <a:pt x="1305426" y="1958151"/>
                  </a:moveTo>
                  <a:lnTo>
                    <a:pt x="1304841" y="1958828"/>
                  </a:lnTo>
                  <a:lnTo>
                    <a:pt x="1303791" y="1958060"/>
                  </a:lnTo>
                  <a:lnTo>
                    <a:pt x="1303745" y="1956104"/>
                  </a:lnTo>
                  <a:lnTo>
                    <a:pt x="1304757" y="1954613"/>
                  </a:lnTo>
                  <a:lnTo>
                    <a:pt x="1305556" y="1954681"/>
                  </a:lnTo>
                  <a:lnTo>
                    <a:pt x="1306279" y="1955473"/>
                  </a:lnTo>
                  <a:lnTo>
                    <a:pt x="1306104" y="1956530"/>
                  </a:lnTo>
                  <a:lnTo>
                    <a:pt x="1305426" y="1958151"/>
                  </a:lnTo>
                  <a:close/>
                  <a:moveTo>
                    <a:pt x="1312875" y="1962731"/>
                  </a:moveTo>
                  <a:lnTo>
                    <a:pt x="1312122" y="1963226"/>
                  </a:lnTo>
                  <a:lnTo>
                    <a:pt x="1311612" y="1963188"/>
                  </a:lnTo>
                  <a:lnTo>
                    <a:pt x="1312183" y="1959749"/>
                  </a:lnTo>
                  <a:lnTo>
                    <a:pt x="1311521" y="1958524"/>
                  </a:lnTo>
                  <a:lnTo>
                    <a:pt x="1311483" y="1957900"/>
                  </a:lnTo>
                  <a:lnTo>
                    <a:pt x="1311772" y="1957329"/>
                  </a:lnTo>
                  <a:lnTo>
                    <a:pt x="1312137" y="1957207"/>
                  </a:lnTo>
                  <a:lnTo>
                    <a:pt x="1313027" y="1958273"/>
                  </a:lnTo>
                  <a:lnTo>
                    <a:pt x="1313461" y="1959384"/>
                  </a:lnTo>
                  <a:lnTo>
                    <a:pt x="1313651" y="1960487"/>
                  </a:lnTo>
                  <a:lnTo>
                    <a:pt x="1313598" y="1961575"/>
                  </a:lnTo>
                  <a:lnTo>
                    <a:pt x="1313347" y="1962320"/>
                  </a:lnTo>
                  <a:lnTo>
                    <a:pt x="1312875" y="1962731"/>
                  </a:lnTo>
                  <a:close/>
                  <a:moveTo>
                    <a:pt x="1325315" y="1977796"/>
                  </a:moveTo>
                  <a:lnTo>
                    <a:pt x="1323558" y="1981669"/>
                  </a:lnTo>
                  <a:lnTo>
                    <a:pt x="1322150" y="1985382"/>
                  </a:lnTo>
                  <a:lnTo>
                    <a:pt x="1320195" y="1992344"/>
                  </a:lnTo>
                  <a:lnTo>
                    <a:pt x="1319076" y="1992595"/>
                  </a:lnTo>
                  <a:lnTo>
                    <a:pt x="1318102" y="1990921"/>
                  </a:lnTo>
                  <a:lnTo>
                    <a:pt x="1320910" y="1982765"/>
                  </a:lnTo>
                  <a:lnTo>
                    <a:pt x="1321039" y="1981851"/>
                  </a:lnTo>
                  <a:lnTo>
                    <a:pt x="1320910" y="1981068"/>
                  </a:lnTo>
                  <a:lnTo>
                    <a:pt x="1320058" y="1979858"/>
                  </a:lnTo>
                  <a:lnTo>
                    <a:pt x="1319213" y="1981251"/>
                  </a:lnTo>
                  <a:lnTo>
                    <a:pt x="1315249" y="1990449"/>
                  </a:lnTo>
                  <a:lnTo>
                    <a:pt x="1314222" y="1991918"/>
                  </a:lnTo>
                  <a:lnTo>
                    <a:pt x="1313377" y="1992732"/>
                  </a:lnTo>
                  <a:lnTo>
                    <a:pt x="1312700" y="1992892"/>
                  </a:lnTo>
                  <a:lnTo>
                    <a:pt x="1311011" y="1992701"/>
                  </a:lnTo>
                  <a:lnTo>
                    <a:pt x="1307618" y="1995319"/>
                  </a:lnTo>
                  <a:lnTo>
                    <a:pt x="1313324" y="1984416"/>
                  </a:lnTo>
                  <a:lnTo>
                    <a:pt x="1313385" y="1983586"/>
                  </a:lnTo>
                  <a:lnTo>
                    <a:pt x="1312320" y="1983076"/>
                  </a:lnTo>
                  <a:lnTo>
                    <a:pt x="1311894" y="1983358"/>
                  </a:lnTo>
                  <a:lnTo>
                    <a:pt x="1307268" y="1990236"/>
                  </a:lnTo>
                  <a:lnTo>
                    <a:pt x="1304628" y="1992876"/>
                  </a:lnTo>
                  <a:lnTo>
                    <a:pt x="1302862" y="1992078"/>
                  </a:lnTo>
                  <a:lnTo>
                    <a:pt x="1302413" y="1991355"/>
                  </a:lnTo>
                  <a:lnTo>
                    <a:pt x="1302573" y="1990556"/>
                  </a:lnTo>
                  <a:lnTo>
                    <a:pt x="1307070" y="1983609"/>
                  </a:lnTo>
                  <a:lnTo>
                    <a:pt x="1311209" y="1978618"/>
                  </a:lnTo>
                  <a:lnTo>
                    <a:pt x="1312944" y="1975468"/>
                  </a:lnTo>
                  <a:lnTo>
                    <a:pt x="1313644" y="1972493"/>
                  </a:lnTo>
                  <a:lnTo>
                    <a:pt x="1313956" y="1970309"/>
                  </a:lnTo>
                  <a:lnTo>
                    <a:pt x="1313933" y="1967913"/>
                  </a:lnTo>
                  <a:lnTo>
                    <a:pt x="1314146" y="1967251"/>
                  </a:lnTo>
                  <a:lnTo>
                    <a:pt x="1314382" y="1967372"/>
                  </a:lnTo>
                  <a:lnTo>
                    <a:pt x="1314648" y="1968278"/>
                  </a:lnTo>
                  <a:lnTo>
                    <a:pt x="1314716" y="1970811"/>
                  </a:lnTo>
                  <a:lnTo>
                    <a:pt x="1313773" y="1975993"/>
                  </a:lnTo>
                  <a:lnTo>
                    <a:pt x="1313012" y="1978534"/>
                  </a:lnTo>
                  <a:lnTo>
                    <a:pt x="1312107" y="1980627"/>
                  </a:lnTo>
                  <a:lnTo>
                    <a:pt x="1312487" y="1981083"/>
                  </a:lnTo>
                  <a:lnTo>
                    <a:pt x="1314153" y="1979896"/>
                  </a:lnTo>
                  <a:lnTo>
                    <a:pt x="1315561" y="1977385"/>
                  </a:lnTo>
                  <a:lnTo>
                    <a:pt x="1316695" y="1973551"/>
                  </a:lnTo>
                  <a:lnTo>
                    <a:pt x="1317425" y="1970210"/>
                  </a:lnTo>
                  <a:lnTo>
                    <a:pt x="1318125" y="1964907"/>
                  </a:lnTo>
                  <a:lnTo>
                    <a:pt x="1318361" y="1965090"/>
                  </a:lnTo>
                  <a:lnTo>
                    <a:pt x="1318688" y="1966147"/>
                  </a:lnTo>
                  <a:lnTo>
                    <a:pt x="1319441" y="1966901"/>
                  </a:lnTo>
                  <a:lnTo>
                    <a:pt x="1320621" y="1967342"/>
                  </a:lnTo>
                  <a:lnTo>
                    <a:pt x="1321290" y="1968019"/>
                  </a:lnTo>
                  <a:lnTo>
                    <a:pt x="1321785" y="1969800"/>
                  </a:lnTo>
                  <a:lnTo>
                    <a:pt x="1322264" y="1970583"/>
                  </a:lnTo>
                  <a:lnTo>
                    <a:pt x="1324029" y="1971245"/>
                  </a:lnTo>
                  <a:lnTo>
                    <a:pt x="1324707" y="1971808"/>
                  </a:lnTo>
                  <a:lnTo>
                    <a:pt x="1325194" y="1973741"/>
                  </a:lnTo>
                  <a:lnTo>
                    <a:pt x="1325148" y="1974760"/>
                  </a:lnTo>
                  <a:lnTo>
                    <a:pt x="1325391" y="1975415"/>
                  </a:lnTo>
                  <a:lnTo>
                    <a:pt x="1325916" y="1975704"/>
                  </a:lnTo>
                  <a:lnTo>
                    <a:pt x="1325315" y="1977796"/>
                  </a:lnTo>
                  <a:close/>
                  <a:moveTo>
                    <a:pt x="1303068" y="1980064"/>
                  </a:moveTo>
                  <a:lnTo>
                    <a:pt x="1301972" y="1980353"/>
                  </a:lnTo>
                  <a:lnTo>
                    <a:pt x="1300686" y="1979797"/>
                  </a:lnTo>
                  <a:lnTo>
                    <a:pt x="1301356" y="1976974"/>
                  </a:lnTo>
                  <a:lnTo>
                    <a:pt x="1302474" y="1975803"/>
                  </a:lnTo>
                  <a:lnTo>
                    <a:pt x="1305259" y="1974631"/>
                  </a:lnTo>
                  <a:lnTo>
                    <a:pt x="1305738" y="1973908"/>
                  </a:lnTo>
                  <a:lnTo>
                    <a:pt x="1306629" y="1973551"/>
                  </a:lnTo>
                  <a:lnTo>
                    <a:pt x="1307937" y="1973551"/>
                  </a:lnTo>
                  <a:lnTo>
                    <a:pt x="1309390" y="1972493"/>
                  </a:lnTo>
                  <a:lnTo>
                    <a:pt x="1310996" y="1970378"/>
                  </a:lnTo>
                  <a:lnTo>
                    <a:pt x="1311551" y="1970089"/>
                  </a:lnTo>
                  <a:lnTo>
                    <a:pt x="1310425" y="1973162"/>
                  </a:lnTo>
                  <a:lnTo>
                    <a:pt x="1309238" y="1975460"/>
                  </a:lnTo>
                  <a:lnTo>
                    <a:pt x="1303068" y="1980064"/>
                  </a:lnTo>
                  <a:close/>
                  <a:moveTo>
                    <a:pt x="1327643" y="1982422"/>
                  </a:moveTo>
                  <a:lnTo>
                    <a:pt x="1326555" y="1982947"/>
                  </a:lnTo>
                  <a:lnTo>
                    <a:pt x="1325772" y="1982894"/>
                  </a:lnTo>
                  <a:lnTo>
                    <a:pt x="1325916" y="1981616"/>
                  </a:lnTo>
                  <a:lnTo>
                    <a:pt x="1326989" y="1979097"/>
                  </a:lnTo>
                  <a:lnTo>
                    <a:pt x="1327598" y="1976883"/>
                  </a:lnTo>
                  <a:lnTo>
                    <a:pt x="1327742" y="1974966"/>
                  </a:lnTo>
                  <a:lnTo>
                    <a:pt x="1328214" y="1973292"/>
                  </a:lnTo>
                  <a:lnTo>
                    <a:pt x="1329013" y="1971854"/>
                  </a:lnTo>
                  <a:lnTo>
                    <a:pt x="1329812" y="1971139"/>
                  </a:lnTo>
                  <a:lnTo>
                    <a:pt x="1331006" y="1971161"/>
                  </a:lnTo>
                  <a:lnTo>
                    <a:pt x="1331250" y="1975826"/>
                  </a:lnTo>
                  <a:lnTo>
                    <a:pt x="1330915" y="1978009"/>
                  </a:lnTo>
                  <a:lnTo>
                    <a:pt x="1330116" y="1979835"/>
                  </a:lnTo>
                  <a:lnTo>
                    <a:pt x="1329021" y="1981304"/>
                  </a:lnTo>
                  <a:lnTo>
                    <a:pt x="1327643" y="1982422"/>
                  </a:lnTo>
                  <a:close/>
                  <a:moveTo>
                    <a:pt x="1708422" y="1986470"/>
                  </a:moveTo>
                  <a:lnTo>
                    <a:pt x="1708673" y="1987398"/>
                  </a:lnTo>
                  <a:lnTo>
                    <a:pt x="1705379" y="1986736"/>
                  </a:lnTo>
                  <a:lnTo>
                    <a:pt x="1704222" y="1986150"/>
                  </a:lnTo>
                  <a:lnTo>
                    <a:pt x="1704123" y="1985534"/>
                  </a:lnTo>
                  <a:lnTo>
                    <a:pt x="1704283" y="1984575"/>
                  </a:lnTo>
                  <a:lnTo>
                    <a:pt x="1704937" y="1983457"/>
                  </a:lnTo>
                  <a:lnTo>
                    <a:pt x="1706444" y="1982597"/>
                  </a:lnTo>
                  <a:lnTo>
                    <a:pt x="1707265" y="1983038"/>
                  </a:lnTo>
                  <a:lnTo>
                    <a:pt x="1709015" y="1984203"/>
                  </a:lnTo>
                  <a:lnTo>
                    <a:pt x="1709251" y="1984902"/>
                  </a:lnTo>
                  <a:lnTo>
                    <a:pt x="1708422" y="1986470"/>
                  </a:lnTo>
                  <a:close/>
                  <a:moveTo>
                    <a:pt x="222636" y="2034122"/>
                  </a:moveTo>
                  <a:lnTo>
                    <a:pt x="224386" y="2031741"/>
                  </a:lnTo>
                  <a:lnTo>
                    <a:pt x="228243" y="2027602"/>
                  </a:lnTo>
                  <a:lnTo>
                    <a:pt x="230343" y="2024634"/>
                  </a:lnTo>
                  <a:lnTo>
                    <a:pt x="230564" y="2027564"/>
                  </a:lnTo>
                  <a:lnTo>
                    <a:pt x="227452" y="2032471"/>
                  </a:lnTo>
                  <a:lnTo>
                    <a:pt x="223480" y="2034906"/>
                  </a:lnTo>
                  <a:lnTo>
                    <a:pt x="222636" y="2034122"/>
                  </a:lnTo>
                  <a:close/>
                  <a:moveTo>
                    <a:pt x="215119" y="2044812"/>
                  </a:moveTo>
                  <a:lnTo>
                    <a:pt x="214632" y="2044858"/>
                  </a:lnTo>
                  <a:lnTo>
                    <a:pt x="214441" y="2044090"/>
                  </a:lnTo>
                  <a:lnTo>
                    <a:pt x="214563" y="2042507"/>
                  </a:lnTo>
                  <a:lnTo>
                    <a:pt x="215240" y="2039821"/>
                  </a:lnTo>
                  <a:lnTo>
                    <a:pt x="215560" y="2039197"/>
                  </a:lnTo>
                  <a:lnTo>
                    <a:pt x="218329" y="2039677"/>
                  </a:lnTo>
                  <a:lnTo>
                    <a:pt x="218740" y="2039859"/>
                  </a:lnTo>
                  <a:lnTo>
                    <a:pt x="218839" y="2040377"/>
                  </a:lnTo>
                  <a:lnTo>
                    <a:pt x="218626" y="2041221"/>
                  </a:lnTo>
                  <a:lnTo>
                    <a:pt x="217736" y="2042431"/>
                  </a:lnTo>
                  <a:lnTo>
                    <a:pt x="215119" y="2044812"/>
                  </a:lnTo>
                  <a:close/>
                  <a:moveTo>
                    <a:pt x="178209" y="2057656"/>
                  </a:moveTo>
                  <a:lnTo>
                    <a:pt x="180165" y="2059794"/>
                  </a:lnTo>
                  <a:lnTo>
                    <a:pt x="184859" y="2058432"/>
                  </a:lnTo>
                  <a:lnTo>
                    <a:pt x="185734" y="2058698"/>
                  </a:lnTo>
                  <a:lnTo>
                    <a:pt x="186624" y="2059512"/>
                  </a:lnTo>
                  <a:lnTo>
                    <a:pt x="187598" y="2061254"/>
                  </a:lnTo>
                  <a:lnTo>
                    <a:pt x="188664" y="2063910"/>
                  </a:lnTo>
                  <a:lnTo>
                    <a:pt x="188899" y="2066801"/>
                  </a:lnTo>
                  <a:lnTo>
                    <a:pt x="188473" y="2067836"/>
                  </a:lnTo>
                  <a:lnTo>
                    <a:pt x="187629" y="2068977"/>
                  </a:lnTo>
                  <a:lnTo>
                    <a:pt x="180150" y="2073557"/>
                  </a:lnTo>
                  <a:lnTo>
                    <a:pt x="179952" y="2073999"/>
                  </a:lnTo>
                  <a:lnTo>
                    <a:pt x="180104" y="2074410"/>
                  </a:lnTo>
                  <a:lnTo>
                    <a:pt x="180796" y="2074851"/>
                  </a:lnTo>
                  <a:lnTo>
                    <a:pt x="182295" y="2074790"/>
                  </a:lnTo>
                  <a:lnTo>
                    <a:pt x="188222" y="2073656"/>
                  </a:lnTo>
                  <a:lnTo>
                    <a:pt x="188542" y="2072865"/>
                  </a:lnTo>
                  <a:lnTo>
                    <a:pt x="188960" y="2069259"/>
                  </a:lnTo>
                  <a:lnTo>
                    <a:pt x="189774" y="2067341"/>
                  </a:lnTo>
                  <a:lnTo>
                    <a:pt x="189843" y="2065896"/>
                  </a:lnTo>
                  <a:lnTo>
                    <a:pt x="189303" y="2062434"/>
                  </a:lnTo>
                  <a:lnTo>
                    <a:pt x="189333" y="2061041"/>
                  </a:lnTo>
                  <a:lnTo>
                    <a:pt x="193465" y="2060760"/>
                  </a:lnTo>
                  <a:lnTo>
                    <a:pt x="196051" y="2059474"/>
                  </a:lnTo>
                  <a:lnTo>
                    <a:pt x="198692" y="2057085"/>
                  </a:lnTo>
                  <a:lnTo>
                    <a:pt x="199293" y="2057153"/>
                  </a:lnTo>
                  <a:lnTo>
                    <a:pt x="198912" y="2061460"/>
                  </a:lnTo>
                  <a:lnTo>
                    <a:pt x="198547" y="2062776"/>
                  </a:lnTo>
                  <a:lnTo>
                    <a:pt x="196013" y="2068011"/>
                  </a:lnTo>
                  <a:lnTo>
                    <a:pt x="194560" y="2072606"/>
                  </a:lnTo>
                  <a:lnTo>
                    <a:pt x="193853" y="2077141"/>
                  </a:lnTo>
                  <a:lnTo>
                    <a:pt x="193731" y="2084613"/>
                  </a:lnTo>
                  <a:lnTo>
                    <a:pt x="193099" y="2087131"/>
                  </a:lnTo>
                  <a:lnTo>
                    <a:pt x="191950" y="2088683"/>
                  </a:lnTo>
                  <a:lnTo>
                    <a:pt x="184776" y="2091384"/>
                  </a:lnTo>
                  <a:lnTo>
                    <a:pt x="181078" y="2091209"/>
                  </a:lnTo>
                  <a:lnTo>
                    <a:pt x="177783" y="2088752"/>
                  </a:lnTo>
                  <a:lnTo>
                    <a:pt x="176231" y="2087070"/>
                  </a:lnTo>
                  <a:lnTo>
                    <a:pt x="177403" y="2085024"/>
                  </a:lnTo>
                  <a:lnTo>
                    <a:pt x="178209" y="2084925"/>
                  </a:lnTo>
                  <a:lnTo>
                    <a:pt x="180530" y="2085328"/>
                  </a:lnTo>
                  <a:lnTo>
                    <a:pt x="182318" y="2086096"/>
                  </a:lnTo>
                  <a:lnTo>
                    <a:pt x="183117" y="2086127"/>
                  </a:lnTo>
                  <a:lnTo>
                    <a:pt x="182980" y="2085647"/>
                  </a:lnTo>
                  <a:lnTo>
                    <a:pt x="177882" y="2081782"/>
                  </a:lnTo>
                  <a:lnTo>
                    <a:pt x="174146" y="2080025"/>
                  </a:lnTo>
                  <a:lnTo>
                    <a:pt x="173020" y="2078054"/>
                  </a:lnTo>
                  <a:lnTo>
                    <a:pt x="172990" y="2076525"/>
                  </a:lnTo>
                  <a:lnTo>
                    <a:pt x="172693" y="2075673"/>
                  </a:lnTo>
                  <a:lnTo>
                    <a:pt x="169726" y="2070309"/>
                  </a:lnTo>
                  <a:lnTo>
                    <a:pt x="169148" y="2068186"/>
                  </a:lnTo>
                  <a:lnTo>
                    <a:pt x="168760" y="2065173"/>
                  </a:lnTo>
                  <a:lnTo>
                    <a:pt x="168760" y="2062084"/>
                  </a:lnTo>
                  <a:lnTo>
                    <a:pt x="169482" y="2057054"/>
                  </a:lnTo>
                  <a:lnTo>
                    <a:pt x="169810" y="2056514"/>
                  </a:lnTo>
                  <a:lnTo>
                    <a:pt x="171027" y="2056552"/>
                  </a:lnTo>
                  <a:lnTo>
                    <a:pt x="173127" y="2057176"/>
                  </a:lnTo>
                  <a:lnTo>
                    <a:pt x="178209" y="2057656"/>
                  </a:lnTo>
                  <a:close/>
                  <a:moveTo>
                    <a:pt x="229872" y="2063780"/>
                  </a:moveTo>
                  <a:lnTo>
                    <a:pt x="229217" y="2065082"/>
                  </a:lnTo>
                  <a:lnTo>
                    <a:pt x="227711" y="2067121"/>
                  </a:lnTo>
                  <a:lnTo>
                    <a:pt x="226714" y="2067927"/>
                  </a:lnTo>
                  <a:lnTo>
                    <a:pt x="226227" y="2067509"/>
                  </a:lnTo>
                  <a:lnTo>
                    <a:pt x="224880" y="2067288"/>
                  </a:lnTo>
                  <a:lnTo>
                    <a:pt x="223442" y="2065256"/>
                  </a:lnTo>
                  <a:lnTo>
                    <a:pt x="222324" y="2064450"/>
                  </a:lnTo>
                  <a:lnTo>
                    <a:pt x="221578" y="2064404"/>
                  </a:lnTo>
                  <a:lnTo>
                    <a:pt x="221213" y="2065142"/>
                  </a:lnTo>
                  <a:lnTo>
                    <a:pt x="221122" y="2066124"/>
                  </a:lnTo>
                  <a:lnTo>
                    <a:pt x="221297" y="2067349"/>
                  </a:lnTo>
                  <a:lnTo>
                    <a:pt x="221175" y="2067912"/>
                  </a:lnTo>
                  <a:lnTo>
                    <a:pt x="220749" y="2067806"/>
                  </a:lnTo>
                  <a:lnTo>
                    <a:pt x="220323" y="2067227"/>
                  </a:lnTo>
                  <a:lnTo>
                    <a:pt x="219904" y="2066185"/>
                  </a:lnTo>
                  <a:lnTo>
                    <a:pt x="219813" y="2065127"/>
                  </a:lnTo>
                  <a:lnTo>
                    <a:pt x="220064" y="2064047"/>
                  </a:lnTo>
                  <a:lnTo>
                    <a:pt x="221106" y="2062601"/>
                  </a:lnTo>
                  <a:lnTo>
                    <a:pt x="224363" y="2059596"/>
                  </a:lnTo>
                  <a:lnTo>
                    <a:pt x="225360" y="2059055"/>
                  </a:lnTo>
                  <a:lnTo>
                    <a:pt x="226440" y="2059177"/>
                  </a:lnTo>
                  <a:lnTo>
                    <a:pt x="228182" y="2060585"/>
                  </a:lnTo>
                  <a:lnTo>
                    <a:pt x="228555" y="2060996"/>
                  </a:lnTo>
                  <a:lnTo>
                    <a:pt x="229872" y="2063780"/>
                  </a:lnTo>
                  <a:close/>
                  <a:moveTo>
                    <a:pt x="238150" y="2092145"/>
                  </a:moveTo>
                  <a:lnTo>
                    <a:pt x="237724" y="2092267"/>
                  </a:lnTo>
                  <a:lnTo>
                    <a:pt x="236316" y="2091833"/>
                  </a:lnTo>
                  <a:lnTo>
                    <a:pt x="231682" y="2085815"/>
                  </a:lnTo>
                  <a:lnTo>
                    <a:pt x="228388" y="2083608"/>
                  </a:lnTo>
                  <a:lnTo>
                    <a:pt x="226143" y="2080618"/>
                  </a:lnTo>
                  <a:lnTo>
                    <a:pt x="223861" y="2078708"/>
                  </a:lnTo>
                  <a:lnTo>
                    <a:pt x="225261" y="2075589"/>
                  </a:lnTo>
                  <a:lnTo>
                    <a:pt x="226478" y="2075977"/>
                  </a:lnTo>
                  <a:lnTo>
                    <a:pt x="230747" y="2078511"/>
                  </a:lnTo>
                  <a:lnTo>
                    <a:pt x="234155" y="2080968"/>
                  </a:lnTo>
                  <a:lnTo>
                    <a:pt x="236088" y="2082566"/>
                  </a:lnTo>
                  <a:lnTo>
                    <a:pt x="240143" y="2089398"/>
                  </a:lnTo>
                  <a:lnTo>
                    <a:pt x="239839" y="2090372"/>
                  </a:lnTo>
                  <a:lnTo>
                    <a:pt x="238150" y="2092145"/>
                  </a:lnTo>
                  <a:close/>
                  <a:moveTo>
                    <a:pt x="1303905" y="2087299"/>
                  </a:moveTo>
                  <a:lnTo>
                    <a:pt x="1303882" y="2088364"/>
                  </a:lnTo>
                  <a:lnTo>
                    <a:pt x="1302497" y="2088158"/>
                  </a:lnTo>
                  <a:lnTo>
                    <a:pt x="1301744" y="2087550"/>
                  </a:lnTo>
                  <a:lnTo>
                    <a:pt x="1301135" y="2086591"/>
                  </a:lnTo>
                  <a:lnTo>
                    <a:pt x="1300998" y="2085868"/>
                  </a:lnTo>
                  <a:lnTo>
                    <a:pt x="1301516" y="2085153"/>
                  </a:lnTo>
                  <a:lnTo>
                    <a:pt x="1303121" y="2085587"/>
                  </a:lnTo>
                  <a:lnTo>
                    <a:pt x="1303905" y="2087299"/>
                  </a:lnTo>
                  <a:close/>
                  <a:moveTo>
                    <a:pt x="252690" y="2093918"/>
                  </a:moveTo>
                  <a:lnTo>
                    <a:pt x="252568" y="2094169"/>
                  </a:lnTo>
                  <a:lnTo>
                    <a:pt x="250354" y="2094169"/>
                  </a:lnTo>
                  <a:lnTo>
                    <a:pt x="249738" y="2093804"/>
                  </a:lnTo>
                  <a:lnTo>
                    <a:pt x="249349" y="2093058"/>
                  </a:lnTo>
                  <a:lnTo>
                    <a:pt x="249190" y="2091932"/>
                  </a:lnTo>
                  <a:lnTo>
                    <a:pt x="249547" y="2090570"/>
                  </a:lnTo>
                  <a:lnTo>
                    <a:pt x="250856" y="2087968"/>
                  </a:lnTo>
                  <a:lnTo>
                    <a:pt x="250894" y="2086857"/>
                  </a:lnTo>
                  <a:lnTo>
                    <a:pt x="251168" y="2086378"/>
                  </a:lnTo>
                  <a:lnTo>
                    <a:pt x="252089" y="2087687"/>
                  </a:lnTo>
                  <a:lnTo>
                    <a:pt x="252477" y="2088904"/>
                  </a:lnTo>
                  <a:lnTo>
                    <a:pt x="252690" y="2093918"/>
                  </a:lnTo>
                  <a:close/>
                  <a:moveTo>
                    <a:pt x="265830" y="2100226"/>
                  </a:moveTo>
                  <a:lnTo>
                    <a:pt x="266804" y="2111463"/>
                  </a:lnTo>
                  <a:lnTo>
                    <a:pt x="266735" y="2115047"/>
                  </a:lnTo>
                  <a:lnTo>
                    <a:pt x="265305" y="2117383"/>
                  </a:lnTo>
                  <a:lnTo>
                    <a:pt x="264293" y="2121286"/>
                  </a:lnTo>
                  <a:lnTo>
                    <a:pt x="263121" y="2123036"/>
                  </a:lnTo>
                  <a:lnTo>
                    <a:pt x="262010" y="2120708"/>
                  </a:lnTo>
                  <a:lnTo>
                    <a:pt x="261911" y="2116827"/>
                  </a:lnTo>
                  <a:lnTo>
                    <a:pt x="261614" y="2113738"/>
                  </a:lnTo>
                  <a:lnTo>
                    <a:pt x="261257" y="2112255"/>
                  </a:lnTo>
                  <a:lnTo>
                    <a:pt x="261683" y="2106457"/>
                  </a:lnTo>
                  <a:lnTo>
                    <a:pt x="261188" y="2106883"/>
                  </a:lnTo>
                  <a:lnTo>
                    <a:pt x="259872" y="2109424"/>
                  </a:lnTo>
                  <a:lnTo>
                    <a:pt x="258411" y="2109599"/>
                  </a:lnTo>
                  <a:lnTo>
                    <a:pt x="255786" y="2106716"/>
                  </a:lnTo>
                  <a:lnTo>
                    <a:pt x="254462" y="2104372"/>
                  </a:lnTo>
                  <a:lnTo>
                    <a:pt x="254249" y="2101922"/>
                  </a:lnTo>
                  <a:lnTo>
                    <a:pt x="252515" y="2099343"/>
                  </a:lnTo>
                  <a:lnTo>
                    <a:pt x="252340" y="2098430"/>
                  </a:lnTo>
                  <a:lnTo>
                    <a:pt x="252484" y="2097471"/>
                  </a:lnTo>
                  <a:lnTo>
                    <a:pt x="253907" y="2094892"/>
                  </a:lnTo>
                  <a:lnTo>
                    <a:pt x="254485" y="2093150"/>
                  </a:lnTo>
                  <a:lnTo>
                    <a:pt x="254987" y="2089566"/>
                  </a:lnTo>
                  <a:lnTo>
                    <a:pt x="255566" y="2088166"/>
                  </a:lnTo>
                  <a:lnTo>
                    <a:pt x="256912" y="2088364"/>
                  </a:lnTo>
                  <a:lnTo>
                    <a:pt x="259317" y="2089992"/>
                  </a:lnTo>
                  <a:lnTo>
                    <a:pt x="261820" y="2091757"/>
                  </a:lnTo>
                  <a:lnTo>
                    <a:pt x="264118" y="2094116"/>
                  </a:lnTo>
                  <a:lnTo>
                    <a:pt x="265830" y="2100226"/>
                  </a:lnTo>
                  <a:close/>
                  <a:moveTo>
                    <a:pt x="197474" y="2091156"/>
                  </a:moveTo>
                  <a:lnTo>
                    <a:pt x="199643" y="2094451"/>
                  </a:lnTo>
                  <a:lnTo>
                    <a:pt x="200282" y="2097388"/>
                  </a:lnTo>
                  <a:lnTo>
                    <a:pt x="200016" y="2100849"/>
                  </a:lnTo>
                  <a:lnTo>
                    <a:pt x="196584" y="2102158"/>
                  </a:lnTo>
                  <a:lnTo>
                    <a:pt x="194781" y="2101116"/>
                  </a:lnTo>
                  <a:lnTo>
                    <a:pt x="193997" y="2101306"/>
                  </a:lnTo>
                  <a:lnTo>
                    <a:pt x="192810" y="2102341"/>
                  </a:lnTo>
                  <a:lnTo>
                    <a:pt x="194248" y="2102805"/>
                  </a:lnTo>
                  <a:lnTo>
                    <a:pt x="196265" y="2104494"/>
                  </a:lnTo>
                  <a:lnTo>
                    <a:pt x="198030" y="2106693"/>
                  </a:lnTo>
                  <a:lnTo>
                    <a:pt x="200518" y="2107089"/>
                  </a:lnTo>
                  <a:lnTo>
                    <a:pt x="203835" y="2108618"/>
                  </a:lnTo>
                  <a:lnTo>
                    <a:pt x="201324" y="2111372"/>
                  </a:lnTo>
                  <a:lnTo>
                    <a:pt x="200944" y="2112955"/>
                  </a:lnTo>
                  <a:lnTo>
                    <a:pt x="204079" y="2117322"/>
                  </a:lnTo>
                  <a:lnTo>
                    <a:pt x="204375" y="2118418"/>
                  </a:lnTo>
                  <a:lnTo>
                    <a:pt x="205380" y="2118638"/>
                  </a:lnTo>
                  <a:lnTo>
                    <a:pt x="207715" y="2118288"/>
                  </a:lnTo>
                  <a:lnTo>
                    <a:pt x="208012" y="2118631"/>
                  </a:lnTo>
                  <a:lnTo>
                    <a:pt x="208012" y="2119536"/>
                  </a:lnTo>
                  <a:lnTo>
                    <a:pt x="206582" y="2122070"/>
                  </a:lnTo>
                  <a:lnTo>
                    <a:pt x="206734" y="2122572"/>
                  </a:lnTo>
                  <a:lnTo>
                    <a:pt x="208027" y="2122975"/>
                  </a:lnTo>
                  <a:lnTo>
                    <a:pt x="210515" y="2122990"/>
                  </a:lnTo>
                  <a:lnTo>
                    <a:pt x="211078" y="2125501"/>
                  </a:lnTo>
                  <a:lnTo>
                    <a:pt x="208826" y="2127776"/>
                  </a:lnTo>
                  <a:lnTo>
                    <a:pt x="204550" y="2124847"/>
                  </a:lnTo>
                  <a:lnTo>
                    <a:pt x="202648" y="2121918"/>
                  </a:lnTo>
                  <a:lnTo>
                    <a:pt x="201560" y="2119201"/>
                  </a:lnTo>
                  <a:lnTo>
                    <a:pt x="200244" y="2117664"/>
                  </a:lnTo>
                  <a:lnTo>
                    <a:pt x="196272" y="2114248"/>
                  </a:lnTo>
                  <a:lnTo>
                    <a:pt x="190239" y="2106837"/>
                  </a:lnTo>
                  <a:lnTo>
                    <a:pt x="188679" y="2105765"/>
                  </a:lnTo>
                  <a:lnTo>
                    <a:pt x="187111" y="2102820"/>
                  </a:lnTo>
                  <a:lnTo>
                    <a:pt x="186655" y="2101397"/>
                  </a:lnTo>
                  <a:lnTo>
                    <a:pt x="186693" y="2100446"/>
                  </a:lnTo>
                  <a:lnTo>
                    <a:pt x="187302" y="2099944"/>
                  </a:lnTo>
                  <a:lnTo>
                    <a:pt x="189105" y="2099609"/>
                  </a:lnTo>
                  <a:lnTo>
                    <a:pt x="189128" y="2098133"/>
                  </a:lnTo>
                  <a:lnTo>
                    <a:pt x="182189" y="2095561"/>
                  </a:lnTo>
                  <a:lnTo>
                    <a:pt x="181413" y="2095036"/>
                  </a:lnTo>
                  <a:lnTo>
                    <a:pt x="180515" y="2093241"/>
                  </a:lnTo>
                  <a:lnTo>
                    <a:pt x="180994" y="2092975"/>
                  </a:lnTo>
                  <a:lnTo>
                    <a:pt x="184814" y="2093287"/>
                  </a:lnTo>
                  <a:lnTo>
                    <a:pt x="188907" y="2092419"/>
                  </a:lnTo>
                  <a:lnTo>
                    <a:pt x="191425" y="2091757"/>
                  </a:lnTo>
                  <a:lnTo>
                    <a:pt x="192415" y="2090951"/>
                  </a:lnTo>
                  <a:lnTo>
                    <a:pt x="194469" y="2089901"/>
                  </a:lnTo>
                  <a:lnTo>
                    <a:pt x="195321" y="2089962"/>
                  </a:lnTo>
                  <a:lnTo>
                    <a:pt x="197474" y="2091156"/>
                  </a:lnTo>
                  <a:close/>
                  <a:moveTo>
                    <a:pt x="1286960" y="2107012"/>
                  </a:moveTo>
                  <a:lnTo>
                    <a:pt x="1285454" y="2107484"/>
                  </a:lnTo>
                  <a:lnTo>
                    <a:pt x="1281018" y="2106548"/>
                  </a:lnTo>
                  <a:lnTo>
                    <a:pt x="1279169" y="2105871"/>
                  </a:lnTo>
                  <a:lnTo>
                    <a:pt x="1273714" y="2103330"/>
                  </a:lnTo>
                  <a:lnTo>
                    <a:pt x="1263321" y="2099586"/>
                  </a:lnTo>
                  <a:lnTo>
                    <a:pt x="1259775" y="2097730"/>
                  </a:lnTo>
                  <a:lnTo>
                    <a:pt x="1259045" y="2096330"/>
                  </a:lnTo>
                  <a:lnTo>
                    <a:pt x="1260924" y="2093408"/>
                  </a:lnTo>
                  <a:lnTo>
                    <a:pt x="1261989" y="2092221"/>
                  </a:lnTo>
                  <a:lnTo>
                    <a:pt x="1263146" y="2091483"/>
                  </a:lnTo>
                  <a:lnTo>
                    <a:pt x="1274079" y="2090137"/>
                  </a:lnTo>
                  <a:lnTo>
                    <a:pt x="1278347" y="2090791"/>
                  </a:lnTo>
                  <a:lnTo>
                    <a:pt x="1283369" y="2096779"/>
                  </a:lnTo>
                  <a:lnTo>
                    <a:pt x="1286253" y="2100811"/>
                  </a:lnTo>
                  <a:lnTo>
                    <a:pt x="1287425" y="2104045"/>
                  </a:lnTo>
                  <a:lnTo>
                    <a:pt x="1287447" y="2105605"/>
                  </a:lnTo>
                  <a:lnTo>
                    <a:pt x="1286960" y="2107012"/>
                  </a:lnTo>
                  <a:close/>
                  <a:moveTo>
                    <a:pt x="249570" y="2098377"/>
                  </a:moveTo>
                  <a:lnTo>
                    <a:pt x="249251" y="2098658"/>
                  </a:lnTo>
                  <a:lnTo>
                    <a:pt x="248368" y="2098186"/>
                  </a:lnTo>
                  <a:lnTo>
                    <a:pt x="247523" y="2097258"/>
                  </a:lnTo>
                  <a:lnTo>
                    <a:pt x="246070" y="2094633"/>
                  </a:lnTo>
                  <a:lnTo>
                    <a:pt x="245591" y="2093530"/>
                  </a:lnTo>
                  <a:lnTo>
                    <a:pt x="245279" y="2091734"/>
                  </a:lnTo>
                  <a:lnTo>
                    <a:pt x="245568" y="2091415"/>
                  </a:lnTo>
                  <a:lnTo>
                    <a:pt x="246200" y="2091605"/>
                  </a:lnTo>
                  <a:lnTo>
                    <a:pt x="246641" y="2091902"/>
                  </a:lnTo>
                  <a:lnTo>
                    <a:pt x="248931" y="2096223"/>
                  </a:lnTo>
                  <a:lnTo>
                    <a:pt x="249570" y="2098377"/>
                  </a:lnTo>
                  <a:close/>
                  <a:moveTo>
                    <a:pt x="257620" y="2115344"/>
                  </a:moveTo>
                  <a:lnTo>
                    <a:pt x="256943" y="2116941"/>
                  </a:lnTo>
                  <a:lnTo>
                    <a:pt x="254090" y="2113092"/>
                  </a:lnTo>
                  <a:lnTo>
                    <a:pt x="253047" y="2112004"/>
                  </a:lnTo>
                  <a:lnTo>
                    <a:pt x="250924" y="2107895"/>
                  </a:lnTo>
                  <a:lnTo>
                    <a:pt x="250559" y="2106130"/>
                  </a:lnTo>
                  <a:lnTo>
                    <a:pt x="250651" y="2105133"/>
                  </a:lnTo>
                  <a:lnTo>
                    <a:pt x="251023" y="2104768"/>
                  </a:lnTo>
                  <a:lnTo>
                    <a:pt x="251678" y="2105027"/>
                  </a:lnTo>
                  <a:lnTo>
                    <a:pt x="252294" y="2105475"/>
                  </a:lnTo>
                  <a:lnTo>
                    <a:pt x="256403" y="2110033"/>
                  </a:lnTo>
                  <a:lnTo>
                    <a:pt x="257544" y="2112171"/>
                  </a:lnTo>
                  <a:lnTo>
                    <a:pt x="257620" y="2115344"/>
                  </a:lnTo>
                  <a:close/>
                  <a:moveTo>
                    <a:pt x="269748" y="2119156"/>
                  </a:moveTo>
                  <a:lnTo>
                    <a:pt x="268112" y="2119627"/>
                  </a:lnTo>
                  <a:lnTo>
                    <a:pt x="268660" y="2117756"/>
                  </a:lnTo>
                  <a:lnTo>
                    <a:pt x="268820" y="2116645"/>
                  </a:lnTo>
                  <a:lnTo>
                    <a:pt x="268523" y="2115602"/>
                  </a:lnTo>
                  <a:lnTo>
                    <a:pt x="268318" y="2113586"/>
                  </a:lnTo>
                  <a:lnTo>
                    <a:pt x="268234" y="2108816"/>
                  </a:lnTo>
                  <a:lnTo>
                    <a:pt x="269832" y="2105803"/>
                  </a:lnTo>
                  <a:lnTo>
                    <a:pt x="272343" y="2105719"/>
                  </a:lnTo>
                  <a:lnTo>
                    <a:pt x="272320" y="2107241"/>
                  </a:lnTo>
                  <a:lnTo>
                    <a:pt x="271255" y="2114012"/>
                  </a:lnTo>
                  <a:lnTo>
                    <a:pt x="270707" y="2117139"/>
                  </a:lnTo>
                  <a:lnTo>
                    <a:pt x="270281" y="2118288"/>
                  </a:lnTo>
                  <a:lnTo>
                    <a:pt x="269748" y="2119156"/>
                  </a:lnTo>
                  <a:close/>
                  <a:moveTo>
                    <a:pt x="212935" y="2134411"/>
                  </a:moveTo>
                  <a:lnTo>
                    <a:pt x="212554" y="2134479"/>
                  </a:lnTo>
                  <a:lnTo>
                    <a:pt x="211847" y="2133764"/>
                  </a:lnTo>
                  <a:lnTo>
                    <a:pt x="211360" y="2132608"/>
                  </a:lnTo>
                  <a:lnTo>
                    <a:pt x="211063" y="2129594"/>
                  </a:lnTo>
                  <a:lnTo>
                    <a:pt x="211276" y="2128362"/>
                  </a:lnTo>
                  <a:lnTo>
                    <a:pt x="211466" y="2127875"/>
                  </a:lnTo>
                  <a:lnTo>
                    <a:pt x="213338" y="2129792"/>
                  </a:lnTo>
                  <a:lnTo>
                    <a:pt x="212935" y="2134411"/>
                  </a:lnTo>
                  <a:close/>
                  <a:moveTo>
                    <a:pt x="1315736" y="2134745"/>
                  </a:moveTo>
                  <a:lnTo>
                    <a:pt x="1314853" y="2134989"/>
                  </a:lnTo>
                  <a:lnTo>
                    <a:pt x="1312822" y="2134708"/>
                  </a:lnTo>
                  <a:lnTo>
                    <a:pt x="1311194" y="2133840"/>
                  </a:lnTo>
                  <a:lnTo>
                    <a:pt x="1310189" y="2132729"/>
                  </a:lnTo>
                  <a:lnTo>
                    <a:pt x="1316786" y="2129678"/>
                  </a:lnTo>
                  <a:lnTo>
                    <a:pt x="1318140" y="2130074"/>
                  </a:lnTo>
                  <a:lnTo>
                    <a:pt x="1318163" y="2130622"/>
                  </a:lnTo>
                  <a:lnTo>
                    <a:pt x="1317174" y="2132258"/>
                  </a:lnTo>
                  <a:lnTo>
                    <a:pt x="1316908" y="2133353"/>
                  </a:lnTo>
                  <a:lnTo>
                    <a:pt x="1316428" y="2134183"/>
                  </a:lnTo>
                  <a:lnTo>
                    <a:pt x="1315736" y="2134745"/>
                  </a:lnTo>
                  <a:close/>
                  <a:moveTo>
                    <a:pt x="1828706" y="2136907"/>
                  </a:moveTo>
                  <a:lnTo>
                    <a:pt x="1827686" y="2136929"/>
                  </a:lnTo>
                  <a:lnTo>
                    <a:pt x="1827458" y="2136541"/>
                  </a:lnTo>
                  <a:lnTo>
                    <a:pt x="1827884" y="2135217"/>
                  </a:lnTo>
                  <a:lnTo>
                    <a:pt x="1829018" y="2133680"/>
                  </a:lnTo>
                  <a:lnTo>
                    <a:pt x="1830570" y="2133254"/>
                  </a:lnTo>
                  <a:lnTo>
                    <a:pt x="1830151" y="2135506"/>
                  </a:lnTo>
                  <a:lnTo>
                    <a:pt x="1828706" y="2136907"/>
                  </a:lnTo>
                  <a:close/>
                  <a:moveTo>
                    <a:pt x="279236" y="2151180"/>
                  </a:moveTo>
                  <a:lnTo>
                    <a:pt x="278878" y="2151751"/>
                  </a:lnTo>
                  <a:lnTo>
                    <a:pt x="278026" y="2151751"/>
                  </a:lnTo>
                  <a:lnTo>
                    <a:pt x="276672" y="2151180"/>
                  </a:lnTo>
                  <a:lnTo>
                    <a:pt x="275660" y="2149909"/>
                  </a:lnTo>
                  <a:lnTo>
                    <a:pt x="274443" y="2145945"/>
                  </a:lnTo>
                  <a:lnTo>
                    <a:pt x="274580" y="2145261"/>
                  </a:lnTo>
                  <a:lnTo>
                    <a:pt x="274998" y="2144568"/>
                  </a:lnTo>
                  <a:lnTo>
                    <a:pt x="276946" y="2143138"/>
                  </a:lnTo>
                  <a:lnTo>
                    <a:pt x="277646" y="2143298"/>
                  </a:lnTo>
                  <a:lnTo>
                    <a:pt x="277904" y="2144340"/>
                  </a:lnTo>
                  <a:lnTo>
                    <a:pt x="279061" y="2146676"/>
                  </a:lnTo>
                  <a:lnTo>
                    <a:pt x="279403" y="2147361"/>
                  </a:lnTo>
                  <a:lnTo>
                    <a:pt x="279403" y="2150069"/>
                  </a:lnTo>
                  <a:lnTo>
                    <a:pt x="279236" y="2151180"/>
                  </a:lnTo>
                  <a:close/>
                  <a:moveTo>
                    <a:pt x="1826621" y="2149042"/>
                  </a:moveTo>
                  <a:lnTo>
                    <a:pt x="1825046" y="2152443"/>
                  </a:lnTo>
                  <a:lnTo>
                    <a:pt x="1823958" y="2154094"/>
                  </a:lnTo>
                  <a:lnTo>
                    <a:pt x="1822946" y="2154627"/>
                  </a:lnTo>
                  <a:lnTo>
                    <a:pt x="1820816" y="2155114"/>
                  </a:lnTo>
                  <a:lnTo>
                    <a:pt x="1816319" y="2155646"/>
                  </a:lnTo>
                  <a:lnTo>
                    <a:pt x="1814402" y="2156141"/>
                  </a:lnTo>
                  <a:lnTo>
                    <a:pt x="1814128" y="2158408"/>
                  </a:lnTo>
                  <a:lnTo>
                    <a:pt x="1814409" y="2159595"/>
                  </a:lnTo>
                  <a:lnTo>
                    <a:pt x="1815064" y="2160539"/>
                  </a:lnTo>
                  <a:lnTo>
                    <a:pt x="1815893" y="2160805"/>
                  </a:lnTo>
                  <a:lnTo>
                    <a:pt x="1817757" y="2160250"/>
                  </a:lnTo>
                  <a:lnTo>
                    <a:pt x="1818449" y="2160348"/>
                  </a:lnTo>
                  <a:lnTo>
                    <a:pt x="1819005" y="2160820"/>
                  </a:lnTo>
                  <a:lnTo>
                    <a:pt x="1819423" y="2161665"/>
                  </a:lnTo>
                  <a:lnTo>
                    <a:pt x="1819636" y="2162844"/>
                  </a:lnTo>
                  <a:lnTo>
                    <a:pt x="1819651" y="2164351"/>
                  </a:lnTo>
                  <a:lnTo>
                    <a:pt x="1819324" y="2166169"/>
                  </a:lnTo>
                  <a:lnTo>
                    <a:pt x="1817795" y="2170430"/>
                  </a:lnTo>
                  <a:lnTo>
                    <a:pt x="1815862" y="2172788"/>
                  </a:lnTo>
                  <a:lnTo>
                    <a:pt x="1813382" y="2174698"/>
                  </a:lnTo>
                  <a:lnTo>
                    <a:pt x="1812773" y="2175429"/>
                  </a:lnTo>
                  <a:lnTo>
                    <a:pt x="1812462" y="2176288"/>
                  </a:lnTo>
                  <a:lnTo>
                    <a:pt x="1812149" y="2179073"/>
                  </a:lnTo>
                  <a:lnTo>
                    <a:pt x="1810864" y="2181295"/>
                  </a:lnTo>
                  <a:lnTo>
                    <a:pt x="1806877" y="2186910"/>
                  </a:lnTo>
                  <a:lnTo>
                    <a:pt x="1805340" y="2188150"/>
                  </a:lnTo>
                  <a:lnTo>
                    <a:pt x="1805332" y="2189132"/>
                  </a:lnTo>
                  <a:lnTo>
                    <a:pt x="1804708" y="2191787"/>
                  </a:lnTo>
                  <a:lnTo>
                    <a:pt x="1803521" y="2193917"/>
                  </a:lnTo>
                  <a:lnTo>
                    <a:pt x="1800219" y="2198802"/>
                  </a:lnTo>
                  <a:lnTo>
                    <a:pt x="1799405" y="2200529"/>
                  </a:lnTo>
                  <a:lnTo>
                    <a:pt x="1799040" y="2201891"/>
                  </a:lnTo>
                  <a:lnTo>
                    <a:pt x="1799093" y="2203809"/>
                  </a:lnTo>
                  <a:lnTo>
                    <a:pt x="1798941" y="2204653"/>
                  </a:lnTo>
                  <a:lnTo>
                    <a:pt x="1798180" y="2206274"/>
                  </a:lnTo>
                  <a:lnTo>
                    <a:pt x="1797130" y="2207788"/>
                  </a:lnTo>
                  <a:lnTo>
                    <a:pt x="1796925" y="2208526"/>
                  </a:lnTo>
                  <a:lnTo>
                    <a:pt x="1797336" y="2209865"/>
                  </a:lnTo>
                  <a:lnTo>
                    <a:pt x="1797762" y="2210336"/>
                  </a:lnTo>
                  <a:lnTo>
                    <a:pt x="1797815" y="2211554"/>
                  </a:lnTo>
                  <a:lnTo>
                    <a:pt x="1797488" y="2213525"/>
                  </a:lnTo>
                  <a:lnTo>
                    <a:pt x="1798880" y="2212269"/>
                  </a:lnTo>
                  <a:lnTo>
                    <a:pt x="1802000" y="2207788"/>
                  </a:lnTo>
                  <a:lnTo>
                    <a:pt x="1804343" y="2205087"/>
                  </a:lnTo>
                  <a:lnTo>
                    <a:pt x="1805910" y="2204174"/>
                  </a:lnTo>
                  <a:lnTo>
                    <a:pt x="1807006" y="2202972"/>
                  </a:lnTo>
                  <a:lnTo>
                    <a:pt x="1808170" y="2200316"/>
                  </a:lnTo>
                  <a:lnTo>
                    <a:pt x="1809768" y="2197782"/>
                  </a:lnTo>
                  <a:lnTo>
                    <a:pt x="1811214" y="2196953"/>
                  </a:lnTo>
                  <a:lnTo>
                    <a:pt x="1811875" y="2197440"/>
                  </a:lnTo>
                  <a:lnTo>
                    <a:pt x="1812439" y="2198688"/>
                  </a:lnTo>
                  <a:lnTo>
                    <a:pt x="1812325" y="2200270"/>
                  </a:lnTo>
                  <a:lnTo>
                    <a:pt x="1811541" y="2202188"/>
                  </a:lnTo>
                  <a:lnTo>
                    <a:pt x="1811602" y="2202751"/>
                  </a:lnTo>
                  <a:lnTo>
                    <a:pt x="1813443" y="2201343"/>
                  </a:lnTo>
                  <a:lnTo>
                    <a:pt x="1816608" y="2200179"/>
                  </a:lnTo>
                  <a:lnTo>
                    <a:pt x="1817749" y="2200339"/>
                  </a:lnTo>
                  <a:lnTo>
                    <a:pt x="1820070" y="2202081"/>
                  </a:lnTo>
                  <a:lnTo>
                    <a:pt x="1821995" y="2201883"/>
                  </a:lnTo>
                  <a:lnTo>
                    <a:pt x="1825076" y="2200872"/>
                  </a:lnTo>
                  <a:lnTo>
                    <a:pt x="1825655" y="2201336"/>
                  </a:lnTo>
                  <a:lnTo>
                    <a:pt x="1825145" y="2202873"/>
                  </a:lnTo>
                  <a:lnTo>
                    <a:pt x="1823935" y="2204341"/>
                  </a:lnTo>
                  <a:lnTo>
                    <a:pt x="1821074" y="2206433"/>
                  </a:lnTo>
                  <a:lnTo>
                    <a:pt x="1814189" y="2210534"/>
                  </a:lnTo>
                  <a:lnTo>
                    <a:pt x="1812051" y="2213350"/>
                  </a:lnTo>
                  <a:lnTo>
                    <a:pt x="1812454" y="2213266"/>
                  </a:lnTo>
                  <a:lnTo>
                    <a:pt x="1813938" y="2212056"/>
                  </a:lnTo>
                  <a:lnTo>
                    <a:pt x="1815497" y="2211409"/>
                  </a:lnTo>
                  <a:lnTo>
                    <a:pt x="1817133" y="2211318"/>
                  </a:lnTo>
                  <a:lnTo>
                    <a:pt x="1817818" y="2211668"/>
                  </a:lnTo>
                  <a:lnTo>
                    <a:pt x="1817551" y="2212459"/>
                  </a:lnTo>
                  <a:lnTo>
                    <a:pt x="1817346" y="2214620"/>
                  </a:lnTo>
                  <a:lnTo>
                    <a:pt x="1813177" y="2218828"/>
                  </a:lnTo>
                  <a:lnTo>
                    <a:pt x="1814158" y="2218668"/>
                  </a:lnTo>
                  <a:lnTo>
                    <a:pt x="1818982" y="2216751"/>
                  </a:lnTo>
                  <a:lnTo>
                    <a:pt x="1821911" y="2219398"/>
                  </a:lnTo>
                  <a:lnTo>
                    <a:pt x="1825936" y="2218485"/>
                  </a:lnTo>
                  <a:lnTo>
                    <a:pt x="1828363" y="2217595"/>
                  </a:lnTo>
                  <a:lnTo>
                    <a:pt x="1828295" y="2218143"/>
                  </a:lnTo>
                  <a:lnTo>
                    <a:pt x="1828820" y="2219292"/>
                  </a:lnTo>
                  <a:lnTo>
                    <a:pt x="1828805" y="2221156"/>
                  </a:lnTo>
                  <a:lnTo>
                    <a:pt x="1829048" y="2221415"/>
                  </a:lnTo>
                  <a:lnTo>
                    <a:pt x="1830197" y="2220791"/>
                  </a:lnTo>
                  <a:lnTo>
                    <a:pt x="1830410" y="2220106"/>
                  </a:lnTo>
                  <a:lnTo>
                    <a:pt x="1830349" y="2216796"/>
                  </a:lnTo>
                  <a:lnTo>
                    <a:pt x="1830707" y="2216469"/>
                  </a:lnTo>
                  <a:lnTo>
                    <a:pt x="1831498" y="2216987"/>
                  </a:lnTo>
                  <a:lnTo>
                    <a:pt x="1831977" y="2217846"/>
                  </a:lnTo>
                  <a:lnTo>
                    <a:pt x="1832122" y="2220251"/>
                  </a:lnTo>
                  <a:lnTo>
                    <a:pt x="1831597" y="2222663"/>
                  </a:lnTo>
                  <a:lnTo>
                    <a:pt x="1830866" y="2224877"/>
                  </a:lnTo>
                  <a:lnTo>
                    <a:pt x="1829086" y="2228095"/>
                  </a:lnTo>
                  <a:lnTo>
                    <a:pt x="1829314" y="2229480"/>
                  </a:lnTo>
                  <a:lnTo>
                    <a:pt x="1828858" y="2230979"/>
                  </a:lnTo>
                  <a:lnTo>
                    <a:pt x="1829253" y="2231024"/>
                  </a:lnTo>
                  <a:lnTo>
                    <a:pt x="1831011" y="2229624"/>
                  </a:lnTo>
                  <a:lnTo>
                    <a:pt x="1831118" y="2229046"/>
                  </a:lnTo>
                  <a:lnTo>
                    <a:pt x="1830981" y="2227707"/>
                  </a:lnTo>
                  <a:lnTo>
                    <a:pt x="1831179" y="2227053"/>
                  </a:lnTo>
                  <a:lnTo>
                    <a:pt x="1832639" y="2225599"/>
                  </a:lnTo>
                  <a:lnTo>
                    <a:pt x="1835051" y="2223872"/>
                  </a:lnTo>
                  <a:lnTo>
                    <a:pt x="1835843" y="2223606"/>
                  </a:lnTo>
                  <a:lnTo>
                    <a:pt x="1836177" y="2224009"/>
                  </a:lnTo>
                  <a:lnTo>
                    <a:pt x="1836056" y="2225074"/>
                  </a:lnTo>
                  <a:lnTo>
                    <a:pt x="1836771" y="2224823"/>
                  </a:lnTo>
                  <a:lnTo>
                    <a:pt x="1838308" y="2223248"/>
                  </a:lnTo>
                  <a:lnTo>
                    <a:pt x="1839738" y="2222297"/>
                  </a:lnTo>
                  <a:lnTo>
                    <a:pt x="1841054" y="2221970"/>
                  </a:lnTo>
                  <a:lnTo>
                    <a:pt x="1842424" y="2220890"/>
                  </a:lnTo>
                  <a:lnTo>
                    <a:pt x="1843854" y="2219056"/>
                  </a:lnTo>
                  <a:lnTo>
                    <a:pt x="1845391" y="2217542"/>
                  </a:lnTo>
                  <a:lnTo>
                    <a:pt x="1847027" y="2216347"/>
                  </a:lnTo>
                  <a:lnTo>
                    <a:pt x="1847735" y="2216264"/>
                  </a:lnTo>
                  <a:lnTo>
                    <a:pt x="1847491" y="2218249"/>
                  </a:lnTo>
                  <a:lnTo>
                    <a:pt x="1847811" y="2220502"/>
                  </a:lnTo>
                  <a:lnTo>
                    <a:pt x="1847856" y="2222427"/>
                  </a:lnTo>
                  <a:lnTo>
                    <a:pt x="1848176" y="2222830"/>
                  </a:lnTo>
                  <a:lnTo>
                    <a:pt x="1849439" y="2220776"/>
                  </a:lnTo>
                  <a:lnTo>
                    <a:pt x="1850147" y="2220022"/>
                  </a:lnTo>
                  <a:lnTo>
                    <a:pt x="1850984" y="2219726"/>
                  </a:lnTo>
                  <a:lnTo>
                    <a:pt x="1851965" y="2219885"/>
                  </a:lnTo>
                  <a:lnTo>
                    <a:pt x="1858653" y="2219147"/>
                  </a:lnTo>
                  <a:lnTo>
                    <a:pt x="1860684" y="2219657"/>
                  </a:lnTo>
                  <a:lnTo>
                    <a:pt x="1862982" y="2220996"/>
                  </a:lnTo>
                  <a:lnTo>
                    <a:pt x="1865874" y="2223073"/>
                  </a:lnTo>
                  <a:lnTo>
                    <a:pt x="1866939" y="2224953"/>
                  </a:lnTo>
                  <a:lnTo>
                    <a:pt x="1867137" y="2227319"/>
                  </a:lnTo>
                  <a:lnTo>
                    <a:pt x="1866855" y="2228962"/>
                  </a:lnTo>
                  <a:lnTo>
                    <a:pt x="1864770" y="2231032"/>
                  </a:lnTo>
                  <a:lnTo>
                    <a:pt x="1862914" y="2232401"/>
                  </a:lnTo>
                  <a:lnTo>
                    <a:pt x="1861818" y="2233763"/>
                  </a:lnTo>
                  <a:lnTo>
                    <a:pt x="1861483" y="2235125"/>
                  </a:lnTo>
                  <a:lnTo>
                    <a:pt x="1861050" y="2235962"/>
                  </a:lnTo>
                  <a:lnTo>
                    <a:pt x="1859810" y="2237134"/>
                  </a:lnTo>
                  <a:lnTo>
                    <a:pt x="1854301" y="2240421"/>
                  </a:lnTo>
                  <a:lnTo>
                    <a:pt x="1855617" y="2240512"/>
                  </a:lnTo>
                  <a:lnTo>
                    <a:pt x="1858790" y="2239805"/>
                  </a:lnTo>
                  <a:lnTo>
                    <a:pt x="1860875" y="2239652"/>
                  </a:lnTo>
                  <a:lnTo>
                    <a:pt x="1860989" y="2240132"/>
                  </a:lnTo>
                  <a:lnTo>
                    <a:pt x="1860152" y="2241067"/>
                  </a:lnTo>
                  <a:lnTo>
                    <a:pt x="1858562" y="2242003"/>
                  </a:lnTo>
                  <a:lnTo>
                    <a:pt x="1858394" y="2242460"/>
                  </a:lnTo>
                  <a:lnTo>
                    <a:pt x="1858471" y="2243046"/>
                  </a:lnTo>
                  <a:lnTo>
                    <a:pt x="1860175" y="2243753"/>
                  </a:lnTo>
                  <a:lnTo>
                    <a:pt x="1862358" y="2243411"/>
                  </a:lnTo>
                  <a:lnTo>
                    <a:pt x="1864192" y="2243913"/>
                  </a:lnTo>
                  <a:lnTo>
                    <a:pt x="1864017" y="2244697"/>
                  </a:lnTo>
                  <a:lnTo>
                    <a:pt x="1862556" y="2247246"/>
                  </a:lnTo>
                  <a:lnTo>
                    <a:pt x="1862130" y="2248851"/>
                  </a:lnTo>
                  <a:lnTo>
                    <a:pt x="1860190" y="2250198"/>
                  </a:lnTo>
                  <a:lnTo>
                    <a:pt x="1856294" y="2252305"/>
                  </a:lnTo>
                  <a:lnTo>
                    <a:pt x="1855298" y="2253112"/>
                  </a:lnTo>
                  <a:lnTo>
                    <a:pt x="1855518" y="2253279"/>
                  </a:lnTo>
                  <a:lnTo>
                    <a:pt x="1859087" y="2251727"/>
                  </a:lnTo>
                  <a:lnTo>
                    <a:pt x="1860882" y="2251331"/>
                  </a:lnTo>
                  <a:lnTo>
                    <a:pt x="1862024" y="2251324"/>
                  </a:lnTo>
                  <a:lnTo>
                    <a:pt x="1863309" y="2249825"/>
                  </a:lnTo>
                  <a:lnTo>
                    <a:pt x="1865326" y="2249330"/>
                  </a:lnTo>
                  <a:lnTo>
                    <a:pt x="1867296" y="2250274"/>
                  </a:lnTo>
                  <a:lnTo>
                    <a:pt x="1870302" y="2247695"/>
                  </a:lnTo>
                  <a:lnTo>
                    <a:pt x="1871375" y="2247360"/>
                  </a:lnTo>
                  <a:lnTo>
                    <a:pt x="1873201" y="2247657"/>
                  </a:lnTo>
                  <a:lnTo>
                    <a:pt x="1874380" y="2247185"/>
                  </a:lnTo>
                  <a:lnTo>
                    <a:pt x="1876366" y="2245427"/>
                  </a:lnTo>
                  <a:lnTo>
                    <a:pt x="1877865" y="2244575"/>
                  </a:lnTo>
                  <a:lnTo>
                    <a:pt x="1878177" y="2244651"/>
                  </a:lnTo>
                  <a:lnTo>
                    <a:pt x="1878496" y="2245359"/>
                  </a:lnTo>
                  <a:lnTo>
                    <a:pt x="1878641" y="2247390"/>
                  </a:lnTo>
                  <a:lnTo>
                    <a:pt x="1878291" y="2249186"/>
                  </a:lnTo>
                  <a:lnTo>
                    <a:pt x="1877804" y="2250327"/>
                  </a:lnTo>
                  <a:lnTo>
                    <a:pt x="1876191" y="2252846"/>
                  </a:lnTo>
                  <a:lnTo>
                    <a:pt x="1875202" y="2253728"/>
                  </a:lnTo>
                  <a:lnTo>
                    <a:pt x="1874281" y="2254063"/>
                  </a:lnTo>
                  <a:lnTo>
                    <a:pt x="1872660" y="2253926"/>
                  </a:lnTo>
                  <a:lnTo>
                    <a:pt x="1871953" y="2254314"/>
                  </a:lnTo>
                  <a:lnTo>
                    <a:pt x="1870431" y="2256285"/>
                  </a:lnTo>
                  <a:lnTo>
                    <a:pt x="1867745" y="2258286"/>
                  </a:lnTo>
                  <a:lnTo>
                    <a:pt x="1866071" y="2259062"/>
                  </a:lnTo>
                  <a:lnTo>
                    <a:pt x="1867129" y="2260142"/>
                  </a:lnTo>
                  <a:lnTo>
                    <a:pt x="1867517" y="2262227"/>
                  </a:lnTo>
                  <a:lnTo>
                    <a:pt x="1866931" y="2262874"/>
                  </a:lnTo>
                  <a:lnTo>
                    <a:pt x="1864048" y="2263513"/>
                  </a:lnTo>
                  <a:lnTo>
                    <a:pt x="1863926" y="2263863"/>
                  </a:lnTo>
                  <a:lnTo>
                    <a:pt x="1862899" y="2264327"/>
                  </a:lnTo>
                  <a:lnTo>
                    <a:pt x="1860517" y="2265050"/>
                  </a:lnTo>
                  <a:lnTo>
                    <a:pt x="1862138" y="2265369"/>
                  </a:lnTo>
                  <a:lnTo>
                    <a:pt x="1865143" y="2264860"/>
                  </a:lnTo>
                  <a:lnTo>
                    <a:pt x="1865463" y="2265209"/>
                  </a:lnTo>
                  <a:lnTo>
                    <a:pt x="1865052" y="2266670"/>
                  </a:lnTo>
                  <a:lnTo>
                    <a:pt x="1864253" y="2268177"/>
                  </a:lnTo>
                  <a:lnTo>
                    <a:pt x="1860692" y="2272050"/>
                  </a:lnTo>
                  <a:lnTo>
                    <a:pt x="1860646" y="2272438"/>
                  </a:lnTo>
                  <a:lnTo>
                    <a:pt x="1861202" y="2274332"/>
                  </a:lnTo>
                  <a:lnTo>
                    <a:pt x="1861894" y="2275763"/>
                  </a:lnTo>
                  <a:lnTo>
                    <a:pt x="1862754" y="2276775"/>
                  </a:lnTo>
                  <a:lnTo>
                    <a:pt x="1864732" y="2276828"/>
                  </a:lnTo>
                  <a:lnTo>
                    <a:pt x="1866193" y="2276386"/>
                  </a:lnTo>
                  <a:lnTo>
                    <a:pt x="1868331" y="2273807"/>
                  </a:lnTo>
                  <a:lnTo>
                    <a:pt x="1873048" y="2265750"/>
                  </a:lnTo>
                  <a:lnTo>
                    <a:pt x="1877264" y="2263497"/>
                  </a:lnTo>
                  <a:lnTo>
                    <a:pt x="1880771" y="2260994"/>
                  </a:lnTo>
                  <a:lnTo>
                    <a:pt x="1881578" y="2261497"/>
                  </a:lnTo>
                  <a:lnTo>
                    <a:pt x="1881951" y="2262082"/>
                  </a:lnTo>
                  <a:lnTo>
                    <a:pt x="1881821" y="2262691"/>
                  </a:lnTo>
                  <a:lnTo>
                    <a:pt x="1880048" y="2264753"/>
                  </a:lnTo>
                  <a:lnTo>
                    <a:pt x="1879120" y="2266450"/>
                  </a:lnTo>
                  <a:lnTo>
                    <a:pt x="1876716" y="2271662"/>
                  </a:lnTo>
                  <a:lnTo>
                    <a:pt x="1875795" y="2274112"/>
                  </a:lnTo>
                  <a:lnTo>
                    <a:pt x="1875331" y="2276691"/>
                  </a:lnTo>
                  <a:lnTo>
                    <a:pt x="1875453" y="2281134"/>
                  </a:lnTo>
                  <a:lnTo>
                    <a:pt x="1875711" y="2281903"/>
                  </a:lnTo>
                  <a:lnTo>
                    <a:pt x="1876465" y="2282930"/>
                  </a:lnTo>
                  <a:lnTo>
                    <a:pt x="1877865" y="2282047"/>
                  </a:lnTo>
                  <a:lnTo>
                    <a:pt x="1880246" y="2279848"/>
                  </a:lnTo>
                  <a:lnTo>
                    <a:pt x="1881783" y="2277748"/>
                  </a:lnTo>
                  <a:lnTo>
                    <a:pt x="1882985" y="2274317"/>
                  </a:lnTo>
                  <a:lnTo>
                    <a:pt x="1883723" y="2273001"/>
                  </a:lnTo>
                  <a:lnTo>
                    <a:pt x="1884522" y="2273016"/>
                  </a:lnTo>
                  <a:lnTo>
                    <a:pt x="1885237" y="2273769"/>
                  </a:lnTo>
                  <a:lnTo>
                    <a:pt x="1885412" y="2275420"/>
                  </a:lnTo>
                  <a:lnTo>
                    <a:pt x="1886074" y="2277672"/>
                  </a:lnTo>
                  <a:lnTo>
                    <a:pt x="1886470" y="2279955"/>
                  </a:lnTo>
                  <a:lnTo>
                    <a:pt x="1886150" y="2282466"/>
                  </a:lnTo>
                  <a:lnTo>
                    <a:pt x="1885831" y="2283835"/>
                  </a:lnTo>
                  <a:lnTo>
                    <a:pt x="1880946" y="2293970"/>
                  </a:lnTo>
                  <a:lnTo>
                    <a:pt x="1881464" y="2295766"/>
                  </a:lnTo>
                  <a:lnTo>
                    <a:pt x="1881593" y="2296853"/>
                  </a:lnTo>
                  <a:lnTo>
                    <a:pt x="1881441" y="2298002"/>
                  </a:lnTo>
                  <a:lnTo>
                    <a:pt x="1879889" y="2302826"/>
                  </a:lnTo>
                  <a:lnTo>
                    <a:pt x="1878390" y="2305832"/>
                  </a:lnTo>
                  <a:lnTo>
                    <a:pt x="1877583" y="2307117"/>
                  </a:lnTo>
                  <a:lnTo>
                    <a:pt x="1876624" y="2307909"/>
                  </a:lnTo>
                  <a:lnTo>
                    <a:pt x="1875514" y="2308198"/>
                  </a:lnTo>
                  <a:lnTo>
                    <a:pt x="1874517" y="2307764"/>
                  </a:lnTo>
                  <a:lnTo>
                    <a:pt x="1873634" y="2306608"/>
                  </a:lnTo>
                  <a:lnTo>
                    <a:pt x="1872858" y="2306007"/>
                  </a:lnTo>
                  <a:lnTo>
                    <a:pt x="1872181" y="2305968"/>
                  </a:lnTo>
                  <a:lnTo>
                    <a:pt x="1870926" y="2306182"/>
                  </a:lnTo>
                  <a:lnTo>
                    <a:pt x="1867631" y="2308632"/>
                  </a:lnTo>
                  <a:lnTo>
                    <a:pt x="1866954" y="2308761"/>
                  </a:lnTo>
                  <a:lnTo>
                    <a:pt x="1866482" y="2308434"/>
                  </a:lnTo>
                  <a:lnTo>
                    <a:pt x="1865919" y="2307148"/>
                  </a:lnTo>
                  <a:lnTo>
                    <a:pt x="1866368" y="2300673"/>
                  </a:lnTo>
                  <a:lnTo>
                    <a:pt x="1866665" y="2298527"/>
                  </a:lnTo>
                  <a:lnTo>
                    <a:pt x="1866011" y="2296869"/>
                  </a:lnTo>
                  <a:lnTo>
                    <a:pt x="1866703" y="2294084"/>
                  </a:lnTo>
                  <a:lnTo>
                    <a:pt x="1866726" y="2293026"/>
                  </a:lnTo>
                  <a:lnTo>
                    <a:pt x="1866322" y="2292631"/>
                  </a:lnTo>
                  <a:lnTo>
                    <a:pt x="1865493" y="2292889"/>
                  </a:lnTo>
                  <a:lnTo>
                    <a:pt x="1864230" y="2294290"/>
                  </a:lnTo>
                  <a:lnTo>
                    <a:pt x="1862541" y="2296823"/>
                  </a:lnTo>
                  <a:lnTo>
                    <a:pt x="1860707" y="2299075"/>
                  </a:lnTo>
                  <a:lnTo>
                    <a:pt x="1857512" y="2302187"/>
                  </a:lnTo>
                  <a:lnTo>
                    <a:pt x="1856097" y="2302803"/>
                  </a:lnTo>
                  <a:lnTo>
                    <a:pt x="1855533" y="2302651"/>
                  </a:lnTo>
                  <a:lnTo>
                    <a:pt x="1854887" y="2302225"/>
                  </a:lnTo>
                  <a:lnTo>
                    <a:pt x="1854012" y="2300924"/>
                  </a:lnTo>
                  <a:lnTo>
                    <a:pt x="1854019" y="2299775"/>
                  </a:lnTo>
                  <a:lnTo>
                    <a:pt x="1854400" y="2298208"/>
                  </a:lnTo>
                  <a:lnTo>
                    <a:pt x="1855739" y="2294502"/>
                  </a:lnTo>
                  <a:lnTo>
                    <a:pt x="1858349" y="2289002"/>
                  </a:lnTo>
                  <a:lnTo>
                    <a:pt x="1860517" y="2285076"/>
                  </a:lnTo>
                  <a:lnTo>
                    <a:pt x="1860936" y="2283394"/>
                  </a:lnTo>
                  <a:lnTo>
                    <a:pt x="1860327" y="2282664"/>
                  </a:lnTo>
                  <a:lnTo>
                    <a:pt x="1859840" y="2281226"/>
                  </a:lnTo>
                  <a:lnTo>
                    <a:pt x="1859011" y="2276949"/>
                  </a:lnTo>
                  <a:lnTo>
                    <a:pt x="1857961" y="2273427"/>
                  </a:lnTo>
                  <a:lnTo>
                    <a:pt x="1856713" y="2271860"/>
                  </a:lnTo>
                  <a:lnTo>
                    <a:pt x="1853624" y="2270140"/>
                  </a:lnTo>
                  <a:lnTo>
                    <a:pt x="1853053" y="2270558"/>
                  </a:lnTo>
                  <a:lnTo>
                    <a:pt x="1852726" y="2272940"/>
                  </a:lnTo>
                  <a:lnTo>
                    <a:pt x="1849081" y="2279757"/>
                  </a:lnTo>
                  <a:lnTo>
                    <a:pt x="1848442" y="2282709"/>
                  </a:lnTo>
                  <a:lnTo>
                    <a:pt x="1847986" y="2283805"/>
                  </a:lnTo>
                  <a:lnTo>
                    <a:pt x="1847301" y="2284551"/>
                  </a:lnTo>
                  <a:lnTo>
                    <a:pt x="1845711" y="2285456"/>
                  </a:lnTo>
                  <a:lnTo>
                    <a:pt x="1846144" y="2283881"/>
                  </a:lnTo>
                  <a:lnTo>
                    <a:pt x="1847834" y="2280381"/>
                  </a:lnTo>
                  <a:lnTo>
                    <a:pt x="1847605" y="2280039"/>
                  </a:lnTo>
                  <a:lnTo>
                    <a:pt x="1845460" y="2282854"/>
                  </a:lnTo>
                  <a:lnTo>
                    <a:pt x="1843824" y="2284414"/>
                  </a:lnTo>
                  <a:lnTo>
                    <a:pt x="1841830" y="2284817"/>
                  </a:lnTo>
                  <a:lnTo>
                    <a:pt x="1840613" y="2284718"/>
                  </a:lnTo>
                  <a:lnTo>
                    <a:pt x="1839434" y="2285152"/>
                  </a:lnTo>
                  <a:lnTo>
                    <a:pt x="1834443" y="2291771"/>
                  </a:lnTo>
                  <a:lnTo>
                    <a:pt x="1834260" y="2293977"/>
                  </a:lnTo>
                  <a:lnTo>
                    <a:pt x="1833393" y="2295781"/>
                  </a:lnTo>
                  <a:lnTo>
                    <a:pt x="1830935" y="2299030"/>
                  </a:lnTo>
                  <a:lnTo>
                    <a:pt x="1829634" y="2300156"/>
                  </a:lnTo>
                  <a:lnTo>
                    <a:pt x="1827808" y="2300354"/>
                  </a:lnTo>
                  <a:lnTo>
                    <a:pt x="1826142" y="2299790"/>
                  </a:lnTo>
                  <a:lnTo>
                    <a:pt x="1825046" y="2299897"/>
                  </a:lnTo>
                  <a:lnTo>
                    <a:pt x="1822451" y="2300909"/>
                  </a:lnTo>
                  <a:lnTo>
                    <a:pt x="1819545" y="2301350"/>
                  </a:lnTo>
                  <a:lnTo>
                    <a:pt x="1818343" y="2301145"/>
                  </a:lnTo>
                  <a:lnTo>
                    <a:pt x="1817574" y="2300726"/>
                  </a:lnTo>
                  <a:lnTo>
                    <a:pt x="1816098" y="2299463"/>
                  </a:lnTo>
                  <a:lnTo>
                    <a:pt x="1815923" y="2298565"/>
                  </a:lnTo>
                  <a:lnTo>
                    <a:pt x="1815999" y="2298040"/>
                  </a:lnTo>
                  <a:lnTo>
                    <a:pt x="1816753" y="2296679"/>
                  </a:lnTo>
                  <a:lnTo>
                    <a:pt x="1818480" y="2294967"/>
                  </a:lnTo>
                  <a:lnTo>
                    <a:pt x="1819903" y="2294327"/>
                  </a:lnTo>
                  <a:lnTo>
                    <a:pt x="1823357" y="2293468"/>
                  </a:lnTo>
                  <a:lnTo>
                    <a:pt x="1825891" y="2292182"/>
                  </a:lnTo>
                  <a:lnTo>
                    <a:pt x="1827815" y="2290280"/>
                  </a:lnTo>
                  <a:lnTo>
                    <a:pt x="1828675" y="2289116"/>
                  </a:lnTo>
                  <a:lnTo>
                    <a:pt x="1832304" y="2283135"/>
                  </a:lnTo>
                  <a:lnTo>
                    <a:pt x="1836900" y="2281020"/>
                  </a:lnTo>
                  <a:lnTo>
                    <a:pt x="1839167" y="2279293"/>
                  </a:lnTo>
                  <a:lnTo>
                    <a:pt x="1840750" y="2277102"/>
                  </a:lnTo>
                  <a:lnTo>
                    <a:pt x="1840978" y="2276326"/>
                  </a:lnTo>
                  <a:lnTo>
                    <a:pt x="1838703" y="2277436"/>
                  </a:lnTo>
                  <a:lnTo>
                    <a:pt x="1837532" y="2277710"/>
                  </a:lnTo>
                  <a:lnTo>
                    <a:pt x="1835629" y="2277300"/>
                  </a:lnTo>
                  <a:lnTo>
                    <a:pt x="1834785" y="2276554"/>
                  </a:lnTo>
                  <a:lnTo>
                    <a:pt x="1832183" y="2276790"/>
                  </a:lnTo>
                  <a:lnTo>
                    <a:pt x="1828561" y="2276440"/>
                  </a:lnTo>
                  <a:lnTo>
                    <a:pt x="1828036" y="2277018"/>
                  </a:lnTo>
                  <a:lnTo>
                    <a:pt x="1827564" y="2279940"/>
                  </a:lnTo>
                  <a:lnTo>
                    <a:pt x="1827093" y="2281484"/>
                  </a:lnTo>
                  <a:lnTo>
                    <a:pt x="1826537" y="2282009"/>
                  </a:lnTo>
                  <a:lnTo>
                    <a:pt x="1825731" y="2282314"/>
                  </a:lnTo>
                  <a:lnTo>
                    <a:pt x="1824072" y="2282625"/>
                  </a:lnTo>
                  <a:lnTo>
                    <a:pt x="1819834" y="2281583"/>
                  </a:lnTo>
                  <a:lnTo>
                    <a:pt x="1819051" y="2281012"/>
                  </a:lnTo>
                  <a:lnTo>
                    <a:pt x="1817970" y="2280579"/>
                  </a:lnTo>
                  <a:lnTo>
                    <a:pt x="1813291" y="2281530"/>
                  </a:lnTo>
                  <a:lnTo>
                    <a:pt x="1812309" y="2281438"/>
                  </a:lnTo>
                  <a:lnTo>
                    <a:pt x="1813238" y="2280761"/>
                  </a:lnTo>
                  <a:lnTo>
                    <a:pt x="1817864" y="2278623"/>
                  </a:lnTo>
                  <a:lnTo>
                    <a:pt x="1818350" y="2272438"/>
                  </a:lnTo>
                  <a:lnTo>
                    <a:pt x="1818061" y="2271449"/>
                  </a:lnTo>
                  <a:lnTo>
                    <a:pt x="1816768" y="2272316"/>
                  </a:lnTo>
                  <a:lnTo>
                    <a:pt x="1814592" y="2273206"/>
                  </a:lnTo>
                  <a:lnTo>
                    <a:pt x="1813108" y="2272947"/>
                  </a:lnTo>
                  <a:lnTo>
                    <a:pt x="1812431" y="2272400"/>
                  </a:lnTo>
                  <a:lnTo>
                    <a:pt x="1811807" y="2272864"/>
                  </a:lnTo>
                  <a:lnTo>
                    <a:pt x="1810293" y="2276128"/>
                  </a:lnTo>
                  <a:lnTo>
                    <a:pt x="1809403" y="2276539"/>
                  </a:lnTo>
                  <a:lnTo>
                    <a:pt x="1808064" y="2276660"/>
                  </a:lnTo>
                  <a:lnTo>
                    <a:pt x="1805211" y="2277847"/>
                  </a:lnTo>
                  <a:lnTo>
                    <a:pt x="1799603" y="2278631"/>
                  </a:lnTo>
                  <a:lnTo>
                    <a:pt x="1798492" y="2279491"/>
                  </a:lnTo>
                  <a:lnTo>
                    <a:pt x="1794688" y="2279186"/>
                  </a:lnTo>
                  <a:lnTo>
                    <a:pt x="1783564" y="2277399"/>
                  </a:lnTo>
                  <a:lnTo>
                    <a:pt x="1779585" y="2277573"/>
                  </a:lnTo>
                  <a:lnTo>
                    <a:pt x="1774799" y="2276478"/>
                  </a:lnTo>
                  <a:lnTo>
                    <a:pt x="1773916" y="2276006"/>
                  </a:lnTo>
                  <a:lnTo>
                    <a:pt x="1767213" y="2276196"/>
                  </a:lnTo>
                  <a:lnTo>
                    <a:pt x="1765212" y="2275945"/>
                  </a:lnTo>
                  <a:lnTo>
                    <a:pt x="1765349" y="2274583"/>
                  </a:lnTo>
                  <a:lnTo>
                    <a:pt x="1765136" y="2274233"/>
                  </a:lnTo>
                  <a:lnTo>
                    <a:pt x="1763188" y="2275732"/>
                  </a:lnTo>
                  <a:lnTo>
                    <a:pt x="1761461" y="2276706"/>
                  </a:lnTo>
                  <a:lnTo>
                    <a:pt x="1759239" y="2277535"/>
                  </a:lnTo>
                  <a:lnTo>
                    <a:pt x="1752240" y="2278981"/>
                  </a:lnTo>
                  <a:lnTo>
                    <a:pt x="1748481" y="2279293"/>
                  </a:lnTo>
                  <a:lnTo>
                    <a:pt x="1746297" y="2278289"/>
                  </a:lnTo>
                  <a:lnTo>
                    <a:pt x="1745430" y="2277292"/>
                  </a:lnTo>
                  <a:lnTo>
                    <a:pt x="1744129" y="2274043"/>
                  </a:lnTo>
                  <a:lnTo>
                    <a:pt x="1743239" y="2269957"/>
                  </a:lnTo>
                  <a:lnTo>
                    <a:pt x="1743246" y="2269219"/>
                  </a:lnTo>
                  <a:lnTo>
                    <a:pt x="1743703" y="2267796"/>
                  </a:lnTo>
                  <a:lnTo>
                    <a:pt x="1745171" y="2265826"/>
                  </a:lnTo>
                  <a:lnTo>
                    <a:pt x="1751814" y="2260606"/>
                  </a:lnTo>
                  <a:lnTo>
                    <a:pt x="1757162" y="2255311"/>
                  </a:lnTo>
                  <a:lnTo>
                    <a:pt x="1759414" y="2252549"/>
                  </a:lnTo>
                  <a:lnTo>
                    <a:pt x="1761598" y="2251560"/>
                  </a:lnTo>
                  <a:lnTo>
                    <a:pt x="1765167" y="2249262"/>
                  </a:lnTo>
                  <a:lnTo>
                    <a:pt x="1765281" y="2248988"/>
                  </a:lnTo>
                  <a:lnTo>
                    <a:pt x="1761819" y="2249277"/>
                  </a:lnTo>
                  <a:lnTo>
                    <a:pt x="1759384" y="2248646"/>
                  </a:lnTo>
                  <a:lnTo>
                    <a:pt x="1756896" y="2248395"/>
                  </a:lnTo>
                  <a:lnTo>
                    <a:pt x="1752171" y="2249003"/>
                  </a:lnTo>
                  <a:lnTo>
                    <a:pt x="1747408" y="2249003"/>
                  </a:lnTo>
                  <a:lnTo>
                    <a:pt x="1747393" y="2247824"/>
                  </a:lnTo>
                  <a:lnTo>
                    <a:pt x="1749622" y="2245602"/>
                  </a:lnTo>
                  <a:lnTo>
                    <a:pt x="1754355" y="2241775"/>
                  </a:lnTo>
                  <a:lnTo>
                    <a:pt x="1754834" y="2241760"/>
                  </a:lnTo>
                  <a:lnTo>
                    <a:pt x="1753389" y="2243540"/>
                  </a:lnTo>
                  <a:lnTo>
                    <a:pt x="1752978" y="2244872"/>
                  </a:lnTo>
                  <a:lnTo>
                    <a:pt x="1753601" y="2245755"/>
                  </a:lnTo>
                  <a:lnTo>
                    <a:pt x="1754324" y="2246317"/>
                  </a:lnTo>
                  <a:lnTo>
                    <a:pt x="1757033" y="2246553"/>
                  </a:lnTo>
                  <a:lnTo>
                    <a:pt x="1757657" y="2245777"/>
                  </a:lnTo>
                  <a:lnTo>
                    <a:pt x="1758631" y="2241669"/>
                  </a:lnTo>
                  <a:lnTo>
                    <a:pt x="1760685" y="2236906"/>
                  </a:lnTo>
                  <a:lnTo>
                    <a:pt x="1761796" y="2233459"/>
                  </a:lnTo>
                  <a:lnTo>
                    <a:pt x="1763721" y="2230827"/>
                  </a:lnTo>
                  <a:lnTo>
                    <a:pt x="1764679" y="2230431"/>
                  </a:lnTo>
                  <a:lnTo>
                    <a:pt x="1765532" y="2230925"/>
                  </a:lnTo>
                  <a:lnTo>
                    <a:pt x="1768362" y="2231557"/>
                  </a:lnTo>
                  <a:lnTo>
                    <a:pt x="1771276" y="2233969"/>
                  </a:lnTo>
                  <a:lnTo>
                    <a:pt x="1772220" y="2234174"/>
                  </a:lnTo>
                  <a:lnTo>
                    <a:pt x="1772539" y="2233953"/>
                  </a:lnTo>
                  <a:lnTo>
                    <a:pt x="1771474" y="2233246"/>
                  </a:lnTo>
                  <a:lnTo>
                    <a:pt x="1770591" y="2232112"/>
                  </a:lnTo>
                  <a:lnTo>
                    <a:pt x="1770226" y="2231047"/>
                  </a:lnTo>
                  <a:lnTo>
                    <a:pt x="1771291" y="2227715"/>
                  </a:lnTo>
                  <a:lnTo>
                    <a:pt x="1772539" y="2226756"/>
                  </a:lnTo>
                  <a:lnTo>
                    <a:pt x="1772760" y="2226094"/>
                  </a:lnTo>
                  <a:lnTo>
                    <a:pt x="1770264" y="2226086"/>
                  </a:lnTo>
                  <a:lnTo>
                    <a:pt x="1768256" y="2225151"/>
                  </a:lnTo>
                  <a:lnTo>
                    <a:pt x="1767662" y="2223636"/>
                  </a:lnTo>
                  <a:lnTo>
                    <a:pt x="1767776" y="2220966"/>
                  </a:lnTo>
                  <a:lnTo>
                    <a:pt x="1768431" y="2219376"/>
                  </a:lnTo>
                  <a:lnTo>
                    <a:pt x="1770036" y="2217268"/>
                  </a:lnTo>
                  <a:lnTo>
                    <a:pt x="1771992" y="2215860"/>
                  </a:lnTo>
                  <a:lnTo>
                    <a:pt x="1773156" y="2216218"/>
                  </a:lnTo>
                  <a:lnTo>
                    <a:pt x="1775400" y="2218112"/>
                  </a:lnTo>
                  <a:lnTo>
                    <a:pt x="1776785" y="2217580"/>
                  </a:lnTo>
                  <a:lnTo>
                    <a:pt x="1776625" y="2216971"/>
                  </a:lnTo>
                  <a:lnTo>
                    <a:pt x="1774518" y="2213958"/>
                  </a:lnTo>
                  <a:lnTo>
                    <a:pt x="1773848" y="2211721"/>
                  </a:lnTo>
                  <a:lnTo>
                    <a:pt x="1773909" y="2210656"/>
                  </a:lnTo>
                  <a:lnTo>
                    <a:pt x="1778474" y="2199951"/>
                  </a:lnTo>
                  <a:lnTo>
                    <a:pt x="1780703" y="2194176"/>
                  </a:lnTo>
                  <a:lnTo>
                    <a:pt x="1783747" y="2185343"/>
                  </a:lnTo>
                  <a:lnTo>
                    <a:pt x="1784447" y="2183927"/>
                  </a:lnTo>
                  <a:lnTo>
                    <a:pt x="1785991" y="2181310"/>
                  </a:lnTo>
                  <a:lnTo>
                    <a:pt x="1786630" y="2180595"/>
                  </a:lnTo>
                  <a:lnTo>
                    <a:pt x="1788616" y="2180587"/>
                  </a:lnTo>
                  <a:lnTo>
                    <a:pt x="1789849" y="2180267"/>
                  </a:lnTo>
                  <a:lnTo>
                    <a:pt x="1788046" y="2179111"/>
                  </a:lnTo>
                  <a:lnTo>
                    <a:pt x="1787399" y="2178305"/>
                  </a:lnTo>
                  <a:lnTo>
                    <a:pt x="1787323" y="2177452"/>
                  </a:lnTo>
                  <a:lnTo>
                    <a:pt x="1787817" y="2176562"/>
                  </a:lnTo>
                  <a:lnTo>
                    <a:pt x="1788517" y="2175900"/>
                  </a:lnTo>
                  <a:lnTo>
                    <a:pt x="1790876" y="2174470"/>
                  </a:lnTo>
                  <a:lnTo>
                    <a:pt x="1792550" y="2172111"/>
                  </a:lnTo>
                  <a:lnTo>
                    <a:pt x="1793569" y="2169326"/>
                  </a:lnTo>
                  <a:lnTo>
                    <a:pt x="1793417" y="2168375"/>
                  </a:lnTo>
                  <a:lnTo>
                    <a:pt x="1792892" y="2167432"/>
                  </a:lnTo>
                  <a:lnTo>
                    <a:pt x="1792923" y="2166922"/>
                  </a:lnTo>
                  <a:lnTo>
                    <a:pt x="1794193" y="2166344"/>
                  </a:lnTo>
                  <a:lnTo>
                    <a:pt x="1797427" y="2163027"/>
                  </a:lnTo>
                  <a:lnTo>
                    <a:pt x="1797845" y="2162395"/>
                  </a:lnTo>
                  <a:lnTo>
                    <a:pt x="1799025" y="2157959"/>
                  </a:lnTo>
                  <a:lnTo>
                    <a:pt x="1800470" y="2155989"/>
                  </a:lnTo>
                  <a:lnTo>
                    <a:pt x="1801825" y="2154977"/>
                  </a:lnTo>
                  <a:lnTo>
                    <a:pt x="1803985" y="2153721"/>
                  </a:lnTo>
                  <a:lnTo>
                    <a:pt x="1810620" y="2150670"/>
                  </a:lnTo>
                  <a:lnTo>
                    <a:pt x="1814500" y="2147939"/>
                  </a:lnTo>
                  <a:lnTo>
                    <a:pt x="1817141" y="2148091"/>
                  </a:lnTo>
                  <a:lnTo>
                    <a:pt x="1817917" y="2149993"/>
                  </a:lnTo>
                  <a:lnTo>
                    <a:pt x="1821668" y="2151256"/>
                  </a:lnTo>
                  <a:lnTo>
                    <a:pt x="1822322" y="2149902"/>
                  </a:lnTo>
                  <a:lnTo>
                    <a:pt x="1821447" y="2148243"/>
                  </a:lnTo>
                  <a:lnTo>
                    <a:pt x="1822177" y="2147574"/>
                  </a:lnTo>
                  <a:lnTo>
                    <a:pt x="1825267" y="2146973"/>
                  </a:lnTo>
                  <a:lnTo>
                    <a:pt x="1825799" y="2147193"/>
                  </a:lnTo>
                  <a:lnTo>
                    <a:pt x="1826728" y="2148137"/>
                  </a:lnTo>
                  <a:lnTo>
                    <a:pt x="1826621" y="2149042"/>
                  </a:lnTo>
                  <a:close/>
                  <a:moveTo>
                    <a:pt x="294765" y="2179423"/>
                  </a:moveTo>
                  <a:lnTo>
                    <a:pt x="305364" y="2183608"/>
                  </a:lnTo>
                  <a:lnTo>
                    <a:pt x="315978" y="2185670"/>
                  </a:lnTo>
                  <a:lnTo>
                    <a:pt x="323769" y="2188112"/>
                  </a:lnTo>
                  <a:lnTo>
                    <a:pt x="328547" y="2188858"/>
                  </a:lnTo>
                  <a:lnTo>
                    <a:pt x="330274" y="2189390"/>
                  </a:lnTo>
                  <a:lnTo>
                    <a:pt x="331385" y="2190250"/>
                  </a:lnTo>
                  <a:lnTo>
                    <a:pt x="332701" y="2192320"/>
                  </a:lnTo>
                  <a:lnTo>
                    <a:pt x="334976" y="2197235"/>
                  </a:lnTo>
                  <a:lnTo>
                    <a:pt x="336703" y="2200369"/>
                  </a:lnTo>
                  <a:lnTo>
                    <a:pt x="340264" y="2205794"/>
                  </a:lnTo>
                  <a:lnTo>
                    <a:pt x="343079" y="2209637"/>
                  </a:lnTo>
                  <a:lnTo>
                    <a:pt x="343719" y="2211158"/>
                  </a:lnTo>
                  <a:lnTo>
                    <a:pt x="343125" y="2211645"/>
                  </a:lnTo>
                  <a:lnTo>
                    <a:pt x="343163" y="2212543"/>
                  </a:lnTo>
                  <a:lnTo>
                    <a:pt x="345301" y="2216256"/>
                  </a:lnTo>
                  <a:lnTo>
                    <a:pt x="349311" y="2219581"/>
                  </a:lnTo>
                  <a:lnTo>
                    <a:pt x="352446" y="2221163"/>
                  </a:lnTo>
                  <a:lnTo>
                    <a:pt x="359065" y="2223766"/>
                  </a:lnTo>
                  <a:lnTo>
                    <a:pt x="363128" y="2226269"/>
                  </a:lnTo>
                  <a:lnTo>
                    <a:pt x="364383" y="2228004"/>
                  </a:lnTo>
                  <a:lnTo>
                    <a:pt x="366149" y="2229685"/>
                  </a:lnTo>
                  <a:lnTo>
                    <a:pt x="366887" y="2230842"/>
                  </a:lnTo>
                  <a:lnTo>
                    <a:pt x="368332" y="2235133"/>
                  </a:lnTo>
                  <a:lnTo>
                    <a:pt x="371018" y="2239257"/>
                  </a:lnTo>
                  <a:lnTo>
                    <a:pt x="373788" y="2247056"/>
                  </a:lnTo>
                  <a:lnTo>
                    <a:pt x="374305" y="2246409"/>
                  </a:lnTo>
                  <a:lnTo>
                    <a:pt x="374625" y="2244088"/>
                  </a:lnTo>
                  <a:lnTo>
                    <a:pt x="374944" y="2243571"/>
                  </a:lnTo>
                  <a:lnTo>
                    <a:pt x="375530" y="2243327"/>
                  </a:lnTo>
                  <a:lnTo>
                    <a:pt x="376078" y="2244225"/>
                  </a:lnTo>
                  <a:lnTo>
                    <a:pt x="376580" y="2246280"/>
                  </a:lnTo>
                  <a:lnTo>
                    <a:pt x="378338" y="2251141"/>
                  </a:lnTo>
                  <a:lnTo>
                    <a:pt x="377767" y="2252564"/>
                  </a:lnTo>
                  <a:lnTo>
                    <a:pt x="377257" y="2252709"/>
                  </a:lnTo>
                  <a:lnTo>
                    <a:pt x="374876" y="2252047"/>
                  </a:lnTo>
                  <a:lnTo>
                    <a:pt x="374054" y="2252914"/>
                  </a:lnTo>
                  <a:lnTo>
                    <a:pt x="372943" y="2254679"/>
                  </a:lnTo>
                  <a:lnTo>
                    <a:pt x="372159" y="2255387"/>
                  </a:lnTo>
                  <a:lnTo>
                    <a:pt x="371703" y="2255044"/>
                  </a:lnTo>
                  <a:lnTo>
                    <a:pt x="364817" y="2253348"/>
                  </a:lnTo>
                  <a:lnTo>
                    <a:pt x="360579" y="2251750"/>
                  </a:lnTo>
                  <a:lnTo>
                    <a:pt x="355010" y="2249216"/>
                  </a:lnTo>
                  <a:lnTo>
                    <a:pt x="348322" y="2246576"/>
                  </a:lnTo>
                  <a:lnTo>
                    <a:pt x="344502" y="2244765"/>
                  </a:lnTo>
                  <a:lnTo>
                    <a:pt x="341322" y="2242894"/>
                  </a:lnTo>
                  <a:lnTo>
                    <a:pt x="339108" y="2241303"/>
                  </a:lnTo>
                  <a:lnTo>
                    <a:pt x="338689" y="2239949"/>
                  </a:lnTo>
                  <a:lnTo>
                    <a:pt x="338788" y="2239310"/>
                  </a:lnTo>
                  <a:lnTo>
                    <a:pt x="343079" y="2234973"/>
                  </a:lnTo>
                  <a:lnTo>
                    <a:pt x="344898" y="2232637"/>
                  </a:lnTo>
                  <a:lnTo>
                    <a:pt x="345598" y="2230849"/>
                  </a:lnTo>
                  <a:lnTo>
                    <a:pt x="345956" y="2228955"/>
                  </a:lnTo>
                  <a:lnTo>
                    <a:pt x="345689" y="2226642"/>
                  </a:lnTo>
                  <a:lnTo>
                    <a:pt x="345514" y="2226817"/>
                  </a:lnTo>
                  <a:lnTo>
                    <a:pt x="345134" y="2229038"/>
                  </a:lnTo>
                  <a:lnTo>
                    <a:pt x="344502" y="2231009"/>
                  </a:lnTo>
                  <a:lnTo>
                    <a:pt x="343726" y="2232554"/>
                  </a:lnTo>
                  <a:lnTo>
                    <a:pt x="343239" y="2233101"/>
                  </a:lnTo>
                  <a:lnTo>
                    <a:pt x="338096" y="2233855"/>
                  </a:lnTo>
                  <a:lnTo>
                    <a:pt x="333942" y="2233619"/>
                  </a:lnTo>
                  <a:lnTo>
                    <a:pt x="331857" y="2235475"/>
                  </a:lnTo>
                  <a:lnTo>
                    <a:pt x="331233" y="2235711"/>
                  </a:lnTo>
                  <a:lnTo>
                    <a:pt x="330084" y="2235095"/>
                  </a:lnTo>
                  <a:lnTo>
                    <a:pt x="327581" y="2232614"/>
                  </a:lnTo>
                  <a:lnTo>
                    <a:pt x="323990" y="2230575"/>
                  </a:lnTo>
                  <a:lnTo>
                    <a:pt x="324340" y="2230073"/>
                  </a:lnTo>
                  <a:lnTo>
                    <a:pt x="326683" y="2229038"/>
                  </a:lnTo>
                  <a:lnTo>
                    <a:pt x="327923" y="2227517"/>
                  </a:lnTo>
                  <a:lnTo>
                    <a:pt x="327703" y="2227273"/>
                  </a:lnTo>
                  <a:lnTo>
                    <a:pt x="326873" y="2227364"/>
                  </a:lnTo>
                  <a:lnTo>
                    <a:pt x="326135" y="2227053"/>
                  </a:lnTo>
                  <a:lnTo>
                    <a:pt x="324674" y="2225082"/>
                  </a:lnTo>
                  <a:lnTo>
                    <a:pt x="323845" y="2224542"/>
                  </a:lnTo>
                  <a:lnTo>
                    <a:pt x="322080" y="2225432"/>
                  </a:lnTo>
                  <a:lnTo>
                    <a:pt x="321365" y="2225478"/>
                  </a:lnTo>
                  <a:lnTo>
                    <a:pt x="320680" y="2224176"/>
                  </a:lnTo>
                  <a:lnTo>
                    <a:pt x="321661" y="2221171"/>
                  </a:lnTo>
                  <a:lnTo>
                    <a:pt x="321715" y="2220464"/>
                  </a:lnTo>
                  <a:lnTo>
                    <a:pt x="319904" y="2221559"/>
                  </a:lnTo>
                  <a:lnTo>
                    <a:pt x="319303" y="2221202"/>
                  </a:lnTo>
                  <a:lnTo>
                    <a:pt x="318732" y="2220228"/>
                  </a:lnTo>
                  <a:lnTo>
                    <a:pt x="318199" y="2219817"/>
                  </a:lnTo>
                  <a:lnTo>
                    <a:pt x="316731" y="2220015"/>
                  </a:lnTo>
                  <a:lnTo>
                    <a:pt x="315133" y="2219117"/>
                  </a:lnTo>
                  <a:lnTo>
                    <a:pt x="314578" y="2219467"/>
                  </a:lnTo>
                  <a:lnTo>
                    <a:pt x="314365" y="2220768"/>
                  </a:lnTo>
                  <a:lnTo>
                    <a:pt x="313832" y="2221095"/>
                  </a:lnTo>
                  <a:lnTo>
                    <a:pt x="311397" y="2218904"/>
                  </a:lnTo>
                  <a:lnTo>
                    <a:pt x="310842" y="2218835"/>
                  </a:lnTo>
                  <a:lnTo>
                    <a:pt x="309663" y="2220509"/>
                  </a:lnTo>
                  <a:lnTo>
                    <a:pt x="309252" y="2220616"/>
                  </a:lnTo>
                  <a:lnTo>
                    <a:pt x="308620" y="2219893"/>
                  </a:lnTo>
                  <a:lnTo>
                    <a:pt x="308301" y="2215815"/>
                  </a:lnTo>
                  <a:lnTo>
                    <a:pt x="308438" y="2214658"/>
                  </a:lnTo>
                  <a:lnTo>
                    <a:pt x="308772" y="2214270"/>
                  </a:lnTo>
                  <a:lnTo>
                    <a:pt x="310888" y="2213319"/>
                  </a:lnTo>
                  <a:lnTo>
                    <a:pt x="316974" y="2212307"/>
                  </a:lnTo>
                  <a:lnTo>
                    <a:pt x="317484" y="2211577"/>
                  </a:lnTo>
                  <a:lnTo>
                    <a:pt x="312919" y="2211950"/>
                  </a:lnTo>
                  <a:lnTo>
                    <a:pt x="311732" y="2211394"/>
                  </a:lnTo>
                  <a:lnTo>
                    <a:pt x="310462" y="2209994"/>
                  </a:lnTo>
                  <a:lnTo>
                    <a:pt x="309130" y="2210017"/>
                  </a:lnTo>
                  <a:lnTo>
                    <a:pt x="308430" y="2209560"/>
                  </a:lnTo>
                  <a:lnTo>
                    <a:pt x="307692" y="2208549"/>
                  </a:lnTo>
                  <a:lnTo>
                    <a:pt x="305767" y="2204843"/>
                  </a:lnTo>
                  <a:lnTo>
                    <a:pt x="304451" y="2203900"/>
                  </a:lnTo>
                  <a:lnTo>
                    <a:pt x="302214" y="2203306"/>
                  </a:lnTo>
                  <a:lnTo>
                    <a:pt x="301065" y="2202606"/>
                  </a:lnTo>
                  <a:lnTo>
                    <a:pt x="300578" y="2202918"/>
                  </a:lnTo>
                  <a:lnTo>
                    <a:pt x="300114" y="2203976"/>
                  </a:lnTo>
                  <a:lnTo>
                    <a:pt x="299490" y="2204638"/>
                  </a:lnTo>
                  <a:lnTo>
                    <a:pt x="297961" y="2205011"/>
                  </a:lnTo>
                  <a:lnTo>
                    <a:pt x="296561" y="2204737"/>
                  </a:lnTo>
                  <a:lnTo>
                    <a:pt x="295465" y="2203725"/>
                  </a:lnTo>
                  <a:lnTo>
                    <a:pt x="294818" y="2202447"/>
                  </a:lnTo>
                  <a:lnTo>
                    <a:pt x="294567" y="2201016"/>
                  </a:lnTo>
                  <a:lnTo>
                    <a:pt x="295176" y="2199099"/>
                  </a:lnTo>
                  <a:lnTo>
                    <a:pt x="295168" y="2198338"/>
                  </a:lnTo>
                  <a:lnTo>
                    <a:pt x="294894" y="2197448"/>
                  </a:lnTo>
                  <a:lnTo>
                    <a:pt x="294400" y="2196732"/>
                  </a:lnTo>
                  <a:lnTo>
                    <a:pt x="293669" y="2196185"/>
                  </a:lnTo>
                  <a:lnTo>
                    <a:pt x="293274" y="2196474"/>
                  </a:lnTo>
                  <a:lnTo>
                    <a:pt x="293205" y="2197592"/>
                  </a:lnTo>
                  <a:lnTo>
                    <a:pt x="292810" y="2198414"/>
                  </a:lnTo>
                  <a:lnTo>
                    <a:pt x="291539" y="2199038"/>
                  </a:lnTo>
                  <a:lnTo>
                    <a:pt x="290504" y="2197942"/>
                  </a:lnTo>
                  <a:lnTo>
                    <a:pt x="289819" y="2196421"/>
                  </a:lnTo>
                  <a:lnTo>
                    <a:pt x="289028" y="2195340"/>
                  </a:lnTo>
                  <a:lnTo>
                    <a:pt x="284592" y="2195340"/>
                  </a:lnTo>
                  <a:lnTo>
                    <a:pt x="282546" y="2196740"/>
                  </a:lnTo>
                  <a:lnTo>
                    <a:pt x="281572" y="2196854"/>
                  </a:lnTo>
                  <a:lnTo>
                    <a:pt x="280552" y="2196520"/>
                  </a:lnTo>
                  <a:lnTo>
                    <a:pt x="280362" y="2195774"/>
                  </a:lnTo>
                  <a:lnTo>
                    <a:pt x="281321" y="2193735"/>
                  </a:lnTo>
                  <a:lnTo>
                    <a:pt x="281085" y="2191011"/>
                  </a:lnTo>
                  <a:lnTo>
                    <a:pt x="280834" y="2190326"/>
                  </a:lnTo>
                  <a:lnTo>
                    <a:pt x="278787" y="2189908"/>
                  </a:lnTo>
                  <a:lnTo>
                    <a:pt x="278445" y="2189253"/>
                  </a:lnTo>
                  <a:lnTo>
                    <a:pt x="279662" y="2185936"/>
                  </a:lnTo>
                  <a:lnTo>
                    <a:pt x="280339" y="2185304"/>
                  </a:lnTo>
                  <a:lnTo>
                    <a:pt x="281245" y="2185069"/>
                  </a:lnTo>
                  <a:lnTo>
                    <a:pt x="285308" y="2184795"/>
                  </a:lnTo>
                  <a:lnTo>
                    <a:pt x="286662" y="2185274"/>
                  </a:lnTo>
                  <a:lnTo>
                    <a:pt x="288617" y="2187290"/>
                  </a:lnTo>
                  <a:lnTo>
                    <a:pt x="288556" y="2186529"/>
                  </a:lnTo>
                  <a:lnTo>
                    <a:pt x="287818" y="2184239"/>
                  </a:lnTo>
                  <a:lnTo>
                    <a:pt x="287712" y="2182862"/>
                  </a:lnTo>
                  <a:lnTo>
                    <a:pt x="289059" y="2181310"/>
                  </a:lnTo>
                  <a:lnTo>
                    <a:pt x="287773" y="2180853"/>
                  </a:lnTo>
                  <a:lnTo>
                    <a:pt x="282964" y="2180496"/>
                  </a:lnTo>
                  <a:lnTo>
                    <a:pt x="283002" y="2181485"/>
                  </a:lnTo>
                  <a:lnTo>
                    <a:pt x="283398" y="2182900"/>
                  </a:lnTo>
                  <a:lnTo>
                    <a:pt x="280545" y="2184133"/>
                  </a:lnTo>
                  <a:lnTo>
                    <a:pt x="278429" y="2184338"/>
                  </a:lnTo>
                  <a:lnTo>
                    <a:pt x="276406" y="2184148"/>
                  </a:lnTo>
                  <a:lnTo>
                    <a:pt x="274755" y="2183410"/>
                  </a:lnTo>
                  <a:lnTo>
                    <a:pt x="271939" y="2180435"/>
                  </a:lnTo>
                  <a:lnTo>
                    <a:pt x="270182" y="2177498"/>
                  </a:lnTo>
                  <a:lnTo>
                    <a:pt x="270265" y="2175900"/>
                  </a:lnTo>
                  <a:lnTo>
                    <a:pt x="271232" y="2174219"/>
                  </a:lnTo>
                  <a:lnTo>
                    <a:pt x="272495" y="2173078"/>
                  </a:lnTo>
                  <a:lnTo>
                    <a:pt x="275493" y="2172081"/>
                  </a:lnTo>
                  <a:lnTo>
                    <a:pt x="279403" y="2171990"/>
                  </a:lnTo>
                  <a:lnTo>
                    <a:pt x="283778" y="2173329"/>
                  </a:lnTo>
                  <a:lnTo>
                    <a:pt x="294765" y="2179423"/>
                  </a:lnTo>
                  <a:close/>
                  <a:moveTo>
                    <a:pt x="1824970" y="2176760"/>
                  </a:moveTo>
                  <a:lnTo>
                    <a:pt x="1824255" y="2177133"/>
                  </a:lnTo>
                  <a:lnTo>
                    <a:pt x="1823593" y="2177125"/>
                  </a:lnTo>
                  <a:lnTo>
                    <a:pt x="1822984" y="2176730"/>
                  </a:lnTo>
                  <a:lnTo>
                    <a:pt x="1822885" y="2176083"/>
                  </a:lnTo>
                  <a:lnTo>
                    <a:pt x="1823509" y="2174713"/>
                  </a:lnTo>
                  <a:lnTo>
                    <a:pt x="1825160" y="2174021"/>
                  </a:lnTo>
                  <a:lnTo>
                    <a:pt x="1826400" y="2174181"/>
                  </a:lnTo>
                  <a:lnTo>
                    <a:pt x="1826324" y="2174873"/>
                  </a:lnTo>
                  <a:lnTo>
                    <a:pt x="1825662" y="2176007"/>
                  </a:lnTo>
                  <a:lnTo>
                    <a:pt x="1824970" y="2176760"/>
                  </a:lnTo>
                  <a:close/>
                  <a:moveTo>
                    <a:pt x="337753" y="2197562"/>
                  </a:moveTo>
                  <a:lnTo>
                    <a:pt x="337518" y="2199312"/>
                  </a:lnTo>
                  <a:lnTo>
                    <a:pt x="336140" y="2196466"/>
                  </a:lnTo>
                  <a:lnTo>
                    <a:pt x="334033" y="2190425"/>
                  </a:lnTo>
                  <a:lnTo>
                    <a:pt x="334314" y="2189010"/>
                  </a:lnTo>
                  <a:lnTo>
                    <a:pt x="335258" y="2187001"/>
                  </a:lnTo>
                  <a:lnTo>
                    <a:pt x="336118" y="2186879"/>
                  </a:lnTo>
                  <a:lnTo>
                    <a:pt x="337502" y="2187815"/>
                  </a:lnTo>
                  <a:lnTo>
                    <a:pt x="338712" y="2189489"/>
                  </a:lnTo>
                  <a:lnTo>
                    <a:pt x="338994" y="2190136"/>
                  </a:lnTo>
                  <a:lnTo>
                    <a:pt x="339739" y="2191886"/>
                  </a:lnTo>
                  <a:lnTo>
                    <a:pt x="340112" y="2193461"/>
                  </a:lnTo>
                  <a:lnTo>
                    <a:pt x="339275" y="2195363"/>
                  </a:lnTo>
                  <a:lnTo>
                    <a:pt x="337753" y="2197562"/>
                  </a:lnTo>
                  <a:close/>
                  <a:moveTo>
                    <a:pt x="342159" y="2199806"/>
                  </a:moveTo>
                  <a:lnTo>
                    <a:pt x="341649" y="2200096"/>
                  </a:lnTo>
                  <a:lnTo>
                    <a:pt x="341132" y="2196337"/>
                  </a:lnTo>
                  <a:lnTo>
                    <a:pt x="341778" y="2194975"/>
                  </a:lnTo>
                  <a:lnTo>
                    <a:pt x="341961" y="2194290"/>
                  </a:lnTo>
                  <a:lnTo>
                    <a:pt x="341877" y="2193582"/>
                  </a:lnTo>
                  <a:lnTo>
                    <a:pt x="343003" y="2195287"/>
                  </a:lnTo>
                  <a:lnTo>
                    <a:pt x="343460" y="2196428"/>
                  </a:lnTo>
                  <a:lnTo>
                    <a:pt x="343650" y="2198011"/>
                  </a:lnTo>
                  <a:lnTo>
                    <a:pt x="343627" y="2198429"/>
                  </a:lnTo>
                  <a:lnTo>
                    <a:pt x="342159" y="2199806"/>
                  </a:lnTo>
                  <a:close/>
                  <a:moveTo>
                    <a:pt x="1691188" y="2230522"/>
                  </a:moveTo>
                  <a:lnTo>
                    <a:pt x="1682256" y="2231001"/>
                  </a:lnTo>
                  <a:lnTo>
                    <a:pt x="1675142" y="2228993"/>
                  </a:lnTo>
                  <a:lnTo>
                    <a:pt x="1669869" y="2228026"/>
                  </a:lnTo>
                  <a:lnTo>
                    <a:pt x="1664703" y="2226261"/>
                  </a:lnTo>
                  <a:lnTo>
                    <a:pt x="1653503" y="2220563"/>
                  </a:lnTo>
                  <a:lnTo>
                    <a:pt x="1652225" y="2218584"/>
                  </a:lnTo>
                  <a:lnTo>
                    <a:pt x="1651152" y="2216142"/>
                  </a:lnTo>
                  <a:lnTo>
                    <a:pt x="1649007" y="2213920"/>
                  </a:lnTo>
                  <a:lnTo>
                    <a:pt x="1646694" y="2212087"/>
                  </a:lnTo>
                  <a:lnTo>
                    <a:pt x="1634839" y="2206487"/>
                  </a:lnTo>
                  <a:lnTo>
                    <a:pt x="1633873" y="2204531"/>
                  </a:lnTo>
                  <a:lnTo>
                    <a:pt x="1636270" y="2203245"/>
                  </a:lnTo>
                  <a:lnTo>
                    <a:pt x="1639032" y="2202629"/>
                  </a:lnTo>
                  <a:lnTo>
                    <a:pt x="1641428" y="2202721"/>
                  </a:lnTo>
                  <a:lnTo>
                    <a:pt x="1649357" y="2204919"/>
                  </a:lnTo>
                  <a:lnTo>
                    <a:pt x="1659354" y="2206844"/>
                  </a:lnTo>
                  <a:lnTo>
                    <a:pt x="1663691" y="2208298"/>
                  </a:lnTo>
                  <a:lnTo>
                    <a:pt x="1668606" y="2210512"/>
                  </a:lnTo>
                  <a:lnTo>
                    <a:pt x="1673407" y="2213197"/>
                  </a:lnTo>
                  <a:lnTo>
                    <a:pt x="1684097" y="2220311"/>
                  </a:lnTo>
                  <a:lnTo>
                    <a:pt x="1686015" y="2220874"/>
                  </a:lnTo>
                  <a:lnTo>
                    <a:pt x="1690838" y="2224352"/>
                  </a:lnTo>
                  <a:lnTo>
                    <a:pt x="1692581" y="2226954"/>
                  </a:lnTo>
                  <a:lnTo>
                    <a:pt x="1693425" y="2229061"/>
                  </a:lnTo>
                  <a:lnTo>
                    <a:pt x="1692368" y="2230142"/>
                  </a:lnTo>
                  <a:lnTo>
                    <a:pt x="1691188" y="2230522"/>
                  </a:lnTo>
                  <a:close/>
                  <a:moveTo>
                    <a:pt x="306642" y="2213791"/>
                  </a:moveTo>
                  <a:lnTo>
                    <a:pt x="305805" y="2213943"/>
                  </a:lnTo>
                  <a:lnTo>
                    <a:pt x="304458" y="2213548"/>
                  </a:lnTo>
                  <a:lnTo>
                    <a:pt x="302944" y="2212604"/>
                  </a:lnTo>
                  <a:lnTo>
                    <a:pt x="300289" y="2210093"/>
                  </a:lnTo>
                  <a:lnTo>
                    <a:pt x="300015" y="2209522"/>
                  </a:lnTo>
                  <a:lnTo>
                    <a:pt x="300251" y="2209036"/>
                  </a:lnTo>
                  <a:lnTo>
                    <a:pt x="301004" y="2208632"/>
                  </a:lnTo>
                  <a:lnTo>
                    <a:pt x="301171" y="2207970"/>
                  </a:lnTo>
                  <a:lnTo>
                    <a:pt x="300555" y="2206160"/>
                  </a:lnTo>
                  <a:lnTo>
                    <a:pt x="302686" y="2205018"/>
                  </a:lnTo>
                  <a:lnTo>
                    <a:pt x="304565" y="2205969"/>
                  </a:lnTo>
                  <a:lnTo>
                    <a:pt x="305417" y="2207133"/>
                  </a:lnTo>
                  <a:lnTo>
                    <a:pt x="306444" y="2209195"/>
                  </a:lnTo>
                  <a:lnTo>
                    <a:pt x="306908" y="2211523"/>
                  </a:lnTo>
                  <a:lnTo>
                    <a:pt x="306954" y="2213114"/>
                  </a:lnTo>
                  <a:lnTo>
                    <a:pt x="306642" y="2213791"/>
                  </a:lnTo>
                  <a:close/>
                  <a:moveTo>
                    <a:pt x="359757" y="2216241"/>
                  </a:moveTo>
                  <a:lnTo>
                    <a:pt x="360054" y="2216926"/>
                  </a:lnTo>
                  <a:lnTo>
                    <a:pt x="355299" y="2214369"/>
                  </a:lnTo>
                  <a:lnTo>
                    <a:pt x="353275" y="2212855"/>
                  </a:lnTo>
                  <a:lnTo>
                    <a:pt x="352484" y="2211759"/>
                  </a:lnTo>
                  <a:lnTo>
                    <a:pt x="351974" y="2211135"/>
                  </a:lnTo>
                  <a:lnTo>
                    <a:pt x="349562" y="2209507"/>
                  </a:lnTo>
                  <a:lnTo>
                    <a:pt x="349159" y="2208762"/>
                  </a:lnTo>
                  <a:lnTo>
                    <a:pt x="349729" y="2208206"/>
                  </a:lnTo>
                  <a:lnTo>
                    <a:pt x="351358" y="2208556"/>
                  </a:lnTo>
                  <a:lnTo>
                    <a:pt x="354043" y="2209781"/>
                  </a:lnTo>
                  <a:lnTo>
                    <a:pt x="356440" y="2211775"/>
                  </a:lnTo>
                  <a:lnTo>
                    <a:pt x="359757" y="2216241"/>
                  </a:lnTo>
                  <a:close/>
                  <a:moveTo>
                    <a:pt x="1855769" y="2209226"/>
                  </a:moveTo>
                  <a:lnTo>
                    <a:pt x="1857344" y="2211364"/>
                  </a:lnTo>
                  <a:lnTo>
                    <a:pt x="1858181" y="2211942"/>
                  </a:lnTo>
                  <a:lnTo>
                    <a:pt x="1852680" y="2214255"/>
                  </a:lnTo>
                  <a:lnTo>
                    <a:pt x="1852018" y="2214407"/>
                  </a:lnTo>
                  <a:lnTo>
                    <a:pt x="1851661" y="2214133"/>
                  </a:lnTo>
                  <a:lnTo>
                    <a:pt x="1851608" y="2211980"/>
                  </a:lnTo>
                  <a:lnTo>
                    <a:pt x="1851843" y="2210314"/>
                  </a:lnTo>
                  <a:lnTo>
                    <a:pt x="1852239" y="2210063"/>
                  </a:lnTo>
                  <a:lnTo>
                    <a:pt x="1853510" y="2211067"/>
                  </a:lnTo>
                  <a:lnTo>
                    <a:pt x="1854826" y="2209005"/>
                  </a:lnTo>
                  <a:lnTo>
                    <a:pt x="1855769" y="2209226"/>
                  </a:lnTo>
                  <a:close/>
                  <a:moveTo>
                    <a:pt x="1845932" y="2214346"/>
                  </a:moveTo>
                  <a:lnTo>
                    <a:pt x="1842637" y="2216256"/>
                  </a:lnTo>
                  <a:lnTo>
                    <a:pt x="1841884" y="2217009"/>
                  </a:lnTo>
                  <a:lnTo>
                    <a:pt x="1840971" y="2217390"/>
                  </a:lnTo>
                  <a:lnTo>
                    <a:pt x="1840286" y="2216789"/>
                  </a:lnTo>
                  <a:lnTo>
                    <a:pt x="1839327" y="2214765"/>
                  </a:lnTo>
                  <a:lnTo>
                    <a:pt x="1839502" y="2214095"/>
                  </a:lnTo>
                  <a:lnTo>
                    <a:pt x="1840408" y="2214004"/>
                  </a:lnTo>
                  <a:lnTo>
                    <a:pt x="1840925" y="2214270"/>
                  </a:lnTo>
                  <a:lnTo>
                    <a:pt x="1841054" y="2214902"/>
                  </a:lnTo>
                  <a:lnTo>
                    <a:pt x="1841450" y="2215221"/>
                  </a:lnTo>
                  <a:lnTo>
                    <a:pt x="1842112" y="2215229"/>
                  </a:lnTo>
                  <a:lnTo>
                    <a:pt x="1844554" y="2213258"/>
                  </a:lnTo>
                  <a:lnTo>
                    <a:pt x="1845825" y="2212946"/>
                  </a:lnTo>
                  <a:lnTo>
                    <a:pt x="1846281" y="2213327"/>
                  </a:lnTo>
                  <a:lnTo>
                    <a:pt x="1845932" y="2214346"/>
                  </a:lnTo>
                  <a:close/>
                  <a:moveTo>
                    <a:pt x="318367" y="2222039"/>
                  </a:moveTo>
                  <a:lnTo>
                    <a:pt x="318968" y="2224991"/>
                  </a:lnTo>
                  <a:lnTo>
                    <a:pt x="316351" y="2224519"/>
                  </a:lnTo>
                  <a:lnTo>
                    <a:pt x="315430" y="2223948"/>
                  </a:lnTo>
                  <a:lnTo>
                    <a:pt x="315392" y="2222526"/>
                  </a:lnTo>
                  <a:lnTo>
                    <a:pt x="315879" y="2221194"/>
                  </a:lnTo>
                  <a:lnTo>
                    <a:pt x="317872" y="2221673"/>
                  </a:lnTo>
                  <a:lnTo>
                    <a:pt x="318367" y="2222039"/>
                  </a:lnTo>
                  <a:close/>
                  <a:moveTo>
                    <a:pt x="1577509" y="2353400"/>
                  </a:moveTo>
                  <a:lnTo>
                    <a:pt x="1576527" y="2353020"/>
                  </a:lnTo>
                  <a:lnTo>
                    <a:pt x="1575622" y="2352700"/>
                  </a:lnTo>
                  <a:lnTo>
                    <a:pt x="1574846" y="2352449"/>
                  </a:lnTo>
                  <a:lnTo>
                    <a:pt x="1574397" y="2352875"/>
                  </a:lnTo>
                  <a:lnTo>
                    <a:pt x="1573971" y="2353446"/>
                  </a:lnTo>
                  <a:lnTo>
                    <a:pt x="1573446" y="2353872"/>
                  </a:lnTo>
                  <a:lnTo>
                    <a:pt x="1572343" y="2353271"/>
                  </a:lnTo>
                  <a:lnTo>
                    <a:pt x="1571643" y="2352175"/>
                  </a:lnTo>
                  <a:lnTo>
                    <a:pt x="1570517" y="2351042"/>
                  </a:lnTo>
                  <a:lnTo>
                    <a:pt x="1570091" y="2350189"/>
                  </a:lnTo>
                  <a:lnTo>
                    <a:pt x="1570311" y="2349200"/>
                  </a:lnTo>
                  <a:lnTo>
                    <a:pt x="1570813" y="2348242"/>
                  </a:lnTo>
                  <a:lnTo>
                    <a:pt x="1571042" y="2347100"/>
                  </a:lnTo>
                  <a:lnTo>
                    <a:pt x="1570494" y="2345792"/>
                  </a:lnTo>
                  <a:lnTo>
                    <a:pt x="1569992" y="2345046"/>
                  </a:lnTo>
                  <a:lnTo>
                    <a:pt x="1569642" y="2344194"/>
                  </a:lnTo>
                  <a:lnTo>
                    <a:pt x="1569771" y="2343372"/>
                  </a:lnTo>
                  <a:lnTo>
                    <a:pt x="1570471" y="2342984"/>
                  </a:lnTo>
                  <a:lnTo>
                    <a:pt x="1571118" y="2342482"/>
                  </a:lnTo>
                  <a:lnTo>
                    <a:pt x="1571346" y="2341409"/>
                  </a:lnTo>
                  <a:lnTo>
                    <a:pt x="1570943" y="2340268"/>
                  </a:lnTo>
                  <a:lnTo>
                    <a:pt x="1569794" y="2339804"/>
                  </a:lnTo>
                  <a:lnTo>
                    <a:pt x="1568843" y="2339979"/>
                  </a:lnTo>
                  <a:lnTo>
                    <a:pt x="1567466" y="2339728"/>
                  </a:lnTo>
                  <a:lnTo>
                    <a:pt x="1566134" y="2339013"/>
                  </a:lnTo>
                  <a:lnTo>
                    <a:pt x="1565259" y="2338191"/>
                  </a:lnTo>
                  <a:lnTo>
                    <a:pt x="1564582" y="2337727"/>
                  </a:lnTo>
                  <a:lnTo>
                    <a:pt x="1564057" y="2337727"/>
                  </a:lnTo>
                  <a:lnTo>
                    <a:pt x="1563433" y="2337263"/>
                  </a:lnTo>
                  <a:lnTo>
                    <a:pt x="1563060" y="2336471"/>
                  </a:lnTo>
                  <a:lnTo>
                    <a:pt x="1563106" y="2335186"/>
                  </a:lnTo>
                  <a:lnTo>
                    <a:pt x="1563281" y="2334394"/>
                  </a:lnTo>
                  <a:lnTo>
                    <a:pt x="1563631" y="2333717"/>
                  </a:lnTo>
                  <a:lnTo>
                    <a:pt x="1563654" y="2332964"/>
                  </a:lnTo>
                  <a:lnTo>
                    <a:pt x="1563502" y="2332424"/>
                  </a:lnTo>
                  <a:lnTo>
                    <a:pt x="1563479" y="2331990"/>
                  </a:lnTo>
                  <a:lnTo>
                    <a:pt x="1563577" y="2331450"/>
                  </a:lnTo>
                  <a:lnTo>
                    <a:pt x="1563806" y="2330377"/>
                  </a:lnTo>
                  <a:lnTo>
                    <a:pt x="1563433" y="2329585"/>
                  </a:lnTo>
                  <a:lnTo>
                    <a:pt x="1563395" y="2326846"/>
                  </a:lnTo>
                  <a:lnTo>
                    <a:pt x="1563326" y="2321711"/>
                  </a:lnTo>
                  <a:lnTo>
                    <a:pt x="1563273" y="2317770"/>
                  </a:lnTo>
                  <a:lnTo>
                    <a:pt x="1563205" y="2312793"/>
                  </a:lnTo>
                  <a:lnTo>
                    <a:pt x="1563167" y="2309164"/>
                  </a:lnTo>
                  <a:lnTo>
                    <a:pt x="1563114" y="2304066"/>
                  </a:lnTo>
                  <a:lnTo>
                    <a:pt x="1563060" y="2299212"/>
                  </a:lnTo>
                  <a:lnTo>
                    <a:pt x="1562977" y="2294617"/>
                  </a:lnTo>
                  <a:lnTo>
                    <a:pt x="1560245" y="2291961"/>
                  </a:lnTo>
                  <a:lnTo>
                    <a:pt x="1556783" y="2288598"/>
                  </a:lnTo>
                  <a:lnTo>
                    <a:pt x="1553816" y="2286369"/>
                  </a:lnTo>
                  <a:lnTo>
                    <a:pt x="1552210" y="2286103"/>
                  </a:lnTo>
                  <a:lnTo>
                    <a:pt x="1551206" y="2286415"/>
                  </a:lnTo>
                  <a:lnTo>
                    <a:pt x="1550803" y="2287305"/>
                  </a:lnTo>
                  <a:lnTo>
                    <a:pt x="1548589" y="2288256"/>
                  </a:lnTo>
                  <a:lnTo>
                    <a:pt x="1544571" y="2289275"/>
                  </a:lnTo>
                  <a:lnTo>
                    <a:pt x="1541147" y="2290850"/>
                  </a:lnTo>
                  <a:lnTo>
                    <a:pt x="1539892" y="2290866"/>
                  </a:lnTo>
                  <a:lnTo>
                    <a:pt x="1538827" y="2290599"/>
                  </a:lnTo>
                  <a:lnTo>
                    <a:pt x="1537419" y="2289808"/>
                  </a:lnTo>
                  <a:lnTo>
                    <a:pt x="1536445" y="2288644"/>
                  </a:lnTo>
                  <a:lnTo>
                    <a:pt x="1536111" y="2286620"/>
                  </a:lnTo>
                  <a:lnTo>
                    <a:pt x="1536415" y="2283835"/>
                  </a:lnTo>
                  <a:lnTo>
                    <a:pt x="1534361" y="2283265"/>
                  </a:lnTo>
                  <a:lnTo>
                    <a:pt x="1532299" y="2282686"/>
                  </a:lnTo>
                  <a:lnTo>
                    <a:pt x="1531036" y="2284604"/>
                  </a:lnTo>
                  <a:lnTo>
                    <a:pt x="1529826" y="2286217"/>
                  </a:lnTo>
                  <a:lnTo>
                    <a:pt x="1527422" y="2289732"/>
                  </a:lnTo>
                  <a:lnTo>
                    <a:pt x="1524043" y="2294655"/>
                  </a:lnTo>
                  <a:lnTo>
                    <a:pt x="1522164" y="2297356"/>
                  </a:lnTo>
                  <a:lnTo>
                    <a:pt x="1518870" y="2302096"/>
                  </a:lnTo>
                  <a:lnTo>
                    <a:pt x="1515963" y="2306258"/>
                  </a:lnTo>
                  <a:lnTo>
                    <a:pt x="1515316" y="2310519"/>
                  </a:lnTo>
                  <a:lnTo>
                    <a:pt x="1514692" y="2314551"/>
                  </a:lnTo>
                  <a:lnTo>
                    <a:pt x="1512296" y="2317610"/>
                  </a:lnTo>
                  <a:lnTo>
                    <a:pt x="1510835" y="2320410"/>
                  </a:lnTo>
                  <a:lnTo>
                    <a:pt x="1510181" y="2323514"/>
                  </a:lnTo>
                  <a:lnTo>
                    <a:pt x="1509633" y="2326360"/>
                  </a:lnTo>
                  <a:lnTo>
                    <a:pt x="1509595" y="2328741"/>
                  </a:lnTo>
                  <a:lnTo>
                    <a:pt x="1510006" y="2329989"/>
                  </a:lnTo>
                  <a:lnTo>
                    <a:pt x="1509815" y="2331001"/>
                  </a:lnTo>
                  <a:lnTo>
                    <a:pt x="1509024" y="2332165"/>
                  </a:lnTo>
                  <a:lnTo>
                    <a:pt x="1507434" y="2334181"/>
                  </a:lnTo>
                  <a:lnTo>
                    <a:pt x="1507152" y="2336121"/>
                  </a:lnTo>
                  <a:lnTo>
                    <a:pt x="1506186" y="2337080"/>
                  </a:lnTo>
                  <a:lnTo>
                    <a:pt x="1503417" y="2338990"/>
                  </a:lnTo>
                  <a:lnTo>
                    <a:pt x="1501157" y="2341813"/>
                  </a:lnTo>
                  <a:lnTo>
                    <a:pt x="1501043" y="2343403"/>
                  </a:lnTo>
                  <a:lnTo>
                    <a:pt x="1501362" y="2344727"/>
                  </a:lnTo>
                  <a:lnTo>
                    <a:pt x="1501416" y="2345541"/>
                  </a:lnTo>
                  <a:lnTo>
                    <a:pt x="1500959" y="2346111"/>
                  </a:lnTo>
                  <a:lnTo>
                    <a:pt x="1500054" y="2346073"/>
                  </a:lnTo>
                  <a:lnTo>
                    <a:pt x="1499072" y="2346248"/>
                  </a:lnTo>
                  <a:lnTo>
                    <a:pt x="1498250" y="2347420"/>
                  </a:lnTo>
                  <a:lnTo>
                    <a:pt x="1498273" y="2349101"/>
                  </a:lnTo>
                  <a:lnTo>
                    <a:pt x="1497672" y="2350311"/>
                  </a:lnTo>
                  <a:lnTo>
                    <a:pt x="1496965" y="2350562"/>
                  </a:lnTo>
                  <a:lnTo>
                    <a:pt x="1496363" y="2349710"/>
                  </a:lnTo>
                  <a:lnTo>
                    <a:pt x="1495641" y="2348432"/>
                  </a:lnTo>
                  <a:lnTo>
                    <a:pt x="1494796" y="2348303"/>
                  </a:lnTo>
                  <a:lnTo>
                    <a:pt x="1493510" y="2349155"/>
                  </a:lnTo>
                  <a:lnTo>
                    <a:pt x="1491920" y="2350555"/>
                  </a:lnTo>
                  <a:lnTo>
                    <a:pt x="1490490" y="2350631"/>
                  </a:lnTo>
                  <a:lnTo>
                    <a:pt x="1487804" y="2349733"/>
                  </a:lnTo>
                  <a:lnTo>
                    <a:pt x="1485849" y="2352449"/>
                  </a:lnTo>
                  <a:lnTo>
                    <a:pt x="1483741" y="2358262"/>
                  </a:lnTo>
                  <a:lnTo>
                    <a:pt x="1474862" y="2358277"/>
                  </a:lnTo>
                  <a:lnTo>
                    <a:pt x="1465975" y="2358293"/>
                  </a:lnTo>
                  <a:lnTo>
                    <a:pt x="1457088" y="2358308"/>
                  </a:lnTo>
                  <a:lnTo>
                    <a:pt x="1448209" y="2358323"/>
                  </a:lnTo>
                  <a:lnTo>
                    <a:pt x="1439322" y="2358338"/>
                  </a:lnTo>
                  <a:lnTo>
                    <a:pt x="1430435" y="2358346"/>
                  </a:lnTo>
                  <a:lnTo>
                    <a:pt x="1421548" y="2358361"/>
                  </a:lnTo>
                  <a:lnTo>
                    <a:pt x="1416580" y="2358369"/>
                  </a:lnTo>
                  <a:lnTo>
                    <a:pt x="1415606" y="2358369"/>
                  </a:lnTo>
                  <a:lnTo>
                    <a:pt x="1418650" y="2357235"/>
                  </a:lnTo>
                  <a:lnTo>
                    <a:pt x="1424995" y="2352807"/>
                  </a:lnTo>
                  <a:lnTo>
                    <a:pt x="1429674" y="2351201"/>
                  </a:lnTo>
                  <a:lnTo>
                    <a:pt x="1435761" y="2346537"/>
                  </a:lnTo>
                  <a:lnTo>
                    <a:pt x="1440174" y="2345640"/>
                  </a:lnTo>
                  <a:lnTo>
                    <a:pt x="1441011" y="2344612"/>
                  </a:lnTo>
                  <a:lnTo>
                    <a:pt x="1441749" y="2340732"/>
                  </a:lnTo>
                  <a:lnTo>
                    <a:pt x="1442152" y="2339347"/>
                  </a:lnTo>
                  <a:lnTo>
                    <a:pt x="1444214" y="2335528"/>
                  </a:lnTo>
                  <a:lnTo>
                    <a:pt x="1446687" y="2332294"/>
                  </a:lnTo>
                  <a:lnTo>
                    <a:pt x="1448681" y="2327813"/>
                  </a:lnTo>
                  <a:lnTo>
                    <a:pt x="1452302" y="2324944"/>
                  </a:lnTo>
                  <a:lnTo>
                    <a:pt x="1457780" y="2322540"/>
                  </a:lnTo>
                  <a:lnTo>
                    <a:pt x="1462848" y="2317282"/>
                  </a:lnTo>
                  <a:lnTo>
                    <a:pt x="1465625" y="2315677"/>
                  </a:lnTo>
                  <a:lnTo>
                    <a:pt x="1468318" y="2314528"/>
                  </a:lnTo>
                  <a:lnTo>
                    <a:pt x="1469444" y="2312383"/>
                  </a:lnTo>
                  <a:lnTo>
                    <a:pt x="1471111" y="2311158"/>
                  </a:lnTo>
                  <a:lnTo>
                    <a:pt x="1475562" y="2308654"/>
                  </a:lnTo>
                  <a:lnTo>
                    <a:pt x="1480469" y="2307977"/>
                  </a:lnTo>
                  <a:lnTo>
                    <a:pt x="1485422" y="2305900"/>
                  </a:lnTo>
                  <a:lnTo>
                    <a:pt x="1489227" y="2304797"/>
                  </a:lnTo>
                  <a:lnTo>
                    <a:pt x="1491555" y="2302841"/>
                  </a:lnTo>
                  <a:lnTo>
                    <a:pt x="1494948" y="2301814"/>
                  </a:lnTo>
                  <a:lnTo>
                    <a:pt x="1505068" y="2296192"/>
                  </a:lnTo>
                  <a:lnTo>
                    <a:pt x="1507875" y="2293551"/>
                  </a:lnTo>
                  <a:lnTo>
                    <a:pt x="1511512" y="2288134"/>
                  </a:lnTo>
                  <a:lnTo>
                    <a:pt x="1514677" y="2285372"/>
                  </a:lnTo>
                  <a:lnTo>
                    <a:pt x="1515796" y="2282428"/>
                  </a:lnTo>
                  <a:lnTo>
                    <a:pt x="1520384" y="2277634"/>
                  </a:lnTo>
                  <a:lnTo>
                    <a:pt x="1525109" y="2271296"/>
                  </a:lnTo>
                  <a:lnTo>
                    <a:pt x="1527460" y="2266739"/>
                  </a:lnTo>
                  <a:lnTo>
                    <a:pt x="1530975" y="2264205"/>
                  </a:lnTo>
                  <a:lnTo>
                    <a:pt x="1537792" y="2256931"/>
                  </a:lnTo>
                  <a:lnTo>
                    <a:pt x="1541452" y="2254017"/>
                  </a:lnTo>
                  <a:lnTo>
                    <a:pt x="1542936" y="2253683"/>
                  </a:lnTo>
                  <a:lnTo>
                    <a:pt x="1547075" y="2251088"/>
                  </a:lnTo>
                  <a:lnTo>
                    <a:pt x="1549646" y="2248379"/>
                  </a:lnTo>
                  <a:lnTo>
                    <a:pt x="1553770" y="2245656"/>
                  </a:lnTo>
                  <a:lnTo>
                    <a:pt x="1561226" y="2242293"/>
                  </a:lnTo>
                  <a:lnTo>
                    <a:pt x="1568234" y="2238252"/>
                  </a:lnTo>
                  <a:lnTo>
                    <a:pt x="1577699" y="2234745"/>
                  </a:lnTo>
                  <a:lnTo>
                    <a:pt x="1588792" y="2229480"/>
                  </a:lnTo>
                  <a:lnTo>
                    <a:pt x="1597755" y="2226649"/>
                  </a:lnTo>
                  <a:lnTo>
                    <a:pt x="1604063" y="2226239"/>
                  </a:lnTo>
                  <a:lnTo>
                    <a:pt x="1611740" y="2224922"/>
                  </a:lnTo>
                  <a:lnTo>
                    <a:pt x="1614456" y="2225059"/>
                  </a:lnTo>
                  <a:lnTo>
                    <a:pt x="1626409" y="2227349"/>
                  </a:lnTo>
                  <a:lnTo>
                    <a:pt x="1632146" y="2230180"/>
                  </a:lnTo>
                  <a:lnTo>
                    <a:pt x="1638674" y="2236114"/>
                  </a:lnTo>
                  <a:lnTo>
                    <a:pt x="1639648" y="2237674"/>
                  </a:lnTo>
                  <a:lnTo>
                    <a:pt x="1639808" y="2239858"/>
                  </a:lnTo>
                  <a:lnTo>
                    <a:pt x="1636346" y="2238800"/>
                  </a:lnTo>
                  <a:lnTo>
                    <a:pt x="1633295" y="2238732"/>
                  </a:lnTo>
                  <a:lnTo>
                    <a:pt x="1635410" y="2239942"/>
                  </a:lnTo>
                  <a:lnTo>
                    <a:pt x="1639009" y="2243578"/>
                  </a:lnTo>
                  <a:lnTo>
                    <a:pt x="1638849" y="2248113"/>
                  </a:lnTo>
                  <a:lnTo>
                    <a:pt x="1636818" y="2252199"/>
                  </a:lnTo>
                  <a:lnTo>
                    <a:pt x="1630746" y="2254208"/>
                  </a:lnTo>
                  <a:lnTo>
                    <a:pt x="1629194" y="2255805"/>
                  </a:lnTo>
                  <a:lnTo>
                    <a:pt x="1627938" y="2258446"/>
                  </a:lnTo>
                  <a:lnTo>
                    <a:pt x="1626706" y="2259458"/>
                  </a:lnTo>
                  <a:lnTo>
                    <a:pt x="1623761" y="2260629"/>
                  </a:lnTo>
                  <a:lnTo>
                    <a:pt x="1622133" y="2262341"/>
                  </a:lnTo>
                  <a:lnTo>
                    <a:pt x="1617362" y="2265050"/>
                  </a:lnTo>
                  <a:lnTo>
                    <a:pt x="1615217" y="2265369"/>
                  </a:lnTo>
                  <a:lnTo>
                    <a:pt x="1612744" y="2264723"/>
                  </a:lnTo>
                  <a:lnTo>
                    <a:pt x="1606787" y="2262174"/>
                  </a:lnTo>
                  <a:lnTo>
                    <a:pt x="1603119" y="2259709"/>
                  </a:lnTo>
                  <a:lnTo>
                    <a:pt x="1601286" y="2261055"/>
                  </a:lnTo>
                  <a:lnTo>
                    <a:pt x="1599779" y="2262463"/>
                  </a:lnTo>
                  <a:lnTo>
                    <a:pt x="1596241" y="2261991"/>
                  </a:lnTo>
                  <a:lnTo>
                    <a:pt x="1594628" y="2262615"/>
                  </a:lnTo>
                  <a:lnTo>
                    <a:pt x="1591965" y="2261923"/>
                  </a:lnTo>
                  <a:lnTo>
                    <a:pt x="1586510" y="2265019"/>
                  </a:lnTo>
                  <a:lnTo>
                    <a:pt x="1588062" y="2265377"/>
                  </a:lnTo>
                  <a:lnTo>
                    <a:pt x="1592391" y="2263596"/>
                  </a:lnTo>
                  <a:lnTo>
                    <a:pt x="1593867" y="2263794"/>
                  </a:lnTo>
                  <a:lnTo>
                    <a:pt x="1597055" y="2266092"/>
                  </a:lnTo>
                  <a:lnTo>
                    <a:pt x="1604763" y="2268557"/>
                  </a:lnTo>
                  <a:lnTo>
                    <a:pt x="1606764" y="2270186"/>
                  </a:lnTo>
                  <a:lnTo>
                    <a:pt x="1608673" y="2275367"/>
                  </a:lnTo>
                  <a:lnTo>
                    <a:pt x="1609937" y="2276196"/>
                  </a:lnTo>
                  <a:lnTo>
                    <a:pt x="1612577" y="2275656"/>
                  </a:lnTo>
                  <a:lnTo>
                    <a:pt x="1615559" y="2273100"/>
                  </a:lnTo>
                  <a:lnTo>
                    <a:pt x="1618032" y="2271730"/>
                  </a:lnTo>
                  <a:lnTo>
                    <a:pt x="1622864" y="2270604"/>
                  </a:lnTo>
                  <a:lnTo>
                    <a:pt x="1621912" y="2272308"/>
                  </a:lnTo>
                  <a:lnTo>
                    <a:pt x="1625595" y="2272171"/>
                  </a:lnTo>
                  <a:lnTo>
                    <a:pt x="1629239" y="2274461"/>
                  </a:lnTo>
                  <a:lnTo>
                    <a:pt x="1627893" y="2276090"/>
                  </a:lnTo>
                  <a:lnTo>
                    <a:pt x="1626059" y="2279361"/>
                  </a:lnTo>
                  <a:lnTo>
                    <a:pt x="1624781" y="2285699"/>
                  </a:lnTo>
                  <a:lnTo>
                    <a:pt x="1621068" y="2289930"/>
                  </a:lnTo>
                  <a:lnTo>
                    <a:pt x="1616099" y="2294084"/>
                  </a:lnTo>
                  <a:lnTo>
                    <a:pt x="1617355" y="2295081"/>
                  </a:lnTo>
                  <a:lnTo>
                    <a:pt x="1618808" y="2295697"/>
                  </a:lnTo>
                  <a:lnTo>
                    <a:pt x="1622004" y="2294472"/>
                  </a:lnTo>
                  <a:lnTo>
                    <a:pt x="1624142" y="2294556"/>
                  </a:lnTo>
                  <a:lnTo>
                    <a:pt x="1626516" y="2295347"/>
                  </a:lnTo>
                  <a:lnTo>
                    <a:pt x="1625778" y="2298558"/>
                  </a:lnTo>
                  <a:lnTo>
                    <a:pt x="1624925" y="2300734"/>
                  </a:lnTo>
                  <a:lnTo>
                    <a:pt x="1625420" y="2302765"/>
                  </a:lnTo>
                  <a:lnTo>
                    <a:pt x="1626828" y="2306623"/>
                  </a:lnTo>
                  <a:lnTo>
                    <a:pt x="1628768" y="2307468"/>
                  </a:lnTo>
                  <a:lnTo>
                    <a:pt x="1629544" y="2312398"/>
                  </a:lnTo>
                  <a:lnTo>
                    <a:pt x="1630571" y="2315076"/>
                  </a:lnTo>
                  <a:lnTo>
                    <a:pt x="1630426" y="2317222"/>
                  </a:lnTo>
                  <a:lnTo>
                    <a:pt x="1632367" y="2318599"/>
                  </a:lnTo>
                  <a:lnTo>
                    <a:pt x="1632694" y="2320790"/>
                  </a:lnTo>
                  <a:lnTo>
                    <a:pt x="1639732" y="2321414"/>
                  </a:lnTo>
                  <a:lnTo>
                    <a:pt x="1641162" y="2322251"/>
                  </a:lnTo>
                  <a:lnTo>
                    <a:pt x="1646055" y="2323080"/>
                  </a:lnTo>
                  <a:lnTo>
                    <a:pt x="1646983" y="2323681"/>
                  </a:lnTo>
                  <a:lnTo>
                    <a:pt x="1647850" y="2324884"/>
                  </a:lnTo>
                  <a:lnTo>
                    <a:pt x="1643057" y="2327516"/>
                  </a:lnTo>
                  <a:lnTo>
                    <a:pt x="1646937" y="2329418"/>
                  </a:lnTo>
                  <a:lnTo>
                    <a:pt x="1650604" y="2332515"/>
                  </a:lnTo>
                  <a:lnTo>
                    <a:pt x="1653488" y="2331906"/>
                  </a:lnTo>
                  <a:lnTo>
                    <a:pt x="1654736" y="2332005"/>
                  </a:lnTo>
                  <a:lnTo>
                    <a:pt x="1657962" y="2333945"/>
                  </a:lnTo>
                  <a:lnTo>
                    <a:pt x="1658860" y="2334904"/>
                  </a:lnTo>
                  <a:lnTo>
                    <a:pt x="1659354" y="2335756"/>
                  </a:lnTo>
                  <a:lnTo>
                    <a:pt x="1660975" y="2335574"/>
                  </a:lnTo>
                  <a:lnTo>
                    <a:pt x="1663303" y="2334828"/>
                  </a:lnTo>
                  <a:lnTo>
                    <a:pt x="1667511" y="2335010"/>
                  </a:lnTo>
                  <a:lnTo>
                    <a:pt x="1672000" y="2336106"/>
                  </a:lnTo>
                  <a:lnTo>
                    <a:pt x="1671619" y="2337772"/>
                  </a:lnTo>
                  <a:lnTo>
                    <a:pt x="1670942" y="2338921"/>
                  </a:lnTo>
                  <a:lnTo>
                    <a:pt x="1674450" y="2338541"/>
                  </a:lnTo>
                  <a:lnTo>
                    <a:pt x="1676641" y="2339720"/>
                  </a:lnTo>
                  <a:lnTo>
                    <a:pt x="1677402" y="2339150"/>
                  </a:lnTo>
                  <a:lnTo>
                    <a:pt x="1677942" y="2338411"/>
                  </a:lnTo>
                  <a:lnTo>
                    <a:pt x="1682302" y="2336395"/>
                  </a:lnTo>
                  <a:lnTo>
                    <a:pt x="1687902" y="2332203"/>
                  </a:lnTo>
                  <a:lnTo>
                    <a:pt x="1688579" y="2332720"/>
                  </a:lnTo>
                  <a:lnTo>
                    <a:pt x="1688837" y="2334310"/>
                  </a:lnTo>
                  <a:lnTo>
                    <a:pt x="1689576" y="2336897"/>
                  </a:lnTo>
                  <a:lnTo>
                    <a:pt x="1691729" y="2338678"/>
                  </a:lnTo>
                  <a:lnTo>
                    <a:pt x="1694277" y="2339089"/>
                  </a:lnTo>
                  <a:lnTo>
                    <a:pt x="1697793" y="2337727"/>
                  </a:lnTo>
                  <a:lnTo>
                    <a:pt x="1699177" y="2338906"/>
                  </a:lnTo>
                  <a:lnTo>
                    <a:pt x="1700821" y="2341173"/>
                  </a:lnTo>
                  <a:lnTo>
                    <a:pt x="1702388" y="2344141"/>
                  </a:lnTo>
                  <a:lnTo>
                    <a:pt x="1702282" y="2345198"/>
                  </a:lnTo>
                  <a:lnTo>
                    <a:pt x="1700273" y="2346127"/>
                  </a:lnTo>
                  <a:lnTo>
                    <a:pt x="1698462" y="2347458"/>
                  </a:lnTo>
                  <a:lnTo>
                    <a:pt x="1706025" y="2348006"/>
                  </a:lnTo>
                  <a:lnTo>
                    <a:pt x="1706794" y="2348569"/>
                  </a:lnTo>
                  <a:lnTo>
                    <a:pt x="1707631" y="2349733"/>
                  </a:lnTo>
                  <a:lnTo>
                    <a:pt x="1706855" y="2350905"/>
                  </a:lnTo>
                  <a:lnTo>
                    <a:pt x="1706139" y="2351490"/>
                  </a:lnTo>
                  <a:lnTo>
                    <a:pt x="1704770" y="2350806"/>
                  </a:lnTo>
                  <a:lnTo>
                    <a:pt x="1702236" y="2351430"/>
                  </a:lnTo>
                  <a:lnTo>
                    <a:pt x="1700022" y="2352951"/>
                  </a:lnTo>
                  <a:lnTo>
                    <a:pt x="1697656" y="2353796"/>
                  </a:lnTo>
                  <a:lnTo>
                    <a:pt x="1696142" y="2353887"/>
                  </a:lnTo>
                  <a:lnTo>
                    <a:pt x="1694460" y="2354595"/>
                  </a:lnTo>
                  <a:lnTo>
                    <a:pt x="1692923" y="2355683"/>
                  </a:lnTo>
                  <a:lnTo>
                    <a:pt x="1691333" y="2355987"/>
                  </a:lnTo>
                  <a:lnTo>
                    <a:pt x="1686357" y="2358696"/>
                  </a:lnTo>
                  <a:lnTo>
                    <a:pt x="1681275" y="2360438"/>
                  </a:lnTo>
                  <a:lnTo>
                    <a:pt x="1675956" y="2363223"/>
                  </a:lnTo>
                  <a:lnTo>
                    <a:pt x="1670531" y="2364981"/>
                  </a:lnTo>
                  <a:lnTo>
                    <a:pt x="1664901" y="2367088"/>
                  </a:lnTo>
                  <a:lnTo>
                    <a:pt x="1663676" y="2367271"/>
                  </a:lnTo>
                  <a:lnTo>
                    <a:pt x="1662253" y="2367187"/>
                  </a:lnTo>
                  <a:lnTo>
                    <a:pt x="1659042" y="2369249"/>
                  </a:lnTo>
                  <a:lnTo>
                    <a:pt x="1657452" y="2368968"/>
                  </a:lnTo>
                  <a:lnTo>
                    <a:pt x="1655831" y="2369325"/>
                  </a:lnTo>
                  <a:lnTo>
                    <a:pt x="1653960" y="2368869"/>
                  </a:lnTo>
                  <a:lnTo>
                    <a:pt x="1652689" y="2368024"/>
                  </a:lnTo>
                  <a:lnTo>
                    <a:pt x="1653663" y="2370200"/>
                  </a:lnTo>
                  <a:lnTo>
                    <a:pt x="1653952" y="2372201"/>
                  </a:lnTo>
                  <a:lnTo>
                    <a:pt x="1653465" y="2373076"/>
                  </a:lnTo>
                  <a:lnTo>
                    <a:pt x="1652567" y="2374103"/>
                  </a:lnTo>
                  <a:lnTo>
                    <a:pt x="1649334" y="2373913"/>
                  </a:lnTo>
                  <a:lnTo>
                    <a:pt x="1648063" y="2373190"/>
                  </a:lnTo>
                  <a:lnTo>
                    <a:pt x="1646557" y="2372125"/>
                  </a:lnTo>
                  <a:lnTo>
                    <a:pt x="1645864" y="2370406"/>
                  </a:lnTo>
                  <a:lnTo>
                    <a:pt x="1644244" y="2369173"/>
                  </a:lnTo>
                  <a:lnTo>
                    <a:pt x="1643285" y="2370877"/>
                  </a:lnTo>
                  <a:lnTo>
                    <a:pt x="1643285" y="2372148"/>
                  </a:lnTo>
                  <a:lnTo>
                    <a:pt x="1642083" y="2373875"/>
                  </a:lnTo>
                  <a:lnTo>
                    <a:pt x="1640668" y="2370915"/>
                  </a:lnTo>
                  <a:lnTo>
                    <a:pt x="1638126" y="2372003"/>
                  </a:lnTo>
                  <a:lnTo>
                    <a:pt x="1637008" y="2375153"/>
                  </a:lnTo>
                  <a:lnTo>
                    <a:pt x="1637571" y="2376051"/>
                  </a:lnTo>
                  <a:lnTo>
                    <a:pt x="1638354" y="2378455"/>
                  </a:lnTo>
                  <a:lnTo>
                    <a:pt x="1637099" y="2379711"/>
                  </a:lnTo>
                  <a:lnTo>
                    <a:pt x="1636163" y="2379368"/>
                  </a:lnTo>
                  <a:lnTo>
                    <a:pt x="1634231" y="2382883"/>
                  </a:lnTo>
                  <a:lnTo>
                    <a:pt x="1631887" y="2384162"/>
                  </a:lnTo>
                  <a:lnTo>
                    <a:pt x="1629475" y="2387738"/>
                  </a:lnTo>
                  <a:lnTo>
                    <a:pt x="1626614" y="2390462"/>
                  </a:lnTo>
                  <a:lnTo>
                    <a:pt x="1625831" y="2392280"/>
                  </a:lnTo>
                  <a:lnTo>
                    <a:pt x="1621037" y="2396427"/>
                  </a:lnTo>
                  <a:lnTo>
                    <a:pt x="1619219" y="2396297"/>
                  </a:lnTo>
                  <a:lnTo>
                    <a:pt x="1617880" y="2396434"/>
                  </a:lnTo>
                  <a:lnTo>
                    <a:pt x="1615856" y="2398161"/>
                  </a:lnTo>
                  <a:lnTo>
                    <a:pt x="1615536" y="2401646"/>
                  </a:lnTo>
                  <a:lnTo>
                    <a:pt x="1614646" y="2401182"/>
                  </a:lnTo>
                  <a:lnTo>
                    <a:pt x="1613741" y="2401296"/>
                  </a:lnTo>
                  <a:lnTo>
                    <a:pt x="1613269" y="2402392"/>
                  </a:lnTo>
                  <a:lnTo>
                    <a:pt x="1612607" y="2402567"/>
                  </a:lnTo>
                  <a:lnTo>
                    <a:pt x="1610842" y="2401532"/>
                  </a:lnTo>
                  <a:lnTo>
                    <a:pt x="1608765" y="2402095"/>
                  </a:lnTo>
                  <a:lnTo>
                    <a:pt x="1607137" y="2401311"/>
                  </a:lnTo>
                  <a:lnTo>
                    <a:pt x="1605067" y="2396206"/>
                  </a:lnTo>
                  <a:lnTo>
                    <a:pt x="1603964" y="2394411"/>
                  </a:lnTo>
                  <a:lnTo>
                    <a:pt x="1602009" y="2393832"/>
                  </a:lnTo>
                  <a:lnTo>
                    <a:pt x="1601499" y="2394920"/>
                  </a:lnTo>
                  <a:lnTo>
                    <a:pt x="1600738" y="2395978"/>
                  </a:lnTo>
                  <a:lnTo>
                    <a:pt x="1598859" y="2393863"/>
                  </a:lnTo>
                  <a:lnTo>
                    <a:pt x="1597428" y="2386011"/>
                  </a:lnTo>
                  <a:lnTo>
                    <a:pt x="1597421" y="2384109"/>
                  </a:lnTo>
                  <a:lnTo>
                    <a:pt x="1599414" y="2377459"/>
                  </a:lnTo>
                  <a:lnTo>
                    <a:pt x="1604359" y="2371456"/>
                  </a:lnTo>
                  <a:lnTo>
                    <a:pt x="1602777" y="2371258"/>
                  </a:lnTo>
                  <a:lnTo>
                    <a:pt x="1598409" y="2375420"/>
                  </a:lnTo>
                  <a:lnTo>
                    <a:pt x="1598859" y="2374415"/>
                  </a:lnTo>
                  <a:lnTo>
                    <a:pt x="1599596" y="2373365"/>
                  </a:lnTo>
                  <a:lnTo>
                    <a:pt x="1601073" y="2371668"/>
                  </a:lnTo>
                  <a:lnTo>
                    <a:pt x="1603302" y="2370078"/>
                  </a:lnTo>
                  <a:lnTo>
                    <a:pt x="1606277" y="2369142"/>
                  </a:lnTo>
                  <a:lnTo>
                    <a:pt x="1608324" y="2369005"/>
                  </a:lnTo>
                  <a:lnTo>
                    <a:pt x="1609739" y="2368123"/>
                  </a:lnTo>
                  <a:lnTo>
                    <a:pt x="1611786" y="2366556"/>
                  </a:lnTo>
                  <a:lnTo>
                    <a:pt x="1612166" y="2365726"/>
                  </a:lnTo>
                  <a:lnTo>
                    <a:pt x="1610355" y="2366685"/>
                  </a:lnTo>
                  <a:lnTo>
                    <a:pt x="1607342" y="2367621"/>
                  </a:lnTo>
                  <a:lnTo>
                    <a:pt x="1608111" y="2366388"/>
                  </a:lnTo>
                  <a:lnTo>
                    <a:pt x="1608871" y="2365734"/>
                  </a:lnTo>
                  <a:lnTo>
                    <a:pt x="1624964" y="2354899"/>
                  </a:lnTo>
                  <a:lnTo>
                    <a:pt x="1628205" y="2353104"/>
                  </a:lnTo>
                  <a:lnTo>
                    <a:pt x="1634664" y="2350813"/>
                  </a:lnTo>
                  <a:lnTo>
                    <a:pt x="1635562" y="2349315"/>
                  </a:lnTo>
                  <a:lnTo>
                    <a:pt x="1634680" y="2348356"/>
                  </a:lnTo>
                  <a:lnTo>
                    <a:pt x="1637190" y="2349200"/>
                  </a:lnTo>
                  <a:lnTo>
                    <a:pt x="1636985" y="2350448"/>
                  </a:lnTo>
                  <a:lnTo>
                    <a:pt x="1636589" y="2351354"/>
                  </a:lnTo>
                  <a:lnTo>
                    <a:pt x="1636445" y="2352898"/>
                  </a:lnTo>
                  <a:lnTo>
                    <a:pt x="1636688" y="2354374"/>
                  </a:lnTo>
                  <a:lnTo>
                    <a:pt x="1639230" y="2355097"/>
                  </a:lnTo>
                  <a:lnTo>
                    <a:pt x="1641352" y="2357844"/>
                  </a:lnTo>
                  <a:lnTo>
                    <a:pt x="1640348" y="2354108"/>
                  </a:lnTo>
                  <a:lnTo>
                    <a:pt x="1642258" y="2351993"/>
                  </a:lnTo>
                  <a:lnTo>
                    <a:pt x="1649623" y="2349155"/>
                  </a:lnTo>
                  <a:lnTo>
                    <a:pt x="1655778" y="2348843"/>
                  </a:lnTo>
                  <a:lnTo>
                    <a:pt x="1657749" y="2347519"/>
                  </a:lnTo>
                  <a:lnTo>
                    <a:pt x="1652491" y="2346629"/>
                  </a:lnTo>
                  <a:lnTo>
                    <a:pt x="1646252" y="2347116"/>
                  </a:lnTo>
                  <a:lnTo>
                    <a:pt x="1642395" y="2346127"/>
                  </a:lnTo>
                  <a:lnTo>
                    <a:pt x="1637069" y="2346773"/>
                  </a:lnTo>
                  <a:lnTo>
                    <a:pt x="1631438" y="2346149"/>
                  </a:lnTo>
                  <a:lnTo>
                    <a:pt x="1629711" y="2346971"/>
                  </a:lnTo>
                  <a:lnTo>
                    <a:pt x="1628311" y="2348744"/>
                  </a:lnTo>
                  <a:lnTo>
                    <a:pt x="1626493" y="2347960"/>
                  </a:lnTo>
                  <a:lnTo>
                    <a:pt x="1625610" y="2347831"/>
                  </a:lnTo>
                  <a:lnTo>
                    <a:pt x="1624766" y="2347215"/>
                  </a:lnTo>
                  <a:lnTo>
                    <a:pt x="1626592" y="2344164"/>
                  </a:lnTo>
                  <a:lnTo>
                    <a:pt x="1632298" y="2339606"/>
                  </a:lnTo>
                  <a:lnTo>
                    <a:pt x="1635775" y="2335634"/>
                  </a:lnTo>
                  <a:lnTo>
                    <a:pt x="1636757" y="2334797"/>
                  </a:lnTo>
                  <a:lnTo>
                    <a:pt x="1637533" y="2333200"/>
                  </a:lnTo>
                  <a:lnTo>
                    <a:pt x="1635623" y="2333466"/>
                  </a:lnTo>
                  <a:lnTo>
                    <a:pt x="1633957" y="2334097"/>
                  </a:lnTo>
                  <a:lnTo>
                    <a:pt x="1632800" y="2332256"/>
                  </a:lnTo>
                  <a:lnTo>
                    <a:pt x="1630738" y="2329814"/>
                  </a:lnTo>
                  <a:lnTo>
                    <a:pt x="1630541" y="2330833"/>
                  </a:lnTo>
                  <a:lnTo>
                    <a:pt x="1631575" y="2333877"/>
                  </a:lnTo>
                  <a:lnTo>
                    <a:pt x="1627626" y="2339218"/>
                  </a:lnTo>
                  <a:lnTo>
                    <a:pt x="1625078" y="2339598"/>
                  </a:lnTo>
                  <a:lnTo>
                    <a:pt x="1621677" y="2342086"/>
                  </a:lnTo>
                  <a:lnTo>
                    <a:pt x="1616868" y="2344247"/>
                  </a:lnTo>
                  <a:lnTo>
                    <a:pt x="1611261" y="2348364"/>
                  </a:lnTo>
                  <a:lnTo>
                    <a:pt x="1604010" y="2351825"/>
                  </a:lnTo>
                  <a:lnTo>
                    <a:pt x="1602495" y="2351841"/>
                  </a:lnTo>
                  <a:lnTo>
                    <a:pt x="1599201" y="2348987"/>
                  </a:lnTo>
                  <a:lnTo>
                    <a:pt x="1600121" y="2347694"/>
                  </a:lnTo>
                  <a:lnTo>
                    <a:pt x="1600981" y="2345936"/>
                  </a:lnTo>
                  <a:lnTo>
                    <a:pt x="1600160" y="2346438"/>
                  </a:lnTo>
                  <a:lnTo>
                    <a:pt x="1599635" y="2347207"/>
                  </a:lnTo>
                  <a:lnTo>
                    <a:pt x="1597649" y="2348432"/>
                  </a:lnTo>
                  <a:lnTo>
                    <a:pt x="1599254" y="2350798"/>
                  </a:lnTo>
                  <a:lnTo>
                    <a:pt x="1598478" y="2351688"/>
                  </a:lnTo>
                  <a:lnTo>
                    <a:pt x="1596180" y="2352853"/>
                  </a:lnTo>
                  <a:lnTo>
                    <a:pt x="1594035" y="2354542"/>
                  </a:lnTo>
                  <a:lnTo>
                    <a:pt x="1592155" y="2355668"/>
                  </a:lnTo>
                  <a:lnTo>
                    <a:pt x="1590641" y="2354237"/>
                  </a:lnTo>
                  <a:lnTo>
                    <a:pt x="1586449" y="2356041"/>
                  </a:lnTo>
                  <a:lnTo>
                    <a:pt x="1582919" y="2356527"/>
                  </a:lnTo>
                  <a:lnTo>
                    <a:pt x="1582150" y="2355614"/>
                  </a:lnTo>
                  <a:lnTo>
                    <a:pt x="1581929" y="2354169"/>
                  </a:lnTo>
                  <a:lnTo>
                    <a:pt x="1580689" y="2353819"/>
                  </a:lnTo>
                  <a:lnTo>
                    <a:pt x="1578399" y="2354222"/>
                  </a:lnTo>
                  <a:lnTo>
                    <a:pt x="1577509" y="2353400"/>
                  </a:lnTo>
                  <a:close/>
                  <a:moveTo>
                    <a:pt x="376443" y="2237263"/>
                  </a:moveTo>
                  <a:lnTo>
                    <a:pt x="376177" y="2237613"/>
                  </a:lnTo>
                  <a:lnTo>
                    <a:pt x="372844" y="2235323"/>
                  </a:lnTo>
                  <a:lnTo>
                    <a:pt x="370607" y="2232318"/>
                  </a:lnTo>
                  <a:lnTo>
                    <a:pt x="369679" y="2230484"/>
                  </a:lnTo>
                  <a:lnTo>
                    <a:pt x="374100" y="2235042"/>
                  </a:lnTo>
                  <a:lnTo>
                    <a:pt x="376329" y="2236548"/>
                  </a:lnTo>
                  <a:lnTo>
                    <a:pt x="376443" y="2237263"/>
                  </a:lnTo>
                  <a:close/>
                  <a:moveTo>
                    <a:pt x="375096" y="2241524"/>
                  </a:moveTo>
                  <a:lnTo>
                    <a:pt x="374199" y="2242353"/>
                  </a:lnTo>
                  <a:lnTo>
                    <a:pt x="373719" y="2242239"/>
                  </a:lnTo>
                  <a:lnTo>
                    <a:pt x="373339" y="2241661"/>
                  </a:lnTo>
                  <a:lnTo>
                    <a:pt x="371954" y="2235978"/>
                  </a:lnTo>
                  <a:lnTo>
                    <a:pt x="372547" y="2236099"/>
                  </a:lnTo>
                  <a:lnTo>
                    <a:pt x="374404" y="2237872"/>
                  </a:lnTo>
                  <a:lnTo>
                    <a:pt x="373985" y="2238572"/>
                  </a:lnTo>
                  <a:lnTo>
                    <a:pt x="375370" y="2240269"/>
                  </a:lnTo>
                  <a:lnTo>
                    <a:pt x="375705" y="2241471"/>
                  </a:lnTo>
                  <a:lnTo>
                    <a:pt x="375096" y="2241524"/>
                  </a:lnTo>
                  <a:close/>
                  <a:moveTo>
                    <a:pt x="1131099" y="2242711"/>
                  </a:moveTo>
                  <a:lnTo>
                    <a:pt x="1130551" y="2242734"/>
                  </a:lnTo>
                  <a:lnTo>
                    <a:pt x="1130140" y="2241958"/>
                  </a:lnTo>
                  <a:lnTo>
                    <a:pt x="1129912" y="2239782"/>
                  </a:lnTo>
                  <a:lnTo>
                    <a:pt x="1130543" y="2238853"/>
                  </a:lnTo>
                  <a:lnTo>
                    <a:pt x="1131837" y="2238192"/>
                  </a:lnTo>
                  <a:lnTo>
                    <a:pt x="1133572" y="2237956"/>
                  </a:lnTo>
                  <a:lnTo>
                    <a:pt x="1135740" y="2238138"/>
                  </a:lnTo>
                  <a:lnTo>
                    <a:pt x="1136767" y="2238716"/>
                  </a:lnTo>
                  <a:lnTo>
                    <a:pt x="1136661" y="2239690"/>
                  </a:lnTo>
                  <a:lnTo>
                    <a:pt x="1136402" y="2240193"/>
                  </a:lnTo>
                  <a:lnTo>
                    <a:pt x="1135763" y="2240512"/>
                  </a:lnTo>
                  <a:lnTo>
                    <a:pt x="1135679" y="2241075"/>
                  </a:lnTo>
                  <a:lnTo>
                    <a:pt x="1134759" y="2241387"/>
                  </a:lnTo>
                  <a:lnTo>
                    <a:pt x="1133009" y="2241433"/>
                  </a:lnTo>
                  <a:lnTo>
                    <a:pt x="1131784" y="2241874"/>
                  </a:lnTo>
                  <a:lnTo>
                    <a:pt x="1131099" y="2242711"/>
                  </a:lnTo>
                  <a:close/>
                  <a:moveTo>
                    <a:pt x="1139841" y="2241440"/>
                  </a:moveTo>
                  <a:lnTo>
                    <a:pt x="1138380" y="2241661"/>
                  </a:lnTo>
                  <a:lnTo>
                    <a:pt x="1137521" y="2241509"/>
                  </a:lnTo>
                  <a:lnTo>
                    <a:pt x="1137239" y="2241197"/>
                  </a:lnTo>
                  <a:lnTo>
                    <a:pt x="1137536" y="2240733"/>
                  </a:lnTo>
                  <a:lnTo>
                    <a:pt x="1137513" y="2240238"/>
                  </a:lnTo>
                  <a:lnTo>
                    <a:pt x="1137049" y="2239264"/>
                  </a:lnTo>
                  <a:lnTo>
                    <a:pt x="1137148" y="2238922"/>
                  </a:lnTo>
                  <a:lnTo>
                    <a:pt x="1137505" y="2238739"/>
                  </a:lnTo>
                  <a:lnTo>
                    <a:pt x="1138137" y="2238709"/>
                  </a:lnTo>
                  <a:lnTo>
                    <a:pt x="1138882" y="2239356"/>
                  </a:lnTo>
                  <a:lnTo>
                    <a:pt x="1139757" y="2240679"/>
                  </a:lnTo>
                  <a:lnTo>
                    <a:pt x="1139841" y="2241440"/>
                  </a:lnTo>
                  <a:close/>
                  <a:moveTo>
                    <a:pt x="1634071" y="2267013"/>
                  </a:moveTo>
                  <a:lnTo>
                    <a:pt x="1631613" y="2268656"/>
                  </a:lnTo>
                  <a:lnTo>
                    <a:pt x="1632694" y="2266184"/>
                  </a:lnTo>
                  <a:lnTo>
                    <a:pt x="1633143" y="2265544"/>
                  </a:lnTo>
                  <a:lnTo>
                    <a:pt x="1633561" y="2265263"/>
                  </a:lnTo>
                  <a:lnTo>
                    <a:pt x="1633964" y="2265483"/>
                  </a:lnTo>
                  <a:lnTo>
                    <a:pt x="1634071" y="2267013"/>
                  </a:lnTo>
                  <a:close/>
                  <a:moveTo>
                    <a:pt x="1633379" y="2269303"/>
                  </a:moveTo>
                  <a:lnTo>
                    <a:pt x="1632838" y="2271616"/>
                  </a:lnTo>
                  <a:lnTo>
                    <a:pt x="1630974" y="2273579"/>
                  </a:lnTo>
                  <a:lnTo>
                    <a:pt x="1630046" y="2273716"/>
                  </a:lnTo>
                  <a:lnTo>
                    <a:pt x="1629620" y="2273526"/>
                  </a:lnTo>
                  <a:lnTo>
                    <a:pt x="1630130" y="2272255"/>
                  </a:lnTo>
                  <a:lnTo>
                    <a:pt x="1630069" y="2270056"/>
                  </a:lnTo>
                  <a:lnTo>
                    <a:pt x="1631613" y="2269752"/>
                  </a:lnTo>
                  <a:lnTo>
                    <a:pt x="1632176" y="2269950"/>
                  </a:lnTo>
                  <a:lnTo>
                    <a:pt x="1633379" y="2269303"/>
                  </a:lnTo>
                  <a:close/>
                  <a:moveTo>
                    <a:pt x="1181597" y="2274165"/>
                  </a:moveTo>
                  <a:lnTo>
                    <a:pt x="1177488" y="2274614"/>
                  </a:lnTo>
                  <a:lnTo>
                    <a:pt x="1175700" y="2274150"/>
                  </a:lnTo>
                  <a:lnTo>
                    <a:pt x="1175518" y="2273716"/>
                  </a:lnTo>
                  <a:lnTo>
                    <a:pt x="1175944" y="2273107"/>
                  </a:lnTo>
                  <a:lnTo>
                    <a:pt x="1176971" y="2272323"/>
                  </a:lnTo>
                  <a:lnTo>
                    <a:pt x="1178150" y="2271897"/>
                  </a:lnTo>
                  <a:lnTo>
                    <a:pt x="1179482" y="2271821"/>
                  </a:lnTo>
                  <a:lnTo>
                    <a:pt x="1182130" y="2272613"/>
                  </a:lnTo>
                  <a:lnTo>
                    <a:pt x="1183088" y="2273396"/>
                  </a:lnTo>
                  <a:lnTo>
                    <a:pt x="1182883" y="2273868"/>
                  </a:lnTo>
                  <a:lnTo>
                    <a:pt x="1181597" y="2274165"/>
                  </a:lnTo>
                  <a:close/>
                  <a:moveTo>
                    <a:pt x="1852924" y="2283379"/>
                  </a:moveTo>
                  <a:lnTo>
                    <a:pt x="1851882" y="2284474"/>
                  </a:lnTo>
                  <a:lnTo>
                    <a:pt x="1850816" y="2284429"/>
                  </a:lnTo>
                  <a:lnTo>
                    <a:pt x="1850946" y="2283470"/>
                  </a:lnTo>
                  <a:lnTo>
                    <a:pt x="1852254" y="2281606"/>
                  </a:lnTo>
                  <a:lnTo>
                    <a:pt x="1852924" y="2280274"/>
                  </a:lnTo>
                  <a:lnTo>
                    <a:pt x="1852947" y="2279468"/>
                  </a:lnTo>
                  <a:lnTo>
                    <a:pt x="1853190" y="2278852"/>
                  </a:lnTo>
                  <a:lnTo>
                    <a:pt x="1854187" y="2278159"/>
                  </a:lnTo>
                  <a:lnTo>
                    <a:pt x="1855047" y="2276904"/>
                  </a:lnTo>
                  <a:lnTo>
                    <a:pt x="1854636" y="2279232"/>
                  </a:lnTo>
                  <a:lnTo>
                    <a:pt x="1852924" y="2283379"/>
                  </a:lnTo>
                  <a:close/>
                  <a:moveTo>
                    <a:pt x="1688777" y="2288309"/>
                  </a:moveTo>
                  <a:lnTo>
                    <a:pt x="1689530" y="2288910"/>
                  </a:lnTo>
                  <a:lnTo>
                    <a:pt x="1690884" y="2288842"/>
                  </a:lnTo>
                  <a:lnTo>
                    <a:pt x="1691797" y="2289085"/>
                  </a:lnTo>
                  <a:lnTo>
                    <a:pt x="1690496" y="2290249"/>
                  </a:lnTo>
                  <a:lnTo>
                    <a:pt x="1687993" y="2290363"/>
                  </a:lnTo>
                  <a:lnTo>
                    <a:pt x="1686768" y="2289884"/>
                  </a:lnTo>
                  <a:lnTo>
                    <a:pt x="1688548" y="2283889"/>
                  </a:lnTo>
                  <a:lnTo>
                    <a:pt x="1690626" y="2282504"/>
                  </a:lnTo>
                  <a:lnTo>
                    <a:pt x="1694886" y="2278570"/>
                  </a:lnTo>
                  <a:lnTo>
                    <a:pt x="1696591" y="2277368"/>
                  </a:lnTo>
                  <a:lnTo>
                    <a:pt x="1698173" y="2276896"/>
                  </a:lnTo>
                  <a:lnTo>
                    <a:pt x="1699847" y="2277185"/>
                  </a:lnTo>
                  <a:lnTo>
                    <a:pt x="1698143" y="2279514"/>
                  </a:lnTo>
                  <a:lnTo>
                    <a:pt x="1695860" y="2279643"/>
                  </a:lnTo>
                  <a:lnTo>
                    <a:pt x="1693684" y="2281575"/>
                  </a:lnTo>
                  <a:lnTo>
                    <a:pt x="1692254" y="2283714"/>
                  </a:lnTo>
                  <a:lnTo>
                    <a:pt x="1690534" y="2284931"/>
                  </a:lnTo>
                  <a:lnTo>
                    <a:pt x="1689355" y="2286422"/>
                  </a:lnTo>
                  <a:lnTo>
                    <a:pt x="1688777" y="2288309"/>
                  </a:lnTo>
                  <a:close/>
                  <a:moveTo>
                    <a:pt x="1648268" y="2313714"/>
                  </a:moveTo>
                  <a:lnTo>
                    <a:pt x="1648847" y="2314148"/>
                  </a:lnTo>
                  <a:lnTo>
                    <a:pt x="1649851" y="2313356"/>
                  </a:lnTo>
                  <a:lnTo>
                    <a:pt x="1651038" y="2310838"/>
                  </a:lnTo>
                  <a:lnTo>
                    <a:pt x="1654180" y="2311492"/>
                  </a:lnTo>
                  <a:lnTo>
                    <a:pt x="1655847" y="2312626"/>
                  </a:lnTo>
                  <a:lnTo>
                    <a:pt x="1656775" y="2312375"/>
                  </a:lnTo>
                  <a:lnTo>
                    <a:pt x="1657726" y="2312489"/>
                  </a:lnTo>
                  <a:lnTo>
                    <a:pt x="1659484" y="2313973"/>
                  </a:lnTo>
                  <a:lnTo>
                    <a:pt x="1662831" y="2315145"/>
                  </a:lnTo>
                  <a:lnTo>
                    <a:pt x="1666362" y="2314977"/>
                  </a:lnTo>
                  <a:lnTo>
                    <a:pt x="1671749" y="2314285"/>
                  </a:lnTo>
                  <a:lnTo>
                    <a:pt x="1672388" y="2314003"/>
                  </a:lnTo>
                  <a:lnTo>
                    <a:pt x="1677911" y="2313417"/>
                  </a:lnTo>
                  <a:lnTo>
                    <a:pt x="1683458" y="2313144"/>
                  </a:lnTo>
                  <a:lnTo>
                    <a:pt x="1685360" y="2313806"/>
                  </a:lnTo>
                  <a:lnTo>
                    <a:pt x="1686075" y="2314429"/>
                  </a:lnTo>
                  <a:lnTo>
                    <a:pt x="1686441" y="2315175"/>
                  </a:lnTo>
                  <a:lnTo>
                    <a:pt x="1683276" y="2317214"/>
                  </a:lnTo>
                  <a:lnTo>
                    <a:pt x="1680110" y="2319588"/>
                  </a:lnTo>
                  <a:lnTo>
                    <a:pt x="1675713" y="2321916"/>
                  </a:lnTo>
                  <a:lnTo>
                    <a:pt x="1675157" y="2323050"/>
                  </a:lnTo>
                  <a:lnTo>
                    <a:pt x="1675431" y="2325135"/>
                  </a:lnTo>
                  <a:lnTo>
                    <a:pt x="1675347" y="2327257"/>
                  </a:lnTo>
                  <a:lnTo>
                    <a:pt x="1676215" y="2327432"/>
                  </a:lnTo>
                  <a:lnTo>
                    <a:pt x="1676740" y="2328140"/>
                  </a:lnTo>
                  <a:lnTo>
                    <a:pt x="1675606" y="2328825"/>
                  </a:lnTo>
                  <a:lnTo>
                    <a:pt x="1671079" y="2329144"/>
                  </a:lnTo>
                  <a:lnTo>
                    <a:pt x="1669763" y="2328954"/>
                  </a:lnTo>
                  <a:lnTo>
                    <a:pt x="1668195" y="2328087"/>
                  </a:lnTo>
                  <a:lnTo>
                    <a:pt x="1667655" y="2326032"/>
                  </a:lnTo>
                  <a:lnTo>
                    <a:pt x="1665715" y="2326337"/>
                  </a:lnTo>
                  <a:lnTo>
                    <a:pt x="1665129" y="2326086"/>
                  </a:lnTo>
                  <a:lnTo>
                    <a:pt x="1667853" y="2324336"/>
                  </a:lnTo>
                  <a:lnTo>
                    <a:pt x="1666613" y="2322137"/>
                  </a:lnTo>
                  <a:lnTo>
                    <a:pt x="1665281" y="2322297"/>
                  </a:lnTo>
                  <a:lnTo>
                    <a:pt x="1664399" y="2321254"/>
                  </a:lnTo>
                  <a:lnTo>
                    <a:pt x="1664467" y="2319839"/>
                  </a:lnTo>
                  <a:lnTo>
                    <a:pt x="1665700" y="2319154"/>
                  </a:lnTo>
                  <a:lnTo>
                    <a:pt x="1666057" y="2318409"/>
                  </a:lnTo>
                  <a:lnTo>
                    <a:pt x="1664384" y="2319055"/>
                  </a:lnTo>
                  <a:lnTo>
                    <a:pt x="1663098" y="2320364"/>
                  </a:lnTo>
                  <a:lnTo>
                    <a:pt x="1661439" y="2320858"/>
                  </a:lnTo>
                  <a:lnTo>
                    <a:pt x="1659818" y="2321985"/>
                  </a:lnTo>
                  <a:lnTo>
                    <a:pt x="1662337" y="2322342"/>
                  </a:lnTo>
                  <a:lnTo>
                    <a:pt x="1661043" y="2323217"/>
                  </a:lnTo>
                  <a:lnTo>
                    <a:pt x="1659697" y="2323415"/>
                  </a:lnTo>
                  <a:lnTo>
                    <a:pt x="1653458" y="2321695"/>
                  </a:lnTo>
                  <a:lnTo>
                    <a:pt x="1651913" y="2321041"/>
                  </a:lnTo>
                  <a:lnTo>
                    <a:pt x="1649973" y="2319238"/>
                  </a:lnTo>
                  <a:lnTo>
                    <a:pt x="1648504" y="2316826"/>
                  </a:lnTo>
                  <a:lnTo>
                    <a:pt x="1649303" y="2316735"/>
                  </a:lnTo>
                  <a:lnTo>
                    <a:pt x="1649577" y="2316301"/>
                  </a:lnTo>
                  <a:lnTo>
                    <a:pt x="1649402" y="2315890"/>
                  </a:lnTo>
                  <a:lnTo>
                    <a:pt x="1647226" y="2315563"/>
                  </a:lnTo>
                  <a:lnTo>
                    <a:pt x="1643833" y="2315670"/>
                  </a:lnTo>
                  <a:lnTo>
                    <a:pt x="1641885" y="2315030"/>
                  </a:lnTo>
                  <a:lnTo>
                    <a:pt x="1641976" y="2310808"/>
                  </a:lnTo>
                  <a:lnTo>
                    <a:pt x="1641345" y="2309643"/>
                  </a:lnTo>
                  <a:lnTo>
                    <a:pt x="1639214" y="2308662"/>
                  </a:lnTo>
                  <a:lnTo>
                    <a:pt x="1635958" y="2308365"/>
                  </a:lnTo>
                  <a:lnTo>
                    <a:pt x="1635638" y="2306790"/>
                  </a:lnTo>
                  <a:lnTo>
                    <a:pt x="1636673" y="2304386"/>
                  </a:lnTo>
                  <a:lnTo>
                    <a:pt x="1638263" y="2302317"/>
                  </a:lnTo>
                  <a:lnTo>
                    <a:pt x="1639481" y="2300277"/>
                  </a:lnTo>
                  <a:lnTo>
                    <a:pt x="1640896" y="2298603"/>
                  </a:lnTo>
                  <a:lnTo>
                    <a:pt x="1644381" y="2295271"/>
                  </a:lnTo>
                  <a:lnTo>
                    <a:pt x="1644297" y="2297767"/>
                  </a:lnTo>
                  <a:lnTo>
                    <a:pt x="1644632" y="2299904"/>
                  </a:lnTo>
                  <a:lnTo>
                    <a:pt x="1642364" y="2304188"/>
                  </a:lnTo>
                  <a:lnTo>
                    <a:pt x="1646313" y="2308419"/>
                  </a:lnTo>
                  <a:lnTo>
                    <a:pt x="1646815" y="2309354"/>
                  </a:lnTo>
                  <a:lnTo>
                    <a:pt x="1647150" y="2310488"/>
                  </a:lnTo>
                  <a:lnTo>
                    <a:pt x="1646899" y="2311530"/>
                  </a:lnTo>
                  <a:lnTo>
                    <a:pt x="1646260" y="2312459"/>
                  </a:lnTo>
                  <a:lnTo>
                    <a:pt x="1647797" y="2312923"/>
                  </a:lnTo>
                  <a:lnTo>
                    <a:pt x="1648268" y="2313714"/>
                  </a:lnTo>
                  <a:close/>
                  <a:moveTo>
                    <a:pt x="1706048" y="2329829"/>
                  </a:moveTo>
                  <a:lnTo>
                    <a:pt x="1706771" y="2330065"/>
                  </a:lnTo>
                  <a:lnTo>
                    <a:pt x="1709647" y="2328581"/>
                  </a:lnTo>
                  <a:lnTo>
                    <a:pt x="1711169" y="2328642"/>
                  </a:lnTo>
                  <a:lnTo>
                    <a:pt x="1711100" y="2329707"/>
                  </a:lnTo>
                  <a:lnTo>
                    <a:pt x="1708627" y="2330871"/>
                  </a:lnTo>
                  <a:lnTo>
                    <a:pt x="1707494" y="2331739"/>
                  </a:lnTo>
                  <a:lnTo>
                    <a:pt x="1708924" y="2332545"/>
                  </a:lnTo>
                  <a:lnTo>
                    <a:pt x="1708909" y="2333093"/>
                  </a:lnTo>
                  <a:lnTo>
                    <a:pt x="1707189" y="2334402"/>
                  </a:lnTo>
                  <a:lnTo>
                    <a:pt x="1706330" y="2335825"/>
                  </a:lnTo>
                  <a:lnTo>
                    <a:pt x="1707037" y="2337202"/>
                  </a:lnTo>
                  <a:lnTo>
                    <a:pt x="1709784" y="2335847"/>
                  </a:lnTo>
                  <a:lnTo>
                    <a:pt x="1710910" y="2335832"/>
                  </a:lnTo>
                  <a:lnTo>
                    <a:pt x="1712439" y="2336144"/>
                  </a:lnTo>
                  <a:lnTo>
                    <a:pt x="1713892" y="2335733"/>
                  </a:lnTo>
                  <a:lnTo>
                    <a:pt x="1714722" y="2335064"/>
                  </a:lnTo>
                  <a:lnTo>
                    <a:pt x="1719561" y="2329768"/>
                  </a:lnTo>
                  <a:lnTo>
                    <a:pt x="1719812" y="2329091"/>
                  </a:lnTo>
                  <a:lnTo>
                    <a:pt x="1714592" y="2330187"/>
                  </a:lnTo>
                  <a:lnTo>
                    <a:pt x="1713984" y="2329464"/>
                  </a:lnTo>
                  <a:lnTo>
                    <a:pt x="1717400" y="2326253"/>
                  </a:lnTo>
                  <a:lnTo>
                    <a:pt x="1717134" y="2324556"/>
                  </a:lnTo>
                  <a:lnTo>
                    <a:pt x="1718861" y="2321878"/>
                  </a:lnTo>
                  <a:lnTo>
                    <a:pt x="1720443" y="2320288"/>
                  </a:lnTo>
                  <a:lnTo>
                    <a:pt x="1721600" y="2319398"/>
                  </a:lnTo>
                  <a:lnTo>
                    <a:pt x="1723281" y="2318576"/>
                  </a:lnTo>
                  <a:lnTo>
                    <a:pt x="1724438" y="2319847"/>
                  </a:lnTo>
                  <a:lnTo>
                    <a:pt x="1724811" y="2322137"/>
                  </a:lnTo>
                  <a:lnTo>
                    <a:pt x="1727672" y="2321817"/>
                  </a:lnTo>
                  <a:lnTo>
                    <a:pt x="1730472" y="2322281"/>
                  </a:lnTo>
                  <a:lnTo>
                    <a:pt x="1732533" y="2323248"/>
                  </a:lnTo>
                  <a:lnTo>
                    <a:pt x="1732853" y="2323803"/>
                  </a:lnTo>
                  <a:lnTo>
                    <a:pt x="1732876" y="2324678"/>
                  </a:lnTo>
                  <a:lnTo>
                    <a:pt x="1732191" y="2326253"/>
                  </a:lnTo>
                  <a:lnTo>
                    <a:pt x="1731057" y="2327547"/>
                  </a:lnTo>
                  <a:lnTo>
                    <a:pt x="1733317" y="2329205"/>
                  </a:lnTo>
                  <a:lnTo>
                    <a:pt x="1733013" y="2329928"/>
                  </a:lnTo>
                  <a:lnTo>
                    <a:pt x="1729307" y="2331800"/>
                  </a:lnTo>
                  <a:lnTo>
                    <a:pt x="1727200" y="2333679"/>
                  </a:lnTo>
                  <a:lnTo>
                    <a:pt x="1725267" y="2335992"/>
                  </a:lnTo>
                  <a:lnTo>
                    <a:pt x="1721402" y="2338685"/>
                  </a:lnTo>
                  <a:lnTo>
                    <a:pt x="1715277" y="2340626"/>
                  </a:lnTo>
                  <a:lnTo>
                    <a:pt x="1713337" y="2340626"/>
                  </a:lnTo>
                  <a:lnTo>
                    <a:pt x="1711032" y="2340017"/>
                  </a:lnTo>
                  <a:lnTo>
                    <a:pt x="1708749" y="2340154"/>
                  </a:lnTo>
                  <a:lnTo>
                    <a:pt x="1706504" y="2340877"/>
                  </a:lnTo>
                  <a:lnTo>
                    <a:pt x="1704306" y="2340793"/>
                  </a:lnTo>
                  <a:lnTo>
                    <a:pt x="1703240" y="2341173"/>
                  </a:lnTo>
                  <a:lnTo>
                    <a:pt x="1702229" y="2341135"/>
                  </a:lnTo>
                  <a:lnTo>
                    <a:pt x="1701384" y="2340382"/>
                  </a:lnTo>
                  <a:lnTo>
                    <a:pt x="1699573" y="2338237"/>
                  </a:lnTo>
                  <a:lnTo>
                    <a:pt x="1698691" y="2336798"/>
                  </a:lnTo>
                  <a:lnTo>
                    <a:pt x="1697717" y="2329920"/>
                  </a:lnTo>
                  <a:lnTo>
                    <a:pt x="1698029" y="2326291"/>
                  </a:lnTo>
                  <a:lnTo>
                    <a:pt x="1699565" y="2322898"/>
                  </a:lnTo>
                  <a:lnTo>
                    <a:pt x="1701841" y="2320638"/>
                  </a:lnTo>
                  <a:lnTo>
                    <a:pt x="1703157" y="2318835"/>
                  </a:lnTo>
                  <a:lnTo>
                    <a:pt x="1708665" y="2308076"/>
                  </a:lnTo>
                  <a:lnTo>
                    <a:pt x="1709746" y="2305626"/>
                  </a:lnTo>
                  <a:lnTo>
                    <a:pt x="1711062" y="2303534"/>
                  </a:lnTo>
                  <a:lnTo>
                    <a:pt x="1713421" y="2301464"/>
                  </a:lnTo>
                  <a:lnTo>
                    <a:pt x="1716472" y="2297964"/>
                  </a:lnTo>
                  <a:lnTo>
                    <a:pt x="1717446" y="2297249"/>
                  </a:lnTo>
                  <a:lnTo>
                    <a:pt x="1719196" y="2296907"/>
                  </a:lnTo>
                  <a:lnTo>
                    <a:pt x="1720923" y="2297097"/>
                  </a:lnTo>
                  <a:lnTo>
                    <a:pt x="1720428" y="2298368"/>
                  </a:lnTo>
                  <a:lnTo>
                    <a:pt x="1720558" y="2299608"/>
                  </a:lnTo>
                  <a:lnTo>
                    <a:pt x="1722559" y="2304439"/>
                  </a:lnTo>
                  <a:lnTo>
                    <a:pt x="1722536" y="2305398"/>
                  </a:lnTo>
                  <a:lnTo>
                    <a:pt x="1721440" y="2309233"/>
                  </a:lnTo>
                  <a:lnTo>
                    <a:pt x="1719340" y="2315411"/>
                  </a:lnTo>
                  <a:lnTo>
                    <a:pt x="1718800" y="2318812"/>
                  </a:lnTo>
                  <a:lnTo>
                    <a:pt x="1719081" y="2319831"/>
                  </a:lnTo>
                  <a:lnTo>
                    <a:pt x="1718229" y="2321551"/>
                  </a:lnTo>
                  <a:lnTo>
                    <a:pt x="1717324" y="2322852"/>
                  </a:lnTo>
                  <a:lnTo>
                    <a:pt x="1713740" y="2325294"/>
                  </a:lnTo>
                  <a:lnTo>
                    <a:pt x="1711907" y="2325865"/>
                  </a:lnTo>
                  <a:lnTo>
                    <a:pt x="1710164" y="2326770"/>
                  </a:lnTo>
                  <a:lnTo>
                    <a:pt x="1706048" y="2329829"/>
                  </a:lnTo>
                  <a:close/>
                  <a:moveTo>
                    <a:pt x="1494218" y="2301175"/>
                  </a:moveTo>
                  <a:lnTo>
                    <a:pt x="1492278" y="2301426"/>
                  </a:lnTo>
                  <a:lnTo>
                    <a:pt x="1492742" y="2300346"/>
                  </a:lnTo>
                  <a:lnTo>
                    <a:pt x="1495390" y="2298421"/>
                  </a:lnTo>
                  <a:lnTo>
                    <a:pt x="1497337" y="2297341"/>
                  </a:lnTo>
                  <a:lnTo>
                    <a:pt x="1498486" y="2297363"/>
                  </a:lnTo>
                  <a:lnTo>
                    <a:pt x="1496614" y="2299730"/>
                  </a:lnTo>
                  <a:lnTo>
                    <a:pt x="1494218" y="2301175"/>
                  </a:lnTo>
                  <a:close/>
                  <a:moveTo>
                    <a:pt x="1221268" y="2323027"/>
                  </a:moveTo>
                  <a:lnTo>
                    <a:pt x="1220827" y="2323605"/>
                  </a:lnTo>
                  <a:lnTo>
                    <a:pt x="1220241" y="2323301"/>
                  </a:lnTo>
                  <a:lnTo>
                    <a:pt x="1219822" y="2323598"/>
                  </a:lnTo>
                  <a:lnTo>
                    <a:pt x="1219579" y="2324488"/>
                  </a:lnTo>
                  <a:lnTo>
                    <a:pt x="1219161" y="2325150"/>
                  </a:lnTo>
                  <a:lnTo>
                    <a:pt x="1218658" y="2325317"/>
                  </a:lnTo>
                  <a:lnTo>
                    <a:pt x="1217624" y="2324769"/>
                  </a:lnTo>
                  <a:lnTo>
                    <a:pt x="1216338" y="2322692"/>
                  </a:lnTo>
                  <a:lnTo>
                    <a:pt x="1215493" y="2320866"/>
                  </a:lnTo>
                  <a:lnTo>
                    <a:pt x="1215098" y="2319291"/>
                  </a:lnTo>
                  <a:lnTo>
                    <a:pt x="1215866" y="2318606"/>
                  </a:lnTo>
                  <a:lnTo>
                    <a:pt x="1217791" y="2318812"/>
                  </a:lnTo>
                  <a:lnTo>
                    <a:pt x="1219495" y="2319390"/>
                  </a:lnTo>
                  <a:lnTo>
                    <a:pt x="1220964" y="2320333"/>
                  </a:lnTo>
                  <a:lnTo>
                    <a:pt x="1221557" y="2321543"/>
                  </a:lnTo>
                  <a:lnTo>
                    <a:pt x="1221268" y="2323027"/>
                  </a:lnTo>
                  <a:close/>
                  <a:moveTo>
                    <a:pt x="1231441" y="2331800"/>
                  </a:moveTo>
                  <a:lnTo>
                    <a:pt x="1230277" y="2332157"/>
                  </a:lnTo>
                  <a:lnTo>
                    <a:pt x="1228846" y="2331678"/>
                  </a:lnTo>
                  <a:lnTo>
                    <a:pt x="1228276" y="2330993"/>
                  </a:lnTo>
                  <a:lnTo>
                    <a:pt x="1228565" y="2330095"/>
                  </a:lnTo>
                  <a:lnTo>
                    <a:pt x="1229189" y="2329266"/>
                  </a:lnTo>
                  <a:lnTo>
                    <a:pt x="1230147" y="2328498"/>
                  </a:lnTo>
                  <a:lnTo>
                    <a:pt x="1231152" y="2328361"/>
                  </a:lnTo>
                  <a:lnTo>
                    <a:pt x="1232194" y="2328848"/>
                  </a:lnTo>
                  <a:lnTo>
                    <a:pt x="1232734" y="2329319"/>
                  </a:lnTo>
                  <a:lnTo>
                    <a:pt x="1232772" y="2329776"/>
                  </a:lnTo>
                  <a:lnTo>
                    <a:pt x="1231441" y="2331800"/>
                  </a:lnTo>
                  <a:close/>
                  <a:moveTo>
                    <a:pt x="1242351" y="2328855"/>
                  </a:moveTo>
                  <a:lnTo>
                    <a:pt x="1242116" y="2330095"/>
                  </a:lnTo>
                  <a:lnTo>
                    <a:pt x="1242313" y="2330902"/>
                  </a:lnTo>
                  <a:lnTo>
                    <a:pt x="1242945" y="2331275"/>
                  </a:lnTo>
                  <a:lnTo>
                    <a:pt x="1243363" y="2331800"/>
                  </a:lnTo>
                  <a:lnTo>
                    <a:pt x="1243561" y="2332477"/>
                  </a:lnTo>
                  <a:lnTo>
                    <a:pt x="1244155" y="2332652"/>
                  </a:lnTo>
                  <a:lnTo>
                    <a:pt x="1245136" y="2332332"/>
                  </a:lnTo>
                  <a:lnTo>
                    <a:pt x="1245790" y="2332431"/>
                  </a:lnTo>
                  <a:lnTo>
                    <a:pt x="1246118" y="2332949"/>
                  </a:lnTo>
                  <a:lnTo>
                    <a:pt x="1246490" y="2333070"/>
                  </a:lnTo>
                  <a:lnTo>
                    <a:pt x="1246909" y="2332796"/>
                  </a:lnTo>
                  <a:lnTo>
                    <a:pt x="1247426" y="2333116"/>
                  </a:lnTo>
                  <a:lnTo>
                    <a:pt x="1248050" y="2334029"/>
                  </a:lnTo>
                  <a:lnTo>
                    <a:pt x="1248537" y="2334067"/>
                  </a:lnTo>
                  <a:lnTo>
                    <a:pt x="1248887" y="2333222"/>
                  </a:lnTo>
                  <a:lnTo>
                    <a:pt x="1248765" y="2332743"/>
                  </a:lnTo>
                  <a:lnTo>
                    <a:pt x="1247921" y="2332416"/>
                  </a:lnTo>
                  <a:lnTo>
                    <a:pt x="1247997" y="2332096"/>
                  </a:lnTo>
                  <a:lnTo>
                    <a:pt x="1247480" y="2331313"/>
                  </a:lnTo>
                  <a:lnTo>
                    <a:pt x="1247738" y="2330734"/>
                  </a:lnTo>
                  <a:lnTo>
                    <a:pt x="1248621" y="2329996"/>
                  </a:lnTo>
                  <a:lnTo>
                    <a:pt x="1249245" y="2329837"/>
                  </a:lnTo>
                  <a:lnTo>
                    <a:pt x="1249618" y="2330255"/>
                  </a:lnTo>
                  <a:lnTo>
                    <a:pt x="1249998" y="2330149"/>
                  </a:lnTo>
                  <a:lnTo>
                    <a:pt x="1250394" y="2329510"/>
                  </a:lnTo>
                  <a:lnTo>
                    <a:pt x="1251322" y="2329023"/>
                  </a:lnTo>
                  <a:lnTo>
                    <a:pt x="1252783" y="2328680"/>
                  </a:lnTo>
                  <a:lnTo>
                    <a:pt x="1253582" y="2328946"/>
                  </a:lnTo>
                  <a:lnTo>
                    <a:pt x="1253719" y="2329814"/>
                  </a:lnTo>
                  <a:lnTo>
                    <a:pt x="1254137" y="2330095"/>
                  </a:lnTo>
                  <a:lnTo>
                    <a:pt x="1254837" y="2329791"/>
                  </a:lnTo>
                  <a:lnTo>
                    <a:pt x="1255499" y="2330453"/>
                  </a:lnTo>
                  <a:lnTo>
                    <a:pt x="1256123" y="2332073"/>
                  </a:lnTo>
                  <a:lnTo>
                    <a:pt x="1256823" y="2332127"/>
                  </a:lnTo>
                  <a:lnTo>
                    <a:pt x="1257599" y="2330605"/>
                  </a:lnTo>
                  <a:lnTo>
                    <a:pt x="1258710" y="2329510"/>
                  </a:lnTo>
                  <a:lnTo>
                    <a:pt x="1260140" y="2328832"/>
                  </a:lnTo>
                  <a:lnTo>
                    <a:pt x="1261175" y="2328764"/>
                  </a:lnTo>
                  <a:lnTo>
                    <a:pt x="1261806" y="2329296"/>
                  </a:lnTo>
                  <a:lnTo>
                    <a:pt x="1262103" y="2330004"/>
                  </a:lnTo>
                  <a:lnTo>
                    <a:pt x="1262065" y="2330871"/>
                  </a:lnTo>
                  <a:lnTo>
                    <a:pt x="1262453" y="2331419"/>
                  </a:lnTo>
                  <a:lnTo>
                    <a:pt x="1263275" y="2331632"/>
                  </a:lnTo>
                  <a:lnTo>
                    <a:pt x="1263541" y="2332340"/>
                  </a:lnTo>
                  <a:lnTo>
                    <a:pt x="1263244" y="2333542"/>
                  </a:lnTo>
                  <a:lnTo>
                    <a:pt x="1263321" y="2334592"/>
                  </a:lnTo>
                  <a:lnTo>
                    <a:pt x="1264059" y="2335977"/>
                  </a:lnTo>
                  <a:lnTo>
                    <a:pt x="1264226" y="2336060"/>
                  </a:lnTo>
                  <a:lnTo>
                    <a:pt x="1264926" y="2333595"/>
                  </a:lnTo>
                  <a:lnTo>
                    <a:pt x="1265527" y="2332302"/>
                  </a:lnTo>
                  <a:lnTo>
                    <a:pt x="1266318" y="2331381"/>
                  </a:lnTo>
                  <a:lnTo>
                    <a:pt x="1266821" y="2331297"/>
                  </a:lnTo>
                  <a:lnTo>
                    <a:pt x="1267034" y="2332051"/>
                  </a:lnTo>
                  <a:lnTo>
                    <a:pt x="1266866" y="2332880"/>
                  </a:lnTo>
                  <a:lnTo>
                    <a:pt x="1266318" y="2333793"/>
                  </a:lnTo>
                  <a:lnTo>
                    <a:pt x="1266607" y="2334204"/>
                  </a:lnTo>
                  <a:lnTo>
                    <a:pt x="1268388" y="2334211"/>
                  </a:lnTo>
                  <a:lnTo>
                    <a:pt x="1268571" y="2334501"/>
                  </a:lnTo>
                  <a:lnTo>
                    <a:pt x="1266592" y="2338617"/>
                  </a:lnTo>
                  <a:lnTo>
                    <a:pt x="1265116" y="2340618"/>
                  </a:lnTo>
                  <a:lnTo>
                    <a:pt x="1263549" y="2341965"/>
                  </a:lnTo>
                  <a:lnTo>
                    <a:pt x="1262415" y="2342300"/>
                  </a:lnTo>
                  <a:lnTo>
                    <a:pt x="1261708" y="2341638"/>
                  </a:lnTo>
                  <a:lnTo>
                    <a:pt x="1261030" y="2341371"/>
                  </a:lnTo>
                  <a:lnTo>
                    <a:pt x="1260369" y="2341516"/>
                  </a:lnTo>
                  <a:lnTo>
                    <a:pt x="1260376" y="2341257"/>
                  </a:lnTo>
                  <a:lnTo>
                    <a:pt x="1261533" y="2340230"/>
                  </a:lnTo>
                  <a:lnTo>
                    <a:pt x="1261966" y="2340253"/>
                  </a:lnTo>
                  <a:lnTo>
                    <a:pt x="1262773" y="2340024"/>
                  </a:lnTo>
                  <a:lnTo>
                    <a:pt x="1265010" y="2337757"/>
                  </a:lnTo>
                  <a:lnTo>
                    <a:pt x="1265010" y="2337377"/>
                  </a:lnTo>
                  <a:lnTo>
                    <a:pt x="1263701" y="2337559"/>
                  </a:lnTo>
                  <a:lnTo>
                    <a:pt x="1259265" y="2341379"/>
                  </a:lnTo>
                  <a:lnTo>
                    <a:pt x="1258702" y="2341523"/>
                  </a:lnTo>
                  <a:lnTo>
                    <a:pt x="1258261" y="2341272"/>
                  </a:lnTo>
                  <a:lnTo>
                    <a:pt x="1257941" y="2340633"/>
                  </a:lnTo>
                  <a:lnTo>
                    <a:pt x="1255446" y="2339522"/>
                  </a:lnTo>
                  <a:lnTo>
                    <a:pt x="1254419" y="2338526"/>
                  </a:lnTo>
                  <a:lnTo>
                    <a:pt x="1252988" y="2337810"/>
                  </a:lnTo>
                  <a:lnTo>
                    <a:pt x="1251147" y="2337369"/>
                  </a:lnTo>
                  <a:lnTo>
                    <a:pt x="1248994" y="2336471"/>
                  </a:lnTo>
                  <a:lnTo>
                    <a:pt x="1246521" y="2335109"/>
                  </a:lnTo>
                  <a:lnTo>
                    <a:pt x="1244177" y="2334356"/>
                  </a:lnTo>
                  <a:lnTo>
                    <a:pt x="1239894" y="2333922"/>
                  </a:lnTo>
                  <a:lnTo>
                    <a:pt x="1239346" y="2333238"/>
                  </a:lnTo>
                  <a:lnTo>
                    <a:pt x="1235123" y="2331967"/>
                  </a:lnTo>
                  <a:lnTo>
                    <a:pt x="1233807" y="2331145"/>
                  </a:lnTo>
                  <a:lnTo>
                    <a:pt x="1233936" y="2330209"/>
                  </a:lnTo>
                  <a:lnTo>
                    <a:pt x="1234264" y="2329532"/>
                  </a:lnTo>
                  <a:lnTo>
                    <a:pt x="1234781" y="2329099"/>
                  </a:lnTo>
                  <a:lnTo>
                    <a:pt x="1235321" y="2329274"/>
                  </a:lnTo>
                  <a:lnTo>
                    <a:pt x="1235884" y="2330050"/>
                  </a:lnTo>
                  <a:lnTo>
                    <a:pt x="1236462" y="2330141"/>
                  </a:lnTo>
                  <a:lnTo>
                    <a:pt x="1237063" y="2329540"/>
                  </a:lnTo>
                  <a:lnTo>
                    <a:pt x="1237786" y="2329456"/>
                  </a:lnTo>
                  <a:lnTo>
                    <a:pt x="1238631" y="2329882"/>
                  </a:lnTo>
                  <a:lnTo>
                    <a:pt x="1239278" y="2329829"/>
                  </a:lnTo>
                  <a:lnTo>
                    <a:pt x="1239719" y="2329296"/>
                  </a:lnTo>
                  <a:lnTo>
                    <a:pt x="1240571" y="2328832"/>
                  </a:lnTo>
                  <a:lnTo>
                    <a:pt x="1241842" y="2328444"/>
                  </a:lnTo>
                  <a:lnTo>
                    <a:pt x="1242351" y="2328855"/>
                  </a:lnTo>
                  <a:close/>
                  <a:moveTo>
                    <a:pt x="1439961" y="2344323"/>
                  </a:moveTo>
                  <a:lnTo>
                    <a:pt x="1438318" y="2344932"/>
                  </a:lnTo>
                  <a:lnTo>
                    <a:pt x="1435503" y="2344369"/>
                  </a:lnTo>
                  <a:lnTo>
                    <a:pt x="1432406" y="2345153"/>
                  </a:lnTo>
                  <a:lnTo>
                    <a:pt x="1431546" y="2345168"/>
                  </a:lnTo>
                  <a:lnTo>
                    <a:pt x="1433844" y="2342916"/>
                  </a:lnTo>
                  <a:lnTo>
                    <a:pt x="1437374" y="2341531"/>
                  </a:lnTo>
                  <a:lnTo>
                    <a:pt x="1440897" y="2337270"/>
                  </a:lnTo>
                  <a:lnTo>
                    <a:pt x="1441886" y="2337164"/>
                  </a:lnTo>
                  <a:lnTo>
                    <a:pt x="1440547" y="2341980"/>
                  </a:lnTo>
                  <a:lnTo>
                    <a:pt x="1440273" y="2343699"/>
                  </a:lnTo>
                  <a:lnTo>
                    <a:pt x="1439961" y="2344323"/>
                  </a:lnTo>
                  <a:close/>
                  <a:moveTo>
                    <a:pt x="1437215" y="2340793"/>
                  </a:moveTo>
                  <a:lnTo>
                    <a:pt x="1434643" y="2341417"/>
                  </a:lnTo>
                  <a:lnTo>
                    <a:pt x="1433753" y="2341151"/>
                  </a:lnTo>
                  <a:lnTo>
                    <a:pt x="1436598" y="2338160"/>
                  </a:lnTo>
                  <a:lnTo>
                    <a:pt x="1439847" y="2337468"/>
                  </a:lnTo>
                  <a:lnTo>
                    <a:pt x="1437215" y="2340793"/>
                  </a:lnTo>
                  <a:close/>
                  <a:moveTo>
                    <a:pt x="1709122" y="2343692"/>
                  </a:moveTo>
                  <a:lnTo>
                    <a:pt x="1708239" y="2343943"/>
                  </a:lnTo>
                  <a:lnTo>
                    <a:pt x="1708034" y="2343509"/>
                  </a:lnTo>
                  <a:lnTo>
                    <a:pt x="1706672" y="2342254"/>
                  </a:lnTo>
                  <a:lnTo>
                    <a:pt x="1706550" y="2341630"/>
                  </a:lnTo>
                  <a:lnTo>
                    <a:pt x="1707737" y="2341036"/>
                  </a:lnTo>
                  <a:lnTo>
                    <a:pt x="1710164" y="2341341"/>
                  </a:lnTo>
                  <a:lnTo>
                    <a:pt x="1709297" y="2342916"/>
                  </a:lnTo>
                  <a:lnTo>
                    <a:pt x="1709122" y="2343692"/>
                  </a:lnTo>
                  <a:close/>
                  <a:moveTo>
                    <a:pt x="1264401" y="2344422"/>
                  </a:moveTo>
                  <a:lnTo>
                    <a:pt x="1263830" y="2344498"/>
                  </a:lnTo>
                  <a:lnTo>
                    <a:pt x="1263450" y="2344217"/>
                  </a:lnTo>
                  <a:lnTo>
                    <a:pt x="1263351" y="2343874"/>
                  </a:lnTo>
                  <a:lnTo>
                    <a:pt x="1263534" y="2343456"/>
                  </a:lnTo>
                  <a:lnTo>
                    <a:pt x="1265535" y="2342459"/>
                  </a:lnTo>
                  <a:lnTo>
                    <a:pt x="1266014" y="2342589"/>
                  </a:lnTo>
                  <a:lnTo>
                    <a:pt x="1265702" y="2343372"/>
                  </a:lnTo>
                  <a:lnTo>
                    <a:pt x="1264401" y="2344422"/>
                  </a:lnTo>
                  <a:close/>
                  <a:moveTo>
                    <a:pt x="1298860" y="2364243"/>
                  </a:moveTo>
                  <a:lnTo>
                    <a:pt x="1298883" y="2364623"/>
                  </a:lnTo>
                  <a:lnTo>
                    <a:pt x="1297970" y="2363832"/>
                  </a:lnTo>
                  <a:lnTo>
                    <a:pt x="1297605" y="2363208"/>
                  </a:lnTo>
                  <a:lnTo>
                    <a:pt x="1297529" y="2362576"/>
                  </a:lnTo>
                  <a:lnTo>
                    <a:pt x="1297970" y="2362363"/>
                  </a:lnTo>
                  <a:lnTo>
                    <a:pt x="1298913" y="2362569"/>
                  </a:lnTo>
                  <a:lnTo>
                    <a:pt x="1299210" y="2363078"/>
                  </a:lnTo>
                  <a:lnTo>
                    <a:pt x="1298860" y="2364243"/>
                  </a:lnTo>
                  <a:close/>
                  <a:moveTo>
                    <a:pt x="1585254" y="2368054"/>
                  </a:moveTo>
                  <a:lnTo>
                    <a:pt x="1582386" y="2369637"/>
                  </a:lnTo>
                  <a:lnTo>
                    <a:pt x="1583497" y="2365597"/>
                  </a:lnTo>
                  <a:lnTo>
                    <a:pt x="1584410" y="2364349"/>
                  </a:lnTo>
                  <a:lnTo>
                    <a:pt x="1585619" y="2364768"/>
                  </a:lnTo>
                  <a:lnTo>
                    <a:pt x="1585452" y="2367210"/>
                  </a:lnTo>
                  <a:lnTo>
                    <a:pt x="1585254" y="2368054"/>
                  </a:lnTo>
                  <a:close/>
                  <a:moveTo>
                    <a:pt x="1595686" y="2379673"/>
                  </a:moveTo>
                  <a:lnTo>
                    <a:pt x="1594613" y="2380715"/>
                  </a:lnTo>
                  <a:lnTo>
                    <a:pt x="1594872" y="2379695"/>
                  </a:lnTo>
                  <a:lnTo>
                    <a:pt x="1596188" y="2377093"/>
                  </a:lnTo>
                  <a:lnTo>
                    <a:pt x="1597040" y="2376705"/>
                  </a:lnTo>
                  <a:lnTo>
                    <a:pt x="1595686" y="2379673"/>
                  </a:lnTo>
                  <a:close/>
                  <a:moveTo>
                    <a:pt x="1380203" y="2383713"/>
                  </a:moveTo>
                  <a:lnTo>
                    <a:pt x="1378971" y="2384748"/>
                  </a:lnTo>
                  <a:lnTo>
                    <a:pt x="1377974" y="2384656"/>
                  </a:lnTo>
                  <a:lnTo>
                    <a:pt x="1377655" y="2384557"/>
                  </a:lnTo>
                  <a:lnTo>
                    <a:pt x="1377868" y="2384154"/>
                  </a:lnTo>
                  <a:lnTo>
                    <a:pt x="1377822" y="2383819"/>
                  </a:lnTo>
                  <a:lnTo>
                    <a:pt x="1377502" y="2383545"/>
                  </a:lnTo>
                  <a:lnTo>
                    <a:pt x="1377677" y="2383059"/>
                  </a:lnTo>
                  <a:lnTo>
                    <a:pt x="1378362" y="2382351"/>
                  </a:lnTo>
                  <a:lnTo>
                    <a:pt x="1378811" y="2381621"/>
                  </a:lnTo>
                  <a:lnTo>
                    <a:pt x="1380987" y="2381255"/>
                  </a:lnTo>
                  <a:lnTo>
                    <a:pt x="1382045" y="2381035"/>
                  </a:lnTo>
                  <a:lnTo>
                    <a:pt x="1383156" y="2380814"/>
                  </a:lnTo>
                  <a:lnTo>
                    <a:pt x="1382942" y="2381453"/>
                  </a:lnTo>
                  <a:lnTo>
                    <a:pt x="1380964" y="2382191"/>
                  </a:lnTo>
                  <a:lnTo>
                    <a:pt x="1380470" y="2383150"/>
                  </a:lnTo>
                  <a:lnTo>
                    <a:pt x="1380203" y="2383713"/>
                  </a:lnTo>
                  <a:close/>
                  <a:moveTo>
                    <a:pt x="1373318" y="2384268"/>
                  </a:moveTo>
                  <a:lnTo>
                    <a:pt x="1372389" y="2384588"/>
                  </a:lnTo>
                  <a:lnTo>
                    <a:pt x="1371202" y="2384481"/>
                  </a:lnTo>
                  <a:lnTo>
                    <a:pt x="1370716" y="2384200"/>
                  </a:lnTo>
                  <a:lnTo>
                    <a:pt x="1370929" y="2383751"/>
                  </a:lnTo>
                  <a:lnTo>
                    <a:pt x="1371750" y="2383249"/>
                  </a:lnTo>
                  <a:lnTo>
                    <a:pt x="1374276" y="2382442"/>
                  </a:lnTo>
                  <a:lnTo>
                    <a:pt x="1374337" y="2382975"/>
                  </a:lnTo>
                  <a:lnTo>
                    <a:pt x="1373318" y="2384268"/>
                  </a:lnTo>
                  <a:close/>
                  <a:moveTo>
                    <a:pt x="1734184" y="2390127"/>
                  </a:moveTo>
                  <a:lnTo>
                    <a:pt x="1731308" y="2391184"/>
                  </a:lnTo>
                  <a:lnTo>
                    <a:pt x="1728843" y="2391108"/>
                  </a:lnTo>
                  <a:lnTo>
                    <a:pt x="1727207" y="2390150"/>
                  </a:lnTo>
                  <a:lnTo>
                    <a:pt x="1727139" y="2389731"/>
                  </a:lnTo>
                  <a:lnTo>
                    <a:pt x="1731012" y="2390134"/>
                  </a:lnTo>
                  <a:lnTo>
                    <a:pt x="1732503" y="2389914"/>
                  </a:lnTo>
                  <a:lnTo>
                    <a:pt x="1735478" y="2388270"/>
                  </a:lnTo>
                  <a:lnTo>
                    <a:pt x="1734184" y="2390127"/>
                  </a:lnTo>
                  <a:close/>
                  <a:moveTo>
                    <a:pt x="1246247" y="2453765"/>
                  </a:moveTo>
                  <a:lnTo>
                    <a:pt x="1245258" y="2454077"/>
                  </a:lnTo>
                  <a:lnTo>
                    <a:pt x="1245243" y="2453468"/>
                  </a:lnTo>
                  <a:lnTo>
                    <a:pt x="1245479" y="2452068"/>
                  </a:lnTo>
                  <a:lnTo>
                    <a:pt x="1245905" y="2451459"/>
                  </a:lnTo>
                  <a:lnTo>
                    <a:pt x="1246148" y="2451802"/>
                  </a:lnTo>
                  <a:lnTo>
                    <a:pt x="1246483" y="2453065"/>
                  </a:lnTo>
                  <a:lnTo>
                    <a:pt x="1246247" y="2453765"/>
                  </a:lnTo>
                  <a:close/>
                </a:path>
              </a:pathLst>
            </a:custGeom>
            <a:solidFill>
              <a:srgbClr val="2562E8"/>
            </a:solidFill>
            <a:ln w="6168" cap="flat">
              <a:solidFill>
                <a:srgbClr val="2562E8"/>
              </a:solidFill>
              <a:prstDash val="solid"/>
              <a:miter/>
            </a:ln>
          </p:spPr>
          <p:txBody>
            <a:bodyPr/>
            <a:lstStyle/>
            <a:p>
              <a:endParaRPr lang="en-US"/>
            </a:p>
          </p:txBody>
        </p:sp>
        <p:sp>
          <p:nvSpPr>
            <p:cNvPr id="2179" name="Freeform: Shape 2178">
              <a:extLst>
                <a:ext uri="{FF2B5EF4-FFF2-40B4-BE49-F238E27FC236}">
                  <a16:creationId xmlns:a16="http://schemas.microsoft.com/office/drawing/2014/main" id="{3B749C5A-6DE7-BAF2-4BBA-5214A01CD096}"/>
                </a:ext>
              </a:extLst>
            </p:cNvPr>
            <p:cNvSpPr/>
            <p:nvPr/>
          </p:nvSpPr>
          <p:spPr>
            <a:xfrm>
              <a:off x="11641421" y="5263423"/>
              <a:ext cx="2122" cy="1590"/>
            </a:xfrm>
            <a:custGeom>
              <a:avLst/>
              <a:gdLst>
                <a:gd name="csX0" fmla="*/ 305 w 2122"/>
                <a:gd name="csY0" fmla="*/ 1202 h 1590"/>
                <a:gd name="csX1" fmla="*/ 555 w 2122"/>
                <a:gd name="csY1" fmla="*/ 1316 h 1590"/>
                <a:gd name="csX2" fmla="*/ 883 w 2122"/>
                <a:gd name="csY2" fmla="*/ 1202 h 1590"/>
                <a:gd name="csX3" fmla="*/ 1020 w 2122"/>
                <a:gd name="csY3" fmla="*/ 1339 h 1590"/>
                <a:gd name="csX4" fmla="*/ 510 w 2122"/>
                <a:gd name="csY4" fmla="*/ 1552 h 1590"/>
                <a:gd name="csX5" fmla="*/ 190 w 2122"/>
                <a:gd name="csY5" fmla="*/ 1164 h 1590"/>
                <a:gd name="csX6" fmla="*/ 38 w 2122"/>
                <a:gd name="csY6" fmla="*/ 533 h 1590"/>
                <a:gd name="csX7" fmla="*/ 0 w 2122"/>
                <a:gd name="csY7" fmla="*/ 0 h 1590"/>
                <a:gd name="csX8" fmla="*/ 145 w 2122"/>
                <a:gd name="csY8" fmla="*/ 0 h 1590"/>
                <a:gd name="csX9" fmla="*/ 145 w 2122"/>
                <a:gd name="csY9" fmla="*/ 213 h 1590"/>
                <a:gd name="csX10" fmla="*/ 183 w 2122"/>
                <a:gd name="csY10" fmla="*/ 388 h 1590"/>
                <a:gd name="csX11" fmla="*/ 297 w 2122"/>
                <a:gd name="csY11" fmla="*/ 738 h 1590"/>
                <a:gd name="csX12" fmla="*/ 213 w 2122"/>
                <a:gd name="csY12" fmla="*/ 974 h 1590"/>
                <a:gd name="csX13" fmla="*/ 305 w 2122"/>
                <a:gd name="csY13" fmla="*/ 1202 h 1590"/>
                <a:gd name="csX14" fmla="*/ 1971 w 2122"/>
                <a:gd name="csY14" fmla="*/ 1469 h 1590"/>
                <a:gd name="csX15" fmla="*/ 1727 w 2122"/>
                <a:gd name="csY15" fmla="*/ 1590 h 1590"/>
                <a:gd name="csX16" fmla="*/ 1514 w 2122"/>
                <a:gd name="csY16" fmla="*/ 1499 h 1590"/>
                <a:gd name="csX17" fmla="*/ 1454 w 2122"/>
                <a:gd name="csY17" fmla="*/ 1431 h 1590"/>
                <a:gd name="csX18" fmla="*/ 1430 w 2122"/>
                <a:gd name="csY18" fmla="*/ 1316 h 1590"/>
                <a:gd name="csX19" fmla="*/ 1674 w 2122"/>
                <a:gd name="csY19" fmla="*/ 1301 h 1590"/>
                <a:gd name="csX20" fmla="*/ 1864 w 2122"/>
                <a:gd name="csY20" fmla="*/ 1195 h 1590"/>
                <a:gd name="csX21" fmla="*/ 1986 w 2122"/>
                <a:gd name="csY21" fmla="*/ 1012 h 1590"/>
                <a:gd name="csX22" fmla="*/ 2024 w 2122"/>
                <a:gd name="csY22" fmla="*/ 753 h 1590"/>
                <a:gd name="csX23" fmla="*/ 2123 w 2122"/>
                <a:gd name="csY23" fmla="*/ 1004 h 1590"/>
                <a:gd name="csX24" fmla="*/ 2108 w 2122"/>
                <a:gd name="csY24" fmla="*/ 1255 h 1590"/>
                <a:gd name="csX25" fmla="*/ 1971 w 2122"/>
                <a:gd name="csY25" fmla="*/ 1469 h 15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2122" h="1590">
                  <a:moveTo>
                    <a:pt x="305" y="1202"/>
                  </a:moveTo>
                  <a:lnTo>
                    <a:pt x="555" y="1316"/>
                  </a:lnTo>
                  <a:lnTo>
                    <a:pt x="883" y="1202"/>
                  </a:lnTo>
                  <a:lnTo>
                    <a:pt x="1020" y="1339"/>
                  </a:lnTo>
                  <a:lnTo>
                    <a:pt x="510" y="1552"/>
                  </a:lnTo>
                  <a:lnTo>
                    <a:pt x="190" y="1164"/>
                  </a:lnTo>
                  <a:lnTo>
                    <a:pt x="38" y="533"/>
                  </a:lnTo>
                  <a:lnTo>
                    <a:pt x="0" y="0"/>
                  </a:lnTo>
                  <a:lnTo>
                    <a:pt x="145" y="0"/>
                  </a:lnTo>
                  <a:lnTo>
                    <a:pt x="145" y="213"/>
                  </a:lnTo>
                  <a:lnTo>
                    <a:pt x="183" y="388"/>
                  </a:lnTo>
                  <a:lnTo>
                    <a:pt x="297" y="738"/>
                  </a:lnTo>
                  <a:lnTo>
                    <a:pt x="213" y="974"/>
                  </a:lnTo>
                  <a:lnTo>
                    <a:pt x="305" y="1202"/>
                  </a:lnTo>
                  <a:close/>
                  <a:moveTo>
                    <a:pt x="1971" y="1469"/>
                  </a:moveTo>
                  <a:lnTo>
                    <a:pt x="1727" y="1590"/>
                  </a:lnTo>
                  <a:lnTo>
                    <a:pt x="1514" y="1499"/>
                  </a:lnTo>
                  <a:lnTo>
                    <a:pt x="1454" y="1431"/>
                  </a:lnTo>
                  <a:lnTo>
                    <a:pt x="1430" y="1316"/>
                  </a:lnTo>
                  <a:lnTo>
                    <a:pt x="1674" y="1301"/>
                  </a:lnTo>
                  <a:lnTo>
                    <a:pt x="1864" y="1195"/>
                  </a:lnTo>
                  <a:lnTo>
                    <a:pt x="1986" y="1012"/>
                  </a:lnTo>
                  <a:lnTo>
                    <a:pt x="2024" y="753"/>
                  </a:lnTo>
                  <a:lnTo>
                    <a:pt x="2123" y="1004"/>
                  </a:lnTo>
                  <a:lnTo>
                    <a:pt x="2108" y="1255"/>
                  </a:lnTo>
                  <a:lnTo>
                    <a:pt x="1971" y="1469"/>
                  </a:lnTo>
                  <a:close/>
                </a:path>
              </a:pathLst>
            </a:custGeom>
            <a:solidFill>
              <a:srgbClr val="2562E8"/>
            </a:solidFill>
            <a:ln w="6168" cap="flat">
              <a:solidFill>
                <a:srgbClr val="2562E8"/>
              </a:solidFill>
              <a:prstDash val="solid"/>
              <a:miter/>
            </a:ln>
          </p:spPr>
          <p:txBody>
            <a:bodyPr/>
            <a:lstStyle/>
            <a:p>
              <a:endParaRPr lang="en-US"/>
            </a:p>
          </p:txBody>
        </p:sp>
        <p:sp>
          <p:nvSpPr>
            <p:cNvPr id="2180" name="Freeform: Shape 2179">
              <a:extLst>
                <a:ext uri="{FF2B5EF4-FFF2-40B4-BE49-F238E27FC236}">
                  <a16:creationId xmlns:a16="http://schemas.microsoft.com/office/drawing/2014/main" id="{CADFF6C5-A861-9C59-34D8-23B4F3F5F026}"/>
                </a:ext>
              </a:extLst>
            </p:cNvPr>
            <p:cNvSpPr/>
            <p:nvPr/>
          </p:nvSpPr>
          <p:spPr>
            <a:xfrm>
              <a:off x="9834668" y="4891410"/>
              <a:ext cx="407005" cy="400894"/>
            </a:xfrm>
            <a:custGeom>
              <a:avLst/>
              <a:gdLst>
                <a:gd name="csX0" fmla="*/ 324346 w 407005"/>
                <a:gd name="csY0" fmla="*/ 4322 h 400894"/>
                <a:gd name="csX1" fmla="*/ 325122 w 407005"/>
                <a:gd name="csY1" fmla="*/ 5813 h 400894"/>
                <a:gd name="csX2" fmla="*/ 326225 w 407005"/>
                <a:gd name="csY2" fmla="*/ 7342 h 400894"/>
                <a:gd name="csX3" fmla="*/ 329923 w 407005"/>
                <a:gd name="csY3" fmla="*/ 9929 h 400894"/>
                <a:gd name="csX4" fmla="*/ 331095 w 407005"/>
                <a:gd name="csY4" fmla="*/ 11367 h 400894"/>
                <a:gd name="csX5" fmla="*/ 332000 w 407005"/>
                <a:gd name="csY5" fmla="*/ 12965 h 400894"/>
                <a:gd name="csX6" fmla="*/ 332570 w 407005"/>
                <a:gd name="csY6" fmla="*/ 14213 h 400894"/>
                <a:gd name="csX7" fmla="*/ 333712 w 407005"/>
                <a:gd name="csY7" fmla="*/ 15209 h 400894"/>
                <a:gd name="csX8" fmla="*/ 335309 w 407005"/>
                <a:gd name="csY8" fmla="*/ 15849 h 400894"/>
                <a:gd name="csX9" fmla="*/ 336679 w 407005"/>
                <a:gd name="csY9" fmla="*/ 16609 h 400894"/>
                <a:gd name="csX10" fmla="*/ 337516 w 407005"/>
                <a:gd name="csY10" fmla="*/ 17728 h 400894"/>
                <a:gd name="csX11" fmla="*/ 338771 w 407005"/>
                <a:gd name="csY11" fmla="*/ 18892 h 400894"/>
                <a:gd name="csX12" fmla="*/ 341191 w 407005"/>
                <a:gd name="csY12" fmla="*/ 20475 h 400894"/>
                <a:gd name="csX13" fmla="*/ 342370 w 407005"/>
                <a:gd name="csY13" fmla="*/ 20513 h 400894"/>
                <a:gd name="csX14" fmla="*/ 343732 w 407005"/>
                <a:gd name="csY14" fmla="*/ 20733 h 400894"/>
                <a:gd name="csX15" fmla="*/ 344934 w 407005"/>
                <a:gd name="csY15" fmla="*/ 21152 h 400894"/>
                <a:gd name="csX16" fmla="*/ 346220 w 407005"/>
                <a:gd name="csY16" fmla="*/ 21030 h 400894"/>
                <a:gd name="csX17" fmla="*/ 348298 w 407005"/>
                <a:gd name="csY17" fmla="*/ 19995 h 400894"/>
                <a:gd name="csX18" fmla="*/ 350747 w 407005"/>
                <a:gd name="csY18" fmla="*/ 18260 h 400894"/>
                <a:gd name="csX19" fmla="*/ 352619 w 407005"/>
                <a:gd name="csY19" fmla="*/ 17188 h 400894"/>
                <a:gd name="csX20" fmla="*/ 357146 w 407005"/>
                <a:gd name="csY20" fmla="*/ 17568 h 400894"/>
                <a:gd name="csX21" fmla="*/ 359672 w 407005"/>
                <a:gd name="csY21" fmla="*/ 18443 h 400894"/>
                <a:gd name="csX22" fmla="*/ 361681 w 407005"/>
                <a:gd name="csY22" fmla="*/ 19668 h 400894"/>
                <a:gd name="csX23" fmla="*/ 363248 w 407005"/>
                <a:gd name="csY23" fmla="*/ 19592 h 400894"/>
                <a:gd name="csX24" fmla="*/ 366665 w 407005"/>
                <a:gd name="csY24" fmla="*/ 17325 h 400894"/>
                <a:gd name="csX25" fmla="*/ 368475 w 407005"/>
                <a:gd name="csY25" fmla="*/ 14913 h 400894"/>
                <a:gd name="csX26" fmla="*/ 370233 w 407005"/>
                <a:gd name="csY26" fmla="*/ 14395 h 400894"/>
                <a:gd name="csX27" fmla="*/ 372896 w 407005"/>
                <a:gd name="csY27" fmla="*/ 15445 h 400894"/>
                <a:gd name="csX28" fmla="*/ 375095 w 407005"/>
                <a:gd name="csY28" fmla="*/ 17697 h 400894"/>
                <a:gd name="csX29" fmla="*/ 377027 w 407005"/>
                <a:gd name="csY29" fmla="*/ 20969 h 400894"/>
                <a:gd name="csX30" fmla="*/ 378390 w 407005"/>
                <a:gd name="csY30" fmla="*/ 22217 h 400894"/>
                <a:gd name="csX31" fmla="*/ 380254 w 407005"/>
                <a:gd name="csY31" fmla="*/ 24150 h 400894"/>
                <a:gd name="csX32" fmla="*/ 383959 w 407005"/>
                <a:gd name="csY32" fmla="*/ 28312 h 400894"/>
                <a:gd name="csX33" fmla="*/ 388783 w 407005"/>
                <a:gd name="csY33" fmla="*/ 30396 h 400894"/>
                <a:gd name="csX34" fmla="*/ 390655 w 407005"/>
                <a:gd name="csY34" fmla="*/ 31423 h 400894"/>
                <a:gd name="csX35" fmla="*/ 391263 w 407005"/>
                <a:gd name="csY35" fmla="*/ 32450 h 400894"/>
                <a:gd name="csX36" fmla="*/ 391620 w 407005"/>
                <a:gd name="csY36" fmla="*/ 33820 h 400894"/>
                <a:gd name="csX37" fmla="*/ 391742 w 407005"/>
                <a:gd name="csY37" fmla="*/ 35304 h 400894"/>
                <a:gd name="csX38" fmla="*/ 392328 w 407005"/>
                <a:gd name="csY38" fmla="*/ 35920 h 400894"/>
                <a:gd name="csX39" fmla="*/ 393629 w 407005"/>
                <a:gd name="csY39" fmla="*/ 35707 h 400894"/>
                <a:gd name="csX40" fmla="*/ 394740 w 407005"/>
                <a:gd name="csY40" fmla="*/ 35494 h 400894"/>
                <a:gd name="csX41" fmla="*/ 395965 w 407005"/>
                <a:gd name="csY41" fmla="*/ 35920 h 400894"/>
                <a:gd name="csX42" fmla="*/ 396817 w 407005"/>
                <a:gd name="csY42" fmla="*/ 37000 h 400894"/>
                <a:gd name="csX43" fmla="*/ 397243 w 407005"/>
                <a:gd name="csY43" fmla="*/ 37845 h 400894"/>
                <a:gd name="csX44" fmla="*/ 397707 w 407005"/>
                <a:gd name="csY44" fmla="*/ 38750 h 400894"/>
                <a:gd name="csX45" fmla="*/ 398917 w 407005"/>
                <a:gd name="csY45" fmla="*/ 39329 h 400894"/>
                <a:gd name="csX46" fmla="*/ 399153 w 407005"/>
                <a:gd name="csY46" fmla="*/ 40493 h 400894"/>
                <a:gd name="csX47" fmla="*/ 398324 w 407005"/>
                <a:gd name="csY47" fmla="*/ 41908 h 400894"/>
                <a:gd name="csX48" fmla="*/ 397472 w 407005"/>
                <a:gd name="csY48" fmla="*/ 43178 h 400894"/>
                <a:gd name="csX49" fmla="*/ 396437 w 407005"/>
                <a:gd name="csY49" fmla="*/ 45705 h 400894"/>
                <a:gd name="csX50" fmla="*/ 395897 w 407005"/>
                <a:gd name="csY50" fmla="*/ 48291 h 400894"/>
                <a:gd name="csX51" fmla="*/ 396596 w 407005"/>
                <a:gd name="csY51" fmla="*/ 49151 h 400894"/>
                <a:gd name="csX52" fmla="*/ 397335 w 407005"/>
                <a:gd name="csY52" fmla="*/ 49866 h 400894"/>
                <a:gd name="csX53" fmla="*/ 397730 w 407005"/>
                <a:gd name="csY53" fmla="*/ 50589 h 400894"/>
                <a:gd name="csX54" fmla="*/ 397966 w 407005"/>
                <a:gd name="csY54" fmla="*/ 51434 h 400894"/>
                <a:gd name="csX55" fmla="*/ 397875 w 407005"/>
                <a:gd name="csY55" fmla="*/ 52423 h 400894"/>
                <a:gd name="csX56" fmla="*/ 396231 w 407005"/>
                <a:gd name="csY56" fmla="*/ 56014 h 400894"/>
                <a:gd name="csX57" fmla="*/ 395387 w 407005"/>
                <a:gd name="csY57" fmla="*/ 59149 h 400894"/>
                <a:gd name="csX58" fmla="*/ 395356 w 407005"/>
                <a:gd name="csY58" fmla="*/ 60739 h 400894"/>
                <a:gd name="csX59" fmla="*/ 397525 w 407005"/>
                <a:gd name="csY59" fmla="*/ 61911 h 400894"/>
                <a:gd name="csX60" fmla="*/ 400340 w 407005"/>
                <a:gd name="csY60" fmla="*/ 61850 h 400894"/>
                <a:gd name="csX61" fmla="*/ 401230 w 407005"/>
                <a:gd name="csY61" fmla="*/ 62565 h 400894"/>
                <a:gd name="csX62" fmla="*/ 402120 w 407005"/>
                <a:gd name="csY62" fmla="*/ 63706 h 400894"/>
                <a:gd name="csX63" fmla="*/ 402904 w 407005"/>
                <a:gd name="csY63" fmla="*/ 64292 h 400894"/>
                <a:gd name="csX64" fmla="*/ 404091 w 407005"/>
                <a:gd name="csY64" fmla="*/ 64277 h 400894"/>
                <a:gd name="csX65" fmla="*/ 404913 w 407005"/>
                <a:gd name="csY65" fmla="*/ 64673 h 400894"/>
                <a:gd name="csX66" fmla="*/ 405240 w 407005"/>
                <a:gd name="csY66" fmla="*/ 65479 h 400894"/>
                <a:gd name="csX67" fmla="*/ 406199 w 407005"/>
                <a:gd name="csY67" fmla="*/ 66347 h 400894"/>
                <a:gd name="csX68" fmla="*/ 407005 w 407005"/>
                <a:gd name="csY68" fmla="*/ 67305 h 400894"/>
                <a:gd name="csX69" fmla="*/ 406617 w 407005"/>
                <a:gd name="csY69" fmla="*/ 68530 h 400894"/>
                <a:gd name="csX70" fmla="*/ 406549 w 407005"/>
                <a:gd name="csY70" fmla="*/ 69466 h 400894"/>
                <a:gd name="csX71" fmla="*/ 404540 w 407005"/>
                <a:gd name="csY71" fmla="*/ 72068 h 400894"/>
                <a:gd name="csX72" fmla="*/ 399929 w 407005"/>
                <a:gd name="csY72" fmla="*/ 77143 h 400894"/>
                <a:gd name="csX73" fmla="*/ 390008 w 407005"/>
                <a:gd name="csY73" fmla="*/ 86555 h 400894"/>
                <a:gd name="csX74" fmla="*/ 390000 w 407005"/>
                <a:gd name="csY74" fmla="*/ 86562 h 400894"/>
                <a:gd name="csX75" fmla="*/ 386652 w 407005"/>
                <a:gd name="csY75" fmla="*/ 87696 h 400894"/>
                <a:gd name="csX76" fmla="*/ 384925 w 407005"/>
                <a:gd name="csY76" fmla="*/ 89446 h 400894"/>
                <a:gd name="csX77" fmla="*/ 383700 w 407005"/>
                <a:gd name="csY77" fmla="*/ 92193 h 400894"/>
                <a:gd name="csX78" fmla="*/ 380809 w 407005"/>
                <a:gd name="csY78" fmla="*/ 94521 h 400894"/>
                <a:gd name="csX79" fmla="*/ 378579 w 407005"/>
                <a:gd name="csY79" fmla="*/ 95465 h 400894"/>
                <a:gd name="csX80" fmla="*/ 378344 w 407005"/>
                <a:gd name="csY80" fmla="*/ 96020 h 400894"/>
                <a:gd name="csX81" fmla="*/ 378168 w 407005"/>
                <a:gd name="csY81" fmla="*/ 98546 h 400894"/>
                <a:gd name="csX82" fmla="*/ 378397 w 407005"/>
                <a:gd name="csY82" fmla="*/ 102251 h 400894"/>
                <a:gd name="csX83" fmla="*/ 377354 w 407005"/>
                <a:gd name="csY83" fmla="*/ 103948 h 400894"/>
                <a:gd name="csX84" fmla="*/ 375840 w 407005"/>
                <a:gd name="csY84" fmla="*/ 107250 h 400894"/>
                <a:gd name="csX85" fmla="*/ 375057 w 407005"/>
                <a:gd name="csY85" fmla="*/ 109312 h 400894"/>
                <a:gd name="csX86" fmla="*/ 374448 w 407005"/>
                <a:gd name="csY86" fmla="*/ 109715 h 400894"/>
                <a:gd name="csX87" fmla="*/ 373771 w 407005"/>
                <a:gd name="csY87" fmla="*/ 110750 h 400894"/>
                <a:gd name="csX88" fmla="*/ 373345 w 407005"/>
                <a:gd name="csY88" fmla="*/ 114113 h 400894"/>
                <a:gd name="csX89" fmla="*/ 373056 w 407005"/>
                <a:gd name="csY89" fmla="*/ 115247 h 400894"/>
                <a:gd name="csX90" fmla="*/ 371967 w 407005"/>
                <a:gd name="csY90" fmla="*/ 122209 h 400894"/>
                <a:gd name="csX91" fmla="*/ 372280 w 407005"/>
                <a:gd name="csY91" fmla="*/ 124194 h 400894"/>
                <a:gd name="csX92" fmla="*/ 371435 w 407005"/>
                <a:gd name="csY92" fmla="*/ 127504 h 400894"/>
                <a:gd name="csX93" fmla="*/ 371397 w 407005"/>
                <a:gd name="csY93" fmla="*/ 129452 h 400894"/>
                <a:gd name="csX94" fmla="*/ 371047 w 407005"/>
                <a:gd name="csY94" fmla="*/ 131658 h 400894"/>
                <a:gd name="csX95" fmla="*/ 370446 w 407005"/>
                <a:gd name="csY95" fmla="*/ 133568 h 400894"/>
                <a:gd name="csX96" fmla="*/ 370484 w 407005"/>
                <a:gd name="csY96" fmla="*/ 136627 h 400894"/>
                <a:gd name="csX97" fmla="*/ 370826 w 407005"/>
                <a:gd name="csY97" fmla="*/ 141618 h 400894"/>
                <a:gd name="csX98" fmla="*/ 370766 w 407005"/>
                <a:gd name="csY98" fmla="*/ 142280 h 400894"/>
                <a:gd name="csX99" fmla="*/ 369929 w 407005"/>
                <a:gd name="csY99" fmla="*/ 142744 h 400894"/>
                <a:gd name="csX100" fmla="*/ 368437 w 407005"/>
                <a:gd name="csY100" fmla="*/ 143984 h 400894"/>
                <a:gd name="csX101" fmla="*/ 367030 w 407005"/>
                <a:gd name="csY101" fmla="*/ 144814 h 400894"/>
                <a:gd name="csX102" fmla="*/ 365957 w 407005"/>
                <a:gd name="csY102" fmla="*/ 145027 h 400894"/>
                <a:gd name="csX103" fmla="*/ 364169 w 407005"/>
                <a:gd name="csY103" fmla="*/ 147233 h 400894"/>
                <a:gd name="csX104" fmla="*/ 362647 w 407005"/>
                <a:gd name="csY104" fmla="*/ 149326 h 400894"/>
                <a:gd name="csX105" fmla="*/ 361506 w 407005"/>
                <a:gd name="csY105" fmla="*/ 151365 h 400894"/>
                <a:gd name="csX106" fmla="*/ 361209 w 407005"/>
                <a:gd name="csY106" fmla="*/ 152301 h 400894"/>
                <a:gd name="csX107" fmla="*/ 361445 w 407005"/>
                <a:gd name="csY107" fmla="*/ 154941 h 400894"/>
                <a:gd name="csX108" fmla="*/ 361605 w 407005"/>
                <a:gd name="csY108" fmla="*/ 158068 h 400894"/>
                <a:gd name="csX109" fmla="*/ 361255 w 407005"/>
                <a:gd name="csY109" fmla="*/ 159414 h 400894"/>
                <a:gd name="csX110" fmla="*/ 360722 w 407005"/>
                <a:gd name="csY110" fmla="*/ 160213 h 400894"/>
                <a:gd name="csX111" fmla="*/ 358227 w 407005"/>
                <a:gd name="csY111" fmla="*/ 161910 h 400894"/>
                <a:gd name="csX112" fmla="*/ 356583 w 407005"/>
                <a:gd name="csY112" fmla="*/ 163128 h 400894"/>
                <a:gd name="csX113" fmla="*/ 355807 w 407005"/>
                <a:gd name="csY113" fmla="*/ 163767 h 400894"/>
                <a:gd name="csX114" fmla="*/ 355404 w 407005"/>
                <a:gd name="csY114" fmla="*/ 164748 h 400894"/>
                <a:gd name="csX115" fmla="*/ 356127 w 407005"/>
                <a:gd name="csY115" fmla="*/ 167061 h 400894"/>
                <a:gd name="csX116" fmla="*/ 356180 w 407005"/>
                <a:gd name="csY116" fmla="*/ 168750 h 400894"/>
                <a:gd name="csX117" fmla="*/ 356774 w 407005"/>
                <a:gd name="csY117" fmla="*/ 169747 h 400894"/>
                <a:gd name="csX118" fmla="*/ 358751 w 407005"/>
                <a:gd name="csY118" fmla="*/ 170553 h 400894"/>
                <a:gd name="csX119" fmla="*/ 358744 w 407005"/>
                <a:gd name="csY119" fmla="*/ 171368 h 400894"/>
                <a:gd name="csX120" fmla="*/ 358797 w 407005"/>
                <a:gd name="csY120" fmla="*/ 172243 h 400894"/>
                <a:gd name="csX121" fmla="*/ 359832 w 407005"/>
                <a:gd name="csY121" fmla="*/ 173331 h 400894"/>
                <a:gd name="csX122" fmla="*/ 361719 w 407005"/>
                <a:gd name="csY122" fmla="*/ 175552 h 400894"/>
                <a:gd name="csX123" fmla="*/ 363233 w 407005"/>
                <a:gd name="csY123" fmla="*/ 177637 h 400894"/>
                <a:gd name="csX124" fmla="*/ 363271 w 407005"/>
                <a:gd name="csY124" fmla="*/ 179448 h 400894"/>
                <a:gd name="csX125" fmla="*/ 362982 w 407005"/>
                <a:gd name="csY125" fmla="*/ 182476 h 400894"/>
                <a:gd name="csX126" fmla="*/ 362929 w 407005"/>
                <a:gd name="csY126" fmla="*/ 184218 h 400894"/>
                <a:gd name="csX127" fmla="*/ 363081 w 407005"/>
                <a:gd name="csY127" fmla="*/ 186608 h 400894"/>
                <a:gd name="csX128" fmla="*/ 363073 w 407005"/>
                <a:gd name="csY128" fmla="*/ 191051 h 400894"/>
                <a:gd name="csX129" fmla="*/ 362967 w 407005"/>
                <a:gd name="csY129" fmla="*/ 194216 h 400894"/>
                <a:gd name="csX130" fmla="*/ 363210 w 407005"/>
                <a:gd name="csY130" fmla="*/ 195860 h 400894"/>
                <a:gd name="csX131" fmla="*/ 365523 w 407005"/>
                <a:gd name="csY131" fmla="*/ 199778 h 400894"/>
                <a:gd name="csX132" fmla="*/ 366543 w 407005"/>
                <a:gd name="csY132" fmla="*/ 204122 h 400894"/>
                <a:gd name="csX133" fmla="*/ 367052 w 407005"/>
                <a:gd name="csY133" fmla="*/ 207303 h 400894"/>
                <a:gd name="csX134" fmla="*/ 367076 w 407005"/>
                <a:gd name="csY134" fmla="*/ 208315 h 400894"/>
                <a:gd name="csX135" fmla="*/ 366292 w 407005"/>
                <a:gd name="csY135" fmla="*/ 211974 h 400894"/>
                <a:gd name="csX136" fmla="*/ 365401 w 407005"/>
                <a:gd name="csY136" fmla="*/ 215528 h 400894"/>
                <a:gd name="csX137" fmla="*/ 365348 w 407005"/>
                <a:gd name="csY137" fmla="*/ 216874 h 400894"/>
                <a:gd name="csX138" fmla="*/ 365766 w 407005"/>
                <a:gd name="csY138" fmla="*/ 218670 h 400894"/>
                <a:gd name="csX139" fmla="*/ 367418 w 407005"/>
                <a:gd name="csY139" fmla="*/ 222779 h 400894"/>
                <a:gd name="csX140" fmla="*/ 368620 w 407005"/>
                <a:gd name="csY140" fmla="*/ 225769 h 400894"/>
                <a:gd name="csX141" fmla="*/ 369198 w 407005"/>
                <a:gd name="csY141" fmla="*/ 227572 h 400894"/>
                <a:gd name="csX142" fmla="*/ 370028 w 407005"/>
                <a:gd name="csY142" fmla="*/ 229672 h 400894"/>
                <a:gd name="csX143" fmla="*/ 371131 w 407005"/>
                <a:gd name="csY143" fmla="*/ 232890 h 400894"/>
                <a:gd name="csX144" fmla="*/ 371405 w 407005"/>
                <a:gd name="csY144" fmla="*/ 234420 h 400894"/>
                <a:gd name="csX145" fmla="*/ 371176 w 407005"/>
                <a:gd name="csY145" fmla="*/ 235561 h 400894"/>
                <a:gd name="csX146" fmla="*/ 368924 w 407005"/>
                <a:gd name="csY146" fmla="*/ 239601 h 400894"/>
                <a:gd name="csX147" fmla="*/ 368696 w 407005"/>
                <a:gd name="csY147" fmla="*/ 240872 h 400894"/>
                <a:gd name="csX148" fmla="*/ 369251 w 407005"/>
                <a:gd name="csY148" fmla="*/ 244007 h 400894"/>
                <a:gd name="csX149" fmla="*/ 369990 w 407005"/>
                <a:gd name="csY149" fmla="*/ 247035 h 400894"/>
                <a:gd name="csX150" fmla="*/ 371054 w 407005"/>
                <a:gd name="csY150" fmla="*/ 248754 h 400894"/>
                <a:gd name="csX151" fmla="*/ 373596 w 407005"/>
                <a:gd name="csY151" fmla="*/ 253502 h 400894"/>
                <a:gd name="csX152" fmla="*/ 375490 w 407005"/>
                <a:gd name="csY152" fmla="*/ 255107 h 400894"/>
                <a:gd name="csX153" fmla="*/ 378983 w 407005"/>
                <a:gd name="csY153" fmla="*/ 257481 h 400894"/>
                <a:gd name="csX154" fmla="*/ 382064 w 407005"/>
                <a:gd name="csY154" fmla="*/ 259870 h 400894"/>
                <a:gd name="csX155" fmla="*/ 383251 w 407005"/>
                <a:gd name="csY155" fmla="*/ 261110 h 400894"/>
                <a:gd name="csX156" fmla="*/ 384339 w 407005"/>
                <a:gd name="csY156" fmla="*/ 262495 h 400894"/>
                <a:gd name="csX157" fmla="*/ 386485 w 407005"/>
                <a:gd name="csY157" fmla="*/ 266041 h 400894"/>
                <a:gd name="csX158" fmla="*/ 387793 w 407005"/>
                <a:gd name="csY158" fmla="*/ 268925 h 400894"/>
                <a:gd name="csX159" fmla="*/ 388486 w 407005"/>
                <a:gd name="csY159" fmla="*/ 271534 h 400894"/>
                <a:gd name="csX160" fmla="*/ 390167 w 407005"/>
                <a:gd name="csY160" fmla="*/ 275103 h 400894"/>
                <a:gd name="csX161" fmla="*/ 391735 w 407005"/>
                <a:gd name="csY161" fmla="*/ 278412 h 400894"/>
                <a:gd name="csX162" fmla="*/ 393759 w 407005"/>
                <a:gd name="csY162" fmla="*/ 282460 h 400894"/>
                <a:gd name="csX163" fmla="*/ 395189 w 407005"/>
                <a:gd name="csY163" fmla="*/ 285321 h 400894"/>
                <a:gd name="csX164" fmla="*/ 395836 w 407005"/>
                <a:gd name="csY164" fmla="*/ 287231 h 400894"/>
                <a:gd name="csX165" fmla="*/ 392138 w 407005"/>
                <a:gd name="csY165" fmla="*/ 287801 h 400894"/>
                <a:gd name="csX166" fmla="*/ 386789 w 407005"/>
                <a:gd name="csY166" fmla="*/ 288615 h 400894"/>
                <a:gd name="csX167" fmla="*/ 380893 w 407005"/>
                <a:gd name="csY167" fmla="*/ 289521 h 400894"/>
                <a:gd name="csX168" fmla="*/ 374806 w 407005"/>
                <a:gd name="csY168" fmla="*/ 290449 h 400894"/>
                <a:gd name="csX169" fmla="*/ 368772 w 407005"/>
                <a:gd name="csY169" fmla="*/ 291377 h 400894"/>
                <a:gd name="csX170" fmla="*/ 363050 w 407005"/>
                <a:gd name="csY170" fmla="*/ 292252 h 400894"/>
                <a:gd name="csX171" fmla="*/ 357854 w 407005"/>
                <a:gd name="csY171" fmla="*/ 293044 h 400894"/>
                <a:gd name="csX172" fmla="*/ 356271 w 407005"/>
                <a:gd name="csY172" fmla="*/ 293485 h 400894"/>
                <a:gd name="csX173" fmla="*/ 357047 w 407005"/>
                <a:gd name="csY173" fmla="*/ 295737 h 400894"/>
                <a:gd name="csX174" fmla="*/ 356689 w 407005"/>
                <a:gd name="csY174" fmla="*/ 298103 h 400894"/>
                <a:gd name="csX175" fmla="*/ 355663 w 407005"/>
                <a:gd name="csY175" fmla="*/ 299937 h 400894"/>
                <a:gd name="csX176" fmla="*/ 354034 w 407005"/>
                <a:gd name="csY176" fmla="*/ 302189 h 400894"/>
                <a:gd name="csX177" fmla="*/ 353296 w 407005"/>
                <a:gd name="csY177" fmla="*/ 303087 h 400894"/>
                <a:gd name="csX178" fmla="*/ 351637 w 407005"/>
                <a:gd name="csY178" fmla="*/ 304845 h 400894"/>
                <a:gd name="csX179" fmla="*/ 350253 w 407005"/>
                <a:gd name="csY179" fmla="*/ 306085 h 400894"/>
                <a:gd name="csX180" fmla="*/ 347430 w 407005"/>
                <a:gd name="csY180" fmla="*/ 308169 h 400894"/>
                <a:gd name="csX181" fmla="*/ 345650 w 407005"/>
                <a:gd name="csY181" fmla="*/ 309364 h 400894"/>
                <a:gd name="csX182" fmla="*/ 345634 w 407005"/>
                <a:gd name="csY182" fmla="*/ 310444 h 400894"/>
                <a:gd name="csX183" fmla="*/ 348632 w 407005"/>
                <a:gd name="csY183" fmla="*/ 315497 h 400894"/>
                <a:gd name="csX184" fmla="*/ 349994 w 407005"/>
                <a:gd name="csY184" fmla="*/ 319126 h 400894"/>
                <a:gd name="csX185" fmla="*/ 350549 w 407005"/>
                <a:gd name="csY185" fmla="*/ 322405 h 400894"/>
                <a:gd name="csX186" fmla="*/ 350519 w 407005"/>
                <a:gd name="csY186" fmla="*/ 324292 h 400894"/>
                <a:gd name="csX187" fmla="*/ 350405 w 407005"/>
                <a:gd name="csY187" fmla="*/ 328172 h 400894"/>
                <a:gd name="csX188" fmla="*/ 350268 w 407005"/>
                <a:gd name="csY188" fmla="*/ 332791 h 400894"/>
                <a:gd name="csX189" fmla="*/ 350063 w 407005"/>
                <a:gd name="csY189" fmla="*/ 334609 h 400894"/>
                <a:gd name="csX190" fmla="*/ 350877 w 407005"/>
                <a:gd name="csY190" fmla="*/ 337904 h 400894"/>
                <a:gd name="csX191" fmla="*/ 350732 w 407005"/>
                <a:gd name="csY191" fmla="*/ 340475 h 400894"/>
                <a:gd name="csX192" fmla="*/ 348716 w 407005"/>
                <a:gd name="csY192" fmla="*/ 343351 h 400894"/>
                <a:gd name="csX193" fmla="*/ 348153 w 407005"/>
                <a:gd name="csY193" fmla="*/ 346174 h 400894"/>
                <a:gd name="csX194" fmla="*/ 347133 w 407005"/>
                <a:gd name="csY194" fmla="*/ 349986 h 400894"/>
                <a:gd name="csX195" fmla="*/ 345726 w 407005"/>
                <a:gd name="csY195" fmla="*/ 355282 h 400894"/>
                <a:gd name="csX196" fmla="*/ 344721 w 407005"/>
                <a:gd name="csY196" fmla="*/ 358066 h 400894"/>
                <a:gd name="csX197" fmla="*/ 345277 w 407005"/>
                <a:gd name="csY197" fmla="*/ 359877 h 400894"/>
                <a:gd name="csX198" fmla="*/ 345779 w 407005"/>
                <a:gd name="csY198" fmla="*/ 361094 h 400894"/>
                <a:gd name="csX199" fmla="*/ 346312 w 407005"/>
                <a:gd name="csY199" fmla="*/ 362731 h 400894"/>
                <a:gd name="csX200" fmla="*/ 347392 w 407005"/>
                <a:gd name="csY200" fmla="*/ 365196 h 400894"/>
                <a:gd name="csX201" fmla="*/ 348655 w 407005"/>
                <a:gd name="csY201" fmla="*/ 366649 h 400894"/>
                <a:gd name="csX202" fmla="*/ 349363 w 407005"/>
                <a:gd name="csY202" fmla="*/ 367273 h 400894"/>
                <a:gd name="csX203" fmla="*/ 353517 w 407005"/>
                <a:gd name="csY203" fmla="*/ 370385 h 400894"/>
                <a:gd name="csX204" fmla="*/ 355244 w 407005"/>
                <a:gd name="csY204" fmla="*/ 371883 h 400894"/>
                <a:gd name="csX205" fmla="*/ 357876 w 407005"/>
                <a:gd name="csY205" fmla="*/ 374866 h 400894"/>
                <a:gd name="csX206" fmla="*/ 359825 w 407005"/>
                <a:gd name="csY206" fmla="*/ 376844 h 400894"/>
                <a:gd name="csX207" fmla="*/ 362533 w 407005"/>
                <a:gd name="csY207" fmla="*/ 377308 h 400894"/>
                <a:gd name="csX208" fmla="*/ 365782 w 407005"/>
                <a:gd name="csY208" fmla="*/ 378054 h 400894"/>
                <a:gd name="csX209" fmla="*/ 367578 w 407005"/>
                <a:gd name="csY209" fmla="*/ 378632 h 400894"/>
                <a:gd name="csX210" fmla="*/ 368810 w 407005"/>
                <a:gd name="csY210" fmla="*/ 378351 h 400894"/>
                <a:gd name="csX211" fmla="*/ 369228 w 407005"/>
                <a:gd name="csY211" fmla="*/ 377651 h 400894"/>
                <a:gd name="csX212" fmla="*/ 369168 w 407005"/>
                <a:gd name="csY212" fmla="*/ 376160 h 400894"/>
                <a:gd name="csX213" fmla="*/ 368955 w 407005"/>
                <a:gd name="csY213" fmla="*/ 375064 h 400894"/>
                <a:gd name="csX214" fmla="*/ 369297 w 407005"/>
                <a:gd name="csY214" fmla="*/ 374219 h 400894"/>
                <a:gd name="csX215" fmla="*/ 370400 w 407005"/>
                <a:gd name="csY215" fmla="*/ 373664 h 400894"/>
                <a:gd name="csX216" fmla="*/ 373223 w 407005"/>
                <a:gd name="csY216" fmla="*/ 373573 h 400894"/>
                <a:gd name="csX217" fmla="*/ 374448 w 407005"/>
                <a:gd name="csY217" fmla="*/ 372827 h 400894"/>
                <a:gd name="csX218" fmla="*/ 375422 w 407005"/>
                <a:gd name="csY218" fmla="*/ 372644 h 400894"/>
                <a:gd name="csX219" fmla="*/ 375429 w 407005"/>
                <a:gd name="csY219" fmla="*/ 375916 h 400894"/>
                <a:gd name="csX220" fmla="*/ 375429 w 407005"/>
                <a:gd name="csY220" fmla="*/ 379051 h 400894"/>
                <a:gd name="csX221" fmla="*/ 375437 w 407005"/>
                <a:gd name="csY221" fmla="*/ 382863 h 400894"/>
                <a:gd name="csX222" fmla="*/ 375437 w 407005"/>
                <a:gd name="csY222" fmla="*/ 387238 h 400894"/>
                <a:gd name="csX223" fmla="*/ 375445 w 407005"/>
                <a:gd name="csY223" fmla="*/ 390829 h 400894"/>
                <a:gd name="csX224" fmla="*/ 375445 w 407005"/>
                <a:gd name="csY224" fmla="*/ 394648 h 400894"/>
                <a:gd name="csX225" fmla="*/ 375452 w 407005"/>
                <a:gd name="csY225" fmla="*/ 399061 h 400894"/>
                <a:gd name="csX226" fmla="*/ 375429 w 407005"/>
                <a:gd name="csY226" fmla="*/ 399556 h 400894"/>
                <a:gd name="csX227" fmla="*/ 374996 w 407005"/>
                <a:gd name="csY227" fmla="*/ 400552 h 400894"/>
                <a:gd name="csX228" fmla="*/ 373878 w 407005"/>
                <a:gd name="csY228" fmla="*/ 400895 h 400894"/>
                <a:gd name="csX229" fmla="*/ 372363 w 407005"/>
                <a:gd name="csY229" fmla="*/ 400035 h 400894"/>
                <a:gd name="csX230" fmla="*/ 372272 w 407005"/>
                <a:gd name="csY230" fmla="*/ 399130 h 400894"/>
                <a:gd name="csX231" fmla="*/ 371899 w 407005"/>
                <a:gd name="csY231" fmla="*/ 397509 h 400894"/>
                <a:gd name="csX232" fmla="*/ 371199 w 407005"/>
                <a:gd name="csY232" fmla="*/ 396680 h 400894"/>
                <a:gd name="csX233" fmla="*/ 370278 w 407005"/>
                <a:gd name="csY233" fmla="*/ 396421 h 400894"/>
                <a:gd name="csX234" fmla="*/ 368726 w 407005"/>
                <a:gd name="csY234" fmla="*/ 396839 h 400894"/>
                <a:gd name="csX235" fmla="*/ 366596 w 407005"/>
                <a:gd name="csY235" fmla="*/ 398034 h 400894"/>
                <a:gd name="csX236" fmla="*/ 363864 w 407005"/>
                <a:gd name="csY236" fmla="*/ 399084 h 400894"/>
                <a:gd name="csX237" fmla="*/ 362754 w 407005"/>
                <a:gd name="csY237" fmla="*/ 399685 h 400894"/>
                <a:gd name="csX238" fmla="*/ 360829 w 407005"/>
                <a:gd name="csY238" fmla="*/ 399609 h 400894"/>
                <a:gd name="csX239" fmla="*/ 358744 w 407005"/>
                <a:gd name="csY239" fmla="*/ 399038 h 400894"/>
                <a:gd name="csX240" fmla="*/ 357215 w 407005"/>
                <a:gd name="csY240" fmla="*/ 397692 h 400894"/>
                <a:gd name="csX241" fmla="*/ 356774 w 407005"/>
                <a:gd name="csY241" fmla="*/ 395675 h 400894"/>
                <a:gd name="csX242" fmla="*/ 355427 w 407005"/>
                <a:gd name="csY242" fmla="*/ 393606 h 400894"/>
                <a:gd name="csX243" fmla="*/ 353600 w 407005"/>
                <a:gd name="csY243" fmla="*/ 390608 h 400894"/>
                <a:gd name="csX244" fmla="*/ 352680 w 407005"/>
                <a:gd name="csY244" fmla="*/ 389383 h 400894"/>
                <a:gd name="csX245" fmla="*/ 351463 w 407005"/>
                <a:gd name="csY245" fmla="*/ 387983 h 400894"/>
                <a:gd name="csX246" fmla="*/ 350230 w 407005"/>
                <a:gd name="csY246" fmla="*/ 387823 h 400894"/>
                <a:gd name="csX247" fmla="*/ 348853 w 407005"/>
                <a:gd name="csY247" fmla="*/ 387435 h 400894"/>
                <a:gd name="csX248" fmla="*/ 348008 w 407005"/>
                <a:gd name="csY248" fmla="*/ 385389 h 400894"/>
                <a:gd name="csX249" fmla="*/ 347217 w 407005"/>
                <a:gd name="csY249" fmla="*/ 382802 h 400894"/>
                <a:gd name="csX250" fmla="*/ 346730 w 407005"/>
                <a:gd name="csY250" fmla="*/ 381805 h 400894"/>
                <a:gd name="csX251" fmla="*/ 345908 w 407005"/>
                <a:gd name="csY251" fmla="*/ 380519 h 400894"/>
                <a:gd name="csX252" fmla="*/ 344729 w 407005"/>
                <a:gd name="csY252" fmla="*/ 379736 h 400894"/>
                <a:gd name="csX253" fmla="*/ 342157 w 407005"/>
                <a:gd name="csY253" fmla="*/ 378701 h 400894"/>
                <a:gd name="csX254" fmla="*/ 338566 w 407005"/>
                <a:gd name="csY254" fmla="*/ 377263 h 400894"/>
                <a:gd name="csX255" fmla="*/ 334047 w 407005"/>
                <a:gd name="csY255" fmla="*/ 375452 h 400894"/>
                <a:gd name="csX256" fmla="*/ 331901 w 407005"/>
                <a:gd name="csY256" fmla="*/ 375361 h 400894"/>
                <a:gd name="csX257" fmla="*/ 329497 w 407005"/>
                <a:gd name="csY257" fmla="*/ 375056 h 400894"/>
                <a:gd name="csX258" fmla="*/ 327990 w 407005"/>
                <a:gd name="csY258" fmla="*/ 374197 h 400894"/>
                <a:gd name="csX259" fmla="*/ 327131 w 407005"/>
                <a:gd name="csY259" fmla="*/ 373512 h 400894"/>
                <a:gd name="csX260" fmla="*/ 326141 w 407005"/>
                <a:gd name="csY260" fmla="*/ 371001 h 400894"/>
                <a:gd name="csX261" fmla="*/ 324787 w 407005"/>
                <a:gd name="csY261" fmla="*/ 368064 h 400894"/>
                <a:gd name="csX262" fmla="*/ 320823 w 407005"/>
                <a:gd name="csY262" fmla="*/ 364572 h 400894"/>
                <a:gd name="csX263" fmla="*/ 319933 w 407005"/>
                <a:gd name="csY263" fmla="*/ 360706 h 400894"/>
                <a:gd name="csX264" fmla="*/ 319134 w 407005"/>
                <a:gd name="csY264" fmla="*/ 360151 h 400894"/>
                <a:gd name="csX265" fmla="*/ 317772 w 407005"/>
                <a:gd name="csY265" fmla="*/ 360463 h 400894"/>
                <a:gd name="csX266" fmla="*/ 316722 w 407005"/>
                <a:gd name="csY266" fmla="*/ 360942 h 400894"/>
                <a:gd name="csX267" fmla="*/ 316303 w 407005"/>
                <a:gd name="csY267" fmla="*/ 361985 h 400894"/>
                <a:gd name="csX268" fmla="*/ 315246 w 407005"/>
                <a:gd name="csY268" fmla="*/ 365469 h 400894"/>
                <a:gd name="csX269" fmla="*/ 314660 w 407005"/>
                <a:gd name="csY269" fmla="*/ 367075 h 400894"/>
                <a:gd name="csX270" fmla="*/ 314264 w 407005"/>
                <a:gd name="csY270" fmla="*/ 367524 h 400894"/>
                <a:gd name="csX271" fmla="*/ 313397 w 407005"/>
                <a:gd name="csY271" fmla="*/ 368041 h 400894"/>
                <a:gd name="csX272" fmla="*/ 311982 w 407005"/>
                <a:gd name="csY272" fmla="*/ 368513 h 400894"/>
                <a:gd name="csX273" fmla="*/ 309965 w 407005"/>
                <a:gd name="csY273" fmla="*/ 368749 h 400894"/>
                <a:gd name="csX274" fmla="*/ 307120 w 407005"/>
                <a:gd name="csY274" fmla="*/ 368658 h 400894"/>
                <a:gd name="csX275" fmla="*/ 303559 w 407005"/>
                <a:gd name="csY275" fmla="*/ 368140 h 400894"/>
                <a:gd name="csX276" fmla="*/ 301642 w 407005"/>
                <a:gd name="csY276" fmla="*/ 367752 h 400894"/>
                <a:gd name="csX277" fmla="*/ 296445 w 407005"/>
                <a:gd name="csY277" fmla="*/ 367174 h 400894"/>
                <a:gd name="csX278" fmla="*/ 294939 w 407005"/>
                <a:gd name="csY278" fmla="*/ 366892 h 400894"/>
                <a:gd name="csX279" fmla="*/ 292816 w 407005"/>
                <a:gd name="csY279" fmla="*/ 366131 h 400894"/>
                <a:gd name="csX280" fmla="*/ 291286 w 407005"/>
                <a:gd name="csY280" fmla="*/ 365371 h 400894"/>
                <a:gd name="csX281" fmla="*/ 286249 w 407005"/>
                <a:gd name="csY281" fmla="*/ 363727 h 400894"/>
                <a:gd name="csX282" fmla="*/ 283959 w 407005"/>
                <a:gd name="csY282" fmla="*/ 363925 h 400894"/>
                <a:gd name="csX283" fmla="*/ 282856 w 407005"/>
                <a:gd name="csY283" fmla="*/ 362761 h 400894"/>
                <a:gd name="csX284" fmla="*/ 281860 w 407005"/>
                <a:gd name="csY284" fmla="*/ 362190 h 400894"/>
                <a:gd name="csX285" fmla="*/ 280490 w 407005"/>
                <a:gd name="csY285" fmla="*/ 361094 h 400894"/>
                <a:gd name="csX286" fmla="*/ 279881 w 407005"/>
                <a:gd name="csY286" fmla="*/ 359596 h 400894"/>
                <a:gd name="csX287" fmla="*/ 279067 w 407005"/>
                <a:gd name="csY287" fmla="*/ 356377 h 400894"/>
                <a:gd name="csX288" fmla="*/ 279265 w 407005"/>
                <a:gd name="csY288" fmla="*/ 354658 h 400894"/>
                <a:gd name="csX289" fmla="*/ 279851 w 407005"/>
                <a:gd name="csY289" fmla="*/ 352740 h 400894"/>
                <a:gd name="csX290" fmla="*/ 279196 w 407005"/>
                <a:gd name="csY290" fmla="*/ 352208 h 400894"/>
                <a:gd name="csX291" fmla="*/ 278283 w 407005"/>
                <a:gd name="csY291" fmla="*/ 352208 h 400894"/>
                <a:gd name="csX292" fmla="*/ 276975 w 407005"/>
                <a:gd name="csY292" fmla="*/ 352870 h 400894"/>
                <a:gd name="csX293" fmla="*/ 274654 w 407005"/>
                <a:gd name="csY293" fmla="*/ 353243 h 400894"/>
                <a:gd name="csX294" fmla="*/ 270401 w 407005"/>
                <a:gd name="csY294" fmla="*/ 354087 h 400894"/>
                <a:gd name="csX295" fmla="*/ 268894 w 407005"/>
                <a:gd name="csY295" fmla="*/ 354559 h 400894"/>
                <a:gd name="csX296" fmla="*/ 267228 w 407005"/>
                <a:gd name="csY296" fmla="*/ 354924 h 400894"/>
                <a:gd name="csX297" fmla="*/ 265950 w 407005"/>
                <a:gd name="csY297" fmla="*/ 355251 h 400894"/>
                <a:gd name="csX298" fmla="*/ 262754 w 407005"/>
                <a:gd name="csY298" fmla="*/ 357100 h 400894"/>
                <a:gd name="csX299" fmla="*/ 261643 w 407005"/>
                <a:gd name="csY299" fmla="*/ 357298 h 400894"/>
                <a:gd name="csX300" fmla="*/ 259749 w 407005"/>
                <a:gd name="csY300" fmla="*/ 356636 h 400894"/>
                <a:gd name="csX301" fmla="*/ 258836 w 407005"/>
                <a:gd name="csY301" fmla="*/ 355647 h 400894"/>
                <a:gd name="csX302" fmla="*/ 259749 w 407005"/>
                <a:gd name="csY302" fmla="*/ 354528 h 400894"/>
                <a:gd name="csX303" fmla="*/ 260137 w 407005"/>
                <a:gd name="csY303" fmla="*/ 353136 h 400894"/>
                <a:gd name="csX304" fmla="*/ 259490 w 407005"/>
                <a:gd name="csY304" fmla="*/ 350420 h 400894"/>
                <a:gd name="csX305" fmla="*/ 258509 w 407005"/>
                <a:gd name="csY305" fmla="*/ 349164 h 400894"/>
                <a:gd name="csX306" fmla="*/ 255678 w 407005"/>
                <a:gd name="csY306" fmla="*/ 348267 h 400894"/>
                <a:gd name="csX307" fmla="*/ 254590 w 407005"/>
                <a:gd name="csY307" fmla="*/ 348183 h 400894"/>
                <a:gd name="csX308" fmla="*/ 254134 w 407005"/>
                <a:gd name="csY308" fmla="*/ 346661 h 400894"/>
                <a:gd name="csX309" fmla="*/ 253350 w 407005"/>
                <a:gd name="csY309" fmla="*/ 345276 h 400894"/>
                <a:gd name="csX310" fmla="*/ 251737 w 407005"/>
                <a:gd name="csY310" fmla="*/ 345010 h 400894"/>
                <a:gd name="csX311" fmla="*/ 250961 w 407005"/>
                <a:gd name="csY311" fmla="*/ 344850 h 400894"/>
                <a:gd name="csX312" fmla="*/ 250155 w 407005"/>
                <a:gd name="csY312" fmla="*/ 345276 h 400894"/>
                <a:gd name="csX313" fmla="*/ 249698 w 407005"/>
                <a:gd name="csY313" fmla="*/ 346395 h 400894"/>
                <a:gd name="csX314" fmla="*/ 249569 w 407005"/>
                <a:gd name="csY314" fmla="*/ 347255 h 400894"/>
                <a:gd name="csX315" fmla="*/ 248130 w 407005"/>
                <a:gd name="csY315" fmla="*/ 347909 h 400894"/>
                <a:gd name="csX316" fmla="*/ 245194 w 407005"/>
                <a:gd name="csY316" fmla="*/ 347779 h 400894"/>
                <a:gd name="csX317" fmla="*/ 242280 w 407005"/>
                <a:gd name="csY317" fmla="*/ 347156 h 400894"/>
                <a:gd name="csX318" fmla="*/ 240233 w 407005"/>
                <a:gd name="csY318" fmla="*/ 346950 h 400894"/>
                <a:gd name="csX319" fmla="*/ 238871 w 407005"/>
                <a:gd name="csY319" fmla="*/ 347110 h 400894"/>
                <a:gd name="csX320" fmla="*/ 233667 w 407005"/>
                <a:gd name="csY320" fmla="*/ 349233 h 400894"/>
                <a:gd name="csX321" fmla="*/ 231955 w 407005"/>
                <a:gd name="csY321" fmla="*/ 349514 h 400894"/>
                <a:gd name="csX322" fmla="*/ 226370 w 407005"/>
                <a:gd name="csY322" fmla="*/ 349354 h 400894"/>
                <a:gd name="csX323" fmla="*/ 223205 w 407005"/>
                <a:gd name="csY323" fmla="*/ 348906 h 400894"/>
                <a:gd name="csX324" fmla="*/ 220953 w 407005"/>
                <a:gd name="csY324" fmla="*/ 348829 h 400894"/>
                <a:gd name="csX325" fmla="*/ 219355 w 407005"/>
                <a:gd name="csY325" fmla="*/ 349491 h 400894"/>
                <a:gd name="csX326" fmla="*/ 217362 w 407005"/>
                <a:gd name="csY326" fmla="*/ 351066 h 400894"/>
                <a:gd name="csX327" fmla="*/ 215695 w 407005"/>
                <a:gd name="csY327" fmla="*/ 351911 h 400894"/>
                <a:gd name="csX328" fmla="*/ 214927 w 407005"/>
                <a:gd name="csY328" fmla="*/ 351820 h 400894"/>
                <a:gd name="csX329" fmla="*/ 214455 w 407005"/>
                <a:gd name="csY329" fmla="*/ 351158 h 400894"/>
                <a:gd name="csX330" fmla="*/ 213801 w 407005"/>
                <a:gd name="csY330" fmla="*/ 350260 h 400894"/>
                <a:gd name="csX331" fmla="*/ 213595 w 407005"/>
                <a:gd name="csY331" fmla="*/ 347886 h 400894"/>
                <a:gd name="csX332" fmla="*/ 212766 w 407005"/>
                <a:gd name="csY332" fmla="*/ 345292 h 400894"/>
                <a:gd name="csX333" fmla="*/ 213314 w 407005"/>
                <a:gd name="csY333" fmla="*/ 343930 h 400894"/>
                <a:gd name="csX334" fmla="*/ 214957 w 407005"/>
                <a:gd name="csY334" fmla="*/ 342956 h 400894"/>
                <a:gd name="csX335" fmla="*/ 215528 w 407005"/>
                <a:gd name="csY335" fmla="*/ 340947 h 400894"/>
                <a:gd name="csX336" fmla="*/ 215018 w 407005"/>
                <a:gd name="csY336" fmla="*/ 337934 h 400894"/>
                <a:gd name="csX337" fmla="*/ 214988 w 407005"/>
                <a:gd name="csY337" fmla="*/ 335819 h 400894"/>
                <a:gd name="csX338" fmla="*/ 215429 w 407005"/>
                <a:gd name="csY338" fmla="*/ 334594 h 400894"/>
                <a:gd name="csX339" fmla="*/ 214835 w 407005"/>
                <a:gd name="csY339" fmla="*/ 331627 h 400894"/>
                <a:gd name="csX340" fmla="*/ 213192 w 407005"/>
                <a:gd name="csY340" fmla="*/ 326917 h 400894"/>
                <a:gd name="csX341" fmla="*/ 210871 w 407005"/>
                <a:gd name="csY341" fmla="*/ 323090 h 400894"/>
                <a:gd name="csX342" fmla="*/ 207874 w 407005"/>
                <a:gd name="csY342" fmla="*/ 320130 h 400894"/>
                <a:gd name="csX343" fmla="*/ 205911 w 407005"/>
                <a:gd name="csY343" fmla="*/ 317307 h 400894"/>
                <a:gd name="csX344" fmla="*/ 204983 w 407005"/>
                <a:gd name="csY344" fmla="*/ 314606 h 400894"/>
                <a:gd name="csX345" fmla="*/ 205332 w 407005"/>
                <a:gd name="csY345" fmla="*/ 308147 h 400894"/>
                <a:gd name="csX346" fmla="*/ 206238 w 407005"/>
                <a:gd name="csY346" fmla="*/ 302463 h 400894"/>
                <a:gd name="csX347" fmla="*/ 206953 w 407005"/>
                <a:gd name="csY347" fmla="*/ 297951 h 400894"/>
                <a:gd name="csX348" fmla="*/ 206748 w 407005"/>
                <a:gd name="csY348" fmla="*/ 290396 h 400894"/>
                <a:gd name="csX349" fmla="*/ 204716 w 407005"/>
                <a:gd name="csY349" fmla="*/ 285481 h 400894"/>
                <a:gd name="csX350" fmla="*/ 204275 w 407005"/>
                <a:gd name="csY350" fmla="*/ 280200 h 400894"/>
                <a:gd name="csX351" fmla="*/ 205424 w 407005"/>
                <a:gd name="csY351" fmla="*/ 274555 h 400894"/>
                <a:gd name="csX352" fmla="*/ 205591 w 407005"/>
                <a:gd name="csY352" fmla="*/ 270690 h 400894"/>
                <a:gd name="csX353" fmla="*/ 204830 w 407005"/>
                <a:gd name="csY353" fmla="*/ 268711 h 400894"/>
                <a:gd name="csX354" fmla="*/ 204313 w 407005"/>
                <a:gd name="csY354" fmla="*/ 268415 h 400894"/>
                <a:gd name="csX355" fmla="*/ 203659 w 407005"/>
                <a:gd name="csY355" fmla="*/ 268217 h 400894"/>
                <a:gd name="csX356" fmla="*/ 198523 w 407005"/>
                <a:gd name="csY356" fmla="*/ 268027 h 400894"/>
                <a:gd name="csX357" fmla="*/ 191683 w 407005"/>
                <a:gd name="csY357" fmla="*/ 267776 h 400894"/>
                <a:gd name="csX358" fmla="*/ 185717 w 407005"/>
                <a:gd name="csY358" fmla="*/ 267699 h 400894"/>
                <a:gd name="csX359" fmla="*/ 179243 w 407005"/>
                <a:gd name="csY359" fmla="*/ 267624 h 400894"/>
                <a:gd name="csX360" fmla="*/ 178185 w 407005"/>
                <a:gd name="csY360" fmla="*/ 266908 h 400894"/>
                <a:gd name="csX361" fmla="*/ 177706 w 407005"/>
                <a:gd name="csY361" fmla="*/ 265592 h 400894"/>
                <a:gd name="csX362" fmla="*/ 177728 w 407005"/>
                <a:gd name="csY362" fmla="*/ 264291 h 400894"/>
                <a:gd name="csX363" fmla="*/ 179052 w 407005"/>
                <a:gd name="csY363" fmla="*/ 260304 h 400894"/>
                <a:gd name="csX364" fmla="*/ 178862 w 407005"/>
                <a:gd name="csY364" fmla="*/ 259977 h 400894"/>
                <a:gd name="csX365" fmla="*/ 176565 w 407005"/>
                <a:gd name="csY365" fmla="*/ 259893 h 400894"/>
                <a:gd name="csX366" fmla="*/ 170326 w 407005"/>
                <a:gd name="csY366" fmla="*/ 260540 h 400894"/>
                <a:gd name="csX367" fmla="*/ 166209 w 407005"/>
                <a:gd name="csY367" fmla="*/ 261179 h 400894"/>
                <a:gd name="csX368" fmla="*/ 163599 w 407005"/>
                <a:gd name="csY368" fmla="*/ 261392 h 400894"/>
                <a:gd name="csX369" fmla="*/ 159012 w 407005"/>
                <a:gd name="csY369" fmla="*/ 262480 h 400894"/>
                <a:gd name="csX370" fmla="*/ 156173 w 407005"/>
                <a:gd name="csY370" fmla="*/ 264778 h 400894"/>
                <a:gd name="csX371" fmla="*/ 155245 w 407005"/>
                <a:gd name="csY371" fmla="*/ 267661 h 400894"/>
                <a:gd name="csX372" fmla="*/ 155321 w 407005"/>
                <a:gd name="csY372" fmla="*/ 270043 h 400894"/>
                <a:gd name="csX373" fmla="*/ 155161 w 407005"/>
                <a:gd name="csY373" fmla="*/ 271785 h 400894"/>
                <a:gd name="csX374" fmla="*/ 153868 w 407005"/>
                <a:gd name="csY374" fmla="*/ 273604 h 400894"/>
                <a:gd name="csX375" fmla="*/ 152849 w 407005"/>
                <a:gd name="csY375" fmla="*/ 275696 h 400894"/>
                <a:gd name="csX376" fmla="*/ 152811 w 407005"/>
                <a:gd name="csY376" fmla="*/ 276799 h 400894"/>
                <a:gd name="csX377" fmla="*/ 152186 w 407005"/>
                <a:gd name="csY377" fmla="*/ 282369 h 400894"/>
                <a:gd name="csX378" fmla="*/ 147956 w 407005"/>
                <a:gd name="csY378" fmla="*/ 283114 h 400894"/>
                <a:gd name="csX379" fmla="*/ 143726 w 407005"/>
                <a:gd name="csY379" fmla="*/ 283114 h 400894"/>
                <a:gd name="csX380" fmla="*/ 142737 w 407005"/>
                <a:gd name="csY380" fmla="*/ 283046 h 400894"/>
                <a:gd name="csX381" fmla="*/ 137509 w 407005"/>
                <a:gd name="csY381" fmla="*/ 281715 h 400894"/>
                <a:gd name="csX382" fmla="*/ 135570 w 407005"/>
                <a:gd name="csY382" fmla="*/ 281707 h 400894"/>
                <a:gd name="csX383" fmla="*/ 133911 w 407005"/>
                <a:gd name="csY383" fmla="*/ 282407 h 400894"/>
                <a:gd name="csX384" fmla="*/ 130707 w 407005"/>
                <a:gd name="csY384" fmla="*/ 283092 h 400894"/>
                <a:gd name="csX385" fmla="*/ 127649 w 407005"/>
                <a:gd name="csY385" fmla="*/ 283594 h 400894"/>
                <a:gd name="csX386" fmla="*/ 124567 w 407005"/>
                <a:gd name="csY386" fmla="*/ 285245 h 400894"/>
                <a:gd name="csX387" fmla="*/ 123746 w 407005"/>
                <a:gd name="csY387" fmla="*/ 285389 h 400894"/>
                <a:gd name="csX388" fmla="*/ 121699 w 407005"/>
                <a:gd name="csY388" fmla="*/ 284530 h 400894"/>
                <a:gd name="csX389" fmla="*/ 118838 w 407005"/>
                <a:gd name="csY389" fmla="*/ 284613 h 400894"/>
                <a:gd name="csX390" fmla="*/ 115939 w 407005"/>
                <a:gd name="csY390" fmla="*/ 285024 h 400894"/>
                <a:gd name="csX391" fmla="*/ 114585 w 407005"/>
                <a:gd name="csY391" fmla="*/ 285207 h 400894"/>
                <a:gd name="csX392" fmla="*/ 113649 w 407005"/>
                <a:gd name="csY392" fmla="*/ 284705 h 400894"/>
                <a:gd name="csX393" fmla="*/ 110986 w 407005"/>
                <a:gd name="csY393" fmla="*/ 280550 h 400894"/>
                <a:gd name="csX394" fmla="*/ 107441 w 407005"/>
                <a:gd name="csY394" fmla="*/ 275019 h 400894"/>
                <a:gd name="csX395" fmla="*/ 105516 w 407005"/>
                <a:gd name="csY395" fmla="*/ 271549 h 400894"/>
                <a:gd name="csX396" fmla="*/ 104801 w 407005"/>
                <a:gd name="csY396" fmla="*/ 270644 h 400894"/>
                <a:gd name="csX397" fmla="*/ 103568 w 407005"/>
                <a:gd name="csY397" fmla="*/ 269450 h 400894"/>
                <a:gd name="csX398" fmla="*/ 101879 w 407005"/>
                <a:gd name="csY398" fmla="*/ 267190 h 400894"/>
                <a:gd name="csX399" fmla="*/ 101179 w 407005"/>
                <a:gd name="csY399" fmla="*/ 265044 h 400894"/>
                <a:gd name="csX400" fmla="*/ 101476 w 407005"/>
                <a:gd name="csY400" fmla="*/ 263013 h 400894"/>
                <a:gd name="csX401" fmla="*/ 100486 w 407005"/>
                <a:gd name="csY401" fmla="*/ 260274 h 400894"/>
                <a:gd name="csX402" fmla="*/ 98211 w 407005"/>
                <a:gd name="csY402" fmla="*/ 256827 h 400894"/>
                <a:gd name="csX403" fmla="*/ 96712 w 407005"/>
                <a:gd name="csY403" fmla="*/ 253540 h 400894"/>
                <a:gd name="csX404" fmla="*/ 95997 w 407005"/>
                <a:gd name="csY404" fmla="*/ 250398 h 400894"/>
                <a:gd name="csX405" fmla="*/ 95822 w 407005"/>
                <a:gd name="csY405" fmla="*/ 247719 h 400894"/>
                <a:gd name="csX406" fmla="*/ 96180 w 407005"/>
                <a:gd name="csY406" fmla="*/ 245483 h 400894"/>
                <a:gd name="csX407" fmla="*/ 95746 w 407005"/>
                <a:gd name="csY407" fmla="*/ 243839 h 400894"/>
                <a:gd name="csX408" fmla="*/ 94506 w 407005"/>
                <a:gd name="csY408" fmla="*/ 242781 h 400894"/>
                <a:gd name="csX409" fmla="*/ 93836 w 407005"/>
                <a:gd name="csY409" fmla="*/ 241435 h 400894"/>
                <a:gd name="csX410" fmla="*/ 93350 w 407005"/>
                <a:gd name="csY410" fmla="*/ 240879 h 400894"/>
                <a:gd name="csX411" fmla="*/ 92322 w 407005"/>
                <a:gd name="csY411" fmla="*/ 239609 h 400894"/>
                <a:gd name="csX412" fmla="*/ 90063 w 407005"/>
                <a:gd name="csY412" fmla="*/ 238209 h 400894"/>
                <a:gd name="csX413" fmla="*/ 87582 w 407005"/>
                <a:gd name="csY413" fmla="*/ 237471 h 400894"/>
                <a:gd name="csX414" fmla="*/ 82135 w 407005"/>
                <a:gd name="csY414" fmla="*/ 237455 h 400894"/>
                <a:gd name="csX415" fmla="*/ 75021 w 407005"/>
                <a:gd name="csY415" fmla="*/ 237433 h 400894"/>
                <a:gd name="csX416" fmla="*/ 68576 w 407005"/>
                <a:gd name="csY416" fmla="*/ 237539 h 400894"/>
                <a:gd name="csX417" fmla="*/ 61409 w 407005"/>
                <a:gd name="csY417" fmla="*/ 237661 h 400894"/>
                <a:gd name="csX418" fmla="*/ 54150 w 407005"/>
                <a:gd name="csY418" fmla="*/ 237783 h 400894"/>
                <a:gd name="csX419" fmla="*/ 52195 w 407005"/>
                <a:gd name="csY419" fmla="*/ 237965 h 400894"/>
                <a:gd name="csX420" fmla="*/ 46656 w 407005"/>
                <a:gd name="csY420" fmla="*/ 238049 h 400894"/>
                <a:gd name="csX421" fmla="*/ 42220 w 407005"/>
                <a:gd name="csY421" fmla="*/ 237691 h 400894"/>
                <a:gd name="csX422" fmla="*/ 40576 w 407005"/>
                <a:gd name="csY422" fmla="*/ 237463 h 400894"/>
                <a:gd name="csX423" fmla="*/ 37685 w 407005"/>
                <a:gd name="csY423" fmla="*/ 237288 h 400894"/>
                <a:gd name="csX424" fmla="*/ 33120 w 407005"/>
                <a:gd name="csY424" fmla="*/ 237250 h 400894"/>
                <a:gd name="csX425" fmla="*/ 30647 w 407005"/>
                <a:gd name="csY425" fmla="*/ 237387 h 400894"/>
                <a:gd name="csX426" fmla="*/ 24728 w 407005"/>
                <a:gd name="csY426" fmla="*/ 237395 h 400894"/>
                <a:gd name="csX427" fmla="*/ 24188 w 407005"/>
                <a:gd name="csY427" fmla="*/ 237425 h 400894"/>
                <a:gd name="csX428" fmla="*/ 23252 w 407005"/>
                <a:gd name="csY428" fmla="*/ 237821 h 400894"/>
                <a:gd name="csX429" fmla="*/ 20726 w 407005"/>
                <a:gd name="csY429" fmla="*/ 237273 h 400894"/>
                <a:gd name="csX430" fmla="*/ 18245 w 407005"/>
                <a:gd name="csY430" fmla="*/ 237455 h 400894"/>
                <a:gd name="csX431" fmla="*/ 16861 w 407005"/>
                <a:gd name="csY431" fmla="*/ 236847 h 400894"/>
                <a:gd name="csX432" fmla="*/ 13817 w 407005"/>
                <a:gd name="csY432" fmla="*/ 237227 h 400894"/>
                <a:gd name="csX433" fmla="*/ 12341 w 407005"/>
                <a:gd name="csY433" fmla="*/ 237729 h 400894"/>
                <a:gd name="csX434" fmla="*/ 9975 w 407005"/>
                <a:gd name="csY434" fmla="*/ 239502 h 400894"/>
                <a:gd name="csX435" fmla="*/ 6422 w 407005"/>
                <a:gd name="csY435" fmla="*/ 240423 h 400894"/>
                <a:gd name="csX436" fmla="*/ 5105 w 407005"/>
                <a:gd name="csY436" fmla="*/ 240347 h 400894"/>
                <a:gd name="csX437" fmla="*/ 4230 w 407005"/>
                <a:gd name="csY437" fmla="*/ 240050 h 400894"/>
                <a:gd name="csX438" fmla="*/ 2168 w 407005"/>
                <a:gd name="csY438" fmla="*/ 238102 h 400894"/>
                <a:gd name="csX439" fmla="*/ 571 w 407005"/>
                <a:gd name="csY439" fmla="*/ 236231 h 400894"/>
                <a:gd name="csX440" fmla="*/ 0 w 407005"/>
                <a:gd name="csY440" fmla="*/ 235188 h 400894"/>
                <a:gd name="csX441" fmla="*/ 890 w 407005"/>
                <a:gd name="csY441" fmla="*/ 234929 h 400894"/>
                <a:gd name="csX442" fmla="*/ 3683 w 407005"/>
                <a:gd name="csY442" fmla="*/ 234534 h 400894"/>
                <a:gd name="csX443" fmla="*/ 5783 w 407005"/>
                <a:gd name="csY443" fmla="*/ 234344 h 400894"/>
                <a:gd name="csX444" fmla="*/ 6193 w 407005"/>
                <a:gd name="csY444" fmla="*/ 233849 h 400894"/>
                <a:gd name="csX445" fmla="*/ 6513 w 407005"/>
                <a:gd name="csY445" fmla="*/ 228067 h 400894"/>
                <a:gd name="csX446" fmla="*/ 6589 w 407005"/>
                <a:gd name="csY446" fmla="*/ 222200 h 400894"/>
                <a:gd name="csX447" fmla="*/ 5843 w 407005"/>
                <a:gd name="csY447" fmla="*/ 221424 h 400894"/>
                <a:gd name="csX448" fmla="*/ 5113 w 407005"/>
                <a:gd name="csY448" fmla="*/ 220953 h 400894"/>
                <a:gd name="csX449" fmla="*/ 5083 w 407005"/>
                <a:gd name="csY449" fmla="*/ 220549 h 400894"/>
                <a:gd name="csX450" fmla="*/ 6171 w 407005"/>
                <a:gd name="csY450" fmla="*/ 219811 h 400894"/>
                <a:gd name="csX451" fmla="*/ 7685 w 407005"/>
                <a:gd name="csY451" fmla="*/ 218952 h 400894"/>
                <a:gd name="csX452" fmla="*/ 8172 w 407005"/>
                <a:gd name="csY452" fmla="*/ 218563 h 400894"/>
                <a:gd name="csX453" fmla="*/ 9846 w 407005"/>
                <a:gd name="csY453" fmla="*/ 217011 h 400894"/>
                <a:gd name="csX454" fmla="*/ 13155 w 407005"/>
                <a:gd name="csY454" fmla="*/ 213420 h 400894"/>
                <a:gd name="csX455" fmla="*/ 15674 w 407005"/>
                <a:gd name="csY455" fmla="*/ 212537 h 400894"/>
                <a:gd name="csX456" fmla="*/ 18017 w 407005"/>
                <a:gd name="csY456" fmla="*/ 211594 h 400894"/>
                <a:gd name="csX457" fmla="*/ 18344 w 407005"/>
                <a:gd name="csY457" fmla="*/ 211252 h 400894"/>
                <a:gd name="csX458" fmla="*/ 18656 w 407005"/>
                <a:gd name="csY458" fmla="*/ 210552 h 400894"/>
                <a:gd name="csX459" fmla="*/ 19706 w 407005"/>
                <a:gd name="csY459" fmla="*/ 210605 h 400894"/>
                <a:gd name="csX460" fmla="*/ 20041 w 407005"/>
                <a:gd name="csY460" fmla="*/ 210940 h 400894"/>
                <a:gd name="csX461" fmla="*/ 20558 w 407005"/>
                <a:gd name="csY461" fmla="*/ 211701 h 400894"/>
                <a:gd name="csX462" fmla="*/ 21479 w 407005"/>
                <a:gd name="csY462" fmla="*/ 212766 h 400894"/>
                <a:gd name="csX463" fmla="*/ 23145 w 407005"/>
                <a:gd name="csY463" fmla="*/ 214029 h 400894"/>
                <a:gd name="csX464" fmla="*/ 24819 w 407005"/>
                <a:gd name="csY464" fmla="*/ 215391 h 400894"/>
                <a:gd name="csX465" fmla="*/ 25656 w 407005"/>
                <a:gd name="csY465" fmla="*/ 215566 h 400894"/>
                <a:gd name="csX466" fmla="*/ 27003 w 407005"/>
                <a:gd name="csY466" fmla="*/ 214873 h 400894"/>
                <a:gd name="csX467" fmla="*/ 28570 w 407005"/>
                <a:gd name="csY467" fmla="*/ 213846 h 400894"/>
                <a:gd name="csX468" fmla="*/ 30876 w 407005"/>
                <a:gd name="csY468" fmla="*/ 213100 h 400894"/>
                <a:gd name="csX469" fmla="*/ 31423 w 407005"/>
                <a:gd name="csY469" fmla="*/ 212400 h 400894"/>
                <a:gd name="csX470" fmla="*/ 31720 w 407005"/>
                <a:gd name="csY470" fmla="*/ 210902 h 400894"/>
                <a:gd name="csX471" fmla="*/ 31903 w 407005"/>
                <a:gd name="csY471" fmla="*/ 209304 h 400894"/>
                <a:gd name="csX472" fmla="*/ 32101 w 407005"/>
                <a:gd name="csY472" fmla="*/ 207417 h 400894"/>
                <a:gd name="csX473" fmla="*/ 32572 w 407005"/>
                <a:gd name="csY473" fmla="*/ 207158 h 400894"/>
                <a:gd name="csX474" fmla="*/ 33401 w 407005"/>
                <a:gd name="csY474" fmla="*/ 206976 h 400894"/>
                <a:gd name="csX475" fmla="*/ 34931 w 407005"/>
                <a:gd name="csY475" fmla="*/ 207508 h 400894"/>
                <a:gd name="csX476" fmla="*/ 35631 w 407005"/>
                <a:gd name="csY476" fmla="*/ 208064 h 400894"/>
                <a:gd name="csX477" fmla="*/ 36886 w 407005"/>
                <a:gd name="csY477" fmla="*/ 208064 h 400894"/>
                <a:gd name="csX478" fmla="*/ 37685 w 407005"/>
                <a:gd name="csY478" fmla="*/ 207561 h 400894"/>
                <a:gd name="csX479" fmla="*/ 39146 w 407005"/>
                <a:gd name="csY479" fmla="*/ 206633 h 400894"/>
                <a:gd name="csX480" fmla="*/ 41003 w 407005"/>
                <a:gd name="csY480" fmla="*/ 206260 h 400894"/>
                <a:gd name="csX481" fmla="*/ 42988 w 407005"/>
                <a:gd name="csY481" fmla="*/ 205363 h 400894"/>
                <a:gd name="csX482" fmla="*/ 44898 w 407005"/>
                <a:gd name="csY482" fmla="*/ 204221 h 400894"/>
                <a:gd name="csX483" fmla="*/ 45796 w 407005"/>
                <a:gd name="csY483" fmla="*/ 204115 h 400894"/>
                <a:gd name="csX484" fmla="*/ 46747 w 407005"/>
                <a:gd name="csY484" fmla="*/ 205614 h 400894"/>
                <a:gd name="csX485" fmla="*/ 47599 w 407005"/>
                <a:gd name="csY485" fmla="*/ 206656 h 400894"/>
                <a:gd name="csX486" fmla="*/ 47751 w 407005"/>
                <a:gd name="csY486" fmla="*/ 207310 h 400894"/>
                <a:gd name="csX487" fmla="*/ 46899 w 407005"/>
                <a:gd name="csY487" fmla="*/ 208558 h 400894"/>
                <a:gd name="csX488" fmla="*/ 45948 w 407005"/>
                <a:gd name="csY488" fmla="*/ 210202 h 400894"/>
                <a:gd name="csX489" fmla="*/ 46747 w 407005"/>
                <a:gd name="csY489" fmla="*/ 212248 h 400894"/>
                <a:gd name="csX490" fmla="*/ 46937 w 407005"/>
                <a:gd name="csY490" fmla="*/ 214234 h 400894"/>
                <a:gd name="csX491" fmla="*/ 46914 w 407005"/>
                <a:gd name="csY491" fmla="*/ 215436 h 400894"/>
                <a:gd name="csX492" fmla="*/ 47561 w 407005"/>
                <a:gd name="csY492" fmla="*/ 215923 h 400894"/>
                <a:gd name="csX493" fmla="*/ 48002 w 407005"/>
                <a:gd name="csY493" fmla="*/ 216152 h 400894"/>
                <a:gd name="csX494" fmla="*/ 48687 w 407005"/>
                <a:gd name="csY494" fmla="*/ 215870 h 400894"/>
                <a:gd name="csX495" fmla="*/ 50049 w 407005"/>
                <a:gd name="csY495" fmla="*/ 215954 h 400894"/>
                <a:gd name="csX496" fmla="*/ 51685 w 407005"/>
                <a:gd name="csY496" fmla="*/ 216578 h 400894"/>
                <a:gd name="csX497" fmla="*/ 53260 w 407005"/>
                <a:gd name="csY497" fmla="*/ 216509 h 400894"/>
                <a:gd name="csX498" fmla="*/ 54782 w 407005"/>
                <a:gd name="csY498" fmla="*/ 215741 h 400894"/>
                <a:gd name="csX499" fmla="*/ 57619 w 407005"/>
                <a:gd name="csY499" fmla="*/ 212758 h 400894"/>
                <a:gd name="csX500" fmla="*/ 61766 w 407005"/>
                <a:gd name="csY500" fmla="*/ 207554 h 400894"/>
                <a:gd name="csX501" fmla="*/ 65205 w 407005"/>
                <a:gd name="csY501" fmla="*/ 204290 h 400894"/>
                <a:gd name="csX502" fmla="*/ 67921 w 407005"/>
                <a:gd name="csY502" fmla="*/ 202958 h 400894"/>
                <a:gd name="csX503" fmla="*/ 69763 w 407005"/>
                <a:gd name="csY503" fmla="*/ 201406 h 400894"/>
                <a:gd name="csX504" fmla="*/ 70729 w 407005"/>
                <a:gd name="csY504" fmla="*/ 199618 h 400894"/>
                <a:gd name="csX505" fmla="*/ 72312 w 407005"/>
                <a:gd name="csY505" fmla="*/ 198408 h 400894"/>
                <a:gd name="csX506" fmla="*/ 75614 w 407005"/>
                <a:gd name="csY506" fmla="*/ 197442 h 400894"/>
                <a:gd name="csX507" fmla="*/ 78125 w 407005"/>
                <a:gd name="csY507" fmla="*/ 196346 h 400894"/>
                <a:gd name="csX508" fmla="*/ 80636 w 407005"/>
                <a:gd name="csY508" fmla="*/ 192778 h 400894"/>
                <a:gd name="csX509" fmla="*/ 83983 w 407005"/>
                <a:gd name="csY509" fmla="*/ 186357 h 400894"/>
                <a:gd name="csX510" fmla="*/ 84919 w 407005"/>
                <a:gd name="csY510" fmla="*/ 180627 h 400894"/>
                <a:gd name="csX511" fmla="*/ 85490 w 407005"/>
                <a:gd name="csY511" fmla="*/ 177142 h 400894"/>
                <a:gd name="csX512" fmla="*/ 85163 w 407005"/>
                <a:gd name="csY512" fmla="*/ 165129 h 400894"/>
                <a:gd name="csX513" fmla="*/ 84942 w 407005"/>
                <a:gd name="csY513" fmla="*/ 161187 h 400894"/>
                <a:gd name="csX514" fmla="*/ 85452 w 407005"/>
                <a:gd name="csY514" fmla="*/ 159042 h 400894"/>
                <a:gd name="csX515" fmla="*/ 86700 w 407005"/>
                <a:gd name="csY515" fmla="*/ 157566 h 400894"/>
                <a:gd name="csX516" fmla="*/ 90108 w 407005"/>
                <a:gd name="csY516" fmla="*/ 154439 h 400894"/>
                <a:gd name="csX517" fmla="*/ 92399 w 407005"/>
                <a:gd name="csY517" fmla="*/ 151874 h 400894"/>
                <a:gd name="csX518" fmla="*/ 94148 w 407005"/>
                <a:gd name="csY518" fmla="*/ 148877 h 400894"/>
                <a:gd name="csX519" fmla="*/ 97504 w 407005"/>
                <a:gd name="csY519" fmla="*/ 142037 h 400894"/>
                <a:gd name="csX520" fmla="*/ 98980 w 407005"/>
                <a:gd name="csY520" fmla="*/ 139830 h 400894"/>
                <a:gd name="csX521" fmla="*/ 99642 w 407005"/>
                <a:gd name="csY521" fmla="*/ 138841 h 400894"/>
                <a:gd name="csX522" fmla="*/ 101665 w 407005"/>
                <a:gd name="csY522" fmla="*/ 137023 h 400894"/>
                <a:gd name="csX523" fmla="*/ 104504 w 407005"/>
                <a:gd name="csY523" fmla="*/ 135417 h 400894"/>
                <a:gd name="csX524" fmla="*/ 108156 w 407005"/>
                <a:gd name="csY524" fmla="*/ 134040 h 400894"/>
                <a:gd name="csX525" fmla="*/ 113794 w 407005"/>
                <a:gd name="csY525" fmla="*/ 129277 h 400894"/>
                <a:gd name="csX526" fmla="*/ 118275 w 407005"/>
                <a:gd name="csY526" fmla="*/ 124484 h 400894"/>
                <a:gd name="csX527" fmla="*/ 117666 w 407005"/>
                <a:gd name="csY527" fmla="*/ 118724 h 400894"/>
                <a:gd name="csX528" fmla="*/ 118716 w 407005"/>
                <a:gd name="csY528" fmla="*/ 113946 h 400894"/>
                <a:gd name="csX529" fmla="*/ 121159 w 407005"/>
                <a:gd name="csY529" fmla="*/ 107874 h 400894"/>
                <a:gd name="csX530" fmla="*/ 121958 w 407005"/>
                <a:gd name="csY530" fmla="*/ 101445 h 400894"/>
                <a:gd name="csX531" fmla="*/ 121121 w 407005"/>
                <a:gd name="csY531" fmla="*/ 94666 h 400894"/>
                <a:gd name="csX532" fmla="*/ 121471 w 407005"/>
                <a:gd name="csY532" fmla="*/ 89119 h 400894"/>
                <a:gd name="csX533" fmla="*/ 123814 w 407005"/>
                <a:gd name="csY533" fmla="*/ 82675 h 400894"/>
                <a:gd name="csX534" fmla="*/ 124788 w 407005"/>
                <a:gd name="csY534" fmla="*/ 80278 h 400894"/>
                <a:gd name="csX535" fmla="*/ 125115 w 407005"/>
                <a:gd name="csY535" fmla="*/ 76360 h 400894"/>
                <a:gd name="csX536" fmla="*/ 125100 w 407005"/>
                <a:gd name="csY536" fmla="*/ 70128 h 400894"/>
                <a:gd name="csX537" fmla="*/ 128075 w 407005"/>
                <a:gd name="csY537" fmla="*/ 61606 h 400894"/>
                <a:gd name="csX538" fmla="*/ 130890 w 407005"/>
                <a:gd name="csY538" fmla="*/ 56493 h 400894"/>
                <a:gd name="csX539" fmla="*/ 134040 w 407005"/>
                <a:gd name="csY539" fmla="*/ 50787 h 400894"/>
                <a:gd name="csX540" fmla="*/ 135242 w 407005"/>
                <a:gd name="csY540" fmla="*/ 47333 h 400894"/>
                <a:gd name="csX541" fmla="*/ 136840 w 407005"/>
                <a:gd name="csY541" fmla="*/ 42722 h 400894"/>
                <a:gd name="csX542" fmla="*/ 136589 w 407005"/>
                <a:gd name="csY542" fmla="*/ 39017 h 400894"/>
                <a:gd name="csX543" fmla="*/ 136300 w 407005"/>
                <a:gd name="csY543" fmla="*/ 34756 h 400894"/>
                <a:gd name="csX544" fmla="*/ 137091 w 407005"/>
                <a:gd name="csY544" fmla="*/ 28897 h 400894"/>
                <a:gd name="csX545" fmla="*/ 136794 w 407005"/>
                <a:gd name="csY545" fmla="*/ 25451 h 400894"/>
                <a:gd name="csX546" fmla="*/ 135676 w 407005"/>
                <a:gd name="csY546" fmla="*/ 22453 h 400894"/>
                <a:gd name="csX547" fmla="*/ 136247 w 407005"/>
                <a:gd name="csY547" fmla="*/ 20558 h 400894"/>
                <a:gd name="csX548" fmla="*/ 138506 w 407005"/>
                <a:gd name="csY548" fmla="*/ 19790 h 400894"/>
                <a:gd name="csX549" fmla="*/ 141322 w 407005"/>
                <a:gd name="csY549" fmla="*/ 16792 h 400894"/>
                <a:gd name="csX550" fmla="*/ 146374 w 407005"/>
                <a:gd name="csY550" fmla="*/ 8963 h 400894"/>
                <a:gd name="csX551" fmla="*/ 151821 w 407005"/>
                <a:gd name="csY551" fmla="*/ 5143 h 400894"/>
                <a:gd name="csX552" fmla="*/ 155610 w 407005"/>
                <a:gd name="csY552" fmla="*/ 3934 h 400894"/>
                <a:gd name="csX553" fmla="*/ 159559 w 407005"/>
                <a:gd name="csY553" fmla="*/ 4063 h 400894"/>
                <a:gd name="csX554" fmla="*/ 162138 w 407005"/>
                <a:gd name="csY554" fmla="*/ 4748 h 400894"/>
                <a:gd name="csX555" fmla="*/ 163325 w 407005"/>
                <a:gd name="csY555" fmla="*/ 5980 h 400894"/>
                <a:gd name="csX556" fmla="*/ 166316 w 407005"/>
                <a:gd name="csY556" fmla="*/ 7829 h 400894"/>
                <a:gd name="csX557" fmla="*/ 171094 w 407005"/>
                <a:gd name="csY557" fmla="*/ 10272 h 400894"/>
                <a:gd name="csX558" fmla="*/ 174670 w 407005"/>
                <a:gd name="csY558" fmla="*/ 13330 h 400894"/>
                <a:gd name="csX559" fmla="*/ 176648 w 407005"/>
                <a:gd name="csY559" fmla="*/ 16412 h 400894"/>
                <a:gd name="csX560" fmla="*/ 178185 w 407005"/>
                <a:gd name="csY560" fmla="*/ 18085 h 400894"/>
                <a:gd name="csX561" fmla="*/ 180087 w 407005"/>
                <a:gd name="csY561" fmla="*/ 18664 h 400894"/>
                <a:gd name="csX562" fmla="*/ 183199 w 407005"/>
                <a:gd name="csY562" fmla="*/ 18413 h 400894"/>
                <a:gd name="csX563" fmla="*/ 186676 w 407005"/>
                <a:gd name="csY563" fmla="*/ 19135 h 400894"/>
                <a:gd name="csX564" fmla="*/ 190298 w 407005"/>
                <a:gd name="csY564" fmla="*/ 20863 h 400894"/>
                <a:gd name="csX565" fmla="*/ 192527 w 407005"/>
                <a:gd name="csY565" fmla="*/ 21502 h 400894"/>
                <a:gd name="csX566" fmla="*/ 193349 w 407005"/>
                <a:gd name="csY566" fmla="*/ 21053 h 400894"/>
                <a:gd name="csX567" fmla="*/ 195099 w 407005"/>
                <a:gd name="csY567" fmla="*/ 21304 h 400894"/>
                <a:gd name="csX568" fmla="*/ 199101 w 407005"/>
                <a:gd name="csY568" fmla="*/ 22719 h 400894"/>
                <a:gd name="csX569" fmla="*/ 202289 w 407005"/>
                <a:gd name="csY569" fmla="*/ 21943 h 400894"/>
                <a:gd name="csX570" fmla="*/ 207014 w 407005"/>
                <a:gd name="csY570" fmla="*/ 22529 h 400894"/>
                <a:gd name="csX571" fmla="*/ 217985 w 407005"/>
                <a:gd name="csY571" fmla="*/ 25055 h 400894"/>
                <a:gd name="csX572" fmla="*/ 218572 w 407005"/>
                <a:gd name="csY572" fmla="*/ 24629 h 400894"/>
                <a:gd name="csX573" fmla="*/ 218830 w 407005"/>
                <a:gd name="csY573" fmla="*/ 24530 h 400894"/>
                <a:gd name="csX574" fmla="*/ 219766 w 407005"/>
                <a:gd name="csY574" fmla="*/ 23510 h 400894"/>
                <a:gd name="csX575" fmla="*/ 222147 w 407005"/>
                <a:gd name="csY575" fmla="*/ 18451 h 400894"/>
                <a:gd name="csX576" fmla="*/ 224164 w 407005"/>
                <a:gd name="csY576" fmla="*/ 15339 h 400894"/>
                <a:gd name="csX577" fmla="*/ 225107 w 407005"/>
                <a:gd name="csY577" fmla="*/ 14167 h 400894"/>
                <a:gd name="csX578" fmla="*/ 227435 w 407005"/>
                <a:gd name="csY578" fmla="*/ 12524 h 400894"/>
                <a:gd name="csX579" fmla="*/ 230174 w 407005"/>
                <a:gd name="csY579" fmla="*/ 12105 h 400894"/>
                <a:gd name="csX580" fmla="*/ 232799 w 407005"/>
                <a:gd name="csY580" fmla="*/ 12250 h 400894"/>
                <a:gd name="csX581" fmla="*/ 234998 w 407005"/>
                <a:gd name="csY581" fmla="*/ 12972 h 400894"/>
                <a:gd name="csX582" fmla="*/ 237007 w 407005"/>
                <a:gd name="csY582" fmla="*/ 13810 h 400894"/>
                <a:gd name="csX583" fmla="*/ 239229 w 407005"/>
                <a:gd name="csY583" fmla="*/ 13817 h 400894"/>
                <a:gd name="csX584" fmla="*/ 241504 w 407005"/>
                <a:gd name="csY584" fmla="*/ 13011 h 400894"/>
                <a:gd name="csX585" fmla="*/ 244882 w 407005"/>
                <a:gd name="csY585" fmla="*/ 11527 h 400894"/>
                <a:gd name="csX586" fmla="*/ 248442 w 407005"/>
                <a:gd name="csY586" fmla="*/ 10561 h 400894"/>
                <a:gd name="csX587" fmla="*/ 251501 w 407005"/>
                <a:gd name="csY587" fmla="*/ 9495 h 400894"/>
                <a:gd name="csX588" fmla="*/ 256538 w 407005"/>
                <a:gd name="csY588" fmla="*/ 7631 h 400894"/>
                <a:gd name="csX589" fmla="*/ 258509 w 407005"/>
                <a:gd name="csY589" fmla="*/ 6771 h 400894"/>
                <a:gd name="csX590" fmla="*/ 261012 w 407005"/>
                <a:gd name="csY590" fmla="*/ 6437 h 400894"/>
                <a:gd name="csX591" fmla="*/ 268027 w 407005"/>
                <a:gd name="csY591" fmla="*/ 8141 h 400894"/>
                <a:gd name="csX592" fmla="*/ 272569 w 407005"/>
                <a:gd name="csY592" fmla="*/ 7015 h 400894"/>
                <a:gd name="csX593" fmla="*/ 274426 w 407005"/>
                <a:gd name="csY593" fmla="*/ 7342 h 400894"/>
                <a:gd name="csX594" fmla="*/ 278359 w 407005"/>
                <a:gd name="csY594" fmla="*/ 6132 h 400894"/>
                <a:gd name="csX595" fmla="*/ 279075 w 407005"/>
                <a:gd name="csY595" fmla="*/ 5318 h 400894"/>
                <a:gd name="csX596" fmla="*/ 281578 w 407005"/>
                <a:gd name="csY596" fmla="*/ 1202 h 400894"/>
                <a:gd name="csX597" fmla="*/ 284241 w 407005"/>
                <a:gd name="csY597" fmla="*/ 0 h 400894"/>
                <a:gd name="csX598" fmla="*/ 288273 w 407005"/>
                <a:gd name="csY598" fmla="*/ 609 h 400894"/>
                <a:gd name="csX599" fmla="*/ 290541 w 407005"/>
                <a:gd name="csY599" fmla="*/ 1248 h 400894"/>
                <a:gd name="csX600" fmla="*/ 298089 w 407005"/>
                <a:gd name="csY600" fmla="*/ 3005 h 400894"/>
                <a:gd name="csX601" fmla="*/ 307888 w 407005"/>
                <a:gd name="csY601" fmla="*/ 4839 h 400894"/>
                <a:gd name="csX602" fmla="*/ 310772 w 407005"/>
                <a:gd name="csY602" fmla="*/ 5121 h 400894"/>
                <a:gd name="csX603" fmla="*/ 311944 w 407005"/>
                <a:gd name="csY603" fmla="*/ 5326 h 400894"/>
                <a:gd name="csX604" fmla="*/ 312963 w 407005"/>
                <a:gd name="csY604" fmla="*/ 5037 h 400894"/>
                <a:gd name="csX605" fmla="*/ 316182 w 407005"/>
                <a:gd name="csY605" fmla="*/ 2724 h 400894"/>
                <a:gd name="csX606" fmla="*/ 317270 w 407005"/>
                <a:gd name="csY606" fmla="*/ 2397 h 400894"/>
                <a:gd name="csX607" fmla="*/ 318190 w 407005"/>
                <a:gd name="csY607" fmla="*/ 2435 h 4008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Lst>
              <a:rect l="l" t="t" r="r" b="b"/>
              <a:pathLst>
                <a:path w="407005" h="400894">
                  <a:moveTo>
                    <a:pt x="324346" y="4322"/>
                  </a:moveTo>
                  <a:lnTo>
                    <a:pt x="325122" y="5813"/>
                  </a:lnTo>
                  <a:lnTo>
                    <a:pt x="326225" y="7342"/>
                  </a:lnTo>
                  <a:lnTo>
                    <a:pt x="329923" y="9929"/>
                  </a:lnTo>
                  <a:lnTo>
                    <a:pt x="331095" y="11367"/>
                  </a:lnTo>
                  <a:lnTo>
                    <a:pt x="332000" y="12965"/>
                  </a:lnTo>
                  <a:lnTo>
                    <a:pt x="332570" y="14213"/>
                  </a:lnTo>
                  <a:lnTo>
                    <a:pt x="333712" y="15209"/>
                  </a:lnTo>
                  <a:lnTo>
                    <a:pt x="335309" y="15849"/>
                  </a:lnTo>
                  <a:lnTo>
                    <a:pt x="336679" y="16609"/>
                  </a:lnTo>
                  <a:lnTo>
                    <a:pt x="337516" y="17728"/>
                  </a:lnTo>
                  <a:lnTo>
                    <a:pt x="338771" y="18892"/>
                  </a:lnTo>
                  <a:lnTo>
                    <a:pt x="341191" y="20475"/>
                  </a:lnTo>
                  <a:lnTo>
                    <a:pt x="342370" y="20513"/>
                  </a:lnTo>
                  <a:lnTo>
                    <a:pt x="343732" y="20733"/>
                  </a:lnTo>
                  <a:lnTo>
                    <a:pt x="344934" y="21152"/>
                  </a:lnTo>
                  <a:lnTo>
                    <a:pt x="346220" y="21030"/>
                  </a:lnTo>
                  <a:lnTo>
                    <a:pt x="348298" y="19995"/>
                  </a:lnTo>
                  <a:lnTo>
                    <a:pt x="350747" y="18260"/>
                  </a:lnTo>
                  <a:lnTo>
                    <a:pt x="352619" y="17188"/>
                  </a:lnTo>
                  <a:lnTo>
                    <a:pt x="357146" y="17568"/>
                  </a:lnTo>
                  <a:lnTo>
                    <a:pt x="359672" y="18443"/>
                  </a:lnTo>
                  <a:lnTo>
                    <a:pt x="361681" y="19668"/>
                  </a:lnTo>
                  <a:lnTo>
                    <a:pt x="363248" y="19592"/>
                  </a:lnTo>
                  <a:lnTo>
                    <a:pt x="366665" y="17325"/>
                  </a:lnTo>
                  <a:lnTo>
                    <a:pt x="368475" y="14913"/>
                  </a:lnTo>
                  <a:lnTo>
                    <a:pt x="370233" y="14395"/>
                  </a:lnTo>
                  <a:lnTo>
                    <a:pt x="372896" y="15445"/>
                  </a:lnTo>
                  <a:lnTo>
                    <a:pt x="375095" y="17697"/>
                  </a:lnTo>
                  <a:lnTo>
                    <a:pt x="377027" y="20969"/>
                  </a:lnTo>
                  <a:lnTo>
                    <a:pt x="378390" y="22217"/>
                  </a:lnTo>
                  <a:lnTo>
                    <a:pt x="380254" y="24150"/>
                  </a:lnTo>
                  <a:lnTo>
                    <a:pt x="383959" y="28312"/>
                  </a:lnTo>
                  <a:lnTo>
                    <a:pt x="388783" y="30396"/>
                  </a:lnTo>
                  <a:lnTo>
                    <a:pt x="390655" y="31423"/>
                  </a:lnTo>
                  <a:lnTo>
                    <a:pt x="391263" y="32450"/>
                  </a:lnTo>
                  <a:lnTo>
                    <a:pt x="391620" y="33820"/>
                  </a:lnTo>
                  <a:lnTo>
                    <a:pt x="391742" y="35304"/>
                  </a:lnTo>
                  <a:lnTo>
                    <a:pt x="392328" y="35920"/>
                  </a:lnTo>
                  <a:lnTo>
                    <a:pt x="393629" y="35707"/>
                  </a:lnTo>
                  <a:lnTo>
                    <a:pt x="394740" y="35494"/>
                  </a:lnTo>
                  <a:lnTo>
                    <a:pt x="395965" y="35920"/>
                  </a:lnTo>
                  <a:lnTo>
                    <a:pt x="396817" y="37000"/>
                  </a:lnTo>
                  <a:lnTo>
                    <a:pt x="397243" y="37845"/>
                  </a:lnTo>
                  <a:lnTo>
                    <a:pt x="397707" y="38750"/>
                  </a:lnTo>
                  <a:lnTo>
                    <a:pt x="398917" y="39329"/>
                  </a:lnTo>
                  <a:lnTo>
                    <a:pt x="399153" y="40493"/>
                  </a:lnTo>
                  <a:lnTo>
                    <a:pt x="398324" y="41908"/>
                  </a:lnTo>
                  <a:lnTo>
                    <a:pt x="397472" y="43178"/>
                  </a:lnTo>
                  <a:lnTo>
                    <a:pt x="396437" y="45705"/>
                  </a:lnTo>
                  <a:lnTo>
                    <a:pt x="395897" y="48291"/>
                  </a:lnTo>
                  <a:lnTo>
                    <a:pt x="396596" y="49151"/>
                  </a:lnTo>
                  <a:lnTo>
                    <a:pt x="397335" y="49866"/>
                  </a:lnTo>
                  <a:lnTo>
                    <a:pt x="397730" y="50589"/>
                  </a:lnTo>
                  <a:lnTo>
                    <a:pt x="397966" y="51434"/>
                  </a:lnTo>
                  <a:lnTo>
                    <a:pt x="397875" y="52423"/>
                  </a:lnTo>
                  <a:lnTo>
                    <a:pt x="396231" y="56014"/>
                  </a:lnTo>
                  <a:lnTo>
                    <a:pt x="395387" y="59149"/>
                  </a:lnTo>
                  <a:lnTo>
                    <a:pt x="395356" y="60739"/>
                  </a:lnTo>
                  <a:lnTo>
                    <a:pt x="397525" y="61911"/>
                  </a:lnTo>
                  <a:lnTo>
                    <a:pt x="400340" y="61850"/>
                  </a:lnTo>
                  <a:lnTo>
                    <a:pt x="401230" y="62565"/>
                  </a:lnTo>
                  <a:lnTo>
                    <a:pt x="402120" y="63706"/>
                  </a:lnTo>
                  <a:lnTo>
                    <a:pt x="402904" y="64292"/>
                  </a:lnTo>
                  <a:lnTo>
                    <a:pt x="404091" y="64277"/>
                  </a:lnTo>
                  <a:lnTo>
                    <a:pt x="404913" y="64673"/>
                  </a:lnTo>
                  <a:lnTo>
                    <a:pt x="405240" y="65479"/>
                  </a:lnTo>
                  <a:lnTo>
                    <a:pt x="406199" y="66347"/>
                  </a:lnTo>
                  <a:lnTo>
                    <a:pt x="407005" y="67305"/>
                  </a:lnTo>
                  <a:lnTo>
                    <a:pt x="406617" y="68530"/>
                  </a:lnTo>
                  <a:lnTo>
                    <a:pt x="406549" y="69466"/>
                  </a:lnTo>
                  <a:lnTo>
                    <a:pt x="404540" y="72068"/>
                  </a:lnTo>
                  <a:lnTo>
                    <a:pt x="399929" y="77143"/>
                  </a:lnTo>
                  <a:lnTo>
                    <a:pt x="390008" y="86555"/>
                  </a:lnTo>
                  <a:lnTo>
                    <a:pt x="390000" y="86562"/>
                  </a:lnTo>
                  <a:lnTo>
                    <a:pt x="386652" y="87696"/>
                  </a:lnTo>
                  <a:lnTo>
                    <a:pt x="384925" y="89446"/>
                  </a:lnTo>
                  <a:lnTo>
                    <a:pt x="383700" y="92193"/>
                  </a:lnTo>
                  <a:lnTo>
                    <a:pt x="380809" y="94521"/>
                  </a:lnTo>
                  <a:lnTo>
                    <a:pt x="378579" y="95465"/>
                  </a:lnTo>
                  <a:lnTo>
                    <a:pt x="378344" y="96020"/>
                  </a:lnTo>
                  <a:lnTo>
                    <a:pt x="378168" y="98546"/>
                  </a:lnTo>
                  <a:lnTo>
                    <a:pt x="378397" y="102251"/>
                  </a:lnTo>
                  <a:lnTo>
                    <a:pt x="377354" y="103948"/>
                  </a:lnTo>
                  <a:lnTo>
                    <a:pt x="375840" y="107250"/>
                  </a:lnTo>
                  <a:lnTo>
                    <a:pt x="375057" y="109312"/>
                  </a:lnTo>
                  <a:lnTo>
                    <a:pt x="374448" y="109715"/>
                  </a:lnTo>
                  <a:lnTo>
                    <a:pt x="373771" y="110750"/>
                  </a:lnTo>
                  <a:lnTo>
                    <a:pt x="373345" y="114113"/>
                  </a:lnTo>
                  <a:lnTo>
                    <a:pt x="373056" y="115247"/>
                  </a:lnTo>
                  <a:lnTo>
                    <a:pt x="371967" y="122209"/>
                  </a:lnTo>
                  <a:lnTo>
                    <a:pt x="372280" y="124194"/>
                  </a:lnTo>
                  <a:lnTo>
                    <a:pt x="371435" y="127504"/>
                  </a:lnTo>
                  <a:lnTo>
                    <a:pt x="371397" y="129452"/>
                  </a:lnTo>
                  <a:lnTo>
                    <a:pt x="371047" y="131658"/>
                  </a:lnTo>
                  <a:lnTo>
                    <a:pt x="370446" y="133568"/>
                  </a:lnTo>
                  <a:lnTo>
                    <a:pt x="370484" y="136627"/>
                  </a:lnTo>
                  <a:lnTo>
                    <a:pt x="370826" y="141618"/>
                  </a:lnTo>
                  <a:lnTo>
                    <a:pt x="370766" y="142280"/>
                  </a:lnTo>
                  <a:lnTo>
                    <a:pt x="369929" y="142744"/>
                  </a:lnTo>
                  <a:lnTo>
                    <a:pt x="368437" y="143984"/>
                  </a:lnTo>
                  <a:lnTo>
                    <a:pt x="367030" y="144814"/>
                  </a:lnTo>
                  <a:lnTo>
                    <a:pt x="365957" y="145027"/>
                  </a:lnTo>
                  <a:lnTo>
                    <a:pt x="364169" y="147233"/>
                  </a:lnTo>
                  <a:lnTo>
                    <a:pt x="362647" y="149326"/>
                  </a:lnTo>
                  <a:lnTo>
                    <a:pt x="361506" y="151365"/>
                  </a:lnTo>
                  <a:lnTo>
                    <a:pt x="361209" y="152301"/>
                  </a:lnTo>
                  <a:lnTo>
                    <a:pt x="361445" y="154941"/>
                  </a:lnTo>
                  <a:lnTo>
                    <a:pt x="361605" y="158068"/>
                  </a:lnTo>
                  <a:lnTo>
                    <a:pt x="361255" y="159414"/>
                  </a:lnTo>
                  <a:lnTo>
                    <a:pt x="360722" y="160213"/>
                  </a:lnTo>
                  <a:lnTo>
                    <a:pt x="358227" y="161910"/>
                  </a:lnTo>
                  <a:lnTo>
                    <a:pt x="356583" y="163128"/>
                  </a:lnTo>
                  <a:lnTo>
                    <a:pt x="355807" y="163767"/>
                  </a:lnTo>
                  <a:lnTo>
                    <a:pt x="355404" y="164748"/>
                  </a:lnTo>
                  <a:lnTo>
                    <a:pt x="356127" y="167061"/>
                  </a:lnTo>
                  <a:lnTo>
                    <a:pt x="356180" y="168750"/>
                  </a:lnTo>
                  <a:lnTo>
                    <a:pt x="356774" y="169747"/>
                  </a:lnTo>
                  <a:lnTo>
                    <a:pt x="358751" y="170553"/>
                  </a:lnTo>
                  <a:lnTo>
                    <a:pt x="358744" y="171368"/>
                  </a:lnTo>
                  <a:lnTo>
                    <a:pt x="358797" y="172243"/>
                  </a:lnTo>
                  <a:lnTo>
                    <a:pt x="359832" y="173331"/>
                  </a:lnTo>
                  <a:lnTo>
                    <a:pt x="361719" y="175552"/>
                  </a:lnTo>
                  <a:lnTo>
                    <a:pt x="363233" y="177637"/>
                  </a:lnTo>
                  <a:lnTo>
                    <a:pt x="363271" y="179448"/>
                  </a:lnTo>
                  <a:lnTo>
                    <a:pt x="362982" y="182476"/>
                  </a:lnTo>
                  <a:lnTo>
                    <a:pt x="362929" y="184218"/>
                  </a:lnTo>
                  <a:lnTo>
                    <a:pt x="363081" y="186608"/>
                  </a:lnTo>
                  <a:lnTo>
                    <a:pt x="363073" y="191051"/>
                  </a:lnTo>
                  <a:lnTo>
                    <a:pt x="362967" y="194216"/>
                  </a:lnTo>
                  <a:lnTo>
                    <a:pt x="363210" y="195860"/>
                  </a:lnTo>
                  <a:lnTo>
                    <a:pt x="365523" y="199778"/>
                  </a:lnTo>
                  <a:lnTo>
                    <a:pt x="366543" y="204122"/>
                  </a:lnTo>
                  <a:lnTo>
                    <a:pt x="367052" y="207303"/>
                  </a:lnTo>
                  <a:lnTo>
                    <a:pt x="367076" y="208315"/>
                  </a:lnTo>
                  <a:lnTo>
                    <a:pt x="366292" y="211974"/>
                  </a:lnTo>
                  <a:lnTo>
                    <a:pt x="365401" y="215528"/>
                  </a:lnTo>
                  <a:lnTo>
                    <a:pt x="365348" y="216874"/>
                  </a:lnTo>
                  <a:lnTo>
                    <a:pt x="365766" y="218670"/>
                  </a:lnTo>
                  <a:lnTo>
                    <a:pt x="367418" y="222779"/>
                  </a:lnTo>
                  <a:lnTo>
                    <a:pt x="368620" y="225769"/>
                  </a:lnTo>
                  <a:lnTo>
                    <a:pt x="369198" y="227572"/>
                  </a:lnTo>
                  <a:lnTo>
                    <a:pt x="370028" y="229672"/>
                  </a:lnTo>
                  <a:lnTo>
                    <a:pt x="371131" y="232890"/>
                  </a:lnTo>
                  <a:lnTo>
                    <a:pt x="371405" y="234420"/>
                  </a:lnTo>
                  <a:lnTo>
                    <a:pt x="371176" y="235561"/>
                  </a:lnTo>
                  <a:lnTo>
                    <a:pt x="368924" y="239601"/>
                  </a:lnTo>
                  <a:lnTo>
                    <a:pt x="368696" y="240872"/>
                  </a:lnTo>
                  <a:lnTo>
                    <a:pt x="369251" y="244007"/>
                  </a:lnTo>
                  <a:lnTo>
                    <a:pt x="369990" y="247035"/>
                  </a:lnTo>
                  <a:lnTo>
                    <a:pt x="371054" y="248754"/>
                  </a:lnTo>
                  <a:lnTo>
                    <a:pt x="373596" y="253502"/>
                  </a:lnTo>
                  <a:lnTo>
                    <a:pt x="375490" y="255107"/>
                  </a:lnTo>
                  <a:lnTo>
                    <a:pt x="378983" y="257481"/>
                  </a:lnTo>
                  <a:lnTo>
                    <a:pt x="382064" y="259870"/>
                  </a:lnTo>
                  <a:lnTo>
                    <a:pt x="383251" y="261110"/>
                  </a:lnTo>
                  <a:lnTo>
                    <a:pt x="384339" y="262495"/>
                  </a:lnTo>
                  <a:lnTo>
                    <a:pt x="386485" y="266041"/>
                  </a:lnTo>
                  <a:lnTo>
                    <a:pt x="387793" y="268925"/>
                  </a:lnTo>
                  <a:lnTo>
                    <a:pt x="388486" y="271534"/>
                  </a:lnTo>
                  <a:lnTo>
                    <a:pt x="390167" y="275103"/>
                  </a:lnTo>
                  <a:lnTo>
                    <a:pt x="391735" y="278412"/>
                  </a:lnTo>
                  <a:lnTo>
                    <a:pt x="393759" y="282460"/>
                  </a:lnTo>
                  <a:lnTo>
                    <a:pt x="395189" y="285321"/>
                  </a:lnTo>
                  <a:lnTo>
                    <a:pt x="395836" y="287231"/>
                  </a:lnTo>
                  <a:lnTo>
                    <a:pt x="392138" y="287801"/>
                  </a:lnTo>
                  <a:lnTo>
                    <a:pt x="386789" y="288615"/>
                  </a:lnTo>
                  <a:lnTo>
                    <a:pt x="380893" y="289521"/>
                  </a:lnTo>
                  <a:lnTo>
                    <a:pt x="374806" y="290449"/>
                  </a:lnTo>
                  <a:lnTo>
                    <a:pt x="368772" y="291377"/>
                  </a:lnTo>
                  <a:lnTo>
                    <a:pt x="363050" y="292252"/>
                  </a:lnTo>
                  <a:lnTo>
                    <a:pt x="357854" y="293044"/>
                  </a:lnTo>
                  <a:lnTo>
                    <a:pt x="356271" y="293485"/>
                  </a:lnTo>
                  <a:lnTo>
                    <a:pt x="357047" y="295737"/>
                  </a:lnTo>
                  <a:lnTo>
                    <a:pt x="356689" y="298103"/>
                  </a:lnTo>
                  <a:lnTo>
                    <a:pt x="355663" y="299937"/>
                  </a:lnTo>
                  <a:lnTo>
                    <a:pt x="354034" y="302189"/>
                  </a:lnTo>
                  <a:lnTo>
                    <a:pt x="353296" y="303087"/>
                  </a:lnTo>
                  <a:lnTo>
                    <a:pt x="351637" y="304845"/>
                  </a:lnTo>
                  <a:lnTo>
                    <a:pt x="350253" y="306085"/>
                  </a:lnTo>
                  <a:lnTo>
                    <a:pt x="347430" y="308169"/>
                  </a:lnTo>
                  <a:lnTo>
                    <a:pt x="345650" y="309364"/>
                  </a:lnTo>
                  <a:lnTo>
                    <a:pt x="345634" y="310444"/>
                  </a:lnTo>
                  <a:lnTo>
                    <a:pt x="348632" y="315497"/>
                  </a:lnTo>
                  <a:lnTo>
                    <a:pt x="349994" y="319126"/>
                  </a:lnTo>
                  <a:lnTo>
                    <a:pt x="350549" y="322405"/>
                  </a:lnTo>
                  <a:lnTo>
                    <a:pt x="350519" y="324292"/>
                  </a:lnTo>
                  <a:lnTo>
                    <a:pt x="350405" y="328172"/>
                  </a:lnTo>
                  <a:lnTo>
                    <a:pt x="350268" y="332791"/>
                  </a:lnTo>
                  <a:lnTo>
                    <a:pt x="350063" y="334609"/>
                  </a:lnTo>
                  <a:lnTo>
                    <a:pt x="350877" y="337904"/>
                  </a:lnTo>
                  <a:lnTo>
                    <a:pt x="350732" y="340475"/>
                  </a:lnTo>
                  <a:lnTo>
                    <a:pt x="348716" y="343351"/>
                  </a:lnTo>
                  <a:lnTo>
                    <a:pt x="348153" y="346174"/>
                  </a:lnTo>
                  <a:lnTo>
                    <a:pt x="347133" y="349986"/>
                  </a:lnTo>
                  <a:lnTo>
                    <a:pt x="345726" y="355282"/>
                  </a:lnTo>
                  <a:lnTo>
                    <a:pt x="344721" y="358066"/>
                  </a:lnTo>
                  <a:lnTo>
                    <a:pt x="345277" y="359877"/>
                  </a:lnTo>
                  <a:lnTo>
                    <a:pt x="345779" y="361094"/>
                  </a:lnTo>
                  <a:lnTo>
                    <a:pt x="346312" y="362731"/>
                  </a:lnTo>
                  <a:lnTo>
                    <a:pt x="347392" y="365196"/>
                  </a:lnTo>
                  <a:lnTo>
                    <a:pt x="348655" y="366649"/>
                  </a:lnTo>
                  <a:lnTo>
                    <a:pt x="349363" y="367273"/>
                  </a:lnTo>
                  <a:lnTo>
                    <a:pt x="353517" y="370385"/>
                  </a:lnTo>
                  <a:lnTo>
                    <a:pt x="355244" y="371883"/>
                  </a:lnTo>
                  <a:lnTo>
                    <a:pt x="357876" y="374866"/>
                  </a:lnTo>
                  <a:lnTo>
                    <a:pt x="359825" y="376844"/>
                  </a:lnTo>
                  <a:lnTo>
                    <a:pt x="362533" y="377308"/>
                  </a:lnTo>
                  <a:lnTo>
                    <a:pt x="365782" y="378054"/>
                  </a:lnTo>
                  <a:lnTo>
                    <a:pt x="367578" y="378632"/>
                  </a:lnTo>
                  <a:lnTo>
                    <a:pt x="368810" y="378351"/>
                  </a:lnTo>
                  <a:lnTo>
                    <a:pt x="369228" y="377651"/>
                  </a:lnTo>
                  <a:lnTo>
                    <a:pt x="369168" y="376160"/>
                  </a:lnTo>
                  <a:lnTo>
                    <a:pt x="368955" y="375064"/>
                  </a:lnTo>
                  <a:lnTo>
                    <a:pt x="369297" y="374219"/>
                  </a:lnTo>
                  <a:lnTo>
                    <a:pt x="370400" y="373664"/>
                  </a:lnTo>
                  <a:lnTo>
                    <a:pt x="373223" y="373573"/>
                  </a:lnTo>
                  <a:lnTo>
                    <a:pt x="374448" y="372827"/>
                  </a:lnTo>
                  <a:lnTo>
                    <a:pt x="375422" y="372644"/>
                  </a:lnTo>
                  <a:lnTo>
                    <a:pt x="375429" y="375916"/>
                  </a:lnTo>
                  <a:lnTo>
                    <a:pt x="375429" y="379051"/>
                  </a:lnTo>
                  <a:lnTo>
                    <a:pt x="375437" y="382863"/>
                  </a:lnTo>
                  <a:lnTo>
                    <a:pt x="375437" y="387238"/>
                  </a:lnTo>
                  <a:lnTo>
                    <a:pt x="375445" y="390829"/>
                  </a:lnTo>
                  <a:lnTo>
                    <a:pt x="375445" y="394648"/>
                  </a:lnTo>
                  <a:lnTo>
                    <a:pt x="375452" y="399061"/>
                  </a:lnTo>
                  <a:lnTo>
                    <a:pt x="375429" y="399556"/>
                  </a:lnTo>
                  <a:lnTo>
                    <a:pt x="374996" y="400552"/>
                  </a:lnTo>
                  <a:lnTo>
                    <a:pt x="373878" y="400895"/>
                  </a:lnTo>
                  <a:lnTo>
                    <a:pt x="372363" y="400035"/>
                  </a:lnTo>
                  <a:lnTo>
                    <a:pt x="372272" y="399130"/>
                  </a:lnTo>
                  <a:lnTo>
                    <a:pt x="371899" y="397509"/>
                  </a:lnTo>
                  <a:lnTo>
                    <a:pt x="371199" y="396680"/>
                  </a:lnTo>
                  <a:lnTo>
                    <a:pt x="370278" y="396421"/>
                  </a:lnTo>
                  <a:lnTo>
                    <a:pt x="368726" y="396839"/>
                  </a:lnTo>
                  <a:lnTo>
                    <a:pt x="366596" y="398034"/>
                  </a:lnTo>
                  <a:lnTo>
                    <a:pt x="363864" y="399084"/>
                  </a:lnTo>
                  <a:lnTo>
                    <a:pt x="362754" y="399685"/>
                  </a:lnTo>
                  <a:lnTo>
                    <a:pt x="360829" y="399609"/>
                  </a:lnTo>
                  <a:lnTo>
                    <a:pt x="358744" y="399038"/>
                  </a:lnTo>
                  <a:lnTo>
                    <a:pt x="357215" y="397692"/>
                  </a:lnTo>
                  <a:lnTo>
                    <a:pt x="356774" y="395675"/>
                  </a:lnTo>
                  <a:lnTo>
                    <a:pt x="355427" y="393606"/>
                  </a:lnTo>
                  <a:lnTo>
                    <a:pt x="353600" y="390608"/>
                  </a:lnTo>
                  <a:lnTo>
                    <a:pt x="352680" y="389383"/>
                  </a:lnTo>
                  <a:lnTo>
                    <a:pt x="351463" y="387983"/>
                  </a:lnTo>
                  <a:lnTo>
                    <a:pt x="350230" y="387823"/>
                  </a:lnTo>
                  <a:lnTo>
                    <a:pt x="348853" y="387435"/>
                  </a:lnTo>
                  <a:lnTo>
                    <a:pt x="348008" y="385389"/>
                  </a:lnTo>
                  <a:lnTo>
                    <a:pt x="347217" y="382802"/>
                  </a:lnTo>
                  <a:lnTo>
                    <a:pt x="346730" y="381805"/>
                  </a:lnTo>
                  <a:lnTo>
                    <a:pt x="345908" y="380519"/>
                  </a:lnTo>
                  <a:lnTo>
                    <a:pt x="344729" y="379736"/>
                  </a:lnTo>
                  <a:lnTo>
                    <a:pt x="342157" y="378701"/>
                  </a:lnTo>
                  <a:lnTo>
                    <a:pt x="338566" y="377263"/>
                  </a:lnTo>
                  <a:lnTo>
                    <a:pt x="334047" y="375452"/>
                  </a:lnTo>
                  <a:lnTo>
                    <a:pt x="331901" y="375361"/>
                  </a:lnTo>
                  <a:lnTo>
                    <a:pt x="329497" y="375056"/>
                  </a:lnTo>
                  <a:lnTo>
                    <a:pt x="327990" y="374197"/>
                  </a:lnTo>
                  <a:lnTo>
                    <a:pt x="327131" y="373512"/>
                  </a:lnTo>
                  <a:lnTo>
                    <a:pt x="326141" y="371001"/>
                  </a:lnTo>
                  <a:lnTo>
                    <a:pt x="324787" y="368064"/>
                  </a:lnTo>
                  <a:lnTo>
                    <a:pt x="320823" y="364572"/>
                  </a:lnTo>
                  <a:lnTo>
                    <a:pt x="319933" y="360706"/>
                  </a:lnTo>
                  <a:lnTo>
                    <a:pt x="319134" y="360151"/>
                  </a:lnTo>
                  <a:lnTo>
                    <a:pt x="317772" y="360463"/>
                  </a:lnTo>
                  <a:lnTo>
                    <a:pt x="316722" y="360942"/>
                  </a:lnTo>
                  <a:lnTo>
                    <a:pt x="316303" y="361985"/>
                  </a:lnTo>
                  <a:lnTo>
                    <a:pt x="315246" y="365469"/>
                  </a:lnTo>
                  <a:lnTo>
                    <a:pt x="314660" y="367075"/>
                  </a:lnTo>
                  <a:lnTo>
                    <a:pt x="314264" y="367524"/>
                  </a:lnTo>
                  <a:lnTo>
                    <a:pt x="313397" y="368041"/>
                  </a:lnTo>
                  <a:lnTo>
                    <a:pt x="311982" y="368513"/>
                  </a:lnTo>
                  <a:lnTo>
                    <a:pt x="309965" y="368749"/>
                  </a:lnTo>
                  <a:lnTo>
                    <a:pt x="307120" y="368658"/>
                  </a:lnTo>
                  <a:lnTo>
                    <a:pt x="303559" y="368140"/>
                  </a:lnTo>
                  <a:lnTo>
                    <a:pt x="301642" y="367752"/>
                  </a:lnTo>
                  <a:lnTo>
                    <a:pt x="296445" y="367174"/>
                  </a:lnTo>
                  <a:lnTo>
                    <a:pt x="294939" y="366892"/>
                  </a:lnTo>
                  <a:lnTo>
                    <a:pt x="292816" y="366131"/>
                  </a:lnTo>
                  <a:lnTo>
                    <a:pt x="291286" y="365371"/>
                  </a:lnTo>
                  <a:lnTo>
                    <a:pt x="286249" y="363727"/>
                  </a:lnTo>
                  <a:lnTo>
                    <a:pt x="283959" y="363925"/>
                  </a:lnTo>
                  <a:lnTo>
                    <a:pt x="282856" y="362761"/>
                  </a:lnTo>
                  <a:lnTo>
                    <a:pt x="281860" y="362190"/>
                  </a:lnTo>
                  <a:lnTo>
                    <a:pt x="280490" y="361094"/>
                  </a:lnTo>
                  <a:lnTo>
                    <a:pt x="279881" y="359596"/>
                  </a:lnTo>
                  <a:lnTo>
                    <a:pt x="279067" y="356377"/>
                  </a:lnTo>
                  <a:lnTo>
                    <a:pt x="279265" y="354658"/>
                  </a:lnTo>
                  <a:lnTo>
                    <a:pt x="279851" y="352740"/>
                  </a:lnTo>
                  <a:lnTo>
                    <a:pt x="279196" y="352208"/>
                  </a:lnTo>
                  <a:lnTo>
                    <a:pt x="278283" y="352208"/>
                  </a:lnTo>
                  <a:lnTo>
                    <a:pt x="276975" y="352870"/>
                  </a:lnTo>
                  <a:lnTo>
                    <a:pt x="274654" y="353243"/>
                  </a:lnTo>
                  <a:lnTo>
                    <a:pt x="270401" y="354087"/>
                  </a:lnTo>
                  <a:lnTo>
                    <a:pt x="268894" y="354559"/>
                  </a:lnTo>
                  <a:lnTo>
                    <a:pt x="267228" y="354924"/>
                  </a:lnTo>
                  <a:lnTo>
                    <a:pt x="265950" y="355251"/>
                  </a:lnTo>
                  <a:lnTo>
                    <a:pt x="262754" y="357100"/>
                  </a:lnTo>
                  <a:lnTo>
                    <a:pt x="261643" y="357298"/>
                  </a:lnTo>
                  <a:lnTo>
                    <a:pt x="259749" y="356636"/>
                  </a:lnTo>
                  <a:lnTo>
                    <a:pt x="258836" y="355647"/>
                  </a:lnTo>
                  <a:lnTo>
                    <a:pt x="259749" y="354528"/>
                  </a:lnTo>
                  <a:lnTo>
                    <a:pt x="260137" y="353136"/>
                  </a:lnTo>
                  <a:lnTo>
                    <a:pt x="259490" y="350420"/>
                  </a:lnTo>
                  <a:lnTo>
                    <a:pt x="258509" y="349164"/>
                  </a:lnTo>
                  <a:lnTo>
                    <a:pt x="255678" y="348267"/>
                  </a:lnTo>
                  <a:lnTo>
                    <a:pt x="254590" y="348183"/>
                  </a:lnTo>
                  <a:lnTo>
                    <a:pt x="254134" y="346661"/>
                  </a:lnTo>
                  <a:lnTo>
                    <a:pt x="253350" y="345276"/>
                  </a:lnTo>
                  <a:lnTo>
                    <a:pt x="251737" y="345010"/>
                  </a:lnTo>
                  <a:lnTo>
                    <a:pt x="250961" y="344850"/>
                  </a:lnTo>
                  <a:lnTo>
                    <a:pt x="250155" y="345276"/>
                  </a:lnTo>
                  <a:lnTo>
                    <a:pt x="249698" y="346395"/>
                  </a:lnTo>
                  <a:lnTo>
                    <a:pt x="249569" y="347255"/>
                  </a:lnTo>
                  <a:lnTo>
                    <a:pt x="248130" y="347909"/>
                  </a:lnTo>
                  <a:lnTo>
                    <a:pt x="245194" y="347779"/>
                  </a:lnTo>
                  <a:lnTo>
                    <a:pt x="242280" y="347156"/>
                  </a:lnTo>
                  <a:lnTo>
                    <a:pt x="240233" y="346950"/>
                  </a:lnTo>
                  <a:lnTo>
                    <a:pt x="238871" y="347110"/>
                  </a:lnTo>
                  <a:lnTo>
                    <a:pt x="233667" y="349233"/>
                  </a:lnTo>
                  <a:lnTo>
                    <a:pt x="231955" y="349514"/>
                  </a:lnTo>
                  <a:lnTo>
                    <a:pt x="226370" y="349354"/>
                  </a:lnTo>
                  <a:lnTo>
                    <a:pt x="223205" y="348906"/>
                  </a:lnTo>
                  <a:lnTo>
                    <a:pt x="220953" y="348829"/>
                  </a:lnTo>
                  <a:lnTo>
                    <a:pt x="219355" y="349491"/>
                  </a:lnTo>
                  <a:lnTo>
                    <a:pt x="217362" y="351066"/>
                  </a:lnTo>
                  <a:lnTo>
                    <a:pt x="215695" y="351911"/>
                  </a:lnTo>
                  <a:lnTo>
                    <a:pt x="214927" y="351820"/>
                  </a:lnTo>
                  <a:lnTo>
                    <a:pt x="214455" y="351158"/>
                  </a:lnTo>
                  <a:lnTo>
                    <a:pt x="213801" y="350260"/>
                  </a:lnTo>
                  <a:lnTo>
                    <a:pt x="213595" y="347886"/>
                  </a:lnTo>
                  <a:lnTo>
                    <a:pt x="212766" y="345292"/>
                  </a:lnTo>
                  <a:lnTo>
                    <a:pt x="213314" y="343930"/>
                  </a:lnTo>
                  <a:lnTo>
                    <a:pt x="214957" y="342956"/>
                  </a:lnTo>
                  <a:lnTo>
                    <a:pt x="215528" y="340947"/>
                  </a:lnTo>
                  <a:lnTo>
                    <a:pt x="215018" y="337934"/>
                  </a:lnTo>
                  <a:lnTo>
                    <a:pt x="214988" y="335819"/>
                  </a:lnTo>
                  <a:lnTo>
                    <a:pt x="215429" y="334594"/>
                  </a:lnTo>
                  <a:lnTo>
                    <a:pt x="214835" y="331627"/>
                  </a:lnTo>
                  <a:lnTo>
                    <a:pt x="213192" y="326917"/>
                  </a:lnTo>
                  <a:lnTo>
                    <a:pt x="210871" y="323090"/>
                  </a:lnTo>
                  <a:lnTo>
                    <a:pt x="207874" y="320130"/>
                  </a:lnTo>
                  <a:lnTo>
                    <a:pt x="205911" y="317307"/>
                  </a:lnTo>
                  <a:lnTo>
                    <a:pt x="204983" y="314606"/>
                  </a:lnTo>
                  <a:lnTo>
                    <a:pt x="205332" y="308147"/>
                  </a:lnTo>
                  <a:lnTo>
                    <a:pt x="206238" y="302463"/>
                  </a:lnTo>
                  <a:lnTo>
                    <a:pt x="206953" y="297951"/>
                  </a:lnTo>
                  <a:lnTo>
                    <a:pt x="206748" y="290396"/>
                  </a:lnTo>
                  <a:lnTo>
                    <a:pt x="204716" y="285481"/>
                  </a:lnTo>
                  <a:lnTo>
                    <a:pt x="204275" y="280200"/>
                  </a:lnTo>
                  <a:lnTo>
                    <a:pt x="205424" y="274555"/>
                  </a:lnTo>
                  <a:lnTo>
                    <a:pt x="205591" y="270690"/>
                  </a:lnTo>
                  <a:lnTo>
                    <a:pt x="204830" y="268711"/>
                  </a:lnTo>
                  <a:lnTo>
                    <a:pt x="204313" y="268415"/>
                  </a:lnTo>
                  <a:lnTo>
                    <a:pt x="203659" y="268217"/>
                  </a:lnTo>
                  <a:lnTo>
                    <a:pt x="198523" y="268027"/>
                  </a:lnTo>
                  <a:lnTo>
                    <a:pt x="191683" y="267776"/>
                  </a:lnTo>
                  <a:lnTo>
                    <a:pt x="185717" y="267699"/>
                  </a:lnTo>
                  <a:lnTo>
                    <a:pt x="179243" y="267624"/>
                  </a:lnTo>
                  <a:lnTo>
                    <a:pt x="178185" y="266908"/>
                  </a:lnTo>
                  <a:lnTo>
                    <a:pt x="177706" y="265592"/>
                  </a:lnTo>
                  <a:lnTo>
                    <a:pt x="177728" y="264291"/>
                  </a:lnTo>
                  <a:lnTo>
                    <a:pt x="179052" y="260304"/>
                  </a:lnTo>
                  <a:lnTo>
                    <a:pt x="178862" y="259977"/>
                  </a:lnTo>
                  <a:lnTo>
                    <a:pt x="176565" y="259893"/>
                  </a:lnTo>
                  <a:lnTo>
                    <a:pt x="170326" y="260540"/>
                  </a:lnTo>
                  <a:lnTo>
                    <a:pt x="166209" y="261179"/>
                  </a:lnTo>
                  <a:lnTo>
                    <a:pt x="163599" y="261392"/>
                  </a:lnTo>
                  <a:lnTo>
                    <a:pt x="159012" y="262480"/>
                  </a:lnTo>
                  <a:lnTo>
                    <a:pt x="156173" y="264778"/>
                  </a:lnTo>
                  <a:lnTo>
                    <a:pt x="155245" y="267661"/>
                  </a:lnTo>
                  <a:lnTo>
                    <a:pt x="155321" y="270043"/>
                  </a:lnTo>
                  <a:lnTo>
                    <a:pt x="155161" y="271785"/>
                  </a:lnTo>
                  <a:lnTo>
                    <a:pt x="153868" y="273604"/>
                  </a:lnTo>
                  <a:lnTo>
                    <a:pt x="152849" y="275696"/>
                  </a:lnTo>
                  <a:lnTo>
                    <a:pt x="152811" y="276799"/>
                  </a:lnTo>
                  <a:lnTo>
                    <a:pt x="152186" y="282369"/>
                  </a:lnTo>
                  <a:lnTo>
                    <a:pt x="147956" y="283114"/>
                  </a:lnTo>
                  <a:lnTo>
                    <a:pt x="143726" y="283114"/>
                  </a:lnTo>
                  <a:lnTo>
                    <a:pt x="142737" y="283046"/>
                  </a:lnTo>
                  <a:lnTo>
                    <a:pt x="137509" y="281715"/>
                  </a:lnTo>
                  <a:lnTo>
                    <a:pt x="135570" y="281707"/>
                  </a:lnTo>
                  <a:lnTo>
                    <a:pt x="133911" y="282407"/>
                  </a:lnTo>
                  <a:lnTo>
                    <a:pt x="130707" y="283092"/>
                  </a:lnTo>
                  <a:lnTo>
                    <a:pt x="127649" y="283594"/>
                  </a:lnTo>
                  <a:lnTo>
                    <a:pt x="124567" y="285245"/>
                  </a:lnTo>
                  <a:lnTo>
                    <a:pt x="123746" y="285389"/>
                  </a:lnTo>
                  <a:lnTo>
                    <a:pt x="121699" y="284530"/>
                  </a:lnTo>
                  <a:lnTo>
                    <a:pt x="118838" y="284613"/>
                  </a:lnTo>
                  <a:lnTo>
                    <a:pt x="115939" y="285024"/>
                  </a:lnTo>
                  <a:lnTo>
                    <a:pt x="114585" y="285207"/>
                  </a:lnTo>
                  <a:lnTo>
                    <a:pt x="113649" y="284705"/>
                  </a:lnTo>
                  <a:lnTo>
                    <a:pt x="110986" y="280550"/>
                  </a:lnTo>
                  <a:lnTo>
                    <a:pt x="107441" y="275019"/>
                  </a:lnTo>
                  <a:lnTo>
                    <a:pt x="105516" y="271549"/>
                  </a:lnTo>
                  <a:lnTo>
                    <a:pt x="104801" y="270644"/>
                  </a:lnTo>
                  <a:lnTo>
                    <a:pt x="103568" y="269450"/>
                  </a:lnTo>
                  <a:lnTo>
                    <a:pt x="101879" y="267190"/>
                  </a:lnTo>
                  <a:lnTo>
                    <a:pt x="101179" y="265044"/>
                  </a:lnTo>
                  <a:lnTo>
                    <a:pt x="101476" y="263013"/>
                  </a:lnTo>
                  <a:lnTo>
                    <a:pt x="100486" y="260274"/>
                  </a:lnTo>
                  <a:lnTo>
                    <a:pt x="98211" y="256827"/>
                  </a:lnTo>
                  <a:lnTo>
                    <a:pt x="96712" y="253540"/>
                  </a:lnTo>
                  <a:lnTo>
                    <a:pt x="95997" y="250398"/>
                  </a:lnTo>
                  <a:lnTo>
                    <a:pt x="95822" y="247719"/>
                  </a:lnTo>
                  <a:lnTo>
                    <a:pt x="96180" y="245483"/>
                  </a:lnTo>
                  <a:lnTo>
                    <a:pt x="95746" y="243839"/>
                  </a:lnTo>
                  <a:lnTo>
                    <a:pt x="94506" y="242781"/>
                  </a:lnTo>
                  <a:lnTo>
                    <a:pt x="93836" y="241435"/>
                  </a:lnTo>
                  <a:lnTo>
                    <a:pt x="93350" y="240879"/>
                  </a:lnTo>
                  <a:lnTo>
                    <a:pt x="92322" y="239609"/>
                  </a:lnTo>
                  <a:lnTo>
                    <a:pt x="90063" y="238209"/>
                  </a:lnTo>
                  <a:lnTo>
                    <a:pt x="87582" y="237471"/>
                  </a:lnTo>
                  <a:lnTo>
                    <a:pt x="82135" y="237455"/>
                  </a:lnTo>
                  <a:lnTo>
                    <a:pt x="75021" y="237433"/>
                  </a:lnTo>
                  <a:lnTo>
                    <a:pt x="68576" y="237539"/>
                  </a:lnTo>
                  <a:lnTo>
                    <a:pt x="61409" y="237661"/>
                  </a:lnTo>
                  <a:lnTo>
                    <a:pt x="54150" y="237783"/>
                  </a:lnTo>
                  <a:lnTo>
                    <a:pt x="52195" y="237965"/>
                  </a:lnTo>
                  <a:lnTo>
                    <a:pt x="46656" y="238049"/>
                  </a:lnTo>
                  <a:lnTo>
                    <a:pt x="42220" y="237691"/>
                  </a:lnTo>
                  <a:lnTo>
                    <a:pt x="40576" y="237463"/>
                  </a:lnTo>
                  <a:lnTo>
                    <a:pt x="37685" y="237288"/>
                  </a:lnTo>
                  <a:lnTo>
                    <a:pt x="33120" y="237250"/>
                  </a:lnTo>
                  <a:lnTo>
                    <a:pt x="30647" y="237387"/>
                  </a:lnTo>
                  <a:lnTo>
                    <a:pt x="24728" y="237395"/>
                  </a:lnTo>
                  <a:lnTo>
                    <a:pt x="24188" y="237425"/>
                  </a:lnTo>
                  <a:lnTo>
                    <a:pt x="23252" y="237821"/>
                  </a:lnTo>
                  <a:lnTo>
                    <a:pt x="20726" y="237273"/>
                  </a:lnTo>
                  <a:lnTo>
                    <a:pt x="18245" y="237455"/>
                  </a:lnTo>
                  <a:lnTo>
                    <a:pt x="16861" y="236847"/>
                  </a:lnTo>
                  <a:lnTo>
                    <a:pt x="13817" y="237227"/>
                  </a:lnTo>
                  <a:lnTo>
                    <a:pt x="12341" y="237729"/>
                  </a:lnTo>
                  <a:lnTo>
                    <a:pt x="9975" y="239502"/>
                  </a:lnTo>
                  <a:lnTo>
                    <a:pt x="6422" y="240423"/>
                  </a:lnTo>
                  <a:lnTo>
                    <a:pt x="5105" y="240347"/>
                  </a:lnTo>
                  <a:lnTo>
                    <a:pt x="4230" y="240050"/>
                  </a:lnTo>
                  <a:lnTo>
                    <a:pt x="2168" y="238102"/>
                  </a:lnTo>
                  <a:lnTo>
                    <a:pt x="571" y="236231"/>
                  </a:lnTo>
                  <a:lnTo>
                    <a:pt x="0" y="235188"/>
                  </a:lnTo>
                  <a:lnTo>
                    <a:pt x="890" y="234929"/>
                  </a:lnTo>
                  <a:lnTo>
                    <a:pt x="3683" y="234534"/>
                  </a:lnTo>
                  <a:lnTo>
                    <a:pt x="5783" y="234344"/>
                  </a:lnTo>
                  <a:lnTo>
                    <a:pt x="6193" y="233849"/>
                  </a:lnTo>
                  <a:lnTo>
                    <a:pt x="6513" y="228067"/>
                  </a:lnTo>
                  <a:lnTo>
                    <a:pt x="6589" y="222200"/>
                  </a:lnTo>
                  <a:lnTo>
                    <a:pt x="5843" y="221424"/>
                  </a:lnTo>
                  <a:lnTo>
                    <a:pt x="5113" y="220953"/>
                  </a:lnTo>
                  <a:lnTo>
                    <a:pt x="5083" y="220549"/>
                  </a:lnTo>
                  <a:lnTo>
                    <a:pt x="6171" y="219811"/>
                  </a:lnTo>
                  <a:lnTo>
                    <a:pt x="7685" y="218952"/>
                  </a:lnTo>
                  <a:lnTo>
                    <a:pt x="8172" y="218563"/>
                  </a:lnTo>
                  <a:lnTo>
                    <a:pt x="9846" y="217011"/>
                  </a:lnTo>
                  <a:lnTo>
                    <a:pt x="13155" y="213420"/>
                  </a:lnTo>
                  <a:lnTo>
                    <a:pt x="15674" y="212537"/>
                  </a:lnTo>
                  <a:lnTo>
                    <a:pt x="18017" y="211594"/>
                  </a:lnTo>
                  <a:lnTo>
                    <a:pt x="18344" y="211252"/>
                  </a:lnTo>
                  <a:lnTo>
                    <a:pt x="18656" y="210552"/>
                  </a:lnTo>
                  <a:lnTo>
                    <a:pt x="19706" y="210605"/>
                  </a:lnTo>
                  <a:lnTo>
                    <a:pt x="20041" y="210940"/>
                  </a:lnTo>
                  <a:lnTo>
                    <a:pt x="20558" y="211701"/>
                  </a:lnTo>
                  <a:lnTo>
                    <a:pt x="21479" y="212766"/>
                  </a:lnTo>
                  <a:lnTo>
                    <a:pt x="23145" y="214029"/>
                  </a:lnTo>
                  <a:lnTo>
                    <a:pt x="24819" y="215391"/>
                  </a:lnTo>
                  <a:lnTo>
                    <a:pt x="25656" y="215566"/>
                  </a:lnTo>
                  <a:lnTo>
                    <a:pt x="27003" y="214873"/>
                  </a:lnTo>
                  <a:lnTo>
                    <a:pt x="28570" y="213846"/>
                  </a:lnTo>
                  <a:lnTo>
                    <a:pt x="30876" y="213100"/>
                  </a:lnTo>
                  <a:lnTo>
                    <a:pt x="31423" y="212400"/>
                  </a:lnTo>
                  <a:lnTo>
                    <a:pt x="31720" y="210902"/>
                  </a:lnTo>
                  <a:lnTo>
                    <a:pt x="31903" y="209304"/>
                  </a:lnTo>
                  <a:lnTo>
                    <a:pt x="32101" y="207417"/>
                  </a:lnTo>
                  <a:lnTo>
                    <a:pt x="32572" y="207158"/>
                  </a:lnTo>
                  <a:lnTo>
                    <a:pt x="33401" y="206976"/>
                  </a:lnTo>
                  <a:lnTo>
                    <a:pt x="34931" y="207508"/>
                  </a:lnTo>
                  <a:lnTo>
                    <a:pt x="35631" y="208064"/>
                  </a:lnTo>
                  <a:lnTo>
                    <a:pt x="36886" y="208064"/>
                  </a:lnTo>
                  <a:lnTo>
                    <a:pt x="37685" y="207561"/>
                  </a:lnTo>
                  <a:lnTo>
                    <a:pt x="39146" y="206633"/>
                  </a:lnTo>
                  <a:lnTo>
                    <a:pt x="41003" y="206260"/>
                  </a:lnTo>
                  <a:lnTo>
                    <a:pt x="42988" y="205363"/>
                  </a:lnTo>
                  <a:lnTo>
                    <a:pt x="44898" y="204221"/>
                  </a:lnTo>
                  <a:lnTo>
                    <a:pt x="45796" y="204115"/>
                  </a:lnTo>
                  <a:lnTo>
                    <a:pt x="46747" y="205614"/>
                  </a:lnTo>
                  <a:lnTo>
                    <a:pt x="47599" y="206656"/>
                  </a:lnTo>
                  <a:lnTo>
                    <a:pt x="47751" y="207310"/>
                  </a:lnTo>
                  <a:lnTo>
                    <a:pt x="46899" y="208558"/>
                  </a:lnTo>
                  <a:lnTo>
                    <a:pt x="45948" y="210202"/>
                  </a:lnTo>
                  <a:lnTo>
                    <a:pt x="46747" y="212248"/>
                  </a:lnTo>
                  <a:lnTo>
                    <a:pt x="46937" y="214234"/>
                  </a:lnTo>
                  <a:lnTo>
                    <a:pt x="46914" y="215436"/>
                  </a:lnTo>
                  <a:lnTo>
                    <a:pt x="47561" y="215923"/>
                  </a:lnTo>
                  <a:lnTo>
                    <a:pt x="48002" y="216152"/>
                  </a:lnTo>
                  <a:lnTo>
                    <a:pt x="48687" y="215870"/>
                  </a:lnTo>
                  <a:lnTo>
                    <a:pt x="50049" y="215954"/>
                  </a:lnTo>
                  <a:lnTo>
                    <a:pt x="51685" y="216578"/>
                  </a:lnTo>
                  <a:lnTo>
                    <a:pt x="53260" y="216509"/>
                  </a:lnTo>
                  <a:lnTo>
                    <a:pt x="54782" y="215741"/>
                  </a:lnTo>
                  <a:lnTo>
                    <a:pt x="57619" y="212758"/>
                  </a:lnTo>
                  <a:lnTo>
                    <a:pt x="61766" y="207554"/>
                  </a:lnTo>
                  <a:lnTo>
                    <a:pt x="65205" y="204290"/>
                  </a:lnTo>
                  <a:lnTo>
                    <a:pt x="67921" y="202958"/>
                  </a:lnTo>
                  <a:lnTo>
                    <a:pt x="69763" y="201406"/>
                  </a:lnTo>
                  <a:lnTo>
                    <a:pt x="70729" y="199618"/>
                  </a:lnTo>
                  <a:lnTo>
                    <a:pt x="72312" y="198408"/>
                  </a:lnTo>
                  <a:lnTo>
                    <a:pt x="75614" y="197442"/>
                  </a:lnTo>
                  <a:lnTo>
                    <a:pt x="78125" y="196346"/>
                  </a:lnTo>
                  <a:lnTo>
                    <a:pt x="80636" y="192778"/>
                  </a:lnTo>
                  <a:lnTo>
                    <a:pt x="83983" y="186357"/>
                  </a:lnTo>
                  <a:lnTo>
                    <a:pt x="84919" y="180627"/>
                  </a:lnTo>
                  <a:lnTo>
                    <a:pt x="85490" y="177142"/>
                  </a:lnTo>
                  <a:lnTo>
                    <a:pt x="85163" y="165129"/>
                  </a:lnTo>
                  <a:lnTo>
                    <a:pt x="84942" y="161187"/>
                  </a:lnTo>
                  <a:lnTo>
                    <a:pt x="85452" y="159042"/>
                  </a:lnTo>
                  <a:lnTo>
                    <a:pt x="86700" y="157566"/>
                  </a:lnTo>
                  <a:lnTo>
                    <a:pt x="90108" y="154439"/>
                  </a:lnTo>
                  <a:lnTo>
                    <a:pt x="92399" y="151874"/>
                  </a:lnTo>
                  <a:lnTo>
                    <a:pt x="94148" y="148877"/>
                  </a:lnTo>
                  <a:lnTo>
                    <a:pt x="97504" y="142037"/>
                  </a:lnTo>
                  <a:lnTo>
                    <a:pt x="98980" y="139830"/>
                  </a:lnTo>
                  <a:lnTo>
                    <a:pt x="99642" y="138841"/>
                  </a:lnTo>
                  <a:lnTo>
                    <a:pt x="101665" y="137023"/>
                  </a:lnTo>
                  <a:lnTo>
                    <a:pt x="104504" y="135417"/>
                  </a:lnTo>
                  <a:lnTo>
                    <a:pt x="108156" y="134040"/>
                  </a:lnTo>
                  <a:lnTo>
                    <a:pt x="113794" y="129277"/>
                  </a:lnTo>
                  <a:lnTo>
                    <a:pt x="118275" y="124484"/>
                  </a:lnTo>
                  <a:lnTo>
                    <a:pt x="117666" y="118724"/>
                  </a:lnTo>
                  <a:lnTo>
                    <a:pt x="118716" y="113946"/>
                  </a:lnTo>
                  <a:lnTo>
                    <a:pt x="121159" y="107874"/>
                  </a:lnTo>
                  <a:lnTo>
                    <a:pt x="121958" y="101445"/>
                  </a:lnTo>
                  <a:lnTo>
                    <a:pt x="121121" y="94666"/>
                  </a:lnTo>
                  <a:lnTo>
                    <a:pt x="121471" y="89119"/>
                  </a:lnTo>
                  <a:lnTo>
                    <a:pt x="123814" y="82675"/>
                  </a:lnTo>
                  <a:lnTo>
                    <a:pt x="124788" y="80278"/>
                  </a:lnTo>
                  <a:lnTo>
                    <a:pt x="125115" y="76360"/>
                  </a:lnTo>
                  <a:lnTo>
                    <a:pt x="125100" y="70128"/>
                  </a:lnTo>
                  <a:lnTo>
                    <a:pt x="128075" y="61606"/>
                  </a:lnTo>
                  <a:lnTo>
                    <a:pt x="130890" y="56493"/>
                  </a:lnTo>
                  <a:lnTo>
                    <a:pt x="134040" y="50787"/>
                  </a:lnTo>
                  <a:lnTo>
                    <a:pt x="135242" y="47333"/>
                  </a:lnTo>
                  <a:lnTo>
                    <a:pt x="136840" y="42722"/>
                  </a:lnTo>
                  <a:lnTo>
                    <a:pt x="136589" y="39017"/>
                  </a:lnTo>
                  <a:lnTo>
                    <a:pt x="136300" y="34756"/>
                  </a:lnTo>
                  <a:lnTo>
                    <a:pt x="137091" y="28897"/>
                  </a:lnTo>
                  <a:lnTo>
                    <a:pt x="136794" y="25451"/>
                  </a:lnTo>
                  <a:lnTo>
                    <a:pt x="135676" y="22453"/>
                  </a:lnTo>
                  <a:lnTo>
                    <a:pt x="136247" y="20558"/>
                  </a:lnTo>
                  <a:lnTo>
                    <a:pt x="138506" y="19790"/>
                  </a:lnTo>
                  <a:lnTo>
                    <a:pt x="141322" y="16792"/>
                  </a:lnTo>
                  <a:lnTo>
                    <a:pt x="146374" y="8963"/>
                  </a:lnTo>
                  <a:lnTo>
                    <a:pt x="151821" y="5143"/>
                  </a:lnTo>
                  <a:lnTo>
                    <a:pt x="155610" y="3934"/>
                  </a:lnTo>
                  <a:lnTo>
                    <a:pt x="159559" y="4063"/>
                  </a:lnTo>
                  <a:lnTo>
                    <a:pt x="162138" y="4748"/>
                  </a:lnTo>
                  <a:lnTo>
                    <a:pt x="163325" y="5980"/>
                  </a:lnTo>
                  <a:lnTo>
                    <a:pt x="166316" y="7829"/>
                  </a:lnTo>
                  <a:lnTo>
                    <a:pt x="171094" y="10272"/>
                  </a:lnTo>
                  <a:lnTo>
                    <a:pt x="174670" y="13330"/>
                  </a:lnTo>
                  <a:lnTo>
                    <a:pt x="176648" y="16412"/>
                  </a:lnTo>
                  <a:lnTo>
                    <a:pt x="178185" y="18085"/>
                  </a:lnTo>
                  <a:lnTo>
                    <a:pt x="180087" y="18664"/>
                  </a:lnTo>
                  <a:lnTo>
                    <a:pt x="183199" y="18413"/>
                  </a:lnTo>
                  <a:lnTo>
                    <a:pt x="186676" y="19135"/>
                  </a:lnTo>
                  <a:lnTo>
                    <a:pt x="190298" y="20863"/>
                  </a:lnTo>
                  <a:lnTo>
                    <a:pt x="192527" y="21502"/>
                  </a:lnTo>
                  <a:lnTo>
                    <a:pt x="193349" y="21053"/>
                  </a:lnTo>
                  <a:lnTo>
                    <a:pt x="195099" y="21304"/>
                  </a:lnTo>
                  <a:lnTo>
                    <a:pt x="199101" y="22719"/>
                  </a:lnTo>
                  <a:lnTo>
                    <a:pt x="202289" y="21943"/>
                  </a:lnTo>
                  <a:lnTo>
                    <a:pt x="207014" y="22529"/>
                  </a:lnTo>
                  <a:lnTo>
                    <a:pt x="217985" y="25055"/>
                  </a:lnTo>
                  <a:lnTo>
                    <a:pt x="218572" y="24629"/>
                  </a:lnTo>
                  <a:lnTo>
                    <a:pt x="218830" y="24530"/>
                  </a:lnTo>
                  <a:lnTo>
                    <a:pt x="219766" y="23510"/>
                  </a:lnTo>
                  <a:lnTo>
                    <a:pt x="222147" y="18451"/>
                  </a:lnTo>
                  <a:lnTo>
                    <a:pt x="224164" y="15339"/>
                  </a:lnTo>
                  <a:lnTo>
                    <a:pt x="225107" y="14167"/>
                  </a:lnTo>
                  <a:lnTo>
                    <a:pt x="227435" y="12524"/>
                  </a:lnTo>
                  <a:lnTo>
                    <a:pt x="230174" y="12105"/>
                  </a:lnTo>
                  <a:lnTo>
                    <a:pt x="232799" y="12250"/>
                  </a:lnTo>
                  <a:lnTo>
                    <a:pt x="234998" y="12972"/>
                  </a:lnTo>
                  <a:lnTo>
                    <a:pt x="237007" y="13810"/>
                  </a:lnTo>
                  <a:lnTo>
                    <a:pt x="239229" y="13817"/>
                  </a:lnTo>
                  <a:lnTo>
                    <a:pt x="241504" y="13011"/>
                  </a:lnTo>
                  <a:lnTo>
                    <a:pt x="244882" y="11527"/>
                  </a:lnTo>
                  <a:lnTo>
                    <a:pt x="248442" y="10561"/>
                  </a:lnTo>
                  <a:lnTo>
                    <a:pt x="251501" y="9495"/>
                  </a:lnTo>
                  <a:lnTo>
                    <a:pt x="256538" y="7631"/>
                  </a:lnTo>
                  <a:lnTo>
                    <a:pt x="258509" y="6771"/>
                  </a:lnTo>
                  <a:lnTo>
                    <a:pt x="261012" y="6437"/>
                  </a:lnTo>
                  <a:lnTo>
                    <a:pt x="268027" y="8141"/>
                  </a:lnTo>
                  <a:lnTo>
                    <a:pt x="272569" y="7015"/>
                  </a:lnTo>
                  <a:lnTo>
                    <a:pt x="274426" y="7342"/>
                  </a:lnTo>
                  <a:lnTo>
                    <a:pt x="278359" y="6132"/>
                  </a:lnTo>
                  <a:lnTo>
                    <a:pt x="279075" y="5318"/>
                  </a:lnTo>
                  <a:lnTo>
                    <a:pt x="281578" y="1202"/>
                  </a:lnTo>
                  <a:lnTo>
                    <a:pt x="284241" y="0"/>
                  </a:lnTo>
                  <a:lnTo>
                    <a:pt x="288273" y="609"/>
                  </a:lnTo>
                  <a:lnTo>
                    <a:pt x="290541" y="1248"/>
                  </a:lnTo>
                  <a:lnTo>
                    <a:pt x="298089" y="3005"/>
                  </a:lnTo>
                  <a:lnTo>
                    <a:pt x="307888" y="4839"/>
                  </a:lnTo>
                  <a:lnTo>
                    <a:pt x="310772" y="5121"/>
                  </a:lnTo>
                  <a:lnTo>
                    <a:pt x="311944" y="5326"/>
                  </a:lnTo>
                  <a:lnTo>
                    <a:pt x="312963" y="5037"/>
                  </a:lnTo>
                  <a:lnTo>
                    <a:pt x="316182" y="2724"/>
                  </a:lnTo>
                  <a:lnTo>
                    <a:pt x="317270" y="2397"/>
                  </a:lnTo>
                  <a:lnTo>
                    <a:pt x="318190" y="243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85" name="Freeform: Shape 2184">
              <a:extLst>
                <a:ext uri="{FF2B5EF4-FFF2-40B4-BE49-F238E27FC236}">
                  <a16:creationId xmlns:a16="http://schemas.microsoft.com/office/drawing/2014/main" id="{30288E75-A146-2928-5BFA-2E5A4651E93A}"/>
                </a:ext>
              </a:extLst>
            </p:cNvPr>
            <p:cNvSpPr/>
            <p:nvPr/>
          </p:nvSpPr>
          <p:spPr>
            <a:xfrm>
              <a:off x="9882016" y="4769552"/>
              <a:ext cx="276997" cy="186531"/>
            </a:xfrm>
            <a:custGeom>
              <a:avLst/>
              <a:gdLst>
                <a:gd name="csX0" fmla="*/ 179988 w 276997"/>
                <a:gd name="csY0" fmla="*/ 1651 h 186531"/>
                <a:gd name="csX1" fmla="*/ 181495 w 276997"/>
                <a:gd name="csY1" fmla="*/ 4337 h 186531"/>
                <a:gd name="csX2" fmla="*/ 182217 w 276997"/>
                <a:gd name="csY2" fmla="*/ 5280 h 186531"/>
                <a:gd name="csX3" fmla="*/ 188442 w 276997"/>
                <a:gd name="csY3" fmla="*/ 11626 h 186531"/>
                <a:gd name="csX4" fmla="*/ 189643 w 276997"/>
                <a:gd name="csY4" fmla="*/ 13132 h 186531"/>
                <a:gd name="csX5" fmla="*/ 192725 w 276997"/>
                <a:gd name="csY5" fmla="*/ 17736 h 186531"/>
                <a:gd name="csX6" fmla="*/ 194612 w 276997"/>
                <a:gd name="csY6" fmla="*/ 20840 h 186531"/>
                <a:gd name="csX7" fmla="*/ 196780 w 276997"/>
                <a:gd name="csY7" fmla="*/ 25306 h 186531"/>
                <a:gd name="csX8" fmla="*/ 196986 w 276997"/>
                <a:gd name="csY8" fmla="*/ 27733 h 186531"/>
                <a:gd name="csX9" fmla="*/ 196705 w 276997"/>
                <a:gd name="csY9" fmla="*/ 29803 h 186531"/>
                <a:gd name="csX10" fmla="*/ 196271 w 276997"/>
                <a:gd name="csY10" fmla="*/ 35684 h 186531"/>
                <a:gd name="csX11" fmla="*/ 195707 w 276997"/>
                <a:gd name="csY11" fmla="*/ 37373 h 186531"/>
                <a:gd name="csX12" fmla="*/ 192976 w 276997"/>
                <a:gd name="csY12" fmla="*/ 40538 h 186531"/>
                <a:gd name="csX13" fmla="*/ 192854 w 276997"/>
                <a:gd name="csY13" fmla="*/ 41961 h 186531"/>
                <a:gd name="csX14" fmla="*/ 193425 w 276997"/>
                <a:gd name="csY14" fmla="*/ 43148 h 186531"/>
                <a:gd name="csX15" fmla="*/ 194247 w 276997"/>
                <a:gd name="csY15" fmla="*/ 43635 h 186531"/>
                <a:gd name="csX16" fmla="*/ 194764 w 276997"/>
                <a:gd name="csY16" fmla="*/ 44221 h 186531"/>
                <a:gd name="csX17" fmla="*/ 194452 w 276997"/>
                <a:gd name="csY17" fmla="*/ 46960 h 186531"/>
                <a:gd name="csX18" fmla="*/ 195433 w 276997"/>
                <a:gd name="csY18" fmla="*/ 48033 h 186531"/>
                <a:gd name="csX19" fmla="*/ 197481 w 276997"/>
                <a:gd name="csY19" fmla="*/ 48748 h 186531"/>
                <a:gd name="csX20" fmla="*/ 202662 w 276997"/>
                <a:gd name="csY20" fmla="*/ 49235 h 186531"/>
                <a:gd name="csX21" fmla="*/ 205355 w 276997"/>
                <a:gd name="csY21" fmla="*/ 49630 h 186531"/>
                <a:gd name="csX22" fmla="*/ 207478 w 276997"/>
                <a:gd name="csY22" fmla="*/ 50178 h 186531"/>
                <a:gd name="csX23" fmla="*/ 208490 w 276997"/>
                <a:gd name="csY23" fmla="*/ 50445 h 186531"/>
                <a:gd name="csX24" fmla="*/ 209045 w 276997"/>
                <a:gd name="csY24" fmla="*/ 51411 h 186531"/>
                <a:gd name="csX25" fmla="*/ 208178 w 276997"/>
                <a:gd name="csY25" fmla="*/ 54569 h 186531"/>
                <a:gd name="csX26" fmla="*/ 208779 w 276997"/>
                <a:gd name="csY26" fmla="*/ 56539 h 186531"/>
                <a:gd name="csX27" fmla="*/ 210552 w 276997"/>
                <a:gd name="csY27" fmla="*/ 58205 h 186531"/>
                <a:gd name="csX28" fmla="*/ 212348 w 276997"/>
                <a:gd name="csY28" fmla="*/ 58913 h 186531"/>
                <a:gd name="csX29" fmla="*/ 214067 w 276997"/>
                <a:gd name="csY29" fmla="*/ 59324 h 186531"/>
                <a:gd name="csX30" fmla="*/ 220062 w 276997"/>
                <a:gd name="csY30" fmla="*/ 60351 h 186531"/>
                <a:gd name="csX31" fmla="*/ 222551 w 276997"/>
                <a:gd name="csY31" fmla="*/ 61507 h 186531"/>
                <a:gd name="csX32" fmla="*/ 225838 w 276997"/>
                <a:gd name="csY32" fmla="*/ 65205 h 186531"/>
                <a:gd name="csX33" fmla="*/ 229961 w 276997"/>
                <a:gd name="csY33" fmla="*/ 68568 h 186531"/>
                <a:gd name="csX34" fmla="*/ 230966 w 276997"/>
                <a:gd name="csY34" fmla="*/ 70349 h 186531"/>
                <a:gd name="csX35" fmla="*/ 230783 w 276997"/>
                <a:gd name="csY35" fmla="*/ 71969 h 186531"/>
                <a:gd name="csX36" fmla="*/ 229558 w 276997"/>
                <a:gd name="csY36" fmla="*/ 73932 h 186531"/>
                <a:gd name="csX37" fmla="*/ 229748 w 276997"/>
                <a:gd name="csY37" fmla="*/ 74739 h 186531"/>
                <a:gd name="csX38" fmla="*/ 231643 w 276997"/>
                <a:gd name="csY38" fmla="*/ 76709 h 186531"/>
                <a:gd name="csX39" fmla="*/ 233811 w 276997"/>
                <a:gd name="csY39" fmla="*/ 78718 h 186531"/>
                <a:gd name="csX40" fmla="*/ 237783 w 276997"/>
                <a:gd name="csY40" fmla="*/ 80955 h 186531"/>
                <a:gd name="csX41" fmla="*/ 244661 w 276997"/>
                <a:gd name="csY41" fmla="*/ 84462 h 186531"/>
                <a:gd name="csX42" fmla="*/ 247819 w 276997"/>
                <a:gd name="csY42" fmla="*/ 86806 h 186531"/>
                <a:gd name="csX43" fmla="*/ 248891 w 276997"/>
                <a:gd name="csY43" fmla="*/ 88579 h 186531"/>
                <a:gd name="csX44" fmla="*/ 250657 w 276997"/>
                <a:gd name="csY44" fmla="*/ 90511 h 186531"/>
                <a:gd name="csX45" fmla="*/ 253114 w 276997"/>
                <a:gd name="csY45" fmla="*/ 92277 h 186531"/>
                <a:gd name="csX46" fmla="*/ 254765 w 276997"/>
                <a:gd name="csY46" fmla="*/ 93638 h 186531"/>
                <a:gd name="csX47" fmla="*/ 253624 w 276997"/>
                <a:gd name="csY47" fmla="*/ 97481 h 186531"/>
                <a:gd name="csX48" fmla="*/ 253967 w 276997"/>
                <a:gd name="csY48" fmla="*/ 98744 h 186531"/>
                <a:gd name="csX49" fmla="*/ 254583 w 276997"/>
                <a:gd name="csY49" fmla="*/ 99839 h 186531"/>
                <a:gd name="csX50" fmla="*/ 256021 w 276997"/>
                <a:gd name="csY50" fmla="*/ 101353 h 186531"/>
                <a:gd name="csX51" fmla="*/ 256591 w 276997"/>
                <a:gd name="csY51" fmla="*/ 103294 h 186531"/>
                <a:gd name="csX52" fmla="*/ 258014 w 276997"/>
                <a:gd name="csY52" fmla="*/ 105721 h 186531"/>
                <a:gd name="csX53" fmla="*/ 259711 w 276997"/>
                <a:gd name="csY53" fmla="*/ 106824 h 186531"/>
                <a:gd name="csX54" fmla="*/ 262549 w 276997"/>
                <a:gd name="csY54" fmla="*/ 107235 h 186531"/>
                <a:gd name="csX55" fmla="*/ 264040 w 276997"/>
                <a:gd name="csY55" fmla="*/ 108361 h 186531"/>
                <a:gd name="csX56" fmla="*/ 267159 w 276997"/>
                <a:gd name="csY56" fmla="*/ 110294 h 186531"/>
                <a:gd name="csX57" fmla="*/ 270173 w 276997"/>
                <a:gd name="csY57" fmla="*/ 111960 h 186531"/>
                <a:gd name="csX58" fmla="*/ 271458 w 276997"/>
                <a:gd name="csY58" fmla="*/ 113101 h 186531"/>
                <a:gd name="csX59" fmla="*/ 272258 w 276997"/>
                <a:gd name="csY59" fmla="*/ 114121 h 186531"/>
                <a:gd name="csX60" fmla="*/ 272942 w 276997"/>
                <a:gd name="csY60" fmla="*/ 115323 h 186531"/>
                <a:gd name="csX61" fmla="*/ 273285 w 276997"/>
                <a:gd name="csY61" fmla="*/ 116525 h 186531"/>
                <a:gd name="csX62" fmla="*/ 273353 w 276997"/>
                <a:gd name="csY62" fmla="*/ 119119 h 186531"/>
                <a:gd name="csX63" fmla="*/ 273870 w 276997"/>
                <a:gd name="csY63" fmla="*/ 122338 h 186531"/>
                <a:gd name="csX64" fmla="*/ 275491 w 276997"/>
                <a:gd name="csY64" fmla="*/ 124537 h 186531"/>
                <a:gd name="csX65" fmla="*/ 276998 w 276997"/>
                <a:gd name="csY65" fmla="*/ 126180 h 186531"/>
                <a:gd name="csX66" fmla="*/ 270842 w 276997"/>
                <a:gd name="csY66" fmla="*/ 124293 h 186531"/>
                <a:gd name="csX67" fmla="*/ 269922 w 276997"/>
                <a:gd name="csY67" fmla="*/ 124255 h 186531"/>
                <a:gd name="csX68" fmla="*/ 268834 w 276997"/>
                <a:gd name="csY68" fmla="*/ 124582 h 186531"/>
                <a:gd name="csX69" fmla="*/ 265615 w 276997"/>
                <a:gd name="csY69" fmla="*/ 126895 h 186531"/>
                <a:gd name="csX70" fmla="*/ 264596 w 276997"/>
                <a:gd name="csY70" fmla="*/ 127184 h 186531"/>
                <a:gd name="csX71" fmla="*/ 263424 w 276997"/>
                <a:gd name="csY71" fmla="*/ 126979 h 186531"/>
                <a:gd name="csX72" fmla="*/ 260540 w 276997"/>
                <a:gd name="csY72" fmla="*/ 126698 h 186531"/>
                <a:gd name="csX73" fmla="*/ 250741 w 276997"/>
                <a:gd name="csY73" fmla="*/ 124864 h 186531"/>
                <a:gd name="csX74" fmla="*/ 243193 w 276997"/>
                <a:gd name="csY74" fmla="*/ 123106 h 186531"/>
                <a:gd name="csX75" fmla="*/ 240925 w 276997"/>
                <a:gd name="csY75" fmla="*/ 122467 h 186531"/>
                <a:gd name="csX76" fmla="*/ 236893 w 276997"/>
                <a:gd name="csY76" fmla="*/ 121859 h 186531"/>
                <a:gd name="csX77" fmla="*/ 234230 w 276997"/>
                <a:gd name="csY77" fmla="*/ 123061 h 186531"/>
                <a:gd name="csX78" fmla="*/ 231727 w 276997"/>
                <a:gd name="csY78" fmla="*/ 127177 h 186531"/>
                <a:gd name="csX79" fmla="*/ 231011 w 276997"/>
                <a:gd name="csY79" fmla="*/ 127991 h 186531"/>
                <a:gd name="csX80" fmla="*/ 227078 w 276997"/>
                <a:gd name="csY80" fmla="*/ 129201 h 186531"/>
                <a:gd name="csX81" fmla="*/ 225221 w 276997"/>
                <a:gd name="csY81" fmla="*/ 128874 h 186531"/>
                <a:gd name="csX82" fmla="*/ 220679 w 276997"/>
                <a:gd name="csY82" fmla="*/ 130000 h 186531"/>
                <a:gd name="csX83" fmla="*/ 213664 w 276997"/>
                <a:gd name="csY83" fmla="*/ 128296 h 186531"/>
                <a:gd name="csX84" fmla="*/ 211161 w 276997"/>
                <a:gd name="csY84" fmla="*/ 128630 h 186531"/>
                <a:gd name="csX85" fmla="*/ 209190 w 276997"/>
                <a:gd name="csY85" fmla="*/ 129490 h 186531"/>
                <a:gd name="csX86" fmla="*/ 204153 w 276997"/>
                <a:gd name="csY86" fmla="*/ 131354 h 186531"/>
                <a:gd name="csX87" fmla="*/ 201094 w 276997"/>
                <a:gd name="csY87" fmla="*/ 132419 h 186531"/>
                <a:gd name="csX88" fmla="*/ 197533 w 276997"/>
                <a:gd name="csY88" fmla="*/ 133385 h 186531"/>
                <a:gd name="csX89" fmla="*/ 194155 w 276997"/>
                <a:gd name="csY89" fmla="*/ 134869 h 186531"/>
                <a:gd name="csX90" fmla="*/ 191880 w 276997"/>
                <a:gd name="csY90" fmla="*/ 135676 h 186531"/>
                <a:gd name="csX91" fmla="*/ 189659 w 276997"/>
                <a:gd name="csY91" fmla="*/ 135668 h 186531"/>
                <a:gd name="csX92" fmla="*/ 187650 w 276997"/>
                <a:gd name="csY92" fmla="*/ 134831 h 186531"/>
                <a:gd name="csX93" fmla="*/ 185451 w 276997"/>
                <a:gd name="csY93" fmla="*/ 134108 h 186531"/>
                <a:gd name="csX94" fmla="*/ 182826 w 276997"/>
                <a:gd name="csY94" fmla="*/ 133964 h 186531"/>
                <a:gd name="csX95" fmla="*/ 180087 w 276997"/>
                <a:gd name="csY95" fmla="*/ 134382 h 186531"/>
                <a:gd name="csX96" fmla="*/ 177759 w 276997"/>
                <a:gd name="csY96" fmla="*/ 136026 h 186531"/>
                <a:gd name="csX97" fmla="*/ 176816 w 276997"/>
                <a:gd name="csY97" fmla="*/ 137197 h 186531"/>
                <a:gd name="csX98" fmla="*/ 174799 w 276997"/>
                <a:gd name="csY98" fmla="*/ 140309 h 186531"/>
                <a:gd name="csX99" fmla="*/ 172418 w 276997"/>
                <a:gd name="csY99" fmla="*/ 145369 h 186531"/>
                <a:gd name="csX100" fmla="*/ 171482 w 276997"/>
                <a:gd name="csY100" fmla="*/ 146389 h 186531"/>
                <a:gd name="csX101" fmla="*/ 171223 w 276997"/>
                <a:gd name="csY101" fmla="*/ 146488 h 186531"/>
                <a:gd name="csX102" fmla="*/ 170637 w 276997"/>
                <a:gd name="csY102" fmla="*/ 146914 h 186531"/>
                <a:gd name="csX103" fmla="*/ 159666 w 276997"/>
                <a:gd name="csY103" fmla="*/ 144388 h 186531"/>
                <a:gd name="csX104" fmla="*/ 154941 w 276997"/>
                <a:gd name="csY104" fmla="*/ 143802 h 186531"/>
                <a:gd name="csX105" fmla="*/ 151753 w 276997"/>
                <a:gd name="csY105" fmla="*/ 144578 h 186531"/>
                <a:gd name="csX106" fmla="*/ 147751 w 276997"/>
                <a:gd name="csY106" fmla="*/ 143162 h 186531"/>
                <a:gd name="csX107" fmla="*/ 146001 w 276997"/>
                <a:gd name="csY107" fmla="*/ 142911 h 186531"/>
                <a:gd name="csX108" fmla="*/ 145179 w 276997"/>
                <a:gd name="csY108" fmla="*/ 143360 h 186531"/>
                <a:gd name="csX109" fmla="*/ 142950 w 276997"/>
                <a:gd name="csY109" fmla="*/ 142721 h 186531"/>
                <a:gd name="csX110" fmla="*/ 139328 w 276997"/>
                <a:gd name="csY110" fmla="*/ 140994 h 186531"/>
                <a:gd name="csX111" fmla="*/ 135851 w 276997"/>
                <a:gd name="csY111" fmla="*/ 140271 h 186531"/>
                <a:gd name="csX112" fmla="*/ 132739 w 276997"/>
                <a:gd name="csY112" fmla="*/ 140522 h 186531"/>
                <a:gd name="csX113" fmla="*/ 130837 w 276997"/>
                <a:gd name="csY113" fmla="*/ 139944 h 186531"/>
                <a:gd name="csX114" fmla="*/ 129300 w 276997"/>
                <a:gd name="csY114" fmla="*/ 138270 h 186531"/>
                <a:gd name="csX115" fmla="*/ 127322 w 276997"/>
                <a:gd name="csY115" fmla="*/ 135189 h 186531"/>
                <a:gd name="csX116" fmla="*/ 123746 w 276997"/>
                <a:gd name="csY116" fmla="*/ 132130 h 186531"/>
                <a:gd name="csX117" fmla="*/ 118967 w 276997"/>
                <a:gd name="csY117" fmla="*/ 129688 h 186531"/>
                <a:gd name="csX118" fmla="*/ 115977 w 276997"/>
                <a:gd name="csY118" fmla="*/ 127839 h 186531"/>
                <a:gd name="csX119" fmla="*/ 114790 w 276997"/>
                <a:gd name="csY119" fmla="*/ 126606 h 186531"/>
                <a:gd name="csX120" fmla="*/ 112211 w 276997"/>
                <a:gd name="csY120" fmla="*/ 125922 h 186531"/>
                <a:gd name="csX121" fmla="*/ 108262 w 276997"/>
                <a:gd name="csY121" fmla="*/ 125792 h 186531"/>
                <a:gd name="csX122" fmla="*/ 104473 w 276997"/>
                <a:gd name="csY122" fmla="*/ 127002 h 186531"/>
                <a:gd name="csX123" fmla="*/ 99026 w 276997"/>
                <a:gd name="csY123" fmla="*/ 130822 h 186531"/>
                <a:gd name="csX124" fmla="*/ 93974 w 276997"/>
                <a:gd name="csY124" fmla="*/ 138651 h 186531"/>
                <a:gd name="csX125" fmla="*/ 91158 w 276997"/>
                <a:gd name="csY125" fmla="*/ 141648 h 186531"/>
                <a:gd name="csX126" fmla="*/ 88899 w 276997"/>
                <a:gd name="csY126" fmla="*/ 142417 h 186531"/>
                <a:gd name="csX127" fmla="*/ 88328 w 276997"/>
                <a:gd name="csY127" fmla="*/ 144311 h 186531"/>
                <a:gd name="csX128" fmla="*/ 89446 w 276997"/>
                <a:gd name="csY128" fmla="*/ 147309 h 186531"/>
                <a:gd name="csX129" fmla="*/ 89743 w 276997"/>
                <a:gd name="csY129" fmla="*/ 150756 h 186531"/>
                <a:gd name="csX130" fmla="*/ 88952 w 276997"/>
                <a:gd name="csY130" fmla="*/ 156614 h 186531"/>
                <a:gd name="csX131" fmla="*/ 89241 w 276997"/>
                <a:gd name="csY131" fmla="*/ 160875 h 186531"/>
                <a:gd name="csX132" fmla="*/ 88039 w 276997"/>
                <a:gd name="csY132" fmla="*/ 160198 h 186531"/>
                <a:gd name="csX133" fmla="*/ 86882 w 276997"/>
                <a:gd name="csY133" fmla="*/ 158205 h 186531"/>
                <a:gd name="csX134" fmla="*/ 86342 w 276997"/>
                <a:gd name="csY134" fmla="*/ 157801 h 186531"/>
                <a:gd name="csX135" fmla="*/ 83002 w 276997"/>
                <a:gd name="csY135" fmla="*/ 158699 h 186531"/>
                <a:gd name="csX136" fmla="*/ 81275 w 276997"/>
                <a:gd name="csY136" fmla="*/ 159506 h 186531"/>
                <a:gd name="csX137" fmla="*/ 80354 w 276997"/>
                <a:gd name="csY137" fmla="*/ 160297 h 186531"/>
                <a:gd name="csX138" fmla="*/ 79647 w 276997"/>
                <a:gd name="csY138" fmla="*/ 160419 h 186531"/>
                <a:gd name="csX139" fmla="*/ 78589 w 276997"/>
                <a:gd name="csY139" fmla="*/ 159331 h 186531"/>
                <a:gd name="csX140" fmla="*/ 77752 w 276997"/>
                <a:gd name="csY140" fmla="*/ 159133 h 186531"/>
                <a:gd name="csX141" fmla="*/ 76443 w 276997"/>
                <a:gd name="csY141" fmla="*/ 159331 h 186531"/>
                <a:gd name="csX142" fmla="*/ 75097 w 276997"/>
                <a:gd name="csY142" fmla="*/ 159316 h 186531"/>
                <a:gd name="csX143" fmla="*/ 74229 w 276997"/>
                <a:gd name="csY143" fmla="*/ 159171 h 186531"/>
                <a:gd name="csX144" fmla="*/ 73651 w 276997"/>
                <a:gd name="csY144" fmla="*/ 159270 h 186531"/>
                <a:gd name="csX145" fmla="*/ 72076 w 276997"/>
                <a:gd name="csY145" fmla="*/ 158623 h 186531"/>
                <a:gd name="csX146" fmla="*/ 66339 w 276997"/>
                <a:gd name="csY146" fmla="*/ 156980 h 186531"/>
                <a:gd name="csX147" fmla="*/ 65358 w 276997"/>
                <a:gd name="csY147" fmla="*/ 156432 h 186531"/>
                <a:gd name="csX148" fmla="*/ 64209 w 276997"/>
                <a:gd name="csY148" fmla="*/ 156493 h 186531"/>
                <a:gd name="csX149" fmla="*/ 61234 w 276997"/>
                <a:gd name="csY149" fmla="*/ 157923 h 186531"/>
                <a:gd name="csX150" fmla="*/ 59659 w 276997"/>
                <a:gd name="csY150" fmla="*/ 158319 h 186531"/>
                <a:gd name="csX151" fmla="*/ 54911 w 276997"/>
                <a:gd name="csY151" fmla="*/ 159209 h 186531"/>
                <a:gd name="csX152" fmla="*/ 49829 w 276997"/>
                <a:gd name="csY152" fmla="*/ 159643 h 186531"/>
                <a:gd name="csX153" fmla="*/ 47881 w 276997"/>
                <a:gd name="csY153" fmla="*/ 159665 h 186531"/>
                <a:gd name="csX154" fmla="*/ 46542 w 276997"/>
                <a:gd name="csY154" fmla="*/ 160305 h 186531"/>
                <a:gd name="csX155" fmla="*/ 45682 w 276997"/>
                <a:gd name="csY155" fmla="*/ 161195 h 186531"/>
                <a:gd name="csX156" fmla="*/ 45096 w 276997"/>
                <a:gd name="csY156" fmla="*/ 163181 h 186531"/>
                <a:gd name="csX157" fmla="*/ 44099 w 276997"/>
                <a:gd name="csY157" fmla="*/ 166604 h 186531"/>
                <a:gd name="csX158" fmla="*/ 43681 w 276997"/>
                <a:gd name="csY158" fmla="*/ 167525 h 186531"/>
                <a:gd name="csX159" fmla="*/ 43757 w 276997"/>
                <a:gd name="csY159" fmla="*/ 168887 h 186531"/>
                <a:gd name="csX160" fmla="*/ 43460 w 276997"/>
                <a:gd name="csY160" fmla="*/ 171177 h 186531"/>
                <a:gd name="csX161" fmla="*/ 43316 w 276997"/>
                <a:gd name="csY161" fmla="*/ 173231 h 186531"/>
                <a:gd name="csX162" fmla="*/ 43506 w 276997"/>
                <a:gd name="csY162" fmla="*/ 174609 h 186531"/>
                <a:gd name="csX163" fmla="*/ 42068 w 276997"/>
                <a:gd name="csY163" fmla="*/ 177386 h 186531"/>
                <a:gd name="csX164" fmla="*/ 40325 w 276997"/>
                <a:gd name="csY164" fmla="*/ 180749 h 186531"/>
                <a:gd name="csX165" fmla="*/ 38880 w 276997"/>
                <a:gd name="csY165" fmla="*/ 183632 h 186531"/>
                <a:gd name="csX166" fmla="*/ 37419 w 276997"/>
                <a:gd name="csY166" fmla="*/ 186531 h 186531"/>
                <a:gd name="csX167" fmla="*/ 36407 w 276997"/>
                <a:gd name="csY167" fmla="*/ 184545 h 186531"/>
                <a:gd name="csX168" fmla="*/ 35783 w 276997"/>
                <a:gd name="csY168" fmla="*/ 182217 h 186531"/>
                <a:gd name="csX169" fmla="*/ 35540 w 276997"/>
                <a:gd name="csY169" fmla="*/ 179547 h 186531"/>
                <a:gd name="csX170" fmla="*/ 35677 w 276997"/>
                <a:gd name="csY170" fmla="*/ 178839 h 186531"/>
                <a:gd name="csX171" fmla="*/ 35289 w 276997"/>
                <a:gd name="csY171" fmla="*/ 178048 h 186531"/>
                <a:gd name="csX172" fmla="*/ 35258 w 276997"/>
                <a:gd name="csY172" fmla="*/ 177873 h 186531"/>
                <a:gd name="csX173" fmla="*/ 34771 w 276997"/>
                <a:gd name="csY173" fmla="*/ 175856 h 186531"/>
                <a:gd name="csX174" fmla="*/ 35266 w 276997"/>
                <a:gd name="csY174" fmla="*/ 174449 h 186531"/>
                <a:gd name="csX175" fmla="*/ 34863 w 276997"/>
                <a:gd name="csY175" fmla="*/ 172980 h 186531"/>
                <a:gd name="csX176" fmla="*/ 33676 w 276997"/>
                <a:gd name="csY176" fmla="*/ 171535 h 186531"/>
                <a:gd name="csX177" fmla="*/ 32603 w 276997"/>
                <a:gd name="csY177" fmla="*/ 170424 h 186531"/>
                <a:gd name="csX178" fmla="*/ 31979 w 276997"/>
                <a:gd name="csY178" fmla="*/ 169427 h 186531"/>
                <a:gd name="csX179" fmla="*/ 31469 w 276997"/>
                <a:gd name="csY179" fmla="*/ 169001 h 186531"/>
                <a:gd name="csX180" fmla="*/ 30290 w 276997"/>
                <a:gd name="csY180" fmla="*/ 168849 h 186531"/>
                <a:gd name="csX181" fmla="*/ 28700 w 276997"/>
                <a:gd name="csY181" fmla="*/ 168332 h 186531"/>
                <a:gd name="csX182" fmla="*/ 26592 w 276997"/>
                <a:gd name="csY182" fmla="*/ 166156 h 186531"/>
                <a:gd name="csX183" fmla="*/ 24553 w 276997"/>
                <a:gd name="csY183" fmla="*/ 164041 h 186531"/>
                <a:gd name="csX184" fmla="*/ 21935 w 276997"/>
                <a:gd name="csY184" fmla="*/ 161332 h 186531"/>
                <a:gd name="csX185" fmla="*/ 19843 w 276997"/>
                <a:gd name="csY185" fmla="*/ 158988 h 186531"/>
                <a:gd name="csX186" fmla="*/ 17272 w 276997"/>
                <a:gd name="csY186" fmla="*/ 156120 h 186531"/>
                <a:gd name="csX187" fmla="*/ 14898 w 276997"/>
                <a:gd name="csY187" fmla="*/ 153465 h 186531"/>
                <a:gd name="csX188" fmla="*/ 13475 w 276997"/>
                <a:gd name="csY188" fmla="*/ 150908 h 186531"/>
                <a:gd name="csX189" fmla="*/ 12897 w 276997"/>
                <a:gd name="csY189" fmla="*/ 149440 h 186531"/>
                <a:gd name="csX190" fmla="*/ 13589 w 276997"/>
                <a:gd name="csY190" fmla="*/ 149295 h 186531"/>
                <a:gd name="csX191" fmla="*/ 14616 w 276997"/>
                <a:gd name="csY191" fmla="*/ 149265 h 186531"/>
                <a:gd name="csX192" fmla="*/ 15050 w 276997"/>
                <a:gd name="csY192" fmla="*/ 148998 h 186531"/>
                <a:gd name="csX193" fmla="*/ 15073 w 276997"/>
                <a:gd name="csY193" fmla="*/ 148313 h 186531"/>
                <a:gd name="csX194" fmla="*/ 14015 w 276997"/>
                <a:gd name="csY194" fmla="*/ 146297 h 186531"/>
                <a:gd name="csX195" fmla="*/ 13513 w 276997"/>
                <a:gd name="csY195" fmla="*/ 143726 h 186531"/>
                <a:gd name="csX196" fmla="*/ 12638 w 276997"/>
                <a:gd name="csY196" fmla="*/ 142158 h 186531"/>
                <a:gd name="csX197" fmla="*/ 9876 w 276997"/>
                <a:gd name="csY197" fmla="*/ 139746 h 186531"/>
                <a:gd name="csX198" fmla="*/ 7244 w 276997"/>
                <a:gd name="csY198" fmla="*/ 137913 h 186531"/>
                <a:gd name="csX199" fmla="*/ 6406 w 276997"/>
                <a:gd name="csY199" fmla="*/ 136969 h 186531"/>
                <a:gd name="csX200" fmla="*/ 5935 w 276997"/>
                <a:gd name="csY200" fmla="*/ 135622 h 186531"/>
                <a:gd name="csX201" fmla="*/ 4923 w 276997"/>
                <a:gd name="csY201" fmla="*/ 127116 h 186531"/>
                <a:gd name="csX202" fmla="*/ 4474 w 276997"/>
                <a:gd name="csY202" fmla="*/ 124696 h 186531"/>
                <a:gd name="csX203" fmla="*/ 3645 w 276997"/>
                <a:gd name="csY203" fmla="*/ 123639 h 186531"/>
                <a:gd name="csX204" fmla="*/ 3044 w 276997"/>
                <a:gd name="csY204" fmla="*/ 123145 h 186531"/>
                <a:gd name="csX205" fmla="*/ 2815 w 276997"/>
                <a:gd name="csY205" fmla="*/ 122543 h 186531"/>
                <a:gd name="csX206" fmla="*/ 2922 w 276997"/>
                <a:gd name="csY206" fmla="*/ 121029 h 186531"/>
                <a:gd name="csX207" fmla="*/ 3272 w 276997"/>
                <a:gd name="csY207" fmla="*/ 119675 h 186531"/>
                <a:gd name="csX208" fmla="*/ 3256 w 276997"/>
                <a:gd name="csY208" fmla="*/ 119142 h 186531"/>
                <a:gd name="csX209" fmla="*/ 3972 w 276997"/>
                <a:gd name="csY209" fmla="*/ 117955 h 186531"/>
                <a:gd name="csX210" fmla="*/ 3972 w 276997"/>
                <a:gd name="csY210" fmla="*/ 110073 h 186531"/>
                <a:gd name="csX211" fmla="*/ 3584 w 276997"/>
                <a:gd name="csY211" fmla="*/ 109670 h 186531"/>
                <a:gd name="csX212" fmla="*/ 3120 w 276997"/>
                <a:gd name="csY212" fmla="*/ 108985 h 186531"/>
                <a:gd name="csX213" fmla="*/ 2381 w 276997"/>
                <a:gd name="csY213" fmla="*/ 109038 h 186531"/>
                <a:gd name="csX214" fmla="*/ 1537 w 276997"/>
                <a:gd name="csY214" fmla="*/ 108970 h 186531"/>
                <a:gd name="csX215" fmla="*/ 700 w 276997"/>
                <a:gd name="csY215" fmla="*/ 107821 h 186531"/>
                <a:gd name="csX216" fmla="*/ 0 w 276997"/>
                <a:gd name="csY216" fmla="*/ 106375 h 186531"/>
                <a:gd name="csX217" fmla="*/ 205 w 276997"/>
                <a:gd name="csY217" fmla="*/ 105348 h 186531"/>
                <a:gd name="csX218" fmla="*/ 936 w 276997"/>
                <a:gd name="csY218" fmla="*/ 104496 h 186531"/>
                <a:gd name="csX219" fmla="*/ 1735 w 276997"/>
                <a:gd name="csY219" fmla="*/ 103743 h 186531"/>
                <a:gd name="csX220" fmla="*/ 2747 w 276997"/>
                <a:gd name="csY220" fmla="*/ 103119 h 186531"/>
                <a:gd name="csX221" fmla="*/ 5737 w 276997"/>
                <a:gd name="csY221" fmla="*/ 101856 h 186531"/>
                <a:gd name="csX222" fmla="*/ 6581 w 276997"/>
                <a:gd name="csY222" fmla="*/ 101224 h 186531"/>
                <a:gd name="csX223" fmla="*/ 7114 w 276997"/>
                <a:gd name="csY223" fmla="*/ 100448 h 186531"/>
                <a:gd name="csX224" fmla="*/ 7464 w 276997"/>
                <a:gd name="csY224" fmla="*/ 99398 h 186531"/>
                <a:gd name="csX225" fmla="*/ 9199 w 276997"/>
                <a:gd name="csY225" fmla="*/ 95335 h 186531"/>
                <a:gd name="csX226" fmla="*/ 11786 w 276997"/>
                <a:gd name="csY226" fmla="*/ 91287 h 186531"/>
                <a:gd name="csX227" fmla="*/ 12889 w 276997"/>
                <a:gd name="csY227" fmla="*/ 90451 h 186531"/>
                <a:gd name="csX228" fmla="*/ 13992 w 276997"/>
                <a:gd name="csY228" fmla="*/ 87772 h 186531"/>
                <a:gd name="csX229" fmla="*/ 15506 w 276997"/>
                <a:gd name="csY229" fmla="*/ 84493 h 186531"/>
                <a:gd name="csX230" fmla="*/ 16115 w 276997"/>
                <a:gd name="csY230" fmla="*/ 82964 h 186531"/>
                <a:gd name="csX231" fmla="*/ 16564 w 276997"/>
                <a:gd name="csY231" fmla="*/ 81442 h 186531"/>
                <a:gd name="csX232" fmla="*/ 17401 w 276997"/>
                <a:gd name="csY232" fmla="*/ 80217 h 186531"/>
                <a:gd name="csX233" fmla="*/ 20246 w 276997"/>
                <a:gd name="csY233" fmla="*/ 78193 h 186531"/>
                <a:gd name="csX234" fmla="*/ 22400 w 276997"/>
                <a:gd name="csY234" fmla="*/ 74647 h 186531"/>
                <a:gd name="csX235" fmla="*/ 24735 w 276997"/>
                <a:gd name="csY235" fmla="*/ 74838 h 186531"/>
                <a:gd name="csX236" fmla="*/ 27125 w 276997"/>
                <a:gd name="csY236" fmla="*/ 75401 h 186531"/>
                <a:gd name="csX237" fmla="*/ 30191 w 276997"/>
                <a:gd name="csY237" fmla="*/ 75682 h 186531"/>
                <a:gd name="csX238" fmla="*/ 32595 w 276997"/>
                <a:gd name="csY238" fmla="*/ 74998 h 186531"/>
                <a:gd name="csX239" fmla="*/ 34155 w 276997"/>
                <a:gd name="csY239" fmla="*/ 73613 h 186531"/>
                <a:gd name="csX240" fmla="*/ 37586 w 276997"/>
                <a:gd name="csY240" fmla="*/ 72510 h 186531"/>
                <a:gd name="csX241" fmla="*/ 41596 w 276997"/>
                <a:gd name="csY241" fmla="*/ 71231 h 186531"/>
                <a:gd name="csX242" fmla="*/ 42136 w 276997"/>
                <a:gd name="csY242" fmla="*/ 69329 h 186531"/>
                <a:gd name="csX243" fmla="*/ 43316 w 276997"/>
                <a:gd name="csY243" fmla="*/ 68332 h 186531"/>
                <a:gd name="csX244" fmla="*/ 44678 w 276997"/>
                <a:gd name="csY244" fmla="*/ 67450 h 186531"/>
                <a:gd name="csX245" fmla="*/ 45149 w 276997"/>
                <a:gd name="csY245" fmla="*/ 67336 h 186531"/>
                <a:gd name="csX246" fmla="*/ 45248 w 276997"/>
                <a:gd name="csY246" fmla="*/ 67967 h 186531"/>
                <a:gd name="csX247" fmla="*/ 46078 w 276997"/>
                <a:gd name="csY247" fmla="*/ 69953 h 186531"/>
                <a:gd name="csX248" fmla="*/ 47774 w 276997"/>
                <a:gd name="csY248" fmla="*/ 71908 h 186531"/>
                <a:gd name="csX249" fmla="*/ 50262 w 276997"/>
                <a:gd name="csY249" fmla="*/ 74069 h 186531"/>
                <a:gd name="csX250" fmla="*/ 50970 w 276997"/>
                <a:gd name="csY250" fmla="*/ 73932 h 186531"/>
                <a:gd name="csX251" fmla="*/ 52514 w 276997"/>
                <a:gd name="csY251" fmla="*/ 72296 h 186531"/>
                <a:gd name="csX252" fmla="*/ 56395 w 276997"/>
                <a:gd name="csY252" fmla="*/ 71284 h 186531"/>
                <a:gd name="csX253" fmla="*/ 57376 w 276997"/>
                <a:gd name="csY253" fmla="*/ 70836 h 186531"/>
                <a:gd name="csX254" fmla="*/ 60131 w 276997"/>
                <a:gd name="csY254" fmla="*/ 68454 h 186531"/>
                <a:gd name="csX255" fmla="*/ 63448 w 276997"/>
                <a:gd name="csY255" fmla="*/ 66925 h 186531"/>
                <a:gd name="csX256" fmla="*/ 64178 w 276997"/>
                <a:gd name="csY256" fmla="*/ 66788 h 186531"/>
                <a:gd name="csX257" fmla="*/ 65373 w 276997"/>
                <a:gd name="csY257" fmla="*/ 66384 h 186531"/>
                <a:gd name="csX258" fmla="*/ 68720 w 276997"/>
                <a:gd name="csY258" fmla="*/ 64802 h 186531"/>
                <a:gd name="csX259" fmla="*/ 71102 w 276997"/>
                <a:gd name="csY259" fmla="*/ 65015 h 186531"/>
                <a:gd name="csX260" fmla="*/ 74929 w 276997"/>
                <a:gd name="csY260" fmla="*/ 64764 h 186531"/>
                <a:gd name="csX261" fmla="*/ 81313 w 276997"/>
                <a:gd name="csY261" fmla="*/ 64018 h 186531"/>
                <a:gd name="csX262" fmla="*/ 85924 w 276997"/>
                <a:gd name="csY262" fmla="*/ 63767 h 186531"/>
                <a:gd name="csX263" fmla="*/ 88259 w 276997"/>
                <a:gd name="csY263" fmla="*/ 63470 h 186531"/>
                <a:gd name="csX264" fmla="*/ 88838 w 276997"/>
                <a:gd name="csY264" fmla="*/ 63151 h 186531"/>
                <a:gd name="csX265" fmla="*/ 89743 w 276997"/>
                <a:gd name="csY265" fmla="*/ 60861 h 186531"/>
                <a:gd name="csX266" fmla="*/ 90435 w 276997"/>
                <a:gd name="csY266" fmla="*/ 60214 h 186531"/>
                <a:gd name="csX267" fmla="*/ 92170 w 276997"/>
                <a:gd name="csY267" fmla="*/ 59225 h 186531"/>
                <a:gd name="csX268" fmla="*/ 95564 w 276997"/>
                <a:gd name="csY268" fmla="*/ 55771 h 186531"/>
                <a:gd name="csX269" fmla="*/ 97793 w 276997"/>
                <a:gd name="csY269" fmla="*/ 52849 h 186531"/>
                <a:gd name="csX270" fmla="*/ 98417 w 276997"/>
                <a:gd name="csY270" fmla="*/ 51875 h 186531"/>
                <a:gd name="csX271" fmla="*/ 98470 w 276997"/>
                <a:gd name="csY271" fmla="*/ 51799 h 186531"/>
                <a:gd name="csX272" fmla="*/ 98927 w 276997"/>
                <a:gd name="csY272" fmla="*/ 51616 h 186531"/>
                <a:gd name="csX273" fmla="*/ 99885 w 276997"/>
                <a:gd name="csY273" fmla="*/ 50384 h 186531"/>
                <a:gd name="csX274" fmla="*/ 98934 w 276997"/>
                <a:gd name="csY274" fmla="*/ 49113 h 186531"/>
                <a:gd name="csX275" fmla="*/ 95130 w 276997"/>
                <a:gd name="csY275" fmla="*/ 46519 h 186531"/>
                <a:gd name="csX276" fmla="*/ 95183 w 276997"/>
                <a:gd name="csY276" fmla="*/ 46169 h 186531"/>
                <a:gd name="csX277" fmla="*/ 94970 w 276997"/>
                <a:gd name="csY277" fmla="*/ 45727 h 186531"/>
                <a:gd name="csX278" fmla="*/ 95176 w 276997"/>
                <a:gd name="csY278" fmla="*/ 45370 h 186531"/>
                <a:gd name="csX279" fmla="*/ 96629 w 276997"/>
                <a:gd name="csY279" fmla="*/ 44312 h 186531"/>
                <a:gd name="csX280" fmla="*/ 98584 w 276997"/>
                <a:gd name="csY280" fmla="*/ 43110 h 186531"/>
                <a:gd name="csX281" fmla="*/ 100669 w 276997"/>
                <a:gd name="csY281" fmla="*/ 42661 h 186531"/>
                <a:gd name="csX282" fmla="*/ 106109 w 276997"/>
                <a:gd name="csY282" fmla="*/ 42752 h 186531"/>
                <a:gd name="csX283" fmla="*/ 110751 w 276997"/>
                <a:gd name="csY283" fmla="*/ 42494 h 186531"/>
                <a:gd name="csX284" fmla="*/ 111831 w 276997"/>
                <a:gd name="csY284" fmla="*/ 42555 h 186531"/>
                <a:gd name="csX285" fmla="*/ 115453 w 276997"/>
                <a:gd name="csY285" fmla="*/ 41938 h 186531"/>
                <a:gd name="csX286" fmla="*/ 117925 w 276997"/>
                <a:gd name="csY286" fmla="*/ 41391 h 186531"/>
                <a:gd name="csX287" fmla="*/ 120467 w 276997"/>
                <a:gd name="csY287" fmla="*/ 40143 h 186531"/>
                <a:gd name="csX288" fmla="*/ 126226 w 276997"/>
                <a:gd name="csY288" fmla="*/ 40272 h 186531"/>
                <a:gd name="csX289" fmla="*/ 131020 w 276997"/>
                <a:gd name="csY289" fmla="*/ 37092 h 186531"/>
                <a:gd name="csX290" fmla="*/ 132404 w 276997"/>
                <a:gd name="csY290" fmla="*/ 36529 h 186531"/>
                <a:gd name="csX291" fmla="*/ 133006 w 276997"/>
                <a:gd name="csY291" fmla="*/ 36034 h 186531"/>
                <a:gd name="csX292" fmla="*/ 133188 w 276997"/>
                <a:gd name="csY292" fmla="*/ 35547 h 186531"/>
                <a:gd name="csX293" fmla="*/ 135432 w 276997"/>
                <a:gd name="csY293" fmla="*/ 34284 h 186531"/>
                <a:gd name="csX294" fmla="*/ 137943 w 276997"/>
                <a:gd name="csY294" fmla="*/ 31674 h 186531"/>
                <a:gd name="csX295" fmla="*/ 139929 w 276997"/>
                <a:gd name="csY295" fmla="*/ 29323 h 186531"/>
                <a:gd name="csX296" fmla="*/ 140469 w 276997"/>
                <a:gd name="csY296" fmla="*/ 27665 h 186531"/>
                <a:gd name="csX297" fmla="*/ 145902 w 276997"/>
                <a:gd name="csY297" fmla="*/ 22042 h 186531"/>
                <a:gd name="csX298" fmla="*/ 147796 w 276997"/>
                <a:gd name="csY298" fmla="*/ 22156 h 186531"/>
                <a:gd name="csX299" fmla="*/ 148725 w 276997"/>
                <a:gd name="csY299" fmla="*/ 21464 h 186531"/>
                <a:gd name="csX300" fmla="*/ 150878 w 276997"/>
                <a:gd name="csY300" fmla="*/ 17705 h 186531"/>
                <a:gd name="csX301" fmla="*/ 151548 w 276997"/>
                <a:gd name="csY301" fmla="*/ 17020 h 186531"/>
                <a:gd name="csX302" fmla="*/ 152560 w 276997"/>
                <a:gd name="csY302" fmla="*/ 16784 h 186531"/>
                <a:gd name="csX303" fmla="*/ 153784 w 276997"/>
                <a:gd name="csY303" fmla="*/ 16358 h 186531"/>
                <a:gd name="csX304" fmla="*/ 154850 w 276997"/>
                <a:gd name="csY304" fmla="*/ 15248 h 186531"/>
                <a:gd name="csX305" fmla="*/ 155770 w 276997"/>
                <a:gd name="csY305" fmla="*/ 13589 h 186531"/>
                <a:gd name="csX306" fmla="*/ 155778 w 276997"/>
                <a:gd name="csY306" fmla="*/ 11542 h 186531"/>
                <a:gd name="csX307" fmla="*/ 155359 w 276997"/>
                <a:gd name="csY307" fmla="*/ 9899 h 186531"/>
                <a:gd name="csX308" fmla="*/ 155359 w 276997"/>
                <a:gd name="csY308" fmla="*/ 9100 h 186531"/>
                <a:gd name="csX309" fmla="*/ 155877 w 276997"/>
                <a:gd name="csY309" fmla="*/ 8369 h 186531"/>
                <a:gd name="csX310" fmla="*/ 156744 w 276997"/>
                <a:gd name="csY310" fmla="*/ 7631 h 186531"/>
                <a:gd name="csX311" fmla="*/ 160868 w 276997"/>
                <a:gd name="csY311" fmla="*/ 5608 h 186531"/>
                <a:gd name="csX312" fmla="*/ 161918 w 276997"/>
                <a:gd name="csY312" fmla="*/ 4626 h 186531"/>
                <a:gd name="csX313" fmla="*/ 162542 w 276997"/>
                <a:gd name="csY313" fmla="*/ 3743 h 186531"/>
                <a:gd name="csX314" fmla="*/ 163698 w 276997"/>
                <a:gd name="csY314" fmla="*/ 3583 h 186531"/>
                <a:gd name="csX315" fmla="*/ 164962 w 276997"/>
                <a:gd name="csY315" fmla="*/ 3675 h 186531"/>
                <a:gd name="csX316" fmla="*/ 165760 w 276997"/>
                <a:gd name="csY316" fmla="*/ 3127 h 186531"/>
                <a:gd name="csX317" fmla="*/ 166658 w 276997"/>
                <a:gd name="csY317" fmla="*/ 2206 h 186531"/>
                <a:gd name="csX318" fmla="*/ 169519 w 276997"/>
                <a:gd name="csY318" fmla="*/ 966 h 186531"/>
                <a:gd name="csX319" fmla="*/ 172167 w 276997"/>
                <a:gd name="csY319" fmla="*/ 0 h 186531"/>
                <a:gd name="csX320" fmla="*/ 174952 w 276997"/>
                <a:gd name="csY320" fmla="*/ 403 h 186531"/>
                <a:gd name="csX321" fmla="*/ 177219 w 276997"/>
                <a:gd name="csY321" fmla="*/ 905 h 186531"/>
                <a:gd name="csX322" fmla="*/ 179075 w 276997"/>
                <a:gd name="csY322" fmla="*/ 1491 h 186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Lst>
              <a:rect l="l" t="t" r="r" b="b"/>
              <a:pathLst>
                <a:path w="276997" h="186531">
                  <a:moveTo>
                    <a:pt x="179988" y="1651"/>
                  </a:moveTo>
                  <a:lnTo>
                    <a:pt x="181495" y="4337"/>
                  </a:lnTo>
                  <a:lnTo>
                    <a:pt x="182217" y="5280"/>
                  </a:lnTo>
                  <a:lnTo>
                    <a:pt x="188442" y="11626"/>
                  </a:lnTo>
                  <a:lnTo>
                    <a:pt x="189643" y="13132"/>
                  </a:lnTo>
                  <a:lnTo>
                    <a:pt x="192725" y="17736"/>
                  </a:lnTo>
                  <a:lnTo>
                    <a:pt x="194612" y="20840"/>
                  </a:lnTo>
                  <a:lnTo>
                    <a:pt x="196780" y="25306"/>
                  </a:lnTo>
                  <a:lnTo>
                    <a:pt x="196986" y="27733"/>
                  </a:lnTo>
                  <a:lnTo>
                    <a:pt x="196705" y="29803"/>
                  </a:lnTo>
                  <a:lnTo>
                    <a:pt x="196271" y="35684"/>
                  </a:lnTo>
                  <a:lnTo>
                    <a:pt x="195707" y="37373"/>
                  </a:lnTo>
                  <a:lnTo>
                    <a:pt x="192976" y="40538"/>
                  </a:lnTo>
                  <a:lnTo>
                    <a:pt x="192854" y="41961"/>
                  </a:lnTo>
                  <a:lnTo>
                    <a:pt x="193425" y="43148"/>
                  </a:lnTo>
                  <a:lnTo>
                    <a:pt x="194247" y="43635"/>
                  </a:lnTo>
                  <a:lnTo>
                    <a:pt x="194764" y="44221"/>
                  </a:lnTo>
                  <a:lnTo>
                    <a:pt x="194452" y="46960"/>
                  </a:lnTo>
                  <a:lnTo>
                    <a:pt x="195433" y="48033"/>
                  </a:lnTo>
                  <a:lnTo>
                    <a:pt x="197481" y="48748"/>
                  </a:lnTo>
                  <a:lnTo>
                    <a:pt x="202662" y="49235"/>
                  </a:lnTo>
                  <a:lnTo>
                    <a:pt x="205355" y="49630"/>
                  </a:lnTo>
                  <a:lnTo>
                    <a:pt x="207478" y="50178"/>
                  </a:lnTo>
                  <a:lnTo>
                    <a:pt x="208490" y="50445"/>
                  </a:lnTo>
                  <a:lnTo>
                    <a:pt x="209045" y="51411"/>
                  </a:lnTo>
                  <a:lnTo>
                    <a:pt x="208178" y="54569"/>
                  </a:lnTo>
                  <a:lnTo>
                    <a:pt x="208779" y="56539"/>
                  </a:lnTo>
                  <a:lnTo>
                    <a:pt x="210552" y="58205"/>
                  </a:lnTo>
                  <a:lnTo>
                    <a:pt x="212348" y="58913"/>
                  </a:lnTo>
                  <a:lnTo>
                    <a:pt x="214067" y="59324"/>
                  </a:lnTo>
                  <a:lnTo>
                    <a:pt x="220062" y="60351"/>
                  </a:lnTo>
                  <a:lnTo>
                    <a:pt x="222551" y="61507"/>
                  </a:lnTo>
                  <a:lnTo>
                    <a:pt x="225838" y="65205"/>
                  </a:lnTo>
                  <a:lnTo>
                    <a:pt x="229961" y="68568"/>
                  </a:lnTo>
                  <a:lnTo>
                    <a:pt x="230966" y="70349"/>
                  </a:lnTo>
                  <a:lnTo>
                    <a:pt x="230783" y="71969"/>
                  </a:lnTo>
                  <a:lnTo>
                    <a:pt x="229558" y="73932"/>
                  </a:lnTo>
                  <a:lnTo>
                    <a:pt x="229748" y="74739"/>
                  </a:lnTo>
                  <a:lnTo>
                    <a:pt x="231643" y="76709"/>
                  </a:lnTo>
                  <a:lnTo>
                    <a:pt x="233811" y="78718"/>
                  </a:lnTo>
                  <a:lnTo>
                    <a:pt x="237783" y="80955"/>
                  </a:lnTo>
                  <a:lnTo>
                    <a:pt x="244661" y="84462"/>
                  </a:lnTo>
                  <a:lnTo>
                    <a:pt x="247819" y="86806"/>
                  </a:lnTo>
                  <a:lnTo>
                    <a:pt x="248891" y="88579"/>
                  </a:lnTo>
                  <a:lnTo>
                    <a:pt x="250657" y="90511"/>
                  </a:lnTo>
                  <a:lnTo>
                    <a:pt x="253114" y="92277"/>
                  </a:lnTo>
                  <a:lnTo>
                    <a:pt x="254765" y="93638"/>
                  </a:lnTo>
                  <a:lnTo>
                    <a:pt x="253624" y="97481"/>
                  </a:lnTo>
                  <a:lnTo>
                    <a:pt x="253967" y="98744"/>
                  </a:lnTo>
                  <a:lnTo>
                    <a:pt x="254583" y="99839"/>
                  </a:lnTo>
                  <a:lnTo>
                    <a:pt x="256021" y="101353"/>
                  </a:lnTo>
                  <a:lnTo>
                    <a:pt x="256591" y="103294"/>
                  </a:lnTo>
                  <a:lnTo>
                    <a:pt x="258014" y="105721"/>
                  </a:lnTo>
                  <a:lnTo>
                    <a:pt x="259711" y="106824"/>
                  </a:lnTo>
                  <a:lnTo>
                    <a:pt x="262549" y="107235"/>
                  </a:lnTo>
                  <a:lnTo>
                    <a:pt x="264040" y="108361"/>
                  </a:lnTo>
                  <a:lnTo>
                    <a:pt x="267159" y="110294"/>
                  </a:lnTo>
                  <a:lnTo>
                    <a:pt x="270173" y="111960"/>
                  </a:lnTo>
                  <a:lnTo>
                    <a:pt x="271458" y="113101"/>
                  </a:lnTo>
                  <a:lnTo>
                    <a:pt x="272258" y="114121"/>
                  </a:lnTo>
                  <a:lnTo>
                    <a:pt x="272942" y="115323"/>
                  </a:lnTo>
                  <a:lnTo>
                    <a:pt x="273285" y="116525"/>
                  </a:lnTo>
                  <a:lnTo>
                    <a:pt x="273353" y="119119"/>
                  </a:lnTo>
                  <a:lnTo>
                    <a:pt x="273870" y="122338"/>
                  </a:lnTo>
                  <a:lnTo>
                    <a:pt x="275491" y="124537"/>
                  </a:lnTo>
                  <a:lnTo>
                    <a:pt x="276998" y="126180"/>
                  </a:lnTo>
                  <a:lnTo>
                    <a:pt x="270842" y="124293"/>
                  </a:lnTo>
                  <a:lnTo>
                    <a:pt x="269922" y="124255"/>
                  </a:lnTo>
                  <a:lnTo>
                    <a:pt x="268834" y="124582"/>
                  </a:lnTo>
                  <a:lnTo>
                    <a:pt x="265615" y="126895"/>
                  </a:lnTo>
                  <a:lnTo>
                    <a:pt x="264596" y="127184"/>
                  </a:lnTo>
                  <a:lnTo>
                    <a:pt x="263424" y="126979"/>
                  </a:lnTo>
                  <a:lnTo>
                    <a:pt x="260540" y="126698"/>
                  </a:lnTo>
                  <a:lnTo>
                    <a:pt x="250741" y="124864"/>
                  </a:lnTo>
                  <a:lnTo>
                    <a:pt x="243193" y="123106"/>
                  </a:lnTo>
                  <a:lnTo>
                    <a:pt x="240925" y="122467"/>
                  </a:lnTo>
                  <a:lnTo>
                    <a:pt x="236893" y="121859"/>
                  </a:lnTo>
                  <a:lnTo>
                    <a:pt x="234230" y="123061"/>
                  </a:lnTo>
                  <a:lnTo>
                    <a:pt x="231727" y="127177"/>
                  </a:lnTo>
                  <a:lnTo>
                    <a:pt x="231011" y="127991"/>
                  </a:lnTo>
                  <a:lnTo>
                    <a:pt x="227078" y="129201"/>
                  </a:lnTo>
                  <a:lnTo>
                    <a:pt x="225221" y="128874"/>
                  </a:lnTo>
                  <a:lnTo>
                    <a:pt x="220679" y="130000"/>
                  </a:lnTo>
                  <a:lnTo>
                    <a:pt x="213664" y="128296"/>
                  </a:lnTo>
                  <a:lnTo>
                    <a:pt x="211161" y="128630"/>
                  </a:lnTo>
                  <a:lnTo>
                    <a:pt x="209190" y="129490"/>
                  </a:lnTo>
                  <a:lnTo>
                    <a:pt x="204153" y="131354"/>
                  </a:lnTo>
                  <a:lnTo>
                    <a:pt x="201094" y="132419"/>
                  </a:lnTo>
                  <a:lnTo>
                    <a:pt x="197533" y="133385"/>
                  </a:lnTo>
                  <a:lnTo>
                    <a:pt x="194155" y="134869"/>
                  </a:lnTo>
                  <a:lnTo>
                    <a:pt x="191880" y="135676"/>
                  </a:lnTo>
                  <a:lnTo>
                    <a:pt x="189659" y="135668"/>
                  </a:lnTo>
                  <a:lnTo>
                    <a:pt x="187650" y="134831"/>
                  </a:lnTo>
                  <a:lnTo>
                    <a:pt x="185451" y="134108"/>
                  </a:lnTo>
                  <a:lnTo>
                    <a:pt x="182826" y="133964"/>
                  </a:lnTo>
                  <a:lnTo>
                    <a:pt x="180087" y="134382"/>
                  </a:lnTo>
                  <a:lnTo>
                    <a:pt x="177759" y="136026"/>
                  </a:lnTo>
                  <a:lnTo>
                    <a:pt x="176816" y="137197"/>
                  </a:lnTo>
                  <a:lnTo>
                    <a:pt x="174799" y="140309"/>
                  </a:lnTo>
                  <a:lnTo>
                    <a:pt x="172418" y="145369"/>
                  </a:lnTo>
                  <a:lnTo>
                    <a:pt x="171482" y="146389"/>
                  </a:lnTo>
                  <a:lnTo>
                    <a:pt x="171223" y="146488"/>
                  </a:lnTo>
                  <a:lnTo>
                    <a:pt x="170637" y="146914"/>
                  </a:lnTo>
                  <a:lnTo>
                    <a:pt x="159666" y="144388"/>
                  </a:lnTo>
                  <a:lnTo>
                    <a:pt x="154941" y="143802"/>
                  </a:lnTo>
                  <a:lnTo>
                    <a:pt x="151753" y="144578"/>
                  </a:lnTo>
                  <a:lnTo>
                    <a:pt x="147751" y="143162"/>
                  </a:lnTo>
                  <a:lnTo>
                    <a:pt x="146001" y="142911"/>
                  </a:lnTo>
                  <a:lnTo>
                    <a:pt x="145179" y="143360"/>
                  </a:lnTo>
                  <a:lnTo>
                    <a:pt x="142950" y="142721"/>
                  </a:lnTo>
                  <a:lnTo>
                    <a:pt x="139328" y="140994"/>
                  </a:lnTo>
                  <a:lnTo>
                    <a:pt x="135851" y="140271"/>
                  </a:lnTo>
                  <a:lnTo>
                    <a:pt x="132739" y="140522"/>
                  </a:lnTo>
                  <a:lnTo>
                    <a:pt x="130837" y="139944"/>
                  </a:lnTo>
                  <a:lnTo>
                    <a:pt x="129300" y="138270"/>
                  </a:lnTo>
                  <a:lnTo>
                    <a:pt x="127322" y="135189"/>
                  </a:lnTo>
                  <a:lnTo>
                    <a:pt x="123746" y="132130"/>
                  </a:lnTo>
                  <a:lnTo>
                    <a:pt x="118967" y="129688"/>
                  </a:lnTo>
                  <a:lnTo>
                    <a:pt x="115977" y="127839"/>
                  </a:lnTo>
                  <a:lnTo>
                    <a:pt x="114790" y="126606"/>
                  </a:lnTo>
                  <a:lnTo>
                    <a:pt x="112211" y="125922"/>
                  </a:lnTo>
                  <a:lnTo>
                    <a:pt x="108262" y="125792"/>
                  </a:lnTo>
                  <a:lnTo>
                    <a:pt x="104473" y="127002"/>
                  </a:lnTo>
                  <a:lnTo>
                    <a:pt x="99026" y="130822"/>
                  </a:lnTo>
                  <a:lnTo>
                    <a:pt x="93974" y="138651"/>
                  </a:lnTo>
                  <a:lnTo>
                    <a:pt x="91158" y="141648"/>
                  </a:lnTo>
                  <a:lnTo>
                    <a:pt x="88899" y="142417"/>
                  </a:lnTo>
                  <a:lnTo>
                    <a:pt x="88328" y="144311"/>
                  </a:lnTo>
                  <a:lnTo>
                    <a:pt x="89446" y="147309"/>
                  </a:lnTo>
                  <a:lnTo>
                    <a:pt x="89743" y="150756"/>
                  </a:lnTo>
                  <a:lnTo>
                    <a:pt x="88952" y="156614"/>
                  </a:lnTo>
                  <a:lnTo>
                    <a:pt x="89241" y="160875"/>
                  </a:lnTo>
                  <a:lnTo>
                    <a:pt x="88039" y="160198"/>
                  </a:lnTo>
                  <a:lnTo>
                    <a:pt x="86882" y="158205"/>
                  </a:lnTo>
                  <a:lnTo>
                    <a:pt x="86342" y="157801"/>
                  </a:lnTo>
                  <a:lnTo>
                    <a:pt x="83002" y="158699"/>
                  </a:lnTo>
                  <a:lnTo>
                    <a:pt x="81275" y="159506"/>
                  </a:lnTo>
                  <a:lnTo>
                    <a:pt x="80354" y="160297"/>
                  </a:lnTo>
                  <a:lnTo>
                    <a:pt x="79647" y="160419"/>
                  </a:lnTo>
                  <a:lnTo>
                    <a:pt x="78589" y="159331"/>
                  </a:lnTo>
                  <a:lnTo>
                    <a:pt x="77752" y="159133"/>
                  </a:lnTo>
                  <a:lnTo>
                    <a:pt x="76443" y="159331"/>
                  </a:lnTo>
                  <a:lnTo>
                    <a:pt x="75097" y="159316"/>
                  </a:lnTo>
                  <a:lnTo>
                    <a:pt x="74229" y="159171"/>
                  </a:lnTo>
                  <a:lnTo>
                    <a:pt x="73651" y="159270"/>
                  </a:lnTo>
                  <a:lnTo>
                    <a:pt x="72076" y="158623"/>
                  </a:lnTo>
                  <a:lnTo>
                    <a:pt x="66339" y="156980"/>
                  </a:lnTo>
                  <a:lnTo>
                    <a:pt x="65358" y="156432"/>
                  </a:lnTo>
                  <a:lnTo>
                    <a:pt x="64209" y="156493"/>
                  </a:lnTo>
                  <a:lnTo>
                    <a:pt x="61234" y="157923"/>
                  </a:lnTo>
                  <a:lnTo>
                    <a:pt x="59659" y="158319"/>
                  </a:lnTo>
                  <a:lnTo>
                    <a:pt x="54911" y="159209"/>
                  </a:lnTo>
                  <a:lnTo>
                    <a:pt x="49829" y="159643"/>
                  </a:lnTo>
                  <a:lnTo>
                    <a:pt x="47881" y="159665"/>
                  </a:lnTo>
                  <a:lnTo>
                    <a:pt x="46542" y="160305"/>
                  </a:lnTo>
                  <a:lnTo>
                    <a:pt x="45682" y="161195"/>
                  </a:lnTo>
                  <a:lnTo>
                    <a:pt x="45096" y="163181"/>
                  </a:lnTo>
                  <a:lnTo>
                    <a:pt x="44099" y="166604"/>
                  </a:lnTo>
                  <a:lnTo>
                    <a:pt x="43681" y="167525"/>
                  </a:lnTo>
                  <a:lnTo>
                    <a:pt x="43757" y="168887"/>
                  </a:lnTo>
                  <a:lnTo>
                    <a:pt x="43460" y="171177"/>
                  </a:lnTo>
                  <a:lnTo>
                    <a:pt x="43316" y="173231"/>
                  </a:lnTo>
                  <a:lnTo>
                    <a:pt x="43506" y="174609"/>
                  </a:lnTo>
                  <a:lnTo>
                    <a:pt x="42068" y="177386"/>
                  </a:lnTo>
                  <a:lnTo>
                    <a:pt x="40325" y="180749"/>
                  </a:lnTo>
                  <a:lnTo>
                    <a:pt x="38880" y="183632"/>
                  </a:lnTo>
                  <a:lnTo>
                    <a:pt x="37419" y="186531"/>
                  </a:lnTo>
                  <a:lnTo>
                    <a:pt x="36407" y="184545"/>
                  </a:lnTo>
                  <a:lnTo>
                    <a:pt x="35783" y="182217"/>
                  </a:lnTo>
                  <a:lnTo>
                    <a:pt x="35540" y="179547"/>
                  </a:lnTo>
                  <a:lnTo>
                    <a:pt x="35677" y="178839"/>
                  </a:lnTo>
                  <a:lnTo>
                    <a:pt x="35289" y="178048"/>
                  </a:lnTo>
                  <a:lnTo>
                    <a:pt x="35258" y="177873"/>
                  </a:lnTo>
                  <a:lnTo>
                    <a:pt x="34771" y="175856"/>
                  </a:lnTo>
                  <a:lnTo>
                    <a:pt x="35266" y="174449"/>
                  </a:lnTo>
                  <a:lnTo>
                    <a:pt x="34863" y="172980"/>
                  </a:lnTo>
                  <a:lnTo>
                    <a:pt x="33676" y="171535"/>
                  </a:lnTo>
                  <a:lnTo>
                    <a:pt x="32603" y="170424"/>
                  </a:lnTo>
                  <a:lnTo>
                    <a:pt x="31979" y="169427"/>
                  </a:lnTo>
                  <a:lnTo>
                    <a:pt x="31469" y="169001"/>
                  </a:lnTo>
                  <a:lnTo>
                    <a:pt x="30290" y="168849"/>
                  </a:lnTo>
                  <a:lnTo>
                    <a:pt x="28700" y="168332"/>
                  </a:lnTo>
                  <a:lnTo>
                    <a:pt x="26592" y="166156"/>
                  </a:lnTo>
                  <a:lnTo>
                    <a:pt x="24553" y="164041"/>
                  </a:lnTo>
                  <a:lnTo>
                    <a:pt x="21935" y="161332"/>
                  </a:lnTo>
                  <a:lnTo>
                    <a:pt x="19843" y="158988"/>
                  </a:lnTo>
                  <a:lnTo>
                    <a:pt x="17272" y="156120"/>
                  </a:lnTo>
                  <a:lnTo>
                    <a:pt x="14898" y="153465"/>
                  </a:lnTo>
                  <a:lnTo>
                    <a:pt x="13475" y="150908"/>
                  </a:lnTo>
                  <a:lnTo>
                    <a:pt x="12897" y="149440"/>
                  </a:lnTo>
                  <a:lnTo>
                    <a:pt x="13589" y="149295"/>
                  </a:lnTo>
                  <a:lnTo>
                    <a:pt x="14616" y="149265"/>
                  </a:lnTo>
                  <a:lnTo>
                    <a:pt x="15050" y="148998"/>
                  </a:lnTo>
                  <a:lnTo>
                    <a:pt x="15073" y="148313"/>
                  </a:lnTo>
                  <a:lnTo>
                    <a:pt x="14015" y="146297"/>
                  </a:lnTo>
                  <a:lnTo>
                    <a:pt x="13513" y="143726"/>
                  </a:lnTo>
                  <a:lnTo>
                    <a:pt x="12638" y="142158"/>
                  </a:lnTo>
                  <a:lnTo>
                    <a:pt x="9876" y="139746"/>
                  </a:lnTo>
                  <a:lnTo>
                    <a:pt x="7244" y="137913"/>
                  </a:lnTo>
                  <a:lnTo>
                    <a:pt x="6406" y="136969"/>
                  </a:lnTo>
                  <a:lnTo>
                    <a:pt x="5935" y="135622"/>
                  </a:lnTo>
                  <a:lnTo>
                    <a:pt x="4923" y="127116"/>
                  </a:lnTo>
                  <a:lnTo>
                    <a:pt x="4474" y="124696"/>
                  </a:lnTo>
                  <a:lnTo>
                    <a:pt x="3645" y="123639"/>
                  </a:lnTo>
                  <a:lnTo>
                    <a:pt x="3044" y="123145"/>
                  </a:lnTo>
                  <a:lnTo>
                    <a:pt x="2815" y="122543"/>
                  </a:lnTo>
                  <a:lnTo>
                    <a:pt x="2922" y="121029"/>
                  </a:lnTo>
                  <a:lnTo>
                    <a:pt x="3272" y="119675"/>
                  </a:lnTo>
                  <a:lnTo>
                    <a:pt x="3256" y="119142"/>
                  </a:lnTo>
                  <a:lnTo>
                    <a:pt x="3972" y="117955"/>
                  </a:lnTo>
                  <a:lnTo>
                    <a:pt x="3972" y="110073"/>
                  </a:lnTo>
                  <a:lnTo>
                    <a:pt x="3584" y="109670"/>
                  </a:lnTo>
                  <a:lnTo>
                    <a:pt x="3120" y="108985"/>
                  </a:lnTo>
                  <a:lnTo>
                    <a:pt x="2381" y="109038"/>
                  </a:lnTo>
                  <a:lnTo>
                    <a:pt x="1537" y="108970"/>
                  </a:lnTo>
                  <a:lnTo>
                    <a:pt x="700" y="107821"/>
                  </a:lnTo>
                  <a:lnTo>
                    <a:pt x="0" y="106375"/>
                  </a:lnTo>
                  <a:lnTo>
                    <a:pt x="205" y="105348"/>
                  </a:lnTo>
                  <a:lnTo>
                    <a:pt x="936" y="104496"/>
                  </a:lnTo>
                  <a:lnTo>
                    <a:pt x="1735" y="103743"/>
                  </a:lnTo>
                  <a:lnTo>
                    <a:pt x="2747" y="103119"/>
                  </a:lnTo>
                  <a:lnTo>
                    <a:pt x="5737" y="101856"/>
                  </a:lnTo>
                  <a:lnTo>
                    <a:pt x="6581" y="101224"/>
                  </a:lnTo>
                  <a:lnTo>
                    <a:pt x="7114" y="100448"/>
                  </a:lnTo>
                  <a:lnTo>
                    <a:pt x="7464" y="99398"/>
                  </a:lnTo>
                  <a:lnTo>
                    <a:pt x="9199" y="95335"/>
                  </a:lnTo>
                  <a:lnTo>
                    <a:pt x="11786" y="91287"/>
                  </a:lnTo>
                  <a:lnTo>
                    <a:pt x="12889" y="90451"/>
                  </a:lnTo>
                  <a:lnTo>
                    <a:pt x="13992" y="87772"/>
                  </a:lnTo>
                  <a:lnTo>
                    <a:pt x="15506" y="84493"/>
                  </a:lnTo>
                  <a:lnTo>
                    <a:pt x="16115" y="82964"/>
                  </a:lnTo>
                  <a:lnTo>
                    <a:pt x="16564" y="81442"/>
                  </a:lnTo>
                  <a:lnTo>
                    <a:pt x="17401" y="80217"/>
                  </a:lnTo>
                  <a:lnTo>
                    <a:pt x="20246" y="78193"/>
                  </a:lnTo>
                  <a:lnTo>
                    <a:pt x="22400" y="74647"/>
                  </a:lnTo>
                  <a:lnTo>
                    <a:pt x="24735" y="74838"/>
                  </a:lnTo>
                  <a:lnTo>
                    <a:pt x="27125" y="75401"/>
                  </a:lnTo>
                  <a:lnTo>
                    <a:pt x="30191" y="75682"/>
                  </a:lnTo>
                  <a:lnTo>
                    <a:pt x="32595" y="74998"/>
                  </a:lnTo>
                  <a:lnTo>
                    <a:pt x="34155" y="73613"/>
                  </a:lnTo>
                  <a:lnTo>
                    <a:pt x="37586" y="72510"/>
                  </a:lnTo>
                  <a:lnTo>
                    <a:pt x="41596" y="71231"/>
                  </a:lnTo>
                  <a:lnTo>
                    <a:pt x="42136" y="69329"/>
                  </a:lnTo>
                  <a:lnTo>
                    <a:pt x="43316" y="68332"/>
                  </a:lnTo>
                  <a:lnTo>
                    <a:pt x="44678" y="67450"/>
                  </a:lnTo>
                  <a:lnTo>
                    <a:pt x="45149" y="67336"/>
                  </a:lnTo>
                  <a:lnTo>
                    <a:pt x="45248" y="67967"/>
                  </a:lnTo>
                  <a:lnTo>
                    <a:pt x="46078" y="69953"/>
                  </a:lnTo>
                  <a:lnTo>
                    <a:pt x="47774" y="71908"/>
                  </a:lnTo>
                  <a:lnTo>
                    <a:pt x="50262" y="74069"/>
                  </a:lnTo>
                  <a:lnTo>
                    <a:pt x="50970" y="73932"/>
                  </a:lnTo>
                  <a:lnTo>
                    <a:pt x="52514" y="72296"/>
                  </a:lnTo>
                  <a:lnTo>
                    <a:pt x="56395" y="71284"/>
                  </a:lnTo>
                  <a:lnTo>
                    <a:pt x="57376" y="70836"/>
                  </a:lnTo>
                  <a:lnTo>
                    <a:pt x="60131" y="68454"/>
                  </a:lnTo>
                  <a:lnTo>
                    <a:pt x="63448" y="66925"/>
                  </a:lnTo>
                  <a:lnTo>
                    <a:pt x="64178" y="66788"/>
                  </a:lnTo>
                  <a:lnTo>
                    <a:pt x="65373" y="66384"/>
                  </a:lnTo>
                  <a:lnTo>
                    <a:pt x="68720" y="64802"/>
                  </a:lnTo>
                  <a:lnTo>
                    <a:pt x="71102" y="65015"/>
                  </a:lnTo>
                  <a:lnTo>
                    <a:pt x="74929" y="64764"/>
                  </a:lnTo>
                  <a:lnTo>
                    <a:pt x="81313" y="64018"/>
                  </a:lnTo>
                  <a:lnTo>
                    <a:pt x="85924" y="63767"/>
                  </a:lnTo>
                  <a:lnTo>
                    <a:pt x="88259" y="63470"/>
                  </a:lnTo>
                  <a:lnTo>
                    <a:pt x="88838" y="63151"/>
                  </a:lnTo>
                  <a:lnTo>
                    <a:pt x="89743" y="60861"/>
                  </a:lnTo>
                  <a:lnTo>
                    <a:pt x="90435" y="60214"/>
                  </a:lnTo>
                  <a:lnTo>
                    <a:pt x="92170" y="59225"/>
                  </a:lnTo>
                  <a:lnTo>
                    <a:pt x="95564" y="55771"/>
                  </a:lnTo>
                  <a:lnTo>
                    <a:pt x="97793" y="52849"/>
                  </a:lnTo>
                  <a:lnTo>
                    <a:pt x="98417" y="51875"/>
                  </a:lnTo>
                  <a:lnTo>
                    <a:pt x="98470" y="51799"/>
                  </a:lnTo>
                  <a:lnTo>
                    <a:pt x="98927" y="51616"/>
                  </a:lnTo>
                  <a:lnTo>
                    <a:pt x="99885" y="50384"/>
                  </a:lnTo>
                  <a:lnTo>
                    <a:pt x="98934" y="49113"/>
                  </a:lnTo>
                  <a:lnTo>
                    <a:pt x="95130" y="46519"/>
                  </a:lnTo>
                  <a:lnTo>
                    <a:pt x="95183" y="46169"/>
                  </a:lnTo>
                  <a:lnTo>
                    <a:pt x="94970" y="45727"/>
                  </a:lnTo>
                  <a:lnTo>
                    <a:pt x="95176" y="45370"/>
                  </a:lnTo>
                  <a:lnTo>
                    <a:pt x="96629" y="44312"/>
                  </a:lnTo>
                  <a:lnTo>
                    <a:pt x="98584" y="43110"/>
                  </a:lnTo>
                  <a:lnTo>
                    <a:pt x="100669" y="42661"/>
                  </a:lnTo>
                  <a:lnTo>
                    <a:pt x="106109" y="42752"/>
                  </a:lnTo>
                  <a:lnTo>
                    <a:pt x="110751" y="42494"/>
                  </a:lnTo>
                  <a:lnTo>
                    <a:pt x="111831" y="42555"/>
                  </a:lnTo>
                  <a:lnTo>
                    <a:pt x="115453" y="41938"/>
                  </a:lnTo>
                  <a:lnTo>
                    <a:pt x="117925" y="41391"/>
                  </a:lnTo>
                  <a:lnTo>
                    <a:pt x="120467" y="40143"/>
                  </a:lnTo>
                  <a:lnTo>
                    <a:pt x="126226" y="40272"/>
                  </a:lnTo>
                  <a:lnTo>
                    <a:pt x="131020" y="37092"/>
                  </a:lnTo>
                  <a:lnTo>
                    <a:pt x="132404" y="36529"/>
                  </a:lnTo>
                  <a:lnTo>
                    <a:pt x="133006" y="36034"/>
                  </a:lnTo>
                  <a:lnTo>
                    <a:pt x="133188" y="35547"/>
                  </a:lnTo>
                  <a:lnTo>
                    <a:pt x="135432" y="34284"/>
                  </a:lnTo>
                  <a:lnTo>
                    <a:pt x="137943" y="31674"/>
                  </a:lnTo>
                  <a:lnTo>
                    <a:pt x="139929" y="29323"/>
                  </a:lnTo>
                  <a:lnTo>
                    <a:pt x="140469" y="27665"/>
                  </a:lnTo>
                  <a:lnTo>
                    <a:pt x="145902" y="22042"/>
                  </a:lnTo>
                  <a:lnTo>
                    <a:pt x="147796" y="22156"/>
                  </a:lnTo>
                  <a:lnTo>
                    <a:pt x="148725" y="21464"/>
                  </a:lnTo>
                  <a:lnTo>
                    <a:pt x="150878" y="17705"/>
                  </a:lnTo>
                  <a:lnTo>
                    <a:pt x="151548" y="17020"/>
                  </a:lnTo>
                  <a:lnTo>
                    <a:pt x="152560" y="16784"/>
                  </a:lnTo>
                  <a:lnTo>
                    <a:pt x="153784" y="16358"/>
                  </a:lnTo>
                  <a:lnTo>
                    <a:pt x="154850" y="15248"/>
                  </a:lnTo>
                  <a:lnTo>
                    <a:pt x="155770" y="13589"/>
                  </a:lnTo>
                  <a:lnTo>
                    <a:pt x="155778" y="11542"/>
                  </a:lnTo>
                  <a:lnTo>
                    <a:pt x="155359" y="9899"/>
                  </a:lnTo>
                  <a:lnTo>
                    <a:pt x="155359" y="9100"/>
                  </a:lnTo>
                  <a:lnTo>
                    <a:pt x="155877" y="8369"/>
                  </a:lnTo>
                  <a:lnTo>
                    <a:pt x="156744" y="7631"/>
                  </a:lnTo>
                  <a:lnTo>
                    <a:pt x="160868" y="5608"/>
                  </a:lnTo>
                  <a:lnTo>
                    <a:pt x="161918" y="4626"/>
                  </a:lnTo>
                  <a:lnTo>
                    <a:pt x="162542" y="3743"/>
                  </a:lnTo>
                  <a:lnTo>
                    <a:pt x="163698" y="3583"/>
                  </a:lnTo>
                  <a:lnTo>
                    <a:pt x="164962" y="3675"/>
                  </a:lnTo>
                  <a:lnTo>
                    <a:pt x="165760" y="3127"/>
                  </a:lnTo>
                  <a:lnTo>
                    <a:pt x="166658" y="2206"/>
                  </a:lnTo>
                  <a:lnTo>
                    <a:pt x="169519" y="966"/>
                  </a:lnTo>
                  <a:lnTo>
                    <a:pt x="172167" y="0"/>
                  </a:lnTo>
                  <a:lnTo>
                    <a:pt x="174952" y="403"/>
                  </a:lnTo>
                  <a:lnTo>
                    <a:pt x="177219" y="905"/>
                  </a:lnTo>
                  <a:lnTo>
                    <a:pt x="179075" y="149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86" name="Freeform: Shape 2185">
              <a:extLst>
                <a:ext uri="{FF2B5EF4-FFF2-40B4-BE49-F238E27FC236}">
                  <a16:creationId xmlns:a16="http://schemas.microsoft.com/office/drawing/2014/main" id="{18FFF1CA-E1DD-D879-2E90-A6307E1205A5}"/>
                </a:ext>
              </a:extLst>
            </p:cNvPr>
            <p:cNvSpPr/>
            <p:nvPr/>
          </p:nvSpPr>
          <p:spPr>
            <a:xfrm>
              <a:off x="9811530" y="4925983"/>
              <a:ext cx="159977" cy="184545"/>
            </a:xfrm>
            <a:custGeom>
              <a:avLst/>
              <a:gdLst>
                <a:gd name="csX0" fmla="*/ 159727 w 159977"/>
                <a:gd name="csY0" fmla="*/ 4443 h 184545"/>
                <a:gd name="csX1" fmla="*/ 159978 w 159977"/>
                <a:gd name="csY1" fmla="*/ 8149 h 184545"/>
                <a:gd name="csX2" fmla="*/ 158380 w 159977"/>
                <a:gd name="csY2" fmla="*/ 12760 h 184545"/>
                <a:gd name="csX3" fmla="*/ 157178 w 159977"/>
                <a:gd name="csY3" fmla="*/ 16214 h 184545"/>
                <a:gd name="csX4" fmla="*/ 154028 w 159977"/>
                <a:gd name="csY4" fmla="*/ 21920 h 184545"/>
                <a:gd name="csX5" fmla="*/ 151213 w 159977"/>
                <a:gd name="csY5" fmla="*/ 27033 h 184545"/>
                <a:gd name="csX6" fmla="*/ 148238 w 159977"/>
                <a:gd name="csY6" fmla="*/ 35555 h 184545"/>
                <a:gd name="csX7" fmla="*/ 148253 w 159977"/>
                <a:gd name="csY7" fmla="*/ 41786 h 184545"/>
                <a:gd name="csX8" fmla="*/ 147926 w 159977"/>
                <a:gd name="csY8" fmla="*/ 45705 h 184545"/>
                <a:gd name="csX9" fmla="*/ 146952 w 159977"/>
                <a:gd name="csY9" fmla="*/ 48101 h 184545"/>
                <a:gd name="csX10" fmla="*/ 144609 w 159977"/>
                <a:gd name="csY10" fmla="*/ 54546 h 184545"/>
                <a:gd name="csX11" fmla="*/ 144258 w 159977"/>
                <a:gd name="csY11" fmla="*/ 60092 h 184545"/>
                <a:gd name="csX12" fmla="*/ 145096 w 159977"/>
                <a:gd name="csY12" fmla="*/ 66872 h 184545"/>
                <a:gd name="csX13" fmla="*/ 144296 w 159977"/>
                <a:gd name="csY13" fmla="*/ 73301 h 184545"/>
                <a:gd name="csX14" fmla="*/ 141854 w 159977"/>
                <a:gd name="csY14" fmla="*/ 79372 h 184545"/>
                <a:gd name="csX15" fmla="*/ 140804 w 159977"/>
                <a:gd name="csY15" fmla="*/ 84151 h 184545"/>
                <a:gd name="csX16" fmla="*/ 141413 w 159977"/>
                <a:gd name="csY16" fmla="*/ 89910 h 184545"/>
                <a:gd name="csX17" fmla="*/ 136932 w 159977"/>
                <a:gd name="csY17" fmla="*/ 94704 h 184545"/>
                <a:gd name="csX18" fmla="*/ 131294 w 159977"/>
                <a:gd name="csY18" fmla="*/ 99467 h 184545"/>
                <a:gd name="csX19" fmla="*/ 127642 w 159977"/>
                <a:gd name="csY19" fmla="*/ 100844 h 184545"/>
                <a:gd name="csX20" fmla="*/ 124803 w 159977"/>
                <a:gd name="csY20" fmla="*/ 102449 h 184545"/>
                <a:gd name="csX21" fmla="*/ 122779 w 159977"/>
                <a:gd name="csY21" fmla="*/ 104268 h 184545"/>
                <a:gd name="csX22" fmla="*/ 122118 w 159977"/>
                <a:gd name="csY22" fmla="*/ 105257 h 184545"/>
                <a:gd name="csX23" fmla="*/ 120641 w 159977"/>
                <a:gd name="csY23" fmla="*/ 107463 h 184545"/>
                <a:gd name="csX24" fmla="*/ 117286 w 159977"/>
                <a:gd name="csY24" fmla="*/ 114303 h 184545"/>
                <a:gd name="csX25" fmla="*/ 115536 w 159977"/>
                <a:gd name="csY25" fmla="*/ 117301 h 184545"/>
                <a:gd name="csX26" fmla="*/ 113246 w 159977"/>
                <a:gd name="csY26" fmla="*/ 119865 h 184545"/>
                <a:gd name="csX27" fmla="*/ 109837 w 159977"/>
                <a:gd name="csY27" fmla="*/ 122992 h 184545"/>
                <a:gd name="csX28" fmla="*/ 108590 w 159977"/>
                <a:gd name="csY28" fmla="*/ 124468 h 184545"/>
                <a:gd name="csX29" fmla="*/ 108080 w 159977"/>
                <a:gd name="csY29" fmla="*/ 126614 h 184545"/>
                <a:gd name="csX30" fmla="*/ 108301 w 159977"/>
                <a:gd name="csY30" fmla="*/ 130555 h 184545"/>
                <a:gd name="csX31" fmla="*/ 108628 w 159977"/>
                <a:gd name="csY31" fmla="*/ 142569 h 184545"/>
                <a:gd name="csX32" fmla="*/ 108057 w 159977"/>
                <a:gd name="csY32" fmla="*/ 146054 h 184545"/>
                <a:gd name="csX33" fmla="*/ 107121 w 159977"/>
                <a:gd name="csY33" fmla="*/ 151783 h 184545"/>
                <a:gd name="csX34" fmla="*/ 103773 w 159977"/>
                <a:gd name="csY34" fmla="*/ 158205 h 184545"/>
                <a:gd name="csX35" fmla="*/ 101262 w 159977"/>
                <a:gd name="csY35" fmla="*/ 161773 h 184545"/>
                <a:gd name="csX36" fmla="*/ 98752 w 159977"/>
                <a:gd name="csY36" fmla="*/ 162869 h 184545"/>
                <a:gd name="csX37" fmla="*/ 95450 w 159977"/>
                <a:gd name="csY37" fmla="*/ 163835 h 184545"/>
                <a:gd name="csX38" fmla="*/ 93867 w 159977"/>
                <a:gd name="csY38" fmla="*/ 165045 h 184545"/>
                <a:gd name="csX39" fmla="*/ 92901 w 159977"/>
                <a:gd name="csY39" fmla="*/ 166833 h 184545"/>
                <a:gd name="csX40" fmla="*/ 91059 w 159977"/>
                <a:gd name="csY40" fmla="*/ 168385 h 184545"/>
                <a:gd name="csX41" fmla="*/ 88343 w 159977"/>
                <a:gd name="csY41" fmla="*/ 169717 h 184545"/>
                <a:gd name="csX42" fmla="*/ 84904 w 159977"/>
                <a:gd name="csY42" fmla="*/ 172980 h 184545"/>
                <a:gd name="csX43" fmla="*/ 80757 w 159977"/>
                <a:gd name="csY43" fmla="*/ 178185 h 184545"/>
                <a:gd name="csX44" fmla="*/ 77919 w 159977"/>
                <a:gd name="csY44" fmla="*/ 181167 h 184545"/>
                <a:gd name="csX45" fmla="*/ 76398 w 159977"/>
                <a:gd name="csY45" fmla="*/ 181936 h 184545"/>
                <a:gd name="csX46" fmla="*/ 74823 w 159977"/>
                <a:gd name="csY46" fmla="*/ 182004 h 184545"/>
                <a:gd name="csX47" fmla="*/ 73187 w 159977"/>
                <a:gd name="csY47" fmla="*/ 181380 h 184545"/>
                <a:gd name="csX48" fmla="*/ 71825 w 159977"/>
                <a:gd name="csY48" fmla="*/ 181297 h 184545"/>
                <a:gd name="csX49" fmla="*/ 71140 w 159977"/>
                <a:gd name="csY49" fmla="*/ 181578 h 184545"/>
                <a:gd name="csX50" fmla="*/ 70699 w 159977"/>
                <a:gd name="csY50" fmla="*/ 181350 h 184545"/>
                <a:gd name="csX51" fmla="*/ 70052 w 159977"/>
                <a:gd name="csY51" fmla="*/ 180863 h 184545"/>
                <a:gd name="csX52" fmla="*/ 70075 w 159977"/>
                <a:gd name="csY52" fmla="*/ 179661 h 184545"/>
                <a:gd name="csX53" fmla="*/ 69885 w 159977"/>
                <a:gd name="csY53" fmla="*/ 177675 h 184545"/>
                <a:gd name="csX54" fmla="*/ 69086 w 159977"/>
                <a:gd name="csY54" fmla="*/ 175628 h 184545"/>
                <a:gd name="csX55" fmla="*/ 70037 w 159977"/>
                <a:gd name="csY55" fmla="*/ 173985 h 184545"/>
                <a:gd name="csX56" fmla="*/ 70889 w 159977"/>
                <a:gd name="csY56" fmla="*/ 172737 h 184545"/>
                <a:gd name="csX57" fmla="*/ 70737 w 159977"/>
                <a:gd name="csY57" fmla="*/ 172083 h 184545"/>
                <a:gd name="csX58" fmla="*/ 69885 w 159977"/>
                <a:gd name="csY58" fmla="*/ 171040 h 184545"/>
                <a:gd name="csX59" fmla="*/ 68934 w 159977"/>
                <a:gd name="csY59" fmla="*/ 169541 h 184545"/>
                <a:gd name="csX60" fmla="*/ 68036 w 159977"/>
                <a:gd name="csY60" fmla="*/ 169648 h 184545"/>
                <a:gd name="csX61" fmla="*/ 66126 w 159977"/>
                <a:gd name="csY61" fmla="*/ 170789 h 184545"/>
                <a:gd name="csX62" fmla="*/ 64140 w 159977"/>
                <a:gd name="csY62" fmla="*/ 171687 h 184545"/>
                <a:gd name="csX63" fmla="*/ 62284 w 159977"/>
                <a:gd name="csY63" fmla="*/ 172060 h 184545"/>
                <a:gd name="csX64" fmla="*/ 60823 w 159977"/>
                <a:gd name="csY64" fmla="*/ 172988 h 184545"/>
                <a:gd name="csX65" fmla="*/ 60024 w 159977"/>
                <a:gd name="csY65" fmla="*/ 173490 h 184545"/>
                <a:gd name="csX66" fmla="*/ 58769 w 159977"/>
                <a:gd name="csY66" fmla="*/ 173490 h 184545"/>
                <a:gd name="csX67" fmla="*/ 58069 w 159977"/>
                <a:gd name="csY67" fmla="*/ 172935 h 184545"/>
                <a:gd name="csX68" fmla="*/ 56539 w 159977"/>
                <a:gd name="csY68" fmla="*/ 172402 h 184545"/>
                <a:gd name="csX69" fmla="*/ 55710 w 159977"/>
                <a:gd name="csY69" fmla="*/ 172585 h 184545"/>
                <a:gd name="csX70" fmla="*/ 55239 w 159977"/>
                <a:gd name="csY70" fmla="*/ 172843 h 184545"/>
                <a:gd name="csX71" fmla="*/ 55041 w 159977"/>
                <a:gd name="csY71" fmla="*/ 174731 h 184545"/>
                <a:gd name="csX72" fmla="*/ 54858 w 159977"/>
                <a:gd name="csY72" fmla="*/ 176328 h 184545"/>
                <a:gd name="csX73" fmla="*/ 54561 w 159977"/>
                <a:gd name="csY73" fmla="*/ 177827 h 184545"/>
                <a:gd name="csX74" fmla="*/ 54013 w 159977"/>
                <a:gd name="csY74" fmla="*/ 178527 h 184545"/>
                <a:gd name="csX75" fmla="*/ 51708 w 159977"/>
                <a:gd name="csY75" fmla="*/ 179273 h 184545"/>
                <a:gd name="csX76" fmla="*/ 50140 w 159977"/>
                <a:gd name="csY76" fmla="*/ 180300 h 184545"/>
                <a:gd name="csX77" fmla="*/ 48794 w 159977"/>
                <a:gd name="csY77" fmla="*/ 180992 h 184545"/>
                <a:gd name="csX78" fmla="*/ 47957 w 159977"/>
                <a:gd name="csY78" fmla="*/ 180817 h 184545"/>
                <a:gd name="csX79" fmla="*/ 46283 w 159977"/>
                <a:gd name="csY79" fmla="*/ 179455 h 184545"/>
                <a:gd name="csX80" fmla="*/ 44617 w 159977"/>
                <a:gd name="csY80" fmla="*/ 178192 h 184545"/>
                <a:gd name="csX81" fmla="*/ 43696 w 159977"/>
                <a:gd name="csY81" fmla="*/ 177127 h 184545"/>
                <a:gd name="csX82" fmla="*/ 43179 w 159977"/>
                <a:gd name="csY82" fmla="*/ 176366 h 184545"/>
                <a:gd name="csX83" fmla="*/ 42844 w 159977"/>
                <a:gd name="csY83" fmla="*/ 176032 h 184545"/>
                <a:gd name="csX84" fmla="*/ 41794 w 159977"/>
                <a:gd name="csY84" fmla="*/ 175978 h 184545"/>
                <a:gd name="csX85" fmla="*/ 41482 w 159977"/>
                <a:gd name="csY85" fmla="*/ 176678 h 184545"/>
                <a:gd name="csX86" fmla="*/ 40957 w 159977"/>
                <a:gd name="csY86" fmla="*/ 176351 h 184545"/>
                <a:gd name="csX87" fmla="*/ 39321 w 159977"/>
                <a:gd name="csY87" fmla="*/ 174913 h 184545"/>
                <a:gd name="csX88" fmla="*/ 37389 w 159977"/>
                <a:gd name="csY88" fmla="*/ 172646 h 184545"/>
                <a:gd name="csX89" fmla="*/ 36689 w 159977"/>
                <a:gd name="csY89" fmla="*/ 172296 h 184545"/>
                <a:gd name="csX90" fmla="*/ 35623 w 159977"/>
                <a:gd name="csY90" fmla="*/ 172334 h 184545"/>
                <a:gd name="csX91" fmla="*/ 33934 w 159977"/>
                <a:gd name="csY91" fmla="*/ 173171 h 184545"/>
                <a:gd name="csX92" fmla="*/ 32276 w 159977"/>
                <a:gd name="csY92" fmla="*/ 174472 h 184545"/>
                <a:gd name="csX93" fmla="*/ 29285 w 159977"/>
                <a:gd name="csY93" fmla="*/ 175674 h 184545"/>
                <a:gd name="csX94" fmla="*/ 26790 w 159977"/>
                <a:gd name="csY94" fmla="*/ 176344 h 184545"/>
                <a:gd name="csX95" fmla="*/ 26561 w 159977"/>
                <a:gd name="csY95" fmla="*/ 177165 h 184545"/>
                <a:gd name="csX96" fmla="*/ 25976 w 159977"/>
                <a:gd name="csY96" fmla="*/ 178580 h 184545"/>
                <a:gd name="csX97" fmla="*/ 25154 w 159977"/>
                <a:gd name="csY97" fmla="*/ 179463 h 184545"/>
                <a:gd name="csX98" fmla="*/ 22940 w 159977"/>
                <a:gd name="csY98" fmla="*/ 179737 h 184545"/>
                <a:gd name="csX99" fmla="*/ 22141 w 159977"/>
                <a:gd name="csY99" fmla="*/ 181000 h 184545"/>
                <a:gd name="csX100" fmla="*/ 20231 w 159977"/>
                <a:gd name="csY100" fmla="*/ 183435 h 184545"/>
                <a:gd name="csX101" fmla="*/ 18968 w 159977"/>
                <a:gd name="csY101" fmla="*/ 184546 h 184545"/>
                <a:gd name="csX102" fmla="*/ 18633 w 159977"/>
                <a:gd name="csY102" fmla="*/ 184074 h 184545"/>
                <a:gd name="csX103" fmla="*/ 17865 w 159977"/>
                <a:gd name="csY103" fmla="*/ 183480 h 184545"/>
                <a:gd name="csX104" fmla="*/ 16298 w 159977"/>
                <a:gd name="csY104" fmla="*/ 181594 h 184545"/>
                <a:gd name="csX105" fmla="*/ 14746 w 159977"/>
                <a:gd name="csY105" fmla="*/ 179242 h 184545"/>
                <a:gd name="csX106" fmla="*/ 14335 w 159977"/>
                <a:gd name="csY106" fmla="*/ 178177 h 184545"/>
                <a:gd name="csX107" fmla="*/ 13893 w 159977"/>
                <a:gd name="csY107" fmla="*/ 177568 h 184545"/>
                <a:gd name="csX108" fmla="*/ 13825 w 159977"/>
                <a:gd name="csY108" fmla="*/ 175210 h 184545"/>
                <a:gd name="csX109" fmla="*/ 11489 w 159977"/>
                <a:gd name="csY109" fmla="*/ 172410 h 184545"/>
                <a:gd name="csX110" fmla="*/ 5630 w 159977"/>
                <a:gd name="csY110" fmla="*/ 167434 h 184545"/>
                <a:gd name="csX111" fmla="*/ 5007 w 159977"/>
                <a:gd name="csY111" fmla="*/ 165950 h 184545"/>
                <a:gd name="csX112" fmla="*/ 0 w 159977"/>
                <a:gd name="csY112" fmla="*/ 161400 h 184545"/>
                <a:gd name="csX113" fmla="*/ 1278 w 159977"/>
                <a:gd name="csY113" fmla="*/ 158121 h 184545"/>
                <a:gd name="csX114" fmla="*/ 2229 w 159977"/>
                <a:gd name="csY114" fmla="*/ 156599 h 184545"/>
                <a:gd name="csX115" fmla="*/ 3378 w 159977"/>
                <a:gd name="csY115" fmla="*/ 155549 h 184545"/>
                <a:gd name="csX116" fmla="*/ 7989 w 159977"/>
                <a:gd name="csY116" fmla="*/ 152978 h 184545"/>
                <a:gd name="csX117" fmla="*/ 8689 w 159977"/>
                <a:gd name="csY117" fmla="*/ 153077 h 184545"/>
                <a:gd name="csX118" fmla="*/ 11869 w 159977"/>
                <a:gd name="csY118" fmla="*/ 156417 h 184545"/>
                <a:gd name="csX119" fmla="*/ 12881 w 159977"/>
                <a:gd name="csY119" fmla="*/ 156683 h 184545"/>
                <a:gd name="csX120" fmla="*/ 14015 w 159977"/>
                <a:gd name="csY120" fmla="*/ 156592 h 184545"/>
                <a:gd name="csX121" fmla="*/ 15354 w 159977"/>
                <a:gd name="csY121" fmla="*/ 156729 h 184545"/>
                <a:gd name="csX122" fmla="*/ 16016 w 159977"/>
                <a:gd name="csY122" fmla="*/ 156074 h 184545"/>
                <a:gd name="csX123" fmla="*/ 16115 w 159977"/>
                <a:gd name="csY123" fmla="*/ 155215 h 184545"/>
                <a:gd name="csX124" fmla="*/ 15149 w 159977"/>
                <a:gd name="csY124" fmla="*/ 154248 h 184545"/>
                <a:gd name="csX125" fmla="*/ 15004 w 159977"/>
                <a:gd name="csY125" fmla="*/ 153214 h 184545"/>
                <a:gd name="csX126" fmla="*/ 15689 w 159977"/>
                <a:gd name="csY126" fmla="*/ 152095 h 184545"/>
                <a:gd name="csX127" fmla="*/ 16069 w 159977"/>
                <a:gd name="csY127" fmla="*/ 150847 h 184545"/>
                <a:gd name="csX128" fmla="*/ 17066 w 159977"/>
                <a:gd name="csY128" fmla="*/ 149386 h 184545"/>
                <a:gd name="csX129" fmla="*/ 17173 w 159977"/>
                <a:gd name="csY129" fmla="*/ 148694 h 184545"/>
                <a:gd name="csX130" fmla="*/ 16123 w 159977"/>
                <a:gd name="csY130" fmla="*/ 147941 h 184545"/>
                <a:gd name="csX131" fmla="*/ 13969 w 159977"/>
                <a:gd name="csY131" fmla="*/ 146792 h 184545"/>
                <a:gd name="csX132" fmla="*/ 12501 w 159977"/>
                <a:gd name="csY132" fmla="*/ 145681 h 184545"/>
                <a:gd name="csX133" fmla="*/ 11938 w 159977"/>
                <a:gd name="csY133" fmla="*/ 144623 h 184545"/>
                <a:gd name="csX134" fmla="*/ 12341 w 159977"/>
                <a:gd name="csY134" fmla="*/ 143269 h 184545"/>
                <a:gd name="csX135" fmla="*/ 13520 w 159977"/>
                <a:gd name="csY135" fmla="*/ 142166 h 184545"/>
                <a:gd name="csX136" fmla="*/ 13452 w 159977"/>
                <a:gd name="csY136" fmla="*/ 141565 h 184545"/>
                <a:gd name="csX137" fmla="*/ 12410 w 159977"/>
                <a:gd name="csY137" fmla="*/ 140576 h 184545"/>
                <a:gd name="csX138" fmla="*/ 11649 w 159977"/>
                <a:gd name="csY138" fmla="*/ 139518 h 184545"/>
                <a:gd name="csX139" fmla="*/ 10873 w 159977"/>
                <a:gd name="csY139" fmla="*/ 138856 h 184545"/>
                <a:gd name="csX140" fmla="*/ 8704 w 159977"/>
                <a:gd name="csY140" fmla="*/ 138461 h 184545"/>
                <a:gd name="csX141" fmla="*/ 9123 w 159977"/>
                <a:gd name="csY141" fmla="*/ 137038 h 184545"/>
                <a:gd name="csX142" fmla="*/ 9914 w 159977"/>
                <a:gd name="csY142" fmla="*/ 134938 h 184545"/>
                <a:gd name="csX143" fmla="*/ 10112 w 159977"/>
                <a:gd name="csY143" fmla="*/ 133332 h 184545"/>
                <a:gd name="csX144" fmla="*/ 9511 w 159977"/>
                <a:gd name="csY144" fmla="*/ 129117 h 184545"/>
                <a:gd name="csX145" fmla="*/ 9556 w 159977"/>
                <a:gd name="csY145" fmla="*/ 128356 h 184545"/>
                <a:gd name="csX146" fmla="*/ 10150 w 159977"/>
                <a:gd name="csY146" fmla="*/ 127968 h 184545"/>
                <a:gd name="csX147" fmla="*/ 11436 w 159977"/>
                <a:gd name="csY147" fmla="*/ 128433 h 184545"/>
                <a:gd name="csX148" fmla="*/ 12737 w 159977"/>
                <a:gd name="csY148" fmla="*/ 129072 h 184545"/>
                <a:gd name="csX149" fmla="*/ 16282 w 159977"/>
                <a:gd name="csY149" fmla="*/ 128159 h 184545"/>
                <a:gd name="csX150" fmla="*/ 17515 w 159977"/>
                <a:gd name="csY150" fmla="*/ 128014 h 184545"/>
                <a:gd name="csX151" fmla="*/ 18542 w 159977"/>
                <a:gd name="csY151" fmla="*/ 128821 h 184545"/>
                <a:gd name="csX152" fmla="*/ 19950 w 159977"/>
                <a:gd name="csY152" fmla="*/ 129452 h 184545"/>
                <a:gd name="csX153" fmla="*/ 28106 w 159977"/>
                <a:gd name="csY153" fmla="*/ 127694 h 184545"/>
                <a:gd name="csX154" fmla="*/ 28266 w 159977"/>
                <a:gd name="csY154" fmla="*/ 125906 h 184545"/>
                <a:gd name="csX155" fmla="*/ 28730 w 159977"/>
                <a:gd name="csY155" fmla="*/ 124286 h 184545"/>
                <a:gd name="csX156" fmla="*/ 28791 w 159977"/>
                <a:gd name="csY156" fmla="*/ 123076 h 184545"/>
                <a:gd name="csX157" fmla="*/ 28456 w 159977"/>
                <a:gd name="csY157" fmla="*/ 122292 h 184545"/>
                <a:gd name="csX158" fmla="*/ 28053 w 159977"/>
                <a:gd name="csY158" fmla="*/ 121707 h 184545"/>
                <a:gd name="csX159" fmla="*/ 27809 w 159977"/>
                <a:gd name="csY159" fmla="*/ 120489 h 184545"/>
                <a:gd name="csX160" fmla="*/ 27802 w 159977"/>
                <a:gd name="csY160" fmla="*/ 119188 h 184545"/>
                <a:gd name="csX161" fmla="*/ 28586 w 159977"/>
                <a:gd name="csY161" fmla="*/ 118572 h 184545"/>
                <a:gd name="csX162" fmla="*/ 31188 w 159977"/>
                <a:gd name="csY162" fmla="*/ 117020 h 184545"/>
                <a:gd name="csX163" fmla="*/ 31994 w 159977"/>
                <a:gd name="csY163" fmla="*/ 117073 h 184545"/>
                <a:gd name="csX164" fmla="*/ 33812 w 159977"/>
                <a:gd name="csY164" fmla="*/ 117925 h 184545"/>
                <a:gd name="csX165" fmla="*/ 35517 w 159977"/>
                <a:gd name="csY165" fmla="*/ 119249 h 184545"/>
                <a:gd name="csX166" fmla="*/ 37039 w 159977"/>
                <a:gd name="csY166" fmla="*/ 122034 h 184545"/>
                <a:gd name="csX167" fmla="*/ 38081 w 159977"/>
                <a:gd name="csY167" fmla="*/ 124438 h 184545"/>
                <a:gd name="csX168" fmla="*/ 39762 w 159977"/>
                <a:gd name="csY168" fmla="*/ 127344 h 184545"/>
                <a:gd name="csX169" fmla="*/ 43316 w 159977"/>
                <a:gd name="csY169" fmla="*/ 128531 h 184545"/>
                <a:gd name="csX170" fmla="*/ 47561 w 159977"/>
                <a:gd name="csY170" fmla="*/ 129285 h 184545"/>
                <a:gd name="csX171" fmla="*/ 49859 w 159977"/>
                <a:gd name="csY171" fmla="*/ 129087 h 184545"/>
                <a:gd name="csX172" fmla="*/ 53139 w 159977"/>
                <a:gd name="csY172" fmla="*/ 126606 h 184545"/>
                <a:gd name="csX173" fmla="*/ 54995 w 159977"/>
                <a:gd name="csY173" fmla="*/ 124674 h 184545"/>
                <a:gd name="csX174" fmla="*/ 55596 w 159977"/>
                <a:gd name="csY174" fmla="*/ 123631 h 184545"/>
                <a:gd name="csX175" fmla="*/ 56676 w 159977"/>
                <a:gd name="csY175" fmla="*/ 124172 h 184545"/>
                <a:gd name="csX176" fmla="*/ 57901 w 159977"/>
                <a:gd name="csY176" fmla="*/ 126713 h 184545"/>
                <a:gd name="csX177" fmla="*/ 58685 w 159977"/>
                <a:gd name="csY177" fmla="*/ 127702 h 184545"/>
                <a:gd name="csX178" fmla="*/ 58883 w 159977"/>
                <a:gd name="csY178" fmla="*/ 128645 h 184545"/>
                <a:gd name="csX179" fmla="*/ 58335 w 159977"/>
                <a:gd name="csY179" fmla="*/ 129817 h 184545"/>
                <a:gd name="csX180" fmla="*/ 58868 w 159977"/>
                <a:gd name="csY180" fmla="*/ 130570 h 184545"/>
                <a:gd name="csX181" fmla="*/ 61150 w 159977"/>
                <a:gd name="csY181" fmla="*/ 131111 h 184545"/>
                <a:gd name="csX182" fmla="*/ 63151 w 159977"/>
                <a:gd name="csY182" fmla="*/ 130601 h 184545"/>
                <a:gd name="csX183" fmla="*/ 64049 w 159977"/>
                <a:gd name="csY183" fmla="*/ 129566 h 184545"/>
                <a:gd name="csX184" fmla="*/ 65548 w 159977"/>
                <a:gd name="csY184" fmla="*/ 128212 h 184545"/>
                <a:gd name="csX185" fmla="*/ 65563 w 159977"/>
                <a:gd name="csY185" fmla="*/ 127070 h 184545"/>
                <a:gd name="csX186" fmla="*/ 64757 w 159977"/>
                <a:gd name="csY186" fmla="*/ 126333 h 184545"/>
                <a:gd name="csX187" fmla="*/ 64757 w 159977"/>
                <a:gd name="csY187" fmla="*/ 125313 h 184545"/>
                <a:gd name="csX188" fmla="*/ 65593 w 159977"/>
                <a:gd name="csY188" fmla="*/ 124514 h 184545"/>
                <a:gd name="csX189" fmla="*/ 66400 w 159977"/>
                <a:gd name="csY189" fmla="*/ 122323 h 184545"/>
                <a:gd name="csX190" fmla="*/ 66651 w 159977"/>
                <a:gd name="csY190" fmla="*/ 120725 h 184545"/>
                <a:gd name="csX191" fmla="*/ 67442 w 159977"/>
                <a:gd name="csY191" fmla="*/ 119705 h 184545"/>
                <a:gd name="csX192" fmla="*/ 68941 w 159977"/>
                <a:gd name="csY192" fmla="*/ 118998 h 184545"/>
                <a:gd name="csX193" fmla="*/ 69481 w 159977"/>
                <a:gd name="csY193" fmla="*/ 118359 h 184545"/>
                <a:gd name="csX194" fmla="*/ 70319 w 159977"/>
                <a:gd name="csY194" fmla="*/ 114570 h 184545"/>
                <a:gd name="csX195" fmla="*/ 69885 w 159977"/>
                <a:gd name="csY195" fmla="*/ 113200 h 184545"/>
                <a:gd name="csX196" fmla="*/ 69885 w 159977"/>
                <a:gd name="csY196" fmla="*/ 112066 h 184545"/>
                <a:gd name="csX197" fmla="*/ 70836 w 159977"/>
                <a:gd name="csY197" fmla="*/ 110613 h 184545"/>
                <a:gd name="csX198" fmla="*/ 71011 w 159977"/>
                <a:gd name="csY198" fmla="*/ 108239 h 184545"/>
                <a:gd name="csX199" fmla="*/ 70608 w 159977"/>
                <a:gd name="csY199" fmla="*/ 104351 h 184545"/>
                <a:gd name="csX200" fmla="*/ 70341 w 159977"/>
                <a:gd name="csY200" fmla="*/ 101681 h 184545"/>
                <a:gd name="csX201" fmla="*/ 70052 w 159977"/>
                <a:gd name="csY201" fmla="*/ 98881 h 184545"/>
                <a:gd name="csX202" fmla="*/ 70783 w 159977"/>
                <a:gd name="csY202" fmla="*/ 95206 h 184545"/>
                <a:gd name="csX203" fmla="*/ 71543 w 159977"/>
                <a:gd name="csY203" fmla="*/ 91379 h 184545"/>
                <a:gd name="csX204" fmla="*/ 71407 w 159977"/>
                <a:gd name="csY204" fmla="*/ 90428 h 184545"/>
                <a:gd name="csX205" fmla="*/ 70349 w 159977"/>
                <a:gd name="csY205" fmla="*/ 89264 h 184545"/>
                <a:gd name="csX206" fmla="*/ 69048 w 159977"/>
                <a:gd name="csY206" fmla="*/ 88206 h 184545"/>
                <a:gd name="csX207" fmla="*/ 65700 w 159977"/>
                <a:gd name="csY207" fmla="*/ 87331 h 184545"/>
                <a:gd name="csX208" fmla="*/ 64452 w 159977"/>
                <a:gd name="csY208" fmla="*/ 85939 h 184545"/>
                <a:gd name="csX209" fmla="*/ 63478 w 159977"/>
                <a:gd name="csY209" fmla="*/ 84462 h 184545"/>
                <a:gd name="csX210" fmla="*/ 62771 w 159977"/>
                <a:gd name="csY210" fmla="*/ 83991 h 184545"/>
                <a:gd name="csX211" fmla="*/ 59104 w 159977"/>
                <a:gd name="csY211" fmla="*/ 83412 h 184545"/>
                <a:gd name="csX212" fmla="*/ 58297 w 159977"/>
                <a:gd name="csY212" fmla="*/ 82576 h 184545"/>
                <a:gd name="csX213" fmla="*/ 58624 w 159977"/>
                <a:gd name="csY213" fmla="*/ 80187 h 184545"/>
                <a:gd name="csX214" fmla="*/ 58951 w 159977"/>
                <a:gd name="csY214" fmla="*/ 76664 h 184545"/>
                <a:gd name="csX215" fmla="*/ 58822 w 159977"/>
                <a:gd name="csY215" fmla="*/ 74222 h 184545"/>
                <a:gd name="csX216" fmla="*/ 59469 w 159977"/>
                <a:gd name="csY216" fmla="*/ 72243 h 184545"/>
                <a:gd name="csX217" fmla="*/ 60207 w 159977"/>
                <a:gd name="csY217" fmla="*/ 70760 h 184545"/>
                <a:gd name="csX218" fmla="*/ 61827 w 159977"/>
                <a:gd name="csY218" fmla="*/ 69192 h 184545"/>
                <a:gd name="csX219" fmla="*/ 62679 w 159977"/>
                <a:gd name="csY219" fmla="*/ 67343 h 184545"/>
                <a:gd name="csX220" fmla="*/ 63151 w 159977"/>
                <a:gd name="csY220" fmla="*/ 66887 h 184545"/>
                <a:gd name="csX221" fmla="*/ 66218 w 159977"/>
                <a:gd name="csY221" fmla="*/ 66575 h 184545"/>
                <a:gd name="csX222" fmla="*/ 67328 w 159977"/>
                <a:gd name="csY222" fmla="*/ 65806 h 184545"/>
                <a:gd name="csX223" fmla="*/ 68203 w 159977"/>
                <a:gd name="csY223" fmla="*/ 65023 h 184545"/>
                <a:gd name="csX224" fmla="*/ 68576 w 159977"/>
                <a:gd name="csY224" fmla="*/ 63973 h 184545"/>
                <a:gd name="csX225" fmla="*/ 69626 w 159977"/>
                <a:gd name="csY225" fmla="*/ 62230 h 184545"/>
                <a:gd name="csX226" fmla="*/ 70555 w 159977"/>
                <a:gd name="csY226" fmla="*/ 61051 h 184545"/>
                <a:gd name="csX227" fmla="*/ 70661 w 159977"/>
                <a:gd name="csY227" fmla="*/ 60252 h 184545"/>
                <a:gd name="csX228" fmla="*/ 70463 w 159977"/>
                <a:gd name="csY228" fmla="*/ 59141 h 184545"/>
                <a:gd name="csX229" fmla="*/ 69535 w 159977"/>
                <a:gd name="csY229" fmla="*/ 56958 h 184545"/>
                <a:gd name="csX230" fmla="*/ 68424 w 159977"/>
                <a:gd name="csY230" fmla="*/ 55139 h 184545"/>
                <a:gd name="csX231" fmla="*/ 67754 w 159977"/>
                <a:gd name="csY231" fmla="*/ 54485 h 184545"/>
                <a:gd name="csX232" fmla="*/ 66400 w 159977"/>
                <a:gd name="csY232" fmla="*/ 50209 h 184545"/>
                <a:gd name="csX233" fmla="*/ 65144 w 159977"/>
                <a:gd name="csY233" fmla="*/ 49204 h 184545"/>
                <a:gd name="csX234" fmla="*/ 62695 w 159977"/>
                <a:gd name="csY234" fmla="*/ 48657 h 184545"/>
                <a:gd name="csX235" fmla="*/ 58107 w 159977"/>
                <a:gd name="csY235" fmla="*/ 48170 h 184545"/>
                <a:gd name="csX236" fmla="*/ 55330 w 159977"/>
                <a:gd name="csY236" fmla="*/ 48938 h 184545"/>
                <a:gd name="csX237" fmla="*/ 51107 w 159977"/>
                <a:gd name="csY237" fmla="*/ 50376 h 184545"/>
                <a:gd name="csX238" fmla="*/ 47881 w 159977"/>
                <a:gd name="csY238" fmla="*/ 51373 h 184545"/>
                <a:gd name="csX239" fmla="*/ 45781 w 159977"/>
                <a:gd name="csY239" fmla="*/ 51936 h 184545"/>
                <a:gd name="csX240" fmla="*/ 44548 w 159977"/>
                <a:gd name="csY240" fmla="*/ 51784 h 184545"/>
                <a:gd name="csX241" fmla="*/ 43985 w 159977"/>
                <a:gd name="csY241" fmla="*/ 51130 h 184545"/>
                <a:gd name="csX242" fmla="*/ 44807 w 159977"/>
                <a:gd name="csY242" fmla="*/ 50574 h 184545"/>
                <a:gd name="csX243" fmla="*/ 45210 w 159977"/>
                <a:gd name="csY243" fmla="*/ 49273 h 184545"/>
                <a:gd name="csX244" fmla="*/ 44685 w 159977"/>
                <a:gd name="csY244" fmla="*/ 47409 h 184545"/>
                <a:gd name="csX245" fmla="*/ 43871 w 159977"/>
                <a:gd name="csY245" fmla="*/ 45705 h 184545"/>
                <a:gd name="csX246" fmla="*/ 43407 w 159977"/>
                <a:gd name="csY246" fmla="*/ 43300 h 184545"/>
                <a:gd name="csX247" fmla="*/ 43605 w 159977"/>
                <a:gd name="csY247" fmla="*/ 40325 h 184545"/>
                <a:gd name="csX248" fmla="*/ 44396 w 159977"/>
                <a:gd name="csY248" fmla="*/ 37525 h 184545"/>
                <a:gd name="csX249" fmla="*/ 46093 w 159977"/>
                <a:gd name="csY249" fmla="*/ 33888 h 184545"/>
                <a:gd name="csX250" fmla="*/ 46199 w 159977"/>
                <a:gd name="csY250" fmla="*/ 32405 h 184545"/>
                <a:gd name="csX251" fmla="*/ 51320 w 159977"/>
                <a:gd name="csY251" fmla="*/ 32450 h 184545"/>
                <a:gd name="csX252" fmla="*/ 56433 w 159977"/>
                <a:gd name="csY252" fmla="*/ 32496 h 184545"/>
                <a:gd name="csX253" fmla="*/ 62018 w 159977"/>
                <a:gd name="csY253" fmla="*/ 32458 h 184545"/>
                <a:gd name="csX254" fmla="*/ 67412 w 159977"/>
                <a:gd name="csY254" fmla="*/ 32428 h 184545"/>
                <a:gd name="csX255" fmla="*/ 71619 w 159977"/>
                <a:gd name="csY255" fmla="*/ 32549 h 184545"/>
                <a:gd name="csX256" fmla="*/ 73643 w 159977"/>
                <a:gd name="csY256" fmla="*/ 31606 h 184545"/>
                <a:gd name="csX257" fmla="*/ 75569 w 159977"/>
                <a:gd name="csY257" fmla="*/ 33036 h 184545"/>
                <a:gd name="csX258" fmla="*/ 76512 w 159977"/>
                <a:gd name="csY258" fmla="*/ 33348 h 184545"/>
                <a:gd name="csX259" fmla="*/ 76831 w 159977"/>
                <a:gd name="csY259" fmla="*/ 33234 h 184545"/>
                <a:gd name="csX260" fmla="*/ 77570 w 159977"/>
                <a:gd name="csY260" fmla="*/ 34239 h 184545"/>
                <a:gd name="csX261" fmla="*/ 79966 w 159977"/>
                <a:gd name="csY261" fmla="*/ 34132 h 184545"/>
                <a:gd name="csX262" fmla="*/ 80347 w 159977"/>
                <a:gd name="csY262" fmla="*/ 34360 h 184545"/>
                <a:gd name="csX263" fmla="*/ 80552 w 159977"/>
                <a:gd name="csY263" fmla="*/ 35578 h 184545"/>
                <a:gd name="csX264" fmla="*/ 82774 w 159977"/>
                <a:gd name="csY264" fmla="*/ 35547 h 184545"/>
                <a:gd name="csX265" fmla="*/ 83870 w 159977"/>
                <a:gd name="csY265" fmla="*/ 35813 h 184545"/>
                <a:gd name="csX266" fmla="*/ 84759 w 159977"/>
                <a:gd name="csY266" fmla="*/ 35783 h 184545"/>
                <a:gd name="csX267" fmla="*/ 86053 w 159977"/>
                <a:gd name="csY267" fmla="*/ 35083 h 184545"/>
                <a:gd name="csX268" fmla="*/ 86981 w 159977"/>
                <a:gd name="csY268" fmla="*/ 35311 h 184545"/>
                <a:gd name="csX269" fmla="*/ 88670 w 159977"/>
                <a:gd name="csY269" fmla="*/ 36224 h 184545"/>
                <a:gd name="csX270" fmla="*/ 89872 w 159977"/>
                <a:gd name="csY270" fmla="*/ 37008 h 184545"/>
                <a:gd name="csX271" fmla="*/ 91554 w 159977"/>
                <a:gd name="csY271" fmla="*/ 36749 h 184545"/>
                <a:gd name="csX272" fmla="*/ 95450 w 159977"/>
                <a:gd name="csY272" fmla="*/ 36886 h 184545"/>
                <a:gd name="csX273" fmla="*/ 98470 w 159977"/>
                <a:gd name="csY273" fmla="*/ 37639 h 184545"/>
                <a:gd name="csX274" fmla="*/ 101460 w 159977"/>
                <a:gd name="csY274" fmla="*/ 39724 h 184545"/>
                <a:gd name="csX275" fmla="*/ 103461 w 159977"/>
                <a:gd name="csY275" fmla="*/ 40926 h 184545"/>
                <a:gd name="csX276" fmla="*/ 105257 w 159977"/>
                <a:gd name="csY276" fmla="*/ 42707 h 184545"/>
                <a:gd name="csX277" fmla="*/ 105919 w 159977"/>
                <a:gd name="csY277" fmla="*/ 42387 h 184545"/>
                <a:gd name="csX278" fmla="*/ 106543 w 159977"/>
                <a:gd name="csY278" fmla="*/ 41900 h 184545"/>
                <a:gd name="csX279" fmla="*/ 106893 w 159977"/>
                <a:gd name="csY279" fmla="*/ 41687 h 184545"/>
                <a:gd name="csX280" fmla="*/ 106870 w 159977"/>
                <a:gd name="csY280" fmla="*/ 40166 h 184545"/>
                <a:gd name="csX281" fmla="*/ 105866 w 159977"/>
                <a:gd name="csY281" fmla="*/ 37571 h 184545"/>
                <a:gd name="csX282" fmla="*/ 105478 w 159977"/>
                <a:gd name="csY282" fmla="*/ 35372 h 184545"/>
                <a:gd name="csX283" fmla="*/ 105698 w 159977"/>
                <a:gd name="csY283" fmla="*/ 33569 h 184545"/>
                <a:gd name="csX284" fmla="*/ 106459 w 159977"/>
                <a:gd name="csY284" fmla="*/ 32268 h 184545"/>
                <a:gd name="csX285" fmla="*/ 107760 w 159977"/>
                <a:gd name="csY285" fmla="*/ 31484 h 184545"/>
                <a:gd name="csX286" fmla="*/ 107890 w 159977"/>
                <a:gd name="csY286" fmla="*/ 30267 h 184545"/>
                <a:gd name="csX287" fmla="*/ 107905 w 159977"/>
                <a:gd name="csY287" fmla="*/ 30099 h 184545"/>
                <a:gd name="csX288" fmla="*/ 109366 w 159977"/>
                <a:gd name="csY288" fmla="*/ 27200 h 184545"/>
                <a:gd name="csX289" fmla="*/ 110811 w 159977"/>
                <a:gd name="csY289" fmla="*/ 24317 h 184545"/>
                <a:gd name="csX290" fmla="*/ 112554 w 159977"/>
                <a:gd name="csY290" fmla="*/ 20954 h 184545"/>
                <a:gd name="csX291" fmla="*/ 113992 w 159977"/>
                <a:gd name="csY291" fmla="*/ 18177 h 184545"/>
                <a:gd name="csX292" fmla="*/ 113801 w 159977"/>
                <a:gd name="csY292" fmla="*/ 16800 h 184545"/>
                <a:gd name="csX293" fmla="*/ 113946 w 159977"/>
                <a:gd name="csY293" fmla="*/ 14745 h 184545"/>
                <a:gd name="csX294" fmla="*/ 114243 w 159977"/>
                <a:gd name="csY294" fmla="*/ 12455 h 184545"/>
                <a:gd name="csX295" fmla="*/ 114167 w 159977"/>
                <a:gd name="csY295" fmla="*/ 11093 h 184545"/>
                <a:gd name="csX296" fmla="*/ 114585 w 159977"/>
                <a:gd name="csY296" fmla="*/ 10172 h 184545"/>
                <a:gd name="csX297" fmla="*/ 115582 w 159977"/>
                <a:gd name="csY297" fmla="*/ 6749 h 184545"/>
                <a:gd name="csX298" fmla="*/ 116168 w 159977"/>
                <a:gd name="csY298" fmla="*/ 4763 h 184545"/>
                <a:gd name="csX299" fmla="*/ 117027 w 159977"/>
                <a:gd name="csY299" fmla="*/ 3873 h 184545"/>
                <a:gd name="csX300" fmla="*/ 118367 w 159977"/>
                <a:gd name="csY300" fmla="*/ 3234 h 184545"/>
                <a:gd name="csX301" fmla="*/ 120314 w 159977"/>
                <a:gd name="csY301" fmla="*/ 3211 h 184545"/>
                <a:gd name="csX302" fmla="*/ 125397 w 159977"/>
                <a:gd name="csY302" fmla="*/ 2777 h 184545"/>
                <a:gd name="csX303" fmla="*/ 130145 w 159977"/>
                <a:gd name="csY303" fmla="*/ 1887 h 184545"/>
                <a:gd name="csX304" fmla="*/ 131719 w 159977"/>
                <a:gd name="csY304" fmla="*/ 1491 h 184545"/>
                <a:gd name="csX305" fmla="*/ 134695 w 159977"/>
                <a:gd name="csY305" fmla="*/ 61 h 184545"/>
                <a:gd name="csX306" fmla="*/ 135844 w 159977"/>
                <a:gd name="csY306" fmla="*/ 0 h 184545"/>
                <a:gd name="csX307" fmla="*/ 136825 w 159977"/>
                <a:gd name="csY307" fmla="*/ 548 h 184545"/>
                <a:gd name="csX308" fmla="*/ 142562 w 159977"/>
                <a:gd name="csY308" fmla="*/ 2191 h 184545"/>
                <a:gd name="csX309" fmla="*/ 144137 w 159977"/>
                <a:gd name="csY309" fmla="*/ 2838 h 184545"/>
                <a:gd name="csX310" fmla="*/ 144715 w 159977"/>
                <a:gd name="csY310" fmla="*/ 2739 h 184545"/>
                <a:gd name="csX311" fmla="*/ 145582 w 159977"/>
                <a:gd name="csY311" fmla="*/ 2884 h 184545"/>
                <a:gd name="csX312" fmla="*/ 146929 w 159977"/>
                <a:gd name="csY312" fmla="*/ 2899 h 184545"/>
                <a:gd name="csX313" fmla="*/ 148238 w 159977"/>
                <a:gd name="csY313" fmla="*/ 2701 h 184545"/>
                <a:gd name="csX314" fmla="*/ 149075 w 159977"/>
                <a:gd name="csY314" fmla="*/ 2899 h 184545"/>
                <a:gd name="csX315" fmla="*/ 150132 w 159977"/>
                <a:gd name="csY315" fmla="*/ 3987 h 184545"/>
                <a:gd name="csX316" fmla="*/ 150840 w 159977"/>
                <a:gd name="csY316" fmla="*/ 3865 h 184545"/>
                <a:gd name="csX317" fmla="*/ 151761 w 159977"/>
                <a:gd name="csY317" fmla="*/ 3074 h 184545"/>
                <a:gd name="csX318" fmla="*/ 153488 w 159977"/>
                <a:gd name="csY318" fmla="*/ 2267 h 184545"/>
                <a:gd name="csX319" fmla="*/ 156828 w 159977"/>
                <a:gd name="csY319" fmla="*/ 1369 h 184545"/>
                <a:gd name="csX320" fmla="*/ 157368 w 159977"/>
                <a:gd name="csY320" fmla="*/ 1773 h 184545"/>
                <a:gd name="csX321" fmla="*/ 158524 w 159977"/>
                <a:gd name="csY321" fmla="*/ 3766 h 1845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Lst>
              <a:rect l="l" t="t" r="r" b="b"/>
              <a:pathLst>
                <a:path w="159977" h="184545">
                  <a:moveTo>
                    <a:pt x="159727" y="4443"/>
                  </a:moveTo>
                  <a:lnTo>
                    <a:pt x="159978" y="8149"/>
                  </a:lnTo>
                  <a:lnTo>
                    <a:pt x="158380" y="12760"/>
                  </a:lnTo>
                  <a:lnTo>
                    <a:pt x="157178" y="16214"/>
                  </a:lnTo>
                  <a:lnTo>
                    <a:pt x="154028" y="21920"/>
                  </a:lnTo>
                  <a:lnTo>
                    <a:pt x="151213" y="27033"/>
                  </a:lnTo>
                  <a:lnTo>
                    <a:pt x="148238" y="35555"/>
                  </a:lnTo>
                  <a:lnTo>
                    <a:pt x="148253" y="41786"/>
                  </a:lnTo>
                  <a:lnTo>
                    <a:pt x="147926" y="45705"/>
                  </a:lnTo>
                  <a:lnTo>
                    <a:pt x="146952" y="48101"/>
                  </a:lnTo>
                  <a:lnTo>
                    <a:pt x="144609" y="54546"/>
                  </a:lnTo>
                  <a:lnTo>
                    <a:pt x="144258" y="60092"/>
                  </a:lnTo>
                  <a:lnTo>
                    <a:pt x="145096" y="66872"/>
                  </a:lnTo>
                  <a:lnTo>
                    <a:pt x="144296" y="73301"/>
                  </a:lnTo>
                  <a:lnTo>
                    <a:pt x="141854" y="79372"/>
                  </a:lnTo>
                  <a:lnTo>
                    <a:pt x="140804" y="84151"/>
                  </a:lnTo>
                  <a:lnTo>
                    <a:pt x="141413" y="89910"/>
                  </a:lnTo>
                  <a:lnTo>
                    <a:pt x="136932" y="94704"/>
                  </a:lnTo>
                  <a:lnTo>
                    <a:pt x="131294" y="99467"/>
                  </a:lnTo>
                  <a:lnTo>
                    <a:pt x="127642" y="100844"/>
                  </a:lnTo>
                  <a:lnTo>
                    <a:pt x="124803" y="102449"/>
                  </a:lnTo>
                  <a:lnTo>
                    <a:pt x="122779" y="104268"/>
                  </a:lnTo>
                  <a:lnTo>
                    <a:pt x="122118" y="105257"/>
                  </a:lnTo>
                  <a:lnTo>
                    <a:pt x="120641" y="107463"/>
                  </a:lnTo>
                  <a:lnTo>
                    <a:pt x="117286" y="114303"/>
                  </a:lnTo>
                  <a:lnTo>
                    <a:pt x="115536" y="117301"/>
                  </a:lnTo>
                  <a:lnTo>
                    <a:pt x="113246" y="119865"/>
                  </a:lnTo>
                  <a:lnTo>
                    <a:pt x="109837" y="122992"/>
                  </a:lnTo>
                  <a:lnTo>
                    <a:pt x="108590" y="124468"/>
                  </a:lnTo>
                  <a:lnTo>
                    <a:pt x="108080" y="126614"/>
                  </a:lnTo>
                  <a:lnTo>
                    <a:pt x="108301" y="130555"/>
                  </a:lnTo>
                  <a:lnTo>
                    <a:pt x="108628" y="142569"/>
                  </a:lnTo>
                  <a:lnTo>
                    <a:pt x="108057" y="146054"/>
                  </a:lnTo>
                  <a:lnTo>
                    <a:pt x="107121" y="151783"/>
                  </a:lnTo>
                  <a:lnTo>
                    <a:pt x="103773" y="158205"/>
                  </a:lnTo>
                  <a:lnTo>
                    <a:pt x="101262" y="161773"/>
                  </a:lnTo>
                  <a:lnTo>
                    <a:pt x="98752" y="162869"/>
                  </a:lnTo>
                  <a:lnTo>
                    <a:pt x="95450" y="163835"/>
                  </a:lnTo>
                  <a:lnTo>
                    <a:pt x="93867" y="165045"/>
                  </a:lnTo>
                  <a:lnTo>
                    <a:pt x="92901" y="166833"/>
                  </a:lnTo>
                  <a:lnTo>
                    <a:pt x="91059" y="168385"/>
                  </a:lnTo>
                  <a:lnTo>
                    <a:pt x="88343" y="169717"/>
                  </a:lnTo>
                  <a:lnTo>
                    <a:pt x="84904" y="172980"/>
                  </a:lnTo>
                  <a:lnTo>
                    <a:pt x="80757" y="178185"/>
                  </a:lnTo>
                  <a:lnTo>
                    <a:pt x="77919" y="181167"/>
                  </a:lnTo>
                  <a:lnTo>
                    <a:pt x="76398" y="181936"/>
                  </a:lnTo>
                  <a:lnTo>
                    <a:pt x="74823" y="182004"/>
                  </a:lnTo>
                  <a:lnTo>
                    <a:pt x="73187" y="181380"/>
                  </a:lnTo>
                  <a:lnTo>
                    <a:pt x="71825" y="181297"/>
                  </a:lnTo>
                  <a:lnTo>
                    <a:pt x="71140" y="181578"/>
                  </a:lnTo>
                  <a:lnTo>
                    <a:pt x="70699" y="181350"/>
                  </a:lnTo>
                  <a:lnTo>
                    <a:pt x="70052" y="180863"/>
                  </a:lnTo>
                  <a:lnTo>
                    <a:pt x="70075" y="179661"/>
                  </a:lnTo>
                  <a:lnTo>
                    <a:pt x="69885" y="177675"/>
                  </a:lnTo>
                  <a:lnTo>
                    <a:pt x="69086" y="175628"/>
                  </a:lnTo>
                  <a:lnTo>
                    <a:pt x="70037" y="173985"/>
                  </a:lnTo>
                  <a:lnTo>
                    <a:pt x="70889" y="172737"/>
                  </a:lnTo>
                  <a:lnTo>
                    <a:pt x="70737" y="172083"/>
                  </a:lnTo>
                  <a:lnTo>
                    <a:pt x="69885" y="171040"/>
                  </a:lnTo>
                  <a:lnTo>
                    <a:pt x="68934" y="169541"/>
                  </a:lnTo>
                  <a:lnTo>
                    <a:pt x="68036" y="169648"/>
                  </a:lnTo>
                  <a:lnTo>
                    <a:pt x="66126" y="170789"/>
                  </a:lnTo>
                  <a:lnTo>
                    <a:pt x="64140" y="171687"/>
                  </a:lnTo>
                  <a:lnTo>
                    <a:pt x="62284" y="172060"/>
                  </a:lnTo>
                  <a:lnTo>
                    <a:pt x="60823" y="172988"/>
                  </a:lnTo>
                  <a:lnTo>
                    <a:pt x="60024" y="173490"/>
                  </a:lnTo>
                  <a:lnTo>
                    <a:pt x="58769" y="173490"/>
                  </a:lnTo>
                  <a:lnTo>
                    <a:pt x="58069" y="172935"/>
                  </a:lnTo>
                  <a:lnTo>
                    <a:pt x="56539" y="172402"/>
                  </a:lnTo>
                  <a:lnTo>
                    <a:pt x="55710" y="172585"/>
                  </a:lnTo>
                  <a:lnTo>
                    <a:pt x="55239" y="172843"/>
                  </a:lnTo>
                  <a:lnTo>
                    <a:pt x="55041" y="174731"/>
                  </a:lnTo>
                  <a:lnTo>
                    <a:pt x="54858" y="176328"/>
                  </a:lnTo>
                  <a:lnTo>
                    <a:pt x="54561" y="177827"/>
                  </a:lnTo>
                  <a:lnTo>
                    <a:pt x="54013" y="178527"/>
                  </a:lnTo>
                  <a:lnTo>
                    <a:pt x="51708" y="179273"/>
                  </a:lnTo>
                  <a:lnTo>
                    <a:pt x="50140" y="180300"/>
                  </a:lnTo>
                  <a:lnTo>
                    <a:pt x="48794" y="180992"/>
                  </a:lnTo>
                  <a:lnTo>
                    <a:pt x="47957" y="180817"/>
                  </a:lnTo>
                  <a:lnTo>
                    <a:pt x="46283" y="179455"/>
                  </a:lnTo>
                  <a:lnTo>
                    <a:pt x="44617" y="178192"/>
                  </a:lnTo>
                  <a:lnTo>
                    <a:pt x="43696" y="177127"/>
                  </a:lnTo>
                  <a:lnTo>
                    <a:pt x="43179" y="176366"/>
                  </a:lnTo>
                  <a:lnTo>
                    <a:pt x="42844" y="176032"/>
                  </a:lnTo>
                  <a:lnTo>
                    <a:pt x="41794" y="175978"/>
                  </a:lnTo>
                  <a:lnTo>
                    <a:pt x="41482" y="176678"/>
                  </a:lnTo>
                  <a:lnTo>
                    <a:pt x="40957" y="176351"/>
                  </a:lnTo>
                  <a:lnTo>
                    <a:pt x="39321" y="174913"/>
                  </a:lnTo>
                  <a:lnTo>
                    <a:pt x="37389" y="172646"/>
                  </a:lnTo>
                  <a:lnTo>
                    <a:pt x="36689" y="172296"/>
                  </a:lnTo>
                  <a:lnTo>
                    <a:pt x="35623" y="172334"/>
                  </a:lnTo>
                  <a:lnTo>
                    <a:pt x="33934" y="173171"/>
                  </a:lnTo>
                  <a:lnTo>
                    <a:pt x="32276" y="174472"/>
                  </a:lnTo>
                  <a:lnTo>
                    <a:pt x="29285" y="175674"/>
                  </a:lnTo>
                  <a:lnTo>
                    <a:pt x="26790" y="176344"/>
                  </a:lnTo>
                  <a:lnTo>
                    <a:pt x="26561" y="177165"/>
                  </a:lnTo>
                  <a:lnTo>
                    <a:pt x="25976" y="178580"/>
                  </a:lnTo>
                  <a:lnTo>
                    <a:pt x="25154" y="179463"/>
                  </a:lnTo>
                  <a:lnTo>
                    <a:pt x="22940" y="179737"/>
                  </a:lnTo>
                  <a:lnTo>
                    <a:pt x="22141" y="181000"/>
                  </a:lnTo>
                  <a:lnTo>
                    <a:pt x="20231" y="183435"/>
                  </a:lnTo>
                  <a:lnTo>
                    <a:pt x="18968" y="184546"/>
                  </a:lnTo>
                  <a:lnTo>
                    <a:pt x="18633" y="184074"/>
                  </a:lnTo>
                  <a:lnTo>
                    <a:pt x="17865" y="183480"/>
                  </a:lnTo>
                  <a:lnTo>
                    <a:pt x="16298" y="181594"/>
                  </a:lnTo>
                  <a:lnTo>
                    <a:pt x="14746" y="179242"/>
                  </a:lnTo>
                  <a:lnTo>
                    <a:pt x="14335" y="178177"/>
                  </a:lnTo>
                  <a:lnTo>
                    <a:pt x="13893" y="177568"/>
                  </a:lnTo>
                  <a:lnTo>
                    <a:pt x="13825" y="175210"/>
                  </a:lnTo>
                  <a:lnTo>
                    <a:pt x="11489" y="172410"/>
                  </a:lnTo>
                  <a:lnTo>
                    <a:pt x="5630" y="167434"/>
                  </a:lnTo>
                  <a:lnTo>
                    <a:pt x="5007" y="165950"/>
                  </a:lnTo>
                  <a:lnTo>
                    <a:pt x="0" y="161400"/>
                  </a:lnTo>
                  <a:lnTo>
                    <a:pt x="1278" y="158121"/>
                  </a:lnTo>
                  <a:lnTo>
                    <a:pt x="2229" y="156599"/>
                  </a:lnTo>
                  <a:lnTo>
                    <a:pt x="3378" y="155549"/>
                  </a:lnTo>
                  <a:lnTo>
                    <a:pt x="7989" y="152978"/>
                  </a:lnTo>
                  <a:lnTo>
                    <a:pt x="8689" y="153077"/>
                  </a:lnTo>
                  <a:lnTo>
                    <a:pt x="11869" y="156417"/>
                  </a:lnTo>
                  <a:lnTo>
                    <a:pt x="12881" y="156683"/>
                  </a:lnTo>
                  <a:lnTo>
                    <a:pt x="14015" y="156592"/>
                  </a:lnTo>
                  <a:lnTo>
                    <a:pt x="15354" y="156729"/>
                  </a:lnTo>
                  <a:lnTo>
                    <a:pt x="16016" y="156074"/>
                  </a:lnTo>
                  <a:lnTo>
                    <a:pt x="16115" y="155215"/>
                  </a:lnTo>
                  <a:lnTo>
                    <a:pt x="15149" y="154248"/>
                  </a:lnTo>
                  <a:lnTo>
                    <a:pt x="15004" y="153214"/>
                  </a:lnTo>
                  <a:lnTo>
                    <a:pt x="15689" y="152095"/>
                  </a:lnTo>
                  <a:lnTo>
                    <a:pt x="16069" y="150847"/>
                  </a:lnTo>
                  <a:lnTo>
                    <a:pt x="17066" y="149386"/>
                  </a:lnTo>
                  <a:lnTo>
                    <a:pt x="17173" y="148694"/>
                  </a:lnTo>
                  <a:lnTo>
                    <a:pt x="16123" y="147941"/>
                  </a:lnTo>
                  <a:lnTo>
                    <a:pt x="13969" y="146792"/>
                  </a:lnTo>
                  <a:lnTo>
                    <a:pt x="12501" y="145681"/>
                  </a:lnTo>
                  <a:lnTo>
                    <a:pt x="11938" y="144623"/>
                  </a:lnTo>
                  <a:lnTo>
                    <a:pt x="12341" y="143269"/>
                  </a:lnTo>
                  <a:lnTo>
                    <a:pt x="13520" y="142166"/>
                  </a:lnTo>
                  <a:lnTo>
                    <a:pt x="13452" y="141565"/>
                  </a:lnTo>
                  <a:lnTo>
                    <a:pt x="12410" y="140576"/>
                  </a:lnTo>
                  <a:lnTo>
                    <a:pt x="11649" y="139518"/>
                  </a:lnTo>
                  <a:lnTo>
                    <a:pt x="10873" y="138856"/>
                  </a:lnTo>
                  <a:lnTo>
                    <a:pt x="8704" y="138461"/>
                  </a:lnTo>
                  <a:lnTo>
                    <a:pt x="9123" y="137038"/>
                  </a:lnTo>
                  <a:lnTo>
                    <a:pt x="9914" y="134938"/>
                  </a:lnTo>
                  <a:lnTo>
                    <a:pt x="10112" y="133332"/>
                  </a:lnTo>
                  <a:lnTo>
                    <a:pt x="9511" y="129117"/>
                  </a:lnTo>
                  <a:lnTo>
                    <a:pt x="9556" y="128356"/>
                  </a:lnTo>
                  <a:lnTo>
                    <a:pt x="10150" y="127968"/>
                  </a:lnTo>
                  <a:lnTo>
                    <a:pt x="11436" y="128433"/>
                  </a:lnTo>
                  <a:lnTo>
                    <a:pt x="12737" y="129072"/>
                  </a:lnTo>
                  <a:lnTo>
                    <a:pt x="16282" y="128159"/>
                  </a:lnTo>
                  <a:lnTo>
                    <a:pt x="17515" y="128014"/>
                  </a:lnTo>
                  <a:lnTo>
                    <a:pt x="18542" y="128821"/>
                  </a:lnTo>
                  <a:lnTo>
                    <a:pt x="19950" y="129452"/>
                  </a:lnTo>
                  <a:lnTo>
                    <a:pt x="28106" y="127694"/>
                  </a:lnTo>
                  <a:lnTo>
                    <a:pt x="28266" y="125906"/>
                  </a:lnTo>
                  <a:lnTo>
                    <a:pt x="28730" y="124286"/>
                  </a:lnTo>
                  <a:lnTo>
                    <a:pt x="28791" y="123076"/>
                  </a:lnTo>
                  <a:lnTo>
                    <a:pt x="28456" y="122292"/>
                  </a:lnTo>
                  <a:lnTo>
                    <a:pt x="28053" y="121707"/>
                  </a:lnTo>
                  <a:lnTo>
                    <a:pt x="27809" y="120489"/>
                  </a:lnTo>
                  <a:lnTo>
                    <a:pt x="27802" y="119188"/>
                  </a:lnTo>
                  <a:lnTo>
                    <a:pt x="28586" y="118572"/>
                  </a:lnTo>
                  <a:lnTo>
                    <a:pt x="31188" y="117020"/>
                  </a:lnTo>
                  <a:lnTo>
                    <a:pt x="31994" y="117073"/>
                  </a:lnTo>
                  <a:lnTo>
                    <a:pt x="33812" y="117925"/>
                  </a:lnTo>
                  <a:lnTo>
                    <a:pt x="35517" y="119249"/>
                  </a:lnTo>
                  <a:lnTo>
                    <a:pt x="37039" y="122034"/>
                  </a:lnTo>
                  <a:lnTo>
                    <a:pt x="38081" y="124438"/>
                  </a:lnTo>
                  <a:lnTo>
                    <a:pt x="39762" y="127344"/>
                  </a:lnTo>
                  <a:lnTo>
                    <a:pt x="43316" y="128531"/>
                  </a:lnTo>
                  <a:lnTo>
                    <a:pt x="47561" y="129285"/>
                  </a:lnTo>
                  <a:lnTo>
                    <a:pt x="49859" y="129087"/>
                  </a:lnTo>
                  <a:lnTo>
                    <a:pt x="53139" y="126606"/>
                  </a:lnTo>
                  <a:lnTo>
                    <a:pt x="54995" y="124674"/>
                  </a:lnTo>
                  <a:lnTo>
                    <a:pt x="55596" y="123631"/>
                  </a:lnTo>
                  <a:lnTo>
                    <a:pt x="56676" y="124172"/>
                  </a:lnTo>
                  <a:lnTo>
                    <a:pt x="57901" y="126713"/>
                  </a:lnTo>
                  <a:lnTo>
                    <a:pt x="58685" y="127702"/>
                  </a:lnTo>
                  <a:lnTo>
                    <a:pt x="58883" y="128645"/>
                  </a:lnTo>
                  <a:lnTo>
                    <a:pt x="58335" y="129817"/>
                  </a:lnTo>
                  <a:lnTo>
                    <a:pt x="58868" y="130570"/>
                  </a:lnTo>
                  <a:lnTo>
                    <a:pt x="61150" y="131111"/>
                  </a:lnTo>
                  <a:lnTo>
                    <a:pt x="63151" y="130601"/>
                  </a:lnTo>
                  <a:lnTo>
                    <a:pt x="64049" y="129566"/>
                  </a:lnTo>
                  <a:lnTo>
                    <a:pt x="65548" y="128212"/>
                  </a:lnTo>
                  <a:lnTo>
                    <a:pt x="65563" y="127070"/>
                  </a:lnTo>
                  <a:lnTo>
                    <a:pt x="64757" y="126333"/>
                  </a:lnTo>
                  <a:lnTo>
                    <a:pt x="64757" y="125313"/>
                  </a:lnTo>
                  <a:lnTo>
                    <a:pt x="65593" y="124514"/>
                  </a:lnTo>
                  <a:lnTo>
                    <a:pt x="66400" y="122323"/>
                  </a:lnTo>
                  <a:lnTo>
                    <a:pt x="66651" y="120725"/>
                  </a:lnTo>
                  <a:lnTo>
                    <a:pt x="67442" y="119705"/>
                  </a:lnTo>
                  <a:lnTo>
                    <a:pt x="68941" y="118998"/>
                  </a:lnTo>
                  <a:lnTo>
                    <a:pt x="69481" y="118359"/>
                  </a:lnTo>
                  <a:lnTo>
                    <a:pt x="70319" y="114570"/>
                  </a:lnTo>
                  <a:lnTo>
                    <a:pt x="69885" y="113200"/>
                  </a:lnTo>
                  <a:lnTo>
                    <a:pt x="69885" y="112066"/>
                  </a:lnTo>
                  <a:lnTo>
                    <a:pt x="70836" y="110613"/>
                  </a:lnTo>
                  <a:lnTo>
                    <a:pt x="71011" y="108239"/>
                  </a:lnTo>
                  <a:lnTo>
                    <a:pt x="70608" y="104351"/>
                  </a:lnTo>
                  <a:lnTo>
                    <a:pt x="70341" y="101681"/>
                  </a:lnTo>
                  <a:lnTo>
                    <a:pt x="70052" y="98881"/>
                  </a:lnTo>
                  <a:lnTo>
                    <a:pt x="70783" y="95206"/>
                  </a:lnTo>
                  <a:lnTo>
                    <a:pt x="71543" y="91379"/>
                  </a:lnTo>
                  <a:lnTo>
                    <a:pt x="71407" y="90428"/>
                  </a:lnTo>
                  <a:lnTo>
                    <a:pt x="70349" y="89264"/>
                  </a:lnTo>
                  <a:lnTo>
                    <a:pt x="69048" y="88206"/>
                  </a:lnTo>
                  <a:lnTo>
                    <a:pt x="65700" y="87331"/>
                  </a:lnTo>
                  <a:lnTo>
                    <a:pt x="64452" y="85939"/>
                  </a:lnTo>
                  <a:lnTo>
                    <a:pt x="63478" y="84462"/>
                  </a:lnTo>
                  <a:lnTo>
                    <a:pt x="62771" y="83991"/>
                  </a:lnTo>
                  <a:lnTo>
                    <a:pt x="59104" y="83412"/>
                  </a:lnTo>
                  <a:lnTo>
                    <a:pt x="58297" y="82576"/>
                  </a:lnTo>
                  <a:lnTo>
                    <a:pt x="58624" y="80187"/>
                  </a:lnTo>
                  <a:lnTo>
                    <a:pt x="58951" y="76664"/>
                  </a:lnTo>
                  <a:lnTo>
                    <a:pt x="58822" y="74222"/>
                  </a:lnTo>
                  <a:lnTo>
                    <a:pt x="59469" y="72243"/>
                  </a:lnTo>
                  <a:lnTo>
                    <a:pt x="60207" y="70760"/>
                  </a:lnTo>
                  <a:lnTo>
                    <a:pt x="61827" y="69192"/>
                  </a:lnTo>
                  <a:lnTo>
                    <a:pt x="62679" y="67343"/>
                  </a:lnTo>
                  <a:lnTo>
                    <a:pt x="63151" y="66887"/>
                  </a:lnTo>
                  <a:lnTo>
                    <a:pt x="66218" y="66575"/>
                  </a:lnTo>
                  <a:lnTo>
                    <a:pt x="67328" y="65806"/>
                  </a:lnTo>
                  <a:lnTo>
                    <a:pt x="68203" y="65023"/>
                  </a:lnTo>
                  <a:lnTo>
                    <a:pt x="68576" y="63973"/>
                  </a:lnTo>
                  <a:lnTo>
                    <a:pt x="69626" y="62230"/>
                  </a:lnTo>
                  <a:lnTo>
                    <a:pt x="70555" y="61051"/>
                  </a:lnTo>
                  <a:lnTo>
                    <a:pt x="70661" y="60252"/>
                  </a:lnTo>
                  <a:lnTo>
                    <a:pt x="70463" y="59141"/>
                  </a:lnTo>
                  <a:lnTo>
                    <a:pt x="69535" y="56958"/>
                  </a:lnTo>
                  <a:lnTo>
                    <a:pt x="68424" y="55139"/>
                  </a:lnTo>
                  <a:lnTo>
                    <a:pt x="67754" y="54485"/>
                  </a:lnTo>
                  <a:lnTo>
                    <a:pt x="66400" y="50209"/>
                  </a:lnTo>
                  <a:lnTo>
                    <a:pt x="65144" y="49204"/>
                  </a:lnTo>
                  <a:lnTo>
                    <a:pt x="62695" y="48657"/>
                  </a:lnTo>
                  <a:lnTo>
                    <a:pt x="58107" y="48170"/>
                  </a:lnTo>
                  <a:lnTo>
                    <a:pt x="55330" y="48938"/>
                  </a:lnTo>
                  <a:lnTo>
                    <a:pt x="51107" y="50376"/>
                  </a:lnTo>
                  <a:lnTo>
                    <a:pt x="47881" y="51373"/>
                  </a:lnTo>
                  <a:lnTo>
                    <a:pt x="45781" y="51936"/>
                  </a:lnTo>
                  <a:lnTo>
                    <a:pt x="44548" y="51784"/>
                  </a:lnTo>
                  <a:lnTo>
                    <a:pt x="43985" y="51130"/>
                  </a:lnTo>
                  <a:lnTo>
                    <a:pt x="44807" y="50574"/>
                  </a:lnTo>
                  <a:lnTo>
                    <a:pt x="45210" y="49273"/>
                  </a:lnTo>
                  <a:lnTo>
                    <a:pt x="44685" y="47409"/>
                  </a:lnTo>
                  <a:lnTo>
                    <a:pt x="43871" y="45705"/>
                  </a:lnTo>
                  <a:lnTo>
                    <a:pt x="43407" y="43300"/>
                  </a:lnTo>
                  <a:lnTo>
                    <a:pt x="43605" y="40325"/>
                  </a:lnTo>
                  <a:lnTo>
                    <a:pt x="44396" y="37525"/>
                  </a:lnTo>
                  <a:lnTo>
                    <a:pt x="46093" y="33888"/>
                  </a:lnTo>
                  <a:lnTo>
                    <a:pt x="46199" y="32405"/>
                  </a:lnTo>
                  <a:lnTo>
                    <a:pt x="51320" y="32450"/>
                  </a:lnTo>
                  <a:lnTo>
                    <a:pt x="56433" y="32496"/>
                  </a:lnTo>
                  <a:lnTo>
                    <a:pt x="62018" y="32458"/>
                  </a:lnTo>
                  <a:lnTo>
                    <a:pt x="67412" y="32428"/>
                  </a:lnTo>
                  <a:lnTo>
                    <a:pt x="71619" y="32549"/>
                  </a:lnTo>
                  <a:lnTo>
                    <a:pt x="73643" y="31606"/>
                  </a:lnTo>
                  <a:lnTo>
                    <a:pt x="75569" y="33036"/>
                  </a:lnTo>
                  <a:lnTo>
                    <a:pt x="76512" y="33348"/>
                  </a:lnTo>
                  <a:lnTo>
                    <a:pt x="76831" y="33234"/>
                  </a:lnTo>
                  <a:lnTo>
                    <a:pt x="77570" y="34239"/>
                  </a:lnTo>
                  <a:lnTo>
                    <a:pt x="79966" y="34132"/>
                  </a:lnTo>
                  <a:lnTo>
                    <a:pt x="80347" y="34360"/>
                  </a:lnTo>
                  <a:lnTo>
                    <a:pt x="80552" y="35578"/>
                  </a:lnTo>
                  <a:lnTo>
                    <a:pt x="82774" y="35547"/>
                  </a:lnTo>
                  <a:lnTo>
                    <a:pt x="83870" y="35813"/>
                  </a:lnTo>
                  <a:lnTo>
                    <a:pt x="84759" y="35783"/>
                  </a:lnTo>
                  <a:lnTo>
                    <a:pt x="86053" y="35083"/>
                  </a:lnTo>
                  <a:lnTo>
                    <a:pt x="86981" y="35311"/>
                  </a:lnTo>
                  <a:lnTo>
                    <a:pt x="88670" y="36224"/>
                  </a:lnTo>
                  <a:lnTo>
                    <a:pt x="89872" y="37008"/>
                  </a:lnTo>
                  <a:lnTo>
                    <a:pt x="91554" y="36749"/>
                  </a:lnTo>
                  <a:lnTo>
                    <a:pt x="95450" y="36886"/>
                  </a:lnTo>
                  <a:lnTo>
                    <a:pt x="98470" y="37639"/>
                  </a:lnTo>
                  <a:lnTo>
                    <a:pt x="101460" y="39724"/>
                  </a:lnTo>
                  <a:lnTo>
                    <a:pt x="103461" y="40926"/>
                  </a:lnTo>
                  <a:lnTo>
                    <a:pt x="105257" y="42707"/>
                  </a:lnTo>
                  <a:lnTo>
                    <a:pt x="105919" y="42387"/>
                  </a:lnTo>
                  <a:lnTo>
                    <a:pt x="106543" y="41900"/>
                  </a:lnTo>
                  <a:lnTo>
                    <a:pt x="106893" y="41687"/>
                  </a:lnTo>
                  <a:lnTo>
                    <a:pt x="106870" y="40166"/>
                  </a:lnTo>
                  <a:lnTo>
                    <a:pt x="105866" y="37571"/>
                  </a:lnTo>
                  <a:lnTo>
                    <a:pt x="105478" y="35372"/>
                  </a:lnTo>
                  <a:lnTo>
                    <a:pt x="105698" y="33569"/>
                  </a:lnTo>
                  <a:lnTo>
                    <a:pt x="106459" y="32268"/>
                  </a:lnTo>
                  <a:lnTo>
                    <a:pt x="107760" y="31484"/>
                  </a:lnTo>
                  <a:lnTo>
                    <a:pt x="107890" y="30267"/>
                  </a:lnTo>
                  <a:lnTo>
                    <a:pt x="107905" y="30099"/>
                  </a:lnTo>
                  <a:lnTo>
                    <a:pt x="109366" y="27200"/>
                  </a:lnTo>
                  <a:lnTo>
                    <a:pt x="110811" y="24317"/>
                  </a:lnTo>
                  <a:lnTo>
                    <a:pt x="112554" y="20954"/>
                  </a:lnTo>
                  <a:lnTo>
                    <a:pt x="113992" y="18177"/>
                  </a:lnTo>
                  <a:lnTo>
                    <a:pt x="113801" y="16800"/>
                  </a:lnTo>
                  <a:lnTo>
                    <a:pt x="113946" y="14745"/>
                  </a:lnTo>
                  <a:lnTo>
                    <a:pt x="114243" y="12455"/>
                  </a:lnTo>
                  <a:lnTo>
                    <a:pt x="114167" y="11093"/>
                  </a:lnTo>
                  <a:lnTo>
                    <a:pt x="114585" y="10172"/>
                  </a:lnTo>
                  <a:lnTo>
                    <a:pt x="115582" y="6749"/>
                  </a:lnTo>
                  <a:lnTo>
                    <a:pt x="116168" y="4763"/>
                  </a:lnTo>
                  <a:lnTo>
                    <a:pt x="117027" y="3873"/>
                  </a:lnTo>
                  <a:lnTo>
                    <a:pt x="118367" y="3234"/>
                  </a:lnTo>
                  <a:lnTo>
                    <a:pt x="120314" y="3211"/>
                  </a:lnTo>
                  <a:lnTo>
                    <a:pt x="125397" y="2777"/>
                  </a:lnTo>
                  <a:lnTo>
                    <a:pt x="130145" y="1887"/>
                  </a:lnTo>
                  <a:lnTo>
                    <a:pt x="131719" y="1491"/>
                  </a:lnTo>
                  <a:lnTo>
                    <a:pt x="134695" y="61"/>
                  </a:lnTo>
                  <a:lnTo>
                    <a:pt x="135844" y="0"/>
                  </a:lnTo>
                  <a:lnTo>
                    <a:pt x="136825" y="548"/>
                  </a:lnTo>
                  <a:lnTo>
                    <a:pt x="142562" y="2191"/>
                  </a:lnTo>
                  <a:lnTo>
                    <a:pt x="144137" y="2838"/>
                  </a:lnTo>
                  <a:lnTo>
                    <a:pt x="144715" y="2739"/>
                  </a:lnTo>
                  <a:lnTo>
                    <a:pt x="145582" y="2884"/>
                  </a:lnTo>
                  <a:lnTo>
                    <a:pt x="146929" y="2899"/>
                  </a:lnTo>
                  <a:lnTo>
                    <a:pt x="148238" y="2701"/>
                  </a:lnTo>
                  <a:lnTo>
                    <a:pt x="149075" y="2899"/>
                  </a:lnTo>
                  <a:lnTo>
                    <a:pt x="150132" y="3987"/>
                  </a:lnTo>
                  <a:lnTo>
                    <a:pt x="150840" y="3865"/>
                  </a:lnTo>
                  <a:lnTo>
                    <a:pt x="151761" y="3074"/>
                  </a:lnTo>
                  <a:lnTo>
                    <a:pt x="153488" y="2267"/>
                  </a:lnTo>
                  <a:lnTo>
                    <a:pt x="156828" y="1369"/>
                  </a:lnTo>
                  <a:lnTo>
                    <a:pt x="157368" y="1773"/>
                  </a:lnTo>
                  <a:lnTo>
                    <a:pt x="158524" y="376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87" name="Freeform: Shape 2186">
              <a:extLst>
                <a:ext uri="{FF2B5EF4-FFF2-40B4-BE49-F238E27FC236}">
                  <a16:creationId xmlns:a16="http://schemas.microsoft.com/office/drawing/2014/main" id="{FA648201-63AA-36F3-197D-1EF4EC911360}"/>
                </a:ext>
              </a:extLst>
            </p:cNvPr>
            <p:cNvSpPr/>
            <p:nvPr/>
          </p:nvSpPr>
          <p:spPr>
            <a:xfrm>
              <a:off x="9701343" y="3846047"/>
              <a:ext cx="95761" cy="60510"/>
            </a:xfrm>
            <a:custGeom>
              <a:avLst/>
              <a:gdLst>
                <a:gd name="csX0" fmla="*/ 75896 w 95761"/>
                <a:gd name="csY0" fmla="*/ 7943 h 60510"/>
                <a:gd name="csX1" fmla="*/ 76542 w 95761"/>
                <a:gd name="csY1" fmla="*/ 8354 h 60510"/>
                <a:gd name="csX2" fmla="*/ 78064 w 95761"/>
                <a:gd name="csY2" fmla="*/ 9747 h 60510"/>
                <a:gd name="csX3" fmla="*/ 77706 w 95761"/>
                <a:gd name="csY3" fmla="*/ 12113 h 60510"/>
                <a:gd name="csX4" fmla="*/ 75964 w 95761"/>
                <a:gd name="csY4" fmla="*/ 15917 h 60510"/>
                <a:gd name="csX5" fmla="*/ 75043 w 95761"/>
                <a:gd name="csY5" fmla="*/ 18991 h 60510"/>
                <a:gd name="csX6" fmla="*/ 74944 w 95761"/>
                <a:gd name="csY6" fmla="*/ 21342 h 60510"/>
                <a:gd name="csX7" fmla="*/ 75120 w 95761"/>
                <a:gd name="csY7" fmla="*/ 22445 h 60510"/>
                <a:gd name="csX8" fmla="*/ 75431 w 95761"/>
                <a:gd name="csY8" fmla="*/ 22430 h 60510"/>
                <a:gd name="csX9" fmla="*/ 77090 w 95761"/>
                <a:gd name="csY9" fmla="*/ 22597 h 60510"/>
                <a:gd name="csX10" fmla="*/ 77942 w 95761"/>
                <a:gd name="csY10" fmla="*/ 22597 h 60510"/>
                <a:gd name="csX11" fmla="*/ 80613 w 95761"/>
                <a:gd name="csY11" fmla="*/ 23229 h 60510"/>
                <a:gd name="csX12" fmla="*/ 82751 w 95761"/>
                <a:gd name="csY12" fmla="*/ 24157 h 60510"/>
                <a:gd name="csX13" fmla="*/ 83169 w 95761"/>
                <a:gd name="csY13" fmla="*/ 25139 h 60510"/>
                <a:gd name="csX14" fmla="*/ 83443 w 95761"/>
                <a:gd name="csY14" fmla="*/ 26333 h 60510"/>
                <a:gd name="csX15" fmla="*/ 85992 w 95761"/>
                <a:gd name="csY15" fmla="*/ 27961 h 60510"/>
                <a:gd name="csX16" fmla="*/ 88906 w 95761"/>
                <a:gd name="csY16" fmla="*/ 29019 h 60510"/>
                <a:gd name="csX17" fmla="*/ 89895 w 95761"/>
                <a:gd name="csY17" fmla="*/ 28677 h 60510"/>
                <a:gd name="csX18" fmla="*/ 93517 w 95761"/>
                <a:gd name="csY18" fmla="*/ 24865 h 60510"/>
                <a:gd name="csX19" fmla="*/ 94917 w 95761"/>
                <a:gd name="csY19" fmla="*/ 25496 h 60510"/>
                <a:gd name="csX20" fmla="*/ 95761 w 95761"/>
                <a:gd name="csY20" fmla="*/ 27520 h 60510"/>
                <a:gd name="csX21" fmla="*/ 95723 w 95761"/>
                <a:gd name="csY21" fmla="*/ 28601 h 60510"/>
                <a:gd name="csX22" fmla="*/ 94727 w 95761"/>
                <a:gd name="csY22" fmla="*/ 32641 h 60510"/>
                <a:gd name="csX23" fmla="*/ 94552 w 95761"/>
                <a:gd name="csY23" fmla="*/ 34809 h 60510"/>
                <a:gd name="csX24" fmla="*/ 95412 w 95761"/>
                <a:gd name="csY24" fmla="*/ 36240 h 60510"/>
                <a:gd name="csX25" fmla="*/ 95503 w 95761"/>
                <a:gd name="csY25" fmla="*/ 37358 h 60510"/>
                <a:gd name="csX26" fmla="*/ 95252 w 95761"/>
                <a:gd name="csY26" fmla="*/ 38370 h 60510"/>
                <a:gd name="csX27" fmla="*/ 93806 w 95761"/>
                <a:gd name="csY27" fmla="*/ 38461 h 60510"/>
                <a:gd name="csX28" fmla="*/ 91866 w 95761"/>
                <a:gd name="csY28" fmla="*/ 37913 h 60510"/>
                <a:gd name="csX29" fmla="*/ 90230 w 95761"/>
                <a:gd name="csY29" fmla="*/ 36171 h 60510"/>
                <a:gd name="csX30" fmla="*/ 88990 w 95761"/>
                <a:gd name="csY30" fmla="*/ 36384 h 60510"/>
                <a:gd name="csX31" fmla="*/ 87917 w 95761"/>
                <a:gd name="csY31" fmla="*/ 36833 h 60510"/>
                <a:gd name="csX32" fmla="*/ 87362 w 95761"/>
                <a:gd name="csY32" fmla="*/ 38477 h 60510"/>
                <a:gd name="csX33" fmla="*/ 86875 w 95761"/>
                <a:gd name="csY33" fmla="*/ 40440 h 60510"/>
                <a:gd name="csX34" fmla="*/ 87034 w 95761"/>
                <a:gd name="csY34" fmla="*/ 41528 h 60510"/>
                <a:gd name="csX35" fmla="*/ 87803 w 95761"/>
                <a:gd name="csY35" fmla="*/ 42372 h 60510"/>
                <a:gd name="csX36" fmla="*/ 88396 w 95761"/>
                <a:gd name="csY36" fmla="*/ 44153 h 60510"/>
                <a:gd name="csX37" fmla="*/ 88830 w 95761"/>
                <a:gd name="csY37" fmla="*/ 46465 h 60510"/>
                <a:gd name="csX38" fmla="*/ 89157 w 95761"/>
                <a:gd name="csY38" fmla="*/ 47523 h 60510"/>
                <a:gd name="csX39" fmla="*/ 88800 w 95761"/>
                <a:gd name="csY39" fmla="*/ 47995 h 60510"/>
                <a:gd name="csX40" fmla="*/ 87780 w 95761"/>
                <a:gd name="csY40" fmla="*/ 48314 h 60510"/>
                <a:gd name="csX41" fmla="*/ 86928 w 95761"/>
                <a:gd name="csY41" fmla="*/ 48002 h 60510"/>
                <a:gd name="csX42" fmla="*/ 85452 w 95761"/>
                <a:gd name="csY42" fmla="*/ 45241 h 60510"/>
                <a:gd name="csX43" fmla="*/ 84760 w 95761"/>
                <a:gd name="csY43" fmla="*/ 44191 h 60510"/>
                <a:gd name="csX44" fmla="*/ 83588 w 95761"/>
                <a:gd name="csY44" fmla="*/ 44000 h 60510"/>
                <a:gd name="csX45" fmla="*/ 81526 w 95761"/>
                <a:gd name="csY45" fmla="*/ 44678 h 60510"/>
                <a:gd name="csX46" fmla="*/ 78361 w 95761"/>
                <a:gd name="csY46" fmla="*/ 46222 h 60510"/>
                <a:gd name="csX47" fmla="*/ 77075 w 95761"/>
                <a:gd name="csY47" fmla="*/ 46214 h 60510"/>
                <a:gd name="csX48" fmla="*/ 75994 w 95761"/>
                <a:gd name="csY48" fmla="*/ 45902 h 60510"/>
                <a:gd name="csX49" fmla="*/ 74975 w 95761"/>
                <a:gd name="csY49" fmla="*/ 44594 h 60510"/>
                <a:gd name="csX50" fmla="*/ 74108 w 95761"/>
                <a:gd name="csY50" fmla="*/ 42060 h 60510"/>
                <a:gd name="csX51" fmla="*/ 73834 w 95761"/>
                <a:gd name="csY51" fmla="*/ 40470 h 60510"/>
                <a:gd name="csX52" fmla="*/ 73232 w 95761"/>
                <a:gd name="csY52" fmla="*/ 40516 h 60510"/>
                <a:gd name="csX53" fmla="*/ 71201 w 95761"/>
                <a:gd name="csY53" fmla="*/ 40059 h 60510"/>
                <a:gd name="csX54" fmla="*/ 70258 w 95761"/>
                <a:gd name="csY54" fmla="*/ 40691 h 60510"/>
                <a:gd name="csX55" fmla="*/ 70250 w 95761"/>
                <a:gd name="csY55" fmla="*/ 43277 h 60510"/>
                <a:gd name="csX56" fmla="*/ 70067 w 95761"/>
                <a:gd name="csY56" fmla="*/ 46504 h 60510"/>
                <a:gd name="csX57" fmla="*/ 69048 w 95761"/>
                <a:gd name="csY57" fmla="*/ 48581 h 60510"/>
                <a:gd name="csX58" fmla="*/ 66217 w 95761"/>
                <a:gd name="csY58" fmla="*/ 52172 h 60510"/>
                <a:gd name="csX59" fmla="*/ 65183 w 95761"/>
                <a:gd name="csY59" fmla="*/ 53732 h 60510"/>
                <a:gd name="csX60" fmla="*/ 64764 w 95761"/>
                <a:gd name="csY60" fmla="*/ 54858 h 60510"/>
                <a:gd name="csX61" fmla="*/ 64680 w 95761"/>
                <a:gd name="csY61" fmla="*/ 55832 h 60510"/>
                <a:gd name="csX62" fmla="*/ 65114 w 95761"/>
                <a:gd name="csY62" fmla="*/ 57513 h 60510"/>
                <a:gd name="csX63" fmla="*/ 65700 w 95761"/>
                <a:gd name="csY63" fmla="*/ 59118 h 60510"/>
                <a:gd name="csX64" fmla="*/ 65205 w 95761"/>
                <a:gd name="csY64" fmla="*/ 60032 h 60510"/>
                <a:gd name="csX65" fmla="*/ 63714 w 95761"/>
                <a:gd name="csY65" fmla="*/ 60511 h 60510"/>
                <a:gd name="csX66" fmla="*/ 62657 w 95761"/>
                <a:gd name="csY66" fmla="*/ 59537 h 60510"/>
                <a:gd name="csX67" fmla="*/ 62253 w 95761"/>
                <a:gd name="csY67" fmla="*/ 57802 h 60510"/>
                <a:gd name="csX68" fmla="*/ 59963 w 95761"/>
                <a:gd name="csY68" fmla="*/ 55428 h 60510"/>
                <a:gd name="csX69" fmla="*/ 61006 w 95761"/>
                <a:gd name="csY69" fmla="*/ 53442 h 60510"/>
                <a:gd name="csX70" fmla="*/ 60830 w 95761"/>
                <a:gd name="csY70" fmla="*/ 52948 h 60510"/>
                <a:gd name="csX71" fmla="*/ 57049 w 95761"/>
                <a:gd name="csY71" fmla="*/ 51913 h 60510"/>
                <a:gd name="csX72" fmla="*/ 55421 w 95761"/>
                <a:gd name="csY72" fmla="*/ 50407 h 60510"/>
                <a:gd name="csX73" fmla="*/ 53138 w 95761"/>
                <a:gd name="csY73" fmla="*/ 47759 h 60510"/>
                <a:gd name="csX74" fmla="*/ 52712 w 95761"/>
                <a:gd name="csY74" fmla="*/ 46625 h 60510"/>
                <a:gd name="csX75" fmla="*/ 52811 w 95761"/>
                <a:gd name="csY75" fmla="*/ 42927 h 60510"/>
                <a:gd name="csX76" fmla="*/ 52674 w 95761"/>
                <a:gd name="csY76" fmla="*/ 42030 h 60510"/>
                <a:gd name="csX77" fmla="*/ 52370 w 95761"/>
                <a:gd name="csY77" fmla="*/ 41588 h 60510"/>
                <a:gd name="csX78" fmla="*/ 51267 w 95761"/>
                <a:gd name="csY78" fmla="*/ 41619 h 60510"/>
                <a:gd name="csX79" fmla="*/ 49722 w 95761"/>
                <a:gd name="csY79" fmla="*/ 42905 h 60510"/>
                <a:gd name="csX80" fmla="*/ 48299 w 95761"/>
                <a:gd name="csY80" fmla="*/ 44822 h 60510"/>
                <a:gd name="csX81" fmla="*/ 45393 w 95761"/>
                <a:gd name="csY81" fmla="*/ 46990 h 60510"/>
                <a:gd name="csX82" fmla="*/ 45088 w 95761"/>
                <a:gd name="csY82" fmla="*/ 47447 h 60510"/>
                <a:gd name="csX83" fmla="*/ 46070 w 95761"/>
                <a:gd name="csY83" fmla="*/ 49555 h 60510"/>
                <a:gd name="csX84" fmla="*/ 46024 w 95761"/>
                <a:gd name="csY84" fmla="*/ 50369 h 60510"/>
                <a:gd name="csX85" fmla="*/ 43650 w 95761"/>
                <a:gd name="csY85" fmla="*/ 53724 h 60510"/>
                <a:gd name="csX86" fmla="*/ 43202 w 95761"/>
                <a:gd name="csY86" fmla="*/ 54827 h 60510"/>
                <a:gd name="csX87" fmla="*/ 40196 w 95761"/>
                <a:gd name="csY87" fmla="*/ 56920 h 60510"/>
                <a:gd name="csX88" fmla="*/ 38819 w 95761"/>
                <a:gd name="csY88" fmla="*/ 57703 h 60510"/>
                <a:gd name="csX89" fmla="*/ 34650 w 95761"/>
                <a:gd name="csY89" fmla="*/ 56166 h 60510"/>
                <a:gd name="csX90" fmla="*/ 33493 w 95761"/>
                <a:gd name="csY90" fmla="*/ 55984 h 60510"/>
                <a:gd name="csX91" fmla="*/ 31637 w 95761"/>
                <a:gd name="csY91" fmla="*/ 57011 h 60510"/>
                <a:gd name="csX92" fmla="*/ 29004 w 95761"/>
                <a:gd name="csY92" fmla="*/ 57993 h 60510"/>
                <a:gd name="csX93" fmla="*/ 24751 w 95761"/>
                <a:gd name="csY93" fmla="*/ 58974 h 60510"/>
                <a:gd name="csX94" fmla="*/ 23183 w 95761"/>
                <a:gd name="csY94" fmla="*/ 58259 h 60510"/>
                <a:gd name="csX95" fmla="*/ 22445 w 95761"/>
                <a:gd name="csY95" fmla="*/ 57589 h 60510"/>
                <a:gd name="csX96" fmla="*/ 22080 w 95761"/>
                <a:gd name="csY96" fmla="*/ 56570 h 60510"/>
                <a:gd name="csX97" fmla="*/ 21007 w 95761"/>
                <a:gd name="csY97" fmla="*/ 54782 h 60510"/>
                <a:gd name="csX98" fmla="*/ 19805 w 95761"/>
                <a:gd name="csY98" fmla="*/ 53724 h 60510"/>
                <a:gd name="csX99" fmla="*/ 18968 w 95761"/>
                <a:gd name="csY99" fmla="*/ 52568 h 60510"/>
                <a:gd name="csX100" fmla="*/ 17850 w 95761"/>
                <a:gd name="csY100" fmla="*/ 51305 h 60510"/>
                <a:gd name="csX101" fmla="*/ 17127 w 95761"/>
                <a:gd name="csY101" fmla="*/ 50247 h 60510"/>
                <a:gd name="csX102" fmla="*/ 18086 w 95761"/>
                <a:gd name="csY102" fmla="*/ 46853 h 60510"/>
                <a:gd name="csX103" fmla="*/ 17386 w 95761"/>
                <a:gd name="csY103" fmla="*/ 45667 h 60510"/>
                <a:gd name="csX104" fmla="*/ 17028 w 95761"/>
                <a:gd name="csY104" fmla="*/ 43962 h 60510"/>
                <a:gd name="csX105" fmla="*/ 17211 w 95761"/>
                <a:gd name="csY105" fmla="*/ 42806 h 60510"/>
                <a:gd name="csX106" fmla="*/ 16830 w 95761"/>
                <a:gd name="csY106" fmla="*/ 42524 h 60510"/>
                <a:gd name="csX107" fmla="*/ 12988 w 95761"/>
                <a:gd name="csY107" fmla="*/ 41855 h 60510"/>
                <a:gd name="csX108" fmla="*/ 9800 w 95761"/>
                <a:gd name="csY108" fmla="*/ 42068 h 60510"/>
                <a:gd name="csX109" fmla="*/ 7517 w 95761"/>
                <a:gd name="csY109" fmla="*/ 43201 h 60510"/>
                <a:gd name="csX110" fmla="*/ 5653 w 95761"/>
                <a:gd name="csY110" fmla="*/ 45088 h 60510"/>
                <a:gd name="csX111" fmla="*/ 5425 w 95761"/>
                <a:gd name="csY111" fmla="*/ 45499 h 60510"/>
                <a:gd name="csX112" fmla="*/ 5547 w 95761"/>
                <a:gd name="csY112" fmla="*/ 45834 h 60510"/>
                <a:gd name="csX113" fmla="*/ 6475 w 95761"/>
                <a:gd name="csY113" fmla="*/ 47561 h 60510"/>
                <a:gd name="csX114" fmla="*/ 4900 w 95761"/>
                <a:gd name="csY114" fmla="*/ 49387 h 60510"/>
                <a:gd name="csX115" fmla="*/ 2488 w 95761"/>
                <a:gd name="csY115" fmla="*/ 50802 h 60510"/>
                <a:gd name="csX116" fmla="*/ 784 w 95761"/>
                <a:gd name="csY116" fmla="*/ 50947 h 60510"/>
                <a:gd name="csX117" fmla="*/ 30 w 95761"/>
                <a:gd name="csY117" fmla="*/ 50673 h 60510"/>
                <a:gd name="csX118" fmla="*/ 0 w 95761"/>
                <a:gd name="csY118" fmla="*/ 48725 h 60510"/>
                <a:gd name="csX119" fmla="*/ 1415 w 95761"/>
                <a:gd name="csY119" fmla="*/ 48002 h 60510"/>
                <a:gd name="csX120" fmla="*/ 2693 w 95761"/>
                <a:gd name="csY120" fmla="*/ 46732 h 60510"/>
                <a:gd name="csX121" fmla="*/ 3120 w 95761"/>
                <a:gd name="csY121" fmla="*/ 44936 h 60510"/>
                <a:gd name="csX122" fmla="*/ 3272 w 95761"/>
                <a:gd name="csY122" fmla="*/ 43673 h 60510"/>
                <a:gd name="csX123" fmla="*/ 1933 w 95761"/>
                <a:gd name="csY123" fmla="*/ 42144 h 60510"/>
                <a:gd name="csX124" fmla="*/ 2092 w 95761"/>
                <a:gd name="csY124" fmla="*/ 41200 h 60510"/>
                <a:gd name="csX125" fmla="*/ 2929 w 95761"/>
                <a:gd name="csY125" fmla="*/ 39420 h 60510"/>
                <a:gd name="csX126" fmla="*/ 3409 w 95761"/>
                <a:gd name="csY126" fmla="*/ 37845 h 60510"/>
                <a:gd name="csX127" fmla="*/ 4078 w 95761"/>
                <a:gd name="csY127" fmla="*/ 36483 h 60510"/>
                <a:gd name="csX128" fmla="*/ 6734 w 95761"/>
                <a:gd name="csY128" fmla="*/ 34254 h 60510"/>
                <a:gd name="csX129" fmla="*/ 9397 w 95761"/>
                <a:gd name="csY129" fmla="*/ 32002 h 60510"/>
                <a:gd name="csX130" fmla="*/ 9800 w 95761"/>
                <a:gd name="csY130" fmla="*/ 29612 h 60510"/>
                <a:gd name="csX131" fmla="*/ 10013 w 95761"/>
                <a:gd name="csY131" fmla="*/ 26698 h 60510"/>
                <a:gd name="csX132" fmla="*/ 10386 w 95761"/>
                <a:gd name="csY132" fmla="*/ 25998 h 60510"/>
                <a:gd name="csX133" fmla="*/ 13985 w 95761"/>
                <a:gd name="csY133" fmla="*/ 24249 h 60510"/>
                <a:gd name="csX134" fmla="*/ 14882 w 95761"/>
                <a:gd name="csY134" fmla="*/ 23556 h 60510"/>
                <a:gd name="csX135" fmla="*/ 15339 w 95761"/>
                <a:gd name="csY135" fmla="*/ 22567 h 60510"/>
                <a:gd name="csX136" fmla="*/ 18169 w 95761"/>
                <a:gd name="csY136" fmla="*/ 19288 h 60510"/>
                <a:gd name="csX137" fmla="*/ 20969 w 95761"/>
                <a:gd name="csY137" fmla="*/ 16031 h 60510"/>
                <a:gd name="csX138" fmla="*/ 21540 w 95761"/>
                <a:gd name="csY138" fmla="*/ 14936 h 60510"/>
                <a:gd name="csX139" fmla="*/ 22012 w 95761"/>
                <a:gd name="csY139" fmla="*/ 14289 h 60510"/>
                <a:gd name="csX140" fmla="*/ 22012 w 95761"/>
                <a:gd name="csY140" fmla="*/ 13756 h 60510"/>
                <a:gd name="csX141" fmla="*/ 21654 w 95761"/>
                <a:gd name="csY141" fmla="*/ 13345 h 60510"/>
                <a:gd name="csX142" fmla="*/ 20323 w 95761"/>
                <a:gd name="csY142" fmla="*/ 13079 h 60510"/>
                <a:gd name="csX143" fmla="*/ 19866 w 95761"/>
                <a:gd name="csY143" fmla="*/ 12037 h 60510"/>
                <a:gd name="csX144" fmla="*/ 21319 w 95761"/>
                <a:gd name="csY144" fmla="*/ 10180 h 60510"/>
                <a:gd name="csX145" fmla="*/ 23138 w 95761"/>
                <a:gd name="csY145" fmla="*/ 9047 h 60510"/>
                <a:gd name="csX146" fmla="*/ 24903 w 95761"/>
                <a:gd name="csY146" fmla="*/ 9024 h 60510"/>
                <a:gd name="csX147" fmla="*/ 25610 w 95761"/>
                <a:gd name="csY147" fmla="*/ 9549 h 60510"/>
                <a:gd name="csX148" fmla="*/ 25572 w 95761"/>
                <a:gd name="csY148" fmla="*/ 10165 h 60510"/>
                <a:gd name="csX149" fmla="*/ 26333 w 95761"/>
                <a:gd name="csY149" fmla="*/ 10827 h 60510"/>
                <a:gd name="csX150" fmla="*/ 27672 w 95761"/>
                <a:gd name="csY150" fmla="*/ 11040 h 60510"/>
                <a:gd name="csX151" fmla="*/ 29323 w 95761"/>
                <a:gd name="csY151" fmla="*/ 10812 h 60510"/>
                <a:gd name="csX152" fmla="*/ 30967 w 95761"/>
                <a:gd name="csY152" fmla="*/ 10120 h 60510"/>
                <a:gd name="csX153" fmla="*/ 31979 w 95761"/>
                <a:gd name="csY153" fmla="*/ 8468 h 60510"/>
                <a:gd name="csX154" fmla="*/ 32565 w 95761"/>
                <a:gd name="csY154" fmla="*/ 7213 h 60510"/>
                <a:gd name="csX155" fmla="*/ 35144 w 95761"/>
                <a:gd name="csY155" fmla="*/ 5783 h 60510"/>
                <a:gd name="csX156" fmla="*/ 36902 w 95761"/>
                <a:gd name="csY156" fmla="*/ 6505 h 60510"/>
                <a:gd name="csX157" fmla="*/ 41794 w 95761"/>
                <a:gd name="csY157" fmla="*/ 6696 h 60510"/>
                <a:gd name="csX158" fmla="*/ 45355 w 95761"/>
                <a:gd name="csY158" fmla="*/ 6308 h 60510"/>
                <a:gd name="csX159" fmla="*/ 47584 w 95761"/>
                <a:gd name="csY159" fmla="*/ 5334 h 60510"/>
                <a:gd name="csX160" fmla="*/ 50346 w 95761"/>
                <a:gd name="csY160" fmla="*/ 5334 h 60510"/>
                <a:gd name="csX161" fmla="*/ 52202 w 95761"/>
                <a:gd name="csY161" fmla="*/ 5881 h 60510"/>
                <a:gd name="csX162" fmla="*/ 52529 w 95761"/>
                <a:gd name="csY162" fmla="*/ 5798 h 60510"/>
                <a:gd name="csX163" fmla="*/ 53047 w 95761"/>
                <a:gd name="csY163" fmla="*/ 5676 h 60510"/>
                <a:gd name="csX164" fmla="*/ 53549 w 95761"/>
                <a:gd name="csY164" fmla="*/ 5151 h 60510"/>
                <a:gd name="csX165" fmla="*/ 55299 w 95761"/>
                <a:gd name="csY165" fmla="*/ 4793 h 60510"/>
                <a:gd name="csX166" fmla="*/ 55527 w 95761"/>
                <a:gd name="csY166" fmla="*/ 4360 h 60510"/>
                <a:gd name="csX167" fmla="*/ 55459 w 95761"/>
                <a:gd name="csY167" fmla="*/ 3911 h 60510"/>
                <a:gd name="csX168" fmla="*/ 55147 w 95761"/>
                <a:gd name="csY168" fmla="*/ 3690 h 60510"/>
                <a:gd name="csX169" fmla="*/ 52994 w 95761"/>
                <a:gd name="csY169" fmla="*/ 3919 h 60510"/>
                <a:gd name="csX170" fmla="*/ 52180 w 95761"/>
                <a:gd name="csY170" fmla="*/ 3576 h 60510"/>
                <a:gd name="csX171" fmla="*/ 51967 w 95761"/>
                <a:gd name="csY171" fmla="*/ 2785 h 60510"/>
                <a:gd name="csX172" fmla="*/ 52659 w 95761"/>
                <a:gd name="csY172" fmla="*/ 1400 h 60510"/>
                <a:gd name="csX173" fmla="*/ 54241 w 95761"/>
                <a:gd name="csY173" fmla="*/ 274 h 60510"/>
                <a:gd name="csX174" fmla="*/ 55581 w 95761"/>
                <a:gd name="csY174" fmla="*/ 0 h 60510"/>
                <a:gd name="csX175" fmla="*/ 56547 w 95761"/>
                <a:gd name="csY175" fmla="*/ 304 h 60510"/>
                <a:gd name="csX176" fmla="*/ 58898 w 95761"/>
                <a:gd name="csY176" fmla="*/ 2389 h 60510"/>
                <a:gd name="csX177" fmla="*/ 59469 w 95761"/>
                <a:gd name="csY177" fmla="*/ 2458 h 60510"/>
                <a:gd name="csX178" fmla="*/ 59796 w 95761"/>
                <a:gd name="csY178" fmla="*/ 2085 h 60510"/>
                <a:gd name="csX179" fmla="*/ 60283 w 95761"/>
                <a:gd name="csY179" fmla="*/ 1872 h 60510"/>
                <a:gd name="csX180" fmla="*/ 61097 w 95761"/>
                <a:gd name="csY180" fmla="*/ 2282 h 60510"/>
                <a:gd name="csX181" fmla="*/ 62010 w 95761"/>
                <a:gd name="csY181" fmla="*/ 3576 h 60510"/>
                <a:gd name="csX182" fmla="*/ 62170 w 95761"/>
                <a:gd name="csY182" fmla="*/ 3774 h 60510"/>
                <a:gd name="csX183" fmla="*/ 67427 w 95761"/>
                <a:gd name="csY183" fmla="*/ 3317 h 60510"/>
                <a:gd name="csX184" fmla="*/ 68606 w 95761"/>
                <a:gd name="csY184" fmla="*/ 3317 h 60510"/>
                <a:gd name="csX185" fmla="*/ 72175 w 95761"/>
                <a:gd name="csY185" fmla="*/ 5592 h 605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Lst>
              <a:rect l="l" t="t" r="r" b="b"/>
              <a:pathLst>
                <a:path w="95761" h="60510">
                  <a:moveTo>
                    <a:pt x="75896" y="7943"/>
                  </a:moveTo>
                  <a:lnTo>
                    <a:pt x="76542" y="8354"/>
                  </a:lnTo>
                  <a:lnTo>
                    <a:pt x="78064" y="9747"/>
                  </a:lnTo>
                  <a:lnTo>
                    <a:pt x="77706" y="12113"/>
                  </a:lnTo>
                  <a:lnTo>
                    <a:pt x="75964" y="15917"/>
                  </a:lnTo>
                  <a:lnTo>
                    <a:pt x="75043" y="18991"/>
                  </a:lnTo>
                  <a:lnTo>
                    <a:pt x="74944" y="21342"/>
                  </a:lnTo>
                  <a:lnTo>
                    <a:pt x="75120" y="22445"/>
                  </a:lnTo>
                  <a:lnTo>
                    <a:pt x="75431" y="22430"/>
                  </a:lnTo>
                  <a:lnTo>
                    <a:pt x="77090" y="22597"/>
                  </a:lnTo>
                  <a:lnTo>
                    <a:pt x="77942" y="22597"/>
                  </a:lnTo>
                  <a:lnTo>
                    <a:pt x="80613" y="23229"/>
                  </a:lnTo>
                  <a:lnTo>
                    <a:pt x="82751" y="24157"/>
                  </a:lnTo>
                  <a:lnTo>
                    <a:pt x="83169" y="25139"/>
                  </a:lnTo>
                  <a:lnTo>
                    <a:pt x="83443" y="26333"/>
                  </a:lnTo>
                  <a:lnTo>
                    <a:pt x="85992" y="27961"/>
                  </a:lnTo>
                  <a:lnTo>
                    <a:pt x="88906" y="29019"/>
                  </a:lnTo>
                  <a:lnTo>
                    <a:pt x="89895" y="28677"/>
                  </a:lnTo>
                  <a:lnTo>
                    <a:pt x="93517" y="24865"/>
                  </a:lnTo>
                  <a:lnTo>
                    <a:pt x="94917" y="25496"/>
                  </a:lnTo>
                  <a:lnTo>
                    <a:pt x="95761" y="27520"/>
                  </a:lnTo>
                  <a:lnTo>
                    <a:pt x="95723" y="28601"/>
                  </a:lnTo>
                  <a:lnTo>
                    <a:pt x="94727" y="32641"/>
                  </a:lnTo>
                  <a:lnTo>
                    <a:pt x="94552" y="34809"/>
                  </a:lnTo>
                  <a:lnTo>
                    <a:pt x="95412" y="36240"/>
                  </a:lnTo>
                  <a:lnTo>
                    <a:pt x="95503" y="37358"/>
                  </a:lnTo>
                  <a:lnTo>
                    <a:pt x="95252" y="38370"/>
                  </a:lnTo>
                  <a:lnTo>
                    <a:pt x="93806" y="38461"/>
                  </a:lnTo>
                  <a:lnTo>
                    <a:pt x="91866" y="37913"/>
                  </a:lnTo>
                  <a:lnTo>
                    <a:pt x="90230" y="36171"/>
                  </a:lnTo>
                  <a:lnTo>
                    <a:pt x="88990" y="36384"/>
                  </a:lnTo>
                  <a:lnTo>
                    <a:pt x="87917" y="36833"/>
                  </a:lnTo>
                  <a:lnTo>
                    <a:pt x="87362" y="38477"/>
                  </a:lnTo>
                  <a:lnTo>
                    <a:pt x="86875" y="40440"/>
                  </a:lnTo>
                  <a:lnTo>
                    <a:pt x="87034" y="41528"/>
                  </a:lnTo>
                  <a:lnTo>
                    <a:pt x="87803" y="42372"/>
                  </a:lnTo>
                  <a:lnTo>
                    <a:pt x="88396" y="44153"/>
                  </a:lnTo>
                  <a:lnTo>
                    <a:pt x="88830" y="46465"/>
                  </a:lnTo>
                  <a:lnTo>
                    <a:pt x="89157" y="47523"/>
                  </a:lnTo>
                  <a:lnTo>
                    <a:pt x="88800" y="47995"/>
                  </a:lnTo>
                  <a:lnTo>
                    <a:pt x="87780" y="48314"/>
                  </a:lnTo>
                  <a:lnTo>
                    <a:pt x="86928" y="48002"/>
                  </a:lnTo>
                  <a:lnTo>
                    <a:pt x="85452" y="45241"/>
                  </a:lnTo>
                  <a:lnTo>
                    <a:pt x="84760" y="44191"/>
                  </a:lnTo>
                  <a:lnTo>
                    <a:pt x="83588" y="44000"/>
                  </a:lnTo>
                  <a:lnTo>
                    <a:pt x="81526" y="44678"/>
                  </a:lnTo>
                  <a:lnTo>
                    <a:pt x="78361" y="46222"/>
                  </a:lnTo>
                  <a:lnTo>
                    <a:pt x="77075" y="46214"/>
                  </a:lnTo>
                  <a:lnTo>
                    <a:pt x="75994" y="45902"/>
                  </a:lnTo>
                  <a:lnTo>
                    <a:pt x="74975" y="44594"/>
                  </a:lnTo>
                  <a:lnTo>
                    <a:pt x="74108" y="42060"/>
                  </a:lnTo>
                  <a:lnTo>
                    <a:pt x="73834" y="40470"/>
                  </a:lnTo>
                  <a:lnTo>
                    <a:pt x="73232" y="40516"/>
                  </a:lnTo>
                  <a:lnTo>
                    <a:pt x="71201" y="40059"/>
                  </a:lnTo>
                  <a:lnTo>
                    <a:pt x="70258" y="40691"/>
                  </a:lnTo>
                  <a:lnTo>
                    <a:pt x="70250" y="43277"/>
                  </a:lnTo>
                  <a:lnTo>
                    <a:pt x="70067" y="46504"/>
                  </a:lnTo>
                  <a:lnTo>
                    <a:pt x="69048" y="48581"/>
                  </a:lnTo>
                  <a:lnTo>
                    <a:pt x="66217" y="52172"/>
                  </a:lnTo>
                  <a:lnTo>
                    <a:pt x="65183" y="53732"/>
                  </a:lnTo>
                  <a:lnTo>
                    <a:pt x="64764" y="54858"/>
                  </a:lnTo>
                  <a:lnTo>
                    <a:pt x="64680" y="55832"/>
                  </a:lnTo>
                  <a:lnTo>
                    <a:pt x="65114" y="57513"/>
                  </a:lnTo>
                  <a:lnTo>
                    <a:pt x="65700" y="59118"/>
                  </a:lnTo>
                  <a:lnTo>
                    <a:pt x="65205" y="60032"/>
                  </a:lnTo>
                  <a:lnTo>
                    <a:pt x="63714" y="60511"/>
                  </a:lnTo>
                  <a:lnTo>
                    <a:pt x="62657" y="59537"/>
                  </a:lnTo>
                  <a:lnTo>
                    <a:pt x="62253" y="57802"/>
                  </a:lnTo>
                  <a:lnTo>
                    <a:pt x="59963" y="55428"/>
                  </a:lnTo>
                  <a:lnTo>
                    <a:pt x="61006" y="53442"/>
                  </a:lnTo>
                  <a:lnTo>
                    <a:pt x="60830" y="52948"/>
                  </a:lnTo>
                  <a:lnTo>
                    <a:pt x="57049" y="51913"/>
                  </a:lnTo>
                  <a:lnTo>
                    <a:pt x="55421" y="50407"/>
                  </a:lnTo>
                  <a:lnTo>
                    <a:pt x="53138" y="47759"/>
                  </a:lnTo>
                  <a:lnTo>
                    <a:pt x="52712" y="46625"/>
                  </a:lnTo>
                  <a:lnTo>
                    <a:pt x="52811" y="42927"/>
                  </a:lnTo>
                  <a:lnTo>
                    <a:pt x="52674" y="42030"/>
                  </a:lnTo>
                  <a:lnTo>
                    <a:pt x="52370" y="41588"/>
                  </a:lnTo>
                  <a:lnTo>
                    <a:pt x="51267" y="41619"/>
                  </a:lnTo>
                  <a:lnTo>
                    <a:pt x="49722" y="42905"/>
                  </a:lnTo>
                  <a:lnTo>
                    <a:pt x="48299" y="44822"/>
                  </a:lnTo>
                  <a:lnTo>
                    <a:pt x="45393" y="46990"/>
                  </a:lnTo>
                  <a:lnTo>
                    <a:pt x="45088" y="47447"/>
                  </a:lnTo>
                  <a:lnTo>
                    <a:pt x="46070" y="49555"/>
                  </a:lnTo>
                  <a:lnTo>
                    <a:pt x="46024" y="50369"/>
                  </a:lnTo>
                  <a:lnTo>
                    <a:pt x="43650" y="53724"/>
                  </a:lnTo>
                  <a:lnTo>
                    <a:pt x="43202" y="54827"/>
                  </a:lnTo>
                  <a:lnTo>
                    <a:pt x="40196" y="56920"/>
                  </a:lnTo>
                  <a:lnTo>
                    <a:pt x="38819" y="57703"/>
                  </a:lnTo>
                  <a:lnTo>
                    <a:pt x="34650" y="56166"/>
                  </a:lnTo>
                  <a:lnTo>
                    <a:pt x="33493" y="55984"/>
                  </a:lnTo>
                  <a:lnTo>
                    <a:pt x="31637" y="57011"/>
                  </a:lnTo>
                  <a:lnTo>
                    <a:pt x="29004" y="57993"/>
                  </a:lnTo>
                  <a:lnTo>
                    <a:pt x="24751" y="58974"/>
                  </a:lnTo>
                  <a:lnTo>
                    <a:pt x="23183" y="58259"/>
                  </a:lnTo>
                  <a:lnTo>
                    <a:pt x="22445" y="57589"/>
                  </a:lnTo>
                  <a:lnTo>
                    <a:pt x="22080" y="56570"/>
                  </a:lnTo>
                  <a:lnTo>
                    <a:pt x="21007" y="54782"/>
                  </a:lnTo>
                  <a:lnTo>
                    <a:pt x="19805" y="53724"/>
                  </a:lnTo>
                  <a:lnTo>
                    <a:pt x="18968" y="52568"/>
                  </a:lnTo>
                  <a:lnTo>
                    <a:pt x="17850" y="51305"/>
                  </a:lnTo>
                  <a:lnTo>
                    <a:pt x="17127" y="50247"/>
                  </a:lnTo>
                  <a:lnTo>
                    <a:pt x="18086" y="46853"/>
                  </a:lnTo>
                  <a:lnTo>
                    <a:pt x="17386" y="45667"/>
                  </a:lnTo>
                  <a:lnTo>
                    <a:pt x="17028" y="43962"/>
                  </a:lnTo>
                  <a:lnTo>
                    <a:pt x="17211" y="42806"/>
                  </a:lnTo>
                  <a:lnTo>
                    <a:pt x="16830" y="42524"/>
                  </a:lnTo>
                  <a:lnTo>
                    <a:pt x="12988" y="41855"/>
                  </a:lnTo>
                  <a:lnTo>
                    <a:pt x="9800" y="42068"/>
                  </a:lnTo>
                  <a:lnTo>
                    <a:pt x="7517" y="43201"/>
                  </a:lnTo>
                  <a:lnTo>
                    <a:pt x="5653" y="45088"/>
                  </a:lnTo>
                  <a:lnTo>
                    <a:pt x="5425" y="45499"/>
                  </a:lnTo>
                  <a:lnTo>
                    <a:pt x="5547" y="45834"/>
                  </a:lnTo>
                  <a:lnTo>
                    <a:pt x="6475" y="47561"/>
                  </a:lnTo>
                  <a:lnTo>
                    <a:pt x="4900" y="49387"/>
                  </a:lnTo>
                  <a:lnTo>
                    <a:pt x="2488" y="50802"/>
                  </a:lnTo>
                  <a:lnTo>
                    <a:pt x="784" y="50947"/>
                  </a:lnTo>
                  <a:lnTo>
                    <a:pt x="30" y="50673"/>
                  </a:lnTo>
                  <a:lnTo>
                    <a:pt x="0" y="48725"/>
                  </a:lnTo>
                  <a:lnTo>
                    <a:pt x="1415" y="48002"/>
                  </a:lnTo>
                  <a:lnTo>
                    <a:pt x="2693" y="46732"/>
                  </a:lnTo>
                  <a:lnTo>
                    <a:pt x="3120" y="44936"/>
                  </a:lnTo>
                  <a:lnTo>
                    <a:pt x="3272" y="43673"/>
                  </a:lnTo>
                  <a:lnTo>
                    <a:pt x="1933" y="42144"/>
                  </a:lnTo>
                  <a:lnTo>
                    <a:pt x="2092" y="41200"/>
                  </a:lnTo>
                  <a:lnTo>
                    <a:pt x="2929" y="39420"/>
                  </a:lnTo>
                  <a:lnTo>
                    <a:pt x="3409" y="37845"/>
                  </a:lnTo>
                  <a:lnTo>
                    <a:pt x="4078" y="36483"/>
                  </a:lnTo>
                  <a:lnTo>
                    <a:pt x="6734" y="34254"/>
                  </a:lnTo>
                  <a:lnTo>
                    <a:pt x="9397" y="32002"/>
                  </a:lnTo>
                  <a:lnTo>
                    <a:pt x="9800" y="29612"/>
                  </a:lnTo>
                  <a:lnTo>
                    <a:pt x="10013" y="26698"/>
                  </a:lnTo>
                  <a:lnTo>
                    <a:pt x="10386" y="25998"/>
                  </a:lnTo>
                  <a:lnTo>
                    <a:pt x="13985" y="24249"/>
                  </a:lnTo>
                  <a:lnTo>
                    <a:pt x="14882" y="23556"/>
                  </a:lnTo>
                  <a:lnTo>
                    <a:pt x="15339" y="22567"/>
                  </a:lnTo>
                  <a:lnTo>
                    <a:pt x="18169" y="19288"/>
                  </a:lnTo>
                  <a:lnTo>
                    <a:pt x="20969" y="16031"/>
                  </a:lnTo>
                  <a:lnTo>
                    <a:pt x="21540" y="14936"/>
                  </a:lnTo>
                  <a:lnTo>
                    <a:pt x="22012" y="14289"/>
                  </a:lnTo>
                  <a:lnTo>
                    <a:pt x="22012" y="13756"/>
                  </a:lnTo>
                  <a:lnTo>
                    <a:pt x="21654" y="13345"/>
                  </a:lnTo>
                  <a:lnTo>
                    <a:pt x="20323" y="13079"/>
                  </a:lnTo>
                  <a:lnTo>
                    <a:pt x="19866" y="12037"/>
                  </a:lnTo>
                  <a:lnTo>
                    <a:pt x="21319" y="10180"/>
                  </a:lnTo>
                  <a:lnTo>
                    <a:pt x="23138" y="9047"/>
                  </a:lnTo>
                  <a:lnTo>
                    <a:pt x="24903" y="9024"/>
                  </a:lnTo>
                  <a:lnTo>
                    <a:pt x="25610" y="9549"/>
                  </a:lnTo>
                  <a:lnTo>
                    <a:pt x="25572" y="10165"/>
                  </a:lnTo>
                  <a:lnTo>
                    <a:pt x="26333" y="10827"/>
                  </a:lnTo>
                  <a:lnTo>
                    <a:pt x="27672" y="11040"/>
                  </a:lnTo>
                  <a:lnTo>
                    <a:pt x="29323" y="10812"/>
                  </a:lnTo>
                  <a:lnTo>
                    <a:pt x="30967" y="10120"/>
                  </a:lnTo>
                  <a:lnTo>
                    <a:pt x="31979" y="8468"/>
                  </a:lnTo>
                  <a:lnTo>
                    <a:pt x="32565" y="7213"/>
                  </a:lnTo>
                  <a:lnTo>
                    <a:pt x="35144" y="5783"/>
                  </a:lnTo>
                  <a:lnTo>
                    <a:pt x="36902" y="6505"/>
                  </a:lnTo>
                  <a:lnTo>
                    <a:pt x="41794" y="6696"/>
                  </a:lnTo>
                  <a:lnTo>
                    <a:pt x="45355" y="6308"/>
                  </a:lnTo>
                  <a:lnTo>
                    <a:pt x="47584" y="5334"/>
                  </a:lnTo>
                  <a:lnTo>
                    <a:pt x="50346" y="5334"/>
                  </a:lnTo>
                  <a:lnTo>
                    <a:pt x="52202" y="5881"/>
                  </a:lnTo>
                  <a:lnTo>
                    <a:pt x="52529" y="5798"/>
                  </a:lnTo>
                  <a:lnTo>
                    <a:pt x="53047" y="5676"/>
                  </a:lnTo>
                  <a:lnTo>
                    <a:pt x="53549" y="5151"/>
                  </a:lnTo>
                  <a:lnTo>
                    <a:pt x="55299" y="4793"/>
                  </a:lnTo>
                  <a:lnTo>
                    <a:pt x="55527" y="4360"/>
                  </a:lnTo>
                  <a:lnTo>
                    <a:pt x="55459" y="3911"/>
                  </a:lnTo>
                  <a:lnTo>
                    <a:pt x="55147" y="3690"/>
                  </a:lnTo>
                  <a:lnTo>
                    <a:pt x="52994" y="3919"/>
                  </a:lnTo>
                  <a:lnTo>
                    <a:pt x="52180" y="3576"/>
                  </a:lnTo>
                  <a:lnTo>
                    <a:pt x="51967" y="2785"/>
                  </a:lnTo>
                  <a:lnTo>
                    <a:pt x="52659" y="1400"/>
                  </a:lnTo>
                  <a:lnTo>
                    <a:pt x="54241" y="274"/>
                  </a:lnTo>
                  <a:lnTo>
                    <a:pt x="55581" y="0"/>
                  </a:lnTo>
                  <a:lnTo>
                    <a:pt x="56547" y="304"/>
                  </a:lnTo>
                  <a:lnTo>
                    <a:pt x="58898" y="2389"/>
                  </a:lnTo>
                  <a:lnTo>
                    <a:pt x="59469" y="2458"/>
                  </a:lnTo>
                  <a:lnTo>
                    <a:pt x="59796" y="2085"/>
                  </a:lnTo>
                  <a:lnTo>
                    <a:pt x="60283" y="1872"/>
                  </a:lnTo>
                  <a:lnTo>
                    <a:pt x="61097" y="2282"/>
                  </a:lnTo>
                  <a:lnTo>
                    <a:pt x="62010" y="3576"/>
                  </a:lnTo>
                  <a:lnTo>
                    <a:pt x="62170" y="3774"/>
                  </a:lnTo>
                  <a:lnTo>
                    <a:pt x="67427" y="3317"/>
                  </a:lnTo>
                  <a:lnTo>
                    <a:pt x="68606" y="3317"/>
                  </a:lnTo>
                  <a:lnTo>
                    <a:pt x="72175" y="5592"/>
                  </a:lnTo>
                  <a:close/>
                </a:path>
              </a:pathLst>
            </a:custGeom>
            <a:solidFill>
              <a:srgbClr val="2562E8"/>
            </a:solidFill>
            <a:ln w="6168" cap="flat">
              <a:solidFill>
                <a:srgbClr val="2562E8"/>
              </a:solidFill>
              <a:prstDash val="solid"/>
              <a:miter/>
            </a:ln>
          </p:spPr>
          <p:txBody>
            <a:bodyPr/>
            <a:lstStyle/>
            <a:p>
              <a:endParaRPr lang="en-US"/>
            </a:p>
          </p:txBody>
        </p:sp>
        <p:sp>
          <p:nvSpPr>
            <p:cNvPr id="2188" name="Freeform: Shape 2187">
              <a:extLst>
                <a:ext uri="{FF2B5EF4-FFF2-40B4-BE49-F238E27FC236}">
                  <a16:creationId xmlns:a16="http://schemas.microsoft.com/office/drawing/2014/main" id="{716971E9-0DED-DCD2-2CD9-0B2673C35864}"/>
                </a:ext>
              </a:extLst>
            </p:cNvPr>
            <p:cNvSpPr/>
            <p:nvPr/>
          </p:nvSpPr>
          <p:spPr>
            <a:xfrm>
              <a:off x="9390130" y="4775440"/>
              <a:ext cx="130228" cy="136398"/>
            </a:xfrm>
            <a:custGeom>
              <a:avLst/>
              <a:gdLst>
                <a:gd name="csX0" fmla="*/ 65791 w 130228"/>
                <a:gd name="csY0" fmla="*/ 6422 h 136398"/>
                <a:gd name="csX1" fmla="*/ 67123 w 130228"/>
                <a:gd name="csY1" fmla="*/ 7852 h 136398"/>
                <a:gd name="csX2" fmla="*/ 68812 w 130228"/>
                <a:gd name="csY2" fmla="*/ 8834 h 136398"/>
                <a:gd name="csX3" fmla="*/ 71376 w 130228"/>
                <a:gd name="csY3" fmla="*/ 8712 h 136398"/>
                <a:gd name="csX4" fmla="*/ 73232 w 130228"/>
                <a:gd name="csY4" fmla="*/ 9298 h 136398"/>
                <a:gd name="csX5" fmla="*/ 74838 w 130228"/>
                <a:gd name="csY5" fmla="*/ 10401 h 136398"/>
                <a:gd name="csX6" fmla="*/ 75918 w 130228"/>
                <a:gd name="csY6" fmla="*/ 12843 h 136398"/>
                <a:gd name="csX7" fmla="*/ 77098 w 130228"/>
                <a:gd name="csY7" fmla="*/ 14601 h 136398"/>
                <a:gd name="csX8" fmla="*/ 77607 w 130228"/>
                <a:gd name="csY8" fmla="*/ 17112 h 136398"/>
                <a:gd name="csX9" fmla="*/ 79471 w 130228"/>
                <a:gd name="csY9" fmla="*/ 18428 h 136398"/>
                <a:gd name="csX10" fmla="*/ 80932 w 130228"/>
                <a:gd name="csY10" fmla="*/ 19029 h 136398"/>
                <a:gd name="csX11" fmla="*/ 82911 w 130228"/>
                <a:gd name="csY11" fmla="*/ 20847 h 136398"/>
                <a:gd name="csX12" fmla="*/ 84957 w 130228"/>
                <a:gd name="csY12" fmla="*/ 21776 h 136398"/>
                <a:gd name="csX13" fmla="*/ 87072 w 130228"/>
                <a:gd name="csY13" fmla="*/ 21563 h 136398"/>
                <a:gd name="csX14" fmla="*/ 88062 w 130228"/>
                <a:gd name="csY14" fmla="*/ 22514 h 136398"/>
                <a:gd name="csX15" fmla="*/ 89644 w 130228"/>
                <a:gd name="csY15" fmla="*/ 23183 h 136398"/>
                <a:gd name="csX16" fmla="*/ 91227 w 130228"/>
                <a:gd name="csY16" fmla="*/ 23229 h 136398"/>
                <a:gd name="csX17" fmla="*/ 92619 w 130228"/>
                <a:gd name="csY17" fmla="*/ 21129 h 136398"/>
                <a:gd name="csX18" fmla="*/ 94460 w 130228"/>
                <a:gd name="csY18" fmla="*/ 20300 h 136398"/>
                <a:gd name="csX19" fmla="*/ 99109 w 130228"/>
                <a:gd name="csY19" fmla="*/ 18626 h 136398"/>
                <a:gd name="csX20" fmla="*/ 100943 w 130228"/>
                <a:gd name="csY20" fmla="*/ 17865 h 136398"/>
                <a:gd name="csX21" fmla="*/ 102799 w 130228"/>
                <a:gd name="csY21" fmla="*/ 17386 h 136398"/>
                <a:gd name="csX22" fmla="*/ 107273 w 130228"/>
                <a:gd name="csY22" fmla="*/ 17233 h 136398"/>
                <a:gd name="csX23" fmla="*/ 111435 w 130228"/>
                <a:gd name="csY23" fmla="*/ 17751 h 136398"/>
                <a:gd name="csX24" fmla="*/ 113497 w 130228"/>
                <a:gd name="csY24" fmla="*/ 18139 h 136398"/>
                <a:gd name="csX25" fmla="*/ 114912 w 130228"/>
                <a:gd name="csY25" fmla="*/ 17850 h 136398"/>
                <a:gd name="csX26" fmla="*/ 116251 w 130228"/>
                <a:gd name="csY26" fmla="*/ 18846 h 136398"/>
                <a:gd name="csX27" fmla="*/ 117636 w 130228"/>
                <a:gd name="csY27" fmla="*/ 20939 h 136398"/>
                <a:gd name="csX28" fmla="*/ 118770 w 130228"/>
                <a:gd name="csY28" fmla="*/ 21608 h 136398"/>
                <a:gd name="csX29" fmla="*/ 119926 w 130228"/>
                <a:gd name="csY29" fmla="*/ 22331 h 136398"/>
                <a:gd name="csX30" fmla="*/ 120786 w 130228"/>
                <a:gd name="csY30" fmla="*/ 23982 h 136398"/>
                <a:gd name="csX31" fmla="*/ 121790 w 130228"/>
                <a:gd name="csY31" fmla="*/ 25618 h 136398"/>
                <a:gd name="csX32" fmla="*/ 122338 w 130228"/>
                <a:gd name="csY32" fmla="*/ 26341 h 136398"/>
                <a:gd name="csX33" fmla="*/ 123586 w 130228"/>
                <a:gd name="csY33" fmla="*/ 27954 h 136398"/>
                <a:gd name="csX34" fmla="*/ 124659 w 130228"/>
                <a:gd name="csY34" fmla="*/ 27977 h 136398"/>
                <a:gd name="csX35" fmla="*/ 125716 w 130228"/>
                <a:gd name="csY35" fmla="*/ 27277 h 136398"/>
                <a:gd name="csX36" fmla="*/ 126173 w 130228"/>
                <a:gd name="csY36" fmla="*/ 26759 h 136398"/>
                <a:gd name="csX37" fmla="*/ 126378 w 130228"/>
                <a:gd name="csY37" fmla="*/ 27825 h 136398"/>
                <a:gd name="csX38" fmla="*/ 125960 w 130228"/>
                <a:gd name="csY38" fmla="*/ 29552 h 136398"/>
                <a:gd name="csX39" fmla="*/ 126043 w 130228"/>
                <a:gd name="csY39" fmla="*/ 30624 h 136398"/>
                <a:gd name="csX40" fmla="*/ 126629 w 130228"/>
                <a:gd name="csY40" fmla="*/ 31035 h 136398"/>
                <a:gd name="csX41" fmla="*/ 126310 w 130228"/>
                <a:gd name="csY41" fmla="*/ 32413 h 136398"/>
                <a:gd name="csX42" fmla="*/ 125085 w 130228"/>
                <a:gd name="csY42" fmla="*/ 34756 h 136398"/>
                <a:gd name="csX43" fmla="*/ 125077 w 130228"/>
                <a:gd name="csY43" fmla="*/ 36141 h 136398"/>
                <a:gd name="csX44" fmla="*/ 126295 w 130228"/>
                <a:gd name="csY44" fmla="*/ 36574 h 136398"/>
                <a:gd name="csX45" fmla="*/ 127162 w 130228"/>
                <a:gd name="csY45" fmla="*/ 38043 h 136398"/>
                <a:gd name="csX46" fmla="*/ 127679 w 130228"/>
                <a:gd name="csY46" fmla="*/ 40554 h 136398"/>
                <a:gd name="csX47" fmla="*/ 128204 w 130228"/>
                <a:gd name="csY47" fmla="*/ 41391 h 136398"/>
                <a:gd name="csX48" fmla="*/ 128258 w 130228"/>
                <a:gd name="csY48" fmla="*/ 41908 h 136398"/>
                <a:gd name="csX49" fmla="*/ 129140 w 130228"/>
                <a:gd name="csY49" fmla="*/ 47987 h 136398"/>
                <a:gd name="csX50" fmla="*/ 130228 w 130228"/>
                <a:gd name="csY50" fmla="*/ 54082 h 136398"/>
                <a:gd name="csX51" fmla="*/ 129536 w 130228"/>
                <a:gd name="csY51" fmla="*/ 54873 h 136398"/>
                <a:gd name="csX52" fmla="*/ 128585 w 130228"/>
                <a:gd name="csY52" fmla="*/ 55109 h 136398"/>
                <a:gd name="csX53" fmla="*/ 127969 w 130228"/>
                <a:gd name="csY53" fmla="*/ 55390 h 136398"/>
                <a:gd name="csX54" fmla="*/ 127793 w 130228"/>
                <a:gd name="csY54" fmla="*/ 55961 h 136398"/>
                <a:gd name="csX55" fmla="*/ 128197 w 130228"/>
                <a:gd name="csY55" fmla="*/ 56790 h 136398"/>
                <a:gd name="csX56" fmla="*/ 127930 w 130228"/>
                <a:gd name="csY56" fmla="*/ 57551 h 136398"/>
                <a:gd name="csX57" fmla="*/ 126743 w 130228"/>
                <a:gd name="csY57" fmla="*/ 58076 h 136398"/>
                <a:gd name="csX58" fmla="*/ 124164 w 130228"/>
                <a:gd name="csY58" fmla="*/ 60009 h 136398"/>
                <a:gd name="csX59" fmla="*/ 123989 w 130228"/>
                <a:gd name="csY59" fmla="*/ 60777 h 136398"/>
                <a:gd name="csX60" fmla="*/ 123304 w 130228"/>
                <a:gd name="csY60" fmla="*/ 62421 h 136398"/>
                <a:gd name="csX61" fmla="*/ 122734 w 130228"/>
                <a:gd name="csY61" fmla="*/ 63425 h 136398"/>
                <a:gd name="csX62" fmla="*/ 121889 w 130228"/>
                <a:gd name="csY62" fmla="*/ 65289 h 136398"/>
                <a:gd name="csX63" fmla="*/ 120550 w 130228"/>
                <a:gd name="csY63" fmla="*/ 70219 h 136398"/>
                <a:gd name="csX64" fmla="*/ 120056 w 130228"/>
                <a:gd name="csY64" fmla="*/ 74305 h 136398"/>
                <a:gd name="csX65" fmla="*/ 119979 w 130228"/>
                <a:gd name="csY65" fmla="*/ 75568 h 136398"/>
                <a:gd name="csX66" fmla="*/ 119462 w 130228"/>
                <a:gd name="csY66" fmla="*/ 76443 h 136398"/>
                <a:gd name="csX67" fmla="*/ 118876 w 130228"/>
                <a:gd name="csY67" fmla="*/ 77714 h 136398"/>
                <a:gd name="csX68" fmla="*/ 116076 w 130228"/>
                <a:gd name="csY68" fmla="*/ 81206 h 136398"/>
                <a:gd name="csX69" fmla="*/ 114646 w 130228"/>
                <a:gd name="csY69" fmla="*/ 84059 h 136398"/>
                <a:gd name="csX70" fmla="*/ 114828 w 130228"/>
                <a:gd name="csY70" fmla="*/ 85300 h 136398"/>
                <a:gd name="csX71" fmla="*/ 114897 w 130228"/>
                <a:gd name="csY71" fmla="*/ 86547 h 136398"/>
                <a:gd name="csX72" fmla="*/ 114471 w 130228"/>
                <a:gd name="csY72" fmla="*/ 87445 h 136398"/>
                <a:gd name="csX73" fmla="*/ 114547 w 130228"/>
                <a:gd name="csY73" fmla="*/ 89857 h 136398"/>
                <a:gd name="csX74" fmla="*/ 114889 w 130228"/>
                <a:gd name="csY74" fmla="*/ 91873 h 136398"/>
                <a:gd name="csX75" fmla="*/ 115391 w 130228"/>
                <a:gd name="csY75" fmla="*/ 93852 h 136398"/>
                <a:gd name="csX76" fmla="*/ 117423 w 130228"/>
                <a:gd name="csY76" fmla="*/ 99452 h 136398"/>
                <a:gd name="csX77" fmla="*/ 118481 w 130228"/>
                <a:gd name="csY77" fmla="*/ 102853 h 136398"/>
                <a:gd name="csX78" fmla="*/ 119135 w 130228"/>
                <a:gd name="csY78" fmla="*/ 105592 h 136398"/>
                <a:gd name="csX79" fmla="*/ 119713 w 130228"/>
                <a:gd name="csY79" fmla="*/ 107433 h 136398"/>
                <a:gd name="csX80" fmla="*/ 120253 w 130228"/>
                <a:gd name="csY80" fmla="*/ 108178 h 136398"/>
                <a:gd name="csX81" fmla="*/ 120474 w 130228"/>
                <a:gd name="csY81" fmla="*/ 108886 h 136398"/>
                <a:gd name="csX82" fmla="*/ 123487 w 130228"/>
                <a:gd name="csY82" fmla="*/ 109396 h 136398"/>
                <a:gd name="csX83" fmla="*/ 124080 w 130228"/>
                <a:gd name="csY83" fmla="*/ 109799 h 136398"/>
                <a:gd name="csX84" fmla="*/ 124902 w 130228"/>
                <a:gd name="csY84" fmla="*/ 113367 h 136398"/>
                <a:gd name="csX85" fmla="*/ 124750 w 130228"/>
                <a:gd name="csY85" fmla="*/ 114981 h 136398"/>
                <a:gd name="csX86" fmla="*/ 124157 w 130228"/>
                <a:gd name="csY86" fmla="*/ 115597 h 136398"/>
                <a:gd name="csX87" fmla="*/ 124172 w 130228"/>
                <a:gd name="csY87" fmla="*/ 116959 h 136398"/>
                <a:gd name="csX88" fmla="*/ 124035 w 130228"/>
                <a:gd name="csY88" fmla="*/ 118655 h 136398"/>
                <a:gd name="csX89" fmla="*/ 123593 w 130228"/>
                <a:gd name="csY89" fmla="*/ 119325 h 136398"/>
                <a:gd name="csX90" fmla="*/ 121905 w 130228"/>
                <a:gd name="csY90" fmla="*/ 119409 h 136398"/>
                <a:gd name="csX91" fmla="*/ 120756 w 130228"/>
                <a:gd name="csY91" fmla="*/ 120048 h 136398"/>
                <a:gd name="csX92" fmla="*/ 119249 w 130228"/>
                <a:gd name="csY92" fmla="*/ 119789 h 136398"/>
                <a:gd name="csX93" fmla="*/ 119104 w 130228"/>
                <a:gd name="csY93" fmla="*/ 119371 h 136398"/>
                <a:gd name="csX94" fmla="*/ 118290 w 130228"/>
                <a:gd name="csY94" fmla="*/ 119219 h 136398"/>
                <a:gd name="csX95" fmla="*/ 116053 w 130228"/>
                <a:gd name="csY95" fmla="*/ 118252 h 136398"/>
                <a:gd name="csX96" fmla="*/ 116419 w 130228"/>
                <a:gd name="csY96" fmla="*/ 115156 h 136398"/>
                <a:gd name="csX97" fmla="*/ 115384 w 130228"/>
                <a:gd name="csY97" fmla="*/ 115026 h 136398"/>
                <a:gd name="csX98" fmla="*/ 114585 w 130228"/>
                <a:gd name="csY98" fmla="*/ 115437 h 136398"/>
                <a:gd name="csX99" fmla="*/ 112995 w 130228"/>
                <a:gd name="csY99" fmla="*/ 119150 h 136398"/>
                <a:gd name="csX100" fmla="*/ 112234 w 130228"/>
                <a:gd name="csY100" fmla="*/ 119789 h 136398"/>
                <a:gd name="csX101" fmla="*/ 101065 w 130228"/>
                <a:gd name="csY101" fmla="*/ 117872 h 136398"/>
                <a:gd name="csX102" fmla="*/ 98637 w 130228"/>
                <a:gd name="csY102" fmla="*/ 116327 h 136398"/>
                <a:gd name="csX103" fmla="*/ 95731 w 130228"/>
                <a:gd name="csY103" fmla="*/ 115977 h 136398"/>
                <a:gd name="csX104" fmla="*/ 90664 w 130228"/>
                <a:gd name="csY104" fmla="*/ 116152 h 136398"/>
                <a:gd name="csX105" fmla="*/ 86487 w 130228"/>
                <a:gd name="csY105" fmla="*/ 116616 h 136398"/>
                <a:gd name="csX106" fmla="*/ 85292 w 130228"/>
                <a:gd name="csY106" fmla="*/ 117552 h 136398"/>
                <a:gd name="csX107" fmla="*/ 95837 w 130228"/>
                <a:gd name="csY107" fmla="*/ 117004 h 136398"/>
                <a:gd name="csX108" fmla="*/ 96971 w 130228"/>
                <a:gd name="csY108" fmla="*/ 117111 h 136398"/>
                <a:gd name="csX109" fmla="*/ 97504 w 130228"/>
                <a:gd name="csY109" fmla="*/ 117674 h 136398"/>
                <a:gd name="csX110" fmla="*/ 84174 w 130228"/>
                <a:gd name="csY110" fmla="*/ 118899 h 136398"/>
                <a:gd name="csX111" fmla="*/ 79091 w 130228"/>
                <a:gd name="csY111" fmla="*/ 119629 h 136398"/>
                <a:gd name="csX112" fmla="*/ 77585 w 130228"/>
                <a:gd name="csY112" fmla="*/ 119431 h 136398"/>
                <a:gd name="csX113" fmla="*/ 76443 w 130228"/>
                <a:gd name="csY113" fmla="*/ 118245 h 136398"/>
                <a:gd name="csX114" fmla="*/ 70919 w 130228"/>
                <a:gd name="csY114" fmla="*/ 118100 h 136398"/>
                <a:gd name="csX115" fmla="*/ 69786 w 130228"/>
                <a:gd name="csY115" fmla="*/ 118488 h 136398"/>
                <a:gd name="csX116" fmla="*/ 69101 w 130228"/>
                <a:gd name="csY116" fmla="*/ 119363 h 136398"/>
                <a:gd name="csX117" fmla="*/ 71277 w 130228"/>
                <a:gd name="csY117" fmla="*/ 119173 h 136398"/>
                <a:gd name="csX118" fmla="*/ 74709 w 130228"/>
                <a:gd name="csY118" fmla="*/ 119127 h 136398"/>
                <a:gd name="csX119" fmla="*/ 75629 w 130228"/>
                <a:gd name="csY119" fmla="*/ 119797 h 136398"/>
                <a:gd name="csX120" fmla="*/ 64886 w 130228"/>
                <a:gd name="csY120" fmla="*/ 120672 h 136398"/>
                <a:gd name="csX121" fmla="*/ 57437 w 130228"/>
                <a:gd name="csY121" fmla="*/ 122346 h 136398"/>
                <a:gd name="csX122" fmla="*/ 54280 w 130228"/>
                <a:gd name="csY122" fmla="*/ 123586 h 136398"/>
                <a:gd name="csX123" fmla="*/ 43886 w 130228"/>
                <a:gd name="csY123" fmla="*/ 127657 h 136398"/>
                <a:gd name="csX124" fmla="*/ 37548 w 130228"/>
                <a:gd name="csY124" fmla="*/ 129574 h 136398"/>
                <a:gd name="csX125" fmla="*/ 35889 w 130228"/>
                <a:gd name="csY125" fmla="*/ 130281 h 136398"/>
                <a:gd name="csX126" fmla="*/ 33006 w 130228"/>
                <a:gd name="csY126" fmla="*/ 132275 h 136398"/>
                <a:gd name="csX127" fmla="*/ 29300 w 130228"/>
                <a:gd name="csY127" fmla="*/ 133530 h 136398"/>
                <a:gd name="csX128" fmla="*/ 25146 w 130228"/>
                <a:gd name="csY128" fmla="*/ 135874 h 136398"/>
                <a:gd name="csX129" fmla="*/ 22613 w 130228"/>
                <a:gd name="csY129" fmla="*/ 136399 h 136398"/>
                <a:gd name="csX130" fmla="*/ 22042 w 130228"/>
                <a:gd name="csY130" fmla="*/ 135653 h 136398"/>
                <a:gd name="csX131" fmla="*/ 21974 w 130228"/>
                <a:gd name="csY131" fmla="*/ 131696 h 136398"/>
                <a:gd name="csX132" fmla="*/ 21623 w 130228"/>
                <a:gd name="csY132" fmla="*/ 126393 h 136398"/>
                <a:gd name="csX133" fmla="*/ 21753 w 130228"/>
                <a:gd name="csY133" fmla="*/ 124362 h 136398"/>
                <a:gd name="csX134" fmla="*/ 22088 w 130228"/>
                <a:gd name="csY134" fmla="*/ 122452 h 136398"/>
                <a:gd name="csX135" fmla="*/ 22095 w 130228"/>
                <a:gd name="csY135" fmla="*/ 120869 h 136398"/>
                <a:gd name="csX136" fmla="*/ 23358 w 130228"/>
                <a:gd name="csY136" fmla="*/ 120276 h 136398"/>
                <a:gd name="csX137" fmla="*/ 23693 w 130228"/>
                <a:gd name="csY137" fmla="*/ 119614 h 136398"/>
                <a:gd name="csX138" fmla="*/ 23883 w 130228"/>
                <a:gd name="csY138" fmla="*/ 117552 h 136398"/>
                <a:gd name="csX139" fmla="*/ 25062 w 130228"/>
                <a:gd name="csY139" fmla="*/ 115673 h 136398"/>
                <a:gd name="csX140" fmla="*/ 25085 w 130228"/>
                <a:gd name="csY140" fmla="*/ 112401 h 136398"/>
                <a:gd name="csX141" fmla="*/ 25435 w 130228"/>
                <a:gd name="csY141" fmla="*/ 111724 h 136398"/>
                <a:gd name="csX142" fmla="*/ 25702 w 130228"/>
                <a:gd name="csY142" fmla="*/ 110857 h 136398"/>
                <a:gd name="csX143" fmla="*/ 25199 w 130228"/>
                <a:gd name="csY143" fmla="*/ 108711 h 136398"/>
                <a:gd name="csX144" fmla="*/ 24545 w 130228"/>
                <a:gd name="csY144" fmla="*/ 104663 h 136398"/>
                <a:gd name="csX145" fmla="*/ 24226 w 130228"/>
                <a:gd name="csY145" fmla="*/ 104397 h 136398"/>
                <a:gd name="csX146" fmla="*/ 23937 w 130228"/>
                <a:gd name="csY146" fmla="*/ 104572 h 136398"/>
                <a:gd name="csX147" fmla="*/ 23275 w 130228"/>
                <a:gd name="csY147" fmla="*/ 104648 h 136398"/>
                <a:gd name="csX148" fmla="*/ 20665 w 130228"/>
                <a:gd name="csY148" fmla="*/ 103248 h 136398"/>
                <a:gd name="csX149" fmla="*/ 18649 w 130228"/>
                <a:gd name="csY149" fmla="*/ 103005 h 136398"/>
                <a:gd name="csX150" fmla="*/ 17233 w 130228"/>
                <a:gd name="csY150" fmla="*/ 101810 h 136398"/>
                <a:gd name="csX151" fmla="*/ 17134 w 130228"/>
                <a:gd name="csY151" fmla="*/ 100448 h 136398"/>
                <a:gd name="csX152" fmla="*/ 16450 w 130228"/>
                <a:gd name="csY152" fmla="*/ 99649 h 136398"/>
                <a:gd name="csX153" fmla="*/ 15970 w 130228"/>
                <a:gd name="csY153" fmla="*/ 98074 h 136398"/>
                <a:gd name="csX154" fmla="*/ 15263 w 130228"/>
                <a:gd name="csY154" fmla="*/ 96271 h 136398"/>
                <a:gd name="csX155" fmla="*/ 13277 w 130228"/>
                <a:gd name="csY155" fmla="*/ 95175 h 136398"/>
                <a:gd name="csX156" fmla="*/ 11413 w 130228"/>
                <a:gd name="csY156" fmla="*/ 94909 h 136398"/>
                <a:gd name="csX157" fmla="*/ 10089 w 130228"/>
                <a:gd name="csY157" fmla="*/ 95145 h 136398"/>
                <a:gd name="csX158" fmla="*/ 8537 w 130228"/>
                <a:gd name="csY158" fmla="*/ 95077 h 136398"/>
                <a:gd name="csX159" fmla="*/ 6756 w 130228"/>
                <a:gd name="csY159" fmla="*/ 94468 h 136398"/>
                <a:gd name="csX160" fmla="*/ 5524 w 130228"/>
                <a:gd name="csY160" fmla="*/ 93783 h 136398"/>
                <a:gd name="csX161" fmla="*/ 4360 w 130228"/>
                <a:gd name="csY161" fmla="*/ 92459 h 136398"/>
                <a:gd name="csX162" fmla="*/ 3279 w 130228"/>
                <a:gd name="csY162" fmla="*/ 91409 h 136398"/>
                <a:gd name="csX163" fmla="*/ 2419 w 130228"/>
                <a:gd name="csY163" fmla="*/ 91539 h 136398"/>
                <a:gd name="csX164" fmla="*/ 1369 w 130228"/>
                <a:gd name="csY164" fmla="*/ 91287 h 136398"/>
                <a:gd name="csX165" fmla="*/ 335 w 130228"/>
                <a:gd name="csY165" fmla="*/ 90808 h 136398"/>
                <a:gd name="csX166" fmla="*/ 0 w 130228"/>
                <a:gd name="csY166" fmla="*/ 90435 h 136398"/>
                <a:gd name="csX167" fmla="*/ 4322 w 130228"/>
                <a:gd name="csY167" fmla="*/ 86220 h 136398"/>
                <a:gd name="csX168" fmla="*/ 5790 w 130228"/>
                <a:gd name="csY168" fmla="*/ 84158 h 136398"/>
                <a:gd name="csX169" fmla="*/ 5950 w 130228"/>
                <a:gd name="csY169" fmla="*/ 82895 h 136398"/>
                <a:gd name="csX170" fmla="*/ 5965 w 130228"/>
                <a:gd name="csY170" fmla="*/ 81625 h 136398"/>
                <a:gd name="csX171" fmla="*/ 6437 w 130228"/>
                <a:gd name="csY171" fmla="*/ 80324 h 136398"/>
                <a:gd name="csX172" fmla="*/ 6559 w 130228"/>
                <a:gd name="csY172" fmla="*/ 78338 h 136398"/>
                <a:gd name="csX173" fmla="*/ 4170 w 130228"/>
                <a:gd name="csY173" fmla="*/ 71110 h 136398"/>
                <a:gd name="csX174" fmla="*/ 3561 w 130228"/>
                <a:gd name="csY174" fmla="*/ 68873 h 136398"/>
                <a:gd name="csX175" fmla="*/ 2922 w 130228"/>
                <a:gd name="csY175" fmla="*/ 68218 h 136398"/>
                <a:gd name="csX176" fmla="*/ 2511 w 130228"/>
                <a:gd name="csY176" fmla="*/ 67967 h 136398"/>
                <a:gd name="csX177" fmla="*/ 3720 w 130228"/>
                <a:gd name="csY177" fmla="*/ 67039 h 136398"/>
                <a:gd name="csX178" fmla="*/ 5387 w 130228"/>
                <a:gd name="csY178" fmla="*/ 67282 h 136398"/>
                <a:gd name="csX179" fmla="*/ 7943 w 130228"/>
                <a:gd name="csY179" fmla="*/ 68005 h 136398"/>
                <a:gd name="csX180" fmla="*/ 8499 w 130228"/>
                <a:gd name="csY180" fmla="*/ 67290 h 136398"/>
                <a:gd name="csX181" fmla="*/ 10431 w 130228"/>
                <a:gd name="csY181" fmla="*/ 63638 h 136398"/>
                <a:gd name="csX182" fmla="*/ 10378 w 130228"/>
                <a:gd name="csY182" fmla="*/ 62284 h 136398"/>
                <a:gd name="csX183" fmla="*/ 10188 w 130228"/>
                <a:gd name="csY183" fmla="*/ 61348 h 136398"/>
                <a:gd name="csX184" fmla="*/ 11321 w 130228"/>
                <a:gd name="csY184" fmla="*/ 58845 h 136398"/>
                <a:gd name="csX185" fmla="*/ 12219 w 130228"/>
                <a:gd name="csY185" fmla="*/ 57878 h 136398"/>
                <a:gd name="csX186" fmla="*/ 12683 w 130228"/>
                <a:gd name="csY186" fmla="*/ 56836 h 136398"/>
                <a:gd name="csX187" fmla="*/ 12539 w 130228"/>
                <a:gd name="csY187" fmla="*/ 55406 h 136398"/>
                <a:gd name="csX188" fmla="*/ 11862 w 130228"/>
                <a:gd name="csY188" fmla="*/ 54873 h 136398"/>
                <a:gd name="csX189" fmla="*/ 10964 w 130228"/>
                <a:gd name="csY189" fmla="*/ 54972 h 136398"/>
                <a:gd name="csX190" fmla="*/ 9891 w 130228"/>
                <a:gd name="csY190" fmla="*/ 54622 h 136398"/>
                <a:gd name="csX191" fmla="*/ 8255 w 130228"/>
                <a:gd name="csY191" fmla="*/ 53800 h 136398"/>
                <a:gd name="csX192" fmla="*/ 7426 w 130228"/>
                <a:gd name="csY192" fmla="*/ 53070 h 136398"/>
                <a:gd name="csX193" fmla="*/ 7684 w 130228"/>
                <a:gd name="csY193" fmla="*/ 49760 h 136398"/>
                <a:gd name="csX194" fmla="*/ 7837 w 130228"/>
                <a:gd name="csY194" fmla="*/ 48733 h 136398"/>
                <a:gd name="csX195" fmla="*/ 8415 w 130228"/>
                <a:gd name="csY195" fmla="*/ 48139 h 136398"/>
                <a:gd name="csX196" fmla="*/ 9313 w 130228"/>
                <a:gd name="csY196" fmla="*/ 47980 h 136398"/>
                <a:gd name="csX197" fmla="*/ 11846 w 130228"/>
                <a:gd name="csY197" fmla="*/ 47881 h 136398"/>
                <a:gd name="csX198" fmla="*/ 13901 w 130228"/>
                <a:gd name="csY198" fmla="*/ 48261 h 136398"/>
                <a:gd name="csX199" fmla="*/ 15704 w 130228"/>
                <a:gd name="csY199" fmla="*/ 48482 h 136398"/>
                <a:gd name="csX200" fmla="*/ 16663 w 130228"/>
                <a:gd name="csY200" fmla="*/ 48482 h 136398"/>
                <a:gd name="csX201" fmla="*/ 17439 w 130228"/>
                <a:gd name="csY201" fmla="*/ 49463 h 136398"/>
                <a:gd name="csX202" fmla="*/ 18473 w 130228"/>
                <a:gd name="csY202" fmla="*/ 50468 h 136398"/>
                <a:gd name="csX203" fmla="*/ 19387 w 130228"/>
                <a:gd name="csY203" fmla="*/ 50460 h 136398"/>
                <a:gd name="csX204" fmla="*/ 19706 w 130228"/>
                <a:gd name="csY204" fmla="*/ 49714 h 136398"/>
                <a:gd name="csX205" fmla="*/ 19493 w 130228"/>
                <a:gd name="csY205" fmla="*/ 46450 h 136398"/>
                <a:gd name="csX206" fmla="*/ 18884 w 130228"/>
                <a:gd name="csY206" fmla="*/ 44723 h 136398"/>
                <a:gd name="csX207" fmla="*/ 17507 w 130228"/>
                <a:gd name="csY207" fmla="*/ 43057 h 136398"/>
                <a:gd name="csX208" fmla="*/ 13946 w 130228"/>
                <a:gd name="csY208" fmla="*/ 41634 h 136398"/>
                <a:gd name="csX209" fmla="*/ 13863 w 130228"/>
                <a:gd name="csY209" fmla="*/ 39648 h 136398"/>
                <a:gd name="csX210" fmla="*/ 14220 w 130228"/>
                <a:gd name="csY210" fmla="*/ 37495 h 136398"/>
                <a:gd name="csX211" fmla="*/ 14989 w 130228"/>
                <a:gd name="csY211" fmla="*/ 36696 h 136398"/>
                <a:gd name="csX212" fmla="*/ 17637 w 130228"/>
                <a:gd name="csY212" fmla="*/ 35327 h 136398"/>
                <a:gd name="csX213" fmla="*/ 17172 w 130228"/>
                <a:gd name="csY213" fmla="*/ 34588 h 136398"/>
                <a:gd name="csX214" fmla="*/ 16328 w 130228"/>
                <a:gd name="csY214" fmla="*/ 33805 h 136398"/>
                <a:gd name="csX215" fmla="*/ 14646 w 130228"/>
                <a:gd name="csY215" fmla="*/ 33013 h 136398"/>
                <a:gd name="csX216" fmla="*/ 15034 w 130228"/>
                <a:gd name="csY216" fmla="*/ 30434 h 136398"/>
                <a:gd name="csX217" fmla="*/ 15118 w 130228"/>
                <a:gd name="csY217" fmla="*/ 28129 h 136398"/>
                <a:gd name="csX218" fmla="*/ 13695 w 130228"/>
                <a:gd name="csY218" fmla="*/ 28387 h 136398"/>
                <a:gd name="csX219" fmla="*/ 12235 w 130228"/>
                <a:gd name="csY219" fmla="*/ 28524 h 136398"/>
                <a:gd name="csX220" fmla="*/ 11002 w 130228"/>
                <a:gd name="csY220" fmla="*/ 27817 h 136398"/>
                <a:gd name="csX221" fmla="*/ 9967 w 130228"/>
                <a:gd name="csY221" fmla="*/ 26417 h 136398"/>
                <a:gd name="csX222" fmla="*/ 9777 w 130228"/>
                <a:gd name="csY222" fmla="*/ 22567 h 136398"/>
                <a:gd name="csX223" fmla="*/ 9777 w 130228"/>
                <a:gd name="csY223" fmla="*/ 18116 h 136398"/>
                <a:gd name="csX224" fmla="*/ 9579 w 130228"/>
                <a:gd name="csY224" fmla="*/ 16145 h 136398"/>
                <a:gd name="csX225" fmla="*/ 9975 w 130228"/>
                <a:gd name="csY225" fmla="*/ 15095 h 136398"/>
                <a:gd name="csX226" fmla="*/ 11230 w 130228"/>
                <a:gd name="csY226" fmla="*/ 14129 h 136398"/>
                <a:gd name="csX227" fmla="*/ 12600 w 130228"/>
                <a:gd name="csY227" fmla="*/ 12874 h 136398"/>
                <a:gd name="csX228" fmla="*/ 13087 w 130228"/>
                <a:gd name="csY228" fmla="*/ 12075 h 136398"/>
                <a:gd name="csX229" fmla="*/ 13718 w 130228"/>
                <a:gd name="csY229" fmla="*/ 12060 h 136398"/>
                <a:gd name="csX230" fmla="*/ 15362 w 130228"/>
                <a:gd name="csY230" fmla="*/ 11580 h 136398"/>
                <a:gd name="csX231" fmla="*/ 16853 w 130228"/>
                <a:gd name="csY231" fmla="*/ 10485 h 136398"/>
                <a:gd name="csX232" fmla="*/ 18245 w 130228"/>
                <a:gd name="csY232" fmla="*/ 8202 h 136398"/>
                <a:gd name="csX233" fmla="*/ 20125 w 130228"/>
                <a:gd name="csY233" fmla="*/ 6368 h 136398"/>
                <a:gd name="csX234" fmla="*/ 22240 w 130228"/>
                <a:gd name="csY234" fmla="*/ 6505 h 136398"/>
                <a:gd name="csX235" fmla="*/ 22864 w 130228"/>
                <a:gd name="csY235" fmla="*/ 6171 h 136398"/>
                <a:gd name="csX236" fmla="*/ 23609 w 130228"/>
                <a:gd name="csY236" fmla="*/ 6110 h 136398"/>
                <a:gd name="csX237" fmla="*/ 24492 w 130228"/>
                <a:gd name="csY237" fmla="*/ 7319 h 136398"/>
                <a:gd name="csX238" fmla="*/ 25382 w 130228"/>
                <a:gd name="csY238" fmla="*/ 8240 h 136398"/>
                <a:gd name="csX239" fmla="*/ 26014 w 130228"/>
                <a:gd name="csY239" fmla="*/ 8263 h 136398"/>
                <a:gd name="csX240" fmla="*/ 26485 w 130228"/>
                <a:gd name="csY240" fmla="*/ 10005 h 136398"/>
                <a:gd name="csX241" fmla="*/ 30343 w 130228"/>
                <a:gd name="csY241" fmla="*/ 10736 h 136398"/>
                <a:gd name="csX242" fmla="*/ 31994 w 130228"/>
                <a:gd name="csY242" fmla="*/ 11215 h 136398"/>
                <a:gd name="csX243" fmla="*/ 33386 w 130228"/>
                <a:gd name="csY243" fmla="*/ 12486 h 136398"/>
                <a:gd name="csX244" fmla="*/ 33873 w 130228"/>
                <a:gd name="csY244" fmla="*/ 12516 h 136398"/>
                <a:gd name="csX245" fmla="*/ 34459 w 130228"/>
                <a:gd name="csY245" fmla="*/ 12250 h 136398"/>
                <a:gd name="csX246" fmla="*/ 34916 w 130228"/>
                <a:gd name="csY246" fmla="*/ 11808 h 136398"/>
                <a:gd name="csX247" fmla="*/ 35007 w 130228"/>
                <a:gd name="csY247" fmla="*/ 11322 h 136398"/>
                <a:gd name="csX248" fmla="*/ 34406 w 130228"/>
                <a:gd name="csY248" fmla="*/ 10180 h 136398"/>
                <a:gd name="csX249" fmla="*/ 34672 w 130228"/>
                <a:gd name="csY249" fmla="*/ 9153 h 136398"/>
                <a:gd name="csX250" fmla="*/ 35296 w 130228"/>
                <a:gd name="csY250" fmla="*/ 8232 h 136398"/>
                <a:gd name="csX251" fmla="*/ 36293 w 130228"/>
                <a:gd name="csY251" fmla="*/ 8172 h 136398"/>
                <a:gd name="csX252" fmla="*/ 37792 w 130228"/>
                <a:gd name="csY252" fmla="*/ 7913 h 136398"/>
                <a:gd name="csX253" fmla="*/ 39511 w 130228"/>
                <a:gd name="csY253" fmla="*/ 7913 h 136398"/>
                <a:gd name="csX254" fmla="*/ 40789 w 130228"/>
                <a:gd name="csY254" fmla="*/ 8080 h 136398"/>
                <a:gd name="csX255" fmla="*/ 41299 w 130228"/>
                <a:gd name="csY255" fmla="*/ 7160 h 136398"/>
                <a:gd name="csX256" fmla="*/ 40812 w 130228"/>
                <a:gd name="csY256" fmla="*/ 4573 h 136398"/>
                <a:gd name="csX257" fmla="*/ 40942 w 130228"/>
                <a:gd name="csY257" fmla="*/ 3142 h 136398"/>
                <a:gd name="csX258" fmla="*/ 41147 w 130228"/>
                <a:gd name="csY258" fmla="*/ 1940 h 136398"/>
                <a:gd name="csX259" fmla="*/ 41626 w 130228"/>
                <a:gd name="csY259" fmla="*/ 1453 h 136398"/>
                <a:gd name="csX260" fmla="*/ 43536 w 130228"/>
                <a:gd name="csY260" fmla="*/ 2967 h 136398"/>
                <a:gd name="csX261" fmla="*/ 45286 w 130228"/>
                <a:gd name="csY261" fmla="*/ 3515 h 136398"/>
                <a:gd name="csX262" fmla="*/ 46542 w 130228"/>
                <a:gd name="csY262" fmla="*/ 3561 h 136398"/>
                <a:gd name="csX263" fmla="*/ 46892 w 130228"/>
                <a:gd name="csY263" fmla="*/ 3272 h 136398"/>
                <a:gd name="csX264" fmla="*/ 46359 w 130228"/>
                <a:gd name="csY264" fmla="*/ 1621 h 136398"/>
                <a:gd name="csX265" fmla="*/ 46504 w 130228"/>
                <a:gd name="csY265" fmla="*/ 1126 h 136398"/>
                <a:gd name="csX266" fmla="*/ 46968 w 130228"/>
                <a:gd name="csY266" fmla="*/ 837 h 136398"/>
                <a:gd name="csX267" fmla="*/ 47789 w 130228"/>
                <a:gd name="csY267" fmla="*/ 670 h 136398"/>
                <a:gd name="csX268" fmla="*/ 50019 w 130228"/>
                <a:gd name="csY268" fmla="*/ 0 h 136398"/>
                <a:gd name="csX269" fmla="*/ 50247 w 130228"/>
                <a:gd name="csY269" fmla="*/ 129 h 136398"/>
                <a:gd name="csX270" fmla="*/ 50665 w 130228"/>
                <a:gd name="csY270" fmla="*/ 2732 h 136398"/>
                <a:gd name="csX271" fmla="*/ 50475 w 130228"/>
                <a:gd name="csY271" fmla="*/ 3584 h 136398"/>
                <a:gd name="csX272" fmla="*/ 50947 w 130228"/>
                <a:gd name="csY272" fmla="*/ 5349 h 136398"/>
                <a:gd name="csX273" fmla="*/ 51525 w 130228"/>
                <a:gd name="csY273" fmla="*/ 6985 h 136398"/>
                <a:gd name="csX274" fmla="*/ 51480 w 130228"/>
                <a:gd name="csY274" fmla="*/ 7654 h 136398"/>
                <a:gd name="csX275" fmla="*/ 51000 w 130228"/>
                <a:gd name="csY275" fmla="*/ 8666 h 136398"/>
                <a:gd name="csX276" fmla="*/ 50437 w 130228"/>
                <a:gd name="csY276" fmla="*/ 9594 h 136398"/>
                <a:gd name="csX277" fmla="*/ 50498 w 130228"/>
                <a:gd name="csY277" fmla="*/ 9975 h 136398"/>
                <a:gd name="csX278" fmla="*/ 51388 w 130228"/>
                <a:gd name="csY278" fmla="*/ 10606 h 136398"/>
                <a:gd name="csX279" fmla="*/ 53093 w 130228"/>
                <a:gd name="csY279" fmla="*/ 11261 h 136398"/>
                <a:gd name="csX280" fmla="*/ 54858 w 130228"/>
                <a:gd name="csY280" fmla="*/ 11413 h 136398"/>
                <a:gd name="csX281" fmla="*/ 55839 w 130228"/>
                <a:gd name="csY281" fmla="*/ 10462 h 136398"/>
                <a:gd name="csX282" fmla="*/ 56859 w 130228"/>
                <a:gd name="csY282" fmla="*/ 9686 h 136398"/>
                <a:gd name="csX283" fmla="*/ 57566 w 130228"/>
                <a:gd name="csY283" fmla="*/ 8993 h 136398"/>
                <a:gd name="csX284" fmla="*/ 57810 w 130228"/>
                <a:gd name="csY284" fmla="*/ 7966 h 136398"/>
                <a:gd name="csX285" fmla="*/ 58928 w 130228"/>
                <a:gd name="csY285" fmla="*/ 7213 h 136398"/>
                <a:gd name="csX286" fmla="*/ 62124 w 130228"/>
                <a:gd name="csY286" fmla="*/ 6269 h 136398"/>
                <a:gd name="csX287" fmla="*/ 65061 w 130228"/>
                <a:gd name="csY287" fmla="*/ 6125 h 136398"/>
                <a:gd name="csX288" fmla="*/ 65791 w 130228"/>
                <a:gd name="csY288" fmla="*/ 6422 h 136398"/>
                <a:gd name="csX289" fmla="*/ 117826 w 130228"/>
                <a:gd name="csY289" fmla="*/ 119888 h 136398"/>
                <a:gd name="csX290" fmla="*/ 117240 w 130228"/>
                <a:gd name="csY290" fmla="*/ 120733 h 136398"/>
                <a:gd name="csX291" fmla="*/ 114410 w 130228"/>
                <a:gd name="csY291" fmla="*/ 120192 h 136398"/>
                <a:gd name="csX292" fmla="*/ 115080 w 130228"/>
                <a:gd name="csY292" fmla="*/ 119485 h 136398"/>
                <a:gd name="csX293" fmla="*/ 117826 w 130228"/>
                <a:gd name="csY293" fmla="*/ 119888 h 1363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Lst>
              <a:rect l="l" t="t" r="r" b="b"/>
              <a:pathLst>
                <a:path w="130228" h="136398">
                  <a:moveTo>
                    <a:pt x="65791" y="6422"/>
                  </a:moveTo>
                  <a:lnTo>
                    <a:pt x="67123" y="7852"/>
                  </a:lnTo>
                  <a:lnTo>
                    <a:pt x="68812" y="8834"/>
                  </a:lnTo>
                  <a:lnTo>
                    <a:pt x="71376" y="8712"/>
                  </a:lnTo>
                  <a:lnTo>
                    <a:pt x="73232" y="9298"/>
                  </a:lnTo>
                  <a:lnTo>
                    <a:pt x="74838" y="10401"/>
                  </a:lnTo>
                  <a:lnTo>
                    <a:pt x="75918" y="12843"/>
                  </a:lnTo>
                  <a:lnTo>
                    <a:pt x="77098" y="14601"/>
                  </a:lnTo>
                  <a:lnTo>
                    <a:pt x="77607" y="17112"/>
                  </a:lnTo>
                  <a:lnTo>
                    <a:pt x="79471" y="18428"/>
                  </a:lnTo>
                  <a:lnTo>
                    <a:pt x="80932" y="19029"/>
                  </a:lnTo>
                  <a:lnTo>
                    <a:pt x="82911" y="20847"/>
                  </a:lnTo>
                  <a:lnTo>
                    <a:pt x="84957" y="21776"/>
                  </a:lnTo>
                  <a:lnTo>
                    <a:pt x="87072" y="21563"/>
                  </a:lnTo>
                  <a:lnTo>
                    <a:pt x="88062" y="22514"/>
                  </a:lnTo>
                  <a:lnTo>
                    <a:pt x="89644" y="23183"/>
                  </a:lnTo>
                  <a:lnTo>
                    <a:pt x="91227" y="23229"/>
                  </a:lnTo>
                  <a:lnTo>
                    <a:pt x="92619" y="21129"/>
                  </a:lnTo>
                  <a:lnTo>
                    <a:pt x="94460" y="20300"/>
                  </a:lnTo>
                  <a:lnTo>
                    <a:pt x="99109" y="18626"/>
                  </a:lnTo>
                  <a:lnTo>
                    <a:pt x="100943" y="17865"/>
                  </a:lnTo>
                  <a:lnTo>
                    <a:pt x="102799" y="17386"/>
                  </a:lnTo>
                  <a:lnTo>
                    <a:pt x="107273" y="17233"/>
                  </a:lnTo>
                  <a:lnTo>
                    <a:pt x="111435" y="17751"/>
                  </a:lnTo>
                  <a:lnTo>
                    <a:pt x="113497" y="18139"/>
                  </a:lnTo>
                  <a:lnTo>
                    <a:pt x="114912" y="17850"/>
                  </a:lnTo>
                  <a:lnTo>
                    <a:pt x="116251" y="18846"/>
                  </a:lnTo>
                  <a:lnTo>
                    <a:pt x="117636" y="20939"/>
                  </a:lnTo>
                  <a:lnTo>
                    <a:pt x="118770" y="21608"/>
                  </a:lnTo>
                  <a:lnTo>
                    <a:pt x="119926" y="22331"/>
                  </a:lnTo>
                  <a:lnTo>
                    <a:pt x="120786" y="23982"/>
                  </a:lnTo>
                  <a:lnTo>
                    <a:pt x="121790" y="25618"/>
                  </a:lnTo>
                  <a:lnTo>
                    <a:pt x="122338" y="26341"/>
                  </a:lnTo>
                  <a:lnTo>
                    <a:pt x="123586" y="27954"/>
                  </a:lnTo>
                  <a:lnTo>
                    <a:pt x="124659" y="27977"/>
                  </a:lnTo>
                  <a:lnTo>
                    <a:pt x="125716" y="27277"/>
                  </a:lnTo>
                  <a:lnTo>
                    <a:pt x="126173" y="26759"/>
                  </a:lnTo>
                  <a:lnTo>
                    <a:pt x="126378" y="27825"/>
                  </a:lnTo>
                  <a:lnTo>
                    <a:pt x="125960" y="29552"/>
                  </a:lnTo>
                  <a:lnTo>
                    <a:pt x="126043" y="30624"/>
                  </a:lnTo>
                  <a:lnTo>
                    <a:pt x="126629" y="31035"/>
                  </a:lnTo>
                  <a:lnTo>
                    <a:pt x="126310" y="32413"/>
                  </a:lnTo>
                  <a:lnTo>
                    <a:pt x="125085" y="34756"/>
                  </a:lnTo>
                  <a:lnTo>
                    <a:pt x="125077" y="36141"/>
                  </a:lnTo>
                  <a:lnTo>
                    <a:pt x="126295" y="36574"/>
                  </a:lnTo>
                  <a:lnTo>
                    <a:pt x="127162" y="38043"/>
                  </a:lnTo>
                  <a:lnTo>
                    <a:pt x="127679" y="40554"/>
                  </a:lnTo>
                  <a:lnTo>
                    <a:pt x="128204" y="41391"/>
                  </a:lnTo>
                  <a:lnTo>
                    <a:pt x="128258" y="41908"/>
                  </a:lnTo>
                  <a:lnTo>
                    <a:pt x="129140" y="47987"/>
                  </a:lnTo>
                  <a:lnTo>
                    <a:pt x="130228" y="54082"/>
                  </a:lnTo>
                  <a:lnTo>
                    <a:pt x="129536" y="54873"/>
                  </a:lnTo>
                  <a:lnTo>
                    <a:pt x="128585" y="55109"/>
                  </a:lnTo>
                  <a:lnTo>
                    <a:pt x="127969" y="55390"/>
                  </a:lnTo>
                  <a:lnTo>
                    <a:pt x="127793" y="55961"/>
                  </a:lnTo>
                  <a:lnTo>
                    <a:pt x="128197" y="56790"/>
                  </a:lnTo>
                  <a:lnTo>
                    <a:pt x="127930" y="57551"/>
                  </a:lnTo>
                  <a:lnTo>
                    <a:pt x="126743" y="58076"/>
                  </a:lnTo>
                  <a:lnTo>
                    <a:pt x="124164" y="60009"/>
                  </a:lnTo>
                  <a:lnTo>
                    <a:pt x="123989" y="60777"/>
                  </a:lnTo>
                  <a:lnTo>
                    <a:pt x="123304" y="62421"/>
                  </a:lnTo>
                  <a:lnTo>
                    <a:pt x="122734" y="63425"/>
                  </a:lnTo>
                  <a:lnTo>
                    <a:pt x="121889" y="65289"/>
                  </a:lnTo>
                  <a:lnTo>
                    <a:pt x="120550" y="70219"/>
                  </a:lnTo>
                  <a:lnTo>
                    <a:pt x="120056" y="74305"/>
                  </a:lnTo>
                  <a:lnTo>
                    <a:pt x="119979" y="75568"/>
                  </a:lnTo>
                  <a:lnTo>
                    <a:pt x="119462" y="76443"/>
                  </a:lnTo>
                  <a:lnTo>
                    <a:pt x="118876" y="77714"/>
                  </a:lnTo>
                  <a:lnTo>
                    <a:pt x="116076" y="81206"/>
                  </a:lnTo>
                  <a:lnTo>
                    <a:pt x="114646" y="84059"/>
                  </a:lnTo>
                  <a:lnTo>
                    <a:pt x="114828" y="85300"/>
                  </a:lnTo>
                  <a:lnTo>
                    <a:pt x="114897" y="86547"/>
                  </a:lnTo>
                  <a:lnTo>
                    <a:pt x="114471" y="87445"/>
                  </a:lnTo>
                  <a:lnTo>
                    <a:pt x="114547" y="89857"/>
                  </a:lnTo>
                  <a:lnTo>
                    <a:pt x="114889" y="91873"/>
                  </a:lnTo>
                  <a:lnTo>
                    <a:pt x="115391" y="93852"/>
                  </a:lnTo>
                  <a:lnTo>
                    <a:pt x="117423" y="99452"/>
                  </a:lnTo>
                  <a:lnTo>
                    <a:pt x="118481" y="102853"/>
                  </a:lnTo>
                  <a:lnTo>
                    <a:pt x="119135" y="105592"/>
                  </a:lnTo>
                  <a:lnTo>
                    <a:pt x="119713" y="107433"/>
                  </a:lnTo>
                  <a:lnTo>
                    <a:pt x="120253" y="108178"/>
                  </a:lnTo>
                  <a:lnTo>
                    <a:pt x="120474" y="108886"/>
                  </a:lnTo>
                  <a:lnTo>
                    <a:pt x="123487" y="109396"/>
                  </a:lnTo>
                  <a:lnTo>
                    <a:pt x="124080" y="109799"/>
                  </a:lnTo>
                  <a:lnTo>
                    <a:pt x="124902" y="113367"/>
                  </a:lnTo>
                  <a:lnTo>
                    <a:pt x="124750" y="114981"/>
                  </a:lnTo>
                  <a:lnTo>
                    <a:pt x="124157" y="115597"/>
                  </a:lnTo>
                  <a:lnTo>
                    <a:pt x="124172" y="116959"/>
                  </a:lnTo>
                  <a:lnTo>
                    <a:pt x="124035" y="118655"/>
                  </a:lnTo>
                  <a:lnTo>
                    <a:pt x="123593" y="119325"/>
                  </a:lnTo>
                  <a:lnTo>
                    <a:pt x="121905" y="119409"/>
                  </a:lnTo>
                  <a:lnTo>
                    <a:pt x="120756" y="120048"/>
                  </a:lnTo>
                  <a:lnTo>
                    <a:pt x="119249" y="119789"/>
                  </a:lnTo>
                  <a:lnTo>
                    <a:pt x="119104" y="119371"/>
                  </a:lnTo>
                  <a:lnTo>
                    <a:pt x="118290" y="119219"/>
                  </a:lnTo>
                  <a:lnTo>
                    <a:pt x="116053" y="118252"/>
                  </a:lnTo>
                  <a:lnTo>
                    <a:pt x="116419" y="115156"/>
                  </a:lnTo>
                  <a:lnTo>
                    <a:pt x="115384" y="115026"/>
                  </a:lnTo>
                  <a:lnTo>
                    <a:pt x="114585" y="115437"/>
                  </a:lnTo>
                  <a:lnTo>
                    <a:pt x="112995" y="119150"/>
                  </a:lnTo>
                  <a:lnTo>
                    <a:pt x="112234" y="119789"/>
                  </a:lnTo>
                  <a:lnTo>
                    <a:pt x="101065" y="117872"/>
                  </a:lnTo>
                  <a:lnTo>
                    <a:pt x="98637" y="116327"/>
                  </a:lnTo>
                  <a:lnTo>
                    <a:pt x="95731" y="115977"/>
                  </a:lnTo>
                  <a:lnTo>
                    <a:pt x="90664" y="116152"/>
                  </a:lnTo>
                  <a:lnTo>
                    <a:pt x="86487" y="116616"/>
                  </a:lnTo>
                  <a:lnTo>
                    <a:pt x="85292" y="117552"/>
                  </a:lnTo>
                  <a:lnTo>
                    <a:pt x="95837" y="117004"/>
                  </a:lnTo>
                  <a:lnTo>
                    <a:pt x="96971" y="117111"/>
                  </a:lnTo>
                  <a:lnTo>
                    <a:pt x="97504" y="117674"/>
                  </a:lnTo>
                  <a:lnTo>
                    <a:pt x="84174" y="118899"/>
                  </a:lnTo>
                  <a:lnTo>
                    <a:pt x="79091" y="119629"/>
                  </a:lnTo>
                  <a:lnTo>
                    <a:pt x="77585" y="119431"/>
                  </a:lnTo>
                  <a:lnTo>
                    <a:pt x="76443" y="118245"/>
                  </a:lnTo>
                  <a:lnTo>
                    <a:pt x="70919" y="118100"/>
                  </a:lnTo>
                  <a:lnTo>
                    <a:pt x="69786" y="118488"/>
                  </a:lnTo>
                  <a:lnTo>
                    <a:pt x="69101" y="119363"/>
                  </a:lnTo>
                  <a:lnTo>
                    <a:pt x="71277" y="119173"/>
                  </a:lnTo>
                  <a:lnTo>
                    <a:pt x="74709" y="119127"/>
                  </a:lnTo>
                  <a:lnTo>
                    <a:pt x="75629" y="119797"/>
                  </a:lnTo>
                  <a:lnTo>
                    <a:pt x="64886" y="120672"/>
                  </a:lnTo>
                  <a:lnTo>
                    <a:pt x="57437" y="122346"/>
                  </a:lnTo>
                  <a:lnTo>
                    <a:pt x="54280" y="123586"/>
                  </a:lnTo>
                  <a:lnTo>
                    <a:pt x="43886" y="127657"/>
                  </a:lnTo>
                  <a:lnTo>
                    <a:pt x="37548" y="129574"/>
                  </a:lnTo>
                  <a:lnTo>
                    <a:pt x="35889" y="130281"/>
                  </a:lnTo>
                  <a:lnTo>
                    <a:pt x="33006" y="132275"/>
                  </a:lnTo>
                  <a:lnTo>
                    <a:pt x="29300" y="133530"/>
                  </a:lnTo>
                  <a:lnTo>
                    <a:pt x="25146" y="135874"/>
                  </a:lnTo>
                  <a:lnTo>
                    <a:pt x="22613" y="136399"/>
                  </a:lnTo>
                  <a:lnTo>
                    <a:pt x="22042" y="135653"/>
                  </a:lnTo>
                  <a:lnTo>
                    <a:pt x="21974" y="131696"/>
                  </a:lnTo>
                  <a:lnTo>
                    <a:pt x="21623" y="126393"/>
                  </a:lnTo>
                  <a:lnTo>
                    <a:pt x="21753" y="124362"/>
                  </a:lnTo>
                  <a:lnTo>
                    <a:pt x="22088" y="122452"/>
                  </a:lnTo>
                  <a:lnTo>
                    <a:pt x="22095" y="120869"/>
                  </a:lnTo>
                  <a:lnTo>
                    <a:pt x="23358" y="120276"/>
                  </a:lnTo>
                  <a:lnTo>
                    <a:pt x="23693" y="119614"/>
                  </a:lnTo>
                  <a:lnTo>
                    <a:pt x="23883" y="117552"/>
                  </a:lnTo>
                  <a:lnTo>
                    <a:pt x="25062" y="115673"/>
                  </a:lnTo>
                  <a:lnTo>
                    <a:pt x="25085" y="112401"/>
                  </a:lnTo>
                  <a:lnTo>
                    <a:pt x="25435" y="111724"/>
                  </a:lnTo>
                  <a:lnTo>
                    <a:pt x="25702" y="110857"/>
                  </a:lnTo>
                  <a:lnTo>
                    <a:pt x="25199" y="108711"/>
                  </a:lnTo>
                  <a:lnTo>
                    <a:pt x="24545" y="104663"/>
                  </a:lnTo>
                  <a:lnTo>
                    <a:pt x="24226" y="104397"/>
                  </a:lnTo>
                  <a:lnTo>
                    <a:pt x="23937" y="104572"/>
                  </a:lnTo>
                  <a:lnTo>
                    <a:pt x="23275" y="104648"/>
                  </a:lnTo>
                  <a:lnTo>
                    <a:pt x="20665" y="103248"/>
                  </a:lnTo>
                  <a:lnTo>
                    <a:pt x="18649" y="103005"/>
                  </a:lnTo>
                  <a:lnTo>
                    <a:pt x="17233" y="101810"/>
                  </a:lnTo>
                  <a:lnTo>
                    <a:pt x="17134" y="100448"/>
                  </a:lnTo>
                  <a:lnTo>
                    <a:pt x="16450" y="99649"/>
                  </a:lnTo>
                  <a:lnTo>
                    <a:pt x="15970" y="98074"/>
                  </a:lnTo>
                  <a:lnTo>
                    <a:pt x="15263" y="96271"/>
                  </a:lnTo>
                  <a:lnTo>
                    <a:pt x="13277" y="95175"/>
                  </a:lnTo>
                  <a:lnTo>
                    <a:pt x="11413" y="94909"/>
                  </a:lnTo>
                  <a:lnTo>
                    <a:pt x="10089" y="95145"/>
                  </a:lnTo>
                  <a:lnTo>
                    <a:pt x="8537" y="95077"/>
                  </a:lnTo>
                  <a:lnTo>
                    <a:pt x="6756" y="94468"/>
                  </a:lnTo>
                  <a:lnTo>
                    <a:pt x="5524" y="93783"/>
                  </a:lnTo>
                  <a:lnTo>
                    <a:pt x="4360" y="92459"/>
                  </a:lnTo>
                  <a:lnTo>
                    <a:pt x="3279" y="91409"/>
                  </a:lnTo>
                  <a:lnTo>
                    <a:pt x="2419" y="91539"/>
                  </a:lnTo>
                  <a:lnTo>
                    <a:pt x="1369" y="91287"/>
                  </a:lnTo>
                  <a:lnTo>
                    <a:pt x="335" y="90808"/>
                  </a:lnTo>
                  <a:lnTo>
                    <a:pt x="0" y="90435"/>
                  </a:lnTo>
                  <a:lnTo>
                    <a:pt x="4322" y="86220"/>
                  </a:lnTo>
                  <a:lnTo>
                    <a:pt x="5790" y="84158"/>
                  </a:lnTo>
                  <a:lnTo>
                    <a:pt x="5950" y="82895"/>
                  </a:lnTo>
                  <a:lnTo>
                    <a:pt x="5965" y="81625"/>
                  </a:lnTo>
                  <a:lnTo>
                    <a:pt x="6437" y="80324"/>
                  </a:lnTo>
                  <a:lnTo>
                    <a:pt x="6559" y="78338"/>
                  </a:lnTo>
                  <a:lnTo>
                    <a:pt x="4170" y="71110"/>
                  </a:lnTo>
                  <a:lnTo>
                    <a:pt x="3561" y="68873"/>
                  </a:lnTo>
                  <a:lnTo>
                    <a:pt x="2922" y="68218"/>
                  </a:lnTo>
                  <a:lnTo>
                    <a:pt x="2511" y="67967"/>
                  </a:lnTo>
                  <a:lnTo>
                    <a:pt x="3720" y="67039"/>
                  </a:lnTo>
                  <a:lnTo>
                    <a:pt x="5387" y="67282"/>
                  </a:lnTo>
                  <a:lnTo>
                    <a:pt x="7943" y="68005"/>
                  </a:lnTo>
                  <a:lnTo>
                    <a:pt x="8499" y="67290"/>
                  </a:lnTo>
                  <a:lnTo>
                    <a:pt x="10431" y="63638"/>
                  </a:lnTo>
                  <a:lnTo>
                    <a:pt x="10378" y="62284"/>
                  </a:lnTo>
                  <a:lnTo>
                    <a:pt x="10188" y="61348"/>
                  </a:lnTo>
                  <a:lnTo>
                    <a:pt x="11321" y="58845"/>
                  </a:lnTo>
                  <a:lnTo>
                    <a:pt x="12219" y="57878"/>
                  </a:lnTo>
                  <a:lnTo>
                    <a:pt x="12683" y="56836"/>
                  </a:lnTo>
                  <a:lnTo>
                    <a:pt x="12539" y="55406"/>
                  </a:lnTo>
                  <a:lnTo>
                    <a:pt x="11862" y="54873"/>
                  </a:lnTo>
                  <a:lnTo>
                    <a:pt x="10964" y="54972"/>
                  </a:lnTo>
                  <a:lnTo>
                    <a:pt x="9891" y="54622"/>
                  </a:lnTo>
                  <a:lnTo>
                    <a:pt x="8255" y="53800"/>
                  </a:lnTo>
                  <a:lnTo>
                    <a:pt x="7426" y="53070"/>
                  </a:lnTo>
                  <a:lnTo>
                    <a:pt x="7684" y="49760"/>
                  </a:lnTo>
                  <a:lnTo>
                    <a:pt x="7837" y="48733"/>
                  </a:lnTo>
                  <a:lnTo>
                    <a:pt x="8415" y="48139"/>
                  </a:lnTo>
                  <a:lnTo>
                    <a:pt x="9313" y="47980"/>
                  </a:lnTo>
                  <a:lnTo>
                    <a:pt x="11846" y="47881"/>
                  </a:lnTo>
                  <a:lnTo>
                    <a:pt x="13901" y="48261"/>
                  </a:lnTo>
                  <a:lnTo>
                    <a:pt x="15704" y="48482"/>
                  </a:lnTo>
                  <a:lnTo>
                    <a:pt x="16663" y="48482"/>
                  </a:lnTo>
                  <a:lnTo>
                    <a:pt x="17439" y="49463"/>
                  </a:lnTo>
                  <a:lnTo>
                    <a:pt x="18473" y="50468"/>
                  </a:lnTo>
                  <a:lnTo>
                    <a:pt x="19387" y="50460"/>
                  </a:lnTo>
                  <a:lnTo>
                    <a:pt x="19706" y="49714"/>
                  </a:lnTo>
                  <a:lnTo>
                    <a:pt x="19493" y="46450"/>
                  </a:lnTo>
                  <a:lnTo>
                    <a:pt x="18884" y="44723"/>
                  </a:lnTo>
                  <a:lnTo>
                    <a:pt x="17507" y="43057"/>
                  </a:lnTo>
                  <a:lnTo>
                    <a:pt x="13946" y="41634"/>
                  </a:lnTo>
                  <a:lnTo>
                    <a:pt x="13863" y="39648"/>
                  </a:lnTo>
                  <a:lnTo>
                    <a:pt x="14220" y="37495"/>
                  </a:lnTo>
                  <a:lnTo>
                    <a:pt x="14989" y="36696"/>
                  </a:lnTo>
                  <a:lnTo>
                    <a:pt x="17637" y="35327"/>
                  </a:lnTo>
                  <a:lnTo>
                    <a:pt x="17172" y="34588"/>
                  </a:lnTo>
                  <a:lnTo>
                    <a:pt x="16328" y="33805"/>
                  </a:lnTo>
                  <a:lnTo>
                    <a:pt x="14646" y="33013"/>
                  </a:lnTo>
                  <a:lnTo>
                    <a:pt x="15034" y="30434"/>
                  </a:lnTo>
                  <a:lnTo>
                    <a:pt x="15118" y="28129"/>
                  </a:lnTo>
                  <a:lnTo>
                    <a:pt x="13695" y="28387"/>
                  </a:lnTo>
                  <a:lnTo>
                    <a:pt x="12235" y="28524"/>
                  </a:lnTo>
                  <a:lnTo>
                    <a:pt x="11002" y="27817"/>
                  </a:lnTo>
                  <a:lnTo>
                    <a:pt x="9967" y="26417"/>
                  </a:lnTo>
                  <a:lnTo>
                    <a:pt x="9777" y="22567"/>
                  </a:lnTo>
                  <a:lnTo>
                    <a:pt x="9777" y="18116"/>
                  </a:lnTo>
                  <a:lnTo>
                    <a:pt x="9579" y="16145"/>
                  </a:lnTo>
                  <a:lnTo>
                    <a:pt x="9975" y="15095"/>
                  </a:lnTo>
                  <a:lnTo>
                    <a:pt x="11230" y="14129"/>
                  </a:lnTo>
                  <a:lnTo>
                    <a:pt x="12600" y="12874"/>
                  </a:lnTo>
                  <a:lnTo>
                    <a:pt x="13087" y="12075"/>
                  </a:lnTo>
                  <a:lnTo>
                    <a:pt x="13718" y="12060"/>
                  </a:lnTo>
                  <a:lnTo>
                    <a:pt x="15362" y="11580"/>
                  </a:lnTo>
                  <a:lnTo>
                    <a:pt x="16853" y="10485"/>
                  </a:lnTo>
                  <a:lnTo>
                    <a:pt x="18245" y="8202"/>
                  </a:lnTo>
                  <a:lnTo>
                    <a:pt x="20125" y="6368"/>
                  </a:lnTo>
                  <a:lnTo>
                    <a:pt x="22240" y="6505"/>
                  </a:lnTo>
                  <a:lnTo>
                    <a:pt x="22864" y="6171"/>
                  </a:lnTo>
                  <a:lnTo>
                    <a:pt x="23609" y="6110"/>
                  </a:lnTo>
                  <a:lnTo>
                    <a:pt x="24492" y="7319"/>
                  </a:lnTo>
                  <a:lnTo>
                    <a:pt x="25382" y="8240"/>
                  </a:lnTo>
                  <a:lnTo>
                    <a:pt x="26014" y="8263"/>
                  </a:lnTo>
                  <a:lnTo>
                    <a:pt x="26485" y="10005"/>
                  </a:lnTo>
                  <a:lnTo>
                    <a:pt x="30343" y="10736"/>
                  </a:lnTo>
                  <a:lnTo>
                    <a:pt x="31994" y="11215"/>
                  </a:lnTo>
                  <a:lnTo>
                    <a:pt x="33386" y="12486"/>
                  </a:lnTo>
                  <a:lnTo>
                    <a:pt x="33873" y="12516"/>
                  </a:lnTo>
                  <a:lnTo>
                    <a:pt x="34459" y="12250"/>
                  </a:lnTo>
                  <a:lnTo>
                    <a:pt x="34916" y="11808"/>
                  </a:lnTo>
                  <a:lnTo>
                    <a:pt x="35007" y="11322"/>
                  </a:lnTo>
                  <a:lnTo>
                    <a:pt x="34406" y="10180"/>
                  </a:lnTo>
                  <a:lnTo>
                    <a:pt x="34672" y="9153"/>
                  </a:lnTo>
                  <a:lnTo>
                    <a:pt x="35296" y="8232"/>
                  </a:lnTo>
                  <a:lnTo>
                    <a:pt x="36293" y="8172"/>
                  </a:lnTo>
                  <a:lnTo>
                    <a:pt x="37792" y="7913"/>
                  </a:lnTo>
                  <a:lnTo>
                    <a:pt x="39511" y="7913"/>
                  </a:lnTo>
                  <a:lnTo>
                    <a:pt x="40789" y="8080"/>
                  </a:lnTo>
                  <a:lnTo>
                    <a:pt x="41299" y="7160"/>
                  </a:lnTo>
                  <a:lnTo>
                    <a:pt x="40812" y="4573"/>
                  </a:lnTo>
                  <a:lnTo>
                    <a:pt x="40942" y="3142"/>
                  </a:lnTo>
                  <a:lnTo>
                    <a:pt x="41147" y="1940"/>
                  </a:lnTo>
                  <a:lnTo>
                    <a:pt x="41626" y="1453"/>
                  </a:lnTo>
                  <a:lnTo>
                    <a:pt x="43536" y="2967"/>
                  </a:lnTo>
                  <a:lnTo>
                    <a:pt x="45286" y="3515"/>
                  </a:lnTo>
                  <a:lnTo>
                    <a:pt x="46542" y="3561"/>
                  </a:lnTo>
                  <a:lnTo>
                    <a:pt x="46892" y="3272"/>
                  </a:lnTo>
                  <a:lnTo>
                    <a:pt x="46359" y="1621"/>
                  </a:lnTo>
                  <a:lnTo>
                    <a:pt x="46504" y="1126"/>
                  </a:lnTo>
                  <a:lnTo>
                    <a:pt x="46968" y="837"/>
                  </a:lnTo>
                  <a:lnTo>
                    <a:pt x="47789" y="670"/>
                  </a:lnTo>
                  <a:lnTo>
                    <a:pt x="50019" y="0"/>
                  </a:lnTo>
                  <a:lnTo>
                    <a:pt x="50247" y="129"/>
                  </a:lnTo>
                  <a:lnTo>
                    <a:pt x="50665" y="2732"/>
                  </a:lnTo>
                  <a:lnTo>
                    <a:pt x="50475" y="3584"/>
                  </a:lnTo>
                  <a:lnTo>
                    <a:pt x="50947" y="5349"/>
                  </a:lnTo>
                  <a:lnTo>
                    <a:pt x="51525" y="6985"/>
                  </a:lnTo>
                  <a:lnTo>
                    <a:pt x="51480" y="7654"/>
                  </a:lnTo>
                  <a:lnTo>
                    <a:pt x="51000" y="8666"/>
                  </a:lnTo>
                  <a:lnTo>
                    <a:pt x="50437" y="9594"/>
                  </a:lnTo>
                  <a:lnTo>
                    <a:pt x="50498" y="9975"/>
                  </a:lnTo>
                  <a:lnTo>
                    <a:pt x="51388" y="10606"/>
                  </a:lnTo>
                  <a:lnTo>
                    <a:pt x="53093" y="11261"/>
                  </a:lnTo>
                  <a:lnTo>
                    <a:pt x="54858" y="11413"/>
                  </a:lnTo>
                  <a:lnTo>
                    <a:pt x="55839" y="10462"/>
                  </a:lnTo>
                  <a:lnTo>
                    <a:pt x="56859" y="9686"/>
                  </a:lnTo>
                  <a:lnTo>
                    <a:pt x="57566" y="8993"/>
                  </a:lnTo>
                  <a:lnTo>
                    <a:pt x="57810" y="7966"/>
                  </a:lnTo>
                  <a:lnTo>
                    <a:pt x="58928" y="7213"/>
                  </a:lnTo>
                  <a:lnTo>
                    <a:pt x="62124" y="6269"/>
                  </a:lnTo>
                  <a:lnTo>
                    <a:pt x="65061" y="6125"/>
                  </a:lnTo>
                  <a:lnTo>
                    <a:pt x="65791" y="6422"/>
                  </a:lnTo>
                  <a:close/>
                  <a:moveTo>
                    <a:pt x="117826" y="119888"/>
                  </a:moveTo>
                  <a:lnTo>
                    <a:pt x="117240" y="120733"/>
                  </a:lnTo>
                  <a:lnTo>
                    <a:pt x="114410" y="120192"/>
                  </a:lnTo>
                  <a:lnTo>
                    <a:pt x="115080" y="119485"/>
                  </a:lnTo>
                  <a:lnTo>
                    <a:pt x="117826" y="11988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89" name="Freeform: Shape 2188">
              <a:extLst>
                <a:ext uri="{FF2B5EF4-FFF2-40B4-BE49-F238E27FC236}">
                  <a16:creationId xmlns:a16="http://schemas.microsoft.com/office/drawing/2014/main" id="{86053753-FDFF-72BC-A7B3-C9C8B8C06945}"/>
                </a:ext>
              </a:extLst>
            </p:cNvPr>
            <p:cNvSpPr/>
            <p:nvPr/>
          </p:nvSpPr>
          <p:spPr>
            <a:xfrm>
              <a:off x="7237080" y="5381508"/>
              <a:ext cx="918148" cy="1061675"/>
            </a:xfrm>
            <a:custGeom>
              <a:avLst/>
              <a:gdLst>
                <a:gd name="csX0" fmla="*/ 901950 w 918148"/>
                <a:gd name="csY0" fmla="*/ 120299 h 1061675"/>
                <a:gd name="csX1" fmla="*/ 905922 w 918148"/>
                <a:gd name="csY1" fmla="*/ 124438 h 1061675"/>
                <a:gd name="csX2" fmla="*/ 904195 w 918148"/>
                <a:gd name="csY2" fmla="*/ 130068 h 1061675"/>
                <a:gd name="csX3" fmla="*/ 901433 w 918148"/>
                <a:gd name="csY3" fmla="*/ 139069 h 1061675"/>
                <a:gd name="csX4" fmla="*/ 899302 w 918148"/>
                <a:gd name="csY4" fmla="*/ 146046 h 1061675"/>
                <a:gd name="csX5" fmla="*/ 898952 w 918148"/>
                <a:gd name="csY5" fmla="*/ 146982 h 1061675"/>
                <a:gd name="csX6" fmla="*/ 898511 w 918148"/>
                <a:gd name="csY6" fmla="*/ 148352 h 1061675"/>
                <a:gd name="csX7" fmla="*/ 893908 w 918148"/>
                <a:gd name="csY7" fmla="*/ 150337 h 1061675"/>
                <a:gd name="csX8" fmla="*/ 887197 w 918148"/>
                <a:gd name="csY8" fmla="*/ 153229 h 1061675"/>
                <a:gd name="csX9" fmla="*/ 883758 w 918148"/>
                <a:gd name="csY9" fmla="*/ 154743 h 1061675"/>
                <a:gd name="csX10" fmla="*/ 879429 w 918148"/>
                <a:gd name="csY10" fmla="*/ 156691 h 1061675"/>
                <a:gd name="csX11" fmla="*/ 878379 w 918148"/>
                <a:gd name="csY11" fmla="*/ 158281 h 1061675"/>
                <a:gd name="csX12" fmla="*/ 877123 w 918148"/>
                <a:gd name="csY12" fmla="*/ 159141 h 1061675"/>
                <a:gd name="csX13" fmla="*/ 875746 w 918148"/>
                <a:gd name="csY13" fmla="*/ 160252 h 1061675"/>
                <a:gd name="csX14" fmla="*/ 875221 w 918148"/>
                <a:gd name="csY14" fmla="*/ 161469 h 1061675"/>
                <a:gd name="csX15" fmla="*/ 873935 w 918148"/>
                <a:gd name="csY15" fmla="*/ 162237 h 1061675"/>
                <a:gd name="csX16" fmla="*/ 872771 w 918148"/>
                <a:gd name="csY16" fmla="*/ 164984 h 1061675"/>
                <a:gd name="csX17" fmla="*/ 872771 w 918148"/>
                <a:gd name="csY17" fmla="*/ 167092 h 1061675"/>
                <a:gd name="csX18" fmla="*/ 873517 w 918148"/>
                <a:gd name="csY18" fmla="*/ 168530 h 1061675"/>
                <a:gd name="csX19" fmla="*/ 874810 w 918148"/>
                <a:gd name="csY19" fmla="*/ 169138 h 1061675"/>
                <a:gd name="csX20" fmla="*/ 875221 w 918148"/>
                <a:gd name="csY20" fmla="*/ 170873 h 1061675"/>
                <a:gd name="csX21" fmla="*/ 875632 w 918148"/>
                <a:gd name="csY21" fmla="*/ 172090 h 1061675"/>
                <a:gd name="csX22" fmla="*/ 876568 w 918148"/>
                <a:gd name="csY22" fmla="*/ 173049 h 1061675"/>
                <a:gd name="csX23" fmla="*/ 876332 w 918148"/>
                <a:gd name="csY23" fmla="*/ 173817 h 1061675"/>
                <a:gd name="csX24" fmla="*/ 875571 w 918148"/>
                <a:gd name="csY24" fmla="*/ 174396 h 1061675"/>
                <a:gd name="csX25" fmla="*/ 874171 w 918148"/>
                <a:gd name="csY25" fmla="*/ 174715 h 1061675"/>
                <a:gd name="csX26" fmla="*/ 873220 w 918148"/>
                <a:gd name="csY26" fmla="*/ 176450 h 1061675"/>
                <a:gd name="csX27" fmla="*/ 872125 w 918148"/>
                <a:gd name="csY27" fmla="*/ 180757 h 1061675"/>
                <a:gd name="csX28" fmla="*/ 871950 w 918148"/>
                <a:gd name="csY28" fmla="*/ 182301 h 1061675"/>
                <a:gd name="csX29" fmla="*/ 873197 w 918148"/>
                <a:gd name="csY29" fmla="*/ 186204 h 1061675"/>
                <a:gd name="csX30" fmla="*/ 873859 w 918148"/>
                <a:gd name="csY30" fmla="*/ 188312 h 1061675"/>
                <a:gd name="csX31" fmla="*/ 875655 w 918148"/>
                <a:gd name="csY31" fmla="*/ 195974 h 1061675"/>
                <a:gd name="csX32" fmla="*/ 875921 w 918148"/>
                <a:gd name="csY32" fmla="*/ 198058 h 1061675"/>
                <a:gd name="csX33" fmla="*/ 873456 w 918148"/>
                <a:gd name="csY33" fmla="*/ 200980 h 1061675"/>
                <a:gd name="csX34" fmla="*/ 872475 w 918148"/>
                <a:gd name="csY34" fmla="*/ 202753 h 1061675"/>
                <a:gd name="csX35" fmla="*/ 872125 w 918148"/>
                <a:gd name="csY35" fmla="*/ 204320 h 1061675"/>
                <a:gd name="csX36" fmla="*/ 872140 w 918148"/>
                <a:gd name="csY36" fmla="*/ 205560 h 1061675"/>
                <a:gd name="csX37" fmla="*/ 872360 w 918148"/>
                <a:gd name="csY37" fmla="*/ 206694 h 1061675"/>
                <a:gd name="csX38" fmla="*/ 874415 w 918148"/>
                <a:gd name="csY38" fmla="*/ 210308 h 1061675"/>
                <a:gd name="csX39" fmla="*/ 876796 w 918148"/>
                <a:gd name="csY39" fmla="*/ 213542 h 1061675"/>
                <a:gd name="csX40" fmla="*/ 877968 w 918148"/>
                <a:gd name="csY40" fmla="*/ 215231 h 1061675"/>
                <a:gd name="csX41" fmla="*/ 877968 w 918148"/>
                <a:gd name="csY41" fmla="*/ 217514 h 1061675"/>
                <a:gd name="csX42" fmla="*/ 877382 w 918148"/>
                <a:gd name="csY42" fmla="*/ 218814 h 1061675"/>
                <a:gd name="csX43" fmla="*/ 876111 w 918148"/>
                <a:gd name="csY43" fmla="*/ 219294 h 1061675"/>
                <a:gd name="csX44" fmla="*/ 873296 w 918148"/>
                <a:gd name="csY44" fmla="*/ 220184 h 1061675"/>
                <a:gd name="csX45" fmla="*/ 872125 w 918148"/>
                <a:gd name="csY45" fmla="*/ 221485 h 1061675"/>
                <a:gd name="csX46" fmla="*/ 870839 w 918148"/>
                <a:gd name="csY46" fmla="*/ 221683 h 1061675"/>
                <a:gd name="csX47" fmla="*/ 869614 w 918148"/>
                <a:gd name="csY47" fmla="*/ 220641 h 1061675"/>
                <a:gd name="csX48" fmla="*/ 868335 w 918148"/>
                <a:gd name="csY48" fmla="*/ 220899 h 1061675"/>
                <a:gd name="csX49" fmla="*/ 866700 w 918148"/>
                <a:gd name="csY49" fmla="*/ 221812 h 1061675"/>
                <a:gd name="csX50" fmla="*/ 866083 w 918148"/>
                <a:gd name="csY50" fmla="*/ 224034 h 1061675"/>
                <a:gd name="csX51" fmla="*/ 864653 w 918148"/>
                <a:gd name="csY51" fmla="*/ 227823 h 1061675"/>
                <a:gd name="csX52" fmla="*/ 863428 w 918148"/>
                <a:gd name="csY52" fmla="*/ 228866 h 1061675"/>
                <a:gd name="csX53" fmla="*/ 862515 w 918148"/>
                <a:gd name="csY53" fmla="*/ 231764 h 1061675"/>
                <a:gd name="csX54" fmla="*/ 860887 w 918148"/>
                <a:gd name="csY54" fmla="*/ 235926 h 1061675"/>
                <a:gd name="csX55" fmla="*/ 860103 w 918148"/>
                <a:gd name="csY55" fmla="*/ 238437 h 1061675"/>
                <a:gd name="csX56" fmla="*/ 859692 w 918148"/>
                <a:gd name="csY56" fmla="*/ 240278 h 1061675"/>
                <a:gd name="csX57" fmla="*/ 858049 w 918148"/>
                <a:gd name="csY57" fmla="*/ 241458 h 1061675"/>
                <a:gd name="csX58" fmla="*/ 856139 w 918148"/>
                <a:gd name="csY58" fmla="*/ 243793 h 1061675"/>
                <a:gd name="csX59" fmla="*/ 854671 w 918148"/>
                <a:gd name="csY59" fmla="*/ 246068 h 1061675"/>
                <a:gd name="csX60" fmla="*/ 854085 w 918148"/>
                <a:gd name="csY60" fmla="*/ 246730 h 1061675"/>
                <a:gd name="csX61" fmla="*/ 852974 w 918148"/>
                <a:gd name="csY61" fmla="*/ 246928 h 1061675"/>
                <a:gd name="csX62" fmla="*/ 852160 w 918148"/>
                <a:gd name="csY62" fmla="*/ 248975 h 1061675"/>
                <a:gd name="csX63" fmla="*/ 849390 w 918148"/>
                <a:gd name="csY63" fmla="*/ 252064 h 1061675"/>
                <a:gd name="csX64" fmla="*/ 848728 w 918148"/>
                <a:gd name="csY64" fmla="*/ 255655 h 1061675"/>
                <a:gd name="csX65" fmla="*/ 847724 w 918148"/>
                <a:gd name="csY65" fmla="*/ 257565 h 1061675"/>
                <a:gd name="csX66" fmla="*/ 847549 w 918148"/>
                <a:gd name="csY66" fmla="*/ 261027 h 1061675"/>
                <a:gd name="csX67" fmla="*/ 846020 w 918148"/>
                <a:gd name="csY67" fmla="*/ 267372 h 1061675"/>
                <a:gd name="csX68" fmla="*/ 845738 w 918148"/>
                <a:gd name="csY68" fmla="*/ 268780 h 1061675"/>
                <a:gd name="csX69" fmla="*/ 844193 w 918148"/>
                <a:gd name="csY69" fmla="*/ 269891 h 1061675"/>
                <a:gd name="csX70" fmla="*/ 842154 w 918148"/>
                <a:gd name="csY70" fmla="*/ 272356 h 1061675"/>
                <a:gd name="csX71" fmla="*/ 841493 w 918148"/>
                <a:gd name="csY71" fmla="*/ 274159 h 1061675"/>
                <a:gd name="csX72" fmla="*/ 842436 w 918148"/>
                <a:gd name="csY72" fmla="*/ 279561 h 1061675"/>
                <a:gd name="csX73" fmla="*/ 843608 w 918148"/>
                <a:gd name="csY73" fmla="*/ 285032 h 1061675"/>
                <a:gd name="csX74" fmla="*/ 843684 w 918148"/>
                <a:gd name="csY74" fmla="*/ 287596 h 1061675"/>
                <a:gd name="csX75" fmla="*/ 843227 w 918148"/>
                <a:gd name="csY75" fmla="*/ 291088 h 1061675"/>
                <a:gd name="csX76" fmla="*/ 842915 w 918148"/>
                <a:gd name="csY76" fmla="*/ 292610 h 1061675"/>
                <a:gd name="csX77" fmla="*/ 843691 w 918148"/>
                <a:gd name="csY77" fmla="*/ 293242 h 1061675"/>
                <a:gd name="csX78" fmla="*/ 844977 w 918148"/>
                <a:gd name="csY78" fmla="*/ 293645 h 1061675"/>
                <a:gd name="csX79" fmla="*/ 845388 w 918148"/>
                <a:gd name="csY79" fmla="*/ 294984 h 1061675"/>
                <a:gd name="csX80" fmla="*/ 844452 w 918148"/>
                <a:gd name="csY80" fmla="*/ 295927 h 1061675"/>
                <a:gd name="csX81" fmla="*/ 844041 w 918148"/>
                <a:gd name="csY81" fmla="*/ 297609 h 1061675"/>
                <a:gd name="csX82" fmla="*/ 842991 w 918148"/>
                <a:gd name="csY82" fmla="*/ 299496 h 1061675"/>
                <a:gd name="csX83" fmla="*/ 839879 w 918148"/>
                <a:gd name="csY83" fmla="*/ 300241 h 1061675"/>
                <a:gd name="csX84" fmla="*/ 838784 w 918148"/>
                <a:gd name="csY84" fmla="*/ 299564 h 1061675"/>
                <a:gd name="csX85" fmla="*/ 838434 w 918148"/>
                <a:gd name="csY85" fmla="*/ 300173 h 1061675"/>
                <a:gd name="csX86" fmla="*/ 838609 w 918148"/>
                <a:gd name="csY86" fmla="*/ 301519 h 1061675"/>
                <a:gd name="csX87" fmla="*/ 837916 w 918148"/>
                <a:gd name="csY87" fmla="*/ 303110 h 1061675"/>
                <a:gd name="csX88" fmla="*/ 836303 w 918148"/>
                <a:gd name="csY88" fmla="*/ 307371 h 1061675"/>
                <a:gd name="csX89" fmla="*/ 835238 w 918148"/>
                <a:gd name="csY89" fmla="*/ 311243 h 1061675"/>
                <a:gd name="csX90" fmla="*/ 834622 w 918148"/>
                <a:gd name="csY90" fmla="*/ 312940 h 1061675"/>
                <a:gd name="csX91" fmla="*/ 834873 w 918148"/>
                <a:gd name="csY91" fmla="*/ 314363 h 1061675"/>
                <a:gd name="csX92" fmla="*/ 835398 w 918148"/>
                <a:gd name="csY92" fmla="*/ 315169 h 1061675"/>
                <a:gd name="csX93" fmla="*/ 835451 w 918148"/>
                <a:gd name="csY93" fmla="*/ 315915 h 1061675"/>
                <a:gd name="csX94" fmla="*/ 834569 w 918148"/>
                <a:gd name="csY94" fmla="*/ 316859 h 1061675"/>
                <a:gd name="csX95" fmla="*/ 833762 w 918148"/>
                <a:gd name="csY95" fmla="*/ 318357 h 1061675"/>
                <a:gd name="csX96" fmla="*/ 832887 w 918148"/>
                <a:gd name="csY96" fmla="*/ 318563 h 1061675"/>
                <a:gd name="csX97" fmla="*/ 831951 w 918148"/>
                <a:gd name="csY97" fmla="*/ 318159 h 1061675"/>
                <a:gd name="csX98" fmla="*/ 830962 w 918148"/>
                <a:gd name="csY98" fmla="*/ 319042 h 1061675"/>
                <a:gd name="csX99" fmla="*/ 830764 w 918148"/>
                <a:gd name="csY99" fmla="*/ 320891 h 1061675"/>
                <a:gd name="csX100" fmla="*/ 830216 w 918148"/>
                <a:gd name="csY100" fmla="*/ 323242 h 1061675"/>
                <a:gd name="csX101" fmla="*/ 829965 w 918148"/>
                <a:gd name="csY101" fmla="*/ 325988 h 1061675"/>
                <a:gd name="csX102" fmla="*/ 829562 w 918148"/>
                <a:gd name="csY102" fmla="*/ 329511 h 1061675"/>
                <a:gd name="csX103" fmla="*/ 830833 w 918148"/>
                <a:gd name="csY103" fmla="*/ 331931 h 1061675"/>
                <a:gd name="csX104" fmla="*/ 832438 w 918148"/>
                <a:gd name="csY104" fmla="*/ 336321 h 1061675"/>
                <a:gd name="csX105" fmla="*/ 833640 w 918148"/>
                <a:gd name="csY105" fmla="*/ 337371 h 1061675"/>
                <a:gd name="csX106" fmla="*/ 834979 w 918148"/>
                <a:gd name="csY106" fmla="*/ 337302 h 1061675"/>
                <a:gd name="csX107" fmla="*/ 836029 w 918148"/>
                <a:gd name="csY107" fmla="*/ 338193 h 1061675"/>
                <a:gd name="csX108" fmla="*/ 836615 w 918148"/>
                <a:gd name="csY108" fmla="*/ 339220 h 1061675"/>
                <a:gd name="csX109" fmla="*/ 835832 w 918148"/>
                <a:gd name="csY109" fmla="*/ 341061 h 1061675"/>
                <a:gd name="csX110" fmla="*/ 834447 w 918148"/>
                <a:gd name="csY110" fmla="*/ 341350 h 1061675"/>
                <a:gd name="csX111" fmla="*/ 834272 w 918148"/>
                <a:gd name="csY111" fmla="*/ 342378 h 1061675"/>
                <a:gd name="csX112" fmla="*/ 834683 w 918148"/>
                <a:gd name="csY112" fmla="*/ 344713 h 1061675"/>
                <a:gd name="csX113" fmla="*/ 835208 w 918148"/>
                <a:gd name="csY113" fmla="*/ 346981 h 1061675"/>
                <a:gd name="csX114" fmla="*/ 836532 w 918148"/>
                <a:gd name="csY114" fmla="*/ 348069 h 1061675"/>
                <a:gd name="csX115" fmla="*/ 837133 w 918148"/>
                <a:gd name="csY115" fmla="*/ 351105 h 1061675"/>
                <a:gd name="csX116" fmla="*/ 838418 w 918148"/>
                <a:gd name="csY116" fmla="*/ 352139 h 1061675"/>
                <a:gd name="csX117" fmla="*/ 838259 w 918148"/>
                <a:gd name="csY117" fmla="*/ 356035 h 1061675"/>
                <a:gd name="csX118" fmla="*/ 839552 w 918148"/>
                <a:gd name="csY118" fmla="*/ 360615 h 1061675"/>
                <a:gd name="csX119" fmla="*/ 840922 w 918148"/>
                <a:gd name="csY119" fmla="*/ 361947 h 1061675"/>
                <a:gd name="csX120" fmla="*/ 841561 w 918148"/>
                <a:gd name="csY120" fmla="*/ 362571 h 1061675"/>
                <a:gd name="csX121" fmla="*/ 841135 w 918148"/>
                <a:gd name="csY121" fmla="*/ 364579 h 1061675"/>
                <a:gd name="csX122" fmla="*/ 840047 w 918148"/>
                <a:gd name="csY122" fmla="*/ 366177 h 1061675"/>
                <a:gd name="csX123" fmla="*/ 839811 w 918148"/>
                <a:gd name="csY123" fmla="*/ 368741 h 1061675"/>
                <a:gd name="csX124" fmla="*/ 840222 w 918148"/>
                <a:gd name="csY124" fmla="*/ 370621 h 1061675"/>
                <a:gd name="csX125" fmla="*/ 841614 w 918148"/>
                <a:gd name="csY125" fmla="*/ 372393 h 1061675"/>
                <a:gd name="csX126" fmla="*/ 842702 w 918148"/>
                <a:gd name="csY126" fmla="*/ 372591 h 1061675"/>
                <a:gd name="csX127" fmla="*/ 844254 w 918148"/>
                <a:gd name="csY127" fmla="*/ 371868 h 1061675"/>
                <a:gd name="csX128" fmla="*/ 845890 w 918148"/>
                <a:gd name="csY128" fmla="*/ 372705 h 1061675"/>
                <a:gd name="csX129" fmla="*/ 846126 w 918148"/>
                <a:gd name="csY129" fmla="*/ 374234 h 1061675"/>
                <a:gd name="csX130" fmla="*/ 846362 w 918148"/>
                <a:gd name="csY130" fmla="*/ 375627 h 1061675"/>
                <a:gd name="csX131" fmla="*/ 845487 w 918148"/>
                <a:gd name="csY131" fmla="*/ 377438 h 1061675"/>
                <a:gd name="csX132" fmla="*/ 844551 w 918148"/>
                <a:gd name="csY132" fmla="*/ 380778 h 1061675"/>
                <a:gd name="csX133" fmla="*/ 844300 w 918148"/>
                <a:gd name="csY133" fmla="*/ 384111 h 1061675"/>
                <a:gd name="csX134" fmla="*/ 844574 w 918148"/>
                <a:gd name="csY134" fmla="*/ 389185 h 1061675"/>
                <a:gd name="csX135" fmla="*/ 845000 w 918148"/>
                <a:gd name="csY135" fmla="*/ 393134 h 1061675"/>
                <a:gd name="csX136" fmla="*/ 845091 w 918148"/>
                <a:gd name="csY136" fmla="*/ 395622 h 1061675"/>
                <a:gd name="csX137" fmla="*/ 845198 w 918148"/>
                <a:gd name="csY137" fmla="*/ 396748 h 1061675"/>
                <a:gd name="csX138" fmla="*/ 844612 w 918148"/>
                <a:gd name="csY138" fmla="*/ 397524 h 1061675"/>
                <a:gd name="csX139" fmla="*/ 843189 w 918148"/>
                <a:gd name="csY139" fmla="*/ 397920 h 1061675"/>
                <a:gd name="csX140" fmla="*/ 841979 w 918148"/>
                <a:gd name="csY140" fmla="*/ 398080 h 1061675"/>
                <a:gd name="csX141" fmla="*/ 840929 w 918148"/>
                <a:gd name="csY141" fmla="*/ 398711 h 1061675"/>
                <a:gd name="csX142" fmla="*/ 840694 w 918148"/>
                <a:gd name="csY142" fmla="*/ 399982 h 1061675"/>
                <a:gd name="csX143" fmla="*/ 839872 w 918148"/>
                <a:gd name="csY143" fmla="*/ 402089 h 1061675"/>
                <a:gd name="csX144" fmla="*/ 839027 w 918148"/>
                <a:gd name="csY144" fmla="*/ 403657 h 1061675"/>
                <a:gd name="csX145" fmla="*/ 837544 w 918148"/>
                <a:gd name="csY145" fmla="*/ 405939 h 1061675"/>
                <a:gd name="csX146" fmla="*/ 836600 w 918148"/>
                <a:gd name="csY146" fmla="*/ 408306 h 1061675"/>
                <a:gd name="csX147" fmla="*/ 835847 w 918148"/>
                <a:gd name="csY147" fmla="*/ 409866 h 1061675"/>
                <a:gd name="csX148" fmla="*/ 835915 w 918148"/>
                <a:gd name="csY148" fmla="*/ 410946 h 1061675"/>
                <a:gd name="csX149" fmla="*/ 835375 w 918148"/>
                <a:gd name="csY149" fmla="*/ 413023 h 1061675"/>
                <a:gd name="csX150" fmla="*/ 834820 w 918148"/>
                <a:gd name="csY150" fmla="*/ 414758 h 1061675"/>
                <a:gd name="csX151" fmla="*/ 833648 w 918148"/>
                <a:gd name="csY151" fmla="*/ 420601 h 1061675"/>
                <a:gd name="csX152" fmla="*/ 832081 w 918148"/>
                <a:gd name="csY152" fmla="*/ 421819 h 1061675"/>
                <a:gd name="csX153" fmla="*/ 830833 w 918148"/>
                <a:gd name="csY153" fmla="*/ 422419 h 1061675"/>
                <a:gd name="csX154" fmla="*/ 830194 w 918148"/>
                <a:gd name="csY154" fmla="*/ 423203 h 1061675"/>
                <a:gd name="csX155" fmla="*/ 830681 w 918148"/>
                <a:gd name="csY155" fmla="*/ 424793 h 1061675"/>
                <a:gd name="csX156" fmla="*/ 832005 w 918148"/>
                <a:gd name="csY156" fmla="*/ 425273 h 1061675"/>
                <a:gd name="csX157" fmla="*/ 832476 w 918148"/>
                <a:gd name="csY157" fmla="*/ 426551 h 1061675"/>
                <a:gd name="csX158" fmla="*/ 832301 w 918148"/>
                <a:gd name="csY158" fmla="*/ 428552 h 1061675"/>
                <a:gd name="csX159" fmla="*/ 833176 w 918148"/>
                <a:gd name="csY159" fmla="*/ 430408 h 1061675"/>
                <a:gd name="csX160" fmla="*/ 833093 w 918148"/>
                <a:gd name="csY160" fmla="*/ 432661 h 1061675"/>
                <a:gd name="csX161" fmla="*/ 833937 w 918148"/>
                <a:gd name="csY161" fmla="*/ 436921 h 1061675"/>
                <a:gd name="csX162" fmla="*/ 833176 w 918148"/>
                <a:gd name="csY162" fmla="*/ 439714 h 1061675"/>
                <a:gd name="csX163" fmla="*/ 833435 w 918148"/>
                <a:gd name="csY163" fmla="*/ 442133 h 1061675"/>
                <a:gd name="csX164" fmla="*/ 833412 w 918148"/>
                <a:gd name="csY164" fmla="*/ 444530 h 1061675"/>
                <a:gd name="csX165" fmla="*/ 832301 w 918148"/>
                <a:gd name="csY165" fmla="*/ 446402 h 1061675"/>
                <a:gd name="csX166" fmla="*/ 830026 w 918148"/>
                <a:gd name="csY166" fmla="*/ 446759 h 1061675"/>
                <a:gd name="csX167" fmla="*/ 828771 w 918148"/>
                <a:gd name="csY167" fmla="*/ 448487 h 1061675"/>
                <a:gd name="csX168" fmla="*/ 826633 w 918148"/>
                <a:gd name="csY168" fmla="*/ 450366 h 1061675"/>
                <a:gd name="csX169" fmla="*/ 826397 w 918148"/>
                <a:gd name="csY169" fmla="*/ 451880 h 1061675"/>
                <a:gd name="csX170" fmla="*/ 826047 w 918148"/>
                <a:gd name="csY170" fmla="*/ 453249 h 1061675"/>
                <a:gd name="csX171" fmla="*/ 825172 w 918148"/>
                <a:gd name="csY171" fmla="*/ 453752 h 1061675"/>
                <a:gd name="csX172" fmla="*/ 823833 w 918148"/>
                <a:gd name="csY172" fmla="*/ 453752 h 1061675"/>
                <a:gd name="csX173" fmla="*/ 822722 w 918148"/>
                <a:gd name="csY173" fmla="*/ 453964 h 1061675"/>
                <a:gd name="csX174" fmla="*/ 821170 w 918148"/>
                <a:gd name="csY174" fmla="*/ 455745 h 1061675"/>
                <a:gd name="csX175" fmla="*/ 819511 w 918148"/>
                <a:gd name="csY175" fmla="*/ 456704 h 1061675"/>
                <a:gd name="csX176" fmla="*/ 819131 w 918148"/>
                <a:gd name="csY176" fmla="*/ 458142 h 1061675"/>
                <a:gd name="csX177" fmla="*/ 819275 w 918148"/>
                <a:gd name="csY177" fmla="*/ 459891 h 1061675"/>
                <a:gd name="csX178" fmla="*/ 818400 w 918148"/>
                <a:gd name="csY178" fmla="*/ 460980 h 1061675"/>
                <a:gd name="csX179" fmla="*/ 817290 w 918148"/>
                <a:gd name="csY179" fmla="*/ 463011 h 1061675"/>
                <a:gd name="csX180" fmla="*/ 816590 w 918148"/>
                <a:gd name="csY180" fmla="*/ 465187 h 1061675"/>
                <a:gd name="csX181" fmla="*/ 817290 w 918148"/>
                <a:gd name="csY181" fmla="*/ 467227 h 1061675"/>
                <a:gd name="csX182" fmla="*/ 818050 w 918148"/>
                <a:gd name="csY182" fmla="*/ 470871 h 1061675"/>
                <a:gd name="csX183" fmla="*/ 818165 w 918148"/>
                <a:gd name="csY183" fmla="*/ 472400 h 1061675"/>
                <a:gd name="csX184" fmla="*/ 817206 w 918148"/>
                <a:gd name="csY184" fmla="*/ 475421 h 1061675"/>
                <a:gd name="csX185" fmla="*/ 816415 w 918148"/>
                <a:gd name="csY185" fmla="*/ 477368 h 1061675"/>
                <a:gd name="csX186" fmla="*/ 817175 w 918148"/>
                <a:gd name="csY186" fmla="*/ 479857 h 1061675"/>
                <a:gd name="csX187" fmla="*/ 817815 w 918148"/>
                <a:gd name="csY187" fmla="*/ 481249 h 1061675"/>
                <a:gd name="csX188" fmla="*/ 817214 w 918148"/>
                <a:gd name="csY188" fmla="*/ 484308 h 1061675"/>
                <a:gd name="csX189" fmla="*/ 816704 w 918148"/>
                <a:gd name="csY189" fmla="*/ 486233 h 1061675"/>
                <a:gd name="csX190" fmla="*/ 817115 w 918148"/>
                <a:gd name="csY190" fmla="*/ 489763 h 1061675"/>
                <a:gd name="csX191" fmla="*/ 818636 w 918148"/>
                <a:gd name="csY191" fmla="*/ 493734 h 1061675"/>
                <a:gd name="csX192" fmla="*/ 820089 w 918148"/>
                <a:gd name="csY192" fmla="*/ 497273 h 1061675"/>
                <a:gd name="csX193" fmla="*/ 820303 w 918148"/>
                <a:gd name="csY193" fmla="*/ 501396 h 1061675"/>
                <a:gd name="csX194" fmla="*/ 820675 w 918148"/>
                <a:gd name="csY194" fmla="*/ 504676 h 1061675"/>
                <a:gd name="csX195" fmla="*/ 821368 w 918148"/>
                <a:gd name="csY195" fmla="*/ 508229 h 1061675"/>
                <a:gd name="csX196" fmla="*/ 822829 w 918148"/>
                <a:gd name="csY196" fmla="*/ 509644 h 1061675"/>
                <a:gd name="csX197" fmla="*/ 823939 w 918148"/>
                <a:gd name="csY197" fmla="*/ 510831 h 1061675"/>
                <a:gd name="csX198" fmla="*/ 823711 w 918148"/>
                <a:gd name="csY198" fmla="*/ 512543 h 1061675"/>
                <a:gd name="csX199" fmla="*/ 822897 w 918148"/>
                <a:gd name="csY199" fmla="*/ 514628 h 1061675"/>
                <a:gd name="csX200" fmla="*/ 821725 w 918148"/>
                <a:gd name="csY200" fmla="*/ 516195 h 1061675"/>
                <a:gd name="csX201" fmla="*/ 818834 w 918148"/>
                <a:gd name="csY201" fmla="*/ 516712 h 1061675"/>
                <a:gd name="csX202" fmla="*/ 816483 w 918148"/>
                <a:gd name="csY202" fmla="*/ 518128 h 1061675"/>
                <a:gd name="csX203" fmla="*/ 814589 w 918148"/>
                <a:gd name="csY203" fmla="*/ 519109 h 1061675"/>
                <a:gd name="csX204" fmla="*/ 813151 w 918148"/>
                <a:gd name="csY204" fmla="*/ 520296 h 1061675"/>
                <a:gd name="csX205" fmla="*/ 812116 w 918148"/>
                <a:gd name="csY205" fmla="*/ 521559 h 1061675"/>
                <a:gd name="csX206" fmla="*/ 811606 w 918148"/>
                <a:gd name="csY206" fmla="*/ 522944 h 1061675"/>
                <a:gd name="csX207" fmla="*/ 811948 w 918148"/>
                <a:gd name="csY207" fmla="*/ 528977 h 1061675"/>
                <a:gd name="csX208" fmla="*/ 811720 w 918148"/>
                <a:gd name="csY208" fmla="*/ 531207 h 1061675"/>
                <a:gd name="csX209" fmla="*/ 810754 w 918148"/>
                <a:gd name="csY209" fmla="*/ 534372 h 1061675"/>
                <a:gd name="csX210" fmla="*/ 809849 w 918148"/>
                <a:gd name="csY210" fmla="*/ 536928 h 1061675"/>
                <a:gd name="csX211" fmla="*/ 809460 w 918148"/>
                <a:gd name="csY211" fmla="*/ 537697 h 1061675"/>
                <a:gd name="csX212" fmla="*/ 809346 w 918148"/>
                <a:gd name="csY212" fmla="*/ 538830 h 1061675"/>
                <a:gd name="csX213" fmla="*/ 809171 w 918148"/>
                <a:gd name="csY213" fmla="*/ 539888 h 1061675"/>
                <a:gd name="csX214" fmla="*/ 808159 w 918148"/>
                <a:gd name="csY214" fmla="*/ 540132 h 1061675"/>
                <a:gd name="csX215" fmla="*/ 806721 w 918148"/>
                <a:gd name="csY215" fmla="*/ 539660 h 1061675"/>
                <a:gd name="csX216" fmla="*/ 805907 w 918148"/>
                <a:gd name="csY216" fmla="*/ 539964 h 1061675"/>
                <a:gd name="csX217" fmla="*/ 805321 w 918148"/>
                <a:gd name="csY217" fmla="*/ 540793 h 1061675"/>
                <a:gd name="csX218" fmla="*/ 805816 w 918148"/>
                <a:gd name="csY218" fmla="*/ 542772 h 1061675"/>
                <a:gd name="csX219" fmla="*/ 806341 w 918148"/>
                <a:gd name="csY219" fmla="*/ 546264 h 1061675"/>
                <a:gd name="csX220" fmla="*/ 807071 w 918148"/>
                <a:gd name="csY220" fmla="*/ 547748 h 1061675"/>
                <a:gd name="csX221" fmla="*/ 806873 w 918148"/>
                <a:gd name="csY221" fmla="*/ 548927 h 1061675"/>
                <a:gd name="csX222" fmla="*/ 806600 w 918148"/>
                <a:gd name="csY222" fmla="*/ 551468 h 1061675"/>
                <a:gd name="csX223" fmla="*/ 805656 w 918148"/>
                <a:gd name="csY223" fmla="*/ 553492 h 1061675"/>
                <a:gd name="csX224" fmla="*/ 804393 w 918148"/>
                <a:gd name="csY224" fmla="*/ 553485 h 1061675"/>
                <a:gd name="csX225" fmla="*/ 803579 w 918148"/>
                <a:gd name="csY225" fmla="*/ 554321 h 1061675"/>
                <a:gd name="csX226" fmla="*/ 803229 w 918148"/>
                <a:gd name="csY226" fmla="*/ 555767 h 1061675"/>
                <a:gd name="csX227" fmla="*/ 803609 w 918148"/>
                <a:gd name="csY227" fmla="*/ 557654 h 1061675"/>
                <a:gd name="csX228" fmla="*/ 805268 w 918148"/>
                <a:gd name="csY228" fmla="*/ 559198 h 1061675"/>
                <a:gd name="csX229" fmla="*/ 805854 w 918148"/>
                <a:gd name="csY229" fmla="*/ 560188 h 1061675"/>
                <a:gd name="csX230" fmla="*/ 805557 w 918148"/>
                <a:gd name="csY230" fmla="*/ 561489 h 1061675"/>
                <a:gd name="csX231" fmla="*/ 804271 w 918148"/>
                <a:gd name="csY231" fmla="*/ 562021 h 1061675"/>
                <a:gd name="csX232" fmla="*/ 803511 w 918148"/>
                <a:gd name="csY232" fmla="*/ 563094 h 1061675"/>
                <a:gd name="csX233" fmla="*/ 802788 w 918148"/>
                <a:gd name="csY233" fmla="*/ 565476 h 1061675"/>
                <a:gd name="csX234" fmla="*/ 801821 w 918148"/>
                <a:gd name="csY234" fmla="*/ 568169 h 1061675"/>
                <a:gd name="csX235" fmla="*/ 800794 w 918148"/>
                <a:gd name="csY235" fmla="*/ 570163 h 1061675"/>
                <a:gd name="csX236" fmla="*/ 800596 w 918148"/>
                <a:gd name="csY236" fmla="*/ 572894 h 1061675"/>
                <a:gd name="csX237" fmla="*/ 802057 w 918148"/>
                <a:gd name="csY237" fmla="*/ 575816 h 1061675"/>
                <a:gd name="csX238" fmla="*/ 801897 w 918148"/>
                <a:gd name="csY238" fmla="*/ 578676 h 1061675"/>
                <a:gd name="csX239" fmla="*/ 801791 w 918148"/>
                <a:gd name="csY239" fmla="*/ 587084 h 1061675"/>
                <a:gd name="csX240" fmla="*/ 801646 w 918148"/>
                <a:gd name="csY240" fmla="*/ 589945 h 1061675"/>
                <a:gd name="csX241" fmla="*/ 802095 w 918148"/>
                <a:gd name="csY241" fmla="*/ 594693 h 1061675"/>
                <a:gd name="csX242" fmla="*/ 801532 w 918148"/>
                <a:gd name="csY242" fmla="*/ 596001 h 1061675"/>
                <a:gd name="csX243" fmla="*/ 801235 w 918148"/>
                <a:gd name="csY243" fmla="*/ 597249 h 1061675"/>
                <a:gd name="csX244" fmla="*/ 802666 w 918148"/>
                <a:gd name="csY244" fmla="*/ 600711 h 1061675"/>
                <a:gd name="csX245" fmla="*/ 804256 w 918148"/>
                <a:gd name="csY245" fmla="*/ 606326 h 1061675"/>
                <a:gd name="csX246" fmla="*/ 804682 w 918148"/>
                <a:gd name="csY246" fmla="*/ 608563 h 1061675"/>
                <a:gd name="csX247" fmla="*/ 804454 w 918148"/>
                <a:gd name="csY247" fmla="*/ 610130 h 1061675"/>
                <a:gd name="csX248" fmla="*/ 802316 w 918148"/>
                <a:gd name="csY248" fmla="*/ 611462 h 1061675"/>
                <a:gd name="csX249" fmla="*/ 800543 w 918148"/>
                <a:gd name="csY249" fmla="*/ 612017 h 1061675"/>
                <a:gd name="csX250" fmla="*/ 799493 w 918148"/>
                <a:gd name="csY250" fmla="*/ 611074 h 1061675"/>
                <a:gd name="csX251" fmla="*/ 798793 w 918148"/>
                <a:gd name="csY251" fmla="*/ 611462 h 1061675"/>
                <a:gd name="csX252" fmla="*/ 797979 w 918148"/>
                <a:gd name="csY252" fmla="*/ 613113 h 1061675"/>
                <a:gd name="csX253" fmla="*/ 797043 w 918148"/>
                <a:gd name="csY253" fmla="*/ 614452 h 1061675"/>
                <a:gd name="csX254" fmla="*/ 796693 w 918148"/>
                <a:gd name="csY254" fmla="*/ 615783 h 1061675"/>
                <a:gd name="csX255" fmla="*/ 797682 w 918148"/>
                <a:gd name="csY255" fmla="*/ 617518 h 1061675"/>
                <a:gd name="csX256" fmla="*/ 798207 w 918148"/>
                <a:gd name="csY256" fmla="*/ 620828 h 1061675"/>
                <a:gd name="csX257" fmla="*/ 797096 w 918148"/>
                <a:gd name="csY257" fmla="*/ 622251 h 1061675"/>
                <a:gd name="csX258" fmla="*/ 796282 w 918148"/>
                <a:gd name="csY258" fmla="*/ 623833 h 1061675"/>
                <a:gd name="csX259" fmla="*/ 796579 w 918148"/>
                <a:gd name="csY259" fmla="*/ 625888 h 1061675"/>
                <a:gd name="csX260" fmla="*/ 796929 w 918148"/>
                <a:gd name="csY260" fmla="*/ 629608 h 1061675"/>
                <a:gd name="csX261" fmla="*/ 796229 w 918148"/>
                <a:gd name="csY261" fmla="*/ 635794 h 1061675"/>
                <a:gd name="csX262" fmla="*/ 797173 w 918148"/>
                <a:gd name="csY262" fmla="*/ 638000 h 1061675"/>
                <a:gd name="csX263" fmla="*/ 798192 w 918148"/>
                <a:gd name="csY263" fmla="*/ 639058 h 1061675"/>
                <a:gd name="csX264" fmla="*/ 801525 w 918148"/>
                <a:gd name="csY264" fmla="*/ 640321 h 1061675"/>
                <a:gd name="csX265" fmla="*/ 804028 w 918148"/>
                <a:gd name="csY265" fmla="*/ 640952 h 1061675"/>
                <a:gd name="csX266" fmla="*/ 804690 w 918148"/>
                <a:gd name="csY266" fmla="*/ 643015 h 1061675"/>
                <a:gd name="csX267" fmla="*/ 804408 w 918148"/>
                <a:gd name="csY267" fmla="*/ 644688 h 1061675"/>
                <a:gd name="csX268" fmla="*/ 803206 w 918148"/>
                <a:gd name="csY268" fmla="*/ 645518 h 1061675"/>
                <a:gd name="csX269" fmla="*/ 801395 w 918148"/>
                <a:gd name="csY269" fmla="*/ 646240 h 1061675"/>
                <a:gd name="csX270" fmla="*/ 801395 w 918148"/>
                <a:gd name="csY270" fmla="*/ 648949 h 1061675"/>
                <a:gd name="csX271" fmla="*/ 802940 w 918148"/>
                <a:gd name="csY271" fmla="*/ 651498 h 1061675"/>
                <a:gd name="csX272" fmla="*/ 804690 w 918148"/>
                <a:gd name="csY272" fmla="*/ 653347 h 1061675"/>
                <a:gd name="csX273" fmla="*/ 805070 w 918148"/>
                <a:gd name="csY273" fmla="*/ 655013 h 1061675"/>
                <a:gd name="csX274" fmla="*/ 804971 w 918148"/>
                <a:gd name="csY274" fmla="*/ 656717 h 1061675"/>
                <a:gd name="csX275" fmla="*/ 803746 w 918148"/>
                <a:gd name="csY275" fmla="*/ 658148 h 1061675"/>
                <a:gd name="csX276" fmla="*/ 805428 w 918148"/>
                <a:gd name="csY276" fmla="*/ 661245 h 1061675"/>
                <a:gd name="csX277" fmla="*/ 806196 w 918148"/>
                <a:gd name="csY277" fmla="*/ 663345 h 1061675"/>
                <a:gd name="csX278" fmla="*/ 805428 w 918148"/>
                <a:gd name="csY278" fmla="*/ 664965 h 1061675"/>
                <a:gd name="csX279" fmla="*/ 804332 w 918148"/>
                <a:gd name="csY279" fmla="*/ 667400 h 1061675"/>
                <a:gd name="csX280" fmla="*/ 803374 w 918148"/>
                <a:gd name="csY280" fmla="*/ 668564 h 1061675"/>
                <a:gd name="csX281" fmla="*/ 803374 w 918148"/>
                <a:gd name="csY281" fmla="*/ 669888 h 1061675"/>
                <a:gd name="csX282" fmla="*/ 802978 w 918148"/>
                <a:gd name="csY282" fmla="*/ 672581 h 1061675"/>
                <a:gd name="csX283" fmla="*/ 802887 w 918148"/>
                <a:gd name="csY283" fmla="*/ 675222 h 1061675"/>
                <a:gd name="csX284" fmla="*/ 803206 w 918148"/>
                <a:gd name="csY284" fmla="*/ 676796 h 1061675"/>
                <a:gd name="csX285" fmla="*/ 813759 w 918148"/>
                <a:gd name="csY285" fmla="*/ 678044 h 1061675"/>
                <a:gd name="csX286" fmla="*/ 816171 w 918148"/>
                <a:gd name="csY286" fmla="*/ 678531 h 1061675"/>
                <a:gd name="csX287" fmla="*/ 817487 w 918148"/>
                <a:gd name="csY287" fmla="*/ 680106 h 1061675"/>
                <a:gd name="csX288" fmla="*/ 817297 w 918148"/>
                <a:gd name="csY288" fmla="*/ 682084 h 1061675"/>
                <a:gd name="csX289" fmla="*/ 815981 w 918148"/>
                <a:gd name="csY289" fmla="*/ 684192 h 1061675"/>
                <a:gd name="csX290" fmla="*/ 815136 w 918148"/>
                <a:gd name="csY290" fmla="*/ 688156 h 1061675"/>
                <a:gd name="csX291" fmla="*/ 813067 w 918148"/>
                <a:gd name="csY291" fmla="*/ 688818 h 1061675"/>
                <a:gd name="csX292" fmla="*/ 810997 w 918148"/>
                <a:gd name="csY292" fmla="*/ 687761 h 1061675"/>
                <a:gd name="csX293" fmla="*/ 808753 w 918148"/>
                <a:gd name="csY293" fmla="*/ 688126 h 1061675"/>
                <a:gd name="csX294" fmla="*/ 806805 w 918148"/>
                <a:gd name="csY294" fmla="*/ 688384 h 1061675"/>
                <a:gd name="csX295" fmla="*/ 804005 w 918148"/>
                <a:gd name="csY295" fmla="*/ 688498 h 1061675"/>
                <a:gd name="csX296" fmla="*/ 800284 w 918148"/>
                <a:gd name="csY296" fmla="*/ 689008 h 1061675"/>
                <a:gd name="csX297" fmla="*/ 798010 w 918148"/>
                <a:gd name="csY297" fmla="*/ 688422 h 1061675"/>
                <a:gd name="csX298" fmla="*/ 797819 w 918148"/>
                <a:gd name="csY298" fmla="*/ 689876 h 1061675"/>
                <a:gd name="csX299" fmla="*/ 798481 w 918148"/>
                <a:gd name="csY299" fmla="*/ 692394 h 1061675"/>
                <a:gd name="csX300" fmla="*/ 803381 w 918148"/>
                <a:gd name="csY300" fmla="*/ 693186 h 1061675"/>
                <a:gd name="csX301" fmla="*/ 807992 w 918148"/>
                <a:gd name="csY301" fmla="*/ 694646 h 1061675"/>
                <a:gd name="csX302" fmla="*/ 809377 w 918148"/>
                <a:gd name="csY302" fmla="*/ 697317 h 1061675"/>
                <a:gd name="csX303" fmla="*/ 811256 w 918148"/>
                <a:gd name="csY303" fmla="*/ 700345 h 1061675"/>
                <a:gd name="csX304" fmla="*/ 813173 w 918148"/>
                <a:gd name="csY304" fmla="*/ 702224 h 1061675"/>
                <a:gd name="csX305" fmla="*/ 813265 w 918148"/>
                <a:gd name="csY305" fmla="*/ 705291 h 1061675"/>
                <a:gd name="csX306" fmla="*/ 810252 w 918148"/>
                <a:gd name="csY306" fmla="*/ 708502 h 1061675"/>
                <a:gd name="csX307" fmla="*/ 809879 w 918148"/>
                <a:gd name="csY307" fmla="*/ 710776 h 1061675"/>
                <a:gd name="csX308" fmla="*/ 805922 w 918148"/>
                <a:gd name="csY308" fmla="*/ 711446 h 1061675"/>
                <a:gd name="csX309" fmla="*/ 804796 w 918148"/>
                <a:gd name="csY309" fmla="*/ 712785 h 1061675"/>
                <a:gd name="csX310" fmla="*/ 804233 w 918148"/>
                <a:gd name="csY310" fmla="*/ 717221 h 1061675"/>
                <a:gd name="csX311" fmla="*/ 804705 w 918148"/>
                <a:gd name="csY311" fmla="*/ 720721 h 1061675"/>
                <a:gd name="csX312" fmla="*/ 806211 w 918148"/>
                <a:gd name="csY312" fmla="*/ 721930 h 1061675"/>
                <a:gd name="csX313" fmla="*/ 807246 w 918148"/>
                <a:gd name="csY313" fmla="*/ 724221 h 1061675"/>
                <a:gd name="csX314" fmla="*/ 806120 w 918148"/>
                <a:gd name="csY314" fmla="*/ 726922 h 1061675"/>
                <a:gd name="csX315" fmla="*/ 803457 w 918148"/>
                <a:gd name="csY315" fmla="*/ 728786 h 1061675"/>
                <a:gd name="csX316" fmla="*/ 802034 w 918148"/>
                <a:gd name="csY316" fmla="*/ 730566 h 1061675"/>
                <a:gd name="csX317" fmla="*/ 802925 w 918148"/>
                <a:gd name="csY317" fmla="*/ 731989 h 1061675"/>
                <a:gd name="csX318" fmla="*/ 804127 w 918148"/>
                <a:gd name="csY318" fmla="*/ 734241 h 1061675"/>
                <a:gd name="csX319" fmla="*/ 804462 w 918148"/>
                <a:gd name="csY319" fmla="*/ 735466 h 1061675"/>
                <a:gd name="csX320" fmla="*/ 805116 w 918148"/>
                <a:gd name="csY320" fmla="*/ 738799 h 1061675"/>
                <a:gd name="csX321" fmla="*/ 805884 w 918148"/>
                <a:gd name="csY321" fmla="*/ 743455 h 1061675"/>
                <a:gd name="csX322" fmla="*/ 805793 w 918148"/>
                <a:gd name="csY322" fmla="*/ 745715 h 1061675"/>
                <a:gd name="csX323" fmla="*/ 805085 w 918148"/>
                <a:gd name="csY323" fmla="*/ 747404 h 1061675"/>
                <a:gd name="csX324" fmla="*/ 802438 w 918148"/>
                <a:gd name="csY324" fmla="*/ 750067 h 1061675"/>
                <a:gd name="csX325" fmla="*/ 800650 w 918148"/>
                <a:gd name="csY325" fmla="*/ 751300 h 1061675"/>
                <a:gd name="csX326" fmla="*/ 800300 w 918148"/>
                <a:gd name="csY326" fmla="*/ 754594 h 1061675"/>
                <a:gd name="csX327" fmla="*/ 800163 w 918148"/>
                <a:gd name="csY327" fmla="*/ 757059 h 1061675"/>
                <a:gd name="csX328" fmla="*/ 800345 w 918148"/>
                <a:gd name="csY328" fmla="*/ 759289 h 1061675"/>
                <a:gd name="csX329" fmla="*/ 801494 w 918148"/>
                <a:gd name="csY329" fmla="*/ 761069 h 1061675"/>
                <a:gd name="csX330" fmla="*/ 801403 w 918148"/>
                <a:gd name="csY330" fmla="*/ 762864 h 1061675"/>
                <a:gd name="csX331" fmla="*/ 799828 w 918148"/>
                <a:gd name="csY331" fmla="*/ 763245 h 1061675"/>
                <a:gd name="csX332" fmla="*/ 798481 w 918148"/>
                <a:gd name="csY332" fmla="*/ 764105 h 1061675"/>
                <a:gd name="csX333" fmla="*/ 797165 w 918148"/>
                <a:gd name="csY333" fmla="*/ 767285 h 1061675"/>
                <a:gd name="csX334" fmla="*/ 793330 w 918148"/>
                <a:gd name="csY334" fmla="*/ 770542 h 1061675"/>
                <a:gd name="csX335" fmla="*/ 791983 w 918148"/>
                <a:gd name="csY335" fmla="*/ 772002 h 1061675"/>
                <a:gd name="csX336" fmla="*/ 792075 w 918148"/>
                <a:gd name="csY336" fmla="*/ 774506 h 1061675"/>
                <a:gd name="csX337" fmla="*/ 790561 w 918148"/>
                <a:gd name="csY337" fmla="*/ 778089 h 1061675"/>
                <a:gd name="csX338" fmla="*/ 789290 w 918148"/>
                <a:gd name="csY338" fmla="*/ 781217 h 1061675"/>
                <a:gd name="csX339" fmla="*/ 788316 w 918148"/>
                <a:gd name="csY339" fmla="*/ 784138 h 1061675"/>
                <a:gd name="csX340" fmla="*/ 788506 w 918148"/>
                <a:gd name="csY340" fmla="*/ 787219 h 1061675"/>
                <a:gd name="csX341" fmla="*/ 790667 w 918148"/>
                <a:gd name="csY341" fmla="*/ 788574 h 1061675"/>
                <a:gd name="csX342" fmla="*/ 792364 w 918148"/>
                <a:gd name="csY342" fmla="*/ 791579 h 1061675"/>
                <a:gd name="csX343" fmla="*/ 793117 w 918148"/>
                <a:gd name="csY343" fmla="*/ 795376 h 1061675"/>
                <a:gd name="csX344" fmla="*/ 791801 w 918148"/>
                <a:gd name="csY344" fmla="*/ 799751 h 1061675"/>
                <a:gd name="csX345" fmla="*/ 788742 w 918148"/>
                <a:gd name="csY345" fmla="*/ 801402 h 1061675"/>
                <a:gd name="csX346" fmla="*/ 786931 w 918148"/>
                <a:gd name="csY346" fmla="*/ 803266 h 1061675"/>
                <a:gd name="csX347" fmla="*/ 786384 w 918148"/>
                <a:gd name="csY347" fmla="*/ 804681 h 1061675"/>
                <a:gd name="csX348" fmla="*/ 786863 w 918148"/>
                <a:gd name="csY348" fmla="*/ 809284 h 1061675"/>
                <a:gd name="csX349" fmla="*/ 786733 w 918148"/>
                <a:gd name="csY349" fmla="*/ 811453 h 1061675"/>
                <a:gd name="csX350" fmla="*/ 786254 w 918148"/>
                <a:gd name="csY350" fmla="*/ 813492 h 1061675"/>
                <a:gd name="csX351" fmla="*/ 785463 w 918148"/>
                <a:gd name="csY351" fmla="*/ 815074 h 1061675"/>
                <a:gd name="csX352" fmla="*/ 783812 w 918148"/>
                <a:gd name="csY352" fmla="*/ 816839 h 1061675"/>
                <a:gd name="csX353" fmla="*/ 780890 w 918148"/>
                <a:gd name="csY353" fmla="*/ 818384 h 1061675"/>
                <a:gd name="csX354" fmla="*/ 778410 w 918148"/>
                <a:gd name="csY354" fmla="*/ 819449 h 1061675"/>
                <a:gd name="csX355" fmla="*/ 777299 w 918148"/>
                <a:gd name="csY355" fmla="*/ 820667 h 1061675"/>
                <a:gd name="csX356" fmla="*/ 775998 w 918148"/>
                <a:gd name="csY356" fmla="*/ 823353 h 1061675"/>
                <a:gd name="csX357" fmla="*/ 774841 w 918148"/>
                <a:gd name="csY357" fmla="*/ 826320 h 1061675"/>
                <a:gd name="csX358" fmla="*/ 775130 w 918148"/>
                <a:gd name="csY358" fmla="*/ 829995 h 1061675"/>
                <a:gd name="csX359" fmla="*/ 768161 w 918148"/>
                <a:gd name="csY359" fmla="*/ 830428 h 1061675"/>
                <a:gd name="csX360" fmla="*/ 767689 w 918148"/>
                <a:gd name="csY360" fmla="*/ 833167 h 1061675"/>
                <a:gd name="csX361" fmla="*/ 766183 w 918148"/>
                <a:gd name="csY361" fmla="*/ 835329 h 1061675"/>
                <a:gd name="csX362" fmla="*/ 765711 w 918148"/>
                <a:gd name="csY362" fmla="*/ 839239 h 1061675"/>
                <a:gd name="csX363" fmla="*/ 767240 w 918148"/>
                <a:gd name="csY363" fmla="*/ 843021 h 1061675"/>
                <a:gd name="csX364" fmla="*/ 767971 w 918148"/>
                <a:gd name="csY364" fmla="*/ 846201 h 1061675"/>
                <a:gd name="csX365" fmla="*/ 766723 w 918148"/>
                <a:gd name="csY365" fmla="*/ 850043 h 1061675"/>
                <a:gd name="csX366" fmla="*/ 767180 w 918148"/>
                <a:gd name="csY366" fmla="*/ 854000 h 1061675"/>
                <a:gd name="csX367" fmla="*/ 767316 w 918148"/>
                <a:gd name="csY367" fmla="*/ 857157 h 1061675"/>
                <a:gd name="csX368" fmla="*/ 769767 w 918148"/>
                <a:gd name="csY368" fmla="*/ 860673 h 1061675"/>
                <a:gd name="csX369" fmla="*/ 771364 w 918148"/>
                <a:gd name="csY369" fmla="*/ 865032 h 1061675"/>
                <a:gd name="csX370" fmla="*/ 772163 w 918148"/>
                <a:gd name="csY370" fmla="*/ 868722 h 1061675"/>
                <a:gd name="csX371" fmla="*/ 772642 w 918148"/>
                <a:gd name="csY371" fmla="*/ 871606 h 1061675"/>
                <a:gd name="csX372" fmla="*/ 773282 w 918148"/>
                <a:gd name="csY372" fmla="*/ 873356 h 1061675"/>
                <a:gd name="csX373" fmla="*/ 774286 w 918148"/>
                <a:gd name="csY373" fmla="*/ 875342 h 1061675"/>
                <a:gd name="csX374" fmla="*/ 774750 w 918148"/>
                <a:gd name="csY374" fmla="*/ 877640 h 1061675"/>
                <a:gd name="csX375" fmla="*/ 776257 w 918148"/>
                <a:gd name="csY375" fmla="*/ 878385 h 1061675"/>
                <a:gd name="csX376" fmla="*/ 778965 w 918148"/>
                <a:gd name="csY376" fmla="*/ 876240 h 1061675"/>
                <a:gd name="csX377" fmla="*/ 780875 w 918148"/>
                <a:gd name="csY377" fmla="*/ 874786 h 1061675"/>
                <a:gd name="csX378" fmla="*/ 782206 w 918148"/>
                <a:gd name="csY378" fmla="*/ 874269 h 1061675"/>
                <a:gd name="csX379" fmla="*/ 786117 w 918148"/>
                <a:gd name="csY379" fmla="*/ 874611 h 1061675"/>
                <a:gd name="csX380" fmla="*/ 788476 w 918148"/>
                <a:gd name="csY380" fmla="*/ 873257 h 1061675"/>
                <a:gd name="csX381" fmla="*/ 789541 w 918148"/>
                <a:gd name="csY381" fmla="*/ 873402 h 1061675"/>
                <a:gd name="csX382" fmla="*/ 790979 w 918148"/>
                <a:gd name="csY382" fmla="*/ 874162 h 1061675"/>
                <a:gd name="csX383" fmla="*/ 792098 w 918148"/>
                <a:gd name="csY383" fmla="*/ 875760 h 1061675"/>
                <a:gd name="csX384" fmla="*/ 792942 w 918148"/>
                <a:gd name="csY384" fmla="*/ 879389 h 1061675"/>
                <a:gd name="csX385" fmla="*/ 793459 w 918148"/>
                <a:gd name="csY385" fmla="*/ 883460 h 1061675"/>
                <a:gd name="csX386" fmla="*/ 792797 w 918148"/>
                <a:gd name="csY386" fmla="*/ 887622 h 1061675"/>
                <a:gd name="csX387" fmla="*/ 791694 w 918148"/>
                <a:gd name="csY387" fmla="*/ 888527 h 1061675"/>
                <a:gd name="csX388" fmla="*/ 791321 w 918148"/>
                <a:gd name="csY388" fmla="*/ 889722 h 1061675"/>
                <a:gd name="csX389" fmla="*/ 791694 w 918148"/>
                <a:gd name="csY389" fmla="*/ 892271 h 1061675"/>
                <a:gd name="csX390" fmla="*/ 792919 w 918148"/>
                <a:gd name="csY390" fmla="*/ 894066 h 1061675"/>
                <a:gd name="csX391" fmla="*/ 792896 w 918148"/>
                <a:gd name="csY391" fmla="*/ 896638 h 1061675"/>
                <a:gd name="csX392" fmla="*/ 791542 w 918148"/>
                <a:gd name="csY392" fmla="*/ 902489 h 1061675"/>
                <a:gd name="csX393" fmla="*/ 790660 w 918148"/>
                <a:gd name="csY393" fmla="*/ 904901 h 1061675"/>
                <a:gd name="csX394" fmla="*/ 792227 w 918148"/>
                <a:gd name="csY394" fmla="*/ 907625 h 1061675"/>
                <a:gd name="csX395" fmla="*/ 793627 w 918148"/>
                <a:gd name="csY395" fmla="*/ 910052 h 1061675"/>
                <a:gd name="csX396" fmla="*/ 796450 w 918148"/>
                <a:gd name="csY396" fmla="*/ 911863 h 1061675"/>
                <a:gd name="csX397" fmla="*/ 798770 w 918148"/>
                <a:gd name="csY397" fmla="*/ 914435 h 1061675"/>
                <a:gd name="csX398" fmla="*/ 800368 w 918148"/>
                <a:gd name="csY398" fmla="*/ 916565 h 1061675"/>
                <a:gd name="csX399" fmla="*/ 799988 w 918148"/>
                <a:gd name="csY399" fmla="*/ 919456 h 1061675"/>
                <a:gd name="csX400" fmla="*/ 801106 w 918148"/>
                <a:gd name="csY400" fmla="*/ 920331 h 1061675"/>
                <a:gd name="csX401" fmla="*/ 805420 w 918148"/>
                <a:gd name="csY401" fmla="*/ 920392 h 1061675"/>
                <a:gd name="csX402" fmla="*/ 811865 w 918148"/>
                <a:gd name="csY402" fmla="*/ 920491 h 1061675"/>
                <a:gd name="csX403" fmla="*/ 821938 w 918148"/>
                <a:gd name="csY403" fmla="*/ 920636 h 1061675"/>
                <a:gd name="csX404" fmla="*/ 831769 w 918148"/>
                <a:gd name="csY404" fmla="*/ 920780 h 1061675"/>
                <a:gd name="csX405" fmla="*/ 842930 w 918148"/>
                <a:gd name="csY405" fmla="*/ 920986 h 1061675"/>
                <a:gd name="csX406" fmla="*/ 848219 w 918148"/>
                <a:gd name="csY406" fmla="*/ 923314 h 1061675"/>
                <a:gd name="csX407" fmla="*/ 853004 w 918148"/>
                <a:gd name="csY407" fmla="*/ 925421 h 1061675"/>
                <a:gd name="csX408" fmla="*/ 859030 w 918148"/>
                <a:gd name="csY408" fmla="*/ 925421 h 1061675"/>
                <a:gd name="csX409" fmla="*/ 865048 w 918148"/>
                <a:gd name="csY409" fmla="*/ 927917 h 1061675"/>
                <a:gd name="csX410" fmla="*/ 869515 w 918148"/>
                <a:gd name="csY410" fmla="*/ 929568 h 1061675"/>
                <a:gd name="csX411" fmla="*/ 872193 w 918148"/>
                <a:gd name="csY411" fmla="*/ 930184 h 1061675"/>
                <a:gd name="csX412" fmla="*/ 874940 w 918148"/>
                <a:gd name="csY412" fmla="*/ 930785 h 1061675"/>
                <a:gd name="csX413" fmla="*/ 875320 w 918148"/>
                <a:gd name="csY413" fmla="*/ 933091 h 1061675"/>
                <a:gd name="csX414" fmla="*/ 863276 w 918148"/>
                <a:gd name="csY414" fmla="*/ 929819 h 1061675"/>
                <a:gd name="csX415" fmla="*/ 860575 w 918148"/>
                <a:gd name="csY415" fmla="*/ 928039 h 1061675"/>
                <a:gd name="csX416" fmla="*/ 858285 w 918148"/>
                <a:gd name="csY416" fmla="*/ 927833 h 1061675"/>
                <a:gd name="csX417" fmla="*/ 853887 w 918148"/>
                <a:gd name="csY417" fmla="*/ 930055 h 1061675"/>
                <a:gd name="csX418" fmla="*/ 851460 w 918148"/>
                <a:gd name="csY418" fmla="*/ 935358 h 1061675"/>
                <a:gd name="csX419" fmla="*/ 850189 w 918148"/>
                <a:gd name="csY419" fmla="*/ 936865 h 1061675"/>
                <a:gd name="csX420" fmla="*/ 847138 w 918148"/>
                <a:gd name="csY420" fmla="*/ 938295 h 1061675"/>
                <a:gd name="csX421" fmla="*/ 844064 w 918148"/>
                <a:gd name="csY421" fmla="*/ 938576 h 1061675"/>
                <a:gd name="csX422" fmla="*/ 833739 w 918148"/>
                <a:gd name="csY422" fmla="*/ 943743 h 1061675"/>
                <a:gd name="csX423" fmla="*/ 830064 w 918148"/>
                <a:gd name="csY423" fmla="*/ 944184 h 1061675"/>
                <a:gd name="csX424" fmla="*/ 827554 w 918148"/>
                <a:gd name="csY424" fmla="*/ 945561 h 1061675"/>
                <a:gd name="csX425" fmla="*/ 825103 w 918148"/>
                <a:gd name="csY425" fmla="*/ 947540 h 1061675"/>
                <a:gd name="csX426" fmla="*/ 824160 w 918148"/>
                <a:gd name="csY426" fmla="*/ 951808 h 1061675"/>
                <a:gd name="csX427" fmla="*/ 824541 w 918148"/>
                <a:gd name="csY427" fmla="*/ 954410 h 1061675"/>
                <a:gd name="csX428" fmla="*/ 821748 w 918148"/>
                <a:gd name="csY428" fmla="*/ 963761 h 1061675"/>
                <a:gd name="csX429" fmla="*/ 821056 w 918148"/>
                <a:gd name="csY429" fmla="*/ 968996 h 1061675"/>
                <a:gd name="csX430" fmla="*/ 821041 w 918148"/>
                <a:gd name="csY430" fmla="*/ 971666 h 1061675"/>
                <a:gd name="csX431" fmla="*/ 821840 w 918148"/>
                <a:gd name="csY431" fmla="*/ 976041 h 1061675"/>
                <a:gd name="csX432" fmla="*/ 820812 w 918148"/>
                <a:gd name="csY432" fmla="*/ 983551 h 1061675"/>
                <a:gd name="csX433" fmla="*/ 818956 w 918148"/>
                <a:gd name="csY433" fmla="*/ 985194 h 1061675"/>
                <a:gd name="csX434" fmla="*/ 814368 w 918148"/>
                <a:gd name="csY434" fmla="*/ 987302 h 1061675"/>
                <a:gd name="csX435" fmla="*/ 811248 w 918148"/>
                <a:gd name="csY435" fmla="*/ 985772 h 1061675"/>
                <a:gd name="csX436" fmla="*/ 805907 w 918148"/>
                <a:gd name="csY436" fmla="*/ 984403 h 1061675"/>
                <a:gd name="csX437" fmla="*/ 802103 w 918148"/>
                <a:gd name="csY437" fmla="*/ 981504 h 1061675"/>
                <a:gd name="csX438" fmla="*/ 797211 w 918148"/>
                <a:gd name="csY438" fmla="*/ 979458 h 1061675"/>
                <a:gd name="csX439" fmla="*/ 795643 w 918148"/>
                <a:gd name="csY439" fmla="*/ 978255 h 1061675"/>
                <a:gd name="csX440" fmla="*/ 791321 w 918148"/>
                <a:gd name="csY440" fmla="*/ 972473 h 1061675"/>
                <a:gd name="csX441" fmla="*/ 790858 w 918148"/>
                <a:gd name="csY441" fmla="*/ 970563 h 1061675"/>
                <a:gd name="csX442" fmla="*/ 790545 w 918148"/>
                <a:gd name="csY442" fmla="*/ 968151 h 1061675"/>
                <a:gd name="csX443" fmla="*/ 792828 w 918148"/>
                <a:gd name="csY443" fmla="*/ 964720 h 1061675"/>
                <a:gd name="csX444" fmla="*/ 794053 w 918148"/>
                <a:gd name="csY444" fmla="*/ 964468 h 1061675"/>
                <a:gd name="csX445" fmla="*/ 797629 w 918148"/>
                <a:gd name="csY445" fmla="*/ 964575 h 1061675"/>
                <a:gd name="csX446" fmla="*/ 800604 w 918148"/>
                <a:gd name="csY446" fmla="*/ 964019 h 1061675"/>
                <a:gd name="csX447" fmla="*/ 802506 w 918148"/>
                <a:gd name="csY447" fmla="*/ 965861 h 1061675"/>
                <a:gd name="csX448" fmla="*/ 803031 w 918148"/>
                <a:gd name="csY448" fmla="*/ 969878 h 1061675"/>
                <a:gd name="csX449" fmla="*/ 802194 w 918148"/>
                <a:gd name="csY449" fmla="*/ 972024 h 1061675"/>
                <a:gd name="csX450" fmla="*/ 801433 w 918148"/>
                <a:gd name="csY450" fmla="*/ 973348 h 1061675"/>
                <a:gd name="csX451" fmla="*/ 801669 w 918148"/>
                <a:gd name="csY451" fmla="*/ 974359 h 1061675"/>
                <a:gd name="csX452" fmla="*/ 803807 w 918148"/>
                <a:gd name="csY452" fmla="*/ 972952 h 1061675"/>
                <a:gd name="csX453" fmla="*/ 804895 w 918148"/>
                <a:gd name="csY453" fmla="*/ 963959 h 1061675"/>
                <a:gd name="csX454" fmla="*/ 812161 w 918148"/>
                <a:gd name="csY454" fmla="*/ 959500 h 1061675"/>
                <a:gd name="csX455" fmla="*/ 814543 w 918148"/>
                <a:gd name="csY455" fmla="*/ 956898 h 1061675"/>
                <a:gd name="csX456" fmla="*/ 816864 w 918148"/>
                <a:gd name="csY456" fmla="*/ 952896 h 1061675"/>
                <a:gd name="csX457" fmla="*/ 817221 w 918148"/>
                <a:gd name="csY457" fmla="*/ 951754 h 1061675"/>
                <a:gd name="csX458" fmla="*/ 817396 w 918148"/>
                <a:gd name="csY458" fmla="*/ 950256 h 1061675"/>
                <a:gd name="csX459" fmla="*/ 815851 w 918148"/>
                <a:gd name="csY459" fmla="*/ 949023 h 1061675"/>
                <a:gd name="csX460" fmla="*/ 812420 w 918148"/>
                <a:gd name="csY460" fmla="*/ 947387 h 1061675"/>
                <a:gd name="csX461" fmla="*/ 801525 w 918148"/>
                <a:gd name="csY461" fmla="*/ 955780 h 1061675"/>
                <a:gd name="csX462" fmla="*/ 796587 w 918148"/>
                <a:gd name="csY462" fmla="*/ 957993 h 1061675"/>
                <a:gd name="csX463" fmla="*/ 793406 w 918148"/>
                <a:gd name="csY463" fmla="*/ 960405 h 1061675"/>
                <a:gd name="csX464" fmla="*/ 789556 w 918148"/>
                <a:gd name="csY464" fmla="*/ 964742 h 1061675"/>
                <a:gd name="csX465" fmla="*/ 788826 w 918148"/>
                <a:gd name="csY465" fmla="*/ 966028 h 1061675"/>
                <a:gd name="csX466" fmla="*/ 788012 w 918148"/>
                <a:gd name="csY466" fmla="*/ 968920 h 1061675"/>
                <a:gd name="csX467" fmla="*/ 787624 w 918148"/>
                <a:gd name="csY467" fmla="*/ 972108 h 1061675"/>
                <a:gd name="csX468" fmla="*/ 783827 w 918148"/>
                <a:gd name="csY468" fmla="*/ 970654 h 1061675"/>
                <a:gd name="csX469" fmla="*/ 778029 w 918148"/>
                <a:gd name="csY469" fmla="*/ 966044 h 1061675"/>
                <a:gd name="csX470" fmla="*/ 776865 w 918148"/>
                <a:gd name="csY470" fmla="*/ 964354 h 1061675"/>
                <a:gd name="csX471" fmla="*/ 778029 w 918148"/>
                <a:gd name="csY471" fmla="*/ 961996 h 1061675"/>
                <a:gd name="csX472" fmla="*/ 779795 w 918148"/>
                <a:gd name="csY472" fmla="*/ 960033 h 1061675"/>
                <a:gd name="csX473" fmla="*/ 779916 w 918148"/>
                <a:gd name="csY473" fmla="*/ 953467 h 1061675"/>
                <a:gd name="csX474" fmla="*/ 780365 w 918148"/>
                <a:gd name="csY474" fmla="*/ 951169 h 1061675"/>
                <a:gd name="csX475" fmla="*/ 781590 w 918148"/>
                <a:gd name="csY475" fmla="*/ 949335 h 1061675"/>
                <a:gd name="csX476" fmla="*/ 783812 w 918148"/>
                <a:gd name="csY476" fmla="*/ 947319 h 1061675"/>
                <a:gd name="csX477" fmla="*/ 784915 w 918148"/>
                <a:gd name="csY477" fmla="*/ 946847 h 1061675"/>
                <a:gd name="csX478" fmla="*/ 785851 w 918148"/>
                <a:gd name="csY478" fmla="*/ 947722 h 1061675"/>
                <a:gd name="csX479" fmla="*/ 785973 w 918148"/>
                <a:gd name="csY479" fmla="*/ 949259 h 1061675"/>
                <a:gd name="csX480" fmla="*/ 789671 w 918148"/>
                <a:gd name="csY480" fmla="*/ 949145 h 1061675"/>
                <a:gd name="csX481" fmla="*/ 796845 w 918148"/>
                <a:gd name="csY481" fmla="*/ 943355 h 1061675"/>
                <a:gd name="csX482" fmla="*/ 799797 w 918148"/>
                <a:gd name="csY482" fmla="*/ 943218 h 1061675"/>
                <a:gd name="csX483" fmla="*/ 803693 w 918148"/>
                <a:gd name="csY483" fmla="*/ 944511 h 1061675"/>
                <a:gd name="csX484" fmla="*/ 808091 w 918148"/>
                <a:gd name="csY484" fmla="*/ 943727 h 1061675"/>
                <a:gd name="csX485" fmla="*/ 808882 w 918148"/>
                <a:gd name="csY485" fmla="*/ 943142 h 1061675"/>
                <a:gd name="csX486" fmla="*/ 809795 w 918148"/>
                <a:gd name="csY486" fmla="*/ 941787 h 1061675"/>
                <a:gd name="csX487" fmla="*/ 806516 w 918148"/>
                <a:gd name="csY487" fmla="*/ 940197 h 1061675"/>
                <a:gd name="csX488" fmla="*/ 803374 w 918148"/>
                <a:gd name="csY488" fmla="*/ 939390 h 1061675"/>
                <a:gd name="csX489" fmla="*/ 794540 w 918148"/>
                <a:gd name="csY489" fmla="*/ 938835 h 1061675"/>
                <a:gd name="csX490" fmla="*/ 792630 w 918148"/>
                <a:gd name="csY490" fmla="*/ 939452 h 1061675"/>
                <a:gd name="csX491" fmla="*/ 790013 w 918148"/>
                <a:gd name="csY491" fmla="*/ 942503 h 1061675"/>
                <a:gd name="csX492" fmla="*/ 789146 w 918148"/>
                <a:gd name="csY492" fmla="*/ 941742 h 1061675"/>
                <a:gd name="csX493" fmla="*/ 788590 w 918148"/>
                <a:gd name="csY493" fmla="*/ 940197 h 1061675"/>
                <a:gd name="csX494" fmla="*/ 785592 w 918148"/>
                <a:gd name="csY494" fmla="*/ 939109 h 1061675"/>
                <a:gd name="csX495" fmla="*/ 784154 w 918148"/>
                <a:gd name="csY495" fmla="*/ 939330 h 1061675"/>
                <a:gd name="csX496" fmla="*/ 782777 w 918148"/>
                <a:gd name="csY496" fmla="*/ 940798 h 1061675"/>
                <a:gd name="csX497" fmla="*/ 782998 w 918148"/>
                <a:gd name="csY497" fmla="*/ 943088 h 1061675"/>
                <a:gd name="csX498" fmla="*/ 782229 w 918148"/>
                <a:gd name="csY498" fmla="*/ 945539 h 1061675"/>
                <a:gd name="csX499" fmla="*/ 779452 w 918148"/>
                <a:gd name="csY499" fmla="*/ 947973 h 1061675"/>
                <a:gd name="csX500" fmla="*/ 777565 w 918148"/>
                <a:gd name="csY500" fmla="*/ 951853 h 1061675"/>
                <a:gd name="csX501" fmla="*/ 777657 w 918148"/>
                <a:gd name="csY501" fmla="*/ 954882 h 1061675"/>
                <a:gd name="csX502" fmla="*/ 777504 w 918148"/>
                <a:gd name="csY502" fmla="*/ 956457 h 1061675"/>
                <a:gd name="csX503" fmla="*/ 776812 w 918148"/>
                <a:gd name="csY503" fmla="*/ 957294 h 1061675"/>
                <a:gd name="csX504" fmla="*/ 775381 w 918148"/>
                <a:gd name="csY504" fmla="*/ 958298 h 1061675"/>
                <a:gd name="csX505" fmla="*/ 770778 w 918148"/>
                <a:gd name="csY505" fmla="*/ 957613 h 1061675"/>
                <a:gd name="csX506" fmla="*/ 768176 w 918148"/>
                <a:gd name="csY506" fmla="*/ 954433 h 1061675"/>
                <a:gd name="csX507" fmla="*/ 767164 w 918148"/>
                <a:gd name="csY507" fmla="*/ 952264 h 1061675"/>
                <a:gd name="csX508" fmla="*/ 764220 w 918148"/>
                <a:gd name="csY508" fmla="*/ 949914 h 1061675"/>
                <a:gd name="csX509" fmla="*/ 770611 w 918148"/>
                <a:gd name="csY509" fmla="*/ 946999 h 1061675"/>
                <a:gd name="csX510" fmla="*/ 772855 w 918148"/>
                <a:gd name="csY510" fmla="*/ 945341 h 1061675"/>
                <a:gd name="csX511" fmla="*/ 774910 w 918148"/>
                <a:gd name="csY511" fmla="*/ 941651 h 1061675"/>
                <a:gd name="csX512" fmla="*/ 776439 w 918148"/>
                <a:gd name="csY512" fmla="*/ 939299 h 1061675"/>
                <a:gd name="csX513" fmla="*/ 775351 w 918148"/>
                <a:gd name="csY513" fmla="*/ 937656 h 1061675"/>
                <a:gd name="csX514" fmla="*/ 774073 w 918148"/>
                <a:gd name="csY514" fmla="*/ 937649 h 1061675"/>
                <a:gd name="csX515" fmla="*/ 774195 w 918148"/>
                <a:gd name="csY515" fmla="*/ 940273 h 1061675"/>
                <a:gd name="csX516" fmla="*/ 772787 w 918148"/>
                <a:gd name="csY516" fmla="*/ 942419 h 1061675"/>
                <a:gd name="csX517" fmla="*/ 769842 w 918148"/>
                <a:gd name="csY517" fmla="*/ 941399 h 1061675"/>
                <a:gd name="csX518" fmla="*/ 765498 w 918148"/>
                <a:gd name="csY518" fmla="*/ 944587 h 1061675"/>
                <a:gd name="csX519" fmla="*/ 762827 w 918148"/>
                <a:gd name="csY519" fmla="*/ 943735 h 1061675"/>
                <a:gd name="csX520" fmla="*/ 758475 w 918148"/>
                <a:gd name="csY520" fmla="*/ 944671 h 1061675"/>
                <a:gd name="csX521" fmla="*/ 756345 w 918148"/>
                <a:gd name="csY521" fmla="*/ 942951 h 1061675"/>
                <a:gd name="csX522" fmla="*/ 755888 w 918148"/>
                <a:gd name="csY522" fmla="*/ 940775 h 1061675"/>
                <a:gd name="csX523" fmla="*/ 756657 w 918148"/>
                <a:gd name="csY523" fmla="*/ 938508 h 1061675"/>
                <a:gd name="csX524" fmla="*/ 755858 w 918148"/>
                <a:gd name="csY524" fmla="*/ 934673 h 1061675"/>
                <a:gd name="csX525" fmla="*/ 754656 w 918148"/>
                <a:gd name="csY525" fmla="*/ 933745 h 1061675"/>
                <a:gd name="csX526" fmla="*/ 753431 w 918148"/>
                <a:gd name="csY526" fmla="*/ 933958 h 1061675"/>
                <a:gd name="csX527" fmla="*/ 752883 w 918148"/>
                <a:gd name="csY527" fmla="*/ 931683 h 1061675"/>
                <a:gd name="csX528" fmla="*/ 751559 w 918148"/>
                <a:gd name="csY528" fmla="*/ 927689 h 1061675"/>
                <a:gd name="csX529" fmla="*/ 750973 w 918148"/>
                <a:gd name="csY529" fmla="*/ 926608 h 1061675"/>
                <a:gd name="csX530" fmla="*/ 750342 w 918148"/>
                <a:gd name="csY530" fmla="*/ 924759 h 1061675"/>
                <a:gd name="csX531" fmla="*/ 750996 w 918148"/>
                <a:gd name="csY531" fmla="*/ 924303 h 1061675"/>
                <a:gd name="csX532" fmla="*/ 752495 w 918148"/>
                <a:gd name="csY532" fmla="*/ 924828 h 1061675"/>
                <a:gd name="csX533" fmla="*/ 753804 w 918148"/>
                <a:gd name="csY533" fmla="*/ 926030 h 1061675"/>
                <a:gd name="csX534" fmla="*/ 755797 w 918148"/>
                <a:gd name="csY534" fmla="*/ 926182 h 1061675"/>
                <a:gd name="csX535" fmla="*/ 760187 w 918148"/>
                <a:gd name="csY535" fmla="*/ 928784 h 1061675"/>
                <a:gd name="csX536" fmla="*/ 762013 w 918148"/>
                <a:gd name="csY536" fmla="*/ 928161 h 1061675"/>
                <a:gd name="csX537" fmla="*/ 763002 w 918148"/>
                <a:gd name="csY537" fmla="*/ 927567 h 1061675"/>
                <a:gd name="csX538" fmla="*/ 763375 w 918148"/>
                <a:gd name="csY538" fmla="*/ 925406 h 1061675"/>
                <a:gd name="csX539" fmla="*/ 763398 w 918148"/>
                <a:gd name="csY539" fmla="*/ 923359 h 1061675"/>
                <a:gd name="csX540" fmla="*/ 764151 w 918148"/>
                <a:gd name="csY540" fmla="*/ 923359 h 1061675"/>
                <a:gd name="csX541" fmla="*/ 766647 w 918148"/>
                <a:gd name="csY541" fmla="*/ 925977 h 1061675"/>
                <a:gd name="csX542" fmla="*/ 768230 w 918148"/>
                <a:gd name="csY542" fmla="*/ 925733 h 1061675"/>
                <a:gd name="csX543" fmla="*/ 771029 w 918148"/>
                <a:gd name="csY543" fmla="*/ 926426 h 1061675"/>
                <a:gd name="csX544" fmla="*/ 772452 w 918148"/>
                <a:gd name="csY544" fmla="*/ 926144 h 1061675"/>
                <a:gd name="csX545" fmla="*/ 775077 w 918148"/>
                <a:gd name="csY545" fmla="*/ 925170 h 1061675"/>
                <a:gd name="csX546" fmla="*/ 779209 w 918148"/>
                <a:gd name="csY546" fmla="*/ 922294 h 1061675"/>
                <a:gd name="csX547" fmla="*/ 781354 w 918148"/>
                <a:gd name="csY547" fmla="*/ 919327 h 1061675"/>
                <a:gd name="csX548" fmla="*/ 782381 w 918148"/>
                <a:gd name="csY548" fmla="*/ 918924 h 1061675"/>
                <a:gd name="csX549" fmla="*/ 783652 w 918148"/>
                <a:gd name="csY549" fmla="*/ 919304 h 1061675"/>
                <a:gd name="csX550" fmla="*/ 784504 w 918148"/>
                <a:gd name="csY550" fmla="*/ 920156 h 1061675"/>
                <a:gd name="csX551" fmla="*/ 784520 w 918148"/>
                <a:gd name="csY551" fmla="*/ 922218 h 1061675"/>
                <a:gd name="csX552" fmla="*/ 785486 w 918148"/>
                <a:gd name="csY552" fmla="*/ 924136 h 1061675"/>
                <a:gd name="csX553" fmla="*/ 786802 w 918148"/>
                <a:gd name="csY553" fmla="*/ 925695 h 1061675"/>
                <a:gd name="csX554" fmla="*/ 787167 w 918148"/>
                <a:gd name="csY554" fmla="*/ 927613 h 1061675"/>
                <a:gd name="csX555" fmla="*/ 786901 w 918148"/>
                <a:gd name="csY555" fmla="*/ 929492 h 1061675"/>
                <a:gd name="csX556" fmla="*/ 784550 w 918148"/>
                <a:gd name="csY556" fmla="*/ 932140 h 1061675"/>
                <a:gd name="csX557" fmla="*/ 784109 w 918148"/>
                <a:gd name="csY557" fmla="*/ 933060 h 1061675"/>
                <a:gd name="csX558" fmla="*/ 784900 w 918148"/>
                <a:gd name="csY558" fmla="*/ 934042 h 1061675"/>
                <a:gd name="csX559" fmla="*/ 785874 w 918148"/>
                <a:gd name="csY559" fmla="*/ 933578 h 1061675"/>
                <a:gd name="csX560" fmla="*/ 787213 w 918148"/>
                <a:gd name="csY560" fmla="*/ 932269 h 1061675"/>
                <a:gd name="csX561" fmla="*/ 787974 w 918148"/>
                <a:gd name="csY561" fmla="*/ 930473 h 1061675"/>
                <a:gd name="csX562" fmla="*/ 788179 w 918148"/>
                <a:gd name="csY562" fmla="*/ 929538 h 1061675"/>
                <a:gd name="csX563" fmla="*/ 788263 w 918148"/>
                <a:gd name="csY563" fmla="*/ 928199 h 1061675"/>
                <a:gd name="csX564" fmla="*/ 788164 w 918148"/>
                <a:gd name="csY564" fmla="*/ 926570 h 1061675"/>
                <a:gd name="csX565" fmla="*/ 786254 w 918148"/>
                <a:gd name="csY565" fmla="*/ 921952 h 1061675"/>
                <a:gd name="csX566" fmla="*/ 786011 w 918148"/>
                <a:gd name="csY566" fmla="*/ 920910 h 1061675"/>
                <a:gd name="csX567" fmla="*/ 786011 w 918148"/>
                <a:gd name="csY567" fmla="*/ 918825 h 1061675"/>
                <a:gd name="csX568" fmla="*/ 788187 w 918148"/>
                <a:gd name="csY568" fmla="*/ 916900 h 1061675"/>
                <a:gd name="csX569" fmla="*/ 788803 w 918148"/>
                <a:gd name="csY569" fmla="*/ 915408 h 1061675"/>
                <a:gd name="csX570" fmla="*/ 788902 w 918148"/>
                <a:gd name="csY570" fmla="*/ 912525 h 1061675"/>
                <a:gd name="csX571" fmla="*/ 787776 w 918148"/>
                <a:gd name="csY571" fmla="*/ 910539 h 1061675"/>
                <a:gd name="csX572" fmla="*/ 783104 w 918148"/>
                <a:gd name="csY572" fmla="*/ 905974 h 1061675"/>
                <a:gd name="csX573" fmla="*/ 775298 w 918148"/>
                <a:gd name="csY573" fmla="*/ 901409 h 1061675"/>
                <a:gd name="csX574" fmla="*/ 774400 w 918148"/>
                <a:gd name="csY574" fmla="*/ 901888 h 1061675"/>
                <a:gd name="csX575" fmla="*/ 773791 w 918148"/>
                <a:gd name="csY575" fmla="*/ 902718 h 1061675"/>
                <a:gd name="csX576" fmla="*/ 774514 w 918148"/>
                <a:gd name="csY576" fmla="*/ 903311 h 1061675"/>
                <a:gd name="csX577" fmla="*/ 775549 w 918148"/>
                <a:gd name="csY577" fmla="*/ 903615 h 1061675"/>
                <a:gd name="csX578" fmla="*/ 782503 w 918148"/>
                <a:gd name="csY578" fmla="*/ 907381 h 1061675"/>
                <a:gd name="csX579" fmla="*/ 784314 w 918148"/>
                <a:gd name="csY579" fmla="*/ 909565 h 1061675"/>
                <a:gd name="csX580" fmla="*/ 785501 w 918148"/>
                <a:gd name="csY580" fmla="*/ 910151 h 1061675"/>
                <a:gd name="csX581" fmla="*/ 786909 w 918148"/>
                <a:gd name="csY581" fmla="*/ 911597 h 1061675"/>
                <a:gd name="csX582" fmla="*/ 786551 w 918148"/>
                <a:gd name="csY582" fmla="*/ 913727 h 1061675"/>
                <a:gd name="csX583" fmla="*/ 779544 w 918148"/>
                <a:gd name="csY583" fmla="*/ 915812 h 1061675"/>
                <a:gd name="csX584" fmla="*/ 773989 w 918148"/>
                <a:gd name="csY584" fmla="*/ 920331 h 1061675"/>
                <a:gd name="csX585" fmla="*/ 769835 w 918148"/>
                <a:gd name="csY585" fmla="*/ 923078 h 1061675"/>
                <a:gd name="csX586" fmla="*/ 766951 w 918148"/>
                <a:gd name="csY586" fmla="*/ 922073 h 1061675"/>
                <a:gd name="csX587" fmla="*/ 765582 w 918148"/>
                <a:gd name="csY587" fmla="*/ 919289 h 1061675"/>
                <a:gd name="csX588" fmla="*/ 764129 w 918148"/>
                <a:gd name="csY588" fmla="*/ 915690 h 1061675"/>
                <a:gd name="csX589" fmla="*/ 761945 w 918148"/>
                <a:gd name="csY589" fmla="*/ 913598 h 1061675"/>
                <a:gd name="csX590" fmla="*/ 760705 w 918148"/>
                <a:gd name="csY590" fmla="*/ 913788 h 1061675"/>
                <a:gd name="csX591" fmla="*/ 759708 w 918148"/>
                <a:gd name="csY591" fmla="*/ 913400 h 1061675"/>
                <a:gd name="csX592" fmla="*/ 758917 w 918148"/>
                <a:gd name="csY592" fmla="*/ 912289 h 1061675"/>
                <a:gd name="csX593" fmla="*/ 757235 w 918148"/>
                <a:gd name="csY593" fmla="*/ 913210 h 1061675"/>
                <a:gd name="csX594" fmla="*/ 753537 w 918148"/>
                <a:gd name="csY594" fmla="*/ 910722 h 1061675"/>
                <a:gd name="csX595" fmla="*/ 752465 w 918148"/>
                <a:gd name="csY595" fmla="*/ 909634 h 1061675"/>
                <a:gd name="csX596" fmla="*/ 755173 w 918148"/>
                <a:gd name="csY596" fmla="*/ 906134 h 1061675"/>
                <a:gd name="csX597" fmla="*/ 758156 w 918148"/>
                <a:gd name="csY597" fmla="*/ 907480 h 1061675"/>
                <a:gd name="csX598" fmla="*/ 758879 w 918148"/>
                <a:gd name="csY598" fmla="*/ 897688 h 1061675"/>
                <a:gd name="csX599" fmla="*/ 757950 w 918148"/>
                <a:gd name="csY599" fmla="*/ 895474 h 1061675"/>
                <a:gd name="csX600" fmla="*/ 754070 w 918148"/>
                <a:gd name="csY600" fmla="*/ 893062 h 1061675"/>
                <a:gd name="csX601" fmla="*/ 752168 w 918148"/>
                <a:gd name="csY601" fmla="*/ 893374 h 1061675"/>
                <a:gd name="csX602" fmla="*/ 749566 w 918148"/>
                <a:gd name="csY602" fmla="*/ 893047 h 1061675"/>
                <a:gd name="csX603" fmla="*/ 747816 w 918148"/>
                <a:gd name="csY603" fmla="*/ 891944 h 1061675"/>
                <a:gd name="csX604" fmla="*/ 745822 w 918148"/>
                <a:gd name="csY604" fmla="*/ 891503 h 1061675"/>
                <a:gd name="csX605" fmla="*/ 744133 w 918148"/>
                <a:gd name="csY605" fmla="*/ 890856 h 1061675"/>
                <a:gd name="csX606" fmla="*/ 741927 w 918148"/>
                <a:gd name="csY606" fmla="*/ 889365 h 1061675"/>
                <a:gd name="csX607" fmla="*/ 739264 w 918148"/>
                <a:gd name="csY607" fmla="*/ 888565 h 1061675"/>
                <a:gd name="csX608" fmla="*/ 735665 w 918148"/>
                <a:gd name="csY608" fmla="*/ 882410 h 1061675"/>
                <a:gd name="csX609" fmla="*/ 734120 w 918148"/>
                <a:gd name="csY609" fmla="*/ 879192 h 1061675"/>
                <a:gd name="csX610" fmla="*/ 733283 w 918148"/>
                <a:gd name="csY610" fmla="*/ 875677 h 1061675"/>
                <a:gd name="csX611" fmla="*/ 738792 w 918148"/>
                <a:gd name="csY611" fmla="*/ 875601 h 1061675"/>
                <a:gd name="csX612" fmla="*/ 742018 w 918148"/>
                <a:gd name="csY612" fmla="*/ 875030 h 1061675"/>
                <a:gd name="csX613" fmla="*/ 742802 w 918148"/>
                <a:gd name="csY613" fmla="*/ 873577 h 1061675"/>
                <a:gd name="csX614" fmla="*/ 741668 w 918148"/>
                <a:gd name="csY614" fmla="*/ 870784 h 1061675"/>
                <a:gd name="csX615" fmla="*/ 740085 w 918148"/>
                <a:gd name="csY615" fmla="*/ 868601 h 1061675"/>
                <a:gd name="csX616" fmla="*/ 741242 w 918148"/>
                <a:gd name="csY616" fmla="*/ 866539 h 1061675"/>
                <a:gd name="csX617" fmla="*/ 742893 w 918148"/>
                <a:gd name="csY617" fmla="*/ 864948 h 1061675"/>
                <a:gd name="csX618" fmla="*/ 744613 w 918148"/>
                <a:gd name="csY618" fmla="*/ 865656 h 1061675"/>
                <a:gd name="csX619" fmla="*/ 748850 w 918148"/>
                <a:gd name="csY619" fmla="*/ 869202 h 1061675"/>
                <a:gd name="csX620" fmla="*/ 749581 w 918148"/>
                <a:gd name="csY620" fmla="*/ 871598 h 1061675"/>
                <a:gd name="csX621" fmla="*/ 752594 w 918148"/>
                <a:gd name="csY621" fmla="*/ 878933 h 1061675"/>
                <a:gd name="csX622" fmla="*/ 753324 w 918148"/>
                <a:gd name="csY622" fmla="*/ 879595 h 1061675"/>
                <a:gd name="csX623" fmla="*/ 753682 w 918148"/>
                <a:gd name="csY623" fmla="*/ 880280 h 1061675"/>
                <a:gd name="csX624" fmla="*/ 759913 w 918148"/>
                <a:gd name="csY624" fmla="*/ 884403 h 1061675"/>
                <a:gd name="csX625" fmla="*/ 760788 w 918148"/>
                <a:gd name="csY625" fmla="*/ 884343 h 1061675"/>
                <a:gd name="csX626" fmla="*/ 760400 w 918148"/>
                <a:gd name="csY626" fmla="*/ 880889 h 1061675"/>
                <a:gd name="csX627" fmla="*/ 762196 w 918148"/>
                <a:gd name="csY627" fmla="*/ 876201 h 1061675"/>
                <a:gd name="csX628" fmla="*/ 763938 w 918148"/>
                <a:gd name="csY628" fmla="*/ 874657 h 1061675"/>
                <a:gd name="csX629" fmla="*/ 764813 w 918148"/>
                <a:gd name="csY629" fmla="*/ 874672 h 1061675"/>
                <a:gd name="csX630" fmla="*/ 764905 w 918148"/>
                <a:gd name="csY630" fmla="*/ 873889 h 1061675"/>
                <a:gd name="csX631" fmla="*/ 763208 w 918148"/>
                <a:gd name="csY631" fmla="*/ 871949 h 1061675"/>
                <a:gd name="csX632" fmla="*/ 764037 w 918148"/>
                <a:gd name="csY632" fmla="*/ 869354 h 1061675"/>
                <a:gd name="csX633" fmla="*/ 763497 w 918148"/>
                <a:gd name="csY633" fmla="*/ 869270 h 1061675"/>
                <a:gd name="csX634" fmla="*/ 761998 w 918148"/>
                <a:gd name="csY634" fmla="*/ 870937 h 1061675"/>
                <a:gd name="csX635" fmla="*/ 758985 w 918148"/>
                <a:gd name="csY635" fmla="*/ 879093 h 1061675"/>
                <a:gd name="csX636" fmla="*/ 757136 w 918148"/>
                <a:gd name="csY636" fmla="*/ 880584 h 1061675"/>
                <a:gd name="csX637" fmla="*/ 754603 w 918148"/>
                <a:gd name="csY637" fmla="*/ 876886 h 1061675"/>
                <a:gd name="csX638" fmla="*/ 753165 w 918148"/>
                <a:gd name="csY638" fmla="*/ 874216 h 1061675"/>
                <a:gd name="csX639" fmla="*/ 752457 w 918148"/>
                <a:gd name="csY639" fmla="*/ 873273 h 1061675"/>
                <a:gd name="csX640" fmla="*/ 752708 w 918148"/>
                <a:gd name="csY640" fmla="*/ 869103 h 1061675"/>
                <a:gd name="csX641" fmla="*/ 757730 w 918148"/>
                <a:gd name="csY641" fmla="*/ 869947 h 1061675"/>
                <a:gd name="csX642" fmla="*/ 756002 w 918148"/>
                <a:gd name="csY642" fmla="*/ 868578 h 1061675"/>
                <a:gd name="csX643" fmla="*/ 750144 w 918148"/>
                <a:gd name="csY643" fmla="*/ 866181 h 1061675"/>
                <a:gd name="csX644" fmla="*/ 748683 w 918148"/>
                <a:gd name="csY644" fmla="*/ 865017 h 1061675"/>
                <a:gd name="csX645" fmla="*/ 747595 w 918148"/>
                <a:gd name="csY645" fmla="*/ 864583 h 1061675"/>
                <a:gd name="csX646" fmla="*/ 745647 w 918148"/>
                <a:gd name="csY646" fmla="*/ 861768 h 1061675"/>
                <a:gd name="csX647" fmla="*/ 743228 w 918148"/>
                <a:gd name="csY647" fmla="*/ 859387 h 1061675"/>
                <a:gd name="csX648" fmla="*/ 747397 w 918148"/>
                <a:gd name="csY648" fmla="*/ 855103 h 1061675"/>
                <a:gd name="csX649" fmla="*/ 749543 w 918148"/>
                <a:gd name="csY649" fmla="*/ 852098 h 1061675"/>
                <a:gd name="csX650" fmla="*/ 756254 w 918148"/>
                <a:gd name="csY650" fmla="*/ 853695 h 1061675"/>
                <a:gd name="csX651" fmla="*/ 757555 w 918148"/>
                <a:gd name="csY651" fmla="*/ 852767 h 1061675"/>
                <a:gd name="csX652" fmla="*/ 756429 w 918148"/>
                <a:gd name="csY652" fmla="*/ 850569 h 1061675"/>
                <a:gd name="csX653" fmla="*/ 755105 w 918148"/>
                <a:gd name="csY653" fmla="*/ 851238 h 1061675"/>
                <a:gd name="csX654" fmla="*/ 753012 w 918148"/>
                <a:gd name="csY654" fmla="*/ 849868 h 1061675"/>
                <a:gd name="csX655" fmla="*/ 749756 w 918148"/>
                <a:gd name="csY655" fmla="*/ 845775 h 1061675"/>
                <a:gd name="csX656" fmla="*/ 749870 w 918148"/>
                <a:gd name="csY656" fmla="*/ 843698 h 1061675"/>
                <a:gd name="csX657" fmla="*/ 750463 w 918148"/>
                <a:gd name="csY657" fmla="*/ 839878 h 1061675"/>
                <a:gd name="csX658" fmla="*/ 751757 w 918148"/>
                <a:gd name="csY658" fmla="*/ 839072 h 1061675"/>
                <a:gd name="csX659" fmla="*/ 754496 w 918148"/>
                <a:gd name="csY659" fmla="*/ 838281 h 1061675"/>
                <a:gd name="csX660" fmla="*/ 757623 w 918148"/>
                <a:gd name="csY660" fmla="*/ 839521 h 1061675"/>
                <a:gd name="csX661" fmla="*/ 758985 w 918148"/>
                <a:gd name="csY661" fmla="*/ 840525 h 1061675"/>
                <a:gd name="csX662" fmla="*/ 760164 w 918148"/>
                <a:gd name="csY662" fmla="*/ 840046 h 1061675"/>
                <a:gd name="csX663" fmla="*/ 758970 w 918148"/>
                <a:gd name="csY663" fmla="*/ 837231 h 1061675"/>
                <a:gd name="csX664" fmla="*/ 756931 w 918148"/>
                <a:gd name="csY664" fmla="*/ 836158 h 1061675"/>
                <a:gd name="csX665" fmla="*/ 754656 w 918148"/>
                <a:gd name="csY665" fmla="*/ 834149 h 1061675"/>
                <a:gd name="csX666" fmla="*/ 754892 w 918148"/>
                <a:gd name="csY666" fmla="*/ 831927 h 1061675"/>
                <a:gd name="csX667" fmla="*/ 755622 w 918148"/>
                <a:gd name="csY667" fmla="*/ 830094 h 1061675"/>
                <a:gd name="csX668" fmla="*/ 756170 w 918148"/>
                <a:gd name="csY668" fmla="*/ 828093 h 1061675"/>
                <a:gd name="csX669" fmla="*/ 756550 w 918148"/>
                <a:gd name="csY669" fmla="*/ 825285 h 1061675"/>
                <a:gd name="csX670" fmla="*/ 756345 w 918148"/>
                <a:gd name="csY670" fmla="*/ 823101 h 1061675"/>
                <a:gd name="csX671" fmla="*/ 756992 w 918148"/>
                <a:gd name="csY671" fmla="*/ 822097 h 1061675"/>
                <a:gd name="csX672" fmla="*/ 757996 w 918148"/>
                <a:gd name="csY672" fmla="*/ 821641 h 1061675"/>
                <a:gd name="csX673" fmla="*/ 758057 w 918148"/>
                <a:gd name="csY673" fmla="*/ 820827 h 1061675"/>
                <a:gd name="csX674" fmla="*/ 756079 w 918148"/>
                <a:gd name="csY674" fmla="*/ 820994 h 1061675"/>
                <a:gd name="csX675" fmla="*/ 755363 w 918148"/>
                <a:gd name="csY675" fmla="*/ 823748 h 1061675"/>
                <a:gd name="csX676" fmla="*/ 755089 w 918148"/>
                <a:gd name="csY676" fmla="*/ 826267 h 1061675"/>
                <a:gd name="csX677" fmla="*/ 753682 w 918148"/>
                <a:gd name="csY677" fmla="*/ 828290 h 1061675"/>
                <a:gd name="csX678" fmla="*/ 753081 w 918148"/>
                <a:gd name="csY678" fmla="*/ 830581 h 1061675"/>
                <a:gd name="csX679" fmla="*/ 752723 w 918148"/>
                <a:gd name="csY679" fmla="*/ 833320 h 1061675"/>
                <a:gd name="csX680" fmla="*/ 751940 w 918148"/>
                <a:gd name="csY680" fmla="*/ 836470 h 1061675"/>
                <a:gd name="csX681" fmla="*/ 750228 w 918148"/>
                <a:gd name="csY681" fmla="*/ 835267 h 1061675"/>
                <a:gd name="csX682" fmla="*/ 749223 w 918148"/>
                <a:gd name="csY682" fmla="*/ 834035 h 1061675"/>
                <a:gd name="csX683" fmla="*/ 748835 w 918148"/>
                <a:gd name="csY683" fmla="*/ 833198 h 1061675"/>
                <a:gd name="csX684" fmla="*/ 749010 w 918148"/>
                <a:gd name="csY684" fmla="*/ 831593 h 1061675"/>
                <a:gd name="csX685" fmla="*/ 748546 w 918148"/>
                <a:gd name="csY685" fmla="*/ 821694 h 1061675"/>
                <a:gd name="csX686" fmla="*/ 748500 w 918148"/>
                <a:gd name="csY686" fmla="*/ 813461 h 1061675"/>
                <a:gd name="csX687" fmla="*/ 749375 w 918148"/>
                <a:gd name="csY687" fmla="*/ 807078 h 1061675"/>
                <a:gd name="csX688" fmla="*/ 751795 w 918148"/>
                <a:gd name="csY688" fmla="*/ 804544 h 1061675"/>
                <a:gd name="csX689" fmla="*/ 752898 w 918148"/>
                <a:gd name="csY689" fmla="*/ 803806 h 1061675"/>
                <a:gd name="csX690" fmla="*/ 753902 w 918148"/>
                <a:gd name="csY690" fmla="*/ 804133 h 1061675"/>
                <a:gd name="csX691" fmla="*/ 755447 w 918148"/>
                <a:gd name="csY691" fmla="*/ 804111 h 1061675"/>
                <a:gd name="csX692" fmla="*/ 756467 w 918148"/>
                <a:gd name="csY692" fmla="*/ 803190 h 1061675"/>
                <a:gd name="csX693" fmla="*/ 752997 w 918148"/>
                <a:gd name="csY693" fmla="*/ 801668 h 1061675"/>
                <a:gd name="csX694" fmla="*/ 750897 w 918148"/>
                <a:gd name="csY694" fmla="*/ 802535 h 1061675"/>
                <a:gd name="csX695" fmla="*/ 749338 w 918148"/>
                <a:gd name="csY695" fmla="*/ 803753 h 1061675"/>
                <a:gd name="csX696" fmla="*/ 746530 w 918148"/>
                <a:gd name="csY696" fmla="*/ 802840 h 1061675"/>
                <a:gd name="csX697" fmla="*/ 745997 w 918148"/>
                <a:gd name="csY697" fmla="*/ 799576 h 1061675"/>
                <a:gd name="csX698" fmla="*/ 744339 w 918148"/>
                <a:gd name="csY698" fmla="*/ 796761 h 1061675"/>
                <a:gd name="csX699" fmla="*/ 744050 w 918148"/>
                <a:gd name="csY699" fmla="*/ 793162 h 1061675"/>
                <a:gd name="csX700" fmla="*/ 744179 w 918148"/>
                <a:gd name="csY700" fmla="*/ 787973 h 1061675"/>
                <a:gd name="csX701" fmla="*/ 748112 w 918148"/>
                <a:gd name="csY701" fmla="*/ 788422 h 1061675"/>
                <a:gd name="csX702" fmla="*/ 751316 w 918148"/>
                <a:gd name="csY702" fmla="*/ 789433 h 1061675"/>
                <a:gd name="csX703" fmla="*/ 759784 w 918148"/>
                <a:gd name="csY703" fmla="*/ 789350 h 1061675"/>
                <a:gd name="csX704" fmla="*/ 766738 w 918148"/>
                <a:gd name="csY704" fmla="*/ 794318 h 1061675"/>
                <a:gd name="csX705" fmla="*/ 769805 w 918148"/>
                <a:gd name="csY705" fmla="*/ 793656 h 1061675"/>
                <a:gd name="csX706" fmla="*/ 769660 w 918148"/>
                <a:gd name="csY706" fmla="*/ 792652 h 1061675"/>
                <a:gd name="csX707" fmla="*/ 767309 w 918148"/>
                <a:gd name="csY707" fmla="*/ 791396 h 1061675"/>
                <a:gd name="csX708" fmla="*/ 765848 w 918148"/>
                <a:gd name="csY708" fmla="*/ 788619 h 1061675"/>
                <a:gd name="csX709" fmla="*/ 764988 w 918148"/>
                <a:gd name="csY709" fmla="*/ 787813 h 1061675"/>
                <a:gd name="csX710" fmla="*/ 764585 w 918148"/>
                <a:gd name="csY710" fmla="*/ 786147 h 1061675"/>
                <a:gd name="csX711" fmla="*/ 764448 w 918148"/>
                <a:gd name="csY711" fmla="*/ 784199 h 1061675"/>
                <a:gd name="csX712" fmla="*/ 762721 w 918148"/>
                <a:gd name="csY712" fmla="*/ 777077 h 1061675"/>
                <a:gd name="csX713" fmla="*/ 762029 w 918148"/>
                <a:gd name="csY713" fmla="*/ 777260 h 1061675"/>
                <a:gd name="csX714" fmla="*/ 761367 w 918148"/>
                <a:gd name="csY714" fmla="*/ 779695 h 1061675"/>
                <a:gd name="csX715" fmla="*/ 759929 w 918148"/>
                <a:gd name="csY715" fmla="*/ 783765 h 1061675"/>
                <a:gd name="csX716" fmla="*/ 757920 w 918148"/>
                <a:gd name="csY716" fmla="*/ 785751 h 1061675"/>
                <a:gd name="csX717" fmla="*/ 754846 w 918148"/>
                <a:gd name="csY717" fmla="*/ 786550 h 1061675"/>
                <a:gd name="csX718" fmla="*/ 751810 w 918148"/>
                <a:gd name="csY718" fmla="*/ 787007 h 1061675"/>
                <a:gd name="csX719" fmla="*/ 749170 w 918148"/>
                <a:gd name="csY719" fmla="*/ 786223 h 1061675"/>
                <a:gd name="csX720" fmla="*/ 748554 w 918148"/>
                <a:gd name="csY720" fmla="*/ 784534 h 1061675"/>
                <a:gd name="csX721" fmla="*/ 748622 w 918148"/>
                <a:gd name="csY721" fmla="*/ 782578 h 1061675"/>
                <a:gd name="csX722" fmla="*/ 747481 w 918148"/>
                <a:gd name="csY722" fmla="*/ 781620 h 1061675"/>
                <a:gd name="csX723" fmla="*/ 744498 w 918148"/>
                <a:gd name="csY723" fmla="*/ 780783 h 1061675"/>
                <a:gd name="csX724" fmla="*/ 743654 w 918148"/>
                <a:gd name="csY724" fmla="*/ 780303 h 1061675"/>
                <a:gd name="csX725" fmla="*/ 742672 w 918148"/>
                <a:gd name="csY725" fmla="*/ 778546 h 1061675"/>
                <a:gd name="csX726" fmla="*/ 744095 w 918148"/>
                <a:gd name="csY726" fmla="*/ 775875 h 1061675"/>
                <a:gd name="csX727" fmla="*/ 745259 w 918148"/>
                <a:gd name="csY727" fmla="*/ 774285 h 1061675"/>
                <a:gd name="csX728" fmla="*/ 746690 w 918148"/>
                <a:gd name="csY728" fmla="*/ 774605 h 1061675"/>
                <a:gd name="csX729" fmla="*/ 748044 w 918148"/>
                <a:gd name="csY729" fmla="*/ 775327 h 1061675"/>
                <a:gd name="csX730" fmla="*/ 749779 w 918148"/>
                <a:gd name="csY730" fmla="*/ 777412 h 1061675"/>
                <a:gd name="csX731" fmla="*/ 751483 w 918148"/>
                <a:gd name="csY731" fmla="*/ 777815 h 1061675"/>
                <a:gd name="csX732" fmla="*/ 753423 w 918148"/>
                <a:gd name="csY732" fmla="*/ 776149 h 1061675"/>
                <a:gd name="csX733" fmla="*/ 753804 w 918148"/>
                <a:gd name="csY733" fmla="*/ 775023 h 1061675"/>
                <a:gd name="csX734" fmla="*/ 752586 w 918148"/>
                <a:gd name="csY734" fmla="*/ 774315 h 1061675"/>
                <a:gd name="csX735" fmla="*/ 751475 w 918148"/>
                <a:gd name="csY735" fmla="*/ 774034 h 1061675"/>
                <a:gd name="csX736" fmla="*/ 749748 w 918148"/>
                <a:gd name="csY736" fmla="*/ 773151 h 1061675"/>
                <a:gd name="csX737" fmla="*/ 746355 w 918148"/>
                <a:gd name="csY737" fmla="*/ 769963 h 1061675"/>
                <a:gd name="csX738" fmla="*/ 748052 w 918148"/>
                <a:gd name="csY738" fmla="*/ 766729 h 1061675"/>
                <a:gd name="csX739" fmla="*/ 752054 w 918148"/>
                <a:gd name="csY739" fmla="*/ 763032 h 1061675"/>
                <a:gd name="csX740" fmla="*/ 753279 w 918148"/>
                <a:gd name="csY740" fmla="*/ 762187 h 1061675"/>
                <a:gd name="csX741" fmla="*/ 752221 w 918148"/>
                <a:gd name="csY741" fmla="*/ 759075 h 1061675"/>
                <a:gd name="csX742" fmla="*/ 753423 w 918148"/>
                <a:gd name="csY742" fmla="*/ 755682 h 1061675"/>
                <a:gd name="csX743" fmla="*/ 752191 w 918148"/>
                <a:gd name="csY743" fmla="*/ 752890 h 1061675"/>
                <a:gd name="csX744" fmla="*/ 749969 w 918148"/>
                <a:gd name="csY744" fmla="*/ 749884 h 1061675"/>
                <a:gd name="csX745" fmla="*/ 746964 w 918148"/>
                <a:gd name="csY745" fmla="*/ 749222 h 1061675"/>
                <a:gd name="csX746" fmla="*/ 746324 w 918148"/>
                <a:gd name="csY746" fmla="*/ 750097 h 1061675"/>
                <a:gd name="csX747" fmla="*/ 746218 w 918148"/>
                <a:gd name="csY747" fmla="*/ 751330 h 1061675"/>
                <a:gd name="csX748" fmla="*/ 746697 w 918148"/>
                <a:gd name="csY748" fmla="*/ 752258 h 1061675"/>
                <a:gd name="csX749" fmla="*/ 746416 w 918148"/>
                <a:gd name="csY749" fmla="*/ 752928 h 1061675"/>
                <a:gd name="csX750" fmla="*/ 745731 w 918148"/>
                <a:gd name="csY750" fmla="*/ 752905 h 1061675"/>
                <a:gd name="csX751" fmla="*/ 741919 w 918148"/>
                <a:gd name="csY751" fmla="*/ 752243 h 1061675"/>
                <a:gd name="csX752" fmla="*/ 739363 w 918148"/>
                <a:gd name="csY752" fmla="*/ 750242 h 1061675"/>
                <a:gd name="csX753" fmla="*/ 735193 w 918148"/>
                <a:gd name="csY753" fmla="*/ 748423 h 1061675"/>
                <a:gd name="csX754" fmla="*/ 734653 w 918148"/>
                <a:gd name="csY754" fmla="*/ 747001 h 1061675"/>
                <a:gd name="csX755" fmla="*/ 734196 w 918148"/>
                <a:gd name="csY755" fmla="*/ 744916 h 1061675"/>
                <a:gd name="csX756" fmla="*/ 735657 w 918148"/>
                <a:gd name="csY756" fmla="*/ 741325 h 1061675"/>
                <a:gd name="csX757" fmla="*/ 734919 w 918148"/>
                <a:gd name="csY757" fmla="*/ 741272 h 1061675"/>
                <a:gd name="csX758" fmla="*/ 732211 w 918148"/>
                <a:gd name="csY758" fmla="*/ 744049 h 1061675"/>
                <a:gd name="csX759" fmla="*/ 728117 w 918148"/>
                <a:gd name="csY759" fmla="*/ 745502 h 1061675"/>
                <a:gd name="csX760" fmla="*/ 725104 w 918148"/>
                <a:gd name="csY760" fmla="*/ 745981 h 1061675"/>
                <a:gd name="csX761" fmla="*/ 723780 w 918148"/>
                <a:gd name="csY761" fmla="*/ 747107 h 1061675"/>
                <a:gd name="csX762" fmla="*/ 723255 w 918148"/>
                <a:gd name="csY762" fmla="*/ 748043 h 1061675"/>
                <a:gd name="csX763" fmla="*/ 724054 w 918148"/>
                <a:gd name="csY763" fmla="*/ 748591 h 1061675"/>
                <a:gd name="csX764" fmla="*/ 725796 w 918148"/>
                <a:gd name="csY764" fmla="*/ 748728 h 1061675"/>
                <a:gd name="csX765" fmla="*/ 727067 w 918148"/>
                <a:gd name="csY765" fmla="*/ 752213 h 1061675"/>
                <a:gd name="csX766" fmla="*/ 726748 w 918148"/>
                <a:gd name="csY766" fmla="*/ 753552 h 1061675"/>
                <a:gd name="csX767" fmla="*/ 726124 w 918148"/>
                <a:gd name="csY767" fmla="*/ 754450 h 1061675"/>
                <a:gd name="csX768" fmla="*/ 724709 w 918148"/>
                <a:gd name="csY768" fmla="*/ 754624 h 1061675"/>
                <a:gd name="csX769" fmla="*/ 721749 w 918148"/>
                <a:gd name="csY769" fmla="*/ 752220 h 1061675"/>
                <a:gd name="csX770" fmla="*/ 720189 w 918148"/>
                <a:gd name="csY770" fmla="*/ 749489 h 1061675"/>
                <a:gd name="csX771" fmla="*/ 720227 w 918148"/>
                <a:gd name="csY771" fmla="*/ 747328 h 1061675"/>
                <a:gd name="csX772" fmla="*/ 721285 w 918148"/>
                <a:gd name="csY772" fmla="*/ 744384 h 1061675"/>
                <a:gd name="csX773" fmla="*/ 725979 w 918148"/>
                <a:gd name="csY773" fmla="*/ 740434 h 1061675"/>
                <a:gd name="csX774" fmla="*/ 727280 w 918148"/>
                <a:gd name="csY774" fmla="*/ 738768 h 1061675"/>
                <a:gd name="csX775" fmla="*/ 730034 w 918148"/>
                <a:gd name="csY775" fmla="*/ 736927 h 1061675"/>
                <a:gd name="csX776" fmla="*/ 733709 w 918148"/>
                <a:gd name="csY776" fmla="*/ 732773 h 1061675"/>
                <a:gd name="csX777" fmla="*/ 736920 w 918148"/>
                <a:gd name="csY777" fmla="*/ 730467 h 1061675"/>
                <a:gd name="csX778" fmla="*/ 735361 w 918148"/>
                <a:gd name="csY778" fmla="*/ 728565 h 1061675"/>
                <a:gd name="csX779" fmla="*/ 733717 w 918148"/>
                <a:gd name="csY779" fmla="*/ 725704 h 1061675"/>
                <a:gd name="csX780" fmla="*/ 733884 w 918148"/>
                <a:gd name="csY780" fmla="*/ 721740 h 1061675"/>
                <a:gd name="csX781" fmla="*/ 740367 w 918148"/>
                <a:gd name="csY781" fmla="*/ 720173 h 1061675"/>
                <a:gd name="csX782" fmla="*/ 743175 w 918148"/>
                <a:gd name="csY782" fmla="*/ 720880 h 1061675"/>
                <a:gd name="csX783" fmla="*/ 746758 w 918148"/>
                <a:gd name="csY783" fmla="*/ 720759 h 1061675"/>
                <a:gd name="csX784" fmla="*/ 748759 w 918148"/>
                <a:gd name="csY784" fmla="*/ 719815 h 1061675"/>
                <a:gd name="csX785" fmla="*/ 750212 w 918148"/>
                <a:gd name="csY785" fmla="*/ 719610 h 1061675"/>
                <a:gd name="csX786" fmla="*/ 753271 w 918148"/>
                <a:gd name="csY786" fmla="*/ 718522 h 1061675"/>
                <a:gd name="csX787" fmla="*/ 754587 w 918148"/>
                <a:gd name="csY787" fmla="*/ 716985 h 1061675"/>
                <a:gd name="csX788" fmla="*/ 754899 w 918148"/>
                <a:gd name="csY788" fmla="*/ 715813 h 1061675"/>
                <a:gd name="csX789" fmla="*/ 754884 w 918148"/>
                <a:gd name="csY789" fmla="*/ 714794 h 1061675"/>
                <a:gd name="csX790" fmla="*/ 754526 w 918148"/>
                <a:gd name="csY790" fmla="*/ 713530 h 1061675"/>
                <a:gd name="csX791" fmla="*/ 754032 w 918148"/>
                <a:gd name="csY791" fmla="*/ 710274 h 1061675"/>
                <a:gd name="csX792" fmla="*/ 754534 w 918148"/>
                <a:gd name="csY792" fmla="*/ 709186 h 1061675"/>
                <a:gd name="csX793" fmla="*/ 755843 w 918148"/>
                <a:gd name="csY793" fmla="*/ 707893 h 1061675"/>
                <a:gd name="csX794" fmla="*/ 757562 w 918148"/>
                <a:gd name="csY794" fmla="*/ 707490 h 1061675"/>
                <a:gd name="csX795" fmla="*/ 758354 w 918148"/>
                <a:gd name="csY795" fmla="*/ 707589 h 1061675"/>
                <a:gd name="csX796" fmla="*/ 760393 w 918148"/>
                <a:gd name="csY796" fmla="*/ 708775 h 1061675"/>
                <a:gd name="csX797" fmla="*/ 759982 w 918148"/>
                <a:gd name="csY797" fmla="*/ 710465 h 1061675"/>
                <a:gd name="csX798" fmla="*/ 759168 w 918148"/>
                <a:gd name="csY798" fmla="*/ 712496 h 1061675"/>
                <a:gd name="csX799" fmla="*/ 757502 w 918148"/>
                <a:gd name="csY799" fmla="*/ 720599 h 1061675"/>
                <a:gd name="csX800" fmla="*/ 756664 w 918148"/>
                <a:gd name="csY800" fmla="*/ 722433 h 1061675"/>
                <a:gd name="csX801" fmla="*/ 755348 w 918148"/>
                <a:gd name="csY801" fmla="*/ 724023 h 1061675"/>
                <a:gd name="csX802" fmla="*/ 756223 w 918148"/>
                <a:gd name="csY802" fmla="*/ 727348 h 1061675"/>
                <a:gd name="csX803" fmla="*/ 754907 w 918148"/>
                <a:gd name="csY803" fmla="*/ 729684 h 1061675"/>
                <a:gd name="csX804" fmla="*/ 749033 w 918148"/>
                <a:gd name="csY804" fmla="*/ 732171 h 1061675"/>
                <a:gd name="csX805" fmla="*/ 748257 w 918148"/>
                <a:gd name="csY805" fmla="*/ 732316 h 1061675"/>
                <a:gd name="csX806" fmla="*/ 748698 w 918148"/>
                <a:gd name="csY806" fmla="*/ 733206 h 1061675"/>
                <a:gd name="csX807" fmla="*/ 752099 w 918148"/>
                <a:gd name="csY807" fmla="*/ 732993 h 1061675"/>
                <a:gd name="csX808" fmla="*/ 754732 w 918148"/>
                <a:gd name="csY808" fmla="*/ 732468 h 1061675"/>
                <a:gd name="csX809" fmla="*/ 757342 w 918148"/>
                <a:gd name="csY809" fmla="*/ 730368 h 1061675"/>
                <a:gd name="csX810" fmla="*/ 758163 w 918148"/>
                <a:gd name="csY810" fmla="*/ 727173 h 1061675"/>
                <a:gd name="csX811" fmla="*/ 759244 w 918148"/>
                <a:gd name="csY811" fmla="*/ 720956 h 1061675"/>
                <a:gd name="csX812" fmla="*/ 760659 w 918148"/>
                <a:gd name="csY812" fmla="*/ 720082 h 1061675"/>
                <a:gd name="csX813" fmla="*/ 762310 w 918148"/>
                <a:gd name="csY813" fmla="*/ 719884 h 1061675"/>
                <a:gd name="csX814" fmla="*/ 763170 w 918148"/>
                <a:gd name="csY814" fmla="*/ 721345 h 1061675"/>
                <a:gd name="csX815" fmla="*/ 762888 w 918148"/>
                <a:gd name="csY815" fmla="*/ 724624 h 1061675"/>
                <a:gd name="csX816" fmla="*/ 762881 w 918148"/>
                <a:gd name="csY816" fmla="*/ 727796 h 1061675"/>
                <a:gd name="csX817" fmla="*/ 760689 w 918148"/>
                <a:gd name="csY817" fmla="*/ 737239 h 1061675"/>
                <a:gd name="csX818" fmla="*/ 758042 w 918148"/>
                <a:gd name="csY818" fmla="*/ 741043 h 1061675"/>
                <a:gd name="csX819" fmla="*/ 757745 w 918148"/>
                <a:gd name="csY819" fmla="*/ 742048 h 1061675"/>
                <a:gd name="csX820" fmla="*/ 757851 w 918148"/>
                <a:gd name="csY820" fmla="*/ 743235 h 1061675"/>
                <a:gd name="csX821" fmla="*/ 759951 w 918148"/>
                <a:gd name="csY821" fmla="*/ 743060 h 1061675"/>
                <a:gd name="csX822" fmla="*/ 761549 w 918148"/>
                <a:gd name="csY822" fmla="*/ 741013 h 1061675"/>
                <a:gd name="csX823" fmla="*/ 762706 w 918148"/>
                <a:gd name="csY823" fmla="*/ 738395 h 1061675"/>
                <a:gd name="csX824" fmla="*/ 763862 w 918148"/>
                <a:gd name="csY824" fmla="*/ 734759 h 1061675"/>
                <a:gd name="csX825" fmla="*/ 763733 w 918148"/>
                <a:gd name="csY825" fmla="*/ 732133 h 1061675"/>
                <a:gd name="csX826" fmla="*/ 764083 w 918148"/>
                <a:gd name="csY826" fmla="*/ 730513 h 1061675"/>
                <a:gd name="csX827" fmla="*/ 764562 w 918148"/>
                <a:gd name="csY827" fmla="*/ 725210 h 1061675"/>
                <a:gd name="csX828" fmla="*/ 765361 w 918148"/>
                <a:gd name="csY828" fmla="*/ 722532 h 1061675"/>
                <a:gd name="csX829" fmla="*/ 765308 w 918148"/>
                <a:gd name="csY829" fmla="*/ 718796 h 1061675"/>
                <a:gd name="csX830" fmla="*/ 763862 w 918148"/>
                <a:gd name="csY830" fmla="*/ 717388 h 1061675"/>
                <a:gd name="csX831" fmla="*/ 761838 w 918148"/>
                <a:gd name="csY831" fmla="*/ 716536 h 1061675"/>
                <a:gd name="csX832" fmla="*/ 761329 w 918148"/>
                <a:gd name="csY832" fmla="*/ 714253 h 1061675"/>
                <a:gd name="csX833" fmla="*/ 762386 w 918148"/>
                <a:gd name="csY833" fmla="*/ 709757 h 1061675"/>
                <a:gd name="csX834" fmla="*/ 766251 w 918148"/>
                <a:gd name="csY834" fmla="*/ 709871 h 1061675"/>
                <a:gd name="csX835" fmla="*/ 769911 w 918148"/>
                <a:gd name="csY835" fmla="*/ 706812 h 1061675"/>
                <a:gd name="csX836" fmla="*/ 772308 w 918148"/>
                <a:gd name="csY836" fmla="*/ 705701 h 1061675"/>
                <a:gd name="csX837" fmla="*/ 773670 w 918148"/>
                <a:gd name="csY837" fmla="*/ 705930 h 1061675"/>
                <a:gd name="csX838" fmla="*/ 778455 w 918148"/>
                <a:gd name="csY838" fmla="*/ 708882 h 1061675"/>
                <a:gd name="csX839" fmla="*/ 779407 w 918148"/>
                <a:gd name="csY839" fmla="*/ 708920 h 1061675"/>
                <a:gd name="csX840" fmla="*/ 779254 w 918148"/>
                <a:gd name="csY840" fmla="*/ 707855 h 1061675"/>
                <a:gd name="csX841" fmla="*/ 778509 w 918148"/>
                <a:gd name="csY841" fmla="*/ 707101 h 1061675"/>
                <a:gd name="csX842" fmla="*/ 776622 w 918148"/>
                <a:gd name="csY842" fmla="*/ 706105 h 1061675"/>
                <a:gd name="csX843" fmla="*/ 773152 w 918148"/>
                <a:gd name="csY843" fmla="*/ 702940 h 1061675"/>
                <a:gd name="csX844" fmla="*/ 768481 w 918148"/>
                <a:gd name="csY844" fmla="*/ 702422 h 1061675"/>
                <a:gd name="csX845" fmla="*/ 769340 w 918148"/>
                <a:gd name="csY845" fmla="*/ 698321 h 1061675"/>
                <a:gd name="csX846" fmla="*/ 770246 w 918148"/>
                <a:gd name="csY846" fmla="*/ 694585 h 1061675"/>
                <a:gd name="csX847" fmla="*/ 772513 w 918148"/>
                <a:gd name="csY847" fmla="*/ 694068 h 1061675"/>
                <a:gd name="csX848" fmla="*/ 776317 w 918148"/>
                <a:gd name="csY848" fmla="*/ 692843 h 1061675"/>
                <a:gd name="csX849" fmla="*/ 783568 w 918148"/>
                <a:gd name="csY849" fmla="*/ 687258 h 1061675"/>
                <a:gd name="csX850" fmla="*/ 784831 w 918148"/>
                <a:gd name="csY850" fmla="*/ 683066 h 1061675"/>
                <a:gd name="csX851" fmla="*/ 785174 w 918148"/>
                <a:gd name="csY851" fmla="*/ 678364 h 1061675"/>
                <a:gd name="csX852" fmla="*/ 781681 w 918148"/>
                <a:gd name="csY852" fmla="*/ 677139 h 1061675"/>
                <a:gd name="csX853" fmla="*/ 777976 w 918148"/>
                <a:gd name="csY853" fmla="*/ 674073 h 1061675"/>
                <a:gd name="csX854" fmla="*/ 774986 w 918148"/>
                <a:gd name="csY854" fmla="*/ 672444 h 1061675"/>
                <a:gd name="csX855" fmla="*/ 772338 w 918148"/>
                <a:gd name="csY855" fmla="*/ 670398 h 1061675"/>
                <a:gd name="csX856" fmla="*/ 772855 w 918148"/>
                <a:gd name="csY856" fmla="*/ 667347 h 1061675"/>
                <a:gd name="csX857" fmla="*/ 773198 w 918148"/>
                <a:gd name="csY857" fmla="*/ 662386 h 1061675"/>
                <a:gd name="csX858" fmla="*/ 776523 w 918148"/>
                <a:gd name="csY858" fmla="*/ 661320 h 1061675"/>
                <a:gd name="csX859" fmla="*/ 778068 w 918148"/>
                <a:gd name="csY859" fmla="*/ 654534 h 1061675"/>
                <a:gd name="csX860" fmla="*/ 775838 w 918148"/>
                <a:gd name="csY860" fmla="*/ 649352 h 1061675"/>
                <a:gd name="csX861" fmla="*/ 776371 w 918148"/>
                <a:gd name="csY861" fmla="*/ 645502 h 1061675"/>
                <a:gd name="csX862" fmla="*/ 779277 w 918148"/>
                <a:gd name="csY862" fmla="*/ 642223 h 1061675"/>
                <a:gd name="csX863" fmla="*/ 779795 w 918148"/>
                <a:gd name="csY863" fmla="*/ 639956 h 1061675"/>
                <a:gd name="csX864" fmla="*/ 780594 w 918148"/>
                <a:gd name="csY864" fmla="*/ 637468 h 1061675"/>
                <a:gd name="csX865" fmla="*/ 783150 w 918148"/>
                <a:gd name="csY865" fmla="*/ 637217 h 1061675"/>
                <a:gd name="csX866" fmla="*/ 783211 w 918148"/>
                <a:gd name="csY866" fmla="*/ 635863 h 1061675"/>
                <a:gd name="csX867" fmla="*/ 782983 w 918148"/>
                <a:gd name="csY867" fmla="*/ 633397 h 1061675"/>
                <a:gd name="csX868" fmla="*/ 781301 w 918148"/>
                <a:gd name="csY868" fmla="*/ 630491 h 1061675"/>
                <a:gd name="csX869" fmla="*/ 781233 w 918148"/>
                <a:gd name="csY869" fmla="*/ 626474 h 1061675"/>
                <a:gd name="csX870" fmla="*/ 782815 w 918148"/>
                <a:gd name="csY870" fmla="*/ 621733 h 1061675"/>
                <a:gd name="csX871" fmla="*/ 785356 w 918148"/>
                <a:gd name="csY871" fmla="*/ 622061 h 1061675"/>
                <a:gd name="csX872" fmla="*/ 785843 w 918148"/>
                <a:gd name="csY872" fmla="*/ 621863 h 1061675"/>
                <a:gd name="csX873" fmla="*/ 784040 w 918148"/>
                <a:gd name="csY873" fmla="*/ 619002 h 1061675"/>
                <a:gd name="csX874" fmla="*/ 782572 w 918148"/>
                <a:gd name="csY874" fmla="*/ 615860 h 1061675"/>
                <a:gd name="csX875" fmla="*/ 782823 w 918148"/>
                <a:gd name="csY875" fmla="*/ 614604 h 1061675"/>
                <a:gd name="csX876" fmla="*/ 784230 w 918148"/>
                <a:gd name="csY876" fmla="*/ 613539 h 1061675"/>
                <a:gd name="csX877" fmla="*/ 785859 w 918148"/>
                <a:gd name="csY877" fmla="*/ 612945 h 1061675"/>
                <a:gd name="csX878" fmla="*/ 787624 w 918148"/>
                <a:gd name="csY878" fmla="*/ 614551 h 1061675"/>
                <a:gd name="csX879" fmla="*/ 790150 w 918148"/>
                <a:gd name="csY879" fmla="*/ 619679 h 1061675"/>
                <a:gd name="csX880" fmla="*/ 790530 w 918148"/>
                <a:gd name="csY880" fmla="*/ 618363 h 1061675"/>
                <a:gd name="csX881" fmla="*/ 789511 w 918148"/>
                <a:gd name="csY881" fmla="*/ 613143 h 1061675"/>
                <a:gd name="csX882" fmla="*/ 788674 w 918148"/>
                <a:gd name="csY882" fmla="*/ 606668 h 1061675"/>
                <a:gd name="csX883" fmla="*/ 786011 w 918148"/>
                <a:gd name="csY883" fmla="*/ 607513 h 1061675"/>
                <a:gd name="csX884" fmla="*/ 783568 w 918148"/>
                <a:gd name="csY884" fmla="*/ 607057 h 1061675"/>
                <a:gd name="csX885" fmla="*/ 782648 w 918148"/>
                <a:gd name="csY885" fmla="*/ 606060 h 1061675"/>
                <a:gd name="csX886" fmla="*/ 781735 w 918148"/>
                <a:gd name="csY886" fmla="*/ 604606 h 1061675"/>
                <a:gd name="csX887" fmla="*/ 782595 w 918148"/>
                <a:gd name="csY887" fmla="*/ 602834 h 1061675"/>
                <a:gd name="csX888" fmla="*/ 783454 w 918148"/>
                <a:gd name="csY888" fmla="*/ 601517 h 1061675"/>
                <a:gd name="csX889" fmla="*/ 785242 w 918148"/>
                <a:gd name="csY889" fmla="*/ 599859 h 1061675"/>
                <a:gd name="csX890" fmla="*/ 788955 w 918148"/>
                <a:gd name="csY890" fmla="*/ 599273 h 1061675"/>
                <a:gd name="csX891" fmla="*/ 791641 w 918148"/>
                <a:gd name="csY891" fmla="*/ 597196 h 1061675"/>
                <a:gd name="csX892" fmla="*/ 792539 w 918148"/>
                <a:gd name="csY892" fmla="*/ 592928 h 1061675"/>
                <a:gd name="csX893" fmla="*/ 791656 w 918148"/>
                <a:gd name="csY893" fmla="*/ 593346 h 1061675"/>
                <a:gd name="csX894" fmla="*/ 790203 w 918148"/>
                <a:gd name="csY894" fmla="*/ 597104 h 1061675"/>
                <a:gd name="csX895" fmla="*/ 787753 w 918148"/>
                <a:gd name="csY895" fmla="*/ 598375 h 1061675"/>
                <a:gd name="csX896" fmla="*/ 786505 w 918148"/>
                <a:gd name="csY896" fmla="*/ 598185 h 1061675"/>
                <a:gd name="csX897" fmla="*/ 785037 w 918148"/>
                <a:gd name="csY897" fmla="*/ 597485 h 1061675"/>
                <a:gd name="csX898" fmla="*/ 782146 w 918148"/>
                <a:gd name="csY898" fmla="*/ 594213 h 1061675"/>
                <a:gd name="csX899" fmla="*/ 780548 w 918148"/>
                <a:gd name="csY899" fmla="*/ 593452 h 1061675"/>
                <a:gd name="csX900" fmla="*/ 778996 w 918148"/>
                <a:gd name="csY900" fmla="*/ 593369 h 1061675"/>
                <a:gd name="csX901" fmla="*/ 777664 w 918148"/>
                <a:gd name="csY901" fmla="*/ 594198 h 1061675"/>
                <a:gd name="csX902" fmla="*/ 774271 w 918148"/>
                <a:gd name="csY902" fmla="*/ 599965 h 1061675"/>
                <a:gd name="csX903" fmla="*/ 772825 w 918148"/>
                <a:gd name="csY903" fmla="*/ 600939 h 1061675"/>
                <a:gd name="csX904" fmla="*/ 766852 w 918148"/>
                <a:gd name="csY904" fmla="*/ 601403 h 1061675"/>
                <a:gd name="csX905" fmla="*/ 764661 w 918148"/>
                <a:gd name="csY905" fmla="*/ 600734 h 1061675"/>
                <a:gd name="csX906" fmla="*/ 762287 w 918148"/>
                <a:gd name="csY906" fmla="*/ 599844 h 1061675"/>
                <a:gd name="csX907" fmla="*/ 762576 w 918148"/>
                <a:gd name="csY907" fmla="*/ 598421 h 1061675"/>
                <a:gd name="csX908" fmla="*/ 763299 w 918148"/>
                <a:gd name="csY908" fmla="*/ 596906 h 1061675"/>
                <a:gd name="csX909" fmla="*/ 764646 w 918148"/>
                <a:gd name="csY909" fmla="*/ 596123 h 1061675"/>
                <a:gd name="csX910" fmla="*/ 764669 w 918148"/>
                <a:gd name="csY910" fmla="*/ 595255 h 1061675"/>
                <a:gd name="csX911" fmla="*/ 762812 w 918148"/>
                <a:gd name="csY911" fmla="*/ 595035 h 1061675"/>
                <a:gd name="csX912" fmla="*/ 760674 w 918148"/>
                <a:gd name="csY912" fmla="*/ 593445 h 1061675"/>
                <a:gd name="csX913" fmla="*/ 759723 w 918148"/>
                <a:gd name="csY913" fmla="*/ 591428 h 1061675"/>
                <a:gd name="csX914" fmla="*/ 759274 w 918148"/>
                <a:gd name="csY914" fmla="*/ 587822 h 1061675"/>
                <a:gd name="csX915" fmla="*/ 757357 w 918148"/>
                <a:gd name="csY915" fmla="*/ 582138 h 1061675"/>
                <a:gd name="csX916" fmla="*/ 756977 w 918148"/>
                <a:gd name="csY916" fmla="*/ 578075 h 1061675"/>
                <a:gd name="csX917" fmla="*/ 758331 w 918148"/>
                <a:gd name="csY917" fmla="*/ 575184 h 1061675"/>
                <a:gd name="csX918" fmla="*/ 761237 w 918148"/>
                <a:gd name="csY918" fmla="*/ 563878 h 1061675"/>
                <a:gd name="csX919" fmla="*/ 762128 w 918148"/>
                <a:gd name="csY919" fmla="*/ 558141 h 1061675"/>
                <a:gd name="csX920" fmla="*/ 763687 w 918148"/>
                <a:gd name="csY920" fmla="*/ 553112 h 1061675"/>
                <a:gd name="csX921" fmla="*/ 763657 w 918148"/>
                <a:gd name="csY921" fmla="*/ 549802 h 1061675"/>
                <a:gd name="csX922" fmla="*/ 767689 w 918148"/>
                <a:gd name="csY922" fmla="*/ 546782 h 1061675"/>
                <a:gd name="csX923" fmla="*/ 769226 w 918148"/>
                <a:gd name="csY923" fmla="*/ 544978 h 1061675"/>
                <a:gd name="csX924" fmla="*/ 772650 w 918148"/>
                <a:gd name="csY924" fmla="*/ 534851 h 1061675"/>
                <a:gd name="csX925" fmla="*/ 773152 w 918148"/>
                <a:gd name="csY925" fmla="*/ 529411 h 1061675"/>
                <a:gd name="csX926" fmla="*/ 767720 w 918148"/>
                <a:gd name="csY926" fmla="*/ 513000 h 1061675"/>
                <a:gd name="csX927" fmla="*/ 766883 w 918148"/>
                <a:gd name="csY927" fmla="*/ 509880 h 1061675"/>
                <a:gd name="csX928" fmla="*/ 766617 w 918148"/>
                <a:gd name="csY928" fmla="*/ 506007 h 1061675"/>
                <a:gd name="csX929" fmla="*/ 767910 w 918148"/>
                <a:gd name="csY929" fmla="*/ 499601 h 1061675"/>
                <a:gd name="csX930" fmla="*/ 768062 w 918148"/>
                <a:gd name="csY930" fmla="*/ 497174 h 1061675"/>
                <a:gd name="csX931" fmla="*/ 766951 w 918148"/>
                <a:gd name="csY931" fmla="*/ 493674 h 1061675"/>
                <a:gd name="csX932" fmla="*/ 763855 w 918148"/>
                <a:gd name="csY932" fmla="*/ 487967 h 1061675"/>
                <a:gd name="csX933" fmla="*/ 763794 w 918148"/>
                <a:gd name="csY933" fmla="*/ 485061 h 1061675"/>
                <a:gd name="csX934" fmla="*/ 765095 w 918148"/>
                <a:gd name="csY934" fmla="*/ 482078 h 1061675"/>
                <a:gd name="csX935" fmla="*/ 763832 w 918148"/>
                <a:gd name="csY935" fmla="*/ 478381 h 1061675"/>
                <a:gd name="csX936" fmla="*/ 764448 w 918148"/>
                <a:gd name="csY936" fmla="*/ 476098 h 1061675"/>
                <a:gd name="csX937" fmla="*/ 765125 w 918148"/>
                <a:gd name="csY937" fmla="*/ 474310 h 1061675"/>
                <a:gd name="csX938" fmla="*/ 769979 w 918148"/>
                <a:gd name="csY938" fmla="*/ 475268 h 1061675"/>
                <a:gd name="csX939" fmla="*/ 772186 w 918148"/>
                <a:gd name="csY939" fmla="*/ 474812 h 1061675"/>
                <a:gd name="csX940" fmla="*/ 773365 w 918148"/>
                <a:gd name="csY940" fmla="*/ 473732 h 1061675"/>
                <a:gd name="csX941" fmla="*/ 774286 w 918148"/>
                <a:gd name="csY941" fmla="*/ 470711 h 1061675"/>
                <a:gd name="csX942" fmla="*/ 774750 w 918148"/>
                <a:gd name="csY942" fmla="*/ 465994 h 1061675"/>
                <a:gd name="csX943" fmla="*/ 775039 w 918148"/>
                <a:gd name="csY943" fmla="*/ 463962 h 1061675"/>
                <a:gd name="csX944" fmla="*/ 775458 w 918148"/>
                <a:gd name="csY944" fmla="*/ 461002 h 1061675"/>
                <a:gd name="csX945" fmla="*/ 777839 w 918148"/>
                <a:gd name="csY945" fmla="*/ 459816 h 1061675"/>
                <a:gd name="csX946" fmla="*/ 778661 w 918148"/>
                <a:gd name="csY946" fmla="*/ 457016 h 1061675"/>
                <a:gd name="csX947" fmla="*/ 780654 w 918148"/>
                <a:gd name="csY947" fmla="*/ 453120 h 1061675"/>
                <a:gd name="csX948" fmla="*/ 782709 w 918148"/>
                <a:gd name="csY948" fmla="*/ 442270 h 1061675"/>
                <a:gd name="csX949" fmla="*/ 784740 w 918148"/>
                <a:gd name="csY949" fmla="*/ 439600 h 1061675"/>
                <a:gd name="csX950" fmla="*/ 786794 w 918148"/>
                <a:gd name="csY950" fmla="*/ 436526 h 1061675"/>
                <a:gd name="csX951" fmla="*/ 786011 w 918148"/>
                <a:gd name="csY951" fmla="*/ 431976 h 1061675"/>
                <a:gd name="csX952" fmla="*/ 787335 w 918148"/>
                <a:gd name="csY952" fmla="*/ 429876 h 1061675"/>
                <a:gd name="csX953" fmla="*/ 788552 w 918148"/>
                <a:gd name="csY953" fmla="*/ 428346 h 1061675"/>
                <a:gd name="csX954" fmla="*/ 789625 w 918148"/>
                <a:gd name="csY954" fmla="*/ 425577 h 1061675"/>
                <a:gd name="csX955" fmla="*/ 791086 w 918148"/>
                <a:gd name="csY955" fmla="*/ 422960 h 1061675"/>
                <a:gd name="csX956" fmla="*/ 794563 w 918148"/>
                <a:gd name="csY956" fmla="*/ 419209 h 1061675"/>
                <a:gd name="csX957" fmla="*/ 795445 w 918148"/>
                <a:gd name="csY957" fmla="*/ 414636 h 1061675"/>
                <a:gd name="csX958" fmla="*/ 798146 w 918148"/>
                <a:gd name="csY958" fmla="*/ 406761 h 1061675"/>
                <a:gd name="csX959" fmla="*/ 798679 w 918148"/>
                <a:gd name="csY959" fmla="*/ 401724 h 1061675"/>
                <a:gd name="csX960" fmla="*/ 799516 w 918148"/>
                <a:gd name="csY960" fmla="*/ 398323 h 1061675"/>
                <a:gd name="csX961" fmla="*/ 799272 w 918148"/>
                <a:gd name="csY961" fmla="*/ 395158 h 1061675"/>
                <a:gd name="csX962" fmla="*/ 800893 w 918148"/>
                <a:gd name="csY962" fmla="*/ 391316 h 1061675"/>
                <a:gd name="csX963" fmla="*/ 802453 w 918148"/>
                <a:gd name="csY963" fmla="*/ 388082 h 1061675"/>
                <a:gd name="csX964" fmla="*/ 802940 w 918148"/>
                <a:gd name="csY964" fmla="*/ 386287 h 1061675"/>
                <a:gd name="csX965" fmla="*/ 806493 w 918148"/>
                <a:gd name="csY965" fmla="*/ 382026 h 1061675"/>
                <a:gd name="csX966" fmla="*/ 807094 w 918148"/>
                <a:gd name="csY966" fmla="*/ 378625 h 1061675"/>
                <a:gd name="csX967" fmla="*/ 805823 w 918148"/>
                <a:gd name="csY967" fmla="*/ 376319 h 1061675"/>
                <a:gd name="csX968" fmla="*/ 805801 w 918148"/>
                <a:gd name="csY968" fmla="*/ 372759 h 1061675"/>
                <a:gd name="csX969" fmla="*/ 804811 w 918148"/>
                <a:gd name="csY969" fmla="*/ 367836 h 1061675"/>
                <a:gd name="csX970" fmla="*/ 807102 w 918148"/>
                <a:gd name="csY970" fmla="*/ 365994 h 1061675"/>
                <a:gd name="csX971" fmla="*/ 808030 w 918148"/>
                <a:gd name="csY971" fmla="*/ 364648 h 1061675"/>
                <a:gd name="csX972" fmla="*/ 811012 w 918148"/>
                <a:gd name="csY972" fmla="*/ 356811 h 1061675"/>
                <a:gd name="csX973" fmla="*/ 810822 w 918148"/>
                <a:gd name="csY973" fmla="*/ 353745 h 1061675"/>
                <a:gd name="csX974" fmla="*/ 811682 w 918148"/>
                <a:gd name="csY974" fmla="*/ 349940 h 1061675"/>
                <a:gd name="csX975" fmla="*/ 809719 w 918148"/>
                <a:gd name="csY975" fmla="*/ 345444 h 1061675"/>
                <a:gd name="csX976" fmla="*/ 809445 w 918148"/>
                <a:gd name="csY976" fmla="*/ 335370 h 1061675"/>
                <a:gd name="csX977" fmla="*/ 808349 w 918148"/>
                <a:gd name="csY977" fmla="*/ 327647 h 1061675"/>
                <a:gd name="csX978" fmla="*/ 806539 w 918148"/>
                <a:gd name="csY978" fmla="*/ 319514 h 1061675"/>
                <a:gd name="csX979" fmla="*/ 806706 w 918148"/>
                <a:gd name="csY979" fmla="*/ 314979 h 1061675"/>
                <a:gd name="csX980" fmla="*/ 805603 w 918148"/>
                <a:gd name="csY980" fmla="*/ 309349 h 1061675"/>
                <a:gd name="csX981" fmla="*/ 805534 w 918148"/>
                <a:gd name="csY981" fmla="*/ 306108 h 1061675"/>
                <a:gd name="csX982" fmla="*/ 806379 w 918148"/>
                <a:gd name="csY982" fmla="*/ 298773 h 1061675"/>
                <a:gd name="csX983" fmla="*/ 812123 w 918148"/>
                <a:gd name="csY983" fmla="*/ 294170 h 1061675"/>
                <a:gd name="csX984" fmla="*/ 813242 w 918148"/>
                <a:gd name="csY984" fmla="*/ 289019 h 1061675"/>
                <a:gd name="csX985" fmla="*/ 813927 w 918148"/>
                <a:gd name="csY985" fmla="*/ 282080 h 1061675"/>
                <a:gd name="csX986" fmla="*/ 813691 w 918148"/>
                <a:gd name="csY986" fmla="*/ 277035 h 1061675"/>
                <a:gd name="csX987" fmla="*/ 813128 w 918148"/>
                <a:gd name="csY987" fmla="*/ 274776 h 1061675"/>
                <a:gd name="csX988" fmla="*/ 810297 w 918148"/>
                <a:gd name="csY988" fmla="*/ 271070 h 1061675"/>
                <a:gd name="csX989" fmla="*/ 809582 w 918148"/>
                <a:gd name="csY989" fmla="*/ 264458 h 1061675"/>
                <a:gd name="csX990" fmla="*/ 810130 w 918148"/>
                <a:gd name="csY990" fmla="*/ 262731 h 1061675"/>
                <a:gd name="csX991" fmla="*/ 812473 w 918148"/>
                <a:gd name="csY991" fmla="*/ 260875 h 1061675"/>
                <a:gd name="csX992" fmla="*/ 814124 w 918148"/>
                <a:gd name="csY992" fmla="*/ 258303 h 1061675"/>
                <a:gd name="csX993" fmla="*/ 814977 w 918148"/>
                <a:gd name="csY993" fmla="*/ 254316 h 1061675"/>
                <a:gd name="csX994" fmla="*/ 816696 w 918148"/>
                <a:gd name="csY994" fmla="*/ 251181 h 1061675"/>
                <a:gd name="csX995" fmla="*/ 817373 w 918148"/>
                <a:gd name="csY995" fmla="*/ 243618 h 1061675"/>
                <a:gd name="csX996" fmla="*/ 818827 w 918148"/>
                <a:gd name="csY996" fmla="*/ 237615 h 1061675"/>
                <a:gd name="csX997" fmla="*/ 819549 w 918148"/>
                <a:gd name="csY997" fmla="*/ 235523 h 1061675"/>
                <a:gd name="csX998" fmla="*/ 821832 w 918148"/>
                <a:gd name="csY998" fmla="*/ 232898 h 1061675"/>
                <a:gd name="csX999" fmla="*/ 822258 w 918148"/>
                <a:gd name="csY999" fmla="*/ 232198 h 1061675"/>
                <a:gd name="csX1000" fmla="*/ 822608 w 918148"/>
                <a:gd name="csY1000" fmla="*/ 230197 h 1061675"/>
                <a:gd name="csX1001" fmla="*/ 822502 w 918148"/>
                <a:gd name="csY1001" fmla="*/ 225480 h 1061675"/>
                <a:gd name="csX1002" fmla="*/ 822851 w 918148"/>
                <a:gd name="csY1002" fmla="*/ 222604 h 1061675"/>
                <a:gd name="csX1003" fmla="*/ 824670 w 918148"/>
                <a:gd name="csY1003" fmla="*/ 216950 h 1061675"/>
                <a:gd name="csX1004" fmla="*/ 824883 w 918148"/>
                <a:gd name="csY1004" fmla="*/ 214341 h 1061675"/>
                <a:gd name="csX1005" fmla="*/ 826899 w 918148"/>
                <a:gd name="csY1005" fmla="*/ 208543 h 1061675"/>
                <a:gd name="csX1006" fmla="*/ 827356 w 918148"/>
                <a:gd name="csY1006" fmla="*/ 204381 h 1061675"/>
                <a:gd name="csX1007" fmla="*/ 828215 w 918148"/>
                <a:gd name="csY1007" fmla="*/ 202190 h 1061675"/>
                <a:gd name="csX1008" fmla="*/ 827881 w 918148"/>
                <a:gd name="csY1008" fmla="*/ 199725 h 1061675"/>
                <a:gd name="csX1009" fmla="*/ 828451 w 918148"/>
                <a:gd name="csY1009" fmla="*/ 194216 h 1061675"/>
                <a:gd name="csX1010" fmla="*/ 827082 w 918148"/>
                <a:gd name="csY1010" fmla="*/ 191112 h 1061675"/>
                <a:gd name="csX1011" fmla="*/ 826777 w 918148"/>
                <a:gd name="csY1011" fmla="*/ 189301 h 1061675"/>
                <a:gd name="csX1012" fmla="*/ 828505 w 918148"/>
                <a:gd name="csY1012" fmla="*/ 183678 h 1061675"/>
                <a:gd name="csX1013" fmla="*/ 829676 w 918148"/>
                <a:gd name="csY1013" fmla="*/ 182309 h 1061675"/>
                <a:gd name="csX1014" fmla="*/ 831571 w 918148"/>
                <a:gd name="csY1014" fmla="*/ 179699 h 1061675"/>
                <a:gd name="csX1015" fmla="*/ 832370 w 918148"/>
                <a:gd name="csY1015" fmla="*/ 176769 h 1061675"/>
                <a:gd name="csX1016" fmla="*/ 832514 w 918148"/>
                <a:gd name="csY1016" fmla="*/ 174913 h 1061675"/>
                <a:gd name="csX1017" fmla="*/ 830095 w 918148"/>
                <a:gd name="csY1017" fmla="*/ 165684 h 1061675"/>
                <a:gd name="csX1018" fmla="*/ 829768 w 918148"/>
                <a:gd name="csY1018" fmla="*/ 162541 h 1061675"/>
                <a:gd name="csX1019" fmla="*/ 830361 w 918148"/>
                <a:gd name="csY1019" fmla="*/ 155245 h 1061675"/>
                <a:gd name="csX1020" fmla="*/ 831190 w 918148"/>
                <a:gd name="csY1020" fmla="*/ 150543 h 1061675"/>
                <a:gd name="csX1021" fmla="*/ 830916 w 918148"/>
                <a:gd name="csY1021" fmla="*/ 146800 h 1061675"/>
                <a:gd name="csX1022" fmla="*/ 831190 w 918148"/>
                <a:gd name="csY1022" fmla="*/ 144875 h 1061675"/>
                <a:gd name="csX1023" fmla="*/ 831609 w 918148"/>
                <a:gd name="csY1023" fmla="*/ 142463 h 1061675"/>
                <a:gd name="csX1024" fmla="*/ 833267 w 918148"/>
                <a:gd name="csY1024" fmla="*/ 139541 h 1061675"/>
                <a:gd name="csX1025" fmla="*/ 833648 w 918148"/>
                <a:gd name="csY1025" fmla="*/ 137464 h 1061675"/>
                <a:gd name="csX1026" fmla="*/ 833062 w 918148"/>
                <a:gd name="csY1026" fmla="*/ 136596 h 1061675"/>
                <a:gd name="csX1027" fmla="*/ 831092 w 918148"/>
                <a:gd name="csY1027" fmla="*/ 135539 h 1061675"/>
                <a:gd name="csX1028" fmla="*/ 829463 w 918148"/>
                <a:gd name="csY1028" fmla="*/ 132891 h 1061675"/>
                <a:gd name="csX1029" fmla="*/ 829349 w 918148"/>
                <a:gd name="csY1029" fmla="*/ 130281 h 1061675"/>
                <a:gd name="csX1030" fmla="*/ 829874 w 918148"/>
                <a:gd name="csY1030" fmla="*/ 128379 h 1061675"/>
                <a:gd name="csX1031" fmla="*/ 829996 w 918148"/>
                <a:gd name="csY1031" fmla="*/ 125694 h 1061675"/>
                <a:gd name="csX1032" fmla="*/ 832415 w 918148"/>
                <a:gd name="csY1032" fmla="*/ 125168 h 1061675"/>
                <a:gd name="csX1033" fmla="*/ 833709 w 918148"/>
                <a:gd name="csY1033" fmla="*/ 123677 h 1061675"/>
                <a:gd name="csX1034" fmla="*/ 834934 w 918148"/>
                <a:gd name="csY1034" fmla="*/ 120892 h 1061675"/>
                <a:gd name="csX1035" fmla="*/ 836478 w 918148"/>
                <a:gd name="csY1035" fmla="*/ 114159 h 1061675"/>
                <a:gd name="csX1036" fmla="*/ 837140 w 918148"/>
                <a:gd name="csY1036" fmla="*/ 105827 h 1061675"/>
                <a:gd name="csX1037" fmla="*/ 838061 w 918148"/>
                <a:gd name="csY1037" fmla="*/ 100821 h 1061675"/>
                <a:gd name="csX1038" fmla="*/ 838708 w 918148"/>
                <a:gd name="csY1038" fmla="*/ 98348 h 1061675"/>
                <a:gd name="csX1039" fmla="*/ 839256 w 918148"/>
                <a:gd name="csY1039" fmla="*/ 93190 h 1061675"/>
                <a:gd name="csX1040" fmla="*/ 840153 w 918148"/>
                <a:gd name="csY1040" fmla="*/ 89819 h 1061675"/>
                <a:gd name="csX1041" fmla="*/ 840313 w 918148"/>
                <a:gd name="csY1041" fmla="*/ 86715 h 1061675"/>
                <a:gd name="csX1042" fmla="*/ 840138 w 918148"/>
                <a:gd name="csY1042" fmla="*/ 84348 h 1061675"/>
                <a:gd name="csX1043" fmla="*/ 837818 w 918148"/>
                <a:gd name="csY1043" fmla="*/ 72350 h 1061675"/>
                <a:gd name="csX1044" fmla="*/ 837893 w 918148"/>
                <a:gd name="csY1044" fmla="*/ 67944 h 1061675"/>
                <a:gd name="csX1045" fmla="*/ 838875 w 918148"/>
                <a:gd name="csY1045" fmla="*/ 61120 h 1061675"/>
                <a:gd name="csX1046" fmla="*/ 838860 w 918148"/>
                <a:gd name="csY1046" fmla="*/ 51525 h 1061675"/>
                <a:gd name="csX1047" fmla="*/ 838662 w 918148"/>
                <a:gd name="csY1047" fmla="*/ 49288 h 1061675"/>
                <a:gd name="csX1048" fmla="*/ 837787 w 918148"/>
                <a:gd name="csY1048" fmla="*/ 47196 h 1061675"/>
                <a:gd name="csX1049" fmla="*/ 837528 w 918148"/>
                <a:gd name="csY1049" fmla="*/ 44350 h 1061675"/>
                <a:gd name="csX1050" fmla="*/ 836128 w 918148"/>
                <a:gd name="csY1050" fmla="*/ 39420 h 1061675"/>
                <a:gd name="csX1051" fmla="*/ 834865 w 918148"/>
                <a:gd name="csY1051" fmla="*/ 29537 h 1061675"/>
                <a:gd name="csX1052" fmla="*/ 834842 w 918148"/>
                <a:gd name="csY1052" fmla="*/ 24325 h 1061675"/>
                <a:gd name="csX1053" fmla="*/ 834295 w 918148"/>
                <a:gd name="csY1053" fmla="*/ 19912 h 1061675"/>
                <a:gd name="csX1054" fmla="*/ 833085 w 918148"/>
                <a:gd name="csY1054" fmla="*/ 18740 h 1061675"/>
                <a:gd name="csX1055" fmla="*/ 833952 w 918148"/>
                <a:gd name="csY1055" fmla="*/ 18473 h 1061675"/>
                <a:gd name="csX1056" fmla="*/ 835984 w 918148"/>
                <a:gd name="csY1056" fmla="*/ 18291 h 1061675"/>
                <a:gd name="csX1057" fmla="*/ 838084 w 918148"/>
                <a:gd name="csY1057" fmla="*/ 18283 h 1061675"/>
                <a:gd name="csX1058" fmla="*/ 840747 w 918148"/>
                <a:gd name="csY1058" fmla="*/ 17347 h 1061675"/>
                <a:gd name="csX1059" fmla="*/ 843585 w 918148"/>
                <a:gd name="csY1059" fmla="*/ 15613 h 1061675"/>
                <a:gd name="csX1060" fmla="*/ 845434 w 918148"/>
                <a:gd name="csY1060" fmla="*/ 13094 h 1061675"/>
                <a:gd name="csX1061" fmla="*/ 846225 w 918148"/>
                <a:gd name="csY1061" fmla="*/ 10797 h 1061675"/>
                <a:gd name="csX1062" fmla="*/ 846225 w 918148"/>
                <a:gd name="csY1062" fmla="*/ 8780 h 1061675"/>
                <a:gd name="csX1063" fmla="*/ 845396 w 918148"/>
                <a:gd name="csY1063" fmla="*/ 6216 h 1061675"/>
                <a:gd name="csX1064" fmla="*/ 845167 w 918148"/>
                <a:gd name="csY1064" fmla="*/ 4405 h 1061675"/>
                <a:gd name="csX1065" fmla="*/ 846149 w 918148"/>
                <a:gd name="csY1065" fmla="*/ 3538 h 1061675"/>
                <a:gd name="csX1066" fmla="*/ 848744 w 918148"/>
                <a:gd name="csY1066" fmla="*/ 3203 h 1061675"/>
                <a:gd name="csX1067" fmla="*/ 850843 w 918148"/>
                <a:gd name="csY1067" fmla="*/ 1491 h 1061675"/>
                <a:gd name="csX1068" fmla="*/ 852456 w 918148"/>
                <a:gd name="csY1068" fmla="*/ 0 h 1061675"/>
                <a:gd name="csX1069" fmla="*/ 852791 w 918148"/>
                <a:gd name="csY1069" fmla="*/ 2526 h 1061675"/>
                <a:gd name="csX1070" fmla="*/ 855720 w 918148"/>
                <a:gd name="csY1070" fmla="*/ 5920 h 1061675"/>
                <a:gd name="csX1071" fmla="*/ 856672 w 918148"/>
                <a:gd name="csY1071" fmla="*/ 9739 h 1061675"/>
                <a:gd name="csX1072" fmla="*/ 857334 w 918148"/>
                <a:gd name="csY1072" fmla="*/ 10218 h 1061675"/>
                <a:gd name="csX1073" fmla="*/ 861358 w 918148"/>
                <a:gd name="csY1073" fmla="*/ 12128 h 1061675"/>
                <a:gd name="csX1074" fmla="*/ 861427 w 918148"/>
                <a:gd name="csY1074" fmla="*/ 12577 h 1061675"/>
                <a:gd name="csX1075" fmla="*/ 860841 w 918148"/>
                <a:gd name="csY1075" fmla="*/ 13292 h 1061675"/>
                <a:gd name="csX1076" fmla="*/ 860255 w 918148"/>
                <a:gd name="csY1076" fmla="*/ 14221 h 1061675"/>
                <a:gd name="csX1077" fmla="*/ 860666 w 918148"/>
                <a:gd name="csY1077" fmla="*/ 15521 h 1061675"/>
                <a:gd name="csX1078" fmla="*/ 861397 w 918148"/>
                <a:gd name="csY1078" fmla="*/ 17310 h 1061675"/>
                <a:gd name="csX1079" fmla="*/ 861640 w 918148"/>
                <a:gd name="csY1079" fmla="*/ 18968 h 1061675"/>
                <a:gd name="csX1080" fmla="*/ 862089 w 918148"/>
                <a:gd name="csY1080" fmla="*/ 20680 h 1061675"/>
                <a:gd name="csX1081" fmla="*/ 862530 w 918148"/>
                <a:gd name="csY1081" fmla="*/ 23305 h 1061675"/>
                <a:gd name="csX1082" fmla="*/ 862796 w 918148"/>
                <a:gd name="csY1082" fmla="*/ 25686 h 1061675"/>
                <a:gd name="csX1083" fmla="*/ 863824 w 918148"/>
                <a:gd name="csY1083" fmla="*/ 29194 h 1061675"/>
                <a:gd name="csX1084" fmla="*/ 864029 w 918148"/>
                <a:gd name="csY1084" fmla="*/ 31363 h 1061675"/>
                <a:gd name="csX1085" fmla="*/ 864044 w 918148"/>
                <a:gd name="csY1085" fmla="*/ 32671 h 1061675"/>
                <a:gd name="csX1086" fmla="*/ 864843 w 918148"/>
                <a:gd name="csY1086" fmla="*/ 33949 h 1061675"/>
                <a:gd name="csX1087" fmla="*/ 866403 w 918148"/>
                <a:gd name="csY1087" fmla="*/ 35486 h 1061675"/>
                <a:gd name="csX1088" fmla="*/ 868511 w 918148"/>
                <a:gd name="csY1088" fmla="*/ 37031 h 1061675"/>
                <a:gd name="csX1089" fmla="*/ 870184 w 918148"/>
                <a:gd name="csY1089" fmla="*/ 38834 h 1061675"/>
                <a:gd name="csX1090" fmla="*/ 871463 w 918148"/>
                <a:gd name="csY1090" fmla="*/ 40059 h 1061675"/>
                <a:gd name="csX1091" fmla="*/ 873015 w 918148"/>
                <a:gd name="csY1091" fmla="*/ 41056 h 1061675"/>
                <a:gd name="csX1092" fmla="*/ 874209 w 918148"/>
                <a:gd name="csY1092" fmla="*/ 41976 h 1061675"/>
                <a:gd name="csX1093" fmla="*/ 874681 w 918148"/>
                <a:gd name="csY1093" fmla="*/ 42608 h 1061675"/>
                <a:gd name="csX1094" fmla="*/ 874841 w 918148"/>
                <a:gd name="csY1094" fmla="*/ 43118 h 1061675"/>
                <a:gd name="csX1095" fmla="*/ 874324 w 918148"/>
                <a:gd name="csY1095" fmla="*/ 43605 h 1061675"/>
                <a:gd name="csX1096" fmla="*/ 872436 w 918148"/>
                <a:gd name="csY1096" fmla="*/ 45986 h 1061675"/>
                <a:gd name="csX1097" fmla="*/ 869804 w 918148"/>
                <a:gd name="csY1097" fmla="*/ 49615 h 1061675"/>
                <a:gd name="csX1098" fmla="*/ 869850 w 918148"/>
                <a:gd name="csY1098" fmla="*/ 50057 h 1061675"/>
                <a:gd name="csX1099" fmla="*/ 872368 w 918148"/>
                <a:gd name="csY1099" fmla="*/ 52666 h 1061675"/>
                <a:gd name="csX1100" fmla="*/ 872771 w 918148"/>
                <a:gd name="csY1100" fmla="*/ 53701 h 1061675"/>
                <a:gd name="csX1101" fmla="*/ 872741 w 918148"/>
                <a:gd name="csY1101" fmla="*/ 55162 h 1061675"/>
                <a:gd name="csX1102" fmla="*/ 871896 w 918148"/>
                <a:gd name="csY1102" fmla="*/ 56920 h 1061675"/>
                <a:gd name="csX1103" fmla="*/ 869180 w 918148"/>
                <a:gd name="csY1103" fmla="*/ 57475 h 1061675"/>
                <a:gd name="csX1104" fmla="*/ 868571 w 918148"/>
                <a:gd name="csY1104" fmla="*/ 57954 h 1061675"/>
                <a:gd name="csX1105" fmla="*/ 868495 w 918148"/>
                <a:gd name="csY1105" fmla="*/ 58517 h 1061675"/>
                <a:gd name="csX1106" fmla="*/ 869119 w 918148"/>
                <a:gd name="csY1106" fmla="*/ 59263 h 1061675"/>
                <a:gd name="csX1107" fmla="*/ 869020 w 918148"/>
                <a:gd name="csY1107" fmla="*/ 60998 h 1061675"/>
                <a:gd name="csX1108" fmla="*/ 870002 w 918148"/>
                <a:gd name="csY1108" fmla="*/ 62915 h 1061675"/>
                <a:gd name="csX1109" fmla="*/ 869500 w 918148"/>
                <a:gd name="csY1109" fmla="*/ 63569 h 1061675"/>
                <a:gd name="csX1110" fmla="*/ 868495 w 918148"/>
                <a:gd name="csY1110" fmla="*/ 64452 h 1061675"/>
                <a:gd name="csX1111" fmla="*/ 868472 w 918148"/>
                <a:gd name="csY1111" fmla="*/ 65320 h 1061675"/>
                <a:gd name="csX1112" fmla="*/ 868800 w 918148"/>
                <a:gd name="csY1112" fmla="*/ 66278 h 1061675"/>
                <a:gd name="csX1113" fmla="*/ 869857 w 918148"/>
                <a:gd name="csY1113" fmla="*/ 67062 h 1061675"/>
                <a:gd name="csX1114" fmla="*/ 874042 w 918148"/>
                <a:gd name="csY1114" fmla="*/ 69755 h 1061675"/>
                <a:gd name="csX1115" fmla="*/ 874369 w 918148"/>
                <a:gd name="csY1115" fmla="*/ 70128 h 1061675"/>
                <a:gd name="csX1116" fmla="*/ 874308 w 918148"/>
                <a:gd name="csY1116" fmla="*/ 70409 h 1061675"/>
                <a:gd name="csX1117" fmla="*/ 872687 w 918148"/>
                <a:gd name="csY1117" fmla="*/ 72213 h 1061675"/>
                <a:gd name="csX1118" fmla="*/ 872520 w 918148"/>
                <a:gd name="csY1118" fmla="*/ 73324 h 1061675"/>
                <a:gd name="csX1119" fmla="*/ 872566 w 918148"/>
                <a:gd name="csY1119" fmla="*/ 75157 h 1061675"/>
                <a:gd name="csX1120" fmla="*/ 872794 w 918148"/>
                <a:gd name="csY1120" fmla="*/ 76344 h 1061675"/>
                <a:gd name="csX1121" fmla="*/ 873319 w 918148"/>
                <a:gd name="csY1121" fmla="*/ 76839 h 1061675"/>
                <a:gd name="csX1122" fmla="*/ 875419 w 918148"/>
                <a:gd name="csY1122" fmla="*/ 77394 h 1061675"/>
                <a:gd name="csX1123" fmla="*/ 878014 w 918148"/>
                <a:gd name="csY1123" fmla="*/ 81518 h 1061675"/>
                <a:gd name="csX1124" fmla="*/ 880509 w 918148"/>
                <a:gd name="csY1124" fmla="*/ 85406 h 1061675"/>
                <a:gd name="csX1125" fmla="*/ 880479 w 918148"/>
                <a:gd name="csY1125" fmla="*/ 88754 h 1061675"/>
                <a:gd name="csX1126" fmla="*/ 880737 w 918148"/>
                <a:gd name="csY1126" fmla="*/ 92665 h 1061675"/>
                <a:gd name="csX1127" fmla="*/ 882320 w 918148"/>
                <a:gd name="csY1127" fmla="*/ 95739 h 1061675"/>
                <a:gd name="csX1128" fmla="*/ 882541 w 918148"/>
                <a:gd name="csY1128" fmla="*/ 98196 h 1061675"/>
                <a:gd name="csX1129" fmla="*/ 883073 w 918148"/>
                <a:gd name="csY1129" fmla="*/ 100996 h 1061675"/>
                <a:gd name="csX1130" fmla="*/ 884960 w 918148"/>
                <a:gd name="csY1130" fmla="*/ 102700 h 1061675"/>
                <a:gd name="csX1131" fmla="*/ 885698 w 918148"/>
                <a:gd name="csY1131" fmla="*/ 106063 h 1061675"/>
                <a:gd name="csX1132" fmla="*/ 885888 w 918148"/>
                <a:gd name="csY1132" fmla="*/ 107859 h 1061675"/>
                <a:gd name="csX1133" fmla="*/ 885774 w 918148"/>
                <a:gd name="csY1133" fmla="*/ 109038 h 1061675"/>
                <a:gd name="csX1134" fmla="*/ 887243 w 918148"/>
                <a:gd name="csY1134" fmla="*/ 112705 h 1061675"/>
                <a:gd name="csX1135" fmla="*/ 887410 w 918148"/>
                <a:gd name="csY1135" fmla="*/ 115863 h 1061675"/>
                <a:gd name="csX1136" fmla="*/ 887060 w 918148"/>
                <a:gd name="csY1136" fmla="*/ 118130 h 1061675"/>
                <a:gd name="csX1137" fmla="*/ 887075 w 918148"/>
                <a:gd name="csY1137" fmla="*/ 119401 h 1061675"/>
                <a:gd name="csX1138" fmla="*/ 887281 w 918148"/>
                <a:gd name="csY1138" fmla="*/ 120291 h 1061675"/>
                <a:gd name="csX1139" fmla="*/ 888544 w 918148"/>
                <a:gd name="csY1139" fmla="*/ 121090 h 1061675"/>
                <a:gd name="csX1140" fmla="*/ 889099 w 918148"/>
                <a:gd name="csY1140" fmla="*/ 121593 h 1061675"/>
                <a:gd name="csX1141" fmla="*/ 890956 w 918148"/>
                <a:gd name="csY1141" fmla="*/ 121813 h 1061675"/>
                <a:gd name="csX1142" fmla="*/ 893672 w 918148"/>
                <a:gd name="csY1142" fmla="*/ 121866 h 1061675"/>
                <a:gd name="csX1143" fmla="*/ 898321 w 918148"/>
                <a:gd name="csY1143" fmla="*/ 121029 h 1061675"/>
                <a:gd name="csX1144" fmla="*/ 901950 w 918148"/>
                <a:gd name="csY1144" fmla="*/ 120299 h 1061675"/>
                <a:gd name="csX1145" fmla="*/ 3294 w 918148"/>
                <a:gd name="csY1145" fmla="*/ 221516 h 1061675"/>
                <a:gd name="csX1146" fmla="*/ 0 w 918148"/>
                <a:gd name="csY1146" fmla="*/ 222254 h 1061675"/>
                <a:gd name="csX1147" fmla="*/ 106 w 918148"/>
                <a:gd name="csY1147" fmla="*/ 220938 h 1061675"/>
                <a:gd name="csX1148" fmla="*/ 936 w 918148"/>
                <a:gd name="csY1148" fmla="*/ 219796 h 1061675"/>
                <a:gd name="csX1149" fmla="*/ 3371 w 918148"/>
                <a:gd name="csY1149" fmla="*/ 220450 h 1061675"/>
                <a:gd name="csX1150" fmla="*/ 4512 w 918148"/>
                <a:gd name="csY1150" fmla="*/ 220572 h 1061675"/>
                <a:gd name="csX1151" fmla="*/ 3294 w 918148"/>
                <a:gd name="csY1151" fmla="*/ 221516 h 1061675"/>
                <a:gd name="csX1152" fmla="*/ 654055 w 918148"/>
                <a:gd name="csY1152" fmla="*/ 381919 h 1061675"/>
                <a:gd name="csX1153" fmla="*/ 650228 w 918148"/>
                <a:gd name="csY1153" fmla="*/ 382467 h 1061675"/>
                <a:gd name="csX1154" fmla="*/ 650099 w 918148"/>
                <a:gd name="csY1154" fmla="*/ 382307 h 1061675"/>
                <a:gd name="csX1155" fmla="*/ 650320 w 918148"/>
                <a:gd name="csY1155" fmla="*/ 381858 h 1061675"/>
                <a:gd name="csX1156" fmla="*/ 651194 w 918148"/>
                <a:gd name="csY1156" fmla="*/ 381075 h 1061675"/>
                <a:gd name="csX1157" fmla="*/ 652260 w 918148"/>
                <a:gd name="csY1157" fmla="*/ 380124 h 1061675"/>
                <a:gd name="csX1158" fmla="*/ 652488 w 918148"/>
                <a:gd name="csY1158" fmla="*/ 380093 h 1061675"/>
                <a:gd name="csX1159" fmla="*/ 652884 w 918148"/>
                <a:gd name="csY1159" fmla="*/ 380169 h 1061675"/>
                <a:gd name="csX1160" fmla="*/ 653325 w 918148"/>
                <a:gd name="csY1160" fmla="*/ 380344 h 1061675"/>
                <a:gd name="csX1161" fmla="*/ 654466 w 918148"/>
                <a:gd name="csY1161" fmla="*/ 380983 h 1061675"/>
                <a:gd name="csX1162" fmla="*/ 654801 w 918148"/>
                <a:gd name="csY1162" fmla="*/ 381425 h 1061675"/>
                <a:gd name="csX1163" fmla="*/ 654679 w 918148"/>
                <a:gd name="csY1163" fmla="*/ 381790 h 1061675"/>
                <a:gd name="csX1164" fmla="*/ 654055 w 918148"/>
                <a:gd name="csY1164" fmla="*/ 381919 h 1061675"/>
                <a:gd name="csX1165" fmla="*/ 761473 w 918148"/>
                <a:gd name="csY1165" fmla="*/ 646187 h 1061675"/>
                <a:gd name="csX1166" fmla="*/ 759868 w 918148"/>
                <a:gd name="csY1166" fmla="*/ 646804 h 1061675"/>
                <a:gd name="csX1167" fmla="*/ 758369 w 918148"/>
                <a:gd name="csY1167" fmla="*/ 646956 h 1061675"/>
                <a:gd name="csX1168" fmla="*/ 756847 w 918148"/>
                <a:gd name="csY1168" fmla="*/ 646507 h 1061675"/>
                <a:gd name="csX1169" fmla="*/ 754184 w 918148"/>
                <a:gd name="csY1169" fmla="*/ 646545 h 1061675"/>
                <a:gd name="csX1170" fmla="*/ 751536 w 918148"/>
                <a:gd name="csY1170" fmla="*/ 645404 h 1061675"/>
                <a:gd name="csX1171" fmla="*/ 749048 w 918148"/>
                <a:gd name="csY1171" fmla="*/ 643791 h 1061675"/>
                <a:gd name="csX1172" fmla="*/ 748356 w 918148"/>
                <a:gd name="csY1172" fmla="*/ 642854 h 1061675"/>
                <a:gd name="csX1173" fmla="*/ 748660 w 918148"/>
                <a:gd name="csY1173" fmla="*/ 641516 h 1061675"/>
                <a:gd name="csX1174" fmla="*/ 750448 w 918148"/>
                <a:gd name="csY1174" fmla="*/ 638419 h 1061675"/>
                <a:gd name="csX1175" fmla="*/ 752153 w 918148"/>
                <a:gd name="csY1175" fmla="*/ 632576 h 1061675"/>
                <a:gd name="csX1176" fmla="*/ 753286 w 918148"/>
                <a:gd name="csY1176" fmla="*/ 624229 h 1061675"/>
                <a:gd name="csX1177" fmla="*/ 752373 w 918148"/>
                <a:gd name="csY1177" fmla="*/ 621071 h 1061675"/>
                <a:gd name="csX1178" fmla="*/ 752487 w 918148"/>
                <a:gd name="csY1178" fmla="*/ 619770 h 1061675"/>
                <a:gd name="csX1179" fmla="*/ 752906 w 918148"/>
                <a:gd name="csY1179" fmla="*/ 618195 h 1061675"/>
                <a:gd name="csX1180" fmla="*/ 753111 w 918148"/>
                <a:gd name="csY1180" fmla="*/ 616583 h 1061675"/>
                <a:gd name="csX1181" fmla="*/ 752982 w 918148"/>
                <a:gd name="csY1181" fmla="*/ 614954 h 1061675"/>
                <a:gd name="csX1182" fmla="*/ 753195 w 918148"/>
                <a:gd name="csY1182" fmla="*/ 613447 h 1061675"/>
                <a:gd name="csX1183" fmla="*/ 755074 w 918148"/>
                <a:gd name="csY1183" fmla="*/ 610275 h 1061675"/>
                <a:gd name="csX1184" fmla="*/ 755356 w 918148"/>
                <a:gd name="csY1184" fmla="*/ 608852 h 1061675"/>
                <a:gd name="csX1185" fmla="*/ 755409 w 918148"/>
                <a:gd name="csY1185" fmla="*/ 607307 h 1061675"/>
                <a:gd name="csX1186" fmla="*/ 756223 w 918148"/>
                <a:gd name="csY1186" fmla="*/ 604120 h 1061675"/>
                <a:gd name="csX1187" fmla="*/ 755972 w 918148"/>
                <a:gd name="csY1187" fmla="*/ 603062 h 1061675"/>
                <a:gd name="csX1188" fmla="*/ 755280 w 918148"/>
                <a:gd name="csY1188" fmla="*/ 602172 h 1061675"/>
                <a:gd name="csX1189" fmla="*/ 755843 w 918148"/>
                <a:gd name="csY1189" fmla="*/ 601388 h 1061675"/>
                <a:gd name="csX1190" fmla="*/ 762371 w 918148"/>
                <a:gd name="csY1190" fmla="*/ 603724 h 1061675"/>
                <a:gd name="csX1191" fmla="*/ 766708 w 918148"/>
                <a:gd name="csY1191" fmla="*/ 604264 h 1061675"/>
                <a:gd name="csX1192" fmla="*/ 766936 w 918148"/>
                <a:gd name="csY1192" fmla="*/ 606684 h 1061675"/>
                <a:gd name="csX1193" fmla="*/ 767773 w 918148"/>
                <a:gd name="csY1193" fmla="*/ 608586 h 1061675"/>
                <a:gd name="csX1194" fmla="*/ 768267 w 918148"/>
                <a:gd name="csY1194" fmla="*/ 611994 h 1061675"/>
                <a:gd name="csX1195" fmla="*/ 768945 w 918148"/>
                <a:gd name="csY1195" fmla="*/ 612770 h 1061675"/>
                <a:gd name="csX1196" fmla="*/ 768595 w 918148"/>
                <a:gd name="csY1196" fmla="*/ 615213 h 1061675"/>
                <a:gd name="csX1197" fmla="*/ 766594 w 918148"/>
                <a:gd name="csY1197" fmla="*/ 616271 h 1061675"/>
                <a:gd name="csX1198" fmla="*/ 766769 w 918148"/>
                <a:gd name="csY1198" fmla="*/ 618522 h 1061675"/>
                <a:gd name="csX1199" fmla="*/ 767918 w 918148"/>
                <a:gd name="csY1199" fmla="*/ 620646 h 1061675"/>
                <a:gd name="csX1200" fmla="*/ 766244 w 918148"/>
                <a:gd name="csY1200" fmla="*/ 621406 h 1061675"/>
                <a:gd name="csX1201" fmla="*/ 764433 w 918148"/>
                <a:gd name="csY1201" fmla="*/ 621863 h 1061675"/>
                <a:gd name="csX1202" fmla="*/ 764014 w 918148"/>
                <a:gd name="csY1202" fmla="*/ 622456 h 1061675"/>
                <a:gd name="csX1203" fmla="*/ 762706 w 918148"/>
                <a:gd name="csY1203" fmla="*/ 622920 h 1061675"/>
                <a:gd name="csX1204" fmla="*/ 761115 w 918148"/>
                <a:gd name="csY1204" fmla="*/ 624100 h 1061675"/>
                <a:gd name="csX1205" fmla="*/ 761595 w 918148"/>
                <a:gd name="csY1205" fmla="*/ 625150 h 1061675"/>
                <a:gd name="csX1206" fmla="*/ 763596 w 918148"/>
                <a:gd name="csY1206" fmla="*/ 627531 h 1061675"/>
                <a:gd name="csX1207" fmla="*/ 765833 w 918148"/>
                <a:gd name="csY1207" fmla="*/ 629190 h 1061675"/>
                <a:gd name="csX1208" fmla="*/ 767058 w 918148"/>
                <a:gd name="csY1208" fmla="*/ 631670 h 1061675"/>
                <a:gd name="csX1209" fmla="*/ 768648 w 918148"/>
                <a:gd name="csY1209" fmla="*/ 634265 h 1061675"/>
                <a:gd name="csX1210" fmla="*/ 767872 w 918148"/>
                <a:gd name="csY1210" fmla="*/ 635916 h 1061675"/>
                <a:gd name="csX1211" fmla="*/ 766419 w 918148"/>
                <a:gd name="csY1211" fmla="*/ 638259 h 1061675"/>
                <a:gd name="csX1212" fmla="*/ 764098 w 918148"/>
                <a:gd name="csY1212" fmla="*/ 639819 h 1061675"/>
                <a:gd name="csX1213" fmla="*/ 761960 w 918148"/>
                <a:gd name="csY1213" fmla="*/ 640755 h 1061675"/>
                <a:gd name="csX1214" fmla="*/ 762211 w 918148"/>
                <a:gd name="csY1214" fmla="*/ 644612 h 1061675"/>
                <a:gd name="csX1215" fmla="*/ 761473 w 918148"/>
                <a:gd name="csY1215" fmla="*/ 646187 h 1061675"/>
                <a:gd name="csX1216" fmla="*/ 742360 w 918148"/>
                <a:gd name="csY1216" fmla="*/ 653864 h 1061675"/>
                <a:gd name="csX1217" fmla="*/ 739340 w 918148"/>
                <a:gd name="csY1217" fmla="*/ 654382 h 1061675"/>
                <a:gd name="csX1218" fmla="*/ 738655 w 918148"/>
                <a:gd name="csY1218" fmla="*/ 653507 h 1061675"/>
                <a:gd name="csX1219" fmla="*/ 738663 w 918148"/>
                <a:gd name="csY1219" fmla="*/ 652761 h 1061675"/>
                <a:gd name="csX1220" fmla="*/ 739180 w 918148"/>
                <a:gd name="csY1220" fmla="*/ 652153 h 1061675"/>
                <a:gd name="csX1221" fmla="*/ 740732 w 918148"/>
                <a:gd name="csY1221" fmla="*/ 651749 h 1061675"/>
                <a:gd name="csX1222" fmla="*/ 741744 w 918148"/>
                <a:gd name="csY1222" fmla="*/ 652251 h 1061675"/>
                <a:gd name="csX1223" fmla="*/ 742277 w 918148"/>
                <a:gd name="csY1223" fmla="*/ 652967 h 1061675"/>
                <a:gd name="csX1224" fmla="*/ 742444 w 918148"/>
                <a:gd name="csY1224" fmla="*/ 653621 h 1061675"/>
                <a:gd name="csX1225" fmla="*/ 742360 w 918148"/>
                <a:gd name="csY1225" fmla="*/ 653864 h 1061675"/>
                <a:gd name="csX1226" fmla="*/ 760682 w 918148"/>
                <a:gd name="csY1226" fmla="*/ 660324 h 1061675"/>
                <a:gd name="csX1227" fmla="*/ 761131 w 918148"/>
                <a:gd name="csY1227" fmla="*/ 661777 h 1061675"/>
                <a:gd name="csX1228" fmla="*/ 760187 w 918148"/>
                <a:gd name="csY1228" fmla="*/ 661975 h 1061675"/>
                <a:gd name="csX1229" fmla="*/ 758681 w 918148"/>
                <a:gd name="csY1229" fmla="*/ 661747 h 1061675"/>
                <a:gd name="csX1230" fmla="*/ 757950 w 918148"/>
                <a:gd name="csY1230" fmla="*/ 662896 h 1061675"/>
                <a:gd name="csX1231" fmla="*/ 757577 w 918148"/>
                <a:gd name="csY1231" fmla="*/ 663124 h 1061675"/>
                <a:gd name="csX1232" fmla="*/ 754116 w 918148"/>
                <a:gd name="csY1232" fmla="*/ 662104 h 1061675"/>
                <a:gd name="csX1233" fmla="*/ 753575 w 918148"/>
                <a:gd name="csY1233" fmla="*/ 661648 h 1061675"/>
                <a:gd name="csX1234" fmla="*/ 753644 w 918148"/>
                <a:gd name="csY1234" fmla="*/ 660134 h 1061675"/>
                <a:gd name="csX1235" fmla="*/ 757334 w 918148"/>
                <a:gd name="csY1235" fmla="*/ 660004 h 1061675"/>
                <a:gd name="csX1236" fmla="*/ 759685 w 918148"/>
                <a:gd name="csY1236" fmla="*/ 659038 h 1061675"/>
                <a:gd name="csX1237" fmla="*/ 760012 w 918148"/>
                <a:gd name="csY1237" fmla="*/ 659190 h 1061675"/>
                <a:gd name="csX1238" fmla="*/ 760682 w 918148"/>
                <a:gd name="csY1238" fmla="*/ 660324 h 1061675"/>
                <a:gd name="csX1239" fmla="*/ 762287 w 918148"/>
                <a:gd name="csY1239" fmla="*/ 677139 h 1061675"/>
                <a:gd name="csX1240" fmla="*/ 761237 w 918148"/>
                <a:gd name="csY1240" fmla="*/ 678417 h 1061675"/>
                <a:gd name="csX1241" fmla="*/ 759579 w 918148"/>
                <a:gd name="csY1241" fmla="*/ 678645 h 1061675"/>
                <a:gd name="csX1242" fmla="*/ 756999 w 918148"/>
                <a:gd name="csY1242" fmla="*/ 680129 h 1061675"/>
                <a:gd name="csX1243" fmla="*/ 756725 w 918148"/>
                <a:gd name="csY1243" fmla="*/ 681415 h 1061675"/>
                <a:gd name="csX1244" fmla="*/ 756596 w 918148"/>
                <a:gd name="csY1244" fmla="*/ 682997 h 1061675"/>
                <a:gd name="csX1245" fmla="*/ 758376 w 918148"/>
                <a:gd name="csY1245" fmla="*/ 684907 h 1061675"/>
                <a:gd name="csX1246" fmla="*/ 759259 w 918148"/>
                <a:gd name="csY1246" fmla="*/ 687129 h 1061675"/>
                <a:gd name="csX1247" fmla="*/ 760317 w 918148"/>
                <a:gd name="csY1247" fmla="*/ 690461 h 1061675"/>
                <a:gd name="csX1248" fmla="*/ 761085 w 918148"/>
                <a:gd name="csY1248" fmla="*/ 693642 h 1061675"/>
                <a:gd name="csX1249" fmla="*/ 761016 w 918148"/>
                <a:gd name="csY1249" fmla="*/ 694623 h 1061675"/>
                <a:gd name="csX1250" fmla="*/ 761207 w 918148"/>
                <a:gd name="csY1250" fmla="*/ 696282 h 1061675"/>
                <a:gd name="csX1251" fmla="*/ 762477 w 918148"/>
                <a:gd name="csY1251" fmla="*/ 698854 h 1061675"/>
                <a:gd name="csX1252" fmla="*/ 762599 w 918148"/>
                <a:gd name="csY1252" fmla="*/ 700018 h 1061675"/>
                <a:gd name="csX1253" fmla="*/ 762455 w 918148"/>
                <a:gd name="csY1253" fmla="*/ 701174 h 1061675"/>
                <a:gd name="csX1254" fmla="*/ 761945 w 918148"/>
                <a:gd name="csY1254" fmla="*/ 703320 h 1061675"/>
                <a:gd name="csX1255" fmla="*/ 761541 w 918148"/>
                <a:gd name="csY1255" fmla="*/ 703609 h 1061675"/>
                <a:gd name="csX1256" fmla="*/ 760286 w 918148"/>
                <a:gd name="csY1256" fmla="*/ 703822 h 1061675"/>
                <a:gd name="csX1257" fmla="*/ 760187 w 918148"/>
                <a:gd name="csY1257" fmla="*/ 705123 h 1061675"/>
                <a:gd name="csX1258" fmla="*/ 759875 w 918148"/>
                <a:gd name="csY1258" fmla="*/ 705549 h 1061675"/>
                <a:gd name="csX1259" fmla="*/ 756299 w 918148"/>
                <a:gd name="csY1259" fmla="*/ 705686 h 1061675"/>
                <a:gd name="csX1260" fmla="*/ 754534 w 918148"/>
                <a:gd name="csY1260" fmla="*/ 705093 h 1061675"/>
                <a:gd name="csX1261" fmla="*/ 754747 w 918148"/>
                <a:gd name="csY1261" fmla="*/ 701174 h 1061675"/>
                <a:gd name="csX1262" fmla="*/ 752487 w 918148"/>
                <a:gd name="csY1262" fmla="*/ 699637 h 1061675"/>
                <a:gd name="csX1263" fmla="*/ 750935 w 918148"/>
                <a:gd name="csY1263" fmla="*/ 697051 h 1061675"/>
                <a:gd name="csX1264" fmla="*/ 749185 w 918148"/>
                <a:gd name="csY1264" fmla="*/ 692592 h 1061675"/>
                <a:gd name="csX1265" fmla="*/ 747717 w 918148"/>
                <a:gd name="csY1265" fmla="*/ 691223 h 1061675"/>
                <a:gd name="csX1266" fmla="*/ 746005 w 918148"/>
                <a:gd name="csY1266" fmla="*/ 687707 h 1061675"/>
                <a:gd name="csX1267" fmla="*/ 743464 w 918148"/>
                <a:gd name="csY1267" fmla="*/ 684709 h 1061675"/>
                <a:gd name="csX1268" fmla="*/ 746393 w 918148"/>
                <a:gd name="csY1268" fmla="*/ 682807 h 1061675"/>
                <a:gd name="csX1269" fmla="*/ 745936 w 918148"/>
                <a:gd name="csY1269" fmla="*/ 679490 h 1061675"/>
                <a:gd name="csX1270" fmla="*/ 747648 w 918148"/>
                <a:gd name="csY1270" fmla="*/ 678356 h 1061675"/>
                <a:gd name="csX1271" fmla="*/ 750220 w 918148"/>
                <a:gd name="csY1271" fmla="*/ 677169 h 1061675"/>
                <a:gd name="csX1272" fmla="*/ 752115 w 918148"/>
                <a:gd name="csY1272" fmla="*/ 678105 h 1061675"/>
                <a:gd name="csX1273" fmla="*/ 753819 w 918148"/>
                <a:gd name="csY1273" fmla="*/ 677778 h 1061675"/>
                <a:gd name="csX1274" fmla="*/ 754580 w 918148"/>
                <a:gd name="csY1274" fmla="*/ 676987 h 1061675"/>
                <a:gd name="csX1275" fmla="*/ 754352 w 918148"/>
                <a:gd name="csY1275" fmla="*/ 673609 h 1061675"/>
                <a:gd name="csX1276" fmla="*/ 754892 w 918148"/>
                <a:gd name="csY1276" fmla="*/ 670953 h 1061675"/>
                <a:gd name="csX1277" fmla="*/ 756771 w 918148"/>
                <a:gd name="csY1277" fmla="*/ 669583 h 1061675"/>
                <a:gd name="csX1278" fmla="*/ 758795 w 918148"/>
                <a:gd name="csY1278" fmla="*/ 669424 h 1061675"/>
                <a:gd name="csX1279" fmla="*/ 759556 w 918148"/>
                <a:gd name="csY1279" fmla="*/ 670923 h 1061675"/>
                <a:gd name="csX1280" fmla="*/ 760553 w 918148"/>
                <a:gd name="csY1280" fmla="*/ 672399 h 1061675"/>
                <a:gd name="csX1281" fmla="*/ 763002 w 918148"/>
                <a:gd name="csY1281" fmla="*/ 673563 h 1061675"/>
                <a:gd name="csX1282" fmla="*/ 762995 w 918148"/>
                <a:gd name="csY1282" fmla="*/ 675085 h 1061675"/>
                <a:gd name="csX1283" fmla="*/ 762287 w 918148"/>
                <a:gd name="csY1283" fmla="*/ 677139 h 1061675"/>
                <a:gd name="csX1284" fmla="*/ 778288 w 918148"/>
                <a:gd name="csY1284" fmla="*/ 688658 h 1061675"/>
                <a:gd name="csX1285" fmla="*/ 773114 w 918148"/>
                <a:gd name="csY1285" fmla="*/ 691055 h 1061675"/>
                <a:gd name="csX1286" fmla="*/ 770520 w 918148"/>
                <a:gd name="csY1286" fmla="*/ 690248 h 1061675"/>
                <a:gd name="csX1287" fmla="*/ 769515 w 918148"/>
                <a:gd name="csY1287" fmla="*/ 688483 h 1061675"/>
                <a:gd name="csX1288" fmla="*/ 769028 w 918148"/>
                <a:gd name="csY1288" fmla="*/ 686999 h 1061675"/>
                <a:gd name="csX1289" fmla="*/ 768496 w 918148"/>
                <a:gd name="csY1289" fmla="*/ 684489 h 1061675"/>
                <a:gd name="csX1290" fmla="*/ 769379 w 918148"/>
                <a:gd name="csY1290" fmla="*/ 683142 h 1061675"/>
                <a:gd name="csX1291" fmla="*/ 771281 w 918148"/>
                <a:gd name="csY1291" fmla="*/ 681209 h 1061675"/>
                <a:gd name="csX1292" fmla="*/ 771981 w 918148"/>
                <a:gd name="csY1292" fmla="*/ 679962 h 1061675"/>
                <a:gd name="csX1293" fmla="*/ 772323 w 918148"/>
                <a:gd name="csY1293" fmla="*/ 678493 h 1061675"/>
                <a:gd name="csX1294" fmla="*/ 772201 w 918148"/>
                <a:gd name="csY1294" fmla="*/ 677124 h 1061675"/>
                <a:gd name="csX1295" fmla="*/ 772445 w 918148"/>
                <a:gd name="csY1295" fmla="*/ 675815 h 1061675"/>
                <a:gd name="csX1296" fmla="*/ 773563 w 918148"/>
                <a:gd name="csY1296" fmla="*/ 675359 h 1061675"/>
                <a:gd name="csX1297" fmla="*/ 777390 w 918148"/>
                <a:gd name="csY1297" fmla="*/ 676819 h 1061675"/>
                <a:gd name="csX1298" fmla="*/ 781362 w 918148"/>
                <a:gd name="csY1298" fmla="*/ 679010 h 1061675"/>
                <a:gd name="csX1299" fmla="*/ 782777 w 918148"/>
                <a:gd name="csY1299" fmla="*/ 680525 h 1061675"/>
                <a:gd name="csX1300" fmla="*/ 783043 w 918148"/>
                <a:gd name="csY1300" fmla="*/ 681735 h 1061675"/>
                <a:gd name="csX1301" fmla="*/ 781309 w 918148"/>
                <a:gd name="csY1301" fmla="*/ 684405 h 1061675"/>
                <a:gd name="csX1302" fmla="*/ 780198 w 918148"/>
                <a:gd name="csY1302" fmla="*/ 686604 h 1061675"/>
                <a:gd name="csX1303" fmla="*/ 778288 w 918148"/>
                <a:gd name="csY1303" fmla="*/ 688658 h 1061675"/>
                <a:gd name="csX1304" fmla="*/ 764494 w 918148"/>
                <a:gd name="csY1304" fmla="*/ 689899 h 1061675"/>
                <a:gd name="csX1305" fmla="*/ 763794 w 918148"/>
                <a:gd name="csY1305" fmla="*/ 690241 h 1061675"/>
                <a:gd name="csX1306" fmla="*/ 763162 w 918148"/>
                <a:gd name="csY1306" fmla="*/ 690187 h 1061675"/>
                <a:gd name="csX1307" fmla="*/ 762516 w 918148"/>
                <a:gd name="csY1307" fmla="*/ 689160 h 1061675"/>
                <a:gd name="csX1308" fmla="*/ 762302 w 918148"/>
                <a:gd name="csY1308" fmla="*/ 687806 h 1061675"/>
                <a:gd name="csX1309" fmla="*/ 760910 w 918148"/>
                <a:gd name="csY1309" fmla="*/ 685782 h 1061675"/>
                <a:gd name="csX1310" fmla="*/ 760514 w 918148"/>
                <a:gd name="csY1310" fmla="*/ 684831 h 1061675"/>
                <a:gd name="csX1311" fmla="*/ 760545 w 918148"/>
                <a:gd name="csY1311" fmla="*/ 683690 h 1061675"/>
                <a:gd name="csX1312" fmla="*/ 761344 w 918148"/>
                <a:gd name="csY1312" fmla="*/ 682054 h 1061675"/>
                <a:gd name="csX1313" fmla="*/ 762531 w 918148"/>
                <a:gd name="csY1313" fmla="*/ 681605 h 1061675"/>
                <a:gd name="csX1314" fmla="*/ 763330 w 918148"/>
                <a:gd name="csY1314" fmla="*/ 681666 h 1061675"/>
                <a:gd name="csX1315" fmla="*/ 764296 w 918148"/>
                <a:gd name="csY1315" fmla="*/ 683591 h 1061675"/>
                <a:gd name="csX1316" fmla="*/ 764577 w 918148"/>
                <a:gd name="csY1316" fmla="*/ 685683 h 1061675"/>
                <a:gd name="csX1317" fmla="*/ 764828 w 918148"/>
                <a:gd name="csY1317" fmla="*/ 687844 h 1061675"/>
                <a:gd name="csX1318" fmla="*/ 764494 w 918148"/>
                <a:gd name="csY1318" fmla="*/ 689899 h 1061675"/>
                <a:gd name="csX1319" fmla="*/ 734379 w 918148"/>
                <a:gd name="csY1319" fmla="*/ 691960 h 1061675"/>
                <a:gd name="csX1320" fmla="*/ 733846 w 918148"/>
                <a:gd name="csY1320" fmla="*/ 692447 h 1061675"/>
                <a:gd name="csX1321" fmla="*/ 733184 w 918148"/>
                <a:gd name="csY1321" fmla="*/ 692303 h 1061675"/>
                <a:gd name="csX1322" fmla="*/ 732637 w 918148"/>
                <a:gd name="csY1322" fmla="*/ 691352 h 1061675"/>
                <a:gd name="csX1323" fmla="*/ 732256 w 918148"/>
                <a:gd name="csY1323" fmla="*/ 689723 h 1061675"/>
                <a:gd name="csX1324" fmla="*/ 733002 w 918148"/>
                <a:gd name="csY1324" fmla="*/ 689107 h 1061675"/>
                <a:gd name="csX1325" fmla="*/ 733595 w 918148"/>
                <a:gd name="csY1325" fmla="*/ 689107 h 1061675"/>
                <a:gd name="csX1326" fmla="*/ 734257 w 918148"/>
                <a:gd name="csY1326" fmla="*/ 689975 h 1061675"/>
                <a:gd name="csX1327" fmla="*/ 734600 w 918148"/>
                <a:gd name="csY1327" fmla="*/ 691374 h 1061675"/>
                <a:gd name="csX1328" fmla="*/ 734379 w 918148"/>
                <a:gd name="csY1328" fmla="*/ 691960 h 1061675"/>
                <a:gd name="csX1329" fmla="*/ 749961 w 918148"/>
                <a:gd name="csY1329" fmla="*/ 716201 h 1061675"/>
                <a:gd name="csX1330" fmla="*/ 748774 w 918148"/>
                <a:gd name="csY1330" fmla="*/ 717556 h 1061675"/>
                <a:gd name="csX1331" fmla="*/ 746705 w 918148"/>
                <a:gd name="csY1331" fmla="*/ 718202 h 1061675"/>
                <a:gd name="csX1332" fmla="*/ 744651 w 918148"/>
                <a:gd name="csY1332" fmla="*/ 717145 h 1061675"/>
                <a:gd name="csX1333" fmla="*/ 742170 w 918148"/>
                <a:gd name="csY1333" fmla="*/ 717639 h 1061675"/>
                <a:gd name="csX1334" fmla="*/ 741911 w 918148"/>
                <a:gd name="csY1334" fmla="*/ 715319 h 1061675"/>
                <a:gd name="csX1335" fmla="*/ 742840 w 918148"/>
                <a:gd name="csY1335" fmla="*/ 713417 h 1061675"/>
                <a:gd name="csX1336" fmla="*/ 744719 w 918148"/>
                <a:gd name="csY1336" fmla="*/ 711157 h 1061675"/>
                <a:gd name="csX1337" fmla="*/ 746081 w 918148"/>
                <a:gd name="csY1337" fmla="*/ 708136 h 1061675"/>
                <a:gd name="csX1338" fmla="*/ 745921 w 918148"/>
                <a:gd name="csY1338" fmla="*/ 703875 h 1061675"/>
                <a:gd name="csX1339" fmla="*/ 747040 w 918148"/>
                <a:gd name="csY1339" fmla="*/ 702901 h 1061675"/>
                <a:gd name="csX1340" fmla="*/ 747641 w 918148"/>
                <a:gd name="csY1340" fmla="*/ 701402 h 1061675"/>
                <a:gd name="csX1341" fmla="*/ 750022 w 918148"/>
                <a:gd name="csY1341" fmla="*/ 700482 h 1061675"/>
                <a:gd name="csX1342" fmla="*/ 750562 w 918148"/>
                <a:gd name="csY1342" fmla="*/ 703647 h 1061675"/>
                <a:gd name="csX1343" fmla="*/ 749923 w 918148"/>
                <a:gd name="csY1343" fmla="*/ 709308 h 1061675"/>
                <a:gd name="csX1344" fmla="*/ 751529 w 918148"/>
                <a:gd name="csY1344" fmla="*/ 712656 h 1061675"/>
                <a:gd name="csX1345" fmla="*/ 751757 w 918148"/>
                <a:gd name="csY1345" fmla="*/ 713774 h 1061675"/>
                <a:gd name="csX1346" fmla="*/ 751445 w 918148"/>
                <a:gd name="csY1346" fmla="*/ 715060 h 1061675"/>
                <a:gd name="csX1347" fmla="*/ 749961 w 918148"/>
                <a:gd name="csY1347" fmla="*/ 716201 h 1061675"/>
                <a:gd name="csX1348" fmla="*/ 732888 w 918148"/>
                <a:gd name="csY1348" fmla="*/ 782906 h 1061675"/>
                <a:gd name="csX1349" fmla="*/ 731313 w 918148"/>
                <a:gd name="csY1349" fmla="*/ 783316 h 1061675"/>
                <a:gd name="csX1350" fmla="*/ 731130 w 918148"/>
                <a:gd name="csY1350" fmla="*/ 782281 h 1061675"/>
                <a:gd name="csX1351" fmla="*/ 729707 w 918148"/>
                <a:gd name="csY1351" fmla="*/ 780562 h 1061675"/>
                <a:gd name="csX1352" fmla="*/ 730947 w 918148"/>
                <a:gd name="csY1352" fmla="*/ 779428 h 1061675"/>
                <a:gd name="csX1353" fmla="*/ 733367 w 918148"/>
                <a:gd name="csY1353" fmla="*/ 778249 h 1061675"/>
                <a:gd name="csX1354" fmla="*/ 735201 w 918148"/>
                <a:gd name="csY1354" fmla="*/ 778386 h 1061675"/>
                <a:gd name="csX1355" fmla="*/ 736852 w 918148"/>
                <a:gd name="csY1355" fmla="*/ 779284 h 1061675"/>
                <a:gd name="csX1356" fmla="*/ 737073 w 918148"/>
                <a:gd name="csY1356" fmla="*/ 780341 h 1061675"/>
                <a:gd name="csX1357" fmla="*/ 734189 w 918148"/>
                <a:gd name="csY1357" fmla="*/ 781734 h 1061675"/>
                <a:gd name="csX1358" fmla="*/ 733481 w 918148"/>
                <a:gd name="csY1358" fmla="*/ 782502 h 1061675"/>
                <a:gd name="csX1359" fmla="*/ 732888 w 918148"/>
                <a:gd name="csY1359" fmla="*/ 782906 h 1061675"/>
                <a:gd name="csX1360" fmla="*/ 744521 w 918148"/>
                <a:gd name="csY1360" fmla="*/ 807009 h 1061675"/>
                <a:gd name="csX1361" fmla="*/ 744118 w 918148"/>
                <a:gd name="csY1361" fmla="*/ 807778 h 1061675"/>
                <a:gd name="csX1362" fmla="*/ 741485 w 918148"/>
                <a:gd name="csY1362" fmla="*/ 807306 h 1061675"/>
                <a:gd name="csX1363" fmla="*/ 736928 w 918148"/>
                <a:gd name="csY1363" fmla="*/ 808113 h 1061675"/>
                <a:gd name="csX1364" fmla="*/ 735010 w 918148"/>
                <a:gd name="csY1364" fmla="*/ 805191 h 1061675"/>
                <a:gd name="csX1365" fmla="*/ 734174 w 918148"/>
                <a:gd name="csY1365" fmla="*/ 800557 h 1061675"/>
                <a:gd name="csX1366" fmla="*/ 733603 w 918148"/>
                <a:gd name="csY1366" fmla="*/ 799606 h 1061675"/>
                <a:gd name="csX1367" fmla="*/ 732469 w 918148"/>
                <a:gd name="csY1367" fmla="*/ 796966 h 1061675"/>
                <a:gd name="csX1368" fmla="*/ 731899 w 918148"/>
                <a:gd name="csY1368" fmla="*/ 795239 h 1061675"/>
                <a:gd name="csX1369" fmla="*/ 730742 w 918148"/>
                <a:gd name="csY1369" fmla="*/ 792561 h 1061675"/>
                <a:gd name="csX1370" fmla="*/ 730293 w 918148"/>
                <a:gd name="csY1370" fmla="*/ 789753 h 1061675"/>
                <a:gd name="csX1371" fmla="*/ 730004 w 918148"/>
                <a:gd name="csY1371" fmla="*/ 788909 h 1061675"/>
                <a:gd name="csX1372" fmla="*/ 731046 w 918148"/>
                <a:gd name="csY1372" fmla="*/ 787243 h 1061675"/>
                <a:gd name="csX1373" fmla="*/ 735817 w 918148"/>
                <a:gd name="csY1373" fmla="*/ 785599 h 1061675"/>
                <a:gd name="csX1374" fmla="*/ 737514 w 918148"/>
                <a:gd name="csY1374" fmla="*/ 782944 h 1061675"/>
                <a:gd name="csX1375" fmla="*/ 738967 w 918148"/>
                <a:gd name="csY1375" fmla="*/ 783293 h 1061675"/>
                <a:gd name="csX1376" fmla="*/ 738564 w 918148"/>
                <a:gd name="csY1376" fmla="*/ 788711 h 1061675"/>
                <a:gd name="csX1377" fmla="*/ 739439 w 918148"/>
                <a:gd name="csY1377" fmla="*/ 790537 h 1061675"/>
                <a:gd name="csX1378" fmla="*/ 741059 w 918148"/>
                <a:gd name="csY1378" fmla="*/ 792059 h 1061675"/>
                <a:gd name="csX1379" fmla="*/ 741364 w 918148"/>
                <a:gd name="csY1379" fmla="*/ 792682 h 1061675"/>
                <a:gd name="csX1380" fmla="*/ 741637 w 918148"/>
                <a:gd name="csY1380" fmla="*/ 794607 h 1061675"/>
                <a:gd name="csX1381" fmla="*/ 742452 w 918148"/>
                <a:gd name="csY1381" fmla="*/ 797597 h 1061675"/>
                <a:gd name="csX1382" fmla="*/ 743502 w 918148"/>
                <a:gd name="csY1382" fmla="*/ 799005 h 1061675"/>
                <a:gd name="csX1383" fmla="*/ 743776 w 918148"/>
                <a:gd name="csY1383" fmla="*/ 799873 h 1061675"/>
                <a:gd name="csX1384" fmla="*/ 743821 w 918148"/>
                <a:gd name="csY1384" fmla="*/ 800610 h 1061675"/>
                <a:gd name="csX1385" fmla="*/ 743441 w 918148"/>
                <a:gd name="csY1385" fmla="*/ 801638 h 1061675"/>
                <a:gd name="csX1386" fmla="*/ 744521 w 918148"/>
                <a:gd name="csY1386" fmla="*/ 807009 h 1061675"/>
                <a:gd name="csX1387" fmla="*/ 724389 w 918148"/>
                <a:gd name="csY1387" fmla="*/ 812541 h 1061675"/>
                <a:gd name="csX1388" fmla="*/ 721985 w 918148"/>
                <a:gd name="csY1388" fmla="*/ 812579 h 1061675"/>
                <a:gd name="csX1389" fmla="*/ 721384 w 918148"/>
                <a:gd name="csY1389" fmla="*/ 806827 h 1061675"/>
                <a:gd name="csX1390" fmla="*/ 724214 w 918148"/>
                <a:gd name="csY1390" fmla="*/ 798564 h 1061675"/>
                <a:gd name="csX1391" fmla="*/ 724412 w 918148"/>
                <a:gd name="csY1391" fmla="*/ 795421 h 1061675"/>
                <a:gd name="csX1392" fmla="*/ 723461 w 918148"/>
                <a:gd name="csY1392" fmla="*/ 793055 h 1061675"/>
                <a:gd name="csX1393" fmla="*/ 723073 w 918148"/>
                <a:gd name="csY1393" fmla="*/ 791115 h 1061675"/>
                <a:gd name="csX1394" fmla="*/ 723308 w 918148"/>
                <a:gd name="csY1394" fmla="*/ 790324 h 1061675"/>
                <a:gd name="csX1395" fmla="*/ 726923 w 918148"/>
                <a:gd name="csY1395" fmla="*/ 788688 h 1061675"/>
                <a:gd name="csX1396" fmla="*/ 728049 w 918148"/>
                <a:gd name="csY1396" fmla="*/ 790423 h 1061675"/>
                <a:gd name="csX1397" fmla="*/ 729395 w 918148"/>
                <a:gd name="csY1397" fmla="*/ 795026 h 1061675"/>
                <a:gd name="csX1398" fmla="*/ 731952 w 918148"/>
                <a:gd name="csY1398" fmla="*/ 801646 h 1061675"/>
                <a:gd name="csX1399" fmla="*/ 731891 w 918148"/>
                <a:gd name="csY1399" fmla="*/ 807998 h 1061675"/>
                <a:gd name="csX1400" fmla="*/ 730468 w 918148"/>
                <a:gd name="csY1400" fmla="*/ 809566 h 1061675"/>
                <a:gd name="csX1401" fmla="*/ 726010 w 918148"/>
                <a:gd name="csY1401" fmla="*/ 811171 h 1061675"/>
                <a:gd name="csX1402" fmla="*/ 724389 w 918148"/>
                <a:gd name="csY1402" fmla="*/ 812541 h 1061675"/>
                <a:gd name="csX1403" fmla="*/ 746469 w 918148"/>
                <a:gd name="csY1403" fmla="*/ 825003 h 1061675"/>
                <a:gd name="csX1404" fmla="*/ 746667 w 918148"/>
                <a:gd name="csY1404" fmla="*/ 829789 h 1061675"/>
                <a:gd name="csX1405" fmla="*/ 746309 w 918148"/>
                <a:gd name="csY1405" fmla="*/ 834606 h 1061675"/>
                <a:gd name="csX1406" fmla="*/ 745488 w 918148"/>
                <a:gd name="csY1406" fmla="*/ 840540 h 1061675"/>
                <a:gd name="csX1407" fmla="*/ 745625 w 918148"/>
                <a:gd name="csY1407" fmla="*/ 841750 h 1061675"/>
                <a:gd name="csX1408" fmla="*/ 746583 w 918148"/>
                <a:gd name="csY1408" fmla="*/ 842039 h 1061675"/>
                <a:gd name="csX1409" fmla="*/ 746842 w 918148"/>
                <a:gd name="csY1409" fmla="*/ 842785 h 1061675"/>
                <a:gd name="csX1410" fmla="*/ 746560 w 918148"/>
                <a:gd name="csY1410" fmla="*/ 845920 h 1061675"/>
                <a:gd name="csX1411" fmla="*/ 746051 w 918148"/>
                <a:gd name="csY1411" fmla="*/ 848332 h 1061675"/>
                <a:gd name="csX1412" fmla="*/ 745054 w 918148"/>
                <a:gd name="csY1412" fmla="*/ 850310 h 1061675"/>
                <a:gd name="csX1413" fmla="*/ 744476 w 918148"/>
                <a:gd name="csY1413" fmla="*/ 852683 h 1061675"/>
                <a:gd name="csX1414" fmla="*/ 743943 w 918148"/>
                <a:gd name="csY1414" fmla="*/ 853209 h 1061675"/>
                <a:gd name="csX1415" fmla="*/ 741622 w 918148"/>
                <a:gd name="csY1415" fmla="*/ 853627 h 1061675"/>
                <a:gd name="csX1416" fmla="*/ 740352 w 918148"/>
                <a:gd name="csY1416" fmla="*/ 853368 h 1061675"/>
                <a:gd name="csX1417" fmla="*/ 739332 w 918148"/>
                <a:gd name="csY1417" fmla="*/ 850667 h 1061675"/>
                <a:gd name="csX1418" fmla="*/ 739036 w 918148"/>
                <a:gd name="csY1418" fmla="*/ 849009 h 1061675"/>
                <a:gd name="csX1419" fmla="*/ 739096 w 918148"/>
                <a:gd name="csY1419" fmla="*/ 846840 h 1061675"/>
                <a:gd name="csX1420" fmla="*/ 737841 w 918148"/>
                <a:gd name="csY1420" fmla="*/ 843934 h 1061675"/>
                <a:gd name="csX1421" fmla="*/ 737803 w 918148"/>
                <a:gd name="csY1421" fmla="*/ 842823 h 1061675"/>
                <a:gd name="csX1422" fmla="*/ 738290 w 918148"/>
                <a:gd name="csY1422" fmla="*/ 840913 h 1061675"/>
                <a:gd name="csX1423" fmla="*/ 739302 w 918148"/>
                <a:gd name="csY1423" fmla="*/ 839970 h 1061675"/>
                <a:gd name="csX1424" fmla="*/ 739454 w 918148"/>
                <a:gd name="csY1424" fmla="*/ 837033 h 1061675"/>
                <a:gd name="csX1425" fmla="*/ 739964 w 918148"/>
                <a:gd name="csY1425" fmla="*/ 836158 h 1061675"/>
                <a:gd name="csX1426" fmla="*/ 741112 w 918148"/>
                <a:gd name="csY1426" fmla="*/ 834948 h 1061675"/>
                <a:gd name="csX1427" fmla="*/ 741288 w 918148"/>
                <a:gd name="csY1427" fmla="*/ 834453 h 1061675"/>
                <a:gd name="csX1428" fmla="*/ 741181 w 918148"/>
                <a:gd name="csY1428" fmla="*/ 834020 h 1061675"/>
                <a:gd name="csX1429" fmla="*/ 740755 w 918148"/>
                <a:gd name="csY1429" fmla="*/ 833974 h 1061675"/>
                <a:gd name="csX1430" fmla="*/ 736137 w 918148"/>
                <a:gd name="csY1430" fmla="*/ 837596 h 1061675"/>
                <a:gd name="csX1431" fmla="*/ 735688 w 918148"/>
                <a:gd name="csY1431" fmla="*/ 838623 h 1061675"/>
                <a:gd name="csX1432" fmla="*/ 735482 w 918148"/>
                <a:gd name="csY1432" fmla="*/ 839985 h 1061675"/>
                <a:gd name="csX1433" fmla="*/ 735429 w 918148"/>
                <a:gd name="csY1433" fmla="*/ 844793 h 1061675"/>
                <a:gd name="csX1434" fmla="*/ 734615 w 918148"/>
                <a:gd name="csY1434" fmla="*/ 847578 h 1061675"/>
                <a:gd name="csX1435" fmla="*/ 733877 w 918148"/>
                <a:gd name="csY1435" fmla="*/ 848111 h 1061675"/>
                <a:gd name="csX1436" fmla="*/ 731724 w 918148"/>
                <a:gd name="csY1436" fmla="*/ 848233 h 1061675"/>
                <a:gd name="csX1437" fmla="*/ 728878 w 918148"/>
                <a:gd name="csY1437" fmla="*/ 847951 h 1061675"/>
                <a:gd name="csX1438" fmla="*/ 725652 w 918148"/>
                <a:gd name="csY1438" fmla="*/ 845395 h 1061675"/>
                <a:gd name="csX1439" fmla="*/ 723544 w 918148"/>
                <a:gd name="csY1439" fmla="*/ 846102 h 1061675"/>
                <a:gd name="csX1440" fmla="*/ 723111 w 918148"/>
                <a:gd name="csY1440" fmla="*/ 842998 h 1061675"/>
                <a:gd name="csX1441" fmla="*/ 724168 w 918148"/>
                <a:gd name="csY1441" fmla="*/ 840517 h 1061675"/>
                <a:gd name="csX1442" fmla="*/ 728094 w 918148"/>
                <a:gd name="csY1442" fmla="*/ 840730 h 1061675"/>
                <a:gd name="csX1443" fmla="*/ 728756 w 918148"/>
                <a:gd name="csY1443" fmla="*/ 836325 h 1061675"/>
                <a:gd name="csX1444" fmla="*/ 727508 w 918148"/>
                <a:gd name="csY1444" fmla="*/ 835291 h 1061675"/>
                <a:gd name="csX1445" fmla="*/ 726124 w 918148"/>
                <a:gd name="csY1445" fmla="*/ 833525 h 1061675"/>
                <a:gd name="csX1446" fmla="*/ 725302 w 918148"/>
                <a:gd name="csY1446" fmla="*/ 831905 h 1061675"/>
                <a:gd name="csX1447" fmla="*/ 726040 w 918148"/>
                <a:gd name="csY1447" fmla="*/ 830702 h 1061675"/>
                <a:gd name="csX1448" fmla="*/ 728315 w 918148"/>
                <a:gd name="csY1448" fmla="*/ 828960 h 1061675"/>
                <a:gd name="csX1449" fmla="*/ 729532 w 918148"/>
                <a:gd name="csY1449" fmla="*/ 828778 h 1061675"/>
                <a:gd name="csX1450" fmla="*/ 730658 w 918148"/>
                <a:gd name="csY1450" fmla="*/ 829751 h 1061675"/>
                <a:gd name="csX1451" fmla="*/ 733451 w 918148"/>
                <a:gd name="csY1451" fmla="*/ 829013 h 1061675"/>
                <a:gd name="csX1452" fmla="*/ 733291 w 918148"/>
                <a:gd name="csY1452" fmla="*/ 826251 h 1061675"/>
                <a:gd name="csX1453" fmla="*/ 730803 w 918148"/>
                <a:gd name="csY1453" fmla="*/ 825034 h 1061675"/>
                <a:gd name="csX1454" fmla="*/ 731358 w 918148"/>
                <a:gd name="csY1454" fmla="*/ 822942 h 1061675"/>
                <a:gd name="csX1455" fmla="*/ 734501 w 918148"/>
                <a:gd name="csY1455" fmla="*/ 820940 h 1061675"/>
                <a:gd name="csX1456" fmla="*/ 736380 w 918148"/>
                <a:gd name="csY1456" fmla="*/ 818925 h 1061675"/>
                <a:gd name="csX1457" fmla="*/ 736464 w 918148"/>
                <a:gd name="csY1457" fmla="*/ 816634 h 1061675"/>
                <a:gd name="csX1458" fmla="*/ 735703 w 918148"/>
                <a:gd name="csY1458" fmla="*/ 814352 h 1061675"/>
                <a:gd name="csX1459" fmla="*/ 735939 w 918148"/>
                <a:gd name="csY1459" fmla="*/ 813461 h 1061675"/>
                <a:gd name="csX1460" fmla="*/ 737506 w 918148"/>
                <a:gd name="csY1460" fmla="*/ 811582 h 1061675"/>
                <a:gd name="csX1461" fmla="*/ 739697 w 918148"/>
                <a:gd name="csY1461" fmla="*/ 810677 h 1061675"/>
                <a:gd name="csX1462" fmla="*/ 740694 w 918148"/>
                <a:gd name="csY1462" fmla="*/ 810806 h 1061675"/>
                <a:gd name="csX1463" fmla="*/ 742726 w 918148"/>
                <a:gd name="csY1463" fmla="*/ 812130 h 1061675"/>
                <a:gd name="csX1464" fmla="*/ 744536 w 918148"/>
                <a:gd name="csY1464" fmla="*/ 812290 h 1061675"/>
                <a:gd name="csX1465" fmla="*/ 744978 w 918148"/>
                <a:gd name="csY1465" fmla="*/ 812685 h 1061675"/>
                <a:gd name="csX1466" fmla="*/ 745305 w 918148"/>
                <a:gd name="csY1466" fmla="*/ 814154 h 1061675"/>
                <a:gd name="csX1467" fmla="*/ 746469 w 918148"/>
                <a:gd name="csY1467" fmla="*/ 825003 h 1061675"/>
                <a:gd name="csX1468" fmla="*/ 733009 w 918148"/>
                <a:gd name="csY1468" fmla="*/ 814899 h 1061675"/>
                <a:gd name="csX1469" fmla="*/ 732835 w 918148"/>
                <a:gd name="csY1469" fmla="*/ 817471 h 1061675"/>
                <a:gd name="csX1470" fmla="*/ 729677 w 918148"/>
                <a:gd name="csY1470" fmla="*/ 822432 h 1061675"/>
                <a:gd name="csX1471" fmla="*/ 726961 w 918148"/>
                <a:gd name="csY1471" fmla="*/ 825369 h 1061675"/>
                <a:gd name="csX1472" fmla="*/ 724480 w 918148"/>
                <a:gd name="csY1472" fmla="*/ 827697 h 1061675"/>
                <a:gd name="csX1473" fmla="*/ 722898 w 918148"/>
                <a:gd name="csY1473" fmla="*/ 827674 h 1061675"/>
                <a:gd name="csX1474" fmla="*/ 721596 w 918148"/>
                <a:gd name="csY1474" fmla="*/ 826556 h 1061675"/>
                <a:gd name="csX1475" fmla="*/ 723057 w 918148"/>
                <a:gd name="csY1475" fmla="*/ 824715 h 1061675"/>
                <a:gd name="csX1476" fmla="*/ 724876 w 918148"/>
                <a:gd name="csY1476" fmla="*/ 822881 h 1061675"/>
                <a:gd name="csX1477" fmla="*/ 724298 w 918148"/>
                <a:gd name="csY1477" fmla="*/ 820507 h 1061675"/>
                <a:gd name="csX1478" fmla="*/ 723750 w 918148"/>
                <a:gd name="csY1478" fmla="*/ 819822 h 1061675"/>
                <a:gd name="csX1479" fmla="*/ 722981 w 918148"/>
                <a:gd name="csY1479" fmla="*/ 819571 h 1061675"/>
                <a:gd name="csX1480" fmla="*/ 721665 w 918148"/>
                <a:gd name="csY1480" fmla="*/ 818338 h 1061675"/>
                <a:gd name="csX1481" fmla="*/ 722068 w 918148"/>
                <a:gd name="csY1481" fmla="*/ 816505 h 1061675"/>
                <a:gd name="csX1482" fmla="*/ 722837 w 918148"/>
                <a:gd name="csY1482" fmla="*/ 815630 h 1061675"/>
                <a:gd name="csX1483" fmla="*/ 723856 w 918148"/>
                <a:gd name="csY1483" fmla="*/ 814961 h 1061675"/>
                <a:gd name="csX1484" fmla="*/ 724808 w 918148"/>
                <a:gd name="csY1484" fmla="*/ 815356 h 1061675"/>
                <a:gd name="csX1485" fmla="*/ 728931 w 918148"/>
                <a:gd name="csY1485" fmla="*/ 814070 h 1061675"/>
                <a:gd name="csX1486" fmla="*/ 730232 w 918148"/>
                <a:gd name="csY1486" fmla="*/ 813028 h 1061675"/>
                <a:gd name="csX1487" fmla="*/ 732743 w 918148"/>
                <a:gd name="csY1487" fmla="*/ 812853 h 1061675"/>
                <a:gd name="csX1488" fmla="*/ 733009 w 918148"/>
                <a:gd name="csY1488" fmla="*/ 814899 h 1061675"/>
                <a:gd name="csX1489" fmla="*/ 734113 w 918148"/>
                <a:gd name="csY1489" fmla="*/ 862818 h 1061675"/>
                <a:gd name="csX1490" fmla="*/ 729936 w 918148"/>
                <a:gd name="csY1490" fmla="*/ 865496 h 1061675"/>
                <a:gd name="csX1491" fmla="*/ 728711 w 918148"/>
                <a:gd name="csY1491" fmla="*/ 864386 h 1061675"/>
                <a:gd name="csX1492" fmla="*/ 725698 w 918148"/>
                <a:gd name="csY1492" fmla="*/ 864401 h 1061675"/>
                <a:gd name="csX1493" fmla="*/ 726489 w 918148"/>
                <a:gd name="csY1493" fmla="*/ 861502 h 1061675"/>
                <a:gd name="csX1494" fmla="*/ 726793 w 918148"/>
                <a:gd name="csY1494" fmla="*/ 859379 h 1061675"/>
                <a:gd name="csX1495" fmla="*/ 727250 w 918148"/>
                <a:gd name="csY1495" fmla="*/ 858557 h 1061675"/>
                <a:gd name="csX1496" fmla="*/ 727417 w 918148"/>
                <a:gd name="csY1496" fmla="*/ 856724 h 1061675"/>
                <a:gd name="csX1497" fmla="*/ 728322 w 918148"/>
                <a:gd name="csY1497" fmla="*/ 853384 h 1061675"/>
                <a:gd name="csX1498" fmla="*/ 730818 w 918148"/>
                <a:gd name="csY1498" fmla="*/ 854494 h 1061675"/>
                <a:gd name="csX1499" fmla="*/ 732682 w 918148"/>
                <a:gd name="csY1499" fmla="*/ 854821 h 1061675"/>
                <a:gd name="csX1500" fmla="*/ 735208 w 918148"/>
                <a:gd name="csY1500" fmla="*/ 855932 h 1061675"/>
                <a:gd name="csX1501" fmla="*/ 737947 w 918148"/>
                <a:gd name="csY1501" fmla="*/ 856640 h 1061675"/>
                <a:gd name="csX1502" fmla="*/ 738746 w 918148"/>
                <a:gd name="csY1502" fmla="*/ 859547 h 1061675"/>
                <a:gd name="csX1503" fmla="*/ 736083 w 918148"/>
                <a:gd name="csY1503" fmla="*/ 860878 h 1061675"/>
                <a:gd name="csX1504" fmla="*/ 734113 w 918148"/>
                <a:gd name="csY1504" fmla="*/ 862818 h 1061675"/>
                <a:gd name="csX1505" fmla="*/ 728832 w 918148"/>
                <a:gd name="csY1505" fmla="*/ 875677 h 1061675"/>
                <a:gd name="csX1506" fmla="*/ 728224 w 918148"/>
                <a:gd name="csY1506" fmla="*/ 878781 h 1061675"/>
                <a:gd name="csX1507" fmla="*/ 726497 w 918148"/>
                <a:gd name="csY1507" fmla="*/ 878515 h 1061675"/>
                <a:gd name="csX1508" fmla="*/ 725918 w 918148"/>
                <a:gd name="csY1508" fmla="*/ 877723 h 1061675"/>
                <a:gd name="csX1509" fmla="*/ 725614 w 918148"/>
                <a:gd name="csY1509" fmla="*/ 875753 h 1061675"/>
                <a:gd name="csX1510" fmla="*/ 725081 w 918148"/>
                <a:gd name="csY1510" fmla="*/ 874802 h 1061675"/>
                <a:gd name="csX1511" fmla="*/ 725827 w 918148"/>
                <a:gd name="csY1511" fmla="*/ 872831 h 1061675"/>
                <a:gd name="csX1512" fmla="*/ 726314 w 918148"/>
                <a:gd name="csY1512" fmla="*/ 870647 h 1061675"/>
                <a:gd name="csX1513" fmla="*/ 726147 w 918148"/>
                <a:gd name="csY1513" fmla="*/ 868974 h 1061675"/>
                <a:gd name="csX1514" fmla="*/ 728794 w 918148"/>
                <a:gd name="csY1514" fmla="*/ 869095 h 1061675"/>
                <a:gd name="csX1515" fmla="*/ 731944 w 918148"/>
                <a:gd name="csY1515" fmla="*/ 869529 h 1061675"/>
                <a:gd name="csX1516" fmla="*/ 732819 w 918148"/>
                <a:gd name="csY1516" fmla="*/ 869986 h 1061675"/>
                <a:gd name="csX1517" fmla="*/ 731853 w 918148"/>
                <a:gd name="csY1517" fmla="*/ 871461 h 1061675"/>
                <a:gd name="csX1518" fmla="*/ 730932 w 918148"/>
                <a:gd name="csY1518" fmla="*/ 872336 h 1061675"/>
                <a:gd name="csX1519" fmla="*/ 729030 w 918148"/>
                <a:gd name="csY1519" fmla="*/ 872877 h 1061675"/>
                <a:gd name="csX1520" fmla="*/ 728832 w 918148"/>
                <a:gd name="csY1520" fmla="*/ 875677 h 1061675"/>
                <a:gd name="csX1521" fmla="*/ 744712 w 918148"/>
                <a:gd name="csY1521" fmla="*/ 895870 h 1061675"/>
                <a:gd name="csX1522" fmla="*/ 744666 w 918148"/>
                <a:gd name="csY1522" fmla="*/ 898723 h 1061675"/>
                <a:gd name="csX1523" fmla="*/ 743989 w 918148"/>
                <a:gd name="csY1523" fmla="*/ 899636 h 1061675"/>
                <a:gd name="csX1524" fmla="*/ 743395 w 918148"/>
                <a:gd name="csY1524" fmla="*/ 899910 h 1061675"/>
                <a:gd name="csX1525" fmla="*/ 741896 w 918148"/>
                <a:gd name="csY1525" fmla="*/ 899042 h 1061675"/>
                <a:gd name="csX1526" fmla="*/ 741037 w 918148"/>
                <a:gd name="csY1526" fmla="*/ 898944 h 1061675"/>
                <a:gd name="csX1527" fmla="*/ 739614 w 918148"/>
                <a:gd name="csY1527" fmla="*/ 900458 h 1061675"/>
                <a:gd name="csX1528" fmla="*/ 738419 w 918148"/>
                <a:gd name="csY1528" fmla="*/ 901226 h 1061675"/>
                <a:gd name="csX1529" fmla="*/ 736639 w 918148"/>
                <a:gd name="csY1529" fmla="*/ 901028 h 1061675"/>
                <a:gd name="csX1530" fmla="*/ 734272 w 918148"/>
                <a:gd name="csY1530" fmla="*/ 900001 h 1061675"/>
                <a:gd name="csX1531" fmla="*/ 732165 w 918148"/>
                <a:gd name="csY1531" fmla="*/ 904308 h 1061675"/>
                <a:gd name="csX1532" fmla="*/ 731176 w 918148"/>
                <a:gd name="csY1532" fmla="*/ 905753 h 1061675"/>
                <a:gd name="csX1533" fmla="*/ 729114 w 918148"/>
                <a:gd name="csY1533" fmla="*/ 907770 h 1061675"/>
                <a:gd name="csX1534" fmla="*/ 728886 w 918148"/>
                <a:gd name="csY1534" fmla="*/ 905403 h 1061675"/>
                <a:gd name="csX1535" fmla="*/ 730194 w 918148"/>
                <a:gd name="csY1535" fmla="*/ 901880 h 1061675"/>
                <a:gd name="csX1536" fmla="*/ 730803 w 918148"/>
                <a:gd name="csY1536" fmla="*/ 899484 h 1061675"/>
                <a:gd name="csX1537" fmla="*/ 732005 w 918148"/>
                <a:gd name="csY1537" fmla="*/ 895923 h 1061675"/>
                <a:gd name="csX1538" fmla="*/ 734425 w 918148"/>
                <a:gd name="csY1538" fmla="*/ 897262 h 1061675"/>
                <a:gd name="csX1539" fmla="*/ 737818 w 918148"/>
                <a:gd name="csY1539" fmla="*/ 895946 h 1061675"/>
                <a:gd name="csX1540" fmla="*/ 740907 w 918148"/>
                <a:gd name="csY1540" fmla="*/ 893504 h 1061675"/>
                <a:gd name="csX1541" fmla="*/ 743578 w 918148"/>
                <a:gd name="csY1541" fmla="*/ 893488 h 1061675"/>
                <a:gd name="csX1542" fmla="*/ 744453 w 918148"/>
                <a:gd name="csY1542" fmla="*/ 894789 h 1061675"/>
                <a:gd name="csX1543" fmla="*/ 744712 w 918148"/>
                <a:gd name="csY1543" fmla="*/ 895870 h 1061675"/>
                <a:gd name="csX1544" fmla="*/ 739066 w 918148"/>
                <a:gd name="csY1544" fmla="*/ 907937 h 1061675"/>
                <a:gd name="csX1545" fmla="*/ 739979 w 918148"/>
                <a:gd name="csY1545" fmla="*/ 914625 h 1061675"/>
                <a:gd name="csX1546" fmla="*/ 740633 w 918148"/>
                <a:gd name="csY1546" fmla="*/ 915561 h 1061675"/>
                <a:gd name="csX1547" fmla="*/ 742809 w 918148"/>
                <a:gd name="csY1547" fmla="*/ 916055 h 1061675"/>
                <a:gd name="csX1548" fmla="*/ 745176 w 918148"/>
                <a:gd name="csY1548" fmla="*/ 919464 h 1061675"/>
                <a:gd name="csX1549" fmla="*/ 745282 w 918148"/>
                <a:gd name="csY1549" fmla="*/ 920400 h 1061675"/>
                <a:gd name="csX1550" fmla="*/ 742421 w 918148"/>
                <a:gd name="csY1550" fmla="*/ 926220 h 1061675"/>
                <a:gd name="csX1551" fmla="*/ 741813 w 918148"/>
                <a:gd name="csY1551" fmla="*/ 930367 h 1061675"/>
                <a:gd name="csX1552" fmla="*/ 738457 w 918148"/>
                <a:gd name="csY1552" fmla="*/ 930070 h 1061675"/>
                <a:gd name="csX1553" fmla="*/ 737050 w 918148"/>
                <a:gd name="csY1553" fmla="*/ 925954 h 1061675"/>
                <a:gd name="csX1554" fmla="*/ 734927 w 918148"/>
                <a:gd name="csY1554" fmla="*/ 921990 h 1061675"/>
                <a:gd name="csX1555" fmla="*/ 734212 w 918148"/>
                <a:gd name="csY1555" fmla="*/ 917364 h 1061675"/>
                <a:gd name="csX1556" fmla="*/ 733047 w 918148"/>
                <a:gd name="csY1556" fmla="*/ 913400 h 1061675"/>
                <a:gd name="csX1557" fmla="*/ 735125 w 918148"/>
                <a:gd name="csY1557" fmla="*/ 911163 h 1061675"/>
                <a:gd name="csX1558" fmla="*/ 737110 w 918148"/>
                <a:gd name="csY1558" fmla="*/ 911658 h 1061675"/>
                <a:gd name="csX1559" fmla="*/ 737225 w 918148"/>
                <a:gd name="csY1559" fmla="*/ 908629 h 1061675"/>
                <a:gd name="csX1560" fmla="*/ 739066 w 918148"/>
                <a:gd name="csY1560" fmla="*/ 907937 h 1061675"/>
                <a:gd name="csX1561" fmla="*/ 753606 w 918148"/>
                <a:gd name="csY1561" fmla="*/ 918292 h 1061675"/>
                <a:gd name="csX1562" fmla="*/ 752967 w 918148"/>
                <a:gd name="csY1562" fmla="*/ 918673 h 1061675"/>
                <a:gd name="csX1563" fmla="*/ 750593 w 918148"/>
                <a:gd name="csY1563" fmla="*/ 917874 h 1061675"/>
                <a:gd name="csX1564" fmla="*/ 749406 w 918148"/>
                <a:gd name="csY1564" fmla="*/ 917151 h 1061675"/>
                <a:gd name="csX1565" fmla="*/ 747595 w 918148"/>
                <a:gd name="csY1565" fmla="*/ 915332 h 1061675"/>
                <a:gd name="csX1566" fmla="*/ 747306 w 918148"/>
                <a:gd name="csY1566" fmla="*/ 913453 h 1061675"/>
                <a:gd name="csX1567" fmla="*/ 746492 w 918148"/>
                <a:gd name="csY1567" fmla="*/ 911224 h 1061675"/>
                <a:gd name="csX1568" fmla="*/ 747017 w 918148"/>
                <a:gd name="csY1568" fmla="*/ 911193 h 1061675"/>
                <a:gd name="csX1569" fmla="*/ 748911 w 918148"/>
                <a:gd name="csY1569" fmla="*/ 912076 h 1061675"/>
                <a:gd name="csX1570" fmla="*/ 749687 w 918148"/>
                <a:gd name="csY1570" fmla="*/ 912753 h 1061675"/>
                <a:gd name="csX1571" fmla="*/ 750722 w 918148"/>
                <a:gd name="csY1571" fmla="*/ 914183 h 1061675"/>
                <a:gd name="csX1572" fmla="*/ 753788 w 918148"/>
                <a:gd name="csY1572" fmla="*/ 916230 h 1061675"/>
                <a:gd name="csX1573" fmla="*/ 754176 w 918148"/>
                <a:gd name="csY1573" fmla="*/ 916831 h 1061675"/>
                <a:gd name="csX1574" fmla="*/ 754100 w 918148"/>
                <a:gd name="csY1574" fmla="*/ 917615 h 1061675"/>
                <a:gd name="csX1575" fmla="*/ 753606 w 918148"/>
                <a:gd name="csY1575" fmla="*/ 918292 h 1061675"/>
                <a:gd name="csX1576" fmla="*/ 871303 w 918148"/>
                <a:gd name="csY1576" fmla="*/ 943423 h 1061675"/>
                <a:gd name="csX1577" fmla="*/ 871265 w 918148"/>
                <a:gd name="csY1577" fmla="*/ 953885 h 1061675"/>
                <a:gd name="csX1578" fmla="*/ 871227 w 918148"/>
                <a:gd name="csY1578" fmla="*/ 964255 h 1061675"/>
                <a:gd name="csX1579" fmla="*/ 871196 w 918148"/>
                <a:gd name="csY1579" fmla="*/ 974017 h 1061675"/>
                <a:gd name="csX1580" fmla="*/ 871166 w 918148"/>
                <a:gd name="csY1580" fmla="*/ 983847 h 1061675"/>
                <a:gd name="csX1581" fmla="*/ 871135 w 918148"/>
                <a:gd name="csY1581" fmla="*/ 993404 h 1061675"/>
                <a:gd name="csX1582" fmla="*/ 871105 w 918148"/>
                <a:gd name="csY1582" fmla="*/ 1003272 h 1061675"/>
                <a:gd name="csX1583" fmla="*/ 870938 w 918148"/>
                <a:gd name="csY1583" fmla="*/ 1014411 h 1061675"/>
                <a:gd name="csX1584" fmla="*/ 870816 w 918148"/>
                <a:gd name="csY1584" fmla="*/ 1022750 h 1061675"/>
                <a:gd name="csX1585" fmla="*/ 867605 w 918148"/>
                <a:gd name="csY1585" fmla="*/ 1022750 h 1061675"/>
                <a:gd name="csX1586" fmla="*/ 866760 w 918148"/>
                <a:gd name="csY1586" fmla="*/ 1023602 h 1061675"/>
                <a:gd name="csX1587" fmla="*/ 861678 w 918148"/>
                <a:gd name="csY1587" fmla="*/ 1024827 h 1061675"/>
                <a:gd name="csX1588" fmla="*/ 853035 w 918148"/>
                <a:gd name="csY1588" fmla="*/ 1022940 h 1061675"/>
                <a:gd name="csX1589" fmla="*/ 850874 w 918148"/>
                <a:gd name="csY1589" fmla="*/ 1021236 h 1061675"/>
                <a:gd name="csX1590" fmla="*/ 847975 w 918148"/>
                <a:gd name="csY1590" fmla="*/ 1017515 h 1061675"/>
                <a:gd name="csX1591" fmla="*/ 846940 w 918148"/>
                <a:gd name="csY1591" fmla="*/ 1018520 h 1061675"/>
                <a:gd name="csX1592" fmla="*/ 844216 w 918148"/>
                <a:gd name="csY1592" fmla="*/ 1020095 h 1061675"/>
                <a:gd name="csX1593" fmla="*/ 841416 w 918148"/>
                <a:gd name="csY1593" fmla="*/ 1021343 h 1061675"/>
                <a:gd name="csX1594" fmla="*/ 839119 w 918148"/>
                <a:gd name="csY1594" fmla="*/ 1021479 h 1061675"/>
                <a:gd name="csX1595" fmla="*/ 836988 w 918148"/>
                <a:gd name="csY1595" fmla="*/ 1019935 h 1061675"/>
                <a:gd name="csX1596" fmla="*/ 836532 w 918148"/>
                <a:gd name="csY1596" fmla="*/ 1019151 h 1061675"/>
                <a:gd name="csX1597" fmla="*/ 836045 w 918148"/>
                <a:gd name="csY1597" fmla="*/ 1018984 h 1061675"/>
                <a:gd name="csX1598" fmla="*/ 831449 w 918148"/>
                <a:gd name="csY1598" fmla="*/ 1021122 h 1061675"/>
                <a:gd name="csX1599" fmla="*/ 826367 w 918148"/>
                <a:gd name="csY1599" fmla="*/ 1018938 h 1061675"/>
                <a:gd name="csX1600" fmla="*/ 822319 w 918148"/>
                <a:gd name="csY1600" fmla="*/ 1017607 h 1061675"/>
                <a:gd name="csX1601" fmla="*/ 815814 w 918148"/>
                <a:gd name="csY1601" fmla="*/ 1016853 h 1061675"/>
                <a:gd name="csX1602" fmla="*/ 811294 w 918148"/>
                <a:gd name="csY1602" fmla="*/ 1014114 h 1061675"/>
                <a:gd name="csX1603" fmla="*/ 802955 w 918148"/>
                <a:gd name="csY1603" fmla="*/ 1014350 h 1061675"/>
                <a:gd name="csX1604" fmla="*/ 801456 w 918148"/>
                <a:gd name="csY1604" fmla="*/ 1013445 h 1061675"/>
                <a:gd name="csX1605" fmla="*/ 800901 w 918148"/>
                <a:gd name="csY1605" fmla="*/ 1010767 h 1061675"/>
                <a:gd name="csX1606" fmla="*/ 801342 w 918148"/>
                <a:gd name="csY1606" fmla="*/ 1009526 h 1061675"/>
                <a:gd name="csX1607" fmla="*/ 803123 w 918148"/>
                <a:gd name="csY1607" fmla="*/ 1008773 h 1061675"/>
                <a:gd name="csX1608" fmla="*/ 803617 w 918148"/>
                <a:gd name="csY1608" fmla="*/ 1007289 h 1061675"/>
                <a:gd name="csX1609" fmla="*/ 805420 w 918148"/>
                <a:gd name="csY1609" fmla="*/ 1007647 h 1061675"/>
                <a:gd name="csX1610" fmla="*/ 807756 w 918148"/>
                <a:gd name="csY1610" fmla="*/ 1009610 h 1061675"/>
                <a:gd name="csX1611" fmla="*/ 808471 w 918148"/>
                <a:gd name="csY1611" fmla="*/ 1009542 h 1061675"/>
                <a:gd name="csX1612" fmla="*/ 810016 w 918148"/>
                <a:gd name="csY1612" fmla="*/ 1007693 h 1061675"/>
                <a:gd name="csX1613" fmla="*/ 812298 w 918148"/>
                <a:gd name="csY1613" fmla="*/ 1006057 h 1061675"/>
                <a:gd name="csX1614" fmla="*/ 813112 w 918148"/>
                <a:gd name="csY1614" fmla="*/ 1005890 h 1061675"/>
                <a:gd name="csX1615" fmla="*/ 817305 w 918148"/>
                <a:gd name="csY1615" fmla="*/ 1007906 h 1061675"/>
                <a:gd name="csX1616" fmla="*/ 818994 w 918148"/>
                <a:gd name="csY1616" fmla="*/ 1007678 h 1061675"/>
                <a:gd name="csX1617" fmla="*/ 821413 w 918148"/>
                <a:gd name="csY1617" fmla="*/ 1006772 h 1061675"/>
                <a:gd name="csX1618" fmla="*/ 821847 w 918148"/>
                <a:gd name="csY1618" fmla="*/ 1005981 h 1061675"/>
                <a:gd name="csX1619" fmla="*/ 822235 w 918148"/>
                <a:gd name="csY1619" fmla="*/ 1004596 h 1061675"/>
                <a:gd name="csX1620" fmla="*/ 822874 w 918148"/>
                <a:gd name="csY1620" fmla="*/ 1003790 h 1061675"/>
                <a:gd name="csX1621" fmla="*/ 825028 w 918148"/>
                <a:gd name="csY1621" fmla="*/ 1003394 h 1061675"/>
                <a:gd name="csX1622" fmla="*/ 827128 w 918148"/>
                <a:gd name="csY1622" fmla="*/ 1004185 h 1061675"/>
                <a:gd name="csX1623" fmla="*/ 827371 w 918148"/>
                <a:gd name="csY1623" fmla="*/ 1006597 h 1061675"/>
                <a:gd name="csX1624" fmla="*/ 827082 w 918148"/>
                <a:gd name="csY1624" fmla="*/ 1009184 h 1061675"/>
                <a:gd name="csX1625" fmla="*/ 829813 w 918148"/>
                <a:gd name="csY1625" fmla="*/ 1009884 h 1061675"/>
                <a:gd name="csX1626" fmla="*/ 833131 w 918148"/>
                <a:gd name="csY1626" fmla="*/ 1009800 h 1061675"/>
                <a:gd name="csX1627" fmla="*/ 835413 w 918148"/>
                <a:gd name="csY1627" fmla="*/ 1010767 h 1061675"/>
                <a:gd name="csX1628" fmla="*/ 835702 w 918148"/>
                <a:gd name="csY1628" fmla="*/ 1009191 h 1061675"/>
                <a:gd name="csX1629" fmla="*/ 832058 w 918148"/>
                <a:gd name="csY1629" fmla="*/ 1005076 h 1061675"/>
                <a:gd name="csX1630" fmla="*/ 830528 w 918148"/>
                <a:gd name="csY1630" fmla="*/ 1002527 h 1061675"/>
                <a:gd name="csX1631" fmla="*/ 828474 w 918148"/>
                <a:gd name="csY1631" fmla="*/ 1001027 h 1061675"/>
                <a:gd name="csX1632" fmla="*/ 825834 w 918148"/>
                <a:gd name="csY1632" fmla="*/ 1000259 h 1061675"/>
                <a:gd name="csX1633" fmla="*/ 823627 w 918148"/>
                <a:gd name="csY1633" fmla="*/ 995496 h 1061675"/>
                <a:gd name="csX1634" fmla="*/ 823764 w 918148"/>
                <a:gd name="csY1634" fmla="*/ 991334 h 1061675"/>
                <a:gd name="csX1635" fmla="*/ 823529 w 918148"/>
                <a:gd name="csY1635" fmla="*/ 987294 h 1061675"/>
                <a:gd name="csX1636" fmla="*/ 828292 w 918148"/>
                <a:gd name="csY1636" fmla="*/ 985080 h 1061675"/>
                <a:gd name="csX1637" fmla="*/ 827196 w 918148"/>
                <a:gd name="csY1637" fmla="*/ 981641 h 1061675"/>
                <a:gd name="csX1638" fmla="*/ 828839 w 918148"/>
                <a:gd name="csY1638" fmla="*/ 979039 h 1061675"/>
                <a:gd name="csX1639" fmla="*/ 830711 w 918148"/>
                <a:gd name="csY1639" fmla="*/ 978042 h 1061675"/>
                <a:gd name="csX1640" fmla="*/ 832598 w 918148"/>
                <a:gd name="csY1640" fmla="*/ 987629 h 1061675"/>
                <a:gd name="csX1641" fmla="*/ 833952 w 918148"/>
                <a:gd name="csY1641" fmla="*/ 991007 h 1061675"/>
                <a:gd name="csX1642" fmla="*/ 832225 w 918148"/>
                <a:gd name="csY1642" fmla="*/ 991692 h 1061675"/>
                <a:gd name="csX1643" fmla="*/ 828611 w 918148"/>
                <a:gd name="csY1643" fmla="*/ 991684 h 1061675"/>
                <a:gd name="csX1644" fmla="*/ 830627 w 918148"/>
                <a:gd name="csY1644" fmla="*/ 996424 h 1061675"/>
                <a:gd name="csX1645" fmla="*/ 833945 w 918148"/>
                <a:gd name="csY1645" fmla="*/ 998053 h 1061675"/>
                <a:gd name="csX1646" fmla="*/ 836798 w 918148"/>
                <a:gd name="csY1646" fmla="*/ 1001575 h 1061675"/>
                <a:gd name="csX1647" fmla="*/ 836859 w 918148"/>
                <a:gd name="csY1647" fmla="*/ 1004139 h 1061675"/>
                <a:gd name="csX1648" fmla="*/ 838441 w 918148"/>
                <a:gd name="csY1648" fmla="*/ 1005296 h 1061675"/>
                <a:gd name="csX1649" fmla="*/ 842261 w 918148"/>
                <a:gd name="csY1649" fmla="*/ 1005372 h 1061675"/>
                <a:gd name="csX1650" fmla="*/ 844893 w 918148"/>
                <a:gd name="csY1650" fmla="*/ 1004870 h 1061675"/>
                <a:gd name="csX1651" fmla="*/ 846134 w 918148"/>
                <a:gd name="csY1651" fmla="*/ 1003158 h 1061675"/>
                <a:gd name="csX1652" fmla="*/ 847564 w 918148"/>
                <a:gd name="csY1652" fmla="*/ 1002618 h 1061675"/>
                <a:gd name="csX1653" fmla="*/ 850128 w 918148"/>
                <a:gd name="csY1653" fmla="*/ 1004741 h 1061675"/>
                <a:gd name="csX1654" fmla="*/ 854450 w 918148"/>
                <a:gd name="csY1654" fmla="*/ 1006315 h 1061675"/>
                <a:gd name="csX1655" fmla="*/ 855614 w 918148"/>
                <a:gd name="csY1655" fmla="*/ 1007426 h 1061675"/>
                <a:gd name="csX1656" fmla="*/ 856458 w 918148"/>
                <a:gd name="csY1656" fmla="*/ 1009283 h 1061675"/>
                <a:gd name="csX1657" fmla="*/ 856512 w 918148"/>
                <a:gd name="csY1657" fmla="*/ 1011284 h 1061675"/>
                <a:gd name="csX1658" fmla="*/ 856732 w 918148"/>
                <a:gd name="csY1658" fmla="*/ 1012349 h 1061675"/>
                <a:gd name="csX1659" fmla="*/ 857988 w 918148"/>
                <a:gd name="csY1659" fmla="*/ 1011832 h 1061675"/>
                <a:gd name="csX1660" fmla="*/ 859783 w 918148"/>
                <a:gd name="csY1660" fmla="*/ 1009115 h 1061675"/>
                <a:gd name="csX1661" fmla="*/ 860666 w 918148"/>
                <a:gd name="csY1661" fmla="*/ 1008172 h 1061675"/>
                <a:gd name="csX1662" fmla="*/ 861746 w 918148"/>
                <a:gd name="csY1662" fmla="*/ 1007708 h 1061675"/>
                <a:gd name="csX1663" fmla="*/ 862431 w 918148"/>
                <a:gd name="csY1663" fmla="*/ 1007099 h 1061675"/>
                <a:gd name="csX1664" fmla="*/ 862454 w 918148"/>
                <a:gd name="csY1664" fmla="*/ 1006308 h 1061675"/>
                <a:gd name="csX1665" fmla="*/ 859220 w 918148"/>
                <a:gd name="csY1665" fmla="*/ 1004391 h 1061675"/>
                <a:gd name="csX1666" fmla="*/ 842299 w 918148"/>
                <a:gd name="csY1666" fmla="*/ 995451 h 1061675"/>
                <a:gd name="csX1667" fmla="*/ 840222 w 918148"/>
                <a:gd name="csY1667" fmla="*/ 991897 h 1061675"/>
                <a:gd name="csX1668" fmla="*/ 838822 w 918148"/>
                <a:gd name="csY1668" fmla="*/ 987439 h 1061675"/>
                <a:gd name="csX1669" fmla="*/ 838868 w 918148"/>
                <a:gd name="csY1669" fmla="*/ 982851 h 1061675"/>
                <a:gd name="csX1670" fmla="*/ 840100 w 918148"/>
                <a:gd name="csY1670" fmla="*/ 981435 h 1061675"/>
                <a:gd name="csX1671" fmla="*/ 843121 w 918148"/>
                <a:gd name="csY1671" fmla="*/ 979632 h 1061675"/>
                <a:gd name="csX1672" fmla="*/ 848667 w 918148"/>
                <a:gd name="csY1672" fmla="*/ 977091 h 1061675"/>
                <a:gd name="csX1673" fmla="*/ 855066 w 918148"/>
                <a:gd name="csY1673" fmla="*/ 973446 h 1061675"/>
                <a:gd name="csX1674" fmla="*/ 855865 w 918148"/>
                <a:gd name="csY1674" fmla="*/ 972747 h 1061675"/>
                <a:gd name="csX1675" fmla="*/ 855789 w 918148"/>
                <a:gd name="csY1675" fmla="*/ 970472 h 1061675"/>
                <a:gd name="csX1676" fmla="*/ 854990 w 918148"/>
                <a:gd name="csY1676" fmla="*/ 968942 h 1061675"/>
                <a:gd name="csX1677" fmla="*/ 852449 w 918148"/>
                <a:gd name="csY1677" fmla="*/ 967824 h 1061675"/>
                <a:gd name="csX1678" fmla="*/ 849793 w 918148"/>
                <a:gd name="csY1678" fmla="*/ 967542 h 1061675"/>
                <a:gd name="csX1679" fmla="*/ 847260 w 918148"/>
                <a:gd name="csY1679" fmla="*/ 967656 h 1061675"/>
                <a:gd name="csX1680" fmla="*/ 844726 w 918148"/>
                <a:gd name="csY1680" fmla="*/ 968136 h 1061675"/>
                <a:gd name="csX1681" fmla="*/ 840108 w 918148"/>
                <a:gd name="csY1681" fmla="*/ 970548 h 1061675"/>
                <a:gd name="csX1682" fmla="*/ 837490 w 918148"/>
                <a:gd name="csY1682" fmla="*/ 970395 h 1061675"/>
                <a:gd name="csX1683" fmla="*/ 835002 w 918148"/>
                <a:gd name="csY1683" fmla="*/ 969095 h 1061675"/>
                <a:gd name="csX1684" fmla="*/ 833161 w 918148"/>
                <a:gd name="csY1684" fmla="*/ 966492 h 1061675"/>
                <a:gd name="csX1685" fmla="*/ 832210 w 918148"/>
                <a:gd name="csY1685" fmla="*/ 962985 h 1061675"/>
                <a:gd name="csX1686" fmla="*/ 832217 w 918148"/>
                <a:gd name="csY1686" fmla="*/ 960748 h 1061675"/>
                <a:gd name="csX1687" fmla="*/ 832568 w 918148"/>
                <a:gd name="csY1687" fmla="*/ 958694 h 1061675"/>
                <a:gd name="csX1688" fmla="*/ 833694 w 918148"/>
                <a:gd name="csY1688" fmla="*/ 956601 h 1061675"/>
                <a:gd name="csX1689" fmla="*/ 835208 w 918148"/>
                <a:gd name="csY1689" fmla="*/ 955688 h 1061675"/>
                <a:gd name="csX1690" fmla="*/ 836562 w 918148"/>
                <a:gd name="csY1690" fmla="*/ 955810 h 1061675"/>
                <a:gd name="csX1691" fmla="*/ 837840 w 918148"/>
                <a:gd name="csY1691" fmla="*/ 955323 h 1061675"/>
                <a:gd name="csX1692" fmla="*/ 838601 w 918148"/>
                <a:gd name="csY1692" fmla="*/ 954608 h 1061675"/>
                <a:gd name="csX1693" fmla="*/ 839248 w 918148"/>
                <a:gd name="csY1693" fmla="*/ 953649 h 1061675"/>
                <a:gd name="csX1694" fmla="*/ 839058 w 918148"/>
                <a:gd name="csY1694" fmla="*/ 952820 h 1061675"/>
                <a:gd name="csX1695" fmla="*/ 838563 w 918148"/>
                <a:gd name="csY1695" fmla="*/ 952105 h 1061675"/>
                <a:gd name="csX1696" fmla="*/ 836501 w 918148"/>
                <a:gd name="csY1696" fmla="*/ 950629 h 1061675"/>
                <a:gd name="csX1697" fmla="*/ 835687 w 918148"/>
                <a:gd name="csY1697" fmla="*/ 949206 h 1061675"/>
                <a:gd name="csX1698" fmla="*/ 833922 w 918148"/>
                <a:gd name="csY1698" fmla="*/ 946915 h 1061675"/>
                <a:gd name="csX1699" fmla="*/ 834888 w 918148"/>
                <a:gd name="csY1699" fmla="*/ 946276 h 1061675"/>
                <a:gd name="csX1700" fmla="*/ 837992 w 918148"/>
                <a:gd name="csY1700" fmla="*/ 945919 h 1061675"/>
                <a:gd name="csX1701" fmla="*/ 840161 w 918148"/>
                <a:gd name="csY1701" fmla="*/ 947494 h 1061675"/>
                <a:gd name="csX1702" fmla="*/ 842185 w 918148"/>
                <a:gd name="csY1702" fmla="*/ 949358 h 1061675"/>
                <a:gd name="csX1703" fmla="*/ 843425 w 918148"/>
                <a:gd name="csY1703" fmla="*/ 949350 h 1061675"/>
                <a:gd name="csX1704" fmla="*/ 844536 w 918148"/>
                <a:gd name="csY1704" fmla="*/ 948567 h 1061675"/>
                <a:gd name="csX1705" fmla="*/ 847092 w 918148"/>
                <a:gd name="csY1705" fmla="*/ 946185 h 1061675"/>
                <a:gd name="csX1706" fmla="*/ 849230 w 918148"/>
                <a:gd name="csY1706" fmla="*/ 943195 h 1061675"/>
                <a:gd name="csX1707" fmla="*/ 851178 w 918148"/>
                <a:gd name="csY1707" fmla="*/ 939801 h 1061675"/>
                <a:gd name="csX1708" fmla="*/ 852753 w 918148"/>
                <a:gd name="csY1708" fmla="*/ 937770 h 1061675"/>
                <a:gd name="csX1709" fmla="*/ 854549 w 918148"/>
                <a:gd name="csY1709" fmla="*/ 937587 h 1061675"/>
                <a:gd name="csX1710" fmla="*/ 859822 w 918148"/>
                <a:gd name="csY1710" fmla="*/ 943948 h 1061675"/>
                <a:gd name="csX1711" fmla="*/ 861686 w 918148"/>
                <a:gd name="csY1711" fmla="*/ 944184 h 1061675"/>
                <a:gd name="csX1712" fmla="*/ 867879 w 918148"/>
                <a:gd name="csY1712" fmla="*/ 940760 h 1061675"/>
                <a:gd name="csX1713" fmla="*/ 868571 w 918148"/>
                <a:gd name="csY1713" fmla="*/ 940943 h 1061675"/>
                <a:gd name="csX1714" fmla="*/ 870671 w 918148"/>
                <a:gd name="csY1714" fmla="*/ 942677 h 1061675"/>
                <a:gd name="csX1715" fmla="*/ 871303 w 918148"/>
                <a:gd name="csY1715" fmla="*/ 943423 h 1061675"/>
                <a:gd name="csX1716" fmla="*/ 748402 w 918148"/>
                <a:gd name="csY1716" fmla="*/ 952926 h 1061675"/>
                <a:gd name="csX1717" fmla="*/ 748751 w 918148"/>
                <a:gd name="csY1717" fmla="*/ 953246 h 1061675"/>
                <a:gd name="csX1718" fmla="*/ 749596 w 918148"/>
                <a:gd name="csY1718" fmla="*/ 953170 h 1061675"/>
                <a:gd name="csX1719" fmla="*/ 750776 w 918148"/>
                <a:gd name="csY1719" fmla="*/ 953741 h 1061675"/>
                <a:gd name="csX1720" fmla="*/ 755234 w 918148"/>
                <a:gd name="csY1720" fmla="*/ 954440 h 1061675"/>
                <a:gd name="csX1721" fmla="*/ 759221 w 918148"/>
                <a:gd name="csY1721" fmla="*/ 956099 h 1061675"/>
                <a:gd name="csX1722" fmla="*/ 761298 w 918148"/>
                <a:gd name="csY1722" fmla="*/ 957659 h 1061675"/>
                <a:gd name="csX1723" fmla="*/ 764030 w 918148"/>
                <a:gd name="csY1723" fmla="*/ 958138 h 1061675"/>
                <a:gd name="csX1724" fmla="*/ 766266 w 918148"/>
                <a:gd name="csY1724" fmla="*/ 960124 h 1061675"/>
                <a:gd name="csX1725" fmla="*/ 767217 w 918148"/>
                <a:gd name="csY1725" fmla="*/ 960626 h 1061675"/>
                <a:gd name="csX1726" fmla="*/ 768366 w 918148"/>
                <a:gd name="csY1726" fmla="*/ 960786 h 1061675"/>
                <a:gd name="csX1727" fmla="*/ 771364 w 918148"/>
                <a:gd name="csY1727" fmla="*/ 964461 h 1061675"/>
                <a:gd name="csX1728" fmla="*/ 771532 w 918148"/>
                <a:gd name="csY1728" fmla="*/ 964879 h 1061675"/>
                <a:gd name="csX1729" fmla="*/ 774933 w 918148"/>
                <a:gd name="csY1729" fmla="*/ 967786 h 1061675"/>
                <a:gd name="csX1730" fmla="*/ 775100 w 918148"/>
                <a:gd name="csY1730" fmla="*/ 968250 h 1061675"/>
                <a:gd name="csX1731" fmla="*/ 773167 w 918148"/>
                <a:gd name="csY1731" fmla="*/ 968410 h 1061675"/>
                <a:gd name="csX1732" fmla="*/ 769249 w 918148"/>
                <a:gd name="csY1732" fmla="*/ 967056 h 1061675"/>
                <a:gd name="csX1733" fmla="*/ 767294 w 918148"/>
                <a:gd name="csY1733" fmla="*/ 966979 h 1061675"/>
                <a:gd name="csX1734" fmla="*/ 765878 w 918148"/>
                <a:gd name="csY1734" fmla="*/ 966561 h 1061675"/>
                <a:gd name="csX1735" fmla="*/ 765551 w 918148"/>
                <a:gd name="csY1735" fmla="*/ 966325 h 1061675"/>
                <a:gd name="csX1736" fmla="*/ 765270 w 918148"/>
                <a:gd name="csY1736" fmla="*/ 964643 h 1061675"/>
                <a:gd name="csX1737" fmla="*/ 764821 w 918148"/>
                <a:gd name="csY1737" fmla="*/ 963814 h 1061675"/>
                <a:gd name="csX1738" fmla="*/ 761055 w 918148"/>
                <a:gd name="csY1738" fmla="*/ 959942 h 1061675"/>
                <a:gd name="csX1739" fmla="*/ 759487 w 918148"/>
                <a:gd name="csY1739" fmla="*/ 959097 h 1061675"/>
                <a:gd name="csX1740" fmla="*/ 756771 w 918148"/>
                <a:gd name="csY1740" fmla="*/ 958344 h 1061675"/>
                <a:gd name="csX1741" fmla="*/ 753682 w 918148"/>
                <a:gd name="csY1741" fmla="*/ 958869 h 1061675"/>
                <a:gd name="csX1742" fmla="*/ 751597 w 918148"/>
                <a:gd name="csY1742" fmla="*/ 958374 h 1061675"/>
                <a:gd name="csX1743" fmla="*/ 750874 w 918148"/>
                <a:gd name="csY1743" fmla="*/ 958549 h 1061675"/>
                <a:gd name="csX1744" fmla="*/ 747793 w 918148"/>
                <a:gd name="csY1744" fmla="*/ 955483 h 1061675"/>
                <a:gd name="csX1745" fmla="*/ 744719 w 918148"/>
                <a:gd name="csY1745" fmla="*/ 952896 h 1061675"/>
                <a:gd name="csX1746" fmla="*/ 743403 w 918148"/>
                <a:gd name="csY1746" fmla="*/ 949829 h 1061675"/>
                <a:gd name="csX1747" fmla="*/ 741447 w 918148"/>
                <a:gd name="csY1747" fmla="*/ 947479 h 1061675"/>
                <a:gd name="csX1748" fmla="*/ 741440 w 918148"/>
                <a:gd name="csY1748" fmla="*/ 946794 h 1061675"/>
                <a:gd name="csX1749" fmla="*/ 742338 w 918148"/>
                <a:gd name="csY1749" fmla="*/ 946269 h 1061675"/>
                <a:gd name="csX1750" fmla="*/ 744438 w 918148"/>
                <a:gd name="csY1750" fmla="*/ 947593 h 1061675"/>
                <a:gd name="csX1751" fmla="*/ 746507 w 918148"/>
                <a:gd name="csY1751" fmla="*/ 949860 h 1061675"/>
                <a:gd name="csX1752" fmla="*/ 747626 w 918148"/>
                <a:gd name="csY1752" fmla="*/ 950720 h 1061675"/>
                <a:gd name="csX1753" fmla="*/ 748402 w 918148"/>
                <a:gd name="csY1753" fmla="*/ 952926 h 1061675"/>
                <a:gd name="csX1754" fmla="*/ 779635 w 918148"/>
                <a:gd name="csY1754" fmla="*/ 972807 h 1061675"/>
                <a:gd name="csX1755" fmla="*/ 780213 w 918148"/>
                <a:gd name="csY1755" fmla="*/ 975722 h 1061675"/>
                <a:gd name="csX1756" fmla="*/ 780517 w 918148"/>
                <a:gd name="csY1756" fmla="*/ 976277 h 1061675"/>
                <a:gd name="csX1757" fmla="*/ 782070 w 918148"/>
                <a:gd name="csY1757" fmla="*/ 975805 h 1061675"/>
                <a:gd name="csX1758" fmla="*/ 784717 w 918148"/>
                <a:gd name="csY1758" fmla="*/ 975539 h 1061675"/>
                <a:gd name="csX1759" fmla="*/ 789054 w 918148"/>
                <a:gd name="csY1759" fmla="*/ 976627 h 1061675"/>
                <a:gd name="csX1760" fmla="*/ 789549 w 918148"/>
                <a:gd name="csY1760" fmla="*/ 977015 h 1061675"/>
                <a:gd name="csX1761" fmla="*/ 791390 w 918148"/>
                <a:gd name="csY1761" fmla="*/ 980203 h 1061675"/>
                <a:gd name="csX1762" fmla="*/ 792805 w 918148"/>
                <a:gd name="csY1762" fmla="*/ 981565 h 1061675"/>
                <a:gd name="csX1763" fmla="*/ 794966 w 918148"/>
                <a:gd name="csY1763" fmla="*/ 984524 h 1061675"/>
                <a:gd name="csX1764" fmla="*/ 792813 w 918148"/>
                <a:gd name="csY1764" fmla="*/ 986503 h 1061675"/>
                <a:gd name="csX1765" fmla="*/ 791542 w 918148"/>
                <a:gd name="csY1765" fmla="*/ 989349 h 1061675"/>
                <a:gd name="csX1766" fmla="*/ 791474 w 918148"/>
                <a:gd name="csY1766" fmla="*/ 990786 h 1061675"/>
                <a:gd name="csX1767" fmla="*/ 790629 w 918148"/>
                <a:gd name="csY1767" fmla="*/ 991624 h 1061675"/>
                <a:gd name="csX1768" fmla="*/ 789305 w 918148"/>
                <a:gd name="csY1768" fmla="*/ 992491 h 1061675"/>
                <a:gd name="csX1769" fmla="*/ 787335 w 918148"/>
                <a:gd name="csY1769" fmla="*/ 994157 h 1061675"/>
                <a:gd name="csX1770" fmla="*/ 784908 w 918148"/>
                <a:gd name="csY1770" fmla="*/ 994340 h 1061675"/>
                <a:gd name="csX1771" fmla="*/ 782518 w 918148"/>
                <a:gd name="csY1771" fmla="*/ 995222 h 1061675"/>
                <a:gd name="csX1772" fmla="*/ 781408 w 918148"/>
                <a:gd name="csY1772" fmla="*/ 996021 h 1061675"/>
                <a:gd name="csX1773" fmla="*/ 780753 w 918148"/>
                <a:gd name="csY1773" fmla="*/ 996074 h 1061675"/>
                <a:gd name="csX1774" fmla="*/ 779977 w 918148"/>
                <a:gd name="csY1774" fmla="*/ 995641 h 1061675"/>
                <a:gd name="csX1775" fmla="*/ 779148 w 918148"/>
                <a:gd name="csY1775" fmla="*/ 994819 h 1061675"/>
                <a:gd name="csX1776" fmla="*/ 778882 w 918148"/>
                <a:gd name="csY1776" fmla="*/ 993868 h 1061675"/>
                <a:gd name="csX1777" fmla="*/ 780517 w 918148"/>
                <a:gd name="csY1777" fmla="*/ 992985 h 1061675"/>
                <a:gd name="csX1778" fmla="*/ 782655 w 918148"/>
                <a:gd name="csY1778" fmla="*/ 989843 h 1061675"/>
                <a:gd name="csX1779" fmla="*/ 783036 w 918148"/>
                <a:gd name="csY1779" fmla="*/ 986586 h 1061675"/>
                <a:gd name="csX1780" fmla="*/ 780730 w 918148"/>
                <a:gd name="csY1780" fmla="*/ 986001 h 1061675"/>
                <a:gd name="csX1781" fmla="*/ 779353 w 918148"/>
                <a:gd name="csY1781" fmla="*/ 986450 h 1061675"/>
                <a:gd name="csX1782" fmla="*/ 778326 w 918148"/>
                <a:gd name="csY1782" fmla="*/ 986435 h 1061675"/>
                <a:gd name="csX1783" fmla="*/ 777147 w 918148"/>
                <a:gd name="csY1783" fmla="*/ 985437 h 1061675"/>
                <a:gd name="csX1784" fmla="*/ 776431 w 918148"/>
                <a:gd name="csY1784" fmla="*/ 986967 h 1061675"/>
                <a:gd name="csX1785" fmla="*/ 776165 w 918148"/>
                <a:gd name="csY1785" fmla="*/ 988436 h 1061675"/>
                <a:gd name="csX1786" fmla="*/ 776477 w 918148"/>
                <a:gd name="csY1786" fmla="*/ 990680 h 1061675"/>
                <a:gd name="csX1787" fmla="*/ 776264 w 918148"/>
                <a:gd name="csY1787" fmla="*/ 991410 h 1061675"/>
                <a:gd name="csX1788" fmla="*/ 775427 w 918148"/>
                <a:gd name="csY1788" fmla="*/ 991821 h 1061675"/>
                <a:gd name="csX1789" fmla="*/ 773495 w 918148"/>
                <a:gd name="csY1789" fmla="*/ 990969 h 1061675"/>
                <a:gd name="csX1790" fmla="*/ 771486 w 918148"/>
                <a:gd name="csY1790" fmla="*/ 989455 h 1061675"/>
                <a:gd name="csX1791" fmla="*/ 771326 w 918148"/>
                <a:gd name="csY1791" fmla="*/ 988580 h 1061675"/>
                <a:gd name="csX1792" fmla="*/ 771737 w 918148"/>
                <a:gd name="csY1792" fmla="*/ 985552 h 1061675"/>
                <a:gd name="csX1793" fmla="*/ 771699 w 918148"/>
                <a:gd name="csY1793" fmla="*/ 983977 h 1061675"/>
                <a:gd name="csX1794" fmla="*/ 771281 w 918148"/>
                <a:gd name="csY1794" fmla="*/ 981709 h 1061675"/>
                <a:gd name="csX1795" fmla="*/ 771060 w 918148"/>
                <a:gd name="csY1795" fmla="*/ 981473 h 1061675"/>
                <a:gd name="csX1796" fmla="*/ 770307 w 918148"/>
                <a:gd name="csY1796" fmla="*/ 981527 h 1061675"/>
                <a:gd name="csX1797" fmla="*/ 767940 w 918148"/>
                <a:gd name="csY1797" fmla="*/ 981961 h 1061675"/>
                <a:gd name="csX1798" fmla="*/ 765574 w 918148"/>
                <a:gd name="csY1798" fmla="*/ 979062 h 1061675"/>
                <a:gd name="csX1799" fmla="*/ 764296 w 918148"/>
                <a:gd name="csY1799" fmla="*/ 976003 h 1061675"/>
                <a:gd name="csX1800" fmla="*/ 759944 w 918148"/>
                <a:gd name="csY1800" fmla="*/ 975128 h 1061675"/>
                <a:gd name="csX1801" fmla="*/ 763337 w 918148"/>
                <a:gd name="csY1801" fmla="*/ 970867 h 1061675"/>
                <a:gd name="csX1802" fmla="*/ 768450 w 918148"/>
                <a:gd name="csY1802" fmla="*/ 970266 h 1061675"/>
                <a:gd name="csX1803" fmla="*/ 770185 w 918148"/>
                <a:gd name="csY1803" fmla="*/ 972419 h 1061675"/>
                <a:gd name="csX1804" fmla="*/ 775876 w 918148"/>
                <a:gd name="csY1804" fmla="*/ 973903 h 1061675"/>
                <a:gd name="csX1805" fmla="*/ 775534 w 918148"/>
                <a:gd name="csY1805" fmla="*/ 971620 h 1061675"/>
                <a:gd name="csX1806" fmla="*/ 775625 w 918148"/>
                <a:gd name="csY1806" fmla="*/ 970806 h 1061675"/>
                <a:gd name="csX1807" fmla="*/ 776409 w 918148"/>
                <a:gd name="csY1807" fmla="*/ 969787 h 1061675"/>
                <a:gd name="csX1808" fmla="*/ 776850 w 918148"/>
                <a:gd name="csY1808" fmla="*/ 969703 h 1061675"/>
                <a:gd name="csX1809" fmla="*/ 777520 w 918148"/>
                <a:gd name="csY1809" fmla="*/ 970418 h 1061675"/>
                <a:gd name="csX1810" fmla="*/ 778615 w 918148"/>
                <a:gd name="csY1810" fmla="*/ 970723 h 1061675"/>
                <a:gd name="csX1811" fmla="*/ 779117 w 918148"/>
                <a:gd name="csY1811" fmla="*/ 971423 h 1061675"/>
                <a:gd name="csX1812" fmla="*/ 779635 w 918148"/>
                <a:gd name="csY1812" fmla="*/ 972807 h 1061675"/>
                <a:gd name="csX1813" fmla="*/ 812359 w 918148"/>
                <a:gd name="csY1813" fmla="*/ 992674 h 1061675"/>
                <a:gd name="csX1814" fmla="*/ 817092 w 918148"/>
                <a:gd name="csY1814" fmla="*/ 995572 h 1061675"/>
                <a:gd name="csX1815" fmla="*/ 820226 w 918148"/>
                <a:gd name="csY1815" fmla="*/ 995550 h 1061675"/>
                <a:gd name="csX1816" fmla="*/ 820211 w 918148"/>
                <a:gd name="csY1816" fmla="*/ 997360 h 1061675"/>
                <a:gd name="csX1817" fmla="*/ 820592 w 918148"/>
                <a:gd name="csY1817" fmla="*/ 1000449 h 1061675"/>
                <a:gd name="csX1818" fmla="*/ 820097 w 918148"/>
                <a:gd name="csY1818" fmla="*/ 1001705 h 1061675"/>
                <a:gd name="csX1819" fmla="*/ 818925 w 918148"/>
                <a:gd name="csY1819" fmla="*/ 1002990 h 1061675"/>
                <a:gd name="csX1820" fmla="*/ 818187 w 918148"/>
                <a:gd name="csY1820" fmla="*/ 1004816 h 1061675"/>
                <a:gd name="csX1821" fmla="*/ 817640 w 918148"/>
                <a:gd name="csY1821" fmla="*/ 1005098 h 1061675"/>
                <a:gd name="csX1822" fmla="*/ 814193 w 918148"/>
                <a:gd name="csY1822" fmla="*/ 1002892 h 1061675"/>
                <a:gd name="csX1823" fmla="*/ 810594 w 918148"/>
                <a:gd name="csY1823" fmla="*/ 999879 h 1061675"/>
                <a:gd name="csX1824" fmla="*/ 808783 w 918148"/>
                <a:gd name="csY1824" fmla="*/ 1000404 h 1061675"/>
                <a:gd name="csX1825" fmla="*/ 806386 w 918148"/>
                <a:gd name="csY1825" fmla="*/ 999666 h 1061675"/>
                <a:gd name="csX1826" fmla="*/ 804454 w 918148"/>
                <a:gd name="csY1826" fmla="*/ 999826 h 1061675"/>
                <a:gd name="csX1827" fmla="*/ 803252 w 918148"/>
                <a:gd name="csY1827" fmla="*/ 1001530 h 1061675"/>
                <a:gd name="csX1828" fmla="*/ 800452 w 918148"/>
                <a:gd name="csY1828" fmla="*/ 1002420 h 1061675"/>
                <a:gd name="csX1829" fmla="*/ 799942 w 918148"/>
                <a:gd name="csY1829" fmla="*/ 999012 h 1061675"/>
                <a:gd name="csX1830" fmla="*/ 797401 w 918148"/>
                <a:gd name="csY1830" fmla="*/ 995785 h 1061675"/>
                <a:gd name="csX1831" fmla="*/ 794867 w 918148"/>
                <a:gd name="csY1831" fmla="*/ 993206 h 1061675"/>
                <a:gd name="csX1832" fmla="*/ 796244 w 918148"/>
                <a:gd name="csY1832" fmla="*/ 989257 h 1061675"/>
                <a:gd name="csX1833" fmla="*/ 797888 w 918148"/>
                <a:gd name="csY1833" fmla="*/ 988625 h 1061675"/>
                <a:gd name="csX1834" fmla="*/ 799440 w 918148"/>
                <a:gd name="csY1834" fmla="*/ 987309 h 1061675"/>
                <a:gd name="csX1835" fmla="*/ 805656 w 918148"/>
                <a:gd name="csY1835" fmla="*/ 988702 h 1061675"/>
                <a:gd name="csX1836" fmla="*/ 808882 w 918148"/>
                <a:gd name="csY1836" fmla="*/ 989881 h 1061675"/>
                <a:gd name="csX1837" fmla="*/ 812359 w 918148"/>
                <a:gd name="csY1837" fmla="*/ 992674 h 1061675"/>
                <a:gd name="csX1838" fmla="*/ 820873 w 918148"/>
                <a:gd name="csY1838" fmla="*/ 1023282 h 1061675"/>
                <a:gd name="csX1839" fmla="*/ 821862 w 918148"/>
                <a:gd name="csY1839" fmla="*/ 1025626 h 1061675"/>
                <a:gd name="csX1840" fmla="*/ 822228 w 918148"/>
                <a:gd name="csY1840" fmla="*/ 1026060 h 1061675"/>
                <a:gd name="csX1841" fmla="*/ 824860 w 918148"/>
                <a:gd name="csY1841" fmla="*/ 1026980 h 1061675"/>
                <a:gd name="csX1842" fmla="*/ 826047 w 918148"/>
                <a:gd name="csY1842" fmla="*/ 1026425 h 1061675"/>
                <a:gd name="csX1843" fmla="*/ 828908 w 918148"/>
                <a:gd name="csY1843" fmla="*/ 1026166 h 1061675"/>
                <a:gd name="csX1844" fmla="*/ 830627 w 918148"/>
                <a:gd name="csY1844" fmla="*/ 1025261 h 1061675"/>
                <a:gd name="csX1845" fmla="*/ 833131 w 918148"/>
                <a:gd name="csY1845" fmla="*/ 1024797 h 1061675"/>
                <a:gd name="csX1846" fmla="*/ 835999 w 918148"/>
                <a:gd name="csY1846" fmla="*/ 1030632 h 1061675"/>
                <a:gd name="csX1847" fmla="*/ 835680 w 918148"/>
                <a:gd name="csY1847" fmla="*/ 1032413 h 1061675"/>
                <a:gd name="csX1848" fmla="*/ 833412 w 918148"/>
                <a:gd name="csY1848" fmla="*/ 1034346 h 1061675"/>
                <a:gd name="csX1849" fmla="*/ 831883 w 918148"/>
                <a:gd name="csY1849" fmla="*/ 1034771 h 1061675"/>
                <a:gd name="csX1850" fmla="*/ 830437 w 918148"/>
                <a:gd name="csY1850" fmla="*/ 1034186 h 1061675"/>
                <a:gd name="csX1851" fmla="*/ 830536 w 918148"/>
                <a:gd name="csY1851" fmla="*/ 1033204 h 1061675"/>
                <a:gd name="csX1852" fmla="*/ 830270 w 918148"/>
                <a:gd name="csY1852" fmla="*/ 1032352 h 1061675"/>
                <a:gd name="csX1853" fmla="*/ 829281 w 918148"/>
                <a:gd name="csY1853" fmla="*/ 1031241 h 1061675"/>
                <a:gd name="csX1854" fmla="*/ 828352 w 918148"/>
                <a:gd name="csY1854" fmla="*/ 1031348 h 1061675"/>
                <a:gd name="csX1855" fmla="*/ 826854 w 918148"/>
                <a:gd name="csY1855" fmla="*/ 1032169 h 1061675"/>
                <a:gd name="csX1856" fmla="*/ 826138 w 918148"/>
                <a:gd name="csY1856" fmla="*/ 1032063 h 1061675"/>
                <a:gd name="csX1857" fmla="*/ 824624 w 918148"/>
                <a:gd name="csY1857" fmla="*/ 1031158 h 1061675"/>
                <a:gd name="csX1858" fmla="*/ 821969 w 918148"/>
                <a:gd name="csY1858" fmla="*/ 1030488 h 1061675"/>
                <a:gd name="csX1859" fmla="*/ 821444 w 918148"/>
                <a:gd name="csY1859" fmla="*/ 1029666 h 1061675"/>
                <a:gd name="csX1860" fmla="*/ 821383 w 918148"/>
                <a:gd name="csY1860" fmla="*/ 1028449 h 1061675"/>
                <a:gd name="csX1861" fmla="*/ 820881 w 918148"/>
                <a:gd name="csY1861" fmla="*/ 1027840 h 1061675"/>
                <a:gd name="csX1862" fmla="*/ 818111 w 918148"/>
                <a:gd name="csY1862" fmla="*/ 1025885 h 1061675"/>
                <a:gd name="csX1863" fmla="*/ 816339 w 918148"/>
                <a:gd name="csY1863" fmla="*/ 1024219 h 1061675"/>
                <a:gd name="csX1864" fmla="*/ 814840 w 918148"/>
                <a:gd name="csY1864" fmla="*/ 1023998 h 1061675"/>
                <a:gd name="csX1865" fmla="*/ 814292 w 918148"/>
                <a:gd name="csY1865" fmla="*/ 1024196 h 1061675"/>
                <a:gd name="csX1866" fmla="*/ 813736 w 918148"/>
                <a:gd name="csY1866" fmla="*/ 1024987 h 1061675"/>
                <a:gd name="csX1867" fmla="*/ 812390 w 918148"/>
                <a:gd name="csY1867" fmla="*/ 1025748 h 1061675"/>
                <a:gd name="csX1868" fmla="*/ 812002 w 918148"/>
                <a:gd name="csY1868" fmla="*/ 1025618 h 1061675"/>
                <a:gd name="csX1869" fmla="*/ 811568 w 918148"/>
                <a:gd name="csY1869" fmla="*/ 1024987 h 1061675"/>
                <a:gd name="csX1870" fmla="*/ 811347 w 918148"/>
                <a:gd name="csY1870" fmla="*/ 1024074 h 1061675"/>
                <a:gd name="csX1871" fmla="*/ 811918 w 918148"/>
                <a:gd name="csY1871" fmla="*/ 1022232 h 1061675"/>
                <a:gd name="csX1872" fmla="*/ 812694 w 918148"/>
                <a:gd name="csY1872" fmla="*/ 1022058 h 1061675"/>
                <a:gd name="csX1873" fmla="*/ 816475 w 918148"/>
                <a:gd name="csY1873" fmla="*/ 1022423 h 1061675"/>
                <a:gd name="csX1874" fmla="*/ 818796 w 918148"/>
                <a:gd name="csY1874" fmla="*/ 1023275 h 1061675"/>
                <a:gd name="csX1875" fmla="*/ 820873 w 918148"/>
                <a:gd name="csY1875" fmla="*/ 1023282 h 1061675"/>
                <a:gd name="csX1876" fmla="*/ 848393 w 918148"/>
                <a:gd name="csY1876" fmla="*/ 1025170 h 1061675"/>
                <a:gd name="csX1877" fmla="*/ 865520 w 918148"/>
                <a:gd name="csY1877" fmla="*/ 1028829 h 1061675"/>
                <a:gd name="csX1878" fmla="*/ 870801 w 918148"/>
                <a:gd name="csY1878" fmla="*/ 1026607 h 1061675"/>
                <a:gd name="csX1879" fmla="*/ 874978 w 918148"/>
                <a:gd name="csY1879" fmla="*/ 1026676 h 1061675"/>
                <a:gd name="csX1880" fmla="*/ 876218 w 918148"/>
                <a:gd name="csY1880" fmla="*/ 1029727 h 1061675"/>
                <a:gd name="csX1881" fmla="*/ 871980 w 918148"/>
                <a:gd name="csY1881" fmla="*/ 1032945 h 1061675"/>
                <a:gd name="csX1882" fmla="*/ 871660 w 918148"/>
                <a:gd name="csY1882" fmla="*/ 1033965 h 1061675"/>
                <a:gd name="csX1883" fmla="*/ 872254 w 918148"/>
                <a:gd name="csY1883" fmla="*/ 1034787 h 1061675"/>
                <a:gd name="csX1884" fmla="*/ 876606 w 918148"/>
                <a:gd name="csY1884" fmla="*/ 1035304 h 1061675"/>
                <a:gd name="csX1885" fmla="*/ 877709 w 918148"/>
                <a:gd name="csY1885" fmla="*/ 1036339 h 1061675"/>
                <a:gd name="csX1886" fmla="*/ 878721 w 918148"/>
                <a:gd name="csY1886" fmla="*/ 1037678 h 1061675"/>
                <a:gd name="csX1887" fmla="*/ 877861 w 918148"/>
                <a:gd name="csY1887" fmla="*/ 1039664 h 1061675"/>
                <a:gd name="csX1888" fmla="*/ 877778 w 918148"/>
                <a:gd name="csY1888" fmla="*/ 1040585 h 1061675"/>
                <a:gd name="csX1889" fmla="*/ 878234 w 918148"/>
                <a:gd name="csY1889" fmla="*/ 1041475 h 1061675"/>
                <a:gd name="csX1890" fmla="*/ 881498 w 918148"/>
                <a:gd name="csY1890" fmla="*/ 1044488 h 1061675"/>
                <a:gd name="csX1891" fmla="*/ 882837 w 918148"/>
                <a:gd name="csY1891" fmla="*/ 1046040 h 1061675"/>
                <a:gd name="csX1892" fmla="*/ 883514 w 918148"/>
                <a:gd name="csY1892" fmla="*/ 1047531 h 1061675"/>
                <a:gd name="csX1893" fmla="*/ 883788 w 918148"/>
                <a:gd name="csY1893" fmla="*/ 1050148 h 1061675"/>
                <a:gd name="csX1894" fmla="*/ 883728 w 918148"/>
                <a:gd name="csY1894" fmla="*/ 1052248 h 1061675"/>
                <a:gd name="csX1895" fmla="*/ 882997 w 918148"/>
                <a:gd name="csY1895" fmla="*/ 1052530 h 1061675"/>
                <a:gd name="csX1896" fmla="*/ 881407 w 918148"/>
                <a:gd name="csY1896" fmla="*/ 1051891 h 1061675"/>
                <a:gd name="csX1897" fmla="*/ 879855 w 918148"/>
                <a:gd name="csY1897" fmla="*/ 1050674 h 1061675"/>
                <a:gd name="csX1898" fmla="*/ 878493 w 918148"/>
                <a:gd name="csY1898" fmla="*/ 1047661 h 1061675"/>
                <a:gd name="csX1899" fmla="*/ 877542 w 918148"/>
                <a:gd name="csY1899" fmla="*/ 1047059 h 1061675"/>
                <a:gd name="csX1900" fmla="*/ 874795 w 918148"/>
                <a:gd name="csY1900" fmla="*/ 1046451 h 1061675"/>
                <a:gd name="csX1901" fmla="*/ 872071 w 918148"/>
                <a:gd name="csY1901" fmla="*/ 1044982 h 1061675"/>
                <a:gd name="csX1902" fmla="*/ 869948 w 918148"/>
                <a:gd name="csY1902" fmla="*/ 1045066 h 1061675"/>
                <a:gd name="csX1903" fmla="*/ 867993 w 918148"/>
                <a:gd name="csY1903" fmla="*/ 1044442 h 1061675"/>
                <a:gd name="csX1904" fmla="*/ 866243 w 918148"/>
                <a:gd name="csY1904" fmla="*/ 1044990 h 1061675"/>
                <a:gd name="csX1905" fmla="*/ 865619 w 918148"/>
                <a:gd name="csY1905" fmla="*/ 1044001 h 1061675"/>
                <a:gd name="csX1906" fmla="*/ 864866 w 918148"/>
                <a:gd name="csY1906" fmla="*/ 1042000 h 1061675"/>
                <a:gd name="csX1907" fmla="*/ 864851 w 918148"/>
                <a:gd name="csY1907" fmla="*/ 1041132 h 1061675"/>
                <a:gd name="csX1908" fmla="*/ 865771 w 918148"/>
                <a:gd name="csY1908" fmla="*/ 1037982 h 1061675"/>
                <a:gd name="csX1909" fmla="*/ 865749 w 918148"/>
                <a:gd name="csY1909" fmla="*/ 1037161 h 1061675"/>
                <a:gd name="csX1910" fmla="*/ 865269 w 918148"/>
                <a:gd name="csY1910" fmla="*/ 1037062 h 1061675"/>
                <a:gd name="csX1911" fmla="*/ 863230 w 918148"/>
                <a:gd name="csY1911" fmla="*/ 1037701 h 1061675"/>
                <a:gd name="csX1912" fmla="*/ 862408 w 918148"/>
                <a:gd name="csY1912" fmla="*/ 1037275 h 1061675"/>
                <a:gd name="csX1913" fmla="*/ 860187 w 918148"/>
                <a:gd name="csY1913" fmla="*/ 1034992 h 1061675"/>
                <a:gd name="csX1914" fmla="*/ 859289 w 918148"/>
                <a:gd name="csY1914" fmla="*/ 1034559 h 1061675"/>
                <a:gd name="csX1915" fmla="*/ 857060 w 918148"/>
                <a:gd name="csY1915" fmla="*/ 1034338 h 1061675"/>
                <a:gd name="csX1916" fmla="*/ 855796 w 918148"/>
                <a:gd name="csY1916" fmla="*/ 1038370 h 1061675"/>
                <a:gd name="csX1917" fmla="*/ 855728 w 918148"/>
                <a:gd name="csY1917" fmla="*/ 1039375 h 1061675"/>
                <a:gd name="csX1918" fmla="*/ 857014 w 918148"/>
                <a:gd name="csY1918" fmla="*/ 1041946 h 1061675"/>
                <a:gd name="csX1919" fmla="*/ 859540 w 918148"/>
                <a:gd name="csY1919" fmla="*/ 1045910 h 1061675"/>
                <a:gd name="csX1920" fmla="*/ 858262 w 918148"/>
                <a:gd name="csY1920" fmla="*/ 1045986 h 1061675"/>
                <a:gd name="csX1921" fmla="*/ 854610 w 918148"/>
                <a:gd name="csY1921" fmla="*/ 1044769 h 1061675"/>
                <a:gd name="csX1922" fmla="*/ 853674 w 918148"/>
                <a:gd name="csY1922" fmla="*/ 1044008 h 1061675"/>
                <a:gd name="csX1923" fmla="*/ 852548 w 918148"/>
                <a:gd name="csY1923" fmla="*/ 1042007 h 1061675"/>
                <a:gd name="csX1924" fmla="*/ 850379 w 918148"/>
                <a:gd name="csY1924" fmla="*/ 1040851 h 1061675"/>
                <a:gd name="csX1925" fmla="*/ 849618 w 918148"/>
                <a:gd name="csY1925" fmla="*/ 1040136 h 1061675"/>
                <a:gd name="csX1926" fmla="*/ 849398 w 918148"/>
                <a:gd name="csY1926" fmla="*/ 1039299 h 1061675"/>
                <a:gd name="csX1927" fmla="*/ 849375 w 918148"/>
                <a:gd name="csY1927" fmla="*/ 1036704 h 1061675"/>
                <a:gd name="csX1928" fmla="*/ 848896 w 918148"/>
                <a:gd name="csY1928" fmla="*/ 1036324 h 1061675"/>
                <a:gd name="csX1929" fmla="*/ 845814 w 918148"/>
                <a:gd name="csY1929" fmla="*/ 1036986 h 1061675"/>
                <a:gd name="csX1930" fmla="*/ 845183 w 918148"/>
                <a:gd name="csY1930" fmla="*/ 1036354 h 1061675"/>
                <a:gd name="csX1931" fmla="*/ 844924 w 918148"/>
                <a:gd name="csY1931" fmla="*/ 1035259 h 1061675"/>
                <a:gd name="csX1932" fmla="*/ 844475 w 918148"/>
                <a:gd name="csY1932" fmla="*/ 1034650 h 1061675"/>
                <a:gd name="csX1933" fmla="*/ 842489 w 918148"/>
                <a:gd name="csY1933" fmla="*/ 1033653 h 1061675"/>
                <a:gd name="csX1934" fmla="*/ 842314 w 918148"/>
                <a:gd name="csY1934" fmla="*/ 1033029 h 1061675"/>
                <a:gd name="csX1935" fmla="*/ 843197 w 918148"/>
                <a:gd name="csY1935" fmla="*/ 1032291 h 1061675"/>
                <a:gd name="csX1936" fmla="*/ 843745 w 918148"/>
                <a:gd name="csY1936" fmla="*/ 1030442 h 1061675"/>
                <a:gd name="csX1937" fmla="*/ 844521 w 918148"/>
                <a:gd name="csY1937" fmla="*/ 1023792 h 1061675"/>
                <a:gd name="csX1938" fmla="*/ 848393 w 918148"/>
                <a:gd name="csY1938" fmla="*/ 1025170 h 1061675"/>
                <a:gd name="csX1939" fmla="*/ 904400 w 918148"/>
                <a:gd name="csY1939" fmla="*/ 1033904 h 1061675"/>
                <a:gd name="csX1940" fmla="*/ 903769 w 918148"/>
                <a:gd name="csY1940" fmla="*/ 1035335 h 1061675"/>
                <a:gd name="csX1941" fmla="*/ 902422 w 918148"/>
                <a:gd name="csY1941" fmla="*/ 1037222 h 1061675"/>
                <a:gd name="csX1942" fmla="*/ 900611 w 918148"/>
                <a:gd name="csY1942" fmla="*/ 1038683 h 1061675"/>
                <a:gd name="csX1943" fmla="*/ 898854 w 918148"/>
                <a:gd name="csY1943" fmla="*/ 1039086 h 1061675"/>
                <a:gd name="csX1944" fmla="*/ 897583 w 918148"/>
                <a:gd name="csY1944" fmla="*/ 1038325 h 1061675"/>
                <a:gd name="csX1945" fmla="*/ 896944 w 918148"/>
                <a:gd name="csY1945" fmla="*/ 1036986 h 1061675"/>
                <a:gd name="csX1946" fmla="*/ 896647 w 918148"/>
                <a:gd name="csY1946" fmla="*/ 1035662 h 1061675"/>
                <a:gd name="csX1947" fmla="*/ 896213 w 918148"/>
                <a:gd name="csY1947" fmla="*/ 1034939 h 1061675"/>
                <a:gd name="csX1948" fmla="*/ 895544 w 918148"/>
                <a:gd name="csY1948" fmla="*/ 1034779 h 1061675"/>
                <a:gd name="csX1949" fmla="*/ 894676 w 918148"/>
                <a:gd name="csY1949" fmla="*/ 1034817 h 1061675"/>
                <a:gd name="csX1950" fmla="*/ 893611 w 918148"/>
                <a:gd name="csY1950" fmla="*/ 1035312 h 1061675"/>
                <a:gd name="csX1951" fmla="*/ 891344 w 918148"/>
                <a:gd name="csY1951" fmla="*/ 1037222 h 1061675"/>
                <a:gd name="csX1952" fmla="*/ 890370 w 918148"/>
                <a:gd name="csY1952" fmla="*/ 1037716 h 1061675"/>
                <a:gd name="csX1953" fmla="*/ 889715 w 918148"/>
                <a:gd name="csY1953" fmla="*/ 1037838 h 1061675"/>
                <a:gd name="csX1954" fmla="*/ 883263 w 918148"/>
                <a:gd name="csY1954" fmla="*/ 1036407 h 1061675"/>
                <a:gd name="csX1955" fmla="*/ 882632 w 918148"/>
                <a:gd name="csY1955" fmla="*/ 1035875 h 1061675"/>
                <a:gd name="csX1956" fmla="*/ 881871 w 918148"/>
                <a:gd name="csY1956" fmla="*/ 1034604 h 1061675"/>
                <a:gd name="csX1957" fmla="*/ 881034 w 918148"/>
                <a:gd name="csY1957" fmla="*/ 1030823 h 1061675"/>
                <a:gd name="csX1958" fmla="*/ 878326 w 918148"/>
                <a:gd name="csY1958" fmla="*/ 1027460 h 1061675"/>
                <a:gd name="csX1959" fmla="*/ 882472 w 918148"/>
                <a:gd name="csY1959" fmla="*/ 1025557 h 1061675"/>
                <a:gd name="csX1960" fmla="*/ 887448 w 918148"/>
                <a:gd name="csY1960" fmla="*/ 1025565 h 1061675"/>
                <a:gd name="csX1961" fmla="*/ 897050 w 918148"/>
                <a:gd name="csY1961" fmla="*/ 1027018 h 1061675"/>
                <a:gd name="csX1962" fmla="*/ 900877 w 918148"/>
                <a:gd name="csY1962" fmla="*/ 1027346 h 1061675"/>
                <a:gd name="csX1963" fmla="*/ 903822 w 918148"/>
                <a:gd name="csY1963" fmla="*/ 1030541 h 1061675"/>
                <a:gd name="csX1964" fmla="*/ 904286 w 918148"/>
                <a:gd name="csY1964" fmla="*/ 1032459 h 1061675"/>
                <a:gd name="csX1965" fmla="*/ 904400 w 918148"/>
                <a:gd name="csY1965" fmla="*/ 1033904 h 1061675"/>
                <a:gd name="csX1966" fmla="*/ 917380 w 918148"/>
                <a:gd name="csY1966" fmla="*/ 1036712 h 1061675"/>
                <a:gd name="csX1967" fmla="*/ 915676 w 918148"/>
                <a:gd name="csY1967" fmla="*/ 1038348 h 1061675"/>
                <a:gd name="csX1968" fmla="*/ 914405 w 918148"/>
                <a:gd name="csY1968" fmla="*/ 1038241 h 1061675"/>
                <a:gd name="csX1969" fmla="*/ 913994 w 918148"/>
                <a:gd name="csY1969" fmla="*/ 1037647 h 1061675"/>
                <a:gd name="csX1970" fmla="*/ 913858 w 918148"/>
                <a:gd name="csY1970" fmla="*/ 1036902 h 1061675"/>
                <a:gd name="csX1971" fmla="*/ 914109 w 918148"/>
                <a:gd name="csY1971" fmla="*/ 1036111 h 1061675"/>
                <a:gd name="csX1972" fmla="*/ 914641 w 918148"/>
                <a:gd name="csY1972" fmla="*/ 1035388 h 1061675"/>
                <a:gd name="csX1973" fmla="*/ 915889 w 918148"/>
                <a:gd name="csY1973" fmla="*/ 1034483 h 1061675"/>
                <a:gd name="csX1974" fmla="*/ 916277 w 918148"/>
                <a:gd name="csY1974" fmla="*/ 1034338 h 1061675"/>
                <a:gd name="csX1975" fmla="*/ 918149 w 918148"/>
                <a:gd name="csY1975" fmla="*/ 1035236 h 1061675"/>
                <a:gd name="csX1976" fmla="*/ 917380 w 918148"/>
                <a:gd name="csY1976" fmla="*/ 1036712 h 1061675"/>
                <a:gd name="csX1977" fmla="*/ 899941 w 918148"/>
                <a:gd name="csY1977" fmla="*/ 1057323 h 1061675"/>
                <a:gd name="csX1978" fmla="*/ 899158 w 918148"/>
                <a:gd name="csY1978" fmla="*/ 1057620 h 1061675"/>
                <a:gd name="csX1979" fmla="*/ 898580 w 918148"/>
                <a:gd name="csY1979" fmla="*/ 1056905 h 1061675"/>
                <a:gd name="csX1980" fmla="*/ 897705 w 918148"/>
                <a:gd name="csY1980" fmla="*/ 1056403 h 1061675"/>
                <a:gd name="csX1981" fmla="*/ 894144 w 918148"/>
                <a:gd name="csY1981" fmla="*/ 1055345 h 1061675"/>
                <a:gd name="csX1982" fmla="*/ 894068 w 918148"/>
                <a:gd name="csY1982" fmla="*/ 1054706 h 1061675"/>
                <a:gd name="csX1983" fmla="*/ 894440 w 918148"/>
                <a:gd name="csY1983" fmla="*/ 1053793 h 1061675"/>
                <a:gd name="csX1984" fmla="*/ 895148 w 918148"/>
                <a:gd name="csY1984" fmla="*/ 1052979 h 1061675"/>
                <a:gd name="csX1985" fmla="*/ 896518 w 918148"/>
                <a:gd name="csY1985" fmla="*/ 1052173 h 1061675"/>
                <a:gd name="csX1986" fmla="*/ 897621 w 918148"/>
                <a:gd name="csY1986" fmla="*/ 1050080 h 1061675"/>
                <a:gd name="csX1987" fmla="*/ 898115 w 918148"/>
                <a:gd name="csY1987" fmla="*/ 1050240 h 1061675"/>
                <a:gd name="csX1988" fmla="*/ 898618 w 918148"/>
                <a:gd name="csY1988" fmla="*/ 1051092 h 1061675"/>
                <a:gd name="csX1989" fmla="*/ 899470 w 918148"/>
                <a:gd name="csY1989" fmla="*/ 1053983 h 1061675"/>
                <a:gd name="csX1990" fmla="*/ 900497 w 918148"/>
                <a:gd name="csY1990" fmla="*/ 1056068 h 1061675"/>
                <a:gd name="csX1991" fmla="*/ 900390 w 918148"/>
                <a:gd name="csY1991" fmla="*/ 1056791 h 1061675"/>
                <a:gd name="csX1992" fmla="*/ 899941 w 918148"/>
                <a:gd name="csY1992" fmla="*/ 1057323 h 1061675"/>
                <a:gd name="csX1993" fmla="*/ 893832 w 918148"/>
                <a:gd name="csY1993" fmla="*/ 1061599 h 1061675"/>
                <a:gd name="csX1994" fmla="*/ 893056 w 918148"/>
                <a:gd name="csY1994" fmla="*/ 1061675 h 1061675"/>
                <a:gd name="csX1995" fmla="*/ 891169 w 918148"/>
                <a:gd name="csY1995" fmla="*/ 1060968 h 1061675"/>
                <a:gd name="csX1996" fmla="*/ 888346 w 918148"/>
                <a:gd name="csY1996" fmla="*/ 1060656 h 1061675"/>
                <a:gd name="csX1997" fmla="*/ 888026 w 918148"/>
                <a:gd name="csY1997" fmla="*/ 1060367 h 1061675"/>
                <a:gd name="csX1998" fmla="*/ 887958 w 918148"/>
                <a:gd name="csY1998" fmla="*/ 1059811 h 1061675"/>
                <a:gd name="csX1999" fmla="*/ 888293 w 918148"/>
                <a:gd name="csY1999" fmla="*/ 1059241 h 1061675"/>
                <a:gd name="csX2000" fmla="*/ 889830 w 918148"/>
                <a:gd name="csY2000" fmla="*/ 1058807 h 1061675"/>
                <a:gd name="csX2001" fmla="*/ 894463 w 918148"/>
                <a:gd name="csY2001" fmla="*/ 1059180 h 1061675"/>
                <a:gd name="csX2002" fmla="*/ 895057 w 918148"/>
                <a:gd name="csY2002" fmla="*/ 1059438 h 1061675"/>
                <a:gd name="csX2003" fmla="*/ 895216 w 918148"/>
                <a:gd name="csY2003" fmla="*/ 1059880 h 1061675"/>
                <a:gd name="csX2004" fmla="*/ 894463 w 918148"/>
                <a:gd name="csY2004" fmla="*/ 1061135 h 1061675"/>
                <a:gd name="csX2005" fmla="*/ 893832 w 918148"/>
                <a:gd name="csY2005" fmla="*/ 1061599 h 1061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Lst>
              <a:rect l="l" t="t" r="r" b="b"/>
              <a:pathLst>
                <a:path w="918148" h="1061675">
                  <a:moveTo>
                    <a:pt x="901950" y="120299"/>
                  </a:moveTo>
                  <a:lnTo>
                    <a:pt x="905922" y="124438"/>
                  </a:lnTo>
                  <a:lnTo>
                    <a:pt x="904195" y="130068"/>
                  </a:lnTo>
                  <a:lnTo>
                    <a:pt x="901433" y="139069"/>
                  </a:lnTo>
                  <a:lnTo>
                    <a:pt x="899302" y="146046"/>
                  </a:lnTo>
                  <a:lnTo>
                    <a:pt x="898952" y="146982"/>
                  </a:lnTo>
                  <a:lnTo>
                    <a:pt x="898511" y="148352"/>
                  </a:lnTo>
                  <a:lnTo>
                    <a:pt x="893908" y="150337"/>
                  </a:lnTo>
                  <a:lnTo>
                    <a:pt x="887197" y="153229"/>
                  </a:lnTo>
                  <a:lnTo>
                    <a:pt x="883758" y="154743"/>
                  </a:lnTo>
                  <a:lnTo>
                    <a:pt x="879429" y="156691"/>
                  </a:lnTo>
                  <a:lnTo>
                    <a:pt x="878379" y="158281"/>
                  </a:lnTo>
                  <a:lnTo>
                    <a:pt x="877123" y="159141"/>
                  </a:lnTo>
                  <a:lnTo>
                    <a:pt x="875746" y="160252"/>
                  </a:lnTo>
                  <a:lnTo>
                    <a:pt x="875221" y="161469"/>
                  </a:lnTo>
                  <a:lnTo>
                    <a:pt x="873935" y="162237"/>
                  </a:lnTo>
                  <a:lnTo>
                    <a:pt x="872771" y="164984"/>
                  </a:lnTo>
                  <a:lnTo>
                    <a:pt x="872771" y="167092"/>
                  </a:lnTo>
                  <a:lnTo>
                    <a:pt x="873517" y="168530"/>
                  </a:lnTo>
                  <a:lnTo>
                    <a:pt x="874810" y="169138"/>
                  </a:lnTo>
                  <a:lnTo>
                    <a:pt x="875221" y="170873"/>
                  </a:lnTo>
                  <a:lnTo>
                    <a:pt x="875632" y="172090"/>
                  </a:lnTo>
                  <a:lnTo>
                    <a:pt x="876568" y="173049"/>
                  </a:lnTo>
                  <a:lnTo>
                    <a:pt x="876332" y="173817"/>
                  </a:lnTo>
                  <a:lnTo>
                    <a:pt x="875571" y="174396"/>
                  </a:lnTo>
                  <a:lnTo>
                    <a:pt x="874171" y="174715"/>
                  </a:lnTo>
                  <a:lnTo>
                    <a:pt x="873220" y="176450"/>
                  </a:lnTo>
                  <a:lnTo>
                    <a:pt x="872125" y="180757"/>
                  </a:lnTo>
                  <a:lnTo>
                    <a:pt x="871950" y="182301"/>
                  </a:lnTo>
                  <a:lnTo>
                    <a:pt x="873197" y="186204"/>
                  </a:lnTo>
                  <a:lnTo>
                    <a:pt x="873859" y="188312"/>
                  </a:lnTo>
                  <a:lnTo>
                    <a:pt x="875655" y="195974"/>
                  </a:lnTo>
                  <a:lnTo>
                    <a:pt x="875921" y="198058"/>
                  </a:lnTo>
                  <a:lnTo>
                    <a:pt x="873456" y="200980"/>
                  </a:lnTo>
                  <a:lnTo>
                    <a:pt x="872475" y="202753"/>
                  </a:lnTo>
                  <a:lnTo>
                    <a:pt x="872125" y="204320"/>
                  </a:lnTo>
                  <a:lnTo>
                    <a:pt x="872140" y="205560"/>
                  </a:lnTo>
                  <a:lnTo>
                    <a:pt x="872360" y="206694"/>
                  </a:lnTo>
                  <a:lnTo>
                    <a:pt x="874415" y="210308"/>
                  </a:lnTo>
                  <a:lnTo>
                    <a:pt x="876796" y="213542"/>
                  </a:lnTo>
                  <a:lnTo>
                    <a:pt x="877968" y="215231"/>
                  </a:lnTo>
                  <a:lnTo>
                    <a:pt x="877968" y="217514"/>
                  </a:lnTo>
                  <a:lnTo>
                    <a:pt x="877382" y="218814"/>
                  </a:lnTo>
                  <a:lnTo>
                    <a:pt x="876111" y="219294"/>
                  </a:lnTo>
                  <a:lnTo>
                    <a:pt x="873296" y="220184"/>
                  </a:lnTo>
                  <a:lnTo>
                    <a:pt x="872125" y="221485"/>
                  </a:lnTo>
                  <a:lnTo>
                    <a:pt x="870839" y="221683"/>
                  </a:lnTo>
                  <a:lnTo>
                    <a:pt x="869614" y="220641"/>
                  </a:lnTo>
                  <a:lnTo>
                    <a:pt x="868335" y="220899"/>
                  </a:lnTo>
                  <a:lnTo>
                    <a:pt x="866700" y="221812"/>
                  </a:lnTo>
                  <a:lnTo>
                    <a:pt x="866083" y="224034"/>
                  </a:lnTo>
                  <a:lnTo>
                    <a:pt x="864653" y="227823"/>
                  </a:lnTo>
                  <a:lnTo>
                    <a:pt x="863428" y="228866"/>
                  </a:lnTo>
                  <a:lnTo>
                    <a:pt x="862515" y="231764"/>
                  </a:lnTo>
                  <a:lnTo>
                    <a:pt x="860887" y="235926"/>
                  </a:lnTo>
                  <a:lnTo>
                    <a:pt x="860103" y="238437"/>
                  </a:lnTo>
                  <a:lnTo>
                    <a:pt x="859692" y="240278"/>
                  </a:lnTo>
                  <a:lnTo>
                    <a:pt x="858049" y="241458"/>
                  </a:lnTo>
                  <a:lnTo>
                    <a:pt x="856139" y="243793"/>
                  </a:lnTo>
                  <a:lnTo>
                    <a:pt x="854671" y="246068"/>
                  </a:lnTo>
                  <a:lnTo>
                    <a:pt x="854085" y="246730"/>
                  </a:lnTo>
                  <a:lnTo>
                    <a:pt x="852974" y="246928"/>
                  </a:lnTo>
                  <a:lnTo>
                    <a:pt x="852160" y="248975"/>
                  </a:lnTo>
                  <a:lnTo>
                    <a:pt x="849390" y="252064"/>
                  </a:lnTo>
                  <a:lnTo>
                    <a:pt x="848728" y="255655"/>
                  </a:lnTo>
                  <a:lnTo>
                    <a:pt x="847724" y="257565"/>
                  </a:lnTo>
                  <a:lnTo>
                    <a:pt x="847549" y="261027"/>
                  </a:lnTo>
                  <a:lnTo>
                    <a:pt x="846020" y="267372"/>
                  </a:lnTo>
                  <a:lnTo>
                    <a:pt x="845738" y="268780"/>
                  </a:lnTo>
                  <a:lnTo>
                    <a:pt x="844193" y="269891"/>
                  </a:lnTo>
                  <a:lnTo>
                    <a:pt x="842154" y="272356"/>
                  </a:lnTo>
                  <a:lnTo>
                    <a:pt x="841493" y="274159"/>
                  </a:lnTo>
                  <a:lnTo>
                    <a:pt x="842436" y="279561"/>
                  </a:lnTo>
                  <a:lnTo>
                    <a:pt x="843608" y="285032"/>
                  </a:lnTo>
                  <a:lnTo>
                    <a:pt x="843684" y="287596"/>
                  </a:lnTo>
                  <a:lnTo>
                    <a:pt x="843227" y="291088"/>
                  </a:lnTo>
                  <a:lnTo>
                    <a:pt x="842915" y="292610"/>
                  </a:lnTo>
                  <a:lnTo>
                    <a:pt x="843691" y="293242"/>
                  </a:lnTo>
                  <a:lnTo>
                    <a:pt x="844977" y="293645"/>
                  </a:lnTo>
                  <a:lnTo>
                    <a:pt x="845388" y="294984"/>
                  </a:lnTo>
                  <a:lnTo>
                    <a:pt x="844452" y="295927"/>
                  </a:lnTo>
                  <a:lnTo>
                    <a:pt x="844041" y="297609"/>
                  </a:lnTo>
                  <a:lnTo>
                    <a:pt x="842991" y="299496"/>
                  </a:lnTo>
                  <a:lnTo>
                    <a:pt x="839879" y="300241"/>
                  </a:lnTo>
                  <a:lnTo>
                    <a:pt x="838784" y="299564"/>
                  </a:lnTo>
                  <a:lnTo>
                    <a:pt x="838434" y="300173"/>
                  </a:lnTo>
                  <a:lnTo>
                    <a:pt x="838609" y="301519"/>
                  </a:lnTo>
                  <a:lnTo>
                    <a:pt x="837916" y="303110"/>
                  </a:lnTo>
                  <a:lnTo>
                    <a:pt x="836303" y="307371"/>
                  </a:lnTo>
                  <a:lnTo>
                    <a:pt x="835238" y="311243"/>
                  </a:lnTo>
                  <a:lnTo>
                    <a:pt x="834622" y="312940"/>
                  </a:lnTo>
                  <a:lnTo>
                    <a:pt x="834873" y="314363"/>
                  </a:lnTo>
                  <a:lnTo>
                    <a:pt x="835398" y="315169"/>
                  </a:lnTo>
                  <a:lnTo>
                    <a:pt x="835451" y="315915"/>
                  </a:lnTo>
                  <a:lnTo>
                    <a:pt x="834569" y="316859"/>
                  </a:lnTo>
                  <a:lnTo>
                    <a:pt x="833762" y="318357"/>
                  </a:lnTo>
                  <a:lnTo>
                    <a:pt x="832887" y="318563"/>
                  </a:lnTo>
                  <a:lnTo>
                    <a:pt x="831951" y="318159"/>
                  </a:lnTo>
                  <a:lnTo>
                    <a:pt x="830962" y="319042"/>
                  </a:lnTo>
                  <a:lnTo>
                    <a:pt x="830764" y="320891"/>
                  </a:lnTo>
                  <a:lnTo>
                    <a:pt x="830216" y="323242"/>
                  </a:lnTo>
                  <a:lnTo>
                    <a:pt x="829965" y="325988"/>
                  </a:lnTo>
                  <a:lnTo>
                    <a:pt x="829562" y="329511"/>
                  </a:lnTo>
                  <a:lnTo>
                    <a:pt x="830833" y="331931"/>
                  </a:lnTo>
                  <a:lnTo>
                    <a:pt x="832438" y="336321"/>
                  </a:lnTo>
                  <a:lnTo>
                    <a:pt x="833640" y="337371"/>
                  </a:lnTo>
                  <a:lnTo>
                    <a:pt x="834979" y="337302"/>
                  </a:lnTo>
                  <a:lnTo>
                    <a:pt x="836029" y="338193"/>
                  </a:lnTo>
                  <a:lnTo>
                    <a:pt x="836615" y="339220"/>
                  </a:lnTo>
                  <a:lnTo>
                    <a:pt x="835832" y="341061"/>
                  </a:lnTo>
                  <a:lnTo>
                    <a:pt x="834447" y="341350"/>
                  </a:lnTo>
                  <a:lnTo>
                    <a:pt x="834272" y="342378"/>
                  </a:lnTo>
                  <a:lnTo>
                    <a:pt x="834683" y="344713"/>
                  </a:lnTo>
                  <a:lnTo>
                    <a:pt x="835208" y="346981"/>
                  </a:lnTo>
                  <a:lnTo>
                    <a:pt x="836532" y="348069"/>
                  </a:lnTo>
                  <a:lnTo>
                    <a:pt x="837133" y="351105"/>
                  </a:lnTo>
                  <a:lnTo>
                    <a:pt x="838418" y="352139"/>
                  </a:lnTo>
                  <a:lnTo>
                    <a:pt x="838259" y="356035"/>
                  </a:lnTo>
                  <a:lnTo>
                    <a:pt x="839552" y="360615"/>
                  </a:lnTo>
                  <a:lnTo>
                    <a:pt x="840922" y="361947"/>
                  </a:lnTo>
                  <a:lnTo>
                    <a:pt x="841561" y="362571"/>
                  </a:lnTo>
                  <a:lnTo>
                    <a:pt x="841135" y="364579"/>
                  </a:lnTo>
                  <a:lnTo>
                    <a:pt x="840047" y="366177"/>
                  </a:lnTo>
                  <a:lnTo>
                    <a:pt x="839811" y="368741"/>
                  </a:lnTo>
                  <a:lnTo>
                    <a:pt x="840222" y="370621"/>
                  </a:lnTo>
                  <a:lnTo>
                    <a:pt x="841614" y="372393"/>
                  </a:lnTo>
                  <a:lnTo>
                    <a:pt x="842702" y="372591"/>
                  </a:lnTo>
                  <a:lnTo>
                    <a:pt x="844254" y="371868"/>
                  </a:lnTo>
                  <a:lnTo>
                    <a:pt x="845890" y="372705"/>
                  </a:lnTo>
                  <a:lnTo>
                    <a:pt x="846126" y="374234"/>
                  </a:lnTo>
                  <a:lnTo>
                    <a:pt x="846362" y="375627"/>
                  </a:lnTo>
                  <a:lnTo>
                    <a:pt x="845487" y="377438"/>
                  </a:lnTo>
                  <a:lnTo>
                    <a:pt x="844551" y="380778"/>
                  </a:lnTo>
                  <a:lnTo>
                    <a:pt x="844300" y="384111"/>
                  </a:lnTo>
                  <a:lnTo>
                    <a:pt x="844574" y="389185"/>
                  </a:lnTo>
                  <a:lnTo>
                    <a:pt x="845000" y="393134"/>
                  </a:lnTo>
                  <a:lnTo>
                    <a:pt x="845091" y="395622"/>
                  </a:lnTo>
                  <a:lnTo>
                    <a:pt x="845198" y="396748"/>
                  </a:lnTo>
                  <a:lnTo>
                    <a:pt x="844612" y="397524"/>
                  </a:lnTo>
                  <a:lnTo>
                    <a:pt x="843189" y="397920"/>
                  </a:lnTo>
                  <a:lnTo>
                    <a:pt x="841979" y="398080"/>
                  </a:lnTo>
                  <a:lnTo>
                    <a:pt x="840929" y="398711"/>
                  </a:lnTo>
                  <a:lnTo>
                    <a:pt x="840694" y="399982"/>
                  </a:lnTo>
                  <a:lnTo>
                    <a:pt x="839872" y="402089"/>
                  </a:lnTo>
                  <a:lnTo>
                    <a:pt x="839027" y="403657"/>
                  </a:lnTo>
                  <a:lnTo>
                    <a:pt x="837544" y="405939"/>
                  </a:lnTo>
                  <a:lnTo>
                    <a:pt x="836600" y="408306"/>
                  </a:lnTo>
                  <a:lnTo>
                    <a:pt x="835847" y="409866"/>
                  </a:lnTo>
                  <a:lnTo>
                    <a:pt x="835915" y="410946"/>
                  </a:lnTo>
                  <a:lnTo>
                    <a:pt x="835375" y="413023"/>
                  </a:lnTo>
                  <a:lnTo>
                    <a:pt x="834820" y="414758"/>
                  </a:lnTo>
                  <a:lnTo>
                    <a:pt x="833648" y="420601"/>
                  </a:lnTo>
                  <a:lnTo>
                    <a:pt x="832081" y="421819"/>
                  </a:lnTo>
                  <a:lnTo>
                    <a:pt x="830833" y="422419"/>
                  </a:lnTo>
                  <a:lnTo>
                    <a:pt x="830194" y="423203"/>
                  </a:lnTo>
                  <a:lnTo>
                    <a:pt x="830681" y="424793"/>
                  </a:lnTo>
                  <a:lnTo>
                    <a:pt x="832005" y="425273"/>
                  </a:lnTo>
                  <a:lnTo>
                    <a:pt x="832476" y="426551"/>
                  </a:lnTo>
                  <a:lnTo>
                    <a:pt x="832301" y="428552"/>
                  </a:lnTo>
                  <a:lnTo>
                    <a:pt x="833176" y="430408"/>
                  </a:lnTo>
                  <a:lnTo>
                    <a:pt x="833093" y="432661"/>
                  </a:lnTo>
                  <a:lnTo>
                    <a:pt x="833937" y="436921"/>
                  </a:lnTo>
                  <a:lnTo>
                    <a:pt x="833176" y="439714"/>
                  </a:lnTo>
                  <a:lnTo>
                    <a:pt x="833435" y="442133"/>
                  </a:lnTo>
                  <a:lnTo>
                    <a:pt x="833412" y="444530"/>
                  </a:lnTo>
                  <a:lnTo>
                    <a:pt x="832301" y="446402"/>
                  </a:lnTo>
                  <a:lnTo>
                    <a:pt x="830026" y="446759"/>
                  </a:lnTo>
                  <a:lnTo>
                    <a:pt x="828771" y="448487"/>
                  </a:lnTo>
                  <a:lnTo>
                    <a:pt x="826633" y="450366"/>
                  </a:lnTo>
                  <a:lnTo>
                    <a:pt x="826397" y="451880"/>
                  </a:lnTo>
                  <a:lnTo>
                    <a:pt x="826047" y="453249"/>
                  </a:lnTo>
                  <a:lnTo>
                    <a:pt x="825172" y="453752"/>
                  </a:lnTo>
                  <a:lnTo>
                    <a:pt x="823833" y="453752"/>
                  </a:lnTo>
                  <a:lnTo>
                    <a:pt x="822722" y="453964"/>
                  </a:lnTo>
                  <a:lnTo>
                    <a:pt x="821170" y="455745"/>
                  </a:lnTo>
                  <a:lnTo>
                    <a:pt x="819511" y="456704"/>
                  </a:lnTo>
                  <a:lnTo>
                    <a:pt x="819131" y="458142"/>
                  </a:lnTo>
                  <a:lnTo>
                    <a:pt x="819275" y="459891"/>
                  </a:lnTo>
                  <a:lnTo>
                    <a:pt x="818400" y="460980"/>
                  </a:lnTo>
                  <a:lnTo>
                    <a:pt x="817290" y="463011"/>
                  </a:lnTo>
                  <a:lnTo>
                    <a:pt x="816590" y="465187"/>
                  </a:lnTo>
                  <a:lnTo>
                    <a:pt x="817290" y="467227"/>
                  </a:lnTo>
                  <a:lnTo>
                    <a:pt x="818050" y="470871"/>
                  </a:lnTo>
                  <a:lnTo>
                    <a:pt x="818165" y="472400"/>
                  </a:lnTo>
                  <a:lnTo>
                    <a:pt x="817206" y="475421"/>
                  </a:lnTo>
                  <a:lnTo>
                    <a:pt x="816415" y="477368"/>
                  </a:lnTo>
                  <a:lnTo>
                    <a:pt x="817175" y="479857"/>
                  </a:lnTo>
                  <a:lnTo>
                    <a:pt x="817815" y="481249"/>
                  </a:lnTo>
                  <a:lnTo>
                    <a:pt x="817214" y="484308"/>
                  </a:lnTo>
                  <a:lnTo>
                    <a:pt x="816704" y="486233"/>
                  </a:lnTo>
                  <a:lnTo>
                    <a:pt x="817115" y="489763"/>
                  </a:lnTo>
                  <a:lnTo>
                    <a:pt x="818636" y="493734"/>
                  </a:lnTo>
                  <a:lnTo>
                    <a:pt x="820089" y="497273"/>
                  </a:lnTo>
                  <a:lnTo>
                    <a:pt x="820303" y="501396"/>
                  </a:lnTo>
                  <a:lnTo>
                    <a:pt x="820675" y="504676"/>
                  </a:lnTo>
                  <a:lnTo>
                    <a:pt x="821368" y="508229"/>
                  </a:lnTo>
                  <a:lnTo>
                    <a:pt x="822829" y="509644"/>
                  </a:lnTo>
                  <a:lnTo>
                    <a:pt x="823939" y="510831"/>
                  </a:lnTo>
                  <a:lnTo>
                    <a:pt x="823711" y="512543"/>
                  </a:lnTo>
                  <a:lnTo>
                    <a:pt x="822897" y="514628"/>
                  </a:lnTo>
                  <a:lnTo>
                    <a:pt x="821725" y="516195"/>
                  </a:lnTo>
                  <a:lnTo>
                    <a:pt x="818834" y="516712"/>
                  </a:lnTo>
                  <a:lnTo>
                    <a:pt x="816483" y="518128"/>
                  </a:lnTo>
                  <a:lnTo>
                    <a:pt x="814589" y="519109"/>
                  </a:lnTo>
                  <a:lnTo>
                    <a:pt x="813151" y="520296"/>
                  </a:lnTo>
                  <a:lnTo>
                    <a:pt x="812116" y="521559"/>
                  </a:lnTo>
                  <a:lnTo>
                    <a:pt x="811606" y="522944"/>
                  </a:lnTo>
                  <a:lnTo>
                    <a:pt x="811948" y="528977"/>
                  </a:lnTo>
                  <a:lnTo>
                    <a:pt x="811720" y="531207"/>
                  </a:lnTo>
                  <a:lnTo>
                    <a:pt x="810754" y="534372"/>
                  </a:lnTo>
                  <a:lnTo>
                    <a:pt x="809849" y="536928"/>
                  </a:lnTo>
                  <a:lnTo>
                    <a:pt x="809460" y="537697"/>
                  </a:lnTo>
                  <a:lnTo>
                    <a:pt x="809346" y="538830"/>
                  </a:lnTo>
                  <a:lnTo>
                    <a:pt x="809171" y="539888"/>
                  </a:lnTo>
                  <a:lnTo>
                    <a:pt x="808159" y="540132"/>
                  </a:lnTo>
                  <a:lnTo>
                    <a:pt x="806721" y="539660"/>
                  </a:lnTo>
                  <a:lnTo>
                    <a:pt x="805907" y="539964"/>
                  </a:lnTo>
                  <a:lnTo>
                    <a:pt x="805321" y="540793"/>
                  </a:lnTo>
                  <a:lnTo>
                    <a:pt x="805816" y="542772"/>
                  </a:lnTo>
                  <a:lnTo>
                    <a:pt x="806341" y="546264"/>
                  </a:lnTo>
                  <a:lnTo>
                    <a:pt x="807071" y="547748"/>
                  </a:lnTo>
                  <a:lnTo>
                    <a:pt x="806873" y="548927"/>
                  </a:lnTo>
                  <a:lnTo>
                    <a:pt x="806600" y="551468"/>
                  </a:lnTo>
                  <a:lnTo>
                    <a:pt x="805656" y="553492"/>
                  </a:lnTo>
                  <a:lnTo>
                    <a:pt x="804393" y="553485"/>
                  </a:lnTo>
                  <a:lnTo>
                    <a:pt x="803579" y="554321"/>
                  </a:lnTo>
                  <a:lnTo>
                    <a:pt x="803229" y="555767"/>
                  </a:lnTo>
                  <a:lnTo>
                    <a:pt x="803609" y="557654"/>
                  </a:lnTo>
                  <a:lnTo>
                    <a:pt x="805268" y="559198"/>
                  </a:lnTo>
                  <a:lnTo>
                    <a:pt x="805854" y="560188"/>
                  </a:lnTo>
                  <a:lnTo>
                    <a:pt x="805557" y="561489"/>
                  </a:lnTo>
                  <a:lnTo>
                    <a:pt x="804271" y="562021"/>
                  </a:lnTo>
                  <a:lnTo>
                    <a:pt x="803511" y="563094"/>
                  </a:lnTo>
                  <a:lnTo>
                    <a:pt x="802788" y="565476"/>
                  </a:lnTo>
                  <a:lnTo>
                    <a:pt x="801821" y="568169"/>
                  </a:lnTo>
                  <a:lnTo>
                    <a:pt x="800794" y="570163"/>
                  </a:lnTo>
                  <a:lnTo>
                    <a:pt x="800596" y="572894"/>
                  </a:lnTo>
                  <a:lnTo>
                    <a:pt x="802057" y="575816"/>
                  </a:lnTo>
                  <a:lnTo>
                    <a:pt x="801897" y="578676"/>
                  </a:lnTo>
                  <a:lnTo>
                    <a:pt x="801791" y="587084"/>
                  </a:lnTo>
                  <a:lnTo>
                    <a:pt x="801646" y="589945"/>
                  </a:lnTo>
                  <a:lnTo>
                    <a:pt x="802095" y="594693"/>
                  </a:lnTo>
                  <a:lnTo>
                    <a:pt x="801532" y="596001"/>
                  </a:lnTo>
                  <a:lnTo>
                    <a:pt x="801235" y="597249"/>
                  </a:lnTo>
                  <a:lnTo>
                    <a:pt x="802666" y="600711"/>
                  </a:lnTo>
                  <a:lnTo>
                    <a:pt x="804256" y="606326"/>
                  </a:lnTo>
                  <a:lnTo>
                    <a:pt x="804682" y="608563"/>
                  </a:lnTo>
                  <a:lnTo>
                    <a:pt x="804454" y="610130"/>
                  </a:lnTo>
                  <a:lnTo>
                    <a:pt x="802316" y="611462"/>
                  </a:lnTo>
                  <a:lnTo>
                    <a:pt x="800543" y="612017"/>
                  </a:lnTo>
                  <a:lnTo>
                    <a:pt x="799493" y="611074"/>
                  </a:lnTo>
                  <a:lnTo>
                    <a:pt x="798793" y="611462"/>
                  </a:lnTo>
                  <a:lnTo>
                    <a:pt x="797979" y="613113"/>
                  </a:lnTo>
                  <a:lnTo>
                    <a:pt x="797043" y="614452"/>
                  </a:lnTo>
                  <a:lnTo>
                    <a:pt x="796693" y="615783"/>
                  </a:lnTo>
                  <a:lnTo>
                    <a:pt x="797682" y="617518"/>
                  </a:lnTo>
                  <a:lnTo>
                    <a:pt x="798207" y="620828"/>
                  </a:lnTo>
                  <a:lnTo>
                    <a:pt x="797096" y="622251"/>
                  </a:lnTo>
                  <a:lnTo>
                    <a:pt x="796282" y="623833"/>
                  </a:lnTo>
                  <a:lnTo>
                    <a:pt x="796579" y="625888"/>
                  </a:lnTo>
                  <a:lnTo>
                    <a:pt x="796929" y="629608"/>
                  </a:lnTo>
                  <a:lnTo>
                    <a:pt x="796229" y="635794"/>
                  </a:lnTo>
                  <a:lnTo>
                    <a:pt x="797173" y="638000"/>
                  </a:lnTo>
                  <a:lnTo>
                    <a:pt x="798192" y="639058"/>
                  </a:lnTo>
                  <a:lnTo>
                    <a:pt x="801525" y="640321"/>
                  </a:lnTo>
                  <a:lnTo>
                    <a:pt x="804028" y="640952"/>
                  </a:lnTo>
                  <a:lnTo>
                    <a:pt x="804690" y="643015"/>
                  </a:lnTo>
                  <a:lnTo>
                    <a:pt x="804408" y="644688"/>
                  </a:lnTo>
                  <a:lnTo>
                    <a:pt x="803206" y="645518"/>
                  </a:lnTo>
                  <a:lnTo>
                    <a:pt x="801395" y="646240"/>
                  </a:lnTo>
                  <a:lnTo>
                    <a:pt x="801395" y="648949"/>
                  </a:lnTo>
                  <a:lnTo>
                    <a:pt x="802940" y="651498"/>
                  </a:lnTo>
                  <a:lnTo>
                    <a:pt x="804690" y="653347"/>
                  </a:lnTo>
                  <a:lnTo>
                    <a:pt x="805070" y="655013"/>
                  </a:lnTo>
                  <a:lnTo>
                    <a:pt x="804971" y="656717"/>
                  </a:lnTo>
                  <a:lnTo>
                    <a:pt x="803746" y="658148"/>
                  </a:lnTo>
                  <a:lnTo>
                    <a:pt x="805428" y="661245"/>
                  </a:lnTo>
                  <a:lnTo>
                    <a:pt x="806196" y="663345"/>
                  </a:lnTo>
                  <a:lnTo>
                    <a:pt x="805428" y="664965"/>
                  </a:lnTo>
                  <a:lnTo>
                    <a:pt x="804332" y="667400"/>
                  </a:lnTo>
                  <a:lnTo>
                    <a:pt x="803374" y="668564"/>
                  </a:lnTo>
                  <a:lnTo>
                    <a:pt x="803374" y="669888"/>
                  </a:lnTo>
                  <a:lnTo>
                    <a:pt x="802978" y="672581"/>
                  </a:lnTo>
                  <a:lnTo>
                    <a:pt x="802887" y="675222"/>
                  </a:lnTo>
                  <a:lnTo>
                    <a:pt x="803206" y="676796"/>
                  </a:lnTo>
                  <a:lnTo>
                    <a:pt x="813759" y="678044"/>
                  </a:lnTo>
                  <a:lnTo>
                    <a:pt x="816171" y="678531"/>
                  </a:lnTo>
                  <a:lnTo>
                    <a:pt x="817487" y="680106"/>
                  </a:lnTo>
                  <a:lnTo>
                    <a:pt x="817297" y="682084"/>
                  </a:lnTo>
                  <a:lnTo>
                    <a:pt x="815981" y="684192"/>
                  </a:lnTo>
                  <a:lnTo>
                    <a:pt x="815136" y="688156"/>
                  </a:lnTo>
                  <a:lnTo>
                    <a:pt x="813067" y="688818"/>
                  </a:lnTo>
                  <a:lnTo>
                    <a:pt x="810997" y="687761"/>
                  </a:lnTo>
                  <a:lnTo>
                    <a:pt x="808753" y="688126"/>
                  </a:lnTo>
                  <a:lnTo>
                    <a:pt x="806805" y="688384"/>
                  </a:lnTo>
                  <a:lnTo>
                    <a:pt x="804005" y="688498"/>
                  </a:lnTo>
                  <a:lnTo>
                    <a:pt x="800284" y="689008"/>
                  </a:lnTo>
                  <a:lnTo>
                    <a:pt x="798010" y="688422"/>
                  </a:lnTo>
                  <a:lnTo>
                    <a:pt x="797819" y="689876"/>
                  </a:lnTo>
                  <a:lnTo>
                    <a:pt x="798481" y="692394"/>
                  </a:lnTo>
                  <a:lnTo>
                    <a:pt x="803381" y="693186"/>
                  </a:lnTo>
                  <a:lnTo>
                    <a:pt x="807992" y="694646"/>
                  </a:lnTo>
                  <a:lnTo>
                    <a:pt x="809377" y="697317"/>
                  </a:lnTo>
                  <a:lnTo>
                    <a:pt x="811256" y="700345"/>
                  </a:lnTo>
                  <a:lnTo>
                    <a:pt x="813173" y="702224"/>
                  </a:lnTo>
                  <a:lnTo>
                    <a:pt x="813265" y="705291"/>
                  </a:lnTo>
                  <a:lnTo>
                    <a:pt x="810252" y="708502"/>
                  </a:lnTo>
                  <a:lnTo>
                    <a:pt x="809879" y="710776"/>
                  </a:lnTo>
                  <a:lnTo>
                    <a:pt x="805922" y="711446"/>
                  </a:lnTo>
                  <a:lnTo>
                    <a:pt x="804796" y="712785"/>
                  </a:lnTo>
                  <a:lnTo>
                    <a:pt x="804233" y="717221"/>
                  </a:lnTo>
                  <a:lnTo>
                    <a:pt x="804705" y="720721"/>
                  </a:lnTo>
                  <a:lnTo>
                    <a:pt x="806211" y="721930"/>
                  </a:lnTo>
                  <a:lnTo>
                    <a:pt x="807246" y="724221"/>
                  </a:lnTo>
                  <a:lnTo>
                    <a:pt x="806120" y="726922"/>
                  </a:lnTo>
                  <a:lnTo>
                    <a:pt x="803457" y="728786"/>
                  </a:lnTo>
                  <a:lnTo>
                    <a:pt x="802034" y="730566"/>
                  </a:lnTo>
                  <a:lnTo>
                    <a:pt x="802925" y="731989"/>
                  </a:lnTo>
                  <a:lnTo>
                    <a:pt x="804127" y="734241"/>
                  </a:lnTo>
                  <a:lnTo>
                    <a:pt x="804462" y="735466"/>
                  </a:lnTo>
                  <a:lnTo>
                    <a:pt x="805116" y="738799"/>
                  </a:lnTo>
                  <a:lnTo>
                    <a:pt x="805884" y="743455"/>
                  </a:lnTo>
                  <a:lnTo>
                    <a:pt x="805793" y="745715"/>
                  </a:lnTo>
                  <a:lnTo>
                    <a:pt x="805085" y="747404"/>
                  </a:lnTo>
                  <a:lnTo>
                    <a:pt x="802438" y="750067"/>
                  </a:lnTo>
                  <a:lnTo>
                    <a:pt x="800650" y="751300"/>
                  </a:lnTo>
                  <a:lnTo>
                    <a:pt x="800300" y="754594"/>
                  </a:lnTo>
                  <a:lnTo>
                    <a:pt x="800163" y="757059"/>
                  </a:lnTo>
                  <a:lnTo>
                    <a:pt x="800345" y="759289"/>
                  </a:lnTo>
                  <a:lnTo>
                    <a:pt x="801494" y="761069"/>
                  </a:lnTo>
                  <a:lnTo>
                    <a:pt x="801403" y="762864"/>
                  </a:lnTo>
                  <a:lnTo>
                    <a:pt x="799828" y="763245"/>
                  </a:lnTo>
                  <a:lnTo>
                    <a:pt x="798481" y="764105"/>
                  </a:lnTo>
                  <a:lnTo>
                    <a:pt x="797165" y="767285"/>
                  </a:lnTo>
                  <a:lnTo>
                    <a:pt x="793330" y="770542"/>
                  </a:lnTo>
                  <a:lnTo>
                    <a:pt x="791983" y="772002"/>
                  </a:lnTo>
                  <a:lnTo>
                    <a:pt x="792075" y="774506"/>
                  </a:lnTo>
                  <a:lnTo>
                    <a:pt x="790561" y="778089"/>
                  </a:lnTo>
                  <a:lnTo>
                    <a:pt x="789290" y="781217"/>
                  </a:lnTo>
                  <a:lnTo>
                    <a:pt x="788316" y="784138"/>
                  </a:lnTo>
                  <a:lnTo>
                    <a:pt x="788506" y="787219"/>
                  </a:lnTo>
                  <a:lnTo>
                    <a:pt x="790667" y="788574"/>
                  </a:lnTo>
                  <a:lnTo>
                    <a:pt x="792364" y="791579"/>
                  </a:lnTo>
                  <a:lnTo>
                    <a:pt x="793117" y="795376"/>
                  </a:lnTo>
                  <a:lnTo>
                    <a:pt x="791801" y="799751"/>
                  </a:lnTo>
                  <a:lnTo>
                    <a:pt x="788742" y="801402"/>
                  </a:lnTo>
                  <a:lnTo>
                    <a:pt x="786931" y="803266"/>
                  </a:lnTo>
                  <a:lnTo>
                    <a:pt x="786384" y="804681"/>
                  </a:lnTo>
                  <a:lnTo>
                    <a:pt x="786863" y="809284"/>
                  </a:lnTo>
                  <a:lnTo>
                    <a:pt x="786733" y="811453"/>
                  </a:lnTo>
                  <a:lnTo>
                    <a:pt x="786254" y="813492"/>
                  </a:lnTo>
                  <a:lnTo>
                    <a:pt x="785463" y="815074"/>
                  </a:lnTo>
                  <a:lnTo>
                    <a:pt x="783812" y="816839"/>
                  </a:lnTo>
                  <a:lnTo>
                    <a:pt x="780890" y="818384"/>
                  </a:lnTo>
                  <a:lnTo>
                    <a:pt x="778410" y="819449"/>
                  </a:lnTo>
                  <a:lnTo>
                    <a:pt x="777299" y="820667"/>
                  </a:lnTo>
                  <a:lnTo>
                    <a:pt x="775998" y="823353"/>
                  </a:lnTo>
                  <a:lnTo>
                    <a:pt x="774841" y="826320"/>
                  </a:lnTo>
                  <a:lnTo>
                    <a:pt x="775130" y="829995"/>
                  </a:lnTo>
                  <a:lnTo>
                    <a:pt x="768161" y="830428"/>
                  </a:lnTo>
                  <a:lnTo>
                    <a:pt x="767689" y="833167"/>
                  </a:lnTo>
                  <a:lnTo>
                    <a:pt x="766183" y="835329"/>
                  </a:lnTo>
                  <a:lnTo>
                    <a:pt x="765711" y="839239"/>
                  </a:lnTo>
                  <a:lnTo>
                    <a:pt x="767240" y="843021"/>
                  </a:lnTo>
                  <a:lnTo>
                    <a:pt x="767971" y="846201"/>
                  </a:lnTo>
                  <a:lnTo>
                    <a:pt x="766723" y="850043"/>
                  </a:lnTo>
                  <a:lnTo>
                    <a:pt x="767180" y="854000"/>
                  </a:lnTo>
                  <a:lnTo>
                    <a:pt x="767316" y="857157"/>
                  </a:lnTo>
                  <a:lnTo>
                    <a:pt x="769767" y="860673"/>
                  </a:lnTo>
                  <a:lnTo>
                    <a:pt x="771364" y="865032"/>
                  </a:lnTo>
                  <a:lnTo>
                    <a:pt x="772163" y="868722"/>
                  </a:lnTo>
                  <a:lnTo>
                    <a:pt x="772642" y="871606"/>
                  </a:lnTo>
                  <a:lnTo>
                    <a:pt x="773282" y="873356"/>
                  </a:lnTo>
                  <a:lnTo>
                    <a:pt x="774286" y="875342"/>
                  </a:lnTo>
                  <a:lnTo>
                    <a:pt x="774750" y="877640"/>
                  </a:lnTo>
                  <a:lnTo>
                    <a:pt x="776257" y="878385"/>
                  </a:lnTo>
                  <a:lnTo>
                    <a:pt x="778965" y="876240"/>
                  </a:lnTo>
                  <a:lnTo>
                    <a:pt x="780875" y="874786"/>
                  </a:lnTo>
                  <a:lnTo>
                    <a:pt x="782206" y="874269"/>
                  </a:lnTo>
                  <a:lnTo>
                    <a:pt x="786117" y="874611"/>
                  </a:lnTo>
                  <a:lnTo>
                    <a:pt x="788476" y="873257"/>
                  </a:lnTo>
                  <a:lnTo>
                    <a:pt x="789541" y="873402"/>
                  </a:lnTo>
                  <a:lnTo>
                    <a:pt x="790979" y="874162"/>
                  </a:lnTo>
                  <a:lnTo>
                    <a:pt x="792098" y="875760"/>
                  </a:lnTo>
                  <a:lnTo>
                    <a:pt x="792942" y="879389"/>
                  </a:lnTo>
                  <a:lnTo>
                    <a:pt x="793459" y="883460"/>
                  </a:lnTo>
                  <a:lnTo>
                    <a:pt x="792797" y="887622"/>
                  </a:lnTo>
                  <a:lnTo>
                    <a:pt x="791694" y="888527"/>
                  </a:lnTo>
                  <a:lnTo>
                    <a:pt x="791321" y="889722"/>
                  </a:lnTo>
                  <a:lnTo>
                    <a:pt x="791694" y="892271"/>
                  </a:lnTo>
                  <a:lnTo>
                    <a:pt x="792919" y="894066"/>
                  </a:lnTo>
                  <a:lnTo>
                    <a:pt x="792896" y="896638"/>
                  </a:lnTo>
                  <a:lnTo>
                    <a:pt x="791542" y="902489"/>
                  </a:lnTo>
                  <a:lnTo>
                    <a:pt x="790660" y="904901"/>
                  </a:lnTo>
                  <a:lnTo>
                    <a:pt x="792227" y="907625"/>
                  </a:lnTo>
                  <a:lnTo>
                    <a:pt x="793627" y="910052"/>
                  </a:lnTo>
                  <a:lnTo>
                    <a:pt x="796450" y="911863"/>
                  </a:lnTo>
                  <a:lnTo>
                    <a:pt x="798770" y="914435"/>
                  </a:lnTo>
                  <a:lnTo>
                    <a:pt x="800368" y="916565"/>
                  </a:lnTo>
                  <a:lnTo>
                    <a:pt x="799988" y="919456"/>
                  </a:lnTo>
                  <a:lnTo>
                    <a:pt x="801106" y="920331"/>
                  </a:lnTo>
                  <a:lnTo>
                    <a:pt x="805420" y="920392"/>
                  </a:lnTo>
                  <a:lnTo>
                    <a:pt x="811865" y="920491"/>
                  </a:lnTo>
                  <a:lnTo>
                    <a:pt x="821938" y="920636"/>
                  </a:lnTo>
                  <a:lnTo>
                    <a:pt x="831769" y="920780"/>
                  </a:lnTo>
                  <a:lnTo>
                    <a:pt x="842930" y="920986"/>
                  </a:lnTo>
                  <a:lnTo>
                    <a:pt x="848219" y="923314"/>
                  </a:lnTo>
                  <a:lnTo>
                    <a:pt x="853004" y="925421"/>
                  </a:lnTo>
                  <a:lnTo>
                    <a:pt x="859030" y="925421"/>
                  </a:lnTo>
                  <a:lnTo>
                    <a:pt x="865048" y="927917"/>
                  </a:lnTo>
                  <a:lnTo>
                    <a:pt x="869515" y="929568"/>
                  </a:lnTo>
                  <a:lnTo>
                    <a:pt x="872193" y="930184"/>
                  </a:lnTo>
                  <a:lnTo>
                    <a:pt x="874940" y="930785"/>
                  </a:lnTo>
                  <a:lnTo>
                    <a:pt x="875320" y="933091"/>
                  </a:lnTo>
                  <a:lnTo>
                    <a:pt x="863276" y="929819"/>
                  </a:lnTo>
                  <a:lnTo>
                    <a:pt x="860575" y="928039"/>
                  </a:lnTo>
                  <a:lnTo>
                    <a:pt x="858285" y="927833"/>
                  </a:lnTo>
                  <a:lnTo>
                    <a:pt x="853887" y="930055"/>
                  </a:lnTo>
                  <a:lnTo>
                    <a:pt x="851460" y="935358"/>
                  </a:lnTo>
                  <a:lnTo>
                    <a:pt x="850189" y="936865"/>
                  </a:lnTo>
                  <a:lnTo>
                    <a:pt x="847138" y="938295"/>
                  </a:lnTo>
                  <a:lnTo>
                    <a:pt x="844064" y="938576"/>
                  </a:lnTo>
                  <a:lnTo>
                    <a:pt x="833739" y="943743"/>
                  </a:lnTo>
                  <a:lnTo>
                    <a:pt x="830064" y="944184"/>
                  </a:lnTo>
                  <a:lnTo>
                    <a:pt x="827554" y="945561"/>
                  </a:lnTo>
                  <a:lnTo>
                    <a:pt x="825103" y="947540"/>
                  </a:lnTo>
                  <a:lnTo>
                    <a:pt x="824160" y="951808"/>
                  </a:lnTo>
                  <a:lnTo>
                    <a:pt x="824541" y="954410"/>
                  </a:lnTo>
                  <a:lnTo>
                    <a:pt x="821748" y="963761"/>
                  </a:lnTo>
                  <a:lnTo>
                    <a:pt x="821056" y="968996"/>
                  </a:lnTo>
                  <a:lnTo>
                    <a:pt x="821041" y="971666"/>
                  </a:lnTo>
                  <a:lnTo>
                    <a:pt x="821840" y="976041"/>
                  </a:lnTo>
                  <a:lnTo>
                    <a:pt x="820812" y="983551"/>
                  </a:lnTo>
                  <a:lnTo>
                    <a:pt x="818956" y="985194"/>
                  </a:lnTo>
                  <a:lnTo>
                    <a:pt x="814368" y="987302"/>
                  </a:lnTo>
                  <a:lnTo>
                    <a:pt x="811248" y="985772"/>
                  </a:lnTo>
                  <a:lnTo>
                    <a:pt x="805907" y="984403"/>
                  </a:lnTo>
                  <a:lnTo>
                    <a:pt x="802103" y="981504"/>
                  </a:lnTo>
                  <a:lnTo>
                    <a:pt x="797211" y="979458"/>
                  </a:lnTo>
                  <a:lnTo>
                    <a:pt x="795643" y="978255"/>
                  </a:lnTo>
                  <a:lnTo>
                    <a:pt x="791321" y="972473"/>
                  </a:lnTo>
                  <a:lnTo>
                    <a:pt x="790858" y="970563"/>
                  </a:lnTo>
                  <a:lnTo>
                    <a:pt x="790545" y="968151"/>
                  </a:lnTo>
                  <a:lnTo>
                    <a:pt x="792828" y="964720"/>
                  </a:lnTo>
                  <a:lnTo>
                    <a:pt x="794053" y="964468"/>
                  </a:lnTo>
                  <a:lnTo>
                    <a:pt x="797629" y="964575"/>
                  </a:lnTo>
                  <a:lnTo>
                    <a:pt x="800604" y="964019"/>
                  </a:lnTo>
                  <a:lnTo>
                    <a:pt x="802506" y="965861"/>
                  </a:lnTo>
                  <a:lnTo>
                    <a:pt x="803031" y="969878"/>
                  </a:lnTo>
                  <a:lnTo>
                    <a:pt x="802194" y="972024"/>
                  </a:lnTo>
                  <a:lnTo>
                    <a:pt x="801433" y="973348"/>
                  </a:lnTo>
                  <a:lnTo>
                    <a:pt x="801669" y="974359"/>
                  </a:lnTo>
                  <a:lnTo>
                    <a:pt x="803807" y="972952"/>
                  </a:lnTo>
                  <a:lnTo>
                    <a:pt x="804895" y="963959"/>
                  </a:lnTo>
                  <a:lnTo>
                    <a:pt x="812161" y="959500"/>
                  </a:lnTo>
                  <a:lnTo>
                    <a:pt x="814543" y="956898"/>
                  </a:lnTo>
                  <a:lnTo>
                    <a:pt x="816864" y="952896"/>
                  </a:lnTo>
                  <a:lnTo>
                    <a:pt x="817221" y="951754"/>
                  </a:lnTo>
                  <a:lnTo>
                    <a:pt x="817396" y="950256"/>
                  </a:lnTo>
                  <a:lnTo>
                    <a:pt x="815851" y="949023"/>
                  </a:lnTo>
                  <a:lnTo>
                    <a:pt x="812420" y="947387"/>
                  </a:lnTo>
                  <a:lnTo>
                    <a:pt x="801525" y="955780"/>
                  </a:lnTo>
                  <a:lnTo>
                    <a:pt x="796587" y="957993"/>
                  </a:lnTo>
                  <a:lnTo>
                    <a:pt x="793406" y="960405"/>
                  </a:lnTo>
                  <a:lnTo>
                    <a:pt x="789556" y="964742"/>
                  </a:lnTo>
                  <a:lnTo>
                    <a:pt x="788826" y="966028"/>
                  </a:lnTo>
                  <a:lnTo>
                    <a:pt x="788012" y="968920"/>
                  </a:lnTo>
                  <a:lnTo>
                    <a:pt x="787624" y="972108"/>
                  </a:lnTo>
                  <a:lnTo>
                    <a:pt x="783827" y="970654"/>
                  </a:lnTo>
                  <a:lnTo>
                    <a:pt x="778029" y="966044"/>
                  </a:lnTo>
                  <a:lnTo>
                    <a:pt x="776865" y="964354"/>
                  </a:lnTo>
                  <a:lnTo>
                    <a:pt x="778029" y="961996"/>
                  </a:lnTo>
                  <a:lnTo>
                    <a:pt x="779795" y="960033"/>
                  </a:lnTo>
                  <a:lnTo>
                    <a:pt x="779916" y="953467"/>
                  </a:lnTo>
                  <a:lnTo>
                    <a:pt x="780365" y="951169"/>
                  </a:lnTo>
                  <a:lnTo>
                    <a:pt x="781590" y="949335"/>
                  </a:lnTo>
                  <a:lnTo>
                    <a:pt x="783812" y="947319"/>
                  </a:lnTo>
                  <a:lnTo>
                    <a:pt x="784915" y="946847"/>
                  </a:lnTo>
                  <a:lnTo>
                    <a:pt x="785851" y="947722"/>
                  </a:lnTo>
                  <a:lnTo>
                    <a:pt x="785973" y="949259"/>
                  </a:lnTo>
                  <a:lnTo>
                    <a:pt x="789671" y="949145"/>
                  </a:lnTo>
                  <a:lnTo>
                    <a:pt x="796845" y="943355"/>
                  </a:lnTo>
                  <a:lnTo>
                    <a:pt x="799797" y="943218"/>
                  </a:lnTo>
                  <a:lnTo>
                    <a:pt x="803693" y="944511"/>
                  </a:lnTo>
                  <a:lnTo>
                    <a:pt x="808091" y="943727"/>
                  </a:lnTo>
                  <a:lnTo>
                    <a:pt x="808882" y="943142"/>
                  </a:lnTo>
                  <a:lnTo>
                    <a:pt x="809795" y="941787"/>
                  </a:lnTo>
                  <a:lnTo>
                    <a:pt x="806516" y="940197"/>
                  </a:lnTo>
                  <a:lnTo>
                    <a:pt x="803374" y="939390"/>
                  </a:lnTo>
                  <a:lnTo>
                    <a:pt x="794540" y="938835"/>
                  </a:lnTo>
                  <a:lnTo>
                    <a:pt x="792630" y="939452"/>
                  </a:lnTo>
                  <a:lnTo>
                    <a:pt x="790013" y="942503"/>
                  </a:lnTo>
                  <a:lnTo>
                    <a:pt x="789146" y="941742"/>
                  </a:lnTo>
                  <a:lnTo>
                    <a:pt x="788590" y="940197"/>
                  </a:lnTo>
                  <a:lnTo>
                    <a:pt x="785592" y="939109"/>
                  </a:lnTo>
                  <a:lnTo>
                    <a:pt x="784154" y="939330"/>
                  </a:lnTo>
                  <a:lnTo>
                    <a:pt x="782777" y="940798"/>
                  </a:lnTo>
                  <a:lnTo>
                    <a:pt x="782998" y="943088"/>
                  </a:lnTo>
                  <a:lnTo>
                    <a:pt x="782229" y="945539"/>
                  </a:lnTo>
                  <a:lnTo>
                    <a:pt x="779452" y="947973"/>
                  </a:lnTo>
                  <a:lnTo>
                    <a:pt x="777565" y="951853"/>
                  </a:lnTo>
                  <a:lnTo>
                    <a:pt x="777657" y="954882"/>
                  </a:lnTo>
                  <a:lnTo>
                    <a:pt x="777504" y="956457"/>
                  </a:lnTo>
                  <a:lnTo>
                    <a:pt x="776812" y="957294"/>
                  </a:lnTo>
                  <a:lnTo>
                    <a:pt x="775381" y="958298"/>
                  </a:lnTo>
                  <a:lnTo>
                    <a:pt x="770778" y="957613"/>
                  </a:lnTo>
                  <a:lnTo>
                    <a:pt x="768176" y="954433"/>
                  </a:lnTo>
                  <a:lnTo>
                    <a:pt x="767164" y="952264"/>
                  </a:lnTo>
                  <a:lnTo>
                    <a:pt x="764220" y="949914"/>
                  </a:lnTo>
                  <a:lnTo>
                    <a:pt x="770611" y="946999"/>
                  </a:lnTo>
                  <a:lnTo>
                    <a:pt x="772855" y="945341"/>
                  </a:lnTo>
                  <a:lnTo>
                    <a:pt x="774910" y="941651"/>
                  </a:lnTo>
                  <a:lnTo>
                    <a:pt x="776439" y="939299"/>
                  </a:lnTo>
                  <a:lnTo>
                    <a:pt x="775351" y="937656"/>
                  </a:lnTo>
                  <a:lnTo>
                    <a:pt x="774073" y="937649"/>
                  </a:lnTo>
                  <a:lnTo>
                    <a:pt x="774195" y="940273"/>
                  </a:lnTo>
                  <a:lnTo>
                    <a:pt x="772787" y="942419"/>
                  </a:lnTo>
                  <a:lnTo>
                    <a:pt x="769842" y="941399"/>
                  </a:lnTo>
                  <a:lnTo>
                    <a:pt x="765498" y="944587"/>
                  </a:lnTo>
                  <a:lnTo>
                    <a:pt x="762827" y="943735"/>
                  </a:lnTo>
                  <a:lnTo>
                    <a:pt x="758475" y="944671"/>
                  </a:lnTo>
                  <a:lnTo>
                    <a:pt x="756345" y="942951"/>
                  </a:lnTo>
                  <a:lnTo>
                    <a:pt x="755888" y="940775"/>
                  </a:lnTo>
                  <a:lnTo>
                    <a:pt x="756657" y="938508"/>
                  </a:lnTo>
                  <a:lnTo>
                    <a:pt x="755858" y="934673"/>
                  </a:lnTo>
                  <a:lnTo>
                    <a:pt x="754656" y="933745"/>
                  </a:lnTo>
                  <a:lnTo>
                    <a:pt x="753431" y="933958"/>
                  </a:lnTo>
                  <a:lnTo>
                    <a:pt x="752883" y="931683"/>
                  </a:lnTo>
                  <a:lnTo>
                    <a:pt x="751559" y="927689"/>
                  </a:lnTo>
                  <a:lnTo>
                    <a:pt x="750973" y="926608"/>
                  </a:lnTo>
                  <a:lnTo>
                    <a:pt x="750342" y="924759"/>
                  </a:lnTo>
                  <a:lnTo>
                    <a:pt x="750996" y="924303"/>
                  </a:lnTo>
                  <a:lnTo>
                    <a:pt x="752495" y="924828"/>
                  </a:lnTo>
                  <a:lnTo>
                    <a:pt x="753804" y="926030"/>
                  </a:lnTo>
                  <a:lnTo>
                    <a:pt x="755797" y="926182"/>
                  </a:lnTo>
                  <a:lnTo>
                    <a:pt x="760187" y="928784"/>
                  </a:lnTo>
                  <a:lnTo>
                    <a:pt x="762013" y="928161"/>
                  </a:lnTo>
                  <a:lnTo>
                    <a:pt x="763002" y="927567"/>
                  </a:lnTo>
                  <a:lnTo>
                    <a:pt x="763375" y="925406"/>
                  </a:lnTo>
                  <a:lnTo>
                    <a:pt x="763398" y="923359"/>
                  </a:lnTo>
                  <a:lnTo>
                    <a:pt x="764151" y="923359"/>
                  </a:lnTo>
                  <a:lnTo>
                    <a:pt x="766647" y="925977"/>
                  </a:lnTo>
                  <a:lnTo>
                    <a:pt x="768230" y="925733"/>
                  </a:lnTo>
                  <a:lnTo>
                    <a:pt x="771029" y="926426"/>
                  </a:lnTo>
                  <a:lnTo>
                    <a:pt x="772452" y="926144"/>
                  </a:lnTo>
                  <a:lnTo>
                    <a:pt x="775077" y="925170"/>
                  </a:lnTo>
                  <a:lnTo>
                    <a:pt x="779209" y="922294"/>
                  </a:lnTo>
                  <a:lnTo>
                    <a:pt x="781354" y="919327"/>
                  </a:lnTo>
                  <a:lnTo>
                    <a:pt x="782381" y="918924"/>
                  </a:lnTo>
                  <a:lnTo>
                    <a:pt x="783652" y="919304"/>
                  </a:lnTo>
                  <a:lnTo>
                    <a:pt x="784504" y="920156"/>
                  </a:lnTo>
                  <a:lnTo>
                    <a:pt x="784520" y="922218"/>
                  </a:lnTo>
                  <a:lnTo>
                    <a:pt x="785486" y="924136"/>
                  </a:lnTo>
                  <a:lnTo>
                    <a:pt x="786802" y="925695"/>
                  </a:lnTo>
                  <a:lnTo>
                    <a:pt x="787167" y="927613"/>
                  </a:lnTo>
                  <a:lnTo>
                    <a:pt x="786901" y="929492"/>
                  </a:lnTo>
                  <a:lnTo>
                    <a:pt x="784550" y="932140"/>
                  </a:lnTo>
                  <a:lnTo>
                    <a:pt x="784109" y="933060"/>
                  </a:lnTo>
                  <a:lnTo>
                    <a:pt x="784900" y="934042"/>
                  </a:lnTo>
                  <a:lnTo>
                    <a:pt x="785874" y="933578"/>
                  </a:lnTo>
                  <a:lnTo>
                    <a:pt x="787213" y="932269"/>
                  </a:lnTo>
                  <a:lnTo>
                    <a:pt x="787974" y="930473"/>
                  </a:lnTo>
                  <a:lnTo>
                    <a:pt x="788179" y="929538"/>
                  </a:lnTo>
                  <a:lnTo>
                    <a:pt x="788263" y="928199"/>
                  </a:lnTo>
                  <a:lnTo>
                    <a:pt x="788164" y="926570"/>
                  </a:lnTo>
                  <a:lnTo>
                    <a:pt x="786254" y="921952"/>
                  </a:lnTo>
                  <a:lnTo>
                    <a:pt x="786011" y="920910"/>
                  </a:lnTo>
                  <a:lnTo>
                    <a:pt x="786011" y="918825"/>
                  </a:lnTo>
                  <a:lnTo>
                    <a:pt x="788187" y="916900"/>
                  </a:lnTo>
                  <a:lnTo>
                    <a:pt x="788803" y="915408"/>
                  </a:lnTo>
                  <a:lnTo>
                    <a:pt x="788902" y="912525"/>
                  </a:lnTo>
                  <a:lnTo>
                    <a:pt x="787776" y="910539"/>
                  </a:lnTo>
                  <a:lnTo>
                    <a:pt x="783104" y="905974"/>
                  </a:lnTo>
                  <a:lnTo>
                    <a:pt x="775298" y="901409"/>
                  </a:lnTo>
                  <a:lnTo>
                    <a:pt x="774400" y="901888"/>
                  </a:lnTo>
                  <a:lnTo>
                    <a:pt x="773791" y="902718"/>
                  </a:lnTo>
                  <a:lnTo>
                    <a:pt x="774514" y="903311"/>
                  </a:lnTo>
                  <a:lnTo>
                    <a:pt x="775549" y="903615"/>
                  </a:lnTo>
                  <a:lnTo>
                    <a:pt x="782503" y="907381"/>
                  </a:lnTo>
                  <a:lnTo>
                    <a:pt x="784314" y="909565"/>
                  </a:lnTo>
                  <a:lnTo>
                    <a:pt x="785501" y="910151"/>
                  </a:lnTo>
                  <a:lnTo>
                    <a:pt x="786909" y="911597"/>
                  </a:lnTo>
                  <a:lnTo>
                    <a:pt x="786551" y="913727"/>
                  </a:lnTo>
                  <a:lnTo>
                    <a:pt x="779544" y="915812"/>
                  </a:lnTo>
                  <a:lnTo>
                    <a:pt x="773989" y="920331"/>
                  </a:lnTo>
                  <a:lnTo>
                    <a:pt x="769835" y="923078"/>
                  </a:lnTo>
                  <a:lnTo>
                    <a:pt x="766951" y="922073"/>
                  </a:lnTo>
                  <a:lnTo>
                    <a:pt x="765582" y="919289"/>
                  </a:lnTo>
                  <a:lnTo>
                    <a:pt x="764129" y="915690"/>
                  </a:lnTo>
                  <a:lnTo>
                    <a:pt x="761945" y="913598"/>
                  </a:lnTo>
                  <a:lnTo>
                    <a:pt x="760705" y="913788"/>
                  </a:lnTo>
                  <a:lnTo>
                    <a:pt x="759708" y="913400"/>
                  </a:lnTo>
                  <a:lnTo>
                    <a:pt x="758917" y="912289"/>
                  </a:lnTo>
                  <a:lnTo>
                    <a:pt x="757235" y="913210"/>
                  </a:lnTo>
                  <a:lnTo>
                    <a:pt x="753537" y="910722"/>
                  </a:lnTo>
                  <a:lnTo>
                    <a:pt x="752465" y="909634"/>
                  </a:lnTo>
                  <a:lnTo>
                    <a:pt x="755173" y="906134"/>
                  </a:lnTo>
                  <a:lnTo>
                    <a:pt x="758156" y="907480"/>
                  </a:lnTo>
                  <a:lnTo>
                    <a:pt x="758879" y="897688"/>
                  </a:lnTo>
                  <a:lnTo>
                    <a:pt x="757950" y="895474"/>
                  </a:lnTo>
                  <a:lnTo>
                    <a:pt x="754070" y="893062"/>
                  </a:lnTo>
                  <a:lnTo>
                    <a:pt x="752168" y="893374"/>
                  </a:lnTo>
                  <a:lnTo>
                    <a:pt x="749566" y="893047"/>
                  </a:lnTo>
                  <a:lnTo>
                    <a:pt x="747816" y="891944"/>
                  </a:lnTo>
                  <a:lnTo>
                    <a:pt x="745822" y="891503"/>
                  </a:lnTo>
                  <a:lnTo>
                    <a:pt x="744133" y="890856"/>
                  </a:lnTo>
                  <a:lnTo>
                    <a:pt x="741927" y="889365"/>
                  </a:lnTo>
                  <a:lnTo>
                    <a:pt x="739264" y="888565"/>
                  </a:lnTo>
                  <a:lnTo>
                    <a:pt x="735665" y="882410"/>
                  </a:lnTo>
                  <a:lnTo>
                    <a:pt x="734120" y="879192"/>
                  </a:lnTo>
                  <a:lnTo>
                    <a:pt x="733283" y="875677"/>
                  </a:lnTo>
                  <a:lnTo>
                    <a:pt x="738792" y="875601"/>
                  </a:lnTo>
                  <a:lnTo>
                    <a:pt x="742018" y="875030"/>
                  </a:lnTo>
                  <a:lnTo>
                    <a:pt x="742802" y="873577"/>
                  </a:lnTo>
                  <a:lnTo>
                    <a:pt x="741668" y="870784"/>
                  </a:lnTo>
                  <a:lnTo>
                    <a:pt x="740085" y="868601"/>
                  </a:lnTo>
                  <a:lnTo>
                    <a:pt x="741242" y="866539"/>
                  </a:lnTo>
                  <a:lnTo>
                    <a:pt x="742893" y="864948"/>
                  </a:lnTo>
                  <a:lnTo>
                    <a:pt x="744613" y="865656"/>
                  </a:lnTo>
                  <a:lnTo>
                    <a:pt x="748850" y="869202"/>
                  </a:lnTo>
                  <a:lnTo>
                    <a:pt x="749581" y="871598"/>
                  </a:lnTo>
                  <a:lnTo>
                    <a:pt x="752594" y="878933"/>
                  </a:lnTo>
                  <a:lnTo>
                    <a:pt x="753324" y="879595"/>
                  </a:lnTo>
                  <a:lnTo>
                    <a:pt x="753682" y="880280"/>
                  </a:lnTo>
                  <a:lnTo>
                    <a:pt x="759913" y="884403"/>
                  </a:lnTo>
                  <a:lnTo>
                    <a:pt x="760788" y="884343"/>
                  </a:lnTo>
                  <a:lnTo>
                    <a:pt x="760400" y="880889"/>
                  </a:lnTo>
                  <a:lnTo>
                    <a:pt x="762196" y="876201"/>
                  </a:lnTo>
                  <a:lnTo>
                    <a:pt x="763938" y="874657"/>
                  </a:lnTo>
                  <a:lnTo>
                    <a:pt x="764813" y="874672"/>
                  </a:lnTo>
                  <a:lnTo>
                    <a:pt x="764905" y="873889"/>
                  </a:lnTo>
                  <a:lnTo>
                    <a:pt x="763208" y="871949"/>
                  </a:lnTo>
                  <a:lnTo>
                    <a:pt x="764037" y="869354"/>
                  </a:lnTo>
                  <a:lnTo>
                    <a:pt x="763497" y="869270"/>
                  </a:lnTo>
                  <a:lnTo>
                    <a:pt x="761998" y="870937"/>
                  </a:lnTo>
                  <a:lnTo>
                    <a:pt x="758985" y="879093"/>
                  </a:lnTo>
                  <a:lnTo>
                    <a:pt x="757136" y="880584"/>
                  </a:lnTo>
                  <a:lnTo>
                    <a:pt x="754603" y="876886"/>
                  </a:lnTo>
                  <a:lnTo>
                    <a:pt x="753165" y="874216"/>
                  </a:lnTo>
                  <a:lnTo>
                    <a:pt x="752457" y="873273"/>
                  </a:lnTo>
                  <a:lnTo>
                    <a:pt x="752708" y="869103"/>
                  </a:lnTo>
                  <a:lnTo>
                    <a:pt x="757730" y="869947"/>
                  </a:lnTo>
                  <a:lnTo>
                    <a:pt x="756002" y="868578"/>
                  </a:lnTo>
                  <a:lnTo>
                    <a:pt x="750144" y="866181"/>
                  </a:lnTo>
                  <a:lnTo>
                    <a:pt x="748683" y="865017"/>
                  </a:lnTo>
                  <a:lnTo>
                    <a:pt x="747595" y="864583"/>
                  </a:lnTo>
                  <a:lnTo>
                    <a:pt x="745647" y="861768"/>
                  </a:lnTo>
                  <a:lnTo>
                    <a:pt x="743228" y="859387"/>
                  </a:lnTo>
                  <a:lnTo>
                    <a:pt x="747397" y="855103"/>
                  </a:lnTo>
                  <a:lnTo>
                    <a:pt x="749543" y="852098"/>
                  </a:lnTo>
                  <a:lnTo>
                    <a:pt x="756254" y="853695"/>
                  </a:lnTo>
                  <a:lnTo>
                    <a:pt x="757555" y="852767"/>
                  </a:lnTo>
                  <a:lnTo>
                    <a:pt x="756429" y="850569"/>
                  </a:lnTo>
                  <a:lnTo>
                    <a:pt x="755105" y="851238"/>
                  </a:lnTo>
                  <a:lnTo>
                    <a:pt x="753012" y="849868"/>
                  </a:lnTo>
                  <a:lnTo>
                    <a:pt x="749756" y="845775"/>
                  </a:lnTo>
                  <a:lnTo>
                    <a:pt x="749870" y="843698"/>
                  </a:lnTo>
                  <a:lnTo>
                    <a:pt x="750463" y="839878"/>
                  </a:lnTo>
                  <a:lnTo>
                    <a:pt x="751757" y="839072"/>
                  </a:lnTo>
                  <a:lnTo>
                    <a:pt x="754496" y="838281"/>
                  </a:lnTo>
                  <a:lnTo>
                    <a:pt x="757623" y="839521"/>
                  </a:lnTo>
                  <a:lnTo>
                    <a:pt x="758985" y="840525"/>
                  </a:lnTo>
                  <a:lnTo>
                    <a:pt x="760164" y="840046"/>
                  </a:lnTo>
                  <a:lnTo>
                    <a:pt x="758970" y="837231"/>
                  </a:lnTo>
                  <a:lnTo>
                    <a:pt x="756931" y="836158"/>
                  </a:lnTo>
                  <a:lnTo>
                    <a:pt x="754656" y="834149"/>
                  </a:lnTo>
                  <a:lnTo>
                    <a:pt x="754892" y="831927"/>
                  </a:lnTo>
                  <a:lnTo>
                    <a:pt x="755622" y="830094"/>
                  </a:lnTo>
                  <a:lnTo>
                    <a:pt x="756170" y="828093"/>
                  </a:lnTo>
                  <a:lnTo>
                    <a:pt x="756550" y="825285"/>
                  </a:lnTo>
                  <a:lnTo>
                    <a:pt x="756345" y="823101"/>
                  </a:lnTo>
                  <a:lnTo>
                    <a:pt x="756992" y="822097"/>
                  </a:lnTo>
                  <a:lnTo>
                    <a:pt x="757996" y="821641"/>
                  </a:lnTo>
                  <a:lnTo>
                    <a:pt x="758057" y="820827"/>
                  </a:lnTo>
                  <a:lnTo>
                    <a:pt x="756079" y="820994"/>
                  </a:lnTo>
                  <a:lnTo>
                    <a:pt x="755363" y="823748"/>
                  </a:lnTo>
                  <a:lnTo>
                    <a:pt x="755089" y="826267"/>
                  </a:lnTo>
                  <a:lnTo>
                    <a:pt x="753682" y="828290"/>
                  </a:lnTo>
                  <a:lnTo>
                    <a:pt x="753081" y="830581"/>
                  </a:lnTo>
                  <a:lnTo>
                    <a:pt x="752723" y="833320"/>
                  </a:lnTo>
                  <a:lnTo>
                    <a:pt x="751940" y="836470"/>
                  </a:lnTo>
                  <a:lnTo>
                    <a:pt x="750228" y="835267"/>
                  </a:lnTo>
                  <a:lnTo>
                    <a:pt x="749223" y="834035"/>
                  </a:lnTo>
                  <a:lnTo>
                    <a:pt x="748835" y="833198"/>
                  </a:lnTo>
                  <a:lnTo>
                    <a:pt x="749010" y="831593"/>
                  </a:lnTo>
                  <a:lnTo>
                    <a:pt x="748546" y="821694"/>
                  </a:lnTo>
                  <a:lnTo>
                    <a:pt x="748500" y="813461"/>
                  </a:lnTo>
                  <a:lnTo>
                    <a:pt x="749375" y="807078"/>
                  </a:lnTo>
                  <a:lnTo>
                    <a:pt x="751795" y="804544"/>
                  </a:lnTo>
                  <a:lnTo>
                    <a:pt x="752898" y="803806"/>
                  </a:lnTo>
                  <a:lnTo>
                    <a:pt x="753902" y="804133"/>
                  </a:lnTo>
                  <a:lnTo>
                    <a:pt x="755447" y="804111"/>
                  </a:lnTo>
                  <a:lnTo>
                    <a:pt x="756467" y="803190"/>
                  </a:lnTo>
                  <a:lnTo>
                    <a:pt x="752997" y="801668"/>
                  </a:lnTo>
                  <a:lnTo>
                    <a:pt x="750897" y="802535"/>
                  </a:lnTo>
                  <a:lnTo>
                    <a:pt x="749338" y="803753"/>
                  </a:lnTo>
                  <a:lnTo>
                    <a:pt x="746530" y="802840"/>
                  </a:lnTo>
                  <a:lnTo>
                    <a:pt x="745997" y="799576"/>
                  </a:lnTo>
                  <a:lnTo>
                    <a:pt x="744339" y="796761"/>
                  </a:lnTo>
                  <a:lnTo>
                    <a:pt x="744050" y="793162"/>
                  </a:lnTo>
                  <a:lnTo>
                    <a:pt x="744179" y="787973"/>
                  </a:lnTo>
                  <a:lnTo>
                    <a:pt x="748112" y="788422"/>
                  </a:lnTo>
                  <a:lnTo>
                    <a:pt x="751316" y="789433"/>
                  </a:lnTo>
                  <a:lnTo>
                    <a:pt x="759784" y="789350"/>
                  </a:lnTo>
                  <a:lnTo>
                    <a:pt x="766738" y="794318"/>
                  </a:lnTo>
                  <a:lnTo>
                    <a:pt x="769805" y="793656"/>
                  </a:lnTo>
                  <a:lnTo>
                    <a:pt x="769660" y="792652"/>
                  </a:lnTo>
                  <a:lnTo>
                    <a:pt x="767309" y="791396"/>
                  </a:lnTo>
                  <a:lnTo>
                    <a:pt x="765848" y="788619"/>
                  </a:lnTo>
                  <a:lnTo>
                    <a:pt x="764988" y="787813"/>
                  </a:lnTo>
                  <a:lnTo>
                    <a:pt x="764585" y="786147"/>
                  </a:lnTo>
                  <a:lnTo>
                    <a:pt x="764448" y="784199"/>
                  </a:lnTo>
                  <a:lnTo>
                    <a:pt x="762721" y="777077"/>
                  </a:lnTo>
                  <a:lnTo>
                    <a:pt x="762029" y="777260"/>
                  </a:lnTo>
                  <a:lnTo>
                    <a:pt x="761367" y="779695"/>
                  </a:lnTo>
                  <a:lnTo>
                    <a:pt x="759929" y="783765"/>
                  </a:lnTo>
                  <a:lnTo>
                    <a:pt x="757920" y="785751"/>
                  </a:lnTo>
                  <a:lnTo>
                    <a:pt x="754846" y="786550"/>
                  </a:lnTo>
                  <a:lnTo>
                    <a:pt x="751810" y="787007"/>
                  </a:lnTo>
                  <a:lnTo>
                    <a:pt x="749170" y="786223"/>
                  </a:lnTo>
                  <a:lnTo>
                    <a:pt x="748554" y="784534"/>
                  </a:lnTo>
                  <a:lnTo>
                    <a:pt x="748622" y="782578"/>
                  </a:lnTo>
                  <a:lnTo>
                    <a:pt x="747481" y="781620"/>
                  </a:lnTo>
                  <a:lnTo>
                    <a:pt x="744498" y="780783"/>
                  </a:lnTo>
                  <a:lnTo>
                    <a:pt x="743654" y="780303"/>
                  </a:lnTo>
                  <a:lnTo>
                    <a:pt x="742672" y="778546"/>
                  </a:lnTo>
                  <a:lnTo>
                    <a:pt x="744095" y="775875"/>
                  </a:lnTo>
                  <a:lnTo>
                    <a:pt x="745259" y="774285"/>
                  </a:lnTo>
                  <a:lnTo>
                    <a:pt x="746690" y="774605"/>
                  </a:lnTo>
                  <a:lnTo>
                    <a:pt x="748044" y="775327"/>
                  </a:lnTo>
                  <a:lnTo>
                    <a:pt x="749779" y="777412"/>
                  </a:lnTo>
                  <a:lnTo>
                    <a:pt x="751483" y="777815"/>
                  </a:lnTo>
                  <a:lnTo>
                    <a:pt x="753423" y="776149"/>
                  </a:lnTo>
                  <a:lnTo>
                    <a:pt x="753804" y="775023"/>
                  </a:lnTo>
                  <a:lnTo>
                    <a:pt x="752586" y="774315"/>
                  </a:lnTo>
                  <a:lnTo>
                    <a:pt x="751475" y="774034"/>
                  </a:lnTo>
                  <a:lnTo>
                    <a:pt x="749748" y="773151"/>
                  </a:lnTo>
                  <a:lnTo>
                    <a:pt x="746355" y="769963"/>
                  </a:lnTo>
                  <a:lnTo>
                    <a:pt x="748052" y="766729"/>
                  </a:lnTo>
                  <a:lnTo>
                    <a:pt x="752054" y="763032"/>
                  </a:lnTo>
                  <a:lnTo>
                    <a:pt x="753279" y="762187"/>
                  </a:lnTo>
                  <a:lnTo>
                    <a:pt x="752221" y="759075"/>
                  </a:lnTo>
                  <a:lnTo>
                    <a:pt x="753423" y="755682"/>
                  </a:lnTo>
                  <a:lnTo>
                    <a:pt x="752191" y="752890"/>
                  </a:lnTo>
                  <a:lnTo>
                    <a:pt x="749969" y="749884"/>
                  </a:lnTo>
                  <a:lnTo>
                    <a:pt x="746964" y="749222"/>
                  </a:lnTo>
                  <a:lnTo>
                    <a:pt x="746324" y="750097"/>
                  </a:lnTo>
                  <a:lnTo>
                    <a:pt x="746218" y="751330"/>
                  </a:lnTo>
                  <a:lnTo>
                    <a:pt x="746697" y="752258"/>
                  </a:lnTo>
                  <a:lnTo>
                    <a:pt x="746416" y="752928"/>
                  </a:lnTo>
                  <a:lnTo>
                    <a:pt x="745731" y="752905"/>
                  </a:lnTo>
                  <a:lnTo>
                    <a:pt x="741919" y="752243"/>
                  </a:lnTo>
                  <a:lnTo>
                    <a:pt x="739363" y="750242"/>
                  </a:lnTo>
                  <a:lnTo>
                    <a:pt x="735193" y="748423"/>
                  </a:lnTo>
                  <a:lnTo>
                    <a:pt x="734653" y="747001"/>
                  </a:lnTo>
                  <a:lnTo>
                    <a:pt x="734196" y="744916"/>
                  </a:lnTo>
                  <a:lnTo>
                    <a:pt x="735657" y="741325"/>
                  </a:lnTo>
                  <a:lnTo>
                    <a:pt x="734919" y="741272"/>
                  </a:lnTo>
                  <a:lnTo>
                    <a:pt x="732211" y="744049"/>
                  </a:lnTo>
                  <a:lnTo>
                    <a:pt x="728117" y="745502"/>
                  </a:lnTo>
                  <a:lnTo>
                    <a:pt x="725104" y="745981"/>
                  </a:lnTo>
                  <a:lnTo>
                    <a:pt x="723780" y="747107"/>
                  </a:lnTo>
                  <a:lnTo>
                    <a:pt x="723255" y="748043"/>
                  </a:lnTo>
                  <a:lnTo>
                    <a:pt x="724054" y="748591"/>
                  </a:lnTo>
                  <a:lnTo>
                    <a:pt x="725796" y="748728"/>
                  </a:lnTo>
                  <a:lnTo>
                    <a:pt x="727067" y="752213"/>
                  </a:lnTo>
                  <a:lnTo>
                    <a:pt x="726748" y="753552"/>
                  </a:lnTo>
                  <a:lnTo>
                    <a:pt x="726124" y="754450"/>
                  </a:lnTo>
                  <a:lnTo>
                    <a:pt x="724709" y="754624"/>
                  </a:lnTo>
                  <a:lnTo>
                    <a:pt x="721749" y="752220"/>
                  </a:lnTo>
                  <a:lnTo>
                    <a:pt x="720189" y="749489"/>
                  </a:lnTo>
                  <a:lnTo>
                    <a:pt x="720227" y="747328"/>
                  </a:lnTo>
                  <a:lnTo>
                    <a:pt x="721285" y="744384"/>
                  </a:lnTo>
                  <a:lnTo>
                    <a:pt x="725979" y="740434"/>
                  </a:lnTo>
                  <a:lnTo>
                    <a:pt x="727280" y="738768"/>
                  </a:lnTo>
                  <a:lnTo>
                    <a:pt x="730034" y="736927"/>
                  </a:lnTo>
                  <a:lnTo>
                    <a:pt x="733709" y="732773"/>
                  </a:lnTo>
                  <a:lnTo>
                    <a:pt x="736920" y="730467"/>
                  </a:lnTo>
                  <a:lnTo>
                    <a:pt x="735361" y="728565"/>
                  </a:lnTo>
                  <a:lnTo>
                    <a:pt x="733717" y="725704"/>
                  </a:lnTo>
                  <a:lnTo>
                    <a:pt x="733884" y="721740"/>
                  </a:lnTo>
                  <a:lnTo>
                    <a:pt x="740367" y="720173"/>
                  </a:lnTo>
                  <a:lnTo>
                    <a:pt x="743175" y="720880"/>
                  </a:lnTo>
                  <a:lnTo>
                    <a:pt x="746758" y="720759"/>
                  </a:lnTo>
                  <a:lnTo>
                    <a:pt x="748759" y="719815"/>
                  </a:lnTo>
                  <a:lnTo>
                    <a:pt x="750212" y="719610"/>
                  </a:lnTo>
                  <a:lnTo>
                    <a:pt x="753271" y="718522"/>
                  </a:lnTo>
                  <a:lnTo>
                    <a:pt x="754587" y="716985"/>
                  </a:lnTo>
                  <a:lnTo>
                    <a:pt x="754899" y="715813"/>
                  </a:lnTo>
                  <a:lnTo>
                    <a:pt x="754884" y="714794"/>
                  </a:lnTo>
                  <a:lnTo>
                    <a:pt x="754526" y="713530"/>
                  </a:lnTo>
                  <a:lnTo>
                    <a:pt x="754032" y="710274"/>
                  </a:lnTo>
                  <a:lnTo>
                    <a:pt x="754534" y="709186"/>
                  </a:lnTo>
                  <a:lnTo>
                    <a:pt x="755843" y="707893"/>
                  </a:lnTo>
                  <a:lnTo>
                    <a:pt x="757562" y="707490"/>
                  </a:lnTo>
                  <a:lnTo>
                    <a:pt x="758354" y="707589"/>
                  </a:lnTo>
                  <a:lnTo>
                    <a:pt x="760393" y="708775"/>
                  </a:lnTo>
                  <a:lnTo>
                    <a:pt x="759982" y="710465"/>
                  </a:lnTo>
                  <a:lnTo>
                    <a:pt x="759168" y="712496"/>
                  </a:lnTo>
                  <a:lnTo>
                    <a:pt x="757502" y="720599"/>
                  </a:lnTo>
                  <a:lnTo>
                    <a:pt x="756664" y="722433"/>
                  </a:lnTo>
                  <a:lnTo>
                    <a:pt x="755348" y="724023"/>
                  </a:lnTo>
                  <a:lnTo>
                    <a:pt x="756223" y="727348"/>
                  </a:lnTo>
                  <a:lnTo>
                    <a:pt x="754907" y="729684"/>
                  </a:lnTo>
                  <a:lnTo>
                    <a:pt x="749033" y="732171"/>
                  </a:lnTo>
                  <a:lnTo>
                    <a:pt x="748257" y="732316"/>
                  </a:lnTo>
                  <a:lnTo>
                    <a:pt x="748698" y="733206"/>
                  </a:lnTo>
                  <a:lnTo>
                    <a:pt x="752099" y="732993"/>
                  </a:lnTo>
                  <a:lnTo>
                    <a:pt x="754732" y="732468"/>
                  </a:lnTo>
                  <a:lnTo>
                    <a:pt x="757342" y="730368"/>
                  </a:lnTo>
                  <a:lnTo>
                    <a:pt x="758163" y="727173"/>
                  </a:lnTo>
                  <a:lnTo>
                    <a:pt x="759244" y="720956"/>
                  </a:lnTo>
                  <a:lnTo>
                    <a:pt x="760659" y="720082"/>
                  </a:lnTo>
                  <a:lnTo>
                    <a:pt x="762310" y="719884"/>
                  </a:lnTo>
                  <a:lnTo>
                    <a:pt x="763170" y="721345"/>
                  </a:lnTo>
                  <a:lnTo>
                    <a:pt x="762888" y="724624"/>
                  </a:lnTo>
                  <a:lnTo>
                    <a:pt x="762881" y="727796"/>
                  </a:lnTo>
                  <a:lnTo>
                    <a:pt x="760689" y="737239"/>
                  </a:lnTo>
                  <a:lnTo>
                    <a:pt x="758042" y="741043"/>
                  </a:lnTo>
                  <a:lnTo>
                    <a:pt x="757745" y="742048"/>
                  </a:lnTo>
                  <a:lnTo>
                    <a:pt x="757851" y="743235"/>
                  </a:lnTo>
                  <a:lnTo>
                    <a:pt x="759951" y="743060"/>
                  </a:lnTo>
                  <a:lnTo>
                    <a:pt x="761549" y="741013"/>
                  </a:lnTo>
                  <a:lnTo>
                    <a:pt x="762706" y="738395"/>
                  </a:lnTo>
                  <a:lnTo>
                    <a:pt x="763862" y="734759"/>
                  </a:lnTo>
                  <a:lnTo>
                    <a:pt x="763733" y="732133"/>
                  </a:lnTo>
                  <a:lnTo>
                    <a:pt x="764083" y="730513"/>
                  </a:lnTo>
                  <a:lnTo>
                    <a:pt x="764562" y="725210"/>
                  </a:lnTo>
                  <a:lnTo>
                    <a:pt x="765361" y="722532"/>
                  </a:lnTo>
                  <a:lnTo>
                    <a:pt x="765308" y="718796"/>
                  </a:lnTo>
                  <a:lnTo>
                    <a:pt x="763862" y="717388"/>
                  </a:lnTo>
                  <a:lnTo>
                    <a:pt x="761838" y="716536"/>
                  </a:lnTo>
                  <a:lnTo>
                    <a:pt x="761329" y="714253"/>
                  </a:lnTo>
                  <a:lnTo>
                    <a:pt x="762386" y="709757"/>
                  </a:lnTo>
                  <a:lnTo>
                    <a:pt x="766251" y="709871"/>
                  </a:lnTo>
                  <a:lnTo>
                    <a:pt x="769911" y="706812"/>
                  </a:lnTo>
                  <a:lnTo>
                    <a:pt x="772308" y="705701"/>
                  </a:lnTo>
                  <a:lnTo>
                    <a:pt x="773670" y="705930"/>
                  </a:lnTo>
                  <a:lnTo>
                    <a:pt x="778455" y="708882"/>
                  </a:lnTo>
                  <a:lnTo>
                    <a:pt x="779407" y="708920"/>
                  </a:lnTo>
                  <a:lnTo>
                    <a:pt x="779254" y="707855"/>
                  </a:lnTo>
                  <a:lnTo>
                    <a:pt x="778509" y="707101"/>
                  </a:lnTo>
                  <a:lnTo>
                    <a:pt x="776622" y="706105"/>
                  </a:lnTo>
                  <a:lnTo>
                    <a:pt x="773152" y="702940"/>
                  </a:lnTo>
                  <a:lnTo>
                    <a:pt x="768481" y="702422"/>
                  </a:lnTo>
                  <a:lnTo>
                    <a:pt x="769340" y="698321"/>
                  </a:lnTo>
                  <a:lnTo>
                    <a:pt x="770246" y="694585"/>
                  </a:lnTo>
                  <a:lnTo>
                    <a:pt x="772513" y="694068"/>
                  </a:lnTo>
                  <a:lnTo>
                    <a:pt x="776317" y="692843"/>
                  </a:lnTo>
                  <a:lnTo>
                    <a:pt x="783568" y="687258"/>
                  </a:lnTo>
                  <a:lnTo>
                    <a:pt x="784831" y="683066"/>
                  </a:lnTo>
                  <a:lnTo>
                    <a:pt x="785174" y="678364"/>
                  </a:lnTo>
                  <a:lnTo>
                    <a:pt x="781681" y="677139"/>
                  </a:lnTo>
                  <a:lnTo>
                    <a:pt x="777976" y="674073"/>
                  </a:lnTo>
                  <a:lnTo>
                    <a:pt x="774986" y="672444"/>
                  </a:lnTo>
                  <a:lnTo>
                    <a:pt x="772338" y="670398"/>
                  </a:lnTo>
                  <a:lnTo>
                    <a:pt x="772855" y="667347"/>
                  </a:lnTo>
                  <a:lnTo>
                    <a:pt x="773198" y="662386"/>
                  </a:lnTo>
                  <a:lnTo>
                    <a:pt x="776523" y="661320"/>
                  </a:lnTo>
                  <a:lnTo>
                    <a:pt x="778068" y="654534"/>
                  </a:lnTo>
                  <a:lnTo>
                    <a:pt x="775838" y="649352"/>
                  </a:lnTo>
                  <a:lnTo>
                    <a:pt x="776371" y="645502"/>
                  </a:lnTo>
                  <a:lnTo>
                    <a:pt x="779277" y="642223"/>
                  </a:lnTo>
                  <a:lnTo>
                    <a:pt x="779795" y="639956"/>
                  </a:lnTo>
                  <a:lnTo>
                    <a:pt x="780594" y="637468"/>
                  </a:lnTo>
                  <a:lnTo>
                    <a:pt x="783150" y="637217"/>
                  </a:lnTo>
                  <a:lnTo>
                    <a:pt x="783211" y="635863"/>
                  </a:lnTo>
                  <a:lnTo>
                    <a:pt x="782983" y="633397"/>
                  </a:lnTo>
                  <a:lnTo>
                    <a:pt x="781301" y="630491"/>
                  </a:lnTo>
                  <a:lnTo>
                    <a:pt x="781233" y="626474"/>
                  </a:lnTo>
                  <a:lnTo>
                    <a:pt x="782815" y="621733"/>
                  </a:lnTo>
                  <a:lnTo>
                    <a:pt x="785356" y="622061"/>
                  </a:lnTo>
                  <a:lnTo>
                    <a:pt x="785843" y="621863"/>
                  </a:lnTo>
                  <a:lnTo>
                    <a:pt x="784040" y="619002"/>
                  </a:lnTo>
                  <a:lnTo>
                    <a:pt x="782572" y="615860"/>
                  </a:lnTo>
                  <a:lnTo>
                    <a:pt x="782823" y="614604"/>
                  </a:lnTo>
                  <a:lnTo>
                    <a:pt x="784230" y="613539"/>
                  </a:lnTo>
                  <a:lnTo>
                    <a:pt x="785859" y="612945"/>
                  </a:lnTo>
                  <a:lnTo>
                    <a:pt x="787624" y="614551"/>
                  </a:lnTo>
                  <a:lnTo>
                    <a:pt x="790150" y="619679"/>
                  </a:lnTo>
                  <a:lnTo>
                    <a:pt x="790530" y="618363"/>
                  </a:lnTo>
                  <a:lnTo>
                    <a:pt x="789511" y="613143"/>
                  </a:lnTo>
                  <a:lnTo>
                    <a:pt x="788674" y="606668"/>
                  </a:lnTo>
                  <a:lnTo>
                    <a:pt x="786011" y="607513"/>
                  </a:lnTo>
                  <a:lnTo>
                    <a:pt x="783568" y="607057"/>
                  </a:lnTo>
                  <a:lnTo>
                    <a:pt x="782648" y="606060"/>
                  </a:lnTo>
                  <a:lnTo>
                    <a:pt x="781735" y="604606"/>
                  </a:lnTo>
                  <a:lnTo>
                    <a:pt x="782595" y="602834"/>
                  </a:lnTo>
                  <a:lnTo>
                    <a:pt x="783454" y="601517"/>
                  </a:lnTo>
                  <a:lnTo>
                    <a:pt x="785242" y="599859"/>
                  </a:lnTo>
                  <a:lnTo>
                    <a:pt x="788955" y="599273"/>
                  </a:lnTo>
                  <a:lnTo>
                    <a:pt x="791641" y="597196"/>
                  </a:lnTo>
                  <a:lnTo>
                    <a:pt x="792539" y="592928"/>
                  </a:lnTo>
                  <a:lnTo>
                    <a:pt x="791656" y="593346"/>
                  </a:lnTo>
                  <a:lnTo>
                    <a:pt x="790203" y="597104"/>
                  </a:lnTo>
                  <a:lnTo>
                    <a:pt x="787753" y="598375"/>
                  </a:lnTo>
                  <a:lnTo>
                    <a:pt x="786505" y="598185"/>
                  </a:lnTo>
                  <a:lnTo>
                    <a:pt x="785037" y="597485"/>
                  </a:lnTo>
                  <a:lnTo>
                    <a:pt x="782146" y="594213"/>
                  </a:lnTo>
                  <a:lnTo>
                    <a:pt x="780548" y="593452"/>
                  </a:lnTo>
                  <a:lnTo>
                    <a:pt x="778996" y="593369"/>
                  </a:lnTo>
                  <a:lnTo>
                    <a:pt x="777664" y="594198"/>
                  </a:lnTo>
                  <a:lnTo>
                    <a:pt x="774271" y="599965"/>
                  </a:lnTo>
                  <a:lnTo>
                    <a:pt x="772825" y="600939"/>
                  </a:lnTo>
                  <a:lnTo>
                    <a:pt x="766852" y="601403"/>
                  </a:lnTo>
                  <a:lnTo>
                    <a:pt x="764661" y="600734"/>
                  </a:lnTo>
                  <a:lnTo>
                    <a:pt x="762287" y="599844"/>
                  </a:lnTo>
                  <a:lnTo>
                    <a:pt x="762576" y="598421"/>
                  </a:lnTo>
                  <a:lnTo>
                    <a:pt x="763299" y="596906"/>
                  </a:lnTo>
                  <a:lnTo>
                    <a:pt x="764646" y="596123"/>
                  </a:lnTo>
                  <a:lnTo>
                    <a:pt x="764669" y="595255"/>
                  </a:lnTo>
                  <a:lnTo>
                    <a:pt x="762812" y="595035"/>
                  </a:lnTo>
                  <a:lnTo>
                    <a:pt x="760674" y="593445"/>
                  </a:lnTo>
                  <a:lnTo>
                    <a:pt x="759723" y="591428"/>
                  </a:lnTo>
                  <a:lnTo>
                    <a:pt x="759274" y="587822"/>
                  </a:lnTo>
                  <a:lnTo>
                    <a:pt x="757357" y="582138"/>
                  </a:lnTo>
                  <a:lnTo>
                    <a:pt x="756977" y="578075"/>
                  </a:lnTo>
                  <a:lnTo>
                    <a:pt x="758331" y="575184"/>
                  </a:lnTo>
                  <a:lnTo>
                    <a:pt x="761237" y="563878"/>
                  </a:lnTo>
                  <a:lnTo>
                    <a:pt x="762128" y="558141"/>
                  </a:lnTo>
                  <a:lnTo>
                    <a:pt x="763687" y="553112"/>
                  </a:lnTo>
                  <a:lnTo>
                    <a:pt x="763657" y="549802"/>
                  </a:lnTo>
                  <a:lnTo>
                    <a:pt x="767689" y="546782"/>
                  </a:lnTo>
                  <a:lnTo>
                    <a:pt x="769226" y="544978"/>
                  </a:lnTo>
                  <a:lnTo>
                    <a:pt x="772650" y="534851"/>
                  </a:lnTo>
                  <a:lnTo>
                    <a:pt x="773152" y="529411"/>
                  </a:lnTo>
                  <a:lnTo>
                    <a:pt x="767720" y="513000"/>
                  </a:lnTo>
                  <a:lnTo>
                    <a:pt x="766883" y="509880"/>
                  </a:lnTo>
                  <a:lnTo>
                    <a:pt x="766617" y="506007"/>
                  </a:lnTo>
                  <a:lnTo>
                    <a:pt x="767910" y="499601"/>
                  </a:lnTo>
                  <a:lnTo>
                    <a:pt x="768062" y="497174"/>
                  </a:lnTo>
                  <a:lnTo>
                    <a:pt x="766951" y="493674"/>
                  </a:lnTo>
                  <a:lnTo>
                    <a:pt x="763855" y="487967"/>
                  </a:lnTo>
                  <a:lnTo>
                    <a:pt x="763794" y="485061"/>
                  </a:lnTo>
                  <a:lnTo>
                    <a:pt x="765095" y="482078"/>
                  </a:lnTo>
                  <a:lnTo>
                    <a:pt x="763832" y="478381"/>
                  </a:lnTo>
                  <a:lnTo>
                    <a:pt x="764448" y="476098"/>
                  </a:lnTo>
                  <a:lnTo>
                    <a:pt x="765125" y="474310"/>
                  </a:lnTo>
                  <a:lnTo>
                    <a:pt x="769979" y="475268"/>
                  </a:lnTo>
                  <a:lnTo>
                    <a:pt x="772186" y="474812"/>
                  </a:lnTo>
                  <a:lnTo>
                    <a:pt x="773365" y="473732"/>
                  </a:lnTo>
                  <a:lnTo>
                    <a:pt x="774286" y="470711"/>
                  </a:lnTo>
                  <a:lnTo>
                    <a:pt x="774750" y="465994"/>
                  </a:lnTo>
                  <a:lnTo>
                    <a:pt x="775039" y="463962"/>
                  </a:lnTo>
                  <a:lnTo>
                    <a:pt x="775458" y="461002"/>
                  </a:lnTo>
                  <a:lnTo>
                    <a:pt x="777839" y="459816"/>
                  </a:lnTo>
                  <a:lnTo>
                    <a:pt x="778661" y="457016"/>
                  </a:lnTo>
                  <a:lnTo>
                    <a:pt x="780654" y="453120"/>
                  </a:lnTo>
                  <a:lnTo>
                    <a:pt x="782709" y="442270"/>
                  </a:lnTo>
                  <a:lnTo>
                    <a:pt x="784740" y="439600"/>
                  </a:lnTo>
                  <a:lnTo>
                    <a:pt x="786794" y="436526"/>
                  </a:lnTo>
                  <a:lnTo>
                    <a:pt x="786011" y="431976"/>
                  </a:lnTo>
                  <a:lnTo>
                    <a:pt x="787335" y="429876"/>
                  </a:lnTo>
                  <a:lnTo>
                    <a:pt x="788552" y="428346"/>
                  </a:lnTo>
                  <a:lnTo>
                    <a:pt x="789625" y="425577"/>
                  </a:lnTo>
                  <a:lnTo>
                    <a:pt x="791086" y="422960"/>
                  </a:lnTo>
                  <a:lnTo>
                    <a:pt x="794563" y="419209"/>
                  </a:lnTo>
                  <a:lnTo>
                    <a:pt x="795445" y="414636"/>
                  </a:lnTo>
                  <a:lnTo>
                    <a:pt x="798146" y="406761"/>
                  </a:lnTo>
                  <a:lnTo>
                    <a:pt x="798679" y="401724"/>
                  </a:lnTo>
                  <a:lnTo>
                    <a:pt x="799516" y="398323"/>
                  </a:lnTo>
                  <a:lnTo>
                    <a:pt x="799272" y="395158"/>
                  </a:lnTo>
                  <a:lnTo>
                    <a:pt x="800893" y="391316"/>
                  </a:lnTo>
                  <a:lnTo>
                    <a:pt x="802453" y="388082"/>
                  </a:lnTo>
                  <a:lnTo>
                    <a:pt x="802940" y="386287"/>
                  </a:lnTo>
                  <a:lnTo>
                    <a:pt x="806493" y="382026"/>
                  </a:lnTo>
                  <a:lnTo>
                    <a:pt x="807094" y="378625"/>
                  </a:lnTo>
                  <a:lnTo>
                    <a:pt x="805823" y="376319"/>
                  </a:lnTo>
                  <a:lnTo>
                    <a:pt x="805801" y="372759"/>
                  </a:lnTo>
                  <a:lnTo>
                    <a:pt x="804811" y="367836"/>
                  </a:lnTo>
                  <a:lnTo>
                    <a:pt x="807102" y="365994"/>
                  </a:lnTo>
                  <a:lnTo>
                    <a:pt x="808030" y="364648"/>
                  </a:lnTo>
                  <a:lnTo>
                    <a:pt x="811012" y="356811"/>
                  </a:lnTo>
                  <a:lnTo>
                    <a:pt x="810822" y="353745"/>
                  </a:lnTo>
                  <a:lnTo>
                    <a:pt x="811682" y="349940"/>
                  </a:lnTo>
                  <a:lnTo>
                    <a:pt x="809719" y="345444"/>
                  </a:lnTo>
                  <a:lnTo>
                    <a:pt x="809445" y="335370"/>
                  </a:lnTo>
                  <a:lnTo>
                    <a:pt x="808349" y="327647"/>
                  </a:lnTo>
                  <a:lnTo>
                    <a:pt x="806539" y="319514"/>
                  </a:lnTo>
                  <a:lnTo>
                    <a:pt x="806706" y="314979"/>
                  </a:lnTo>
                  <a:lnTo>
                    <a:pt x="805603" y="309349"/>
                  </a:lnTo>
                  <a:lnTo>
                    <a:pt x="805534" y="306108"/>
                  </a:lnTo>
                  <a:lnTo>
                    <a:pt x="806379" y="298773"/>
                  </a:lnTo>
                  <a:lnTo>
                    <a:pt x="812123" y="294170"/>
                  </a:lnTo>
                  <a:lnTo>
                    <a:pt x="813242" y="289019"/>
                  </a:lnTo>
                  <a:lnTo>
                    <a:pt x="813927" y="282080"/>
                  </a:lnTo>
                  <a:lnTo>
                    <a:pt x="813691" y="277035"/>
                  </a:lnTo>
                  <a:lnTo>
                    <a:pt x="813128" y="274776"/>
                  </a:lnTo>
                  <a:lnTo>
                    <a:pt x="810297" y="271070"/>
                  </a:lnTo>
                  <a:lnTo>
                    <a:pt x="809582" y="264458"/>
                  </a:lnTo>
                  <a:lnTo>
                    <a:pt x="810130" y="262731"/>
                  </a:lnTo>
                  <a:lnTo>
                    <a:pt x="812473" y="260875"/>
                  </a:lnTo>
                  <a:lnTo>
                    <a:pt x="814124" y="258303"/>
                  </a:lnTo>
                  <a:lnTo>
                    <a:pt x="814977" y="254316"/>
                  </a:lnTo>
                  <a:lnTo>
                    <a:pt x="816696" y="251181"/>
                  </a:lnTo>
                  <a:lnTo>
                    <a:pt x="817373" y="243618"/>
                  </a:lnTo>
                  <a:lnTo>
                    <a:pt x="818827" y="237615"/>
                  </a:lnTo>
                  <a:lnTo>
                    <a:pt x="819549" y="235523"/>
                  </a:lnTo>
                  <a:lnTo>
                    <a:pt x="821832" y="232898"/>
                  </a:lnTo>
                  <a:lnTo>
                    <a:pt x="822258" y="232198"/>
                  </a:lnTo>
                  <a:lnTo>
                    <a:pt x="822608" y="230197"/>
                  </a:lnTo>
                  <a:lnTo>
                    <a:pt x="822502" y="225480"/>
                  </a:lnTo>
                  <a:lnTo>
                    <a:pt x="822851" y="222604"/>
                  </a:lnTo>
                  <a:lnTo>
                    <a:pt x="824670" y="216950"/>
                  </a:lnTo>
                  <a:lnTo>
                    <a:pt x="824883" y="214341"/>
                  </a:lnTo>
                  <a:lnTo>
                    <a:pt x="826899" y="208543"/>
                  </a:lnTo>
                  <a:lnTo>
                    <a:pt x="827356" y="204381"/>
                  </a:lnTo>
                  <a:lnTo>
                    <a:pt x="828215" y="202190"/>
                  </a:lnTo>
                  <a:lnTo>
                    <a:pt x="827881" y="199725"/>
                  </a:lnTo>
                  <a:lnTo>
                    <a:pt x="828451" y="194216"/>
                  </a:lnTo>
                  <a:lnTo>
                    <a:pt x="827082" y="191112"/>
                  </a:lnTo>
                  <a:lnTo>
                    <a:pt x="826777" y="189301"/>
                  </a:lnTo>
                  <a:lnTo>
                    <a:pt x="828505" y="183678"/>
                  </a:lnTo>
                  <a:lnTo>
                    <a:pt x="829676" y="182309"/>
                  </a:lnTo>
                  <a:lnTo>
                    <a:pt x="831571" y="179699"/>
                  </a:lnTo>
                  <a:lnTo>
                    <a:pt x="832370" y="176769"/>
                  </a:lnTo>
                  <a:lnTo>
                    <a:pt x="832514" y="174913"/>
                  </a:lnTo>
                  <a:lnTo>
                    <a:pt x="830095" y="165684"/>
                  </a:lnTo>
                  <a:lnTo>
                    <a:pt x="829768" y="162541"/>
                  </a:lnTo>
                  <a:lnTo>
                    <a:pt x="830361" y="155245"/>
                  </a:lnTo>
                  <a:lnTo>
                    <a:pt x="831190" y="150543"/>
                  </a:lnTo>
                  <a:lnTo>
                    <a:pt x="830916" y="146800"/>
                  </a:lnTo>
                  <a:lnTo>
                    <a:pt x="831190" y="144875"/>
                  </a:lnTo>
                  <a:lnTo>
                    <a:pt x="831609" y="142463"/>
                  </a:lnTo>
                  <a:lnTo>
                    <a:pt x="833267" y="139541"/>
                  </a:lnTo>
                  <a:lnTo>
                    <a:pt x="833648" y="137464"/>
                  </a:lnTo>
                  <a:lnTo>
                    <a:pt x="833062" y="136596"/>
                  </a:lnTo>
                  <a:lnTo>
                    <a:pt x="831092" y="135539"/>
                  </a:lnTo>
                  <a:lnTo>
                    <a:pt x="829463" y="132891"/>
                  </a:lnTo>
                  <a:lnTo>
                    <a:pt x="829349" y="130281"/>
                  </a:lnTo>
                  <a:lnTo>
                    <a:pt x="829874" y="128379"/>
                  </a:lnTo>
                  <a:lnTo>
                    <a:pt x="829996" y="125694"/>
                  </a:lnTo>
                  <a:lnTo>
                    <a:pt x="832415" y="125168"/>
                  </a:lnTo>
                  <a:lnTo>
                    <a:pt x="833709" y="123677"/>
                  </a:lnTo>
                  <a:lnTo>
                    <a:pt x="834934" y="120892"/>
                  </a:lnTo>
                  <a:lnTo>
                    <a:pt x="836478" y="114159"/>
                  </a:lnTo>
                  <a:lnTo>
                    <a:pt x="837140" y="105827"/>
                  </a:lnTo>
                  <a:lnTo>
                    <a:pt x="838061" y="100821"/>
                  </a:lnTo>
                  <a:lnTo>
                    <a:pt x="838708" y="98348"/>
                  </a:lnTo>
                  <a:lnTo>
                    <a:pt x="839256" y="93190"/>
                  </a:lnTo>
                  <a:lnTo>
                    <a:pt x="840153" y="89819"/>
                  </a:lnTo>
                  <a:lnTo>
                    <a:pt x="840313" y="86715"/>
                  </a:lnTo>
                  <a:lnTo>
                    <a:pt x="840138" y="84348"/>
                  </a:lnTo>
                  <a:lnTo>
                    <a:pt x="837818" y="72350"/>
                  </a:lnTo>
                  <a:lnTo>
                    <a:pt x="837893" y="67944"/>
                  </a:lnTo>
                  <a:lnTo>
                    <a:pt x="838875" y="61120"/>
                  </a:lnTo>
                  <a:lnTo>
                    <a:pt x="838860" y="51525"/>
                  </a:lnTo>
                  <a:lnTo>
                    <a:pt x="838662" y="49288"/>
                  </a:lnTo>
                  <a:lnTo>
                    <a:pt x="837787" y="47196"/>
                  </a:lnTo>
                  <a:lnTo>
                    <a:pt x="837528" y="44350"/>
                  </a:lnTo>
                  <a:lnTo>
                    <a:pt x="836128" y="39420"/>
                  </a:lnTo>
                  <a:lnTo>
                    <a:pt x="834865" y="29537"/>
                  </a:lnTo>
                  <a:lnTo>
                    <a:pt x="834842" y="24325"/>
                  </a:lnTo>
                  <a:lnTo>
                    <a:pt x="834295" y="19912"/>
                  </a:lnTo>
                  <a:lnTo>
                    <a:pt x="833085" y="18740"/>
                  </a:lnTo>
                  <a:lnTo>
                    <a:pt x="833952" y="18473"/>
                  </a:lnTo>
                  <a:lnTo>
                    <a:pt x="835984" y="18291"/>
                  </a:lnTo>
                  <a:lnTo>
                    <a:pt x="838084" y="18283"/>
                  </a:lnTo>
                  <a:lnTo>
                    <a:pt x="840747" y="17347"/>
                  </a:lnTo>
                  <a:lnTo>
                    <a:pt x="843585" y="15613"/>
                  </a:lnTo>
                  <a:lnTo>
                    <a:pt x="845434" y="13094"/>
                  </a:lnTo>
                  <a:lnTo>
                    <a:pt x="846225" y="10797"/>
                  </a:lnTo>
                  <a:lnTo>
                    <a:pt x="846225" y="8780"/>
                  </a:lnTo>
                  <a:lnTo>
                    <a:pt x="845396" y="6216"/>
                  </a:lnTo>
                  <a:lnTo>
                    <a:pt x="845167" y="4405"/>
                  </a:lnTo>
                  <a:lnTo>
                    <a:pt x="846149" y="3538"/>
                  </a:lnTo>
                  <a:lnTo>
                    <a:pt x="848744" y="3203"/>
                  </a:lnTo>
                  <a:lnTo>
                    <a:pt x="850843" y="1491"/>
                  </a:lnTo>
                  <a:lnTo>
                    <a:pt x="852456" y="0"/>
                  </a:lnTo>
                  <a:lnTo>
                    <a:pt x="852791" y="2526"/>
                  </a:lnTo>
                  <a:lnTo>
                    <a:pt x="855720" y="5920"/>
                  </a:lnTo>
                  <a:lnTo>
                    <a:pt x="856672" y="9739"/>
                  </a:lnTo>
                  <a:lnTo>
                    <a:pt x="857334" y="10218"/>
                  </a:lnTo>
                  <a:lnTo>
                    <a:pt x="861358" y="12128"/>
                  </a:lnTo>
                  <a:lnTo>
                    <a:pt x="861427" y="12577"/>
                  </a:lnTo>
                  <a:lnTo>
                    <a:pt x="860841" y="13292"/>
                  </a:lnTo>
                  <a:lnTo>
                    <a:pt x="860255" y="14221"/>
                  </a:lnTo>
                  <a:lnTo>
                    <a:pt x="860666" y="15521"/>
                  </a:lnTo>
                  <a:lnTo>
                    <a:pt x="861397" y="17310"/>
                  </a:lnTo>
                  <a:lnTo>
                    <a:pt x="861640" y="18968"/>
                  </a:lnTo>
                  <a:lnTo>
                    <a:pt x="862089" y="20680"/>
                  </a:lnTo>
                  <a:lnTo>
                    <a:pt x="862530" y="23305"/>
                  </a:lnTo>
                  <a:lnTo>
                    <a:pt x="862796" y="25686"/>
                  </a:lnTo>
                  <a:lnTo>
                    <a:pt x="863824" y="29194"/>
                  </a:lnTo>
                  <a:lnTo>
                    <a:pt x="864029" y="31363"/>
                  </a:lnTo>
                  <a:lnTo>
                    <a:pt x="864044" y="32671"/>
                  </a:lnTo>
                  <a:lnTo>
                    <a:pt x="864843" y="33949"/>
                  </a:lnTo>
                  <a:lnTo>
                    <a:pt x="866403" y="35486"/>
                  </a:lnTo>
                  <a:lnTo>
                    <a:pt x="868511" y="37031"/>
                  </a:lnTo>
                  <a:lnTo>
                    <a:pt x="870184" y="38834"/>
                  </a:lnTo>
                  <a:lnTo>
                    <a:pt x="871463" y="40059"/>
                  </a:lnTo>
                  <a:lnTo>
                    <a:pt x="873015" y="41056"/>
                  </a:lnTo>
                  <a:lnTo>
                    <a:pt x="874209" y="41976"/>
                  </a:lnTo>
                  <a:lnTo>
                    <a:pt x="874681" y="42608"/>
                  </a:lnTo>
                  <a:lnTo>
                    <a:pt x="874841" y="43118"/>
                  </a:lnTo>
                  <a:lnTo>
                    <a:pt x="874324" y="43605"/>
                  </a:lnTo>
                  <a:lnTo>
                    <a:pt x="872436" y="45986"/>
                  </a:lnTo>
                  <a:lnTo>
                    <a:pt x="869804" y="49615"/>
                  </a:lnTo>
                  <a:lnTo>
                    <a:pt x="869850" y="50057"/>
                  </a:lnTo>
                  <a:lnTo>
                    <a:pt x="872368" y="52666"/>
                  </a:lnTo>
                  <a:lnTo>
                    <a:pt x="872771" y="53701"/>
                  </a:lnTo>
                  <a:lnTo>
                    <a:pt x="872741" y="55162"/>
                  </a:lnTo>
                  <a:lnTo>
                    <a:pt x="871896" y="56920"/>
                  </a:lnTo>
                  <a:lnTo>
                    <a:pt x="869180" y="57475"/>
                  </a:lnTo>
                  <a:lnTo>
                    <a:pt x="868571" y="57954"/>
                  </a:lnTo>
                  <a:lnTo>
                    <a:pt x="868495" y="58517"/>
                  </a:lnTo>
                  <a:lnTo>
                    <a:pt x="869119" y="59263"/>
                  </a:lnTo>
                  <a:lnTo>
                    <a:pt x="869020" y="60998"/>
                  </a:lnTo>
                  <a:lnTo>
                    <a:pt x="870002" y="62915"/>
                  </a:lnTo>
                  <a:lnTo>
                    <a:pt x="869500" y="63569"/>
                  </a:lnTo>
                  <a:lnTo>
                    <a:pt x="868495" y="64452"/>
                  </a:lnTo>
                  <a:lnTo>
                    <a:pt x="868472" y="65320"/>
                  </a:lnTo>
                  <a:lnTo>
                    <a:pt x="868800" y="66278"/>
                  </a:lnTo>
                  <a:lnTo>
                    <a:pt x="869857" y="67062"/>
                  </a:lnTo>
                  <a:lnTo>
                    <a:pt x="874042" y="69755"/>
                  </a:lnTo>
                  <a:lnTo>
                    <a:pt x="874369" y="70128"/>
                  </a:lnTo>
                  <a:lnTo>
                    <a:pt x="874308" y="70409"/>
                  </a:lnTo>
                  <a:lnTo>
                    <a:pt x="872687" y="72213"/>
                  </a:lnTo>
                  <a:lnTo>
                    <a:pt x="872520" y="73324"/>
                  </a:lnTo>
                  <a:lnTo>
                    <a:pt x="872566" y="75157"/>
                  </a:lnTo>
                  <a:lnTo>
                    <a:pt x="872794" y="76344"/>
                  </a:lnTo>
                  <a:lnTo>
                    <a:pt x="873319" y="76839"/>
                  </a:lnTo>
                  <a:lnTo>
                    <a:pt x="875419" y="77394"/>
                  </a:lnTo>
                  <a:lnTo>
                    <a:pt x="878014" y="81518"/>
                  </a:lnTo>
                  <a:lnTo>
                    <a:pt x="880509" y="85406"/>
                  </a:lnTo>
                  <a:lnTo>
                    <a:pt x="880479" y="88754"/>
                  </a:lnTo>
                  <a:lnTo>
                    <a:pt x="880737" y="92665"/>
                  </a:lnTo>
                  <a:lnTo>
                    <a:pt x="882320" y="95739"/>
                  </a:lnTo>
                  <a:lnTo>
                    <a:pt x="882541" y="98196"/>
                  </a:lnTo>
                  <a:lnTo>
                    <a:pt x="883073" y="100996"/>
                  </a:lnTo>
                  <a:lnTo>
                    <a:pt x="884960" y="102700"/>
                  </a:lnTo>
                  <a:lnTo>
                    <a:pt x="885698" y="106063"/>
                  </a:lnTo>
                  <a:lnTo>
                    <a:pt x="885888" y="107859"/>
                  </a:lnTo>
                  <a:lnTo>
                    <a:pt x="885774" y="109038"/>
                  </a:lnTo>
                  <a:lnTo>
                    <a:pt x="887243" y="112705"/>
                  </a:lnTo>
                  <a:lnTo>
                    <a:pt x="887410" y="115863"/>
                  </a:lnTo>
                  <a:lnTo>
                    <a:pt x="887060" y="118130"/>
                  </a:lnTo>
                  <a:lnTo>
                    <a:pt x="887075" y="119401"/>
                  </a:lnTo>
                  <a:lnTo>
                    <a:pt x="887281" y="120291"/>
                  </a:lnTo>
                  <a:lnTo>
                    <a:pt x="888544" y="121090"/>
                  </a:lnTo>
                  <a:lnTo>
                    <a:pt x="889099" y="121593"/>
                  </a:lnTo>
                  <a:lnTo>
                    <a:pt x="890956" y="121813"/>
                  </a:lnTo>
                  <a:lnTo>
                    <a:pt x="893672" y="121866"/>
                  </a:lnTo>
                  <a:lnTo>
                    <a:pt x="898321" y="121029"/>
                  </a:lnTo>
                  <a:lnTo>
                    <a:pt x="901950" y="120299"/>
                  </a:lnTo>
                  <a:close/>
                  <a:moveTo>
                    <a:pt x="3294" y="221516"/>
                  </a:moveTo>
                  <a:lnTo>
                    <a:pt x="0" y="222254"/>
                  </a:lnTo>
                  <a:lnTo>
                    <a:pt x="106" y="220938"/>
                  </a:lnTo>
                  <a:lnTo>
                    <a:pt x="936" y="219796"/>
                  </a:lnTo>
                  <a:lnTo>
                    <a:pt x="3371" y="220450"/>
                  </a:lnTo>
                  <a:lnTo>
                    <a:pt x="4512" y="220572"/>
                  </a:lnTo>
                  <a:lnTo>
                    <a:pt x="3294" y="221516"/>
                  </a:lnTo>
                  <a:close/>
                  <a:moveTo>
                    <a:pt x="654055" y="381919"/>
                  </a:moveTo>
                  <a:lnTo>
                    <a:pt x="650228" y="382467"/>
                  </a:lnTo>
                  <a:lnTo>
                    <a:pt x="650099" y="382307"/>
                  </a:lnTo>
                  <a:lnTo>
                    <a:pt x="650320" y="381858"/>
                  </a:lnTo>
                  <a:lnTo>
                    <a:pt x="651194" y="381075"/>
                  </a:lnTo>
                  <a:lnTo>
                    <a:pt x="652260" y="380124"/>
                  </a:lnTo>
                  <a:lnTo>
                    <a:pt x="652488" y="380093"/>
                  </a:lnTo>
                  <a:lnTo>
                    <a:pt x="652884" y="380169"/>
                  </a:lnTo>
                  <a:lnTo>
                    <a:pt x="653325" y="380344"/>
                  </a:lnTo>
                  <a:lnTo>
                    <a:pt x="654466" y="380983"/>
                  </a:lnTo>
                  <a:lnTo>
                    <a:pt x="654801" y="381425"/>
                  </a:lnTo>
                  <a:lnTo>
                    <a:pt x="654679" y="381790"/>
                  </a:lnTo>
                  <a:lnTo>
                    <a:pt x="654055" y="381919"/>
                  </a:lnTo>
                  <a:close/>
                  <a:moveTo>
                    <a:pt x="761473" y="646187"/>
                  </a:moveTo>
                  <a:lnTo>
                    <a:pt x="759868" y="646804"/>
                  </a:lnTo>
                  <a:lnTo>
                    <a:pt x="758369" y="646956"/>
                  </a:lnTo>
                  <a:lnTo>
                    <a:pt x="756847" y="646507"/>
                  </a:lnTo>
                  <a:lnTo>
                    <a:pt x="754184" y="646545"/>
                  </a:lnTo>
                  <a:lnTo>
                    <a:pt x="751536" y="645404"/>
                  </a:lnTo>
                  <a:lnTo>
                    <a:pt x="749048" y="643791"/>
                  </a:lnTo>
                  <a:lnTo>
                    <a:pt x="748356" y="642854"/>
                  </a:lnTo>
                  <a:lnTo>
                    <a:pt x="748660" y="641516"/>
                  </a:lnTo>
                  <a:lnTo>
                    <a:pt x="750448" y="638419"/>
                  </a:lnTo>
                  <a:lnTo>
                    <a:pt x="752153" y="632576"/>
                  </a:lnTo>
                  <a:lnTo>
                    <a:pt x="753286" y="624229"/>
                  </a:lnTo>
                  <a:lnTo>
                    <a:pt x="752373" y="621071"/>
                  </a:lnTo>
                  <a:lnTo>
                    <a:pt x="752487" y="619770"/>
                  </a:lnTo>
                  <a:lnTo>
                    <a:pt x="752906" y="618195"/>
                  </a:lnTo>
                  <a:lnTo>
                    <a:pt x="753111" y="616583"/>
                  </a:lnTo>
                  <a:lnTo>
                    <a:pt x="752982" y="614954"/>
                  </a:lnTo>
                  <a:lnTo>
                    <a:pt x="753195" y="613447"/>
                  </a:lnTo>
                  <a:lnTo>
                    <a:pt x="755074" y="610275"/>
                  </a:lnTo>
                  <a:lnTo>
                    <a:pt x="755356" y="608852"/>
                  </a:lnTo>
                  <a:lnTo>
                    <a:pt x="755409" y="607307"/>
                  </a:lnTo>
                  <a:lnTo>
                    <a:pt x="756223" y="604120"/>
                  </a:lnTo>
                  <a:lnTo>
                    <a:pt x="755972" y="603062"/>
                  </a:lnTo>
                  <a:lnTo>
                    <a:pt x="755280" y="602172"/>
                  </a:lnTo>
                  <a:lnTo>
                    <a:pt x="755843" y="601388"/>
                  </a:lnTo>
                  <a:lnTo>
                    <a:pt x="762371" y="603724"/>
                  </a:lnTo>
                  <a:lnTo>
                    <a:pt x="766708" y="604264"/>
                  </a:lnTo>
                  <a:lnTo>
                    <a:pt x="766936" y="606684"/>
                  </a:lnTo>
                  <a:lnTo>
                    <a:pt x="767773" y="608586"/>
                  </a:lnTo>
                  <a:lnTo>
                    <a:pt x="768267" y="611994"/>
                  </a:lnTo>
                  <a:lnTo>
                    <a:pt x="768945" y="612770"/>
                  </a:lnTo>
                  <a:lnTo>
                    <a:pt x="768595" y="615213"/>
                  </a:lnTo>
                  <a:lnTo>
                    <a:pt x="766594" y="616271"/>
                  </a:lnTo>
                  <a:lnTo>
                    <a:pt x="766769" y="618522"/>
                  </a:lnTo>
                  <a:lnTo>
                    <a:pt x="767918" y="620646"/>
                  </a:lnTo>
                  <a:lnTo>
                    <a:pt x="766244" y="621406"/>
                  </a:lnTo>
                  <a:lnTo>
                    <a:pt x="764433" y="621863"/>
                  </a:lnTo>
                  <a:lnTo>
                    <a:pt x="764014" y="622456"/>
                  </a:lnTo>
                  <a:lnTo>
                    <a:pt x="762706" y="622920"/>
                  </a:lnTo>
                  <a:lnTo>
                    <a:pt x="761115" y="624100"/>
                  </a:lnTo>
                  <a:lnTo>
                    <a:pt x="761595" y="625150"/>
                  </a:lnTo>
                  <a:lnTo>
                    <a:pt x="763596" y="627531"/>
                  </a:lnTo>
                  <a:lnTo>
                    <a:pt x="765833" y="629190"/>
                  </a:lnTo>
                  <a:lnTo>
                    <a:pt x="767058" y="631670"/>
                  </a:lnTo>
                  <a:lnTo>
                    <a:pt x="768648" y="634265"/>
                  </a:lnTo>
                  <a:lnTo>
                    <a:pt x="767872" y="635916"/>
                  </a:lnTo>
                  <a:lnTo>
                    <a:pt x="766419" y="638259"/>
                  </a:lnTo>
                  <a:lnTo>
                    <a:pt x="764098" y="639819"/>
                  </a:lnTo>
                  <a:lnTo>
                    <a:pt x="761960" y="640755"/>
                  </a:lnTo>
                  <a:lnTo>
                    <a:pt x="762211" y="644612"/>
                  </a:lnTo>
                  <a:lnTo>
                    <a:pt x="761473" y="646187"/>
                  </a:lnTo>
                  <a:close/>
                  <a:moveTo>
                    <a:pt x="742360" y="653864"/>
                  </a:moveTo>
                  <a:lnTo>
                    <a:pt x="739340" y="654382"/>
                  </a:lnTo>
                  <a:lnTo>
                    <a:pt x="738655" y="653507"/>
                  </a:lnTo>
                  <a:lnTo>
                    <a:pt x="738663" y="652761"/>
                  </a:lnTo>
                  <a:lnTo>
                    <a:pt x="739180" y="652153"/>
                  </a:lnTo>
                  <a:lnTo>
                    <a:pt x="740732" y="651749"/>
                  </a:lnTo>
                  <a:lnTo>
                    <a:pt x="741744" y="652251"/>
                  </a:lnTo>
                  <a:lnTo>
                    <a:pt x="742277" y="652967"/>
                  </a:lnTo>
                  <a:lnTo>
                    <a:pt x="742444" y="653621"/>
                  </a:lnTo>
                  <a:lnTo>
                    <a:pt x="742360" y="653864"/>
                  </a:lnTo>
                  <a:close/>
                  <a:moveTo>
                    <a:pt x="760682" y="660324"/>
                  </a:moveTo>
                  <a:lnTo>
                    <a:pt x="761131" y="661777"/>
                  </a:lnTo>
                  <a:lnTo>
                    <a:pt x="760187" y="661975"/>
                  </a:lnTo>
                  <a:lnTo>
                    <a:pt x="758681" y="661747"/>
                  </a:lnTo>
                  <a:lnTo>
                    <a:pt x="757950" y="662896"/>
                  </a:lnTo>
                  <a:lnTo>
                    <a:pt x="757577" y="663124"/>
                  </a:lnTo>
                  <a:lnTo>
                    <a:pt x="754116" y="662104"/>
                  </a:lnTo>
                  <a:lnTo>
                    <a:pt x="753575" y="661648"/>
                  </a:lnTo>
                  <a:lnTo>
                    <a:pt x="753644" y="660134"/>
                  </a:lnTo>
                  <a:lnTo>
                    <a:pt x="757334" y="660004"/>
                  </a:lnTo>
                  <a:lnTo>
                    <a:pt x="759685" y="659038"/>
                  </a:lnTo>
                  <a:lnTo>
                    <a:pt x="760012" y="659190"/>
                  </a:lnTo>
                  <a:lnTo>
                    <a:pt x="760682" y="660324"/>
                  </a:lnTo>
                  <a:close/>
                  <a:moveTo>
                    <a:pt x="762287" y="677139"/>
                  </a:moveTo>
                  <a:lnTo>
                    <a:pt x="761237" y="678417"/>
                  </a:lnTo>
                  <a:lnTo>
                    <a:pt x="759579" y="678645"/>
                  </a:lnTo>
                  <a:lnTo>
                    <a:pt x="756999" y="680129"/>
                  </a:lnTo>
                  <a:lnTo>
                    <a:pt x="756725" y="681415"/>
                  </a:lnTo>
                  <a:lnTo>
                    <a:pt x="756596" y="682997"/>
                  </a:lnTo>
                  <a:lnTo>
                    <a:pt x="758376" y="684907"/>
                  </a:lnTo>
                  <a:lnTo>
                    <a:pt x="759259" y="687129"/>
                  </a:lnTo>
                  <a:lnTo>
                    <a:pt x="760317" y="690461"/>
                  </a:lnTo>
                  <a:lnTo>
                    <a:pt x="761085" y="693642"/>
                  </a:lnTo>
                  <a:lnTo>
                    <a:pt x="761016" y="694623"/>
                  </a:lnTo>
                  <a:lnTo>
                    <a:pt x="761207" y="696282"/>
                  </a:lnTo>
                  <a:lnTo>
                    <a:pt x="762477" y="698854"/>
                  </a:lnTo>
                  <a:lnTo>
                    <a:pt x="762599" y="700018"/>
                  </a:lnTo>
                  <a:lnTo>
                    <a:pt x="762455" y="701174"/>
                  </a:lnTo>
                  <a:lnTo>
                    <a:pt x="761945" y="703320"/>
                  </a:lnTo>
                  <a:lnTo>
                    <a:pt x="761541" y="703609"/>
                  </a:lnTo>
                  <a:lnTo>
                    <a:pt x="760286" y="703822"/>
                  </a:lnTo>
                  <a:lnTo>
                    <a:pt x="760187" y="705123"/>
                  </a:lnTo>
                  <a:lnTo>
                    <a:pt x="759875" y="705549"/>
                  </a:lnTo>
                  <a:lnTo>
                    <a:pt x="756299" y="705686"/>
                  </a:lnTo>
                  <a:lnTo>
                    <a:pt x="754534" y="705093"/>
                  </a:lnTo>
                  <a:lnTo>
                    <a:pt x="754747" y="701174"/>
                  </a:lnTo>
                  <a:lnTo>
                    <a:pt x="752487" y="699637"/>
                  </a:lnTo>
                  <a:lnTo>
                    <a:pt x="750935" y="697051"/>
                  </a:lnTo>
                  <a:lnTo>
                    <a:pt x="749185" y="692592"/>
                  </a:lnTo>
                  <a:lnTo>
                    <a:pt x="747717" y="691223"/>
                  </a:lnTo>
                  <a:lnTo>
                    <a:pt x="746005" y="687707"/>
                  </a:lnTo>
                  <a:lnTo>
                    <a:pt x="743464" y="684709"/>
                  </a:lnTo>
                  <a:lnTo>
                    <a:pt x="746393" y="682807"/>
                  </a:lnTo>
                  <a:lnTo>
                    <a:pt x="745936" y="679490"/>
                  </a:lnTo>
                  <a:lnTo>
                    <a:pt x="747648" y="678356"/>
                  </a:lnTo>
                  <a:lnTo>
                    <a:pt x="750220" y="677169"/>
                  </a:lnTo>
                  <a:lnTo>
                    <a:pt x="752115" y="678105"/>
                  </a:lnTo>
                  <a:lnTo>
                    <a:pt x="753819" y="677778"/>
                  </a:lnTo>
                  <a:lnTo>
                    <a:pt x="754580" y="676987"/>
                  </a:lnTo>
                  <a:lnTo>
                    <a:pt x="754352" y="673609"/>
                  </a:lnTo>
                  <a:lnTo>
                    <a:pt x="754892" y="670953"/>
                  </a:lnTo>
                  <a:lnTo>
                    <a:pt x="756771" y="669583"/>
                  </a:lnTo>
                  <a:lnTo>
                    <a:pt x="758795" y="669424"/>
                  </a:lnTo>
                  <a:lnTo>
                    <a:pt x="759556" y="670923"/>
                  </a:lnTo>
                  <a:lnTo>
                    <a:pt x="760553" y="672399"/>
                  </a:lnTo>
                  <a:lnTo>
                    <a:pt x="763002" y="673563"/>
                  </a:lnTo>
                  <a:lnTo>
                    <a:pt x="762995" y="675085"/>
                  </a:lnTo>
                  <a:lnTo>
                    <a:pt x="762287" y="677139"/>
                  </a:lnTo>
                  <a:close/>
                  <a:moveTo>
                    <a:pt x="778288" y="688658"/>
                  </a:moveTo>
                  <a:lnTo>
                    <a:pt x="773114" y="691055"/>
                  </a:lnTo>
                  <a:lnTo>
                    <a:pt x="770520" y="690248"/>
                  </a:lnTo>
                  <a:lnTo>
                    <a:pt x="769515" y="688483"/>
                  </a:lnTo>
                  <a:lnTo>
                    <a:pt x="769028" y="686999"/>
                  </a:lnTo>
                  <a:lnTo>
                    <a:pt x="768496" y="684489"/>
                  </a:lnTo>
                  <a:lnTo>
                    <a:pt x="769379" y="683142"/>
                  </a:lnTo>
                  <a:lnTo>
                    <a:pt x="771281" y="681209"/>
                  </a:lnTo>
                  <a:lnTo>
                    <a:pt x="771981" y="679962"/>
                  </a:lnTo>
                  <a:lnTo>
                    <a:pt x="772323" y="678493"/>
                  </a:lnTo>
                  <a:lnTo>
                    <a:pt x="772201" y="677124"/>
                  </a:lnTo>
                  <a:lnTo>
                    <a:pt x="772445" y="675815"/>
                  </a:lnTo>
                  <a:lnTo>
                    <a:pt x="773563" y="675359"/>
                  </a:lnTo>
                  <a:lnTo>
                    <a:pt x="777390" y="676819"/>
                  </a:lnTo>
                  <a:lnTo>
                    <a:pt x="781362" y="679010"/>
                  </a:lnTo>
                  <a:lnTo>
                    <a:pt x="782777" y="680525"/>
                  </a:lnTo>
                  <a:lnTo>
                    <a:pt x="783043" y="681735"/>
                  </a:lnTo>
                  <a:lnTo>
                    <a:pt x="781309" y="684405"/>
                  </a:lnTo>
                  <a:lnTo>
                    <a:pt x="780198" y="686604"/>
                  </a:lnTo>
                  <a:lnTo>
                    <a:pt x="778288" y="688658"/>
                  </a:lnTo>
                  <a:close/>
                  <a:moveTo>
                    <a:pt x="764494" y="689899"/>
                  </a:moveTo>
                  <a:lnTo>
                    <a:pt x="763794" y="690241"/>
                  </a:lnTo>
                  <a:lnTo>
                    <a:pt x="763162" y="690187"/>
                  </a:lnTo>
                  <a:lnTo>
                    <a:pt x="762516" y="689160"/>
                  </a:lnTo>
                  <a:lnTo>
                    <a:pt x="762302" y="687806"/>
                  </a:lnTo>
                  <a:lnTo>
                    <a:pt x="760910" y="685782"/>
                  </a:lnTo>
                  <a:lnTo>
                    <a:pt x="760514" y="684831"/>
                  </a:lnTo>
                  <a:lnTo>
                    <a:pt x="760545" y="683690"/>
                  </a:lnTo>
                  <a:lnTo>
                    <a:pt x="761344" y="682054"/>
                  </a:lnTo>
                  <a:lnTo>
                    <a:pt x="762531" y="681605"/>
                  </a:lnTo>
                  <a:lnTo>
                    <a:pt x="763330" y="681666"/>
                  </a:lnTo>
                  <a:lnTo>
                    <a:pt x="764296" y="683591"/>
                  </a:lnTo>
                  <a:lnTo>
                    <a:pt x="764577" y="685683"/>
                  </a:lnTo>
                  <a:lnTo>
                    <a:pt x="764828" y="687844"/>
                  </a:lnTo>
                  <a:lnTo>
                    <a:pt x="764494" y="689899"/>
                  </a:lnTo>
                  <a:close/>
                  <a:moveTo>
                    <a:pt x="734379" y="691960"/>
                  </a:moveTo>
                  <a:lnTo>
                    <a:pt x="733846" y="692447"/>
                  </a:lnTo>
                  <a:lnTo>
                    <a:pt x="733184" y="692303"/>
                  </a:lnTo>
                  <a:lnTo>
                    <a:pt x="732637" y="691352"/>
                  </a:lnTo>
                  <a:lnTo>
                    <a:pt x="732256" y="689723"/>
                  </a:lnTo>
                  <a:lnTo>
                    <a:pt x="733002" y="689107"/>
                  </a:lnTo>
                  <a:lnTo>
                    <a:pt x="733595" y="689107"/>
                  </a:lnTo>
                  <a:lnTo>
                    <a:pt x="734257" y="689975"/>
                  </a:lnTo>
                  <a:lnTo>
                    <a:pt x="734600" y="691374"/>
                  </a:lnTo>
                  <a:lnTo>
                    <a:pt x="734379" y="691960"/>
                  </a:lnTo>
                  <a:close/>
                  <a:moveTo>
                    <a:pt x="749961" y="716201"/>
                  </a:moveTo>
                  <a:lnTo>
                    <a:pt x="748774" y="717556"/>
                  </a:lnTo>
                  <a:lnTo>
                    <a:pt x="746705" y="718202"/>
                  </a:lnTo>
                  <a:lnTo>
                    <a:pt x="744651" y="717145"/>
                  </a:lnTo>
                  <a:lnTo>
                    <a:pt x="742170" y="717639"/>
                  </a:lnTo>
                  <a:lnTo>
                    <a:pt x="741911" y="715319"/>
                  </a:lnTo>
                  <a:lnTo>
                    <a:pt x="742840" y="713417"/>
                  </a:lnTo>
                  <a:lnTo>
                    <a:pt x="744719" y="711157"/>
                  </a:lnTo>
                  <a:lnTo>
                    <a:pt x="746081" y="708136"/>
                  </a:lnTo>
                  <a:lnTo>
                    <a:pt x="745921" y="703875"/>
                  </a:lnTo>
                  <a:lnTo>
                    <a:pt x="747040" y="702901"/>
                  </a:lnTo>
                  <a:lnTo>
                    <a:pt x="747641" y="701402"/>
                  </a:lnTo>
                  <a:lnTo>
                    <a:pt x="750022" y="700482"/>
                  </a:lnTo>
                  <a:lnTo>
                    <a:pt x="750562" y="703647"/>
                  </a:lnTo>
                  <a:lnTo>
                    <a:pt x="749923" y="709308"/>
                  </a:lnTo>
                  <a:lnTo>
                    <a:pt x="751529" y="712656"/>
                  </a:lnTo>
                  <a:lnTo>
                    <a:pt x="751757" y="713774"/>
                  </a:lnTo>
                  <a:lnTo>
                    <a:pt x="751445" y="715060"/>
                  </a:lnTo>
                  <a:lnTo>
                    <a:pt x="749961" y="716201"/>
                  </a:lnTo>
                  <a:close/>
                  <a:moveTo>
                    <a:pt x="732888" y="782906"/>
                  </a:moveTo>
                  <a:lnTo>
                    <a:pt x="731313" y="783316"/>
                  </a:lnTo>
                  <a:lnTo>
                    <a:pt x="731130" y="782281"/>
                  </a:lnTo>
                  <a:lnTo>
                    <a:pt x="729707" y="780562"/>
                  </a:lnTo>
                  <a:lnTo>
                    <a:pt x="730947" y="779428"/>
                  </a:lnTo>
                  <a:lnTo>
                    <a:pt x="733367" y="778249"/>
                  </a:lnTo>
                  <a:lnTo>
                    <a:pt x="735201" y="778386"/>
                  </a:lnTo>
                  <a:lnTo>
                    <a:pt x="736852" y="779284"/>
                  </a:lnTo>
                  <a:lnTo>
                    <a:pt x="737073" y="780341"/>
                  </a:lnTo>
                  <a:lnTo>
                    <a:pt x="734189" y="781734"/>
                  </a:lnTo>
                  <a:lnTo>
                    <a:pt x="733481" y="782502"/>
                  </a:lnTo>
                  <a:lnTo>
                    <a:pt x="732888" y="782906"/>
                  </a:lnTo>
                  <a:close/>
                  <a:moveTo>
                    <a:pt x="744521" y="807009"/>
                  </a:moveTo>
                  <a:lnTo>
                    <a:pt x="744118" y="807778"/>
                  </a:lnTo>
                  <a:lnTo>
                    <a:pt x="741485" y="807306"/>
                  </a:lnTo>
                  <a:lnTo>
                    <a:pt x="736928" y="808113"/>
                  </a:lnTo>
                  <a:lnTo>
                    <a:pt x="735010" y="805191"/>
                  </a:lnTo>
                  <a:lnTo>
                    <a:pt x="734174" y="800557"/>
                  </a:lnTo>
                  <a:lnTo>
                    <a:pt x="733603" y="799606"/>
                  </a:lnTo>
                  <a:lnTo>
                    <a:pt x="732469" y="796966"/>
                  </a:lnTo>
                  <a:lnTo>
                    <a:pt x="731899" y="795239"/>
                  </a:lnTo>
                  <a:lnTo>
                    <a:pt x="730742" y="792561"/>
                  </a:lnTo>
                  <a:lnTo>
                    <a:pt x="730293" y="789753"/>
                  </a:lnTo>
                  <a:lnTo>
                    <a:pt x="730004" y="788909"/>
                  </a:lnTo>
                  <a:lnTo>
                    <a:pt x="731046" y="787243"/>
                  </a:lnTo>
                  <a:lnTo>
                    <a:pt x="735817" y="785599"/>
                  </a:lnTo>
                  <a:lnTo>
                    <a:pt x="737514" y="782944"/>
                  </a:lnTo>
                  <a:lnTo>
                    <a:pt x="738967" y="783293"/>
                  </a:lnTo>
                  <a:lnTo>
                    <a:pt x="738564" y="788711"/>
                  </a:lnTo>
                  <a:lnTo>
                    <a:pt x="739439" y="790537"/>
                  </a:lnTo>
                  <a:lnTo>
                    <a:pt x="741059" y="792059"/>
                  </a:lnTo>
                  <a:lnTo>
                    <a:pt x="741364" y="792682"/>
                  </a:lnTo>
                  <a:lnTo>
                    <a:pt x="741637" y="794607"/>
                  </a:lnTo>
                  <a:lnTo>
                    <a:pt x="742452" y="797597"/>
                  </a:lnTo>
                  <a:lnTo>
                    <a:pt x="743502" y="799005"/>
                  </a:lnTo>
                  <a:lnTo>
                    <a:pt x="743776" y="799873"/>
                  </a:lnTo>
                  <a:lnTo>
                    <a:pt x="743821" y="800610"/>
                  </a:lnTo>
                  <a:lnTo>
                    <a:pt x="743441" y="801638"/>
                  </a:lnTo>
                  <a:lnTo>
                    <a:pt x="744521" y="807009"/>
                  </a:lnTo>
                  <a:close/>
                  <a:moveTo>
                    <a:pt x="724389" y="812541"/>
                  </a:moveTo>
                  <a:lnTo>
                    <a:pt x="721985" y="812579"/>
                  </a:lnTo>
                  <a:lnTo>
                    <a:pt x="721384" y="806827"/>
                  </a:lnTo>
                  <a:lnTo>
                    <a:pt x="724214" y="798564"/>
                  </a:lnTo>
                  <a:lnTo>
                    <a:pt x="724412" y="795421"/>
                  </a:lnTo>
                  <a:lnTo>
                    <a:pt x="723461" y="793055"/>
                  </a:lnTo>
                  <a:lnTo>
                    <a:pt x="723073" y="791115"/>
                  </a:lnTo>
                  <a:lnTo>
                    <a:pt x="723308" y="790324"/>
                  </a:lnTo>
                  <a:lnTo>
                    <a:pt x="726923" y="788688"/>
                  </a:lnTo>
                  <a:lnTo>
                    <a:pt x="728049" y="790423"/>
                  </a:lnTo>
                  <a:lnTo>
                    <a:pt x="729395" y="795026"/>
                  </a:lnTo>
                  <a:lnTo>
                    <a:pt x="731952" y="801646"/>
                  </a:lnTo>
                  <a:lnTo>
                    <a:pt x="731891" y="807998"/>
                  </a:lnTo>
                  <a:lnTo>
                    <a:pt x="730468" y="809566"/>
                  </a:lnTo>
                  <a:lnTo>
                    <a:pt x="726010" y="811171"/>
                  </a:lnTo>
                  <a:lnTo>
                    <a:pt x="724389" y="812541"/>
                  </a:lnTo>
                  <a:close/>
                  <a:moveTo>
                    <a:pt x="746469" y="825003"/>
                  </a:moveTo>
                  <a:lnTo>
                    <a:pt x="746667" y="829789"/>
                  </a:lnTo>
                  <a:lnTo>
                    <a:pt x="746309" y="834606"/>
                  </a:lnTo>
                  <a:lnTo>
                    <a:pt x="745488" y="840540"/>
                  </a:lnTo>
                  <a:lnTo>
                    <a:pt x="745625" y="841750"/>
                  </a:lnTo>
                  <a:lnTo>
                    <a:pt x="746583" y="842039"/>
                  </a:lnTo>
                  <a:lnTo>
                    <a:pt x="746842" y="842785"/>
                  </a:lnTo>
                  <a:lnTo>
                    <a:pt x="746560" y="845920"/>
                  </a:lnTo>
                  <a:lnTo>
                    <a:pt x="746051" y="848332"/>
                  </a:lnTo>
                  <a:lnTo>
                    <a:pt x="745054" y="850310"/>
                  </a:lnTo>
                  <a:lnTo>
                    <a:pt x="744476" y="852683"/>
                  </a:lnTo>
                  <a:lnTo>
                    <a:pt x="743943" y="853209"/>
                  </a:lnTo>
                  <a:lnTo>
                    <a:pt x="741622" y="853627"/>
                  </a:lnTo>
                  <a:lnTo>
                    <a:pt x="740352" y="853368"/>
                  </a:lnTo>
                  <a:lnTo>
                    <a:pt x="739332" y="850667"/>
                  </a:lnTo>
                  <a:lnTo>
                    <a:pt x="739036" y="849009"/>
                  </a:lnTo>
                  <a:lnTo>
                    <a:pt x="739096" y="846840"/>
                  </a:lnTo>
                  <a:lnTo>
                    <a:pt x="737841" y="843934"/>
                  </a:lnTo>
                  <a:lnTo>
                    <a:pt x="737803" y="842823"/>
                  </a:lnTo>
                  <a:lnTo>
                    <a:pt x="738290" y="840913"/>
                  </a:lnTo>
                  <a:lnTo>
                    <a:pt x="739302" y="839970"/>
                  </a:lnTo>
                  <a:lnTo>
                    <a:pt x="739454" y="837033"/>
                  </a:lnTo>
                  <a:lnTo>
                    <a:pt x="739964" y="836158"/>
                  </a:lnTo>
                  <a:lnTo>
                    <a:pt x="741112" y="834948"/>
                  </a:lnTo>
                  <a:lnTo>
                    <a:pt x="741288" y="834453"/>
                  </a:lnTo>
                  <a:lnTo>
                    <a:pt x="741181" y="834020"/>
                  </a:lnTo>
                  <a:lnTo>
                    <a:pt x="740755" y="833974"/>
                  </a:lnTo>
                  <a:lnTo>
                    <a:pt x="736137" y="837596"/>
                  </a:lnTo>
                  <a:lnTo>
                    <a:pt x="735688" y="838623"/>
                  </a:lnTo>
                  <a:lnTo>
                    <a:pt x="735482" y="839985"/>
                  </a:lnTo>
                  <a:lnTo>
                    <a:pt x="735429" y="844793"/>
                  </a:lnTo>
                  <a:lnTo>
                    <a:pt x="734615" y="847578"/>
                  </a:lnTo>
                  <a:lnTo>
                    <a:pt x="733877" y="848111"/>
                  </a:lnTo>
                  <a:lnTo>
                    <a:pt x="731724" y="848233"/>
                  </a:lnTo>
                  <a:lnTo>
                    <a:pt x="728878" y="847951"/>
                  </a:lnTo>
                  <a:lnTo>
                    <a:pt x="725652" y="845395"/>
                  </a:lnTo>
                  <a:lnTo>
                    <a:pt x="723544" y="846102"/>
                  </a:lnTo>
                  <a:lnTo>
                    <a:pt x="723111" y="842998"/>
                  </a:lnTo>
                  <a:lnTo>
                    <a:pt x="724168" y="840517"/>
                  </a:lnTo>
                  <a:lnTo>
                    <a:pt x="728094" y="840730"/>
                  </a:lnTo>
                  <a:lnTo>
                    <a:pt x="728756" y="836325"/>
                  </a:lnTo>
                  <a:lnTo>
                    <a:pt x="727508" y="835291"/>
                  </a:lnTo>
                  <a:lnTo>
                    <a:pt x="726124" y="833525"/>
                  </a:lnTo>
                  <a:lnTo>
                    <a:pt x="725302" y="831905"/>
                  </a:lnTo>
                  <a:lnTo>
                    <a:pt x="726040" y="830702"/>
                  </a:lnTo>
                  <a:lnTo>
                    <a:pt x="728315" y="828960"/>
                  </a:lnTo>
                  <a:lnTo>
                    <a:pt x="729532" y="828778"/>
                  </a:lnTo>
                  <a:lnTo>
                    <a:pt x="730658" y="829751"/>
                  </a:lnTo>
                  <a:lnTo>
                    <a:pt x="733451" y="829013"/>
                  </a:lnTo>
                  <a:lnTo>
                    <a:pt x="733291" y="826251"/>
                  </a:lnTo>
                  <a:lnTo>
                    <a:pt x="730803" y="825034"/>
                  </a:lnTo>
                  <a:lnTo>
                    <a:pt x="731358" y="822942"/>
                  </a:lnTo>
                  <a:lnTo>
                    <a:pt x="734501" y="820940"/>
                  </a:lnTo>
                  <a:lnTo>
                    <a:pt x="736380" y="818925"/>
                  </a:lnTo>
                  <a:lnTo>
                    <a:pt x="736464" y="816634"/>
                  </a:lnTo>
                  <a:lnTo>
                    <a:pt x="735703" y="814352"/>
                  </a:lnTo>
                  <a:lnTo>
                    <a:pt x="735939" y="813461"/>
                  </a:lnTo>
                  <a:lnTo>
                    <a:pt x="737506" y="811582"/>
                  </a:lnTo>
                  <a:lnTo>
                    <a:pt x="739697" y="810677"/>
                  </a:lnTo>
                  <a:lnTo>
                    <a:pt x="740694" y="810806"/>
                  </a:lnTo>
                  <a:lnTo>
                    <a:pt x="742726" y="812130"/>
                  </a:lnTo>
                  <a:lnTo>
                    <a:pt x="744536" y="812290"/>
                  </a:lnTo>
                  <a:lnTo>
                    <a:pt x="744978" y="812685"/>
                  </a:lnTo>
                  <a:lnTo>
                    <a:pt x="745305" y="814154"/>
                  </a:lnTo>
                  <a:lnTo>
                    <a:pt x="746469" y="825003"/>
                  </a:lnTo>
                  <a:close/>
                  <a:moveTo>
                    <a:pt x="733009" y="814899"/>
                  </a:moveTo>
                  <a:lnTo>
                    <a:pt x="732835" y="817471"/>
                  </a:lnTo>
                  <a:lnTo>
                    <a:pt x="729677" y="822432"/>
                  </a:lnTo>
                  <a:lnTo>
                    <a:pt x="726961" y="825369"/>
                  </a:lnTo>
                  <a:lnTo>
                    <a:pt x="724480" y="827697"/>
                  </a:lnTo>
                  <a:lnTo>
                    <a:pt x="722898" y="827674"/>
                  </a:lnTo>
                  <a:lnTo>
                    <a:pt x="721596" y="826556"/>
                  </a:lnTo>
                  <a:lnTo>
                    <a:pt x="723057" y="824715"/>
                  </a:lnTo>
                  <a:lnTo>
                    <a:pt x="724876" y="822881"/>
                  </a:lnTo>
                  <a:lnTo>
                    <a:pt x="724298" y="820507"/>
                  </a:lnTo>
                  <a:lnTo>
                    <a:pt x="723750" y="819822"/>
                  </a:lnTo>
                  <a:lnTo>
                    <a:pt x="722981" y="819571"/>
                  </a:lnTo>
                  <a:lnTo>
                    <a:pt x="721665" y="818338"/>
                  </a:lnTo>
                  <a:lnTo>
                    <a:pt x="722068" y="816505"/>
                  </a:lnTo>
                  <a:lnTo>
                    <a:pt x="722837" y="815630"/>
                  </a:lnTo>
                  <a:lnTo>
                    <a:pt x="723856" y="814961"/>
                  </a:lnTo>
                  <a:lnTo>
                    <a:pt x="724808" y="815356"/>
                  </a:lnTo>
                  <a:lnTo>
                    <a:pt x="728931" y="814070"/>
                  </a:lnTo>
                  <a:lnTo>
                    <a:pt x="730232" y="813028"/>
                  </a:lnTo>
                  <a:lnTo>
                    <a:pt x="732743" y="812853"/>
                  </a:lnTo>
                  <a:lnTo>
                    <a:pt x="733009" y="814899"/>
                  </a:lnTo>
                  <a:close/>
                  <a:moveTo>
                    <a:pt x="734113" y="862818"/>
                  </a:moveTo>
                  <a:lnTo>
                    <a:pt x="729936" y="865496"/>
                  </a:lnTo>
                  <a:lnTo>
                    <a:pt x="728711" y="864386"/>
                  </a:lnTo>
                  <a:lnTo>
                    <a:pt x="725698" y="864401"/>
                  </a:lnTo>
                  <a:lnTo>
                    <a:pt x="726489" y="861502"/>
                  </a:lnTo>
                  <a:lnTo>
                    <a:pt x="726793" y="859379"/>
                  </a:lnTo>
                  <a:lnTo>
                    <a:pt x="727250" y="858557"/>
                  </a:lnTo>
                  <a:lnTo>
                    <a:pt x="727417" y="856724"/>
                  </a:lnTo>
                  <a:lnTo>
                    <a:pt x="728322" y="853384"/>
                  </a:lnTo>
                  <a:lnTo>
                    <a:pt x="730818" y="854494"/>
                  </a:lnTo>
                  <a:lnTo>
                    <a:pt x="732682" y="854821"/>
                  </a:lnTo>
                  <a:lnTo>
                    <a:pt x="735208" y="855932"/>
                  </a:lnTo>
                  <a:lnTo>
                    <a:pt x="737947" y="856640"/>
                  </a:lnTo>
                  <a:lnTo>
                    <a:pt x="738746" y="859547"/>
                  </a:lnTo>
                  <a:lnTo>
                    <a:pt x="736083" y="860878"/>
                  </a:lnTo>
                  <a:lnTo>
                    <a:pt x="734113" y="862818"/>
                  </a:lnTo>
                  <a:close/>
                  <a:moveTo>
                    <a:pt x="728832" y="875677"/>
                  </a:moveTo>
                  <a:lnTo>
                    <a:pt x="728224" y="878781"/>
                  </a:lnTo>
                  <a:lnTo>
                    <a:pt x="726497" y="878515"/>
                  </a:lnTo>
                  <a:lnTo>
                    <a:pt x="725918" y="877723"/>
                  </a:lnTo>
                  <a:lnTo>
                    <a:pt x="725614" y="875753"/>
                  </a:lnTo>
                  <a:lnTo>
                    <a:pt x="725081" y="874802"/>
                  </a:lnTo>
                  <a:lnTo>
                    <a:pt x="725827" y="872831"/>
                  </a:lnTo>
                  <a:lnTo>
                    <a:pt x="726314" y="870647"/>
                  </a:lnTo>
                  <a:lnTo>
                    <a:pt x="726147" y="868974"/>
                  </a:lnTo>
                  <a:lnTo>
                    <a:pt x="728794" y="869095"/>
                  </a:lnTo>
                  <a:lnTo>
                    <a:pt x="731944" y="869529"/>
                  </a:lnTo>
                  <a:lnTo>
                    <a:pt x="732819" y="869986"/>
                  </a:lnTo>
                  <a:lnTo>
                    <a:pt x="731853" y="871461"/>
                  </a:lnTo>
                  <a:lnTo>
                    <a:pt x="730932" y="872336"/>
                  </a:lnTo>
                  <a:lnTo>
                    <a:pt x="729030" y="872877"/>
                  </a:lnTo>
                  <a:lnTo>
                    <a:pt x="728832" y="875677"/>
                  </a:lnTo>
                  <a:close/>
                  <a:moveTo>
                    <a:pt x="744712" y="895870"/>
                  </a:moveTo>
                  <a:lnTo>
                    <a:pt x="744666" y="898723"/>
                  </a:lnTo>
                  <a:lnTo>
                    <a:pt x="743989" y="899636"/>
                  </a:lnTo>
                  <a:lnTo>
                    <a:pt x="743395" y="899910"/>
                  </a:lnTo>
                  <a:lnTo>
                    <a:pt x="741896" y="899042"/>
                  </a:lnTo>
                  <a:lnTo>
                    <a:pt x="741037" y="898944"/>
                  </a:lnTo>
                  <a:lnTo>
                    <a:pt x="739614" y="900458"/>
                  </a:lnTo>
                  <a:lnTo>
                    <a:pt x="738419" y="901226"/>
                  </a:lnTo>
                  <a:lnTo>
                    <a:pt x="736639" y="901028"/>
                  </a:lnTo>
                  <a:lnTo>
                    <a:pt x="734272" y="900001"/>
                  </a:lnTo>
                  <a:lnTo>
                    <a:pt x="732165" y="904308"/>
                  </a:lnTo>
                  <a:lnTo>
                    <a:pt x="731176" y="905753"/>
                  </a:lnTo>
                  <a:lnTo>
                    <a:pt x="729114" y="907770"/>
                  </a:lnTo>
                  <a:lnTo>
                    <a:pt x="728886" y="905403"/>
                  </a:lnTo>
                  <a:lnTo>
                    <a:pt x="730194" y="901880"/>
                  </a:lnTo>
                  <a:lnTo>
                    <a:pt x="730803" y="899484"/>
                  </a:lnTo>
                  <a:lnTo>
                    <a:pt x="732005" y="895923"/>
                  </a:lnTo>
                  <a:lnTo>
                    <a:pt x="734425" y="897262"/>
                  </a:lnTo>
                  <a:lnTo>
                    <a:pt x="737818" y="895946"/>
                  </a:lnTo>
                  <a:lnTo>
                    <a:pt x="740907" y="893504"/>
                  </a:lnTo>
                  <a:lnTo>
                    <a:pt x="743578" y="893488"/>
                  </a:lnTo>
                  <a:lnTo>
                    <a:pt x="744453" y="894789"/>
                  </a:lnTo>
                  <a:lnTo>
                    <a:pt x="744712" y="895870"/>
                  </a:lnTo>
                  <a:close/>
                  <a:moveTo>
                    <a:pt x="739066" y="907937"/>
                  </a:moveTo>
                  <a:lnTo>
                    <a:pt x="739979" y="914625"/>
                  </a:lnTo>
                  <a:lnTo>
                    <a:pt x="740633" y="915561"/>
                  </a:lnTo>
                  <a:lnTo>
                    <a:pt x="742809" y="916055"/>
                  </a:lnTo>
                  <a:lnTo>
                    <a:pt x="745176" y="919464"/>
                  </a:lnTo>
                  <a:lnTo>
                    <a:pt x="745282" y="920400"/>
                  </a:lnTo>
                  <a:lnTo>
                    <a:pt x="742421" y="926220"/>
                  </a:lnTo>
                  <a:lnTo>
                    <a:pt x="741813" y="930367"/>
                  </a:lnTo>
                  <a:lnTo>
                    <a:pt x="738457" y="930070"/>
                  </a:lnTo>
                  <a:lnTo>
                    <a:pt x="737050" y="925954"/>
                  </a:lnTo>
                  <a:lnTo>
                    <a:pt x="734927" y="921990"/>
                  </a:lnTo>
                  <a:lnTo>
                    <a:pt x="734212" y="917364"/>
                  </a:lnTo>
                  <a:lnTo>
                    <a:pt x="733047" y="913400"/>
                  </a:lnTo>
                  <a:lnTo>
                    <a:pt x="735125" y="911163"/>
                  </a:lnTo>
                  <a:lnTo>
                    <a:pt x="737110" y="911658"/>
                  </a:lnTo>
                  <a:lnTo>
                    <a:pt x="737225" y="908629"/>
                  </a:lnTo>
                  <a:lnTo>
                    <a:pt x="739066" y="907937"/>
                  </a:lnTo>
                  <a:close/>
                  <a:moveTo>
                    <a:pt x="753606" y="918292"/>
                  </a:moveTo>
                  <a:lnTo>
                    <a:pt x="752967" y="918673"/>
                  </a:lnTo>
                  <a:lnTo>
                    <a:pt x="750593" y="917874"/>
                  </a:lnTo>
                  <a:lnTo>
                    <a:pt x="749406" y="917151"/>
                  </a:lnTo>
                  <a:lnTo>
                    <a:pt x="747595" y="915332"/>
                  </a:lnTo>
                  <a:lnTo>
                    <a:pt x="747306" y="913453"/>
                  </a:lnTo>
                  <a:lnTo>
                    <a:pt x="746492" y="911224"/>
                  </a:lnTo>
                  <a:lnTo>
                    <a:pt x="747017" y="911193"/>
                  </a:lnTo>
                  <a:lnTo>
                    <a:pt x="748911" y="912076"/>
                  </a:lnTo>
                  <a:lnTo>
                    <a:pt x="749687" y="912753"/>
                  </a:lnTo>
                  <a:lnTo>
                    <a:pt x="750722" y="914183"/>
                  </a:lnTo>
                  <a:lnTo>
                    <a:pt x="753788" y="916230"/>
                  </a:lnTo>
                  <a:lnTo>
                    <a:pt x="754176" y="916831"/>
                  </a:lnTo>
                  <a:lnTo>
                    <a:pt x="754100" y="917615"/>
                  </a:lnTo>
                  <a:lnTo>
                    <a:pt x="753606" y="918292"/>
                  </a:lnTo>
                  <a:close/>
                  <a:moveTo>
                    <a:pt x="871303" y="943423"/>
                  </a:moveTo>
                  <a:lnTo>
                    <a:pt x="871265" y="953885"/>
                  </a:lnTo>
                  <a:lnTo>
                    <a:pt x="871227" y="964255"/>
                  </a:lnTo>
                  <a:lnTo>
                    <a:pt x="871196" y="974017"/>
                  </a:lnTo>
                  <a:lnTo>
                    <a:pt x="871166" y="983847"/>
                  </a:lnTo>
                  <a:lnTo>
                    <a:pt x="871135" y="993404"/>
                  </a:lnTo>
                  <a:lnTo>
                    <a:pt x="871105" y="1003272"/>
                  </a:lnTo>
                  <a:lnTo>
                    <a:pt x="870938" y="1014411"/>
                  </a:lnTo>
                  <a:lnTo>
                    <a:pt x="870816" y="1022750"/>
                  </a:lnTo>
                  <a:lnTo>
                    <a:pt x="867605" y="1022750"/>
                  </a:lnTo>
                  <a:lnTo>
                    <a:pt x="866760" y="1023602"/>
                  </a:lnTo>
                  <a:lnTo>
                    <a:pt x="861678" y="1024827"/>
                  </a:lnTo>
                  <a:lnTo>
                    <a:pt x="853035" y="1022940"/>
                  </a:lnTo>
                  <a:lnTo>
                    <a:pt x="850874" y="1021236"/>
                  </a:lnTo>
                  <a:lnTo>
                    <a:pt x="847975" y="1017515"/>
                  </a:lnTo>
                  <a:lnTo>
                    <a:pt x="846940" y="1018520"/>
                  </a:lnTo>
                  <a:lnTo>
                    <a:pt x="844216" y="1020095"/>
                  </a:lnTo>
                  <a:lnTo>
                    <a:pt x="841416" y="1021343"/>
                  </a:lnTo>
                  <a:lnTo>
                    <a:pt x="839119" y="1021479"/>
                  </a:lnTo>
                  <a:lnTo>
                    <a:pt x="836988" y="1019935"/>
                  </a:lnTo>
                  <a:lnTo>
                    <a:pt x="836532" y="1019151"/>
                  </a:lnTo>
                  <a:lnTo>
                    <a:pt x="836045" y="1018984"/>
                  </a:lnTo>
                  <a:lnTo>
                    <a:pt x="831449" y="1021122"/>
                  </a:lnTo>
                  <a:lnTo>
                    <a:pt x="826367" y="1018938"/>
                  </a:lnTo>
                  <a:lnTo>
                    <a:pt x="822319" y="1017607"/>
                  </a:lnTo>
                  <a:lnTo>
                    <a:pt x="815814" y="1016853"/>
                  </a:lnTo>
                  <a:lnTo>
                    <a:pt x="811294" y="1014114"/>
                  </a:lnTo>
                  <a:lnTo>
                    <a:pt x="802955" y="1014350"/>
                  </a:lnTo>
                  <a:lnTo>
                    <a:pt x="801456" y="1013445"/>
                  </a:lnTo>
                  <a:lnTo>
                    <a:pt x="800901" y="1010767"/>
                  </a:lnTo>
                  <a:lnTo>
                    <a:pt x="801342" y="1009526"/>
                  </a:lnTo>
                  <a:lnTo>
                    <a:pt x="803123" y="1008773"/>
                  </a:lnTo>
                  <a:lnTo>
                    <a:pt x="803617" y="1007289"/>
                  </a:lnTo>
                  <a:lnTo>
                    <a:pt x="805420" y="1007647"/>
                  </a:lnTo>
                  <a:lnTo>
                    <a:pt x="807756" y="1009610"/>
                  </a:lnTo>
                  <a:lnTo>
                    <a:pt x="808471" y="1009542"/>
                  </a:lnTo>
                  <a:lnTo>
                    <a:pt x="810016" y="1007693"/>
                  </a:lnTo>
                  <a:lnTo>
                    <a:pt x="812298" y="1006057"/>
                  </a:lnTo>
                  <a:lnTo>
                    <a:pt x="813112" y="1005890"/>
                  </a:lnTo>
                  <a:lnTo>
                    <a:pt x="817305" y="1007906"/>
                  </a:lnTo>
                  <a:lnTo>
                    <a:pt x="818994" y="1007678"/>
                  </a:lnTo>
                  <a:lnTo>
                    <a:pt x="821413" y="1006772"/>
                  </a:lnTo>
                  <a:lnTo>
                    <a:pt x="821847" y="1005981"/>
                  </a:lnTo>
                  <a:lnTo>
                    <a:pt x="822235" y="1004596"/>
                  </a:lnTo>
                  <a:lnTo>
                    <a:pt x="822874" y="1003790"/>
                  </a:lnTo>
                  <a:lnTo>
                    <a:pt x="825028" y="1003394"/>
                  </a:lnTo>
                  <a:lnTo>
                    <a:pt x="827128" y="1004185"/>
                  </a:lnTo>
                  <a:lnTo>
                    <a:pt x="827371" y="1006597"/>
                  </a:lnTo>
                  <a:lnTo>
                    <a:pt x="827082" y="1009184"/>
                  </a:lnTo>
                  <a:lnTo>
                    <a:pt x="829813" y="1009884"/>
                  </a:lnTo>
                  <a:lnTo>
                    <a:pt x="833131" y="1009800"/>
                  </a:lnTo>
                  <a:lnTo>
                    <a:pt x="835413" y="1010767"/>
                  </a:lnTo>
                  <a:lnTo>
                    <a:pt x="835702" y="1009191"/>
                  </a:lnTo>
                  <a:lnTo>
                    <a:pt x="832058" y="1005076"/>
                  </a:lnTo>
                  <a:lnTo>
                    <a:pt x="830528" y="1002527"/>
                  </a:lnTo>
                  <a:lnTo>
                    <a:pt x="828474" y="1001027"/>
                  </a:lnTo>
                  <a:lnTo>
                    <a:pt x="825834" y="1000259"/>
                  </a:lnTo>
                  <a:lnTo>
                    <a:pt x="823627" y="995496"/>
                  </a:lnTo>
                  <a:lnTo>
                    <a:pt x="823764" y="991334"/>
                  </a:lnTo>
                  <a:lnTo>
                    <a:pt x="823529" y="987294"/>
                  </a:lnTo>
                  <a:lnTo>
                    <a:pt x="828292" y="985080"/>
                  </a:lnTo>
                  <a:lnTo>
                    <a:pt x="827196" y="981641"/>
                  </a:lnTo>
                  <a:lnTo>
                    <a:pt x="828839" y="979039"/>
                  </a:lnTo>
                  <a:lnTo>
                    <a:pt x="830711" y="978042"/>
                  </a:lnTo>
                  <a:lnTo>
                    <a:pt x="832598" y="987629"/>
                  </a:lnTo>
                  <a:lnTo>
                    <a:pt x="833952" y="991007"/>
                  </a:lnTo>
                  <a:lnTo>
                    <a:pt x="832225" y="991692"/>
                  </a:lnTo>
                  <a:lnTo>
                    <a:pt x="828611" y="991684"/>
                  </a:lnTo>
                  <a:lnTo>
                    <a:pt x="830627" y="996424"/>
                  </a:lnTo>
                  <a:lnTo>
                    <a:pt x="833945" y="998053"/>
                  </a:lnTo>
                  <a:lnTo>
                    <a:pt x="836798" y="1001575"/>
                  </a:lnTo>
                  <a:lnTo>
                    <a:pt x="836859" y="1004139"/>
                  </a:lnTo>
                  <a:lnTo>
                    <a:pt x="838441" y="1005296"/>
                  </a:lnTo>
                  <a:lnTo>
                    <a:pt x="842261" y="1005372"/>
                  </a:lnTo>
                  <a:lnTo>
                    <a:pt x="844893" y="1004870"/>
                  </a:lnTo>
                  <a:lnTo>
                    <a:pt x="846134" y="1003158"/>
                  </a:lnTo>
                  <a:lnTo>
                    <a:pt x="847564" y="1002618"/>
                  </a:lnTo>
                  <a:lnTo>
                    <a:pt x="850128" y="1004741"/>
                  </a:lnTo>
                  <a:lnTo>
                    <a:pt x="854450" y="1006315"/>
                  </a:lnTo>
                  <a:lnTo>
                    <a:pt x="855614" y="1007426"/>
                  </a:lnTo>
                  <a:lnTo>
                    <a:pt x="856458" y="1009283"/>
                  </a:lnTo>
                  <a:lnTo>
                    <a:pt x="856512" y="1011284"/>
                  </a:lnTo>
                  <a:lnTo>
                    <a:pt x="856732" y="1012349"/>
                  </a:lnTo>
                  <a:lnTo>
                    <a:pt x="857988" y="1011832"/>
                  </a:lnTo>
                  <a:lnTo>
                    <a:pt x="859783" y="1009115"/>
                  </a:lnTo>
                  <a:lnTo>
                    <a:pt x="860666" y="1008172"/>
                  </a:lnTo>
                  <a:lnTo>
                    <a:pt x="861746" y="1007708"/>
                  </a:lnTo>
                  <a:lnTo>
                    <a:pt x="862431" y="1007099"/>
                  </a:lnTo>
                  <a:lnTo>
                    <a:pt x="862454" y="1006308"/>
                  </a:lnTo>
                  <a:lnTo>
                    <a:pt x="859220" y="1004391"/>
                  </a:lnTo>
                  <a:lnTo>
                    <a:pt x="842299" y="995451"/>
                  </a:lnTo>
                  <a:lnTo>
                    <a:pt x="840222" y="991897"/>
                  </a:lnTo>
                  <a:lnTo>
                    <a:pt x="838822" y="987439"/>
                  </a:lnTo>
                  <a:lnTo>
                    <a:pt x="838868" y="982851"/>
                  </a:lnTo>
                  <a:lnTo>
                    <a:pt x="840100" y="981435"/>
                  </a:lnTo>
                  <a:lnTo>
                    <a:pt x="843121" y="979632"/>
                  </a:lnTo>
                  <a:lnTo>
                    <a:pt x="848667" y="977091"/>
                  </a:lnTo>
                  <a:lnTo>
                    <a:pt x="855066" y="973446"/>
                  </a:lnTo>
                  <a:lnTo>
                    <a:pt x="855865" y="972747"/>
                  </a:lnTo>
                  <a:lnTo>
                    <a:pt x="855789" y="970472"/>
                  </a:lnTo>
                  <a:lnTo>
                    <a:pt x="854990" y="968942"/>
                  </a:lnTo>
                  <a:lnTo>
                    <a:pt x="852449" y="967824"/>
                  </a:lnTo>
                  <a:lnTo>
                    <a:pt x="849793" y="967542"/>
                  </a:lnTo>
                  <a:lnTo>
                    <a:pt x="847260" y="967656"/>
                  </a:lnTo>
                  <a:lnTo>
                    <a:pt x="844726" y="968136"/>
                  </a:lnTo>
                  <a:lnTo>
                    <a:pt x="840108" y="970548"/>
                  </a:lnTo>
                  <a:lnTo>
                    <a:pt x="837490" y="970395"/>
                  </a:lnTo>
                  <a:lnTo>
                    <a:pt x="835002" y="969095"/>
                  </a:lnTo>
                  <a:lnTo>
                    <a:pt x="833161" y="966492"/>
                  </a:lnTo>
                  <a:lnTo>
                    <a:pt x="832210" y="962985"/>
                  </a:lnTo>
                  <a:lnTo>
                    <a:pt x="832217" y="960748"/>
                  </a:lnTo>
                  <a:lnTo>
                    <a:pt x="832568" y="958694"/>
                  </a:lnTo>
                  <a:lnTo>
                    <a:pt x="833694" y="956601"/>
                  </a:lnTo>
                  <a:lnTo>
                    <a:pt x="835208" y="955688"/>
                  </a:lnTo>
                  <a:lnTo>
                    <a:pt x="836562" y="955810"/>
                  </a:lnTo>
                  <a:lnTo>
                    <a:pt x="837840" y="955323"/>
                  </a:lnTo>
                  <a:lnTo>
                    <a:pt x="838601" y="954608"/>
                  </a:lnTo>
                  <a:lnTo>
                    <a:pt x="839248" y="953649"/>
                  </a:lnTo>
                  <a:lnTo>
                    <a:pt x="839058" y="952820"/>
                  </a:lnTo>
                  <a:lnTo>
                    <a:pt x="838563" y="952105"/>
                  </a:lnTo>
                  <a:lnTo>
                    <a:pt x="836501" y="950629"/>
                  </a:lnTo>
                  <a:lnTo>
                    <a:pt x="835687" y="949206"/>
                  </a:lnTo>
                  <a:lnTo>
                    <a:pt x="833922" y="946915"/>
                  </a:lnTo>
                  <a:lnTo>
                    <a:pt x="834888" y="946276"/>
                  </a:lnTo>
                  <a:lnTo>
                    <a:pt x="837992" y="945919"/>
                  </a:lnTo>
                  <a:lnTo>
                    <a:pt x="840161" y="947494"/>
                  </a:lnTo>
                  <a:lnTo>
                    <a:pt x="842185" y="949358"/>
                  </a:lnTo>
                  <a:lnTo>
                    <a:pt x="843425" y="949350"/>
                  </a:lnTo>
                  <a:lnTo>
                    <a:pt x="844536" y="948567"/>
                  </a:lnTo>
                  <a:lnTo>
                    <a:pt x="847092" y="946185"/>
                  </a:lnTo>
                  <a:lnTo>
                    <a:pt x="849230" y="943195"/>
                  </a:lnTo>
                  <a:lnTo>
                    <a:pt x="851178" y="939801"/>
                  </a:lnTo>
                  <a:lnTo>
                    <a:pt x="852753" y="937770"/>
                  </a:lnTo>
                  <a:lnTo>
                    <a:pt x="854549" y="937587"/>
                  </a:lnTo>
                  <a:lnTo>
                    <a:pt x="859822" y="943948"/>
                  </a:lnTo>
                  <a:lnTo>
                    <a:pt x="861686" y="944184"/>
                  </a:lnTo>
                  <a:lnTo>
                    <a:pt x="867879" y="940760"/>
                  </a:lnTo>
                  <a:lnTo>
                    <a:pt x="868571" y="940943"/>
                  </a:lnTo>
                  <a:lnTo>
                    <a:pt x="870671" y="942677"/>
                  </a:lnTo>
                  <a:lnTo>
                    <a:pt x="871303" y="943423"/>
                  </a:lnTo>
                  <a:close/>
                  <a:moveTo>
                    <a:pt x="748402" y="952926"/>
                  </a:moveTo>
                  <a:lnTo>
                    <a:pt x="748751" y="953246"/>
                  </a:lnTo>
                  <a:lnTo>
                    <a:pt x="749596" y="953170"/>
                  </a:lnTo>
                  <a:lnTo>
                    <a:pt x="750776" y="953741"/>
                  </a:lnTo>
                  <a:lnTo>
                    <a:pt x="755234" y="954440"/>
                  </a:lnTo>
                  <a:lnTo>
                    <a:pt x="759221" y="956099"/>
                  </a:lnTo>
                  <a:lnTo>
                    <a:pt x="761298" y="957659"/>
                  </a:lnTo>
                  <a:lnTo>
                    <a:pt x="764030" y="958138"/>
                  </a:lnTo>
                  <a:lnTo>
                    <a:pt x="766266" y="960124"/>
                  </a:lnTo>
                  <a:lnTo>
                    <a:pt x="767217" y="960626"/>
                  </a:lnTo>
                  <a:lnTo>
                    <a:pt x="768366" y="960786"/>
                  </a:lnTo>
                  <a:lnTo>
                    <a:pt x="771364" y="964461"/>
                  </a:lnTo>
                  <a:lnTo>
                    <a:pt x="771532" y="964879"/>
                  </a:lnTo>
                  <a:lnTo>
                    <a:pt x="774933" y="967786"/>
                  </a:lnTo>
                  <a:lnTo>
                    <a:pt x="775100" y="968250"/>
                  </a:lnTo>
                  <a:lnTo>
                    <a:pt x="773167" y="968410"/>
                  </a:lnTo>
                  <a:lnTo>
                    <a:pt x="769249" y="967056"/>
                  </a:lnTo>
                  <a:lnTo>
                    <a:pt x="767294" y="966979"/>
                  </a:lnTo>
                  <a:lnTo>
                    <a:pt x="765878" y="966561"/>
                  </a:lnTo>
                  <a:lnTo>
                    <a:pt x="765551" y="966325"/>
                  </a:lnTo>
                  <a:lnTo>
                    <a:pt x="765270" y="964643"/>
                  </a:lnTo>
                  <a:lnTo>
                    <a:pt x="764821" y="963814"/>
                  </a:lnTo>
                  <a:lnTo>
                    <a:pt x="761055" y="959942"/>
                  </a:lnTo>
                  <a:lnTo>
                    <a:pt x="759487" y="959097"/>
                  </a:lnTo>
                  <a:lnTo>
                    <a:pt x="756771" y="958344"/>
                  </a:lnTo>
                  <a:lnTo>
                    <a:pt x="753682" y="958869"/>
                  </a:lnTo>
                  <a:lnTo>
                    <a:pt x="751597" y="958374"/>
                  </a:lnTo>
                  <a:lnTo>
                    <a:pt x="750874" y="958549"/>
                  </a:lnTo>
                  <a:lnTo>
                    <a:pt x="747793" y="955483"/>
                  </a:lnTo>
                  <a:lnTo>
                    <a:pt x="744719" y="952896"/>
                  </a:lnTo>
                  <a:lnTo>
                    <a:pt x="743403" y="949829"/>
                  </a:lnTo>
                  <a:lnTo>
                    <a:pt x="741447" y="947479"/>
                  </a:lnTo>
                  <a:lnTo>
                    <a:pt x="741440" y="946794"/>
                  </a:lnTo>
                  <a:lnTo>
                    <a:pt x="742338" y="946269"/>
                  </a:lnTo>
                  <a:lnTo>
                    <a:pt x="744438" y="947593"/>
                  </a:lnTo>
                  <a:lnTo>
                    <a:pt x="746507" y="949860"/>
                  </a:lnTo>
                  <a:lnTo>
                    <a:pt x="747626" y="950720"/>
                  </a:lnTo>
                  <a:lnTo>
                    <a:pt x="748402" y="952926"/>
                  </a:lnTo>
                  <a:close/>
                  <a:moveTo>
                    <a:pt x="779635" y="972807"/>
                  </a:moveTo>
                  <a:lnTo>
                    <a:pt x="780213" y="975722"/>
                  </a:lnTo>
                  <a:lnTo>
                    <a:pt x="780517" y="976277"/>
                  </a:lnTo>
                  <a:lnTo>
                    <a:pt x="782070" y="975805"/>
                  </a:lnTo>
                  <a:lnTo>
                    <a:pt x="784717" y="975539"/>
                  </a:lnTo>
                  <a:lnTo>
                    <a:pt x="789054" y="976627"/>
                  </a:lnTo>
                  <a:lnTo>
                    <a:pt x="789549" y="977015"/>
                  </a:lnTo>
                  <a:lnTo>
                    <a:pt x="791390" y="980203"/>
                  </a:lnTo>
                  <a:lnTo>
                    <a:pt x="792805" y="981565"/>
                  </a:lnTo>
                  <a:lnTo>
                    <a:pt x="794966" y="984524"/>
                  </a:lnTo>
                  <a:lnTo>
                    <a:pt x="792813" y="986503"/>
                  </a:lnTo>
                  <a:lnTo>
                    <a:pt x="791542" y="989349"/>
                  </a:lnTo>
                  <a:lnTo>
                    <a:pt x="791474" y="990786"/>
                  </a:lnTo>
                  <a:lnTo>
                    <a:pt x="790629" y="991624"/>
                  </a:lnTo>
                  <a:lnTo>
                    <a:pt x="789305" y="992491"/>
                  </a:lnTo>
                  <a:lnTo>
                    <a:pt x="787335" y="994157"/>
                  </a:lnTo>
                  <a:lnTo>
                    <a:pt x="784908" y="994340"/>
                  </a:lnTo>
                  <a:lnTo>
                    <a:pt x="782518" y="995222"/>
                  </a:lnTo>
                  <a:lnTo>
                    <a:pt x="781408" y="996021"/>
                  </a:lnTo>
                  <a:lnTo>
                    <a:pt x="780753" y="996074"/>
                  </a:lnTo>
                  <a:lnTo>
                    <a:pt x="779977" y="995641"/>
                  </a:lnTo>
                  <a:lnTo>
                    <a:pt x="779148" y="994819"/>
                  </a:lnTo>
                  <a:lnTo>
                    <a:pt x="778882" y="993868"/>
                  </a:lnTo>
                  <a:lnTo>
                    <a:pt x="780517" y="992985"/>
                  </a:lnTo>
                  <a:lnTo>
                    <a:pt x="782655" y="989843"/>
                  </a:lnTo>
                  <a:lnTo>
                    <a:pt x="783036" y="986586"/>
                  </a:lnTo>
                  <a:lnTo>
                    <a:pt x="780730" y="986001"/>
                  </a:lnTo>
                  <a:lnTo>
                    <a:pt x="779353" y="986450"/>
                  </a:lnTo>
                  <a:lnTo>
                    <a:pt x="778326" y="986435"/>
                  </a:lnTo>
                  <a:lnTo>
                    <a:pt x="777147" y="985437"/>
                  </a:lnTo>
                  <a:lnTo>
                    <a:pt x="776431" y="986967"/>
                  </a:lnTo>
                  <a:lnTo>
                    <a:pt x="776165" y="988436"/>
                  </a:lnTo>
                  <a:lnTo>
                    <a:pt x="776477" y="990680"/>
                  </a:lnTo>
                  <a:lnTo>
                    <a:pt x="776264" y="991410"/>
                  </a:lnTo>
                  <a:lnTo>
                    <a:pt x="775427" y="991821"/>
                  </a:lnTo>
                  <a:lnTo>
                    <a:pt x="773495" y="990969"/>
                  </a:lnTo>
                  <a:lnTo>
                    <a:pt x="771486" y="989455"/>
                  </a:lnTo>
                  <a:lnTo>
                    <a:pt x="771326" y="988580"/>
                  </a:lnTo>
                  <a:lnTo>
                    <a:pt x="771737" y="985552"/>
                  </a:lnTo>
                  <a:lnTo>
                    <a:pt x="771699" y="983977"/>
                  </a:lnTo>
                  <a:lnTo>
                    <a:pt x="771281" y="981709"/>
                  </a:lnTo>
                  <a:lnTo>
                    <a:pt x="771060" y="981473"/>
                  </a:lnTo>
                  <a:lnTo>
                    <a:pt x="770307" y="981527"/>
                  </a:lnTo>
                  <a:lnTo>
                    <a:pt x="767940" y="981961"/>
                  </a:lnTo>
                  <a:lnTo>
                    <a:pt x="765574" y="979062"/>
                  </a:lnTo>
                  <a:lnTo>
                    <a:pt x="764296" y="976003"/>
                  </a:lnTo>
                  <a:lnTo>
                    <a:pt x="759944" y="975128"/>
                  </a:lnTo>
                  <a:lnTo>
                    <a:pt x="763337" y="970867"/>
                  </a:lnTo>
                  <a:lnTo>
                    <a:pt x="768450" y="970266"/>
                  </a:lnTo>
                  <a:lnTo>
                    <a:pt x="770185" y="972419"/>
                  </a:lnTo>
                  <a:lnTo>
                    <a:pt x="775876" y="973903"/>
                  </a:lnTo>
                  <a:lnTo>
                    <a:pt x="775534" y="971620"/>
                  </a:lnTo>
                  <a:lnTo>
                    <a:pt x="775625" y="970806"/>
                  </a:lnTo>
                  <a:lnTo>
                    <a:pt x="776409" y="969787"/>
                  </a:lnTo>
                  <a:lnTo>
                    <a:pt x="776850" y="969703"/>
                  </a:lnTo>
                  <a:lnTo>
                    <a:pt x="777520" y="970418"/>
                  </a:lnTo>
                  <a:lnTo>
                    <a:pt x="778615" y="970723"/>
                  </a:lnTo>
                  <a:lnTo>
                    <a:pt x="779117" y="971423"/>
                  </a:lnTo>
                  <a:lnTo>
                    <a:pt x="779635" y="972807"/>
                  </a:lnTo>
                  <a:close/>
                  <a:moveTo>
                    <a:pt x="812359" y="992674"/>
                  </a:moveTo>
                  <a:lnTo>
                    <a:pt x="817092" y="995572"/>
                  </a:lnTo>
                  <a:lnTo>
                    <a:pt x="820226" y="995550"/>
                  </a:lnTo>
                  <a:lnTo>
                    <a:pt x="820211" y="997360"/>
                  </a:lnTo>
                  <a:lnTo>
                    <a:pt x="820592" y="1000449"/>
                  </a:lnTo>
                  <a:lnTo>
                    <a:pt x="820097" y="1001705"/>
                  </a:lnTo>
                  <a:lnTo>
                    <a:pt x="818925" y="1002990"/>
                  </a:lnTo>
                  <a:lnTo>
                    <a:pt x="818187" y="1004816"/>
                  </a:lnTo>
                  <a:lnTo>
                    <a:pt x="817640" y="1005098"/>
                  </a:lnTo>
                  <a:lnTo>
                    <a:pt x="814193" y="1002892"/>
                  </a:lnTo>
                  <a:lnTo>
                    <a:pt x="810594" y="999879"/>
                  </a:lnTo>
                  <a:lnTo>
                    <a:pt x="808783" y="1000404"/>
                  </a:lnTo>
                  <a:lnTo>
                    <a:pt x="806386" y="999666"/>
                  </a:lnTo>
                  <a:lnTo>
                    <a:pt x="804454" y="999826"/>
                  </a:lnTo>
                  <a:lnTo>
                    <a:pt x="803252" y="1001530"/>
                  </a:lnTo>
                  <a:lnTo>
                    <a:pt x="800452" y="1002420"/>
                  </a:lnTo>
                  <a:lnTo>
                    <a:pt x="799942" y="999012"/>
                  </a:lnTo>
                  <a:lnTo>
                    <a:pt x="797401" y="995785"/>
                  </a:lnTo>
                  <a:lnTo>
                    <a:pt x="794867" y="993206"/>
                  </a:lnTo>
                  <a:lnTo>
                    <a:pt x="796244" y="989257"/>
                  </a:lnTo>
                  <a:lnTo>
                    <a:pt x="797888" y="988625"/>
                  </a:lnTo>
                  <a:lnTo>
                    <a:pt x="799440" y="987309"/>
                  </a:lnTo>
                  <a:lnTo>
                    <a:pt x="805656" y="988702"/>
                  </a:lnTo>
                  <a:lnTo>
                    <a:pt x="808882" y="989881"/>
                  </a:lnTo>
                  <a:lnTo>
                    <a:pt x="812359" y="992674"/>
                  </a:lnTo>
                  <a:close/>
                  <a:moveTo>
                    <a:pt x="820873" y="1023282"/>
                  </a:moveTo>
                  <a:lnTo>
                    <a:pt x="821862" y="1025626"/>
                  </a:lnTo>
                  <a:lnTo>
                    <a:pt x="822228" y="1026060"/>
                  </a:lnTo>
                  <a:lnTo>
                    <a:pt x="824860" y="1026980"/>
                  </a:lnTo>
                  <a:lnTo>
                    <a:pt x="826047" y="1026425"/>
                  </a:lnTo>
                  <a:lnTo>
                    <a:pt x="828908" y="1026166"/>
                  </a:lnTo>
                  <a:lnTo>
                    <a:pt x="830627" y="1025261"/>
                  </a:lnTo>
                  <a:lnTo>
                    <a:pt x="833131" y="1024797"/>
                  </a:lnTo>
                  <a:lnTo>
                    <a:pt x="835999" y="1030632"/>
                  </a:lnTo>
                  <a:lnTo>
                    <a:pt x="835680" y="1032413"/>
                  </a:lnTo>
                  <a:lnTo>
                    <a:pt x="833412" y="1034346"/>
                  </a:lnTo>
                  <a:lnTo>
                    <a:pt x="831883" y="1034771"/>
                  </a:lnTo>
                  <a:lnTo>
                    <a:pt x="830437" y="1034186"/>
                  </a:lnTo>
                  <a:lnTo>
                    <a:pt x="830536" y="1033204"/>
                  </a:lnTo>
                  <a:lnTo>
                    <a:pt x="830270" y="1032352"/>
                  </a:lnTo>
                  <a:lnTo>
                    <a:pt x="829281" y="1031241"/>
                  </a:lnTo>
                  <a:lnTo>
                    <a:pt x="828352" y="1031348"/>
                  </a:lnTo>
                  <a:lnTo>
                    <a:pt x="826854" y="1032169"/>
                  </a:lnTo>
                  <a:lnTo>
                    <a:pt x="826138" y="1032063"/>
                  </a:lnTo>
                  <a:lnTo>
                    <a:pt x="824624" y="1031158"/>
                  </a:lnTo>
                  <a:lnTo>
                    <a:pt x="821969" y="1030488"/>
                  </a:lnTo>
                  <a:lnTo>
                    <a:pt x="821444" y="1029666"/>
                  </a:lnTo>
                  <a:lnTo>
                    <a:pt x="821383" y="1028449"/>
                  </a:lnTo>
                  <a:lnTo>
                    <a:pt x="820881" y="1027840"/>
                  </a:lnTo>
                  <a:lnTo>
                    <a:pt x="818111" y="1025885"/>
                  </a:lnTo>
                  <a:lnTo>
                    <a:pt x="816339" y="1024219"/>
                  </a:lnTo>
                  <a:lnTo>
                    <a:pt x="814840" y="1023998"/>
                  </a:lnTo>
                  <a:lnTo>
                    <a:pt x="814292" y="1024196"/>
                  </a:lnTo>
                  <a:lnTo>
                    <a:pt x="813736" y="1024987"/>
                  </a:lnTo>
                  <a:lnTo>
                    <a:pt x="812390" y="1025748"/>
                  </a:lnTo>
                  <a:lnTo>
                    <a:pt x="812002" y="1025618"/>
                  </a:lnTo>
                  <a:lnTo>
                    <a:pt x="811568" y="1024987"/>
                  </a:lnTo>
                  <a:lnTo>
                    <a:pt x="811347" y="1024074"/>
                  </a:lnTo>
                  <a:lnTo>
                    <a:pt x="811918" y="1022232"/>
                  </a:lnTo>
                  <a:lnTo>
                    <a:pt x="812694" y="1022058"/>
                  </a:lnTo>
                  <a:lnTo>
                    <a:pt x="816475" y="1022423"/>
                  </a:lnTo>
                  <a:lnTo>
                    <a:pt x="818796" y="1023275"/>
                  </a:lnTo>
                  <a:lnTo>
                    <a:pt x="820873" y="1023282"/>
                  </a:lnTo>
                  <a:close/>
                  <a:moveTo>
                    <a:pt x="848393" y="1025170"/>
                  </a:moveTo>
                  <a:lnTo>
                    <a:pt x="865520" y="1028829"/>
                  </a:lnTo>
                  <a:lnTo>
                    <a:pt x="870801" y="1026607"/>
                  </a:lnTo>
                  <a:lnTo>
                    <a:pt x="874978" y="1026676"/>
                  </a:lnTo>
                  <a:lnTo>
                    <a:pt x="876218" y="1029727"/>
                  </a:lnTo>
                  <a:lnTo>
                    <a:pt x="871980" y="1032945"/>
                  </a:lnTo>
                  <a:lnTo>
                    <a:pt x="871660" y="1033965"/>
                  </a:lnTo>
                  <a:lnTo>
                    <a:pt x="872254" y="1034787"/>
                  </a:lnTo>
                  <a:lnTo>
                    <a:pt x="876606" y="1035304"/>
                  </a:lnTo>
                  <a:lnTo>
                    <a:pt x="877709" y="1036339"/>
                  </a:lnTo>
                  <a:lnTo>
                    <a:pt x="878721" y="1037678"/>
                  </a:lnTo>
                  <a:lnTo>
                    <a:pt x="877861" y="1039664"/>
                  </a:lnTo>
                  <a:lnTo>
                    <a:pt x="877778" y="1040585"/>
                  </a:lnTo>
                  <a:lnTo>
                    <a:pt x="878234" y="1041475"/>
                  </a:lnTo>
                  <a:lnTo>
                    <a:pt x="881498" y="1044488"/>
                  </a:lnTo>
                  <a:lnTo>
                    <a:pt x="882837" y="1046040"/>
                  </a:lnTo>
                  <a:lnTo>
                    <a:pt x="883514" y="1047531"/>
                  </a:lnTo>
                  <a:lnTo>
                    <a:pt x="883788" y="1050148"/>
                  </a:lnTo>
                  <a:lnTo>
                    <a:pt x="883728" y="1052248"/>
                  </a:lnTo>
                  <a:lnTo>
                    <a:pt x="882997" y="1052530"/>
                  </a:lnTo>
                  <a:lnTo>
                    <a:pt x="881407" y="1051891"/>
                  </a:lnTo>
                  <a:lnTo>
                    <a:pt x="879855" y="1050674"/>
                  </a:lnTo>
                  <a:lnTo>
                    <a:pt x="878493" y="1047661"/>
                  </a:lnTo>
                  <a:lnTo>
                    <a:pt x="877542" y="1047059"/>
                  </a:lnTo>
                  <a:lnTo>
                    <a:pt x="874795" y="1046451"/>
                  </a:lnTo>
                  <a:lnTo>
                    <a:pt x="872071" y="1044982"/>
                  </a:lnTo>
                  <a:lnTo>
                    <a:pt x="869948" y="1045066"/>
                  </a:lnTo>
                  <a:lnTo>
                    <a:pt x="867993" y="1044442"/>
                  </a:lnTo>
                  <a:lnTo>
                    <a:pt x="866243" y="1044990"/>
                  </a:lnTo>
                  <a:lnTo>
                    <a:pt x="865619" y="1044001"/>
                  </a:lnTo>
                  <a:lnTo>
                    <a:pt x="864866" y="1042000"/>
                  </a:lnTo>
                  <a:lnTo>
                    <a:pt x="864851" y="1041132"/>
                  </a:lnTo>
                  <a:lnTo>
                    <a:pt x="865771" y="1037982"/>
                  </a:lnTo>
                  <a:lnTo>
                    <a:pt x="865749" y="1037161"/>
                  </a:lnTo>
                  <a:lnTo>
                    <a:pt x="865269" y="1037062"/>
                  </a:lnTo>
                  <a:lnTo>
                    <a:pt x="863230" y="1037701"/>
                  </a:lnTo>
                  <a:lnTo>
                    <a:pt x="862408" y="1037275"/>
                  </a:lnTo>
                  <a:lnTo>
                    <a:pt x="860187" y="1034992"/>
                  </a:lnTo>
                  <a:lnTo>
                    <a:pt x="859289" y="1034559"/>
                  </a:lnTo>
                  <a:lnTo>
                    <a:pt x="857060" y="1034338"/>
                  </a:lnTo>
                  <a:lnTo>
                    <a:pt x="855796" y="1038370"/>
                  </a:lnTo>
                  <a:lnTo>
                    <a:pt x="855728" y="1039375"/>
                  </a:lnTo>
                  <a:lnTo>
                    <a:pt x="857014" y="1041946"/>
                  </a:lnTo>
                  <a:lnTo>
                    <a:pt x="859540" y="1045910"/>
                  </a:lnTo>
                  <a:lnTo>
                    <a:pt x="858262" y="1045986"/>
                  </a:lnTo>
                  <a:lnTo>
                    <a:pt x="854610" y="1044769"/>
                  </a:lnTo>
                  <a:lnTo>
                    <a:pt x="853674" y="1044008"/>
                  </a:lnTo>
                  <a:lnTo>
                    <a:pt x="852548" y="1042007"/>
                  </a:lnTo>
                  <a:lnTo>
                    <a:pt x="850379" y="1040851"/>
                  </a:lnTo>
                  <a:lnTo>
                    <a:pt x="849618" y="1040136"/>
                  </a:lnTo>
                  <a:lnTo>
                    <a:pt x="849398" y="1039299"/>
                  </a:lnTo>
                  <a:lnTo>
                    <a:pt x="849375" y="1036704"/>
                  </a:lnTo>
                  <a:lnTo>
                    <a:pt x="848896" y="1036324"/>
                  </a:lnTo>
                  <a:lnTo>
                    <a:pt x="845814" y="1036986"/>
                  </a:lnTo>
                  <a:lnTo>
                    <a:pt x="845183" y="1036354"/>
                  </a:lnTo>
                  <a:lnTo>
                    <a:pt x="844924" y="1035259"/>
                  </a:lnTo>
                  <a:lnTo>
                    <a:pt x="844475" y="1034650"/>
                  </a:lnTo>
                  <a:lnTo>
                    <a:pt x="842489" y="1033653"/>
                  </a:lnTo>
                  <a:lnTo>
                    <a:pt x="842314" y="1033029"/>
                  </a:lnTo>
                  <a:lnTo>
                    <a:pt x="843197" y="1032291"/>
                  </a:lnTo>
                  <a:lnTo>
                    <a:pt x="843745" y="1030442"/>
                  </a:lnTo>
                  <a:lnTo>
                    <a:pt x="844521" y="1023792"/>
                  </a:lnTo>
                  <a:lnTo>
                    <a:pt x="848393" y="1025170"/>
                  </a:lnTo>
                  <a:close/>
                  <a:moveTo>
                    <a:pt x="904400" y="1033904"/>
                  </a:moveTo>
                  <a:lnTo>
                    <a:pt x="903769" y="1035335"/>
                  </a:lnTo>
                  <a:lnTo>
                    <a:pt x="902422" y="1037222"/>
                  </a:lnTo>
                  <a:lnTo>
                    <a:pt x="900611" y="1038683"/>
                  </a:lnTo>
                  <a:lnTo>
                    <a:pt x="898854" y="1039086"/>
                  </a:lnTo>
                  <a:lnTo>
                    <a:pt x="897583" y="1038325"/>
                  </a:lnTo>
                  <a:lnTo>
                    <a:pt x="896944" y="1036986"/>
                  </a:lnTo>
                  <a:lnTo>
                    <a:pt x="896647" y="1035662"/>
                  </a:lnTo>
                  <a:lnTo>
                    <a:pt x="896213" y="1034939"/>
                  </a:lnTo>
                  <a:lnTo>
                    <a:pt x="895544" y="1034779"/>
                  </a:lnTo>
                  <a:lnTo>
                    <a:pt x="894676" y="1034817"/>
                  </a:lnTo>
                  <a:lnTo>
                    <a:pt x="893611" y="1035312"/>
                  </a:lnTo>
                  <a:lnTo>
                    <a:pt x="891344" y="1037222"/>
                  </a:lnTo>
                  <a:lnTo>
                    <a:pt x="890370" y="1037716"/>
                  </a:lnTo>
                  <a:lnTo>
                    <a:pt x="889715" y="1037838"/>
                  </a:lnTo>
                  <a:lnTo>
                    <a:pt x="883263" y="1036407"/>
                  </a:lnTo>
                  <a:lnTo>
                    <a:pt x="882632" y="1035875"/>
                  </a:lnTo>
                  <a:lnTo>
                    <a:pt x="881871" y="1034604"/>
                  </a:lnTo>
                  <a:lnTo>
                    <a:pt x="881034" y="1030823"/>
                  </a:lnTo>
                  <a:lnTo>
                    <a:pt x="878326" y="1027460"/>
                  </a:lnTo>
                  <a:lnTo>
                    <a:pt x="882472" y="1025557"/>
                  </a:lnTo>
                  <a:lnTo>
                    <a:pt x="887448" y="1025565"/>
                  </a:lnTo>
                  <a:lnTo>
                    <a:pt x="897050" y="1027018"/>
                  </a:lnTo>
                  <a:lnTo>
                    <a:pt x="900877" y="1027346"/>
                  </a:lnTo>
                  <a:lnTo>
                    <a:pt x="903822" y="1030541"/>
                  </a:lnTo>
                  <a:lnTo>
                    <a:pt x="904286" y="1032459"/>
                  </a:lnTo>
                  <a:lnTo>
                    <a:pt x="904400" y="1033904"/>
                  </a:lnTo>
                  <a:close/>
                  <a:moveTo>
                    <a:pt x="917380" y="1036712"/>
                  </a:moveTo>
                  <a:lnTo>
                    <a:pt x="915676" y="1038348"/>
                  </a:lnTo>
                  <a:lnTo>
                    <a:pt x="914405" y="1038241"/>
                  </a:lnTo>
                  <a:lnTo>
                    <a:pt x="913994" y="1037647"/>
                  </a:lnTo>
                  <a:lnTo>
                    <a:pt x="913858" y="1036902"/>
                  </a:lnTo>
                  <a:lnTo>
                    <a:pt x="914109" y="1036111"/>
                  </a:lnTo>
                  <a:lnTo>
                    <a:pt x="914641" y="1035388"/>
                  </a:lnTo>
                  <a:lnTo>
                    <a:pt x="915889" y="1034483"/>
                  </a:lnTo>
                  <a:lnTo>
                    <a:pt x="916277" y="1034338"/>
                  </a:lnTo>
                  <a:lnTo>
                    <a:pt x="918149" y="1035236"/>
                  </a:lnTo>
                  <a:lnTo>
                    <a:pt x="917380" y="1036712"/>
                  </a:lnTo>
                  <a:close/>
                  <a:moveTo>
                    <a:pt x="899941" y="1057323"/>
                  </a:moveTo>
                  <a:lnTo>
                    <a:pt x="899158" y="1057620"/>
                  </a:lnTo>
                  <a:lnTo>
                    <a:pt x="898580" y="1056905"/>
                  </a:lnTo>
                  <a:lnTo>
                    <a:pt x="897705" y="1056403"/>
                  </a:lnTo>
                  <a:lnTo>
                    <a:pt x="894144" y="1055345"/>
                  </a:lnTo>
                  <a:lnTo>
                    <a:pt x="894068" y="1054706"/>
                  </a:lnTo>
                  <a:lnTo>
                    <a:pt x="894440" y="1053793"/>
                  </a:lnTo>
                  <a:lnTo>
                    <a:pt x="895148" y="1052979"/>
                  </a:lnTo>
                  <a:lnTo>
                    <a:pt x="896518" y="1052173"/>
                  </a:lnTo>
                  <a:lnTo>
                    <a:pt x="897621" y="1050080"/>
                  </a:lnTo>
                  <a:lnTo>
                    <a:pt x="898115" y="1050240"/>
                  </a:lnTo>
                  <a:lnTo>
                    <a:pt x="898618" y="1051092"/>
                  </a:lnTo>
                  <a:lnTo>
                    <a:pt x="899470" y="1053983"/>
                  </a:lnTo>
                  <a:lnTo>
                    <a:pt x="900497" y="1056068"/>
                  </a:lnTo>
                  <a:lnTo>
                    <a:pt x="900390" y="1056791"/>
                  </a:lnTo>
                  <a:lnTo>
                    <a:pt x="899941" y="1057323"/>
                  </a:lnTo>
                  <a:close/>
                  <a:moveTo>
                    <a:pt x="893832" y="1061599"/>
                  </a:moveTo>
                  <a:lnTo>
                    <a:pt x="893056" y="1061675"/>
                  </a:lnTo>
                  <a:lnTo>
                    <a:pt x="891169" y="1060968"/>
                  </a:lnTo>
                  <a:lnTo>
                    <a:pt x="888346" y="1060656"/>
                  </a:lnTo>
                  <a:lnTo>
                    <a:pt x="888026" y="1060367"/>
                  </a:lnTo>
                  <a:lnTo>
                    <a:pt x="887958" y="1059811"/>
                  </a:lnTo>
                  <a:lnTo>
                    <a:pt x="888293" y="1059241"/>
                  </a:lnTo>
                  <a:lnTo>
                    <a:pt x="889830" y="1058807"/>
                  </a:lnTo>
                  <a:lnTo>
                    <a:pt x="894463" y="1059180"/>
                  </a:lnTo>
                  <a:lnTo>
                    <a:pt x="895057" y="1059438"/>
                  </a:lnTo>
                  <a:lnTo>
                    <a:pt x="895216" y="1059880"/>
                  </a:lnTo>
                  <a:lnTo>
                    <a:pt x="894463" y="1061135"/>
                  </a:lnTo>
                  <a:lnTo>
                    <a:pt x="893832" y="106159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0" name="Freeform: Shape 2189">
              <a:extLst>
                <a:ext uri="{FF2B5EF4-FFF2-40B4-BE49-F238E27FC236}">
                  <a16:creationId xmlns:a16="http://schemas.microsoft.com/office/drawing/2014/main" id="{1B39EEA1-9FD0-8514-FBDB-281CACDA4A05}"/>
                </a:ext>
              </a:extLst>
            </p:cNvPr>
            <p:cNvSpPr/>
            <p:nvPr/>
          </p:nvSpPr>
          <p:spPr>
            <a:xfrm>
              <a:off x="9756071" y="4724372"/>
              <a:ext cx="163363" cy="244318"/>
            </a:xfrm>
            <a:custGeom>
              <a:avLst/>
              <a:gdLst>
                <a:gd name="csX0" fmla="*/ 148345 w 163363"/>
                <a:gd name="csY0" fmla="*/ 119827 h 244318"/>
                <a:gd name="csX1" fmla="*/ 146191 w 163363"/>
                <a:gd name="csY1" fmla="*/ 123373 h 244318"/>
                <a:gd name="csX2" fmla="*/ 143345 w 163363"/>
                <a:gd name="csY2" fmla="*/ 125397 h 244318"/>
                <a:gd name="csX3" fmla="*/ 142509 w 163363"/>
                <a:gd name="csY3" fmla="*/ 126622 h 244318"/>
                <a:gd name="csX4" fmla="*/ 142060 w 163363"/>
                <a:gd name="csY4" fmla="*/ 128143 h 244318"/>
                <a:gd name="csX5" fmla="*/ 141451 w 163363"/>
                <a:gd name="csY5" fmla="*/ 129673 h 244318"/>
                <a:gd name="csX6" fmla="*/ 139937 w 163363"/>
                <a:gd name="csY6" fmla="*/ 132952 h 244318"/>
                <a:gd name="csX7" fmla="*/ 138834 w 163363"/>
                <a:gd name="csY7" fmla="*/ 135630 h 244318"/>
                <a:gd name="csX8" fmla="*/ 137730 w 163363"/>
                <a:gd name="csY8" fmla="*/ 136467 h 244318"/>
                <a:gd name="csX9" fmla="*/ 135143 w 163363"/>
                <a:gd name="csY9" fmla="*/ 140515 h 244318"/>
                <a:gd name="csX10" fmla="*/ 133409 w 163363"/>
                <a:gd name="csY10" fmla="*/ 144578 h 244318"/>
                <a:gd name="csX11" fmla="*/ 133059 w 163363"/>
                <a:gd name="csY11" fmla="*/ 145628 h 244318"/>
                <a:gd name="csX12" fmla="*/ 132526 w 163363"/>
                <a:gd name="csY12" fmla="*/ 146404 h 244318"/>
                <a:gd name="csX13" fmla="*/ 131682 w 163363"/>
                <a:gd name="csY13" fmla="*/ 147035 h 244318"/>
                <a:gd name="csX14" fmla="*/ 128692 w 163363"/>
                <a:gd name="csY14" fmla="*/ 148298 h 244318"/>
                <a:gd name="csX15" fmla="*/ 127680 w 163363"/>
                <a:gd name="csY15" fmla="*/ 148922 h 244318"/>
                <a:gd name="csX16" fmla="*/ 126880 w 163363"/>
                <a:gd name="csY16" fmla="*/ 149676 h 244318"/>
                <a:gd name="csX17" fmla="*/ 126150 w 163363"/>
                <a:gd name="csY17" fmla="*/ 150528 h 244318"/>
                <a:gd name="csX18" fmla="*/ 125945 w 163363"/>
                <a:gd name="csY18" fmla="*/ 151555 h 244318"/>
                <a:gd name="csX19" fmla="*/ 126645 w 163363"/>
                <a:gd name="csY19" fmla="*/ 153001 h 244318"/>
                <a:gd name="csX20" fmla="*/ 127482 w 163363"/>
                <a:gd name="csY20" fmla="*/ 154149 h 244318"/>
                <a:gd name="csX21" fmla="*/ 128326 w 163363"/>
                <a:gd name="csY21" fmla="*/ 154218 h 244318"/>
                <a:gd name="csX22" fmla="*/ 129064 w 163363"/>
                <a:gd name="csY22" fmla="*/ 154165 h 244318"/>
                <a:gd name="csX23" fmla="*/ 129528 w 163363"/>
                <a:gd name="csY23" fmla="*/ 154850 h 244318"/>
                <a:gd name="csX24" fmla="*/ 129917 w 163363"/>
                <a:gd name="csY24" fmla="*/ 155253 h 244318"/>
                <a:gd name="csX25" fmla="*/ 129917 w 163363"/>
                <a:gd name="csY25" fmla="*/ 163135 h 244318"/>
                <a:gd name="csX26" fmla="*/ 129201 w 163363"/>
                <a:gd name="csY26" fmla="*/ 164322 h 244318"/>
                <a:gd name="csX27" fmla="*/ 129216 w 163363"/>
                <a:gd name="csY27" fmla="*/ 164855 h 244318"/>
                <a:gd name="csX28" fmla="*/ 128867 w 163363"/>
                <a:gd name="csY28" fmla="*/ 166209 h 244318"/>
                <a:gd name="csX29" fmla="*/ 128760 w 163363"/>
                <a:gd name="csY29" fmla="*/ 167723 h 244318"/>
                <a:gd name="csX30" fmla="*/ 128988 w 163363"/>
                <a:gd name="csY30" fmla="*/ 168324 h 244318"/>
                <a:gd name="csX31" fmla="*/ 129589 w 163363"/>
                <a:gd name="csY31" fmla="*/ 168819 h 244318"/>
                <a:gd name="csX32" fmla="*/ 130419 w 163363"/>
                <a:gd name="csY32" fmla="*/ 169876 h 244318"/>
                <a:gd name="csX33" fmla="*/ 130868 w 163363"/>
                <a:gd name="csY33" fmla="*/ 172296 h 244318"/>
                <a:gd name="csX34" fmla="*/ 131880 w 163363"/>
                <a:gd name="csY34" fmla="*/ 180802 h 244318"/>
                <a:gd name="csX35" fmla="*/ 132351 w 163363"/>
                <a:gd name="csY35" fmla="*/ 182149 h 244318"/>
                <a:gd name="csX36" fmla="*/ 133188 w 163363"/>
                <a:gd name="csY36" fmla="*/ 183092 h 244318"/>
                <a:gd name="csX37" fmla="*/ 135820 w 163363"/>
                <a:gd name="csY37" fmla="*/ 184926 h 244318"/>
                <a:gd name="csX38" fmla="*/ 138583 w 163363"/>
                <a:gd name="csY38" fmla="*/ 187338 h 244318"/>
                <a:gd name="csX39" fmla="*/ 139458 w 163363"/>
                <a:gd name="csY39" fmla="*/ 188905 h 244318"/>
                <a:gd name="csX40" fmla="*/ 139960 w 163363"/>
                <a:gd name="csY40" fmla="*/ 191477 h 244318"/>
                <a:gd name="csX41" fmla="*/ 141017 w 163363"/>
                <a:gd name="csY41" fmla="*/ 193493 h 244318"/>
                <a:gd name="csX42" fmla="*/ 140995 w 163363"/>
                <a:gd name="csY42" fmla="*/ 194178 h 244318"/>
                <a:gd name="csX43" fmla="*/ 140561 w 163363"/>
                <a:gd name="csY43" fmla="*/ 194444 h 244318"/>
                <a:gd name="csX44" fmla="*/ 139534 w 163363"/>
                <a:gd name="csY44" fmla="*/ 194475 h 244318"/>
                <a:gd name="csX45" fmla="*/ 138841 w 163363"/>
                <a:gd name="csY45" fmla="*/ 194619 h 244318"/>
                <a:gd name="csX46" fmla="*/ 139419 w 163363"/>
                <a:gd name="csY46" fmla="*/ 196088 h 244318"/>
                <a:gd name="csX47" fmla="*/ 140842 w 163363"/>
                <a:gd name="csY47" fmla="*/ 198644 h 244318"/>
                <a:gd name="csX48" fmla="*/ 143216 w 163363"/>
                <a:gd name="csY48" fmla="*/ 201300 h 244318"/>
                <a:gd name="csX49" fmla="*/ 145788 w 163363"/>
                <a:gd name="csY49" fmla="*/ 204168 h 244318"/>
                <a:gd name="csX50" fmla="*/ 147880 w 163363"/>
                <a:gd name="csY50" fmla="*/ 206511 h 244318"/>
                <a:gd name="csX51" fmla="*/ 150497 w 163363"/>
                <a:gd name="csY51" fmla="*/ 209220 h 244318"/>
                <a:gd name="csX52" fmla="*/ 152537 w 163363"/>
                <a:gd name="csY52" fmla="*/ 211335 h 244318"/>
                <a:gd name="csX53" fmla="*/ 154644 w 163363"/>
                <a:gd name="csY53" fmla="*/ 213511 h 244318"/>
                <a:gd name="csX54" fmla="*/ 156235 w 163363"/>
                <a:gd name="csY54" fmla="*/ 214029 h 244318"/>
                <a:gd name="csX55" fmla="*/ 157414 w 163363"/>
                <a:gd name="csY55" fmla="*/ 214181 h 244318"/>
                <a:gd name="csX56" fmla="*/ 157924 w 163363"/>
                <a:gd name="csY56" fmla="*/ 214607 h 244318"/>
                <a:gd name="csX57" fmla="*/ 158548 w 163363"/>
                <a:gd name="csY57" fmla="*/ 215604 h 244318"/>
                <a:gd name="csX58" fmla="*/ 159620 w 163363"/>
                <a:gd name="csY58" fmla="*/ 216715 h 244318"/>
                <a:gd name="csX59" fmla="*/ 160807 w 163363"/>
                <a:gd name="csY59" fmla="*/ 218160 h 244318"/>
                <a:gd name="csX60" fmla="*/ 161210 w 163363"/>
                <a:gd name="csY60" fmla="*/ 219629 h 244318"/>
                <a:gd name="csX61" fmla="*/ 160716 w 163363"/>
                <a:gd name="csY61" fmla="*/ 221036 h 244318"/>
                <a:gd name="csX62" fmla="*/ 161203 w 163363"/>
                <a:gd name="csY62" fmla="*/ 223053 h 244318"/>
                <a:gd name="csX63" fmla="*/ 161233 w 163363"/>
                <a:gd name="csY63" fmla="*/ 223228 h 244318"/>
                <a:gd name="csX64" fmla="*/ 161621 w 163363"/>
                <a:gd name="csY64" fmla="*/ 224019 h 244318"/>
                <a:gd name="csX65" fmla="*/ 161484 w 163363"/>
                <a:gd name="csY65" fmla="*/ 224726 h 244318"/>
                <a:gd name="csX66" fmla="*/ 161728 w 163363"/>
                <a:gd name="csY66" fmla="*/ 227397 h 244318"/>
                <a:gd name="csX67" fmla="*/ 162352 w 163363"/>
                <a:gd name="csY67" fmla="*/ 229725 h 244318"/>
                <a:gd name="csX68" fmla="*/ 163364 w 163363"/>
                <a:gd name="csY68" fmla="*/ 231711 h 244318"/>
                <a:gd name="csX69" fmla="*/ 163349 w 163363"/>
                <a:gd name="csY69" fmla="*/ 231879 h 244318"/>
                <a:gd name="csX70" fmla="*/ 163219 w 163363"/>
                <a:gd name="csY70" fmla="*/ 233096 h 244318"/>
                <a:gd name="csX71" fmla="*/ 161918 w 163363"/>
                <a:gd name="csY71" fmla="*/ 233880 h 244318"/>
                <a:gd name="csX72" fmla="*/ 161157 w 163363"/>
                <a:gd name="csY72" fmla="*/ 235181 h 244318"/>
                <a:gd name="csX73" fmla="*/ 160937 w 163363"/>
                <a:gd name="csY73" fmla="*/ 236984 h 244318"/>
                <a:gd name="csX74" fmla="*/ 161325 w 163363"/>
                <a:gd name="csY74" fmla="*/ 239183 h 244318"/>
                <a:gd name="csX75" fmla="*/ 162329 w 163363"/>
                <a:gd name="csY75" fmla="*/ 241777 h 244318"/>
                <a:gd name="csX76" fmla="*/ 162352 w 163363"/>
                <a:gd name="csY76" fmla="*/ 243299 h 244318"/>
                <a:gd name="csX77" fmla="*/ 162002 w 163363"/>
                <a:gd name="csY77" fmla="*/ 243512 h 244318"/>
                <a:gd name="csX78" fmla="*/ 161378 w 163363"/>
                <a:gd name="csY78" fmla="*/ 243999 h 244318"/>
                <a:gd name="csX79" fmla="*/ 160716 w 163363"/>
                <a:gd name="csY79" fmla="*/ 244318 h 244318"/>
                <a:gd name="csX80" fmla="*/ 158920 w 163363"/>
                <a:gd name="csY80" fmla="*/ 242538 h 244318"/>
                <a:gd name="csX81" fmla="*/ 156919 w 163363"/>
                <a:gd name="csY81" fmla="*/ 241336 h 244318"/>
                <a:gd name="csX82" fmla="*/ 153929 w 163363"/>
                <a:gd name="csY82" fmla="*/ 239251 h 244318"/>
                <a:gd name="csX83" fmla="*/ 150908 w 163363"/>
                <a:gd name="csY83" fmla="*/ 238498 h 244318"/>
                <a:gd name="csX84" fmla="*/ 147013 w 163363"/>
                <a:gd name="csY84" fmla="*/ 238361 h 244318"/>
                <a:gd name="csX85" fmla="*/ 145331 w 163363"/>
                <a:gd name="csY85" fmla="*/ 238620 h 244318"/>
                <a:gd name="csX86" fmla="*/ 144129 w 163363"/>
                <a:gd name="csY86" fmla="*/ 237836 h 244318"/>
                <a:gd name="csX87" fmla="*/ 142440 w 163363"/>
                <a:gd name="csY87" fmla="*/ 236923 h 244318"/>
                <a:gd name="csX88" fmla="*/ 141512 w 163363"/>
                <a:gd name="csY88" fmla="*/ 236695 h 244318"/>
                <a:gd name="csX89" fmla="*/ 140218 w 163363"/>
                <a:gd name="csY89" fmla="*/ 237395 h 244318"/>
                <a:gd name="csX90" fmla="*/ 139328 w 163363"/>
                <a:gd name="csY90" fmla="*/ 237425 h 244318"/>
                <a:gd name="csX91" fmla="*/ 138232 w 163363"/>
                <a:gd name="csY91" fmla="*/ 237159 h 244318"/>
                <a:gd name="csX92" fmla="*/ 136011 w 163363"/>
                <a:gd name="csY92" fmla="*/ 237189 h 244318"/>
                <a:gd name="csX93" fmla="*/ 135806 w 163363"/>
                <a:gd name="csY93" fmla="*/ 235972 h 244318"/>
                <a:gd name="csX94" fmla="*/ 135425 w 163363"/>
                <a:gd name="csY94" fmla="*/ 235744 h 244318"/>
                <a:gd name="csX95" fmla="*/ 133029 w 163363"/>
                <a:gd name="csY95" fmla="*/ 235850 h 244318"/>
                <a:gd name="csX96" fmla="*/ 132290 w 163363"/>
                <a:gd name="csY96" fmla="*/ 234846 h 244318"/>
                <a:gd name="csX97" fmla="*/ 131971 w 163363"/>
                <a:gd name="csY97" fmla="*/ 234960 h 244318"/>
                <a:gd name="csX98" fmla="*/ 131027 w 163363"/>
                <a:gd name="csY98" fmla="*/ 234648 h 244318"/>
                <a:gd name="csX99" fmla="*/ 129102 w 163363"/>
                <a:gd name="csY99" fmla="*/ 233218 h 244318"/>
                <a:gd name="csX100" fmla="*/ 127078 w 163363"/>
                <a:gd name="csY100" fmla="*/ 234161 h 244318"/>
                <a:gd name="csX101" fmla="*/ 122871 w 163363"/>
                <a:gd name="csY101" fmla="*/ 234039 h 244318"/>
                <a:gd name="csX102" fmla="*/ 117477 w 163363"/>
                <a:gd name="csY102" fmla="*/ 234070 h 244318"/>
                <a:gd name="csX103" fmla="*/ 111892 w 163363"/>
                <a:gd name="csY103" fmla="*/ 234108 h 244318"/>
                <a:gd name="csX104" fmla="*/ 106779 w 163363"/>
                <a:gd name="csY104" fmla="*/ 234062 h 244318"/>
                <a:gd name="csX105" fmla="*/ 101658 w 163363"/>
                <a:gd name="csY105" fmla="*/ 234017 h 244318"/>
                <a:gd name="csX106" fmla="*/ 101149 w 163363"/>
                <a:gd name="csY106" fmla="*/ 232685 h 244318"/>
                <a:gd name="csX107" fmla="*/ 100091 w 163363"/>
                <a:gd name="csY107" fmla="*/ 232000 h 244318"/>
                <a:gd name="csX108" fmla="*/ 98181 w 163363"/>
                <a:gd name="csY108" fmla="*/ 231939 h 244318"/>
                <a:gd name="csX109" fmla="*/ 92558 w 163363"/>
                <a:gd name="csY109" fmla="*/ 232206 h 244318"/>
                <a:gd name="csX110" fmla="*/ 88252 w 163363"/>
                <a:gd name="csY110" fmla="*/ 231993 h 244318"/>
                <a:gd name="csX111" fmla="*/ 86875 w 163363"/>
                <a:gd name="csY111" fmla="*/ 231818 h 244318"/>
                <a:gd name="csX112" fmla="*/ 85345 w 163363"/>
                <a:gd name="csY112" fmla="*/ 231475 h 244318"/>
                <a:gd name="csX113" fmla="*/ 81754 w 163363"/>
                <a:gd name="csY113" fmla="*/ 231163 h 244318"/>
                <a:gd name="csX114" fmla="*/ 77311 w 163363"/>
                <a:gd name="csY114" fmla="*/ 231414 h 244318"/>
                <a:gd name="csX115" fmla="*/ 76299 w 163363"/>
                <a:gd name="csY115" fmla="*/ 231346 h 244318"/>
                <a:gd name="csX116" fmla="*/ 72746 w 163363"/>
                <a:gd name="csY116" fmla="*/ 231392 h 244318"/>
                <a:gd name="csX117" fmla="*/ 64620 w 163363"/>
                <a:gd name="csY117" fmla="*/ 231034 h 244318"/>
                <a:gd name="csX118" fmla="*/ 60123 w 163363"/>
                <a:gd name="csY118" fmla="*/ 231087 h 244318"/>
                <a:gd name="csX119" fmla="*/ 60230 w 163363"/>
                <a:gd name="csY119" fmla="*/ 231901 h 244318"/>
                <a:gd name="csX120" fmla="*/ 59940 w 163363"/>
                <a:gd name="csY120" fmla="*/ 232479 h 244318"/>
                <a:gd name="csX121" fmla="*/ 59705 w 163363"/>
                <a:gd name="csY121" fmla="*/ 233895 h 244318"/>
                <a:gd name="csX122" fmla="*/ 54744 w 163363"/>
                <a:gd name="csY122" fmla="*/ 233887 h 244318"/>
                <a:gd name="csX123" fmla="*/ 48216 w 163363"/>
                <a:gd name="csY123" fmla="*/ 233887 h 244318"/>
                <a:gd name="csX124" fmla="*/ 42053 w 163363"/>
                <a:gd name="csY124" fmla="*/ 233887 h 244318"/>
                <a:gd name="csX125" fmla="*/ 37883 w 163363"/>
                <a:gd name="csY125" fmla="*/ 233887 h 244318"/>
                <a:gd name="csX126" fmla="*/ 30898 w 163363"/>
                <a:gd name="csY126" fmla="*/ 233887 h 244318"/>
                <a:gd name="csX127" fmla="*/ 28555 w 163363"/>
                <a:gd name="csY127" fmla="*/ 232921 h 244318"/>
                <a:gd name="csX128" fmla="*/ 27847 w 163363"/>
                <a:gd name="csY128" fmla="*/ 232297 h 244318"/>
                <a:gd name="csX129" fmla="*/ 27703 w 163363"/>
                <a:gd name="csY129" fmla="*/ 231597 h 244318"/>
                <a:gd name="csX130" fmla="*/ 27619 w 163363"/>
                <a:gd name="csY130" fmla="*/ 231125 h 244318"/>
                <a:gd name="csX131" fmla="*/ 27071 w 163363"/>
                <a:gd name="csY131" fmla="*/ 230988 h 244318"/>
                <a:gd name="csX132" fmla="*/ 27520 w 163363"/>
                <a:gd name="csY132" fmla="*/ 225997 h 244318"/>
                <a:gd name="csX133" fmla="*/ 28502 w 163363"/>
                <a:gd name="csY133" fmla="*/ 221843 h 244318"/>
                <a:gd name="csX134" fmla="*/ 28882 w 163363"/>
                <a:gd name="csY134" fmla="*/ 217985 h 244318"/>
                <a:gd name="csX135" fmla="*/ 30229 w 163363"/>
                <a:gd name="csY135" fmla="*/ 214539 h 244318"/>
                <a:gd name="csX136" fmla="*/ 29514 w 163363"/>
                <a:gd name="csY136" fmla="*/ 211122 h 244318"/>
                <a:gd name="csX137" fmla="*/ 28684 w 163363"/>
                <a:gd name="csY137" fmla="*/ 209631 h 244318"/>
                <a:gd name="csX138" fmla="*/ 24325 w 163363"/>
                <a:gd name="csY138" fmla="*/ 204792 h 244318"/>
                <a:gd name="csX139" fmla="*/ 26326 w 163363"/>
                <a:gd name="csY139" fmla="*/ 202966 h 244318"/>
                <a:gd name="csX140" fmla="*/ 23693 w 163363"/>
                <a:gd name="csY140" fmla="*/ 203217 h 244318"/>
                <a:gd name="csX141" fmla="*/ 23130 w 163363"/>
                <a:gd name="csY141" fmla="*/ 201414 h 244318"/>
                <a:gd name="csX142" fmla="*/ 21852 w 163363"/>
                <a:gd name="csY142" fmla="*/ 199261 h 244318"/>
                <a:gd name="csX143" fmla="*/ 22636 w 163363"/>
                <a:gd name="csY143" fmla="*/ 198911 h 244318"/>
                <a:gd name="csX144" fmla="*/ 23389 w 163363"/>
                <a:gd name="csY144" fmla="*/ 197731 h 244318"/>
                <a:gd name="csX145" fmla="*/ 25770 w 163363"/>
                <a:gd name="csY145" fmla="*/ 198089 h 244318"/>
                <a:gd name="csX146" fmla="*/ 25694 w 163363"/>
                <a:gd name="csY146" fmla="*/ 197511 h 244318"/>
                <a:gd name="csX147" fmla="*/ 23640 w 163363"/>
                <a:gd name="csY147" fmla="*/ 195700 h 244318"/>
                <a:gd name="csX148" fmla="*/ 23838 w 163363"/>
                <a:gd name="csY148" fmla="*/ 194787 h 244318"/>
                <a:gd name="csX149" fmla="*/ 24682 w 163363"/>
                <a:gd name="csY149" fmla="*/ 193767 h 244318"/>
                <a:gd name="csX150" fmla="*/ 24271 w 163363"/>
                <a:gd name="csY150" fmla="*/ 193334 h 244318"/>
                <a:gd name="csX151" fmla="*/ 22795 w 163363"/>
                <a:gd name="csY151" fmla="*/ 194399 h 244318"/>
                <a:gd name="csX152" fmla="*/ 21730 w 163363"/>
                <a:gd name="csY152" fmla="*/ 194361 h 244318"/>
                <a:gd name="csX153" fmla="*/ 20908 w 163363"/>
                <a:gd name="csY153" fmla="*/ 193676 h 244318"/>
                <a:gd name="csX154" fmla="*/ 20300 w 163363"/>
                <a:gd name="csY154" fmla="*/ 193562 h 244318"/>
                <a:gd name="csX155" fmla="*/ 20665 w 163363"/>
                <a:gd name="csY155" fmla="*/ 194947 h 244318"/>
                <a:gd name="csX156" fmla="*/ 19836 w 163363"/>
                <a:gd name="csY156" fmla="*/ 196187 h 244318"/>
                <a:gd name="csX157" fmla="*/ 19052 w 163363"/>
                <a:gd name="csY157" fmla="*/ 196620 h 244318"/>
                <a:gd name="csX158" fmla="*/ 17713 w 163363"/>
                <a:gd name="csY158" fmla="*/ 196544 h 244318"/>
                <a:gd name="csX159" fmla="*/ 16617 w 163363"/>
                <a:gd name="csY159" fmla="*/ 196232 h 244318"/>
                <a:gd name="csX160" fmla="*/ 16321 w 163363"/>
                <a:gd name="csY160" fmla="*/ 195540 h 244318"/>
                <a:gd name="csX161" fmla="*/ 15293 w 163363"/>
                <a:gd name="csY161" fmla="*/ 195015 h 244318"/>
                <a:gd name="csX162" fmla="*/ 12402 w 163363"/>
                <a:gd name="csY162" fmla="*/ 194094 h 244318"/>
                <a:gd name="csX163" fmla="*/ 9975 w 163363"/>
                <a:gd name="csY163" fmla="*/ 193014 h 244318"/>
                <a:gd name="csX164" fmla="*/ 9488 w 163363"/>
                <a:gd name="csY164" fmla="*/ 190062 h 244318"/>
                <a:gd name="csX165" fmla="*/ 8522 w 163363"/>
                <a:gd name="csY165" fmla="*/ 188791 h 244318"/>
                <a:gd name="csX166" fmla="*/ 8126 w 163363"/>
                <a:gd name="csY166" fmla="*/ 187353 h 244318"/>
                <a:gd name="csX167" fmla="*/ 7898 w 163363"/>
                <a:gd name="csY167" fmla="*/ 185710 h 244318"/>
                <a:gd name="csX168" fmla="*/ 8232 w 163363"/>
                <a:gd name="csY168" fmla="*/ 183184 h 244318"/>
                <a:gd name="csX169" fmla="*/ 7609 w 163363"/>
                <a:gd name="csY169" fmla="*/ 182780 h 244318"/>
                <a:gd name="csX170" fmla="*/ 6909 w 163363"/>
                <a:gd name="csY170" fmla="*/ 182643 h 244318"/>
                <a:gd name="csX171" fmla="*/ 5859 w 163363"/>
                <a:gd name="csY171" fmla="*/ 182765 h 244318"/>
                <a:gd name="csX172" fmla="*/ 4892 w 163363"/>
                <a:gd name="csY172" fmla="*/ 182628 h 244318"/>
                <a:gd name="csX173" fmla="*/ 3736 w 163363"/>
                <a:gd name="csY173" fmla="*/ 181228 h 244318"/>
                <a:gd name="csX174" fmla="*/ 2724 w 163363"/>
                <a:gd name="csY174" fmla="*/ 180688 h 244318"/>
                <a:gd name="csX175" fmla="*/ 3348 w 163363"/>
                <a:gd name="csY175" fmla="*/ 183260 h 244318"/>
                <a:gd name="csX176" fmla="*/ 2633 w 163363"/>
                <a:gd name="csY176" fmla="*/ 183983 h 244318"/>
                <a:gd name="csX177" fmla="*/ 890 w 163363"/>
                <a:gd name="csY177" fmla="*/ 183777 h 244318"/>
                <a:gd name="csX178" fmla="*/ 145 w 163363"/>
                <a:gd name="csY178" fmla="*/ 182803 h 244318"/>
                <a:gd name="csX179" fmla="*/ 0 w 163363"/>
                <a:gd name="csY179" fmla="*/ 182073 h 244318"/>
                <a:gd name="csX180" fmla="*/ 799 w 163363"/>
                <a:gd name="csY180" fmla="*/ 178969 h 244318"/>
                <a:gd name="csX181" fmla="*/ 487 w 163363"/>
                <a:gd name="csY181" fmla="*/ 178900 h 244318"/>
                <a:gd name="csX182" fmla="*/ 1111 w 163363"/>
                <a:gd name="csY182" fmla="*/ 177249 h 244318"/>
                <a:gd name="csX183" fmla="*/ 2298 w 163363"/>
                <a:gd name="csY183" fmla="*/ 175240 h 244318"/>
                <a:gd name="csX184" fmla="*/ 3903 w 163363"/>
                <a:gd name="csY184" fmla="*/ 172692 h 244318"/>
                <a:gd name="csX185" fmla="*/ 5722 w 163363"/>
                <a:gd name="csY185" fmla="*/ 169481 h 244318"/>
                <a:gd name="csX186" fmla="*/ 6970 w 163363"/>
                <a:gd name="csY186" fmla="*/ 163812 h 244318"/>
                <a:gd name="csX187" fmla="*/ 7814 w 163363"/>
                <a:gd name="csY187" fmla="*/ 160274 h 244318"/>
                <a:gd name="csX188" fmla="*/ 8583 w 163363"/>
                <a:gd name="csY188" fmla="*/ 157048 h 244318"/>
                <a:gd name="csX189" fmla="*/ 9914 w 163363"/>
                <a:gd name="csY189" fmla="*/ 154134 h 244318"/>
                <a:gd name="csX190" fmla="*/ 11261 w 163363"/>
                <a:gd name="csY190" fmla="*/ 152187 h 244318"/>
                <a:gd name="csX191" fmla="*/ 15073 w 163363"/>
                <a:gd name="csY191" fmla="*/ 148413 h 244318"/>
                <a:gd name="csX192" fmla="*/ 17949 w 163363"/>
                <a:gd name="csY192" fmla="*/ 145559 h 244318"/>
                <a:gd name="csX193" fmla="*/ 19417 w 163363"/>
                <a:gd name="csY193" fmla="*/ 144411 h 244318"/>
                <a:gd name="csX194" fmla="*/ 20437 w 163363"/>
                <a:gd name="csY194" fmla="*/ 143444 h 244318"/>
                <a:gd name="csX195" fmla="*/ 22232 w 163363"/>
                <a:gd name="csY195" fmla="*/ 142341 h 244318"/>
                <a:gd name="csX196" fmla="*/ 24066 w 163363"/>
                <a:gd name="csY196" fmla="*/ 141025 h 244318"/>
                <a:gd name="csX197" fmla="*/ 25474 w 163363"/>
                <a:gd name="csY197" fmla="*/ 138506 h 244318"/>
                <a:gd name="csX198" fmla="*/ 26623 w 163363"/>
                <a:gd name="csY198" fmla="*/ 136155 h 244318"/>
                <a:gd name="csX199" fmla="*/ 27497 w 163363"/>
                <a:gd name="csY199" fmla="*/ 135645 h 244318"/>
                <a:gd name="csX200" fmla="*/ 28646 w 163363"/>
                <a:gd name="csY200" fmla="*/ 135235 h 244318"/>
                <a:gd name="csX201" fmla="*/ 32162 w 163363"/>
                <a:gd name="csY201" fmla="*/ 132709 h 244318"/>
                <a:gd name="csX202" fmla="*/ 34391 w 163363"/>
                <a:gd name="csY202" fmla="*/ 131103 h 244318"/>
                <a:gd name="csX203" fmla="*/ 34908 w 163363"/>
                <a:gd name="csY203" fmla="*/ 131902 h 244318"/>
                <a:gd name="csX204" fmla="*/ 35289 w 163363"/>
                <a:gd name="csY204" fmla="*/ 132891 h 244318"/>
                <a:gd name="csX205" fmla="*/ 35715 w 163363"/>
                <a:gd name="csY205" fmla="*/ 133348 h 244318"/>
                <a:gd name="csX206" fmla="*/ 37586 w 163363"/>
                <a:gd name="csY206" fmla="*/ 133660 h 244318"/>
                <a:gd name="csX207" fmla="*/ 40150 w 163363"/>
                <a:gd name="csY207" fmla="*/ 133644 h 244318"/>
                <a:gd name="csX208" fmla="*/ 41627 w 163363"/>
                <a:gd name="csY208" fmla="*/ 133355 h 244318"/>
                <a:gd name="csX209" fmla="*/ 42410 w 163363"/>
                <a:gd name="csY209" fmla="*/ 132518 h 244318"/>
                <a:gd name="csX210" fmla="*/ 43209 w 163363"/>
                <a:gd name="csY210" fmla="*/ 130228 h 244318"/>
                <a:gd name="csX211" fmla="*/ 43673 w 163363"/>
                <a:gd name="csY211" fmla="*/ 129795 h 244318"/>
                <a:gd name="csX212" fmla="*/ 44274 w 163363"/>
                <a:gd name="csY212" fmla="*/ 129680 h 244318"/>
                <a:gd name="csX213" fmla="*/ 47074 w 163363"/>
                <a:gd name="csY213" fmla="*/ 131278 h 244318"/>
                <a:gd name="csX214" fmla="*/ 49403 w 163363"/>
                <a:gd name="csY214" fmla="*/ 133553 h 244318"/>
                <a:gd name="csX215" fmla="*/ 51700 w 163363"/>
                <a:gd name="csY215" fmla="*/ 135805 h 244318"/>
                <a:gd name="csX216" fmla="*/ 52864 w 163363"/>
                <a:gd name="csY216" fmla="*/ 136604 h 244318"/>
                <a:gd name="csX217" fmla="*/ 53374 w 163363"/>
                <a:gd name="csY217" fmla="*/ 137487 h 244318"/>
                <a:gd name="csX218" fmla="*/ 54378 w 163363"/>
                <a:gd name="csY218" fmla="*/ 141588 h 244318"/>
                <a:gd name="csX219" fmla="*/ 54957 w 163363"/>
                <a:gd name="csY219" fmla="*/ 142607 h 244318"/>
                <a:gd name="csX220" fmla="*/ 55953 w 163363"/>
                <a:gd name="csY220" fmla="*/ 143033 h 244318"/>
                <a:gd name="csX221" fmla="*/ 57749 w 163363"/>
                <a:gd name="csY221" fmla="*/ 142759 h 244318"/>
                <a:gd name="csX222" fmla="*/ 59613 w 163363"/>
                <a:gd name="csY222" fmla="*/ 142037 h 244318"/>
                <a:gd name="csX223" fmla="*/ 61257 w 163363"/>
                <a:gd name="csY223" fmla="*/ 140987 h 244318"/>
                <a:gd name="csX224" fmla="*/ 62877 w 163363"/>
                <a:gd name="csY224" fmla="*/ 139625 h 244318"/>
                <a:gd name="csX225" fmla="*/ 63981 w 163363"/>
                <a:gd name="csY225" fmla="*/ 138400 h 244318"/>
                <a:gd name="csX226" fmla="*/ 64460 w 163363"/>
                <a:gd name="csY226" fmla="*/ 137494 h 244318"/>
                <a:gd name="csX227" fmla="*/ 64703 w 163363"/>
                <a:gd name="csY227" fmla="*/ 134139 h 244318"/>
                <a:gd name="csX228" fmla="*/ 65068 w 163363"/>
                <a:gd name="csY228" fmla="*/ 133401 h 244318"/>
                <a:gd name="csX229" fmla="*/ 66720 w 163363"/>
                <a:gd name="csY229" fmla="*/ 132062 h 244318"/>
                <a:gd name="csX230" fmla="*/ 69489 w 163363"/>
                <a:gd name="csY230" fmla="*/ 129825 h 244318"/>
                <a:gd name="csX231" fmla="*/ 71072 w 163363"/>
                <a:gd name="csY231" fmla="*/ 128539 h 244318"/>
                <a:gd name="csX232" fmla="*/ 70935 w 163363"/>
                <a:gd name="csY232" fmla="*/ 128083 h 244318"/>
                <a:gd name="csX233" fmla="*/ 69946 w 163363"/>
                <a:gd name="csY233" fmla="*/ 126713 h 244318"/>
                <a:gd name="csX234" fmla="*/ 69071 w 163363"/>
                <a:gd name="csY234" fmla="*/ 125206 h 244318"/>
                <a:gd name="csX235" fmla="*/ 69961 w 163363"/>
                <a:gd name="csY235" fmla="*/ 123654 h 244318"/>
                <a:gd name="csX236" fmla="*/ 70881 w 163363"/>
                <a:gd name="csY236" fmla="*/ 122460 h 244318"/>
                <a:gd name="csX237" fmla="*/ 74374 w 163363"/>
                <a:gd name="csY237" fmla="*/ 118420 h 244318"/>
                <a:gd name="csX238" fmla="*/ 74389 w 163363"/>
                <a:gd name="csY238" fmla="*/ 117081 h 244318"/>
                <a:gd name="csX239" fmla="*/ 74572 w 163363"/>
                <a:gd name="csY239" fmla="*/ 115460 h 244318"/>
                <a:gd name="csX240" fmla="*/ 77364 w 163363"/>
                <a:gd name="csY240" fmla="*/ 110864 h 244318"/>
                <a:gd name="csX241" fmla="*/ 78969 w 163363"/>
                <a:gd name="csY241" fmla="*/ 104762 h 244318"/>
                <a:gd name="csX242" fmla="*/ 79015 w 163363"/>
                <a:gd name="csY242" fmla="*/ 103583 h 244318"/>
                <a:gd name="csX243" fmla="*/ 80681 w 163363"/>
                <a:gd name="csY243" fmla="*/ 100639 h 244318"/>
                <a:gd name="csX244" fmla="*/ 82652 w 163363"/>
                <a:gd name="csY244" fmla="*/ 96865 h 244318"/>
                <a:gd name="csX245" fmla="*/ 86479 w 163363"/>
                <a:gd name="csY245" fmla="*/ 96256 h 244318"/>
                <a:gd name="csX246" fmla="*/ 87948 w 163363"/>
                <a:gd name="csY246" fmla="*/ 95312 h 244318"/>
                <a:gd name="csX247" fmla="*/ 89644 w 163363"/>
                <a:gd name="csY247" fmla="*/ 93646 h 244318"/>
                <a:gd name="csX248" fmla="*/ 90740 w 163363"/>
                <a:gd name="csY248" fmla="*/ 92094 h 244318"/>
                <a:gd name="csX249" fmla="*/ 91257 w 163363"/>
                <a:gd name="csY249" fmla="*/ 90618 h 244318"/>
                <a:gd name="csX250" fmla="*/ 91638 w 163363"/>
                <a:gd name="csY250" fmla="*/ 87765 h 244318"/>
                <a:gd name="csX251" fmla="*/ 92315 w 163363"/>
                <a:gd name="csY251" fmla="*/ 84516 h 244318"/>
                <a:gd name="csX252" fmla="*/ 92733 w 163363"/>
                <a:gd name="csY252" fmla="*/ 81663 h 244318"/>
                <a:gd name="csX253" fmla="*/ 93882 w 163363"/>
                <a:gd name="csY253" fmla="*/ 79023 h 244318"/>
                <a:gd name="csX254" fmla="*/ 95800 w 163363"/>
                <a:gd name="csY254" fmla="*/ 77691 h 244318"/>
                <a:gd name="csX255" fmla="*/ 99132 w 163363"/>
                <a:gd name="csY255" fmla="*/ 76580 h 244318"/>
                <a:gd name="csX256" fmla="*/ 99634 w 163363"/>
                <a:gd name="csY256" fmla="*/ 76063 h 244318"/>
                <a:gd name="csX257" fmla="*/ 100113 w 163363"/>
                <a:gd name="csY257" fmla="*/ 74313 h 244318"/>
                <a:gd name="csX258" fmla="*/ 100486 w 163363"/>
                <a:gd name="csY258" fmla="*/ 70676 h 244318"/>
                <a:gd name="csX259" fmla="*/ 100593 w 163363"/>
                <a:gd name="csY259" fmla="*/ 68485 h 244318"/>
                <a:gd name="csX260" fmla="*/ 100722 w 163363"/>
                <a:gd name="csY260" fmla="*/ 67534 h 244318"/>
                <a:gd name="csX261" fmla="*/ 101149 w 163363"/>
                <a:gd name="csY261" fmla="*/ 65890 h 244318"/>
                <a:gd name="csX262" fmla="*/ 104238 w 163363"/>
                <a:gd name="csY262" fmla="*/ 62976 h 244318"/>
                <a:gd name="csX263" fmla="*/ 105607 w 163363"/>
                <a:gd name="csY263" fmla="*/ 58411 h 244318"/>
                <a:gd name="csX264" fmla="*/ 106824 w 163363"/>
                <a:gd name="csY264" fmla="*/ 53625 h 244318"/>
                <a:gd name="csX265" fmla="*/ 110332 w 163363"/>
                <a:gd name="csY265" fmla="*/ 47835 h 244318"/>
                <a:gd name="csX266" fmla="*/ 114440 w 163363"/>
                <a:gd name="csY266" fmla="*/ 42068 h 244318"/>
                <a:gd name="csX267" fmla="*/ 116343 w 163363"/>
                <a:gd name="csY267" fmla="*/ 40516 h 244318"/>
                <a:gd name="csX268" fmla="*/ 117948 w 163363"/>
                <a:gd name="csY268" fmla="*/ 39801 h 244318"/>
                <a:gd name="csX269" fmla="*/ 119805 w 163363"/>
                <a:gd name="csY269" fmla="*/ 39724 h 244318"/>
                <a:gd name="csX270" fmla="*/ 121068 w 163363"/>
                <a:gd name="csY270" fmla="*/ 39298 h 244318"/>
                <a:gd name="csX271" fmla="*/ 125488 w 163363"/>
                <a:gd name="csY271" fmla="*/ 36422 h 244318"/>
                <a:gd name="csX272" fmla="*/ 127337 w 163363"/>
                <a:gd name="csY272" fmla="*/ 35448 h 244318"/>
                <a:gd name="csX273" fmla="*/ 128699 w 163363"/>
                <a:gd name="csY273" fmla="*/ 34452 h 244318"/>
                <a:gd name="csX274" fmla="*/ 129026 w 163363"/>
                <a:gd name="csY274" fmla="*/ 33577 h 244318"/>
                <a:gd name="csX275" fmla="*/ 129163 w 163363"/>
                <a:gd name="csY275" fmla="*/ 32306 h 244318"/>
                <a:gd name="csX276" fmla="*/ 128737 w 163363"/>
                <a:gd name="csY276" fmla="*/ 29323 h 244318"/>
                <a:gd name="csX277" fmla="*/ 129498 w 163363"/>
                <a:gd name="csY277" fmla="*/ 27140 h 244318"/>
                <a:gd name="csX278" fmla="*/ 129947 w 163363"/>
                <a:gd name="csY278" fmla="*/ 23739 h 244318"/>
                <a:gd name="csX279" fmla="*/ 130129 w 163363"/>
                <a:gd name="csY279" fmla="*/ 21091 h 244318"/>
                <a:gd name="csX280" fmla="*/ 129970 w 163363"/>
                <a:gd name="csY280" fmla="*/ 20170 h 244318"/>
                <a:gd name="csX281" fmla="*/ 129277 w 163363"/>
                <a:gd name="csY281" fmla="*/ 18900 h 244318"/>
                <a:gd name="csX282" fmla="*/ 129148 w 163363"/>
                <a:gd name="csY282" fmla="*/ 18626 h 244318"/>
                <a:gd name="csX283" fmla="*/ 127824 w 163363"/>
                <a:gd name="csY283" fmla="*/ 16975 h 244318"/>
                <a:gd name="csX284" fmla="*/ 125610 w 163363"/>
                <a:gd name="csY284" fmla="*/ 15978 h 244318"/>
                <a:gd name="csX285" fmla="*/ 122567 w 163363"/>
                <a:gd name="csY285" fmla="*/ 15704 h 244318"/>
                <a:gd name="csX286" fmla="*/ 120953 w 163363"/>
                <a:gd name="csY286" fmla="*/ 15118 h 244318"/>
                <a:gd name="csX287" fmla="*/ 120687 w 163363"/>
                <a:gd name="csY287" fmla="*/ 13733 h 244318"/>
                <a:gd name="csX288" fmla="*/ 120535 w 163363"/>
                <a:gd name="csY288" fmla="*/ 12935 h 244318"/>
                <a:gd name="csX289" fmla="*/ 120375 w 163363"/>
                <a:gd name="csY289" fmla="*/ 12067 h 244318"/>
                <a:gd name="csX290" fmla="*/ 120155 w 163363"/>
                <a:gd name="csY290" fmla="*/ 10142 h 244318"/>
                <a:gd name="csX291" fmla="*/ 118108 w 163363"/>
                <a:gd name="csY291" fmla="*/ 0 h 244318"/>
                <a:gd name="csX292" fmla="*/ 121973 w 163363"/>
                <a:gd name="csY292" fmla="*/ 30 h 244318"/>
                <a:gd name="csX293" fmla="*/ 126599 w 163363"/>
                <a:gd name="csY293" fmla="*/ 1240 h 244318"/>
                <a:gd name="csX294" fmla="*/ 127763 w 163363"/>
                <a:gd name="csY294" fmla="*/ 2153 h 244318"/>
                <a:gd name="csX295" fmla="*/ 128379 w 163363"/>
                <a:gd name="csY295" fmla="*/ 5623 h 244318"/>
                <a:gd name="csX296" fmla="*/ 130053 w 163363"/>
                <a:gd name="csY296" fmla="*/ 7593 h 244318"/>
                <a:gd name="csX297" fmla="*/ 132998 w 163363"/>
                <a:gd name="csY297" fmla="*/ 9206 h 244318"/>
                <a:gd name="csX298" fmla="*/ 134832 w 163363"/>
                <a:gd name="csY298" fmla="*/ 12547 h 244318"/>
                <a:gd name="csX299" fmla="*/ 135547 w 163363"/>
                <a:gd name="csY299" fmla="*/ 17599 h 244318"/>
                <a:gd name="csX300" fmla="*/ 137167 w 163363"/>
                <a:gd name="csY300" fmla="*/ 20619 h 244318"/>
                <a:gd name="csX301" fmla="*/ 137540 w 163363"/>
                <a:gd name="csY301" fmla="*/ 21099 h 244318"/>
                <a:gd name="csX302" fmla="*/ 139374 w 163363"/>
                <a:gd name="csY302" fmla="*/ 25458 h 244318"/>
                <a:gd name="csX303" fmla="*/ 139830 w 163363"/>
                <a:gd name="csY303" fmla="*/ 26797 h 244318"/>
                <a:gd name="csX304" fmla="*/ 139967 w 163363"/>
                <a:gd name="csY304" fmla="*/ 29422 h 244318"/>
                <a:gd name="csX305" fmla="*/ 139762 w 163363"/>
                <a:gd name="csY305" fmla="*/ 31195 h 244318"/>
                <a:gd name="csX306" fmla="*/ 140698 w 163363"/>
                <a:gd name="csY306" fmla="*/ 33386 h 244318"/>
                <a:gd name="csX307" fmla="*/ 139282 w 163363"/>
                <a:gd name="csY307" fmla="*/ 37130 h 244318"/>
                <a:gd name="csX308" fmla="*/ 138857 w 163363"/>
                <a:gd name="csY308" fmla="*/ 39420 h 244318"/>
                <a:gd name="csX309" fmla="*/ 138735 w 163363"/>
                <a:gd name="csY309" fmla="*/ 42638 h 244318"/>
                <a:gd name="csX310" fmla="*/ 139564 w 163363"/>
                <a:gd name="csY310" fmla="*/ 48314 h 244318"/>
                <a:gd name="csX311" fmla="*/ 140919 w 163363"/>
                <a:gd name="csY311" fmla="*/ 52689 h 244318"/>
                <a:gd name="csX312" fmla="*/ 142387 w 163363"/>
                <a:gd name="csY312" fmla="*/ 56227 h 244318"/>
                <a:gd name="csX313" fmla="*/ 143992 w 163363"/>
                <a:gd name="csY313" fmla="*/ 58974 h 244318"/>
                <a:gd name="csX314" fmla="*/ 146632 w 163363"/>
                <a:gd name="csY314" fmla="*/ 62002 h 244318"/>
                <a:gd name="csX315" fmla="*/ 149455 w 163363"/>
                <a:gd name="csY315" fmla="*/ 64764 h 244318"/>
                <a:gd name="csX316" fmla="*/ 152080 w 163363"/>
                <a:gd name="csY316" fmla="*/ 66506 h 244318"/>
                <a:gd name="csX317" fmla="*/ 149645 w 163363"/>
                <a:gd name="csY317" fmla="*/ 67526 h 244318"/>
                <a:gd name="csX318" fmla="*/ 144928 w 163363"/>
                <a:gd name="csY318" fmla="*/ 67655 h 244318"/>
                <a:gd name="csX319" fmla="*/ 142219 w 163363"/>
                <a:gd name="csY319" fmla="*/ 67069 h 244318"/>
                <a:gd name="csX320" fmla="*/ 140926 w 163363"/>
                <a:gd name="csY320" fmla="*/ 67039 h 244318"/>
                <a:gd name="csX321" fmla="*/ 139625 w 163363"/>
                <a:gd name="csY321" fmla="*/ 67404 h 244318"/>
                <a:gd name="csX322" fmla="*/ 134588 w 163363"/>
                <a:gd name="csY322" fmla="*/ 67929 h 244318"/>
                <a:gd name="csX323" fmla="*/ 129506 w 163363"/>
                <a:gd name="csY323" fmla="*/ 67686 h 244318"/>
                <a:gd name="csX324" fmla="*/ 124796 w 163363"/>
                <a:gd name="csY324" fmla="*/ 66993 h 244318"/>
                <a:gd name="csX325" fmla="*/ 121935 w 163363"/>
                <a:gd name="csY325" fmla="*/ 67108 h 244318"/>
                <a:gd name="csX326" fmla="*/ 119728 w 163363"/>
                <a:gd name="csY326" fmla="*/ 68789 h 244318"/>
                <a:gd name="csX327" fmla="*/ 117933 w 163363"/>
                <a:gd name="csY327" fmla="*/ 71315 h 244318"/>
                <a:gd name="csX328" fmla="*/ 116259 w 163363"/>
                <a:gd name="csY328" fmla="*/ 73316 h 244318"/>
                <a:gd name="csX329" fmla="*/ 116845 w 163363"/>
                <a:gd name="csY329" fmla="*/ 75530 h 244318"/>
                <a:gd name="csX330" fmla="*/ 118108 w 163363"/>
                <a:gd name="csY330" fmla="*/ 76755 h 244318"/>
                <a:gd name="csX331" fmla="*/ 120542 w 163363"/>
                <a:gd name="csY331" fmla="*/ 79449 h 244318"/>
                <a:gd name="csX332" fmla="*/ 122719 w 163363"/>
                <a:gd name="csY332" fmla="*/ 82058 h 244318"/>
                <a:gd name="csX333" fmla="*/ 123837 w 163363"/>
                <a:gd name="csY333" fmla="*/ 83808 h 244318"/>
                <a:gd name="csX334" fmla="*/ 128189 w 163363"/>
                <a:gd name="csY334" fmla="*/ 87643 h 244318"/>
                <a:gd name="csX335" fmla="*/ 132389 w 163363"/>
                <a:gd name="csY335" fmla="*/ 91067 h 244318"/>
                <a:gd name="csX336" fmla="*/ 133211 w 163363"/>
                <a:gd name="csY336" fmla="*/ 91638 h 244318"/>
                <a:gd name="csX337" fmla="*/ 134390 w 163363"/>
                <a:gd name="csY337" fmla="*/ 92254 h 244318"/>
                <a:gd name="csX338" fmla="*/ 135121 w 163363"/>
                <a:gd name="csY338" fmla="*/ 92505 h 244318"/>
                <a:gd name="csX339" fmla="*/ 137411 w 163363"/>
                <a:gd name="csY339" fmla="*/ 94468 h 244318"/>
                <a:gd name="csX340" fmla="*/ 140576 w 163363"/>
                <a:gd name="csY340" fmla="*/ 97686 h 244318"/>
                <a:gd name="csX341" fmla="*/ 143482 w 163363"/>
                <a:gd name="csY341" fmla="*/ 102723 h 244318"/>
                <a:gd name="csX342" fmla="*/ 145544 w 163363"/>
                <a:gd name="csY342" fmla="*/ 107836 h 244318"/>
                <a:gd name="csX343" fmla="*/ 147553 w 163363"/>
                <a:gd name="csY343" fmla="*/ 112805 h 244318"/>
                <a:gd name="csX344" fmla="*/ 148436 w 163363"/>
                <a:gd name="csY344" fmla="*/ 113641 h 244318"/>
                <a:gd name="csX345" fmla="*/ 149836 w 163363"/>
                <a:gd name="csY345" fmla="*/ 114174 h 244318"/>
                <a:gd name="csX346" fmla="*/ 150003 w 163363"/>
                <a:gd name="csY346" fmla="*/ 115239 h 244318"/>
                <a:gd name="csX347" fmla="*/ 149897 w 163363"/>
                <a:gd name="csY347" fmla="*/ 116814 h 244318"/>
                <a:gd name="csX348" fmla="*/ 149463 w 163363"/>
                <a:gd name="csY348" fmla="*/ 118100 h 244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Lst>
              <a:rect l="l" t="t" r="r" b="b"/>
              <a:pathLst>
                <a:path w="163363" h="244318">
                  <a:moveTo>
                    <a:pt x="148345" y="119827"/>
                  </a:moveTo>
                  <a:lnTo>
                    <a:pt x="146191" y="123373"/>
                  </a:lnTo>
                  <a:lnTo>
                    <a:pt x="143345" y="125397"/>
                  </a:lnTo>
                  <a:lnTo>
                    <a:pt x="142509" y="126622"/>
                  </a:lnTo>
                  <a:lnTo>
                    <a:pt x="142060" y="128143"/>
                  </a:lnTo>
                  <a:lnTo>
                    <a:pt x="141451" y="129673"/>
                  </a:lnTo>
                  <a:lnTo>
                    <a:pt x="139937" y="132952"/>
                  </a:lnTo>
                  <a:lnTo>
                    <a:pt x="138834" y="135630"/>
                  </a:lnTo>
                  <a:lnTo>
                    <a:pt x="137730" y="136467"/>
                  </a:lnTo>
                  <a:lnTo>
                    <a:pt x="135143" y="140515"/>
                  </a:lnTo>
                  <a:lnTo>
                    <a:pt x="133409" y="144578"/>
                  </a:lnTo>
                  <a:lnTo>
                    <a:pt x="133059" y="145628"/>
                  </a:lnTo>
                  <a:lnTo>
                    <a:pt x="132526" y="146404"/>
                  </a:lnTo>
                  <a:lnTo>
                    <a:pt x="131682" y="147035"/>
                  </a:lnTo>
                  <a:lnTo>
                    <a:pt x="128692" y="148298"/>
                  </a:lnTo>
                  <a:lnTo>
                    <a:pt x="127680" y="148922"/>
                  </a:lnTo>
                  <a:lnTo>
                    <a:pt x="126880" y="149676"/>
                  </a:lnTo>
                  <a:lnTo>
                    <a:pt x="126150" y="150528"/>
                  </a:lnTo>
                  <a:lnTo>
                    <a:pt x="125945" y="151555"/>
                  </a:lnTo>
                  <a:lnTo>
                    <a:pt x="126645" y="153001"/>
                  </a:lnTo>
                  <a:lnTo>
                    <a:pt x="127482" y="154149"/>
                  </a:lnTo>
                  <a:lnTo>
                    <a:pt x="128326" y="154218"/>
                  </a:lnTo>
                  <a:lnTo>
                    <a:pt x="129064" y="154165"/>
                  </a:lnTo>
                  <a:lnTo>
                    <a:pt x="129528" y="154850"/>
                  </a:lnTo>
                  <a:lnTo>
                    <a:pt x="129917" y="155253"/>
                  </a:lnTo>
                  <a:lnTo>
                    <a:pt x="129917" y="163135"/>
                  </a:lnTo>
                  <a:lnTo>
                    <a:pt x="129201" y="164322"/>
                  </a:lnTo>
                  <a:lnTo>
                    <a:pt x="129216" y="164855"/>
                  </a:lnTo>
                  <a:lnTo>
                    <a:pt x="128867" y="166209"/>
                  </a:lnTo>
                  <a:lnTo>
                    <a:pt x="128760" y="167723"/>
                  </a:lnTo>
                  <a:lnTo>
                    <a:pt x="128988" y="168324"/>
                  </a:lnTo>
                  <a:lnTo>
                    <a:pt x="129589" y="168819"/>
                  </a:lnTo>
                  <a:lnTo>
                    <a:pt x="130419" y="169876"/>
                  </a:lnTo>
                  <a:lnTo>
                    <a:pt x="130868" y="172296"/>
                  </a:lnTo>
                  <a:lnTo>
                    <a:pt x="131880" y="180802"/>
                  </a:lnTo>
                  <a:lnTo>
                    <a:pt x="132351" y="182149"/>
                  </a:lnTo>
                  <a:lnTo>
                    <a:pt x="133188" y="183092"/>
                  </a:lnTo>
                  <a:lnTo>
                    <a:pt x="135820" y="184926"/>
                  </a:lnTo>
                  <a:lnTo>
                    <a:pt x="138583" y="187338"/>
                  </a:lnTo>
                  <a:lnTo>
                    <a:pt x="139458" y="188905"/>
                  </a:lnTo>
                  <a:lnTo>
                    <a:pt x="139960" y="191477"/>
                  </a:lnTo>
                  <a:lnTo>
                    <a:pt x="141017" y="193493"/>
                  </a:lnTo>
                  <a:lnTo>
                    <a:pt x="140995" y="194178"/>
                  </a:lnTo>
                  <a:lnTo>
                    <a:pt x="140561" y="194444"/>
                  </a:lnTo>
                  <a:lnTo>
                    <a:pt x="139534" y="194475"/>
                  </a:lnTo>
                  <a:lnTo>
                    <a:pt x="138841" y="194619"/>
                  </a:lnTo>
                  <a:lnTo>
                    <a:pt x="139419" y="196088"/>
                  </a:lnTo>
                  <a:lnTo>
                    <a:pt x="140842" y="198644"/>
                  </a:lnTo>
                  <a:lnTo>
                    <a:pt x="143216" y="201300"/>
                  </a:lnTo>
                  <a:lnTo>
                    <a:pt x="145788" y="204168"/>
                  </a:lnTo>
                  <a:lnTo>
                    <a:pt x="147880" y="206511"/>
                  </a:lnTo>
                  <a:lnTo>
                    <a:pt x="150497" y="209220"/>
                  </a:lnTo>
                  <a:lnTo>
                    <a:pt x="152537" y="211335"/>
                  </a:lnTo>
                  <a:lnTo>
                    <a:pt x="154644" y="213511"/>
                  </a:lnTo>
                  <a:lnTo>
                    <a:pt x="156235" y="214029"/>
                  </a:lnTo>
                  <a:lnTo>
                    <a:pt x="157414" y="214181"/>
                  </a:lnTo>
                  <a:lnTo>
                    <a:pt x="157924" y="214607"/>
                  </a:lnTo>
                  <a:lnTo>
                    <a:pt x="158548" y="215604"/>
                  </a:lnTo>
                  <a:lnTo>
                    <a:pt x="159620" y="216715"/>
                  </a:lnTo>
                  <a:lnTo>
                    <a:pt x="160807" y="218160"/>
                  </a:lnTo>
                  <a:lnTo>
                    <a:pt x="161210" y="219629"/>
                  </a:lnTo>
                  <a:lnTo>
                    <a:pt x="160716" y="221036"/>
                  </a:lnTo>
                  <a:lnTo>
                    <a:pt x="161203" y="223053"/>
                  </a:lnTo>
                  <a:lnTo>
                    <a:pt x="161233" y="223228"/>
                  </a:lnTo>
                  <a:lnTo>
                    <a:pt x="161621" y="224019"/>
                  </a:lnTo>
                  <a:lnTo>
                    <a:pt x="161484" y="224726"/>
                  </a:lnTo>
                  <a:lnTo>
                    <a:pt x="161728" y="227397"/>
                  </a:lnTo>
                  <a:lnTo>
                    <a:pt x="162352" y="229725"/>
                  </a:lnTo>
                  <a:lnTo>
                    <a:pt x="163364" y="231711"/>
                  </a:lnTo>
                  <a:lnTo>
                    <a:pt x="163349" y="231879"/>
                  </a:lnTo>
                  <a:lnTo>
                    <a:pt x="163219" y="233096"/>
                  </a:lnTo>
                  <a:lnTo>
                    <a:pt x="161918" y="233880"/>
                  </a:lnTo>
                  <a:lnTo>
                    <a:pt x="161157" y="235181"/>
                  </a:lnTo>
                  <a:lnTo>
                    <a:pt x="160937" y="236984"/>
                  </a:lnTo>
                  <a:lnTo>
                    <a:pt x="161325" y="239183"/>
                  </a:lnTo>
                  <a:lnTo>
                    <a:pt x="162329" y="241777"/>
                  </a:lnTo>
                  <a:lnTo>
                    <a:pt x="162352" y="243299"/>
                  </a:lnTo>
                  <a:lnTo>
                    <a:pt x="162002" y="243512"/>
                  </a:lnTo>
                  <a:lnTo>
                    <a:pt x="161378" y="243999"/>
                  </a:lnTo>
                  <a:lnTo>
                    <a:pt x="160716" y="244318"/>
                  </a:lnTo>
                  <a:lnTo>
                    <a:pt x="158920" y="242538"/>
                  </a:lnTo>
                  <a:lnTo>
                    <a:pt x="156919" y="241336"/>
                  </a:lnTo>
                  <a:lnTo>
                    <a:pt x="153929" y="239251"/>
                  </a:lnTo>
                  <a:lnTo>
                    <a:pt x="150908" y="238498"/>
                  </a:lnTo>
                  <a:lnTo>
                    <a:pt x="147013" y="238361"/>
                  </a:lnTo>
                  <a:lnTo>
                    <a:pt x="145331" y="238620"/>
                  </a:lnTo>
                  <a:lnTo>
                    <a:pt x="144129" y="237836"/>
                  </a:lnTo>
                  <a:lnTo>
                    <a:pt x="142440" y="236923"/>
                  </a:lnTo>
                  <a:lnTo>
                    <a:pt x="141512" y="236695"/>
                  </a:lnTo>
                  <a:lnTo>
                    <a:pt x="140218" y="237395"/>
                  </a:lnTo>
                  <a:lnTo>
                    <a:pt x="139328" y="237425"/>
                  </a:lnTo>
                  <a:lnTo>
                    <a:pt x="138232" y="237159"/>
                  </a:lnTo>
                  <a:lnTo>
                    <a:pt x="136011" y="237189"/>
                  </a:lnTo>
                  <a:lnTo>
                    <a:pt x="135806" y="235972"/>
                  </a:lnTo>
                  <a:lnTo>
                    <a:pt x="135425" y="235744"/>
                  </a:lnTo>
                  <a:lnTo>
                    <a:pt x="133029" y="235850"/>
                  </a:lnTo>
                  <a:lnTo>
                    <a:pt x="132290" y="234846"/>
                  </a:lnTo>
                  <a:lnTo>
                    <a:pt x="131971" y="234960"/>
                  </a:lnTo>
                  <a:lnTo>
                    <a:pt x="131027" y="234648"/>
                  </a:lnTo>
                  <a:lnTo>
                    <a:pt x="129102" y="233218"/>
                  </a:lnTo>
                  <a:lnTo>
                    <a:pt x="127078" y="234161"/>
                  </a:lnTo>
                  <a:lnTo>
                    <a:pt x="122871" y="234039"/>
                  </a:lnTo>
                  <a:lnTo>
                    <a:pt x="117477" y="234070"/>
                  </a:lnTo>
                  <a:lnTo>
                    <a:pt x="111892" y="234108"/>
                  </a:lnTo>
                  <a:lnTo>
                    <a:pt x="106779" y="234062"/>
                  </a:lnTo>
                  <a:lnTo>
                    <a:pt x="101658" y="234017"/>
                  </a:lnTo>
                  <a:lnTo>
                    <a:pt x="101149" y="232685"/>
                  </a:lnTo>
                  <a:lnTo>
                    <a:pt x="100091" y="232000"/>
                  </a:lnTo>
                  <a:lnTo>
                    <a:pt x="98181" y="231939"/>
                  </a:lnTo>
                  <a:lnTo>
                    <a:pt x="92558" y="232206"/>
                  </a:lnTo>
                  <a:lnTo>
                    <a:pt x="88252" y="231993"/>
                  </a:lnTo>
                  <a:lnTo>
                    <a:pt x="86875" y="231818"/>
                  </a:lnTo>
                  <a:lnTo>
                    <a:pt x="85345" y="231475"/>
                  </a:lnTo>
                  <a:lnTo>
                    <a:pt x="81754" y="231163"/>
                  </a:lnTo>
                  <a:lnTo>
                    <a:pt x="77311" y="231414"/>
                  </a:lnTo>
                  <a:lnTo>
                    <a:pt x="76299" y="231346"/>
                  </a:lnTo>
                  <a:lnTo>
                    <a:pt x="72746" y="231392"/>
                  </a:lnTo>
                  <a:lnTo>
                    <a:pt x="64620" y="231034"/>
                  </a:lnTo>
                  <a:lnTo>
                    <a:pt x="60123" y="231087"/>
                  </a:lnTo>
                  <a:lnTo>
                    <a:pt x="60230" y="231901"/>
                  </a:lnTo>
                  <a:lnTo>
                    <a:pt x="59940" y="232479"/>
                  </a:lnTo>
                  <a:lnTo>
                    <a:pt x="59705" y="233895"/>
                  </a:lnTo>
                  <a:lnTo>
                    <a:pt x="54744" y="233887"/>
                  </a:lnTo>
                  <a:lnTo>
                    <a:pt x="48216" y="233887"/>
                  </a:lnTo>
                  <a:lnTo>
                    <a:pt x="42053" y="233887"/>
                  </a:lnTo>
                  <a:lnTo>
                    <a:pt x="37883" y="233887"/>
                  </a:lnTo>
                  <a:lnTo>
                    <a:pt x="30898" y="233887"/>
                  </a:lnTo>
                  <a:lnTo>
                    <a:pt x="28555" y="232921"/>
                  </a:lnTo>
                  <a:lnTo>
                    <a:pt x="27847" y="232297"/>
                  </a:lnTo>
                  <a:lnTo>
                    <a:pt x="27703" y="231597"/>
                  </a:lnTo>
                  <a:lnTo>
                    <a:pt x="27619" y="231125"/>
                  </a:lnTo>
                  <a:lnTo>
                    <a:pt x="27071" y="230988"/>
                  </a:lnTo>
                  <a:lnTo>
                    <a:pt x="27520" y="225997"/>
                  </a:lnTo>
                  <a:lnTo>
                    <a:pt x="28502" y="221843"/>
                  </a:lnTo>
                  <a:lnTo>
                    <a:pt x="28882" y="217985"/>
                  </a:lnTo>
                  <a:lnTo>
                    <a:pt x="30229" y="214539"/>
                  </a:lnTo>
                  <a:lnTo>
                    <a:pt x="29514" y="211122"/>
                  </a:lnTo>
                  <a:lnTo>
                    <a:pt x="28684" y="209631"/>
                  </a:lnTo>
                  <a:lnTo>
                    <a:pt x="24325" y="204792"/>
                  </a:lnTo>
                  <a:lnTo>
                    <a:pt x="26326" y="202966"/>
                  </a:lnTo>
                  <a:lnTo>
                    <a:pt x="23693" y="203217"/>
                  </a:lnTo>
                  <a:lnTo>
                    <a:pt x="23130" y="201414"/>
                  </a:lnTo>
                  <a:lnTo>
                    <a:pt x="21852" y="199261"/>
                  </a:lnTo>
                  <a:lnTo>
                    <a:pt x="22636" y="198911"/>
                  </a:lnTo>
                  <a:lnTo>
                    <a:pt x="23389" y="197731"/>
                  </a:lnTo>
                  <a:lnTo>
                    <a:pt x="25770" y="198089"/>
                  </a:lnTo>
                  <a:lnTo>
                    <a:pt x="25694" y="197511"/>
                  </a:lnTo>
                  <a:lnTo>
                    <a:pt x="23640" y="195700"/>
                  </a:lnTo>
                  <a:lnTo>
                    <a:pt x="23838" y="194787"/>
                  </a:lnTo>
                  <a:lnTo>
                    <a:pt x="24682" y="193767"/>
                  </a:lnTo>
                  <a:lnTo>
                    <a:pt x="24271" y="193334"/>
                  </a:lnTo>
                  <a:lnTo>
                    <a:pt x="22795" y="194399"/>
                  </a:lnTo>
                  <a:lnTo>
                    <a:pt x="21730" y="194361"/>
                  </a:lnTo>
                  <a:lnTo>
                    <a:pt x="20908" y="193676"/>
                  </a:lnTo>
                  <a:lnTo>
                    <a:pt x="20300" y="193562"/>
                  </a:lnTo>
                  <a:lnTo>
                    <a:pt x="20665" y="194947"/>
                  </a:lnTo>
                  <a:lnTo>
                    <a:pt x="19836" y="196187"/>
                  </a:lnTo>
                  <a:lnTo>
                    <a:pt x="19052" y="196620"/>
                  </a:lnTo>
                  <a:lnTo>
                    <a:pt x="17713" y="196544"/>
                  </a:lnTo>
                  <a:lnTo>
                    <a:pt x="16617" y="196232"/>
                  </a:lnTo>
                  <a:lnTo>
                    <a:pt x="16321" y="195540"/>
                  </a:lnTo>
                  <a:lnTo>
                    <a:pt x="15293" y="195015"/>
                  </a:lnTo>
                  <a:lnTo>
                    <a:pt x="12402" y="194094"/>
                  </a:lnTo>
                  <a:lnTo>
                    <a:pt x="9975" y="193014"/>
                  </a:lnTo>
                  <a:lnTo>
                    <a:pt x="9488" y="190062"/>
                  </a:lnTo>
                  <a:lnTo>
                    <a:pt x="8522" y="188791"/>
                  </a:lnTo>
                  <a:lnTo>
                    <a:pt x="8126" y="187353"/>
                  </a:lnTo>
                  <a:lnTo>
                    <a:pt x="7898" y="185710"/>
                  </a:lnTo>
                  <a:lnTo>
                    <a:pt x="8232" y="183184"/>
                  </a:lnTo>
                  <a:lnTo>
                    <a:pt x="7609" y="182780"/>
                  </a:lnTo>
                  <a:lnTo>
                    <a:pt x="6909" y="182643"/>
                  </a:lnTo>
                  <a:lnTo>
                    <a:pt x="5859" y="182765"/>
                  </a:lnTo>
                  <a:lnTo>
                    <a:pt x="4892" y="182628"/>
                  </a:lnTo>
                  <a:lnTo>
                    <a:pt x="3736" y="181228"/>
                  </a:lnTo>
                  <a:lnTo>
                    <a:pt x="2724" y="180688"/>
                  </a:lnTo>
                  <a:lnTo>
                    <a:pt x="3348" y="183260"/>
                  </a:lnTo>
                  <a:lnTo>
                    <a:pt x="2633" y="183983"/>
                  </a:lnTo>
                  <a:lnTo>
                    <a:pt x="890" y="183777"/>
                  </a:lnTo>
                  <a:lnTo>
                    <a:pt x="145" y="182803"/>
                  </a:lnTo>
                  <a:lnTo>
                    <a:pt x="0" y="182073"/>
                  </a:lnTo>
                  <a:lnTo>
                    <a:pt x="799" y="178969"/>
                  </a:lnTo>
                  <a:lnTo>
                    <a:pt x="487" y="178900"/>
                  </a:lnTo>
                  <a:lnTo>
                    <a:pt x="1111" y="177249"/>
                  </a:lnTo>
                  <a:lnTo>
                    <a:pt x="2298" y="175240"/>
                  </a:lnTo>
                  <a:lnTo>
                    <a:pt x="3903" y="172692"/>
                  </a:lnTo>
                  <a:lnTo>
                    <a:pt x="5722" y="169481"/>
                  </a:lnTo>
                  <a:lnTo>
                    <a:pt x="6970" y="163812"/>
                  </a:lnTo>
                  <a:lnTo>
                    <a:pt x="7814" y="160274"/>
                  </a:lnTo>
                  <a:lnTo>
                    <a:pt x="8583" y="157048"/>
                  </a:lnTo>
                  <a:lnTo>
                    <a:pt x="9914" y="154134"/>
                  </a:lnTo>
                  <a:lnTo>
                    <a:pt x="11261" y="152187"/>
                  </a:lnTo>
                  <a:lnTo>
                    <a:pt x="15073" y="148413"/>
                  </a:lnTo>
                  <a:lnTo>
                    <a:pt x="17949" y="145559"/>
                  </a:lnTo>
                  <a:lnTo>
                    <a:pt x="19417" y="144411"/>
                  </a:lnTo>
                  <a:lnTo>
                    <a:pt x="20437" y="143444"/>
                  </a:lnTo>
                  <a:lnTo>
                    <a:pt x="22232" y="142341"/>
                  </a:lnTo>
                  <a:lnTo>
                    <a:pt x="24066" y="141025"/>
                  </a:lnTo>
                  <a:lnTo>
                    <a:pt x="25474" y="138506"/>
                  </a:lnTo>
                  <a:lnTo>
                    <a:pt x="26623" y="136155"/>
                  </a:lnTo>
                  <a:lnTo>
                    <a:pt x="27497" y="135645"/>
                  </a:lnTo>
                  <a:lnTo>
                    <a:pt x="28646" y="135235"/>
                  </a:lnTo>
                  <a:lnTo>
                    <a:pt x="32162" y="132709"/>
                  </a:lnTo>
                  <a:lnTo>
                    <a:pt x="34391" y="131103"/>
                  </a:lnTo>
                  <a:lnTo>
                    <a:pt x="34908" y="131902"/>
                  </a:lnTo>
                  <a:lnTo>
                    <a:pt x="35289" y="132891"/>
                  </a:lnTo>
                  <a:lnTo>
                    <a:pt x="35715" y="133348"/>
                  </a:lnTo>
                  <a:lnTo>
                    <a:pt x="37586" y="133660"/>
                  </a:lnTo>
                  <a:lnTo>
                    <a:pt x="40150" y="133644"/>
                  </a:lnTo>
                  <a:lnTo>
                    <a:pt x="41627" y="133355"/>
                  </a:lnTo>
                  <a:lnTo>
                    <a:pt x="42410" y="132518"/>
                  </a:lnTo>
                  <a:lnTo>
                    <a:pt x="43209" y="130228"/>
                  </a:lnTo>
                  <a:lnTo>
                    <a:pt x="43673" y="129795"/>
                  </a:lnTo>
                  <a:lnTo>
                    <a:pt x="44274" y="129680"/>
                  </a:lnTo>
                  <a:lnTo>
                    <a:pt x="47074" y="131278"/>
                  </a:lnTo>
                  <a:lnTo>
                    <a:pt x="49403" y="133553"/>
                  </a:lnTo>
                  <a:lnTo>
                    <a:pt x="51700" y="135805"/>
                  </a:lnTo>
                  <a:lnTo>
                    <a:pt x="52864" y="136604"/>
                  </a:lnTo>
                  <a:lnTo>
                    <a:pt x="53374" y="137487"/>
                  </a:lnTo>
                  <a:lnTo>
                    <a:pt x="54378" y="141588"/>
                  </a:lnTo>
                  <a:lnTo>
                    <a:pt x="54957" y="142607"/>
                  </a:lnTo>
                  <a:lnTo>
                    <a:pt x="55953" y="143033"/>
                  </a:lnTo>
                  <a:lnTo>
                    <a:pt x="57749" y="142759"/>
                  </a:lnTo>
                  <a:lnTo>
                    <a:pt x="59613" y="142037"/>
                  </a:lnTo>
                  <a:lnTo>
                    <a:pt x="61257" y="140987"/>
                  </a:lnTo>
                  <a:lnTo>
                    <a:pt x="62877" y="139625"/>
                  </a:lnTo>
                  <a:lnTo>
                    <a:pt x="63981" y="138400"/>
                  </a:lnTo>
                  <a:lnTo>
                    <a:pt x="64460" y="137494"/>
                  </a:lnTo>
                  <a:lnTo>
                    <a:pt x="64703" y="134139"/>
                  </a:lnTo>
                  <a:lnTo>
                    <a:pt x="65068" y="133401"/>
                  </a:lnTo>
                  <a:lnTo>
                    <a:pt x="66720" y="132062"/>
                  </a:lnTo>
                  <a:lnTo>
                    <a:pt x="69489" y="129825"/>
                  </a:lnTo>
                  <a:lnTo>
                    <a:pt x="71072" y="128539"/>
                  </a:lnTo>
                  <a:lnTo>
                    <a:pt x="70935" y="128083"/>
                  </a:lnTo>
                  <a:lnTo>
                    <a:pt x="69946" y="126713"/>
                  </a:lnTo>
                  <a:lnTo>
                    <a:pt x="69071" y="125206"/>
                  </a:lnTo>
                  <a:lnTo>
                    <a:pt x="69961" y="123654"/>
                  </a:lnTo>
                  <a:lnTo>
                    <a:pt x="70881" y="122460"/>
                  </a:lnTo>
                  <a:lnTo>
                    <a:pt x="74374" y="118420"/>
                  </a:lnTo>
                  <a:lnTo>
                    <a:pt x="74389" y="117081"/>
                  </a:lnTo>
                  <a:lnTo>
                    <a:pt x="74572" y="115460"/>
                  </a:lnTo>
                  <a:lnTo>
                    <a:pt x="77364" y="110864"/>
                  </a:lnTo>
                  <a:lnTo>
                    <a:pt x="78969" y="104762"/>
                  </a:lnTo>
                  <a:lnTo>
                    <a:pt x="79015" y="103583"/>
                  </a:lnTo>
                  <a:lnTo>
                    <a:pt x="80681" y="100639"/>
                  </a:lnTo>
                  <a:lnTo>
                    <a:pt x="82652" y="96865"/>
                  </a:lnTo>
                  <a:lnTo>
                    <a:pt x="86479" y="96256"/>
                  </a:lnTo>
                  <a:lnTo>
                    <a:pt x="87948" y="95312"/>
                  </a:lnTo>
                  <a:lnTo>
                    <a:pt x="89644" y="93646"/>
                  </a:lnTo>
                  <a:lnTo>
                    <a:pt x="90740" y="92094"/>
                  </a:lnTo>
                  <a:lnTo>
                    <a:pt x="91257" y="90618"/>
                  </a:lnTo>
                  <a:lnTo>
                    <a:pt x="91638" y="87765"/>
                  </a:lnTo>
                  <a:lnTo>
                    <a:pt x="92315" y="84516"/>
                  </a:lnTo>
                  <a:lnTo>
                    <a:pt x="92733" y="81663"/>
                  </a:lnTo>
                  <a:lnTo>
                    <a:pt x="93882" y="79023"/>
                  </a:lnTo>
                  <a:lnTo>
                    <a:pt x="95800" y="77691"/>
                  </a:lnTo>
                  <a:lnTo>
                    <a:pt x="99132" y="76580"/>
                  </a:lnTo>
                  <a:lnTo>
                    <a:pt x="99634" y="76063"/>
                  </a:lnTo>
                  <a:lnTo>
                    <a:pt x="100113" y="74313"/>
                  </a:lnTo>
                  <a:lnTo>
                    <a:pt x="100486" y="70676"/>
                  </a:lnTo>
                  <a:lnTo>
                    <a:pt x="100593" y="68485"/>
                  </a:lnTo>
                  <a:lnTo>
                    <a:pt x="100722" y="67534"/>
                  </a:lnTo>
                  <a:lnTo>
                    <a:pt x="101149" y="65890"/>
                  </a:lnTo>
                  <a:lnTo>
                    <a:pt x="104238" y="62976"/>
                  </a:lnTo>
                  <a:lnTo>
                    <a:pt x="105607" y="58411"/>
                  </a:lnTo>
                  <a:lnTo>
                    <a:pt x="106824" y="53625"/>
                  </a:lnTo>
                  <a:lnTo>
                    <a:pt x="110332" y="47835"/>
                  </a:lnTo>
                  <a:lnTo>
                    <a:pt x="114440" y="42068"/>
                  </a:lnTo>
                  <a:lnTo>
                    <a:pt x="116343" y="40516"/>
                  </a:lnTo>
                  <a:lnTo>
                    <a:pt x="117948" y="39801"/>
                  </a:lnTo>
                  <a:lnTo>
                    <a:pt x="119805" y="39724"/>
                  </a:lnTo>
                  <a:lnTo>
                    <a:pt x="121068" y="39298"/>
                  </a:lnTo>
                  <a:lnTo>
                    <a:pt x="125488" y="36422"/>
                  </a:lnTo>
                  <a:lnTo>
                    <a:pt x="127337" y="35448"/>
                  </a:lnTo>
                  <a:lnTo>
                    <a:pt x="128699" y="34452"/>
                  </a:lnTo>
                  <a:lnTo>
                    <a:pt x="129026" y="33577"/>
                  </a:lnTo>
                  <a:lnTo>
                    <a:pt x="129163" y="32306"/>
                  </a:lnTo>
                  <a:lnTo>
                    <a:pt x="128737" y="29323"/>
                  </a:lnTo>
                  <a:lnTo>
                    <a:pt x="129498" y="27140"/>
                  </a:lnTo>
                  <a:lnTo>
                    <a:pt x="129947" y="23739"/>
                  </a:lnTo>
                  <a:lnTo>
                    <a:pt x="130129" y="21091"/>
                  </a:lnTo>
                  <a:lnTo>
                    <a:pt x="129970" y="20170"/>
                  </a:lnTo>
                  <a:lnTo>
                    <a:pt x="129277" y="18900"/>
                  </a:lnTo>
                  <a:lnTo>
                    <a:pt x="129148" y="18626"/>
                  </a:lnTo>
                  <a:lnTo>
                    <a:pt x="127824" y="16975"/>
                  </a:lnTo>
                  <a:lnTo>
                    <a:pt x="125610" y="15978"/>
                  </a:lnTo>
                  <a:lnTo>
                    <a:pt x="122567" y="15704"/>
                  </a:lnTo>
                  <a:lnTo>
                    <a:pt x="120953" y="15118"/>
                  </a:lnTo>
                  <a:lnTo>
                    <a:pt x="120687" y="13733"/>
                  </a:lnTo>
                  <a:lnTo>
                    <a:pt x="120535" y="12935"/>
                  </a:lnTo>
                  <a:lnTo>
                    <a:pt x="120375" y="12067"/>
                  </a:lnTo>
                  <a:lnTo>
                    <a:pt x="120155" y="10142"/>
                  </a:lnTo>
                  <a:lnTo>
                    <a:pt x="118108" y="0"/>
                  </a:lnTo>
                  <a:lnTo>
                    <a:pt x="121973" y="30"/>
                  </a:lnTo>
                  <a:lnTo>
                    <a:pt x="126599" y="1240"/>
                  </a:lnTo>
                  <a:lnTo>
                    <a:pt x="127763" y="2153"/>
                  </a:lnTo>
                  <a:lnTo>
                    <a:pt x="128379" y="5623"/>
                  </a:lnTo>
                  <a:lnTo>
                    <a:pt x="130053" y="7593"/>
                  </a:lnTo>
                  <a:lnTo>
                    <a:pt x="132998" y="9206"/>
                  </a:lnTo>
                  <a:lnTo>
                    <a:pt x="134832" y="12547"/>
                  </a:lnTo>
                  <a:lnTo>
                    <a:pt x="135547" y="17599"/>
                  </a:lnTo>
                  <a:lnTo>
                    <a:pt x="137167" y="20619"/>
                  </a:lnTo>
                  <a:lnTo>
                    <a:pt x="137540" y="21099"/>
                  </a:lnTo>
                  <a:lnTo>
                    <a:pt x="139374" y="25458"/>
                  </a:lnTo>
                  <a:lnTo>
                    <a:pt x="139830" y="26797"/>
                  </a:lnTo>
                  <a:lnTo>
                    <a:pt x="139967" y="29422"/>
                  </a:lnTo>
                  <a:lnTo>
                    <a:pt x="139762" y="31195"/>
                  </a:lnTo>
                  <a:lnTo>
                    <a:pt x="140698" y="33386"/>
                  </a:lnTo>
                  <a:lnTo>
                    <a:pt x="139282" y="37130"/>
                  </a:lnTo>
                  <a:lnTo>
                    <a:pt x="138857" y="39420"/>
                  </a:lnTo>
                  <a:lnTo>
                    <a:pt x="138735" y="42638"/>
                  </a:lnTo>
                  <a:lnTo>
                    <a:pt x="139564" y="48314"/>
                  </a:lnTo>
                  <a:lnTo>
                    <a:pt x="140919" y="52689"/>
                  </a:lnTo>
                  <a:lnTo>
                    <a:pt x="142387" y="56227"/>
                  </a:lnTo>
                  <a:lnTo>
                    <a:pt x="143992" y="58974"/>
                  </a:lnTo>
                  <a:lnTo>
                    <a:pt x="146632" y="62002"/>
                  </a:lnTo>
                  <a:lnTo>
                    <a:pt x="149455" y="64764"/>
                  </a:lnTo>
                  <a:lnTo>
                    <a:pt x="152080" y="66506"/>
                  </a:lnTo>
                  <a:lnTo>
                    <a:pt x="149645" y="67526"/>
                  </a:lnTo>
                  <a:lnTo>
                    <a:pt x="144928" y="67655"/>
                  </a:lnTo>
                  <a:lnTo>
                    <a:pt x="142219" y="67069"/>
                  </a:lnTo>
                  <a:lnTo>
                    <a:pt x="140926" y="67039"/>
                  </a:lnTo>
                  <a:lnTo>
                    <a:pt x="139625" y="67404"/>
                  </a:lnTo>
                  <a:lnTo>
                    <a:pt x="134588" y="67929"/>
                  </a:lnTo>
                  <a:lnTo>
                    <a:pt x="129506" y="67686"/>
                  </a:lnTo>
                  <a:lnTo>
                    <a:pt x="124796" y="66993"/>
                  </a:lnTo>
                  <a:lnTo>
                    <a:pt x="121935" y="67108"/>
                  </a:lnTo>
                  <a:lnTo>
                    <a:pt x="119728" y="68789"/>
                  </a:lnTo>
                  <a:lnTo>
                    <a:pt x="117933" y="71315"/>
                  </a:lnTo>
                  <a:lnTo>
                    <a:pt x="116259" y="73316"/>
                  </a:lnTo>
                  <a:lnTo>
                    <a:pt x="116845" y="75530"/>
                  </a:lnTo>
                  <a:lnTo>
                    <a:pt x="118108" y="76755"/>
                  </a:lnTo>
                  <a:lnTo>
                    <a:pt x="120542" y="79449"/>
                  </a:lnTo>
                  <a:lnTo>
                    <a:pt x="122719" y="82058"/>
                  </a:lnTo>
                  <a:lnTo>
                    <a:pt x="123837" y="83808"/>
                  </a:lnTo>
                  <a:lnTo>
                    <a:pt x="128189" y="87643"/>
                  </a:lnTo>
                  <a:lnTo>
                    <a:pt x="132389" y="91067"/>
                  </a:lnTo>
                  <a:lnTo>
                    <a:pt x="133211" y="91638"/>
                  </a:lnTo>
                  <a:lnTo>
                    <a:pt x="134390" y="92254"/>
                  </a:lnTo>
                  <a:lnTo>
                    <a:pt x="135121" y="92505"/>
                  </a:lnTo>
                  <a:lnTo>
                    <a:pt x="137411" y="94468"/>
                  </a:lnTo>
                  <a:lnTo>
                    <a:pt x="140576" y="97686"/>
                  </a:lnTo>
                  <a:lnTo>
                    <a:pt x="143482" y="102723"/>
                  </a:lnTo>
                  <a:lnTo>
                    <a:pt x="145544" y="107836"/>
                  </a:lnTo>
                  <a:lnTo>
                    <a:pt x="147553" y="112805"/>
                  </a:lnTo>
                  <a:lnTo>
                    <a:pt x="148436" y="113641"/>
                  </a:lnTo>
                  <a:lnTo>
                    <a:pt x="149836" y="114174"/>
                  </a:lnTo>
                  <a:lnTo>
                    <a:pt x="150003" y="115239"/>
                  </a:lnTo>
                  <a:lnTo>
                    <a:pt x="149897" y="116814"/>
                  </a:lnTo>
                  <a:lnTo>
                    <a:pt x="149463" y="11810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1" name="Freeform: Shape 2190">
              <a:extLst>
                <a:ext uri="{FF2B5EF4-FFF2-40B4-BE49-F238E27FC236}">
                  <a16:creationId xmlns:a16="http://schemas.microsoft.com/office/drawing/2014/main" id="{965E5FB3-D326-0A51-7E5F-630D644471A8}"/>
                </a:ext>
              </a:extLst>
            </p:cNvPr>
            <p:cNvSpPr/>
            <p:nvPr/>
          </p:nvSpPr>
          <p:spPr>
            <a:xfrm>
              <a:off x="11145617" y="3651466"/>
              <a:ext cx="1305676" cy="959591"/>
            </a:xfrm>
            <a:custGeom>
              <a:avLst/>
              <a:gdLst>
                <a:gd name="csX0" fmla="*/ 796092 w 1305676"/>
                <a:gd name="csY0" fmla="*/ 919753 h 959591"/>
                <a:gd name="csX1" fmla="*/ 797157 w 1305676"/>
                <a:gd name="csY1" fmla="*/ 920758 h 959591"/>
                <a:gd name="csX2" fmla="*/ 797850 w 1305676"/>
                <a:gd name="csY2" fmla="*/ 922211 h 959591"/>
                <a:gd name="csX3" fmla="*/ 798420 w 1305676"/>
                <a:gd name="csY3" fmla="*/ 924889 h 959591"/>
                <a:gd name="csX4" fmla="*/ 798763 w 1305676"/>
                <a:gd name="csY4" fmla="*/ 927354 h 959591"/>
                <a:gd name="csX5" fmla="*/ 796610 w 1305676"/>
                <a:gd name="csY5" fmla="*/ 928921 h 959591"/>
                <a:gd name="csX6" fmla="*/ 794677 w 1305676"/>
                <a:gd name="csY6" fmla="*/ 929553 h 959591"/>
                <a:gd name="csX7" fmla="*/ 790804 w 1305676"/>
                <a:gd name="csY7" fmla="*/ 935556 h 959591"/>
                <a:gd name="csX8" fmla="*/ 789998 w 1305676"/>
                <a:gd name="csY8" fmla="*/ 937451 h 959591"/>
                <a:gd name="csX9" fmla="*/ 789343 w 1305676"/>
                <a:gd name="csY9" fmla="*/ 938242 h 959591"/>
                <a:gd name="csX10" fmla="*/ 789138 w 1305676"/>
                <a:gd name="csY10" fmla="*/ 939064 h 959591"/>
                <a:gd name="csX11" fmla="*/ 789214 w 1305676"/>
                <a:gd name="csY11" fmla="*/ 939885 h 959591"/>
                <a:gd name="csX12" fmla="*/ 788210 w 1305676"/>
                <a:gd name="csY12" fmla="*/ 942761 h 959591"/>
                <a:gd name="csX13" fmla="*/ 787327 w 1305676"/>
                <a:gd name="csY13" fmla="*/ 946299 h 959591"/>
                <a:gd name="csX14" fmla="*/ 786764 w 1305676"/>
                <a:gd name="csY14" fmla="*/ 947745 h 959591"/>
                <a:gd name="csX15" fmla="*/ 785653 w 1305676"/>
                <a:gd name="csY15" fmla="*/ 948856 h 959591"/>
                <a:gd name="csX16" fmla="*/ 784246 w 1305676"/>
                <a:gd name="csY16" fmla="*/ 949419 h 959591"/>
                <a:gd name="csX17" fmla="*/ 783333 w 1305676"/>
                <a:gd name="csY17" fmla="*/ 949503 h 959591"/>
                <a:gd name="csX18" fmla="*/ 782503 w 1305676"/>
                <a:gd name="csY18" fmla="*/ 949807 h 959591"/>
                <a:gd name="csX19" fmla="*/ 780456 w 1305676"/>
                <a:gd name="csY19" fmla="*/ 951732 h 959591"/>
                <a:gd name="csX20" fmla="*/ 778151 w 1305676"/>
                <a:gd name="csY20" fmla="*/ 953177 h 959591"/>
                <a:gd name="csX21" fmla="*/ 778539 w 1305676"/>
                <a:gd name="csY21" fmla="*/ 953839 h 959591"/>
                <a:gd name="csX22" fmla="*/ 778562 w 1305676"/>
                <a:gd name="csY22" fmla="*/ 954471 h 959591"/>
                <a:gd name="csX23" fmla="*/ 777550 w 1305676"/>
                <a:gd name="csY23" fmla="*/ 955171 h 959591"/>
                <a:gd name="csX24" fmla="*/ 776432 w 1305676"/>
                <a:gd name="csY24" fmla="*/ 955034 h 959591"/>
                <a:gd name="csX25" fmla="*/ 773183 w 1305676"/>
                <a:gd name="csY25" fmla="*/ 955605 h 959591"/>
                <a:gd name="csX26" fmla="*/ 771996 w 1305676"/>
                <a:gd name="csY26" fmla="*/ 956685 h 959591"/>
                <a:gd name="csX27" fmla="*/ 770779 w 1305676"/>
                <a:gd name="csY27" fmla="*/ 958678 h 959591"/>
                <a:gd name="csX28" fmla="*/ 770315 w 1305676"/>
                <a:gd name="csY28" fmla="*/ 958952 h 959591"/>
                <a:gd name="csX29" fmla="*/ 768351 w 1305676"/>
                <a:gd name="csY29" fmla="*/ 959417 h 959591"/>
                <a:gd name="csX30" fmla="*/ 766860 w 1305676"/>
                <a:gd name="csY30" fmla="*/ 959591 h 959591"/>
                <a:gd name="csX31" fmla="*/ 764311 w 1305676"/>
                <a:gd name="csY31" fmla="*/ 958184 h 959591"/>
                <a:gd name="csX32" fmla="*/ 763048 w 1305676"/>
                <a:gd name="csY32" fmla="*/ 957773 h 959591"/>
                <a:gd name="csX33" fmla="*/ 759685 w 1305676"/>
                <a:gd name="csY33" fmla="*/ 957202 h 959591"/>
                <a:gd name="csX34" fmla="*/ 756406 w 1305676"/>
                <a:gd name="csY34" fmla="*/ 956251 h 959591"/>
                <a:gd name="csX35" fmla="*/ 754108 w 1305676"/>
                <a:gd name="csY35" fmla="*/ 955163 h 959591"/>
                <a:gd name="csX36" fmla="*/ 749398 w 1305676"/>
                <a:gd name="csY36" fmla="*/ 952500 h 959591"/>
                <a:gd name="csX37" fmla="*/ 748851 w 1305676"/>
                <a:gd name="csY37" fmla="*/ 947684 h 959591"/>
                <a:gd name="csX38" fmla="*/ 748044 w 1305676"/>
                <a:gd name="csY38" fmla="*/ 945082 h 959591"/>
                <a:gd name="csX39" fmla="*/ 747991 w 1305676"/>
                <a:gd name="csY39" fmla="*/ 944154 h 959591"/>
                <a:gd name="csX40" fmla="*/ 748303 w 1305676"/>
                <a:gd name="csY40" fmla="*/ 936127 h 959591"/>
                <a:gd name="csX41" fmla="*/ 748630 w 1305676"/>
                <a:gd name="csY41" fmla="*/ 935244 h 959591"/>
                <a:gd name="csX42" fmla="*/ 749231 w 1305676"/>
                <a:gd name="csY42" fmla="*/ 934476 h 959591"/>
                <a:gd name="csX43" fmla="*/ 751308 w 1305676"/>
                <a:gd name="csY43" fmla="*/ 932680 h 959591"/>
                <a:gd name="csX44" fmla="*/ 753690 w 1305676"/>
                <a:gd name="csY44" fmla="*/ 931257 h 959591"/>
                <a:gd name="csX45" fmla="*/ 757106 w 1305676"/>
                <a:gd name="csY45" fmla="*/ 928275 h 959591"/>
                <a:gd name="csX46" fmla="*/ 759586 w 1305676"/>
                <a:gd name="csY46" fmla="*/ 926913 h 959591"/>
                <a:gd name="csX47" fmla="*/ 761663 w 1305676"/>
                <a:gd name="csY47" fmla="*/ 924950 h 959591"/>
                <a:gd name="csX48" fmla="*/ 760446 w 1305676"/>
                <a:gd name="csY48" fmla="*/ 925033 h 959591"/>
                <a:gd name="csX49" fmla="*/ 759548 w 1305676"/>
                <a:gd name="csY49" fmla="*/ 924782 h 959591"/>
                <a:gd name="csX50" fmla="*/ 760431 w 1305676"/>
                <a:gd name="csY50" fmla="*/ 923101 h 959591"/>
                <a:gd name="csX51" fmla="*/ 761382 w 1305676"/>
                <a:gd name="csY51" fmla="*/ 922203 h 959591"/>
                <a:gd name="csX52" fmla="*/ 762485 w 1305676"/>
                <a:gd name="csY52" fmla="*/ 921716 h 959591"/>
                <a:gd name="csX53" fmla="*/ 764692 w 1305676"/>
                <a:gd name="csY53" fmla="*/ 922066 h 959591"/>
                <a:gd name="csX54" fmla="*/ 766731 w 1305676"/>
                <a:gd name="csY54" fmla="*/ 921716 h 959591"/>
                <a:gd name="csX55" fmla="*/ 768237 w 1305676"/>
                <a:gd name="csY55" fmla="*/ 920225 h 959591"/>
                <a:gd name="csX56" fmla="*/ 769668 w 1305676"/>
                <a:gd name="csY56" fmla="*/ 919905 h 959591"/>
                <a:gd name="csX57" fmla="*/ 775115 w 1305676"/>
                <a:gd name="csY57" fmla="*/ 920392 h 959591"/>
                <a:gd name="csX58" fmla="*/ 778889 w 1305676"/>
                <a:gd name="csY58" fmla="*/ 919708 h 959591"/>
                <a:gd name="csX59" fmla="*/ 780776 w 1305676"/>
                <a:gd name="csY59" fmla="*/ 918330 h 959591"/>
                <a:gd name="csX60" fmla="*/ 781666 w 1305676"/>
                <a:gd name="csY60" fmla="*/ 918277 h 959591"/>
                <a:gd name="csX61" fmla="*/ 784451 w 1305676"/>
                <a:gd name="csY61" fmla="*/ 918665 h 959591"/>
                <a:gd name="csX62" fmla="*/ 785486 w 1305676"/>
                <a:gd name="csY62" fmla="*/ 920096 h 959591"/>
                <a:gd name="csX63" fmla="*/ 785395 w 1305676"/>
                <a:gd name="csY63" fmla="*/ 919137 h 959591"/>
                <a:gd name="csX64" fmla="*/ 785516 w 1305676"/>
                <a:gd name="csY64" fmla="*/ 918201 h 959591"/>
                <a:gd name="csX65" fmla="*/ 786026 w 1305676"/>
                <a:gd name="csY65" fmla="*/ 918300 h 959591"/>
                <a:gd name="csX66" fmla="*/ 789670 w 1305676"/>
                <a:gd name="csY66" fmla="*/ 920073 h 959591"/>
                <a:gd name="csX67" fmla="*/ 789678 w 1305676"/>
                <a:gd name="csY67" fmla="*/ 917904 h 959591"/>
                <a:gd name="csX68" fmla="*/ 789884 w 1305676"/>
                <a:gd name="csY68" fmla="*/ 917334 h 959591"/>
                <a:gd name="csX69" fmla="*/ 791017 w 1305676"/>
                <a:gd name="csY69" fmla="*/ 916428 h 959591"/>
                <a:gd name="csX70" fmla="*/ 791588 w 1305676"/>
                <a:gd name="csY70" fmla="*/ 916443 h 959591"/>
                <a:gd name="csX71" fmla="*/ 793003 w 1305676"/>
                <a:gd name="csY71" fmla="*/ 918193 h 959591"/>
                <a:gd name="csX72" fmla="*/ 794380 w 1305676"/>
                <a:gd name="csY72" fmla="*/ 919213 h 959591"/>
                <a:gd name="csX73" fmla="*/ 796092 w 1305676"/>
                <a:gd name="csY73" fmla="*/ 919753 h 959591"/>
                <a:gd name="csX74" fmla="*/ 785341 w 1305676"/>
                <a:gd name="csY74" fmla="*/ 894789 h 959591"/>
                <a:gd name="csX75" fmla="*/ 786133 w 1305676"/>
                <a:gd name="csY75" fmla="*/ 895581 h 959591"/>
                <a:gd name="csX76" fmla="*/ 788248 w 1305676"/>
                <a:gd name="csY76" fmla="*/ 895025 h 959591"/>
                <a:gd name="csX77" fmla="*/ 788636 w 1305676"/>
                <a:gd name="csY77" fmla="*/ 896030 h 959591"/>
                <a:gd name="csX78" fmla="*/ 788620 w 1305676"/>
                <a:gd name="csY78" fmla="*/ 896501 h 959591"/>
                <a:gd name="csX79" fmla="*/ 787867 w 1305676"/>
                <a:gd name="csY79" fmla="*/ 897658 h 959591"/>
                <a:gd name="csX80" fmla="*/ 786117 w 1305676"/>
                <a:gd name="csY80" fmla="*/ 896768 h 959591"/>
                <a:gd name="csX81" fmla="*/ 784375 w 1305676"/>
                <a:gd name="csY81" fmla="*/ 896973 h 959591"/>
                <a:gd name="csX82" fmla="*/ 783112 w 1305676"/>
                <a:gd name="csY82" fmla="*/ 896897 h 959591"/>
                <a:gd name="csX83" fmla="*/ 782770 w 1305676"/>
                <a:gd name="csY83" fmla="*/ 896349 h 959591"/>
                <a:gd name="csX84" fmla="*/ 783736 w 1305676"/>
                <a:gd name="csY84" fmla="*/ 895223 h 959591"/>
                <a:gd name="csX85" fmla="*/ 785341 w 1305676"/>
                <a:gd name="csY85" fmla="*/ 894789 h 959591"/>
                <a:gd name="csX86" fmla="*/ 833572 w 1305676"/>
                <a:gd name="csY86" fmla="*/ 882326 h 959591"/>
                <a:gd name="csX87" fmla="*/ 831480 w 1305676"/>
                <a:gd name="csY87" fmla="*/ 882806 h 959591"/>
                <a:gd name="csX88" fmla="*/ 831031 w 1305676"/>
                <a:gd name="csY88" fmla="*/ 882707 h 959591"/>
                <a:gd name="csX89" fmla="*/ 831761 w 1305676"/>
                <a:gd name="csY89" fmla="*/ 881528 h 959591"/>
                <a:gd name="csX90" fmla="*/ 833656 w 1305676"/>
                <a:gd name="csY90" fmla="*/ 880714 h 959591"/>
                <a:gd name="csX91" fmla="*/ 833572 w 1305676"/>
                <a:gd name="csY91" fmla="*/ 882326 h 959591"/>
                <a:gd name="csX92" fmla="*/ 836699 w 1305676"/>
                <a:gd name="csY92" fmla="*/ 883194 h 959591"/>
                <a:gd name="csX93" fmla="*/ 836288 w 1305676"/>
                <a:gd name="csY93" fmla="*/ 883650 h 959591"/>
                <a:gd name="csX94" fmla="*/ 835665 w 1305676"/>
                <a:gd name="csY94" fmla="*/ 882821 h 959591"/>
                <a:gd name="csX95" fmla="*/ 835489 w 1305676"/>
                <a:gd name="csY95" fmla="*/ 881634 h 959591"/>
                <a:gd name="csX96" fmla="*/ 835040 w 1305676"/>
                <a:gd name="csY96" fmla="*/ 880995 h 959591"/>
                <a:gd name="csX97" fmla="*/ 836068 w 1305676"/>
                <a:gd name="csY97" fmla="*/ 880189 h 959591"/>
                <a:gd name="csX98" fmla="*/ 836524 w 1305676"/>
                <a:gd name="csY98" fmla="*/ 879298 h 959591"/>
                <a:gd name="csX99" fmla="*/ 837742 w 1305676"/>
                <a:gd name="csY99" fmla="*/ 879473 h 959591"/>
                <a:gd name="csX100" fmla="*/ 838244 w 1305676"/>
                <a:gd name="csY100" fmla="*/ 879740 h 959591"/>
                <a:gd name="csX101" fmla="*/ 837171 w 1305676"/>
                <a:gd name="csY101" fmla="*/ 880668 h 959591"/>
                <a:gd name="csX102" fmla="*/ 836920 w 1305676"/>
                <a:gd name="csY102" fmla="*/ 881064 h 959591"/>
                <a:gd name="csX103" fmla="*/ 836699 w 1305676"/>
                <a:gd name="csY103" fmla="*/ 883194 h 959591"/>
                <a:gd name="csX104" fmla="*/ 853035 w 1305676"/>
                <a:gd name="csY104" fmla="*/ 855621 h 959591"/>
                <a:gd name="csX105" fmla="*/ 853210 w 1305676"/>
                <a:gd name="csY105" fmla="*/ 856686 h 959591"/>
                <a:gd name="csX106" fmla="*/ 851543 w 1305676"/>
                <a:gd name="csY106" fmla="*/ 855065 h 959591"/>
                <a:gd name="csX107" fmla="*/ 851064 w 1305676"/>
                <a:gd name="csY107" fmla="*/ 854974 h 959591"/>
                <a:gd name="csX108" fmla="*/ 850273 w 1305676"/>
                <a:gd name="csY108" fmla="*/ 854365 h 959591"/>
                <a:gd name="csX109" fmla="*/ 849809 w 1305676"/>
                <a:gd name="csY109" fmla="*/ 853346 h 959591"/>
                <a:gd name="csX110" fmla="*/ 851102 w 1305676"/>
                <a:gd name="csY110" fmla="*/ 853307 h 959591"/>
                <a:gd name="csX111" fmla="*/ 852289 w 1305676"/>
                <a:gd name="csY111" fmla="*/ 854517 h 959591"/>
                <a:gd name="csX112" fmla="*/ 853035 w 1305676"/>
                <a:gd name="csY112" fmla="*/ 855621 h 959591"/>
                <a:gd name="csX113" fmla="*/ 951855 w 1305676"/>
                <a:gd name="csY113" fmla="*/ 816399 h 959591"/>
                <a:gd name="csX114" fmla="*/ 951140 w 1305676"/>
                <a:gd name="csY114" fmla="*/ 817806 h 959591"/>
                <a:gd name="csX115" fmla="*/ 949877 w 1305676"/>
                <a:gd name="csY115" fmla="*/ 817570 h 959591"/>
                <a:gd name="csX116" fmla="*/ 949839 w 1305676"/>
                <a:gd name="csY116" fmla="*/ 816573 h 959591"/>
                <a:gd name="csX117" fmla="*/ 949580 w 1305676"/>
                <a:gd name="csY117" fmla="*/ 816284 h 959591"/>
                <a:gd name="csX118" fmla="*/ 949930 w 1305676"/>
                <a:gd name="csY118" fmla="*/ 815356 h 959591"/>
                <a:gd name="csX119" fmla="*/ 950158 w 1305676"/>
                <a:gd name="csY119" fmla="*/ 815097 h 959591"/>
                <a:gd name="csX120" fmla="*/ 951588 w 1305676"/>
                <a:gd name="csY120" fmla="*/ 815889 h 959591"/>
                <a:gd name="csX121" fmla="*/ 951855 w 1305676"/>
                <a:gd name="csY121" fmla="*/ 816399 h 959591"/>
                <a:gd name="csX122" fmla="*/ 986831 w 1305676"/>
                <a:gd name="csY122" fmla="*/ 793892 h 959591"/>
                <a:gd name="csX123" fmla="*/ 985241 w 1305676"/>
                <a:gd name="csY123" fmla="*/ 794980 h 959591"/>
                <a:gd name="csX124" fmla="*/ 984252 w 1305676"/>
                <a:gd name="csY124" fmla="*/ 794463 h 959591"/>
                <a:gd name="csX125" fmla="*/ 984237 w 1305676"/>
                <a:gd name="csY125" fmla="*/ 793002 h 959591"/>
                <a:gd name="csX126" fmla="*/ 984739 w 1305676"/>
                <a:gd name="csY126" fmla="*/ 791686 h 959591"/>
                <a:gd name="csX127" fmla="*/ 984161 w 1305676"/>
                <a:gd name="csY127" fmla="*/ 790735 h 959591"/>
                <a:gd name="csX128" fmla="*/ 984724 w 1305676"/>
                <a:gd name="csY128" fmla="*/ 789609 h 959591"/>
                <a:gd name="csX129" fmla="*/ 985903 w 1305676"/>
                <a:gd name="csY129" fmla="*/ 789274 h 959591"/>
                <a:gd name="csX130" fmla="*/ 986329 w 1305676"/>
                <a:gd name="csY130" fmla="*/ 789981 h 959591"/>
                <a:gd name="csX131" fmla="*/ 986991 w 1305676"/>
                <a:gd name="csY131" fmla="*/ 790354 h 959591"/>
                <a:gd name="csX132" fmla="*/ 987196 w 1305676"/>
                <a:gd name="csY132" fmla="*/ 790742 h 959591"/>
                <a:gd name="csX133" fmla="*/ 987204 w 1305676"/>
                <a:gd name="csY133" fmla="*/ 791480 h 959591"/>
                <a:gd name="csX134" fmla="*/ 986573 w 1305676"/>
                <a:gd name="csY134" fmla="*/ 792698 h 959591"/>
                <a:gd name="csX135" fmla="*/ 987067 w 1305676"/>
                <a:gd name="csY135" fmla="*/ 793360 h 959591"/>
                <a:gd name="csX136" fmla="*/ 986831 w 1305676"/>
                <a:gd name="csY136" fmla="*/ 793892 h 959591"/>
                <a:gd name="csX137" fmla="*/ 1017372 w 1305676"/>
                <a:gd name="csY137" fmla="*/ 731335 h 959591"/>
                <a:gd name="csX138" fmla="*/ 1015508 w 1305676"/>
                <a:gd name="csY138" fmla="*/ 731913 h 959591"/>
                <a:gd name="csX139" fmla="*/ 1014808 w 1305676"/>
                <a:gd name="csY139" fmla="*/ 731913 h 959591"/>
                <a:gd name="csX140" fmla="*/ 1014869 w 1305676"/>
                <a:gd name="csY140" fmla="*/ 730163 h 959591"/>
                <a:gd name="csX141" fmla="*/ 1016391 w 1305676"/>
                <a:gd name="csY141" fmla="*/ 728497 h 959591"/>
                <a:gd name="csX142" fmla="*/ 1017007 w 1305676"/>
                <a:gd name="csY142" fmla="*/ 729052 h 959591"/>
                <a:gd name="csX143" fmla="*/ 1017357 w 1305676"/>
                <a:gd name="csY143" fmla="*/ 729920 h 959591"/>
                <a:gd name="csX144" fmla="*/ 1017372 w 1305676"/>
                <a:gd name="csY144" fmla="*/ 731335 h 959591"/>
                <a:gd name="csX145" fmla="*/ 1037040 w 1305676"/>
                <a:gd name="csY145" fmla="*/ 692691 h 959591"/>
                <a:gd name="csX146" fmla="*/ 1036964 w 1305676"/>
                <a:gd name="csY146" fmla="*/ 693147 h 959591"/>
                <a:gd name="csX147" fmla="*/ 1035146 w 1305676"/>
                <a:gd name="csY147" fmla="*/ 691557 h 959591"/>
                <a:gd name="csX148" fmla="*/ 1034271 w 1305676"/>
                <a:gd name="csY148" fmla="*/ 691298 h 959591"/>
                <a:gd name="csX149" fmla="*/ 1034689 w 1305676"/>
                <a:gd name="csY149" fmla="*/ 690393 h 959591"/>
                <a:gd name="csX150" fmla="*/ 1035914 w 1305676"/>
                <a:gd name="csY150" fmla="*/ 690165 h 959591"/>
                <a:gd name="csX151" fmla="*/ 1036888 w 1305676"/>
                <a:gd name="csY151" fmla="*/ 692158 h 959591"/>
                <a:gd name="csX152" fmla="*/ 1037040 w 1305676"/>
                <a:gd name="csY152" fmla="*/ 692691 h 959591"/>
                <a:gd name="csX153" fmla="*/ 1041986 w 1305676"/>
                <a:gd name="csY153" fmla="*/ 687471 h 959591"/>
                <a:gd name="csX154" fmla="*/ 1041780 w 1305676"/>
                <a:gd name="csY154" fmla="*/ 688605 h 959591"/>
                <a:gd name="csX155" fmla="*/ 1041210 w 1305676"/>
                <a:gd name="csY155" fmla="*/ 688445 h 959591"/>
                <a:gd name="csX156" fmla="*/ 1040449 w 1305676"/>
                <a:gd name="csY156" fmla="*/ 686429 h 959591"/>
                <a:gd name="csX157" fmla="*/ 1040860 w 1305676"/>
                <a:gd name="csY157" fmla="*/ 685935 h 959591"/>
                <a:gd name="csX158" fmla="*/ 1041940 w 1305676"/>
                <a:gd name="csY158" fmla="*/ 686056 h 959591"/>
                <a:gd name="csX159" fmla="*/ 1041986 w 1305676"/>
                <a:gd name="csY159" fmla="*/ 687471 h 959591"/>
                <a:gd name="csX160" fmla="*/ 1039680 w 1305676"/>
                <a:gd name="csY160" fmla="*/ 685729 h 959591"/>
                <a:gd name="csX161" fmla="*/ 1039369 w 1305676"/>
                <a:gd name="csY161" fmla="*/ 686208 h 959591"/>
                <a:gd name="csX162" fmla="*/ 1036728 w 1305676"/>
                <a:gd name="csY162" fmla="*/ 684801 h 959591"/>
                <a:gd name="csX163" fmla="*/ 1033868 w 1305676"/>
                <a:gd name="csY163" fmla="*/ 684504 h 959591"/>
                <a:gd name="csX164" fmla="*/ 1032878 w 1305676"/>
                <a:gd name="csY164" fmla="*/ 683264 h 959591"/>
                <a:gd name="csX165" fmla="*/ 1032703 w 1305676"/>
                <a:gd name="csY165" fmla="*/ 681316 h 959591"/>
                <a:gd name="csX166" fmla="*/ 1035716 w 1305676"/>
                <a:gd name="csY166" fmla="*/ 681400 h 959591"/>
                <a:gd name="csX167" fmla="*/ 1039430 w 1305676"/>
                <a:gd name="csY167" fmla="*/ 683157 h 959591"/>
                <a:gd name="csX168" fmla="*/ 1040228 w 1305676"/>
                <a:gd name="csY168" fmla="*/ 684055 h 959591"/>
                <a:gd name="csX169" fmla="*/ 1039680 w 1305676"/>
                <a:gd name="csY169" fmla="*/ 685729 h 959591"/>
                <a:gd name="csX170" fmla="*/ 1030421 w 1305676"/>
                <a:gd name="csY170" fmla="*/ 647930 h 959591"/>
                <a:gd name="csX171" fmla="*/ 1028671 w 1305676"/>
                <a:gd name="csY171" fmla="*/ 648645 h 959591"/>
                <a:gd name="csX172" fmla="*/ 1023117 w 1305676"/>
                <a:gd name="csY172" fmla="*/ 646507 h 959591"/>
                <a:gd name="csX173" fmla="*/ 1019191 w 1305676"/>
                <a:gd name="csY173" fmla="*/ 644156 h 959591"/>
                <a:gd name="csX174" fmla="*/ 1016847 w 1305676"/>
                <a:gd name="csY174" fmla="*/ 641303 h 959591"/>
                <a:gd name="csX175" fmla="*/ 1016512 w 1305676"/>
                <a:gd name="csY175" fmla="*/ 640123 h 959591"/>
                <a:gd name="csX176" fmla="*/ 1019244 w 1305676"/>
                <a:gd name="csY176" fmla="*/ 640321 h 959591"/>
                <a:gd name="csX177" fmla="*/ 1021915 w 1305676"/>
                <a:gd name="csY177" fmla="*/ 641348 h 959591"/>
                <a:gd name="csX178" fmla="*/ 1022508 w 1305676"/>
                <a:gd name="csY178" fmla="*/ 642916 h 959591"/>
                <a:gd name="csX179" fmla="*/ 1023588 w 1305676"/>
                <a:gd name="csY179" fmla="*/ 643410 h 959591"/>
                <a:gd name="csX180" fmla="*/ 1024319 w 1305676"/>
                <a:gd name="csY180" fmla="*/ 644323 h 959591"/>
                <a:gd name="csX181" fmla="*/ 1029265 w 1305676"/>
                <a:gd name="csY181" fmla="*/ 646446 h 959591"/>
                <a:gd name="csX182" fmla="*/ 1030025 w 1305676"/>
                <a:gd name="csY182" fmla="*/ 647085 h 959591"/>
                <a:gd name="csX183" fmla="*/ 1030421 w 1305676"/>
                <a:gd name="csY183" fmla="*/ 647930 h 959591"/>
                <a:gd name="csX184" fmla="*/ 1065162 w 1305676"/>
                <a:gd name="csY184" fmla="*/ 997 h 959591"/>
                <a:gd name="csX185" fmla="*/ 1066128 w 1305676"/>
                <a:gd name="csY185" fmla="*/ 1103 h 959591"/>
                <a:gd name="csX186" fmla="*/ 1066661 w 1305676"/>
                <a:gd name="csY186" fmla="*/ 1096 h 959591"/>
                <a:gd name="csX187" fmla="*/ 1067688 w 1305676"/>
                <a:gd name="csY187" fmla="*/ 381 h 959591"/>
                <a:gd name="csX188" fmla="*/ 1070526 w 1305676"/>
                <a:gd name="csY188" fmla="*/ 1651 h 959591"/>
                <a:gd name="csX189" fmla="*/ 1075951 w 1305676"/>
                <a:gd name="csY189" fmla="*/ 5425 h 959591"/>
                <a:gd name="csX190" fmla="*/ 1079351 w 1305676"/>
                <a:gd name="csY190" fmla="*/ 7099 h 959591"/>
                <a:gd name="csX191" fmla="*/ 1080759 w 1305676"/>
                <a:gd name="csY191" fmla="*/ 6688 h 959591"/>
                <a:gd name="csX192" fmla="*/ 1082281 w 1305676"/>
                <a:gd name="csY192" fmla="*/ 7730 h 959591"/>
                <a:gd name="csX193" fmla="*/ 1083947 w 1305676"/>
                <a:gd name="csY193" fmla="*/ 10226 h 959591"/>
                <a:gd name="csX194" fmla="*/ 1086009 w 1305676"/>
                <a:gd name="csY194" fmla="*/ 11694 h 959591"/>
                <a:gd name="csX195" fmla="*/ 1089722 w 1305676"/>
                <a:gd name="csY195" fmla="*/ 12372 h 959591"/>
                <a:gd name="csX196" fmla="*/ 1093405 w 1305676"/>
                <a:gd name="csY196" fmla="*/ 15095 h 959591"/>
                <a:gd name="csX197" fmla="*/ 1094889 w 1305676"/>
                <a:gd name="csY197" fmla="*/ 15248 h 959591"/>
                <a:gd name="csX198" fmla="*/ 1095406 w 1305676"/>
                <a:gd name="csY198" fmla="*/ 13718 h 959591"/>
                <a:gd name="csX199" fmla="*/ 1096783 w 1305676"/>
                <a:gd name="csY199" fmla="*/ 12843 h 959591"/>
                <a:gd name="csX200" fmla="*/ 1099004 w 1305676"/>
                <a:gd name="csY200" fmla="*/ 12615 h 959591"/>
                <a:gd name="csX201" fmla="*/ 1102223 w 1305676"/>
                <a:gd name="csY201" fmla="*/ 13962 h 959591"/>
                <a:gd name="csX202" fmla="*/ 1106430 w 1305676"/>
                <a:gd name="csY202" fmla="*/ 16876 h 959591"/>
                <a:gd name="csX203" fmla="*/ 1109071 w 1305676"/>
                <a:gd name="csY203" fmla="*/ 18154 h 959591"/>
                <a:gd name="csX204" fmla="*/ 1110144 w 1305676"/>
                <a:gd name="csY204" fmla="*/ 17804 h 959591"/>
                <a:gd name="csX205" fmla="*/ 1111269 w 1305676"/>
                <a:gd name="csY205" fmla="*/ 18344 h 959591"/>
                <a:gd name="csX206" fmla="*/ 1112175 w 1305676"/>
                <a:gd name="csY206" fmla="*/ 19706 h 959591"/>
                <a:gd name="csX207" fmla="*/ 1112259 w 1305676"/>
                <a:gd name="csY207" fmla="*/ 21388 h 959591"/>
                <a:gd name="csX208" fmla="*/ 1111947 w 1305676"/>
                <a:gd name="csY208" fmla="*/ 22286 h 959591"/>
                <a:gd name="csX209" fmla="*/ 1112959 w 1305676"/>
                <a:gd name="csY209" fmla="*/ 23701 h 959591"/>
                <a:gd name="csX210" fmla="*/ 1114123 w 1305676"/>
                <a:gd name="csY210" fmla="*/ 23701 h 959591"/>
                <a:gd name="csX211" fmla="*/ 1116025 w 1305676"/>
                <a:gd name="csY211" fmla="*/ 24378 h 959591"/>
                <a:gd name="csX212" fmla="*/ 1117516 w 1305676"/>
                <a:gd name="csY212" fmla="*/ 26874 h 959591"/>
                <a:gd name="csX213" fmla="*/ 1118855 w 1305676"/>
                <a:gd name="csY213" fmla="*/ 28030 h 959591"/>
                <a:gd name="csX214" fmla="*/ 1119791 w 1305676"/>
                <a:gd name="csY214" fmla="*/ 29027 h 959591"/>
                <a:gd name="csX215" fmla="*/ 1119959 w 1305676"/>
                <a:gd name="csY215" fmla="*/ 29856 h 959591"/>
                <a:gd name="csX216" fmla="*/ 1120042 w 1305676"/>
                <a:gd name="csY216" fmla="*/ 30693 h 959591"/>
                <a:gd name="csX217" fmla="*/ 1119768 w 1305676"/>
                <a:gd name="csY217" fmla="*/ 31340 h 959591"/>
                <a:gd name="csX218" fmla="*/ 1119259 w 1305676"/>
                <a:gd name="csY218" fmla="*/ 32413 h 959591"/>
                <a:gd name="csX219" fmla="*/ 1119099 w 1305676"/>
                <a:gd name="csY219" fmla="*/ 33561 h 959591"/>
                <a:gd name="csX220" fmla="*/ 1119745 w 1305676"/>
                <a:gd name="csY220" fmla="*/ 34855 h 959591"/>
                <a:gd name="csX221" fmla="*/ 1122112 w 1305676"/>
                <a:gd name="csY221" fmla="*/ 35791 h 959591"/>
                <a:gd name="csX222" fmla="*/ 1122911 w 1305676"/>
                <a:gd name="csY222" fmla="*/ 36757 h 959591"/>
                <a:gd name="csX223" fmla="*/ 1123093 w 1305676"/>
                <a:gd name="csY223" fmla="*/ 37990 h 959591"/>
                <a:gd name="csX224" fmla="*/ 1123831 w 1305676"/>
                <a:gd name="csY224" fmla="*/ 39351 h 959591"/>
                <a:gd name="csX225" fmla="*/ 1125444 w 1305676"/>
                <a:gd name="csY225" fmla="*/ 40926 h 959591"/>
                <a:gd name="csX226" fmla="*/ 1126053 w 1305676"/>
                <a:gd name="csY226" fmla="*/ 42243 h 959591"/>
                <a:gd name="csX227" fmla="*/ 1125680 w 1305676"/>
                <a:gd name="csY227" fmla="*/ 43300 h 959591"/>
                <a:gd name="csX228" fmla="*/ 1126160 w 1305676"/>
                <a:gd name="csY228" fmla="*/ 44183 h 959591"/>
                <a:gd name="csX229" fmla="*/ 1126951 w 1305676"/>
                <a:gd name="csY229" fmla="*/ 44875 h 959591"/>
                <a:gd name="csX230" fmla="*/ 1127118 w 1305676"/>
                <a:gd name="csY230" fmla="*/ 47379 h 959591"/>
                <a:gd name="csX231" fmla="*/ 1127187 w 1305676"/>
                <a:gd name="csY231" fmla="*/ 48817 h 959591"/>
                <a:gd name="csX232" fmla="*/ 1128488 w 1305676"/>
                <a:gd name="csY232" fmla="*/ 50430 h 959591"/>
                <a:gd name="csX233" fmla="*/ 1128754 w 1305676"/>
                <a:gd name="csY233" fmla="*/ 53732 h 959591"/>
                <a:gd name="csX234" fmla="*/ 1129659 w 1305676"/>
                <a:gd name="csY234" fmla="*/ 57376 h 959591"/>
                <a:gd name="csX235" fmla="*/ 1132710 w 1305676"/>
                <a:gd name="csY235" fmla="*/ 62360 h 959591"/>
                <a:gd name="csX236" fmla="*/ 1133723 w 1305676"/>
                <a:gd name="csY236" fmla="*/ 65053 h 959591"/>
                <a:gd name="csX237" fmla="*/ 1133464 w 1305676"/>
                <a:gd name="csY237" fmla="*/ 68249 h 959591"/>
                <a:gd name="csX238" fmla="*/ 1133905 w 1305676"/>
                <a:gd name="csY238" fmla="*/ 69748 h 959591"/>
                <a:gd name="csX239" fmla="*/ 1135297 w 1305676"/>
                <a:gd name="csY239" fmla="*/ 70470 h 959591"/>
                <a:gd name="csX240" fmla="*/ 1135959 w 1305676"/>
                <a:gd name="csY240" fmla="*/ 71817 h 959591"/>
                <a:gd name="csX241" fmla="*/ 1135884 w 1305676"/>
                <a:gd name="csY241" fmla="*/ 73788 h 959591"/>
                <a:gd name="csX242" fmla="*/ 1136424 w 1305676"/>
                <a:gd name="csY242" fmla="*/ 75013 h 959591"/>
                <a:gd name="csX243" fmla="*/ 1136865 w 1305676"/>
                <a:gd name="csY243" fmla="*/ 76314 h 959591"/>
                <a:gd name="csX244" fmla="*/ 1136568 w 1305676"/>
                <a:gd name="csY244" fmla="*/ 78338 h 959591"/>
                <a:gd name="csX245" fmla="*/ 1137009 w 1305676"/>
                <a:gd name="csY245" fmla="*/ 80156 h 959591"/>
                <a:gd name="csX246" fmla="*/ 1137725 w 1305676"/>
                <a:gd name="csY246" fmla="*/ 81222 h 959591"/>
                <a:gd name="csX247" fmla="*/ 1138227 w 1305676"/>
                <a:gd name="csY247" fmla="*/ 83184 h 959591"/>
                <a:gd name="csX248" fmla="*/ 1138508 w 1305676"/>
                <a:gd name="csY248" fmla="*/ 85634 h 959591"/>
                <a:gd name="csX249" fmla="*/ 1140555 w 1305676"/>
                <a:gd name="csY249" fmla="*/ 89499 h 959591"/>
                <a:gd name="csX250" fmla="*/ 1144352 w 1305676"/>
                <a:gd name="csY250" fmla="*/ 94780 h 959591"/>
                <a:gd name="csX251" fmla="*/ 1146680 w 1305676"/>
                <a:gd name="csY251" fmla="*/ 98873 h 959591"/>
                <a:gd name="csX252" fmla="*/ 1147524 w 1305676"/>
                <a:gd name="csY252" fmla="*/ 101780 h 959591"/>
                <a:gd name="csX253" fmla="*/ 1147532 w 1305676"/>
                <a:gd name="csY253" fmla="*/ 104169 h 959591"/>
                <a:gd name="csX254" fmla="*/ 1146703 w 1305676"/>
                <a:gd name="csY254" fmla="*/ 106041 h 959591"/>
                <a:gd name="csX255" fmla="*/ 1146657 w 1305676"/>
                <a:gd name="csY255" fmla="*/ 107402 h 959591"/>
                <a:gd name="csX256" fmla="*/ 1147403 w 1305676"/>
                <a:gd name="csY256" fmla="*/ 108255 h 959591"/>
                <a:gd name="csX257" fmla="*/ 1147623 w 1305676"/>
                <a:gd name="csY257" fmla="*/ 109403 h 959591"/>
                <a:gd name="csX258" fmla="*/ 1147327 w 1305676"/>
                <a:gd name="csY258" fmla="*/ 110857 h 959591"/>
                <a:gd name="csX259" fmla="*/ 1148559 w 1305676"/>
                <a:gd name="csY259" fmla="*/ 112576 h 959591"/>
                <a:gd name="csX260" fmla="*/ 1152729 w 1305676"/>
                <a:gd name="csY260" fmla="*/ 115559 h 959591"/>
                <a:gd name="csX261" fmla="*/ 1151063 w 1305676"/>
                <a:gd name="csY261" fmla="*/ 120124 h 959591"/>
                <a:gd name="csX262" fmla="*/ 1150621 w 1305676"/>
                <a:gd name="csY262" fmla="*/ 123327 h 959591"/>
                <a:gd name="csX263" fmla="*/ 1150842 w 1305676"/>
                <a:gd name="csY263" fmla="*/ 126690 h 959591"/>
                <a:gd name="csX264" fmla="*/ 1151877 w 1305676"/>
                <a:gd name="csY264" fmla="*/ 129056 h 959591"/>
                <a:gd name="csX265" fmla="*/ 1153710 w 1305676"/>
                <a:gd name="csY265" fmla="*/ 130426 h 959591"/>
                <a:gd name="csX266" fmla="*/ 1154852 w 1305676"/>
                <a:gd name="csY266" fmla="*/ 131856 h 959591"/>
                <a:gd name="csX267" fmla="*/ 1155301 w 1305676"/>
                <a:gd name="csY267" fmla="*/ 133348 h 959591"/>
                <a:gd name="csX268" fmla="*/ 1157507 w 1305676"/>
                <a:gd name="csY268" fmla="*/ 134968 h 959591"/>
                <a:gd name="csX269" fmla="*/ 1161464 w 1305676"/>
                <a:gd name="csY269" fmla="*/ 136726 h 959591"/>
                <a:gd name="csX270" fmla="*/ 1166538 w 1305676"/>
                <a:gd name="csY270" fmla="*/ 137038 h 959591"/>
                <a:gd name="csX271" fmla="*/ 1172724 w 1305676"/>
                <a:gd name="csY271" fmla="*/ 135889 h 959591"/>
                <a:gd name="csX272" fmla="*/ 1176506 w 1305676"/>
                <a:gd name="csY272" fmla="*/ 135699 h 959591"/>
                <a:gd name="csX273" fmla="*/ 1177898 w 1305676"/>
                <a:gd name="csY273" fmla="*/ 136459 h 959591"/>
                <a:gd name="csX274" fmla="*/ 1178377 w 1305676"/>
                <a:gd name="csY274" fmla="*/ 137616 h 959591"/>
                <a:gd name="csX275" fmla="*/ 1177928 w 1305676"/>
                <a:gd name="csY275" fmla="*/ 139161 h 959591"/>
                <a:gd name="csX276" fmla="*/ 1178978 w 1305676"/>
                <a:gd name="csY276" fmla="*/ 140173 h 959591"/>
                <a:gd name="csX277" fmla="*/ 1181520 w 1305676"/>
                <a:gd name="csY277" fmla="*/ 140659 h 959591"/>
                <a:gd name="csX278" fmla="*/ 1183262 w 1305676"/>
                <a:gd name="csY278" fmla="*/ 141626 h 959591"/>
                <a:gd name="csX279" fmla="*/ 1184220 w 1305676"/>
                <a:gd name="csY279" fmla="*/ 143087 h 959591"/>
                <a:gd name="csX280" fmla="*/ 1185392 w 1305676"/>
                <a:gd name="csY280" fmla="*/ 143498 h 959591"/>
                <a:gd name="csX281" fmla="*/ 1186785 w 1305676"/>
                <a:gd name="csY281" fmla="*/ 142866 h 959591"/>
                <a:gd name="csX282" fmla="*/ 1188139 w 1305676"/>
                <a:gd name="csY282" fmla="*/ 142957 h 959591"/>
                <a:gd name="csX283" fmla="*/ 1189455 w 1305676"/>
                <a:gd name="csY283" fmla="*/ 143764 h 959591"/>
                <a:gd name="csX284" fmla="*/ 1190307 w 1305676"/>
                <a:gd name="csY284" fmla="*/ 143482 h 959591"/>
                <a:gd name="csX285" fmla="*/ 1191053 w 1305676"/>
                <a:gd name="csY285" fmla="*/ 142600 h 959591"/>
                <a:gd name="csX286" fmla="*/ 1192247 w 1305676"/>
                <a:gd name="csY286" fmla="*/ 142600 h 959591"/>
                <a:gd name="csX287" fmla="*/ 1193473 w 1305676"/>
                <a:gd name="csY287" fmla="*/ 142615 h 959591"/>
                <a:gd name="csX288" fmla="*/ 1194234 w 1305676"/>
                <a:gd name="csY288" fmla="*/ 144753 h 959591"/>
                <a:gd name="csX289" fmla="*/ 1195466 w 1305676"/>
                <a:gd name="csY289" fmla="*/ 145955 h 959591"/>
                <a:gd name="csX290" fmla="*/ 1197170 w 1305676"/>
                <a:gd name="csY290" fmla="*/ 146221 h 959591"/>
                <a:gd name="csX291" fmla="*/ 1199765 w 1305676"/>
                <a:gd name="csY291" fmla="*/ 148816 h 959591"/>
                <a:gd name="csX292" fmla="*/ 1204984 w 1305676"/>
                <a:gd name="csY292" fmla="*/ 156189 h 959591"/>
                <a:gd name="csX293" fmla="*/ 1208378 w 1305676"/>
                <a:gd name="csY293" fmla="*/ 158798 h 959591"/>
                <a:gd name="csX294" fmla="*/ 1211779 w 1305676"/>
                <a:gd name="csY294" fmla="*/ 159612 h 959591"/>
                <a:gd name="csX295" fmla="*/ 1216009 w 1305676"/>
                <a:gd name="csY295" fmla="*/ 159780 h 959591"/>
                <a:gd name="csX296" fmla="*/ 1217379 w 1305676"/>
                <a:gd name="csY296" fmla="*/ 162625 h 959591"/>
                <a:gd name="csX297" fmla="*/ 1216268 w 1305676"/>
                <a:gd name="csY297" fmla="*/ 165631 h 959591"/>
                <a:gd name="csX298" fmla="*/ 1215986 w 1305676"/>
                <a:gd name="csY298" fmla="*/ 168134 h 959591"/>
                <a:gd name="csX299" fmla="*/ 1216945 w 1305676"/>
                <a:gd name="csY299" fmla="*/ 169032 h 959591"/>
                <a:gd name="csX300" fmla="*/ 1218269 w 1305676"/>
                <a:gd name="csY300" fmla="*/ 171969 h 959591"/>
                <a:gd name="csX301" fmla="*/ 1220141 w 1305676"/>
                <a:gd name="csY301" fmla="*/ 173673 h 959591"/>
                <a:gd name="csX302" fmla="*/ 1220498 w 1305676"/>
                <a:gd name="csY302" fmla="*/ 175020 h 959591"/>
                <a:gd name="csX303" fmla="*/ 1221366 w 1305676"/>
                <a:gd name="csY303" fmla="*/ 176526 h 959591"/>
                <a:gd name="csX304" fmla="*/ 1221000 w 1305676"/>
                <a:gd name="csY304" fmla="*/ 179303 h 959591"/>
                <a:gd name="csX305" fmla="*/ 1219395 w 1305676"/>
                <a:gd name="csY305" fmla="*/ 183359 h 959591"/>
                <a:gd name="csX306" fmla="*/ 1219836 w 1305676"/>
                <a:gd name="csY306" fmla="*/ 186813 h 959591"/>
                <a:gd name="csX307" fmla="*/ 1222317 w 1305676"/>
                <a:gd name="csY307" fmla="*/ 189666 h 959591"/>
                <a:gd name="csX308" fmla="*/ 1223747 w 1305676"/>
                <a:gd name="csY308" fmla="*/ 192413 h 959591"/>
                <a:gd name="csX309" fmla="*/ 1224120 w 1305676"/>
                <a:gd name="csY309" fmla="*/ 195045 h 959591"/>
                <a:gd name="csX310" fmla="*/ 1224736 w 1305676"/>
                <a:gd name="csY310" fmla="*/ 196643 h 959591"/>
                <a:gd name="csX311" fmla="*/ 1225611 w 1305676"/>
                <a:gd name="csY311" fmla="*/ 197206 h 959591"/>
                <a:gd name="csX312" fmla="*/ 1228152 w 1305676"/>
                <a:gd name="csY312" fmla="*/ 197008 h 959591"/>
                <a:gd name="csX313" fmla="*/ 1232375 w 1305676"/>
                <a:gd name="csY313" fmla="*/ 196057 h 959591"/>
                <a:gd name="csX314" fmla="*/ 1235464 w 1305676"/>
                <a:gd name="csY314" fmla="*/ 196217 h 959591"/>
                <a:gd name="csX315" fmla="*/ 1237442 w 1305676"/>
                <a:gd name="csY315" fmla="*/ 197503 h 959591"/>
                <a:gd name="csX316" fmla="*/ 1242319 w 1305676"/>
                <a:gd name="csY316" fmla="*/ 197549 h 959591"/>
                <a:gd name="csX317" fmla="*/ 1250103 w 1305676"/>
                <a:gd name="csY317" fmla="*/ 196362 h 959591"/>
                <a:gd name="csX318" fmla="*/ 1255018 w 1305676"/>
                <a:gd name="csY318" fmla="*/ 195997 h 959591"/>
                <a:gd name="csX319" fmla="*/ 1257073 w 1305676"/>
                <a:gd name="csY319" fmla="*/ 196453 h 959591"/>
                <a:gd name="csX320" fmla="*/ 1258899 w 1305676"/>
                <a:gd name="csY320" fmla="*/ 194756 h 959591"/>
                <a:gd name="csX321" fmla="*/ 1260504 w 1305676"/>
                <a:gd name="csY321" fmla="*/ 190899 h 959591"/>
                <a:gd name="csX322" fmla="*/ 1262003 w 1305676"/>
                <a:gd name="csY322" fmla="*/ 189088 h 959591"/>
                <a:gd name="csX323" fmla="*/ 1263411 w 1305676"/>
                <a:gd name="csY323" fmla="*/ 189316 h 959591"/>
                <a:gd name="csX324" fmla="*/ 1265632 w 1305676"/>
                <a:gd name="csY324" fmla="*/ 188076 h 959591"/>
                <a:gd name="csX325" fmla="*/ 1268683 w 1305676"/>
                <a:gd name="csY325" fmla="*/ 185360 h 959591"/>
                <a:gd name="csX326" fmla="*/ 1271331 w 1305676"/>
                <a:gd name="csY326" fmla="*/ 184043 h 959591"/>
                <a:gd name="csX327" fmla="*/ 1274686 w 1305676"/>
                <a:gd name="csY327" fmla="*/ 184180 h 959591"/>
                <a:gd name="csX328" fmla="*/ 1278262 w 1305676"/>
                <a:gd name="csY328" fmla="*/ 184317 h 959591"/>
                <a:gd name="csX329" fmla="*/ 1280499 w 1305676"/>
                <a:gd name="csY329" fmla="*/ 183176 h 959591"/>
                <a:gd name="csX330" fmla="*/ 1282599 w 1305676"/>
                <a:gd name="csY330" fmla="*/ 180795 h 959591"/>
                <a:gd name="csX331" fmla="*/ 1286244 w 1305676"/>
                <a:gd name="csY331" fmla="*/ 178687 h 959591"/>
                <a:gd name="csX332" fmla="*/ 1294012 w 1305676"/>
                <a:gd name="csY332" fmla="*/ 175925 h 959591"/>
                <a:gd name="csX333" fmla="*/ 1295876 w 1305676"/>
                <a:gd name="csY333" fmla="*/ 175491 h 959591"/>
                <a:gd name="csX334" fmla="*/ 1296766 w 1305676"/>
                <a:gd name="csY334" fmla="*/ 175644 h 959591"/>
                <a:gd name="csX335" fmla="*/ 1299353 w 1305676"/>
                <a:gd name="csY335" fmla="*/ 176077 h 959591"/>
                <a:gd name="csX336" fmla="*/ 1301651 w 1305676"/>
                <a:gd name="csY336" fmla="*/ 177158 h 959591"/>
                <a:gd name="csX337" fmla="*/ 1303820 w 1305676"/>
                <a:gd name="csY337" fmla="*/ 179326 h 959591"/>
                <a:gd name="csX338" fmla="*/ 1304154 w 1305676"/>
                <a:gd name="csY338" fmla="*/ 180719 h 959591"/>
                <a:gd name="csX339" fmla="*/ 1303911 w 1305676"/>
                <a:gd name="csY339" fmla="*/ 182545 h 959591"/>
                <a:gd name="csX340" fmla="*/ 1303432 w 1305676"/>
                <a:gd name="csY340" fmla="*/ 183602 h 959591"/>
                <a:gd name="csX341" fmla="*/ 1302542 w 1305676"/>
                <a:gd name="csY341" fmla="*/ 184789 h 959591"/>
                <a:gd name="csX342" fmla="*/ 1301705 w 1305676"/>
                <a:gd name="csY342" fmla="*/ 186714 h 959591"/>
                <a:gd name="csX343" fmla="*/ 1302245 w 1305676"/>
                <a:gd name="csY343" fmla="*/ 188213 h 959591"/>
                <a:gd name="csX344" fmla="*/ 1303500 w 1305676"/>
                <a:gd name="csY344" fmla="*/ 191416 h 959591"/>
                <a:gd name="csX345" fmla="*/ 1304535 w 1305676"/>
                <a:gd name="csY345" fmla="*/ 193729 h 959591"/>
                <a:gd name="csX346" fmla="*/ 1305676 w 1305676"/>
                <a:gd name="csY346" fmla="*/ 196453 h 959591"/>
                <a:gd name="csX347" fmla="*/ 1305166 w 1305676"/>
                <a:gd name="csY347" fmla="*/ 197427 h 959591"/>
                <a:gd name="csX348" fmla="*/ 1304474 w 1305676"/>
                <a:gd name="csY348" fmla="*/ 199314 h 959591"/>
                <a:gd name="csX349" fmla="*/ 1302351 w 1305676"/>
                <a:gd name="csY349" fmla="*/ 202502 h 959591"/>
                <a:gd name="csX350" fmla="*/ 1301195 w 1305676"/>
                <a:gd name="csY350" fmla="*/ 203719 h 959591"/>
                <a:gd name="csX351" fmla="*/ 1299947 w 1305676"/>
                <a:gd name="csY351" fmla="*/ 204906 h 959591"/>
                <a:gd name="csX352" fmla="*/ 1297794 w 1305676"/>
                <a:gd name="csY352" fmla="*/ 205195 h 959591"/>
                <a:gd name="csX353" fmla="*/ 1296873 w 1305676"/>
                <a:gd name="csY353" fmla="*/ 205469 h 959591"/>
                <a:gd name="csX354" fmla="*/ 1295831 w 1305676"/>
                <a:gd name="csY354" fmla="*/ 205971 h 959591"/>
                <a:gd name="csX355" fmla="*/ 1295176 w 1305676"/>
                <a:gd name="csY355" fmla="*/ 207097 h 959591"/>
                <a:gd name="csX356" fmla="*/ 1294430 w 1305676"/>
                <a:gd name="csY356" fmla="*/ 207889 h 959591"/>
                <a:gd name="csX357" fmla="*/ 1293198 w 1305676"/>
                <a:gd name="csY357" fmla="*/ 209471 h 959591"/>
                <a:gd name="csX358" fmla="*/ 1293099 w 1305676"/>
                <a:gd name="csY358" fmla="*/ 210833 h 959591"/>
                <a:gd name="csX359" fmla="*/ 1293654 w 1305676"/>
                <a:gd name="csY359" fmla="*/ 212857 h 959591"/>
                <a:gd name="csX360" fmla="*/ 1293928 w 1305676"/>
                <a:gd name="csY360" fmla="*/ 214927 h 959591"/>
                <a:gd name="csX361" fmla="*/ 1292536 w 1305676"/>
                <a:gd name="csY361" fmla="*/ 216775 h 959591"/>
                <a:gd name="csX362" fmla="*/ 1291456 w 1305676"/>
                <a:gd name="csY362" fmla="*/ 219614 h 959591"/>
                <a:gd name="csX363" fmla="*/ 1291129 w 1305676"/>
                <a:gd name="csY363" fmla="*/ 220466 h 959591"/>
                <a:gd name="csX364" fmla="*/ 1290596 w 1305676"/>
                <a:gd name="csY364" fmla="*/ 222611 h 959591"/>
                <a:gd name="csX365" fmla="*/ 1290436 w 1305676"/>
                <a:gd name="csY365" fmla="*/ 223357 h 959591"/>
                <a:gd name="csX366" fmla="*/ 1290094 w 1305676"/>
                <a:gd name="csY366" fmla="*/ 227861 h 959591"/>
                <a:gd name="csX367" fmla="*/ 1288701 w 1305676"/>
                <a:gd name="csY367" fmla="*/ 230927 h 959591"/>
                <a:gd name="csX368" fmla="*/ 1286761 w 1305676"/>
                <a:gd name="csY368" fmla="*/ 234488 h 959591"/>
                <a:gd name="csX369" fmla="*/ 1287195 w 1305676"/>
                <a:gd name="csY369" fmla="*/ 236611 h 959591"/>
                <a:gd name="csX370" fmla="*/ 1287537 w 1305676"/>
                <a:gd name="csY370" fmla="*/ 238574 h 959591"/>
                <a:gd name="csX371" fmla="*/ 1287058 w 1305676"/>
                <a:gd name="csY371" fmla="*/ 239525 h 959591"/>
                <a:gd name="csX372" fmla="*/ 1286936 w 1305676"/>
                <a:gd name="csY372" fmla="*/ 240354 h 959591"/>
                <a:gd name="csX373" fmla="*/ 1286655 w 1305676"/>
                <a:gd name="csY373" fmla="*/ 242241 h 959591"/>
                <a:gd name="csX374" fmla="*/ 1286046 w 1305676"/>
                <a:gd name="csY374" fmla="*/ 242964 h 959591"/>
                <a:gd name="csX375" fmla="*/ 1284281 w 1305676"/>
                <a:gd name="csY375" fmla="*/ 244144 h 959591"/>
                <a:gd name="csX376" fmla="*/ 1283223 w 1305676"/>
                <a:gd name="csY376" fmla="*/ 245566 h 959591"/>
                <a:gd name="csX377" fmla="*/ 1283444 w 1305676"/>
                <a:gd name="csY377" fmla="*/ 247720 h 959591"/>
                <a:gd name="csX378" fmla="*/ 1282904 w 1305676"/>
                <a:gd name="csY378" fmla="*/ 249584 h 959591"/>
                <a:gd name="csX379" fmla="*/ 1282097 w 1305676"/>
                <a:gd name="csY379" fmla="*/ 251227 h 959591"/>
                <a:gd name="csX380" fmla="*/ 1281252 w 1305676"/>
                <a:gd name="csY380" fmla="*/ 252300 h 959591"/>
                <a:gd name="csX381" fmla="*/ 1280035 w 1305676"/>
                <a:gd name="csY381" fmla="*/ 252985 h 959591"/>
                <a:gd name="csX382" fmla="*/ 1279229 w 1305676"/>
                <a:gd name="csY382" fmla="*/ 253563 h 959591"/>
                <a:gd name="csX383" fmla="*/ 1278620 w 1305676"/>
                <a:gd name="csY383" fmla="*/ 255648 h 959591"/>
                <a:gd name="csX384" fmla="*/ 1278437 w 1305676"/>
                <a:gd name="csY384" fmla="*/ 257261 h 959591"/>
                <a:gd name="csX385" fmla="*/ 1277867 w 1305676"/>
                <a:gd name="csY385" fmla="*/ 258866 h 959591"/>
                <a:gd name="csX386" fmla="*/ 1278217 w 1305676"/>
                <a:gd name="csY386" fmla="*/ 260502 h 959591"/>
                <a:gd name="csX387" fmla="*/ 1277601 w 1305676"/>
                <a:gd name="csY387" fmla="*/ 261917 h 959591"/>
                <a:gd name="csX388" fmla="*/ 1275866 w 1305676"/>
                <a:gd name="csY388" fmla="*/ 262906 h 959591"/>
                <a:gd name="csX389" fmla="*/ 1274884 w 1305676"/>
                <a:gd name="csY389" fmla="*/ 263492 h 959591"/>
                <a:gd name="csX390" fmla="*/ 1273979 w 1305676"/>
                <a:gd name="csY390" fmla="*/ 263728 h 959591"/>
                <a:gd name="csX391" fmla="*/ 1272244 w 1305676"/>
                <a:gd name="csY391" fmla="*/ 265265 h 959591"/>
                <a:gd name="csX392" fmla="*/ 1270692 w 1305676"/>
                <a:gd name="csY392" fmla="*/ 270522 h 959591"/>
                <a:gd name="csX393" fmla="*/ 1270342 w 1305676"/>
                <a:gd name="csY393" fmla="*/ 273573 h 959591"/>
                <a:gd name="csX394" fmla="*/ 1270700 w 1305676"/>
                <a:gd name="csY394" fmla="*/ 276282 h 959591"/>
                <a:gd name="csX395" fmla="*/ 1268524 w 1305676"/>
                <a:gd name="csY395" fmla="*/ 277979 h 959591"/>
                <a:gd name="csX396" fmla="*/ 1266910 w 1305676"/>
                <a:gd name="csY396" fmla="*/ 279325 h 959591"/>
                <a:gd name="csX397" fmla="*/ 1265898 w 1305676"/>
                <a:gd name="csY397" fmla="*/ 278839 h 959591"/>
                <a:gd name="csX398" fmla="*/ 1264826 w 1305676"/>
                <a:gd name="csY398" fmla="*/ 278382 h 959591"/>
                <a:gd name="csX399" fmla="*/ 1262361 w 1305676"/>
                <a:gd name="csY399" fmla="*/ 277796 h 959591"/>
                <a:gd name="csX400" fmla="*/ 1261128 w 1305676"/>
                <a:gd name="csY400" fmla="*/ 277401 h 959591"/>
                <a:gd name="csX401" fmla="*/ 1258647 w 1305676"/>
                <a:gd name="csY401" fmla="*/ 276518 h 959591"/>
                <a:gd name="csX402" fmla="*/ 1254676 w 1305676"/>
                <a:gd name="csY402" fmla="*/ 275400 h 959591"/>
                <a:gd name="csX403" fmla="*/ 1250795 w 1305676"/>
                <a:gd name="csY403" fmla="*/ 274098 h 959591"/>
                <a:gd name="csX404" fmla="*/ 1248361 w 1305676"/>
                <a:gd name="csY404" fmla="*/ 273414 h 959591"/>
                <a:gd name="csX405" fmla="*/ 1246444 w 1305676"/>
                <a:gd name="csY405" fmla="*/ 272866 h 959591"/>
                <a:gd name="csX406" fmla="*/ 1244990 w 1305676"/>
                <a:gd name="csY406" fmla="*/ 271968 h 959591"/>
                <a:gd name="csX407" fmla="*/ 1243765 w 1305676"/>
                <a:gd name="csY407" fmla="*/ 270363 h 959591"/>
                <a:gd name="csX408" fmla="*/ 1242548 w 1305676"/>
                <a:gd name="csY408" fmla="*/ 271009 h 959591"/>
                <a:gd name="csX409" fmla="*/ 1241422 w 1305676"/>
                <a:gd name="csY409" fmla="*/ 272912 h 959591"/>
                <a:gd name="csX410" fmla="*/ 1239542 w 1305676"/>
                <a:gd name="csY410" fmla="*/ 274037 h 959591"/>
                <a:gd name="csX411" fmla="*/ 1238690 w 1305676"/>
                <a:gd name="csY411" fmla="*/ 276115 h 959591"/>
                <a:gd name="csX412" fmla="*/ 1237937 w 1305676"/>
                <a:gd name="csY412" fmla="*/ 277705 h 959591"/>
                <a:gd name="csX413" fmla="*/ 1235989 w 1305676"/>
                <a:gd name="csY413" fmla="*/ 279828 h 959591"/>
                <a:gd name="csX414" fmla="*/ 1235122 w 1305676"/>
                <a:gd name="csY414" fmla="*/ 280703 h 959591"/>
                <a:gd name="csX415" fmla="*/ 1231310 w 1305676"/>
                <a:gd name="csY415" fmla="*/ 282141 h 959591"/>
                <a:gd name="csX416" fmla="*/ 1230450 w 1305676"/>
                <a:gd name="csY416" fmla="*/ 282620 h 959591"/>
                <a:gd name="csX417" fmla="*/ 1227338 w 1305676"/>
                <a:gd name="csY417" fmla="*/ 282924 h 959591"/>
                <a:gd name="csX418" fmla="*/ 1226281 w 1305676"/>
                <a:gd name="csY418" fmla="*/ 283556 h 959591"/>
                <a:gd name="csX419" fmla="*/ 1225185 w 1305676"/>
                <a:gd name="csY419" fmla="*/ 284895 h 959591"/>
                <a:gd name="csX420" fmla="*/ 1224889 w 1305676"/>
                <a:gd name="csY420" fmla="*/ 286227 h 959591"/>
                <a:gd name="csX421" fmla="*/ 1225665 w 1305676"/>
                <a:gd name="csY421" fmla="*/ 287626 h 959591"/>
                <a:gd name="csX422" fmla="*/ 1226874 w 1305676"/>
                <a:gd name="csY422" fmla="*/ 290426 h 959591"/>
                <a:gd name="csX423" fmla="*/ 1227437 w 1305676"/>
                <a:gd name="csY423" fmla="*/ 292336 h 959591"/>
                <a:gd name="csX424" fmla="*/ 1228259 w 1305676"/>
                <a:gd name="csY424" fmla="*/ 296118 h 959591"/>
                <a:gd name="csX425" fmla="*/ 1231021 w 1305676"/>
                <a:gd name="csY425" fmla="*/ 307934 h 959591"/>
                <a:gd name="csX426" fmla="*/ 1230131 w 1305676"/>
                <a:gd name="csY426" fmla="*/ 309965 h 959591"/>
                <a:gd name="csX427" fmla="*/ 1229301 w 1305676"/>
                <a:gd name="csY427" fmla="*/ 318768 h 959591"/>
                <a:gd name="csX428" fmla="*/ 1229499 w 1305676"/>
                <a:gd name="csY428" fmla="*/ 320351 h 959591"/>
                <a:gd name="csX429" fmla="*/ 1229415 w 1305676"/>
                <a:gd name="csY429" fmla="*/ 322816 h 959591"/>
                <a:gd name="csX430" fmla="*/ 1229469 w 1305676"/>
                <a:gd name="csY430" fmla="*/ 324619 h 959591"/>
                <a:gd name="csX431" fmla="*/ 1230040 w 1305676"/>
                <a:gd name="csY431" fmla="*/ 325068 h 959591"/>
                <a:gd name="csX432" fmla="*/ 1230785 w 1305676"/>
                <a:gd name="csY432" fmla="*/ 325700 h 959591"/>
                <a:gd name="csX433" fmla="*/ 1231165 w 1305676"/>
                <a:gd name="csY433" fmla="*/ 326750 h 959591"/>
                <a:gd name="csX434" fmla="*/ 1231066 w 1305676"/>
                <a:gd name="csY434" fmla="*/ 328363 h 959591"/>
                <a:gd name="csX435" fmla="*/ 1230686 w 1305676"/>
                <a:gd name="csY435" fmla="*/ 329542 h 959591"/>
                <a:gd name="csX436" fmla="*/ 1230100 w 1305676"/>
                <a:gd name="csY436" fmla="*/ 331878 h 959591"/>
                <a:gd name="csX437" fmla="*/ 1229324 w 1305676"/>
                <a:gd name="csY437" fmla="*/ 335248 h 959591"/>
                <a:gd name="csX438" fmla="*/ 1228464 w 1305676"/>
                <a:gd name="csY438" fmla="*/ 336542 h 959591"/>
                <a:gd name="csX439" fmla="*/ 1227901 w 1305676"/>
                <a:gd name="csY439" fmla="*/ 337569 h 959591"/>
                <a:gd name="csX440" fmla="*/ 1227422 w 1305676"/>
                <a:gd name="csY440" fmla="*/ 338277 h 959591"/>
                <a:gd name="csX441" fmla="*/ 1227361 w 1305676"/>
                <a:gd name="csY441" fmla="*/ 340658 h 959591"/>
                <a:gd name="csX442" fmla="*/ 1227041 w 1305676"/>
                <a:gd name="csY442" fmla="*/ 342225 h 959591"/>
                <a:gd name="csX443" fmla="*/ 1225695 w 1305676"/>
                <a:gd name="csY443" fmla="*/ 342781 h 959591"/>
                <a:gd name="csX444" fmla="*/ 1224356 w 1305676"/>
                <a:gd name="csY444" fmla="*/ 343694 h 959591"/>
                <a:gd name="csX445" fmla="*/ 1222766 w 1305676"/>
                <a:gd name="csY445" fmla="*/ 343359 h 959591"/>
                <a:gd name="csX446" fmla="*/ 1221366 w 1305676"/>
                <a:gd name="csY446" fmla="*/ 343542 h 959591"/>
                <a:gd name="csX447" fmla="*/ 1219639 w 1305676"/>
                <a:gd name="csY447" fmla="*/ 344150 h 959591"/>
                <a:gd name="csX448" fmla="*/ 1216542 w 1305676"/>
                <a:gd name="csY448" fmla="*/ 344858 h 959591"/>
                <a:gd name="csX449" fmla="*/ 1214746 w 1305676"/>
                <a:gd name="csY449" fmla="*/ 345801 h 959591"/>
                <a:gd name="csX450" fmla="*/ 1213886 w 1305676"/>
                <a:gd name="csY450" fmla="*/ 346486 h 959591"/>
                <a:gd name="csX451" fmla="*/ 1213293 w 1305676"/>
                <a:gd name="csY451" fmla="*/ 347308 h 959591"/>
                <a:gd name="csX452" fmla="*/ 1213186 w 1305676"/>
                <a:gd name="csY452" fmla="*/ 348099 h 959591"/>
                <a:gd name="csX453" fmla="*/ 1213597 w 1305676"/>
                <a:gd name="csY453" fmla="*/ 348518 h 959591"/>
                <a:gd name="csX454" fmla="*/ 1215340 w 1305676"/>
                <a:gd name="csY454" fmla="*/ 348837 h 959591"/>
                <a:gd name="csX455" fmla="*/ 1216534 w 1305676"/>
                <a:gd name="csY455" fmla="*/ 350313 h 959591"/>
                <a:gd name="csX456" fmla="*/ 1216701 w 1305676"/>
                <a:gd name="csY456" fmla="*/ 351926 h 959591"/>
                <a:gd name="csX457" fmla="*/ 1215469 w 1305676"/>
                <a:gd name="csY457" fmla="*/ 352847 h 959591"/>
                <a:gd name="csX458" fmla="*/ 1214860 w 1305676"/>
                <a:gd name="csY458" fmla="*/ 351835 h 959591"/>
                <a:gd name="csX459" fmla="*/ 1213833 w 1305676"/>
                <a:gd name="csY459" fmla="*/ 351516 h 959591"/>
                <a:gd name="csX460" fmla="*/ 1211923 w 1305676"/>
                <a:gd name="csY460" fmla="*/ 350093 h 959591"/>
                <a:gd name="csX461" fmla="*/ 1210524 w 1305676"/>
                <a:gd name="csY461" fmla="*/ 348525 h 959591"/>
                <a:gd name="csX462" fmla="*/ 1209481 w 1305676"/>
                <a:gd name="csY462" fmla="*/ 346791 h 959591"/>
                <a:gd name="csX463" fmla="*/ 1209526 w 1305676"/>
                <a:gd name="csY463" fmla="*/ 343085 h 959591"/>
                <a:gd name="csX464" fmla="*/ 1209352 w 1305676"/>
                <a:gd name="csY464" fmla="*/ 342530 h 959591"/>
                <a:gd name="csX465" fmla="*/ 1207450 w 1305676"/>
                <a:gd name="csY465" fmla="*/ 341769 h 959591"/>
                <a:gd name="csX466" fmla="*/ 1206886 w 1305676"/>
                <a:gd name="csY466" fmla="*/ 340658 h 959591"/>
                <a:gd name="csX467" fmla="*/ 1205981 w 1305676"/>
                <a:gd name="csY467" fmla="*/ 340133 h 959591"/>
                <a:gd name="csX468" fmla="*/ 1204695 w 1305676"/>
                <a:gd name="csY468" fmla="*/ 340468 h 959591"/>
                <a:gd name="csX469" fmla="*/ 1203729 w 1305676"/>
                <a:gd name="csY469" fmla="*/ 340118 h 959591"/>
                <a:gd name="csX470" fmla="*/ 1202960 w 1305676"/>
                <a:gd name="csY470" fmla="*/ 339509 h 959591"/>
                <a:gd name="csX471" fmla="*/ 1202047 w 1305676"/>
                <a:gd name="csY471" fmla="*/ 339441 h 959591"/>
                <a:gd name="csX472" fmla="*/ 1201256 w 1305676"/>
                <a:gd name="csY472" fmla="*/ 340399 h 959591"/>
                <a:gd name="csX473" fmla="*/ 1200830 w 1305676"/>
                <a:gd name="csY473" fmla="*/ 342461 h 959591"/>
                <a:gd name="csX474" fmla="*/ 1199498 w 1305676"/>
                <a:gd name="csY474" fmla="*/ 345878 h 959591"/>
                <a:gd name="csX475" fmla="*/ 1199377 w 1305676"/>
                <a:gd name="csY475" fmla="*/ 347939 h 959591"/>
                <a:gd name="csX476" fmla="*/ 1198806 w 1305676"/>
                <a:gd name="csY476" fmla="*/ 350876 h 959591"/>
                <a:gd name="csX477" fmla="*/ 1198235 w 1305676"/>
                <a:gd name="csY477" fmla="*/ 354597 h 959591"/>
                <a:gd name="csX478" fmla="*/ 1197756 w 1305676"/>
                <a:gd name="csY478" fmla="*/ 355373 h 959591"/>
                <a:gd name="csX479" fmla="*/ 1196272 w 1305676"/>
                <a:gd name="csY479" fmla="*/ 355487 h 959591"/>
                <a:gd name="csX480" fmla="*/ 1195763 w 1305676"/>
                <a:gd name="csY480" fmla="*/ 355731 h 959591"/>
                <a:gd name="csX481" fmla="*/ 1194979 w 1305676"/>
                <a:gd name="csY481" fmla="*/ 356994 h 959591"/>
                <a:gd name="csX482" fmla="*/ 1194043 w 1305676"/>
                <a:gd name="csY482" fmla="*/ 357207 h 959591"/>
                <a:gd name="csX483" fmla="*/ 1193214 w 1305676"/>
                <a:gd name="csY483" fmla="*/ 356469 h 959591"/>
                <a:gd name="csX484" fmla="*/ 1191913 w 1305676"/>
                <a:gd name="csY484" fmla="*/ 355731 h 959591"/>
                <a:gd name="csX485" fmla="*/ 1190673 w 1305676"/>
                <a:gd name="csY485" fmla="*/ 355632 h 959591"/>
                <a:gd name="csX486" fmla="*/ 1189562 w 1305676"/>
                <a:gd name="csY486" fmla="*/ 356370 h 959591"/>
                <a:gd name="csX487" fmla="*/ 1188253 w 1305676"/>
                <a:gd name="csY487" fmla="*/ 357975 h 959591"/>
                <a:gd name="csX488" fmla="*/ 1187507 w 1305676"/>
                <a:gd name="csY488" fmla="*/ 359268 h 959591"/>
                <a:gd name="csX489" fmla="*/ 1187241 w 1305676"/>
                <a:gd name="csY489" fmla="*/ 360486 h 959591"/>
                <a:gd name="csX490" fmla="*/ 1187036 w 1305676"/>
                <a:gd name="csY490" fmla="*/ 361985 h 959591"/>
                <a:gd name="csX491" fmla="*/ 1185712 w 1305676"/>
                <a:gd name="csY491" fmla="*/ 363415 h 959591"/>
                <a:gd name="csX492" fmla="*/ 1184510 w 1305676"/>
                <a:gd name="csY492" fmla="*/ 364169 h 959591"/>
                <a:gd name="csX493" fmla="*/ 1182022 w 1305676"/>
                <a:gd name="csY493" fmla="*/ 366276 h 959591"/>
                <a:gd name="csX494" fmla="*/ 1181230 w 1305676"/>
                <a:gd name="csY494" fmla="*/ 367151 h 959591"/>
                <a:gd name="csX495" fmla="*/ 1179450 w 1305676"/>
                <a:gd name="csY495" fmla="*/ 367159 h 959591"/>
                <a:gd name="csX496" fmla="*/ 1177510 w 1305676"/>
                <a:gd name="csY496" fmla="*/ 367075 h 959591"/>
                <a:gd name="csX497" fmla="*/ 1174892 w 1305676"/>
                <a:gd name="csY497" fmla="*/ 367646 h 959591"/>
                <a:gd name="csX498" fmla="*/ 1170632 w 1305676"/>
                <a:gd name="csY498" fmla="*/ 367935 h 959591"/>
                <a:gd name="csX499" fmla="*/ 1168083 w 1305676"/>
                <a:gd name="csY499" fmla="*/ 367501 h 959591"/>
                <a:gd name="csX500" fmla="*/ 1164933 w 1305676"/>
                <a:gd name="csY500" fmla="*/ 367904 h 959591"/>
                <a:gd name="csX501" fmla="*/ 1162475 w 1305676"/>
                <a:gd name="csY501" fmla="*/ 368589 h 959591"/>
                <a:gd name="csX502" fmla="*/ 1162125 w 1305676"/>
                <a:gd name="csY502" fmla="*/ 369616 h 959591"/>
                <a:gd name="csX503" fmla="*/ 1162217 w 1305676"/>
                <a:gd name="csY503" fmla="*/ 371138 h 959591"/>
                <a:gd name="csX504" fmla="*/ 1162703 w 1305676"/>
                <a:gd name="csY504" fmla="*/ 372127 h 959591"/>
                <a:gd name="csX505" fmla="*/ 1163305 w 1305676"/>
                <a:gd name="csY505" fmla="*/ 372789 h 959591"/>
                <a:gd name="csX506" fmla="*/ 1164324 w 1305676"/>
                <a:gd name="csY506" fmla="*/ 374828 h 959591"/>
                <a:gd name="csX507" fmla="*/ 1165397 w 1305676"/>
                <a:gd name="csY507" fmla="*/ 376799 h 959591"/>
                <a:gd name="csX508" fmla="*/ 1167018 w 1305676"/>
                <a:gd name="csY508" fmla="*/ 378069 h 959591"/>
                <a:gd name="csX509" fmla="*/ 1167695 w 1305676"/>
                <a:gd name="csY509" fmla="*/ 379439 h 959591"/>
                <a:gd name="csX510" fmla="*/ 1167725 w 1305676"/>
                <a:gd name="csY510" fmla="*/ 380710 h 959591"/>
                <a:gd name="csX511" fmla="*/ 1166957 w 1305676"/>
                <a:gd name="csY511" fmla="*/ 382307 h 959591"/>
                <a:gd name="csX512" fmla="*/ 1165793 w 1305676"/>
                <a:gd name="csY512" fmla="*/ 384392 h 959591"/>
                <a:gd name="csX513" fmla="*/ 1164704 w 1305676"/>
                <a:gd name="csY513" fmla="*/ 385678 h 959591"/>
                <a:gd name="csX514" fmla="*/ 1163890 w 1305676"/>
                <a:gd name="csY514" fmla="*/ 385632 h 959591"/>
                <a:gd name="csX515" fmla="*/ 1162643 w 1305676"/>
                <a:gd name="csY515" fmla="*/ 384887 h 959591"/>
                <a:gd name="csX516" fmla="*/ 1161798 w 1305676"/>
                <a:gd name="csY516" fmla="*/ 383943 h 959591"/>
                <a:gd name="csX517" fmla="*/ 1159782 w 1305676"/>
                <a:gd name="csY517" fmla="*/ 383593 h 959591"/>
                <a:gd name="csX518" fmla="*/ 1154852 w 1305676"/>
                <a:gd name="csY518" fmla="*/ 384194 h 959591"/>
                <a:gd name="csX519" fmla="*/ 1152387 w 1305676"/>
                <a:gd name="csY519" fmla="*/ 383776 h 959591"/>
                <a:gd name="csX520" fmla="*/ 1151207 w 1305676"/>
                <a:gd name="csY520" fmla="*/ 383007 h 959591"/>
                <a:gd name="csX521" fmla="*/ 1149145 w 1305676"/>
                <a:gd name="csY521" fmla="*/ 382954 h 959591"/>
                <a:gd name="csX522" fmla="*/ 1145957 w 1305676"/>
                <a:gd name="csY522" fmla="*/ 381927 h 959591"/>
                <a:gd name="csX523" fmla="*/ 1144009 w 1305676"/>
                <a:gd name="csY523" fmla="*/ 381600 h 959591"/>
                <a:gd name="csX524" fmla="*/ 1143089 w 1305676"/>
                <a:gd name="csY524" fmla="*/ 380945 h 959591"/>
                <a:gd name="csX525" fmla="*/ 1142913 w 1305676"/>
                <a:gd name="csY525" fmla="*/ 379439 h 959591"/>
                <a:gd name="csX526" fmla="*/ 1142000 w 1305676"/>
                <a:gd name="csY526" fmla="*/ 378404 h 959591"/>
                <a:gd name="csX527" fmla="*/ 1141483 w 1305676"/>
                <a:gd name="csY527" fmla="*/ 377164 h 959591"/>
                <a:gd name="csX528" fmla="*/ 1140327 w 1305676"/>
                <a:gd name="csY528" fmla="*/ 375604 h 959591"/>
                <a:gd name="csX529" fmla="*/ 1139216 w 1305676"/>
                <a:gd name="csY529" fmla="*/ 374820 h 959591"/>
                <a:gd name="csX530" fmla="*/ 1138120 w 1305676"/>
                <a:gd name="csY530" fmla="*/ 374493 h 959591"/>
                <a:gd name="csX531" fmla="*/ 1136926 w 1305676"/>
                <a:gd name="csY531" fmla="*/ 375437 h 959591"/>
                <a:gd name="csX532" fmla="*/ 1135648 w 1305676"/>
                <a:gd name="csY532" fmla="*/ 376289 h 959591"/>
                <a:gd name="csX533" fmla="*/ 1134697 w 1305676"/>
                <a:gd name="csY533" fmla="*/ 376099 h 959591"/>
                <a:gd name="csX534" fmla="*/ 1134232 w 1305676"/>
                <a:gd name="csY534" fmla="*/ 376335 h 959591"/>
                <a:gd name="csX535" fmla="*/ 1133715 w 1305676"/>
                <a:gd name="csY535" fmla="*/ 377042 h 959591"/>
                <a:gd name="csX536" fmla="*/ 1131660 w 1305676"/>
                <a:gd name="csY536" fmla="*/ 378488 h 959591"/>
                <a:gd name="csX537" fmla="*/ 1131181 w 1305676"/>
                <a:gd name="csY537" fmla="*/ 379812 h 959591"/>
                <a:gd name="csX538" fmla="*/ 1130367 w 1305676"/>
                <a:gd name="csY538" fmla="*/ 382619 h 959591"/>
                <a:gd name="csX539" fmla="*/ 1129796 w 1305676"/>
                <a:gd name="csY539" fmla="*/ 385503 h 959591"/>
                <a:gd name="csX540" fmla="*/ 1129310 w 1305676"/>
                <a:gd name="csY540" fmla="*/ 386522 h 959591"/>
                <a:gd name="csX541" fmla="*/ 1128480 w 1305676"/>
                <a:gd name="csY541" fmla="*/ 386697 h 959591"/>
                <a:gd name="csX542" fmla="*/ 1127635 w 1305676"/>
                <a:gd name="csY542" fmla="*/ 387565 h 959591"/>
                <a:gd name="csX543" fmla="*/ 1125863 w 1305676"/>
                <a:gd name="csY543" fmla="*/ 390266 h 959591"/>
                <a:gd name="csX544" fmla="*/ 1124258 w 1305676"/>
                <a:gd name="csY544" fmla="*/ 392754 h 959591"/>
                <a:gd name="csX545" fmla="*/ 1121929 w 1305676"/>
                <a:gd name="csY545" fmla="*/ 394435 h 959591"/>
                <a:gd name="csX546" fmla="*/ 1120826 w 1305676"/>
                <a:gd name="csY546" fmla="*/ 395972 h 959591"/>
                <a:gd name="csX547" fmla="*/ 1120263 w 1305676"/>
                <a:gd name="csY547" fmla="*/ 397372 h 959591"/>
                <a:gd name="csX548" fmla="*/ 1118604 w 1305676"/>
                <a:gd name="csY548" fmla="*/ 399328 h 959591"/>
                <a:gd name="csX549" fmla="*/ 1116170 w 1305676"/>
                <a:gd name="csY549" fmla="*/ 399678 h 959591"/>
                <a:gd name="csX550" fmla="*/ 1114229 w 1305676"/>
                <a:gd name="csY550" fmla="*/ 400248 h 959591"/>
                <a:gd name="csX551" fmla="*/ 1113042 w 1305676"/>
                <a:gd name="csY551" fmla="*/ 400400 h 959591"/>
                <a:gd name="csX552" fmla="*/ 1112190 w 1305676"/>
                <a:gd name="csY552" fmla="*/ 401192 h 959591"/>
                <a:gd name="csX553" fmla="*/ 1111566 w 1305676"/>
                <a:gd name="csY553" fmla="*/ 402394 h 959591"/>
                <a:gd name="csX554" fmla="*/ 1111269 w 1305676"/>
                <a:gd name="csY554" fmla="*/ 402873 h 959591"/>
                <a:gd name="csX555" fmla="*/ 1110167 w 1305676"/>
                <a:gd name="csY555" fmla="*/ 402873 h 959591"/>
                <a:gd name="csX556" fmla="*/ 1109071 w 1305676"/>
                <a:gd name="csY556" fmla="*/ 403893 h 959591"/>
                <a:gd name="csX557" fmla="*/ 1106385 w 1305676"/>
                <a:gd name="csY557" fmla="*/ 406213 h 959591"/>
                <a:gd name="csX558" fmla="*/ 1104194 w 1305676"/>
                <a:gd name="csY558" fmla="*/ 406647 h 959591"/>
                <a:gd name="csX559" fmla="*/ 1101455 w 1305676"/>
                <a:gd name="csY559" fmla="*/ 408192 h 959591"/>
                <a:gd name="csX560" fmla="*/ 1099043 w 1305676"/>
                <a:gd name="csY560" fmla="*/ 409363 h 959591"/>
                <a:gd name="csX561" fmla="*/ 1098038 w 1305676"/>
                <a:gd name="csY561" fmla="*/ 410025 h 959591"/>
                <a:gd name="csX562" fmla="*/ 1097772 w 1305676"/>
                <a:gd name="csY562" fmla="*/ 410756 h 959591"/>
                <a:gd name="csX563" fmla="*/ 1097422 w 1305676"/>
                <a:gd name="csY563" fmla="*/ 411684 h 959591"/>
                <a:gd name="csX564" fmla="*/ 1096258 w 1305676"/>
                <a:gd name="csY564" fmla="*/ 411867 h 959591"/>
                <a:gd name="csX565" fmla="*/ 1095132 w 1305676"/>
                <a:gd name="csY565" fmla="*/ 411821 h 959591"/>
                <a:gd name="csX566" fmla="*/ 1092621 w 1305676"/>
                <a:gd name="csY566" fmla="*/ 413944 h 959591"/>
                <a:gd name="csX567" fmla="*/ 1091350 w 1305676"/>
                <a:gd name="csY567" fmla="*/ 415747 h 959591"/>
                <a:gd name="csX568" fmla="*/ 1086412 w 1305676"/>
                <a:gd name="csY568" fmla="*/ 419582 h 959591"/>
                <a:gd name="csX569" fmla="*/ 1084396 w 1305676"/>
                <a:gd name="csY569" fmla="*/ 421735 h 959591"/>
                <a:gd name="csX570" fmla="*/ 1083879 w 1305676"/>
                <a:gd name="csY570" fmla="*/ 424520 h 959591"/>
                <a:gd name="csX571" fmla="*/ 1083620 w 1305676"/>
                <a:gd name="csY571" fmla="*/ 424314 h 959591"/>
                <a:gd name="csX572" fmla="*/ 1081862 w 1305676"/>
                <a:gd name="csY572" fmla="*/ 426741 h 959591"/>
                <a:gd name="csX573" fmla="*/ 1078408 w 1305676"/>
                <a:gd name="csY573" fmla="*/ 429047 h 959591"/>
                <a:gd name="csX574" fmla="*/ 1071028 w 1305676"/>
                <a:gd name="csY574" fmla="*/ 429564 h 959591"/>
                <a:gd name="csX575" fmla="*/ 1068692 w 1305676"/>
                <a:gd name="csY575" fmla="*/ 427928 h 959591"/>
                <a:gd name="csX576" fmla="*/ 1067848 w 1305676"/>
                <a:gd name="csY576" fmla="*/ 429054 h 959591"/>
                <a:gd name="csX577" fmla="*/ 1067193 w 1305676"/>
                <a:gd name="csY577" fmla="*/ 430568 h 959591"/>
                <a:gd name="csX578" fmla="*/ 1065253 w 1305676"/>
                <a:gd name="csY578" fmla="*/ 431071 h 959591"/>
                <a:gd name="csX579" fmla="*/ 1062232 w 1305676"/>
                <a:gd name="csY579" fmla="*/ 431208 h 959591"/>
                <a:gd name="csX580" fmla="*/ 1060536 w 1305676"/>
                <a:gd name="csY580" fmla="*/ 432204 h 959591"/>
                <a:gd name="csX581" fmla="*/ 1059630 w 1305676"/>
                <a:gd name="csY581" fmla="*/ 433315 h 959591"/>
                <a:gd name="csX582" fmla="*/ 1055484 w 1305676"/>
                <a:gd name="csY582" fmla="*/ 433673 h 959591"/>
                <a:gd name="csX583" fmla="*/ 1053962 w 1305676"/>
                <a:gd name="csY583" fmla="*/ 435156 h 959591"/>
                <a:gd name="csX584" fmla="*/ 1051375 w 1305676"/>
                <a:gd name="csY584" fmla="*/ 435681 h 959591"/>
                <a:gd name="csX585" fmla="*/ 1040593 w 1305676"/>
                <a:gd name="csY585" fmla="*/ 442149 h 959591"/>
                <a:gd name="csX586" fmla="*/ 1038243 w 1305676"/>
                <a:gd name="csY586" fmla="*/ 444865 h 959591"/>
                <a:gd name="csX587" fmla="*/ 1036013 w 1305676"/>
                <a:gd name="csY587" fmla="*/ 448038 h 959591"/>
                <a:gd name="csX588" fmla="*/ 1034454 w 1305676"/>
                <a:gd name="csY588" fmla="*/ 449628 h 959591"/>
                <a:gd name="csX589" fmla="*/ 1033054 w 1305676"/>
                <a:gd name="csY589" fmla="*/ 450739 h 959591"/>
                <a:gd name="csX590" fmla="*/ 1031783 w 1305676"/>
                <a:gd name="csY590" fmla="*/ 451195 h 959591"/>
                <a:gd name="csX591" fmla="*/ 1030535 w 1305676"/>
                <a:gd name="csY591" fmla="*/ 452291 h 959591"/>
                <a:gd name="csX592" fmla="*/ 1029272 w 1305676"/>
                <a:gd name="csY592" fmla="*/ 452428 h 959591"/>
                <a:gd name="csX593" fmla="*/ 1027986 w 1305676"/>
                <a:gd name="csY593" fmla="*/ 451926 h 959591"/>
                <a:gd name="csX594" fmla="*/ 1026548 w 1305676"/>
                <a:gd name="csY594" fmla="*/ 452101 h 959591"/>
                <a:gd name="csX595" fmla="*/ 1025597 w 1305676"/>
                <a:gd name="csY595" fmla="*/ 453424 h 959591"/>
                <a:gd name="csX596" fmla="*/ 1026396 w 1305676"/>
                <a:gd name="csY596" fmla="*/ 455152 h 959591"/>
                <a:gd name="csX597" fmla="*/ 1025955 w 1305676"/>
                <a:gd name="csY597" fmla="*/ 455882 h 959591"/>
                <a:gd name="csX598" fmla="*/ 1023124 w 1305676"/>
                <a:gd name="csY598" fmla="*/ 456818 h 959591"/>
                <a:gd name="csX599" fmla="*/ 1018909 w 1305676"/>
                <a:gd name="csY599" fmla="*/ 457434 h 959591"/>
                <a:gd name="csX600" fmla="*/ 1017129 w 1305676"/>
                <a:gd name="csY600" fmla="*/ 458560 h 959591"/>
                <a:gd name="csX601" fmla="*/ 1016505 w 1305676"/>
                <a:gd name="csY601" fmla="*/ 459199 h 959591"/>
                <a:gd name="csX602" fmla="*/ 1015577 w 1305676"/>
                <a:gd name="csY602" fmla="*/ 459519 h 959591"/>
                <a:gd name="csX603" fmla="*/ 1014679 w 1305676"/>
                <a:gd name="csY603" fmla="*/ 457297 h 959591"/>
                <a:gd name="csX604" fmla="*/ 1014359 w 1305676"/>
                <a:gd name="csY604" fmla="*/ 454360 h 959591"/>
                <a:gd name="csX605" fmla="*/ 1016101 w 1305676"/>
                <a:gd name="csY605" fmla="*/ 453653 h 959591"/>
                <a:gd name="csX606" fmla="*/ 1017707 w 1305676"/>
                <a:gd name="csY606" fmla="*/ 453280 h 959591"/>
                <a:gd name="csX607" fmla="*/ 1026601 w 1305676"/>
                <a:gd name="csY607" fmla="*/ 449217 h 959591"/>
                <a:gd name="csX608" fmla="*/ 1025491 w 1305676"/>
                <a:gd name="csY608" fmla="*/ 446158 h 959591"/>
                <a:gd name="csX609" fmla="*/ 1026282 w 1305676"/>
                <a:gd name="csY609" fmla="*/ 444827 h 959591"/>
                <a:gd name="csX610" fmla="*/ 1028275 w 1305676"/>
                <a:gd name="csY610" fmla="*/ 442658 h 959591"/>
                <a:gd name="csX611" fmla="*/ 1029569 w 1305676"/>
                <a:gd name="csY611" fmla="*/ 441585 h 959591"/>
                <a:gd name="csX612" fmla="*/ 1028869 w 1305676"/>
                <a:gd name="csY612" fmla="*/ 441190 h 959591"/>
                <a:gd name="csX613" fmla="*/ 1023033 w 1305676"/>
                <a:gd name="csY613" fmla="*/ 441905 h 959591"/>
                <a:gd name="csX614" fmla="*/ 1019693 w 1305676"/>
                <a:gd name="csY614" fmla="*/ 441852 h 959591"/>
                <a:gd name="csX615" fmla="*/ 1017973 w 1305676"/>
                <a:gd name="csY615" fmla="*/ 441631 h 959591"/>
                <a:gd name="csX616" fmla="*/ 1018491 w 1305676"/>
                <a:gd name="csY616" fmla="*/ 439775 h 959591"/>
                <a:gd name="csX617" fmla="*/ 1018201 w 1305676"/>
                <a:gd name="csY617" fmla="*/ 437918 h 959591"/>
                <a:gd name="csX618" fmla="*/ 1017798 w 1305676"/>
                <a:gd name="csY618" fmla="*/ 437226 h 959591"/>
                <a:gd name="csX619" fmla="*/ 1020773 w 1305676"/>
                <a:gd name="csY619" fmla="*/ 435111 h 959591"/>
                <a:gd name="csX620" fmla="*/ 1022120 w 1305676"/>
                <a:gd name="csY620" fmla="*/ 434593 h 959591"/>
                <a:gd name="csX621" fmla="*/ 1023147 w 1305676"/>
                <a:gd name="csY621" fmla="*/ 434624 h 959591"/>
                <a:gd name="csX622" fmla="*/ 1023071 w 1305676"/>
                <a:gd name="csY622" fmla="*/ 433346 h 959591"/>
                <a:gd name="csX623" fmla="*/ 1022219 w 1305676"/>
                <a:gd name="csY623" fmla="*/ 431420 h 959591"/>
                <a:gd name="csX624" fmla="*/ 1023139 w 1305676"/>
                <a:gd name="csY624" fmla="*/ 428933 h 959591"/>
                <a:gd name="csX625" fmla="*/ 1029196 w 1305676"/>
                <a:gd name="csY625" fmla="*/ 426003 h 959591"/>
                <a:gd name="csX626" fmla="*/ 1030649 w 1305676"/>
                <a:gd name="csY626" fmla="*/ 423340 h 959591"/>
                <a:gd name="csX627" fmla="*/ 1033076 w 1305676"/>
                <a:gd name="csY627" fmla="*/ 420852 h 959591"/>
                <a:gd name="csX628" fmla="*/ 1037520 w 1305676"/>
                <a:gd name="csY628" fmla="*/ 414659 h 959591"/>
                <a:gd name="csX629" fmla="*/ 1037786 w 1305676"/>
                <a:gd name="csY629" fmla="*/ 413601 h 959591"/>
                <a:gd name="csX630" fmla="*/ 1039079 w 1305676"/>
                <a:gd name="csY630" fmla="*/ 410687 h 959591"/>
                <a:gd name="csX631" fmla="*/ 1039308 w 1305676"/>
                <a:gd name="csY631" fmla="*/ 409523 h 959591"/>
                <a:gd name="csX632" fmla="*/ 1037254 w 1305676"/>
                <a:gd name="csY632" fmla="*/ 407819 h 959591"/>
                <a:gd name="csX633" fmla="*/ 1036439 w 1305676"/>
                <a:gd name="csY633" fmla="*/ 405430 h 959591"/>
                <a:gd name="csX634" fmla="*/ 1030428 w 1305676"/>
                <a:gd name="csY634" fmla="*/ 401108 h 959591"/>
                <a:gd name="csX635" fmla="*/ 1029919 w 1305676"/>
                <a:gd name="csY635" fmla="*/ 397387 h 959591"/>
                <a:gd name="csX636" fmla="*/ 1029356 w 1305676"/>
                <a:gd name="csY636" fmla="*/ 397547 h 959591"/>
                <a:gd name="csX637" fmla="*/ 1028443 w 1305676"/>
                <a:gd name="csY637" fmla="*/ 400149 h 959591"/>
                <a:gd name="csX638" fmla="*/ 1027659 w 1305676"/>
                <a:gd name="csY638" fmla="*/ 400986 h 959591"/>
                <a:gd name="csX639" fmla="*/ 1024874 w 1305676"/>
                <a:gd name="csY639" fmla="*/ 401062 h 959591"/>
                <a:gd name="csX640" fmla="*/ 1023558 w 1305676"/>
                <a:gd name="csY640" fmla="*/ 400081 h 959591"/>
                <a:gd name="csX641" fmla="*/ 1015813 w 1305676"/>
                <a:gd name="csY641" fmla="*/ 399442 h 959591"/>
                <a:gd name="csX642" fmla="*/ 1013918 w 1305676"/>
                <a:gd name="csY642" fmla="*/ 401123 h 959591"/>
                <a:gd name="csX643" fmla="*/ 1012153 w 1305676"/>
                <a:gd name="csY643" fmla="*/ 403718 h 959591"/>
                <a:gd name="csX644" fmla="*/ 1010426 w 1305676"/>
                <a:gd name="csY644" fmla="*/ 405574 h 959591"/>
                <a:gd name="csX645" fmla="*/ 1008691 w 1305676"/>
                <a:gd name="csY645" fmla="*/ 406525 h 959591"/>
                <a:gd name="csX646" fmla="*/ 1007184 w 1305676"/>
                <a:gd name="csY646" fmla="*/ 408214 h 959591"/>
                <a:gd name="csX647" fmla="*/ 1000960 w 1305676"/>
                <a:gd name="csY647" fmla="*/ 418212 h 959591"/>
                <a:gd name="csX648" fmla="*/ 998609 w 1305676"/>
                <a:gd name="csY648" fmla="*/ 418973 h 959591"/>
                <a:gd name="csX649" fmla="*/ 987539 w 1305676"/>
                <a:gd name="csY649" fmla="*/ 424991 h 959591"/>
                <a:gd name="csX650" fmla="*/ 981992 w 1305676"/>
                <a:gd name="csY650" fmla="*/ 427350 h 959591"/>
                <a:gd name="csX651" fmla="*/ 977724 w 1305676"/>
                <a:gd name="csY651" fmla="*/ 431504 h 959591"/>
                <a:gd name="csX652" fmla="*/ 976255 w 1305676"/>
                <a:gd name="csY652" fmla="*/ 434015 h 959591"/>
                <a:gd name="csX653" fmla="*/ 974955 w 1305676"/>
                <a:gd name="csY653" fmla="*/ 436800 h 959591"/>
                <a:gd name="csX654" fmla="*/ 974163 w 1305676"/>
                <a:gd name="csY654" fmla="*/ 441007 h 959591"/>
                <a:gd name="csX655" fmla="*/ 970222 w 1305676"/>
                <a:gd name="csY655" fmla="*/ 446113 h 959591"/>
                <a:gd name="csX656" fmla="*/ 968867 w 1305676"/>
                <a:gd name="csY656" fmla="*/ 447208 h 959591"/>
                <a:gd name="csX657" fmla="*/ 967491 w 1305676"/>
                <a:gd name="csY657" fmla="*/ 447650 h 959591"/>
                <a:gd name="csX658" fmla="*/ 965657 w 1305676"/>
                <a:gd name="csY658" fmla="*/ 447490 h 959591"/>
                <a:gd name="csX659" fmla="*/ 964074 w 1305676"/>
                <a:gd name="csY659" fmla="*/ 447809 h 959591"/>
                <a:gd name="csX660" fmla="*/ 961381 w 1305676"/>
                <a:gd name="csY660" fmla="*/ 447360 h 959591"/>
                <a:gd name="csX661" fmla="*/ 958079 w 1305676"/>
                <a:gd name="csY661" fmla="*/ 448973 h 959591"/>
                <a:gd name="csX662" fmla="*/ 954366 w 1305676"/>
                <a:gd name="csY662" fmla="*/ 450366 h 959591"/>
                <a:gd name="csX663" fmla="*/ 951163 w 1305676"/>
                <a:gd name="csY663" fmla="*/ 446858 h 959591"/>
                <a:gd name="csX664" fmla="*/ 948872 w 1305676"/>
                <a:gd name="csY664" fmla="*/ 445991 h 959591"/>
                <a:gd name="csX665" fmla="*/ 945137 w 1305676"/>
                <a:gd name="csY665" fmla="*/ 446965 h 959591"/>
                <a:gd name="csX666" fmla="*/ 943402 w 1305676"/>
                <a:gd name="csY666" fmla="*/ 448525 h 959591"/>
                <a:gd name="csX667" fmla="*/ 939811 w 1305676"/>
                <a:gd name="csY667" fmla="*/ 456232 h 959591"/>
                <a:gd name="csX668" fmla="*/ 938464 w 1305676"/>
                <a:gd name="csY668" fmla="*/ 460637 h 959591"/>
                <a:gd name="csX669" fmla="*/ 938555 w 1305676"/>
                <a:gd name="csY669" fmla="*/ 462441 h 959591"/>
                <a:gd name="csX670" fmla="*/ 940647 w 1305676"/>
                <a:gd name="csY670" fmla="*/ 467904 h 959591"/>
                <a:gd name="csX671" fmla="*/ 943014 w 1305676"/>
                <a:gd name="csY671" fmla="*/ 470955 h 959591"/>
                <a:gd name="csX672" fmla="*/ 948317 w 1305676"/>
                <a:gd name="csY672" fmla="*/ 474432 h 959591"/>
                <a:gd name="csX673" fmla="*/ 959593 w 1305676"/>
                <a:gd name="csY673" fmla="*/ 476821 h 959591"/>
                <a:gd name="csX674" fmla="*/ 962241 w 1305676"/>
                <a:gd name="csY674" fmla="*/ 475969 h 959591"/>
                <a:gd name="csX675" fmla="*/ 965078 w 1305676"/>
                <a:gd name="csY675" fmla="*/ 475961 h 959591"/>
                <a:gd name="csX676" fmla="*/ 968069 w 1305676"/>
                <a:gd name="csY676" fmla="*/ 478228 h 959591"/>
                <a:gd name="csX677" fmla="*/ 969941 w 1305676"/>
                <a:gd name="csY677" fmla="*/ 481972 h 959591"/>
                <a:gd name="csX678" fmla="*/ 970108 w 1305676"/>
                <a:gd name="csY678" fmla="*/ 484521 h 959591"/>
                <a:gd name="csX679" fmla="*/ 970169 w 1305676"/>
                <a:gd name="csY679" fmla="*/ 485403 h 959591"/>
                <a:gd name="csX680" fmla="*/ 970854 w 1305676"/>
                <a:gd name="csY680" fmla="*/ 486156 h 959591"/>
                <a:gd name="csX681" fmla="*/ 971257 w 1305676"/>
                <a:gd name="csY681" fmla="*/ 487442 h 959591"/>
                <a:gd name="csX682" fmla="*/ 970070 w 1305676"/>
                <a:gd name="csY682" fmla="*/ 488508 h 959591"/>
                <a:gd name="csX683" fmla="*/ 969157 w 1305676"/>
                <a:gd name="csY683" fmla="*/ 489040 h 959591"/>
                <a:gd name="csX684" fmla="*/ 968388 w 1305676"/>
                <a:gd name="csY684" fmla="*/ 492989 h 959591"/>
                <a:gd name="csX685" fmla="*/ 968343 w 1305676"/>
                <a:gd name="csY685" fmla="*/ 497349 h 959591"/>
                <a:gd name="csX686" fmla="*/ 969309 w 1305676"/>
                <a:gd name="csY686" fmla="*/ 498794 h 959591"/>
                <a:gd name="csX687" fmla="*/ 971736 w 1305676"/>
                <a:gd name="csY687" fmla="*/ 500826 h 959591"/>
                <a:gd name="csX688" fmla="*/ 975487 w 1305676"/>
                <a:gd name="csY688" fmla="*/ 502500 h 959591"/>
                <a:gd name="csX689" fmla="*/ 978957 w 1305676"/>
                <a:gd name="csY689" fmla="*/ 502857 h 959591"/>
                <a:gd name="csX690" fmla="*/ 985584 w 1305676"/>
                <a:gd name="csY690" fmla="*/ 502051 h 959591"/>
                <a:gd name="csX691" fmla="*/ 988292 w 1305676"/>
                <a:gd name="csY691" fmla="*/ 499426 h 959591"/>
                <a:gd name="csX692" fmla="*/ 988133 w 1305676"/>
                <a:gd name="csY692" fmla="*/ 498292 h 959591"/>
                <a:gd name="csX693" fmla="*/ 988201 w 1305676"/>
                <a:gd name="csY693" fmla="*/ 496824 h 959591"/>
                <a:gd name="csX694" fmla="*/ 994037 w 1305676"/>
                <a:gd name="csY694" fmla="*/ 492966 h 959591"/>
                <a:gd name="csX695" fmla="*/ 997362 w 1305676"/>
                <a:gd name="csY695" fmla="*/ 489542 h 959591"/>
                <a:gd name="csX696" fmla="*/ 996844 w 1305676"/>
                <a:gd name="csY696" fmla="*/ 488637 h 959591"/>
                <a:gd name="csX697" fmla="*/ 996205 w 1305676"/>
                <a:gd name="csY697" fmla="*/ 488036 h 959591"/>
                <a:gd name="csX698" fmla="*/ 996791 w 1305676"/>
                <a:gd name="csY698" fmla="*/ 487686 h 959591"/>
                <a:gd name="csX699" fmla="*/ 998609 w 1305676"/>
                <a:gd name="csY699" fmla="*/ 487442 h 959591"/>
                <a:gd name="csX700" fmla="*/ 1006720 w 1305676"/>
                <a:gd name="csY700" fmla="*/ 483866 h 959591"/>
                <a:gd name="csX701" fmla="*/ 1013104 w 1305676"/>
                <a:gd name="csY701" fmla="*/ 486788 h 959591"/>
                <a:gd name="csX702" fmla="*/ 1016748 w 1305676"/>
                <a:gd name="csY702" fmla="*/ 490151 h 959591"/>
                <a:gd name="csX703" fmla="*/ 1020355 w 1305676"/>
                <a:gd name="csY703" fmla="*/ 490714 h 959591"/>
                <a:gd name="csX704" fmla="*/ 1022850 w 1305676"/>
                <a:gd name="csY704" fmla="*/ 492434 h 959591"/>
                <a:gd name="csX705" fmla="*/ 1025734 w 1305676"/>
                <a:gd name="csY705" fmla="*/ 493894 h 959591"/>
                <a:gd name="csX706" fmla="*/ 1029493 w 1305676"/>
                <a:gd name="csY706" fmla="*/ 493993 h 959591"/>
                <a:gd name="csX707" fmla="*/ 1032665 w 1305676"/>
                <a:gd name="csY707" fmla="*/ 494298 h 959591"/>
                <a:gd name="csX708" fmla="*/ 1033632 w 1305676"/>
                <a:gd name="csY708" fmla="*/ 492943 h 959591"/>
                <a:gd name="csX709" fmla="*/ 1034628 w 1305676"/>
                <a:gd name="csY709" fmla="*/ 492053 h 959591"/>
                <a:gd name="csX710" fmla="*/ 1035754 w 1305676"/>
                <a:gd name="csY710" fmla="*/ 492228 h 959591"/>
                <a:gd name="csX711" fmla="*/ 1037025 w 1305676"/>
                <a:gd name="csY711" fmla="*/ 494001 h 959591"/>
                <a:gd name="csX712" fmla="*/ 1040631 w 1305676"/>
                <a:gd name="csY712" fmla="*/ 495363 h 959591"/>
                <a:gd name="csX713" fmla="*/ 1043957 w 1305676"/>
                <a:gd name="csY713" fmla="*/ 495294 h 959591"/>
                <a:gd name="csX714" fmla="*/ 1046285 w 1305676"/>
                <a:gd name="csY714" fmla="*/ 494800 h 959591"/>
                <a:gd name="csX715" fmla="*/ 1047670 w 1305676"/>
                <a:gd name="csY715" fmla="*/ 495431 h 959591"/>
                <a:gd name="csX716" fmla="*/ 1045669 w 1305676"/>
                <a:gd name="csY716" fmla="*/ 497699 h 959591"/>
                <a:gd name="csX717" fmla="*/ 1045965 w 1305676"/>
                <a:gd name="csY717" fmla="*/ 501351 h 959591"/>
                <a:gd name="csX718" fmla="*/ 1044436 w 1305676"/>
                <a:gd name="csY718" fmla="*/ 502507 h 959591"/>
                <a:gd name="csX719" fmla="*/ 1042967 w 1305676"/>
                <a:gd name="csY719" fmla="*/ 504364 h 959591"/>
                <a:gd name="csX720" fmla="*/ 1043835 w 1305676"/>
                <a:gd name="csY720" fmla="*/ 505589 h 959591"/>
                <a:gd name="csX721" fmla="*/ 1044603 w 1305676"/>
                <a:gd name="csY721" fmla="*/ 506106 h 959591"/>
                <a:gd name="csX722" fmla="*/ 1044527 w 1305676"/>
                <a:gd name="csY722" fmla="*/ 507590 h 959591"/>
                <a:gd name="csX723" fmla="*/ 1043188 w 1305676"/>
                <a:gd name="csY723" fmla="*/ 508434 h 959591"/>
                <a:gd name="csX724" fmla="*/ 1040708 w 1305676"/>
                <a:gd name="csY724" fmla="*/ 510641 h 959591"/>
                <a:gd name="csX725" fmla="*/ 1039277 w 1305676"/>
                <a:gd name="csY725" fmla="*/ 510603 h 959591"/>
                <a:gd name="csX726" fmla="*/ 1038600 w 1305676"/>
                <a:gd name="csY726" fmla="*/ 510177 h 959591"/>
                <a:gd name="csX727" fmla="*/ 1038121 w 1305676"/>
                <a:gd name="csY727" fmla="*/ 509385 h 959591"/>
                <a:gd name="csX728" fmla="*/ 1037763 w 1305676"/>
                <a:gd name="csY728" fmla="*/ 508115 h 959591"/>
                <a:gd name="csX729" fmla="*/ 1036896 w 1305676"/>
                <a:gd name="csY729" fmla="*/ 507278 h 959591"/>
                <a:gd name="csX730" fmla="*/ 1034491 w 1305676"/>
                <a:gd name="csY730" fmla="*/ 506958 h 959591"/>
                <a:gd name="csX731" fmla="*/ 1031996 w 1305676"/>
                <a:gd name="csY731" fmla="*/ 507263 h 959591"/>
                <a:gd name="csX732" fmla="*/ 1026381 w 1305676"/>
                <a:gd name="csY732" fmla="*/ 510534 h 959591"/>
                <a:gd name="csX733" fmla="*/ 1020895 w 1305676"/>
                <a:gd name="csY733" fmla="*/ 513137 h 959591"/>
                <a:gd name="csX734" fmla="*/ 1015150 w 1305676"/>
                <a:gd name="csY734" fmla="*/ 515198 h 959591"/>
                <a:gd name="csX735" fmla="*/ 1013226 w 1305676"/>
                <a:gd name="csY735" fmla="*/ 516499 h 959591"/>
                <a:gd name="csX736" fmla="*/ 1011856 w 1305676"/>
                <a:gd name="csY736" fmla="*/ 516857 h 959591"/>
                <a:gd name="csX737" fmla="*/ 1009475 w 1305676"/>
                <a:gd name="csY737" fmla="*/ 515876 h 959591"/>
                <a:gd name="csX738" fmla="*/ 1008036 w 1305676"/>
                <a:gd name="csY738" fmla="*/ 515936 h 959591"/>
                <a:gd name="csX739" fmla="*/ 1007732 w 1305676"/>
                <a:gd name="csY739" fmla="*/ 516614 h 959591"/>
                <a:gd name="csX740" fmla="*/ 1009566 w 1305676"/>
                <a:gd name="csY740" fmla="*/ 518424 h 959591"/>
                <a:gd name="csX741" fmla="*/ 1010045 w 1305676"/>
                <a:gd name="csY741" fmla="*/ 519840 h 959591"/>
                <a:gd name="csX742" fmla="*/ 1009855 w 1305676"/>
                <a:gd name="csY742" fmla="*/ 520928 h 959591"/>
                <a:gd name="csX743" fmla="*/ 1008812 w 1305676"/>
                <a:gd name="csY743" fmla="*/ 521407 h 959591"/>
                <a:gd name="csX744" fmla="*/ 1007298 w 1305676"/>
                <a:gd name="csY744" fmla="*/ 520616 h 959591"/>
                <a:gd name="csX745" fmla="*/ 1005914 w 1305676"/>
                <a:gd name="csY745" fmla="*/ 521749 h 959591"/>
                <a:gd name="csX746" fmla="*/ 1005290 w 1305676"/>
                <a:gd name="csY746" fmla="*/ 523659 h 959591"/>
                <a:gd name="csX747" fmla="*/ 1005259 w 1305676"/>
                <a:gd name="csY747" fmla="*/ 528201 h 959591"/>
                <a:gd name="csX748" fmla="*/ 1004346 w 1305676"/>
                <a:gd name="csY748" fmla="*/ 529213 h 959591"/>
                <a:gd name="csX749" fmla="*/ 1001813 w 1305676"/>
                <a:gd name="csY749" fmla="*/ 529769 h 959591"/>
                <a:gd name="csX750" fmla="*/ 999119 w 1305676"/>
                <a:gd name="csY750" fmla="*/ 531214 h 959591"/>
                <a:gd name="csX751" fmla="*/ 998161 w 1305676"/>
                <a:gd name="csY751" fmla="*/ 530545 h 959591"/>
                <a:gd name="csX752" fmla="*/ 997780 w 1305676"/>
                <a:gd name="csY752" fmla="*/ 529731 h 959591"/>
                <a:gd name="csX753" fmla="*/ 998062 w 1305676"/>
                <a:gd name="csY753" fmla="*/ 527646 h 959591"/>
                <a:gd name="csX754" fmla="*/ 997727 w 1305676"/>
                <a:gd name="csY754" fmla="*/ 526626 h 959591"/>
                <a:gd name="csX755" fmla="*/ 996494 w 1305676"/>
                <a:gd name="csY755" fmla="*/ 526680 h 959591"/>
                <a:gd name="csX756" fmla="*/ 994638 w 1305676"/>
                <a:gd name="csY756" fmla="*/ 527304 h 959591"/>
                <a:gd name="csX757" fmla="*/ 993223 w 1305676"/>
                <a:gd name="csY757" fmla="*/ 528673 h 959591"/>
                <a:gd name="csX758" fmla="*/ 992736 w 1305676"/>
                <a:gd name="csY758" fmla="*/ 529503 h 959591"/>
                <a:gd name="csX759" fmla="*/ 994600 w 1305676"/>
                <a:gd name="csY759" fmla="*/ 532173 h 959591"/>
                <a:gd name="csX760" fmla="*/ 996373 w 1305676"/>
                <a:gd name="csY760" fmla="*/ 532447 h 959591"/>
                <a:gd name="csX761" fmla="*/ 996806 w 1305676"/>
                <a:gd name="csY761" fmla="*/ 533048 h 959591"/>
                <a:gd name="csX762" fmla="*/ 995398 w 1305676"/>
                <a:gd name="csY762" fmla="*/ 534349 h 959591"/>
                <a:gd name="csX763" fmla="*/ 991891 w 1305676"/>
                <a:gd name="csY763" fmla="*/ 536282 h 959591"/>
                <a:gd name="csX764" fmla="*/ 991305 w 1305676"/>
                <a:gd name="csY764" fmla="*/ 537902 h 959591"/>
                <a:gd name="csX765" fmla="*/ 990263 w 1305676"/>
                <a:gd name="csY765" fmla="*/ 539454 h 959591"/>
                <a:gd name="csX766" fmla="*/ 988832 w 1305676"/>
                <a:gd name="csY766" fmla="*/ 540687 h 959591"/>
                <a:gd name="csX767" fmla="*/ 987859 w 1305676"/>
                <a:gd name="csY767" fmla="*/ 541988 h 959591"/>
                <a:gd name="csX768" fmla="*/ 986672 w 1305676"/>
                <a:gd name="csY768" fmla="*/ 542665 h 959591"/>
                <a:gd name="csX769" fmla="*/ 984731 w 1305676"/>
                <a:gd name="csY769" fmla="*/ 543426 h 959591"/>
                <a:gd name="csX770" fmla="*/ 982350 w 1305676"/>
                <a:gd name="csY770" fmla="*/ 546530 h 959591"/>
                <a:gd name="csX771" fmla="*/ 980608 w 1305676"/>
                <a:gd name="csY771" fmla="*/ 549429 h 959591"/>
                <a:gd name="csX772" fmla="*/ 978538 w 1305676"/>
                <a:gd name="csY772" fmla="*/ 550921 h 959591"/>
                <a:gd name="csX773" fmla="*/ 976902 w 1305676"/>
                <a:gd name="csY773" fmla="*/ 555805 h 959591"/>
                <a:gd name="csX774" fmla="*/ 973973 w 1305676"/>
                <a:gd name="csY774" fmla="*/ 558453 h 959591"/>
                <a:gd name="csX775" fmla="*/ 972893 w 1305676"/>
                <a:gd name="csY775" fmla="*/ 562683 h 959591"/>
                <a:gd name="csX776" fmla="*/ 973653 w 1305676"/>
                <a:gd name="csY776" fmla="*/ 565278 h 959591"/>
                <a:gd name="csX777" fmla="*/ 976872 w 1305676"/>
                <a:gd name="csY777" fmla="*/ 565255 h 959591"/>
                <a:gd name="csX778" fmla="*/ 978477 w 1305676"/>
                <a:gd name="csY778" fmla="*/ 566168 h 959591"/>
                <a:gd name="csX779" fmla="*/ 981810 w 1305676"/>
                <a:gd name="csY779" fmla="*/ 569577 h 959591"/>
                <a:gd name="csX780" fmla="*/ 985797 w 1305676"/>
                <a:gd name="csY780" fmla="*/ 571798 h 959591"/>
                <a:gd name="csX781" fmla="*/ 989936 w 1305676"/>
                <a:gd name="csY781" fmla="*/ 573046 h 959591"/>
                <a:gd name="csX782" fmla="*/ 995011 w 1305676"/>
                <a:gd name="csY782" fmla="*/ 576189 h 959591"/>
                <a:gd name="csX783" fmla="*/ 996411 w 1305676"/>
                <a:gd name="csY783" fmla="*/ 577520 h 959591"/>
                <a:gd name="csX784" fmla="*/ 997605 w 1305676"/>
                <a:gd name="csY784" fmla="*/ 580221 h 959591"/>
                <a:gd name="csX785" fmla="*/ 999804 w 1305676"/>
                <a:gd name="csY785" fmla="*/ 587982 h 959591"/>
                <a:gd name="csX786" fmla="*/ 1001387 w 1305676"/>
                <a:gd name="csY786" fmla="*/ 591817 h 959591"/>
                <a:gd name="csX787" fmla="*/ 1001493 w 1305676"/>
                <a:gd name="csY787" fmla="*/ 593818 h 959591"/>
                <a:gd name="csX788" fmla="*/ 1003867 w 1305676"/>
                <a:gd name="csY788" fmla="*/ 597584 h 959591"/>
                <a:gd name="csX789" fmla="*/ 1006401 w 1305676"/>
                <a:gd name="csY789" fmla="*/ 604051 h 959591"/>
                <a:gd name="csX790" fmla="*/ 1009322 w 1305676"/>
                <a:gd name="csY790" fmla="*/ 609636 h 959591"/>
                <a:gd name="csX791" fmla="*/ 1009878 w 1305676"/>
                <a:gd name="csY791" fmla="*/ 614026 h 959591"/>
                <a:gd name="csX792" fmla="*/ 1008935 w 1305676"/>
                <a:gd name="csY792" fmla="*/ 616027 h 959591"/>
                <a:gd name="csX793" fmla="*/ 1008942 w 1305676"/>
                <a:gd name="csY793" fmla="*/ 618621 h 959591"/>
                <a:gd name="csX794" fmla="*/ 1011856 w 1305676"/>
                <a:gd name="csY794" fmla="*/ 621003 h 959591"/>
                <a:gd name="csX795" fmla="*/ 1018338 w 1305676"/>
                <a:gd name="csY795" fmla="*/ 623765 h 959591"/>
                <a:gd name="csX796" fmla="*/ 1019373 w 1305676"/>
                <a:gd name="csY796" fmla="*/ 624579 h 959591"/>
                <a:gd name="csX797" fmla="*/ 1020644 w 1305676"/>
                <a:gd name="csY797" fmla="*/ 625918 h 959591"/>
                <a:gd name="csX798" fmla="*/ 1020705 w 1305676"/>
                <a:gd name="csY798" fmla="*/ 630080 h 959591"/>
                <a:gd name="csX799" fmla="*/ 1021709 w 1305676"/>
                <a:gd name="csY799" fmla="*/ 631404 h 959591"/>
                <a:gd name="csX800" fmla="*/ 1022554 w 1305676"/>
                <a:gd name="csY800" fmla="*/ 632210 h 959591"/>
                <a:gd name="csX801" fmla="*/ 1026480 w 1305676"/>
                <a:gd name="csY801" fmla="*/ 633968 h 959591"/>
                <a:gd name="csX802" fmla="*/ 1028123 w 1305676"/>
                <a:gd name="csY802" fmla="*/ 635429 h 959591"/>
                <a:gd name="csX803" fmla="*/ 1029866 w 1305676"/>
                <a:gd name="csY803" fmla="*/ 637757 h 959591"/>
                <a:gd name="csX804" fmla="*/ 1030368 w 1305676"/>
                <a:gd name="csY804" fmla="*/ 639842 h 959591"/>
                <a:gd name="csX805" fmla="*/ 1030581 w 1305676"/>
                <a:gd name="csY805" fmla="*/ 642665 h 959591"/>
                <a:gd name="csX806" fmla="*/ 1028389 w 1305676"/>
                <a:gd name="csY806" fmla="*/ 642763 h 959591"/>
                <a:gd name="csX807" fmla="*/ 1026624 w 1305676"/>
                <a:gd name="csY807" fmla="*/ 642444 h 959591"/>
                <a:gd name="csX808" fmla="*/ 1019602 w 1305676"/>
                <a:gd name="csY808" fmla="*/ 638777 h 959591"/>
                <a:gd name="csX809" fmla="*/ 1017776 w 1305676"/>
                <a:gd name="csY809" fmla="*/ 638678 h 959591"/>
                <a:gd name="csX810" fmla="*/ 1015196 w 1305676"/>
                <a:gd name="csY810" fmla="*/ 639187 h 959591"/>
                <a:gd name="csX811" fmla="*/ 1011521 w 1305676"/>
                <a:gd name="csY811" fmla="*/ 638510 h 959591"/>
                <a:gd name="csX812" fmla="*/ 1007641 w 1305676"/>
                <a:gd name="csY812" fmla="*/ 634440 h 959591"/>
                <a:gd name="csX813" fmla="*/ 1004841 w 1305676"/>
                <a:gd name="csY813" fmla="*/ 633207 h 959591"/>
                <a:gd name="csX814" fmla="*/ 1001835 w 1305676"/>
                <a:gd name="csY814" fmla="*/ 632583 h 959591"/>
                <a:gd name="csX815" fmla="*/ 994668 w 1305676"/>
                <a:gd name="csY815" fmla="*/ 636083 h 959591"/>
                <a:gd name="csX816" fmla="*/ 992842 w 1305676"/>
                <a:gd name="csY816" fmla="*/ 635832 h 959591"/>
                <a:gd name="csX817" fmla="*/ 992317 w 1305676"/>
                <a:gd name="csY817" fmla="*/ 636228 h 959591"/>
                <a:gd name="csX818" fmla="*/ 991511 w 1305676"/>
                <a:gd name="csY818" fmla="*/ 636829 h 959591"/>
                <a:gd name="csX819" fmla="*/ 994836 w 1305676"/>
                <a:gd name="csY819" fmla="*/ 637582 h 959591"/>
                <a:gd name="csX820" fmla="*/ 998168 w 1305676"/>
                <a:gd name="csY820" fmla="*/ 636433 h 959591"/>
                <a:gd name="csX821" fmla="*/ 1001364 w 1305676"/>
                <a:gd name="csY821" fmla="*/ 634737 h 959591"/>
                <a:gd name="csX822" fmla="*/ 1006028 w 1305676"/>
                <a:gd name="csY822" fmla="*/ 635642 h 959591"/>
                <a:gd name="csX823" fmla="*/ 1006811 w 1305676"/>
                <a:gd name="csY823" fmla="*/ 637171 h 959591"/>
                <a:gd name="csX824" fmla="*/ 1007580 w 1305676"/>
                <a:gd name="csY824" fmla="*/ 639751 h 959591"/>
                <a:gd name="csX825" fmla="*/ 1010775 w 1305676"/>
                <a:gd name="csY825" fmla="*/ 641493 h 959591"/>
                <a:gd name="csX826" fmla="*/ 1013286 w 1305676"/>
                <a:gd name="csY826" fmla="*/ 642261 h 959591"/>
                <a:gd name="csX827" fmla="*/ 1016482 w 1305676"/>
                <a:gd name="csY827" fmla="*/ 644544 h 959591"/>
                <a:gd name="csX828" fmla="*/ 1019602 w 1305676"/>
                <a:gd name="csY828" fmla="*/ 648105 h 959591"/>
                <a:gd name="csX829" fmla="*/ 1026214 w 1305676"/>
                <a:gd name="csY829" fmla="*/ 652228 h 959591"/>
                <a:gd name="csX830" fmla="*/ 1028892 w 1305676"/>
                <a:gd name="csY830" fmla="*/ 656124 h 959591"/>
                <a:gd name="csX831" fmla="*/ 1029926 w 1305676"/>
                <a:gd name="csY831" fmla="*/ 658635 h 959591"/>
                <a:gd name="csX832" fmla="*/ 1030855 w 1305676"/>
                <a:gd name="csY832" fmla="*/ 662219 h 959591"/>
                <a:gd name="csX833" fmla="*/ 1028542 w 1305676"/>
                <a:gd name="csY833" fmla="*/ 663375 h 959591"/>
                <a:gd name="csX834" fmla="*/ 1026525 w 1305676"/>
                <a:gd name="csY834" fmla="*/ 663535 h 959591"/>
                <a:gd name="csX835" fmla="*/ 1023368 w 1305676"/>
                <a:gd name="csY835" fmla="*/ 664098 h 959591"/>
                <a:gd name="csX836" fmla="*/ 1021047 w 1305676"/>
                <a:gd name="csY836" fmla="*/ 665369 h 959591"/>
                <a:gd name="csX837" fmla="*/ 1018719 w 1305676"/>
                <a:gd name="csY837" fmla="*/ 667590 h 959591"/>
                <a:gd name="csX838" fmla="*/ 1012046 w 1305676"/>
                <a:gd name="csY838" fmla="*/ 671083 h 959591"/>
                <a:gd name="csX839" fmla="*/ 1010783 w 1305676"/>
                <a:gd name="csY839" fmla="*/ 673266 h 959591"/>
                <a:gd name="csX840" fmla="*/ 1009916 w 1305676"/>
                <a:gd name="csY840" fmla="*/ 675168 h 959591"/>
                <a:gd name="csX841" fmla="*/ 1008288 w 1305676"/>
                <a:gd name="csY841" fmla="*/ 676104 h 959591"/>
                <a:gd name="csX842" fmla="*/ 1004202 w 1305676"/>
                <a:gd name="csY842" fmla="*/ 675214 h 959591"/>
                <a:gd name="csX843" fmla="*/ 1000352 w 1305676"/>
                <a:gd name="csY843" fmla="*/ 675290 h 959591"/>
                <a:gd name="csX844" fmla="*/ 995992 w 1305676"/>
                <a:gd name="csY844" fmla="*/ 677854 h 959591"/>
                <a:gd name="csX845" fmla="*/ 994904 w 1305676"/>
                <a:gd name="csY845" fmla="*/ 678896 h 959591"/>
                <a:gd name="csX846" fmla="*/ 995627 w 1305676"/>
                <a:gd name="csY846" fmla="*/ 678691 h 959591"/>
                <a:gd name="csX847" fmla="*/ 996312 w 1305676"/>
                <a:gd name="csY847" fmla="*/ 678364 h 959591"/>
                <a:gd name="csX848" fmla="*/ 998275 w 1305676"/>
                <a:gd name="csY848" fmla="*/ 678752 h 959591"/>
                <a:gd name="csX849" fmla="*/ 1001311 w 1305676"/>
                <a:gd name="csY849" fmla="*/ 677383 h 959591"/>
                <a:gd name="csX850" fmla="*/ 1004278 w 1305676"/>
                <a:gd name="csY850" fmla="*/ 681560 h 959591"/>
                <a:gd name="csX851" fmla="*/ 1010068 w 1305676"/>
                <a:gd name="csY851" fmla="*/ 680882 h 959591"/>
                <a:gd name="csX852" fmla="*/ 1015508 w 1305676"/>
                <a:gd name="csY852" fmla="*/ 677413 h 959591"/>
                <a:gd name="csX853" fmla="*/ 1017616 w 1305676"/>
                <a:gd name="csY853" fmla="*/ 677352 h 959591"/>
                <a:gd name="csX854" fmla="*/ 1019373 w 1305676"/>
                <a:gd name="csY854" fmla="*/ 677885 h 959591"/>
                <a:gd name="csX855" fmla="*/ 1021344 w 1305676"/>
                <a:gd name="csY855" fmla="*/ 679254 h 959591"/>
                <a:gd name="csX856" fmla="*/ 1026579 w 1305676"/>
                <a:gd name="csY856" fmla="*/ 685333 h 959591"/>
                <a:gd name="csX857" fmla="*/ 1029455 w 1305676"/>
                <a:gd name="csY857" fmla="*/ 685995 h 959591"/>
                <a:gd name="csX858" fmla="*/ 1032270 w 1305676"/>
                <a:gd name="csY858" fmla="*/ 687418 h 959591"/>
                <a:gd name="csX859" fmla="*/ 1033830 w 1305676"/>
                <a:gd name="csY859" fmla="*/ 687578 h 959591"/>
                <a:gd name="csX860" fmla="*/ 1035237 w 1305676"/>
                <a:gd name="csY860" fmla="*/ 688004 h 959591"/>
                <a:gd name="csX861" fmla="*/ 1031448 w 1305676"/>
                <a:gd name="csY861" fmla="*/ 690226 h 959591"/>
                <a:gd name="csX862" fmla="*/ 1026556 w 1305676"/>
                <a:gd name="csY862" fmla="*/ 695019 h 959591"/>
                <a:gd name="csX863" fmla="*/ 1024380 w 1305676"/>
                <a:gd name="csY863" fmla="*/ 696160 h 959591"/>
                <a:gd name="csX864" fmla="*/ 1022919 w 1305676"/>
                <a:gd name="csY864" fmla="*/ 697439 h 959591"/>
                <a:gd name="csX865" fmla="*/ 1026860 w 1305676"/>
                <a:gd name="csY865" fmla="*/ 696799 h 959591"/>
                <a:gd name="csX866" fmla="*/ 1029660 w 1305676"/>
                <a:gd name="csY866" fmla="*/ 694509 h 959591"/>
                <a:gd name="csX867" fmla="*/ 1031075 w 1305676"/>
                <a:gd name="csY867" fmla="*/ 693946 h 959591"/>
                <a:gd name="csX868" fmla="*/ 1032209 w 1305676"/>
                <a:gd name="csY868" fmla="*/ 694479 h 959591"/>
                <a:gd name="csX869" fmla="*/ 1032787 w 1305676"/>
                <a:gd name="csY869" fmla="*/ 697302 h 959591"/>
                <a:gd name="csX870" fmla="*/ 1031707 w 1305676"/>
                <a:gd name="csY870" fmla="*/ 705960 h 959591"/>
                <a:gd name="csX871" fmla="*/ 1030329 w 1305676"/>
                <a:gd name="csY871" fmla="*/ 706112 h 959591"/>
                <a:gd name="csX872" fmla="*/ 1028991 w 1305676"/>
                <a:gd name="csY872" fmla="*/ 703761 h 959591"/>
                <a:gd name="csX873" fmla="*/ 1027423 w 1305676"/>
                <a:gd name="csY873" fmla="*/ 703016 h 959591"/>
                <a:gd name="csX874" fmla="*/ 1026107 w 1305676"/>
                <a:gd name="csY874" fmla="*/ 703503 h 959591"/>
                <a:gd name="csX875" fmla="*/ 1023497 w 1305676"/>
                <a:gd name="csY875" fmla="*/ 703488 h 959591"/>
                <a:gd name="csX876" fmla="*/ 1022500 w 1305676"/>
                <a:gd name="csY876" fmla="*/ 704553 h 959591"/>
                <a:gd name="csX877" fmla="*/ 1021663 w 1305676"/>
                <a:gd name="csY877" fmla="*/ 706059 h 959591"/>
                <a:gd name="csX878" fmla="*/ 1023223 w 1305676"/>
                <a:gd name="csY878" fmla="*/ 706371 h 959591"/>
                <a:gd name="csX879" fmla="*/ 1026297 w 1305676"/>
                <a:gd name="csY879" fmla="*/ 708996 h 959591"/>
                <a:gd name="csX880" fmla="*/ 1026609 w 1305676"/>
                <a:gd name="csY880" fmla="*/ 710388 h 959591"/>
                <a:gd name="csX881" fmla="*/ 1025787 w 1305676"/>
                <a:gd name="csY881" fmla="*/ 711294 h 959591"/>
                <a:gd name="csX882" fmla="*/ 1023634 w 1305676"/>
                <a:gd name="csY882" fmla="*/ 710906 h 959591"/>
                <a:gd name="csX883" fmla="*/ 1026252 w 1305676"/>
                <a:gd name="csY883" fmla="*/ 712861 h 959591"/>
                <a:gd name="csX884" fmla="*/ 1025559 w 1305676"/>
                <a:gd name="csY884" fmla="*/ 714885 h 959591"/>
                <a:gd name="csX885" fmla="*/ 1024715 w 1305676"/>
                <a:gd name="csY885" fmla="*/ 715684 h 959591"/>
                <a:gd name="csX886" fmla="*/ 1023193 w 1305676"/>
                <a:gd name="csY886" fmla="*/ 716194 h 959591"/>
                <a:gd name="csX887" fmla="*/ 1022257 w 1305676"/>
                <a:gd name="csY887" fmla="*/ 717944 h 959591"/>
                <a:gd name="csX888" fmla="*/ 1023604 w 1305676"/>
                <a:gd name="csY888" fmla="*/ 720858 h 959591"/>
                <a:gd name="csX889" fmla="*/ 1024966 w 1305676"/>
                <a:gd name="csY889" fmla="*/ 724586 h 959591"/>
                <a:gd name="csX890" fmla="*/ 1025133 w 1305676"/>
                <a:gd name="csY890" fmla="*/ 726381 h 959591"/>
                <a:gd name="csX891" fmla="*/ 1023003 w 1305676"/>
                <a:gd name="csY891" fmla="*/ 725605 h 959591"/>
                <a:gd name="csX892" fmla="*/ 1019678 w 1305676"/>
                <a:gd name="csY892" fmla="*/ 727881 h 959591"/>
                <a:gd name="csX893" fmla="*/ 1017927 w 1305676"/>
                <a:gd name="csY893" fmla="*/ 728071 h 959591"/>
                <a:gd name="csX894" fmla="*/ 1016741 w 1305676"/>
                <a:gd name="csY894" fmla="*/ 725073 h 959591"/>
                <a:gd name="csX895" fmla="*/ 1015227 w 1305676"/>
                <a:gd name="csY895" fmla="*/ 725545 h 959591"/>
                <a:gd name="csX896" fmla="*/ 1014215 w 1305676"/>
                <a:gd name="csY896" fmla="*/ 726412 h 959591"/>
                <a:gd name="csX897" fmla="*/ 1012868 w 1305676"/>
                <a:gd name="csY897" fmla="*/ 729623 h 959591"/>
                <a:gd name="csX898" fmla="*/ 1011224 w 1305676"/>
                <a:gd name="csY898" fmla="*/ 732522 h 959591"/>
                <a:gd name="csX899" fmla="*/ 1009809 w 1305676"/>
                <a:gd name="csY899" fmla="*/ 733313 h 959591"/>
                <a:gd name="csX900" fmla="*/ 1008113 w 1305676"/>
                <a:gd name="csY900" fmla="*/ 733085 h 959591"/>
                <a:gd name="csX901" fmla="*/ 1006712 w 1305676"/>
                <a:gd name="csY901" fmla="*/ 733168 h 959591"/>
                <a:gd name="csX902" fmla="*/ 1007055 w 1305676"/>
                <a:gd name="csY902" fmla="*/ 733952 h 959591"/>
                <a:gd name="csX903" fmla="*/ 1008531 w 1305676"/>
                <a:gd name="csY903" fmla="*/ 734903 h 959591"/>
                <a:gd name="csX904" fmla="*/ 1008531 w 1305676"/>
                <a:gd name="csY904" fmla="*/ 736014 h 959591"/>
                <a:gd name="csX905" fmla="*/ 1005381 w 1305676"/>
                <a:gd name="csY905" fmla="*/ 739537 h 959591"/>
                <a:gd name="csX906" fmla="*/ 1004872 w 1305676"/>
                <a:gd name="csY906" fmla="*/ 740899 h 959591"/>
                <a:gd name="csX907" fmla="*/ 1004947 w 1305676"/>
                <a:gd name="csY907" fmla="*/ 742055 h 959591"/>
                <a:gd name="csX908" fmla="*/ 1003296 w 1305676"/>
                <a:gd name="csY908" fmla="*/ 743463 h 959591"/>
                <a:gd name="csX909" fmla="*/ 1004187 w 1305676"/>
                <a:gd name="csY909" fmla="*/ 745829 h 959591"/>
                <a:gd name="csX910" fmla="*/ 1003723 w 1305676"/>
                <a:gd name="csY910" fmla="*/ 747495 h 959591"/>
                <a:gd name="csX911" fmla="*/ 1002277 w 1305676"/>
                <a:gd name="csY911" fmla="*/ 749747 h 959591"/>
                <a:gd name="csX912" fmla="*/ 1000755 w 1305676"/>
                <a:gd name="csY912" fmla="*/ 751231 h 959591"/>
                <a:gd name="csX913" fmla="*/ 998967 w 1305676"/>
                <a:gd name="csY913" fmla="*/ 753635 h 959591"/>
                <a:gd name="csX914" fmla="*/ 996700 w 1305676"/>
                <a:gd name="csY914" fmla="*/ 755028 h 959591"/>
                <a:gd name="csX915" fmla="*/ 993710 w 1305676"/>
                <a:gd name="csY915" fmla="*/ 760057 h 959591"/>
                <a:gd name="csX916" fmla="*/ 992827 w 1305676"/>
                <a:gd name="csY916" fmla="*/ 762568 h 959591"/>
                <a:gd name="csX917" fmla="*/ 992607 w 1305676"/>
                <a:gd name="csY917" fmla="*/ 765162 h 959591"/>
                <a:gd name="csX918" fmla="*/ 991670 w 1305676"/>
                <a:gd name="csY918" fmla="*/ 766060 h 959591"/>
                <a:gd name="csX919" fmla="*/ 990065 w 1305676"/>
                <a:gd name="csY919" fmla="*/ 767186 h 959591"/>
                <a:gd name="csX920" fmla="*/ 988239 w 1305676"/>
                <a:gd name="csY920" fmla="*/ 766616 h 959591"/>
                <a:gd name="csX921" fmla="*/ 988178 w 1305676"/>
                <a:gd name="csY921" fmla="*/ 764888 h 959591"/>
                <a:gd name="csX922" fmla="*/ 987387 w 1305676"/>
                <a:gd name="csY922" fmla="*/ 764736 h 959591"/>
                <a:gd name="csX923" fmla="*/ 986938 w 1305676"/>
                <a:gd name="csY923" fmla="*/ 763603 h 959591"/>
                <a:gd name="csX924" fmla="*/ 986801 w 1305676"/>
                <a:gd name="csY924" fmla="*/ 762165 h 959591"/>
                <a:gd name="csX925" fmla="*/ 986991 w 1305676"/>
                <a:gd name="csY925" fmla="*/ 761001 h 959591"/>
                <a:gd name="csX926" fmla="*/ 986231 w 1305676"/>
                <a:gd name="csY926" fmla="*/ 761358 h 959591"/>
                <a:gd name="csX927" fmla="*/ 985759 w 1305676"/>
                <a:gd name="csY927" fmla="*/ 762705 h 959591"/>
                <a:gd name="csX928" fmla="*/ 984556 w 1305676"/>
                <a:gd name="csY928" fmla="*/ 763800 h 959591"/>
                <a:gd name="csX929" fmla="*/ 983301 w 1305676"/>
                <a:gd name="csY929" fmla="*/ 763359 h 959591"/>
                <a:gd name="csX930" fmla="*/ 981947 w 1305676"/>
                <a:gd name="csY930" fmla="*/ 762461 h 959591"/>
                <a:gd name="csX931" fmla="*/ 981985 w 1305676"/>
                <a:gd name="csY931" fmla="*/ 763755 h 959591"/>
                <a:gd name="csX932" fmla="*/ 982708 w 1305676"/>
                <a:gd name="csY932" fmla="*/ 765056 h 959591"/>
                <a:gd name="csX933" fmla="*/ 983020 w 1305676"/>
                <a:gd name="csY933" fmla="*/ 766357 h 959591"/>
                <a:gd name="csX934" fmla="*/ 984891 w 1305676"/>
                <a:gd name="csY934" fmla="*/ 766638 h 959591"/>
                <a:gd name="csX935" fmla="*/ 986146 w 1305676"/>
                <a:gd name="csY935" fmla="*/ 768130 h 959591"/>
                <a:gd name="csX936" fmla="*/ 987136 w 1305676"/>
                <a:gd name="csY936" fmla="*/ 770420 h 959591"/>
                <a:gd name="csX937" fmla="*/ 987333 w 1305676"/>
                <a:gd name="csY937" fmla="*/ 771280 h 959591"/>
                <a:gd name="csX938" fmla="*/ 988102 w 1305676"/>
                <a:gd name="csY938" fmla="*/ 772299 h 959591"/>
                <a:gd name="csX939" fmla="*/ 988209 w 1305676"/>
                <a:gd name="csY939" fmla="*/ 773174 h 959591"/>
                <a:gd name="csX940" fmla="*/ 986420 w 1305676"/>
                <a:gd name="csY940" fmla="*/ 773981 h 959591"/>
                <a:gd name="csX941" fmla="*/ 984183 w 1305676"/>
                <a:gd name="csY941" fmla="*/ 775487 h 959591"/>
                <a:gd name="csX942" fmla="*/ 981498 w 1305676"/>
                <a:gd name="csY942" fmla="*/ 778066 h 959591"/>
                <a:gd name="csX943" fmla="*/ 979284 w 1305676"/>
                <a:gd name="csY943" fmla="*/ 779786 h 959591"/>
                <a:gd name="csX944" fmla="*/ 977283 w 1305676"/>
                <a:gd name="csY944" fmla="*/ 779801 h 959591"/>
                <a:gd name="csX945" fmla="*/ 976073 w 1305676"/>
                <a:gd name="csY945" fmla="*/ 779604 h 959591"/>
                <a:gd name="csX946" fmla="*/ 974346 w 1305676"/>
                <a:gd name="csY946" fmla="*/ 778614 h 959591"/>
                <a:gd name="csX947" fmla="*/ 972360 w 1305676"/>
                <a:gd name="csY947" fmla="*/ 778203 h 959591"/>
                <a:gd name="csX948" fmla="*/ 975023 w 1305676"/>
                <a:gd name="csY948" fmla="*/ 781681 h 959591"/>
                <a:gd name="csX949" fmla="*/ 976476 w 1305676"/>
                <a:gd name="csY949" fmla="*/ 782297 h 959591"/>
                <a:gd name="csX950" fmla="*/ 978302 w 1305676"/>
                <a:gd name="csY950" fmla="*/ 782167 h 959591"/>
                <a:gd name="csX951" fmla="*/ 980075 w 1305676"/>
                <a:gd name="csY951" fmla="*/ 780874 h 959591"/>
                <a:gd name="csX952" fmla="*/ 982593 w 1305676"/>
                <a:gd name="csY952" fmla="*/ 781011 h 959591"/>
                <a:gd name="csX953" fmla="*/ 983225 w 1305676"/>
                <a:gd name="csY953" fmla="*/ 783012 h 959591"/>
                <a:gd name="csX954" fmla="*/ 982555 w 1305676"/>
                <a:gd name="csY954" fmla="*/ 785272 h 959591"/>
                <a:gd name="csX955" fmla="*/ 981178 w 1305676"/>
                <a:gd name="csY955" fmla="*/ 788201 h 959591"/>
                <a:gd name="csX956" fmla="*/ 980897 w 1305676"/>
                <a:gd name="csY956" fmla="*/ 790735 h 959591"/>
                <a:gd name="csX957" fmla="*/ 982601 w 1305676"/>
                <a:gd name="csY957" fmla="*/ 794356 h 959591"/>
                <a:gd name="csX958" fmla="*/ 982677 w 1305676"/>
                <a:gd name="csY958" fmla="*/ 795445 h 959591"/>
                <a:gd name="csX959" fmla="*/ 982038 w 1305676"/>
                <a:gd name="csY959" fmla="*/ 795985 h 959591"/>
                <a:gd name="csX960" fmla="*/ 980037 w 1305676"/>
                <a:gd name="csY960" fmla="*/ 795034 h 959591"/>
                <a:gd name="csX961" fmla="*/ 978386 w 1305676"/>
                <a:gd name="csY961" fmla="*/ 793831 h 959591"/>
                <a:gd name="csX962" fmla="*/ 976720 w 1305676"/>
                <a:gd name="csY962" fmla="*/ 794151 h 959591"/>
                <a:gd name="csX963" fmla="*/ 974993 w 1305676"/>
                <a:gd name="csY963" fmla="*/ 793641 h 959591"/>
                <a:gd name="csX964" fmla="*/ 973220 w 1305676"/>
                <a:gd name="csY964" fmla="*/ 794067 h 959591"/>
                <a:gd name="csX965" fmla="*/ 972497 w 1305676"/>
                <a:gd name="csY965" fmla="*/ 794904 h 959591"/>
                <a:gd name="csX966" fmla="*/ 972984 w 1305676"/>
                <a:gd name="csY966" fmla="*/ 796281 h 959591"/>
                <a:gd name="csX967" fmla="*/ 974574 w 1305676"/>
                <a:gd name="csY967" fmla="*/ 797423 h 959591"/>
                <a:gd name="csX968" fmla="*/ 975464 w 1305676"/>
                <a:gd name="csY968" fmla="*/ 799180 h 959591"/>
                <a:gd name="csX969" fmla="*/ 974399 w 1305676"/>
                <a:gd name="csY969" fmla="*/ 799797 h 959591"/>
                <a:gd name="csX970" fmla="*/ 969887 w 1305676"/>
                <a:gd name="csY970" fmla="*/ 799386 h 959591"/>
                <a:gd name="csX971" fmla="*/ 968883 w 1305676"/>
                <a:gd name="csY971" fmla="*/ 799720 h 959591"/>
                <a:gd name="csX972" fmla="*/ 967536 w 1305676"/>
                <a:gd name="csY972" fmla="*/ 801653 h 959591"/>
                <a:gd name="csX973" fmla="*/ 968411 w 1305676"/>
                <a:gd name="csY973" fmla="*/ 804514 h 959591"/>
                <a:gd name="csX974" fmla="*/ 967414 w 1305676"/>
                <a:gd name="csY974" fmla="*/ 806287 h 959591"/>
                <a:gd name="csX975" fmla="*/ 965558 w 1305676"/>
                <a:gd name="csY975" fmla="*/ 806705 h 959591"/>
                <a:gd name="csX976" fmla="*/ 963115 w 1305676"/>
                <a:gd name="csY976" fmla="*/ 808136 h 959591"/>
                <a:gd name="csX977" fmla="*/ 961609 w 1305676"/>
                <a:gd name="csY977" fmla="*/ 808470 h 959591"/>
                <a:gd name="csX978" fmla="*/ 961685 w 1305676"/>
                <a:gd name="csY978" fmla="*/ 809094 h 959591"/>
                <a:gd name="csX979" fmla="*/ 962789 w 1305676"/>
                <a:gd name="csY979" fmla="*/ 809718 h 959591"/>
                <a:gd name="csX980" fmla="*/ 963374 w 1305676"/>
                <a:gd name="csY980" fmla="*/ 810563 h 959591"/>
                <a:gd name="csX981" fmla="*/ 962043 w 1305676"/>
                <a:gd name="csY981" fmla="*/ 813477 h 959591"/>
                <a:gd name="csX982" fmla="*/ 959981 w 1305676"/>
                <a:gd name="csY982" fmla="*/ 814435 h 959591"/>
                <a:gd name="csX983" fmla="*/ 956816 w 1305676"/>
                <a:gd name="csY983" fmla="*/ 813956 h 959591"/>
                <a:gd name="csX984" fmla="*/ 954328 w 1305676"/>
                <a:gd name="csY984" fmla="*/ 814610 h 959591"/>
                <a:gd name="csX985" fmla="*/ 952174 w 1305676"/>
                <a:gd name="csY985" fmla="*/ 813370 h 959591"/>
                <a:gd name="csX986" fmla="*/ 949877 w 1305676"/>
                <a:gd name="csY986" fmla="*/ 813347 h 959591"/>
                <a:gd name="csX987" fmla="*/ 948317 w 1305676"/>
                <a:gd name="csY987" fmla="*/ 814915 h 959591"/>
                <a:gd name="csX988" fmla="*/ 948150 w 1305676"/>
                <a:gd name="csY988" fmla="*/ 816733 h 959591"/>
                <a:gd name="csX989" fmla="*/ 946635 w 1305676"/>
                <a:gd name="csY989" fmla="*/ 816916 h 959591"/>
                <a:gd name="csX990" fmla="*/ 945821 w 1305676"/>
                <a:gd name="csY990" fmla="*/ 816779 h 959591"/>
                <a:gd name="csX991" fmla="*/ 944672 w 1305676"/>
                <a:gd name="csY991" fmla="*/ 816908 h 959591"/>
                <a:gd name="csX992" fmla="*/ 944794 w 1305676"/>
                <a:gd name="csY992" fmla="*/ 817882 h 959591"/>
                <a:gd name="csX993" fmla="*/ 945448 w 1305676"/>
                <a:gd name="csY993" fmla="*/ 818734 h 959591"/>
                <a:gd name="csX994" fmla="*/ 948553 w 1305676"/>
                <a:gd name="csY994" fmla="*/ 819115 h 959591"/>
                <a:gd name="csX995" fmla="*/ 949108 w 1305676"/>
                <a:gd name="csY995" fmla="*/ 820340 h 959591"/>
                <a:gd name="csX996" fmla="*/ 949230 w 1305676"/>
                <a:gd name="csY996" fmla="*/ 822227 h 959591"/>
                <a:gd name="csX997" fmla="*/ 945981 w 1305676"/>
                <a:gd name="csY997" fmla="*/ 825475 h 959591"/>
                <a:gd name="csX998" fmla="*/ 944596 w 1305676"/>
                <a:gd name="csY998" fmla="*/ 827667 h 959591"/>
                <a:gd name="csX999" fmla="*/ 942511 w 1305676"/>
                <a:gd name="csY999" fmla="*/ 827606 h 959591"/>
                <a:gd name="csX1000" fmla="*/ 940937 w 1305676"/>
                <a:gd name="csY1000" fmla="*/ 829363 h 959591"/>
                <a:gd name="csX1001" fmla="*/ 940092 w 1305676"/>
                <a:gd name="csY1001" fmla="*/ 831745 h 959591"/>
                <a:gd name="csX1002" fmla="*/ 939050 w 1305676"/>
                <a:gd name="csY1002" fmla="*/ 831273 h 959591"/>
                <a:gd name="csX1003" fmla="*/ 936638 w 1305676"/>
                <a:gd name="csY1003" fmla="*/ 831653 h 959591"/>
                <a:gd name="csX1004" fmla="*/ 935930 w 1305676"/>
                <a:gd name="csY1004" fmla="*/ 832787 h 959591"/>
                <a:gd name="csX1005" fmla="*/ 936493 w 1305676"/>
                <a:gd name="csY1005" fmla="*/ 833259 h 959591"/>
                <a:gd name="csX1006" fmla="*/ 936546 w 1305676"/>
                <a:gd name="csY1006" fmla="*/ 834073 h 959591"/>
                <a:gd name="csX1007" fmla="*/ 935580 w 1305676"/>
                <a:gd name="csY1007" fmla="*/ 836744 h 959591"/>
                <a:gd name="csX1008" fmla="*/ 934530 w 1305676"/>
                <a:gd name="csY1008" fmla="*/ 837497 h 959591"/>
                <a:gd name="csX1009" fmla="*/ 934073 w 1305676"/>
                <a:gd name="csY1009" fmla="*/ 836401 h 959591"/>
                <a:gd name="csX1010" fmla="*/ 933731 w 1305676"/>
                <a:gd name="csY1010" fmla="*/ 834705 h 959591"/>
                <a:gd name="csX1011" fmla="*/ 932886 w 1305676"/>
                <a:gd name="csY1011" fmla="*/ 834575 h 959591"/>
                <a:gd name="csX1012" fmla="*/ 931479 w 1305676"/>
                <a:gd name="csY1012" fmla="*/ 836135 h 959591"/>
                <a:gd name="csX1013" fmla="*/ 929836 w 1305676"/>
                <a:gd name="csY1013" fmla="*/ 837254 h 959591"/>
                <a:gd name="csX1014" fmla="*/ 928428 w 1305676"/>
                <a:gd name="csY1014" fmla="*/ 837718 h 959591"/>
                <a:gd name="csX1015" fmla="*/ 927363 w 1305676"/>
                <a:gd name="csY1015" fmla="*/ 836683 h 959591"/>
                <a:gd name="csX1016" fmla="*/ 924753 w 1305676"/>
                <a:gd name="csY1016" fmla="*/ 836143 h 959591"/>
                <a:gd name="csX1017" fmla="*/ 923688 w 1305676"/>
                <a:gd name="csY1017" fmla="*/ 840624 h 959591"/>
                <a:gd name="csX1018" fmla="*/ 921527 w 1305676"/>
                <a:gd name="csY1018" fmla="*/ 842252 h 959591"/>
                <a:gd name="csX1019" fmla="*/ 920515 w 1305676"/>
                <a:gd name="csY1019" fmla="*/ 842762 h 959591"/>
                <a:gd name="csX1020" fmla="*/ 918750 w 1305676"/>
                <a:gd name="csY1020" fmla="*/ 842914 h 959591"/>
                <a:gd name="csX1021" fmla="*/ 919876 w 1305676"/>
                <a:gd name="csY1021" fmla="*/ 843530 h 959591"/>
                <a:gd name="csX1022" fmla="*/ 920226 w 1305676"/>
                <a:gd name="csY1022" fmla="*/ 844679 h 959591"/>
                <a:gd name="csX1023" fmla="*/ 919595 w 1305676"/>
                <a:gd name="csY1023" fmla="*/ 845821 h 959591"/>
                <a:gd name="csX1024" fmla="*/ 917830 w 1305676"/>
                <a:gd name="csY1024" fmla="*/ 846049 h 959591"/>
                <a:gd name="csX1025" fmla="*/ 916802 w 1305676"/>
                <a:gd name="csY1025" fmla="*/ 846939 h 959591"/>
                <a:gd name="csX1026" fmla="*/ 916407 w 1305676"/>
                <a:gd name="csY1026" fmla="*/ 850934 h 959591"/>
                <a:gd name="csX1027" fmla="*/ 915357 w 1305676"/>
                <a:gd name="csY1027" fmla="*/ 852334 h 959591"/>
                <a:gd name="csX1028" fmla="*/ 912679 w 1305676"/>
                <a:gd name="csY1028" fmla="*/ 852448 h 959591"/>
                <a:gd name="csX1029" fmla="*/ 910677 w 1305676"/>
                <a:gd name="csY1029" fmla="*/ 851520 h 959591"/>
                <a:gd name="csX1030" fmla="*/ 910038 w 1305676"/>
                <a:gd name="csY1030" fmla="*/ 852250 h 959591"/>
                <a:gd name="csX1031" fmla="*/ 909703 w 1305676"/>
                <a:gd name="csY1031" fmla="*/ 852965 h 959591"/>
                <a:gd name="csX1032" fmla="*/ 908653 w 1305676"/>
                <a:gd name="csY1032" fmla="*/ 853688 h 959591"/>
                <a:gd name="csX1033" fmla="*/ 906629 w 1305676"/>
                <a:gd name="csY1033" fmla="*/ 853878 h 959591"/>
                <a:gd name="csX1034" fmla="*/ 902133 w 1305676"/>
                <a:gd name="csY1034" fmla="*/ 855666 h 959591"/>
                <a:gd name="csX1035" fmla="*/ 900071 w 1305676"/>
                <a:gd name="csY1035" fmla="*/ 855149 h 959591"/>
                <a:gd name="csX1036" fmla="*/ 897613 w 1305676"/>
                <a:gd name="csY1036" fmla="*/ 854472 h 959591"/>
                <a:gd name="csX1037" fmla="*/ 895917 w 1305676"/>
                <a:gd name="csY1037" fmla="*/ 855134 h 959591"/>
                <a:gd name="csX1038" fmla="*/ 895354 w 1305676"/>
                <a:gd name="csY1038" fmla="*/ 856503 h 959591"/>
                <a:gd name="csX1039" fmla="*/ 894570 w 1305676"/>
                <a:gd name="csY1039" fmla="*/ 857568 h 959591"/>
                <a:gd name="csX1040" fmla="*/ 892105 w 1305676"/>
                <a:gd name="csY1040" fmla="*/ 857568 h 959591"/>
                <a:gd name="csX1041" fmla="*/ 890126 w 1305676"/>
                <a:gd name="csY1041" fmla="*/ 856252 h 959591"/>
                <a:gd name="csX1042" fmla="*/ 888110 w 1305676"/>
                <a:gd name="csY1042" fmla="*/ 855301 h 959591"/>
                <a:gd name="csX1043" fmla="*/ 885881 w 1305676"/>
                <a:gd name="csY1043" fmla="*/ 856123 h 959591"/>
                <a:gd name="csX1044" fmla="*/ 884184 w 1305676"/>
                <a:gd name="csY1044" fmla="*/ 857797 h 959591"/>
                <a:gd name="csX1045" fmla="*/ 882099 w 1305676"/>
                <a:gd name="csY1045" fmla="*/ 858360 h 959591"/>
                <a:gd name="csX1046" fmla="*/ 881712 w 1305676"/>
                <a:gd name="csY1046" fmla="*/ 859402 h 959591"/>
                <a:gd name="csX1047" fmla="*/ 880806 w 1305676"/>
                <a:gd name="csY1047" fmla="*/ 859919 h 959591"/>
                <a:gd name="csX1048" fmla="*/ 878600 w 1305676"/>
                <a:gd name="csY1048" fmla="*/ 859699 h 959591"/>
                <a:gd name="csX1049" fmla="*/ 877762 w 1305676"/>
                <a:gd name="csY1049" fmla="*/ 857112 h 959591"/>
                <a:gd name="csX1050" fmla="*/ 876492 w 1305676"/>
                <a:gd name="csY1050" fmla="*/ 856731 h 959591"/>
                <a:gd name="csX1051" fmla="*/ 875237 w 1305676"/>
                <a:gd name="csY1051" fmla="*/ 858040 h 959591"/>
                <a:gd name="csX1052" fmla="*/ 874788 w 1305676"/>
                <a:gd name="csY1052" fmla="*/ 859060 h 959591"/>
                <a:gd name="csX1053" fmla="*/ 874202 w 1305676"/>
                <a:gd name="csY1053" fmla="*/ 859836 h 959591"/>
                <a:gd name="csX1054" fmla="*/ 874407 w 1305676"/>
                <a:gd name="csY1054" fmla="*/ 861943 h 959591"/>
                <a:gd name="csX1055" fmla="*/ 873167 w 1305676"/>
                <a:gd name="csY1055" fmla="*/ 861989 h 959591"/>
                <a:gd name="csX1056" fmla="*/ 871547 w 1305676"/>
                <a:gd name="csY1056" fmla="*/ 860695 h 959591"/>
                <a:gd name="csX1057" fmla="*/ 869842 w 1305676"/>
                <a:gd name="csY1057" fmla="*/ 860467 h 959591"/>
                <a:gd name="csX1058" fmla="*/ 868252 w 1305676"/>
                <a:gd name="csY1058" fmla="*/ 861669 h 959591"/>
                <a:gd name="csX1059" fmla="*/ 867446 w 1305676"/>
                <a:gd name="csY1059" fmla="*/ 861373 h 959591"/>
                <a:gd name="csX1060" fmla="*/ 866593 w 1305676"/>
                <a:gd name="csY1060" fmla="*/ 861122 h 959591"/>
                <a:gd name="csX1061" fmla="*/ 865201 w 1305676"/>
                <a:gd name="csY1061" fmla="*/ 861122 h 959591"/>
                <a:gd name="csX1062" fmla="*/ 864668 w 1305676"/>
                <a:gd name="csY1062" fmla="*/ 861441 h 959591"/>
                <a:gd name="csX1063" fmla="*/ 863649 w 1305676"/>
                <a:gd name="csY1063" fmla="*/ 861631 h 959591"/>
                <a:gd name="csX1064" fmla="*/ 862964 w 1305676"/>
                <a:gd name="csY1064" fmla="*/ 862286 h 959591"/>
                <a:gd name="csX1065" fmla="*/ 862903 w 1305676"/>
                <a:gd name="csY1065" fmla="*/ 862339 h 959591"/>
                <a:gd name="csX1066" fmla="*/ 861108 w 1305676"/>
                <a:gd name="csY1066" fmla="*/ 861898 h 959591"/>
                <a:gd name="csX1067" fmla="*/ 858909 w 1305676"/>
                <a:gd name="csY1067" fmla="*/ 860148 h 959591"/>
                <a:gd name="csX1068" fmla="*/ 857333 w 1305676"/>
                <a:gd name="csY1068" fmla="*/ 857241 h 959591"/>
                <a:gd name="csX1069" fmla="*/ 855332 w 1305676"/>
                <a:gd name="csY1069" fmla="*/ 855674 h 959591"/>
                <a:gd name="csX1070" fmla="*/ 854450 w 1305676"/>
                <a:gd name="csY1070" fmla="*/ 854297 h 959591"/>
                <a:gd name="csX1071" fmla="*/ 854108 w 1305676"/>
                <a:gd name="csY1071" fmla="*/ 851824 h 959591"/>
                <a:gd name="csX1072" fmla="*/ 853742 w 1305676"/>
                <a:gd name="csY1072" fmla="*/ 850644 h 959591"/>
                <a:gd name="csX1073" fmla="*/ 853864 w 1305676"/>
                <a:gd name="csY1073" fmla="*/ 849336 h 959591"/>
                <a:gd name="csX1074" fmla="*/ 854473 w 1305676"/>
                <a:gd name="csY1074" fmla="*/ 848172 h 959591"/>
                <a:gd name="csX1075" fmla="*/ 852319 w 1305676"/>
                <a:gd name="csY1075" fmla="*/ 848758 h 959591"/>
                <a:gd name="csX1076" fmla="*/ 850729 w 1305676"/>
                <a:gd name="csY1076" fmla="*/ 849846 h 959591"/>
                <a:gd name="csX1077" fmla="*/ 851057 w 1305676"/>
                <a:gd name="csY1077" fmla="*/ 851215 h 959591"/>
                <a:gd name="csX1078" fmla="*/ 850661 w 1305676"/>
                <a:gd name="csY1078" fmla="*/ 852486 h 959591"/>
                <a:gd name="csX1079" fmla="*/ 848287 w 1305676"/>
                <a:gd name="csY1079" fmla="*/ 853148 h 959591"/>
                <a:gd name="csX1080" fmla="*/ 848432 w 1305676"/>
                <a:gd name="csY1080" fmla="*/ 853680 h 959591"/>
                <a:gd name="csX1081" fmla="*/ 848591 w 1305676"/>
                <a:gd name="csY1081" fmla="*/ 854243 h 959591"/>
                <a:gd name="csX1082" fmla="*/ 850448 w 1305676"/>
                <a:gd name="csY1082" fmla="*/ 855978 h 959591"/>
                <a:gd name="csX1083" fmla="*/ 850828 w 1305676"/>
                <a:gd name="csY1083" fmla="*/ 857431 h 959591"/>
                <a:gd name="csX1084" fmla="*/ 851582 w 1305676"/>
                <a:gd name="csY1084" fmla="*/ 858207 h 959591"/>
                <a:gd name="csX1085" fmla="*/ 853035 w 1305676"/>
                <a:gd name="csY1085" fmla="*/ 860467 h 959591"/>
                <a:gd name="csX1086" fmla="*/ 852997 w 1305676"/>
                <a:gd name="csY1086" fmla="*/ 864835 h 959591"/>
                <a:gd name="csX1087" fmla="*/ 853796 w 1305676"/>
                <a:gd name="csY1087" fmla="*/ 866067 h 959591"/>
                <a:gd name="csX1088" fmla="*/ 853529 w 1305676"/>
                <a:gd name="csY1088" fmla="*/ 867292 h 959591"/>
                <a:gd name="csX1089" fmla="*/ 852951 w 1305676"/>
                <a:gd name="csY1089" fmla="*/ 868943 h 959591"/>
                <a:gd name="csX1090" fmla="*/ 852898 w 1305676"/>
                <a:gd name="csY1090" fmla="*/ 868966 h 959591"/>
                <a:gd name="csX1091" fmla="*/ 852472 w 1305676"/>
                <a:gd name="csY1091" fmla="*/ 868464 h 959591"/>
                <a:gd name="csX1092" fmla="*/ 851772 w 1305676"/>
                <a:gd name="csY1092" fmla="*/ 868563 h 959591"/>
                <a:gd name="csX1093" fmla="*/ 851490 w 1305676"/>
                <a:gd name="csY1093" fmla="*/ 869118 h 959591"/>
                <a:gd name="csX1094" fmla="*/ 851445 w 1305676"/>
                <a:gd name="csY1094" fmla="*/ 869620 h 959591"/>
                <a:gd name="csX1095" fmla="*/ 851323 w 1305676"/>
                <a:gd name="csY1095" fmla="*/ 869643 h 959591"/>
                <a:gd name="csX1096" fmla="*/ 850090 w 1305676"/>
                <a:gd name="csY1096" fmla="*/ 870008 h 959591"/>
                <a:gd name="csX1097" fmla="*/ 849056 w 1305676"/>
                <a:gd name="csY1097" fmla="*/ 870320 h 959591"/>
                <a:gd name="csX1098" fmla="*/ 848218 w 1305676"/>
                <a:gd name="csY1098" fmla="*/ 870762 h 959591"/>
                <a:gd name="csX1099" fmla="*/ 846902 w 1305676"/>
                <a:gd name="csY1099" fmla="*/ 872063 h 959591"/>
                <a:gd name="csX1100" fmla="*/ 844399 w 1305676"/>
                <a:gd name="csY1100" fmla="*/ 872382 h 959591"/>
                <a:gd name="csX1101" fmla="*/ 843113 w 1305676"/>
                <a:gd name="csY1101" fmla="*/ 869339 h 959591"/>
                <a:gd name="csX1102" fmla="*/ 841386 w 1305676"/>
                <a:gd name="csY1102" fmla="*/ 871370 h 959591"/>
                <a:gd name="csX1103" fmla="*/ 840868 w 1305676"/>
                <a:gd name="csY1103" fmla="*/ 875517 h 959591"/>
                <a:gd name="csX1104" fmla="*/ 840229 w 1305676"/>
                <a:gd name="csY1104" fmla="*/ 876224 h 959591"/>
                <a:gd name="csX1105" fmla="*/ 839157 w 1305676"/>
                <a:gd name="csY1105" fmla="*/ 876818 h 959591"/>
                <a:gd name="csX1106" fmla="*/ 837125 w 1305676"/>
                <a:gd name="csY1106" fmla="*/ 875372 h 959591"/>
                <a:gd name="csX1107" fmla="*/ 835352 w 1305676"/>
                <a:gd name="csY1107" fmla="*/ 876339 h 959591"/>
                <a:gd name="csX1108" fmla="*/ 833968 w 1305676"/>
                <a:gd name="csY1108" fmla="*/ 877320 h 959591"/>
                <a:gd name="csX1109" fmla="*/ 833397 w 1305676"/>
                <a:gd name="csY1109" fmla="*/ 878225 h 959591"/>
                <a:gd name="csX1110" fmla="*/ 832378 w 1305676"/>
                <a:gd name="csY1110" fmla="*/ 879207 h 959591"/>
                <a:gd name="csX1111" fmla="*/ 830422 w 1305676"/>
                <a:gd name="csY1111" fmla="*/ 878256 h 959591"/>
                <a:gd name="csX1112" fmla="*/ 828847 w 1305676"/>
                <a:gd name="csY1112" fmla="*/ 876833 h 959591"/>
                <a:gd name="csX1113" fmla="*/ 829243 w 1305676"/>
                <a:gd name="csY1113" fmla="*/ 875760 h 959591"/>
                <a:gd name="csX1114" fmla="*/ 829022 w 1305676"/>
                <a:gd name="csY1114" fmla="*/ 875060 h 959591"/>
                <a:gd name="csX1115" fmla="*/ 828315 w 1305676"/>
                <a:gd name="csY1115" fmla="*/ 874528 h 959591"/>
                <a:gd name="csX1116" fmla="*/ 827531 w 1305676"/>
                <a:gd name="csY1116" fmla="*/ 874604 h 959591"/>
                <a:gd name="csX1117" fmla="*/ 827919 w 1305676"/>
                <a:gd name="csY1117" fmla="*/ 875996 h 959591"/>
                <a:gd name="csX1118" fmla="*/ 828178 w 1305676"/>
                <a:gd name="csY1118" fmla="*/ 878659 h 959591"/>
                <a:gd name="csX1119" fmla="*/ 827462 w 1305676"/>
                <a:gd name="csY1119" fmla="*/ 879428 h 959591"/>
                <a:gd name="csX1120" fmla="*/ 826359 w 1305676"/>
                <a:gd name="csY1120" fmla="*/ 880021 h 959591"/>
                <a:gd name="csX1121" fmla="*/ 823978 w 1305676"/>
                <a:gd name="csY1121" fmla="*/ 879534 h 959591"/>
                <a:gd name="csX1122" fmla="*/ 822357 w 1305676"/>
                <a:gd name="csY1122" fmla="*/ 878545 h 959591"/>
                <a:gd name="csX1123" fmla="*/ 820387 w 1305676"/>
                <a:gd name="csY1123" fmla="*/ 877708 h 959591"/>
                <a:gd name="csX1124" fmla="*/ 818652 w 1305676"/>
                <a:gd name="csY1124" fmla="*/ 877556 h 959591"/>
                <a:gd name="csX1125" fmla="*/ 818271 w 1305676"/>
                <a:gd name="csY1125" fmla="*/ 879238 h 959591"/>
                <a:gd name="csX1126" fmla="*/ 817145 w 1305676"/>
                <a:gd name="csY1126" fmla="*/ 880592 h 959591"/>
                <a:gd name="csX1127" fmla="*/ 816103 w 1305676"/>
                <a:gd name="csY1127" fmla="*/ 880759 h 959591"/>
                <a:gd name="csX1128" fmla="*/ 815060 w 1305676"/>
                <a:gd name="csY1128" fmla="*/ 880546 h 959591"/>
                <a:gd name="csX1129" fmla="*/ 813691 w 1305676"/>
                <a:gd name="csY1129" fmla="*/ 882007 h 959591"/>
                <a:gd name="csX1130" fmla="*/ 813044 w 1305676"/>
                <a:gd name="csY1130" fmla="*/ 883072 h 959591"/>
                <a:gd name="csX1131" fmla="*/ 811355 w 1305676"/>
                <a:gd name="csY1131" fmla="*/ 884198 h 959591"/>
                <a:gd name="csX1132" fmla="*/ 806866 w 1305676"/>
                <a:gd name="csY1132" fmla="*/ 884746 h 959591"/>
                <a:gd name="csX1133" fmla="*/ 805299 w 1305676"/>
                <a:gd name="csY1133" fmla="*/ 885857 h 959591"/>
                <a:gd name="csX1134" fmla="*/ 803199 w 1305676"/>
                <a:gd name="csY1134" fmla="*/ 885682 h 959591"/>
                <a:gd name="csX1135" fmla="*/ 801570 w 1305676"/>
                <a:gd name="csY1135" fmla="*/ 885948 h 959591"/>
                <a:gd name="csX1136" fmla="*/ 800635 w 1305676"/>
                <a:gd name="csY1136" fmla="*/ 885887 h 959591"/>
                <a:gd name="csX1137" fmla="*/ 799798 w 1305676"/>
                <a:gd name="csY1137" fmla="*/ 885286 h 959591"/>
                <a:gd name="csX1138" fmla="*/ 798854 w 1305676"/>
                <a:gd name="csY1138" fmla="*/ 885271 h 959591"/>
                <a:gd name="csX1139" fmla="*/ 798420 w 1305676"/>
                <a:gd name="csY1139" fmla="*/ 887128 h 959591"/>
                <a:gd name="csX1140" fmla="*/ 795879 w 1305676"/>
                <a:gd name="csY1140" fmla="*/ 887911 h 959591"/>
                <a:gd name="csX1141" fmla="*/ 793597 w 1305676"/>
                <a:gd name="csY1141" fmla="*/ 888124 h 959591"/>
                <a:gd name="csX1142" fmla="*/ 791055 w 1305676"/>
                <a:gd name="csY1142" fmla="*/ 890574 h 959591"/>
                <a:gd name="csX1143" fmla="*/ 789245 w 1305676"/>
                <a:gd name="csY1143" fmla="*/ 892058 h 959591"/>
                <a:gd name="csX1144" fmla="*/ 787898 w 1305676"/>
                <a:gd name="csY1144" fmla="*/ 892210 h 959591"/>
                <a:gd name="csX1145" fmla="*/ 786909 w 1305676"/>
                <a:gd name="csY1145" fmla="*/ 891685 h 959591"/>
                <a:gd name="csX1146" fmla="*/ 786414 w 1305676"/>
                <a:gd name="csY1146" fmla="*/ 889494 h 959591"/>
                <a:gd name="csX1147" fmla="*/ 785912 w 1305676"/>
                <a:gd name="csY1147" fmla="*/ 889235 h 959591"/>
                <a:gd name="csX1148" fmla="*/ 785623 w 1305676"/>
                <a:gd name="csY1148" fmla="*/ 891297 h 959591"/>
                <a:gd name="csX1149" fmla="*/ 785144 w 1305676"/>
                <a:gd name="csY1149" fmla="*/ 893009 h 959591"/>
                <a:gd name="csX1150" fmla="*/ 784215 w 1305676"/>
                <a:gd name="csY1150" fmla="*/ 893945 h 959591"/>
                <a:gd name="csX1151" fmla="*/ 781278 w 1305676"/>
                <a:gd name="csY1151" fmla="*/ 896075 h 959591"/>
                <a:gd name="csX1152" fmla="*/ 780434 w 1305676"/>
                <a:gd name="csY1152" fmla="*/ 898191 h 959591"/>
                <a:gd name="csX1153" fmla="*/ 780997 w 1305676"/>
                <a:gd name="csY1153" fmla="*/ 900146 h 959591"/>
                <a:gd name="csX1154" fmla="*/ 784946 w 1305676"/>
                <a:gd name="csY1154" fmla="*/ 900625 h 959591"/>
                <a:gd name="csX1155" fmla="*/ 785433 w 1305676"/>
                <a:gd name="csY1155" fmla="*/ 901698 h 959591"/>
                <a:gd name="csX1156" fmla="*/ 785052 w 1305676"/>
                <a:gd name="csY1156" fmla="*/ 902573 h 959591"/>
                <a:gd name="csX1157" fmla="*/ 784109 w 1305676"/>
                <a:gd name="csY1157" fmla="*/ 903303 h 959591"/>
                <a:gd name="csX1158" fmla="*/ 783827 w 1305676"/>
                <a:gd name="csY1158" fmla="*/ 904399 h 959591"/>
                <a:gd name="csX1159" fmla="*/ 788065 w 1305676"/>
                <a:gd name="csY1159" fmla="*/ 907884 h 959591"/>
                <a:gd name="csX1160" fmla="*/ 788195 w 1305676"/>
                <a:gd name="csY1160" fmla="*/ 909200 h 959591"/>
                <a:gd name="csX1161" fmla="*/ 787540 w 1305676"/>
                <a:gd name="csY1161" fmla="*/ 909953 h 959591"/>
                <a:gd name="csX1162" fmla="*/ 786749 w 1305676"/>
                <a:gd name="csY1162" fmla="*/ 911574 h 959591"/>
                <a:gd name="csX1163" fmla="*/ 784512 w 1305676"/>
                <a:gd name="csY1163" fmla="*/ 912943 h 959591"/>
                <a:gd name="csX1164" fmla="*/ 779779 w 1305676"/>
                <a:gd name="csY1164" fmla="*/ 913643 h 959591"/>
                <a:gd name="csX1165" fmla="*/ 775831 w 1305676"/>
                <a:gd name="csY1165" fmla="*/ 912936 h 959591"/>
                <a:gd name="csX1166" fmla="*/ 774636 w 1305676"/>
                <a:gd name="csY1166" fmla="*/ 911376 h 959591"/>
                <a:gd name="csX1167" fmla="*/ 774712 w 1305676"/>
                <a:gd name="csY1167" fmla="*/ 910265 h 959591"/>
                <a:gd name="csX1168" fmla="*/ 775694 w 1305676"/>
                <a:gd name="csY1168" fmla="*/ 910585 h 959591"/>
                <a:gd name="csX1169" fmla="*/ 776804 w 1305676"/>
                <a:gd name="csY1169" fmla="*/ 910486 h 959591"/>
                <a:gd name="csX1170" fmla="*/ 776470 w 1305676"/>
                <a:gd name="csY1170" fmla="*/ 909466 h 959591"/>
                <a:gd name="csX1171" fmla="*/ 775998 w 1305676"/>
                <a:gd name="csY1171" fmla="*/ 908873 h 959591"/>
                <a:gd name="csX1172" fmla="*/ 774180 w 1305676"/>
                <a:gd name="csY1172" fmla="*/ 907968 h 959591"/>
                <a:gd name="csX1173" fmla="*/ 772703 w 1305676"/>
                <a:gd name="csY1173" fmla="*/ 905525 h 959591"/>
                <a:gd name="csX1174" fmla="*/ 772985 w 1305676"/>
                <a:gd name="csY1174" fmla="*/ 903494 h 959591"/>
                <a:gd name="csX1175" fmla="*/ 772186 w 1305676"/>
                <a:gd name="csY1175" fmla="*/ 901919 h 959591"/>
                <a:gd name="csX1176" fmla="*/ 771303 w 1305676"/>
                <a:gd name="csY1176" fmla="*/ 900602 h 959591"/>
                <a:gd name="csX1177" fmla="*/ 770421 w 1305676"/>
                <a:gd name="csY1177" fmla="*/ 899811 h 959591"/>
                <a:gd name="csX1178" fmla="*/ 769942 w 1305676"/>
                <a:gd name="csY1178" fmla="*/ 898830 h 959591"/>
                <a:gd name="csX1179" fmla="*/ 770839 w 1305676"/>
                <a:gd name="csY1179" fmla="*/ 895740 h 959591"/>
                <a:gd name="csX1180" fmla="*/ 770345 w 1305676"/>
                <a:gd name="csY1180" fmla="*/ 893945 h 959591"/>
                <a:gd name="csX1181" fmla="*/ 772034 w 1305676"/>
                <a:gd name="csY1181" fmla="*/ 891738 h 959591"/>
                <a:gd name="csX1182" fmla="*/ 772452 w 1305676"/>
                <a:gd name="csY1182" fmla="*/ 889250 h 959591"/>
                <a:gd name="csX1183" fmla="*/ 775466 w 1305676"/>
                <a:gd name="csY1183" fmla="*/ 888360 h 959591"/>
                <a:gd name="csX1184" fmla="*/ 775671 w 1305676"/>
                <a:gd name="csY1184" fmla="*/ 885986 h 959591"/>
                <a:gd name="csX1185" fmla="*/ 773510 w 1305676"/>
                <a:gd name="csY1185" fmla="*/ 885918 h 959591"/>
                <a:gd name="csX1186" fmla="*/ 772011 w 1305676"/>
                <a:gd name="csY1186" fmla="*/ 884175 h 959591"/>
                <a:gd name="csX1187" fmla="*/ 771669 w 1305676"/>
                <a:gd name="csY1187" fmla="*/ 884913 h 959591"/>
                <a:gd name="csX1188" fmla="*/ 770466 w 1305676"/>
                <a:gd name="csY1188" fmla="*/ 884990 h 959591"/>
                <a:gd name="csX1189" fmla="*/ 768488 w 1305676"/>
                <a:gd name="csY1189" fmla="*/ 881627 h 959591"/>
                <a:gd name="csX1190" fmla="*/ 767895 w 1305676"/>
                <a:gd name="csY1190" fmla="*/ 881201 h 959591"/>
                <a:gd name="csX1191" fmla="*/ 766936 w 1305676"/>
                <a:gd name="csY1191" fmla="*/ 881140 h 959591"/>
                <a:gd name="csX1192" fmla="*/ 767415 w 1305676"/>
                <a:gd name="csY1192" fmla="*/ 884685 h 959591"/>
                <a:gd name="csX1193" fmla="*/ 765095 w 1305676"/>
                <a:gd name="csY1193" fmla="*/ 886017 h 959591"/>
                <a:gd name="csX1194" fmla="*/ 763193 w 1305676"/>
                <a:gd name="csY1194" fmla="*/ 886603 h 959591"/>
                <a:gd name="csX1195" fmla="*/ 760499 w 1305676"/>
                <a:gd name="csY1195" fmla="*/ 886846 h 959591"/>
                <a:gd name="csX1196" fmla="*/ 758963 w 1305676"/>
                <a:gd name="csY1196" fmla="*/ 887257 h 959591"/>
                <a:gd name="csX1197" fmla="*/ 757532 w 1305676"/>
                <a:gd name="csY1197" fmla="*/ 886922 h 959591"/>
                <a:gd name="csX1198" fmla="*/ 757882 w 1305676"/>
                <a:gd name="csY1198" fmla="*/ 885849 h 959591"/>
                <a:gd name="csX1199" fmla="*/ 758643 w 1305676"/>
                <a:gd name="csY1199" fmla="*/ 884571 h 959591"/>
                <a:gd name="csX1200" fmla="*/ 757966 w 1305676"/>
                <a:gd name="csY1200" fmla="*/ 883498 h 959591"/>
                <a:gd name="csX1201" fmla="*/ 756444 w 1305676"/>
                <a:gd name="csY1201" fmla="*/ 882677 h 959591"/>
                <a:gd name="csX1202" fmla="*/ 754116 w 1305676"/>
                <a:gd name="csY1202" fmla="*/ 882722 h 959591"/>
                <a:gd name="csX1203" fmla="*/ 752510 w 1305676"/>
                <a:gd name="csY1203" fmla="*/ 882494 h 959591"/>
                <a:gd name="csX1204" fmla="*/ 750912 w 1305676"/>
                <a:gd name="csY1204" fmla="*/ 882585 h 959591"/>
                <a:gd name="csX1205" fmla="*/ 750327 w 1305676"/>
                <a:gd name="csY1205" fmla="*/ 882106 h 959591"/>
                <a:gd name="csX1206" fmla="*/ 748843 w 1305676"/>
                <a:gd name="csY1206" fmla="*/ 880424 h 959591"/>
                <a:gd name="csX1207" fmla="*/ 747588 w 1305676"/>
                <a:gd name="csY1207" fmla="*/ 879382 h 959591"/>
                <a:gd name="csX1208" fmla="*/ 747025 w 1305676"/>
                <a:gd name="csY1208" fmla="*/ 878340 h 959591"/>
                <a:gd name="csX1209" fmla="*/ 747588 w 1305676"/>
                <a:gd name="csY1209" fmla="*/ 877130 h 959591"/>
                <a:gd name="csX1210" fmla="*/ 747116 w 1305676"/>
                <a:gd name="csY1210" fmla="*/ 876392 h 959591"/>
                <a:gd name="csX1211" fmla="*/ 744689 w 1305676"/>
                <a:gd name="csY1211" fmla="*/ 876308 h 959591"/>
                <a:gd name="csX1212" fmla="*/ 744704 w 1305676"/>
                <a:gd name="csY1212" fmla="*/ 878043 h 959591"/>
                <a:gd name="csX1213" fmla="*/ 744955 w 1305676"/>
                <a:gd name="csY1213" fmla="*/ 880090 h 959591"/>
                <a:gd name="csX1214" fmla="*/ 745662 w 1305676"/>
                <a:gd name="csY1214" fmla="*/ 881642 h 959591"/>
                <a:gd name="csX1215" fmla="*/ 745160 w 1305676"/>
                <a:gd name="csY1215" fmla="*/ 882509 h 959591"/>
                <a:gd name="csX1216" fmla="*/ 743928 w 1305676"/>
                <a:gd name="csY1216" fmla="*/ 883103 h 959591"/>
                <a:gd name="csX1217" fmla="*/ 742611 w 1305676"/>
                <a:gd name="csY1217" fmla="*/ 881459 h 959591"/>
                <a:gd name="csX1218" fmla="*/ 742011 w 1305676"/>
                <a:gd name="csY1218" fmla="*/ 881056 h 959591"/>
                <a:gd name="csX1219" fmla="*/ 741379 w 1305676"/>
                <a:gd name="csY1219" fmla="*/ 881132 h 959591"/>
                <a:gd name="csX1220" fmla="*/ 740900 w 1305676"/>
                <a:gd name="csY1220" fmla="*/ 882768 h 959591"/>
                <a:gd name="csX1221" fmla="*/ 739705 w 1305676"/>
                <a:gd name="csY1221" fmla="*/ 884221 h 959591"/>
                <a:gd name="csX1222" fmla="*/ 737559 w 1305676"/>
                <a:gd name="csY1222" fmla="*/ 884061 h 959591"/>
                <a:gd name="csX1223" fmla="*/ 735886 w 1305676"/>
                <a:gd name="csY1223" fmla="*/ 884959 h 959591"/>
                <a:gd name="csX1224" fmla="*/ 733862 w 1305676"/>
                <a:gd name="csY1224" fmla="*/ 885370 h 959591"/>
                <a:gd name="csX1225" fmla="*/ 732484 w 1305676"/>
                <a:gd name="csY1225" fmla="*/ 884168 h 959591"/>
                <a:gd name="csX1226" fmla="*/ 730209 w 1305676"/>
                <a:gd name="csY1226" fmla="*/ 882235 h 959591"/>
                <a:gd name="csX1227" fmla="*/ 729304 w 1305676"/>
                <a:gd name="csY1227" fmla="*/ 882015 h 959591"/>
                <a:gd name="csX1228" fmla="*/ 726778 w 1305676"/>
                <a:gd name="csY1228" fmla="*/ 882958 h 959591"/>
                <a:gd name="csX1229" fmla="*/ 723149 w 1305676"/>
                <a:gd name="csY1229" fmla="*/ 883308 h 959591"/>
                <a:gd name="csX1230" fmla="*/ 722342 w 1305676"/>
                <a:gd name="csY1230" fmla="*/ 882304 h 959591"/>
                <a:gd name="csX1231" fmla="*/ 720592 w 1305676"/>
                <a:gd name="csY1231" fmla="*/ 883065 h 959591"/>
                <a:gd name="csX1232" fmla="*/ 718903 w 1305676"/>
                <a:gd name="csY1232" fmla="*/ 880744 h 959591"/>
                <a:gd name="csX1233" fmla="*/ 716902 w 1305676"/>
                <a:gd name="csY1233" fmla="*/ 880592 h 959591"/>
                <a:gd name="csX1234" fmla="*/ 714407 w 1305676"/>
                <a:gd name="csY1234" fmla="*/ 878834 h 959591"/>
                <a:gd name="csX1235" fmla="*/ 713509 w 1305676"/>
                <a:gd name="csY1235" fmla="*/ 877898 h 959591"/>
                <a:gd name="csX1236" fmla="*/ 713227 w 1305676"/>
                <a:gd name="csY1236" fmla="*/ 876559 h 959591"/>
                <a:gd name="csX1237" fmla="*/ 712466 w 1305676"/>
                <a:gd name="csY1237" fmla="*/ 875859 h 959591"/>
                <a:gd name="csX1238" fmla="*/ 711493 w 1305676"/>
                <a:gd name="csY1238" fmla="*/ 875951 h 959591"/>
                <a:gd name="csX1239" fmla="*/ 710405 w 1305676"/>
                <a:gd name="csY1239" fmla="*/ 875236 h 959591"/>
                <a:gd name="csX1240" fmla="*/ 708685 w 1305676"/>
                <a:gd name="csY1240" fmla="*/ 874528 h 959591"/>
                <a:gd name="csX1241" fmla="*/ 707300 w 1305676"/>
                <a:gd name="csY1241" fmla="*/ 874109 h 959591"/>
                <a:gd name="csX1242" fmla="*/ 706616 w 1305676"/>
                <a:gd name="csY1242" fmla="*/ 874429 h 959591"/>
                <a:gd name="csX1243" fmla="*/ 705893 w 1305676"/>
                <a:gd name="csY1243" fmla="*/ 874596 h 959591"/>
                <a:gd name="csX1244" fmla="*/ 705763 w 1305676"/>
                <a:gd name="csY1244" fmla="*/ 873698 h 959591"/>
                <a:gd name="csX1245" fmla="*/ 705816 w 1305676"/>
                <a:gd name="csY1245" fmla="*/ 870990 h 959591"/>
                <a:gd name="csX1246" fmla="*/ 705687 w 1305676"/>
                <a:gd name="csY1246" fmla="*/ 868585 h 959591"/>
                <a:gd name="csX1247" fmla="*/ 705307 w 1305676"/>
                <a:gd name="csY1247" fmla="*/ 867498 h 959591"/>
                <a:gd name="csX1248" fmla="*/ 704379 w 1305676"/>
                <a:gd name="csY1248" fmla="*/ 866676 h 959591"/>
                <a:gd name="csX1249" fmla="*/ 703542 w 1305676"/>
                <a:gd name="csY1249" fmla="*/ 866280 h 959591"/>
                <a:gd name="csX1250" fmla="*/ 703169 w 1305676"/>
                <a:gd name="csY1250" fmla="*/ 865040 h 959591"/>
                <a:gd name="csX1251" fmla="*/ 703473 w 1305676"/>
                <a:gd name="csY1251" fmla="*/ 862605 h 959591"/>
                <a:gd name="csX1252" fmla="*/ 704158 w 1305676"/>
                <a:gd name="csY1252" fmla="*/ 860954 h 959591"/>
                <a:gd name="csX1253" fmla="*/ 705238 w 1305676"/>
                <a:gd name="csY1253" fmla="*/ 860657 h 959591"/>
                <a:gd name="csX1254" fmla="*/ 706699 w 1305676"/>
                <a:gd name="csY1254" fmla="*/ 859470 h 959591"/>
                <a:gd name="csX1255" fmla="*/ 707445 w 1305676"/>
                <a:gd name="csY1255" fmla="*/ 857781 h 959591"/>
                <a:gd name="csX1256" fmla="*/ 708381 w 1305676"/>
                <a:gd name="csY1256" fmla="*/ 856214 h 959591"/>
                <a:gd name="csX1257" fmla="*/ 705048 w 1305676"/>
                <a:gd name="csY1257" fmla="*/ 854015 h 959591"/>
                <a:gd name="csX1258" fmla="*/ 703298 w 1305676"/>
                <a:gd name="csY1258" fmla="*/ 853224 h 959591"/>
                <a:gd name="csX1259" fmla="*/ 701358 w 1305676"/>
                <a:gd name="csY1259" fmla="*/ 853559 h 959591"/>
                <a:gd name="csX1260" fmla="*/ 698946 w 1305676"/>
                <a:gd name="csY1260" fmla="*/ 854259 h 959591"/>
                <a:gd name="csX1261" fmla="*/ 697691 w 1305676"/>
                <a:gd name="csY1261" fmla="*/ 854396 h 959591"/>
                <a:gd name="csX1262" fmla="*/ 697059 w 1305676"/>
                <a:gd name="csY1262" fmla="*/ 854122 h 959591"/>
                <a:gd name="csX1263" fmla="*/ 695651 w 1305676"/>
                <a:gd name="csY1263" fmla="*/ 852143 h 959591"/>
                <a:gd name="csX1264" fmla="*/ 694891 w 1305676"/>
                <a:gd name="csY1264" fmla="*/ 851801 h 959591"/>
                <a:gd name="csX1265" fmla="*/ 693186 w 1305676"/>
                <a:gd name="csY1265" fmla="*/ 851672 h 959591"/>
                <a:gd name="csX1266" fmla="*/ 691748 w 1305676"/>
                <a:gd name="csY1266" fmla="*/ 851687 h 959591"/>
                <a:gd name="csX1267" fmla="*/ 690927 w 1305676"/>
                <a:gd name="csY1267" fmla="*/ 852547 h 959591"/>
                <a:gd name="csX1268" fmla="*/ 689648 w 1305676"/>
                <a:gd name="csY1268" fmla="*/ 852836 h 959591"/>
                <a:gd name="csX1269" fmla="*/ 688370 w 1305676"/>
                <a:gd name="csY1269" fmla="*/ 852881 h 959591"/>
                <a:gd name="csX1270" fmla="*/ 687077 w 1305676"/>
                <a:gd name="csY1270" fmla="*/ 851809 h 959591"/>
                <a:gd name="csX1271" fmla="*/ 685129 w 1305676"/>
                <a:gd name="csY1271" fmla="*/ 850409 h 959591"/>
                <a:gd name="csX1272" fmla="*/ 682078 w 1305676"/>
                <a:gd name="csY1272" fmla="*/ 849420 h 959591"/>
                <a:gd name="csX1273" fmla="*/ 681705 w 1305676"/>
                <a:gd name="csY1273" fmla="*/ 848286 h 959591"/>
                <a:gd name="csX1274" fmla="*/ 680929 w 1305676"/>
                <a:gd name="csY1274" fmla="*/ 846924 h 959591"/>
                <a:gd name="csX1275" fmla="*/ 679772 w 1305676"/>
                <a:gd name="csY1275" fmla="*/ 845661 h 959591"/>
                <a:gd name="csX1276" fmla="*/ 677855 w 1305676"/>
                <a:gd name="csY1276" fmla="*/ 843987 h 959591"/>
                <a:gd name="csX1277" fmla="*/ 676250 w 1305676"/>
                <a:gd name="csY1277" fmla="*/ 843120 h 959591"/>
                <a:gd name="csX1278" fmla="*/ 675466 w 1305676"/>
                <a:gd name="csY1278" fmla="*/ 843652 h 959591"/>
                <a:gd name="csX1279" fmla="*/ 674401 w 1305676"/>
                <a:gd name="csY1279" fmla="*/ 844603 h 959591"/>
                <a:gd name="csX1280" fmla="*/ 670277 w 1305676"/>
                <a:gd name="csY1280" fmla="*/ 846604 h 959591"/>
                <a:gd name="csX1281" fmla="*/ 668451 w 1305676"/>
                <a:gd name="csY1281" fmla="*/ 847388 h 959591"/>
                <a:gd name="csX1282" fmla="*/ 667477 w 1305676"/>
                <a:gd name="csY1282" fmla="*/ 847944 h 959591"/>
                <a:gd name="csX1283" fmla="*/ 666663 w 1305676"/>
                <a:gd name="csY1283" fmla="*/ 848780 h 959591"/>
                <a:gd name="csX1284" fmla="*/ 666412 w 1305676"/>
                <a:gd name="csY1284" fmla="*/ 850842 h 959591"/>
                <a:gd name="csX1285" fmla="*/ 666008 w 1305676"/>
                <a:gd name="csY1285" fmla="*/ 853140 h 959591"/>
                <a:gd name="csX1286" fmla="*/ 664821 w 1305676"/>
                <a:gd name="csY1286" fmla="*/ 854304 h 959591"/>
                <a:gd name="csX1287" fmla="*/ 663696 w 1305676"/>
                <a:gd name="csY1287" fmla="*/ 855187 h 959591"/>
                <a:gd name="csX1288" fmla="*/ 662516 w 1305676"/>
                <a:gd name="csY1288" fmla="*/ 855278 h 959591"/>
                <a:gd name="csX1289" fmla="*/ 661360 w 1305676"/>
                <a:gd name="csY1289" fmla="*/ 855240 h 959591"/>
                <a:gd name="csX1290" fmla="*/ 660272 w 1305676"/>
                <a:gd name="csY1290" fmla="*/ 855605 h 959591"/>
                <a:gd name="csX1291" fmla="*/ 656954 w 1305676"/>
                <a:gd name="csY1291" fmla="*/ 857911 h 959591"/>
                <a:gd name="csX1292" fmla="*/ 655395 w 1305676"/>
                <a:gd name="csY1292" fmla="*/ 857728 h 959591"/>
                <a:gd name="csX1293" fmla="*/ 654109 w 1305676"/>
                <a:gd name="csY1293" fmla="*/ 856427 h 959591"/>
                <a:gd name="csX1294" fmla="*/ 653561 w 1305676"/>
                <a:gd name="csY1294" fmla="*/ 855484 h 959591"/>
                <a:gd name="csX1295" fmla="*/ 652077 w 1305676"/>
                <a:gd name="csY1295" fmla="*/ 855697 h 959591"/>
                <a:gd name="csX1296" fmla="*/ 650175 w 1305676"/>
                <a:gd name="csY1296" fmla="*/ 856800 h 959591"/>
                <a:gd name="csX1297" fmla="*/ 649293 w 1305676"/>
                <a:gd name="csY1297" fmla="*/ 858778 h 959591"/>
                <a:gd name="csX1298" fmla="*/ 648828 w 1305676"/>
                <a:gd name="csY1298" fmla="*/ 860627 h 959591"/>
                <a:gd name="csX1299" fmla="*/ 648410 w 1305676"/>
                <a:gd name="csY1299" fmla="*/ 861449 h 959591"/>
                <a:gd name="csX1300" fmla="*/ 647771 w 1305676"/>
                <a:gd name="csY1300" fmla="*/ 861685 h 959591"/>
                <a:gd name="csX1301" fmla="*/ 647208 w 1305676"/>
                <a:gd name="csY1301" fmla="*/ 861723 h 959591"/>
                <a:gd name="csX1302" fmla="*/ 641281 w 1305676"/>
                <a:gd name="csY1302" fmla="*/ 856389 h 959591"/>
                <a:gd name="csX1303" fmla="*/ 640916 w 1305676"/>
                <a:gd name="csY1303" fmla="*/ 856115 h 959591"/>
                <a:gd name="csX1304" fmla="*/ 639850 w 1305676"/>
                <a:gd name="csY1304" fmla="*/ 857211 h 959591"/>
                <a:gd name="csX1305" fmla="*/ 638884 w 1305676"/>
                <a:gd name="csY1305" fmla="*/ 860041 h 959591"/>
                <a:gd name="csX1306" fmla="*/ 638191 w 1305676"/>
                <a:gd name="csY1306" fmla="*/ 860581 h 959591"/>
                <a:gd name="csX1307" fmla="*/ 637720 w 1305676"/>
                <a:gd name="csY1307" fmla="*/ 860361 h 959591"/>
                <a:gd name="csX1308" fmla="*/ 635270 w 1305676"/>
                <a:gd name="csY1308" fmla="*/ 856739 h 959591"/>
                <a:gd name="csX1309" fmla="*/ 634638 w 1305676"/>
                <a:gd name="csY1309" fmla="*/ 856397 h 959591"/>
                <a:gd name="csX1310" fmla="*/ 634083 w 1305676"/>
                <a:gd name="csY1310" fmla="*/ 856518 h 959591"/>
                <a:gd name="csX1311" fmla="*/ 633345 w 1305676"/>
                <a:gd name="csY1311" fmla="*/ 857690 h 959591"/>
                <a:gd name="csX1312" fmla="*/ 631793 w 1305676"/>
                <a:gd name="csY1312" fmla="*/ 859417 h 959591"/>
                <a:gd name="csX1313" fmla="*/ 630606 w 1305676"/>
                <a:gd name="csY1313" fmla="*/ 860467 h 959591"/>
                <a:gd name="csX1314" fmla="*/ 630575 w 1305676"/>
                <a:gd name="csY1314" fmla="*/ 861631 h 959591"/>
                <a:gd name="csX1315" fmla="*/ 629282 w 1305676"/>
                <a:gd name="csY1315" fmla="*/ 862658 h 959591"/>
                <a:gd name="csX1316" fmla="*/ 627783 w 1305676"/>
                <a:gd name="csY1316" fmla="*/ 863686 h 959591"/>
                <a:gd name="csX1317" fmla="*/ 627281 w 1305676"/>
                <a:gd name="csY1317" fmla="*/ 863792 h 959591"/>
                <a:gd name="csX1318" fmla="*/ 626284 w 1305676"/>
                <a:gd name="csY1318" fmla="*/ 863381 h 959591"/>
                <a:gd name="csX1319" fmla="*/ 624983 w 1305676"/>
                <a:gd name="csY1319" fmla="*/ 862019 h 959591"/>
                <a:gd name="csX1320" fmla="*/ 624040 w 1305676"/>
                <a:gd name="csY1320" fmla="*/ 860597 h 959591"/>
                <a:gd name="csX1321" fmla="*/ 621704 w 1305676"/>
                <a:gd name="csY1321" fmla="*/ 859181 h 959591"/>
                <a:gd name="csX1322" fmla="*/ 619086 w 1305676"/>
                <a:gd name="csY1322" fmla="*/ 857987 h 959591"/>
                <a:gd name="csX1323" fmla="*/ 617352 w 1305676"/>
                <a:gd name="csY1323" fmla="*/ 857051 h 959591"/>
                <a:gd name="csX1324" fmla="*/ 616363 w 1305676"/>
                <a:gd name="csY1324" fmla="*/ 856823 h 959591"/>
                <a:gd name="csX1325" fmla="*/ 615442 w 1305676"/>
                <a:gd name="csY1325" fmla="*/ 857241 h 959591"/>
                <a:gd name="csX1326" fmla="*/ 614978 w 1305676"/>
                <a:gd name="csY1326" fmla="*/ 857812 h 959591"/>
                <a:gd name="csX1327" fmla="*/ 614324 w 1305676"/>
                <a:gd name="csY1327" fmla="*/ 859227 h 959591"/>
                <a:gd name="csX1328" fmla="*/ 612756 w 1305676"/>
                <a:gd name="csY1328" fmla="*/ 861540 h 959591"/>
                <a:gd name="csX1329" fmla="*/ 611356 w 1305676"/>
                <a:gd name="csY1329" fmla="*/ 863381 h 959591"/>
                <a:gd name="csX1330" fmla="*/ 610055 w 1305676"/>
                <a:gd name="csY1330" fmla="*/ 864561 h 959591"/>
                <a:gd name="csX1331" fmla="*/ 609020 w 1305676"/>
                <a:gd name="csY1331" fmla="*/ 865375 h 959591"/>
                <a:gd name="csX1332" fmla="*/ 608244 w 1305676"/>
                <a:gd name="csY1332" fmla="*/ 864614 h 959591"/>
                <a:gd name="csX1333" fmla="*/ 606814 w 1305676"/>
                <a:gd name="csY1333" fmla="*/ 863990 h 959591"/>
                <a:gd name="csX1334" fmla="*/ 605132 w 1305676"/>
                <a:gd name="csY1334" fmla="*/ 863990 h 959591"/>
                <a:gd name="csX1335" fmla="*/ 602918 w 1305676"/>
                <a:gd name="csY1335" fmla="*/ 865162 h 959591"/>
                <a:gd name="csX1336" fmla="*/ 601176 w 1305676"/>
                <a:gd name="csY1336" fmla="*/ 862818 h 959591"/>
                <a:gd name="csX1337" fmla="*/ 600719 w 1305676"/>
                <a:gd name="csY1337" fmla="*/ 862704 h 959591"/>
                <a:gd name="csX1338" fmla="*/ 600050 w 1305676"/>
                <a:gd name="csY1338" fmla="*/ 862902 h 959591"/>
                <a:gd name="csX1339" fmla="*/ 599274 w 1305676"/>
                <a:gd name="csY1339" fmla="*/ 863457 h 959591"/>
                <a:gd name="csX1340" fmla="*/ 598741 w 1305676"/>
                <a:gd name="csY1340" fmla="*/ 864766 h 959591"/>
                <a:gd name="csX1341" fmla="*/ 598178 w 1305676"/>
                <a:gd name="csY1341" fmla="*/ 866554 h 959591"/>
                <a:gd name="csX1342" fmla="*/ 597067 w 1305676"/>
                <a:gd name="csY1342" fmla="*/ 867726 h 959591"/>
                <a:gd name="csX1343" fmla="*/ 596146 w 1305676"/>
                <a:gd name="csY1343" fmla="*/ 868243 h 959591"/>
                <a:gd name="csX1344" fmla="*/ 596413 w 1305676"/>
                <a:gd name="csY1344" fmla="*/ 869247 h 959591"/>
                <a:gd name="csX1345" fmla="*/ 596938 w 1305676"/>
                <a:gd name="csY1345" fmla="*/ 870335 h 959591"/>
                <a:gd name="csX1346" fmla="*/ 596900 w 1305676"/>
                <a:gd name="csY1346" fmla="*/ 871287 h 959591"/>
                <a:gd name="csX1347" fmla="*/ 597235 w 1305676"/>
                <a:gd name="csY1347" fmla="*/ 872785 h 959591"/>
                <a:gd name="csX1348" fmla="*/ 597813 w 1305676"/>
                <a:gd name="csY1348" fmla="*/ 874284 h 959591"/>
                <a:gd name="csX1349" fmla="*/ 599875 w 1305676"/>
                <a:gd name="csY1349" fmla="*/ 876742 h 959591"/>
                <a:gd name="csX1350" fmla="*/ 600666 w 1305676"/>
                <a:gd name="csY1350" fmla="*/ 878020 h 959591"/>
                <a:gd name="csX1351" fmla="*/ 600826 w 1305676"/>
                <a:gd name="csY1351" fmla="*/ 879131 h 959591"/>
                <a:gd name="csX1352" fmla="*/ 600902 w 1305676"/>
                <a:gd name="csY1352" fmla="*/ 883072 h 959591"/>
                <a:gd name="csX1353" fmla="*/ 600818 w 1305676"/>
                <a:gd name="csY1353" fmla="*/ 884716 h 959591"/>
                <a:gd name="csX1354" fmla="*/ 600407 w 1305676"/>
                <a:gd name="csY1354" fmla="*/ 887881 h 959591"/>
                <a:gd name="csX1355" fmla="*/ 600377 w 1305676"/>
                <a:gd name="csY1355" fmla="*/ 889707 h 959591"/>
                <a:gd name="csX1356" fmla="*/ 601237 w 1305676"/>
                <a:gd name="csY1356" fmla="*/ 890529 h 959591"/>
                <a:gd name="csX1357" fmla="*/ 602066 w 1305676"/>
                <a:gd name="csY1357" fmla="*/ 891510 h 959591"/>
                <a:gd name="csX1358" fmla="*/ 602028 w 1305676"/>
                <a:gd name="csY1358" fmla="*/ 892043 h 959591"/>
                <a:gd name="csX1359" fmla="*/ 601663 w 1305676"/>
                <a:gd name="csY1359" fmla="*/ 892233 h 959591"/>
                <a:gd name="csX1360" fmla="*/ 600483 w 1305676"/>
                <a:gd name="csY1360" fmla="*/ 893321 h 959591"/>
                <a:gd name="csX1361" fmla="*/ 599989 w 1305676"/>
                <a:gd name="csY1361" fmla="*/ 893466 h 959591"/>
                <a:gd name="csX1362" fmla="*/ 599213 w 1305676"/>
                <a:gd name="csY1362" fmla="*/ 893017 h 959591"/>
                <a:gd name="csX1363" fmla="*/ 598208 w 1305676"/>
                <a:gd name="csY1363" fmla="*/ 892682 h 959591"/>
                <a:gd name="csX1364" fmla="*/ 597410 w 1305676"/>
                <a:gd name="csY1364" fmla="*/ 892248 h 959591"/>
                <a:gd name="csX1365" fmla="*/ 596519 w 1305676"/>
                <a:gd name="csY1365" fmla="*/ 891548 h 959591"/>
                <a:gd name="csX1366" fmla="*/ 594412 w 1305676"/>
                <a:gd name="csY1366" fmla="*/ 891624 h 959591"/>
                <a:gd name="csX1367" fmla="*/ 590950 w 1305676"/>
                <a:gd name="csY1367" fmla="*/ 892689 h 959591"/>
                <a:gd name="csX1368" fmla="*/ 590235 w 1305676"/>
                <a:gd name="csY1368" fmla="*/ 892385 h 959591"/>
                <a:gd name="csX1369" fmla="*/ 589740 w 1305676"/>
                <a:gd name="csY1369" fmla="*/ 891784 h 959591"/>
                <a:gd name="csX1370" fmla="*/ 589466 w 1305676"/>
                <a:gd name="csY1370" fmla="*/ 890536 h 959591"/>
                <a:gd name="csX1371" fmla="*/ 589634 w 1305676"/>
                <a:gd name="csY1371" fmla="*/ 889075 h 959591"/>
                <a:gd name="csX1372" fmla="*/ 589329 w 1305676"/>
                <a:gd name="csY1372" fmla="*/ 888139 h 959591"/>
                <a:gd name="csX1373" fmla="*/ 588683 w 1305676"/>
                <a:gd name="csY1373" fmla="*/ 887584 h 959591"/>
                <a:gd name="csX1374" fmla="*/ 589147 w 1305676"/>
                <a:gd name="csY1374" fmla="*/ 884974 h 959591"/>
                <a:gd name="csX1375" fmla="*/ 587914 w 1305676"/>
                <a:gd name="csY1375" fmla="*/ 883940 h 959591"/>
                <a:gd name="csX1376" fmla="*/ 588089 w 1305676"/>
                <a:gd name="csY1376" fmla="*/ 883620 h 959591"/>
                <a:gd name="csX1377" fmla="*/ 587678 w 1305676"/>
                <a:gd name="csY1377" fmla="*/ 880797 h 959591"/>
                <a:gd name="csX1378" fmla="*/ 587732 w 1305676"/>
                <a:gd name="csY1378" fmla="*/ 880097 h 959591"/>
                <a:gd name="csX1379" fmla="*/ 587519 w 1305676"/>
                <a:gd name="csY1379" fmla="*/ 879862 h 959591"/>
                <a:gd name="csX1380" fmla="*/ 586651 w 1305676"/>
                <a:gd name="csY1380" fmla="*/ 879641 h 959591"/>
                <a:gd name="csX1381" fmla="*/ 585358 w 1305676"/>
                <a:gd name="csY1381" fmla="*/ 880082 h 959591"/>
                <a:gd name="csX1382" fmla="*/ 581424 w 1305676"/>
                <a:gd name="csY1382" fmla="*/ 881938 h 959591"/>
                <a:gd name="csX1383" fmla="*/ 578046 w 1305676"/>
                <a:gd name="csY1383" fmla="*/ 885370 h 959591"/>
                <a:gd name="csX1384" fmla="*/ 576501 w 1305676"/>
                <a:gd name="csY1384" fmla="*/ 886131 h 959591"/>
                <a:gd name="csX1385" fmla="*/ 574942 w 1305676"/>
                <a:gd name="csY1385" fmla="*/ 886443 h 959591"/>
                <a:gd name="csX1386" fmla="*/ 573108 w 1305676"/>
                <a:gd name="csY1386" fmla="*/ 885849 h 959591"/>
                <a:gd name="csX1387" fmla="*/ 571076 w 1305676"/>
                <a:gd name="csY1387" fmla="*/ 885461 h 959591"/>
                <a:gd name="csX1388" fmla="*/ 568178 w 1305676"/>
                <a:gd name="csY1388" fmla="*/ 886329 h 959591"/>
                <a:gd name="csX1389" fmla="*/ 566747 w 1305676"/>
                <a:gd name="csY1389" fmla="*/ 885926 h 959591"/>
                <a:gd name="csX1390" fmla="*/ 566085 w 1305676"/>
                <a:gd name="csY1390" fmla="*/ 885225 h 959591"/>
                <a:gd name="csX1391" fmla="*/ 565500 w 1305676"/>
                <a:gd name="csY1391" fmla="*/ 884160 h 959591"/>
                <a:gd name="csX1392" fmla="*/ 565857 w 1305676"/>
                <a:gd name="csY1392" fmla="*/ 882806 h 959591"/>
                <a:gd name="csX1393" fmla="*/ 565637 w 1305676"/>
                <a:gd name="csY1393" fmla="*/ 881809 h 959591"/>
                <a:gd name="csX1394" fmla="*/ 564480 w 1305676"/>
                <a:gd name="csY1394" fmla="*/ 881307 h 959591"/>
                <a:gd name="csX1395" fmla="*/ 563133 w 1305676"/>
                <a:gd name="csY1395" fmla="*/ 880873 h 959591"/>
                <a:gd name="csX1396" fmla="*/ 562334 w 1305676"/>
                <a:gd name="csY1396" fmla="*/ 879572 h 959591"/>
                <a:gd name="csX1397" fmla="*/ 562015 w 1305676"/>
                <a:gd name="csY1397" fmla="*/ 878150 h 959591"/>
                <a:gd name="csX1398" fmla="*/ 562327 w 1305676"/>
                <a:gd name="csY1398" fmla="*/ 876301 h 959591"/>
                <a:gd name="csX1399" fmla="*/ 562487 w 1305676"/>
                <a:gd name="csY1399" fmla="*/ 874315 h 959591"/>
                <a:gd name="csX1400" fmla="*/ 561840 w 1305676"/>
                <a:gd name="csY1400" fmla="*/ 873402 h 959591"/>
                <a:gd name="csX1401" fmla="*/ 559869 w 1305676"/>
                <a:gd name="csY1401" fmla="*/ 872907 h 959591"/>
                <a:gd name="csX1402" fmla="*/ 554901 w 1305676"/>
                <a:gd name="csY1402" fmla="*/ 872002 h 959591"/>
                <a:gd name="csX1403" fmla="*/ 550548 w 1305676"/>
                <a:gd name="csY1403" fmla="*/ 871507 h 959591"/>
                <a:gd name="csX1404" fmla="*/ 548723 w 1305676"/>
                <a:gd name="csY1404" fmla="*/ 871743 h 959591"/>
                <a:gd name="csX1405" fmla="*/ 547231 w 1305676"/>
                <a:gd name="csY1405" fmla="*/ 871522 h 959591"/>
                <a:gd name="csX1406" fmla="*/ 546371 w 1305676"/>
                <a:gd name="csY1406" fmla="*/ 871157 h 959591"/>
                <a:gd name="csX1407" fmla="*/ 545953 w 1305676"/>
                <a:gd name="csY1407" fmla="*/ 870533 h 959591"/>
                <a:gd name="csX1408" fmla="*/ 545930 w 1305676"/>
                <a:gd name="csY1408" fmla="*/ 869635 h 959591"/>
                <a:gd name="csX1409" fmla="*/ 546638 w 1305676"/>
                <a:gd name="csY1409" fmla="*/ 867574 h 959591"/>
                <a:gd name="csX1410" fmla="*/ 547437 w 1305676"/>
                <a:gd name="csY1410" fmla="*/ 865557 h 959591"/>
                <a:gd name="csX1411" fmla="*/ 549460 w 1305676"/>
                <a:gd name="csY1411" fmla="*/ 862620 h 959591"/>
                <a:gd name="csX1412" fmla="*/ 549582 w 1305676"/>
                <a:gd name="csY1412" fmla="*/ 860581 h 959591"/>
                <a:gd name="csX1413" fmla="*/ 549476 w 1305676"/>
                <a:gd name="csY1413" fmla="*/ 858230 h 959591"/>
                <a:gd name="csX1414" fmla="*/ 550480 w 1305676"/>
                <a:gd name="csY1414" fmla="*/ 855088 h 959591"/>
                <a:gd name="csX1415" fmla="*/ 552223 w 1305676"/>
                <a:gd name="csY1415" fmla="*/ 852737 h 959591"/>
                <a:gd name="csX1416" fmla="*/ 553082 w 1305676"/>
                <a:gd name="csY1416" fmla="*/ 851999 h 959591"/>
                <a:gd name="csX1417" fmla="*/ 552877 w 1305676"/>
                <a:gd name="csY1417" fmla="*/ 850949 h 959591"/>
                <a:gd name="csX1418" fmla="*/ 552177 w 1305676"/>
                <a:gd name="csY1418" fmla="*/ 849990 h 959591"/>
                <a:gd name="csX1419" fmla="*/ 551180 w 1305676"/>
                <a:gd name="csY1419" fmla="*/ 849458 h 959591"/>
                <a:gd name="csX1420" fmla="*/ 549529 w 1305676"/>
                <a:gd name="csY1420" fmla="*/ 848841 h 959591"/>
                <a:gd name="csX1421" fmla="*/ 546957 w 1305676"/>
                <a:gd name="csY1421" fmla="*/ 848674 h 959591"/>
                <a:gd name="csX1422" fmla="*/ 543427 w 1305676"/>
                <a:gd name="csY1422" fmla="*/ 848042 h 959591"/>
                <a:gd name="csX1423" fmla="*/ 539341 w 1305676"/>
                <a:gd name="csY1423" fmla="*/ 846642 h 959591"/>
                <a:gd name="csX1424" fmla="*/ 539813 w 1305676"/>
                <a:gd name="csY1424" fmla="*/ 843957 h 959591"/>
                <a:gd name="csX1425" fmla="*/ 539744 w 1305676"/>
                <a:gd name="csY1425" fmla="*/ 842275 h 959591"/>
                <a:gd name="csX1426" fmla="*/ 539242 w 1305676"/>
                <a:gd name="csY1426" fmla="*/ 840890 h 959591"/>
                <a:gd name="csX1427" fmla="*/ 538413 w 1305676"/>
                <a:gd name="csY1427" fmla="*/ 839909 h 959591"/>
                <a:gd name="csX1428" fmla="*/ 537941 w 1305676"/>
                <a:gd name="csY1428" fmla="*/ 839034 h 959591"/>
                <a:gd name="csX1429" fmla="*/ 538679 w 1305676"/>
                <a:gd name="csY1429" fmla="*/ 836630 h 959591"/>
                <a:gd name="csX1430" fmla="*/ 537728 w 1305676"/>
                <a:gd name="csY1430" fmla="*/ 833997 h 959591"/>
                <a:gd name="csX1431" fmla="*/ 536610 w 1305676"/>
                <a:gd name="csY1431" fmla="*/ 832947 h 959591"/>
                <a:gd name="csX1432" fmla="*/ 535453 w 1305676"/>
                <a:gd name="csY1432" fmla="*/ 831585 h 959591"/>
                <a:gd name="csX1433" fmla="*/ 535362 w 1305676"/>
                <a:gd name="csY1433" fmla="*/ 830117 h 959591"/>
                <a:gd name="csX1434" fmla="*/ 535887 w 1305676"/>
                <a:gd name="csY1434" fmla="*/ 828747 h 959591"/>
                <a:gd name="csX1435" fmla="*/ 538717 w 1305676"/>
                <a:gd name="csY1435" fmla="*/ 825803 h 959591"/>
                <a:gd name="csX1436" fmla="*/ 538740 w 1305676"/>
                <a:gd name="csY1436" fmla="*/ 825087 h 959591"/>
                <a:gd name="csX1437" fmla="*/ 538040 w 1305676"/>
                <a:gd name="csY1437" fmla="*/ 825148 h 959591"/>
                <a:gd name="csX1438" fmla="*/ 537233 w 1305676"/>
                <a:gd name="csY1438" fmla="*/ 825209 h 959591"/>
                <a:gd name="csX1439" fmla="*/ 533368 w 1305676"/>
                <a:gd name="csY1439" fmla="*/ 826282 h 959591"/>
                <a:gd name="csX1440" fmla="*/ 532950 w 1305676"/>
                <a:gd name="csY1440" fmla="*/ 825605 h 959591"/>
                <a:gd name="csX1441" fmla="*/ 531565 w 1305676"/>
                <a:gd name="csY1441" fmla="*/ 825217 h 959591"/>
                <a:gd name="csX1442" fmla="*/ 528743 w 1305676"/>
                <a:gd name="csY1442" fmla="*/ 825141 h 959591"/>
                <a:gd name="csX1443" fmla="*/ 525440 w 1305676"/>
                <a:gd name="csY1443" fmla="*/ 825338 h 959591"/>
                <a:gd name="csX1444" fmla="*/ 521263 w 1305676"/>
                <a:gd name="csY1444" fmla="*/ 826388 h 959591"/>
                <a:gd name="csX1445" fmla="*/ 517429 w 1305676"/>
                <a:gd name="csY1445" fmla="*/ 828230 h 959591"/>
                <a:gd name="csX1446" fmla="*/ 515686 w 1305676"/>
                <a:gd name="csY1446" fmla="*/ 829493 h 959591"/>
                <a:gd name="csX1447" fmla="*/ 514203 w 1305676"/>
                <a:gd name="csY1447" fmla="*/ 830276 h 959591"/>
                <a:gd name="csX1448" fmla="*/ 513000 w 1305676"/>
                <a:gd name="csY1448" fmla="*/ 830535 h 959591"/>
                <a:gd name="csX1449" fmla="*/ 511608 w 1305676"/>
                <a:gd name="csY1449" fmla="*/ 829980 h 959591"/>
                <a:gd name="csX1450" fmla="*/ 511684 w 1305676"/>
                <a:gd name="csY1450" fmla="*/ 828176 h 959591"/>
                <a:gd name="csX1451" fmla="*/ 514301 w 1305676"/>
                <a:gd name="csY1451" fmla="*/ 824867 h 959591"/>
                <a:gd name="csX1452" fmla="*/ 514674 w 1305676"/>
                <a:gd name="csY1452" fmla="*/ 822592 h 959591"/>
                <a:gd name="csX1453" fmla="*/ 513883 w 1305676"/>
                <a:gd name="csY1453" fmla="*/ 820636 h 959591"/>
                <a:gd name="csX1454" fmla="*/ 513792 w 1305676"/>
                <a:gd name="csY1454" fmla="*/ 819069 h 959591"/>
                <a:gd name="csX1455" fmla="*/ 512871 w 1305676"/>
                <a:gd name="csY1455" fmla="*/ 818072 h 959591"/>
                <a:gd name="csX1456" fmla="*/ 511585 w 1305676"/>
                <a:gd name="csY1456" fmla="*/ 817585 h 959591"/>
                <a:gd name="csX1457" fmla="*/ 510900 w 1305676"/>
                <a:gd name="csY1457" fmla="*/ 816474 h 959591"/>
                <a:gd name="csX1458" fmla="*/ 510855 w 1305676"/>
                <a:gd name="csY1458" fmla="*/ 813218 h 959591"/>
                <a:gd name="csX1459" fmla="*/ 512004 w 1305676"/>
                <a:gd name="csY1459" fmla="*/ 809863 h 959591"/>
                <a:gd name="csX1460" fmla="*/ 513868 w 1305676"/>
                <a:gd name="csY1460" fmla="*/ 808805 h 959591"/>
                <a:gd name="csX1461" fmla="*/ 515001 w 1305676"/>
                <a:gd name="csY1461" fmla="*/ 808295 h 959591"/>
                <a:gd name="csX1462" fmla="*/ 515305 w 1305676"/>
                <a:gd name="csY1462" fmla="*/ 807641 h 959591"/>
                <a:gd name="csX1463" fmla="*/ 514727 w 1305676"/>
                <a:gd name="csY1463" fmla="*/ 805282 h 959591"/>
                <a:gd name="csX1464" fmla="*/ 514819 w 1305676"/>
                <a:gd name="csY1464" fmla="*/ 803783 h 959591"/>
                <a:gd name="csX1465" fmla="*/ 515930 w 1305676"/>
                <a:gd name="csY1465" fmla="*/ 800885 h 959591"/>
                <a:gd name="csX1466" fmla="*/ 517040 w 1305676"/>
                <a:gd name="csY1466" fmla="*/ 798686 h 959591"/>
                <a:gd name="csX1467" fmla="*/ 519140 w 1305676"/>
                <a:gd name="csY1467" fmla="*/ 799051 h 959591"/>
                <a:gd name="csX1468" fmla="*/ 520084 w 1305676"/>
                <a:gd name="csY1468" fmla="*/ 798503 h 959591"/>
                <a:gd name="csX1469" fmla="*/ 521126 w 1305676"/>
                <a:gd name="csY1469" fmla="*/ 797719 h 959591"/>
                <a:gd name="csX1470" fmla="*/ 522260 w 1305676"/>
                <a:gd name="csY1470" fmla="*/ 796396 h 959591"/>
                <a:gd name="csX1471" fmla="*/ 523021 w 1305676"/>
                <a:gd name="csY1471" fmla="*/ 794821 h 959591"/>
                <a:gd name="csX1472" fmla="*/ 523949 w 1305676"/>
                <a:gd name="csY1472" fmla="*/ 791168 h 959591"/>
                <a:gd name="csX1473" fmla="*/ 524581 w 1305676"/>
                <a:gd name="csY1473" fmla="*/ 790621 h 959591"/>
                <a:gd name="csX1474" fmla="*/ 527228 w 1305676"/>
                <a:gd name="csY1474" fmla="*/ 791229 h 959591"/>
                <a:gd name="csX1475" fmla="*/ 528020 w 1305676"/>
                <a:gd name="csY1475" fmla="*/ 790803 h 959591"/>
                <a:gd name="csX1476" fmla="*/ 529465 w 1305676"/>
                <a:gd name="csY1476" fmla="*/ 788658 h 959591"/>
                <a:gd name="csX1477" fmla="*/ 530835 w 1305676"/>
                <a:gd name="csY1477" fmla="*/ 786040 h 959591"/>
                <a:gd name="csX1478" fmla="*/ 532820 w 1305676"/>
                <a:gd name="csY1478" fmla="*/ 785234 h 959591"/>
                <a:gd name="csX1479" fmla="*/ 534251 w 1305676"/>
                <a:gd name="csY1479" fmla="*/ 785150 h 959591"/>
                <a:gd name="csX1480" fmla="*/ 534913 w 1305676"/>
                <a:gd name="csY1480" fmla="*/ 784283 h 959591"/>
                <a:gd name="csX1481" fmla="*/ 534875 w 1305676"/>
                <a:gd name="csY1481" fmla="*/ 783004 h 959591"/>
                <a:gd name="csX1482" fmla="*/ 533513 w 1305676"/>
                <a:gd name="csY1482" fmla="*/ 780973 h 959591"/>
                <a:gd name="csX1483" fmla="*/ 532943 w 1305676"/>
                <a:gd name="csY1483" fmla="*/ 779352 h 959591"/>
                <a:gd name="csX1484" fmla="*/ 533110 w 1305676"/>
                <a:gd name="csY1484" fmla="*/ 778363 h 959591"/>
                <a:gd name="csX1485" fmla="*/ 535057 w 1305676"/>
                <a:gd name="csY1485" fmla="*/ 777762 h 959591"/>
                <a:gd name="csX1486" fmla="*/ 535537 w 1305676"/>
                <a:gd name="csY1486" fmla="*/ 776583 h 959591"/>
                <a:gd name="csX1487" fmla="*/ 535248 w 1305676"/>
                <a:gd name="csY1487" fmla="*/ 773996 h 959591"/>
                <a:gd name="csX1488" fmla="*/ 536047 w 1305676"/>
                <a:gd name="csY1488" fmla="*/ 770884 h 959591"/>
                <a:gd name="csX1489" fmla="*/ 536526 w 1305676"/>
                <a:gd name="csY1489" fmla="*/ 767240 h 959591"/>
                <a:gd name="csX1490" fmla="*/ 536686 w 1305676"/>
                <a:gd name="csY1490" fmla="*/ 764516 h 959591"/>
                <a:gd name="csX1491" fmla="*/ 536663 w 1305676"/>
                <a:gd name="csY1491" fmla="*/ 762439 h 959591"/>
                <a:gd name="csX1492" fmla="*/ 536473 w 1305676"/>
                <a:gd name="csY1492" fmla="*/ 760255 h 959591"/>
                <a:gd name="csX1493" fmla="*/ 536199 w 1305676"/>
                <a:gd name="csY1493" fmla="*/ 756268 h 959591"/>
                <a:gd name="csX1494" fmla="*/ 535309 w 1305676"/>
                <a:gd name="csY1494" fmla="*/ 752791 h 959591"/>
                <a:gd name="csX1495" fmla="*/ 535468 w 1305676"/>
                <a:gd name="csY1495" fmla="*/ 751482 h 959591"/>
                <a:gd name="csX1496" fmla="*/ 535347 w 1305676"/>
                <a:gd name="csY1496" fmla="*/ 747259 h 959591"/>
                <a:gd name="csX1497" fmla="*/ 534799 w 1305676"/>
                <a:gd name="csY1497" fmla="*/ 743653 h 959591"/>
                <a:gd name="csX1498" fmla="*/ 533703 w 1305676"/>
                <a:gd name="csY1498" fmla="*/ 743021 h 959591"/>
                <a:gd name="csX1499" fmla="*/ 531664 w 1305676"/>
                <a:gd name="csY1499" fmla="*/ 741850 h 959591"/>
                <a:gd name="csX1500" fmla="*/ 530553 w 1305676"/>
                <a:gd name="csY1500" fmla="*/ 741622 h 959591"/>
                <a:gd name="csX1501" fmla="*/ 529625 w 1305676"/>
                <a:gd name="csY1501" fmla="*/ 742048 h 959591"/>
                <a:gd name="csX1502" fmla="*/ 529275 w 1305676"/>
                <a:gd name="csY1502" fmla="*/ 743303 h 959591"/>
                <a:gd name="csX1503" fmla="*/ 528377 w 1305676"/>
                <a:gd name="csY1503" fmla="*/ 744475 h 959591"/>
                <a:gd name="csX1504" fmla="*/ 527274 w 1305676"/>
                <a:gd name="csY1504" fmla="*/ 744186 h 959591"/>
                <a:gd name="csX1505" fmla="*/ 526749 w 1305676"/>
                <a:gd name="csY1505" fmla="*/ 743014 h 959591"/>
                <a:gd name="csX1506" fmla="*/ 526041 w 1305676"/>
                <a:gd name="csY1506" fmla="*/ 741477 h 959591"/>
                <a:gd name="csX1507" fmla="*/ 523675 w 1305676"/>
                <a:gd name="csY1507" fmla="*/ 734165 h 959591"/>
                <a:gd name="csX1508" fmla="*/ 523416 w 1305676"/>
                <a:gd name="csY1508" fmla="*/ 732057 h 959591"/>
                <a:gd name="csX1509" fmla="*/ 522998 w 1305676"/>
                <a:gd name="csY1509" fmla="*/ 729957 h 959591"/>
                <a:gd name="csX1510" fmla="*/ 522207 w 1305676"/>
                <a:gd name="csY1510" fmla="*/ 728908 h 959591"/>
                <a:gd name="csX1511" fmla="*/ 521369 w 1305676"/>
                <a:gd name="csY1511" fmla="*/ 728284 h 959591"/>
                <a:gd name="csX1512" fmla="*/ 519483 w 1305676"/>
                <a:gd name="csY1512" fmla="*/ 725819 h 959591"/>
                <a:gd name="csX1513" fmla="*/ 518493 w 1305676"/>
                <a:gd name="csY1513" fmla="*/ 724791 h 959591"/>
                <a:gd name="csX1514" fmla="*/ 518014 w 1305676"/>
                <a:gd name="csY1514" fmla="*/ 724624 h 959591"/>
                <a:gd name="csX1515" fmla="*/ 516980 w 1305676"/>
                <a:gd name="csY1515" fmla="*/ 724799 h 959591"/>
                <a:gd name="csX1516" fmla="*/ 515960 w 1305676"/>
                <a:gd name="csY1516" fmla="*/ 724799 h 959591"/>
                <a:gd name="csX1517" fmla="*/ 515131 w 1305676"/>
                <a:gd name="csY1517" fmla="*/ 723566 h 959591"/>
                <a:gd name="csX1518" fmla="*/ 514370 w 1305676"/>
                <a:gd name="csY1518" fmla="*/ 722060 h 959591"/>
                <a:gd name="csX1519" fmla="*/ 513609 w 1305676"/>
                <a:gd name="csY1519" fmla="*/ 721322 h 959591"/>
                <a:gd name="csX1520" fmla="*/ 512331 w 1305676"/>
                <a:gd name="csY1520" fmla="*/ 720911 h 959591"/>
                <a:gd name="csX1521" fmla="*/ 511022 w 1305676"/>
                <a:gd name="csY1521" fmla="*/ 721071 h 959591"/>
                <a:gd name="csX1522" fmla="*/ 510253 w 1305676"/>
                <a:gd name="csY1522" fmla="*/ 722372 h 959591"/>
                <a:gd name="csX1523" fmla="*/ 509736 w 1305676"/>
                <a:gd name="csY1523" fmla="*/ 723110 h 959591"/>
                <a:gd name="csX1524" fmla="*/ 508747 w 1305676"/>
                <a:gd name="csY1524" fmla="*/ 724845 h 959591"/>
                <a:gd name="csX1525" fmla="*/ 507149 w 1305676"/>
                <a:gd name="csY1525" fmla="*/ 727241 h 959591"/>
                <a:gd name="csX1526" fmla="*/ 506419 w 1305676"/>
                <a:gd name="csY1526" fmla="*/ 728124 h 959591"/>
                <a:gd name="csX1527" fmla="*/ 505711 w 1305676"/>
                <a:gd name="csY1527" fmla="*/ 727667 h 959591"/>
                <a:gd name="csX1528" fmla="*/ 502630 w 1305676"/>
                <a:gd name="csY1528" fmla="*/ 725172 h 959591"/>
                <a:gd name="csX1529" fmla="*/ 501146 w 1305676"/>
                <a:gd name="csY1529" fmla="*/ 724479 h 959591"/>
                <a:gd name="csX1530" fmla="*/ 499122 w 1305676"/>
                <a:gd name="csY1530" fmla="*/ 725233 h 959591"/>
                <a:gd name="csX1531" fmla="*/ 495965 w 1305676"/>
                <a:gd name="csY1531" fmla="*/ 724639 h 959591"/>
                <a:gd name="csX1532" fmla="*/ 494747 w 1305676"/>
                <a:gd name="csY1532" fmla="*/ 724525 h 959591"/>
                <a:gd name="csX1533" fmla="*/ 492115 w 1305676"/>
                <a:gd name="csY1533" fmla="*/ 722532 h 959591"/>
                <a:gd name="csX1534" fmla="*/ 491042 w 1305676"/>
                <a:gd name="csY1534" fmla="*/ 722288 h 959591"/>
                <a:gd name="csX1535" fmla="*/ 487306 w 1305676"/>
                <a:gd name="csY1535" fmla="*/ 723589 h 959591"/>
                <a:gd name="csX1536" fmla="*/ 486484 w 1305676"/>
                <a:gd name="csY1536" fmla="*/ 724510 h 959591"/>
                <a:gd name="csX1537" fmla="*/ 486005 w 1305676"/>
                <a:gd name="csY1537" fmla="*/ 724525 h 959591"/>
                <a:gd name="csX1538" fmla="*/ 485008 w 1305676"/>
                <a:gd name="csY1538" fmla="*/ 724061 h 959591"/>
                <a:gd name="csX1539" fmla="*/ 484194 w 1305676"/>
                <a:gd name="csY1539" fmla="*/ 723445 h 959591"/>
                <a:gd name="csX1540" fmla="*/ 484141 w 1305676"/>
                <a:gd name="csY1540" fmla="*/ 723057 h 959591"/>
                <a:gd name="csX1541" fmla="*/ 485153 w 1305676"/>
                <a:gd name="csY1541" fmla="*/ 722083 h 959591"/>
                <a:gd name="csX1542" fmla="*/ 485229 w 1305676"/>
                <a:gd name="csY1542" fmla="*/ 721398 h 959591"/>
                <a:gd name="csX1543" fmla="*/ 485176 w 1305676"/>
                <a:gd name="csY1543" fmla="*/ 720705 h 959591"/>
                <a:gd name="csX1544" fmla="*/ 486629 w 1305676"/>
                <a:gd name="csY1544" fmla="*/ 718742 h 959591"/>
                <a:gd name="csX1545" fmla="*/ 490593 w 1305676"/>
                <a:gd name="csY1545" fmla="*/ 714938 h 959591"/>
                <a:gd name="csX1546" fmla="*/ 489931 w 1305676"/>
                <a:gd name="csY1546" fmla="*/ 713340 h 959591"/>
                <a:gd name="csX1547" fmla="*/ 488371 w 1305676"/>
                <a:gd name="csY1547" fmla="*/ 710191 h 959591"/>
                <a:gd name="csX1548" fmla="*/ 488166 w 1305676"/>
                <a:gd name="csY1548" fmla="*/ 708661 h 959591"/>
                <a:gd name="csX1549" fmla="*/ 487489 w 1305676"/>
                <a:gd name="csY1549" fmla="*/ 707969 h 959591"/>
                <a:gd name="csX1550" fmla="*/ 485594 w 1305676"/>
                <a:gd name="csY1550" fmla="*/ 708532 h 959591"/>
                <a:gd name="csX1551" fmla="*/ 481653 w 1305676"/>
                <a:gd name="csY1551" fmla="*/ 711393 h 959591"/>
                <a:gd name="csX1552" fmla="*/ 481113 w 1305676"/>
                <a:gd name="csY1552" fmla="*/ 711081 h 959591"/>
                <a:gd name="csX1553" fmla="*/ 481212 w 1305676"/>
                <a:gd name="csY1553" fmla="*/ 710092 h 959591"/>
                <a:gd name="csX1554" fmla="*/ 480801 w 1305676"/>
                <a:gd name="csY1554" fmla="*/ 707208 h 959591"/>
                <a:gd name="csX1555" fmla="*/ 482049 w 1305676"/>
                <a:gd name="csY1555" fmla="*/ 706341 h 959591"/>
                <a:gd name="csX1556" fmla="*/ 483966 w 1305676"/>
                <a:gd name="csY1556" fmla="*/ 705283 h 959591"/>
                <a:gd name="csX1557" fmla="*/ 485442 w 1305676"/>
                <a:gd name="csY1557" fmla="*/ 704104 h 959591"/>
                <a:gd name="csX1558" fmla="*/ 485784 w 1305676"/>
                <a:gd name="csY1558" fmla="*/ 703153 h 959591"/>
                <a:gd name="csX1559" fmla="*/ 485381 w 1305676"/>
                <a:gd name="csY1559" fmla="*/ 702856 h 959591"/>
                <a:gd name="csX1560" fmla="*/ 483205 w 1305676"/>
                <a:gd name="csY1560" fmla="*/ 703229 h 959591"/>
                <a:gd name="csX1561" fmla="*/ 482345 w 1305676"/>
                <a:gd name="csY1561" fmla="*/ 702582 h 959591"/>
                <a:gd name="csX1562" fmla="*/ 480922 w 1305676"/>
                <a:gd name="csY1562" fmla="*/ 699927 h 959591"/>
                <a:gd name="csX1563" fmla="*/ 479880 w 1305676"/>
                <a:gd name="csY1563" fmla="*/ 698884 h 959591"/>
                <a:gd name="csX1564" fmla="*/ 478937 w 1305676"/>
                <a:gd name="csY1564" fmla="*/ 698321 h 959591"/>
                <a:gd name="csX1565" fmla="*/ 475726 w 1305676"/>
                <a:gd name="csY1565" fmla="*/ 699691 h 959591"/>
                <a:gd name="csX1566" fmla="*/ 471998 w 1305676"/>
                <a:gd name="csY1566" fmla="*/ 701570 h 959591"/>
                <a:gd name="csX1567" fmla="*/ 467843 w 1305676"/>
                <a:gd name="csY1567" fmla="*/ 704187 h 959591"/>
                <a:gd name="csX1568" fmla="*/ 467866 w 1305676"/>
                <a:gd name="csY1568" fmla="*/ 705526 h 959591"/>
                <a:gd name="csX1569" fmla="*/ 467372 w 1305676"/>
                <a:gd name="csY1569" fmla="*/ 705869 h 959591"/>
                <a:gd name="csX1570" fmla="*/ 466580 w 1305676"/>
                <a:gd name="csY1570" fmla="*/ 706713 h 959591"/>
                <a:gd name="csX1571" fmla="*/ 465804 w 1305676"/>
                <a:gd name="csY1571" fmla="*/ 707878 h 959591"/>
                <a:gd name="csX1572" fmla="*/ 465142 w 1305676"/>
                <a:gd name="csY1572" fmla="*/ 708288 h 959591"/>
                <a:gd name="csX1573" fmla="*/ 464366 w 1305676"/>
                <a:gd name="csY1573" fmla="*/ 708326 h 959591"/>
                <a:gd name="csX1574" fmla="*/ 462784 w 1305676"/>
                <a:gd name="csY1574" fmla="*/ 707999 h 959591"/>
                <a:gd name="csX1575" fmla="*/ 459915 w 1305676"/>
                <a:gd name="csY1575" fmla="*/ 706675 h 959591"/>
                <a:gd name="csX1576" fmla="*/ 456803 w 1305676"/>
                <a:gd name="csY1576" fmla="*/ 705580 h 959591"/>
                <a:gd name="csX1577" fmla="*/ 456134 w 1305676"/>
                <a:gd name="csY1577" fmla="*/ 705701 h 959591"/>
                <a:gd name="csX1578" fmla="*/ 451904 w 1305676"/>
                <a:gd name="csY1578" fmla="*/ 704926 h 959591"/>
                <a:gd name="csX1579" fmla="*/ 451767 w 1305676"/>
                <a:gd name="csY1579" fmla="*/ 704302 h 959591"/>
                <a:gd name="csX1580" fmla="*/ 451127 w 1305676"/>
                <a:gd name="csY1580" fmla="*/ 703077 h 959591"/>
                <a:gd name="csX1581" fmla="*/ 449925 w 1305676"/>
                <a:gd name="csY1581" fmla="*/ 701966 h 959591"/>
                <a:gd name="csX1582" fmla="*/ 448776 w 1305676"/>
                <a:gd name="csY1582" fmla="*/ 701593 h 959591"/>
                <a:gd name="csX1583" fmla="*/ 445467 w 1305676"/>
                <a:gd name="csY1583" fmla="*/ 703936 h 959591"/>
                <a:gd name="csX1584" fmla="*/ 441731 w 1305676"/>
                <a:gd name="csY1584" fmla="*/ 705679 h 959591"/>
                <a:gd name="csX1585" fmla="*/ 439608 w 1305676"/>
                <a:gd name="csY1585" fmla="*/ 707741 h 959591"/>
                <a:gd name="csX1586" fmla="*/ 437858 w 1305676"/>
                <a:gd name="csY1586" fmla="*/ 709787 h 959591"/>
                <a:gd name="csX1587" fmla="*/ 435849 w 1305676"/>
                <a:gd name="csY1587" fmla="*/ 710183 h 959591"/>
                <a:gd name="csX1588" fmla="*/ 435758 w 1305676"/>
                <a:gd name="csY1588" fmla="*/ 711446 h 959591"/>
                <a:gd name="csX1589" fmla="*/ 434913 w 1305676"/>
                <a:gd name="csY1589" fmla="*/ 712580 h 959591"/>
                <a:gd name="csX1590" fmla="*/ 433392 w 1305676"/>
                <a:gd name="csY1590" fmla="*/ 713980 h 959591"/>
                <a:gd name="csX1591" fmla="*/ 430371 w 1305676"/>
                <a:gd name="csY1591" fmla="*/ 715760 h 959591"/>
                <a:gd name="csX1592" fmla="*/ 428325 w 1305676"/>
                <a:gd name="csY1592" fmla="*/ 716719 h 959591"/>
                <a:gd name="csX1593" fmla="*/ 421827 w 1305676"/>
                <a:gd name="csY1593" fmla="*/ 717594 h 959591"/>
                <a:gd name="csX1594" fmla="*/ 419506 w 1305676"/>
                <a:gd name="csY1594" fmla="*/ 718187 h 959591"/>
                <a:gd name="csX1595" fmla="*/ 418532 w 1305676"/>
                <a:gd name="csY1595" fmla="*/ 719123 h 959591"/>
                <a:gd name="csX1596" fmla="*/ 417490 w 1305676"/>
                <a:gd name="csY1596" fmla="*/ 721497 h 959591"/>
                <a:gd name="csX1597" fmla="*/ 416668 w 1305676"/>
                <a:gd name="csY1597" fmla="*/ 723681 h 959591"/>
                <a:gd name="csX1598" fmla="*/ 414873 w 1305676"/>
                <a:gd name="csY1598" fmla="*/ 725484 h 959591"/>
                <a:gd name="csX1599" fmla="*/ 411601 w 1305676"/>
                <a:gd name="csY1599" fmla="*/ 727888 h 959591"/>
                <a:gd name="csX1600" fmla="*/ 407759 w 1305676"/>
                <a:gd name="csY1600" fmla="*/ 729836 h 959591"/>
                <a:gd name="csX1601" fmla="*/ 406701 w 1305676"/>
                <a:gd name="csY1601" fmla="*/ 731129 h 959591"/>
                <a:gd name="csX1602" fmla="*/ 406511 w 1305676"/>
                <a:gd name="csY1602" fmla="*/ 731898 h 959591"/>
                <a:gd name="csX1603" fmla="*/ 406990 w 1305676"/>
                <a:gd name="csY1603" fmla="*/ 732179 h 959591"/>
                <a:gd name="csX1604" fmla="*/ 407462 w 1305676"/>
                <a:gd name="csY1604" fmla="*/ 732765 h 959591"/>
                <a:gd name="csX1605" fmla="*/ 407462 w 1305676"/>
                <a:gd name="csY1605" fmla="*/ 733648 h 959591"/>
                <a:gd name="csX1606" fmla="*/ 406967 w 1305676"/>
                <a:gd name="csY1606" fmla="*/ 734606 h 959591"/>
                <a:gd name="csX1607" fmla="*/ 404456 w 1305676"/>
                <a:gd name="csY1607" fmla="*/ 736280 h 959591"/>
                <a:gd name="csX1608" fmla="*/ 403041 w 1305676"/>
                <a:gd name="csY1608" fmla="*/ 737079 h 959591"/>
                <a:gd name="csX1609" fmla="*/ 401633 w 1305676"/>
                <a:gd name="csY1609" fmla="*/ 737589 h 959591"/>
                <a:gd name="csX1610" fmla="*/ 400059 w 1305676"/>
                <a:gd name="csY1610" fmla="*/ 737680 h 959591"/>
                <a:gd name="csX1611" fmla="*/ 398545 w 1305676"/>
                <a:gd name="csY1611" fmla="*/ 737452 h 959591"/>
                <a:gd name="csX1612" fmla="*/ 398126 w 1305676"/>
                <a:gd name="csY1612" fmla="*/ 737178 h 959591"/>
                <a:gd name="csX1613" fmla="*/ 397525 w 1305676"/>
                <a:gd name="csY1613" fmla="*/ 737528 h 959591"/>
                <a:gd name="csX1614" fmla="*/ 396140 w 1305676"/>
                <a:gd name="csY1614" fmla="*/ 737878 h 959591"/>
                <a:gd name="csX1615" fmla="*/ 394938 w 1305676"/>
                <a:gd name="csY1615" fmla="*/ 737992 h 959591"/>
                <a:gd name="csX1616" fmla="*/ 392298 w 1305676"/>
                <a:gd name="csY1616" fmla="*/ 739849 h 959591"/>
                <a:gd name="csX1617" fmla="*/ 390845 w 1305676"/>
                <a:gd name="csY1617" fmla="*/ 739864 h 959591"/>
                <a:gd name="csX1618" fmla="*/ 389034 w 1305676"/>
                <a:gd name="csY1618" fmla="*/ 739461 h 959591"/>
                <a:gd name="csX1619" fmla="*/ 386645 w 1305676"/>
                <a:gd name="csY1619" fmla="*/ 739141 h 959591"/>
                <a:gd name="csX1620" fmla="*/ 384918 w 1305676"/>
                <a:gd name="csY1620" fmla="*/ 739141 h 959591"/>
                <a:gd name="csX1621" fmla="*/ 384864 w 1305676"/>
                <a:gd name="csY1621" fmla="*/ 738160 h 959591"/>
                <a:gd name="csX1622" fmla="*/ 385131 w 1305676"/>
                <a:gd name="csY1622" fmla="*/ 735215 h 959591"/>
                <a:gd name="csX1623" fmla="*/ 384347 w 1305676"/>
                <a:gd name="csY1623" fmla="*/ 734530 h 959591"/>
                <a:gd name="csX1624" fmla="*/ 381958 w 1305676"/>
                <a:gd name="csY1624" fmla="*/ 733808 h 959591"/>
                <a:gd name="csX1625" fmla="*/ 379264 w 1305676"/>
                <a:gd name="csY1625" fmla="*/ 732849 h 959591"/>
                <a:gd name="csX1626" fmla="*/ 377971 w 1305676"/>
                <a:gd name="csY1626" fmla="*/ 731829 h 959591"/>
                <a:gd name="csX1627" fmla="*/ 377248 w 1305676"/>
                <a:gd name="csY1627" fmla="*/ 731487 h 959591"/>
                <a:gd name="csX1628" fmla="*/ 376236 w 1305676"/>
                <a:gd name="csY1628" fmla="*/ 731654 h 959591"/>
                <a:gd name="csX1629" fmla="*/ 374616 w 1305676"/>
                <a:gd name="csY1629" fmla="*/ 732727 h 959591"/>
                <a:gd name="csX1630" fmla="*/ 373079 w 1305676"/>
                <a:gd name="csY1630" fmla="*/ 733990 h 959591"/>
                <a:gd name="csX1631" fmla="*/ 371861 w 1305676"/>
                <a:gd name="csY1631" fmla="*/ 734097 h 959591"/>
                <a:gd name="csX1632" fmla="*/ 370614 w 1305676"/>
                <a:gd name="csY1632" fmla="*/ 733511 h 959591"/>
                <a:gd name="csX1633" fmla="*/ 369427 w 1305676"/>
                <a:gd name="csY1633" fmla="*/ 732735 h 959591"/>
                <a:gd name="csX1634" fmla="*/ 365348 w 1305676"/>
                <a:gd name="csY1634" fmla="*/ 731647 h 959591"/>
                <a:gd name="csX1635" fmla="*/ 363522 w 1305676"/>
                <a:gd name="csY1635" fmla="*/ 731487 h 959591"/>
                <a:gd name="csX1636" fmla="*/ 360258 w 1305676"/>
                <a:gd name="csY1636" fmla="*/ 731669 h 959591"/>
                <a:gd name="csX1637" fmla="*/ 357595 w 1305676"/>
                <a:gd name="csY1637" fmla="*/ 731441 h 959591"/>
                <a:gd name="csX1638" fmla="*/ 357177 w 1305676"/>
                <a:gd name="csY1638" fmla="*/ 731106 h 959591"/>
                <a:gd name="csX1639" fmla="*/ 357184 w 1305676"/>
                <a:gd name="csY1639" fmla="*/ 730498 h 959591"/>
                <a:gd name="csX1640" fmla="*/ 357580 w 1305676"/>
                <a:gd name="csY1640" fmla="*/ 729318 h 959591"/>
                <a:gd name="csX1641" fmla="*/ 357808 w 1305676"/>
                <a:gd name="csY1641" fmla="*/ 728154 h 959591"/>
                <a:gd name="csX1642" fmla="*/ 357496 w 1305676"/>
                <a:gd name="csY1642" fmla="*/ 727493 h 959591"/>
                <a:gd name="csX1643" fmla="*/ 354780 w 1305676"/>
                <a:gd name="csY1643" fmla="*/ 726678 h 959591"/>
                <a:gd name="csX1644" fmla="*/ 352300 w 1305676"/>
                <a:gd name="csY1644" fmla="*/ 726092 h 959591"/>
                <a:gd name="csX1645" fmla="*/ 349659 w 1305676"/>
                <a:gd name="csY1645" fmla="*/ 725872 h 959591"/>
                <a:gd name="csX1646" fmla="*/ 347887 w 1305676"/>
                <a:gd name="csY1646" fmla="*/ 726283 h 959591"/>
                <a:gd name="csX1647" fmla="*/ 346152 w 1305676"/>
                <a:gd name="csY1647" fmla="*/ 727196 h 959591"/>
                <a:gd name="csX1648" fmla="*/ 344721 w 1305676"/>
                <a:gd name="csY1648" fmla="*/ 728839 h 959591"/>
                <a:gd name="csX1649" fmla="*/ 342652 w 1305676"/>
                <a:gd name="csY1649" fmla="*/ 729554 h 959591"/>
                <a:gd name="csX1650" fmla="*/ 340179 w 1305676"/>
                <a:gd name="csY1650" fmla="*/ 730779 h 959591"/>
                <a:gd name="csX1651" fmla="*/ 338985 w 1305676"/>
                <a:gd name="csY1651" fmla="*/ 731921 h 959591"/>
                <a:gd name="csX1652" fmla="*/ 337174 w 1305676"/>
                <a:gd name="csY1652" fmla="*/ 734371 h 959591"/>
                <a:gd name="csX1653" fmla="*/ 334541 w 1305676"/>
                <a:gd name="csY1653" fmla="*/ 737376 h 959591"/>
                <a:gd name="csX1654" fmla="*/ 332152 w 1305676"/>
                <a:gd name="csY1654" fmla="*/ 740305 h 959591"/>
                <a:gd name="csX1655" fmla="*/ 330912 w 1305676"/>
                <a:gd name="csY1655" fmla="*/ 743151 h 959591"/>
                <a:gd name="csX1656" fmla="*/ 329268 w 1305676"/>
                <a:gd name="csY1656" fmla="*/ 744939 h 959591"/>
                <a:gd name="csX1657" fmla="*/ 327602 w 1305676"/>
                <a:gd name="csY1657" fmla="*/ 746225 h 959591"/>
                <a:gd name="csX1658" fmla="*/ 326400 w 1305676"/>
                <a:gd name="csY1658" fmla="*/ 749763 h 959591"/>
                <a:gd name="csX1659" fmla="*/ 325145 w 1305676"/>
                <a:gd name="csY1659" fmla="*/ 748644 h 959591"/>
                <a:gd name="csX1660" fmla="*/ 323707 w 1305676"/>
                <a:gd name="csY1660" fmla="*/ 747039 h 959591"/>
                <a:gd name="csX1661" fmla="*/ 323364 w 1305676"/>
                <a:gd name="csY1661" fmla="*/ 744840 h 959591"/>
                <a:gd name="csX1662" fmla="*/ 325068 w 1305676"/>
                <a:gd name="csY1662" fmla="*/ 738997 h 959591"/>
                <a:gd name="csX1663" fmla="*/ 325472 w 1305676"/>
                <a:gd name="csY1663" fmla="*/ 736562 h 959591"/>
                <a:gd name="csX1664" fmla="*/ 325038 w 1305676"/>
                <a:gd name="csY1664" fmla="*/ 735633 h 959591"/>
                <a:gd name="csX1665" fmla="*/ 324506 w 1305676"/>
                <a:gd name="csY1665" fmla="*/ 733237 h 959591"/>
                <a:gd name="csX1666" fmla="*/ 323494 w 1305676"/>
                <a:gd name="csY1666" fmla="*/ 732446 h 959591"/>
                <a:gd name="csX1667" fmla="*/ 320602 w 1305676"/>
                <a:gd name="csY1667" fmla="*/ 731190 h 959591"/>
                <a:gd name="csX1668" fmla="*/ 319682 w 1305676"/>
                <a:gd name="csY1668" fmla="*/ 731152 h 959591"/>
                <a:gd name="csX1669" fmla="*/ 318692 w 1305676"/>
                <a:gd name="csY1669" fmla="*/ 732020 h 959591"/>
                <a:gd name="csX1670" fmla="*/ 317726 w 1305676"/>
                <a:gd name="csY1670" fmla="*/ 732567 h 959591"/>
                <a:gd name="csX1671" fmla="*/ 316441 w 1305676"/>
                <a:gd name="csY1671" fmla="*/ 733115 h 959591"/>
                <a:gd name="csX1672" fmla="*/ 313214 w 1305676"/>
                <a:gd name="csY1672" fmla="*/ 734142 h 959591"/>
                <a:gd name="csX1673" fmla="*/ 310354 w 1305676"/>
                <a:gd name="csY1673" fmla="*/ 734622 h 959591"/>
                <a:gd name="csX1674" fmla="*/ 309669 w 1305676"/>
                <a:gd name="csY1674" fmla="*/ 735002 h 959591"/>
                <a:gd name="csX1675" fmla="*/ 309456 w 1305676"/>
                <a:gd name="csY1675" fmla="*/ 735687 h 959591"/>
                <a:gd name="csX1676" fmla="*/ 309684 w 1305676"/>
                <a:gd name="csY1676" fmla="*/ 736501 h 959591"/>
                <a:gd name="csX1677" fmla="*/ 307843 w 1305676"/>
                <a:gd name="csY1677" fmla="*/ 736189 h 959591"/>
                <a:gd name="csX1678" fmla="*/ 305918 w 1305676"/>
                <a:gd name="csY1678" fmla="*/ 736014 h 959591"/>
                <a:gd name="csX1679" fmla="*/ 304365 w 1305676"/>
                <a:gd name="csY1679" fmla="*/ 736128 h 959591"/>
                <a:gd name="csX1680" fmla="*/ 300569 w 1305676"/>
                <a:gd name="csY1680" fmla="*/ 737680 h 959591"/>
                <a:gd name="csX1681" fmla="*/ 299283 w 1305676"/>
                <a:gd name="csY1681" fmla="*/ 737832 h 959591"/>
                <a:gd name="csX1682" fmla="*/ 297853 w 1305676"/>
                <a:gd name="csY1682" fmla="*/ 737673 h 959591"/>
                <a:gd name="csX1683" fmla="*/ 295905 w 1305676"/>
                <a:gd name="csY1683" fmla="*/ 737627 h 959591"/>
                <a:gd name="csX1684" fmla="*/ 292199 w 1305676"/>
                <a:gd name="csY1684" fmla="*/ 737673 h 959591"/>
                <a:gd name="csX1685" fmla="*/ 289011 w 1305676"/>
                <a:gd name="csY1685" fmla="*/ 737277 h 959591"/>
                <a:gd name="csX1686" fmla="*/ 286417 w 1305676"/>
                <a:gd name="csY1686" fmla="*/ 735109 h 959591"/>
                <a:gd name="csX1687" fmla="*/ 284583 w 1305676"/>
                <a:gd name="csY1687" fmla="*/ 734150 h 959591"/>
                <a:gd name="csX1688" fmla="*/ 282628 w 1305676"/>
                <a:gd name="csY1688" fmla="*/ 733412 h 959591"/>
                <a:gd name="csX1689" fmla="*/ 280657 w 1305676"/>
                <a:gd name="csY1689" fmla="*/ 732856 h 959591"/>
                <a:gd name="csX1690" fmla="*/ 280003 w 1305676"/>
                <a:gd name="csY1690" fmla="*/ 731692 h 959591"/>
                <a:gd name="csX1691" fmla="*/ 279379 w 1305676"/>
                <a:gd name="csY1691" fmla="*/ 731106 h 959591"/>
                <a:gd name="csX1692" fmla="*/ 277759 w 1305676"/>
                <a:gd name="csY1692" fmla="*/ 730916 h 959591"/>
                <a:gd name="csX1693" fmla="*/ 276473 w 1305676"/>
                <a:gd name="csY1693" fmla="*/ 731342 h 959591"/>
                <a:gd name="csX1694" fmla="*/ 275674 w 1305676"/>
                <a:gd name="csY1694" fmla="*/ 734272 h 959591"/>
                <a:gd name="csX1695" fmla="*/ 274989 w 1305676"/>
                <a:gd name="csY1695" fmla="*/ 734850 h 959591"/>
                <a:gd name="csX1696" fmla="*/ 273361 w 1305676"/>
                <a:gd name="csY1696" fmla="*/ 735109 h 959591"/>
                <a:gd name="csX1697" fmla="*/ 271649 w 1305676"/>
                <a:gd name="csY1697" fmla="*/ 734363 h 959591"/>
                <a:gd name="csX1698" fmla="*/ 269283 w 1305676"/>
                <a:gd name="csY1698" fmla="*/ 732856 h 959591"/>
                <a:gd name="csX1699" fmla="*/ 268354 w 1305676"/>
                <a:gd name="csY1699" fmla="*/ 731183 h 959591"/>
                <a:gd name="csX1700" fmla="*/ 267563 w 1305676"/>
                <a:gd name="csY1700" fmla="*/ 730642 h 959591"/>
                <a:gd name="csX1701" fmla="*/ 266315 w 1305676"/>
                <a:gd name="csY1701" fmla="*/ 731380 h 959591"/>
                <a:gd name="csX1702" fmla="*/ 266247 w 1305676"/>
                <a:gd name="csY1702" fmla="*/ 733526 h 959591"/>
                <a:gd name="csX1703" fmla="*/ 266003 w 1305676"/>
                <a:gd name="csY1703" fmla="*/ 734964 h 959591"/>
                <a:gd name="csX1704" fmla="*/ 264519 w 1305676"/>
                <a:gd name="csY1704" fmla="*/ 735550 h 959591"/>
                <a:gd name="csX1705" fmla="*/ 263660 w 1305676"/>
                <a:gd name="csY1705" fmla="*/ 735124 h 959591"/>
                <a:gd name="csX1706" fmla="*/ 262967 w 1305676"/>
                <a:gd name="csY1706" fmla="*/ 733648 h 959591"/>
                <a:gd name="csX1707" fmla="*/ 261225 w 1305676"/>
                <a:gd name="csY1707" fmla="*/ 730140 h 959591"/>
                <a:gd name="csX1708" fmla="*/ 259498 w 1305676"/>
                <a:gd name="csY1708" fmla="*/ 728086 h 959591"/>
                <a:gd name="csX1709" fmla="*/ 257756 w 1305676"/>
                <a:gd name="csY1709" fmla="*/ 726716 h 959591"/>
                <a:gd name="csX1710" fmla="*/ 252042 w 1305676"/>
                <a:gd name="csY1710" fmla="*/ 726754 h 959591"/>
                <a:gd name="csX1711" fmla="*/ 247804 w 1305676"/>
                <a:gd name="csY1711" fmla="*/ 726351 h 959591"/>
                <a:gd name="csX1712" fmla="*/ 245886 w 1305676"/>
                <a:gd name="csY1712" fmla="*/ 725788 h 959591"/>
                <a:gd name="csX1713" fmla="*/ 245163 w 1305676"/>
                <a:gd name="csY1713" fmla="*/ 724434 h 959591"/>
                <a:gd name="csX1714" fmla="*/ 245863 w 1305676"/>
                <a:gd name="csY1714" fmla="*/ 721725 h 959591"/>
                <a:gd name="csX1715" fmla="*/ 246685 w 1305676"/>
                <a:gd name="csY1715" fmla="*/ 719610 h 959591"/>
                <a:gd name="csX1716" fmla="*/ 246662 w 1305676"/>
                <a:gd name="csY1716" fmla="*/ 719115 h 959591"/>
                <a:gd name="csX1717" fmla="*/ 245962 w 1305676"/>
                <a:gd name="csY1717" fmla="*/ 718864 h 959591"/>
                <a:gd name="csX1718" fmla="*/ 244745 w 1305676"/>
                <a:gd name="csY1718" fmla="*/ 718697 h 959591"/>
                <a:gd name="csX1719" fmla="*/ 240172 w 1305676"/>
                <a:gd name="csY1719" fmla="*/ 720051 h 959591"/>
                <a:gd name="csX1720" fmla="*/ 238925 w 1305676"/>
                <a:gd name="csY1720" fmla="*/ 719891 h 959591"/>
                <a:gd name="csX1721" fmla="*/ 238133 w 1305676"/>
                <a:gd name="csY1721" fmla="*/ 719427 h 959591"/>
                <a:gd name="csX1722" fmla="*/ 237167 w 1305676"/>
                <a:gd name="csY1722" fmla="*/ 719032 h 959591"/>
                <a:gd name="csX1723" fmla="*/ 236368 w 1305676"/>
                <a:gd name="csY1723" fmla="*/ 718400 h 959591"/>
                <a:gd name="csX1724" fmla="*/ 235813 w 1305676"/>
                <a:gd name="csY1724" fmla="*/ 717480 h 959591"/>
                <a:gd name="csX1725" fmla="*/ 231856 w 1305676"/>
                <a:gd name="csY1725" fmla="*/ 715220 h 959591"/>
                <a:gd name="csX1726" fmla="*/ 230692 w 1305676"/>
                <a:gd name="csY1726" fmla="*/ 713980 h 959591"/>
                <a:gd name="csX1727" fmla="*/ 228584 w 1305676"/>
                <a:gd name="csY1727" fmla="*/ 712427 h 959591"/>
                <a:gd name="csX1728" fmla="*/ 226804 w 1305676"/>
                <a:gd name="csY1728" fmla="*/ 711370 h 959591"/>
                <a:gd name="csX1729" fmla="*/ 225678 w 1305676"/>
                <a:gd name="csY1729" fmla="*/ 708342 h 959591"/>
                <a:gd name="csX1730" fmla="*/ 224651 w 1305676"/>
                <a:gd name="csY1730" fmla="*/ 705428 h 959591"/>
                <a:gd name="csX1731" fmla="*/ 224088 w 1305676"/>
                <a:gd name="csY1731" fmla="*/ 703876 h 959591"/>
                <a:gd name="csX1732" fmla="*/ 222391 w 1305676"/>
                <a:gd name="csY1732" fmla="*/ 703054 h 959591"/>
                <a:gd name="csX1733" fmla="*/ 220557 w 1305676"/>
                <a:gd name="csY1733" fmla="*/ 702430 h 959591"/>
                <a:gd name="csX1734" fmla="*/ 217453 w 1305676"/>
                <a:gd name="csY1734" fmla="*/ 703700 h 959591"/>
                <a:gd name="csX1735" fmla="*/ 214904 w 1305676"/>
                <a:gd name="csY1735" fmla="*/ 704667 h 959591"/>
                <a:gd name="csX1736" fmla="*/ 213032 w 1305676"/>
                <a:gd name="csY1736" fmla="*/ 704766 h 959591"/>
                <a:gd name="csX1737" fmla="*/ 210332 w 1305676"/>
                <a:gd name="csY1737" fmla="*/ 701776 h 959591"/>
                <a:gd name="csX1738" fmla="*/ 208163 w 1305676"/>
                <a:gd name="csY1738" fmla="*/ 698542 h 959591"/>
                <a:gd name="csX1739" fmla="*/ 205599 w 1305676"/>
                <a:gd name="csY1739" fmla="*/ 695719 h 959591"/>
                <a:gd name="csX1740" fmla="*/ 203895 w 1305676"/>
                <a:gd name="csY1740" fmla="*/ 694296 h 959591"/>
                <a:gd name="csX1741" fmla="*/ 200874 w 1305676"/>
                <a:gd name="csY1741" fmla="*/ 694159 h 959591"/>
                <a:gd name="csX1742" fmla="*/ 197473 w 1305676"/>
                <a:gd name="csY1742" fmla="*/ 692569 h 959591"/>
                <a:gd name="csX1743" fmla="*/ 192908 w 1305676"/>
                <a:gd name="csY1743" fmla="*/ 688947 h 959591"/>
                <a:gd name="csX1744" fmla="*/ 189613 w 1305676"/>
                <a:gd name="csY1744" fmla="*/ 686246 h 959591"/>
                <a:gd name="csX1745" fmla="*/ 183937 w 1305676"/>
                <a:gd name="csY1745" fmla="*/ 683241 h 959591"/>
                <a:gd name="csX1746" fmla="*/ 182614 w 1305676"/>
                <a:gd name="csY1746" fmla="*/ 681978 h 959591"/>
                <a:gd name="csX1747" fmla="*/ 182111 w 1305676"/>
                <a:gd name="csY1747" fmla="*/ 680905 h 959591"/>
                <a:gd name="csX1748" fmla="*/ 181335 w 1305676"/>
                <a:gd name="csY1748" fmla="*/ 678790 h 959591"/>
                <a:gd name="csX1749" fmla="*/ 180148 w 1305676"/>
                <a:gd name="csY1749" fmla="*/ 676781 h 959591"/>
                <a:gd name="csX1750" fmla="*/ 176123 w 1305676"/>
                <a:gd name="csY1750" fmla="*/ 675906 h 959591"/>
                <a:gd name="csX1751" fmla="*/ 171573 w 1305676"/>
                <a:gd name="csY1751" fmla="*/ 675283 h 959591"/>
                <a:gd name="csX1752" fmla="*/ 166772 w 1305676"/>
                <a:gd name="csY1752" fmla="*/ 676515 h 959591"/>
                <a:gd name="csX1753" fmla="*/ 163318 w 1305676"/>
                <a:gd name="csY1753" fmla="*/ 682526 h 959591"/>
                <a:gd name="csX1754" fmla="*/ 161652 w 1305676"/>
                <a:gd name="csY1754" fmla="*/ 683835 h 959591"/>
                <a:gd name="csX1755" fmla="*/ 160222 w 1305676"/>
                <a:gd name="csY1755" fmla="*/ 683910 h 959591"/>
                <a:gd name="csX1756" fmla="*/ 159049 w 1305676"/>
                <a:gd name="csY1756" fmla="*/ 682381 h 959591"/>
                <a:gd name="csX1757" fmla="*/ 158084 w 1305676"/>
                <a:gd name="csY1757" fmla="*/ 680776 h 959591"/>
                <a:gd name="csX1758" fmla="*/ 157558 w 1305676"/>
                <a:gd name="csY1758" fmla="*/ 678995 h 959591"/>
                <a:gd name="csX1759" fmla="*/ 155169 w 1305676"/>
                <a:gd name="csY1759" fmla="*/ 677679 h 959591"/>
                <a:gd name="csX1760" fmla="*/ 152468 w 1305676"/>
                <a:gd name="csY1760" fmla="*/ 675960 h 959591"/>
                <a:gd name="csX1761" fmla="*/ 151083 w 1305676"/>
                <a:gd name="csY1761" fmla="*/ 674621 h 959591"/>
                <a:gd name="csX1762" fmla="*/ 149524 w 1305676"/>
                <a:gd name="csY1762" fmla="*/ 673784 h 959591"/>
                <a:gd name="csX1763" fmla="*/ 148070 w 1305676"/>
                <a:gd name="csY1763" fmla="*/ 673426 h 959591"/>
                <a:gd name="csX1764" fmla="*/ 145271 w 1305676"/>
                <a:gd name="csY1764" fmla="*/ 672292 h 959591"/>
                <a:gd name="csX1765" fmla="*/ 142098 w 1305676"/>
                <a:gd name="csY1765" fmla="*/ 671014 h 959591"/>
                <a:gd name="csX1766" fmla="*/ 140607 w 1305676"/>
                <a:gd name="csY1766" fmla="*/ 670839 h 959591"/>
                <a:gd name="csX1767" fmla="*/ 140500 w 1305676"/>
                <a:gd name="csY1767" fmla="*/ 669926 h 959591"/>
                <a:gd name="csX1768" fmla="*/ 140949 w 1305676"/>
                <a:gd name="csY1768" fmla="*/ 667986 h 959591"/>
                <a:gd name="csX1769" fmla="*/ 140675 w 1305676"/>
                <a:gd name="csY1769" fmla="*/ 666122 h 959591"/>
                <a:gd name="csX1770" fmla="*/ 139716 w 1305676"/>
                <a:gd name="csY1770" fmla="*/ 665361 h 959591"/>
                <a:gd name="csX1771" fmla="*/ 138271 w 1305676"/>
                <a:gd name="csY1771" fmla="*/ 665559 h 959591"/>
                <a:gd name="csX1772" fmla="*/ 134923 w 1305676"/>
                <a:gd name="csY1772" fmla="*/ 662911 h 959591"/>
                <a:gd name="csX1773" fmla="*/ 134755 w 1305676"/>
                <a:gd name="csY1773" fmla="*/ 662774 h 959591"/>
                <a:gd name="csX1774" fmla="*/ 133804 w 1305676"/>
                <a:gd name="csY1774" fmla="*/ 662021 h 959591"/>
                <a:gd name="csX1775" fmla="*/ 132153 w 1305676"/>
                <a:gd name="csY1775" fmla="*/ 660940 h 959591"/>
                <a:gd name="csX1776" fmla="*/ 129368 w 1305676"/>
                <a:gd name="csY1776" fmla="*/ 661017 h 959591"/>
                <a:gd name="csX1777" fmla="*/ 127261 w 1305676"/>
                <a:gd name="csY1777" fmla="*/ 661412 h 959591"/>
                <a:gd name="csX1778" fmla="*/ 125716 w 1305676"/>
                <a:gd name="csY1778" fmla="*/ 660309 h 959591"/>
                <a:gd name="csX1779" fmla="*/ 123479 w 1305676"/>
                <a:gd name="csY1779" fmla="*/ 658559 h 959591"/>
                <a:gd name="csX1780" fmla="*/ 123076 w 1305676"/>
                <a:gd name="csY1780" fmla="*/ 658171 h 959591"/>
                <a:gd name="csX1781" fmla="*/ 122414 w 1305676"/>
                <a:gd name="csY1781" fmla="*/ 657532 h 959591"/>
                <a:gd name="csX1782" fmla="*/ 120147 w 1305676"/>
                <a:gd name="csY1782" fmla="*/ 654154 h 959591"/>
                <a:gd name="csX1783" fmla="*/ 117469 w 1305676"/>
                <a:gd name="csY1783" fmla="*/ 650151 h 959591"/>
                <a:gd name="csX1784" fmla="*/ 116114 w 1305676"/>
                <a:gd name="csY1784" fmla="*/ 649566 h 959591"/>
                <a:gd name="csX1785" fmla="*/ 115414 w 1305676"/>
                <a:gd name="csY1785" fmla="*/ 649870 h 959591"/>
                <a:gd name="csX1786" fmla="*/ 114623 w 1305676"/>
                <a:gd name="csY1786" fmla="*/ 651993 h 959591"/>
                <a:gd name="csX1787" fmla="*/ 114030 w 1305676"/>
                <a:gd name="csY1787" fmla="*/ 651780 h 959591"/>
                <a:gd name="csX1788" fmla="*/ 113033 w 1305676"/>
                <a:gd name="csY1788" fmla="*/ 651924 h 959591"/>
                <a:gd name="csX1789" fmla="*/ 111861 w 1305676"/>
                <a:gd name="csY1789" fmla="*/ 652670 h 959591"/>
                <a:gd name="csX1790" fmla="*/ 110735 w 1305676"/>
                <a:gd name="csY1790" fmla="*/ 652860 h 959591"/>
                <a:gd name="csX1791" fmla="*/ 110013 w 1305676"/>
                <a:gd name="csY1791" fmla="*/ 652639 h 959591"/>
                <a:gd name="csX1792" fmla="*/ 109708 w 1305676"/>
                <a:gd name="csY1792" fmla="*/ 652114 h 959591"/>
                <a:gd name="csX1793" fmla="*/ 110027 w 1305676"/>
                <a:gd name="csY1793" fmla="*/ 649307 h 959591"/>
                <a:gd name="csX1794" fmla="*/ 109343 w 1305676"/>
                <a:gd name="csY1794" fmla="*/ 648432 h 959591"/>
                <a:gd name="csX1795" fmla="*/ 109951 w 1305676"/>
                <a:gd name="csY1795" fmla="*/ 646477 h 959591"/>
                <a:gd name="csX1796" fmla="*/ 110979 w 1305676"/>
                <a:gd name="csY1796" fmla="*/ 644787 h 959591"/>
                <a:gd name="csX1797" fmla="*/ 109929 w 1305676"/>
                <a:gd name="csY1797" fmla="*/ 643532 h 959591"/>
                <a:gd name="csX1798" fmla="*/ 108635 w 1305676"/>
                <a:gd name="csY1798" fmla="*/ 641736 h 959591"/>
                <a:gd name="csX1799" fmla="*/ 108491 w 1305676"/>
                <a:gd name="csY1799" fmla="*/ 640108 h 959591"/>
                <a:gd name="csX1800" fmla="*/ 109191 w 1305676"/>
                <a:gd name="csY1800" fmla="*/ 638054 h 959591"/>
                <a:gd name="csX1801" fmla="*/ 109533 w 1305676"/>
                <a:gd name="csY1801" fmla="*/ 636296 h 959591"/>
                <a:gd name="csX1802" fmla="*/ 109320 w 1305676"/>
                <a:gd name="csY1802" fmla="*/ 635649 h 959591"/>
                <a:gd name="csX1803" fmla="*/ 108300 w 1305676"/>
                <a:gd name="csY1803" fmla="*/ 634668 h 959591"/>
                <a:gd name="csX1804" fmla="*/ 104413 w 1305676"/>
                <a:gd name="csY1804" fmla="*/ 629829 h 959591"/>
                <a:gd name="csX1805" fmla="*/ 104207 w 1305676"/>
                <a:gd name="csY1805" fmla="*/ 629319 h 959591"/>
                <a:gd name="csX1806" fmla="*/ 103553 w 1305676"/>
                <a:gd name="csY1806" fmla="*/ 627706 h 959591"/>
                <a:gd name="csX1807" fmla="*/ 103248 w 1305676"/>
                <a:gd name="csY1807" fmla="*/ 625271 h 959591"/>
                <a:gd name="csX1808" fmla="*/ 102746 w 1305676"/>
                <a:gd name="csY1808" fmla="*/ 623529 h 959591"/>
                <a:gd name="csX1809" fmla="*/ 102153 w 1305676"/>
                <a:gd name="csY1809" fmla="*/ 622190 h 959591"/>
                <a:gd name="csX1810" fmla="*/ 102198 w 1305676"/>
                <a:gd name="csY1810" fmla="*/ 621559 h 959591"/>
                <a:gd name="csX1811" fmla="*/ 102647 w 1305676"/>
                <a:gd name="csY1811" fmla="*/ 621231 h 959591"/>
                <a:gd name="csX1812" fmla="*/ 105074 w 1305676"/>
                <a:gd name="csY1812" fmla="*/ 620904 h 959591"/>
                <a:gd name="csX1813" fmla="*/ 107319 w 1305676"/>
                <a:gd name="csY1813" fmla="*/ 620699 h 959591"/>
                <a:gd name="csX1814" fmla="*/ 108795 w 1305676"/>
                <a:gd name="csY1814" fmla="*/ 620242 h 959591"/>
                <a:gd name="csX1815" fmla="*/ 109564 w 1305676"/>
                <a:gd name="csY1815" fmla="*/ 621216 h 959591"/>
                <a:gd name="csX1816" fmla="*/ 109921 w 1305676"/>
                <a:gd name="csY1816" fmla="*/ 622707 h 959591"/>
                <a:gd name="csX1817" fmla="*/ 110309 w 1305676"/>
                <a:gd name="csY1817" fmla="*/ 623491 h 959591"/>
                <a:gd name="csX1818" fmla="*/ 111732 w 1305676"/>
                <a:gd name="csY1818" fmla="*/ 624906 h 959591"/>
                <a:gd name="csX1819" fmla="*/ 113467 w 1305676"/>
                <a:gd name="csY1819" fmla="*/ 626260 h 959591"/>
                <a:gd name="csX1820" fmla="*/ 115148 w 1305676"/>
                <a:gd name="csY1820" fmla="*/ 626086 h 959591"/>
                <a:gd name="csX1821" fmla="*/ 116632 w 1305676"/>
                <a:gd name="csY1821" fmla="*/ 625507 h 959591"/>
                <a:gd name="csX1822" fmla="*/ 117917 w 1305676"/>
                <a:gd name="csY1822" fmla="*/ 623301 h 959591"/>
                <a:gd name="csX1823" fmla="*/ 118823 w 1305676"/>
                <a:gd name="csY1823" fmla="*/ 622761 h 959591"/>
                <a:gd name="csX1824" fmla="*/ 119881 w 1305676"/>
                <a:gd name="csY1824" fmla="*/ 622662 h 959591"/>
                <a:gd name="csX1825" fmla="*/ 119881 w 1305676"/>
                <a:gd name="csY1825" fmla="*/ 622502 h 959591"/>
                <a:gd name="csX1826" fmla="*/ 119820 w 1305676"/>
                <a:gd name="csY1826" fmla="*/ 621079 h 959591"/>
                <a:gd name="csX1827" fmla="*/ 120193 w 1305676"/>
                <a:gd name="csY1827" fmla="*/ 617572 h 959591"/>
                <a:gd name="csX1828" fmla="*/ 120063 w 1305676"/>
                <a:gd name="csY1828" fmla="*/ 616164 h 959591"/>
                <a:gd name="csX1829" fmla="*/ 119584 w 1305676"/>
                <a:gd name="csY1829" fmla="*/ 614893 h 959591"/>
                <a:gd name="csX1830" fmla="*/ 119668 w 1305676"/>
                <a:gd name="csY1830" fmla="*/ 613478 h 959591"/>
                <a:gd name="csX1831" fmla="*/ 119508 w 1305676"/>
                <a:gd name="csY1831" fmla="*/ 611424 h 959591"/>
                <a:gd name="csX1832" fmla="*/ 118298 w 1305676"/>
                <a:gd name="csY1832" fmla="*/ 610016 h 959591"/>
                <a:gd name="csX1833" fmla="*/ 117507 w 1305676"/>
                <a:gd name="csY1833" fmla="*/ 609476 h 959591"/>
                <a:gd name="csX1834" fmla="*/ 117377 w 1305676"/>
                <a:gd name="csY1834" fmla="*/ 608715 h 959591"/>
                <a:gd name="csX1835" fmla="*/ 117788 w 1305676"/>
                <a:gd name="csY1835" fmla="*/ 607308 h 959591"/>
                <a:gd name="csX1836" fmla="*/ 118070 w 1305676"/>
                <a:gd name="csY1836" fmla="*/ 605687 h 959591"/>
                <a:gd name="csX1837" fmla="*/ 117651 w 1305676"/>
                <a:gd name="csY1837" fmla="*/ 604492 h 959591"/>
                <a:gd name="csX1838" fmla="*/ 117583 w 1305676"/>
                <a:gd name="csY1838" fmla="*/ 604310 h 959591"/>
                <a:gd name="csX1839" fmla="*/ 116601 w 1305676"/>
                <a:gd name="csY1839" fmla="*/ 603693 h 959591"/>
                <a:gd name="csX1840" fmla="*/ 115453 w 1305676"/>
                <a:gd name="csY1840" fmla="*/ 602651 h 959591"/>
                <a:gd name="csX1841" fmla="*/ 114083 w 1305676"/>
                <a:gd name="csY1841" fmla="*/ 601244 h 959591"/>
                <a:gd name="csX1842" fmla="*/ 113406 w 1305676"/>
                <a:gd name="csY1842" fmla="*/ 600224 h 959591"/>
                <a:gd name="csX1843" fmla="*/ 112295 w 1305676"/>
                <a:gd name="csY1843" fmla="*/ 599098 h 959591"/>
                <a:gd name="csX1844" fmla="*/ 110940 w 1305676"/>
                <a:gd name="csY1844" fmla="*/ 597348 h 959591"/>
                <a:gd name="csX1845" fmla="*/ 110690 w 1305676"/>
                <a:gd name="csY1845" fmla="*/ 593506 h 959591"/>
                <a:gd name="csX1846" fmla="*/ 110553 w 1305676"/>
                <a:gd name="csY1846" fmla="*/ 589458 h 959591"/>
                <a:gd name="csX1847" fmla="*/ 110081 w 1305676"/>
                <a:gd name="csY1847" fmla="*/ 587442 h 959591"/>
                <a:gd name="csX1848" fmla="*/ 109328 w 1305676"/>
                <a:gd name="csY1848" fmla="*/ 584223 h 959591"/>
                <a:gd name="csX1849" fmla="*/ 109442 w 1305676"/>
                <a:gd name="csY1849" fmla="*/ 583143 h 959591"/>
                <a:gd name="csX1850" fmla="*/ 109898 w 1305676"/>
                <a:gd name="csY1850" fmla="*/ 582321 h 959591"/>
                <a:gd name="csX1851" fmla="*/ 113718 w 1305676"/>
                <a:gd name="csY1851" fmla="*/ 579719 h 959591"/>
                <a:gd name="csX1852" fmla="*/ 114547 w 1305676"/>
                <a:gd name="csY1852" fmla="*/ 578707 h 959591"/>
                <a:gd name="csX1853" fmla="*/ 114684 w 1305676"/>
                <a:gd name="csY1853" fmla="*/ 577939 h 959591"/>
                <a:gd name="csX1854" fmla="*/ 114532 w 1305676"/>
                <a:gd name="csY1854" fmla="*/ 576797 h 959591"/>
                <a:gd name="csX1855" fmla="*/ 113809 w 1305676"/>
                <a:gd name="csY1855" fmla="*/ 575527 h 959591"/>
                <a:gd name="csX1856" fmla="*/ 112287 w 1305676"/>
                <a:gd name="csY1856" fmla="*/ 574537 h 959591"/>
                <a:gd name="csX1857" fmla="*/ 110111 w 1305676"/>
                <a:gd name="csY1857" fmla="*/ 572925 h 959591"/>
                <a:gd name="csX1858" fmla="*/ 108141 w 1305676"/>
                <a:gd name="csY1858" fmla="*/ 571243 h 959591"/>
                <a:gd name="csX1859" fmla="*/ 104824 w 1305676"/>
                <a:gd name="csY1859" fmla="*/ 570216 h 959591"/>
                <a:gd name="csX1860" fmla="*/ 100798 w 1305676"/>
                <a:gd name="csY1860" fmla="*/ 568961 h 959591"/>
                <a:gd name="csX1861" fmla="*/ 99832 w 1305676"/>
                <a:gd name="csY1861" fmla="*/ 567736 h 959591"/>
                <a:gd name="csX1862" fmla="*/ 98858 w 1305676"/>
                <a:gd name="csY1862" fmla="*/ 564738 h 959591"/>
                <a:gd name="csX1863" fmla="*/ 97200 w 1305676"/>
                <a:gd name="csY1863" fmla="*/ 560157 h 959591"/>
                <a:gd name="csX1864" fmla="*/ 95435 w 1305676"/>
                <a:gd name="csY1864" fmla="*/ 555265 h 959591"/>
                <a:gd name="csX1865" fmla="*/ 94072 w 1305676"/>
                <a:gd name="csY1865" fmla="*/ 552244 h 959591"/>
                <a:gd name="csX1866" fmla="*/ 94004 w 1305676"/>
                <a:gd name="csY1866" fmla="*/ 550791 h 959591"/>
                <a:gd name="csX1867" fmla="*/ 94818 w 1305676"/>
                <a:gd name="csY1867" fmla="*/ 547078 h 959591"/>
                <a:gd name="csX1868" fmla="*/ 94719 w 1305676"/>
                <a:gd name="csY1868" fmla="*/ 546287 h 959591"/>
                <a:gd name="csX1869" fmla="*/ 94004 w 1305676"/>
                <a:gd name="csY1869" fmla="*/ 546013 h 959591"/>
                <a:gd name="csX1870" fmla="*/ 92642 w 1305676"/>
                <a:gd name="csY1870" fmla="*/ 546500 h 959591"/>
                <a:gd name="csX1871" fmla="*/ 91554 w 1305676"/>
                <a:gd name="csY1871" fmla="*/ 547086 h 959591"/>
                <a:gd name="csX1872" fmla="*/ 90626 w 1305676"/>
                <a:gd name="csY1872" fmla="*/ 546782 h 959591"/>
                <a:gd name="csX1873" fmla="*/ 89766 w 1305676"/>
                <a:gd name="csY1873" fmla="*/ 546158 h 959591"/>
                <a:gd name="csX1874" fmla="*/ 89591 w 1305676"/>
                <a:gd name="csY1874" fmla="*/ 545945 h 959591"/>
                <a:gd name="csX1875" fmla="*/ 89522 w 1305676"/>
                <a:gd name="csY1875" fmla="*/ 545861 h 959591"/>
                <a:gd name="csX1876" fmla="*/ 87910 w 1305676"/>
                <a:gd name="csY1876" fmla="*/ 546264 h 959591"/>
                <a:gd name="csX1877" fmla="*/ 84676 w 1305676"/>
                <a:gd name="csY1877" fmla="*/ 546493 h 959591"/>
                <a:gd name="csX1878" fmla="*/ 83557 w 1305676"/>
                <a:gd name="csY1878" fmla="*/ 546454 h 959591"/>
                <a:gd name="csX1879" fmla="*/ 81990 w 1305676"/>
                <a:gd name="csY1879" fmla="*/ 546401 h 959591"/>
                <a:gd name="csX1880" fmla="*/ 78749 w 1305676"/>
                <a:gd name="csY1880" fmla="*/ 545549 h 959591"/>
                <a:gd name="csX1881" fmla="*/ 74374 w 1305676"/>
                <a:gd name="csY1881" fmla="*/ 544400 h 959591"/>
                <a:gd name="csX1882" fmla="*/ 69862 w 1305676"/>
                <a:gd name="csY1882" fmla="*/ 542802 h 959591"/>
                <a:gd name="csX1883" fmla="*/ 67473 w 1305676"/>
                <a:gd name="csY1883" fmla="*/ 541532 h 959591"/>
                <a:gd name="csX1884" fmla="*/ 66636 w 1305676"/>
                <a:gd name="csY1884" fmla="*/ 541090 h 959591"/>
                <a:gd name="csX1885" fmla="*/ 64589 w 1305676"/>
                <a:gd name="csY1885" fmla="*/ 539767 h 959591"/>
                <a:gd name="csX1886" fmla="*/ 63136 w 1305676"/>
                <a:gd name="csY1886" fmla="*/ 538625 h 959591"/>
                <a:gd name="csX1887" fmla="*/ 62877 w 1305676"/>
                <a:gd name="csY1887" fmla="*/ 535635 h 959591"/>
                <a:gd name="csX1888" fmla="*/ 61820 w 1305676"/>
                <a:gd name="csY1888" fmla="*/ 535863 h 959591"/>
                <a:gd name="csX1889" fmla="*/ 59339 w 1305676"/>
                <a:gd name="csY1889" fmla="*/ 536944 h 959591"/>
                <a:gd name="csX1890" fmla="*/ 56479 w 1305676"/>
                <a:gd name="csY1890" fmla="*/ 537628 h 959591"/>
                <a:gd name="csX1891" fmla="*/ 54896 w 1305676"/>
                <a:gd name="csY1891" fmla="*/ 537636 h 959591"/>
                <a:gd name="csX1892" fmla="*/ 54257 w 1305676"/>
                <a:gd name="csY1892" fmla="*/ 537157 h 959591"/>
                <a:gd name="csX1893" fmla="*/ 53306 w 1305676"/>
                <a:gd name="csY1893" fmla="*/ 533999 h 959591"/>
                <a:gd name="csX1894" fmla="*/ 52614 w 1305676"/>
                <a:gd name="csY1894" fmla="*/ 533109 h 959591"/>
                <a:gd name="csX1895" fmla="*/ 51328 w 1305676"/>
                <a:gd name="csY1895" fmla="*/ 532759 h 959591"/>
                <a:gd name="csX1896" fmla="*/ 49928 w 1305676"/>
                <a:gd name="csY1896" fmla="*/ 532203 h 959591"/>
                <a:gd name="csX1897" fmla="*/ 49220 w 1305676"/>
                <a:gd name="csY1897" fmla="*/ 531382 h 959591"/>
                <a:gd name="csX1898" fmla="*/ 49060 w 1305676"/>
                <a:gd name="csY1898" fmla="*/ 530339 h 959591"/>
                <a:gd name="csX1899" fmla="*/ 49684 w 1305676"/>
                <a:gd name="csY1899" fmla="*/ 529145 h 959591"/>
                <a:gd name="csX1900" fmla="*/ 50422 w 1305676"/>
                <a:gd name="csY1900" fmla="*/ 528224 h 959591"/>
                <a:gd name="csX1901" fmla="*/ 50552 w 1305676"/>
                <a:gd name="csY1901" fmla="*/ 522594 h 959591"/>
                <a:gd name="csX1902" fmla="*/ 50072 w 1305676"/>
                <a:gd name="csY1902" fmla="*/ 520593 h 959591"/>
                <a:gd name="csX1903" fmla="*/ 49669 w 1305676"/>
                <a:gd name="csY1903" fmla="*/ 518911 h 959591"/>
                <a:gd name="csX1904" fmla="*/ 48642 w 1305676"/>
                <a:gd name="csY1904" fmla="*/ 516819 h 959591"/>
                <a:gd name="csX1905" fmla="*/ 47683 w 1305676"/>
                <a:gd name="csY1905" fmla="*/ 515526 h 959591"/>
                <a:gd name="csX1906" fmla="*/ 46237 w 1305676"/>
                <a:gd name="csY1906" fmla="*/ 514323 h 959591"/>
                <a:gd name="csX1907" fmla="*/ 43993 w 1305676"/>
                <a:gd name="csY1907" fmla="*/ 513076 h 959591"/>
                <a:gd name="csX1908" fmla="*/ 41992 w 1305676"/>
                <a:gd name="csY1908" fmla="*/ 512612 h 959591"/>
                <a:gd name="csX1909" fmla="*/ 39572 w 1305676"/>
                <a:gd name="csY1909" fmla="*/ 513525 h 959591"/>
                <a:gd name="csX1910" fmla="*/ 38804 w 1305676"/>
                <a:gd name="csY1910" fmla="*/ 513175 h 959591"/>
                <a:gd name="csX1911" fmla="*/ 37792 w 1305676"/>
                <a:gd name="csY1911" fmla="*/ 509309 h 959591"/>
                <a:gd name="csX1912" fmla="*/ 37145 w 1305676"/>
                <a:gd name="csY1912" fmla="*/ 508518 h 959591"/>
                <a:gd name="csX1913" fmla="*/ 32846 w 1305676"/>
                <a:gd name="csY1913" fmla="*/ 506928 h 959591"/>
                <a:gd name="csX1914" fmla="*/ 30899 w 1305676"/>
                <a:gd name="csY1914" fmla="*/ 506563 h 959591"/>
                <a:gd name="csX1915" fmla="*/ 28654 w 1305676"/>
                <a:gd name="csY1915" fmla="*/ 507057 h 959591"/>
                <a:gd name="csX1916" fmla="*/ 27376 w 1305676"/>
                <a:gd name="csY1916" fmla="*/ 507483 h 959591"/>
                <a:gd name="csX1917" fmla="*/ 26349 w 1305676"/>
                <a:gd name="csY1917" fmla="*/ 506776 h 959591"/>
                <a:gd name="csX1918" fmla="*/ 24743 w 1305676"/>
                <a:gd name="csY1918" fmla="*/ 505878 h 959591"/>
                <a:gd name="csX1919" fmla="*/ 23168 w 1305676"/>
                <a:gd name="csY1919" fmla="*/ 505262 h 959591"/>
                <a:gd name="csX1920" fmla="*/ 21213 w 1305676"/>
                <a:gd name="csY1920" fmla="*/ 505239 h 959591"/>
                <a:gd name="csX1921" fmla="*/ 19950 w 1305676"/>
                <a:gd name="csY1921" fmla="*/ 505619 h 959591"/>
                <a:gd name="csX1922" fmla="*/ 19630 w 1305676"/>
                <a:gd name="csY1922" fmla="*/ 505399 h 959591"/>
                <a:gd name="csX1923" fmla="*/ 19021 w 1305676"/>
                <a:gd name="csY1923" fmla="*/ 504691 h 959591"/>
                <a:gd name="csX1924" fmla="*/ 16419 w 1305676"/>
                <a:gd name="csY1924" fmla="*/ 502553 h 959591"/>
                <a:gd name="csX1925" fmla="*/ 16328 w 1305676"/>
                <a:gd name="csY1925" fmla="*/ 502013 h 959591"/>
                <a:gd name="csX1926" fmla="*/ 20315 w 1305676"/>
                <a:gd name="csY1926" fmla="*/ 499905 h 959591"/>
                <a:gd name="csX1927" fmla="*/ 22666 w 1305676"/>
                <a:gd name="csY1927" fmla="*/ 499106 h 959591"/>
                <a:gd name="csX1928" fmla="*/ 23898 w 1305676"/>
                <a:gd name="csY1928" fmla="*/ 498467 h 959591"/>
                <a:gd name="csX1929" fmla="*/ 24157 w 1305676"/>
                <a:gd name="csY1929" fmla="*/ 498604 h 959591"/>
                <a:gd name="csX1930" fmla="*/ 24766 w 1305676"/>
                <a:gd name="csY1930" fmla="*/ 499578 h 959591"/>
                <a:gd name="csX1931" fmla="*/ 26318 w 1305676"/>
                <a:gd name="csY1931" fmla="*/ 500217 h 959591"/>
                <a:gd name="csX1932" fmla="*/ 27414 w 1305676"/>
                <a:gd name="csY1932" fmla="*/ 500042 h 959591"/>
                <a:gd name="csX1933" fmla="*/ 27985 w 1305676"/>
                <a:gd name="csY1933" fmla="*/ 499555 h 959591"/>
                <a:gd name="csX1934" fmla="*/ 29917 w 1305676"/>
                <a:gd name="csY1934" fmla="*/ 498391 h 959591"/>
                <a:gd name="csX1935" fmla="*/ 31423 w 1305676"/>
                <a:gd name="csY1935" fmla="*/ 497037 h 959591"/>
                <a:gd name="csX1936" fmla="*/ 32268 w 1305676"/>
                <a:gd name="csY1936" fmla="*/ 495926 h 959591"/>
                <a:gd name="csX1937" fmla="*/ 31812 w 1305676"/>
                <a:gd name="csY1937" fmla="*/ 494176 h 959591"/>
                <a:gd name="csX1938" fmla="*/ 29438 w 1305676"/>
                <a:gd name="csY1938" fmla="*/ 492053 h 959591"/>
                <a:gd name="csX1939" fmla="*/ 27931 w 1305676"/>
                <a:gd name="csY1939" fmla="*/ 490919 h 959591"/>
                <a:gd name="csX1940" fmla="*/ 27467 w 1305676"/>
                <a:gd name="csY1940" fmla="*/ 490151 h 959591"/>
                <a:gd name="csX1941" fmla="*/ 27855 w 1305676"/>
                <a:gd name="csY1941" fmla="*/ 487846 h 959591"/>
                <a:gd name="csX1942" fmla="*/ 28403 w 1305676"/>
                <a:gd name="csY1942" fmla="*/ 485556 h 959591"/>
                <a:gd name="csX1943" fmla="*/ 28038 w 1305676"/>
                <a:gd name="csY1943" fmla="*/ 484680 h 959591"/>
                <a:gd name="csX1944" fmla="*/ 27589 w 1305676"/>
                <a:gd name="csY1944" fmla="*/ 483935 h 959591"/>
                <a:gd name="csX1945" fmla="*/ 27391 w 1305676"/>
                <a:gd name="csY1945" fmla="*/ 481432 h 959591"/>
                <a:gd name="csX1946" fmla="*/ 26356 w 1305676"/>
                <a:gd name="csY1946" fmla="*/ 478403 h 959591"/>
                <a:gd name="csX1947" fmla="*/ 25230 w 1305676"/>
                <a:gd name="csY1947" fmla="*/ 476638 h 959591"/>
                <a:gd name="csX1948" fmla="*/ 24918 w 1305676"/>
                <a:gd name="csY1948" fmla="*/ 474249 h 959591"/>
                <a:gd name="csX1949" fmla="*/ 24857 w 1305676"/>
                <a:gd name="csY1949" fmla="*/ 472012 h 959591"/>
                <a:gd name="csX1950" fmla="*/ 26219 w 1305676"/>
                <a:gd name="csY1950" fmla="*/ 468497 h 959591"/>
                <a:gd name="csX1951" fmla="*/ 25717 w 1305676"/>
                <a:gd name="csY1951" fmla="*/ 466975 h 959591"/>
                <a:gd name="csX1952" fmla="*/ 24287 w 1305676"/>
                <a:gd name="csY1952" fmla="*/ 465621 h 959591"/>
                <a:gd name="csX1953" fmla="*/ 19356 w 1305676"/>
                <a:gd name="csY1953" fmla="*/ 463171 h 959591"/>
                <a:gd name="csX1954" fmla="*/ 14304 w 1305676"/>
                <a:gd name="csY1954" fmla="*/ 461551 h 959591"/>
                <a:gd name="csX1955" fmla="*/ 12379 w 1305676"/>
                <a:gd name="csY1955" fmla="*/ 461611 h 959591"/>
                <a:gd name="csX1956" fmla="*/ 11185 w 1305676"/>
                <a:gd name="csY1956" fmla="*/ 461512 h 959591"/>
                <a:gd name="csX1957" fmla="*/ 9769 w 1305676"/>
                <a:gd name="csY1957" fmla="*/ 462943 h 959591"/>
                <a:gd name="csX1958" fmla="*/ 8925 w 1305676"/>
                <a:gd name="csY1958" fmla="*/ 464814 h 959591"/>
                <a:gd name="csX1959" fmla="*/ 7746 w 1305676"/>
                <a:gd name="csY1959" fmla="*/ 464982 h 959591"/>
                <a:gd name="csX1960" fmla="*/ 5592 w 1305676"/>
                <a:gd name="csY1960" fmla="*/ 464191 h 959591"/>
                <a:gd name="csX1961" fmla="*/ 4154 w 1305676"/>
                <a:gd name="csY1961" fmla="*/ 462989 h 959591"/>
                <a:gd name="csX1962" fmla="*/ 3135 w 1305676"/>
                <a:gd name="csY1962" fmla="*/ 460485 h 959591"/>
                <a:gd name="csX1963" fmla="*/ 2344 w 1305676"/>
                <a:gd name="csY1963" fmla="*/ 457259 h 959591"/>
                <a:gd name="csX1964" fmla="*/ 1895 w 1305676"/>
                <a:gd name="csY1964" fmla="*/ 456247 h 959591"/>
                <a:gd name="csX1965" fmla="*/ 2123 w 1305676"/>
                <a:gd name="csY1965" fmla="*/ 455372 h 959591"/>
                <a:gd name="csX1966" fmla="*/ 2617 w 1305676"/>
                <a:gd name="csY1966" fmla="*/ 454596 h 959591"/>
                <a:gd name="csX1967" fmla="*/ 3995 w 1305676"/>
                <a:gd name="csY1967" fmla="*/ 453866 h 959591"/>
                <a:gd name="csX1968" fmla="*/ 4223 w 1305676"/>
                <a:gd name="csY1968" fmla="*/ 453120 h 959591"/>
                <a:gd name="csX1969" fmla="*/ 4017 w 1305676"/>
                <a:gd name="csY1969" fmla="*/ 452200 h 959591"/>
                <a:gd name="csX1970" fmla="*/ 2907 w 1305676"/>
                <a:gd name="csY1970" fmla="*/ 451035 h 959591"/>
                <a:gd name="csX1971" fmla="*/ 1773 w 1305676"/>
                <a:gd name="csY1971" fmla="*/ 449392 h 959591"/>
                <a:gd name="csX1972" fmla="*/ 0 w 1305676"/>
                <a:gd name="csY1972" fmla="*/ 445976 h 959591"/>
                <a:gd name="csX1973" fmla="*/ 343 w 1305676"/>
                <a:gd name="csY1973" fmla="*/ 444089 h 959591"/>
                <a:gd name="csX1974" fmla="*/ 624 w 1305676"/>
                <a:gd name="csY1974" fmla="*/ 441373 h 959591"/>
                <a:gd name="csX1975" fmla="*/ 517 w 1305676"/>
                <a:gd name="csY1975" fmla="*/ 439942 h 959591"/>
                <a:gd name="csX1976" fmla="*/ 2313 w 1305676"/>
                <a:gd name="csY1976" fmla="*/ 439569 h 959591"/>
                <a:gd name="csX1977" fmla="*/ 4603 w 1305676"/>
                <a:gd name="csY1977" fmla="*/ 438831 h 959591"/>
                <a:gd name="csX1978" fmla="*/ 5668 w 1305676"/>
                <a:gd name="csY1978" fmla="*/ 437606 h 959591"/>
                <a:gd name="csX1979" fmla="*/ 6407 w 1305676"/>
                <a:gd name="csY1979" fmla="*/ 436359 h 959591"/>
                <a:gd name="csX1980" fmla="*/ 6566 w 1305676"/>
                <a:gd name="csY1980" fmla="*/ 435582 h 959591"/>
                <a:gd name="csX1981" fmla="*/ 5874 w 1305676"/>
                <a:gd name="csY1981" fmla="*/ 432592 h 959591"/>
                <a:gd name="csX1982" fmla="*/ 4961 w 1305676"/>
                <a:gd name="csY1982" fmla="*/ 431261 h 959591"/>
                <a:gd name="csX1983" fmla="*/ 4870 w 1305676"/>
                <a:gd name="csY1983" fmla="*/ 430226 h 959591"/>
                <a:gd name="csX1984" fmla="*/ 5319 w 1305676"/>
                <a:gd name="csY1984" fmla="*/ 429435 h 959591"/>
                <a:gd name="csX1985" fmla="*/ 5920 w 1305676"/>
                <a:gd name="csY1985" fmla="*/ 428073 h 959591"/>
                <a:gd name="csX1986" fmla="*/ 7076 w 1305676"/>
                <a:gd name="csY1986" fmla="*/ 425273 h 959591"/>
                <a:gd name="csX1987" fmla="*/ 8202 w 1305676"/>
                <a:gd name="csY1987" fmla="*/ 423485 h 959591"/>
                <a:gd name="csX1988" fmla="*/ 8818 w 1305676"/>
                <a:gd name="csY1988" fmla="*/ 423036 h 959591"/>
                <a:gd name="csX1989" fmla="*/ 10196 w 1305676"/>
                <a:gd name="csY1989" fmla="*/ 422618 h 959591"/>
                <a:gd name="csX1990" fmla="*/ 13559 w 1305676"/>
                <a:gd name="csY1990" fmla="*/ 422123 h 959591"/>
                <a:gd name="csX1991" fmla="*/ 17173 w 1305676"/>
                <a:gd name="csY1991" fmla="*/ 420867 h 959591"/>
                <a:gd name="csX1992" fmla="*/ 21464 w 1305676"/>
                <a:gd name="csY1992" fmla="*/ 417109 h 959591"/>
                <a:gd name="csX1993" fmla="*/ 22894 w 1305676"/>
                <a:gd name="csY1993" fmla="*/ 416036 h 959591"/>
                <a:gd name="csX1994" fmla="*/ 24766 w 1305676"/>
                <a:gd name="csY1994" fmla="*/ 415496 h 959591"/>
                <a:gd name="csX1995" fmla="*/ 26105 w 1305676"/>
                <a:gd name="csY1995" fmla="*/ 415534 h 959591"/>
                <a:gd name="csX1996" fmla="*/ 26349 w 1305676"/>
                <a:gd name="csY1996" fmla="*/ 415077 h 959591"/>
                <a:gd name="csX1997" fmla="*/ 25481 w 1305676"/>
                <a:gd name="csY1997" fmla="*/ 412742 h 959591"/>
                <a:gd name="csX1998" fmla="*/ 25694 w 1305676"/>
                <a:gd name="csY1998" fmla="*/ 411897 h 959591"/>
                <a:gd name="csX1999" fmla="*/ 26204 w 1305676"/>
                <a:gd name="csY1999" fmla="*/ 411235 h 959591"/>
                <a:gd name="csX2000" fmla="*/ 26851 w 1305676"/>
                <a:gd name="csY2000" fmla="*/ 410931 h 959591"/>
                <a:gd name="csX2001" fmla="*/ 29826 w 1305676"/>
                <a:gd name="csY2001" fmla="*/ 412163 h 959591"/>
                <a:gd name="csX2002" fmla="*/ 32101 w 1305676"/>
                <a:gd name="csY2002" fmla="*/ 412034 h 959591"/>
                <a:gd name="csX2003" fmla="*/ 34870 w 1305676"/>
                <a:gd name="csY2003" fmla="*/ 411304 h 959591"/>
                <a:gd name="csX2004" fmla="*/ 40843 w 1305676"/>
                <a:gd name="csY2004" fmla="*/ 407180 h 959591"/>
                <a:gd name="csX2005" fmla="*/ 41588 w 1305676"/>
                <a:gd name="csY2005" fmla="*/ 407241 h 959591"/>
                <a:gd name="csX2006" fmla="*/ 42190 w 1305676"/>
                <a:gd name="csY2006" fmla="*/ 407796 h 959591"/>
                <a:gd name="csX2007" fmla="*/ 42912 w 1305676"/>
                <a:gd name="csY2007" fmla="*/ 410284 h 959591"/>
                <a:gd name="csX2008" fmla="*/ 43734 w 1305676"/>
                <a:gd name="csY2008" fmla="*/ 415519 h 959591"/>
                <a:gd name="csX2009" fmla="*/ 44191 w 1305676"/>
                <a:gd name="csY2009" fmla="*/ 416173 h 959591"/>
                <a:gd name="csX2010" fmla="*/ 48345 w 1305676"/>
                <a:gd name="csY2010" fmla="*/ 416241 h 959591"/>
                <a:gd name="csX2011" fmla="*/ 51175 w 1305676"/>
                <a:gd name="csY2011" fmla="*/ 414339 h 959591"/>
                <a:gd name="csX2012" fmla="*/ 52416 w 1305676"/>
                <a:gd name="csY2012" fmla="*/ 413890 h 959591"/>
                <a:gd name="csX2013" fmla="*/ 54424 w 1305676"/>
                <a:gd name="csY2013" fmla="*/ 414202 h 959591"/>
                <a:gd name="csX2014" fmla="*/ 55490 w 1305676"/>
                <a:gd name="csY2014" fmla="*/ 413312 h 959591"/>
                <a:gd name="csX2015" fmla="*/ 56600 w 1305676"/>
                <a:gd name="csY2015" fmla="*/ 412688 h 959591"/>
                <a:gd name="csX2016" fmla="*/ 57886 w 1305676"/>
                <a:gd name="csY2016" fmla="*/ 414880 h 959591"/>
                <a:gd name="csX2017" fmla="*/ 59545 w 1305676"/>
                <a:gd name="csY2017" fmla="*/ 413830 h 959591"/>
                <a:gd name="csX2018" fmla="*/ 61333 w 1305676"/>
                <a:gd name="csY2018" fmla="*/ 412163 h 959591"/>
                <a:gd name="csX2019" fmla="*/ 62208 w 1305676"/>
                <a:gd name="csY2019" fmla="*/ 410436 h 959591"/>
                <a:gd name="csX2020" fmla="*/ 63418 w 1305676"/>
                <a:gd name="csY2020" fmla="*/ 408572 h 959591"/>
                <a:gd name="csX2021" fmla="*/ 64361 w 1305676"/>
                <a:gd name="csY2021" fmla="*/ 406206 h 959591"/>
                <a:gd name="csX2022" fmla="*/ 64742 w 1305676"/>
                <a:gd name="csY2022" fmla="*/ 403969 h 959591"/>
                <a:gd name="csX2023" fmla="*/ 65205 w 1305676"/>
                <a:gd name="csY2023" fmla="*/ 402919 h 959591"/>
                <a:gd name="csX2024" fmla="*/ 66210 w 1305676"/>
                <a:gd name="csY2024" fmla="*/ 401838 h 959591"/>
                <a:gd name="csX2025" fmla="*/ 68683 w 1305676"/>
                <a:gd name="csY2025" fmla="*/ 397220 h 959591"/>
                <a:gd name="csX2026" fmla="*/ 70463 w 1305676"/>
                <a:gd name="csY2026" fmla="*/ 396041 h 959591"/>
                <a:gd name="csX2027" fmla="*/ 72152 w 1305676"/>
                <a:gd name="csY2027" fmla="*/ 395622 h 959591"/>
                <a:gd name="csX2028" fmla="*/ 76329 w 1305676"/>
                <a:gd name="csY2028" fmla="*/ 396421 h 959591"/>
                <a:gd name="csX2029" fmla="*/ 78498 w 1305676"/>
                <a:gd name="csY2029" fmla="*/ 396322 h 959591"/>
                <a:gd name="csX2030" fmla="*/ 84858 w 1305676"/>
                <a:gd name="csY2030" fmla="*/ 396931 h 959591"/>
                <a:gd name="csX2031" fmla="*/ 87795 w 1305676"/>
                <a:gd name="csY2031" fmla="*/ 396041 h 959591"/>
                <a:gd name="csX2032" fmla="*/ 89850 w 1305676"/>
                <a:gd name="csY2032" fmla="*/ 395158 h 959591"/>
                <a:gd name="csX2033" fmla="*/ 92863 w 1305676"/>
                <a:gd name="csY2033" fmla="*/ 395295 h 959591"/>
                <a:gd name="csX2034" fmla="*/ 96431 w 1305676"/>
                <a:gd name="csY2034" fmla="*/ 394595 h 959591"/>
                <a:gd name="csX2035" fmla="*/ 101186 w 1305676"/>
                <a:gd name="csY2035" fmla="*/ 388775 h 959591"/>
                <a:gd name="csX2036" fmla="*/ 101247 w 1305676"/>
                <a:gd name="csY2036" fmla="*/ 387534 h 959591"/>
                <a:gd name="csX2037" fmla="*/ 101537 w 1305676"/>
                <a:gd name="csY2037" fmla="*/ 386218 h 959591"/>
                <a:gd name="csX2038" fmla="*/ 103256 w 1305676"/>
                <a:gd name="csY2038" fmla="*/ 384917 h 959591"/>
                <a:gd name="csX2039" fmla="*/ 105394 w 1305676"/>
                <a:gd name="csY2039" fmla="*/ 383723 h 959591"/>
                <a:gd name="csX2040" fmla="*/ 109655 w 1305676"/>
                <a:gd name="csY2040" fmla="*/ 380869 h 959591"/>
                <a:gd name="csX2041" fmla="*/ 118321 w 1305676"/>
                <a:gd name="csY2041" fmla="*/ 376342 h 959591"/>
                <a:gd name="csX2042" fmla="*/ 121425 w 1305676"/>
                <a:gd name="csY2042" fmla="*/ 374524 h 959591"/>
                <a:gd name="csX2043" fmla="*/ 122719 w 1305676"/>
                <a:gd name="csY2043" fmla="*/ 374569 h 959591"/>
                <a:gd name="csX2044" fmla="*/ 125914 w 1305676"/>
                <a:gd name="csY2044" fmla="*/ 373428 h 959591"/>
                <a:gd name="csX2045" fmla="*/ 131514 w 1305676"/>
                <a:gd name="csY2045" fmla="*/ 371206 h 959591"/>
                <a:gd name="csX2046" fmla="*/ 133097 w 1305676"/>
                <a:gd name="csY2046" fmla="*/ 368437 h 959591"/>
                <a:gd name="csX2047" fmla="*/ 134573 w 1305676"/>
                <a:gd name="csY2047" fmla="*/ 367882 h 959591"/>
                <a:gd name="csX2048" fmla="*/ 141116 w 1305676"/>
                <a:gd name="csY2048" fmla="*/ 367387 h 959591"/>
                <a:gd name="csX2049" fmla="*/ 141527 w 1305676"/>
                <a:gd name="csY2049" fmla="*/ 367067 h 959591"/>
                <a:gd name="csX2050" fmla="*/ 141756 w 1305676"/>
                <a:gd name="csY2050" fmla="*/ 366596 h 959591"/>
                <a:gd name="csX2051" fmla="*/ 141390 w 1305676"/>
                <a:gd name="csY2051" fmla="*/ 364587 h 959591"/>
                <a:gd name="csX2052" fmla="*/ 140964 w 1305676"/>
                <a:gd name="csY2052" fmla="*/ 362860 h 959591"/>
                <a:gd name="csX2053" fmla="*/ 141474 w 1305676"/>
                <a:gd name="csY2053" fmla="*/ 362350 h 959591"/>
                <a:gd name="csX2054" fmla="*/ 142022 w 1305676"/>
                <a:gd name="csY2054" fmla="*/ 361559 h 959591"/>
                <a:gd name="csX2055" fmla="*/ 141938 w 1305676"/>
                <a:gd name="csY2055" fmla="*/ 360448 h 959591"/>
                <a:gd name="csX2056" fmla="*/ 140880 w 1305676"/>
                <a:gd name="csY2056" fmla="*/ 356841 h 959591"/>
                <a:gd name="csX2057" fmla="*/ 140317 w 1305676"/>
                <a:gd name="csY2057" fmla="*/ 353418 h 959591"/>
                <a:gd name="csX2058" fmla="*/ 139944 w 1305676"/>
                <a:gd name="csY2058" fmla="*/ 350321 h 959591"/>
                <a:gd name="csX2059" fmla="*/ 140013 w 1305676"/>
                <a:gd name="csY2059" fmla="*/ 349165 h 959591"/>
                <a:gd name="csX2060" fmla="*/ 140804 w 1305676"/>
                <a:gd name="csY2060" fmla="*/ 347163 h 959591"/>
                <a:gd name="csX2061" fmla="*/ 141831 w 1305676"/>
                <a:gd name="csY2061" fmla="*/ 345345 h 959591"/>
                <a:gd name="csX2062" fmla="*/ 145537 w 1305676"/>
                <a:gd name="csY2062" fmla="*/ 343648 h 959591"/>
                <a:gd name="csX2063" fmla="*/ 147994 w 1305676"/>
                <a:gd name="csY2063" fmla="*/ 343138 h 959591"/>
                <a:gd name="csX2064" fmla="*/ 148093 w 1305676"/>
                <a:gd name="csY2064" fmla="*/ 342028 h 959591"/>
                <a:gd name="csX2065" fmla="*/ 146107 w 1305676"/>
                <a:gd name="csY2065" fmla="*/ 341335 h 959591"/>
                <a:gd name="csX2066" fmla="*/ 144670 w 1305676"/>
                <a:gd name="csY2066" fmla="*/ 340224 h 959591"/>
                <a:gd name="csX2067" fmla="*/ 144418 w 1305676"/>
                <a:gd name="csY2067" fmla="*/ 339593 h 959591"/>
                <a:gd name="csX2068" fmla="*/ 144487 w 1305676"/>
                <a:gd name="csY2068" fmla="*/ 338870 h 959591"/>
                <a:gd name="csX2069" fmla="*/ 144821 w 1305676"/>
                <a:gd name="csY2069" fmla="*/ 338208 h 959591"/>
                <a:gd name="csX2070" fmla="*/ 147317 w 1305676"/>
                <a:gd name="csY2070" fmla="*/ 336960 h 959591"/>
                <a:gd name="csX2071" fmla="*/ 149668 w 1305676"/>
                <a:gd name="csY2071" fmla="*/ 335720 h 959591"/>
                <a:gd name="csX2072" fmla="*/ 152537 w 1305676"/>
                <a:gd name="csY2072" fmla="*/ 336473 h 959591"/>
                <a:gd name="csX2073" fmla="*/ 153100 w 1305676"/>
                <a:gd name="csY2073" fmla="*/ 335994 h 959591"/>
                <a:gd name="csX2074" fmla="*/ 153267 w 1305676"/>
                <a:gd name="csY2074" fmla="*/ 334754 h 959591"/>
                <a:gd name="csX2075" fmla="*/ 152651 w 1305676"/>
                <a:gd name="csY2075" fmla="*/ 333506 h 959591"/>
                <a:gd name="csX2076" fmla="*/ 152072 w 1305676"/>
                <a:gd name="csY2076" fmla="*/ 331459 h 959591"/>
                <a:gd name="csX2077" fmla="*/ 150748 w 1305676"/>
                <a:gd name="csY2077" fmla="*/ 330409 h 959591"/>
                <a:gd name="csX2078" fmla="*/ 150696 w 1305676"/>
                <a:gd name="csY2078" fmla="*/ 329154 h 959591"/>
                <a:gd name="csX2079" fmla="*/ 151510 w 1305676"/>
                <a:gd name="csY2079" fmla="*/ 326986 h 959591"/>
                <a:gd name="csX2080" fmla="*/ 150383 w 1305676"/>
                <a:gd name="csY2080" fmla="*/ 322968 h 959591"/>
                <a:gd name="csX2081" fmla="*/ 149158 w 1305676"/>
                <a:gd name="csY2081" fmla="*/ 319415 h 959591"/>
                <a:gd name="csX2082" fmla="*/ 147081 w 1305676"/>
                <a:gd name="csY2082" fmla="*/ 313313 h 959591"/>
                <a:gd name="csX2083" fmla="*/ 145704 w 1305676"/>
                <a:gd name="csY2083" fmla="*/ 311548 h 959591"/>
                <a:gd name="csX2084" fmla="*/ 144936 w 1305676"/>
                <a:gd name="csY2084" fmla="*/ 308725 h 959591"/>
                <a:gd name="csX2085" fmla="*/ 144076 w 1305676"/>
                <a:gd name="csY2085" fmla="*/ 307241 h 959591"/>
                <a:gd name="csX2086" fmla="*/ 144152 w 1305676"/>
                <a:gd name="csY2086" fmla="*/ 305042 h 959591"/>
                <a:gd name="csX2087" fmla="*/ 144297 w 1305676"/>
                <a:gd name="csY2087" fmla="*/ 303498 h 959591"/>
                <a:gd name="csX2088" fmla="*/ 144076 w 1305676"/>
                <a:gd name="csY2088" fmla="*/ 300432 h 959591"/>
                <a:gd name="csX2089" fmla="*/ 143673 w 1305676"/>
                <a:gd name="csY2089" fmla="*/ 297099 h 959591"/>
                <a:gd name="csX2090" fmla="*/ 144076 w 1305676"/>
                <a:gd name="csY2090" fmla="*/ 293713 h 959591"/>
                <a:gd name="csX2091" fmla="*/ 144852 w 1305676"/>
                <a:gd name="csY2091" fmla="*/ 291476 h 959591"/>
                <a:gd name="csX2092" fmla="*/ 144646 w 1305676"/>
                <a:gd name="csY2092" fmla="*/ 290617 h 959591"/>
                <a:gd name="csX2093" fmla="*/ 145057 w 1305676"/>
                <a:gd name="csY2093" fmla="*/ 289977 h 959591"/>
                <a:gd name="csX2094" fmla="*/ 146229 w 1305676"/>
                <a:gd name="csY2094" fmla="*/ 289764 h 959591"/>
                <a:gd name="csX2095" fmla="*/ 146784 w 1305676"/>
                <a:gd name="csY2095" fmla="*/ 288844 h 959591"/>
                <a:gd name="csX2096" fmla="*/ 146229 w 1305676"/>
                <a:gd name="csY2096" fmla="*/ 287900 h 959591"/>
                <a:gd name="csX2097" fmla="*/ 144205 w 1305676"/>
                <a:gd name="csY2097" fmla="*/ 287170 h 959591"/>
                <a:gd name="csX2098" fmla="*/ 141946 w 1305676"/>
                <a:gd name="csY2098" fmla="*/ 286036 h 959591"/>
                <a:gd name="csX2099" fmla="*/ 139229 w 1305676"/>
                <a:gd name="csY2099" fmla="*/ 286165 h 959591"/>
                <a:gd name="csX2100" fmla="*/ 136445 w 1305676"/>
                <a:gd name="csY2100" fmla="*/ 286363 h 959591"/>
                <a:gd name="csX2101" fmla="*/ 135052 w 1305676"/>
                <a:gd name="csY2101" fmla="*/ 285526 h 959591"/>
                <a:gd name="csX2102" fmla="*/ 133835 w 1305676"/>
                <a:gd name="csY2102" fmla="*/ 284454 h 959591"/>
                <a:gd name="csX2103" fmla="*/ 133766 w 1305676"/>
                <a:gd name="csY2103" fmla="*/ 283769 h 959591"/>
                <a:gd name="csX2104" fmla="*/ 135440 w 1305676"/>
                <a:gd name="csY2104" fmla="*/ 281958 h 959591"/>
                <a:gd name="csX2105" fmla="*/ 137768 w 1305676"/>
                <a:gd name="csY2105" fmla="*/ 280079 h 959591"/>
                <a:gd name="csX2106" fmla="*/ 141383 w 1305676"/>
                <a:gd name="csY2106" fmla="*/ 279249 h 959591"/>
                <a:gd name="csX2107" fmla="*/ 145362 w 1305676"/>
                <a:gd name="csY2107" fmla="*/ 278009 h 959591"/>
                <a:gd name="csX2108" fmla="*/ 147378 w 1305676"/>
                <a:gd name="csY2108" fmla="*/ 277111 h 959591"/>
                <a:gd name="csX2109" fmla="*/ 150064 w 1305676"/>
                <a:gd name="csY2109" fmla="*/ 276465 h 959591"/>
                <a:gd name="csX2110" fmla="*/ 153168 w 1305676"/>
                <a:gd name="csY2110" fmla="*/ 276191 h 959591"/>
                <a:gd name="csX2111" fmla="*/ 154728 w 1305676"/>
                <a:gd name="csY2111" fmla="*/ 276373 h 959591"/>
                <a:gd name="csX2112" fmla="*/ 158723 w 1305676"/>
                <a:gd name="csY2112" fmla="*/ 275171 h 959591"/>
                <a:gd name="csX2113" fmla="*/ 165007 w 1305676"/>
                <a:gd name="csY2113" fmla="*/ 272843 h 959591"/>
                <a:gd name="csX2114" fmla="*/ 170714 w 1305676"/>
                <a:gd name="csY2114" fmla="*/ 270888 h 959591"/>
                <a:gd name="csX2115" fmla="*/ 172631 w 1305676"/>
                <a:gd name="csY2115" fmla="*/ 269724 h 959591"/>
                <a:gd name="csX2116" fmla="*/ 174061 w 1305676"/>
                <a:gd name="csY2116" fmla="*/ 270888 h 959591"/>
                <a:gd name="csX2117" fmla="*/ 174723 w 1305676"/>
                <a:gd name="csY2117" fmla="*/ 273452 h 959591"/>
                <a:gd name="csX2118" fmla="*/ 176390 w 1305676"/>
                <a:gd name="csY2118" fmla="*/ 274776 h 959591"/>
                <a:gd name="csX2119" fmla="*/ 178041 w 1305676"/>
                <a:gd name="csY2119" fmla="*/ 275415 h 959591"/>
                <a:gd name="csX2120" fmla="*/ 178992 w 1305676"/>
                <a:gd name="csY2120" fmla="*/ 275384 h 959591"/>
                <a:gd name="csX2121" fmla="*/ 181837 w 1305676"/>
                <a:gd name="csY2121" fmla="*/ 274388 h 959591"/>
                <a:gd name="csX2122" fmla="*/ 184911 w 1305676"/>
                <a:gd name="csY2122" fmla="*/ 273657 h 959591"/>
                <a:gd name="csX2123" fmla="*/ 186121 w 1305676"/>
                <a:gd name="csY2123" fmla="*/ 274053 h 959591"/>
                <a:gd name="csX2124" fmla="*/ 187681 w 1305676"/>
                <a:gd name="csY2124" fmla="*/ 275361 h 959591"/>
                <a:gd name="csX2125" fmla="*/ 189431 w 1305676"/>
                <a:gd name="csY2125" fmla="*/ 276533 h 959591"/>
                <a:gd name="csX2126" fmla="*/ 190344 w 1305676"/>
                <a:gd name="csY2126" fmla="*/ 276480 h 959591"/>
                <a:gd name="csX2127" fmla="*/ 191143 w 1305676"/>
                <a:gd name="csY2127" fmla="*/ 275574 h 959591"/>
                <a:gd name="csX2128" fmla="*/ 191949 w 1305676"/>
                <a:gd name="csY2128" fmla="*/ 273748 h 959591"/>
                <a:gd name="csX2129" fmla="*/ 192459 w 1305676"/>
                <a:gd name="csY2129" fmla="*/ 271420 h 959591"/>
                <a:gd name="csX2130" fmla="*/ 192565 w 1305676"/>
                <a:gd name="csY2130" fmla="*/ 268955 h 959591"/>
                <a:gd name="csX2131" fmla="*/ 192261 w 1305676"/>
                <a:gd name="csY2131" fmla="*/ 267448 h 959591"/>
                <a:gd name="csX2132" fmla="*/ 191645 w 1305676"/>
                <a:gd name="csY2132" fmla="*/ 266893 h 959591"/>
                <a:gd name="csX2133" fmla="*/ 188845 w 1305676"/>
                <a:gd name="csY2133" fmla="*/ 266003 h 959591"/>
                <a:gd name="csX2134" fmla="*/ 186174 w 1305676"/>
                <a:gd name="csY2134" fmla="*/ 264550 h 959591"/>
                <a:gd name="csX2135" fmla="*/ 185870 w 1305676"/>
                <a:gd name="csY2135" fmla="*/ 263218 h 959591"/>
                <a:gd name="csX2136" fmla="*/ 185931 w 1305676"/>
                <a:gd name="csY2136" fmla="*/ 262267 h 959591"/>
                <a:gd name="csX2137" fmla="*/ 186638 w 1305676"/>
                <a:gd name="csY2137" fmla="*/ 259939 h 959591"/>
                <a:gd name="csX2138" fmla="*/ 188381 w 1305676"/>
                <a:gd name="csY2138" fmla="*/ 255655 h 959591"/>
                <a:gd name="csX2139" fmla="*/ 190131 w 1305676"/>
                <a:gd name="csY2139" fmla="*/ 249728 h 959591"/>
                <a:gd name="csX2140" fmla="*/ 191059 w 1305676"/>
                <a:gd name="csY2140" fmla="*/ 245034 h 959591"/>
                <a:gd name="csX2141" fmla="*/ 193988 w 1305676"/>
                <a:gd name="csY2141" fmla="*/ 238011 h 959591"/>
                <a:gd name="csX2142" fmla="*/ 196294 w 1305676"/>
                <a:gd name="csY2142" fmla="*/ 230661 h 959591"/>
                <a:gd name="csX2143" fmla="*/ 200022 w 1305676"/>
                <a:gd name="csY2143" fmla="*/ 220040 h 959591"/>
                <a:gd name="csX2144" fmla="*/ 200646 w 1305676"/>
                <a:gd name="csY2144" fmla="*/ 217932 h 959591"/>
                <a:gd name="csX2145" fmla="*/ 200988 w 1305676"/>
                <a:gd name="csY2145" fmla="*/ 214561 h 959591"/>
                <a:gd name="csX2146" fmla="*/ 201186 w 1305676"/>
                <a:gd name="csY2146" fmla="*/ 213169 h 959591"/>
                <a:gd name="csX2147" fmla="*/ 202487 w 1305676"/>
                <a:gd name="csY2147" fmla="*/ 212439 h 959591"/>
                <a:gd name="csX2148" fmla="*/ 204678 w 1305676"/>
                <a:gd name="csY2148" fmla="*/ 213154 h 959591"/>
                <a:gd name="csX2149" fmla="*/ 210027 w 1305676"/>
                <a:gd name="csY2149" fmla="*/ 215589 h 959591"/>
                <a:gd name="csX2150" fmla="*/ 214098 w 1305676"/>
                <a:gd name="csY2150" fmla="*/ 217635 h 959591"/>
                <a:gd name="csX2151" fmla="*/ 215802 w 1305676"/>
                <a:gd name="csY2151" fmla="*/ 218328 h 959591"/>
                <a:gd name="csX2152" fmla="*/ 218336 w 1305676"/>
                <a:gd name="csY2152" fmla="*/ 219050 h 959591"/>
                <a:gd name="csX2153" fmla="*/ 222254 w 1305676"/>
                <a:gd name="csY2153" fmla="*/ 219903 h 959591"/>
                <a:gd name="csX2154" fmla="*/ 224521 w 1305676"/>
                <a:gd name="csY2154" fmla="*/ 219652 h 959591"/>
                <a:gd name="csX2155" fmla="*/ 226507 w 1305676"/>
                <a:gd name="csY2155" fmla="*/ 219149 h 959591"/>
                <a:gd name="csX2156" fmla="*/ 229155 w 1305676"/>
                <a:gd name="csY2156" fmla="*/ 219104 h 959591"/>
                <a:gd name="csX2157" fmla="*/ 233286 w 1305676"/>
                <a:gd name="csY2157" fmla="*/ 219735 h 959591"/>
                <a:gd name="csX2158" fmla="*/ 234565 w 1305676"/>
                <a:gd name="csY2158" fmla="*/ 219758 h 959591"/>
                <a:gd name="csX2159" fmla="*/ 236155 w 1305676"/>
                <a:gd name="csY2159" fmla="*/ 219842 h 959591"/>
                <a:gd name="csX2160" fmla="*/ 237281 w 1305676"/>
                <a:gd name="csY2160" fmla="*/ 220876 h 959591"/>
                <a:gd name="csX2161" fmla="*/ 237844 w 1305676"/>
                <a:gd name="csY2161" fmla="*/ 223212 h 959591"/>
                <a:gd name="csX2162" fmla="*/ 238696 w 1305676"/>
                <a:gd name="csY2162" fmla="*/ 224262 h 959591"/>
                <a:gd name="csX2163" fmla="*/ 240241 w 1305676"/>
                <a:gd name="csY2163" fmla="*/ 223874 h 959591"/>
                <a:gd name="csX2164" fmla="*/ 243528 w 1305676"/>
                <a:gd name="csY2164" fmla="*/ 221812 h 959591"/>
                <a:gd name="csX2165" fmla="*/ 245628 w 1305676"/>
                <a:gd name="csY2165" fmla="*/ 220192 h 959591"/>
                <a:gd name="csX2166" fmla="*/ 248252 w 1305676"/>
                <a:gd name="csY2166" fmla="*/ 217841 h 959591"/>
                <a:gd name="csX2167" fmla="*/ 250855 w 1305676"/>
                <a:gd name="csY2167" fmla="*/ 217521 h 959591"/>
                <a:gd name="csX2168" fmla="*/ 253616 w 1305676"/>
                <a:gd name="csY2168" fmla="*/ 216996 h 959591"/>
                <a:gd name="csX2169" fmla="*/ 254575 w 1305676"/>
                <a:gd name="csY2169" fmla="*/ 215832 h 959591"/>
                <a:gd name="csX2170" fmla="*/ 255595 w 1305676"/>
                <a:gd name="csY2170" fmla="*/ 213093 h 959591"/>
                <a:gd name="csX2171" fmla="*/ 257292 w 1305676"/>
                <a:gd name="csY2171" fmla="*/ 211024 h 959591"/>
                <a:gd name="csX2172" fmla="*/ 257573 w 1305676"/>
                <a:gd name="csY2172" fmla="*/ 208391 h 959591"/>
                <a:gd name="csX2173" fmla="*/ 256980 w 1305676"/>
                <a:gd name="csY2173" fmla="*/ 206534 h 959591"/>
                <a:gd name="csX2174" fmla="*/ 255800 w 1305676"/>
                <a:gd name="csY2174" fmla="*/ 203506 h 959591"/>
                <a:gd name="csX2175" fmla="*/ 255838 w 1305676"/>
                <a:gd name="csY2175" fmla="*/ 201459 h 959591"/>
                <a:gd name="csX2176" fmla="*/ 255267 w 1305676"/>
                <a:gd name="csY2176" fmla="*/ 195517 h 959591"/>
                <a:gd name="csX2177" fmla="*/ 254507 w 1305676"/>
                <a:gd name="csY2177" fmla="*/ 190153 h 959591"/>
                <a:gd name="csX2178" fmla="*/ 255283 w 1305676"/>
                <a:gd name="csY2178" fmla="*/ 185824 h 959591"/>
                <a:gd name="csX2179" fmla="*/ 256652 w 1305676"/>
                <a:gd name="csY2179" fmla="*/ 180970 h 959591"/>
                <a:gd name="csX2180" fmla="*/ 257185 w 1305676"/>
                <a:gd name="csY2180" fmla="*/ 179478 h 959591"/>
                <a:gd name="csX2181" fmla="*/ 258052 w 1305676"/>
                <a:gd name="csY2181" fmla="*/ 177523 h 959591"/>
                <a:gd name="csX2182" fmla="*/ 259277 w 1305676"/>
                <a:gd name="csY2182" fmla="*/ 175172 h 959591"/>
                <a:gd name="csX2183" fmla="*/ 260997 w 1305676"/>
                <a:gd name="csY2183" fmla="*/ 174434 h 959591"/>
                <a:gd name="csX2184" fmla="*/ 265828 w 1305676"/>
                <a:gd name="csY2184" fmla="*/ 173932 h 959591"/>
                <a:gd name="csX2185" fmla="*/ 270302 w 1305676"/>
                <a:gd name="csY2185" fmla="*/ 172943 h 959591"/>
                <a:gd name="csX2186" fmla="*/ 272584 w 1305676"/>
                <a:gd name="csY2186" fmla="*/ 171923 h 959591"/>
                <a:gd name="csX2187" fmla="*/ 274958 w 1305676"/>
                <a:gd name="csY2187" fmla="*/ 171307 h 959591"/>
                <a:gd name="csX2188" fmla="*/ 276374 w 1305676"/>
                <a:gd name="csY2188" fmla="*/ 170561 h 959591"/>
                <a:gd name="csX2189" fmla="*/ 278809 w 1305676"/>
                <a:gd name="csY2189" fmla="*/ 167115 h 959591"/>
                <a:gd name="csX2190" fmla="*/ 279965 w 1305676"/>
                <a:gd name="csY2190" fmla="*/ 165129 h 959591"/>
                <a:gd name="csX2191" fmla="*/ 280817 w 1305676"/>
                <a:gd name="csY2191" fmla="*/ 159848 h 959591"/>
                <a:gd name="csX2192" fmla="*/ 280193 w 1305676"/>
                <a:gd name="csY2192" fmla="*/ 157307 h 959591"/>
                <a:gd name="csX2193" fmla="*/ 280711 w 1305676"/>
                <a:gd name="csY2193" fmla="*/ 155055 h 959591"/>
                <a:gd name="csX2194" fmla="*/ 281890 w 1305676"/>
                <a:gd name="csY2194" fmla="*/ 153731 h 959591"/>
                <a:gd name="csX2195" fmla="*/ 283549 w 1305676"/>
                <a:gd name="csY2195" fmla="*/ 152399 h 959591"/>
                <a:gd name="csX2196" fmla="*/ 284660 w 1305676"/>
                <a:gd name="csY2196" fmla="*/ 152171 h 959591"/>
                <a:gd name="csX2197" fmla="*/ 287026 w 1305676"/>
                <a:gd name="csY2197" fmla="*/ 151768 h 959591"/>
                <a:gd name="csX2198" fmla="*/ 290906 w 1305676"/>
                <a:gd name="csY2198" fmla="*/ 151905 h 959591"/>
                <a:gd name="csX2199" fmla="*/ 292884 w 1305676"/>
                <a:gd name="csY2199" fmla="*/ 152552 h 959591"/>
                <a:gd name="csX2200" fmla="*/ 294893 w 1305676"/>
                <a:gd name="csY2200" fmla="*/ 152856 h 959591"/>
                <a:gd name="csX2201" fmla="*/ 296163 w 1305676"/>
                <a:gd name="csY2201" fmla="*/ 152377 h 959591"/>
                <a:gd name="csX2202" fmla="*/ 297008 w 1305676"/>
                <a:gd name="csY2202" fmla="*/ 151365 h 959591"/>
                <a:gd name="csX2203" fmla="*/ 298309 w 1305676"/>
                <a:gd name="csY2203" fmla="*/ 151045 h 959591"/>
                <a:gd name="csX2204" fmla="*/ 300264 w 1305676"/>
                <a:gd name="csY2204" fmla="*/ 150558 h 959591"/>
                <a:gd name="csX2205" fmla="*/ 302281 w 1305676"/>
                <a:gd name="csY2205" fmla="*/ 149950 h 959591"/>
                <a:gd name="csX2206" fmla="*/ 303392 w 1305676"/>
                <a:gd name="csY2206" fmla="*/ 150064 h 959591"/>
                <a:gd name="csX2207" fmla="*/ 303620 w 1305676"/>
                <a:gd name="csY2207" fmla="*/ 151563 h 959591"/>
                <a:gd name="csX2208" fmla="*/ 303438 w 1305676"/>
                <a:gd name="csY2208" fmla="*/ 152734 h 959591"/>
                <a:gd name="csX2209" fmla="*/ 303825 w 1305676"/>
                <a:gd name="csY2209" fmla="*/ 154302 h 959591"/>
                <a:gd name="csX2210" fmla="*/ 304624 w 1305676"/>
                <a:gd name="csY2210" fmla="*/ 155336 h 959591"/>
                <a:gd name="csX2211" fmla="*/ 304365 w 1305676"/>
                <a:gd name="csY2211" fmla="*/ 156455 h 959591"/>
                <a:gd name="csX2212" fmla="*/ 303240 w 1305676"/>
                <a:gd name="csY2212" fmla="*/ 157102 h 959591"/>
                <a:gd name="csX2213" fmla="*/ 302129 w 1305676"/>
                <a:gd name="csY2213" fmla="*/ 157977 h 959591"/>
                <a:gd name="csX2214" fmla="*/ 301885 w 1305676"/>
                <a:gd name="csY2214" fmla="*/ 159171 h 959591"/>
                <a:gd name="csX2215" fmla="*/ 303293 w 1305676"/>
                <a:gd name="csY2215" fmla="*/ 160655 h 959591"/>
                <a:gd name="csX2216" fmla="*/ 303772 w 1305676"/>
                <a:gd name="csY2216" fmla="*/ 162078 h 959591"/>
                <a:gd name="csX2217" fmla="*/ 306131 w 1305676"/>
                <a:gd name="csY2217" fmla="*/ 162930 h 959591"/>
                <a:gd name="csX2218" fmla="*/ 307965 w 1305676"/>
                <a:gd name="csY2218" fmla="*/ 163888 h 959591"/>
                <a:gd name="csX2219" fmla="*/ 308649 w 1305676"/>
                <a:gd name="csY2219" fmla="*/ 164809 h 959591"/>
                <a:gd name="csX2220" fmla="*/ 308444 w 1305676"/>
                <a:gd name="csY2220" fmla="*/ 165844 h 959591"/>
                <a:gd name="csX2221" fmla="*/ 307600 w 1305676"/>
                <a:gd name="csY2221" fmla="*/ 166955 h 959591"/>
                <a:gd name="csX2222" fmla="*/ 306785 w 1305676"/>
                <a:gd name="csY2222" fmla="*/ 168149 h 959591"/>
                <a:gd name="csX2223" fmla="*/ 306679 w 1305676"/>
                <a:gd name="csY2223" fmla="*/ 168864 h 959591"/>
                <a:gd name="csX2224" fmla="*/ 306937 w 1305676"/>
                <a:gd name="csY2224" fmla="*/ 169701 h 959591"/>
                <a:gd name="csX2225" fmla="*/ 308702 w 1305676"/>
                <a:gd name="csY2225" fmla="*/ 170257 h 959591"/>
                <a:gd name="csX2226" fmla="*/ 310749 w 1305676"/>
                <a:gd name="csY2226" fmla="*/ 171177 h 959591"/>
                <a:gd name="csX2227" fmla="*/ 313990 w 1305676"/>
                <a:gd name="csY2227" fmla="*/ 172364 h 959591"/>
                <a:gd name="csX2228" fmla="*/ 316212 w 1305676"/>
                <a:gd name="csY2228" fmla="*/ 174571 h 959591"/>
                <a:gd name="csX2229" fmla="*/ 318419 w 1305676"/>
                <a:gd name="csY2229" fmla="*/ 175180 h 959591"/>
                <a:gd name="csX2230" fmla="*/ 319484 w 1305676"/>
                <a:gd name="csY2230" fmla="*/ 177325 h 959591"/>
                <a:gd name="csX2231" fmla="*/ 319674 w 1305676"/>
                <a:gd name="csY2231" fmla="*/ 180437 h 959591"/>
                <a:gd name="csX2232" fmla="*/ 321934 w 1305676"/>
                <a:gd name="csY2232" fmla="*/ 182020 h 959591"/>
                <a:gd name="csX2233" fmla="*/ 325274 w 1305676"/>
                <a:gd name="csY2233" fmla="*/ 184218 h 959591"/>
                <a:gd name="csX2234" fmla="*/ 326971 w 1305676"/>
                <a:gd name="csY2234" fmla="*/ 184622 h 959591"/>
                <a:gd name="csX2235" fmla="*/ 328104 w 1305676"/>
                <a:gd name="csY2235" fmla="*/ 185870 h 959591"/>
                <a:gd name="csX2236" fmla="*/ 329740 w 1305676"/>
                <a:gd name="csY2236" fmla="*/ 187376 h 959591"/>
                <a:gd name="csX2237" fmla="*/ 331193 w 1305676"/>
                <a:gd name="csY2237" fmla="*/ 187848 h 959591"/>
                <a:gd name="csX2238" fmla="*/ 332921 w 1305676"/>
                <a:gd name="csY2238" fmla="*/ 188068 h 959591"/>
                <a:gd name="csX2239" fmla="*/ 335766 w 1305676"/>
                <a:gd name="csY2239" fmla="*/ 186668 h 959591"/>
                <a:gd name="csX2240" fmla="*/ 338962 w 1305676"/>
                <a:gd name="csY2240" fmla="*/ 186532 h 959591"/>
                <a:gd name="csX2241" fmla="*/ 340704 w 1305676"/>
                <a:gd name="csY2241" fmla="*/ 187330 h 959591"/>
                <a:gd name="csX2242" fmla="*/ 342363 w 1305676"/>
                <a:gd name="csY2242" fmla="*/ 190343 h 959591"/>
                <a:gd name="csX2243" fmla="*/ 343534 w 1305676"/>
                <a:gd name="csY2243" fmla="*/ 191294 h 959591"/>
                <a:gd name="csX2244" fmla="*/ 344227 w 1305676"/>
                <a:gd name="csY2244" fmla="*/ 192139 h 959591"/>
                <a:gd name="csX2245" fmla="*/ 345346 w 1305676"/>
                <a:gd name="csY2245" fmla="*/ 192946 h 959591"/>
                <a:gd name="csX2246" fmla="*/ 346479 w 1305676"/>
                <a:gd name="csY2246" fmla="*/ 193067 h 959591"/>
                <a:gd name="csX2247" fmla="*/ 348168 w 1305676"/>
                <a:gd name="csY2247" fmla="*/ 192398 h 959591"/>
                <a:gd name="csX2248" fmla="*/ 349195 w 1305676"/>
                <a:gd name="csY2248" fmla="*/ 191066 h 959591"/>
                <a:gd name="csX2249" fmla="*/ 350671 w 1305676"/>
                <a:gd name="csY2249" fmla="*/ 191340 h 959591"/>
                <a:gd name="csX2250" fmla="*/ 351227 w 1305676"/>
                <a:gd name="csY2250" fmla="*/ 192207 h 959591"/>
                <a:gd name="csX2251" fmla="*/ 351501 w 1305676"/>
                <a:gd name="csY2251" fmla="*/ 193691 h 959591"/>
                <a:gd name="csX2252" fmla="*/ 352285 w 1305676"/>
                <a:gd name="csY2252" fmla="*/ 195532 h 959591"/>
                <a:gd name="csX2253" fmla="*/ 354156 w 1305676"/>
                <a:gd name="csY2253" fmla="*/ 196902 h 959591"/>
                <a:gd name="csX2254" fmla="*/ 356773 w 1305676"/>
                <a:gd name="csY2254" fmla="*/ 197716 h 959591"/>
                <a:gd name="csX2255" fmla="*/ 357139 w 1305676"/>
                <a:gd name="csY2255" fmla="*/ 198386 h 959591"/>
                <a:gd name="csX2256" fmla="*/ 357504 w 1305676"/>
                <a:gd name="csY2256" fmla="*/ 200219 h 959591"/>
                <a:gd name="csX2257" fmla="*/ 358212 w 1305676"/>
                <a:gd name="csY2257" fmla="*/ 201490 h 959591"/>
                <a:gd name="csX2258" fmla="*/ 359163 w 1305676"/>
                <a:gd name="csY2258" fmla="*/ 203149 h 959591"/>
                <a:gd name="csX2259" fmla="*/ 360068 w 1305676"/>
                <a:gd name="csY2259" fmla="*/ 206169 h 959591"/>
                <a:gd name="csX2260" fmla="*/ 360258 w 1305676"/>
                <a:gd name="csY2260" fmla="*/ 208665 h 959591"/>
                <a:gd name="csX2261" fmla="*/ 360677 w 1305676"/>
                <a:gd name="csY2261" fmla="*/ 210034 h 959591"/>
                <a:gd name="csX2262" fmla="*/ 361886 w 1305676"/>
                <a:gd name="csY2262" fmla="*/ 212264 h 959591"/>
                <a:gd name="csX2263" fmla="*/ 363819 w 1305676"/>
                <a:gd name="csY2263" fmla="*/ 215824 h 959591"/>
                <a:gd name="csX2264" fmla="*/ 365356 w 1305676"/>
                <a:gd name="csY2264" fmla="*/ 218837 h 959591"/>
                <a:gd name="csX2265" fmla="*/ 367136 w 1305676"/>
                <a:gd name="csY2265" fmla="*/ 219423 h 959591"/>
                <a:gd name="csX2266" fmla="*/ 368651 w 1305676"/>
                <a:gd name="csY2266" fmla="*/ 220374 h 959591"/>
                <a:gd name="csX2267" fmla="*/ 369518 w 1305676"/>
                <a:gd name="csY2267" fmla="*/ 222596 h 959591"/>
                <a:gd name="csX2268" fmla="*/ 371123 w 1305676"/>
                <a:gd name="csY2268" fmla="*/ 226773 h 959591"/>
                <a:gd name="csX2269" fmla="*/ 371382 w 1305676"/>
                <a:gd name="csY2269" fmla="*/ 229497 h 959591"/>
                <a:gd name="csX2270" fmla="*/ 371519 w 1305676"/>
                <a:gd name="csY2270" fmla="*/ 231528 h 959591"/>
                <a:gd name="csX2271" fmla="*/ 372044 w 1305676"/>
                <a:gd name="csY2271" fmla="*/ 232449 h 959591"/>
                <a:gd name="csX2272" fmla="*/ 372158 w 1305676"/>
                <a:gd name="csY2272" fmla="*/ 233598 h 959591"/>
                <a:gd name="csX2273" fmla="*/ 370819 w 1305676"/>
                <a:gd name="csY2273" fmla="*/ 237958 h 959591"/>
                <a:gd name="csX2274" fmla="*/ 369685 w 1305676"/>
                <a:gd name="csY2274" fmla="*/ 239921 h 959591"/>
                <a:gd name="csX2275" fmla="*/ 369541 w 1305676"/>
                <a:gd name="csY2275" fmla="*/ 241572 h 959591"/>
                <a:gd name="csX2276" fmla="*/ 370309 w 1305676"/>
                <a:gd name="csY2276" fmla="*/ 244440 h 959591"/>
                <a:gd name="csX2277" fmla="*/ 371367 w 1305676"/>
                <a:gd name="csY2277" fmla="*/ 246662 h 959591"/>
                <a:gd name="csX2278" fmla="*/ 371473 w 1305676"/>
                <a:gd name="csY2278" fmla="*/ 248785 h 959591"/>
                <a:gd name="csX2279" fmla="*/ 370575 w 1305676"/>
                <a:gd name="csY2279" fmla="*/ 250337 h 959591"/>
                <a:gd name="csX2280" fmla="*/ 369031 w 1305676"/>
                <a:gd name="csY2280" fmla="*/ 252277 h 959591"/>
                <a:gd name="csX2281" fmla="*/ 368285 w 1305676"/>
                <a:gd name="csY2281" fmla="*/ 253388 h 959591"/>
                <a:gd name="csX2282" fmla="*/ 367083 w 1305676"/>
                <a:gd name="csY2282" fmla="*/ 254362 h 959591"/>
                <a:gd name="csX2283" fmla="*/ 365242 w 1305676"/>
                <a:gd name="csY2283" fmla="*/ 258105 h 959591"/>
                <a:gd name="csX2284" fmla="*/ 364413 w 1305676"/>
                <a:gd name="csY2284" fmla="*/ 262237 h 959591"/>
                <a:gd name="csX2285" fmla="*/ 364222 w 1305676"/>
                <a:gd name="csY2285" fmla="*/ 264359 h 959591"/>
                <a:gd name="csX2286" fmla="*/ 364922 w 1305676"/>
                <a:gd name="csY2286" fmla="*/ 265896 h 959591"/>
                <a:gd name="csX2287" fmla="*/ 366094 w 1305676"/>
                <a:gd name="csY2287" fmla="*/ 267585 h 959591"/>
                <a:gd name="csX2288" fmla="*/ 366383 w 1305676"/>
                <a:gd name="csY2288" fmla="*/ 269046 h 959591"/>
                <a:gd name="csX2289" fmla="*/ 368308 w 1305676"/>
                <a:gd name="csY2289" fmla="*/ 272310 h 959591"/>
                <a:gd name="csX2290" fmla="*/ 368818 w 1305676"/>
                <a:gd name="csY2290" fmla="*/ 274327 h 959591"/>
                <a:gd name="csX2291" fmla="*/ 369609 w 1305676"/>
                <a:gd name="csY2291" fmla="*/ 274395 h 959591"/>
                <a:gd name="csX2292" fmla="*/ 370454 w 1305676"/>
                <a:gd name="csY2292" fmla="*/ 273733 h 959591"/>
                <a:gd name="csX2293" fmla="*/ 372516 w 1305676"/>
                <a:gd name="csY2293" fmla="*/ 273688 h 959591"/>
                <a:gd name="csX2294" fmla="*/ 374387 w 1305676"/>
                <a:gd name="csY2294" fmla="*/ 274403 h 959591"/>
                <a:gd name="csX2295" fmla="*/ 376183 w 1305676"/>
                <a:gd name="csY2295" fmla="*/ 275894 h 959591"/>
                <a:gd name="csX2296" fmla="*/ 378108 w 1305676"/>
                <a:gd name="csY2296" fmla="*/ 276685 h 959591"/>
                <a:gd name="csX2297" fmla="*/ 380862 w 1305676"/>
                <a:gd name="csY2297" fmla="*/ 276488 h 959591"/>
                <a:gd name="csX2298" fmla="*/ 382331 w 1305676"/>
                <a:gd name="csY2298" fmla="*/ 277286 h 959591"/>
                <a:gd name="csX2299" fmla="*/ 383913 w 1305676"/>
                <a:gd name="csY2299" fmla="*/ 277941 h 959591"/>
                <a:gd name="csX2300" fmla="*/ 387193 w 1305676"/>
                <a:gd name="csY2300" fmla="*/ 278169 h 959591"/>
                <a:gd name="csX2301" fmla="*/ 389650 w 1305676"/>
                <a:gd name="csY2301" fmla="*/ 278161 h 959591"/>
                <a:gd name="csX2302" fmla="*/ 393424 w 1305676"/>
                <a:gd name="csY2302" fmla="*/ 278184 h 959591"/>
                <a:gd name="csX2303" fmla="*/ 396475 w 1305676"/>
                <a:gd name="csY2303" fmla="*/ 279188 h 959591"/>
                <a:gd name="csX2304" fmla="*/ 401839 w 1305676"/>
                <a:gd name="csY2304" fmla="*/ 279980 h 959591"/>
                <a:gd name="csX2305" fmla="*/ 405156 w 1305676"/>
                <a:gd name="csY2305" fmla="*/ 279919 h 959591"/>
                <a:gd name="csX2306" fmla="*/ 409615 w 1305676"/>
                <a:gd name="csY2306" fmla="*/ 279173 h 959591"/>
                <a:gd name="csX2307" fmla="*/ 412346 w 1305676"/>
                <a:gd name="csY2307" fmla="*/ 279645 h 959591"/>
                <a:gd name="csX2308" fmla="*/ 420434 w 1305676"/>
                <a:gd name="csY2308" fmla="*/ 280756 h 959591"/>
                <a:gd name="csX2309" fmla="*/ 425167 w 1305676"/>
                <a:gd name="csY2309" fmla="*/ 281920 h 959591"/>
                <a:gd name="csX2310" fmla="*/ 428164 w 1305676"/>
                <a:gd name="csY2310" fmla="*/ 283229 h 959591"/>
                <a:gd name="csX2311" fmla="*/ 430272 w 1305676"/>
                <a:gd name="csY2311" fmla="*/ 285298 h 959591"/>
                <a:gd name="csX2312" fmla="*/ 432684 w 1305676"/>
                <a:gd name="csY2312" fmla="*/ 288524 h 959591"/>
                <a:gd name="csX2313" fmla="*/ 434601 w 1305676"/>
                <a:gd name="csY2313" fmla="*/ 290000 h 959591"/>
                <a:gd name="csX2314" fmla="*/ 439752 w 1305676"/>
                <a:gd name="csY2314" fmla="*/ 290890 h 959591"/>
                <a:gd name="csX2315" fmla="*/ 443291 w 1305676"/>
                <a:gd name="csY2315" fmla="*/ 294649 h 959591"/>
                <a:gd name="csX2316" fmla="*/ 446052 w 1305676"/>
                <a:gd name="csY2316" fmla="*/ 296049 h 959591"/>
                <a:gd name="csX2317" fmla="*/ 450701 w 1305676"/>
                <a:gd name="csY2317" fmla="*/ 299678 h 959591"/>
                <a:gd name="csX2318" fmla="*/ 453988 w 1305676"/>
                <a:gd name="csY2318" fmla="*/ 301093 h 959591"/>
                <a:gd name="csX2319" fmla="*/ 457922 w 1305676"/>
                <a:gd name="csY2319" fmla="*/ 302395 h 959591"/>
                <a:gd name="csX2320" fmla="*/ 464336 w 1305676"/>
                <a:gd name="csY2320" fmla="*/ 301839 h 959591"/>
                <a:gd name="csX2321" fmla="*/ 464693 w 1305676"/>
                <a:gd name="csY2321" fmla="*/ 302326 h 959591"/>
                <a:gd name="csX2322" fmla="*/ 464199 w 1305676"/>
                <a:gd name="csY2322" fmla="*/ 304289 h 959591"/>
                <a:gd name="csX2323" fmla="*/ 463811 w 1305676"/>
                <a:gd name="csY2323" fmla="*/ 306975 h 959591"/>
                <a:gd name="csX2324" fmla="*/ 463811 w 1305676"/>
                <a:gd name="csY2324" fmla="*/ 308915 h 959591"/>
                <a:gd name="csX2325" fmla="*/ 464473 w 1305676"/>
                <a:gd name="csY2325" fmla="*/ 309904 h 959591"/>
                <a:gd name="csX2326" fmla="*/ 466923 w 1305676"/>
                <a:gd name="csY2326" fmla="*/ 310490 h 959591"/>
                <a:gd name="csX2327" fmla="*/ 468079 w 1305676"/>
                <a:gd name="csY2327" fmla="*/ 311441 h 959591"/>
                <a:gd name="csX2328" fmla="*/ 468962 w 1305676"/>
                <a:gd name="csY2328" fmla="*/ 313267 h 959591"/>
                <a:gd name="csX2329" fmla="*/ 469472 w 1305676"/>
                <a:gd name="csY2329" fmla="*/ 314401 h 959591"/>
                <a:gd name="csX2330" fmla="*/ 471533 w 1305676"/>
                <a:gd name="csY2330" fmla="*/ 319986 h 959591"/>
                <a:gd name="csX2331" fmla="*/ 474836 w 1305676"/>
                <a:gd name="csY2331" fmla="*/ 328210 h 959591"/>
                <a:gd name="csX2332" fmla="*/ 475216 w 1305676"/>
                <a:gd name="csY2332" fmla="*/ 331368 h 959591"/>
                <a:gd name="csX2333" fmla="*/ 476342 w 1305676"/>
                <a:gd name="csY2333" fmla="*/ 333399 h 959591"/>
                <a:gd name="csX2334" fmla="*/ 479926 w 1305676"/>
                <a:gd name="csY2334" fmla="*/ 336618 h 959591"/>
                <a:gd name="csX2335" fmla="*/ 481805 w 1305676"/>
                <a:gd name="csY2335" fmla="*/ 338999 h 959591"/>
                <a:gd name="csX2336" fmla="*/ 484605 w 1305676"/>
                <a:gd name="csY2336" fmla="*/ 341495 h 959591"/>
                <a:gd name="csX2337" fmla="*/ 485525 w 1305676"/>
                <a:gd name="csY2337" fmla="*/ 343800 h 959591"/>
                <a:gd name="csX2338" fmla="*/ 485731 w 1305676"/>
                <a:gd name="csY2338" fmla="*/ 346775 h 959591"/>
                <a:gd name="csX2339" fmla="*/ 486439 w 1305676"/>
                <a:gd name="csY2339" fmla="*/ 347544 h 959591"/>
                <a:gd name="csX2340" fmla="*/ 491559 w 1305676"/>
                <a:gd name="csY2340" fmla="*/ 346859 h 959591"/>
                <a:gd name="csX2341" fmla="*/ 495995 w 1305676"/>
                <a:gd name="csY2341" fmla="*/ 346380 h 959591"/>
                <a:gd name="csX2342" fmla="*/ 503953 w 1305676"/>
                <a:gd name="csY2342" fmla="*/ 345527 h 959591"/>
                <a:gd name="csX2343" fmla="*/ 514910 w 1305676"/>
                <a:gd name="csY2343" fmla="*/ 347080 h 959591"/>
                <a:gd name="csX2344" fmla="*/ 526209 w 1305676"/>
                <a:gd name="csY2344" fmla="*/ 348578 h 959591"/>
                <a:gd name="csX2345" fmla="*/ 536199 w 1305676"/>
                <a:gd name="csY2345" fmla="*/ 349902 h 959591"/>
                <a:gd name="csX2346" fmla="*/ 541121 w 1305676"/>
                <a:gd name="csY2346" fmla="*/ 350549 h 959591"/>
                <a:gd name="csX2347" fmla="*/ 552245 w 1305676"/>
                <a:gd name="csY2347" fmla="*/ 351942 h 959591"/>
                <a:gd name="csX2348" fmla="*/ 558431 w 1305676"/>
                <a:gd name="csY2348" fmla="*/ 350169 h 959591"/>
                <a:gd name="csX2349" fmla="*/ 563263 w 1305676"/>
                <a:gd name="csY2349" fmla="*/ 348784 h 959591"/>
                <a:gd name="csX2350" fmla="*/ 565454 w 1305676"/>
                <a:gd name="csY2350" fmla="*/ 348974 h 959591"/>
                <a:gd name="csX2351" fmla="*/ 574691 w 1305676"/>
                <a:gd name="csY2351" fmla="*/ 350534 h 959591"/>
                <a:gd name="csX2352" fmla="*/ 580108 w 1305676"/>
                <a:gd name="csY2352" fmla="*/ 351371 h 959591"/>
                <a:gd name="csX2353" fmla="*/ 586925 w 1305676"/>
                <a:gd name="csY2353" fmla="*/ 352421 h 959591"/>
                <a:gd name="csX2354" fmla="*/ 591658 w 1305676"/>
                <a:gd name="csY2354" fmla="*/ 352809 h 959591"/>
                <a:gd name="csX2355" fmla="*/ 595538 w 1305676"/>
                <a:gd name="csY2355" fmla="*/ 352786 h 959591"/>
                <a:gd name="csX2356" fmla="*/ 597326 w 1305676"/>
                <a:gd name="csY2356" fmla="*/ 353227 h 959591"/>
                <a:gd name="csX2357" fmla="*/ 599053 w 1305676"/>
                <a:gd name="csY2357" fmla="*/ 353905 h 959591"/>
                <a:gd name="csX2358" fmla="*/ 600202 w 1305676"/>
                <a:gd name="csY2358" fmla="*/ 354894 h 959591"/>
                <a:gd name="csX2359" fmla="*/ 603748 w 1305676"/>
                <a:gd name="csY2359" fmla="*/ 359885 h 959591"/>
                <a:gd name="csX2360" fmla="*/ 605733 w 1305676"/>
                <a:gd name="csY2360" fmla="*/ 362084 h 959591"/>
                <a:gd name="csX2361" fmla="*/ 609667 w 1305676"/>
                <a:gd name="csY2361" fmla="*/ 363742 h 959591"/>
                <a:gd name="csX2362" fmla="*/ 618600 w 1305676"/>
                <a:gd name="csY2362" fmla="*/ 365637 h 959591"/>
                <a:gd name="csX2363" fmla="*/ 623545 w 1305676"/>
                <a:gd name="csY2363" fmla="*/ 366786 h 959591"/>
                <a:gd name="csX2364" fmla="*/ 629221 w 1305676"/>
                <a:gd name="csY2364" fmla="*/ 368102 h 959591"/>
                <a:gd name="csX2365" fmla="*/ 632965 w 1305676"/>
                <a:gd name="csY2365" fmla="*/ 370088 h 959591"/>
                <a:gd name="csX2366" fmla="*/ 637271 w 1305676"/>
                <a:gd name="csY2366" fmla="*/ 372393 h 959591"/>
                <a:gd name="csX2367" fmla="*/ 642848 w 1305676"/>
                <a:gd name="csY2367" fmla="*/ 375376 h 959591"/>
                <a:gd name="csX2368" fmla="*/ 648958 w 1305676"/>
                <a:gd name="csY2368" fmla="*/ 374075 h 959591"/>
                <a:gd name="csX2369" fmla="*/ 655532 w 1305676"/>
                <a:gd name="csY2369" fmla="*/ 372667 h 959591"/>
                <a:gd name="csX2370" fmla="*/ 659656 w 1305676"/>
                <a:gd name="csY2370" fmla="*/ 371785 h 959591"/>
                <a:gd name="csX2371" fmla="*/ 659656 w 1305676"/>
                <a:gd name="csY2371" fmla="*/ 378008 h 959591"/>
                <a:gd name="csX2372" fmla="*/ 665537 w 1305676"/>
                <a:gd name="csY2372" fmla="*/ 378503 h 959591"/>
                <a:gd name="csX2373" fmla="*/ 667378 w 1305676"/>
                <a:gd name="csY2373" fmla="*/ 378435 h 959591"/>
                <a:gd name="csX2374" fmla="*/ 669980 w 1305676"/>
                <a:gd name="csY2374" fmla="*/ 379804 h 959591"/>
                <a:gd name="csX2375" fmla="*/ 671441 w 1305676"/>
                <a:gd name="csY2375" fmla="*/ 379226 h 959591"/>
                <a:gd name="csX2376" fmla="*/ 672834 w 1305676"/>
                <a:gd name="csY2376" fmla="*/ 377879 h 959591"/>
                <a:gd name="csX2377" fmla="*/ 674576 w 1305676"/>
                <a:gd name="csY2377" fmla="*/ 375749 h 959591"/>
                <a:gd name="csX2378" fmla="*/ 677079 w 1305676"/>
                <a:gd name="csY2378" fmla="*/ 374813 h 959591"/>
                <a:gd name="csX2379" fmla="*/ 681409 w 1305676"/>
                <a:gd name="csY2379" fmla="*/ 372424 h 959591"/>
                <a:gd name="csX2380" fmla="*/ 682466 w 1305676"/>
                <a:gd name="csY2380" fmla="*/ 371846 h 959591"/>
                <a:gd name="csX2381" fmla="*/ 688895 w 1305676"/>
                <a:gd name="csY2381" fmla="*/ 368445 h 959591"/>
                <a:gd name="csX2382" fmla="*/ 698497 w 1305676"/>
                <a:gd name="csY2382" fmla="*/ 364245 h 959591"/>
                <a:gd name="csX2383" fmla="*/ 702803 w 1305676"/>
                <a:gd name="csY2383" fmla="*/ 362206 h 959591"/>
                <a:gd name="csX2384" fmla="*/ 704089 w 1305676"/>
                <a:gd name="csY2384" fmla="*/ 361749 h 959591"/>
                <a:gd name="csX2385" fmla="*/ 706524 w 1305676"/>
                <a:gd name="csY2385" fmla="*/ 360707 h 959591"/>
                <a:gd name="csX2386" fmla="*/ 708168 w 1305676"/>
                <a:gd name="csY2386" fmla="*/ 359984 h 959591"/>
                <a:gd name="csX2387" fmla="*/ 711074 w 1305676"/>
                <a:gd name="csY2387" fmla="*/ 359405 h 959591"/>
                <a:gd name="csX2388" fmla="*/ 715016 w 1305676"/>
                <a:gd name="csY2388" fmla="*/ 359040 h 959591"/>
                <a:gd name="csX2389" fmla="*/ 719322 w 1305676"/>
                <a:gd name="csY2389" fmla="*/ 358249 h 959591"/>
                <a:gd name="csX2390" fmla="*/ 729061 w 1305676"/>
                <a:gd name="csY2390" fmla="*/ 356758 h 959591"/>
                <a:gd name="csX2391" fmla="*/ 730286 w 1305676"/>
                <a:gd name="csY2391" fmla="*/ 356621 h 959591"/>
                <a:gd name="csX2392" fmla="*/ 735756 w 1305676"/>
                <a:gd name="csY2392" fmla="*/ 356005 h 959591"/>
                <a:gd name="csX2393" fmla="*/ 738085 w 1305676"/>
                <a:gd name="csY2393" fmla="*/ 355426 h 959591"/>
                <a:gd name="csX2394" fmla="*/ 741561 w 1305676"/>
                <a:gd name="csY2394" fmla="*/ 355731 h 959591"/>
                <a:gd name="csX2395" fmla="*/ 746104 w 1305676"/>
                <a:gd name="csY2395" fmla="*/ 355944 h 959591"/>
                <a:gd name="csX2396" fmla="*/ 749117 w 1305676"/>
                <a:gd name="csY2396" fmla="*/ 356324 h 959591"/>
                <a:gd name="csX2397" fmla="*/ 753111 w 1305676"/>
                <a:gd name="csY2397" fmla="*/ 356027 h 959591"/>
                <a:gd name="csX2398" fmla="*/ 758605 w 1305676"/>
                <a:gd name="csY2398" fmla="*/ 355624 h 959591"/>
                <a:gd name="csX2399" fmla="*/ 763048 w 1305676"/>
                <a:gd name="csY2399" fmla="*/ 355685 h 959591"/>
                <a:gd name="csX2400" fmla="*/ 765255 w 1305676"/>
                <a:gd name="csY2400" fmla="*/ 355183 h 959591"/>
                <a:gd name="csX2401" fmla="*/ 768511 w 1305676"/>
                <a:gd name="csY2401" fmla="*/ 353608 h 959591"/>
                <a:gd name="csX2402" fmla="*/ 770695 w 1305676"/>
                <a:gd name="csY2402" fmla="*/ 352360 h 959591"/>
                <a:gd name="csX2403" fmla="*/ 774126 w 1305676"/>
                <a:gd name="csY2403" fmla="*/ 350846 h 959591"/>
                <a:gd name="csX2404" fmla="*/ 778387 w 1305676"/>
                <a:gd name="csY2404" fmla="*/ 349271 h 959591"/>
                <a:gd name="csX2405" fmla="*/ 781355 w 1305676"/>
                <a:gd name="csY2405" fmla="*/ 347841 h 959591"/>
                <a:gd name="csX2406" fmla="*/ 783318 w 1305676"/>
                <a:gd name="csY2406" fmla="*/ 346889 h 959591"/>
                <a:gd name="csX2407" fmla="*/ 785699 w 1305676"/>
                <a:gd name="csY2407" fmla="*/ 345992 h 959591"/>
                <a:gd name="csX2408" fmla="*/ 786323 w 1305676"/>
                <a:gd name="csY2408" fmla="*/ 344835 h 959591"/>
                <a:gd name="csX2409" fmla="*/ 787008 w 1305676"/>
                <a:gd name="csY2409" fmla="*/ 343945 h 959591"/>
                <a:gd name="csX2410" fmla="*/ 788271 w 1305676"/>
                <a:gd name="csY2410" fmla="*/ 342461 h 959591"/>
                <a:gd name="csX2411" fmla="*/ 790546 w 1305676"/>
                <a:gd name="csY2411" fmla="*/ 339692 h 959591"/>
                <a:gd name="csX2412" fmla="*/ 792280 w 1305676"/>
                <a:gd name="csY2412" fmla="*/ 337265 h 959591"/>
                <a:gd name="csX2413" fmla="*/ 793132 w 1305676"/>
                <a:gd name="csY2413" fmla="*/ 336184 h 959591"/>
                <a:gd name="csX2414" fmla="*/ 795080 w 1305676"/>
                <a:gd name="csY2414" fmla="*/ 333757 h 959591"/>
                <a:gd name="csX2415" fmla="*/ 796655 w 1305676"/>
                <a:gd name="csY2415" fmla="*/ 331923 h 959591"/>
                <a:gd name="csX2416" fmla="*/ 798664 w 1305676"/>
                <a:gd name="csY2416" fmla="*/ 329451 h 959591"/>
                <a:gd name="csX2417" fmla="*/ 800353 w 1305676"/>
                <a:gd name="csY2417" fmla="*/ 328652 h 959591"/>
                <a:gd name="csX2418" fmla="*/ 802499 w 1305676"/>
                <a:gd name="csY2418" fmla="*/ 327975 h 959591"/>
                <a:gd name="csX2419" fmla="*/ 808136 w 1305676"/>
                <a:gd name="csY2419" fmla="*/ 325548 h 959591"/>
                <a:gd name="csX2420" fmla="*/ 809255 w 1305676"/>
                <a:gd name="csY2420" fmla="*/ 325023 h 959591"/>
                <a:gd name="csX2421" fmla="*/ 810191 w 1305676"/>
                <a:gd name="csY2421" fmla="*/ 324916 h 959591"/>
                <a:gd name="csX2422" fmla="*/ 812185 w 1305676"/>
                <a:gd name="csY2422" fmla="*/ 322953 h 959591"/>
                <a:gd name="csX2423" fmla="*/ 813873 w 1305676"/>
                <a:gd name="csY2423" fmla="*/ 321249 h 959591"/>
                <a:gd name="csX2424" fmla="*/ 814977 w 1305676"/>
                <a:gd name="csY2424" fmla="*/ 319978 h 959591"/>
                <a:gd name="csX2425" fmla="*/ 817267 w 1305676"/>
                <a:gd name="csY2425" fmla="*/ 319514 h 959591"/>
                <a:gd name="csX2426" fmla="*/ 818438 w 1305676"/>
                <a:gd name="csY2426" fmla="*/ 318593 h 959591"/>
                <a:gd name="csX2427" fmla="*/ 818644 w 1305676"/>
                <a:gd name="csY2427" fmla="*/ 317391 h 959591"/>
                <a:gd name="csX2428" fmla="*/ 818408 w 1305676"/>
                <a:gd name="csY2428" fmla="*/ 315550 h 959591"/>
                <a:gd name="csX2429" fmla="*/ 817305 w 1305676"/>
                <a:gd name="csY2429" fmla="*/ 313663 h 959591"/>
                <a:gd name="csX2430" fmla="*/ 816377 w 1305676"/>
                <a:gd name="csY2430" fmla="*/ 312012 h 959591"/>
                <a:gd name="csX2431" fmla="*/ 813105 w 1305676"/>
                <a:gd name="csY2431" fmla="*/ 308862 h 959591"/>
                <a:gd name="csX2432" fmla="*/ 811370 w 1305676"/>
                <a:gd name="csY2432" fmla="*/ 306906 h 959591"/>
                <a:gd name="csX2433" fmla="*/ 809605 w 1305676"/>
                <a:gd name="csY2433" fmla="*/ 304388 h 959591"/>
                <a:gd name="csX2434" fmla="*/ 808882 w 1305676"/>
                <a:gd name="csY2434" fmla="*/ 302022 h 959591"/>
                <a:gd name="csX2435" fmla="*/ 807672 w 1305676"/>
                <a:gd name="csY2435" fmla="*/ 300515 h 959591"/>
                <a:gd name="csX2436" fmla="*/ 807094 w 1305676"/>
                <a:gd name="csY2436" fmla="*/ 299176 h 959591"/>
                <a:gd name="csX2437" fmla="*/ 807277 w 1305676"/>
                <a:gd name="csY2437" fmla="*/ 297632 h 959591"/>
                <a:gd name="csX2438" fmla="*/ 808958 w 1305676"/>
                <a:gd name="csY2438" fmla="*/ 294877 h 959591"/>
                <a:gd name="csX2439" fmla="*/ 809491 w 1305676"/>
                <a:gd name="csY2439" fmla="*/ 293135 h 959591"/>
                <a:gd name="csX2440" fmla="*/ 810191 w 1305676"/>
                <a:gd name="csY2440" fmla="*/ 290054 h 959591"/>
                <a:gd name="csX2441" fmla="*/ 811766 w 1305676"/>
                <a:gd name="csY2441" fmla="*/ 285435 h 959591"/>
                <a:gd name="csX2442" fmla="*/ 813052 w 1305676"/>
                <a:gd name="csY2442" fmla="*/ 283267 h 959591"/>
                <a:gd name="csX2443" fmla="*/ 814535 w 1305676"/>
                <a:gd name="csY2443" fmla="*/ 281151 h 959591"/>
                <a:gd name="csX2444" fmla="*/ 817678 w 1305676"/>
                <a:gd name="csY2444" fmla="*/ 278306 h 959591"/>
                <a:gd name="csX2445" fmla="*/ 820554 w 1305676"/>
                <a:gd name="csY2445" fmla="*/ 277781 h 959591"/>
                <a:gd name="csX2446" fmla="*/ 822266 w 1305676"/>
                <a:gd name="csY2446" fmla="*/ 278344 h 959591"/>
                <a:gd name="csX2447" fmla="*/ 826093 w 1305676"/>
                <a:gd name="csY2447" fmla="*/ 278344 h 959591"/>
                <a:gd name="csX2448" fmla="*/ 828642 w 1305676"/>
                <a:gd name="csY2448" fmla="*/ 278496 h 959591"/>
                <a:gd name="csX2449" fmla="*/ 830521 w 1305676"/>
                <a:gd name="csY2449" fmla="*/ 279919 h 959591"/>
                <a:gd name="csX2450" fmla="*/ 832598 w 1305676"/>
                <a:gd name="csY2450" fmla="*/ 282726 h 959591"/>
                <a:gd name="csX2451" fmla="*/ 834949 w 1305676"/>
                <a:gd name="csY2451" fmla="*/ 283754 h 959591"/>
                <a:gd name="csX2452" fmla="*/ 842269 w 1305676"/>
                <a:gd name="csY2452" fmla="*/ 285953 h 959591"/>
                <a:gd name="csX2453" fmla="*/ 845396 w 1305676"/>
                <a:gd name="csY2453" fmla="*/ 286417 h 959591"/>
                <a:gd name="csX2454" fmla="*/ 847633 w 1305676"/>
                <a:gd name="csY2454" fmla="*/ 286516 h 959591"/>
                <a:gd name="csX2455" fmla="*/ 850943 w 1305676"/>
                <a:gd name="csY2455" fmla="*/ 287238 h 959591"/>
                <a:gd name="csX2456" fmla="*/ 852053 w 1305676"/>
                <a:gd name="csY2456" fmla="*/ 287398 h 959591"/>
                <a:gd name="csX2457" fmla="*/ 853750 w 1305676"/>
                <a:gd name="csY2457" fmla="*/ 287893 h 959591"/>
                <a:gd name="csX2458" fmla="*/ 855150 w 1305676"/>
                <a:gd name="csY2458" fmla="*/ 287360 h 959591"/>
                <a:gd name="csX2459" fmla="*/ 857273 w 1305676"/>
                <a:gd name="csY2459" fmla="*/ 285481 h 959591"/>
                <a:gd name="csX2460" fmla="*/ 859943 w 1305676"/>
                <a:gd name="csY2460" fmla="*/ 283373 h 959591"/>
                <a:gd name="csX2461" fmla="*/ 861092 w 1305676"/>
                <a:gd name="csY2461" fmla="*/ 282886 h 959591"/>
                <a:gd name="csX2462" fmla="*/ 863215 w 1305676"/>
                <a:gd name="csY2462" fmla="*/ 281973 h 959591"/>
                <a:gd name="csX2463" fmla="*/ 864280 w 1305676"/>
                <a:gd name="csY2463" fmla="*/ 281114 h 959591"/>
                <a:gd name="csX2464" fmla="*/ 866144 w 1305676"/>
                <a:gd name="csY2464" fmla="*/ 278740 h 959591"/>
                <a:gd name="csX2465" fmla="*/ 868564 w 1305676"/>
                <a:gd name="csY2465" fmla="*/ 276898 h 959591"/>
                <a:gd name="csX2466" fmla="*/ 871516 w 1305676"/>
                <a:gd name="csY2466" fmla="*/ 274129 h 959591"/>
                <a:gd name="csX2467" fmla="*/ 872969 w 1305676"/>
                <a:gd name="csY2467" fmla="*/ 272044 h 959591"/>
                <a:gd name="csX2468" fmla="*/ 873289 w 1305676"/>
                <a:gd name="csY2468" fmla="*/ 270697 h 959591"/>
                <a:gd name="csX2469" fmla="*/ 873608 w 1305676"/>
                <a:gd name="csY2469" fmla="*/ 269237 h 959591"/>
                <a:gd name="csX2470" fmla="*/ 874521 w 1305676"/>
                <a:gd name="csY2470" fmla="*/ 268468 h 959591"/>
                <a:gd name="csX2471" fmla="*/ 876317 w 1305676"/>
                <a:gd name="csY2471" fmla="*/ 267761 h 959591"/>
                <a:gd name="csX2472" fmla="*/ 878341 w 1305676"/>
                <a:gd name="csY2472" fmla="*/ 267570 h 959591"/>
                <a:gd name="csX2473" fmla="*/ 882191 w 1305676"/>
                <a:gd name="csY2473" fmla="*/ 268826 h 959591"/>
                <a:gd name="csX2474" fmla="*/ 887395 w 1305676"/>
                <a:gd name="csY2474" fmla="*/ 268468 h 959591"/>
                <a:gd name="csX2475" fmla="*/ 888559 w 1305676"/>
                <a:gd name="csY2475" fmla="*/ 268286 h 959591"/>
                <a:gd name="csX2476" fmla="*/ 893300 w 1305676"/>
                <a:gd name="csY2476" fmla="*/ 267563 h 959591"/>
                <a:gd name="csX2477" fmla="*/ 895437 w 1305676"/>
                <a:gd name="csY2477" fmla="*/ 266969 h 959591"/>
                <a:gd name="csX2478" fmla="*/ 898451 w 1305676"/>
                <a:gd name="csY2478" fmla="*/ 266398 h 959591"/>
                <a:gd name="csX2479" fmla="*/ 900763 w 1305676"/>
                <a:gd name="csY2479" fmla="*/ 264070 h 959591"/>
                <a:gd name="csX2480" fmla="*/ 903860 w 1305676"/>
                <a:gd name="csY2480" fmla="*/ 261293 h 959591"/>
                <a:gd name="csX2481" fmla="*/ 906112 w 1305676"/>
                <a:gd name="csY2481" fmla="*/ 259749 h 959591"/>
                <a:gd name="csX2482" fmla="*/ 907611 w 1305676"/>
                <a:gd name="csY2482" fmla="*/ 259452 h 959591"/>
                <a:gd name="csX2483" fmla="*/ 909483 w 1305676"/>
                <a:gd name="csY2483" fmla="*/ 257847 h 959591"/>
                <a:gd name="csX2484" fmla="*/ 910403 w 1305676"/>
                <a:gd name="csY2484" fmla="*/ 256119 h 959591"/>
                <a:gd name="csX2485" fmla="*/ 910160 w 1305676"/>
                <a:gd name="csY2485" fmla="*/ 254598 h 959591"/>
                <a:gd name="csX2486" fmla="*/ 909810 w 1305676"/>
                <a:gd name="csY2486" fmla="*/ 253342 h 959591"/>
                <a:gd name="csX2487" fmla="*/ 910913 w 1305676"/>
                <a:gd name="csY2487" fmla="*/ 251007 h 959591"/>
                <a:gd name="csX2488" fmla="*/ 912907 w 1305676"/>
                <a:gd name="csY2488" fmla="*/ 246913 h 959591"/>
                <a:gd name="csX2489" fmla="*/ 914763 w 1305676"/>
                <a:gd name="csY2489" fmla="*/ 245003 h 959591"/>
                <a:gd name="csX2490" fmla="*/ 916300 w 1305676"/>
                <a:gd name="csY2490" fmla="*/ 243459 h 959591"/>
                <a:gd name="csX2491" fmla="*/ 917282 w 1305676"/>
                <a:gd name="csY2491" fmla="*/ 240971 h 959591"/>
                <a:gd name="csX2492" fmla="*/ 918491 w 1305676"/>
                <a:gd name="csY2492" fmla="*/ 240255 h 959591"/>
                <a:gd name="csX2493" fmla="*/ 919975 w 1305676"/>
                <a:gd name="csY2493" fmla="*/ 239982 h 959591"/>
                <a:gd name="csX2494" fmla="*/ 922067 w 1305676"/>
                <a:gd name="csY2494" fmla="*/ 238292 h 959591"/>
                <a:gd name="csX2495" fmla="*/ 923604 w 1305676"/>
                <a:gd name="csY2495" fmla="*/ 237950 h 959591"/>
                <a:gd name="csX2496" fmla="*/ 926161 w 1305676"/>
                <a:gd name="csY2496" fmla="*/ 238757 h 959591"/>
                <a:gd name="csX2497" fmla="*/ 929942 w 1305676"/>
                <a:gd name="csY2497" fmla="*/ 238962 h 959591"/>
                <a:gd name="csX2498" fmla="*/ 932354 w 1305676"/>
                <a:gd name="csY2498" fmla="*/ 239046 h 959591"/>
                <a:gd name="csX2499" fmla="*/ 933731 w 1305676"/>
                <a:gd name="csY2499" fmla="*/ 238742 h 959591"/>
                <a:gd name="csX2500" fmla="*/ 934233 w 1305676"/>
                <a:gd name="csY2500" fmla="*/ 237836 h 959591"/>
                <a:gd name="csX2501" fmla="*/ 934218 w 1305676"/>
                <a:gd name="csY2501" fmla="*/ 236436 h 959591"/>
                <a:gd name="csX2502" fmla="*/ 934986 w 1305676"/>
                <a:gd name="csY2502" fmla="*/ 233317 h 959591"/>
                <a:gd name="csX2503" fmla="*/ 935276 w 1305676"/>
                <a:gd name="csY2503" fmla="*/ 232289 h 959591"/>
                <a:gd name="csX2504" fmla="*/ 935968 w 1305676"/>
                <a:gd name="csY2504" fmla="*/ 231810 h 959591"/>
                <a:gd name="csX2505" fmla="*/ 938297 w 1305676"/>
                <a:gd name="csY2505" fmla="*/ 231749 h 959591"/>
                <a:gd name="csX2506" fmla="*/ 939864 w 1305676"/>
                <a:gd name="csY2506" fmla="*/ 232868 h 959591"/>
                <a:gd name="csX2507" fmla="*/ 940944 w 1305676"/>
                <a:gd name="csY2507" fmla="*/ 233796 h 959591"/>
                <a:gd name="csX2508" fmla="*/ 942443 w 1305676"/>
                <a:gd name="csY2508" fmla="*/ 233918 h 959591"/>
                <a:gd name="csX2509" fmla="*/ 943988 w 1305676"/>
                <a:gd name="csY2509" fmla="*/ 233309 h 959591"/>
                <a:gd name="csX2510" fmla="*/ 946050 w 1305676"/>
                <a:gd name="csY2510" fmla="*/ 230783 h 959591"/>
                <a:gd name="csX2511" fmla="*/ 949488 w 1305676"/>
                <a:gd name="csY2511" fmla="*/ 229314 h 959591"/>
                <a:gd name="csX2512" fmla="*/ 951315 w 1305676"/>
                <a:gd name="csY2512" fmla="*/ 228942 h 959591"/>
                <a:gd name="csX2513" fmla="*/ 954556 w 1305676"/>
                <a:gd name="csY2513" fmla="*/ 227747 h 959591"/>
                <a:gd name="csX2514" fmla="*/ 956602 w 1305676"/>
                <a:gd name="csY2514" fmla="*/ 228181 h 959591"/>
                <a:gd name="csX2515" fmla="*/ 960361 w 1305676"/>
                <a:gd name="csY2515" fmla="*/ 228531 h 959591"/>
                <a:gd name="csX2516" fmla="*/ 961814 w 1305676"/>
                <a:gd name="csY2516" fmla="*/ 228226 h 959591"/>
                <a:gd name="csX2517" fmla="*/ 963397 w 1305676"/>
                <a:gd name="csY2517" fmla="*/ 228531 h 959591"/>
                <a:gd name="csX2518" fmla="*/ 964835 w 1305676"/>
                <a:gd name="csY2518" fmla="*/ 226819 h 959591"/>
                <a:gd name="csX2519" fmla="*/ 965977 w 1305676"/>
                <a:gd name="csY2519" fmla="*/ 226408 h 959591"/>
                <a:gd name="csX2520" fmla="*/ 968396 w 1305676"/>
                <a:gd name="csY2520" fmla="*/ 227199 h 959591"/>
                <a:gd name="csX2521" fmla="*/ 969917 w 1305676"/>
                <a:gd name="csY2521" fmla="*/ 228523 h 959591"/>
                <a:gd name="csX2522" fmla="*/ 972763 w 1305676"/>
                <a:gd name="csY2522" fmla="*/ 230182 h 959591"/>
                <a:gd name="csX2523" fmla="*/ 976392 w 1305676"/>
                <a:gd name="csY2523" fmla="*/ 230958 h 959591"/>
                <a:gd name="csX2524" fmla="*/ 979428 w 1305676"/>
                <a:gd name="csY2524" fmla="*/ 230562 h 959591"/>
                <a:gd name="csX2525" fmla="*/ 982548 w 1305676"/>
                <a:gd name="csY2525" fmla="*/ 231262 h 959591"/>
                <a:gd name="csX2526" fmla="*/ 984389 w 1305676"/>
                <a:gd name="csY2526" fmla="*/ 231201 h 959591"/>
                <a:gd name="csX2527" fmla="*/ 985264 w 1305676"/>
                <a:gd name="csY2527" fmla="*/ 230547 h 959591"/>
                <a:gd name="csX2528" fmla="*/ 987821 w 1305676"/>
                <a:gd name="csY2528" fmla="*/ 229155 h 959591"/>
                <a:gd name="csX2529" fmla="*/ 988429 w 1305676"/>
                <a:gd name="csY2529" fmla="*/ 227268 h 959591"/>
                <a:gd name="csX2530" fmla="*/ 988178 w 1305676"/>
                <a:gd name="csY2530" fmla="*/ 225449 h 959591"/>
                <a:gd name="csX2531" fmla="*/ 988475 w 1305676"/>
                <a:gd name="csY2531" fmla="*/ 223387 h 959591"/>
                <a:gd name="csX2532" fmla="*/ 987722 w 1305676"/>
                <a:gd name="csY2532" fmla="*/ 221866 h 959591"/>
                <a:gd name="csX2533" fmla="*/ 986139 w 1305676"/>
                <a:gd name="csY2533" fmla="*/ 219614 h 959591"/>
                <a:gd name="csX2534" fmla="*/ 985523 w 1305676"/>
                <a:gd name="csY2534" fmla="*/ 218107 h 959591"/>
                <a:gd name="csX2535" fmla="*/ 985469 w 1305676"/>
                <a:gd name="csY2535" fmla="*/ 216136 h 959591"/>
                <a:gd name="csX2536" fmla="*/ 984480 w 1305676"/>
                <a:gd name="csY2536" fmla="*/ 214257 h 959591"/>
                <a:gd name="csX2537" fmla="*/ 982107 w 1305676"/>
                <a:gd name="csY2537" fmla="*/ 211990 h 959591"/>
                <a:gd name="csX2538" fmla="*/ 980547 w 1305676"/>
                <a:gd name="csY2538" fmla="*/ 210940 h 959591"/>
                <a:gd name="csX2539" fmla="*/ 977336 w 1305676"/>
                <a:gd name="csY2539" fmla="*/ 207014 h 959591"/>
                <a:gd name="csX2540" fmla="*/ 976248 w 1305676"/>
                <a:gd name="csY2540" fmla="*/ 206093 h 959591"/>
                <a:gd name="csX2541" fmla="*/ 975875 w 1305676"/>
                <a:gd name="csY2541" fmla="*/ 205446 h 959591"/>
                <a:gd name="csX2542" fmla="*/ 975502 w 1305676"/>
                <a:gd name="csY2542" fmla="*/ 204130 h 959591"/>
                <a:gd name="csX2543" fmla="*/ 974315 w 1305676"/>
                <a:gd name="csY2543" fmla="*/ 203499 h 959591"/>
                <a:gd name="csX2544" fmla="*/ 972756 w 1305676"/>
                <a:gd name="csY2544" fmla="*/ 202471 h 959591"/>
                <a:gd name="csX2545" fmla="*/ 971918 w 1305676"/>
                <a:gd name="csY2545" fmla="*/ 201421 h 959591"/>
                <a:gd name="csX2546" fmla="*/ 971371 w 1305676"/>
                <a:gd name="csY2546" fmla="*/ 199595 h 959591"/>
                <a:gd name="csX2547" fmla="*/ 971044 w 1305676"/>
                <a:gd name="csY2547" fmla="*/ 198401 h 959591"/>
                <a:gd name="csX2548" fmla="*/ 969667 w 1305676"/>
                <a:gd name="csY2548" fmla="*/ 197412 h 959591"/>
                <a:gd name="csX2549" fmla="*/ 968289 w 1305676"/>
                <a:gd name="csY2549" fmla="*/ 196856 h 959591"/>
                <a:gd name="csX2550" fmla="*/ 966737 w 1305676"/>
                <a:gd name="csY2550" fmla="*/ 196156 h 959591"/>
                <a:gd name="csX2551" fmla="*/ 964165 w 1305676"/>
                <a:gd name="csY2551" fmla="*/ 195129 h 959591"/>
                <a:gd name="csX2552" fmla="*/ 962682 w 1305676"/>
                <a:gd name="csY2552" fmla="*/ 193083 h 959591"/>
                <a:gd name="csX2553" fmla="*/ 960064 w 1305676"/>
                <a:gd name="csY2553" fmla="*/ 189240 h 959591"/>
                <a:gd name="csX2554" fmla="*/ 958581 w 1305676"/>
                <a:gd name="csY2554" fmla="*/ 187947 h 959591"/>
                <a:gd name="csX2555" fmla="*/ 953057 w 1305676"/>
                <a:gd name="csY2555" fmla="*/ 187452 h 959591"/>
                <a:gd name="csX2556" fmla="*/ 951071 w 1305676"/>
                <a:gd name="csY2556" fmla="*/ 186516 h 959591"/>
                <a:gd name="csX2557" fmla="*/ 948827 w 1305676"/>
                <a:gd name="csY2557" fmla="*/ 186836 h 959591"/>
                <a:gd name="csX2558" fmla="*/ 947487 w 1305676"/>
                <a:gd name="csY2558" fmla="*/ 187452 h 959591"/>
                <a:gd name="csX2559" fmla="*/ 944520 w 1305676"/>
                <a:gd name="csY2559" fmla="*/ 187445 h 959591"/>
                <a:gd name="csX2560" fmla="*/ 942983 w 1305676"/>
                <a:gd name="csY2560" fmla="*/ 187825 h 959591"/>
                <a:gd name="csX2561" fmla="*/ 941028 w 1305676"/>
                <a:gd name="csY2561" fmla="*/ 190359 h 959591"/>
                <a:gd name="csX2562" fmla="*/ 938433 w 1305676"/>
                <a:gd name="csY2562" fmla="*/ 193646 h 959591"/>
                <a:gd name="csX2563" fmla="*/ 936296 w 1305676"/>
                <a:gd name="csY2563" fmla="*/ 195647 h 959591"/>
                <a:gd name="csX2564" fmla="*/ 934774 w 1305676"/>
                <a:gd name="csY2564" fmla="*/ 197724 h 959591"/>
                <a:gd name="csX2565" fmla="*/ 934066 w 1305676"/>
                <a:gd name="csY2565" fmla="*/ 198469 h 959591"/>
                <a:gd name="csX2566" fmla="*/ 932681 w 1305676"/>
                <a:gd name="csY2566" fmla="*/ 198020 h 959591"/>
                <a:gd name="csX2567" fmla="*/ 930779 w 1305676"/>
                <a:gd name="csY2567" fmla="*/ 195684 h 959591"/>
                <a:gd name="csX2568" fmla="*/ 928063 w 1305676"/>
                <a:gd name="csY2568" fmla="*/ 193592 h 959591"/>
                <a:gd name="csX2569" fmla="*/ 925544 w 1305676"/>
                <a:gd name="csY2569" fmla="*/ 192641 h 959591"/>
                <a:gd name="csX2570" fmla="*/ 924464 w 1305676"/>
                <a:gd name="csY2570" fmla="*/ 192116 h 959591"/>
                <a:gd name="csX2571" fmla="*/ 921459 w 1305676"/>
                <a:gd name="csY2571" fmla="*/ 191583 h 959591"/>
                <a:gd name="csX2572" fmla="*/ 919138 w 1305676"/>
                <a:gd name="csY2572" fmla="*/ 191751 h 959591"/>
                <a:gd name="csX2573" fmla="*/ 916178 w 1305676"/>
                <a:gd name="csY2573" fmla="*/ 192542 h 959591"/>
                <a:gd name="csX2574" fmla="*/ 913287 w 1305676"/>
                <a:gd name="csY2574" fmla="*/ 192398 h 959591"/>
                <a:gd name="csX2575" fmla="*/ 911986 w 1305676"/>
                <a:gd name="csY2575" fmla="*/ 191896 h 959591"/>
                <a:gd name="csX2576" fmla="*/ 910145 w 1305676"/>
                <a:gd name="csY2576" fmla="*/ 191949 h 959591"/>
                <a:gd name="csX2577" fmla="*/ 906812 w 1305676"/>
                <a:gd name="csY2577" fmla="*/ 194125 h 959591"/>
                <a:gd name="csX2578" fmla="*/ 905085 w 1305676"/>
                <a:gd name="csY2578" fmla="*/ 196598 h 959591"/>
                <a:gd name="csX2579" fmla="*/ 903038 w 1305676"/>
                <a:gd name="csY2579" fmla="*/ 197374 h 959591"/>
                <a:gd name="csX2580" fmla="*/ 901190 w 1305676"/>
                <a:gd name="csY2580" fmla="*/ 195753 h 959591"/>
                <a:gd name="csX2581" fmla="*/ 899059 w 1305676"/>
                <a:gd name="csY2581" fmla="*/ 193836 h 959591"/>
                <a:gd name="csX2582" fmla="*/ 897020 w 1305676"/>
                <a:gd name="csY2582" fmla="*/ 191431 h 959591"/>
                <a:gd name="csX2583" fmla="*/ 895765 w 1305676"/>
                <a:gd name="csY2583" fmla="*/ 189202 h 959591"/>
                <a:gd name="csX2584" fmla="*/ 895065 w 1305676"/>
                <a:gd name="csY2584" fmla="*/ 183283 h 959591"/>
                <a:gd name="csX2585" fmla="*/ 897507 w 1305676"/>
                <a:gd name="csY2585" fmla="*/ 181517 h 959591"/>
                <a:gd name="csX2586" fmla="*/ 900626 w 1305676"/>
                <a:gd name="csY2586" fmla="*/ 179532 h 959591"/>
                <a:gd name="csX2587" fmla="*/ 900862 w 1305676"/>
                <a:gd name="csY2587" fmla="*/ 176389 h 959591"/>
                <a:gd name="csX2588" fmla="*/ 900748 w 1305676"/>
                <a:gd name="csY2588" fmla="*/ 172882 h 959591"/>
                <a:gd name="csX2589" fmla="*/ 901365 w 1305676"/>
                <a:gd name="csY2589" fmla="*/ 168971 h 959591"/>
                <a:gd name="csX2590" fmla="*/ 904210 w 1305676"/>
                <a:gd name="csY2590" fmla="*/ 165357 h 959591"/>
                <a:gd name="csX2591" fmla="*/ 905739 w 1305676"/>
                <a:gd name="csY2591" fmla="*/ 162359 h 959591"/>
                <a:gd name="csX2592" fmla="*/ 905930 w 1305676"/>
                <a:gd name="csY2592" fmla="*/ 160487 h 959591"/>
                <a:gd name="csX2593" fmla="*/ 907299 w 1305676"/>
                <a:gd name="csY2593" fmla="*/ 157376 h 959591"/>
                <a:gd name="csX2594" fmla="*/ 908608 w 1305676"/>
                <a:gd name="csY2594" fmla="*/ 154089 h 959591"/>
                <a:gd name="csX2595" fmla="*/ 910396 w 1305676"/>
                <a:gd name="csY2595" fmla="*/ 149767 h 959591"/>
                <a:gd name="csX2596" fmla="*/ 913781 w 1305676"/>
                <a:gd name="csY2596" fmla="*/ 142067 h 959591"/>
                <a:gd name="csX2597" fmla="*/ 917784 w 1305676"/>
                <a:gd name="csY2597" fmla="*/ 132922 h 959591"/>
                <a:gd name="csX2598" fmla="*/ 919785 w 1305676"/>
                <a:gd name="csY2598" fmla="*/ 128341 h 959591"/>
                <a:gd name="csX2599" fmla="*/ 924175 w 1305676"/>
                <a:gd name="csY2599" fmla="*/ 131179 h 959591"/>
                <a:gd name="csX2600" fmla="*/ 927005 w 1305676"/>
                <a:gd name="csY2600" fmla="*/ 132655 h 959591"/>
                <a:gd name="csX2601" fmla="*/ 931791 w 1305676"/>
                <a:gd name="csY2601" fmla="*/ 134892 h 959591"/>
                <a:gd name="csX2602" fmla="*/ 936729 w 1305676"/>
                <a:gd name="csY2602" fmla="*/ 135394 h 959591"/>
                <a:gd name="csX2603" fmla="*/ 941454 w 1305676"/>
                <a:gd name="csY2603" fmla="*/ 137814 h 959591"/>
                <a:gd name="csX2604" fmla="*/ 943889 w 1305676"/>
                <a:gd name="csY2604" fmla="*/ 138544 h 959591"/>
                <a:gd name="csX2605" fmla="*/ 945190 w 1305676"/>
                <a:gd name="csY2605" fmla="*/ 138544 h 959591"/>
                <a:gd name="csX2606" fmla="*/ 951878 w 1305676"/>
                <a:gd name="csY2606" fmla="*/ 132655 h 959591"/>
                <a:gd name="csX2607" fmla="*/ 957531 w 1305676"/>
                <a:gd name="csY2607" fmla="*/ 127657 h 959591"/>
                <a:gd name="csX2608" fmla="*/ 964028 w 1305676"/>
                <a:gd name="csY2608" fmla="*/ 123746 h 959591"/>
                <a:gd name="csX2609" fmla="*/ 968807 w 1305676"/>
                <a:gd name="csY2609" fmla="*/ 123213 h 959591"/>
                <a:gd name="csX2610" fmla="*/ 972398 w 1305676"/>
                <a:gd name="csY2610" fmla="*/ 122072 h 959591"/>
                <a:gd name="csX2611" fmla="*/ 974787 w 1305676"/>
                <a:gd name="csY2611" fmla="*/ 120314 h 959591"/>
                <a:gd name="csX2612" fmla="*/ 976210 w 1305676"/>
                <a:gd name="csY2612" fmla="*/ 117377 h 959591"/>
                <a:gd name="csX2613" fmla="*/ 976644 w 1305676"/>
                <a:gd name="csY2613" fmla="*/ 113253 h 959591"/>
                <a:gd name="csX2614" fmla="*/ 975685 w 1305676"/>
                <a:gd name="csY2614" fmla="*/ 110750 h 959591"/>
                <a:gd name="csX2615" fmla="*/ 973341 w 1305676"/>
                <a:gd name="csY2615" fmla="*/ 109883 h 959591"/>
                <a:gd name="csX2616" fmla="*/ 972740 w 1305676"/>
                <a:gd name="csY2616" fmla="*/ 109008 h 959591"/>
                <a:gd name="csX2617" fmla="*/ 973867 w 1305676"/>
                <a:gd name="csY2617" fmla="*/ 108118 h 959591"/>
                <a:gd name="csX2618" fmla="*/ 974703 w 1305676"/>
                <a:gd name="csY2618" fmla="*/ 106390 h 959591"/>
                <a:gd name="csX2619" fmla="*/ 975228 w 1305676"/>
                <a:gd name="csY2619" fmla="*/ 103819 h 959591"/>
                <a:gd name="csX2620" fmla="*/ 976583 w 1305676"/>
                <a:gd name="csY2620" fmla="*/ 101369 h 959591"/>
                <a:gd name="csX2621" fmla="*/ 978751 w 1305676"/>
                <a:gd name="csY2621" fmla="*/ 99056 h 959591"/>
                <a:gd name="csX2622" fmla="*/ 979953 w 1305676"/>
                <a:gd name="csY2622" fmla="*/ 96484 h 959591"/>
                <a:gd name="csX2623" fmla="*/ 980174 w 1305676"/>
                <a:gd name="csY2623" fmla="*/ 93654 h 959591"/>
                <a:gd name="csX2624" fmla="*/ 981483 w 1305676"/>
                <a:gd name="csY2624" fmla="*/ 90823 h 959591"/>
                <a:gd name="csX2625" fmla="*/ 983864 w 1305676"/>
                <a:gd name="csY2625" fmla="*/ 88001 h 959591"/>
                <a:gd name="csX2626" fmla="*/ 985173 w 1305676"/>
                <a:gd name="csY2626" fmla="*/ 85368 h 959591"/>
                <a:gd name="csX2627" fmla="*/ 985393 w 1305676"/>
                <a:gd name="csY2627" fmla="*/ 82933 h 959591"/>
                <a:gd name="csX2628" fmla="*/ 986603 w 1305676"/>
                <a:gd name="csY2628" fmla="*/ 79951 h 959591"/>
                <a:gd name="csX2629" fmla="*/ 989890 w 1305676"/>
                <a:gd name="csY2629" fmla="*/ 74663 h 959591"/>
                <a:gd name="csX2630" fmla="*/ 992021 w 1305676"/>
                <a:gd name="csY2630" fmla="*/ 68553 h 959591"/>
                <a:gd name="csX2631" fmla="*/ 995657 w 1305676"/>
                <a:gd name="csY2631" fmla="*/ 64353 h 959591"/>
                <a:gd name="csX2632" fmla="*/ 1001501 w 1305676"/>
                <a:gd name="csY2632" fmla="*/ 60032 h 959591"/>
                <a:gd name="csX2633" fmla="*/ 1005145 w 1305676"/>
                <a:gd name="csY2633" fmla="*/ 55733 h 959591"/>
                <a:gd name="csX2634" fmla="*/ 1006599 w 1305676"/>
                <a:gd name="csY2634" fmla="*/ 51457 h 959591"/>
                <a:gd name="csX2635" fmla="*/ 1006484 w 1305676"/>
                <a:gd name="csY2635" fmla="*/ 47668 h 959591"/>
                <a:gd name="csX2636" fmla="*/ 1004795 w 1305676"/>
                <a:gd name="csY2636" fmla="*/ 44381 h 959591"/>
                <a:gd name="csX2637" fmla="*/ 1004468 w 1305676"/>
                <a:gd name="csY2637" fmla="*/ 41033 h 959591"/>
                <a:gd name="csX2638" fmla="*/ 1005518 w 1305676"/>
                <a:gd name="csY2638" fmla="*/ 37617 h 959591"/>
                <a:gd name="csX2639" fmla="*/ 1004598 w 1305676"/>
                <a:gd name="csY2639" fmla="*/ 35060 h 959591"/>
                <a:gd name="csX2640" fmla="*/ 1001714 w 1305676"/>
                <a:gd name="csY2640" fmla="*/ 33364 h 959591"/>
                <a:gd name="csX2641" fmla="*/ 998275 w 1305676"/>
                <a:gd name="csY2641" fmla="*/ 32945 h 959591"/>
                <a:gd name="csX2642" fmla="*/ 994280 w 1305676"/>
                <a:gd name="csY2642" fmla="*/ 33805 h 959591"/>
                <a:gd name="csX2643" fmla="*/ 992036 w 1305676"/>
                <a:gd name="csY2643" fmla="*/ 32732 h 959591"/>
                <a:gd name="csX2644" fmla="*/ 991541 w 1305676"/>
                <a:gd name="csY2644" fmla="*/ 29734 h 959591"/>
                <a:gd name="csX2645" fmla="*/ 992614 w 1305676"/>
                <a:gd name="csY2645" fmla="*/ 27307 h 959591"/>
                <a:gd name="csX2646" fmla="*/ 995254 w 1305676"/>
                <a:gd name="csY2646" fmla="*/ 25451 h 959591"/>
                <a:gd name="csX2647" fmla="*/ 999591 w 1305676"/>
                <a:gd name="csY2647" fmla="*/ 20924 h 959591"/>
                <a:gd name="csX2648" fmla="*/ 1005632 w 1305676"/>
                <a:gd name="csY2648" fmla="*/ 13696 h 959591"/>
                <a:gd name="csX2649" fmla="*/ 1011643 w 1305676"/>
                <a:gd name="csY2649" fmla="*/ 9686 h 959591"/>
                <a:gd name="csX2650" fmla="*/ 1020606 w 1305676"/>
                <a:gd name="csY2650" fmla="*/ 8529 h 959591"/>
                <a:gd name="csX2651" fmla="*/ 1027834 w 1305676"/>
                <a:gd name="csY2651" fmla="*/ 6148 h 959591"/>
                <a:gd name="csX2652" fmla="*/ 1035199 w 1305676"/>
                <a:gd name="csY2652" fmla="*/ 3728 h 959591"/>
                <a:gd name="csX2653" fmla="*/ 1040518 w 1305676"/>
                <a:gd name="csY2653" fmla="*/ 2526 h 959591"/>
                <a:gd name="csX2654" fmla="*/ 1041423 w 1305676"/>
                <a:gd name="csY2654" fmla="*/ 3333 h 959591"/>
                <a:gd name="csX2655" fmla="*/ 1044322 w 1305676"/>
                <a:gd name="csY2655" fmla="*/ 3531 h 959591"/>
                <a:gd name="csX2656" fmla="*/ 1049214 w 1305676"/>
                <a:gd name="csY2656" fmla="*/ 3120 h 959591"/>
                <a:gd name="csX2657" fmla="*/ 1053757 w 1305676"/>
                <a:gd name="csY2657" fmla="*/ 2077 h 959591"/>
                <a:gd name="csX2658" fmla="*/ 1057957 w 1305676"/>
                <a:gd name="csY2658" fmla="*/ 396 h 959591"/>
                <a:gd name="csX2659" fmla="*/ 1061281 w 1305676"/>
                <a:gd name="csY2659" fmla="*/ 0 h 959591"/>
                <a:gd name="csX2660" fmla="*/ 1063724 w 1305676"/>
                <a:gd name="csY2660" fmla="*/ 890 h 959591"/>
                <a:gd name="csX2661" fmla="*/ 1065162 w 1305676"/>
                <a:gd name="csY2661" fmla="*/ 997 h 9595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Lst>
              <a:rect l="l" t="t" r="r" b="b"/>
              <a:pathLst>
                <a:path w="1305676" h="959591">
                  <a:moveTo>
                    <a:pt x="796092" y="919753"/>
                  </a:moveTo>
                  <a:lnTo>
                    <a:pt x="797157" y="920758"/>
                  </a:lnTo>
                  <a:lnTo>
                    <a:pt x="797850" y="922211"/>
                  </a:lnTo>
                  <a:lnTo>
                    <a:pt x="798420" y="924889"/>
                  </a:lnTo>
                  <a:lnTo>
                    <a:pt x="798763" y="927354"/>
                  </a:lnTo>
                  <a:lnTo>
                    <a:pt x="796610" y="928921"/>
                  </a:lnTo>
                  <a:lnTo>
                    <a:pt x="794677" y="929553"/>
                  </a:lnTo>
                  <a:lnTo>
                    <a:pt x="790804" y="935556"/>
                  </a:lnTo>
                  <a:lnTo>
                    <a:pt x="789998" y="937451"/>
                  </a:lnTo>
                  <a:lnTo>
                    <a:pt x="789343" y="938242"/>
                  </a:lnTo>
                  <a:lnTo>
                    <a:pt x="789138" y="939064"/>
                  </a:lnTo>
                  <a:lnTo>
                    <a:pt x="789214" y="939885"/>
                  </a:lnTo>
                  <a:lnTo>
                    <a:pt x="788210" y="942761"/>
                  </a:lnTo>
                  <a:lnTo>
                    <a:pt x="787327" y="946299"/>
                  </a:lnTo>
                  <a:lnTo>
                    <a:pt x="786764" y="947745"/>
                  </a:lnTo>
                  <a:lnTo>
                    <a:pt x="785653" y="948856"/>
                  </a:lnTo>
                  <a:lnTo>
                    <a:pt x="784246" y="949419"/>
                  </a:lnTo>
                  <a:lnTo>
                    <a:pt x="783333" y="949503"/>
                  </a:lnTo>
                  <a:lnTo>
                    <a:pt x="782503" y="949807"/>
                  </a:lnTo>
                  <a:lnTo>
                    <a:pt x="780456" y="951732"/>
                  </a:lnTo>
                  <a:lnTo>
                    <a:pt x="778151" y="953177"/>
                  </a:lnTo>
                  <a:lnTo>
                    <a:pt x="778539" y="953839"/>
                  </a:lnTo>
                  <a:lnTo>
                    <a:pt x="778562" y="954471"/>
                  </a:lnTo>
                  <a:lnTo>
                    <a:pt x="777550" y="955171"/>
                  </a:lnTo>
                  <a:lnTo>
                    <a:pt x="776432" y="955034"/>
                  </a:lnTo>
                  <a:lnTo>
                    <a:pt x="773183" y="955605"/>
                  </a:lnTo>
                  <a:lnTo>
                    <a:pt x="771996" y="956685"/>
                  </a:lnTo>
                  <a:lnTo>
                    <a:pt x="770779" y="958678"/>
                  </a:lnTo>
                  <a:lnTo>
                    <a:pt x="770315" y="958952"/>
                  </a:lnTo>
                  <a:lnTo>
                    <a:pt x="768351" y="959417"/>
                  </a:lnTo>
                  <a:lnTo>
                    <a:pt x="766860" y="959591"/>
                  </a:lnTo>
                  <a:lnTo>
                    <a:pt x="764311" y="958184"/>
                  </a:lnTo>
                  <a:lnTo>
                    <a:pt x="763048" y="957773"/>
                  </a:lnTo>
                  <a:lnTo>
                    <a:pt x="759685" y="957202"/>
                  </a:lnTo>
                  <a:lnTo>
                    <a:pt x="756406" y="956251"/>
                  </a:lnTo>
                  <a:lnTo>
                    <a:pt x="754108" y="955163"/>
                  </a:lnTo>
                  <a:lnTo>
                    <a:pt x="749398" y="952500"/>
                  </a:lnTo>
                  <a:lnTo>
                    <a:pt x="748851" y="947684"/>
                  </a:lnTo>
                  <a:lnTo>
                    <a:pt x="748044" y="945082"/>
                  </a:lnTo>
                  <a:lnTo>
                    <a:pt x="747991" y="944154"/>
                  </a:lnTo>
                  <a:lnTo>
                    <a:pt x="748303" y="936127"/>
                  </a:lnTo>
                  <a:lnTo>
                    <a:pt x="748630" y="935244"/>
                  </a:lnTo>
                  <a:lnTo>
                    <a:pt x="749231" y="934476"/>
                  </a:lnTo>
                  <a:lnTo>
                    <a:pt x="751308" y="932680"/>
                  </a:lnTo>
                  <a:lnTo>
                    <a:pt x="753690" y="931257"/>
                  </a:lnTo>
                  <a:lnTo>
                    <a:pt x="757106" y="928275"/>
                  </a:lnTo>
                  <a:lnTo>
                    <a:pt x="759586" y="926913"/>
                  </a:lnTo>
                  <a:lnTo>
                    <a:pt x="761663" y="924950"/>
                  </a:lnTo>
                  <a:lnTo>
                    <a:pt x="760446" y="925033"/>
                  </a:lnTo>
                  <a:lnTo>
                    <a:pt x="759548" y="924782"/>
                  </a:lnTo>
                  <a:lnTo>
                    <a:pt x="760431" y="923101"/>
                  </a:lnTo>
                  <a:lnTo>
                    <a:pt x="761382" y="922203"/>
                  </a:lnTo>
                  <a:lnTo>
                    <a:pt x="762485" y="921716"/>
                  </a:lnTo>
                  <a:lnTo>
                    <a:pt x="764692" y="922066"/>
                  </a:lnTo>
                  <a:lnTo>
                    <a:pt x="766731" y="921716"/>
                  </a:lnTo>
                  <a:lnTo>
                    <a:pt x="768237" y="920225"/>
                  </a:lnTo>
                  <a:lnTo>
                    <a:pt x="769668" y="919905"/>
                  </a:lnTo>
                  <a:lnTo>
                    <a:pt x="775115" y="920392"/>
                  </a:lnTo>
                  <a:lnTo>
                    <a:pt x="778889" y="919708"/>
                  </a:lnTo>
                  <a:lnTo>
                    <a:pt x="780776" y="918330"/>
                  </a:lnTo>
                  <a:lnTo>
                    <a:pt x="781666" y="918277"/>
                  </a:lnTo>
                  <a:lnTo>
                    <a:pt x="784451" y="918665"/>
                  </a:lnTo>
                  <a:lnTo>
                    <a:pt x="785486" y="920096"/>
                  </a:lnTo>
                  <a:lnTo>
                    <a:pt x="785395" y="919137"/>
                  </a:lnTo>
                  <a:lnTo>
                    <a:pt x="785516" y="918201"/>
                  </a:lnTo>
                  <a:lnTo>
                    <a:pt x="786026" y="918300"/>
                  </a:lnTo>
                  <a:lnTo>
                    <a:pt x="789670" y="920073"/>
                  </a:lnTo>
                  <a:lnTo>
                    <a:pt x="789678" y="917904"/>
                  </a:lnTo>
                  <a:lnTo>
                    <a:pt x="789884" y="917334"/>
                  </a:lnTo>
                  <a:lnTo>
                    <a:pt x="791017" y="916428"/>
                  </a:lnTo>
                  <a:lnTo>
                    <a:pt x="791588" y="916443"/>
                  </a:lnTo>
                  <a:lnTo>
                    <a:pt x="793003" y="918193"/>
                  </a:lnTo>
                  <a:lnTo>
                    <a:pt x="794380" y="919213"/>
                  </a:lnTo>
                  <a:lnTo>
                    <a:pt x="796092" y="919753"/>
                  </a:lnTo>
                  <a:close/>
                  <a:moveTo>
                    <a:pt x="785341" y="894789"/>
                  </a:moveTo>
                  <a:lnTo>
                    <a:pt x="786133" y="895581"/>
                  </a:lnTo>
                  <a:lnTo>
                    <a:pt x="788248" y="895025"/>
                  </a:lnTo>
                  <a:lnTo>
                    <a:pt x="788636" y="896030"/>
                  </a:lnTo>
                  <a:lnTo>
                    <a:pt x="788620" y="896501"/>
                  </a:lnTo>
                  <a:lnTo>
                    <a:pt x="787867" y="897658"/>
                  </a:lnTo>
                  <a:lnTo>
                    <a:pt x="786117" y="896768"/>
                  </a:lnTo>
                  <a:lnTo>
                    <a:pt x="784375" y="896973"/>
                  </a:lnTo>
                  <a:lnTo>
                    <a:pt x="783112" y="896897"/>
                  </a:lnTo>
                  <a:lnTo>
                    <a:pt x="782770" y="896349"/>
                  </a:lnTo>
                  <a:lnTo>
                    <a:pt x="783736" y="895223"/>
                  </a:lnTo>
                  <a:lnTo>
                    <a:pt x="785341" y="894789"/>
                  </a:lnTo>
                  <a:close/>
                  <a:moveTo>
                    <a:pt x="833572" y="882326"/>
                  </a:moveTo>
                  <a:lnTo>
                    <a:pt x="831480" y="882806"/>
                  </a:lnTo>
                  <a:lnTo>
                    <a:pt x="831031" y="882707"/>
                  </a:lnTo>
                  <a:lnTo>
                    <a:pt x="831761" y="881528"/>
                  </a:lnTo>
                  <a:lnTo>
                    <a:pt x="833656" y="880714"/>
                  </a:lnTo>
                  <a:lnTo>
                    <a:pt x="833572" y="882326"/>
                  </a:lnTo>
                  <a:close/>
                  <a:moveTo>
                    <a:pt x="836699" y="883194"/>
                  </a:moveTo>
                  <a:lnTo>
                    <a:pt x="836288" y="883650"/>
                  </a:lnTo>
                  <a:lnTo>
                    <a:pt x="835665" y="882821"/>
                  </a:lnTo>
                  <a:lnTo>
                    <a:pt x="835489" y="881634"/>
                  </a:lnTo>
                  <a:lnTo>
                    <a:pt x="835040" y="880995"/>
                  </a:lnTo>
                  <a:lnTo>
                    <a:pt x="836068" y="880189"/>
                  </a:lnTo>
                  <a:lnTo>
                    <a:pt x="836524" y="879298"/>
                  </a:lnTo>
                  <a:lnTo>
                    <a:pt x="837742" y="879473"/>
                  </a:lnTo>
                  <a:lnTo>
                    <a:pt x="838244" y="879740"/>
                  </a:lnTo>
                  <a:lnTo>
                    <a:pt x="837171" y="880668"/>
                  </a:lnTo>
                  <a:lnTo>
                    <a:pt x="836920" y="881064"/>
                  </a:lnTo>
                  <a:lnTo>
                    <a:pt x="836699" y="883194"/>
                  </a:lnTo>
                  <a:close/>
                  <a:moveTo>
                    <a:pt x="853035" y="855621"/>
                  </a:moveTo>
                  <a:lnTo>
                    <a:pt x="853210" y="856686"/>
                  </a:lnTo>
                  <a:lnTo>
                    <a:pt x="851543" y="855065"/>
                  </a:lnTo>
                  <a:lnTo>
                    <a:pt x="851064" y="854974"/>
                  </a:lnTo>
                  <a:lnTo>
                    <a:pt x="850273" y="854365"/>
                  </a:lnTo>
                  <a:lnTo>
                    <a:pt x="849809" y="853346"/>
                  </a:lnTo>
                  <a:lnTo>
                    <a:pt x="851102" y="853307"/>
                  </a:lnTo>
                  <a:lnTo>
                    <a:pt x="852289" y="854517"/>
                  </a:lnTo>
                  <a:lnTo>
                    <a:pt x="853035" y="855621"/>
                  </a:lnTo>
                  <a:close/>
                  <a:moveTo>
                    <a:pt x="951855" y="816399"/>
                  </a:moveTo>
                  <a:lnTo>
                    <a:pt x="951140" y="817806"/>
                  </a:lnTo>
                  <a:lnTo>
                    <a:pt x="949877" y="817570"/>
                  </a:lnTo>
                  <a:lnTo>
                    <a:pt x="949839" y="816573"/>
                  </a:lnTo>
                  <a:lnTo>
                    <a:pt x="949580" y="816284"/>
                  </a:lnTo>
                  <a:lnTo>
                    <a:pt x="949930" y="815356"/>
                  </a:lnTo>
                  <a:lnTo>
                    <a:pt x="950158" y="815097"/>
                  </a:lnTo>
                  <a:lnTo>
                    <a:pt x="951588" y="815889"/>
                  </a:lnTo>
                  <a:lnTo>
                    <a:pt x="951855" y="816399"/>
                  </a:lnTo>
                  <a:close/>
                  <a:moveTo>
                    <a:pt x="986831" y="793892"/>
                  </a:moveTo>
                  <a:lnTo>
                    <a:pt x="985241" y="794980"/>
                  </a:lnTo>
                  <a:lnTo>
                    <a:pt x="984252" y="794463"/>
                  </a:lnTo>
                  <a:lnTo>
                    <a:pt x="984237" y="793002"/>
                  </a:lnTo>
                  <a:lnTo>
                    <a:pt x="984739" y="791686"/>
                  </a:lnTo>
                  <a:lnTo>
                    <a:pt x="984161" y="790735"/>
                  </a:lnTo>
                  <a:lnTo>
                    <a:pt x="984724" y="789609"/>
                  </a:lnTo>
                  <a:lnTo>
                    <a:pt x="985903" y="789274"/>
                  </a:lnTo>
                  <a:lnTo>
                    <a:pt x="986329" y="789981"/>
                  </a:lnTo>
                  <a:lnTo>
                    <a:pt x="986991" y="790354"/>
                  </a:lnTo>
                  <a:lnTo>
                    <a:pt x="987196" y="790742"/>
                  </a:lnTo>
                  <a:lnTo>
                    <a:pt x="987204" y="791480"/>
                  </a:lnTo>
                  <a:lnTo>
                    <a:pt x="986573" y="792698"/>
                  </a:lnTo>
                  <a:lnTo>
                    <a:pt x="987067" y="793360"/>
                  </a:lnTo>
                  <a:lnTo>
                    <a:pt x="986831" y="793892"/>
                  </a:lnTo>
                  <a:close/>
                  <a:moveTo>
                    <a:pt x="1017372" y="731335"/>
                  </a:moveTo>
                  <a:lnTo>
                    <a:pt x="1015508" y="731913"/>
                  </a:lnTo>
                  <a:lnTo>
                    <a:pt x="1014808" y="731913"/>
                  </a:lnTo>
                  <a:lnTo>
                    <a:pt x="1014869" y="730163"/>
                  </a:lnTo>
                  <a:lnTo>
                    <a:pt x="1016391" y="728497"/>
                  </a:lnTo>
                  <a:lnTo>
                    <a:pt x="1017007" y="729052"/>
                  </a:lnTo>
                  <a:lnTo>
                    <a:pt x="1017357" y="729920"/>
                  </a:lnTo>
                  <a:lnTo>
                    <a:pt x="1017372" y="731335"/>
                  </a:lnTo>
                  <a:close/>
                  <a:moveTo>
                    <a:pt x="1037040" y="692691"/>
                  </a:moveTo>
                  <a:lnTo>
                    <a:pt x="1036964" y="693147"/>
                  </a:lnTo>
                  <a:lnTo>
                    <a:pt x="1035146" y="691557"/>
                  </a:lnTo>
                  <a:lnTo>
                    <a:pt x="1034271" y="691298"/>
                  </a:lnTo>
                  <a:lnTo>
                    <a:pt x="1034689" y="690393"/>
                  </a:lnTo>
                  <a:lnTo>
                    <a:pt x="1035914" y="690165"/>
                  </a:lnTo>
                  <a:lnTo>
                    <a:pt x="1036888" y="692158"/>
                  </a:lnTo>
                  <a:lnTo>
                    <a:pt x="1037040" y="692691"/>
                  </a:lnTo>
                  <a:close/>
                  <a:moveTo>
                    <a:pt x="1041986" y="687471"/>
                  </a:moveTo>
                  <a:lnTo>
                    <a:pt x="1041780" y="688605"/>
                  </a:lnTo>
                  <a:lnTo>
                    <a:pt x="1041210" y="688445"/>
                  </a:lnTo>
                  <a:lnTo>
                    <a:pt x="1040449" y="686429"/>
                  </a:lnTo>
                  <a:lnTo>
                    <a:pt x="1040860" y="685935"/>
                  </a:lnTo>
                  <a:lnTo>
                    <a:pt x="1041940" y="686056"/>
                  </a:lnTo>
                  <a:lnTo>
                    <a:pt x="1041986" y="687471"/>
                  </a:lnTo>
                  <a:close/>
                  <a:moveTo>
                    <a:pt x="1039680" y="685729"/>
                  </a:moveTo>
                  <a:lnTo>
                    <a:pt x="1039369" y="686208"/>
                  </a:lnTo>
                  <a:lnTo>
                    <a:pt x="1036728" y="684801"/>
                  </a:lnTo>
                  <a:lnTo>
                    <a:pt x="1033868" y="684504"/>
                  </a:lnTo>
                  <a:lnTo>
                    <a:pt x="1032878" y="683264"/>
                  </a:lnTo>
                  <a:lnTo>
                    <a:pt x="1032703" y="681316"/>
                  </a:lnTo>
                  <a:lnTo>
                    <a:pt x="1035716" y="681400"/>
                  </a:lnTo>
                  <a:lnTo>
                    <a:pt x="1039430" y="683157"/>
                  </a:lnTo>
                  <a:lnTo>
                    <a:pt x="1040228" y="684055"/>
                  </a:lnTo>
                  <a:lnTo>
                    <a:pt x="1039680" y="685729"/>
                  </a:lnTo>
                  <a:close/>
                  <a:moveTo>
                    <a:pt x="1030421" y="647930"/>
                  </a:moveTo>
                  <a:lnTo>
                    <a:pt x="1028671" y="648645"/>
                  </a:lnTo>
                  <a:lnTo>
                    <a:pt x="1023117" y="646507"/>
                  </a:lnTo>
                  <a:lnTo>
                    <a:pt x="1019191" y="644156"/>
                  </a:lnTo>
                  <a:lnTo>
                    <a:pt x="1016847" y="641303"/>
                  </a:lnTo>
                  <a:lnTo>
                    <a:pt x="1016512" y="640123"/>
                  </a:lnTo>
                  <a:lnTo>
                    <a:pt x="1019244" y="640321"/>
                  </a:lnTo>
                  <a:lnTo>
                    <a:pt x="1021915" y="641348"/>
                  </a:lnTo>
                  <a:lnTo>
                    <a:pt x="1022508" y="642916"/>
                  </a:lnTo>
                  <a:lnTo>
                    <a:pt x="1023588" y="643410"/>
                  </a:lnTo>
                  <a:lnTo>
                    <a:pt x="1024319" y="644323"/>
                  </a:lnTo>
                  <a:lnTo>
                    <a:pt x="1029265" y="646446"/>
                  </a:lnTo>
                  <a:lnTo>
                    <a:pt x="1030025" y="647085"/>
                  </a:lnTo>
                  <a:lnTo>
                    <a:pt x="1030421" y="647930"/>
                  </a:lnTo>
                  <a:close/>
                  <a:moveTo>
                    <a:pt x="1065162" y="997"/>
                  </a:moveTo>
                  <a:lnTo>
                    <a:pt x="1066128" y="1103"/>
                  </a:lnTo>
                  <a:lnTo>
                    <a:pt x="1066661" y="1096"/>
                  </a:lnTo>
                  <a:lnTo>
                    <a:pt x="1067688" y="381"/>
                  </a:lnTo>
                  <a:lnTo>
                    <a:pt x="1070526" y="1651"/>
                  </a:lnTo>
                  <a:lnTo>
                    <a:pt x="1075951" y="5425"/>
                  </a:lnTo>
                  <a:lnTo>
                    <a:pt x="1079351" y="7099"/>
                  </a:lnTo>
                  <a:lnTo>
                    <a:pt x="1080759" y="6688"/>
                  </a:lnTo>
                  <a:lnTo>
                    <a:pt x="1082281" y="7730"/>
                  </a:lnTo>
                  <a:lnTo>
                    <a:pt x="1083947" y="10226"/>
                  </a:lnTo>
                  <a:lnTo>
                    <a:pt x="1086009" y="11694"/>
                  </a:lnTo>
                  <a:lnTo>
                    <a:pt x="1089722" y="12372"/>
                  </a:lnTo>
                  <a:lnTo>
                    <a:pt x="1093405" y="15095"/>
                  </a:lnTo>
                  <a:lnTo>
                    <a:pt x="1094889" y="15248"/>
                  </a:lnTo>
                  <a:lnTo>
                    <a:pt x="1095406" y="13718"/>
                  </a:lnTo>
                  <a:lnTo>
                    <a:pt x="1096783" y="12843"/>
                  </a:lnTo>
                  <a:lnTo>
                    <a:pt x="1099004" y="12615"/>
                  </a:lnTo>
                  <a:lnTo>
                    <a:pt x="1102223" y="13962"/>
                  </a:lnTo>
                  <a:lnTo>
                    <a:pt x="1106430" y="16876"/>
                  </a:lnTo>
                  <a:lnTo>
                    <a:pt x="1109071" y="18154"/>
                  </a:lnTo>
                  <a:lnTo>
                    <a:pt x="1110144" y="17804"/>
                  </a:lnTo>
                  <a:lnTo>
                    <a:pt x="1111269" y="18344"/>
                  </a:lnTo>
                  <a:lnTo>
                    <a:pt x="1112175" y="19706"/>
                  </a:lnTo>
                  <a:lnTo>
                    <a:pt x="1112259" y="21388"/>
                  </a:lnTo>
                  <a:lnTo>
                    <a:pt x="1111947" y="22286"/>
                  </a:lnTo>
                  <a:lnTo>
                    <a:pt x="1112959" y="23701"/>
                  </a:lnTo>
                  <a:lnTo>
                    <a:pt x="1114123" y="23701"/>
                  </a:lnTo>
                  <a:lnTo>
                    <a:pt x="1116025" y="24378"/>
                  </a:lnTo>
                  <a:lnTo>
                    <a:pt x="1117516" y="26874"/>
                  </a:lnTo>
                  <a:lnTo>
                    <a:pt x="1118855" y="28030"/>
                  </a:lnTo>
                  <a:lnTo>
                    <a:pt x="1119791" y="29027"/>
                  </a:lnTo>
                  <a:lnTo>
                    <a:pt x="1119959" y="29856"/>
                  </a:lnTo>
                  <a:lnTo>
                    <a:pt x="1120042" y="30693"/>
                  </a:lnTo>
                  <a:lnTo>
                    <a:pt x="1119768" y="31340"/>
                  </a:lnTo>
                  <a:lnTo>
                    <a:pt x="1119259" y="32413"/>
                  </a:lnTo>
                  <a:lnTo>
                    <a:pt x="1119099" y="33561"/>
                  </a:lnTo>
                  <a:lnTo>
                    <a:pt x="1119745" y="34855"/>
                  </a:lnTo>
                  <a:lnTo>
                    <a:pt x="1122112" y="35791"/>
                  </a:lnTo>
                  <a:lnTo>
                    <a:pt x="1122911" y="36757"/>
                  </a:lnTo>
                  <a:lnTo>
                    <a:pt x="1123093" y="37990"/>
                  </a:lnTo>
                  <a:lnTo>
                    <a:pt x="1123831" y="39351"/>
                  </a:lnTo>
                  <a:lnTo>
                    <a:pt x="1125444" y="40926"/>
                  </a:lnTo>
                  <a:lnTo>
                    <a:pt x="1126053" y="42243"/>
                  </a:lnTo>
                  <a:lnTo>
                    <a:pt x="1125680" y="43300"/>
                  </a:lnTo>
                  <a:lnTo>
                    <a:pt x="1126160" y="44183"/>
                  </a:lnTo>
                  <a:lnTo>
                    <a:pt x="1126951" y="44875"/>
                  </a:lnTo>
                  <a:lnTo>
                    <a:pt x="1127118" y="47379"/>
                  </a:lnTo>
                  <a:lnTo>
                    <a:pt x="1127187" y="48817"/>
                  </a:lnTo>
                  <a:lnTo>
                    <a:pt x="1128488" y="50430"/>
                  </a:lnTo>
                  <a:lnTo>
                    <a:pt x="1128754" y="53732"/>
                  </a:lnTo>
                  <a:lnTo>
                    <a:pt x="1129659" y="57376"/>
                  </a:lnTo>
                  <a:lnTo>
                    <a:pt x="1132710" y="62360"/>
                  </a:lnTo>
                  <a:lnTo>
                    <a:pt x="1133723" y="65053"/>
                  </a:lnTo>
                  <a:lnTo>
                    <a:pt x="1133464" y="68249"/>
                  </a:lnTo>
                  <a:lnTo>
                    <a:pt x="1133905" y="69748"/>
                  </a:lnTo>
                  <a:lnTo>
                    <a:pt x="1135297" y="70470"/>
                  </a:lnTo>
                  <a:lnTo>
                    <a:pt x="1135959" y="71817"/>
                  </a:lnTo>
                  <a:lnTo>
                    <a:pt x="1135884" y="73788"/>
                  </a:lnTo>
                  <a:lnTo>
                    <a:pt x="1136424" y="75013"/>
                  </a:lnTo>
                  <a:lnTo>
                    <a:pt x="1136865" y="76314"/>
                  </a:lnTo>
                  <a:lnTo>
                    <a:pt x="1136568" y="78338"/>
                  </a:lnTo>
                  <a:lnTo>
                    <a:pt x="1137009" y="80156"/>
                  </a:lnTo>
                  <a:lnTo>
                    <a:pt x="1137725" y="81222"/>
                  </a:lnTo>
                  <a:lnTo>
                    <a:pt x="1138227" y="83184"/>
                  </a:lnTo>
                  <a:lnTo>
                    <a:pt x="1138508" y="85634"/>
                  </a:lnTo>
                  <a:lnTo>
                    <a:pt x="1140555" y="89499"/>
                  </a:lnTo>
                  <a:lnTo>
                    <a:pt x="1144352" y="94780"/>
                  </a:lnTo>
                  <a:lnTo>
                    <a:pt x="1146680" y="98873"/>
                  </a:lnTo>
                  <a:lnTo>
                    <a:pt x="1147524" y="101780"/>
                  </a:lnTo>
                  <a:lnTo>
                    <a:pt x="1147532" y="104169"/>
                  </a:lnTo>
                  <a:lnTo>
                    <a:pt x="1146703" y="106041"/>
                  </a:lnTo>
                  <a:lnTo>
                    <a:pt x="1146657" y="107402"/>
                  </a:lnTo>
                  <a:lnTo>
                    <a:pt x="1147403" y="108255"/>
                  </a:lnTo>
                  <a:lnTo>
                    <a:pt x="1147623" y="109403"/>
                  </a:lnTo>
                  <a:lnTo>
                    <a:pt x="1147327" y="110857"/>
                  </a:lnTo>
                  <a:lnTo>
                    <a:pt x="1148559" y="112576"/>
                  </a:lnTo>
                  <a:lnTo>
                    <a:pt x="1152729" y="115559"/>
                  </a:lnTo>
                  <a:lnTo>
                    <a:pt x="1151063" y="120124"/>
                  </a:lnTo>
                  <a:lnTo>
                    <a:pt x="1150621" y="123327"/>
                  </a:lnTo>
                  <a:lnTo>
                    <a:pt x="1150842" y="126690"/>
                  </a:lnTo>
                  <a:lnTo>
                    <a:pt x="1151877" y="129056"/>
                  </a:lnTo>
                  <a:lnTo>
                    <a:pt x="1153710" y="130426"/>
                  </a:lnTo>
                  <a:lnTo>
                    <a:pt x="1154852" y="131856"/>
                  </a:lnTo>
                  <a:lnTo>
                    <a:pt x="1155301" y="133348"/>
                  </a:lnTo>
                  <a:lnTo>
                    <a:pt x="1157507" y="134968"/>
                  </a:lnTo>
                  <a:lnTo>
                    <a:pt x="1161464" y="136726"/>
                  </a:lnTo>
                  <a:lnTo>
                    <a:pt x="1166538" y="137038"/>
                  </a:lnTo>
                  <a:lnTo>
                    <a:pt x="1172724" y="135889"/>
                  </a:lnTo>
                  <a:lnTo>
                    <a:pt x="1176506" y="135699"/>
                  </a:lnTo>
                  <a:lnTo>
                    <a:pt x="1177898" y="136459"/>
                  </a:lnTo>
                  <a:lnTo>
                    <a:pt x="1178377" y="137616"/>
                  </a:lnTo>
                  <a:lnTo>
                    <a:pt x="1177928" y="139161"/>
                  </a:lnTo>
                  <a:lnTo>
                    <a:pt x="1178978" y="140173"/>
                  </a:lnTo>
                  <a:lnTo>
                    <a:pt x="1181520" y="140659"/>
                  </a:lnTo>
                  <a:lnTo>
                    <a:pt x="1183262" y="141626"/>
                  </a:lnTo>
                  <a:lnTo>
                    <a:pt x="1184220" y="143087"/>
                  </a:lnTo>
                  <a:lnTo>
                    <a:pt x="1185392" y="143498"/>
                  </a:lnTo>
                  <a:lnTo>
                    <a:pt x="1186785" y="142866"/>
                  </a:lnTo>
                  <a:lnTo>
                    <a:pt x="1188139" y="142957"/>
                  </a:lnTo>
                  <a:lnTo>
                    <a:pt x="1189455" y="143764"/>
                  </a:lnTo>
                  <a:lnTo>
                    <a:pt x="1190307" y="143482"/>
                  </a:lnTo>
                  <a:lnTo>
                    <a:pt x="1191053" y="142600"/>
                  </a:lnTo>
                  <a:lnTo>
                    <a:pt x="1192247" y="142600"/>
                  </a:lnTo>
                  <a:lnTo>
                    <a:pt x="1193473" y="142615"/>
                  </a:lnTo>
                  <a:lnTo>
                    <a:pt x="1194234" y="144753"/>
                  </a:lnTo>
                  <a:lnTo>
                    <a:pt x="1195466" y="145955"/>
                  </a:lnTo>
                  <a:lnTo>
                    <a:pt x="1197170" y="146221"/>
                  </a:lnTo>
                  <a:lnTo>
                    <a:pt x="1199765" y="148816"/>
                  </a:lnTo>
                  <a:lnTo>
                    <a:pt x="1204984" y="156189"/>
                  </a:lnTo>
                  <a:lnTo>
                    <a:pt x="1208378" y="158798"/>
                  </a:lnTo>
                  <a:lnTo>
                    <a:pt x="1211779" y="159612"/>
                  </a:lnTo>
                  <a:lnTo>
                    <a:pt x="1216009" y="159780"/>
                  </a:lnTo>
                  <a:lnTo>
                    <a:pt x="1217379" y="162625"/>
                  </a:lnTo>
                  <a:lnTo>
                    <a:pt x="1216268" y="165631"/>
                  </a:lnTo>
                  <a:lnTo>
                    <a:pt x="1215986" y="168134"/>
                  </a:lnTo>
                  <a:lnTo>
                    <a:pt x="1216945" y="169032"/>
                  </a:lnTo>
                  <a:lnTo>
                    <a:pt x="1218269" y="171969"/>
                  </a:lnTo>
                  <a:lnTo>
                    <a:pt x="1220141" y="173673"/>
                  </a:lnTo>
                  <a:lnTo>
                    <a:pt x="1220498" y="175020"/>
                  </a:lnTo>
                  <a:lnTo>
                    <a:pt x="1221366" y="176526"/>
                  </a:lnTo>
                  <a:lnTo>
                    <a:pt x="1221000" y="179303"/>
                  </a:lnTo>
                  <a:lnTo>
                    <a:pt x="1219395" y="183359"/>
                  </a:lnTo>
                  <a:lnTo>
                    <a:pt x="1219836" y="186813"/>
                  </a:lnTo>
                  <a:lnTo>
                    <a:pt x="1222317" y="189666"/>
                  </a:lnTo>
                  <a:lnTo>
                    <a:pt x="1223747" y="192413"/>
                  </a:lnTo>
                  <a:lnTo>
                    <a:pt x="1224120" y="195045"/>
                  </a:lnTo>
                  <a:lnTo>
                    <a:pt x="1224736" y="196643"/>
                  </a:lnTo>
                  <a:lnTo>
                    <a:pt x="1225611" y="197206"/>
                  </a:lnTo>
                  <a:lnTo>
                    <a:pt x="1228152" y="197008"/>
                  </a:lnTo>
                  <a:lnTo>
                    <a:pt x="1232375" y="196057"/>
                  </a:lnTo>
                  <a:lnTo>
                    <a:pt x="1235464" y="196217"/>
                  </a:lnTo>
                  <a:lnTo>
                    <a:pt x="1237442" y="197503"/>
                  </a:lnTo>
                  <a:lnTo>
                    <a:pt x="1242319" y="197549"/>
                  </a:lnTo>
                  <a:lnTo>
                    <a:pt x="1250103" y="196362"/>
                  </a:lnTo>
                  <a:lnTo>
                    <a:pt x="1255018" y="195997"/>
                  </a:lnTo>
                  <a:lnTo>
                    <a:pt x="1257073" y="196453"/>
                  </a:lnTo>
                  <a:lnTo>
                    <a:pt x="1258899" y="194756"/>
                  </a:lnTo>
                  <a:lnTo>
                    <a:pt x="1260504" y="190899"/>
                  </a:lnTo>
                  <a:lnTo>
                    <a:pt x="1262003" y="189088"/>
                  </a:lnTo>
                  <a:lnTo>
                    <a:pt x="1263411" y="189316"/>
                  </a:lnTo>
                  <a:lnTo>
                    <a:pt x="1265632" y="188076"/>
                  </a:lnTo>
                  <a:lnTo>
                    <a:pt x="1268683" y="185360"/>
                  </a:lnTo>
                  <a:lnTo>
                    <a:pt x="1271331" y="184043"/>
                  </a:lnTo>
                  <a:lnTo>
                    <a:pt x="1274686" y="184180"/>
                  </a:lnTo>
                  <a:lnTo>
                    <a:pt x="1278262" y="184317"/>
                  </a:lnTo>
                  <a:lnTo>
                    <a:pt x="1280499" y="183176"/>
                  </a:lnTo>
                  <a:lnTo>
                    <a:pt x="1282599" y="180795"/>
                  </a:lnTo>
                  <a:lnTo>
                    <a:pt x="1286244" y="178687"/>
                  </a:lnTo>
                  <a:lnTo>
                    <a:pt x="1294012" y="175925"/>
                  </a:lnTo>
                  <a:lnTo>
                    <a:pt x="1295876" y="175491"/>
                  </a:lnTo>
                  <a:lnTo>
                    <a:pt x="1296766" y="175644"/>
                  </a:lnTo>
                  <a:lnTo>
                    <a:pt x="1299353" y="176077"/>
                  </a:lnTo>
                  <a:lnTo>
                    <a:pt x="1301651" y="177158"/>
                  </a:lnTo>
                  <a:lnTo>
                    <a:pt x="1303820" y="179326"/>
                  </a:lnTo>
                  <a:lnTo>
                    <a:pt x="1304154" y="180719"/>
                  </a:lnTo>
                  <a:lnTo>
                    <a:pt x="1303911" y="182545"/>
                  </a:lnTo>
                  <a:lnTo>
                    <a:pt x="1303432" y="183602"/>
                  </a:lnTo>
                  <a:lnTo>
                    <a:pt x="1302542" y="184789"/>
                  </a:lnTo>
                  <a:lnTo>
                    <a:pt x="1301705" y="186714"/>
                  </a:lnTo>
                  <a:lnTo>
                    <a:pt x="1302245" y="188213"/>
                  </a:lnTo>
                  <a:lnTo>
                    <a:pt x="1303500" y="191416"/>
                  </a:lnTo>
                  <a:lnTo>
                    <a:pt x="1304535" y="193729"/>
                  </a:lnTo>
                  <a:lnTo>
                    <a:pt x="1305676" y="196453"/>
                  </a:lnTo>
                  <a:lnTo>
                    <a:pt x="1305166" y="197427"/>
                  </a:lnTo>
                  <a:lnTo>
                    <a:pt x="1304474" y="199314"/>
                  </a:lnTo>
                  <a:lnTo>
                    <a:pt x="1302351" y="202502"/>
                  </a:lnTo>
                  <a:lnTo>
                    <a:pt x="1301195" y="203719"/>
                  </a:lnTo>
                  <a:lnTo>
                    <a:pt x="1299947" y="204906"/>
                  </a:lnTo>
                  <a:lnTo>
                    <a:pt x="1297794" y="205195"/>
                  </a:lnTo>
                  <a:lnTo>
                    <a:pt x="1296873" y="205469"/>
                  </a:lnTo>
                  <a:lnTo>
                    <a:pt x="1295831" y="205971"/>
                  </a:lnTo>
                  <a:lnTo>
                    <a:pt x="1295176" y="207097"/>
                  </a:lnTo>
                  <a:lnTo>
                    <a:pt x="1294430" y="207889"/>
                  </a:lnTo>
                  <a:lnTo>
                    <a:pt x="1293198" y="209471"/>
                  </a:lnTo>
                  <a:lnTo>
                    <a:pt x="1293099" y="210833"/>
                  </a:lnTo>
                  <a:lnTo>
                    <a:pt x="1293654" y="212857"/>
                  </a:lnTo>
                  <a:lnTo>
                    <a:pt x="1293928" y="214927"/>
                  </a:lnTo>
                  <a:lnTo>
                    <a:pt x="1292536" y="216775"/>
                  </a:lnTo>
                  <a:lnTo>
                    <a:pt x="1291456" y="219614"/>
                  </a:lnTo>
                  <a:lnTo>
                    <a:pt x="1291129" y="220466"/>
                  </a:lnTo>
                  <a:lnTo>
                    <a:pt x="1290596" y="222611"/>
                  </a:lnTo>
                  <a:lnTo>
                    <a:pt x="1290436" y="223357"/>
                  </a:lnTo>
                  <a:lnTo>
                    <a:pt x="1290094" y="227861"/>
                  </a:lnTo>
                  <a:lnTo>
                    <a:pt x="1288701" y="230927"/>
                  </a:lnTo>
                  <a:lnTo>
                    <a:pt x="1286761" y="234488"/>
                  </a:lnTo>
                  <a:lnTo>
                    <a:pt x="1287195" y="236611"/>
                  </a:lnTo>
                  <a:lnTo>
                    <a:pt x="1287537" y="238574"/>
                  </a:lnTo>
                  <a:lnTo>
                    <a:pt x="1287058" y="239525"/>
                  </a:lnTo>
                  <a:lnTo>
                    <a:pt x="1286936" y="240354"/>
                  </a:lnTo>
                  <a:lnTo>
                    <a:pt x="1286655" y="242241"/>
                  </a:lnTo>
                  <a:lnTo>
                    <a:pt x="1286046" y="242964"/>
                  </a:lnTo>
                  <a:lnTo>
                    <a:pt x="1284281" y="244144"/>
                  </a:lnTo>
                  <a:lnTo>
                    <a:pt x="1283223" y="245566"/>
                  </a:lnTo>
                  <a:lnTo>
                    <a:pt x="1283444" y="247720"/>
                  </a:lnTo>
                  <a:lnTo>
                    <a:pt x="1282904" y="249584"/>
                  </a:lnTo>
                  <a:lnTo>
                    <a:pt x="1282097" y="251227"/>
                  </a:lnTo>
                  <a:lnTo>
                    <a:pt x="1281252" y="252300"/>
                  </a:lnTo>
                  <a:lnTo>
                    <a:pt x="1280035" y="252985"/>
                  </a:lnTo>
                  <a:lnTo>
                    <a:pt x="1279229" y="253563"/>
                  </a:lnTo>
                  <a:lnTo>
                    <a:pt x="1278620" y="255648"/>
                  </a:lnTo>
                  <a:lnTo>
                    <a:pt x="1278437" y="257261"/>
                  </a:lnTo>
                  <a:lnTo>
                    <a:pt x="1277867" y="258866"/>
                  </a:lnTo>
                  <a:lnTo>
                    <a:pt x="1278217" y="260502"/>
                  </a:lnTo>
                  <a:lnTo>
                    <a:pt x="1277601" y="261917"/>
                  </a:lnTo>
                  <a:lnTo>
                    <a:pt x="1275866" y="262906"/>
                  </a:lnTo>
                  <a:lnTo>
                    <a:pt x="1274884" y="263492"/>
                  </a:lnTo>
                  <a:lnTo>
                    <a:pt x="1273979" y="263728"/>
                  </a:lnTo>
                  <a:lnTo>
                    <a:pt x="1272244" y="265265"/>
                  </a:lnTo>
                  <a:lnTo>
                    <a:pt x="1270692" y="270522"/>
                  </a:lnTo>
                  <a:lnTo>
                    <a:pt x="1270342" y="273573"/>
                  </a:lnTo>
                  <a:lnTo>
                    <a:pt x="1270700" y="276282"/>
                  </a:lnTo>
                  <a:lnTo>
                    <a:pt x="1268524" y="277979"/>
                  </a:lnTo>
                  <a:lnTo>
                    <a:pt x="1266910" y="279325"/>
                  </a:lnTo>
                  <a:lnTo>
                    <a:pt x="1265898" y="278839"/>
                  </a:lnTo>
                  <a:lnTo>
                    <a:pt x="1264826" y="278382"/>
                  </a:lnTo>
                  <a:lnTo>
                    <a:pt x="1262361" y="277796"/>
                  </a:lnTo>
                  <a:lnTo>
                    <a:pt x="1261128" y="277401"/>
                  </a:lnTo>
                  <a:lnTo>
                    <a:pt x="1258647" y="276518"/>
                  </a:lnTo>
                  <a:lnTo>
                    <a:pt x="1254676" y="275400"/>
                  </a:lnTo>
                  <a:lnTo>
                    <a:pt x="1250795" y="274098"/>
                  </a:lnTo>
                  <a:lnTo>
                    <a:pt x="1248361" y="273414"/>
                  </a:lnTo>
                  <a:lnTo>
                    <a:pt x="1246444" y="272866"/>
                  </a:lnTo>
                  <a:lnTo>
                    <a:pt x="1244990" y="271968"/>
                  </a:lnTo>
                  <a:lnTo>
                    <a:pt x="1243765" y="270363"/>
                  </a:lnTo>
                  <a:lnTo>
                    <a:pt x="1242548" y="271009"/>
                  </a:lnTo>
                  <a:lnTo>
                    <a:pt x="1241422" y="272912"/>
                  </a:lnTo>
                  <a:lnTo>
                    <a:pt x="1239542" y="274037"/>
                  </a:lnTo>
                  <a:lnTo>
                    <a:pt x="1238690" y="276115"/>
                  </a:lnTo>
                  <a:lnTo>
                    <a:pt x="1237937" y="277705"/>
                  </a:lnTo>
                  <a:lnTo>
                    <a:pt x="1235989" y="279828"/>
                  </a:lnTo>
                  <a:lnTo>
                    <a:pt x="1235122" y="280703"/>
                  </a:lnTo>
                  <a:lnTo>
                    <a:pt x="1231310" y="282141"/>
                  </a:lnTo>
                  <a:lnTo>
                    <a:pt x="1230450" y="282620"/>
                  </a:lnTo>
                  <a:lnTo>
                    <a:pt x="1227338" y="282924"/>
                  </a:lnTo>
                  <a:lnTo>
                    <a:pt x="1226281" y="283556"/>
                  </a:lnTo>
                  <a:lnTo>
                    <a:pt x="1225185" y="284895"/>
                  </a:lnTo>
                  <a:lnTo>
                    <a:pt x="1224889" y="286227"/>
                  </a:lnTo>
                  <a:lnTo>
                    <a:pt x="1225665" y="287626"/>
                  </a:lnTo>
                  <a:lnTo>
                    <a:pt x="1226874" y="290426"/>
                  </a:lnTo>
                  <a:lnTo>
                    <a:pt x="1227437" y="292336"/>
                  </a:lnTo>
                  <a:lnTo>
                    <a:pt x="1228259" y="296118"/>
                  </a:lnTo>
                  <a:lnTo>
                    <a:pt x="1231021" y="307934"/>
                  </a:lnTo>
                  <a:lnTo>
                    <a:pt x="1230131" y="309965"/>
                  </a:lnTo>
                  <a:lnTo>
                    <a:pt x="1229301" y="318768"/>
                  </a:lnTo>
                  <a:lnTo>
                    <a:pt x="1229499" y="320351"/>
                  </a:lnTo>
                  <a:lnTo>
                    <a:pt x="1229415" y="322816"/>
                  </a:lnTo>
                  <a:lnTo>
                    <a:pt x="1229469" y="324619"/>
                  </a:lnTo>
                  <a:lnTo>
                    <a:pt x="1230040" y="325068"/>
                  </a:lnTo>
                  <a:lnTo>
                    <a:pt x="1230785" y="325700"/>
                  </a:lnTo>
                  <a:lnTo>
                    <a:pt x="1231165" y="326750"/>
                  </a:lnTo>
                  <a:lnTo>
                    <a:pt x="1231066" y="328363"/>
                  </a:lnTo>
                  <a:lnTo>
                    <a:pt x="1230686" y="329542"/>
                  </a:lnTo>
                  <a:lnTo>
                    <a:pt x="1230100" y="331878"/>
                  </a:lnTo>
                  <a:lnTo>
                    <a:pt x="1229324" y="335248"/>
                  </a:lnTo>
                  <a:lnTo>
                    <a:pt x="1228464" y="336542"/>
                  </a:lnTo>
                  <a:lnTo>
                    <a:pt x="1227901" y="337569"/>
                  </a:lnTo>
                  <a:lnTo>
                    <a:pt x="1227422" y="338277"/>
                  </a:lnTo>
                  <a:lnTo>
                    <a:pt x="1227361" y="340658"/>
                  </a:lnTo>
                  <a:lnTo>
                    <a:pt x="1227041" y="342225"/>
                  </a:lnTo>
                  <a:lnTo>
                    <a:pt x="1225695" y="342781"/>
                  </a:lnTo>
                  <a:lnTo>
                    <a:pt x="1224356" y="343694"/>
                  </a:lnTo>
                  <a:lnTo>
                    <a:pt x="1222766" y="343359"/>
                  </a:lnTo>
                  <a:lnTo>
                    <a:pt x="1221366" y="343542"/>
                  </a:lnTo>
                  <a:lnTo>
                    <a:pt x="1219639" y="344150"/>
                  </a:lnTo>
                  <a:lnTo>
                    <a:pt x="1216542" y="344858"/>
                  </a:lnTo>
                  <a:lnTo>
                    <a:pt x="1214746" y="345801"/>
                  </a:lnTo>
                  <a:lnTo>
                    <a:pt x="1213886" y="346486"/>
                  </a:lnTo>
                  <a:lnTo>
                    <a:pt x="1213293" y="347308"/>
                  </a:lnTo>
                  <a:lnTo>
                    <a:pt x="1213186" y="348099"/>
                  </a:lnTo>
                  <a:lnTo>
                    <a:pt x="1213597" y="348518"/>
                  </a:lnTo>
                  <a:lnTo>
                    <a:pt x="1215340" y="348837"/>
                  </a:lnTo>
                  <a:lnTo>
                    <a:pt x="1216534" y="350313"/>
                  </a:lnTo>
                  <a:lnTo>
                    <a:pt x="1216701" y="351926"/>
                  </a:lnTo>
                  <a:lnTo>
                    <a:pt x="1215469" y="352847"/>
                  </a:lnTo>
                  <a:lnTo>
                    <a:pt x="1214860" y="351835"/>
                  </a:lnTo>
                  <a:lnTo>
                    <a:pt x="1213833" y="351516"/>
                  </a:lnTo>
                  <a:lnTo>
                    <a:pt x="1211923" y="350093"/>
                  </a:lnTo>
                  <a:lnTo>
                    <a:pt x="1210524" y="348525"/>
                  </a:lnTo>
                  <a:lnTo>
                    <a:pt x="1209481" y="346791"/>
                  </a:lnTo>
                  <a:lnTo>
                    <a:pt x="1209526" y="343085"/>
                  </a:lnTo>
                  <a:lnTo>
                    <a:pt x="1209352" y="342530"/>
                  </a:lnTo>
                  <a:lnTo>
                    <a:pt x="1207450" y="341769"/>
                  </a:lnTo>
                  <a:lnTo>
                    <a:pt x="1206886" y="340658"/>
                  </a:lnTo>
                  <a:lnTo>
                    <a:pt x="1205981" y="340133"/>
                  </a:lnTo>
                  <a:lnTo>
                    <a:pt x="1204695" y="340468"/>
                  </a:lnTo>
                  <a:lnTo>
                    <a:pt x="1203729" y="340118"/>
                  </a:lnTo>
                  <a:lnTo>
                    <a:pt x="1202960" y="339509"/>
                  </a:lnTo>
                  <a:lnTo>
                    <a:pt x="1202047" y="339441"/>
                  </a:lnTo>
                  <a:lnTo>
                    <a:pt x="1201256" y="340399"/>
                  </a:lnTo>
                  <a:lnTo>
                    <a:pt x="1200830" y="342461"/>
                  </a:lnTo>
                  <a:lnTo>
                    <a:pt x="1199498" y="345878"/>
                  </a:lnTo>
                  <a:lnTo>
                    <a:pt x="1199377" y="347939"/>
                  </a:lnTo>
                  <a:lnTo>
                    <a:pt x="1198806" y="350876"/>
                  </a:lnTo>
                  <a:lnTo>
                    <a:pt x="1198235" y="354597"/>
                  </a:lnTo>
                  <a:lnTo>
                    <a:pt x="1197756" y="355373"/>
                  </a:lnTo>
                  <a:lnTo>
                    <a:pt x="1196272" y="355487"/>
                  </a:lnTo>
                  <a:lnTo>
                    <a:pt x="1195763" y="355731"/>
                  </a:lnTo>
                  <a:lnTo>
                    <a:pt x="1194979" y="356994"/>
                  </a:lnTo>
                  <a:lnTo>
                    <a:pt x="1194043" y="357207"/>
                  </a:lnTo>
                  <a:lnTo>
                    <a:pt x="1193214" y="356469"/>
                  </a:lnTo>
                  <a:lnTo>
                    <a:pt x="1191913" y="355731"/>
                  </a:lnTo>
                  <a:lnTo>
                    <a:pt x="1190673" y="355632"/>
                  </a:lnTo>
                  <a:lnTo>
                    <a:pt x="1189562" y="356370"/>
                  </a:lnTo>
                  <a:lnTo>
                    <a:pt x="1188253" y="357975"/>
                  </a:lnTo>
                  <a:lnTo>
                    <a:pt x="1187507" y="359268"/>
                  </a:lnTo>
                  <a:lnTo>
                    <a:pt x="1187241" y="360486"/>
                  </a:lnTo>
                  <a:lnTo>
                    <a:pt x="1187036" y="361985"/>
                  </a:lnTo>
                  <a:lnTo>
                    <a:pt x="1185712" y="363415"/>
                  </a:lnTo>
                  <a:lnTo>
                    <a:pt x="1184510" y="364169"/>
                  </a:lnTo>
                  <a:lnTo>
                    <a:pt x="1182022" y="366276"/>
                  </a:lnTo>
                  <a:lnTo>
                    <a:pt x="1181230" y="367151"/>
                  </a:lnTo>
                  <a:lnTo>
                    <a:pt x="1179450" y="367159"/>
                  </a:lnTo>
                  <a:lnTo>
                    <a:pt x="1177510" y="367075"/>
                  </a:lnTo>
                  <a:lnTo>
                    <a:pt x="1174892" y="367646"/>
                  </a:lnTo>
                  <a:lnTo>
                    <a:pt x="1170632" y="367935"/>
                  </a:lnTo>
                  <a:lnTo>
                    <a:pt x="1168083" y="367501"/>
                  </a:lnTo>
                  <a:lnTo>
                    <a:pt x="1164933" y="367904"/>
                  </a:lnTo>
                  <a:lnTo>
                    <a:pt x="1162475" y="368589"/>
                  </a:lnTo>
                  <a:lnTo>
                    <a:pt x="1162125" y="369616"/>
                  </a:lnTo>
                  <a:lnTo>
                    <a:pt x="1162217" y="371138"/>
                  </a:lnTo>
                  <a:lnTo>
                    <a:pt x="1162703" y="372127"/>
                  </a:lnTo>
                  <a:lnTo>
                    <a:pt x="1163305" y="372789"/>
                  </a:lnTo>
                  <a:lnTo>
                    <a:pt x="1164324" y="374828"/>
                  </a:lnTo>
                  <a:lnTo>
                    <a:pt x="1165397" y="376799"/>
                  </a:lnTo>
                  <a:lnTo>
                    <a:pt x="1167018" y="378069"/>
                  </a:lnTo>
                  <a:lnTo>
                    <a:pt x="1167695" y="379439"/>
                  </a:lnTo>
                  <a:lnTo>
                    <a:pt x="1167725" y="380710"/>
                  </a:lnTo>
                  <a:lnTo>
                    <a:pt x="1166957" y="382307"/>
                  </a:lnTo>
                  <a:lnTo>
                    <a:pt x="1165793" y="384392"/>
                  </a:lnTo>
                  <a:lnTo>
                    <a:pt x="1164704" y="385678"/>
                  </a:lnTo>
                  <a:lnTo>
                    <a:pt x="1163890" y="385632"/>
                  </a:lnTo>
                  <a:lnTo>
                    <a:pt x="1162643" y="384887"/>
                  </a:lnTo>
                  <a:lnTo>
                    <a:pt x="1161798" y="383943"/>
                  </a:lnTo>
                  <a:lnTo>
                    <a:pt x="1159782" y="383593"/>
                  </a:lnTo>
                  <a:lnTo>
                    <a:pt x="1154852" y="384194"/>
                  </a:lnTo>
                  <a:lnTo>
                    <a:pt x="1152387" y="383776"/>
                  </a:lnTo>
                  <a:lnTo>
                    <a:pt x="1151207" y="383007"/>
                  </a:lnTo>
                  <a:lnTo>
                    <a:pt x="1149145" y="382954"/>
                  </a:lnTo>
                  <a:lnTo>
                    <a:pt x="1145957" y="381927"/>
                  </a:lnTo>
                  <a:lnTo>
                    <a:pt x="1144009" y="381600"/>
                  </a:lnTo>
                  <a:lnTo>
                    <a:pt x="1143089" y="380945"/>
                  </a:lnTo>
                  <a:lnTo>
                    <a:pt x="1142913" y="379439"/>
                  </a:lnTo>
                  <a:lnTo>
                    <a:pt x="1142000" y="378404"/>
                  </a:lnTo>
                  <a:lnTo>
                    <a:pt x="1141483" y="377164"/>
                  </a:lnTo>
                  <a:lnTo>
                    <a:pt x="1140327" y="375604"/>
                  </a:lnTo>
                  <a:lnTo>
                    <a:pt x="1139216" y="374820"/>
                  </a:lnTo>
                  <a:lnTo>
                    <a:pt x="1138120" y="374493"/>
                  </a:lnTo>
                  <a:lnTo>
                    <a:pt x="1136926" y="375437"/>
                  </a:lnTo>
                  <a:lnTo>
                    <a:pt x="1135648" y="376289"/>
                  </a:lnTo>
                  <a:lnTo>
                    <a:pt x="1134697" y="376099"/>
                  </a:lnTo>
                  <a:lnTo>
                    <a:pt x="1134232" y="376335"/>
                  </a:lnTo>
                  <a:lnTo>
                    <a:pt x="1133715" y="377042"/>
                  </a:lnTo>
                  <a:lnTo>
                    <a:pt x="1131660" y="378488"/>
                  </a:lnTo>
                  <a:lnTo>
                    <a:pt x="1131181" y="379812"/>
                  </a:lnTo>
                  <a:lnTo>
                    <a:pt x="1130367" y="382619"/>
                  </a:lnTo>
                  <a:lnTo>
                    <a:pt x="1129796" y="385503"/>
                  </a:lnTo>
                  <a:lnTo>
                    <a:pt x="1129310" y="386522"/>
                  </a:lnTo>
                  <a:lnTo>
                    <a:pt x="1128480" y="386697"/>
                  </a:lnTo>
                  <a:lnTo>
                    <a:pt x="1127635" y="387565"/>
                  </a:lnTo>
                  <a:lnTo>
                    <a:pt x="1125863" y="390266"/>
                  </a:lnTo>
                  <a:lnTo>
                    <a:pt x="1124258" y="392754"/>
                  </a:lnTo>
                  <a:lnTo>
                    <a:pt x="1121929" y="394435"/>
                  </a:lnTo>
                  <a:lnTo>
                    <a:pt x="1120826" y="395972"/>
                  </a:lnTo>
                  <a:lnTo>
                    <a:pt x="1120263" y="397372"/>
                  </a:lnTo>
                  <a:lnTo>
                    <a:pt x="1118604" y="399328"/>
                  </a:lnTo>
                  <a:lnTo>
                    <a:pt x="1116170" y="399678"/>
                  </a:lnTo>
                  <a:lnTo>
                    <a:pt x="1114229" y="400248"/>
                  </a:lnTo>
                  <a:lnTo>
                    <a:pt x="1113042" y="400400"/>
                  </a:lnTo>
                  <a:lnTo>
                    <a:pt x="1112190" y="401192"/>
                  </a:lnTo>
                  <a:lnTo>
                    <a:pt x="1111566" y="402394"/>
                  </a:lnTo>
                  <a:lnTo>
                    <a:pt x="1111269" y="402873"/>
                  </a:lnTo>
                  <a:lnTo>
                    <a:pt x="1110167" y="402873"/>
                  </a:lnTo>
                  <a:lnTo>
                    <a:pt x="1109071" y="403893"/>
                  </a:lnTo>
                  <a:lnTo>
                    <a:pt x="1106385" y="406213"/>
                  </a:lnTo>
                  <a:lnTo>
                    <a:pt x="1104194" y="406647"/>
                  </a:lnTo>
                  <a:lnTo>
                    <a:pt x="1101455" y="408192"/>
                  </a:lnTo>
                  <a:lnTo>
                    <a:pt x="1099043" y="409363"/>
                  </a:lnTo>
                  <a:lnTo>
                    <a:pt x="1098038" y="410025"/>
                  </a:lnTo>
                  <a:lnTo>
                    <a:pt x="1097772" y="410756"/>
                  </a:lnTo>
                  <a:lnTo>
                    <a:pt x="1097422" y="411684"/>
                  </a:lnTo>
                  <a:lnTo>
                    <a:pt x="1096258" y="411867"/>
                  </a:lnTo>
                  <a:lnTo>
                    <a:pt x="1095132" y="411821"/>
                  </a:lnTo>
                  <a:lnTo>
                    <a:pt x="1092621" y="413944"/>
                  </a:lnTo>
                  <a:lnTo>
                    <a:pt x="1091350" y="415747"/>
                  </a:lnTo>
                  <a:lnTo>
                    <a:pt x="1086412" y="419582"/>
                  </a:lnTo>
                  <a:lnTo>
                    <a:pt x="1084396" y="421735"/>
                  </a:lnTo>
                  <a:lnTo>
                    <a:pt x="1083879" y="424520"/>
                  </a:lnTo>
                  <a:lnTo>
                    <a:pt x="1083620" y="424314"/>
                  </a:lnTo>
                  <a:lnTo>
                    <a:pt x="1081862" y="426741"/>
                  </a:lnTo>
                  <a:lnTo>
                    <a:pt x="1078408" y="429047"/>
                  </a:lnTo>
                  <a:lnTo>
                    <a:pt x="1071028" y="429564"/>
                  </a:lnTo>
                  <a:lnTo>
                    <a:pt x="1068692" y="427928"/>
                  </a:lnTo>
                  <a:lnTo>
                    <a:pt x="1067848" y="429054"/>
                  </a:lnTo>
                  <a:lnTo>
                    <a:pt x="1067193" y="430568"/>
                  </a:lnTo>
                  <a:lnTo>
                    <a:pt x="1065253" y="431071"/>
                  </a:lnTo>
                  <a:lnTo>
                    <a:pt x="1062232" y="431208"/>
                  </a:lnTo>
                  <a:lnTo>
                    <a:pt x="1060536" y="432204"/>
                  </a:lnTo>
                  <a:lnTo>
                    <a:pt x="1059630" y="433315"/>
                  </a:lnTo>
                  <a:lnTo>
                    <a:pt x="1055484" y="433673"/>
                  </a:lnTo>
                  <a:lnTo>
                    <a:pt x="1053962" y="435156"/>
                  </a:lnTo>
                  <a:lnTo>
                    <a:pt x="1051375" y="435681"/>
                  </a:lnTo>
                  <a:lnTo>
                    <a:pt x="1040593" y="442149"/>
                  </a:lnTo>
                  <a:lnTo>
                    <a:pt x="1038243" y="444865"/>
                  </a:lnTo>
                  <a:lnTo>
                    <a:pt x="1036013" y="448038"/>
                  </a:lnTo>
                  <a:lnTo>
                    <a:pt x="1034454" y="449628"/>
                  </a:lnTo>
                  <a:lnTo>
                    <a:pt x="1033054" y="450739"/>
                  </a:lnTo>
                  <a:lnTo>
                    <a:pt x="1031783" y="451195"/>
                  </a:lnTo>
                  <a:lnTo>
                    <a:pt x="1030535" y="452291"/>
                  </a:lnTo>
                  <a:lnTo>
                    <a:pt x="1029272" y="452428"/>
                  </a:lnTo>
                  <a:lnTo>
                    <a:pt x="1027986" y="451926"/>
                  </a:lnTo>
                  <a:lnTo>
                    <a:pt x="1026548" y="452101"/>
                  </a:lnTo>
                  <a:lnTo>
                    <a:pt x="1025597" y="453424"/>
                  </a:lnTo>
                  <a:lnTo>
                    <a:pt x="1026396" y="455152"/>
                  </a:lnTo>
                  <a:lnTo>
                    <a:pt x="1025955" y="455882"/>
                  </a:lnTo>
                  <a:lnTo>
                    <a:pt x="1023124" y="456818"/>
                  </a:lnTo>
                  <a:lnTo>
                    <a:pt x="1018909" y="457434"/>
                  </a:lnTo>
                  <a:lnTo>
                    <a:pt x="1017129" y="458560"/>
                  </a:lnTo>
                  <a:lnTo>
                    <a:pt x="1016505" y="459199"/>
                  </a:lnTo>
                  <a:lnTo>
                    <a:pt x="1015577" y="459519"/>
                  </a:lnTo>
                  <a:lnTo>
                    <a:pt x="1014679" y="457297"/>
                  </a:lnTo>
                  <a:lnTo>
                    <a:pt x="1014359" y="454360"/>
                  </a:lnTo>
                  <a:lnTo>
                    <a:pt x="1016101" y="453653"/>
                  </a:lnTo>
                  <a:lnTo>
                    <a:pt x="1017707" y="453280"/>
                  </a:lnTo>
                  <a:lnTo>
                    <a:pt x="1026601" y="449217"/>
                  </a:lnTo>
                  <a:lnTo>
                    <a:pt x="1025491" y="446158"/>
                  </a:lnTo>
                  <a:lnTo>
                    <a:pt x="1026282" y="444827"/>
                  </a:lnTo>
                  <a:lnTo>
                    <a:pt x="1028275" y="442658"/>
                  </a:lnTo>
                  <a:lnTo>
                    <a:pt x="1029569" y="441585"/>
                  </a:lnTo>
                  <a:lnTo>
                    <a:pt x="1028869" y="441190"/>
                  </a:lnTo>
                  <a:lnTo>
                    <a:pt x="1023033" y="441905"/>
                  </a:lnTo>
                  <a:lnTo>
                    <a:pt x="1019693" y="441852"/>
                  </a:lnTo>
                  <a:lnTo>
                    <a:pt x="1017973" y="441631"/>
                  </a:lnTo>
                  <a:lnTo>
                    <a:pt x="1018491" y="439775"/>
                  </a:lnTo>
                  <a:lnTo>
                    <a:pt x="1018201" y="437918"/>
                  </a:lnTo>
                  <a:lnTo>
                    <a:pt x="1017798" y="437226"/>
                  </a:lnTo>
                  <a:lnTo>
                    <a:pt x="1020773" y="435111"/>
                  </a:lnTo>
                  <a:lnTo>
                    <a:pt x="1022120" y="434593"/>
                  </a:lnTo>
                  <a:lnTo>
                    <a:pt x="1023147" y="434624"/>
                  </a:lnTo>
                  <a:lnTo>
                    <a:pt x="1023071" y="433346"/>
                  </a:lnTo>
                  <a:lnTo>
                    <a:pt x="1022219" y="431420"/>
                  </a:lnTo>
                  <a:lnTo>
                    <a:pt x="1023139" y="428933"/>
                  </a:lnTo>
                  <a:lnTo>
                    <a:pt x="1029196" y="426003"/>
                  </a:lnTo>
                  <a:lnTo>
                    <a:pt x="1030649" y="423340"/>
                  </a:lnTo>
                  <a:lnTo>
                    <a:pt x="1033076" y="420852"/>
                  </a:lnTo>
                  <a:lnTo>
                    <a:pt x="1037520" y="414659"/>
                  </a:lnTo>
                  <a:lnTo>
                    <a:pt x="1037786" y="413601"/>
                  </a:lnTo>
                  <a:lnTo>
                    <a:pt x="1039079" y="410687"/>
                  </a:lnTo>
                  <a:lnTo>
                    <a:pt x="1039308" y="409523"/>
                  </a:lnTo>
                  <a:lnTo>
                    <a:pt x="1037254" y="407819"/>
                  </a:lnTo>
                  <a:lnTo>
                    <a:pt x="1036439" y="405430"/>
                  </a:lnTo>
                  <a:lnTo>
                    <a:pt x="1030428" y="401108"/>
                  </a:lnTo>
                  <a:lnTo>
                    <a:pt x="1029919" y="397387"/>
                  </a:lnTo>
                  <a:lnTo>
                    <a:pt x="1029356" y="397547"/>
                  </a:lnTo>
                  <a:lnTo>
                    <a:pt x="1028443" y="400149"/>
                  </a:lnTo>
                  <a:lnTo>
                    <a:pt x="1027659" y="400986"/>
                  </a:lnTo>
                  <a:lnTo>
                    <a:pt x="1024874" y="401062"/>
                  </a:lnTo>
                  <a:lnTo>
                    <a:pt x="1023558" y="400081"/>
                  </a:lnTo>
                  <a:lnTo>
                    <a:pt x="1015813" y="399442"/>
                  </a:lnTo>
                  <a:lnTo>
                    <a:pt x="1013918" y="401123"/>
                  </a:lnTo>
                  <a:lnTo>
                    <a:pt x="1012153" y="403718"/>
                  </a:lnTo>
                  <a:lnTo>
                    <a:pt x="1010426" y="405574"/>
                  </a:lnTo>
                  <a:lnTo>
                    <a:pt x="1008691" y="406525"/>
                  </a:lnTo>
                  <a:lnTo>
                    <a:pt x="1007184" y="408214"/>
                  </a:lnTo>
                  <a:lnTo>
                    <a:pt x="1000960" y="418212"/>
                  </a:lnTo>
                  <a:lnTo>
                    <a:pt x="998609" y="418973"/>
                  </a:lnTo>
                  <a:lnTo>
                    <a:pt x="987539" y="424991"/>
                  </a:lnTo>
                  <a:lnTo>
                    <a:pt x="981992" y="427350"/>
                  </a:lnTo>
                  <a:lnTo>
                    <a:pt x="977724" y="431504"/>
                  </a:lnTo>
                  <a:lnTo>
                    <a:pt x="976255" y="434015"/>
                  </a:lnTo>
                  <a:lnTo>
                    <a:pt x="974955" y="436800"/>
                  </a:lnTo>
                  <a:lnTo>
                    <a:pt x="974163" y="441007"/>
                  </a:lnTo>
                  <a:lnTo>
                    <a:pt x="970222" y="446113"/>
                  </a:lnTo>
                  <a:lnTo>
                    <a:pt x="968867" y="447208"/>
                  </a:lnTo>
                  <a:lnTo>
                    <a:pt x="967491" y="447650"/>
                  </a:lnTo>
                  <a:lnTo>
                    <a:pt x="965657" y="447490"/>
                  </a:lnTo>
                  <a:lnTo>
                    <a:pt x="964074" y="447809"/>
                  </a:lnTo>
                  <a:lnTo>
                    <a:pt x="961381" y="447360"/>
                  </a:lnTo>
                  <a:lnTo>
                    <a:pt x="958079" y="448973"/>
                  </a:lnTo>
                  <a:lnTo>
                    <a:pt x="954366" y="450366"/>
                  </a:lnTo>
                  <a:lnTo>
                    <a:pt x="951163" y="446858"/>
                  </a:lnTo>
                  <a:lnTo>
                    <a:pt x="948872" y="445991"/>
                  </a:lnTo>
                  <a:lnTo>
                    <a:pt x="945137" y="446965"/>
                  </a:lnTo>
                  <a:lnTo>
                    <a:pt x="943402" y="448525"/>
                  </a:lnTo>
                  <a:lnTo>
                    <a:pt x="939811" y="456232"/>
                  </a:lnTo>
                  <a:lnTo>
                    <a:pt x="938464" y="460637"/>
                  </a:lnTo>
                  <a:lnTo>
                    <a:pt x="938555" y="462441"/>
                  </a:lnTo>
                  <a:lnTo>
                    <a:pt x="940647" y="467904"/>
                  </a:lnTo>
                  <a:lnTo>
                    <a:pt x="943014" y="470955"/>
                  </a:lnTo>
                  <a:lnTo>
                    <a:pt x="948317" y="474432"/>
                  </a:lnTo>
                  <a:lnTo>
                    <a:pt x="959593" y="476821"/>
                  </a:lnTo>
                  <a:lnTo>
                    <a:pt x="962241" y="475969"/>
                  </a:lnTo>
                  <a:lnTo>
                    <a:pt x="965078" y="475961"/>
                  </a:lnTo>
                  <a:lnTo>
                    <a:pt x="968069" y="478228"/>
                  </a:lnTo>
                  <a:lnTo>
                    <a:pt x="969941" y="481972"/>
                  </a:lnTo>
                  <a:lnTo>
                    <a:pt x="970108" y="484521"/>
                  </a:lnTo>
                  <a:lnTo>
                    <a:pt x="970169" y="485403"/>
                  </a:lnTo>
                  <a:lnTo>
                    <a:pt x="970854" y="486156"/>
                  </a:lnTo>
                  <a:lnTo>
                    <a:pt x="971257" y="487442"/>
                  </a:lnTo>
                  <a:lnTo>
                    <a:pt x="970070" y="488508"/>
                  </a:lnTo>
                  <a:lnTo>
                    <a:pt x="969157" y="489040"/>
                  </a:lnTo>
                  <a:lnTo>
                    <a:pt x="968388" y="492989"/>
                  </a:lnTo>
                  <a:lnTo>
                    <a:pt x="968343" y="497349"/>
                  </a:lnTo>
                  <a:lnTo>
                    <a:pt x="969309" y="498794"/>
                  </a:lnTo>
                  <a:lnTo>
                    <a:pt x="971736" y="500826"/>
                  </a:lnTo>
                  <a:lnTo>
                    <a:pt x="975487" y="502500"/>
                  </a:lnTo>
                  <a:lnTo>
                    <a:pt x="978957" y="502857"/>
                  </a:lnTo>
                  <a:lnTo>
                    <a:pt x="985584" y="502051"/>
                  </a:lnTo>
                  <a:lnTo>
                    <a:pt x="988292" y="499426"/>
                  </a:lnTo>
                  <a:lnTo>
                    <a:pt x="988133" y="498292"/>
                  </a:lnTo>
                  <a:lnTo>
                    <a:pt x="988201" y="496824"/>
                  </a:lnTo>
                  <a:lnTo>
                    <a:pt x="994037" y="492966"/>
                  </a:lnTo>
                  <a:lnTo>
                    <a:pt x="997362" y="489542"/>
                  </a:lnTo>
                  <a:lnTo>
                    <a:pt x="996844" y="488637"/>
                  </a:lnTo>
                  <a:lnTo>
                    <a:pt x="996205" y="488036"/>
                  </a:lnTo>
                  <a:lnTo>
                    <a:pt x="996791" y="487686"/>
                  </a:lnTo>
                  <a:lnTo>
                    <a:pt x="998609" y="487442"/>
                  </a:lnTo>
                  <a:lnTo>
                    <a:pt x="1006720" y="483866"/>
                  </a:lnTo>
                  <a:lnTo>
                    <a:pt x="1013104" y="486788"/>
                  </a:lnTo>
                  <a:lnTo>
                    <a:pt x="1016748" y="490151"/>
                  </a:lnTo>
                  <a:lnTo>
                    <a:pt x="1020355" y="490714"/>
                  </a:lnTo>
                  <a:lnTo>
                    <a:pt x="1022850" y="492434"/>
                  </a:lnTo>
                  <a:lnTo>
                    <a:pt x="1025734" y="493894"/>
                  </a:lnTo>
                  <a:lnTo>
                    <a:pt x="1029493" y="493993"/>
                  </a:lnTo>
                  <a:lnTo>
                    <a:pt x="1032665" y="494298"/>
                  </a:lnTo>
                  <a:lnTo>
                    <a:pt x="1033632" y="492943"/>
                  </a:lnTo>
                  <a:lnTo>
                    <a:pt x="1034628" y="492053"/>
                  </a:lnTo>
                  <a:lnTo>
                    <a:pt x="1035754" y="492228"/>
                  </a:lnTo>
                  <a:lnTo>
                    <a:pt x="1037025" y="494001"/>
                  </a:lnTo>
                  <a:lnTo>
                    <a:pt x="1040631" y="495363"/>
                  </a:lnTo>
                  <a:lnTo>
                    <a:pt x="1043957" y="495294"/>
                  </a:lnTo>
                  <a:lnTo>
                    <a:pt x="1046285" y="494800"/>
                  </a:lnTo>
                  <a:lnTo>
                    <a:pt x="1047670" y="495431"/>
                  </a:lnTo>
                  <a:lnTo>
                    <a:pt x="1045669" y="497699"/>
                  </a:lnTo>
                  <a:lnTo>
                    <a:pt x="1045965" y="501351"/>
                  </a:lnTo>
                  <a:lnTo>
                    <a:pt x="1044436" y="502507"/>
                  </a:lnTo>
                  <a:lnTo>
                    <a:pt x="1042967" y="504364"/>
                  </a:lnTo>
                  <a:lnTo>
                    <a:pt x="1043835" y="505589"/>
                  </a:lnTo>
                  <a:lnTo>
                    <a:pt x="1044603" y="506106"/>
                  </a:lnTo>
                  <a:lnTo>
                    <a:pt x="1044527" y="507590"/>
                  </a:lnTo>
                  <a:lnTo>
                    <a:pt x="1043188" y="508434"/>
                  </a:lnTo>
                  <a:lnTo>
                    <a:pt x="1040708" y="510641"/>
                  </a:lnTo>
                  <a:lnTo>
                    <a:pt x="1039277" y="510603"/>
                  </a:lnTo>
                  <a:lnTo>
                    <a:pt x="1038600" y="510177"/>
                  </a:lnTo>
                  <a:lnTo>
                    <a:pt x="1038121" y="509385"/>
                  </a:lnTo>
                  <a:lnTo>
                    <a:pt x="1037763" y="508115"/>
                  </a:lnTo>
                  <a:lnTo>
                    <a:pt x="1036896" y="507278"/>
                  </a:lnTo>
                  <a:lnTo>
                    <a:pt x="1034491" y="506958"/>
                  </a:lnTo>
                  <a:lnTo>
                    <a:pt x="1031996" y="507263"/>
                  </a:lnTo>
                  <a:lnTo>
                    <a:pt x="1026381" y="510534"/>
                  </a:lnTo>
                  <a:lnTo>
                    <a:pt x="1020895" y="513137"/>
                  </a:lnTo>
                  <a:lnTo>
                    <a:pt x="1015150" y="515198"/>
                  </a:lnTo>
                  <a:lnTo>
                    <a:pt x="1013226" y="516499"/>
                  </a:lnTo>
                  <a:lnTo>
                    <a:pt x="1011856" y="516857"/>
                  </a:lnTo>
                  <a:lnTo>
                    <a:pt x="1009475" y="515876"/>
                  </a:lnTo>
                  <a:lnTo>
                    <a:pt x="1008036" y="515936"/>
                  </a:lnTo>
                  <a:lnTo>
                    <a:pt x="1007732" y="516614"/>
                  </a:lnTo>
                  <a:lnTo>
                    <a:pt x="1009566" y="518424"/>
                  </a:lnTo>
                  <a:lnTo>
                    <a:pt x="1010045" y="519840"/>
                  </a:lnTo>
                  <a:lnTo>
                    <a:pt x="1009855" y="520928"/>
                  </a:lnTo>
                  <a:lnTo>
                    <a:pt x="1008812" y="521407"/>
                  </a:lnTo>
                  <a:lnTo>
                    <a:pt x="1007298" y="520616"/>
                  </a:lnTo>
                  <a:lnTo>
                    <a:pt x="1005914" y="521749"/>
                  </a:lnTo>
                  <a:lnTo>
                    <a:pt x="1005290" y="523659"/>
                  </a:lnTo>
                  <a:lnTo>
                    <a:pt x="1005259" y="528201"/>
                  </a:lnTo>
                  <a:lnTo>
                    <a:pt x="1004346" y="529213"/>
                  </a:lnTo>
                  <a:lnTo>
                    <a:pt x="1001813" y="529769"/>
                  </a:lnTo>
                  <a:lnTo>
                    <a:pt x="999119" y="531214"/>
                  </a:lnTo>
                  <a:lnTo>
                    <a:pt x="998161" y="530545"/>
                  </a:lnTo>
                  <a:lnTo>
                    <a:pt x="997780" y="529731"/>
                  </a:lnTo>
                  <a:lnTo>
                    <a:pt x="998062" y="527646"/>
                  </a:lnTo>
                  <a:lnTo>
                    <a:pt x="997727" y="526626"/>
                  </a:lnTo>
                  <a:lnTo>
                    <a:pt x="996494" y="526680"/>
                  </a:lnTo>
                  <a:lnTo>
                    <a:pt x="994638" y="527304"/>
                  </a:lnTo>
                  <a:lnTo>
                    <a:pt x="993223" y="528673"/>
                  </a:lnTo>
                  <a:lnTo>
                    <a:pt x="992736" y="529503"/>
                  </a:lnTo>
                  <a:lnTo>
                    <a:pt x="994600" y="532173"/>
                  </a:lnTo>
                  <a:lnTo>
                    <a:pt x="996373" y="532447"/>
                  </a:lnTo>
                  <a:lnTo>
                    <a:pt x="996806" y="533048"/>
                  </a:lnTo>
                  <a:lnTo>
                    <a:pt x="995398" y="534349"/>
                  </a:lnTo>
                  <a:lnTo>
                    <a:pt x="991891" y="536282"/>
                  </a:lnTo>
                  <a:lnTo>
                    <a:pt x="991305" y="537902"/>
                  </a:lnTo>
                  <a:lnTo>
                    <a:pt x="990263" y="539454"/>
                  </a:lnTo>
                  <a:lnTo>
                    <a:pt x="988832" y="540687"/>
                  </a:lnTo>
                  <a:lnTo>
                    <a:pt x="987859" y="541988"/>
                  </a:lnTo>
                  <a:lnTo>
                    <a:pt x="986672" y="542665"/>
                  </a:lnTo>
                  <a:lnTo>
                    <a:pt x="984731" y="543426"/>
                  </a:lnTo>
                  <a:lnTo>
                    <a:pt x="982350" y="546530"/>
                  </a:lnTo>
                  <a:lnTo>
                    <a:pt x="980608" y="549429"/>
                  </a:lnTo>
                  <a:lnTo>
                    <a:pt x="978538" y="550921"/>
                  </a:lnTo>
                  <a:lnTo>
                    <a:pt x="976902" y="555805"/>
                  </a:lnTo>
                  <a:lnTo>
                    <a:pt x="973973" y="558453"/>
                  </a:lnTo>
                  <a:lnTo>
                    <a:pt x="972893" y="562683"/>
                  </a:lnTo>
                  <a:lnTo>
                    <a:pt x="973653" y="565278"/>
                  </a:lnTo>
                  <a:lnTo>
                    <a:pt x="976872" y="565255"/>
                  </a:lnTo>
                  <a:lnTo>
                    <a:pt x="978477" y="566168"/>
                  </a:lnTo>
                  <a:lnTo>
                    <a:pt x="981810" y="569577"/>
                  </a:lnTo>
                  <a:lnTo>
                    <a:pt x="985797" y="571798"/>
                  </a:lnTo>
                  <a:lnTo>
                    <a:pt x="989936" y="573046"/>
                  </a:lnTo>
                  <a:lnTo>
                    <a:pt x="995011" y="576189"/>
                  </a:lnTo>
                  <a:lnTo>
                    <a:pt x="996411" y="577520"/>
                  </a:lnTo>
                  <a:lnTo>
                    <a:pt x="997605" y="580221"/>
                  </a:lnTo>
                  <a:lnTo>
                    <a:pt x="999804" y="587982"/>
                  </a:lnTo>
                  <a:lnTo>
                    <a:pt x="1001387" y="591817"/>
                  </a:lnTo>
                  <a:lnTo>
                    <a:pt x="1001493" y="593818"/>
                  </a:lnTo>
                  <a:lnTo>
                    <a:pt x="1003867" y="597584"/>
                  </a:lnTo>
                  <a:lnTo>
                    <a:pt x="1006401" y="604051"/>
                  </a:lnTo>
                  <a:lnTo>
                    <a:pt x="1009322" y="609636"/>
                  </a:lnTo>
                  <a:lnTo>
                    <a:pt x="1009878" y="614026"/>
                  </a:lnTo>
                  <a:lnTo>
                    <a:pt x="1008935" y="616027"/>
                  </a:lnTo>
                  <a:lnTo>
                    <a:pt x="1008942" y="618621"/>
                  </a:lnTo>
                  <a:lnTo>
                    <a:pt x="1011856" y="621003"/>
                  </a:lnTo>
                  <a:lnTo>
                    <a:pt x="1018338" y="623765"/>
                  </a:lnTo>
                  <a:lnTo>
                    <a:pt x="1019373" y="624579"/>
                  </a:lnTo>
                  <a:lnTo>
                    <a:pt x="1020644" y="625918"/>
                  </a:lnTo>
                  <a:lnTo>
                    <a:pt x="1020705" y="630080"/>
                  </a:lnTo>
                  <a:lnTo>
                    <a:pt x="1021709" y="631404"/>
                  </a:lnTo>
                  <a:lnTo>
                    <a:pt x="1022554" y="632210"/>
                  </a:lnTo>
                  <a:lnTo>
                    <a:pt x="1026480" y="633968"/>
                  </a:lnTo>
                  <a:lnTo>
                    <a:pt x="1028123" y="635429"/>
                  </a:lnTo>
                  <a:lnTo>
                    <a:pt x="1029866" y="637757"/>
                  </a:lnTo>
                  <a:lnTo>
                    <a:pt x="1030368" y="639842"/>
                  </a:lnTo>
                  <a:lnTo>
                    <a:pt x="1030581" y="642665"/>
                  </a:lnTo>
                  <a:lnTo>
                    <a:pt x="1028389" y="642763"/>
                  </a:lnTo>
                  <a:lnTo>
                    <a:pt x="1026624" y="642444"/>
                  </a:lnTo>
                  <a:lnTo>
                    <a:pt x="1019602" y="638777"/>
                  </a:lnTo>
                  <a:lnTo>
                    <a:pt x="1017776" y="638678"/>
                  </a:lnTo>
                  <a:lnTo>
                    <a:pt x="1015196" y="639187"/>
                  </a:lnTo>
                  <a:lnTo>
                    <a:pt x="1011521" y="638510"/>
                  </a:lnTo>
                  <a:lnTo>
                    <a:pt x="1007641" y="634440"/>
                  </a:lnTo>
                  <a:lnTo>
                    <a:pt x="1004841" y="633207"/>
                  </a:lnTo>
                  <a:lnTo>
                    <a:pt x="1001835" y="632583"/>
                  </a:lnTo>
                  <a:lnTo>
                    <a:pt x="994668" y="636083"/>
                  </a:lnTo>
                  <a:lnTo>
                    <a:pt x="992842" y="635832"/>
                  </a:lnTo>
                  <a:lnTo>
                    <a:pt x="992317" y="636228"/>
                  </a:lnTo>
                  <a:lnTo>
                    <a:pt x="991511" y="636829"/>
                  </a:lnTo>
                  <a:lnTo>
                    <a:pt x="994836" y="637582"/>
                  </a:lnTo>
                  <a:lnTo>
                    <a:pt x="998168" y="636433"/>
                  </a:lnTo>
                  <a:lnTo>
                    <a:pt x="1001364" y="634737"/>
                  </a:lnTo>
                  <a:lnTo>
                    <a:pt x="1006028" y="635642"/>
                  </a:lnTo>
                  <a:lnTo>
                    <a:pt x="1006811" y="637171"/>
                  </a:lnTo>
                  <a:lnTo>
                    <a:pt x="1007580" y="639751"/>
                  </a:lnTo>
                  <a:lnTo>
                    <a:pt x="1010775" y="641493"/>
                  </a:lnTo>
                  <a:lnTo>
                    <a:pt x="1013286" y="642261"/>
                  </a:lnTo>
                  <a:lnTo>
                    <a:pt x="1016482" y="644544"/>
                  </a:lnTo>
                  <a:lnTo>
                    <a:pt x="1019602" y="648105"/>
                  </a:lnTo>
                  <a:lnTo>
                    <a:pt x="1026214" y="652228"/>
                  </a:lnTo>
                  <a:lnTo>
                    <a:pt x="1028892" y="656124"/>
                  </a:lnTo>
                  <a:lnTo>
                    <a:pt x="1029926" y="658635"/>
                  </a:lnTo>
                  <a:lnTo>
                    <a:pt x="1030855" y="662219"/>
                  </a:lnTo>
                  <a:lnTo>
                    <a:pt x="1028542" y="663375"/>
                  </a:lnTo>
                  <a:lnTo>
                    <a:pt x="1026525" y="663535"/>
                  </a:lnTo>
                  <a:lnTo>
                    <a:pt x="1023368" y="664098"/>
                  </a:lnTo>
                  <a:lnTo>
                    <a:pt x="1021047" y="665369"/>
                  </a:lnTo>
                  <a:lnTo>
                    <a:pt x="1018719" y="667590"/>
                  </a:lnTo>
                  <a:lnTo>
                    <a:pt x="1012046" y="671083"/>
                  </a:lnTo>
                  <a:lnTo>
                    <a:pt x="1010783" y="673266"/>
                  </a:lnTo>
                  <a:lnTo>
                    <a:pt x="1009916" y="675168"/>
                  </a:lnTo>
                  <a:lnTo>
                    <a:pt x="1008288" y="676104"/>
                  </a:lnTo>
                  <a:lnTo>
                    <a:pt x="1004202" y="675214"/>
                  </a:lnTo>
                  <a:lnTo>
                    <a:pt x="1000352" y="675290"/>
                  </a:lnTo>
                  <a:lnTo>
                    <a:pt x="995992" y="677854"/>
                  </a:lnTo>
                  <a:lnTo>
                    <a:pt x="994904" y="678896"/>
                  </a:lnTo>
                  <a:lnTo>
                    <a:pt x="995627" y="678691"/>
                  </a:lnTo>
                  <a:lnTo>
                    <a:pt x="996312" y="678364"/>
                  </a:lnTo>
                  <a:lnTo>
                    <a:pt x="998275" y="678752"/>
                  </a:lnTo>
                  <a:lnTo>
                    <a:pt x="1001311" y="677383"/>
                  </a:lnTo>
                  <a:lnTo>
                    <a:pt x="1004278" y="681560"/>
                  </a:lnTo>
                  <a:lnTo>
                    <a:pt x="1010068" y="680882"/>
                  </a:lnTo>
                  <a:lnTo>
                    <a:pt x="1015508" y="677413"/>
                  </a:lnTo>
                  <a:lnTo>
                    <a:pt x="1017616" y="677352"/>
                  </a:lnTo>
                  <a:lnTo>
                    <a:pt x="1019373" y="677885"/>
                  </a:lnTo>
                  <a:lnTo>
                    <a:pt x="1021344" y="679254"/>
                  </a:lnTo>
                  <a:lnTo>
                    <a:pt x="1026579" y="685333"/>
                  </a:lnTo>
                  <a:lnTo>
                    <a:pt x="1029455" y="685995"/>
                  </a:lnTo>
                  <a:lnTo>
                    <a:pt x="1032270" y="687418"/>
                  </a:lnTo>
                  <a:lnTo>
                    <a:pt x="1033830" y="687578"/>
                  </a:lnTo>
                  <a:lnTo>
                    <a:pt x="1035237" y="688004"/>
                  </a:lnTo>
                  <a:lnTo>
                    <a:pt x="1031448" y="690226"/>
                  </a:lnTo>
                  <a:lnTo>
                    <a:pt x="1026556" y="695019"/>
                  </a:lnTo>
                  <a:lnTo>
                    <a:pt x="1024380" y="696160"/>
                  </a:lnTo>
                  <a:lnTo>
                    <a:pt x="1022919" y="697439"/>
                  </a:lnTo>
                  <a:lnTo>
                    <a:pt x="1026860" y="696799"/>
                  </a:lnTo>
                  <a:lnTo>
                    <a:pt x="1029660" y="694509"/>
                  </a:lnTo>
                  <a:lnTo>
                    <a:pt x="1031075" y="693946"/>
                  </a:lnTo>
                  <a:lnTo>
                    <a:pt x="1032209" y="694479"/>
                  </a:lnTo>
                  <a:lnTo>
                    <a:pt x="1032787" y="697302"/>
                  </a:lnTo>
                  <a:lnTo>
                    <a:pt x="1031707" y="705960"/>
                  </a:lnTo>
                  <a:lnTo>
                    <a:pt x="1030329" y="706112"/>
                  </a:lnTo>
                  <a:lnTo>
                    <a:pt x="1028991" y="703761"/>
                  </a:lnTo>
                  <a:lnTo>
                    <a:pt x="1027423" y="703016"/>
                  </a:lnTo>
                  <a:lnTo>
                    <a:pt x="1026107" y="703503"/>
                  </a:lnTo>
                  <a:lnTo>
                    <a:pt x="1023497" y="703488"/>
                  </a:lnTo>
                  <a:lnTo>
                    <a:pt x="1022500" y="704553"/>
                  </a:lnTo>
                  <a:lnTo>
                    <a:pt x="1021663" y="706059"/>
                  </a:lnTo>
                  <a:lnTo>
                    <a:pt x="1023223" y="706371"/>
                  </a:lnTo>
                  <a:lnTo>
                    <a:pt x="1026297" y="708996"/>
                  </a:lnTo>
                  <a:lnTo>
                    <a:pt x="1026609" y="710388"/>
                  </a:lnTo>
                  <a:lnTo>
                    <a:pt x="1025787" y="711294"/>
                  </a:lnTo>
                  <a:lnTo>
                    <a:pt x="1023634" y="710906"/>
                  </a:lnTo>
                  <a:lnTo>
                    <a:pt x="1026252" y="712861"/>
                  </a:lnTo>
                  <a:lnTo>
                    <a:pt x="1025559" y="714885"/>
                  </a:lnTo>
                  <a:lnTo>
                    <a:pt x="1024715" y="715684"/>
                  </a:lnTo>
                  <a:lnTo>
                    <a:pt x="1023193" y="716194"/>
                  </a:lnTo>
                  <a:lnTo>
                    <a:pt x="1022257" y="717944"/>
                  </a:lnTo>
                  <a:lnTo>
                    <a:pt x="1023604" y="720858"/>
                  </a:lnTo>
                  <a:lnTo>
                    <a:pt x="1024966" y="724586"/>
                  </a:lnTo>
                  <a:lnTo>
                    <a:pt x="1025133" y="726381"/>
                  </a:lnTo>
                  <a:lnTo>
                    <a:pt x="1023003" y="725605"/>
                  </a:lnTo>
                  <a:lnTo>
                    <a:pt x="1019678" y="727881"/>
                  </a:lnTo>
                  <a:lnTo>
                    <a:pt x="1017927" y="728071"/>
                  </a:lnTo>
                  <a:lnTo>
                    <a:pt x="1016741" y="725073"/>
                  </a:lnTo>
                  <a:lnTo>
                    <a:pt x="1015227" y="725545"/>
                  </a:lnTo>
                  <a:lnTo>
                    <a:pt x="1014215" y="726412"/>
                  </a:lnTo>
                  <a:lnTo>
                    <a:pt x="1012868" y="729623"/>
                  </a:lnTo>
                  <a:lnTo>
                    <a:pt x="1011224" y="732522"/>
                  </a:lnTo>
                  <a:lnTo>
                    <a:pt x="1009809" y="733313"/>
                  </a:lnTo>
                  <a:lnTo>
                    <a:pt x="1008113" y="733085"/>
                  </a:lnTo>
                  <a:lnTo>
                    <a:pt x="1006712" y="733168"/>
                  </a:lnTo>
                  <a:lnTo>
                    <a:pt x="1007055" y="733952"/>
                  </a:lnTo>
                  <a:lnTo>
                    <a:pt x="1008531" y="734903"/>
                  </a:lnTo>
                  <a:lnTo>
                    <a:pt x="1008531" y="736014"/>
                  </a:lnTo>
                  <a:lnTo>
                    <a:pt x="1005381" y="739537"/>
                  </a:lnTo>
                  <a:lnTo>
                    <a:pt x="1004872" y="740899"/>
                  </a:lnTo>
                  <a:lnTo>
                    <a:pt x="1004947" y="742055"/>
                  </a:lnTo>
                  <a:lnTo>
                    <a:pt x="1003296" y="743463"/>
                  </a:lnTo>
                  <a:lnTo>
                    <a:pt x="1004187" y="745829"/>
                  </a:lnTo>
                  <a:lnTo>
                    <a:pt x="1003723" y="747495"/>
                  </a:lnTo>
                  <a:lnTo>
                    <a:pt x="1002277" y="749747"/>
                  </a:lnTo>
                  <a:lnTo>
                    <a:pt x="1000755" y="751231"/>
                  </a:lnTo>
                  <a:lnTo>
                    <a:pt x="998967" y="753635"/>
                  </a:lnTo>
                  <a:lnTo>
                    <a:pt x="996700" y="755028"/>
                  </a:lnTo>
                  <a:lnTo>
                    <a:pt x="993710" y="760057"/>
                  </a:lnTo>
                  <a:lnTo>
                    <a:pt x="992827" y="762568"/>
                  </a:lnTo>
                  <a:lnTo>
                    <a:pt x="992607" y="765162"/>
                  </a:lnTo>
                  <a:lnTo>
                    <a:pt x="991670" y="766060"/>
                  </a:lnTo>
                  <a:lnTo>
                    <a:pt x="990065" y="767186"/>
                  </a:lnTo>
                  <a:lnTo>
                    <a:pt x="988239" y="766616"/>
                  </a:lnTo>
                  <a:lnTo>
                    <a:pt x="988178" y="764888"/>
                  </a:lnTo>
                  <a:lnTo>
                    <a:pt x="987387" y="764736"/>
                  </a:lnTo>
                  <a:lnTo>
                    <a:pt x="986938" y="763603"/>
                  </a:lnTo>
                  <a:lnTo>
                    <a:pt x="986801" y="762165"/>
                  </a:lnTo>
                  <a:lnTo>
                    <a:pt x="986991" y="761001"/>
                  </a:lnTo>
                  <a:lnTo>
                    <a:pt x="986231" y="761358"/>
                  </a:lnTo>
                  <a:lnTo>
                    <a:pt x="985759" y="762705"/>
                  </a:lnTo>
                  <a:lnTo>
                    <a:pt x="984556" y="763800"/>
                  </a:lnTo>
                  <a:lnTo>
                    <a:pt x="983301" y="763359"/>
                  </a:lnTo>
                  <a:lnTo>
                    <a:pt x="981947" y="762461"/>
                  </a:lnTo>
                  <a:lnTo>
                    <a:pt x="981985" y="763755"/>
                  </a:lnTo>
                  <a:lnTo>
                    <a:pt x="982708" y="765056"/>
                  </a:lnTo>
                  <a:lnTo>
                    <a:pt x="983020" y="766357"/>
                  </a:lnTo>
                  <a:lnTo>
                    <a:pt x="984891" y="766638"/>
                  </a:lnTo>
                  <a:lnTo>
                    <a:pt x="986146" y="768130"/>
                  </a:lnTo>
                  <a:lnTo>
                    <a:pt x="987136" y="770420"/>
                  </a:lnTo>
                  <a:lnTo>
                    <a:pt x="987333" y="771280"/>
                  </a:lnTo>
                  <a:lnTo>
                    <a:pt x="988102" y="772299"/>
                  </a:lnTo>
                  <a:lnTo>
                    <a:pt x="988209" y="773174"/>
                  </a:lnTo>
                  <a:lnTo>
                    <a:pt x="986420" y="773981"/>
                  </a:lnTo>
                  <a:lnTo>
                    <a:pt x="984183" y="775487"/>
                  </a:lnTo>
                  <a:lnTo>
                    <a:pt x="981498" y="778066"/>
                  </a:lnTo>
                  <a:lnTo>
                    <a:pt x="979284" y="779786"/>
                  </a:lnTo>
                  <a:lnTo>
                    <a:pt x="977283" y="779801"/>
                  </a:lnTo>
                  <a:lnTo>
                    <a:pt x="976073" y="779604"/>
                  </a:lnTo>
                  <a:lnTo>
                    <a:pt x="974346" y="778614"/>
                  </a:lnTo>
                  <a:lnTo>
                    <a:pt x="972360" y="778203"/>
                  </a:lnTo>
                  <a:lnTo>
                    <a:pt x="975023" y="781681"/>
                  </a:lnTo>
                  <a:lnTo>
                    <a:pt x="976476" y="782297"/>
                  </a:lnTo>
                  <a:lnTo>
                    <a:pt x="978302" y="782167"/>
                  </a:lnTo>
                  <a:lnTo>
                    <a:pt x="980075" y="780874"/>
                  </a:lnTo>
                  <a:lnTo>
                    <a:pt x="982593" y="781011"/>
                  </a:lnTo>
                  <a:lnTo>
                    <a:pt x="983225" y="783012"/>
                  </a:lnTo>
                  <a:lnTo>
                    <a:pt x="982555" y="785272"/>
                  </a:lnTo>
                  <a:lnTo>
                    <a:pt x="981178" y="788201"/>
                  </a:lnTo>
                  <a:lnTo>
                    <a:pt x="980897" y="790735"/>
                  </a:lnTo>
                  <a:lnTo>
                    <a:pt x="982601" y="794356"/>
                  </a:lnTo>
                  <a:lnTo>
                    <a:pt x="982677" y="795445"/>
                  </a:lnTo>
                  <a:lnTo>
                    <a:pt x="982038" y="795985"/>
                  </a:lnTo>
                  <a:lnTo>
                    <a:pt x="980037" y="795034"/>
                  </a:lnTo>
                  <a:lnTo>
                    <a:pt x="978386" y="793831"/>
                  </a:lnTo>
                  <a:lnTo>
                    <a:pt x="976720" y="794151"/>
                  </a:lnTo>
                  <a:lnTo>
                    <a:pt x="974993" y="793641"/>
                  </a:lnTo>
                  <a:lnTo>
                    <a:pt x="973220" y="794067"/>
                  </a:lnTo>
                  <a:lnTo>
                    <a:pt x="972497" y="794904"/>
                  </a:lnTo>
                  <a:lnTo>
                    <a:pt x="972984" y="796281"/>
                  </a:lnTo>
                  <a:lnTo>
                    <a:pt x="974574" y="797423"/>
                  </a:lnTo>
                  <a:lnTo>
                    <a:pt x="975464" y="799180"/>
                  </a:lnTo>
                  <a:lnTo>
                    <a:pt x="974399" y="799797"/>
                  </a:lnTo>
                  <a:lnTo>
                    <a:pt x="969887" y="799386"/>
                  </a:lnTo>
                  <a:lnTo>
                    <a:pt x="968883" y="799720"/>
                  </a:lnTo>
                  <a:lnTo>
                    <a:pt x="967536" y="801653"/>
                  </a:lnTo>
                  <a:lnTo>
                    <a:pt x="968411" y="804514"/>
                  </a:lnTo>
                  <a:lnTo>
                    <a:pt x="967414" y="806287"/>
                  </a:lnTo>
                  <a:lnTo>
                    <a:pt x="965558" y="806705"/>
                  </a:lnTo>
                  <a:lnTo>
                    <a:pt x="963115" y="808136"/>
                  </a:lnTo>
                  <a:lnTo>
                    <a:pt x="961609" y="808470"/>
                  </a:lnTo>
                  <a:lnTo>
                    <a:pt x="961685" y="809094"/>
                  </a:lnTo>
                  <a:lnTo>
                    <a:pt x="962789" y="809718"/>
                  </a:lnTo>
                  <a:lnTo>
                    <a:pt x="963374" y="810563"/>
                  </a:lnTo>
                  <a:lnTo>
                    <a:pt x="962043" y="813477"/>
                  </a:lnTo>
                  <a:lnTo>
                    <a:pt x="959981" y="814435"/>
                  </a:lnTo>
                  <a:lnTo>
                    <a:pt x="956816" y="813956"/>
                  </a:lnTo>
                  <a:lnTo>
                    <a:pt x="954328" y="814610"/>
                  </a:lnTo>
                  <a:lnTo>
                    <a:pt x="952174" y="813370"/>
                  </a:lnTo>
                  <a:lnTo>
                    <a:pt x="949877" y="813347"/>
                  </a:lnTo>
                  <a:lnTo>
                    <a:pt x="948317" y="814915"/>
                  </a:lnTo>
                  <a:lnTo>
                    <a:pt x="948150" y="816733"/>
                  </a:lnTo>
                  <a:lnTo>
                    <a:pt x="946635" y="816916"/>
                  </a:lnTo>
                  <a:lnTo>
                    <a:pt x="945821" y="816779"/>
                  </a:lnTo>
                  <a:lnTo>
                    <a:pt x="944672" y="816908"/>
                  </a:lnTo>
                  <a:lnTo>
                    <a:pt x="944794" y="817882"/>
                  </a:lnTo>
                  <a:lnTo>
                    <a:pt x="945448" y="818734"/>
                  </a:lnTo>
                  <a:lnTo>
                    <a:pt x="948553" y="819115"/>
                  </a:lnTo>
                  <a:lnTo>
                    <a:pt x="949108" y="820340"/>
                  </a:lnTo>
                  <a:lnTo>
                    <a:pt x="949230" y="822227"/>
                  </a:lnTo>
                  <a:lnTo>
                    <a:pt x="945981" y="825475"/>
                  </a:lnTo>
                  <a:lnTo>
                    <a:pt x="944596" y="827667"/>
                  </a:lnTo>
                  <a:lnTo>
                    <a:pt x="942511" y="827606"/>
                  </a:lnTo>
                  <a:lnTo>
                    <a:pt x="940937" y="829363"/>
                  </a:lnTo>
                  <a:lnTo>
                    <a:pt x="940092" y="831745"/>
                  </a:lnTo>
                  <a:lnTo>
                    <a:pt x="939050" y="831273"/>
                  </a:lnTo>
                  <a:lnTo>
                    <a:pt x="936638" y="831653"/>
                  </a:lnTo>
                  <a:lnTo>
                    <a:pt x="935930" y="832787"/>
                  </a:lnTo>
                  <a:lnTo>
                    <a:pt x="936493" y="833259"/>
                  </a:lnTo>
                  <a:lnTo>
                    <a:pt x="936546" y="834073"/>
                  </a:lnTo>
                  <a:lnTo>
                    <a:pt x="935580" y="836744"/>
                  </a:lnTo>
                  <a:lnTo>
                    <a:pt x="934530" y="837497"/>
                  </a:lnTo>
                  <a:lnTo>
                    <a:pt x="934073" y="836401"/>
                  </a:lnTo>
                  <a:lnTo>
                    <a:pt x="933731" y="834705"/>
                  </a:lnTo>
                  <a:lnTo>
                    <a:pt x="932886" y="834575"/>
                  </a:lnTo>
                  <a:lnTo>
                    <a:pt x="931479" y="836135"/>
                  </a:lnTo>
                  <a:lnTo>
                    <a:pt x="929836" y="837254"/>
                  </a:lnTo>
                  <a:lnTo>
                    <a:pt x="928428" y="837718"/>
                  </a:lnTo>
                  <a:lnTo>
                    <a:pt x="927363" y="836683"/>
                  </a:lnTo>
                  <a:lnTo>
                    <a:pt x="924753" y="836143"/>
                  </a:lnTo>
                  <a:lnTo>
                    <a:pt x="923688" y="840624"/>
                  </a:lnTo>
                  <a:lnTo>
                    <a:pt x="921527" y="842252"/>
                  </a:lnTo>
                  <a:lnTo>
                    <a:pt x="920515" y="842762"/>
                  </a:lnTo>
                  <a:lnTo>
                    <a:pt x="918750" y="842914"/>
                  </a:lnTo>
                  <a:lnTo>
                    <a:pt x="919876" y="843530"/>
                  </a:lnTo>
                  <a:lnTo>
                    <a:pt x="920226" y="844679"/>
                  </a:lnTo>
                  <a:lnTo>
                    <a:pt x="919595" y="845821"/>
                  </a:lnTo>
                  <a:lnTo>
                    <a:pt x="917830" y="846049"/>
                  </a:lnTo>
                  <a:lnTo>
                    <a:pt x="916802" y="846939"/>
                  </a:lnTo>
                  <a:lnTo>
                    <a:pt x="916407" y="850934"/>
                  </a:lnTo>
                  <a:lnTo>
                    <a:pt x="915357" y="852334"/>
                  </a:lnTo>
                  <a:lnTo>
                    <a:pt x="912679" y="852448"/>
                  </a:lnTo>
                  <a:lnTo>
                    <a:pt x="910677" y="851520"/>
                  </a:lnTo>
                  <a:lnTo>
                    <a:pt x="910038" y="852250"/>
                  </a:lnTo>
                  <a:lnTo>
                    <a:pt x="909703" y="852965"/>
                  </a:lnTo>
                  <a:lnTo>
                    <a:pt x="908653" y="853688"/>
                  </a:lnTo>
                  <a:lnTo>
                    <a:pt x="906629" y="853878"/>
                  </a:lnTo>
                  <a:lnTo>
                    <a:pt x="902133" y="855666"/>
                  </a:lnTo>
                  <a:lnTo>
                    <a:pt x="900071" y="855149"/>
                  </a:lnTo>
                  <a:lnTo>
                    <a:pt x="897613" y="854472"/>
                  </a:lnTo>
                  <a:lnTo>
                    <a:pt x="895917" y="855134"/>
                  </a:lnTo>
                  <a:lnTo>
                    <a:pt x="895354" y="856503"/>
                  </a:lnTo>
                  <a:lnTo>
                    <a:pt x="894570" y="857568"/>
                  </a:lnTo>
                  <a:lnTo>
                    <a:pt x="892105" y="857568"/>
                  </a:lnTo>
                  <a:lnTo>
                    <a:pt x="890126" y="856252"/>
                  </a:lnTo>
                  <a:lnTo>
                    <a:pt x="888110" y="855301"/>
                  </a:lnTo>
                  <a:lnTo>
                    <a:pt x="885881" y="856123"/>
                  </a:lnTo>
                  <a:lnTo>
                    <a:pt x="884184" y="857797"/>
                  </a:lnTo>
                  <a:lnTo>
                    <a:pt x="882099" y="858360"/>
                  </a:lnTo>
                  <a:lnTo>
                    <a:pt x="881712" y="859402"/>
                  </a:lnTo>
                  <a:lnTo>
                    <a:pt x="880806" y="859919"/>
                  </a:lnTo>
                  <a:lnTo>
                    <a:pt x="878600" y="859699"/>
                  </a:lnTo>
                  <a:lnTo>
                    <a:pt x="877762" y="857112"/>
                  </a:lnTo>
                  <a:lnTo>
                    <a:pt x="876492" y="856731"/>
                  </a:lnTo>
                  <a:lnTo>
                    <a:pt x="875237" y="858040"/>
                  </a:lnTo>
                  <a:lnTo>
                    <a:pt x="874788" y="859060"/>
                  </a:lnTo>
                  <a:lnTo>
                    <a:pt x="874202" y="859836"/>
                  </a:lnTo>
                  <a:lnTo>
                    <a:pt x="874407" y="861943"/>
                  </a:lnTo>
                  <a:lnTo>
                    <a:pt x="873167" y="861989"/>
                  </a:lnTo>
                  <a:lnTo>
                    <a:pt x="871547" y="860695"/>
                  </a:lnTo>
                  <a:lnTo>
                    <a:pt x="869842" y="860467"/>
                  </a:lnTo>
                  <a:lnTo>
                    <a:pt x="868252" y="861669"/>
                  </a:lnTo>
                  <a:lnTo>
                    <a:pt x="867446" y="861373"/>
                  </a:lnTo>
                  <a:lnTo>
                    <a:pt x="866593" y="861122"/>
                  </a:lnTo>
                  <a:lnTo>
                    <a:pt x="865201" y="861122"/>
                  </a:lnTo>
                  <a:lnTo>
                    <a:pt x="864668" y="861441"/>
                  </a:lnTo>
                  <a:lnTo>
                    <a:pt x="863649" y="861631"/>
                  </a:lnTo>
                  <a:lnTo>
                    <a:pt x="862964" y="862286"/>
                  </a:lnTo>
                  <a:lnTo>
                    <a:pt x="862903" y="862339"/>
                  </a:lnTo>
                  <a:lnTo>
                    <a:pt x="861108" y="861898"/>
                  </a:lnTo>
                  <a:lnTo>
                    <a:pt x="858909" y="860148"/>
                  </a:lnTo>
                  <a:lnTo>
                    <a:pt x="857333" y="857241"/>
                  </a:lnTo>
                  <a:lnTo>
                    <a:pt x="855332" y="855674"/>
                  </a:lnTo>
                  <a:lnTo>
                    <a:pt x="854450" y="854297"/>
                  </a:lnTo>
                  <a:lnTo>
                    <a:pt x="854108" y="851824"/>
                  </a:lnTo>
                  <a:lnTo>
                    <a:pt x="853742" y="850644"/>
                  </a:lnTo>
                  <a:lnTo>
                    <a:pt x="853864" y="849336"/>
                  </a:lnTo>
                  <a:lnTo>
                    <a:pt x="854473" y="848172"/>
                  </a:lnTo>
                  <a:lnTo>
                    <a:pt x="852319" y="848758"/>
                  </a:lnTo>
                  <a:lnTo>
                    <a:pt x="850729" y="849846"/>
                  </a:lnTo>
                  <a:lnTo>
                    <a:pt x="851057" y="851215"/>
                  </a:lnTo>
                  <a:lnTo>
                    <a:pt x="850661" y="852486"/>
                  </a:lnTo>
                  <a:lnTo>
                    <a:pt x="848287" y="853148"/>
                  </a:lnTo>
                  <a:lnTo>
                    <a:pt x="848432" y="853680"/>
                  </a:lnTo>
                  <a:lnTo>
                    <a:pt x="848591" y="854243"/>
                  </a:lnTo>
                  <a:lnTo>
                    <a:pt x="850448" y="855978"/>
                  </a:lnTo>
                  <a:lnTo>
                    <a:pt x="850828" y="857431"/>
                  </a:lnTo>
                  <a:lnTo>
                    <a:pt x="851582" y="858207"/>
                  </a:lnTo>
                  <a:lnTo>
                    <a:pt x="853035" y="860467"/>
                  </a:lnTo>
                  <a:lnTo>
                    <a:pt x="852997" y="864835"/>
                  </a:lnTo>
                  <a:lnTo>
                    <a:pt x="853796" y="866067"/>
                  </a:lnTo>
                  <a:lnTo>
                    <a:pt x="853529" y="867292"/>
                  </a:lnTo>
                  <a:lnTo>
                    <a:pt x="852951" y="868943"/>
                  </a:lnTo>
                  <a:lnTo>
                    <a:pt x="852898" y="868966"/>
                  </a:lnTo>
                  <a:lnTo>
                    <a:pt x="852472" y="868464"/>
                  </a:lnTo>
                  <a:lnTo>
                    <a:pt x="851772" y="868563"/>
                  </a:lnTo>
                  <a:lnTo>
                    <a:pt x="851490" y="869118"/>
                  </a:lnTo>
                  <a:lnTo>
                    <a:pt x="851445" y="869620"/>
                  </a:lnTo>
                  <a:lnTo>
                    <a:pt x="851323" y="869643"/>
                  </a:lnTo>
                  <a:lnTo>
                    <a:pt x="850090" y="870008"/>
                  </a:lnTo>
                  <a:lnTo>
                    <a:pt x="849056" y="870320"/>
                  </a:lnTo>
                  <a:lnTo>
                    <a:pt x="848218" y="870762"/>
                  </a:lnTo>
                  <a:lnTo>
                    <a:pt x="846902" y="872063"/>
                  </a:lnTo>
                  <a:lnTo>
                    <a:pt x="844399" y="872382"/>
                  </a:lnTo>
                  <a:lnTo>
                    <a:pt x="843113" y="869339"/>
                  </a:lnTo>
                  <a:lnTo>
                    <a:pt x="841386" y="871370"/>
                  </a:lnTo>
                  <a:lnTo>
                    <a:pt x="840868" y="875517"/>
                  </a:lnTo>
                  <a:lnTo>
                    <a:pt x="840229" y="876224"/>
                  </a:lnTo>
                  <a:lnTo>
                    <a:pt x="839157" y="876818"/>
                  </a:lnTo>
                  <a:lnTo>
                    <a:pt x="837125" y="875372"/>
                  </a:lnTo>
                  <a:lnTo>
                    <a:pt x="835352" y="876339"/>
                  </a:lnTo>
                  <a:lnTo>
                    <a:pt x="833968" y="877320"/>
                  </a:lnTo>
                  <a:lnTo>
                    <a:pt x="833397" y="878225"/>
                  </a:lnTo>
                  <a:lnTo>
                    <a:pt x="832378" y="879207"/>
                  </a:lnTo>
                  <a:lnTo>
                    <a:pt x="830422" y="878256"/>
                  </a:lnTo>
                  <a:lnTo>
                    <a:pt x="828847" y="876833"/>
                  </a:lnTo>
                  <a:lnTo>
                    <a:pt x="829243" y="875760"/>
                  </a:lnTo>
                  <a:lnTo>
                    <a:pt x="829022" y="875060"/>
                  </a:lnTo>
                  <a:lnTo>
                    <a:pt x="828315" y="874528"/>
                  </a:lnTo>
                  <a:lnTo>
                    <a:pt x="827531" y="874604"/>
                  </a:lnTo>
                  <a:lnTo>
                    <a:pt x="827919" y="875996"/>
                  </a:lnTo>
                  <a:lnTo>
                    <a:pt x="828178" y="878659"/>
                  </a:lnTo>
                  <a:lnTo>
                    <a:pt x="827462" y="879428"/>
                  </a:lnTo>
                  <a:lnTo>
                    <a:pt x="826359" y="880021"/>
                  </a:lnTo>
                  <a:lnTo>
                    <a:pt x="823978" y="879534"/>
                  </a:lnTo>
                  <a:lnTo>
                    <a:pt x="822357" y="878545"/>
                  </a:lnTo>
                  <a:lnTo>
                    <a:pt x="820387" y="877708"/>
                  </a:lnTo>
                  <a:lnTo>
                    <a:pt x="818652" y="877556"/>
                  </a:lnTo>
                  <a:lnTo>
                    <a:pt x="818271" y="879238"/>
                  </a:lnTo>
                  <a:lnTo>
                    <a:pt x="817145" y="880592"/>
                  </a:lnTo>
                  <a:lnTo>
                    <a:pt x="816103" y="880759"/>
                  </a:lnTo>
                  <a:lnTo>
                    <a:pt x="815060" y="880546"/>
                  </a:lnTo>
                  <a:lnTo>
                    <a:pt x="813691" y="882007"/>
                  </a:lnTo>
                  <a:lnTo>
                    <a:pt x="813044" y="883072"/>
                  </a:lnTo>
                  <a:lnTo>
                    <a:pt x="811355" y="884198"/>
                  </a:lnTo>
                  <a:lnTo>
                    <a:pt x="806866" y="884746"/>
                  </a:lnTo>
                  <a:lnTo>
                    <a:pt x="805299" y="885857"/>
                  </a:lnTo>
                  <a:lnTo>
                    <a:pt x="803199" y="885682"/>
                  </a:lnTo>
                  <a:lnTo>
                    <a:pt x="801570" y="885948"/>
                  </a:lnTo>
                  <a:lnTo>
                    <a:pt x="800635" y="885887"/>
                  </a:lnTo>
                  <a:lnTo>
                    <a:pt x="799798" y="885286"/>
                  </a:lnTo>
                  <a:lnTo>
                    <a:pt x="798854" y="885271"/>
                  </a:lnTo>
                  <a:lnTo>
                    <a:pt x="798420" y="887128"/>
                  </a:lnTo>
                  <a:lnTo>
                    <a:pt x="795879" y="887911"/>
                  </a:lnTo>
                  <a:lnTo>
                    <a:pt x="793597" y="888124"/>
                  </a:lnTo>
                  <a:lnTo>
                    <a:pt x="791055" y="890574"/>
                  </a:lnTo>
                  <a:lnTo>
                    <a:pt x="789245" y="892058"/>
                  </a:lnTo>
                  <a:lnTo>
                    <a:pt x="787898" y="892210"/>
                  </a:lnTo>
                  <a:lnTo>
                    <a:pt x="786909" y="891685"/>
                  </a:lnTo>
                  <a:lnTo>
                    <a:pt x="786414" y="889494"/>
                  </a:lnTo>
                  <a:lnTo>
                    <a:pt x="785912" y="889235"/>
                  </a:lnTo>
                  <a:lnTo>
                    <a:pt x="785623" y="891297"/>
                  </a:lnTo>
                  <a:lnTo>
                    <a:pt x="785144" y="893009"/>
                  </a:lnTo>
                  <a:lnTo>
                    <a:pt x="784215" y="893945"/>
                  </a:lnTo>
                  <a:lnTo>
                    <a:pt x="781278" y="896075"/>
                  </a:lnTo>
                  <a:lnTo>
                    <a:pt x="780434" y="898191"/>
                  </a:lnTo>
                  <a:lnTo>
                    <a:pt x="780997" y="900146"/>
                  </a:lnTo>
                  <a:lnTo>
                    <a:pt x="784946" y="900625"/>
                  </a:lnTo>
                  <a:lnTo>
                    <a:pt x="785433" y="901698"/>
                  </a:lnTo>
                  <a:lnTo>
                    <a:pt x="785052" y="902573"/>
                  </a:lnTo>
                  <a:lnTo>
                    <a:pt x="784109" y="903303"/>
                  </a:lnTo>
                  <a:lnTo>
                    <a:pt x="783827" y="904399"/>
                  </a:lnTo>
                  <a:lnTo>
                    <a:pt x="788065" y="907884"/>
                  </a:lnTo>
                  <a:lnTo>
                    <a:pt x="788195" y="909200"/>
                  </a:lnTo>
                  <a:lnTo>
                    <a:pt x="787540" y="909953"/>
                  </a:lnTo>
                  <a:lnTo>
                    <a:pt x="786749" y="911574"/>
                  </a:lnTo>
                  <a:lnTo>
                    <a:pt x="784512" y="912943"/>
                  </a:lnTo>
                  <a:lnTo>
                    <a:pt x="779779" y="913643"/>
                  </a:lnTo>
                  <a:lnTo>
                    <a:pt x="775831" y="912936"/>
                  </a:lnTo>
                  <a:lnTo>
                    <a:pt x="774636" y="911376"/>
                  </a:lnTo>
                  <a:lnTo>
                    <a:pt x="774712" y="910265"/>
                  </a:lnTo>
                  <a:lnTo>
                    <a:pt x="775694" y="910585"/>
                  </a:lnTo>
                  <a:lnTo>
                    <a:pt x="776804" y="910486"/>
                  </a:lnTo>
                  <a:lnTo>
                    <a:pt x="776470" y="909466"/>
                  </a:lnTo>
                  <a:lnTo>
                    <a:pt x="775998" y="908873"/>
                  </a:lnTo>
                  <a:lnTo>
                    <a:pt x="774180" y="907968"/>
                  </a:lnTo>
                  <a:lnTo>
                    <a:pt x="772703" y="905525"/>
                  </a:lnTo>
                  <a:lnTo>
                    <a:pt x="772985" y="903494"/>
                  </a:lnTo>
                  <a:lnTo>
                    <a:pt x="772186" y="901919"/>
                  </a:lnTo>
                  <a:lnTo>
                    <a:pt x="771303" y="900602"/>
                  </a:lnTo>
                  <a:lnTo>
                    <a:pt x="770421" y="899811"/>
                  </a:lnTo>
                  <a:lnTo>
                    <a:pt x="769942" y="898830"/>
                  </a:lnTo>
                  <a:lnTo>
                    <a:pt x="770839" y="895740"/>
                  </a:lnTo>
                  <a:lnTo>
                    <a:pt x="770345" y="893945"/>
                  </a:lnTo>
                  <a:lnTo>
                    <a:pt x="772034" y="891738"/>
                  </a:lnTo>
                  <a:lnTo>
                    <a:pt x="772452" y="889250"/>
                  </a:lnTo>
                  <a:lnTo>
                    <a:pt x="775466" y="888360"/>
                  </a:lnTo>
                  <a:lnTo>
                    <a:pt x="775671" y="885986"/>
                  </a:lnTo>
                  <a:lnTo>
                    <a:pt x="773510" y="885918"/>
                  </a:lnTo>
                  <a:lnTo>
                    <a:pt x="772011" y="884175"/>
                  </a:lnTo>
                  <a:lnTo>
                    <a:pt x="771669" y="884913"/>
                  </a:lnTo>
                  <a:lnTo>
                    <a:pt x="770466" y="884990"/>
                  </a:lnTo>
                  <a:lnTo>
                    <a:pt x="768488" y="881627"/>
                  </a:lnTo>
                  <a:lnTo>
                    <a:pt x="767895" y="881201"/>
                  </a:lnTo>
                  <a:lnTo>
                    <a:pt x="766936" y="881140"/>
                  </a:lnTo>
                  <a:lnTo>
                    <a:pt x="767415" y="884685"/>
                  </a:lnTo>
                  <a:lnTo>
                    <a:pt x="765095" y="886017"/>
                  </a:lnTo>
                  <a:lnTo>
                    <a:pt x="763193" y="886603"/>
                  </a:lnTo>
                  <a:lnTo>
                    <a:pt x="760499" y="886846"/>
                  </a:lnTo>
                  <a:lnTo>
                    <a:pt x="758963" y="887257"/>
                  </a:lnTo>
                  <a:lnTo>
                    <a:pt x="757532" y="886922"/>
                  </a:lnTo>
                  <a:lnTo>
                    <a:pt x="757882" y="885849"/>
                  </a:lnTo>
                  <a:lnTo>
                    <a:pt x="758643" y="884571"/>
                  </a:lnTo>
                  <a:lnTo>
                    <a:pt x="757966" y="883498"/>
                  </a:lnTo>
                  <a:lnTo>
                    <a:pt x="756444" y="882677"/>
                  </a:lnTo>
                  <a:lnTo>
                    <a:pt x="754116" y="882722"/>
                  </a:lnTo>
                  <a:lnTo>
                    <a:pt x="752510" y="882494"/>
                  </a:lnTo>
                  <a:lnTo>
                    <a:pt x="750912" y="882585"/>
                  </a:lnTo>
                  <a:lnTo>
                    <a:pt x="750327" y="882106"/>
                  </a:lnTo>
                  <a:lnTo>
                    <a:pt x="748843" y="880424"/>
                  </a:lnTo>
                  <a:lnTo>
                    <a:pt x="747588" y="879382"/>
                  </a:lnTo>
                  <a:lnTo>
                    <a:pt x="747025" y="878340"/>
                  </a:lnTo>
                  <a:lnTo>
                    <a:pt x="747588" y="877130"/>
                  </a:lnTo>
                  <a:lnTo>
                    <a:pt x="747116" y="876392"/>
                  </a:lnTo>
                  <a:lnTo>
                    <a:pt x="744689" y="876308"/>
                  </a:lnTo>
                  <a:lnTo>
                    <a:pt x="744704" y="878043"/>
                  </a:lnTo>
                  <a:lnTo>
                    <a:pt x="744955" y="880090"/>
                  </a:lnTo>
                  <a:lnTo>
                    <a:pt x="745662" y="881642"/>
                  </a:lnTo>
                  <a:lnTo>
                    <a:pt x="745160" y="882509"/>
                  </a:lnTo>
                  <a:lnTo>
                    <a:pt x="743928" y="883103"/>
                  </a:lnTo>
                  <a:lnTo>
                    <a:pt x="742611" y="881459"/>
                  </a:lnTo>
                  <a:lnTo>
                    <a:pt x="742011" y="881056"/>
                  </a:lnTo>
                  <a:lnTo>
                    <a:pt x="741379" y="881132"/>
                  </a:lnTo>
                  <a:lnTo>
                    <a:pt x="740900" y="882768"/>
                  </a:lnTo>
                  <a:lnTo>
                    <a:pt x="739705" y="884221"/>
                  </a:lnTo>
                  <a:lnTo>
                    <a:pt x="737559" y="884061"/>
                  </a:lnTo>
                  <a:lnTo>
                    <a:pt x="735886" y="884959"/>
                  </a:lnTo>
                  <a:lnTo>
                    <a:pt x="733862" y="885370"/>
                  </a:lnTo>
                  <a:lnTo>
                    <a:pt x="732484" y="884168"/>
                  </a:lnTo>
                  <a:lnTo>
                    <a:pt x="730209" y="882235"/>
                  </a:lnTo>
                  <a:lnTo>
                    <a:pt x="729304" y="882015"/>
                  </a:lnTo>
                  <a:lnTo>
                    <a:pt x="726778" y="882958"/>
                  </a:lnTo>
                  <a:lnTo>
                    <a:pt x="723149" y="883308"/>
                  </a:lnTo>
                  <a:lnTo>
                    <a:pt x="722342" y="882304"/>
                  </a:lnTo>
                  <a:lnTo>
                    <a:pt x="720592" y="883065"/>
                  </a:lnTo>
                  <a:lnTo>
                    <a:pt x="718903" y="880744"/>
                  </a:lnTo>
                  <a:lnTo>
                    <a:pt x="716902" y="880592"/>
                  </a:lnTo>
                  <a:lnTo>
                    <a:pt x="714407" y="878834"/>
                  </a:lnTo>
                  <a:lnTo>
                    <a:pt x="713509" y="877898"/>
                  </a:lnTo>
                  <a:lnTo>
                    <a:pt x="713227" y="876559"/>
                  </a:lnTo>
                  <a:lnTo>
                    <a:pt x="712466" y="875859"/>
                  </a:lnTo>
                  <a:lnTo>
                    <a:pt x="711493" y="875951"/>
                  </a:lnTo>
                  <a:lnTo>
                    <a:pt x="710405" y="875236"/>
                  </a:lnTo>
                  <a:lnTo>
                    <a:pt x="708685" y="874528"/>
                  </a:lnTo>
                  <a:lnTo>
                    <a:pt x="707300" y="874109"/>
                  </a:lnTo>
                  <a:lnTo>
                    <a:pt x="706616" y="874429"/>
                  </a:lnTo>
                  <a:lnTo>
                    <a:pt x="705893" y="874596"/>
                  </a:lnTo>
                  <a:lnTo>
                    <a:pt x="705763" y="873698"/>
                  </a:lnTo>
                  <a:lnTo>
                    <a:pt x="705816" y="870990"/>
                  </a:lnTo>
                  <a:lnTo>
                    <a:pt x="705687" y="868585"/>
                  </a:lnTo>
                  <a:lnTo>
                    <a:pt x="705307" y="867498"/>
                  </a:lnTo>
                  <a:lnTo>
                    <a:pt x="704379" y="866676"/>
                  </a:lnTo>
                  <a:lnTo>
                    <a:pt x="703542" y="866280"/>
                  </a:lnTo>
                  <a:lnTo>
                    <a:pt x="703169" y="865040"/>
                  </a:lnTo>
                  <a:lnTo>
                    <a:pt x="703473" y="862605"/>
                  </a:lnTo>
                  <a:lnTo>
                    <a:pt x="704158" y="860954"/>
                  </a:lnTo>
                  <a:lnTo>
                    <a:pt x="705238" y="860657"/>
                  </a:lnTo>
                  <a:lnTo>
                    <a:pt x="706699" y="859470"/>
                  </a:lnTo>
                  <a:lnTo>
                    <a:pt x="707445" y="857781"/>
                  </a:lnTo>
                  <a:lnTo>
                    <a:pt x="708381" y="856214"/>
                  </a:lnTo>
                  <a:lnTo>
                    <a:pt x="705048" y="854015"/>
                  </a:lnTo>
                  <a:lnTo>
                    <a:pt x="703298" y="853224"/>
                  </a:lnTo>
                  <a:lnTo>
                    <a:pt x="701358" y="853559"/>
                  </a:lnTo>
                  <a:lnTo>
                    <a:pt x="698946" y="854259"/>
                  </a:lnTo>
                  <a:lnTo>
                    <a:pt x="697691" y="854396"/>
                  </a:lnTo>
                  <a:lnTo>
                    <a:pt x="697059" y="854122"/>
                  </a:lnTo>
                  <a:lnTo>
                    <a:pt x="695651" y="852143"/>
                  </a:lnTo>
                  <a:lnTo>
                    <a:pt x="694891" y="851801"/>
                  </a:lnTo>
                  <a:lnTo>
                    <a:pt x="693186" y="851672"/>
                  </a:lnTo>
                  <a:lnTo>
                    <a:pt x="691748" y="851687"/>
                  </a:lnTo>
                  <a:lnTo>
                    <a:pt x="690927" y="852547"/>
                  </a:lnTo>
                  <a:lnTo>
                    <a:pt x="689648" y="852836"/>
                  </a:lnTo>
                  <a:lnTo>
                    <a:pt x="688370" y="852881"/>
                  </a:lnTo>
                  <a:lnTo>
                    <a:pt x="687077" y="851809"/>
                  </a:lnTo>
                  <a:lnTo>
                    <a:pt x="685129" y="850409"/>
                  </a:lnTo>
                  <a:lnTo>
                    <a:pt x="682078" y="849420"/>
                  </a:lnTo>
                  <a:lnTo>
                    <a:pt x="681705" y="848286"/>
                  </a:lnTo>
                  <a:lnTo>
                    <a:pt x="680929" y="846924"/>
                  </a:lnTo>
                  <a:lnTo>
                    <a:pt x="679772" y="845661"/>
                  </a:lnTo>
                  <a:lnTo>
                    <a:pt x="677855" y="843987"/>
                  </a:lnTo>
                  <a:lnTo>
                    <a:pt x="676250" y="843120"/>
                  </a:lnTo>
                  <a:lnTo>
                    <a:pt x="675466" y="843652"/>
                  </a:lnTo>
                  <a:lnTo>
                    <a:pt x="674401" y="844603"/>
                  </a:lnTo>
                  <a:lnTo>
                    <a:pt x="670277" y="846604"/>
                  </a:lnTo>
                  <a:lnTo>
                    <a:pt x="668451" y="847388"/>
                  </a:lnTo>
                  <a:lnTo>
                    <a:pt x="667477" y="847944"/>
                  </a:lnTo>
                  <a:lnTo>
                    <a:pt x="666663" y="848780"/>
                  </a:lnTo>
                  <a:lnTo>
                    <a:pt x="666412" y="850842"/>
                  </a:lnTo>
                  <a:lnTo>
                    <a:pt x="666008" y="853140"/>
                  </a:lnTo>
                  <a:lnTo>
                    <a:pt x="664821" y="854304"/>
                  </a:lnTo>
                  <a:lnTo>
                    <a:pt x="663696" y="855187"/>
                  </a:lnTo>
                  <a:lnTo>
                    <a:pt x="662516" y="855278"/>
                  </a:lnTo>
                  <a:lnTo>
                    <a:pt x="661360" y="855240"/>
                  </a:lnTo>
                  <a:lnTo>
                    <a:pt x="660272" y="855605"/>
                  </a:lnTo>
                  <a:lnTo>
                    <a:pt x="656954" y="857911"/>
                  </a:lnTo>
                  <a:lnTo>
                    <a:pt x="655395" y="857728"/>
                  </a:lnTo>
                  <a:lnTo>
                    <a:pt x="654109" y="856427"/>
                  </a:lnTo>
                  <a:lnTo>
                    <a:pt x="653561" y="855484"/>
                  </a:lnTo>
                  <a:lnTo>
                    <a:pt x="652077" y="855697"/>
                  </a:lnTo>
                  <a:lnTo>
                    <a:pt x="650175" y="856800"/>
                  </a:lnTo>
                  <a:lnTo>
                    <a:pt x="649293" y="858778"/>
                  </a:lnTo>
                  <a:lnTo>
                    <a:pt x="648828" y="860627"/>
                  </a:lnTo>
                  <a:lnTo>
                    <a:pt x="648410" y="861449"/>
                  </a:lnTo>
                  <a:lnTo>
                    <a:pt x="647771" y="861685"/>
                  </a:lnTo>
                  <a:lnTo>
                    <a:pt x="647208" y="861723"/>
                  </a:lnTo>
                  <a:lnTo>
                    <a:pt x="641281" y="856389"/>
                  </a:lnTo>
                  <a:lnTo>
                    <a:pt x="640916" y="856115"/>
                  </a:lnTo>
                  <a:lnTo>
                    <a:pt x="639850" y="857211"/>
                  </a:lnTo>
                  <a:lnTo>
                    <a:pt x="638884" y="860041"/>
                  </a:lnTo>
                  <a:lnTo>
                    <a:pt x="638191" y="860581"/>
                  </a:lnTo>
                  <a:lnTo>
                    <a:pt x="637720" y="860361"/>
                  </a:lnTo>
                  <a:lnTo>
                    <a:pt x="635270" y="856739"/>
                  </a:lnTo>
                  <a:lnTo>
                    <a:pt x="634638" y="856397"/>
                  </a:lnTo>
                  <a:lnTo>
                    <a:pt x="634083" y="856518"/>
                  </a:lnTo>
                  <a:lnTo>
                    <a:pt x="633345" y="857690"/>
                  </a:lnTo>
                  <a:lnTo>
                    <a:pt x="631793" y="859417"/>
                  </a:lnTo>
                  <a:lnTo>
                    <a:pt x="630606" y="860467"/>
                  </a:lnTo>
                  <a:lnTo>
                    <a:pt x="630575" y="861631"/>
                  </a:lnTo>
                  <a:lnTo>
                    <a:pt x="629282" y="862658"/>
                  </a:lnTo>
                  <a:lnTo>
                    <a:pt x="627783" y="863686"/>
                  </a:lnTo>
                  <a:lnTo>
                    <a:pt x="627281" y="863792"/>
                  </a:lnTo>
                  <a:lnTo>
                    <a:pt x="626284" y="863381"/>
                  </a:lnTo>
                  <a:lnTo>
                    <a:pt x="624983" y="862019"/>
                  </a:lnTo>
                  <a:lnTo>
                    <a:pt x="624040" y="860597"/>
                  </a:lnTo>
                  <a:lnTo>
                    <a:pt x="621704" y="859181"/>
                  </a:lnTo>
                  <a:lnTo>
                    <a:pt x="619086" y="857987"/>
                  </a:lnTo>
                  <a:lnTo>
                    <a:pt x="617352" y="857051"/>
                  </a:lnTo>
                  <a:lnTo>
                    <a:pt x="616363" y="856823"/>
                  </a:lnTo>
                  <a:lnTo>
                    <a:pt x="615442" y="857241"/>
                  </a:lnTo>
                  <a:lnTo>
                    <a:pt x="614978" y="857812"/>
                  </a:lnTo>
                  <a:lnTo>
                    <a:pt x="614324" y="859227"/>
                  </a:lnTo>
                  <a:lnTo>
                    <a:pt x="612756" y="861540"/>
                  </a:lnTo>
                  <a:lnTo>
                    <a:pt x="611356" y="863381"/>
                  </a:lnTo>
                  <a:lnTo>
                    <a:pt x="610055" y="864561"/>
                  </a:lnTo>
                  <a:lnTo>
                    <a:pt x="609020" y="865375"/>
                  </a:lnTo>
                  <a:lnTo>
                    <a:pt x="608244" y="864614"/>
                  </a:lnTo>
                  <a:lnTo>
                    <a:pt x="606814" y="863990"/>
                  </a:lnTo>
                  <a:lnTo>
                    <a:pt x="605132" y="863990"/>
                  </a:lnTo>
                  <a:lnTo>
                    <a:pt x="602918" y="865162"/>
                  </a:lnTo>
                  <a:lnTo>
                    <a:pt x="601176" y="862818"/>
                  </a:lnTo>
                  <a:lnTo>
                    <a:pt x="600719" y="862704"/>
                  </a:lnTo>
                  <a:lnTo>
                    <a:pt x="600050" y="862902"/>
                  </a:lnTo>
                  <a:lnTo>
                    <a:pt x="599274" y="863457"/>
                  </a:lnTo>
                  <a:lnTo>
                    <a:pt x="598741" y="864766"/>
                  </a:lnTo>
                  <a:lnTo>
                    <a:pt x="598178" y="866554"/>
                  </a:lnTo>
                  <a:lnTo>
                    <a:pt x="597067" y="867726"/>
                  </a:lnTo>
                  <a:lnTo>
                    <a:pt x="596146" y="868243"/>
                  </a:lnTo>
                  <a:lnTo>
                    <a:pt x="596413" y="869247"/>
                  </a:lnTo>
                  <a:lnTo>
                    <a:pt x="596938" y="870335"/>
                  </a:lnTo>
                  <a:lnTo>
                    <a:pt x="596900" y="871287"/>
                  </a:lnTo>
                  <a:lnTo>
                    <a:pt x="597235" y="872785"/>
                  </a:lnTo>
                  <a:lnTo>
                    <a:pt x="597813" y="874284"/>
                  </a:lnTo>
                  <a:lnTo>
                    <a:pt x="599875" y="876742"/>
                  </a:lnTo>
                  <a:lnTo>
                    <a:pt x="600666" y="878020"/>
                  </a:lnTo>
                  <a:lnTo>
                    <a:pt x="600826" y="879131"/>
                  </a:lnTo>
                  <a:lnTo>
                    <a:pt x="600902" y="883072"/>
                  </a:lnTo>
                  <a:lnTo>
                    <a:pt x="600818" y="884716"/>
                  </a:lnTo>
                  <a:lnTo>
                    <a:pt x="600407" y="887881"/>
                  </a:lnTo>
                  <a:lnTo>
                    <a:pt x="600377" y="889707"/>
                  </a:lnTo>
                  <a:lnTo>
                    <a:pt x="601237" y="890529"/>
                  </a:lnTo>
                  <a:lnTo>
                    <a:pt x="602066" y="891510"/>
                  </a:lnTo>
                  <a:lnTo>
                    <a:pt x="602028" y="892043"/>
                  </a:lnTo>
                  <a:lnTo>
                    <a:pt x="601663" y="892233"/>
                  </a:lnTo>
                  <a:lnTo>
                    <a:pt x="600483" y="893321"/>
                  </a:lnTo>
                  <a:lnTo>
                    <a:pt x="599989" y="893466"/>
                  </a:lnTo>
                  <a:lnTo>
                    <a:pt x="599213" y="893017"/>
                  </a:lnTo>
                  <a:lnTo>
                    <a:pt x="598208" y="892682"/>
                  </a:lnTo>
                  <a:lnTo>
                    <a:pt x="597410" y="892248"/>
                  </a:lnTo>
                  <a:lnTo>
                    <a:pt x="596519" y="891548"/>
                  </a:lnTo>
                  <a:lnTo>
                    <a:pt x="594412" y="891624"/>
                  </a:lnTo>
                  <a:lnTo>
                    <a:pt x="590950" y="892689"/>
                  </a:lnTo>
                  <a:lnTo>
                    <a:pt x="590235" y="892385"/>
                  </a:lnTo>
                  <a:lnTo>
                    <a:pt x="589740" y="891784"/>
                  </a:lnTo>
                  <a:lnTo>
                    <a:pt x="589466" y="890536"/>
                  </a:lnTo>
                  <a:lnTo>
                    <a:pt x="589634" y="889075"/>
                  </a:lnTo>
                  <a:lnTo>
                    <a:pt x="589329" y="888139"/>
                  </a:lnTo>
                  <a:lnTo>
                    <a:pt x="588683" y="887584"/>
                  </a:lnTo>
                  <a:lnTo>
                    <a:pt x="589147" y="884974"/>
                  </a:lnTo>
                  <a:lnTo>
                    <a:pt x="587914" y="883940"/>
                  </a:lnTo>
                  <a:lnTo>
                    <a:pt x="588089" y="883620"/>
                  </a:lnTo>
                  <a:lnTo>
                    <a:pt x="587678" y="880797"/>
                  </a:lnTo>
                  <a:lnTo>
                    <a:pt x="587732" y="880097"/>
                  </a:lnTo>
                  <a:lnTo>
                    <a:pt x="587519" y="879862"/>
                  </a:lnTo>
                  <a:lnTo>
                    <a:pt x="586651" y="879641"/>
                  </a:lnTo>
                  <a:lnTo>
                    <a:pt x="585358" y="880082"/>
                  </a:lnTo>
                  <a:lnTo>
                    <a:pt x="581424" y="881938"/>
                  </a:lnTo>
                  <a:lnTo>
                    <a:pt x="578046" y="885370"/>
                  </a:lnTo>
                  <a:lnTo>
                    <a:pt x="576501" y="886131"/>
                  </a:lnTo>
                  <a:lnTo>
                    <a:pt x="574942" y="886443"/>
                  </a:lnTo>
                  <a:lnTo>
                    <a:pt x="573108" y="885849"/>
                  </a:lnTo>
                  <a:lnTo>
                    <a:pt x="571076" y="885461"/>
                  </a:lnTo>
                  <a:lnTo>
                    <a:pt x="568178" y="886329"/>
                  </a:lnTo>
                  <a:lnTo>
                    <a:pt x="566747" y="885926"/>
                  </a:lnTo>
                  <a:lnTo>
                    <a:pt x="566085" y="885225"/>
                  </a:lnTo>
                  <a:lnTo>
                    <a:pt x="565500" y="884160"/>
                  </a:lnTo>
                  <a:lnTo>
                    <a:pt x="565857" y="882806"/>
                  </a:lnTo>
                  <a:lnTo>
                    <a:pt x="565637" y="881809"/>
                  </a:lnTo>
                  <a:lnTo>
                    <a:pt x="564480" y="881307"/>
                  </a:lnTo>
                  <a:lnTo>
                    <a:pt x="563133" y="880873"/>
                  </a:lnTo>
                  <a:lnTo>
                    <a:pt x="562334" y="879572"/>
                  </a:lnTo>
                  <a:lnTo>
                    <a:pt x="562015" y="878150"/>
                  </a:lnTo>
                  <a:lnTo>
                    <a:pt x="562327" y="876301"/>
                  </a:lnTo>
                  <a:lnTo>
                    <a:pt x="562487" y="874315"/>
                  </a:lnTo>
                  <a:lnTo>
                    <a:pt x="561840" y="873402"/>
                  </a:lnTo>
                  <a:lnTo>
                    <a:pt x="559869" y="872907"/>
                  </a:lnTo>
                  <a:lnTo>
                    <a:pt x="554901" y="872002"/>
                  </a:lnTo>
                  <a:lnTo>
                    <a:pt x="550548" y="871507"/>
                  </a:lnTo>
                  <a:lnTo>
                    <a:pt x="548723" y="871743"/>
                  </a:lnTo>
                  <a:lnTo>
                    <a:pt x="547231" y="871522"/>
                  </a:lnTo>
                  <a:lnTo>
                    <a:pt x="546371" y="871157"/>
                  </a:lnTo>
                  <a:lnTo>
                    <a:pt x="545953" y="870533"/>
                  </a:lnTo>
                  <a:lnTo>
                    <a:pt x="545930" y="869635"/>
                  </a:lnTo>
                  <a:lnTo>
                    <a:pt x="546638" y="867574"/>
                  </a:lnTo>
                  <a:lnTo>
                    <a:pt x="547437" y="865557"/>
                  </a:lnTo>
                  <a:lnTo>
                    <a:pt x="549460" y="862620"/>
                  </a:lnTo>
                  <a:lnTo>
                    <a:pt x="549582" y="860581"/>
                  </a:lnTo>
                  <a:lnTo>
                    <a:pt x="549476" y="858230"/>
                  </a:lnTo>
                  <a:lnTo>
                    <a:pt x="550480" y="855088"/>
                  </a:lnTo>
                  <a:lnTo>
                    <a:pt x="552223" y="852737"/>
                  </a:lnTo>
                  <a:lnTo>
                    <a:pt x="553082" y="851999"/>
                  </a:lnTo>
                  <a:lnTo>
                    <a:pt x="552877" y="850949"/>
                  </a:lnTo>
                  <a:lnTo>
                    <a:pt x="552177" y="849990"/>
                  </a:lnTo>
                  <a:lnTo>
                    <a:pt x="551180" y="849458"/>
                  </a:lnTo>
                  <a:lnTo>
                    <a:pt x="549529" y="848841"/>
                  </a:lnTo>
                  <a:lnTo>
                    <a:pt x="546957" y="848674"/>
                  </a:lnTo>
                  <a:lnTo>
                    <a:pt x="543427" y="848042"/>
                  </a:lnTo>
                  <a:lnTo>
                    <a:pt x="539341" y="846642"/>
                  </a:lnTo>
                  <a:lnTo>
                    <a:pt x="539813" y="843957"/>
                  </a:lnTo>
                  <a:lnTo>
                    <a:pt x="539744" y="842275"/>
                  </a:lnTo>
                  <a:lnTo>
                    <a:pt x="539242" y="840890"/>
                  </a:lnTo>
                  <a:lnTo>
                    <a:pt x="538413" y="839909"/>
                  </a:lnTo>
                  <a:lnTo>
                    <a:pt x="537941" y="839034"/>
                  </a:lnTo>
                  <a:lnTo>
                    <a:pt x="538679" y="836630"/>
                  </a:lnTo>
                  <a:lnTo>
                    <a:pt x="537728" y="833997"/>
                  </a:lnTo>
                  <a:lnTo>
                    <a:pt x="536610" y="832947"/>
                  </a:lnTo>
                  <a:lnTo>
                    <a:pt x="535453" y="831585"/>
                  </a:lnTo>
                  <a:lnTo>
                    <a:pt x="535362" y="830117"/>
                  </a:lnTo>
                  <a:lnTo>
                    <a:pt x="535887" y="828747"/>
                  </a:lnTo>
                  <a:lnTo>
                    <a:pt x="538717" y="825803"/>
                  </a:lnTo>
                  <a:lnTo>
                    <a:pt x="538740" y="825087"/>
                  </a:lnTo>
                  <a:lnTo>
                    <a:pt x="538040" y="825148"/>
                  </a:lnTo>
                  <a:lnTo>
                    <a:pt x="537233" y="825209"/>
                  </a:lnTo>
                  <a:lnTo>
                    <a:pt x="533368" y="826282"/>
                  </a:lnTo>
                  <a:lnTo>
                    <a:pt x="532950" y="825605"/>
                  </a:lnTo>
                  <a:lnTo>
                    <a:pt x="531565" y="825217"/>
                  </a:lnTo>
                  <a:lnTo>
                    <a:pt x="528743" y="825141"/>
                  </a:lnTo>
                  <a:lnTo>
                    <a:pt x="525440" y="825338"/>
                  </a:lnTo>
                  <a:lnTo>
                    <a:pt x="521263" y="826388"/>
                  </a:lnTo>
                  <a:lnTo>
                    <a:pt x="517429" y="828230"/>
                  </a:lnTo>
                  <a:lnTo>
                    <a:pt x="515686" y="829493"/>
                  </a:lnTo>
                  <a:lnTo>
                    <a:pt x="514203" y="830276"/>
                  </a:lnTo>
                  <a:lnTo>
                    <a:pt x="513000" y="830535"/>
                  </a:lnTo>
                  <a:lnTo>
                    <a:pt x="511608" y="829980"/>
                  </a:lnTo>
                  <a:lnTo>
                    <a:pt x="511684" y="828176"/>
                  </a:lnTo>
                  <a:lnTo>
                    <a:pt x="514301" y="824867"/>
                  </a:lnTo>
                  <a:lnTo>
                    <a:pt x="514674" y="822592"/>
                  </a:lnTo>
                  <a:lnTo>
                    <a:pt x="513883" y="820636"/>
                  </a:lnTo>
                  <a:lnTo>
                    <a:pt x="513792" y="819069"/>
                  </a:lnTo>
                  <a:lnTo>
                    <a:pt x="512871" y="818072"/>
                  </a:lnTo>
                  <a:lnTo>
                    <a:pt x="511585" y="817585"/>
                  </a:lnTo>
                  <a:lnTo>
                    <a:pt x="510900" y="816474"/>
                  </a:lnTo>
                  <a:lnTo>
                    <a:pt x="510855" y="813218"/>
                  </a:lnTo>
                  <a:lnTo>
                    <a:pt x="512004" y="809863"/>
                  </a:lnTo>
                  <a:lnTo>
                    <a:pt x="513868" y="808805"/>
                  </a:lnTo>
                  <a:lnTo>
                    <a:pt x="515001" y="808295"/>
                  </a:lnTo>
                  <a:lnTo>
                    <a:pt x="515305" y="807641"/>
                  </a:lnTo>
                  <a:lnTo>
                    <a:pt x="514727" y="805282"/>
                  </a:lnTo>
                  <a:lnTo>
                    <a:pt x="514819" y="803783"/>
                  </a:lnTo>
                  <a:lnTo>
                    <a:pt x="515930" y="800885"/>
                  </a:lnTo>
                  <a:lnTo>
                    <a:pt x="517040" y="798686"/>
                  </a:lnTo>
                  <a:lnTo>
                    <a:pt x="519140" y="799051"/>
                  </a:lnTo>
                  <a:lnTo>
                    <a:pt x="520084" y="798503"/>
                  </a:lnTo>
                  <a:lnTo>
                    <a:pt x="521126" y="797719"/>
                  </a:lnTo>
                  <a:lnTo>
                    <a:pt x="522260" y="796396"/>
                  </a:lnTo>
                  <a:lnTo>
                    <a:pt x="523021" y="794821"/>
                  </a:lnTo>
                  <a:lnTo>
                    <a:pt x="523949" y="791168"/>
                  </a:lnTo>
                  <a:lnTo>
                    <a:pt x="524581" y="790621"/>
                  </a:lnTo>
                  <a:lnTo>
                    <a:pt x="527228" y="791229"/>
                  </a:lnTo>
                  <a:lnTo>
                    <a:pt x="528020" y="790803"/>
                  </a:lnTo>
                  <a:lnTo>
                    <a:pt x="529465" y="788658"/>
                  </a:lnTo>
                  <a:lnTo>
                    <a:pt x="530835" y="786040"/>
                  </a:lnTo>
                  <a:lnTo>
                    <a:pt x="532820" y="785234"/>
                  </a:lnTo>
                  <a:lnTo>
                    <a:pt x="534251" y="785150"/>
                  </a:lnTo>
                  <a:lnTo>
                    <a:pt x="534913" y="784283"/>
                  </a:lnTo>
                  <a:lnTo>
                    <a:pt x="534875" y="783004"/>
                  </a:lnTo>
                  <a:lnTo>
                    <a:pt x="533513" y="780973"/>
                  </a:lnTo>
                  <a:lnTo>
                    <a:pt x="532943" y="779352"/>
                  </a:lnTo>
                  <a:lnTo>
                    <a:pt x="533110" y="778363"/>
                  </a:lnTo>
                  <a:lnTo>
                    <a:pt x="535057" y="777762"/>
                  </a:lnTo>
                  <a:lnTo>
                    <a:pt x="535537" y="776583"/>
                  </a:lnTo>
                  <a:lnTo>
                    <a:pt x="535248" y="773996"/>
                  </a:lnTo>
                  <a:lnTo>
                    <a:pt x="536047" y="770884"/>
                  </a:lnTo>
                  <a:lnTo>
                    <a:pt x="536526" y="767240"/>
                  </a:lnTo>
                  <a:lnTo>
                    <a:pt x="536686" y="764516"/>
                  </a:lnTo>
                  <a:lnTo>
                    <a:pt x="536663" y="762439"/>
                  </a:lnTo>
                  <a:lnTo>
                    <a:pt x="536473" y="760255"/>
                  </a:lnTo>
                  <a:lnTo>
                    <a:pt x="536199" y="756268"/>
                  </a:lnTo>
                  <a:lnTo>
                    <a:pt x="535309" y="752791"/>
                  </a:lnTo>
                  <a:lnTo>
                    <a:pt x="535468" y="751482"/>
                  </a:lnTo>
                  <a:lnTo>
                    <a:pt x="535347" y="747259"/>
                  </a:lnTo>
                  <a:lnTo>
                    <a:pt x="534799" y="743653"/>
                  </a:lnTo>
                  <a:lnTo>
                    <a:pt x="533703" y="743021"/>
                  </a:lnTo>
                  <a:lnTo>
                    <a:pt x="531664" y="741850"/>
                  </a:lnTo>
                  <a:lnTo>
                    <a:pt x="530553" y="741622"/>
                  </a:lnTo>
                  <a:lnTo>
                    <a:pt x="529625" y="742048"/>
                  </a:lnTo>
                  <a:lnTo>
                    <a:pt x="529275" y="743303"/>
                  </a:lnTo>
                  <a:lnTo>
                    <a:pt x="528377" y="744475"/>
                  </a:lnTo>
                  <a:lnTo>
                    <a:pt x="527274" y="744186"/>
                  </a:lnTo>
                  <a:lnTo>
                    <a:pt x="526749" y="743014"/>
                  </a:lnTo>
                  <a:lnTo>
                    <a:pt x="526041" y="741477"/>
                  </a:lnTo>
                  <a:lnTo>
                    <a:pt x="523675" y="734165"/>
                  </a:lnTo>
                  <a:lnTo>
                    <a:pt x="523416" y="732057"/>
                  </a:lnTo>
                  <a:lnTo>
                    <a:pt x="522998" y="729957"/>
                  </a:lnTo>
                  <a:lnTo>
                    <a:pt x="522207" y="728908"/>
                  </a:lnTo>
                  <a:lnTo>
                    <a:pt x="521369" y="728284"/>
                  </a:lnTo>
                  <a:lnTo>
                    <a:pt x="519483" y="725819"/>
                  </a:lnTo>
                  <a:lnTo>
                    <a:pt x="518493" y="724791"/>
                  </a:lnTo>
                  <a:lnTo>
                    <a:pt x="518014" y="724624"/>
                  </a:lnTo>
                  <a:lnTo>
                    <a:pt x="516980" y="724799"/>
                  </a:lnTo>
                  <a:lnTo>
                    <a:pt x="515960" y="724799"/>
                  </a:lnTo>
                  <a:lnTo>
                    <a:pt x="515131" y="723566"/>
                  </a:lnTo>
                  <a:lnTo>
                    <a:pt x="514370" y="722060"/>
                  </a:lnTo>
                  <a:lnTo>
                    <a:pt x="513609" y="721322"/>
                  </a:lnTo>
                  <a:lnTo>
                    <a:pt x="512331" y="720911"/>
                  </a:lnTo>
                  <a:lnTo>
                    <a:pt x="511022" y="721071"/>
                  </a:lnTo>
                  <a:lnTo>
                    <a:pt x="510253" y="722372"/>
                  </a:lnTo>
                  <a:lnTo>
                    <a:pt x="509736" y="723110"/>
                  </a:lnTo>
                  <a:lnTo>
                    <a:pt x="508747" y="724845"/>
                  </a:lnTo>
                  <a:lnTo>
                    <a:pt x="507149" y="727241"/>
                  </a:lnTo>
                  <a:lnTo>
                    <a:pt x="506419" y="728124"/>
                  </a:lnTo>
                  <a:lnTo>
                    <a:pt x="505711" y="727667"/>
                  </a:lnTo>
                  <a:lnTo>
                    <a:pt x="502630" y="725172"/>
                  </a:lnTo>
                  <a:lnTo>
                    <a:pt x="501146" y="724479"/>
                  </a:lnTo>
                  <a:lnTo>
                    <a:pt x="499122" y="725233"/>
                  </a:lnTo>
                  <a:lnTo>
                    <a:pt x="495965" y="724639"/>
                  </a:lnTo>
                  <a:lnTo>
                    <a:pt x="494747" y="724525"/>
                  </a:lnTo>
                  <a:lnTo>
                    <a:pt x="492115" y="722532"/>
                  </a:lnTo>
                  <a:lnTo>
                    <a:pt x="491042" y="722288"/>
                  </a:lnTo>
                  <a:lnTo>
                    <a:pt x="487306" y="723589"/>
                  </a:lnTo>
                  <a:lnTo>
                    <a:pt x="486484" y="724510"/>
                  </a:lnTo>
                  <a:lnTo>
                    <a:pt x="486005" y="724525"/>
                  </a:lnTo>
                  <a:lnTo>
                    <a:pt x="485008" y="724061"/>
                  </a:lnTo>
                  <a:lnTo>
                    <a:pt x="484194" y="723445"/>
                  </a:lnTo>
                  <a:lnTo>
                    <a:pt x="484141" y="723057"/>
                  </a:lnTo>
                  <a:lnTo>
                    <a:pt x="485153" y="722083"/>
                  </a:lnTo>
                  <a:lnTo>
                    <a:pt x="485229" y="721398"/>
                  </a:lnTo>
                  <a:lnTo>
                    <a:pt x="485176" y="720705"/>
                  </a:lnTo>
                  <a:lnTo>
                    <a:pt x="486629" y="718742"/>
                  </a:lnTo>
                  <a:lnTo>
                    <a:pt x="490593" y="714938"/>
                  </a:lnTo>
                  <a:lnTo>
                    <a:pt x="489931" y="713340"/>
                  </a:lnTo>
                  <a:lnTo>
                    <a:pt x="488371" y="710191"/>
                  </a:lnTo>
                  <a:lnTo>
                    <a:pt x="488166" y="708661"/>
                  </a:lnTo>
                  <a:lnTo>
                    <a:pt x="487489" y="707969"/>
                  </a:lnTo>
                  <a:lnTo>
                    <a:pt x="485594" y="708532"/>
                  </a:lnTo>
                  <a:lnTo>
                    <a:pt x="481653" y="711393"/>
                  </a:lnTo>
                  <a:lnTo>
                    <a:pt x="481113" y="711081"/>
                  </a:lnTo>
                  <a:lnTo>
                    <a:pt x="481212" y="710092"/>
                  </a:lnTo>
                  <a:lnTo>
                    <a:pt x="480801" y="707208"/>
                  </a:lnTo>
                  <a:lnTo>
                    <a:pt x="482049" y="706341"/>
                  </a:lnTo>
                  <a:lnTo>
                    <a:pt x="483966" y="705283"/>
                  </a:lnTo>
                  <a:lnTo>
                    <a:pt x="485442" y="704104"/>
                  </a:lnTo>
                  <a:lnTo>
                    <a:pt x="485784" y="703153"/>
                  </a:lnTo>
                  <a:lnTo>
                    <a:pt x="485381" y="702856"/>
                  </a:lnTo>
                  <a:lnTo>
                    <a:pt x="483205" y="703229"/>
                  </a:lnTo>
                  <a:lnTo>
                    <a:pt x="482345" y="702582"/>
                  </a:lnTo>
                  <a:lnTo>
                    <a:pt x="480922" y="699927"/>
                  </a:lnTo>
                  <a:lnTo>
                    <a:pt x="479880" y="698884"/>
                  </a:lnTo>
                  <a:lnTo>
                    <a:pt x="478937" y="698321"/>
                  </a:lnTo>
                  <a:lnTo>
                    <a:pt x="475726" y="699691"/>
                  </a:lnTo>
                  <a:lnTo>
                    <a:pt x="471998" y="701570"/>
                  </a:lnTo>
                  <a:lnTo>
                    <a:pt x="467843" y="704187"/>
                  </a:lnTo>
                  <a:lnTo>
                    <a:pt x="467866" y="705526"/>
                  </a:lnTo>
                  <a:lnTo>
                    <a:pt x="467372" y="705869"/>
                  </a:lnTo>
                  <a:lnTo>
                    <a:pt x="466580" y="706713"/>
                  </a:lnTo>
                  <a:lnTo>
                    <a:pt x="465804" y="707878"/>
                  </a:lnTo>
                  <a:lnTo>
                    <a:pt x="465142" y="708288"/>
                  </a:lnTo>
                  <a:lnTo>
                    <a:pt x="464366" y="708326"/>
                  </a:lnTo>
                  <a:lnTo>
                    <a:pt x="462784" y="707999"/>
                  </a:lnTo>
                  <a:lnTo>
                    <a:pt x="459915" y="706675"/>
                  </a:lnTo>
                  <a:lnTo>
                    <a:pt x="456803" y="705580"/>
                  </a:lnTo>
                  <a:lnTo>
                    <a:pt x="456134" y="705701"/>
                  </a:lnTo>
                  <a:lnTo>
                    <a:pt x="451904" y="704926"/>
                  </a:lnTo>
                  <a:lnTo>
                    <a:pt x="451767" y="704302"/>
                  </a:lnTo>
                  <a:lnTo>
                    <a:pt x="451127" y="703077"/>
                  </a:lnTo>
                  <a:lnTo>
                    <a:pt x="449925" y="701966"/>
                  </a:lnTo>
                  <a:lnTo>
                    <a:pt x="448776" y="701593"/>
                  </a:lnTo>
                  <a:lnTo>
                    <a:pt x="445467" y="703936"/>
                  </a:lnTo>
                  <a:lnTo>
                    <a:pt x="441731" y="705679"/>
                  </a:lnTo>
                  <a:lnTo>
                    <a:pt x="439608" y="707741"/>
                  </a:lnTo>
                  <a:lnTo>
                    <a:pt x="437858" y="709787"/>
                  </a:lnTo>
                  <a:lnTo>
                    <a:pt x="435849" y="710183"/>
                  </a:lnTo>
                  <a:lnTo>
                    <a:pt x="435758" y="711446"/>
                  </a:lnTo>
                  <a:lnTo>
                    <a:pt x="434913" y="712580"/>
                  </a:lnTo>
                  <a:lnTo>
                    <a:pt x="433392" y="713980"/>
                  </a:lnTo>
                  <a:lnTo>
                    <a:pt x="430371" y="715760"/>
                  </a:lnTo>
                  <a:lnTo>
                    <a:pt x="428325" y="716719"/>
                  </a:lnTo>
                  <a:lnTo>
                    <a:pt x="421827" y="717594"/>
                  </a:lnTo>
                  <a:lnTo>
                    <a:pt x="419506" y="718187"/>
                  </a:lnTo>
                  <a:lnTo>
                    <a:pt x="418532" y="719123"/>
                  </a:lnTo>
                  <a:lnTo>
                    <a:pt x="417490" y="721497"/>
                  </a:lnTo>
                  <a:lnTo>
                    <a:pt x="416668" y="723681"/>
                  </a:lnTo>
                  <a:lnTo>
                    <a:pt x="414873" y="725484"/>
                  </a:lnTo>
                  <a:lnTo>
                    <a:pt x="411601" y="727888"/>
                  </a:lnTo>
                  <a:lnTo>
                    <a:pt x="407759" y="729836"/>
                  </a:lnTo>
                  <a:lnTo>
                    <a:pt x="406701" y="731129"/>
                  </a:lnTo>
                  <a:lnTo>
                    <a:pt x="406511" y="731898"/>
                  </a:lnTo>
                  <a:lnTo>
                    <a:pt x="406990" y="732179"/>
                  </a:lnTo>
                  <a:lnTo>
                    <a:pt x="407462" y="732765"/>
                  </a:lnTo>
                  <a:lnTo>
                    <a:pt x="407462" y="733648"/>
                  </a:lnTo>
                  <a:lnTo>
                    <a:pt x="406967" y="734606"/>
                  </a:lnTo>
                  <a:lnTo>
                    <a:pt x="404456" y="736280"/>
                  </a:lnTo>
                  <a:lnTo>
                    <a:pt x="403041" y="737079"/>
                  </a:lnTo>
                  <a:lnTo>
                    <a:pt x="401633" y="737589"/>
                  </a:lnTo>
                  <a:lnTo>
                    <a:pt x="400059" y="737680"/>
                  </a:lnTo>
                  <a:lnTo>
                    <a:pt x="398545" y="737452"/>
                  </a:lnTo>
                  <a:lnTo>
                    <a:pt x="398126" y="737178"/>
                  </a:lnTo>
                  <a:lnTo>
                    <a:pt x="397525" y="737528"/>
                  </a:lnTo>
                  <a:lnTo>
                    <a:pt x="396140" y="737878"/>
                  </a:lnTo>
                  <a:lnTo>
                    <a:pt x="394938" y="737992"/>
                  </a:lnTo>
                  <a:lnTo>
                    <a:pt x="392298" y="739849"/>
                  </a:lnTo>
                  <a:lnTo>
                    <a:pt x="390845" y="739864"/>
                  </a:lnTo>
                  <a:lnTo>
                    <a:pt x="389034" y="739461"/>
                  </a:lnTo>
                  <a:lnTo>
                    <a:pt x="386645" y="739141"/>
                  </a:lnTo>
                  <a:lnTo>
                    <a:pt x="384918" y="739141"/>
                  </a:lnTo>
                  <a:lnTo>
                    <a:pt x="384864" y="738160"/>
                  </a:lnTo>
                  <a:lnTo>
                    <a:pt x="385131" y="735215"/>
                  </a:lnTo>
                  <a:lnTo>
                    <a:pt x="384347" y="734530"/>
                  </a:lnTo>
                  <a:lnTo>
                    <a:pt x="381958" y="733808"/>
                  </a:lnTo>
                  <a:lnTo>
                    <a:pt x="379264" y="732849"/>
                  </a:lnTo>
                  <a:lnTo>
                    <a:pt x="377971" y="731829"/>
                  </a:lnTo>
                  <a:lnTo>
                    <a:pt x="377248" y="731487"/>
                  </a:lnTo>
                  <a:lnTo>
                    <a:pt x="376236" y="731654"/>
                  </a:lnTo>
                  <a:lnTo>
                    <a:pt x="374616" y="732727"/>
                  </a:lnTo>
                  <a:lnTo>
                    <a:pt x="373079" y="733990"/>
                  </a:lnTo>
                  <a:lnTo>
                    <a:pt x="371861" y="734097"/>
                  </a:lnTo>
                  <a:lnTo>
                    <a:pt x="370614" y="733511"/>
                  </a:lnTo>
                  <a:lnTo>
                    <a:pt x="369427" y="732735"/>
                  </a:lnTo>
                  <a:lnTo>
                    <a:pt x="365348" y="731647"/>
                  </a:lnTo>
                  <a:lnTo>
                    <a:pt x="363522" y="731487"/>
                  </a:lnTo>
                  <a:lnTo>
                    <a:pt x="360258" y="731669"/>
                  </a:lnTo>
                  <a:lnTo>
                    <a:pt x="357595" y="731441"/>
                  </a:lnTo>
                  <a:lnTo>
                    <a:pt x="357177" y="731106"/>
                  </a:lnTo>
                  <a:lnTo>
                    <a:pt x="357184" y="730498"/>
                  </a:lnTo>
                  <a:lnTo>
                    <a:pt x="357580" y="729318"/>
                  </a:lnTo>
                  <a:lnTo>
                    <a:pt x="357808" y="728154"/>
                  </a:lnTo>
                  <a:lnTo>
                    <a:pt x="357496" y="727493"/>
                  </a:lnTo>
                  <a:lnTo>
                    <a:pt x="354780" y="726678"/>
                  </a:lnTo>
                  <a:lnTo>
                    <a:pt x="352300" y="726092"/>
                  </a:lnTo>
                  <a:lnTo>
                    <a:pt x="349659" y="725872"/>
                  </a:lnTo>
                  <a:lnTo>
                    <a:pt x="347887" y="726283"/>
                  </a:lnTo>
                  <a:lnTo>
                    <a:pt x="346152" y="727196"/>
                  </a:lnTo>
                  <a:lnTo>
                    <a:pt x="344721" y="728839"/>
                  </a:lnTo>
                  <a:lnTo>
                    <a:pt x="342652" y="729554"/>
                  </a:lnTo>
                  <a:lnTo>
                    <a:pt x="340179" y="730779"/>
                  </a:lnTo>
                  <a:lnTo>
                    <a:pt x="338985" y="731921"/>
                  </a:lnTo>
                  <a:lnTo>
                    <a:pt x="337174" y="734371"/>
                  </a:lnTo>
                  <a:lnTo>
                    <a:pt x="334541" y="737376"/>
                  </a:lnTo>
                  <a:lnTo>
                    <a:pt x="332152" y="740305"/>
                  </a:lnTo>
                  <a:lnTo>
                    <a:pt x="330912" y="743151"/>
                  </a:lnTo>
                  <a:lnTo>
                    <a:pt x="329268" y="744939"/>
                  </a:lnTo>
                  <a:lnTo>
                    <a:pt x="327602" y="746225"/>
                  </a:lnTo>
                  <a:lnTo>
                    <a:pt x="326400" y="749763"/>
                  </a:lnTo>
                  <a:lnTo>
                    <a:pt x="325145" y="748644"/>
                  </a:lnTo>
                  <a:lnTo>
                    <a:pt x="323707" y="747039"/>
                  </a:lnTo>
                  <a:lnTo>
                    <a:pt x="323364" y="744840"/>
                  </a:lnTo>
                  <a:lnTo>
                    <a:pt x="325068" y="738997"/>
                  </a:lnTo>
                  <a:lnTo>
                    <a:pt x="325472" y="736562"/>
                  </a:lnTo>
                  <a:lnTo>
                    <a:pt x="325038" y="735633"/>
                  </a:lnTo>
                  <a:lnTo>
                    <a:pt x="324506" y="733237"/>
                  </a:lnTo>
                  <a:lnTo>
                    <a:pt x="323494" y="732446"/>
                  </a:lnTo>
                  <a:lnTo>
                    <a:pt x="320602" y="731190"/>
                  </a:lnTo>
                  <a:lnTo>
                    <a:pt x="319682" y="731152"/>
                  </a:lnTo>
                  <a:lnTo>
                    <a:pt x="318692" y="732020"/>
                  </a:lnTo>
                  <a:lnTo>
                    <a:pt x="317726" y="732567"/>
                  </a:lnTo>
                  <a:lnTo>
                    <a:pt x="316441" y="733115"/>
                  </a:lnTo>
                  <a:lnTo>
                    <a:pt x="313214" y="734142"/>
                  </a:lnTo>
                  <a:lnTo>
                    <a:pt x="310354" y="734622"/>
                  </a:lnTo>
                  <a:lnTo>
                    <a:pt x="309669" y="735002"/>
                  </a:lnTo>
                  <a:lnTo>
                    <a:pt x="309456" y="735687"/>
                  </a:lnTo>
                  <a:lnTo>
                    <a:pt x="309684" y="736501"/>
                  </a:lnTo>
                  <a:lnTo>
                    <a:pt x="307843" y="736189"/>
                  </a:lnTo>
                  <a:lnTo>
                    <a:pt x="305918" y="736014"/>
                  </a:lnTo>
                  <a:lnTo>
                    <a:pt x="304365" y="736128"/>
                  </a:lnTo>
                  <a:lnTo>
                    <a:pt x="300569" y="737680"/>
                  </a:lnTo>
                  <a:lnTo>
                    <a:pt x="299283" y="737832"/>
                  </a:lnTo>
                  <a:lnTo>
                    <a:pt x="297853" y="737673"/>
                  </a:lnTo>
                  <a:lnTo>
                    <a:pt x="295905" y="737627"/>
                  </a:lnTo>
                  <a:lnTo>
                    <a:pt x="292199" y="737673"/>
                  </a:lnTo>
                  <a:lnTo>
                    <a:pt x="289011" y="737277"/>
                  </a:lnTo>
                  <a:lnTo>
                    <a:pt x="286417" y="735109"/>
                  </a:lnTo>
                  <a:lnTo>
                    <a:pt x="284583" y="734150"/>
                  </a:lnTo>
                  <a:lnTo>
                    <a:pt x="282628" y="733412"/>
                  </a:lnTo>
                  <a:lnTo>
                    <a:pt x="280657" y="732856"/>
                  </a:lnTo>
                  <a:lnTo>
                    <a:pt x="280003" y="731692"/>
                  </a:lnTo>
                  <a:lnTo>
                    <a:pt x="279379" y="731106"/>
                  </a:lnTo>
                  <a:lnTo>
                    <a:pt x="277759" y="730916"/>
                  </a:lnTo>
                  <a:lnTo>
                    <a:pt x="276473" y="731342"/>
                  </a:lnTo>
                  <a:lnTo>
                    <a:pt x="275674" y="734272"/>
                  </a:lnTo>
                  <a:lnTo>
                    <a:pt x="274989" y="734850"/>
                  </a:lnTo>
                  <a:lnTo>
                    <a:pt x="273361" y="735109"/>
                  </a:lnTo>
                  <a:lnTo>
                    <a:pt x="271649" y="734363"/>
                  </a:lnTo>
                  <a:lnTo>
                    <a:pt x="269283" y="732856"/>
                  </a:lnTo>
                  <a:lnTo>
                    <a:pt x="268354" y="731183"/>
                  </a:lnTo>
                  <a:lnTo>
                    <a:pt x="267563" y="730642"/>
                  </a:lnTo>
                  <a:lnTo>
                    <a:pt x="266315" y="731380"/>
                  </a:lnTo>
                  <a:lnTo>
                    <a:pt x="266247" y="733526"/>
                  </a:lnTo>
                  <a:lnTo>
                    <a:pt x="266003" y="734964"/>
                  </a:lnTo>
                  <a:lnTo>
                    <a:pt x="264519" y="735550"/>
                  </a:lnTo>
                  <a:lnTo>
                    <a:pt x="263660" y="735124"/>
                  </a:lnTo>
                  <a:lnTo>
                    <a:pt x="262967" y="733648"/>
                  </a:lnTo>
                  <a:lnTo>
                    <a:pt x="261225" y="730140"/>
                  </a:lnTo>
                  <a:lnTo>
                    <a:pt x="259498" y="728086"/>
                  </a:lnTo>
                  <a:lnTo>
                    <a:pt x="257756" y="726716"/>
                  </a:lnTo>
                  <a:lnTo>
                    <a:pt x="252042" y="726754"/>
                  </a:lnTo>
                  <a:lnTo>
                    <a:pt x="247804" y="726351"/>
                  </a:lnTo>
                  <a:lnTo>
                    <a:pt x="245886" y="725788"/>
                  </a:lnTo>
                  <a:lnTo>
                    <a:pt x="245163" y="724434"/>
                  </a:lnTo>
                  <a:lnTo>
                    <a:pt x="245863" y="721725"/>
                  </a:lnTo>
                  <a:lnTo>
                    <a:pt x="246685" y="719610"/>
                  </a:lnTo>
                  <a:lnTo>
                    <a:pt x="246662" y="719115"/>
                  </a:lnTo>
                  <a:lnTo>
                    <a:pt x="245962" y="718864"/>
                  </a:lnTo>
                  <a:lnTo>
                    <a:pt x="244745" y="718697"/>
                  </a:lnTo>
                  <a:lnTo>
                    <a:pt x="240172" y="720051"/>
                  </a:lnTo>
                  <a:lnTo>
                    <a:pt x="238925" y="719891"/>
                  </a:lnTo>
                  <a:lnTo>
                    <a:pt x="238133" y="719427"/>
                  </a:lnTo>
                  <a:lnTo>
                    <a:pt x="237167" y="719032"/>
                  </a:lnTo>
                  <a:lnTo>
                    <a:pt x="236368" y="718400"/>
                  </a:lnTo>
                  <a:lnTo>
                    <a:pt x="235813" y="717480"/>
                  </a:lnTo>
                  <a:lnTo>
                    <a:pt x="231856" y="715220"/>
                  </a:lnTo>
                  <a:lnTo>
                    <a:pt x="230692" y="713980"/>
                  </a:lnTo>
                  <a:lnTo>
                    <a:pt x="228584" y="712427"/>
                  </a:lnTo>
                  <a:lnTo>
                    <a:pt x="226804" y="711370"/>
                  </a:lnTo>
                  <a:lnTo>
                    <a:pt x="225678" y="708342"/>
                  </a:lnTo>
                  <a:lnTo>
                    <a:pt x="224651" y="705428"/>
                  </a:lnTo>
                  <a:lnTo>
                    <a:pt x="224088" y="703876"/>
                  </a:lnTo>
                  <a:lnTo>
                    <a:pt x="222391" y="703054"/>
                  </a:lnTo>
                  <a:lnTo>
                    <a:pt x="220557" y="702430"/>
                  </a:lnTo>
                  <a:lnTo>
                    <a:pt x="217453" y="703700"/>
                  </a:lnTo>
                  <a:lnTo>
                    <a:pt x="214904" y="704667"/>
                  </a:lnTo>
                  <a:lnTo>
                    <a:pt x="213032" y="704766"/>
                  </a:lnTo>
                  <a:lnTo>
                    <a:pt x="210332" y="701776"/>
                  </a:lnTo>
                  <a:lnTo>
                    <a:pt x="208163" y="698542"/>
                  </a:lnTo>
                  <a:lnTo>
                    <a:pt x="205599" y="695719"/>
                  </a:lnTo>
                  <a:lnTo>
                    <a:pt x="203895" y="694296"/>
                  </a:lnTo>
                  <a:lnTo>
                    <a:pt x="200874" y="694159"/>
                  </a:lnTo>
                  <a:lnTo>
                    <a:pt x="197473" y="692569"/>
                  </a:lnTo>
                  <a:lnTo>
                    <a:pt x="192908" y="688947"/>
                  </a:lnTo>
                  <a:lnTo>
                    <a:pt x="189613" y="686246"/>
                  </a:lnTo>
                  <a:lnTo>
                    <a:pt x="183937" y="683241"/>
                  </a:lnTo>
                  <a:lnTo>
                    <a:pt x="182614" y="681978"/>
                  </a:lnTo>
                  <a:lnTo>
                    <a:pt x="182111" y="680905"/>
                  </a:lnTo>
                  <a:lnTo>
                    <a:pt x="181335" y="678790"/>
                  </a:lnTo>
                  <a:lnTo>
                    <a:pt x="180148" y="676781"/>
                  </a:lnTo>
                  <a:lnTo>
                    <a:pt x="176123" y="675906"/>
                  </a:lnTo>
                  <a:lnTo>
                    <a:pt x="171573" y="675283"/>
                  </a:lnTo>
                  <a:lnTo>
                    <a:pt x="166772" y="676515"/>
                  </a:lnTo>
                  <a:lnTo>
                    <a:pt x="163318" y="682526"/>
                  </a:lnTo>
                  <a:lnTo>
                    <a:pt x="161652" y="683835"/>
                  </a:lnTo>
                  <a:lnTo>
                    <a:pt x="160222" y="683910"/>
                  </a:lnTo>
                  <a:lnTo>
                    <a:pt x="159049" y="682381"/>
                  </a:lnTo>
                  <a:lnTo>
                    <a:pt x="158084" y="680776"/>
                  </a:lnTo>
                  <a:lnTo>
                    <a:pt x="157558" y="678995"/>
                  </a:lnTo>
                  <a:lnTo>
                    <a:pt x="155169" y="677679"/>
                  </a:lnTo>
                  <a:lnTo>
                    <a:pt x="152468" y="675960"/>
                  </a:lnTo>
                  <a:lnTo>
                    <a:pt x="151083" y="674621"/>
                  </a:lnTo>
                  <a:lnTo>
                    <a:pt x="149524" y="673784"/>
                  </a:lnTo>
                  <a:lnTo>
                    <a:pt x="148070" y="673426"/>
                  </a:lnTo>
                  <a:lnTo>
                    <a:pt x="145271" y="672292"/>
                  </a:lnTo>
                  <a:lnTo>
                    <a:pt x="142098" y="671014"/>
                  </a:lnTo>
                  <a:lnTo>
                    <a:pt x="140607" y="670839"/>
                  </a:lnTo>
                  <a:lnTo>
                    <a:pt x="140500" y="669926"/>
                  </a:lnTo>
                  <a:lnTo>
                    <a:pt x="140949" y="667986"/>
                  </a:lnTo>
                  <a:lnTo>
                    <a:pt x="140675" y="666122"/>
                  </a:lnTo>
                  <a:lnTo>
                    <a:pt x="139716" y="665361"/>
                  </a:lnTo>
                  <a:lnTo>
                    <a:pt x="138271" y="665559"/>
                  </a:lnTo>
                  <a:lnTo>
                    <a:pt x="134923" y="662911"/>
                  </a:lnTo>
                  <a:lnTo>
                    <a:pt x="134755" y="662774"/>
                  </a:lnTo>
                  <a:lnTo>
                    <a:pt x="133804" y="662021"/>
                  </a:lnTo>
                  <a:lnTo>
                    <a:pt x="132153" y="660940"/>
                  </a:lnTo>
                  <a:lnTo>
                    <a:pt x="129368" y="661017"/>
                  </a:lnTo>
                  <a:lnTo>
                    <a:pt x="127261" y="661412"/>
                  </a:lnTo>
                  <a:lnTo>
                    <a:pt x="125716" y="660309"/>
                  </a:lnTo>
                  <a:lnTo>
                    <a:pt x="123479" y="658559"/>
                  </a:lnTo>
                  <a:lnTo>
                    <a:pt x="123076" y="658171"/>
                  </a:lnTo>
                  <a:lnTo>
                    <a:pt x="122414" y="657532"/>
                  </a:lnTo>
                  <a:lnTo>
                    <a:pt x="120147" y="654154"/>
                  </a:lnTo>
                  <a:lnTo>
                    <a:pt x="117469" y="650151"/>
                  </a:lnTo>
                  <a:lnTo>
                    <a:pt x="116114" y="649566"/>
                  </a:lnTo>
                  <a:lnTo>
                    <a:pt x="115414" y="649870"/>
                  </a:lnTo>
                  <a:lnTo>
                    <a:pt x="114623" y="651993"/>
                  </a:lnTo>
                  <a:lnTo>
                    <a:pt x="114030" y="651780"/>
                  </a:lnTo>
                  <a:lnTo>
                    <a:pt x="113033" y="651924"/>
                  </a:lnTo>
                  <a:lnTo>
                    <a:pt x="111861" y="652670"/>
                  </a:lnTo>
                  <a:lnTo>
                    <a:pt x="110735" y="652860"/>
                  </a:lnTo>
                  <a:lnTo>
                    <a:pt x="110013" y="652639"/>
                  </a:lnTo>
                  <a:lnTo>
                    <a:pt x="109708" y="652114"/>
                  </a:lnTo>
                  <a:lnTo>
                    <a:pt x="110027" y="649307"/>
                  </a:lnTo>
                  <a:lnTo>
                    <a:pt x="109343" y="648432"/>
                  </a:lnTo>
                  <a:lnTo>
                    <a:pt x="109951" y="646477"/>
                  </a:lnTo>
                  <a:lnTo>
                    <a:pt x="110979" y="644787"/>
                  </a:lnTo>
                  <a:lnTo>
                    <a:pt x="109929" y="643532"/>
                  </a:lnTo>
                  <a:lnTo>
                    <a:pt x="108635" y="641736"/>
                  </a:lnTo>
                  <a:lnTo>
                    <a:pt x="108491" y="640108"/>
                  </a:lnTo>
                  <a:lnTo>
                    <a:pt x="109191" y="638054"/>
                  </a:lnTo>
                  <a:lnTo>
                    <a:pt x="109533" y="636296"/>
                  </a:lnTo>
                  <a:lnTo>
                    <a:pt x="109320" y="635649"/>
                  </a:lnTo>
                  <a:lnTo>
                    <a:pt x="108300" y="634668"/>
                  </a:lnTo>
                  <a:lnTo>
                    <a:pt x="104413" y="629829"/>
                  </a:lnTo>
                  <a:lnTo>
                    <a:pt x="104207" y="629319"/>
                  </a:lnTo>
                  <a:lnTo>
                    <a:pt x="103553" y="627706"/>
                  </a:lnTo>
                  <a:lnTo>
                    <a:pt x="103248" y="625271"/>
                  </a:lnTo>
                  <a:lnTo>
                    <a:pt x="102746" y="623529"/>
                  </a:lnTo>
                  <a:lnTo>
                    <a:pt x="102153" y="622190"/>
                  </a:lnTo>
                  <a:lnTo>
                    <a:pt x="102198" y="621559"/>
                  </a:lnTo>
                  <a:lnTo>
                    <a:pt x="102647" y="621231"/>
                  </a:lnTo>
                  <a:lnTo>
                    <a:pt x="105074" y="620904"/>
                  </a:lnTo>
                  <a:lnTo>
                    <a:pt x="107319" y="620699"/>
                  </a:lnTo>
                  <a:lnTo>
                    <a:pt x="108795" y="620242"/>
                  </a:lnTo>
                  <a:lnTo>
                    <a:pt x="109564" y="621216"/>
                  </a:lnTo>
                  <a:lnTo>
                    <a:pt x="109921" y="622707"/>
                  </a:lnTo>
                  <a:lnTo>
                    <a:pt x="110309" y="623491"/>
                  </a:lnTo>
                  <a:lnTo>
                    <a:pt x="111732" y="624906"/>
                  </a:lnTo>
                  <a:lnTo>
                    <a:pt x="113467" y="626260"/>
                  </a:lnTo>
                  <a:lnTo>
                    <a:pt x="115148" y="626086"/>
                  </a:lnTo>
                  <a:lnTo>
                    <a:pt x="116632" y="625507"/>
                  </a:lnTo>
                  <a:lnTo>
                    <a:pt x="117917" y="623301"/>
                  </a:lnTo>
                  <a:lnTo>
                    <a:pt x="118823" y="622761"/>
                  </a:lnTo>
                  <a:lnTo>
                    <a:pt x="119881" y="622662"/>
                  </a:lnTo>
                  <a:lnTo>
                    <a:pt x="119881" y="622502"/>
                  </a:lnTo>
                  <a:lnTo>
                    <a:pt x="119820" y="621079"/>
                  </a:lnTo>
                  <a:lnTo>
                    <a:pt x="120193" y="617572"/>
                  </a:lnTo>
                  <a:lnTo>
                    <a:pt x="120063" y="616164"/>
                  </a:lnTo>
                  <a:lnTo>
                    <a:pt x="119584" y="614893"/>
                  </a:lnTo>
                  <a:lnTo>
                    <a:pt x="119668" y="613478"/>
                  </a:lnTo>
                  <a:lnTo>
                    <a:pt x="119508" y="611424"/>
                  </a:lnTo>
                  <a:lnTo>
                    <a:pt x="118298" y="610016"/>
                  </a:lnTo>
                  <a:lnTo>
                    <a:pt x="117507" y="609476"/>
                  </a:lnTo>
                  <a:lnTo>
                    <a:pt x="117377" y="608715"/>
                  </a:lnTo>
                  <a:lnTo>
                    <a:pt x="117788" y="607308"/>
                  </a:lnTo>
                  <a:lnTo>
                    <a:pt x="118070" y="605687"/>
                  </a:lnTo>
                  <a:lnTo>
                    <a:pt x="117651" y="604492"/>
                  </a:lnTo>
                  <a:lnTo>
                    <a:pt x="117583" y="604310"/>
                  </a:lnTo>
                  <a:lnTo>
                    <a:pt x="116601" y="603693"/>
                  </a:lnTo>
                  <a:lnTo>
                    <a:pt x="115453" y="602651"/>
                  </a:lnTo>
                  <a:lnTo>
                    <a:pt x="114083" y="601244"/>
                  </a:lnTo>
                  <a:lnTo>
                    <a:pt x="113406" y="600224"/>
                  </a:lnTo>
                  <a:lnTo>
                    <a:pt x="112295" y="599098"/>
                  </a:lnTo>
                  <a:lnTo>
                    <a:pt x="110940" y="597348"/>
                  </a:lnTo>
                  <a:lnTo>
                    <a:pt x="110690" y="593506"/>
                  </a:lnTo>
                  <a:lnTo>
                    <a:pt x="110553" y="589458"/>
                  </a:lnTo>
                  <a:lnTo>
                    <a:pt x="110081" y="587442"/>
                  </a:lnTo>
                  <a:lnTo>
                    <a:pt x="109328" y="584223"/>
                  </a:lnTo>
                  <a:lnTo>
                    <a:pt x="109442" y="583143"/>
                  </a:lnTo>
                  <a:lnTo>
                    <a:pt x="109898" y="582321"/>
                  </a:lnTo>
                  <a:lnTo>
                    <a:pt x="113718" y="579719"/>
                  </a:lnTo>
                  <a:lnTo>
                    <a:pt x="114547" y="578707"/>
                  </a:lnTo>
                  <a:lnTo>
                    <a:pt x="114684" y="577939"/>
                  </a:lnTo>
                  <a:lnTo>
                    <a:pt x="114532" y="576797"/>
                  </a:lnTo>
                  <a:lnTo>
                    <a:pt x="113809" y="575527"/>
                  </a:lnTo>
                  <a:lnTo>
                    <a:pt x="112287" y="574537"/>
                  </a:lnTo>
                  <a:lnTo>
                    <a:pt x="110111" y="572925"/>
                  </a:lnTo>
                  <a:lnTo>
                    <a:pt x="108141" y="571243"/>
                  </a:lnTo>
                  <a:lnTo>
                    <a:pt x="104824" y="570216"/>
                  </a:lnTo>
                  <a:lnTo>
                    <a:pt x="100798" y="568961"/>
                  </a:lnTo>
                  <a:lnTo>
                    <a:pt x="99832" y="567736"/>
                  </a:lnTo>
                  <a:lnTo>
                    <a:pt x="98858" y="564738"/>
                  </a:lnTo>
                  <a:lnTo>
                    <a:pt x="97200" y="560157"/>
                  </a:lnTo>
                  <a:lnTo>
                    <a:pt x="95435" y="555265"/>
                  </a:lnTo>
                  <a:lnTo>
                    <a:pt x="94072" y="552244"/>
                  </a:lnTo>
                  <a:lnTo>
                    <a:pt x="94004" y="550791"/>
                  </a:lnTo>
                  <a:lnTo>
                    <a:pt x="94818" y="547078"/>
                  </a:lnTo>
                  <a:lnTo>
                    <a:pt x="94719" y="546287"/>
                  </a:lnTo>
                  <a:lnTo>
                    <a:pt x="94004" y="546013"/>
                  </a:lnTo>
                  <a:lnTo>
                    <a:pt x="92642" y="546500"/>
                  </a:lnTo>
                  <a:lnTo>
                    <a:pt x="91554" y="547086"/>
                  </a:lnTo>
                  <a:lnTo>
                    <a:pt x="90626" y="546782"/>
                  </a:lnTo>
                  <a:lnTo>
                    <a:pt x="89766" y="546158"/>
                  </a:lnTo>
                  <a:lnTo>
                    <a:pt x="89591" y="545945"/>
                  </a:lnTo>
                  <a:lnTo>
                    <a:pt x="89522" y="545861"/>
                  </a:lnTo>
                  <a:lnTo>
                    <a:pt x="87910" y="546264"/>
                  </a:lnTo>
                  <a:lnTo>
                    <a:pt x="84676" y="546493"/>
                  </a:lnTo>
                  <a:lnTo>
                    <a:pt x="83557" y="546454"/>
                  </a:lnTo>
                  <a:lnTo>
                    <a:pt x="81990" y="546401"/>
                  </a:lnTo>
                  <a:lnTo>
                    <a:pt x="78749" y="545549"/>
                  </a:lnTo>
                  <a:lnTo>
                    <a:pt x="74374" y="544400"/>
                  </a:lnTo>
                  <a:lnTo>
                    <a:pt x="69862" y="542802"/>
                  </a:lnTo>
                  <a:lnTo>
                    <a:pt x="67473" y="541532"/>
                  </a:lnTo>
                  <a:lnTo>
                    <a:pt x="66636" y="541090"/>
                  </a:lnTo>
                  <a:lnTo>
                    <a:pt x="64589" y="539767"/>
                  </a:lnTo>
                  <a:lnTo>
                    <a:pt x="63136" y="538625"/>
                  </a:lnTo>
                  <a:lnTo>
                    <a:pt x="62877" y="535635"/>
                  </a:lnTo>
                  <a:lnTo>
                    <a:pt x="61820" y="535863"/>
                  </a:lnTo>
                  <a:lnTo>
                    <a:pt x="59339" y="536944"/>
                  </a:lnTo>
                  <a:lnTo>
                    <a:pt x="56479" y="537628"/>
                  </a:lnTo>
                  <a:lnTo>
                    <a:pt x="54896" y="537636"/>
                  </a:lnTo>
                  <a:lnTo>
                    <a:pt x="54257" y="537157"/>
                  </a:lnTo>
                  <a:lnTo>
                    <a:pt x="53306" y="533999"/>
                  </a:lnTo>
                  <a:lnTo>
                    <a:pt x="52614" y="533109"/>
                  </a:lnTo>
                  <a:lnTo>
                    <a:pt x="51328" y="532759"/>
                  </a:lnTo>
                  <a:lnTo>
                    <a:pt x="49928" y="532203"/>
                  </a:lnTo>
                  <a:lnTo>
                    <a:pt x="49220" y="531382"/>
                  </a:lnTo>
                  <a:lnTo>
                    <a:pt x="49060" y="530339"/>
                  </a:lnTo>
                  <a:lnTo>
                    <a:pt x="49684" y="529145"/>
                  </a:lnTo>
                  <a:lnTo>
                    <a:pt x="50422" y="528224"/>
                  </a:lnTo>
                  <a:lnTo>
                    <a:pt x="50552" y="522594"/>
                  </a:lnTo>
                  <a:lnTo>
                    <a:pt x="50072" y="520593"/>
                  </a:lnTo>
                  <a:lnTo>
                    <a:pt x="49669" y="518911"/>
                  </a:lnTo>
                  <a:lnTo>
                    <a:pt x="48642" y="516819"/>
                  </a:lnTo>
                  <a:lnTo>
                    <a:pt x="47683" y="515526"/>
                  </a:lnTo>
                  <a:lnTo>
                    <a:pt x="46237" y="514323"/>
                  </a:lnTo>
                  <a:lnTo>
                    <a:pt x="43993" y="513076"/>
                  </a:lnTo>
                  <a:lnTo>
                    <a:pt x="41992" y="512612"/>
                  </a:lnTo>
                  <a:lnTo>
                    <a:pt x="39572" y="513525"/>
                  </a:lnTo>
                  <a:lnTo>
                    <a:pt x="38804" y="513175"/>
                  </a:lnTo>
                  <a:lnTo>
                    <a:pt x="37792" y="509309"/>
                  </a:lnTo>
                  <a:lnTo>
                    <a:pt x="37145" y="508518"/>
                  </a:lnTo>
                  <a:lnTo>
                    <a:pt x="32846" y="506928"/>
                  </a:lnTo>
                  <a:lnTo>
                    <a:pt x="30899" y="506563"/>
                  </a:lnTo>
                  <a:lnTo>
                    <a:pt x="28654" y="507057"/>
                  </a:lnTo>
                  <a:lnTo>
                    <a:pt x="27376" y="507483"/>
                  </a:lnTo>
                  <a:lnTo>
                    <a:pt x="26349" y="506776"/>
                  </a:lnTo>
                  <a:lnTo>
                    <a:pt x="24743" y="505878"/>
                  </a:lnTo>
                  <a:lnTo>
                    <a:pt x="23168" y="505262"/>
                  </a:lnTo>
                  <a:lnTo>
                    <a:pt x="21213" y="505239"/>
                  </a:lnTo>
                  <a:lnTo>
                    <a:pt x="19950" y="505619"/>
                  </a:lnTo>
                  <a:lnTo>
                    <a:pt x="19630" y="505399"/>
                  </a:lnTo>
                  <a:lnTo>
                    <a:pt x="19021" y="504691"/>
                  </a:lnTo>
                  <a:lnTo>
                    <a:pt x="16419" y="502553"/>
                  </a:lnTo>
                  <a:lnTo>
                    <a:pt x="16328" y="502013"/>
                  </a:lnTo>
                  <a:lnTo>
                    <a:pt x="20315" y="499905"/>
                  </a:lnTo>
                  <a:lnTo>
                    <a:pt x="22666" y="499106"/>
                  </a:lnTo>
                  <a:lnTo>
                    <a:pt x="23898" y="498467"/>
                  </a:lnTo>
                  <a:lnTo>
                    <a:pt x="24157" y="498604"/>
                  </a:lnTo>
                  <a:lnTo>
                    <a:pt x="24766" y="499578"/>
                  </a:lnTo>
                  <a:lnTo>
                    <a:pt x="26318" y="500217"/>
                  </a:lnTo>
                  <a:lnTo>
                    <a:pt x="27414" y="500042"/>
                  </a:lnTo>
                  <a:lnTo>
                    <a:pt x="27985" y="499555"/>
                  </a:lnTo>
                  <a:lnTo>
                    <a:pt x="29917" y="498391"/>
                  </a:lnTo>
                  <a:lnTo>
                    <a:pt x="31423" y="497037"/>
                  </a:lnTo>
                  <a:lnTo>
                    <a:pt x="32268" y="495926"/>
                  </a:lnTo>
                  <a:lnTo>
                    <a:pt x="31812" y="494176"/>
                  </a:lnTo>
                  <a:lnTo>
                    <a:pt x="29438" y="492053"/>
                  </a:lnTo>
                  <a:lnTo>
                    <a:pt x="27931" y="490919"/>
                  </a:lnTo>
                  <a:lnTo>
                    <a:pt x="27467" y="490151"/>
                  </a:lnTo>
                  <a:lnTo>
                    <a:pt x="27855" y="487846"/>
                  </a:lnTo>
                  <a:lnTo>
                    <a:pt x="28403" y="485556"/>
                  </a:lnTo>
                  <a:lnTo>
                    <a:pt x="28038" y="484680"/>
                  </a:lnTo>
                  <a:lnTo>
                    <a:pt x="27589" y="483935"/>
                  </a:lnTo>
                  <a:lnTo>
                    <a:pt x="27391" y="481432"/>
                  </a:lnTo>
                  <a:lnTo>
                    <a:pt x="26356" y="478403"/>
                  </a:lnTo>
                  <a:lnTo>
                    <a:pt x="25230" y="476638"/>
                  </a:lnTo>
                  <a:lnTo>
                    <a:pt x="24918" y="474249"/>
                  </a:lnTo>
                  <a:lnTo>
                    <a:pt x="24857" y="472012"/>
                  </a:lnTo>
                  <a:lnTo>
                    <a:pt x="26219" y="468497"/>
                  </a:lnTo>
                  <a:lnTo>
                    <a:pt x="25717" y="466975"/>
                  </a:lnTo>
                  <a:lnTo>
                    <a:pt x="24287" y="465621"/>
                  </a:lnTo>
                  <a:lnTo>
                    <a:pt x="19356" y="463171"/>
                  </a:lnTo>
                  <a:lnTo>
                    <a:pt x="14304" y="461551"/>
                  </a:lnTo>
                  <a:lnTo>
                    <a:pt x="12379" y="461611"/>
                  </a:lnTo>
                  <a:lnTo>
                    <a:pt x="11185" y="461512"/>
                  </a:lnTo>
                  <a:lnTo>
                    <a:pt x="9769" y="462943"/>
                  </a:lnTo>
                  <a:lnTo>
                    <a:pt x="8925" y="464814"/>
                  </a:lnTo>
                  <a:lnTo>
                    <a:pt x="7746" y="464982"/>
                  </a:lnTo>
                  <a:lnTo>
                    <a:pt x="5592" y="464191"/>
                  </a:lnTo>
                  <a:lnTo>
                    <a:pt x="4154" y="462989"/>
                  </a:lnTo>
                  <a:lnTo>
                    <a:pt x="3135" y="460485"/>
                  </a:lnTo>
                  <a:lnTo>
                    <a:pt x="2344" y="457259"/>
                  </a:lnTo>
                  <a:lnTo>
                    <a:pt x="1895" y="456247"/>
                  </a:lnTo>
                  <a:lnTo>
                    <a:pt x="2123" y="455372"/>
                  </a:lnTo>
                  <a:lnTo>
                    <a:pt x="2617" y="454596"/>
                  </a:lnTo>
                  <a:lnTo>
                    <a:pt x="3995" y="453866"/>
                  </a:lnTo>
                  <a:lnTo>
                    <a:pt x="4223" y="453120"/>
                  </a:lnTo>
                  <a:lnTo>
                    <a:pt x="4017" y="452200"/>
                  </a:lnTo>
                  <a:lnTo>
                    <a:pt x="2907" y="451035"/>
                  </a:lnTo>
                  <a:lnTo>
                    <a:pt x="1773" y="449392"/>
                  </a:lnTo>
                  <a:lnTo>
                    <a:pt x="0" y="445976"/>
                  </a:lnTo>
                  <a:lnTo>
                    <a:pt x="343" y="444089"/>
                  </a:lnTo>
                  <a:lnTo>
                    <a:pt x="624" y="441373"/>
                  </a:lnTo>
                  <a:lnTo>
                    <a:pt x="517" y="439942"/>
                  </a:lnTo>
                  <a:lnTo>
                    <a:pt x="2313" y="439569"/>
                  </a:lnTo>
                  <a:lnTo>
                    <a:pt x="4603" y="438831"/>
                  </a:lnTo>
                  <a:lnTo>
                    <a:pt x="5668" y="437606"/>
                  </a:lnTo>
                  <a:lnTo>
                    <a:pt x="6407" y="436359"/>
                  </a:lnTo>
                  <a:lnTo>
                    <a:pt x="6566" y="435582"/>
                  </a:lnTo>
                  <a:lnTo>
                    <a:pt x="5874" y="432592"/>
                  </a:lnTo>
                  <a:lnTo>
                    <a:pt x="4961" y="431261"/>
                  </a:lnTo>
                  <a:lnTo>
                    <a:pt x="4870" y="430226"/>
                  </a:lnTo>
                  <a:lnTo>
                    <a:pt x="5319" y="429435"/>
                  </a:lnTo>
                  <a:lnTo>
                    <a:pt x="5920" y="428073"/>
                  </a:lnTo>
                  <a:lnTo>
                    <a:pt x="7076" y="425273"/>
                  </a:lnTo>
                  <a:lnTo>
                    <a:pt x="8202" y="423485"/>
                  </a:lnTo>
                  <a:lnTo>
                    <a:pt x="8818" y="423036"/>
                  </a:lnTo>
                  <a:lnTo>
                    <a:pt x="10196" y="422618"/>
                  </a:lnTo>
                  <a:lnTo>
                    <a:pt x="13559" y="422123"/>
                  </a:lnTo>
                  <a:lnTo>
                    <a:pt x="17173" y="420867"/>
                  </a:lnTo>
                  <a:lnTo>
                    <a:pt x="21464" y="417109"/>
                  </a:lnTo>
                  <a:lnTo>
                    <a:pt x="22894" y="416036"/>
                  </a:lnTo>
                  <a:lnTo>
                    <a:pt x="24766" y="415496"/>
                  </a:lnTo>
                  <a:lnTo>
                    <a:pt x="26105" y="415534"/>
                  </a:lnTo>
                  <a:lnTo>
                    <a:pt x="26349" y="415077"/>
                  </a:lnTo>
                  <a:lnTo>
                    <a:pt x="25481" y="412742"/>
                  </a:lnTo>
                  <a:lnTo>
                    <a:pt x="25694" y="411897"/>
                  </a:lnTo>
                  <a:lnTo>
                    <a:pt x="26204" y="411235"/>
                  </a:lnTo>
                  <a:lnTo>
                    <a:pt x="26851" y="410931"/>
                  </a:lnTo>
                  <a:lnTo>
                    <a:pt x="29826" y="412163"/>
                  </a:lnTo>
                  <a:lnTo>
                    <a:pt x="32101" y="412034"/>
                  </a:lnTo>
                  <a:lnTo>
                    <a:pt x="34870" y="411304"/>
                  </a:lnTo>
                  <a:lnTo>
                    <a:pt x="40843" y="407180"/>
                  </a:lnTo>
                  <a:lnTo>
                    <a:pt x="41588" y="407241"/>
                  </a:lnTo>
                  <a:lnTo>
                    <a:pt x="42190" y="407796"/>
                  </a:lnTo>
                  <a:lnTo>
                    <a:pt x="42912" y="410284"/>
                  </a:lnTo>
                  <a:lnTo>
                    <a:pt x="43734" y="415519"/>
                  </a:lnTo>
                  <a:lnTo>
                    <a:pt x="44191" y="416173"/>
                  </a:lnTo>
                  <a:lnTo>
                    <a:pt x="48345" y="416241"/>
                  </a:lnTo>
                  <a:lnTo>
                    <a:pt x="51175" y="414339"/>
                  </a:lnTo>
                  <a:lnTo>
                    <a:pt x="52416" y="413890"/>
                  </a:lnTo>
                  <a:lnTo>
                    <a:pt x="54424" y="414202"/>
                  </a:lnTo>
                  <a:lnTo>
                    <a:pt x="55490" y="413312"/>
                  </a:lnTo>
                  <a:lnTo>
                    <a:pt x="56600" y="412688"/>
                  </a:lnTo>
                  <a:lnTo>
                    <a:pt x="57886" y="414880"/>
                  </a:lnTo>
                  <a:lnTo>
                    <a:pt x="59545" y="413830"/>
                  </a:lnTo>
                  <a:lnTo>
                    <a:pt x="61333" y="412163"/>
                  </a:lnTo>
                  <a:lnTo>
                    <a:pt x="62208" y="410436"/>
                  </a:lnTo>
                  <a:lnTo>
                    <a:pt x="63418" y="408572"/>
                  </a:lnTo>
                  <a:lnTo>
                    <a:pt x="64361" y="406206"/>
                  </a:lnTo>
                  <a:lnTo>
                    <a:pt x="64742" y="403969"/>
                  </a:lnTo>
                  <a:lnTo>
                    <a:pt x="65205" y="402919"/>
                  </a:lnTo>
                  <a:lnTo>
                    <a:pt x="66210" y="401838"/>
                  </a:lnTo>
                  <a:lnTo>
                    <a:pt x="68683" y="397220"/>
                  </a:lnTo>
                  <a:lnTo>
                    <a:pt x="70463" y="396041"/>
                  </a:lnTo>
                  <a:lnTo>
                    <a:pt x="72152" y="395622"/>
                  </a:lnTo>
                  <a:lnTo>
                    <a:pt x="76329" y="396421"/>
                  </a:lnTo>
                  <a:lnTo>
                    <a:pt x="78498" y="396322"/>
                  </a:lnTo>
                  <a:lnTo>
                    <a:pt x="84858" y="396931"/>
                  </a:lnTo>
                  <a:lnTo>
                    <a:pt x="87795" y="396041"/>
                  </a:lnTo>
                  <a:lnTo>
                    <a:pt x="89850" y="395158"/>
                  </a:lnTo>
                  <a:lnTo>
                    <a:pt x="92863" y="395295"/>
                  </a:lnTo>
                  <a:lnTo>
                    <a:pt x="96431" y="394595"/>
                  </a:lnTo>
                  <a:lnTo>
                    <a:pt x="101186" y="388775"/>
                  </a:lnTo>
                  <a:lnTo>
                    <a:pt x="101247" y="387534"/>
                  </a:lnTo>
                  <a:lnTo>
                    <a:pt x="101537" y="386218"/>
                  </a:lnTo>
                  <a:lnTo>
                    <a:pt x="103256" y="384917"/>
                  </a:lnTo>
                  <a:lnTo>
                    <a:pt x="105394" y="383723"/>
                  </a:lnTo>
                  <a:lnTo>
                    <a:pt x="109655" y="380869"/>
                  </a:lnTo>
                  <a:lnTo>
                    <a:pt x="118321" y="376342"/>
                  </a:lnTo>
                  <a:lnTo>
                    <a:pt x="121425" y="374524"/>
                  </a:lnTo>
                  <a:lnTo>
                    <a:pt x="122719" y="374569"/>
                  </a:lnTo>
                  <a:lnTo>
                    <a:pt x="125914" y="373428"/>
                  </a:lnTo>
                  <a:lnTo>
                    <a:pt x="131514" y="371206"/>
                  </a:lnTo>
                  <a:lnTo>
                    <a:pt x="133097" y="368437"/>
                  </a:lnTo>
                  <a:lnTo>
                    <a:pt x="134573" y="367882"/>
                  </a:lnTo>
                  <a:lnTo>
                    <a:pt x="141116" y="367387"/>
                  </a:lnTo>
                  <a:lnTo>
                    <a:pt x="141527" y="367067"/>
                  </a:lnTo>
                  <a:lnTo>
                    <a:pt x="141756" y="366596"/>
                  </a:lnTo>
                  <a:lnTo>
                    <a:pt x="141390" y="364587"/>
                  </a:lnTo>
                  <a:lnTo>
                    <a:pt x="140964" y="362860"/>
                  </a:lnTo>
                  <a:lnTo>
                    <a:pt x="141474" y="362350"/>
                  </a:lnTo>
                  <a:lnTo>
                    <a:pt x="142022" y="361559"/>
                  </a:lnTo>
                  <a:lnTo>
                    <a:pt x="141938" y="360448"/>
                  </a:lnTo>
                  <a:lnTo>
                    <a:pt x="140880" y="356841"/>
                  </a:lnTo>
                  <a:lnTo>
                    <a:pt x="140317" y="353418"/>
                  </a:lnTo>
                  <a:lnTo>
                    <a:pt x="139944" y="350321"/>
                  </a:lnTo>
                  <a:lnTo>
                    <a:pt x="140013" y="349165"/>
                  </a:lnTo>
                  <a:lnTo>
                    <a:pt x="140804" y="347163"/>
                  </a:lnTo>
                  <a:lnTo>
                    <a:pt x="141831" y="345345"/>
                  </a:lnTo>
                  <a:lnTo>
                    <a:pt x="145537" y="343648"/>
                  </a:lnTo>
                  <a:lnTo>
                    <a:pt x="147994" y="343138"/>
                  </a:lnTo>
                  <a:lnTo>
                    <a:pt x="148093" y="342028"/>
                  </a:lnTo>
                  <a:lnTo>
                    <a:pt x="146107" y="341335"/>
                  </a:lnTo>
                  <a:lnTo>
                    <a:pt x="144670" y="340224"/>
                  </a:lnTo>
                  <a:lnTo>
                    <a:pt x="144418" y="339593"/>
                  </a:lnTo>
                  <a:lnTo>
                    <a:pt x="144487" y="338870"/>
                  </a:lnTo>
                  <a:lnTo>
                    <a:pt x="144821" y="338208"/>
                  </a:lnTo>
                  <a:lnTo>
                    <a:pt x="147317" y="336960"/>
                  </a:lnTo>
                  <a:lnTo>
                    <a:pt x="149668" y="335720"/>
                  </a:lnTo>
                  <a:lnTo>
                    <a:pt x="152537" y="336473"/>
                  </a:lnTo>
                  <a:lnTo>
                    <a:pt x="153100" y="335994"/>
                  </a:lnTo>
                  <a:lnTo>
                    <a:pt x="153267" y="334754"/>
                  </a:lnTo>
                  <a:lnTo>
                    <a:pt x="152651" y="333506"/>
                  </a:lnTo>
                  <a:lnTo>
                    <a:pt x="152072" y="331459"/>
                  </a:lnTo>
                  <a:lnTo>
                    <a:pt x="150748" y="330409"/>
                  </a:lnTo>
                  <a:lnTo>
                    <a:pt x="150696" y="329154"/>
                  </a:lnTo>
                  <a:lnTo>
                    <a:pt x="151510" y="326986"/>
                  </a:lnTo>
                  <a:lnTo>
                    <a:pt x="150383" y="322968"/>
                  </a:lnTo>
                  <a:lnTo>
                    <a:pt x="149158" y="319415"/>
                  </a:lnTo>
                  <a:lnTo>
                    <a:pt x="147081" y="313313"/>
                  </a:lnTo>
                  <a:lnTo>
                    <a:pt x="145704" y="311548"/>
                  </a:lnTo>
                  <a:lnTo>
                    <a:pt x="144936" y="308725"/>
                  </a:lnTo>
                  <a:lnTo>
                    <a:pt x="144076" y="307241"/>
                  </a:lnTo>
                  <a:lnTo>
                    <a:pt x="144152" y="305042"/>
                  </a:lnTo>
                  <a:lnTo>
                    <a:pt x="144297" y="303498"/>
                  </a:lnTo>
                  <a:lnTo>
                    <a:pt x="144076" y="300432"/>
                  </a:lnTo>
                  <a:lnTo>
                    <a:pt x="143673" y="297099"/>
                  </a:lnTo>
                  <a:lnTo>
                    <a:pt x="144076" y="293713"/>
                  </a:lnTo>
                  <a:lnTo>
                    <a:pt x="144852" y="291476"/>
                  </a:lnTo>
                  <a:lnTo>
                    <a:pt x="144646" y="290617"/>
                  </a:lnTo>
                  <a:lnTo>
                    <a:pt x="145057" y="289977"/>
                  </a:lnTo>
                  <a:lnTo>
                    <a:pt x="146229" y="289764"/>
                  </a:lnTo>
                  <a:lnTo>
                    <a:pt x="146784" y="288844"/>
                  </a:lnTo>
                  <a:lnTo>
                    <a:pt x="146229" y="287900"/>
                  </a:lnTo>
                  <a:lnTo>
                    <a:pt x="144205" y="287170"/>
                  </a:lnTo>
                  <a:lnTo>
                    <a:pt x="141946" y="286036"/>
                  </a:lnTo>
                  <a:lnTo>
                    <a:pt x="139229" y="286165"/>
                  </a:lnTo>
                  <a:lnTo>
                    <a:pt x="136445" y="286363"/>
                  </a:lnTo>
                  <a:lnTo>
                    <a:pt x="135052" y="285526"/>
                  </a:lnTo>
                  <a:lnTo>
                    <a:pt x="133835" y="284454"/>
                  </a:lnTo>
                  <a:lnTo>
                    <a:pt x="133766" y="283769"/>
                  </a:lnTo>
                  <a:lnTo>
                    <a:pt x="135440" y="281958"/>
                  </a:lnTo>
                  <a:lnTo>
                    <a:pt x="137768" y="280079"/>
                  </a:lnTo>
                  <a:lnTo>
                    <a:pt x="141383" y="279249"/>
                  </a:lnTo>
                  <a:lnTo>
                    <a:pt x="145362" y="278009"/>
                  </a:lnTo>
                  <a:lnTo>
                    <a:pt x="147378" y="277111"/>
                  </a:lnTo>
                  <a:lnTo>
                    <a:pt x="150064" y="276465"/>
                  </a:lnTo>
                  <a:lnTo>
                    <a:pt x="153168" y="276191"/>
                  </a:lnTo>
                  <a:lnTo>
                    <a:pt x="154728" y="276373"/>
                  </a:lnTo>
                  <a:lnTo>
                    <a:pt x="158723" y="275171"/>
                  </a:lnTo>
                  <a:lnTo>
                    <a:pt x="165007" y="272843"/>
                  </a:lnTo>
                  <a:lnTo>
                    <a:pt x="170714" y="270888"/>
                  </a:lnTo>
                  <a:lnTo>
                    <a:pt x="172631" y="269724"/>
                  </a:lnTo>
                  <a:lnTo>
                    <a:pt x="174061" y="270888"/>
                  </a:lnTo>
                  <a:lnTo>
                    <a:pt x="174723" y="273452"/>
                  </a:lnTo>
                  <a:lnTo>
                    <a:pt x="176390" y="274776"/>
                  </a:lnTo>
                  <a:lnTo>
                    <a:pt x="178041" y="275415"/>
                  </a:lnTo>
                  <a:lnTo>
                    <a:pt x="178992" y="275384"/>
                  </a:lnTo>
                  <a:lnTo>
                    <a:pt x="181837" y="274388"/>
                  </a:lnTo>
                  <a:lnTo>
                    <a:pt x="184911" y="273657"/>
                  </a:lnTo>
                  <a:lnTo>
                    <a:pt x="186121" y="274053"/>
                  </a:lnTo>
                  <a:lnTo>
                    <a:pt x="187681" y="275361"/>
                  </a:lnTo>
                  <a:lnTo>
                    <a:pt x="189431" y="276533"/>
                  </a:lnTo>
                  <a:lnTo>
                    <a:pt x="190344" y="276480"/>
                  </a:lnTo>
                  <a:lnTo>
                    <a:pt x="191143" y="275574"/>
                  </a:lnTo>
                  <a:lnTo>
                    <a:pt x="191949" y="273748"/>
                  </a:lnTo>
                  <a:lnTo>
                    <a:pt x="192459" y="271420"/>
                  </a:lnTo>
                  <a:lnTo>
                    <a:pt x="192565" y="268955"/>
                  </a:lnTo>
                  <a:lnTo>
                    <a:pt x="192261" y="267448"/>
                  </a:lnTo>
                  <a:lnTo>
                    <a:pt x="191645" y="266893"/>
                  </a:lnTo>
                  <a:lnTo>
                    <a:pt x="188845" y="266003"/>
                  </a:lnTo>
                  <a:lnTo>
                    <a:pt x="186174" y="264550"/>
                  </a:lnTo>
                  <a:lnTo>
                    <a:pt x="185870" y="263218"/>
                  </a:lnTo>
                  <a:lnTo>
                    <a:pt x="185931" y="262267"/>
                  </a:lnTo>
                  <a:lnTo>
                    <a:pt x="186638" y="259939"/>
                  </a:lnTo>
                  <a:lnTo>
                    <a:pt x="188381" y="255655"/>
                  </a:lnTo>
                  <a:lnTo>
                    <a:pt x="190131" y="249728"/>
                  </a:lnTo>
                  <a:lnTo>
                    <a:pt x="191059" y="245034"/>
                  </a:lnTo>
                  <a:lnTo>
                    <a:pt x="193988" y="238011"/>
                  </a:lnTo>
                  <a:lnTo>
                    <a:pt x="196294" y="230661"/>
                  </a:lnTo>
                  <a:lnTo>
                    <a:pt x="200022" y="220040"/>
                  </a:lnTo>
                  <a:lnTo>
                    <a:pt x="200646" y="217932"/>
                  </a:lnTo>
                  <a:lnTo>
                    <a:pt x="200988" y="214561"/>
                  </a:lnTo>
                  <a:lnTo>
                    <a:pt x="201186" y="213169"/>
                  </a:lnTo>
                  <a:lnTo>
                    <a:pt x="202487" y="212439"/>
                  </a:lnTo>
                  <a:lnTo>
                    <a:pt x="204678" y="213154"/>
                  </a:lnTo>
                  <a:lnTo>
                    <a:pt x="210027" y="215589"/>
                  </a:lnTo>
                  <a:lnTo>
                    <a:pt x="214098" y="217635"/>
                  </a:lnTo>
                  <a:lnTo>
                    <a:pt x="215802" y="218328"/>
                  </a:lnTo>
                  <a:lnTo>
                    <a:pt x="218336" y="219050"/>
                  </a:lnTo>
                  <a:lnTo>
                    <a:pt x="222254" y="219903"/>
                  </a:lnTo>
                  <a:lnTo>
                    <a:pt x="224521" y="219652"/>
                  </a:lnTo>
                  <a:lnTo>
                    <a:pt x="226507" y="219149"/>
                  </a:lnTo>
                  <a:lnTo>
                    <a:pt x="229155" y="219104"/>
                  </a:lnTo>
                  <a:lnTo>
                    <a:pt x="233286" y="219735"/>
                  </a:lnTo>
                  <a:lnTo>
                    <a:pt x="234565" y="219758"/>
                  </a:lnTo>
                  <a:lnTo>
                    <a:pt x="236155" y="219842"/>
                  </a:lnTo>
                  <a:lnTo>
                    <a:pt x="237281" y="220876"/>
                  </a:lnTo>
                  <a:lnTo>
                    <a:pt x="237844" y="223212"/>
                  </a:lnTo>
                  <a:lnTo>
                    <a:pt x="238696" y="224262"/>
                  </a:lnTo>
                  <a:lnTo>
                    <a:pt x="240241" y="223874"/>
                  </a:lnTo>
                  <a:lnTo>
                    <a:pt x="243528" y="221812"/>
                  </a:lnTo>
                  <a:lnTo>
                    <a:pt x="245628" y="220192"/>
                  </a:lnTo>
                  <a:lnTo>
                    <a:pt x="248252" y="217841"/>
                  </a:lnTo>
                  <a:lnTo>
                    <a:pt x="250855" y="217521"/>
                  </a:lnTo>
                  <a:lnTo>
                    <a:pt x="253616" y="216996"/>
                  </a:lnTo>
                  <a:lnTo>
                    <a:pt x="254575" y="215832"/>
                  </a:lnTo>
                  <a:lnTo>
                    <a:pt x="255595" y="213093"/>
                  </a:lnTo>
                  <a:lnTo>
                    <a:pt x="257292" y="211024"/>
                  </a:lnTo>
                  <a:lnTo>
                    <a:pt x="257573" y="208391"/>
                  </a:lnTo>
                  <a:lnTo>
                    <a:pt x="256980" y="206534"/>
                  </a:lnTo>
                  <a:lnTo>
                    <a:pt x="255800" y="203506"/>
                  </a:lnTo>
                  <a:lnTo>
                    <a:pt x="255838" y="201459"/>
                  </a:lnTo>
                  <a:lnTo>
                    <a:pt x="255267" y="195517"/>
                  </a:lnTo>
                  <a:lnTo>
                    <a:pt x="254507" y="190153"/>
                  </a:lnTo>
                  <a:lnTo>
                    <a:pt x="255283" y="185824"/>
                  </a:lnTo>
                  <a:lnTo>
                    <a:pt x="256652" y="180970"/>
                  </a:lnTo>
                  <a:lnTo>
                    <a:pt x="257185" y="179478"/>
                  </a:lnTo>
                  <a:lnTo>
                    <a:pt x="258052" y="177523"/>
                  </a:lnTo>
                  <a:lnTo>
                    <a:pt x="259277" y="175172"/>
                  </a:lnTo>
                  <a:lnTo>
                    <a:pt x="260997" y="174434"/>
                  </a:lnTo>
                  <a:lnTo>
                    <a:pt x="265828" y="173932"/>
                  </a:lnTo>
                  <a:lnTo>
                    <a:pt x="270302" y="172943"/>
                  </a:lnTo>
                  <a:lnTo>
                    <a:pt x="272584" y="171923"/>
                  </a:lnTo>
                  <a:lnTo>
                    <a:pt x="274958" y="171307"/>
                  </a:lnTo>
                  <a:lnTo>
                    <a:pt x="276374" y="170561"/>
                  </a:lnTo>
                  <a:lnTo>
                    <a:pt x="278809" y="167115"/>
                  </a:lnTo>
                  <a:lnTo>
                    <a:pt x="279965" y="165129"/>
                  </a:lnTo>
                  <a:lnTo>
                    <a:pt x="280817" y="159848"/>
                  </a:lnTo>
                  <a:lnTo>
                    <a:pt x="280193" y="157307"/>
                  </a:lnTo>
                  <a:lnTo>
                    <a:pt x="280711" y="155055"/>
                  </a:lnTo>
                  <a:lnTo>
                    <a:pt x="281890" y="153731"/>
                  </a:lnTo>
                  <a:lnTo>
                    <a:pt x="283549" y="152399"/>
                  </a:lnTo>
                  <a:lnTo>
                    <a:pt x="284660" y="152171"/>
                  </a:lnTo>
                  <a:lnTo>
                    <a:pt x="287026" y="151768"/>
                  </a:lnTo>
                  <a:lnTo>
                    <a:pt x="290906" y="151905"/>
                  </a:lnTo>
                  <a:lnTo>
                    <a:pt x="292884" y="152552"/>
                  </a:lnTo>
                  <a:lnTo>
                    <a:pt x="294893" y="152856"/>
                  </a:lnTo>
                  <a:lnTo>
                    <a:pt x="296163" y="152377"/>
                  </a:lnTo>
                  <a:lnTo>
                    <a:pt x="297008" y="151365"/>
                  </a:lnTo>
                  <a:lnTo>
                    <a:pt x="298309" y="151045"/>
                  </a:lnTo>
                  <a:lnTo>
                    <a:pt x="300264" y="150558"/>
                  </a:lnTo>
                  <a:lnTo>
                    <a:pt x="302281" y="149950"/>
                  </a:lnTo>
                  <a:lnTo>
                    <a:pt x="303392" y="150064"/>
                  </a:lnTo>
                  <a:lnTo>
                    <a:pt x="303620" y="151563"/>
                  </a:lnTo>
                  <a:lnTo>
                    <a:pt x="303438" y="152734"/>
                  </a:lnTo>
                  <a:lnTo>
                    <a:pt x="303825" y="154302"/>
                  </a:lnTo>
                  <a:lnTo>
                    <a:pt x="304624" y="155336"/>
                  </a:lnTo>
                  <a:lnTo>
                    <a:pt x="304365" y="156455"/>
                  </a:lnTo>
                  <a:lnTo>
                    <a:pt x="303240" y="157102"/>
                  </a:lnTo>
                  <a:lnTo>
                    <a:pt x="302129" y="157977"/>
                  </a:lnTo>
                  <a:lnTo>
                    <a:pt x="301885" y="159171"/>
                  </a:lnTo>
                  <a:lnTo>
                    <a:pt x="303293" y="160655"/>
                  </a:lnTo>
                  <a:lnTo>
                    <a:pt x="303772" y="162078"/>
                  </a:lnTo>
                  <a:lnTo>
                    <a:pt x="306131" y="162930"/>
                  </a:lnTo>
                  <a:lnTo>
                    <a:pt x="307965" y="163888"/>
                  </a:lnTo>
                  <a:lnTo>
                    <a:pt x="308649" y="164809"/>
                  </a:lnTo>
                  <a:lnTo>
                    <a:pt x="308444" y="165844"/>
                  </a:lnTo>
                  <a:lnTo>
                    <a:pt x="307600" y="166955"/>
                  </a:lnTo>
                  <a:lnTo>
                    <a:pt x="306785" y="168149"/>
                  </a:lnTo>
                  <a:lnTo>
                    <a:pt x="306679" y="168864"/>
                  </a:lnTo>
                  <a:lnTo>
                    <a:pt x="306937" y="169701"/>
                  </a:lnTo>
                  <a:lnTo>
                    <a:pt x="308702" y="170257"/>
                  </a:lnTo>
                  <a:lnTo>
                    <a:pt x="310749" y="171177"/>
                  </a:lnTo>
                  <a:lnTo>
                    <a:pt x="313990" y="172364"/>
                  </a:lnTo>
                  <a:lnTo>
                    <a:pt x="316212" y="174571"/>
                  </a:lnTo>
                  <a:lnTo>
                    <a:pt x="318419" y="175180"/>
                  </a:lnTo>
                  <a:lnTo>
                    <a:pt x="319484" y="177325"/>
                  </a:lnTo>
                  <a:lnTo>
                    <a:pt x="319674" y="180437"/>
                  </a:lnTo>
                  <a:lnTo>
                    <a:pt x="321934" y="182020"/>
                  </a:lnTo>
                  <a:lnTo>
                    <a:pt x="325274" y="184218"/>
                  </a:lnTo>
                  <a:lnTo>
                    <a:pt x="326971" y="184622"/>
                  </a:lnTo>
                  <a:lnTo>
                    <a:pt x="328104" y="185870"/>
                  </a:lnTo>
                  <a:lnTo>
                    <a:pt x="329740" y="187376"/>
                  </a:lnTo>
                  <a:lnTo>
                    <a:pt x="331193" y="187848"/>
                  </a:lnTo>
                  <a:lnTo>
                    <a:pt x="332921" y="188068"/>
                  </a:lnTo>
                  <a:lnTo>
                    <a:pt x="335766" y="186668"/>
                  </a:lnTo>
                  <a:lnTo>
                    <a:pt x="338962" y="186532"/>
                  </a:lnTo>
                  <a:lnTo>
                    <a:pt x="340704" y="187330"/>
                  </a:lnTo>
                  <a:lnTo>
                    <a:pt x="342363" y="190343"/>
                  </a:lnTo>
                  <a:lnTo>
                    <a:pt x="343534" y="191294"/>
                  </a:lnTo>
                  <a:lnTo>
                    <a:pt x="344227" y="192139"/>
                  </a:lnTo>
                  <a:lnTo>
                    <a:pt x="345346" y="192946"/>
                  </a:lnTo>
                  <a:lnTo>
                    <a:pt x="346479" y="193067"/>
                  </a:lnTo>
                  <a:lnTo>
                    <a:pt x="348168" y="192398"/>
                  </a:lnTo>
                  <a:lnTo>
                    <a:pt x="349195" y="191066"/>
                  </a:lnTo>
                  <a:lnTo>
                    <a:pt x="350671" y="191340"/>
                  </a:lnTo>
                  <a:lnTo>
                    <a:pt x="351227" y="192207"/>
                  </a:lnTo>
                  <a:lnTo>
                    <a:pt x="351501" y="193691"/>
                  </a:lnTo>
                  <a:lnTo>
                    <a:pt x="352285" y="195532"/>
                  </a:lnTo>
                  <a:lnTo>
                    <a:pt x="354156" y="196902"/>
                  </a:lnTo>
                  <a:lnTo>
                    <a:pt x="356773" y="197716"/>
                  </a:lnTo>
                  <a:lnTo>
                    <a:pt x="357139" y="198386"/>
                  </a:lnTo>
                  <a:lnTo>
                    <a:pt x="357504" y="200219"/>
                  </a:lnTo>
                  <a:lnTo>
                    <a:pt x="358212" y="201490"/>
                  </a:lnTo>
                  <a:lnTo>
                    <a:pt x="359163" y="203149"/>
                  </a:lnTo>
                  <a:lnTo>
                    <a:pt x="360068" y="206169"/>
                  </a:lnTo>
                  <a:lnTo>
                    <a:pt x="360258" y="208665"/>
                  </a:lnTo>
                  <a:lnTo>
                    <a:pt x="360677" y="210034"/>
                  </a:lnTo>
                  <a:lnTo>
                    <a:pt x="361886" y="212264"/>
                  </a:lnTo>
                  <a:lnTo>
                    <a:pt x="363819" y="215824"/>
                  </a:lnTo>
                  <a:lnTo>
                    <a:pt x="365356" y="218837"/>
                  </a:lnTo>
                  <a:lnTo>
                    <a:pt x="367136" y="219423"/>
                  </a:lnTo>
                  <a:lnTo>
                    <a:pt x="368651" y="220374"/>
                  </a:lnTo>
                  <a:lnTo>
                    <a:pt x="369518" y="222596"/>
                  </a:lnTo>
                  <a:lnTo>
                    <a:pt x="371123" y="226773"/>
                  </a:lnTo>
                  <a:lnTo>
                    <a:pt x="371382" y="229497"/>
                  </a:lnTo>
                  <a:lnTo>
                    <a:pt x="371519" y="231528"/>
                  </a:lnTo>
                  <a:lnTo>
                    <a:pt x="372044" y="232449"/>
                  </a:lnTo>
                  <a:lnTo>
                    <a:pt x="372158" y="233598"/>
                  </a:lnTo>
                  <a:lnTo>
                    <a:pt x="370819" y="237958"/>
                  </a:lnTo>
                  <a:lnTo>
                    <a:pt x="369685" y="239921"/>
                  </a:lnTo>
                  <a:lnTo>
                    <a:pt x="369541" y="241572"/>
                  </a:lnTo>
                  <a:lnTo>
                    <a:pt x="370309" y="244440"/>
                  </a:lnTo>
                  <a:lnTo>
                    <a:pt x="371367" y="246662"/>
                  </a:lnTo>
                  <a:lnTo>
                    <a:pt x="371473" y="248785"/>
                  </a:lnTo>
                  <a:lnTo>
                    <a:pt x="370575" y="250337"/>
                  </a:lnTo>
                  <a:lnTo>
                    <a:pt x="369031" y="252277"/>
                  </a:lnTo>
                  <a:lnTo>
                    <a:pt x="368285" y="253388"/>
                  </a:lnTo>
                  <a:lnTo>
                    <a:pt x="367083" y="254362"/>
                  </a:lnTo>
                  <a:lnTo>
                    <a:pt x="365242" y="258105"/>
                  </a:lnTo>
                  <a:lnTo>
                    <a:pt x="364413" y="262237"/>
                  </a:lnTo>
                  <a:lnTo>
                    <a:pt x="364222" y="264359"/>
                  </a:lnTo>
                  <a:lnTo>
                    <a:pt x="364922" y="265896"/>
                  </a:lnTo>
                  <a:lnTo>
                    <a:pt x="366094" y="267585"/>
                  </a:lnTo>
                  <a:lnTo>
                    <a:pt x="366383" y="269046"/>
                  </a:lnTo>
                  <a:lnTo>
                    <a:pt x="368308" y="272310"/>
                  </a:lnTo>
                  <a:lnTo>
                    <a:pt x="368818" y="274327"/>
                  </a:lnTo>
                  <a:lnTo>
                    <a:pt x="369609" y="274395"/>
                  </a:lnTo>
                  <a:lnTo>
                    <a:pt x="370454" y="273733"/>
                  </a:lnTo>
                  <a:lnTo>
                    <a:pt x="372516" y="273688"/>
                  </a:lnTo>
                  <a:lnTo>
                    <a:pt x="374387" y="274403"/>
                  </a:lnTo>
                  <a:lnTo>
                    <a:pt x="376183" y="275894"/>
                  </a:lnTo>
                  <a:lnTo>
                    <a:pt x="378108" y="276685"/>
                  </a:lnTo>
                  <a:lnTo>
                    <a:pt x="380862" y="276488"/>
                  </a:lnTo>
                  <a:lnTo>
                    <a:pt x="382331" y="277286"/>
                  </a:lnTo>
                  <a:lnTo>
                    <a:pt x="383913" y="277941"/>
                  </a:lnTo>
                  <a:lnTo>
                    <a:pt x="387193" y="278169"/>
                  </a:lnTo>
                  <a:lnTo>
                    <a:pt x="389650" y="278161"/>
                  </a:lnTo>
                  <a:lnTo>
                    <a:pt x="393424" y="278184"/>
                  </a:lnTo>
                  <a:lnTo>
                    <a:pt x="396475" y="279188"/>
                  </a:lnTo>
                  <a:lnTo>
                    <a:pt x="401839" y="279980"/>
                  </a:lnTo>
                  <a:lnTo>
                    <a:pt x="405156" y="279919"/>
                  </a:lnTo>
                  <a:lnTo>
                    <a:pt x="409615" y="279173"/>
                  </a:lnTo>
                  <a:lnTo>
                    <a:pt x="412346" y="279645"/>
                  </a:lnTo>
                  <a:lnTo>
                    <a:pt x="420434" y="280756"/>
                  </a:lnTo>
                  <a:lnTo>
                    <a:pt x="425167" y="281920"/>
                  </a:lnTo>
                  <a:lnTo>
                    <a:pt x="428164" y="283229"/>
                  </a:lnTo>
                  <a:lnTo>
                    <a:pt x="430272" y="285298"/>
                  </a:lnTo>
                  <a:lnTo>
                    <a:pt x="432684" y="288524"/>
                  </a:lnTo>
                  <a:lnTo>
                    <a:pt x="434601" y="290000"/>
                  </a:lnTo>
                  <a:lnTo>
                    <a:pt x="439752" y="290890"/>
                  </a:lnTo>
                  <a:lnTo>
                    <a:pt x="443291" y="294649"/>
                  </a:lnTo>
                  <a:lnTo>
                    <a:pt x="446052" y="296049"/>
                  </a:lnTo>
                  <a:lnTo>
                    <a:pt x="450701" y="299678"/>
                  </a:lnTo>
                  <a:lnTo>
                    <a:pt x="453988" y="301093"/>
                  </a:lnTo>
                  <a:lnTo>
                    <a:pt x="457922" y="302395"/>
                  </a:lnTo>
                  <a:lnTo>
                    <a:pt x="464336" y="301839"/>
                  </a:lnTo>
                  <a:lnTo>
                    <a:pt x="464693" y="302326"/>
                  </a:lnTo>
                  <a:lnTo>
                    <a:pt x="464199" y="304289"/>
                  </a:lnTo>
                  <a:lnTo>
                    <a:pt x="463811" y="306975"/>
                  </a:lnTo>
                  <a:lnTo>
                    <a:pt x="463811" y="308915"/>
                  </a:lnTo>
                  <a:lnTo>
                    <a:pt x="464473" y="309904"/>
                  </a:lnTo>
                  <a:lnTo>
                    <a:pt x="466923" y="310490"/>
                  </a:lnTo>
                  <a:lnTo>
                    <a:pt x="468079" y="311441"/>
                  </a:lnTo>
                  <a:lnTo>
                    <a:pt x="468962" y="313267"/>
                  </a:lnTo>
                  <a:lnTo>
                    <a:pt x="469472" y="314401"/>
                  </a:lnTo>
                  <a:lnTo>
                    <a:pt x="471533" y="319986"/>
                  </a:lnTo>
                  <a:lnTo>
                    <a:pt x="474836" y="328210"/>
                  </a:lnTo>
                  <a:lnTo>
                    <a:pt x="475216" y="331368"/>
                  </a:lnTo>
                  <a:lnTo>
                    <a:pt x="476342" y="333399"/>
                  </a:lnTo>
                  <a:lnTo>
                    <a:pt x="479926" y="336618"/>
                  </a:lnTo>
                  <a:lnTo>
                    <a:pt x="481805" y="338999"/>
                  </a:lnTo>
                  <a:lnTo>
                    <a:pt x="484605" y="341495"/>
                  </a:lnTo>
                  <a:lnTo>
                    <a:pt x="485525" y="343800"/>
                  </a:lnTo>
                  <a:lnTo>
                    <a:pt x="485731" y="346775"/>
                  </a:lnTo>
                  <a:lnTo>
                    <a:pt x="486439" y="347544"/>
                  </a:lnTo>
                  <a:lnTo>
                    <a:pt x="491559" y="346859"/>
                  </a:lnTo>
                  <a:lnTo>
                    <a:pt x="495995" y="346380"/>
                  </a:lnTo>
                  <a:lnTo>
                    <a:pt x="503953" y="345527"/>
                  </a:lnTo>
                  <a:lnTo>
                    <a:pt x="514910" y="347080"/>
                  </a:lnTo>
                  <a:lnTo>
                    <a:pt x="526209" y="348578"/>
                  </a:lnTo>
                  <a:lnTo>
                    <a:pt x="536199" y="349902"/>
                  </a:lnTo>
                  <a:lnTo>
                    <a:pt x="541121" y="350549"/>
                  </a:lnTo>
                  <a:lnTo>
                    <a:pt x="552245" y="351942"/>
                  </a:lnTo>
                  <a:lnTo>
                    <a:pt x="558431" y="350169"/>
                  </a:lnTo>
                  <a:lnTo>
                    <a:pt x="563263" y="348784"/>
                  </a:lnTo>
                  <a:lnTo>
                    <a:pt x="565454" y="348974"/>
                  </a:lnTo>
                  <a:lnTo>
                    <a:pt x="574691" y="350534"/>
                  </a:lnTo>
                  <a:lnTo>
                    <a:pt x="580108" y="351371"/>
                  </a:lnTo>
                  <a:lnTo>
                    <a:pt x="586925" y="352421"/>
                  </a:lnTo>
                  <a:lnTo>
                    <a:pt x="591658" y="352809"/>
                  </a:lnTo>
                  <a:lnTo>
                    <a:pt x="595538" y="352786"/>
                  </a:lnTo>
                  <a:lnTo>
                    <a:pt x="597326" y="353227"/>
                  </a:lnTo>
                  <a:lnTo>
                    <a:pt x="599053" y="353905"/>
                  </a:lnTo>
                  <a:lnTo>
                    <a:pt x="600202" y="354894"/>
                  </a:lnTo>
                  <a:lnTo>
                    <a:pt x="603748" y="359885"/>
                  </a:lnTo>
                  <a:lnTo>
                    <a:pt x="605733" y="362084"/>
                  </a:lnTo>
                  <a:lnTo>
                    <a:pt x="609667" y="363742"/>
                  </a:lnTo>
                  <a:lnTo>
                    <a:pt x="618600" y="365637"/>
                  </a:lnTo>
                  <a:lnTo>
                    <a:pt x="623545" y="366786"/>
                  </a:lnTo>
                  <a:lnTo>
                    <a:pt x="629221" y="368102"/>
                  </a:lnTo>
                  <a:lnTo>
                    <a:pt x="632965" y="370088"/>
                  </a:lnTo>
                  <a:lnTo>
                    <a:pt x="637271" y="372393"/>
                  </a:lnTo>
                  <a:lnTo>
                    <a:pt x="642848" y="375376"/>
                  </a:lnTo>
                  <a:lnTo>
                    <a:pt x="648958" y="374075"/>
                  </a:lnTo>
                  <a:lnTo>
                    <a:pt x="655532" y="372667"/>
                  </a:lnTo>
                  <a:lnTo>
                    <a:pt x="659656" y="371785"/>
                  </a:lnTo>
                  <a:lnTo>
                    <a:pt x="659656" y="378008"/>
                  </a:lnTo>
                  <a:lnTo>
                    <a:pt x="665537" y="378503"/>
                  </a:lnTo>
                  <a:lnTo>
                    <a:pt x="667378" y="378435"/>
                  </a:lnTo>
                  <a:lnTo>
                    <a:pt x="669980" y="379804"/>
                  </a:lnTo>
                  <a:lnTo>
                    <a:pt x="671441" y="379226"/>
                  </a:lnTo>
                  <a:lnTo>
                    <a:pt x="672834" y="377879"/>
                  </a:lnTo>
                  <a:lnTo>
                    <a:pt x="674576" y="375749"/>
                  </a:lnTo>
                  <a:lnTo>
                    <a:pt x="677079" y="374813"/>
                  </a:lnTo>
                  <a:lnTo>
                    <a:pt x="681409" y="372424"/>
                  </a:lnTo>
                  <a:lnTo>
                    <a:pt x="682466" y="371846"/>
                  </a:lnTo>
                  <a:lnTo>
                    <a:pt x="688895" y="368445"/>
                  </a:lnTo>
                  <a:lnTo>
                    <a:pt x="698497" y="364245"/>
                  </a:lnTo>
                  <a:lnTo>
                    <a:pt x="702803" y="362206"/>
                  </a:lnTo>
                  <a:lnTo>
                    <a:pt x="704089" y="361749"/>
                  </a:lnTo>
                  <a:lnTo>
                    <a:pt x="706524" y="360707"/>
                  </a:lnTo>
                  <a:lnTo>
                    <a:pt x="708168" y="359984"/>
                  </a:lnTo>
                  <a:lnTo>
                    <a:pt x="711074" y="359405"/>
                  </a:lnTo>
                  <a:lnTo>
                    <a:pt x="715016" y="359040"/>
                  </a:lnTo>
                  <a:lnTo>
                    <a:pt x="719322" y="358249"/>
                  </a:lnTo>
                  <a:lnTo>
                    <a:pt x="729061" y="356758"/>
                  </a:lnTo>
                  <a:lnTo>
                    <a:pt x="730286" y="356621"/>
                  </a:lnTo>
                  <a:lnTo>
                    <a:pt x="735756" y="356005"/>
                  </a:lnTo>
                  <a:lnTo>
                    <a:pt x="738085" y="355426"/>
                  </a:lnTo>
                  <a:lnTo>
                    <a:pt x="741561" y="355731"/>
                  </a:lnTo>
                  <a:lnTo>
                    <a:pt x="746104" y="355944"/>
                  </a:lnTo>
                  <a:lnTo>
                    <a:pt x="749117" y="356324"/>
                  </a:lnTo>
                  <a:lnTo>
                    <a:pt x="753111" y="356027"/>
                  </a:lnTo>
                  <a:lnTo>
                    <a:pt x="758605" y="355624"/>
                  </a:lnTo>
                  <a:lnTo>
                    <a:pt x="763048" y="355685"/>
                  </a:lnTo>
                  <a:lnTo>
                    <a:pt x="765255" y="355183"/>
                  </a:lnTo>
                  <a:lnTo>
                    <a:pt x="768511" y="353608"/>
                  </a:lnTo>
                  <a:lnTo>
                    <a:pt x="770695" y="352360"/>
                  </a:lnTo>
                  <a:lnTo>
                    <a:pt x="774126" y="350846"/>
                  </a:lnTo>
                  <a:lnTo>
                    <a:pt x="778387" y="349271"/>
                  </a:lnTo>
                  <a:lnTo>
                    <a:pt x="781355" y="347841"/>
                  </a:lnTo>
                  <a:lnTo>
                    <a:pt x="783318" y="346889"/>
                  </a:lnTo>
                  <a:lnTo>
                    <a:pt x="785699" y="345992"/>
                  </a:lnTo>
                  <a:lnTo>
                    <a:pt x="786323" y="344835"/>
                  </a:lnTo>
                  <a:lnTo>
                    <a:pt x="787008" y="343945"/>
                  </a:lnTo>
                  <a:lnTo>
                    <a:pt x="788271" y="342461"/>
                  </a:lnTo>
                  <a:lnTo>
                    <a:pt x="790546" y="339692"/>
                  </a:lnTo>
                  <a:lnTo>
                    <a:pt x="792280" y="337265"/>
                  </a:lnTo>
                  <a:lnTo>
                    <a:pt x="793132" y="336184"/>
                  </a:lnTo>
                  <a:lnTo>
                    <a:pt x="795080" y="333757"/>
                  </a:lnTo>
                  <a:lnTo>
                    <a:pt x="796655" y="331923"/>
                  </a:lnTo>
                  <a:lnTo>
                    <a:pt x="798664" y="329451"/>
                  </a:lnTo>
                  <a:lnTo>
                    <a:pt x="800353" y="328652"/>
                  </a:lnTo>
                  <a:lnTo>
                    <a:pt x="802499" y="327975"/>
                  </a:lnTo>
                  <a:lnTo>
                    <a:pt x="808136" y="325548"/>
                  </a:lnTo>
                  <a:lnTo>
                    <a:pt x="809255" y="325023"/>
                  </a:lnTo>
                  <a:lnTo>
                    <a:pt x="810191" y="324916"/>
                  </a:lnTo>
                  <a:lnTo>
                    <a:pt x="812185" y="322953"/>
                  </a:lnTo>
                  <a:lnTo>
                    <a:pt x="813873" y="321249"/>
                  </a:lnTo>
                  <a:lnTo>
                    <a:pt x="814977" y="319978"/>
                  </a:lnTo>
                  <a:lnTo>
                    <a:pt x="817267" y="319514"/>
                  </a:lnTo>
                  <a:lnTo>
                    <a:pt x="818438" y="318593"/>
                  </a:lnTo>
                  <a:lnTo>
                    <a:pt x="818644" y="317391"/>
                  </a:lnTo>
                  <a:lnTo>
                    <a:pt x="818408" y="315550"/>
                  </a:lnTo>
                  <a:lnTo>
                    <a:pt x="817305" y="313663"/>
                  </a:lnTo>
                  <a:lnTo>
                    <a:pt x="816377" y="312012"/>
                  </a:lnTo>
                  <a:lnTo>
                    <a:pt x="813105" y="308862"/>
                  </a:lnTo>
                  <a:lnTo>
                    <a:pt x="811370" y="306906"/>
                  </a:lnTo>
                  <a:lnTo>
                    <a:pt x="809605" y="304388"/>
                  </a:lnTo>
                  <a:lnTo>
                    <a:pt x="808882" y="302022"/>
                  </a:lnTo>
                  <a:lnTo>
                    <a:pt x="807672" y="300515"/>
                  </a:lnTo>
                  <a:lnTo>
                    <a:pt x="807094" y="299176"/>
                  </a:lnTo>
                  <a:lnTo>
                    <a:pt x="807277" y="297632"/>
                  </a:lnTo>
                  <a:lnTo>
                    <a:pt x="808958" y="294877"/>
                  </a:lnTo>
                  <a:lnTo>
                    <a:pt x="809491" y="293135"/>
                  </a:lnTo>
                  <a:lnTo>
                    <a:pt x="810191" y="290054"/>
                  </a:lnTo>
                  <a:lnTo>
                    <a:pt x="811766" y="285435"/>
                  </a:lnTo>
                  <a:lnTo>
                    <a:pt x="813052" y="283267"/>
                  </a:lnTo>
                  <a:lnTo>
                    <a:pt x="814535" y="281151"/>
                  </a:lnTo>
                  <a:lnTo>
                    <a:pt x="817678" y="278306"/>
                  </a:lnTo>
                  <a:lnTo>
                    <a:pt x="820554" y="277781"/>
                  </a:lnTo>
                  <a:lnTo>
                    <a:pt x="822266" y="278344"/>
                  </a:lnTo>
                  <a:lnTo>
                    <a:pt x="826093" y="278344"/>
                  </a:lnTo>
                  <a:lnTo>
                    <a:pt x="828642" y="278496"/>
                  </a:lnTo>
                  <a:lnTo>
                    <a:pt x="830521" y="279919"/>
                  </a:lnTo>
                  <a:lnTo>
                    <a:pt x="832598" y="282726"/>
                  </a:lnTo>
                  <a:lnTo>
                    <a:pt x="834949" y="283754"/>
                  </a:lnTo>
                  <a:lnTo>
                    <a:pt x="842269" y="285953"/>
                  </a:lnTo>
                  <a:lnTo>
                    <a:pt x="845396" y="286417"/>
                  </a:lnTo>
                  <a:lnTo>
                    <a:pt x="847633" y="286516"/>
                  </a:lnTo>
                  <a:lnTo>
                    <a:pt x="850943" y="287238"/>
                  </a:lnTo>
                  <a:lnTo>
                    <a:pt x="852053" y="287398"/>
                  </a:lnTo>
                  <a:lnTo>
                    <a:pt x="853750" y="287893"/>
                  </a:lnTo>
                  <a:lnTo>
                    <a:pt x="855150" y="287360"/>
                  </a:lnTo>
                  <a:lnTo>
                    <a:pt x="857273" y="285481"/>
                  </a:lnTo>
                  <a:lnTo>
                    <a:pt x="859943" y="283373"/>
                  </a:lnTo>
                  <a:lnTo>
                    <a:pt x="861092" y="282886"/>
                  </a:lnTo>
                  <a:lnTo>
                    <a:pt x="863215" y="281973"/>
                  </a:lnTo>
                  <a:lnTo>
                    <a:pt x="864280" y="281114"/>
                  </a:lnTo>
                  <a:lnTo>
                    <a:pt x="866144" y="278740"/>
                  </a:lnTo>
                  <a:lnTo>
                    <a:pt x="868564" y="276898"/>
                  </a:lnTo>
                  <a:lnTo>
                    <a:pt x="871516" y="274129"/>
                  </a:lnTo>
                  <a:lnTo>
                    <a:pt x="872969" y="272044"/>
                  </a:lnTo>
                  <a:lnTo>
                    <a:pt x="873289" y="270697"/>
                  </a:lnTo>
                  <a:lnTo>
                    <a:pt x="873608" y="269237"/>
                  </a:lnTo>
                  <a:lnTo>
                    <a:pt x="874521" y="268468"/>
                  </a:lnTo>
                  <a:lnTo>
                    <a:pt x="876317" y="267761"/>
                  </a:lnTo>
                  <a:lnTo>
                    <a:pt x="878341" y="267570"/>
                  </a:lnTo>
                  <a:lnTo>
                    <a:pt x="882191" y="268826"/>
                  </a:lnTo>
                  <a:lnTo>
                    <a:pt x="887395" y="268468"/>
                  </a:lnTo>
                  <a:lnTo>
                    <a:pt x="888559" y="268286"/>
                  </a:lnTo>
                  <a:lnTo>
                    <a:pt x="893300" y="267563"/>
                  </a:lnTo>
                  <a:lnTo>
                    <a:pt x="895437" y="266969"/>
                  </a:lnTo>
                  <a:lnTo>
                    <a:pt x="898451" y="266398"/>
                  </a:lnTo>
                  <a:lnTo>
                    <a:pt x="900763" y="264070"/>
                  </a:lnTo>
                  <a:lnTo>
                    <a:pt x="903860" y="261293"/>
                  </a:lnTo>
                  <a:lnTo>
                    <a:pt x="906112" y="259749"/>
                  </a:lnTo>
                  <a:lnTo>
                    <a:pt x="907611" y="259452"/>
                  </a:lnTo>
                  <a:lnTo>
                    <a:pt x="909483" y="257847"/>
                  </a:lnTo>
                  <a:lnTo>
                    <a:pt x="910403" y="256119"/>
                  </a:lnTo>
                  <a:lnTo>
                    <a:pt x="910160" y="254598"/>
                  </a:lnTo>
                  <a:lnTo>
                    <a:pt x="909810" y="253342"/>
                  </a:lnTo>
                  <a:lnTo>
                    <a:pt x="910913" y="251007"/>
                  </a:lnTo>
                  <a:lnTo>
                    <a:pt x="912907" y="246913"/>
                  </a:lnTo>
                  <a:lnTo>
                    <a:pt x="914763" y="245003"/>
                  </a:lnTo>
                  <a:lnTo>
                    <a:pt x="916300" y="243459"/>
                  </a:lnTo>
                  <a:lnTo>
                    <a:pt x="917282" y="240971"/>
                  </a:lnTo>
                  <a:lnTo>
                    <a:pt x="918491" y="240255"/>
                  </a:lnTo>
                  <a:lnTo>
                    <a:pt x="919975" y="239982"/>
                  </a:lnTo>
                  <a:lnTo>
                    <a:pt x="922067" y="238292"/>
                  </a:lnTo>
                  <a:lnTo>
                    <a:pt x="923604" y="237950"/>
                  </a:lnTo>
                  <a:lnTo>
                    <a:pt x="926161" y="238757"/>
                  </a:lnTo>
                  <a:lnTo>
                    <a:pt x="929942" y="238962"/>
                  </a:lnTo>
                  <a:lnTo>
                    <a:pt x="932354" y="239046"/>
                  </a:lnTo>
                  <a:lnTo>
                    <a:pt x="933731" y="238742"/>
                  </a:lnTo>
                  <a:lnTo>
                    <a:pt x="934233" y="237836"/>
                  </a:lnTo>
                  <a:lnTo>
                    <a:pt x="934218" y="236436"/>
                  </a:lnTo>
                  <a:lnTo>
                    <a:pt x="934986" y="233317"/>
                  </a:lnTo>
                  <a:lnTo>
                    <a:pt x="935276" y="232289"/>
                  </a:lnTo>
                  <a:lnTo>
                    <a:pt x="935968" y="231810"/>
                  </a:lnTo>
                  <a:lnTo>
                    <a:pt x="938297" y="231749"/>
                  </a:lnTo>
                  <a:lnTo>
                    <a:pt x="939864" y="232868"/>
                  </a:lnTo>
                  <a:lnTo>
                    <a:pt x="940944" y="233796"/>
                  </a:lnTo>
                  <a:lnTo>
                    <a:pt x="942443" y="233918"/>
                  </a:lnTo>
                  <a:lnTo>
                    <a:pt x="943988" y="233309"/>
                  </a:lnTo>
                  <a:lnTo>
                    <a:pt x="946050" y="230783"/>
                  </a:lnTo>
                  <a:lnTo>
                    <a:pt x="949488" y="229314"/>
                  </a:lnTo>
                  <a:lnTo>
                    <a:pt x="951315" y="228942"/>
                  </a:lnTo>
                  <a:lnTo>
                    <a:pt x="954556" y="227747"/>
                  </a:lnTo>
                  <a:lnTo>
                    <a:pt x="956602" y="228181"/>
                  </a:lnTo>
                  <a:lnTo>
                    <a:pt x="960361" y="228531"/>
                  </a:lnTo>
                  <a:lnTo>
                    <a:pt x="961814" y="228226"/>
                  </a:lnTo>
                  <a:lnTo>
                    <a:pt x="963397" y="228531"/>
                  </a:lnTo>
                  <a:lnTo>
                    <a:pt x="964835" y="226819"/>
                  </a:lnTo>
                  <a:lnTo>
                    <a:pt x="965977" y="226408"/>
                  </a:lnTo>
                  <a:lnTo>
                    <a:pt x="968396" y="227199"/>
                  </a:lnTo>
                  <a:lnTo>
                    <a:pt x="969917" y="228523"/>
                  </a:lnTo>
                  <a:lnTo>
                    <a:pt x="972763" y="230182"/>
                  </a:lnTo>
                  <a:lnTo>
                    <a:pt x="976392" y="230958"/>
                  </a:lnTo>
                  <a:lnTo>
                    <a:pt x="979428" y="230562"/>
                  </a:lnTo>
                  <a:lnTo>
                    <a:pt x="982548" y="231262"/>
                  </a:lnTo>
                  <a:lnTo>
                    <a:pt x="984389" y="231201"/>
                  </a:lnTo>
                  <a:lnTo>
                    <a:pt x="985264" y="230547"/>
                  </a:lnTo>
                  <a:lnTo>
                    <a:pt x="987821" y="229155"/>
                  </a:lnTo>
                  <a:lnTo>
                    <a:pt x="988429" y="227268"/>
                  </a:lnTo>
                  <a:lnTo>
                    <a:pt x="988178" y="225449"/>
                  </a:lnTo>
                  <a:lnTo>
                    <a:pt x="988475" y="223387"/>
                  </a:lnTo>
                  <a:lnTo>
                    <a:pt x="987722" y="221866"/>
                  </a:lnTo>
                  <a:lnTo>
                    <a:pt x="986139" y="219614"/>
                  </a:lnTo>
                  <a:lnTo>
                    <a:pt x="985523" y="218107"/>
                  </a:lnTo>
                  <a:lnTo>
                    <a:pt x="985469" y="216136"/>
                  </a:lnTo>
                  <a:lnTo>
                    <a:pt x="984480" y="214257"/>
                  </a:lnTo>
                  <a:lnTo>
                    <a:pt x="982107" y="211990"/>
                  </a:lnTo>
                  <a:lnTo>
                    <a:pt x="980547" y="210940"/>
                  </a:lnTo>
                  <a:lnTo>
                    <a:pt x="977336" y="207014"/>
                  </a:lnTo>
                  <a:lnTo>
                    <a:pt x="976248" y="206093"/>
                  </a:lnTo>
                  <a:lnTo>
                    <a:pt x="975875" y="205446"/>
                  </a:lnTo>
                  <a:lnTo>
                    <a:pt x="975502" y="204130"/>
                  </a:lnTo>
                  <a:lnTo>
                    <a:pt x="974315" y="203499"/>
                  </a:lnTo>
                  <a:lnTo>
                    <a:pt x="972756" y="202471"/>
                  </a:lnTo>
                  <a:lnTo>
                    <a:pt x="971918" y="201421"/>
                  </a:lnTo>
                  <a:lnTo>
                    <a:pt x="971371" y="199595"/>
                  </a:lnTo>
                  <a:lnTo>
                    <a:pt x="971044" y="198401"/>
                  </a:lnTo>
                  <a:lnTo>
                    <a:pt x="969667" y="197412"/>
                  </a:lnTo>
                  <a:lnTo>
                    <a:pt x="968289" y="196856"/>
                  </a:lnTo>
                  <a:lnTo>
                    <a:pt x="966737" y="196156"/>
                  </a:lnTo>
                  <a:lnTo>
                    <a:pt x="964165" y="195129"/>
                  </a:lnTo>
                  <a:lnTo>
                    <a:pt x="962682" y="193083"/>
                  </a:lnTo>
                  <a:lnTo>
                    <a:pt x="960064" y="189240"/>
                  </a:lnTo>
                  <a:lnTo>
                    <a:pt x="958581" y="187947"/>
                  </a:lnTo>
                  <a:lnTo>
                    <a:pt x="953057" y="187452"/>
                  </a:lnTo>
                  <a:lnTo>
                    <a:pt x="951071" y="186516"/>
                  </a:lnTo>
                  <a:lnTo>
                    <a:pt x="948827" y="186836"/>
                  </a:lnTo>
                  <a:lnTo>
                    <a:pt x="947487" y="187452"/>
                  </a:lnTo>
                  <a:lnTo>
                    <a:pt x="944520" y="187445"/>
                  </a:lnTo>
                  <a:lnTo>
                    <a:pt x="942983" y="187825"/>
                  </a:lnTo>
                  <a:lnTo>
                    <a:pt x="941028" y="190359"/>
                  </a:lnTo>
                  <a:lnTo>
                    <a:pt x="938433" y="193646"/>
                  </a:lnTo>
                  <a:lnTo>
                    <a:pt x="936296" y="195647"/>
                  </a:lnTo>
                  <a:lnTo>
                    <a:pt x="934774" y="197724"/>
                  </a:lnTo>
                  <a:lnTo>
                    <a:pt x="934066" y="198469"/>
                  </a:lnTo>
                  <a:lnTo>
                    <a:pt x="932681" y="198020"/>
                  </a:lnTo>
                  <a:lnTo>
                    <a:pt x="930779" y="195684"/>
                  </a:lnTo>
                  <a:lnTo>
                    <a:pt x="928063" y="193592"/>
                  </a:lnTo>
                  <a:lnTo>
                    <a:pt x="925544" y="192641"/>
                  </a:lnTo>
                  <a:lnTo>
                    <a:pt x="924464" y="192116"/>
                  </a:lnTo>
                  <a:lnTo>
                    <a:pt x="921459" y="191583"/>
                  </a:lnTo>
                  <a:lnTo>
                    <a:pt x="919138" y="191751"/>
                  </a:lnTo>
                  <a:lnTo>
                    <a:pt x="916178" y="192542"/>
                  </a:lnTo>
                  <a:lnTo>
                    <a:pt x="913287" y="192398"/>
                  </a:lnTo>
                  <a:lnTo>
                    <a:pt x="911986" y="191896"/>
                  </a:lnTo>
                  <a:lnTo>
                    <a:pt x="910145" y="191949"/>
                  </a:lnTo>
                  <a:lnTo>
                    <a:pt x="906812" y="194125"/>
                  </a:lnTo>
                  <a:lnTo>
                    <a:pt x="905085" y="196598"/>
                  </a:lnTo>
                  <a:lnTo>
                    <a:pt x="903038" y="197374"/>
                  </a:lnTo>
                  <a:lnTo>
                    <a:pt x="901190" y="195753"/>
                  </a:lnTo>
                  <a:lnTo>
                    <a:pt x="899059" y="193836"/>
                  </a:lnTo>
                  <a:lnTo>
                    <a:pt x="897020" y="191431"/>
                  </a:lnTo>
                  <a:lnTo>
                    <a:pt x="895765" y="189202"/>
                  </a:lnTo>
                  <a:lnTo>
                    <a:pt x="895065" y="183283"/>
                  </a:lnTo>
                  <a:lnTo>
                    <a:pt x="897507" y="181517"/>
                  </a:lnTo>
                  <a:lnTo>
                    <a:pt x="900626" y="179532"/>
                  </a:lnTo>
                  <a:lnTo>
                    <a:pt x="900862" y="176389"/>
                  </a:lnTo>
                  <a:lnTo>
                    <a:pt x="900748" y="172882"/>
                  </a:lnTo>
                  <a:lnTo>
                    <a:pt x="901365" y="168971"/>
                  </a:lnTo>
                  <a:lnTo>
                    <a:pt x="904210" y="165357"/>
                  </a:lnTo>
                  <a:lnTo>
                    <a:pt x="905739" y="162359"/>
                  </a:lnTo>
                  <a:lnTo>
                    <a:pt x="905930" y="160487"/>
                  </a:lnTo>
                  <a:lnTo>
                    <a:pt x="907299" y="157376"/>
                  </a:lnTo>
                  <a:lnTo>
                    <a:pt x="908608" y="154089"/>
                  </a:lnTo>
                  <a:lnTo>
                    <a:pt x="910396" y="149767"/>
                  </a:lnTo>
                  <a:lnTo>
                    <a:pt x="913781" y="142067"/>
                  </a:lnTo>
                  <a:lnTo>
                    <a:pt x="917784" y="132922"/>
                  </a:lnTo>
                  <a:lnTo>
                    <a:pt x="919785" y="128341"/>
                  </a:lnTo>
                  <a:lnTo>
                    <a:pt x="924175" y="131179"/>
                  </a:lnTo>
                  <a:lnTo>
                    <a:pt x="927005" y="132655"/>
                  </a:lnTo>
                  <a:lnTo>
                    <a:pt x="931791" y="134892"/>
                  </a:lnTo>
                  <a:lnTo>
                    <a:pt x="936729" y="135394"/>
                  </a:lnTo>
                  <a:lnTo>
                    <a:pt x="941454" y="137814"/>
                  </a:lnTo>
                  <a:lnTo>
                    <a:pt x="943889" y="138544"/>
                  </a:lnTo>
                  <a:lnTo>
                    <a:pt x="945190" y="138544"/>
                  </a:lnTo>
                  <a:lnTo>
                    <a:pt x="951878" y="132655"/>
                  </a:lnTo>
                  <a:lnTo>
                    <a:pt x="957531" y="127657"/>
                  </a:lnTo>
                  <a:lnTo>
                    <a:pt x="964028" y="123746"/>
                  </a:lnTo>
                  <a:lnTo>
                    <a:pt x="968807" y="123213"/>
                  </a:lnTo>
                  <a:lnTo>
                    <a:pt x="972398" y="122072"/>
                  </a:lnTo>
                  <a:lnTo>
                    <a:pt x="974787" y="120314"/>
                  </a:lnTo>
                  <a:lnTo>
                    <a:pt x="976210" y="117377"/>
                  </a:lnTo>
                  <a:lnTo>
                    <a:pt x="976644" y="113253"/>
                  </a:lnTo>
                  <a:lnTo>
                    <a:pt x="975685" y="110750"/>
                  </a:lnTo>
                  <a:lnTo>
                    <a:pt x="973341" y="109883"/>
                  </a:lnTo>
                  <a:lnTo>
                    <a:pt x="972740" y="109008"/>
                  </a:lnTo>
                  <a:lnTo>
                    <a:pt x="973867" y="108118"/>
                  </a:lnTo>
                  <a:lnTo>
                    <a:pt x="974703" y="106390"/>
                  </a:lnTo>
                  <a:lnTo>
                    <a:pt x="975228" y="103819"/>
                  </a:lnTo>
                  <a:lnTo>
                    <a:pt x="976583" y="101369"/>
                  </a:lnTo>
                  <a:lnTo>
                    <a:pt x="978751" y="99056"/>
                  </a:lnTo>
                  <a:lnTo>
                    <a:pt x="979953" y="96484"/>
                  </a:lnTo>
                  <a:lnTo>
                    <a:pt x="980174" y="93654"/>
                  </a:lnTo>
                  <a:lnTo>
                    <a:pt x="981483" y="90823"/>
                  </a:lnTo>
                  <a:lnTo>
                    <a:pt x="983864" y="88001"/>
                  </a:lnTo>
                  <a:lnTo>
                    <a:pt x="985173" y="85368"/>
                  </a:lnTo>
                  <a:lnTo>
                    <a:pt x="985393" y="82933"/>
                  </a:lnTo>
                  <a:lnTo>
                    <a:pt x="986603" y="79951"/>
                  </a:lnTo>
                  <a:lnTo>
                    <a:pt x="989890" y="74663"/>
                  </a:lnTo>
                  <a:lnTo>
                    <a:pt x="992021" y="68553"/>
                  </a:lnTo>
                  <a:lnTo>
                    <a:pt x="995657" y="64353"/>
                  </a:lnTo>
                  <a:lnTo>
                    <a:pt x="1001501" y="60032"/>
                  </a:lnTo>
                  <a:lnTo>
                    <a:pt x="1005145" y="55733"/>
                  </a:lnTo>
                  <a:lnTo>
                    <a:pt x="1006599" y="51457"/>
                  </a:lnTo>
                  <a:lnTo>
                    <a:pt x="1006484" y="47668"/>
                  </a:lnTo>
                  <a:lnTo>
                    <a:pt x="1004795" y="44381"/>
                  </a:lnTo>
                  <a:lnTo>
                    <a:pt x="1004468" y="41033"/>
                  </a:lnTo>
                  <a:lnTo>
                    <a:pt x="1005518" y="37617"/>
                  </a:lnTo>
                  <a:lnTo>
                    <a:pt x="1004598" y="35060"/>
                  </a:lnTo>
                  <a:lnTo>
                    <a:pt x="1001714" y="33364"/>
                  </a:lnTo>
                  <a:lnTo>
                    <a:pt x="998275" y="32945"/>
                  </a:lnTo>
                  <a:lnTo>
                    <a:pt x="994280" y="33805"/>
                  </a:lnTo>
                  <a:lnTo>
                    <a:pt x="992036" y="32732"/>
                  </a:lnTo>
                  <a:lnTo>
                    <a:pt x="991541" y="29734"/>
                  </a:lnTo>
                  <a:lnTo>
                    <a:pt x="992614" y="27307"/>
                  </a:lnTo>
                  <a:lnTo>
                    <a:pt x="995254" y="25451"/>
                  </a:lnTo>
                  <a:lnTo>
                    <a:pt x="999591" y="20924"/>
                  </a:lnTo>
                  <a:lnTo>
                    <a:pt x="1005632" y="13696"/>
                  </a:lnTo>
                  <a:lnTo>
                    <a:pt x="1011643" y="9686"/>
                  </a:lnTo>
                  <a:lnTo>
                    <a:pt x="1020606" y="8529"/>
                  </a:lnTo>
                  <a:lnTo>
                    <a:pt x="1027834" y="6148"/>
                  </a:lnTo>
                  <a:lnTo>
                    <a:pt x="1035199" y="3728"/>
                  </a:lnTo>
                  <a:lnTo>
                    <a:pt x="1040518" y="2526"/>
                  </a:lnTo>
                  <a:lnTo>
                    <a:pt x="1041423" y="3333"/>
                  </a:lnTo>
                  <a:lnTo>
                    <a:pt x="1044322" y="3531"/>
                  </a:lnTo>
                  <a:lnTo>
                    <a:pt x="1049214" y="3120"/>
                  </a:lnTo>
                  <a:lnTo>
                    <a:pt x="1053757" y="2077"/>
                  </a:lnTo>
                  <a:lnTo>
                    <a:pt x="1057957" y="396"/>
                  </a:lnTo>
                  <a:lnTo>
                    <a:pt x="1061281" y="0"/>
                  </a:lnTo>
                  <a:lnTo>
                    <a:pt x="1063724" y="890"/>
                  </a:lnTo>
                  <a:lnTo>
                    <a:pt x="1065162" y="997"/>
                  </a:lnTo>
                  <a:close/>
                </a:path>
              </a:pathLst>
            </a:custGeom>
            <a:solidFill>
              <a:srgbClr val="2562E8"/>
            </a:solidFill>
            <a:ln w="6168" cap="flat">
              <a:solidFill>
                <a:srgbClr val="2562E8"/>
              </a:solidFill>
              <a:prstDash val="solid"/>
              <a:miter/>
            </a:ln>
          </p:spPr>
          <p:txBody>
            <a:bodyPr/>
            <a:lstStyle/>
            <a:p>
              <a:endParaRPr lang="en-US"/>
            </a:p>
          </p:txBody>
        </p:sp>
        <p:sp>
          <p:nvSpPr>
            <p:cNvPr id="2192" name="Freeform: Shape 2191">
              <a:extLst>
                <a:ext uri="{FF2B5EF4-FFF2-40B4-BE49-F238E27FC236}">
                  <a16:creationId xmlns:a16="http://schemas.microsoft.com/office/drawing/2014/main" id="{B7B880B3-DFE6-DFF6-BBE2-89454575D07D}"/>
                </a:ext>
              </a:extLst>
            </p:cNvPr>
            <p:cNvSpPr/>
            <p:nvPr/>
          </p:nvSpPr>
          <p:spPr>
            <a:xfrm>
              <a:off x="7886464" y="4738402"/>
              <a:ext cx="259414" cy="355783"/>
            </a:xfrm>
            <a:custGeom>
              <a:avLst/>
              <a:gdLst>
                <a:gd name="csX0" fmla="*/ 164490 w 259414"/>
                <a:gd name="csY0" fmla="*/ 12410 h 355783"/>
                <a:gd name="csX1" fmla="*/ 163721 w 259414"/>
                <a:gd name="csY1" fmla="*/ 12676 h 355783"/>
                <a:gd name="csX2" fmla="*/ 162770 w 259414"/>
                <a:gd name="csY2" fmla="*/ 13246 h 355783"/>
                <a:gd name="csX3" fmla="*/ 159871 w 259414"/>
                <a:gd name="csY3" fmla="*/ 14319 h 355783"/>
                <a:gd name="csX4" fmla="*/ 155953 w 259414"/>
                <a:gd name="csY4" fmla="*/ 15339 h 355783"/>
                <a:gd name="csX5" fmla="*/ 150855 w 259414"/>
                <a:gd name="csY5" fmla="*/ 16648 h 355783"/>
                <a:gd name="csX6" fmla="*/ 149699 w 259414"/>
                <a:gd name="csY6" fmla="*/ 18048 h 355783"/>
                <a:gd name="csX7" fmla="*/ 144654 w 259414"/>
                <a:gd name="csY7" fmla="*/ 26820 h 355783"/>
                <a:gd name="csX8" fmla="*/ 140431 w 259414"/>
                <a:gd name="csY8" fmla="*/ 28593 h 355783"/>
                <a:gd name="csX9" fmla="*/ 138894 w 259414"/>
                <a:gd name="csY9" fmla="*/ 29902 h 355783"/>
                <a:gd name="csX10" fmla="*/ 137738 w 259414"/>
                <a:gd name="csY10" fmla="*/ 31560 h 355783"/>
                <a:gd name="csX11" fmla="*/ 135219 w 259414"/>
                <a:gd name="csY11" fmla="*/ 34611 h 355783"/>
                <a:gd name="csX12" fmla="*/ 134169 w 259414"/>
                <a:gd name="csY12" fmla="*/ 36955 h 355783"/>
                <a:gd name="csX13" fmla="*/ 131392 w 259414"/>
                <a:gd name="csY13" fmla="*/ 42045 h 355783"/>
                <a:gd name="csX14" fmla="*/ 129871 w 259414"/>
                <a:gd name="csY14" fmla="*/ 48421 h 355783"/>
                <a:gd name="csX15" fmla="*/ 129292 w 259414"/>
                <a:gd name="csY15" fmla="*/ 51997 h 355783"/>
                <a:gd name="csX16" fmla="*/ 128456 w 259414"/>
                <a:gd name="csY16" fmla="*/ 57178 h 355783"/>
                <a:gd name="csX17" fmla="*/ 127223 w 259414"/>
                <a:gd name="csY17" fmla="*/ 59781 h 355783"/>
                <a:gd name="csX18" fmla="*/ 125579 w 259414"/>
                <a:gd name="csY18" fmla="*/ 62223 h 355783"/>
                <a:gd name="csX19" fmla="*/ 123807 w 259414"/>
                <a:gd name="csY19" fmla="*/ 64604 h 355783"/>
                <a:gd name="csX20" fmla="*/ 122285 w 259414"/>
                <a:gd name="csY20" fmla="*/ 67222 h 355783"/>
                <a:gd name="csX21" fmla="*/ 120991 w 259414"/>
                <a:gd name="csY21" fmla="*/ 69268 h 355783"/>
                <a:gd name="csX22" fmla="*/ 120778 w 259414"/>
                <a:gd name="csY22" fmla="*/ 69968 h 355783"/>
                <a:gd name="csX23" fmla="*/ 121410 w 259414"/>
                <a:gd name="csY23" fmla="*/ 70531 h 355783"/>
                <a:gd name="csX24" fmla="*/ 124476 w 259414"/>
                <a:gd name="csY24" fmla="*/ 69968 h 355783"/>
                <a:gd name="csX25" fmla="*/ 125686 w 259414"/>
                <a:gd name="csY25" fmla="*/ 69352 h 355783"/>
                <a:gd name="csX26" fmla="*/ 127360 w 259414"/>
                <a:gd name="csY26" fmla="*/ 68561 h 355783"/>
                <a:gd name="csX27" fmla="*/ 128410 w 259414"/>
                <a:gd name="csY27" fmla="*/ 68987 h 355783"/>
                <a:gd name="csX28" fmla="*/ 129460 w 259414"/>
                <a:gd name="csY28" fmla="*/ 71239 h 355783"/>
                <a:gd name="csX29" fmla="*/ 130647 w 259414"/>
                <a:gd name="csY29" fmla="*/ 71521 h 355783"/>
                <a:gd name="csX30" fmla="*/ 131765 w 259414"/>
                <a:gd name="csY30" fmla="*/ 71239 h 355783"/>
                <a:gd name="csX31" fmla="*/ 132952 w 259414"/>
                <a:gd name="csY31" fmla="*/ 71802 h 355783"/>
                <a:gd name="csX32" fmla="*/ 134466 w 259414"/>
                <a:gd name="csY32" fmla="*/ 77402 h 355783"/>
                <a:gd name="csX33" fmla="*/ 135752 w 259414"/>
                <a:gd name="csY33" fmla="*/ 82142 h 355783"/>
                <a:gd name="csX34" fmla="*/ 138735 w 259414"/>
                <a:gd name="csY34" fmla="*/ 85102 h 355783"/>
                <a:gd name="csX35" fmla="*/ 141063 w 259414"/>
                <a:gd name="csY35" fmla="*/ 87407 h 355783"/>
                <a:gd name="csX36" fmla="*/ 141626 w 259414"/>
                <a:gd name="csY36" fmla="*/ 89446 h 355783"/>
                <a:gd name="csX37" fmla="*/ 142181 w 259414"/>
                <a:gd name="csY37" fmla="*/ 92322 h 355783"/>
                <a:gd name="csX38" fmla="*/ 142326 w 259414"/>
                <a:gd name="csY38" fmla="*/ 93730 h 355783"/>
                <a:gd name="csX39" fmla="*/ 141595 w 259414"/>
                <a:gd name="csY39" fmla="*/ 94575 h 355783"/>
                <a:gd name="csX40" fmla="*/ 140439 w 259414"/>
                <a:gd name="csY40" fmla="*/ 96324 h 355783"/>
                <a:gd name="csX41" fmla="*/ 140150 w 259414"/>
                <a:gd name="csY41" fmla="*/ 99665 h 355783"/>
                <a:gd name="csX42" fmla="*/ 139952 w 259414"/>
                <a:gd name="csY42" fmla="*/ 100776 h 355783"/>
                <a:gd name="csX43" fmla="*/ 139739 w 259414"/>
                <a:gd name="csY43" fmla="*/ 103872 h 355783"/>
                <a:gd name="csX44" fmla="*/ 139891 w 259414"/>
                <a:gd name="csY44" fmla="*/ 105774 h 355783"/>
                <a:gd name="csX45" fmla="*/ 140515 w 259414"/>
                <a:gd name="csY45" fmla="*/ 107258 h 355783"/>
                <a:gd name="csX46" fmla="*/ 141550 w 259414"/>
                <a:gd name="csY46" fmla="*/ 108110 h 355783"/>
                <a:gd name="csX47" fmla="*/ 143650 w 259414"/>
                <a:gd name="csY47" fmla="*/ 108551 h 355783"/>
                <a:gd name="csX48" fmla="*/ 145544 w 259414"/>
                <a:gd name="csY48" fmla="*/ 109069 h 355783"/>
                <a:gd name="csX49" fmla="*/ 146632 w 259414"/>
                <a:gd name="csY49" fmla="*/ 111640 h 355783"/>
                <a:gd name="csX50" fmla="*/ 148177 w 259414"/>
                <a:gd name="csY50" fmla="*/ 114912 h 355783"/>
                <a:gd name="csX51" fmla="*/ 149836 w 259414"/>
                <a:gd name="csY51" fmla="*/ 116289 h 355783"/>
                <a:gd name="csX52" fmla="*/ 152270 w 259414"/>
                <a:gd name="csY52" fmla="*/ 117195 h 355783"/>
                <a:gd name="csX53" fmla="*/ 154013 w 259414"/>
                <a:gd name="csY53" fmla="*/ 116868 h 355783"/>
                <a:gd name="csX54" fmla="*/ 158076 w 259414"/>
                <a:gd name="csY54" fmla="*/ 116289 h 355783"/>
                <a:gd name="csX55" fmla="*/ 161568 w 259414"/>
                <a:gd name="csY55" fmla="*/ 116434 h 355783"/>
                <a:gd name="csX56" fmla="*/ 166681 w 259414"/>
                <a:gd name="csY56" fmla="*/ 117309 h 355783"/>
                <a:gd name="csX57" fmla="*/ 168583 w 259414"/>
                <a:gd name="csY57" fmla="*/ 117278 h 355783"/>
                <a:gd name="csX58" fmla="*/ 171041 w 259414"/>
                <a:gd name="csY58" fmla="*/ 117111 h 355783"/>
                <a:gd name="csX59" fmla="*/ 175370 w 259414"/>
                <a:gd name="csY59" fmla="*/ 115338 h 355783"/>
                <a:gd name="csX60" fmla="*/ 176945 w 259414"/>
                <a:gd name="csY60" fmla="*/ 115072 h 355783"/>
                <a:gd name="csX61" fmla="*/ 178695 w 259414"/>
                <a:gd name="csY61" fmla="*/ 115232 h 355783"/>
                <a:gd name="csX62" fmla="*/ 181251 w 259414"/>
                <a:gd name="csY62" fmla="*/ 116137 h 355783"/>
                <a:gd name="csX63" fmla="*/ 182636 w 259414"/>
                <a:gd name="csY63" fmla="*/ 116852 h 355783"/>
                <a:gd name="csX64" fmla="*/ 184409 w 259414"/>
                <a:gd name="csY64" fmla="*/ 117590 h 355783"/>
                <a:gd name="csX65" fmla="*/ 186996 w 259414"/>
                <a:gd name="csY65" fmla="*/ 118115 h 355783"/>
                <a:gd name="csX66" fmla="*/ 188662 w 259414"/>
                <a:gd name="csY66" fmla="*/ 118024 h 355783"/>
                <a:gd name="csX67" fmla="*/ 189925 w 259414"/>
                <a:gd name="csY67" fmla="*/ 117994 h 355783"/>
                <a:gd name="csX68" fmla="*/ 190655 w 259414"/>
                <a:gd name="csY68" fmla="*/ 118328 h 355783"/>
                <a:gd name="csX69" fmla="*/ 194726 w 259414"/>
                <a:gd name="csY69" fmla="*/ 123403 h 355783"/>
                <a:gd name="csX70" fmla="*/ 198256 w 259414"/>
                <a:gd name="csY70" fmla="*/ 127801 h 355783"/>
                <a:gd name="csX71" fmla="*/ 201330 w 259414"/>
                <a:gd name="csY71" fmla="*/ 131491 h 355783"/>
                <a:gd name="csX72" fmla="*/ 204655 w 259414"/>
                <a:gd name="csY72" fmla="*/ 135471 h 355783"/>
                <a:gd name="csX73" fmla="*/ 204914 w 259414"/>
                <a:gd name="csY73" fmla="*/ 135706 h 355783"/>
                <a:gd name="csX74" fmla="*/ 206413 w 259414"/>
                <a:gd name="csY74" fmla="*/ 135197 h 355783"/>
                <a:gd name="csX75" fmla="*/ 207402 w 259414"/>
                <a:gd name="csY75" fmla="*/ 135417 h 355783"/>
                <a:gd name="csX76" fmla="*/ 208315 w 259414"/>
                <a:gd name="csY76" fmla="*/ 136224 h 355783"/>
                <a:gd name="csX77" fmla="*/ 209890 w 259414"/>
                <a:gd name="csY77" fmla="*/ 135889 h 355783"/>
                <a:gd name="csX78" fmla="*/ 212127 w 259414"/>
                <a:gd name="csY78" fmla="*/ 134413 h 355783"/>
                <a:gd name="csX79" fmla="*/ 215383 w 259414"/>
                <a:gd name="csY79" fmla="*/ 134116 h 355783"/>
                <a:gd name="csX80" fmla="*/ 219667 w 259414"/>
                <a:gd name="csY80" fmla="*/ 134999 h 355783"/>
                <a:gd name="csX81" fmla="*/ 225320 w 259414"/>
                <a:gd name="csY81" fmla="*/ 134999 h 355783"/>
                <a:gd name="csX82" fmla="*/ 232335 w 259414"/>
                <a:gd name="csY82" fmla="*/ 134124 h 355783"/>
                <a:gd name="csX83" fmla="*/ 236695 w 259414"/>
                <a:gd name="csY83" fmla="*/ 133173 h 355783"/>
                <a:gd name="csX84" fmla="*/ 238399 w 259414"/>
                <a:gd name="csY84" fmla="*/ 132146 h 355783"/>
                <a:gd name="csX85" fmla="*/ 241214 w 259414"/>
                <a:gd name="csY85" fmla="*/ 132252 h 355783"/>
                <a:gd name="csX86" fmla="*/ 244616 w 259414"/>
                <a:gd name="csY86" fmla="*/ 133173 h 355783"/>
                <a:gd name="csX87" fmla="*/ 246449 w 259414"/>
                <a:gd name="csY87" fmla="*/ 134481 h 355783"/>
                <a:gd name="csX88" fmla="*/ 246670 w 259414"/>
                <a:gd name="csY88" fmla="*/ 135767 h 355783"/>
                <a:gd name="csX89" fmla="*/ 247355 w 259414"/>
                <a:gd name="csY89" fmla="*/ 137783 h 355783"/>
                <a:gd name="csX90" fmla="*/ 246617 w 259414"/>
                <a:gd name="csY90" fmla="*/ 139823 h 355783"/>
                <a:gd name="csX91" fmla="*/ 244456 w 259414"/>
                <a:gd name="csY91" fmla="*/ 141884 h 355783"/>
                <a:gd name="csX92" fmla="*/ 243253 w 259414"/>
                <a:gd name="csY92" fmla="*/ 144525 h 355783"/>
                <a:gd name="csX93" fmla="*/ 243018 w 259414"/>
                <a:gd name="csY93" fmla="*/ 147736 h 355783"/>
                <a:gd name="csX94" fmla="*/ 241899 w 259414"/>
                <a:gd name="csY94" fmla="*/ 150109 h 355783"/>
                <a:gd name="csX95" fmla="*/ 239898 w 259414"/>
                <a:gd name="csY95" fmla="*/ 151646 h 355783"/>
                <a:gd name="csX96" fmla="*/ 239114 w 259414"/>
                <a:gd name="csY96" fmla="*/ 153883 h 355783"/>
                <a:gd name="csX97" fmla="*/ 239556 w 259414"/>
                <a:gd name="csY97" fmla="*/ 156820 h 355783"/>
                <a:gd name="csX98" fmla="*/ 239343 w 259414"/>
                <a:gd name="csY98" fmla="*/ 161111 h 355783"/>
                <a:gd name="csX99" fmla="*/ 238468 w 259414"/>
                <a:gd name="csY99" fmla="*/ 166757 h 355783"/>
                <a:gd name="csX100" fmla="*/ 238468 w 259414"/>
                <a:gd name="csY100" fmla="*/ 170127 h 355783"/>
                <a:gd name="csX101" fmla="*/ 239343 w 259414"/>
                <a:gd name="csY101" fmla="*/ 171231 h 355783"/>
                <a:gd name="csX102" fmla="*/ 239746 w 259414"/>
                <a:gd name="csY102" fmla="*/ 172813 h 355783"/>
                <a:gd name="csX103" fmla="*/ 239677 w 259414"/>
                <a:gd name="csY103" fmla="*/ 174875 h 355783"/>
                <a:gd name="csX104" fmla="*/ 240005 w 259414"/>
                <a:gd name="csY104" fmla="*/ 176701 h 355783"/>
                <a:gd name="csX105" fmla="*/ 241093 w 259414"/>
                <a:gd name="csY105" fmla="*/ 179075 h 355783"/>
                <a:gd name="csX106" fmla="*/ 242607 w 259414"/>
                <a:gd name="csY106" fmla="*/ 183800 h 355783"/>
                <a:gd name="csX107" fmla="*/ 243870 w 259414"/>
                <a:gd name="csY107" fmla="*/ 185832 h 355783"/>
                <a:gd name="csX108" fmla="*/ 244973 w 259414"/>
                <a:gd name="csY108" fmla="*/ 186577 h 355783"/>
                <a:gd name="csX109" fmla="*/ 246092 w 259414"/>
                <a:gd name="csY109" fmla="*/ 187490 h 355783"/>
                <a:gd name="csX110" fmla="*/ 249317 w 259414"/>
                <a:gd name="csY110" fmla="*/ 192322 h 355783"/>
                <a:gd name="csX111" fmla="*/ 250101 w 259414"/>
                <a:gd name="csY111" fmla="*/ 193341 h 355783"/>
                <a:gd name="csX112" fmla="*/ 249865 w 259414"/>
                <a:gd name="csY112" fmla="*/ 194231 h 355783"/>
                <a:gd name="csX113" fmla="*/ 249561 w 259414"/>
                <a:gd name="csY113" fmla="*/ 194893 h 355783"/>
                <a:gd name="csX114" fmla="*/ 249188 w 259414"/>
                <a:gd name="csY114" fmla="*/ 195319 h 355783"/>
                <a:gd name="csX115" fmla="*/ 245749 w 259414"/>
                <a:gd name="csY115" fmla="*/ 198195 h 355783"/>
                <a:gd name="csX116" fmla="*/ 238917 w 259414"/>
                <a:gd name="csY116" fmla="*/ 204450 h 355783"/>
                <a:gd name="csX117" fmla="*/ 238354 w 259414"/>
                <a:gd name="csY117" fmla="*/ 205241 h 355783"/>
                <a:gd name="csX118" fmla="*/ 238399 w 259414"/>
                <a:gd name="csY118" fmla="*/ 206550 h 355783"/>
                <a:gd name="csX119" fmla="*/ 240378 w 259414"/>
                <a:gd name="csY119" fmla="*/ 205705 h 355783"/>
                <a:gd name="csX120" fmla="*/ 242500 w 259414"/>
                <a:gd name="csY120" fmla="*/ 206413 h 355783"/>
                <a:gd name="csX121" fmla="*/ 243535 w 259414"/>
                <a:gd name="csY121" fmla="*/ 206550 h 355783"/>
                <a:gd name="csX122" fmla="*/ 244007 w 259414"/>
                <a:gd name="csY122" fmla="*/ 207067 h 355783"/>
                <a:gd name="csX123" fmla="*/ 244623 w 259414"/>
                <a:gd name="csY123" fmla="*/ 208756 h 355783"/>
                <a:gd name="csX124" fmla="*/ 245331 w 259414"/>
                <a:gd name="csY124" fmla="*/ 209038 h 355783"/>
                <a:gd name="csX125" fmla="*/ 246365 w 259414"/>
                <a:gd name="csY125" fmla="*/ 209738 h 355783"/>
                <a:gd name="csX126" fmla="*/ 248389 w 259414"/>
                <a:gd name="csY126" fmla="*/ 211518 h 355783"/>
                <a:gd name="csX127" fmla="*/ 250086 w 259414"/>
                <a:gd name="csY127" fmla="*/ 213390 h 355783"/>
                <a:gd name="csX128" fmla="*/ 251357 w 259414"/>
                <a:gd name="csY128" fmla="*/ 214287 h 355783"/>
                <a:gd name="csX129" fmla="*/ 252255 w 259414"/>
                <a:gd name="csY129" fmla="*/ 215125 h 355783"/>
                <a:gd name="csX130" fmla="*/ 252536 w 259414"/>
                <a:gd name="csY130" fmla="*/ 216342 h 355783"/>
                <a:gd name="csX131" fmla="*/ 252163 w 259414"/>
                <a:gd name="csY131" fmla="*/ 217559 h 355783"/>
                <a:gd name="csX132" fmla="*/ 253228 w 259414"/>
                <a:gd name="csY132" fmla="*/ 220382 h 355783"/>
                <a:gd name="csX133" fmla="*/ 253951 w 259414"/>
                <a:gd name="csY133" fmla="*/ 221257 h 355783"/>
                <a:gd name="csX134" fmla="*/ 254332 w 259414"/>
                <a:gd name="csY134" fmla="*/ 222330 h 355783"/>
                <a:gd name="csX135" fmla="*/ 253951 w 259414"/>
                <a:gd name="csY135" fmla="*/ 223410 h 355783"/>
                <a:gd name="csX136" fmla="*/ 254849 w 259414"/>
                <a:gd name="csY136" fmla="*/ 224673 h 355783"/>
                <a:gd name="csX137" fmla="*/ 255823 w 259414"/>
                <a:gd name="csY137" fmla="*/ 227161 h 355783"/>
                <a:gd name="csX138" fmla="*/ 257010 w 259414"/>
                <a:gd name="csY138" fmla="*/ 230197 h 355783"/>
                <a:gd name="csX139" fmla="*/ 257154 w 259414"/>
                <a:gd name="csY139" fmla="*/ 231886 h 355783"/>
                <a:gd name="csX140" fmla="*/ 257649 w 259414"/>
                <a:gd name="csY140" fmla="*/ 232662 h 355783"/>
                <a:gd name="csX141" fmla="*/ 258235 w 259414"/>
                <a:gd name="csY141" fmla="*/ 234914 h 355783"/>
                <a:gd name="csX142" fmla="*/ 259232 w 259414"/>
                <a:gd name="csY142" fmla="*/ 237030 h 355783"/>
                <a:gd name="csX143" fmla="*/ 258996 w 259414"/>
                <a:gd name="csY143" fmla="*/ 238475 h 355783"/>
                <a:gd name="csX144" fmla="*/ 259414 w 259414"/>
                <a:gd name="csY144" fmla="*/ 239898 h 355783"/>
                <a:gd name="csX145" fmla="*/ 255374 w 259414"/>
                <a:gd name="csY145" fmla="*/ 240849 h 355783"/>
                <a:gd name="csX146" fmla="*/ 255009 w 259414"/>
                <a:gd name="csY146" fmla="*/ 240697 h 355783"/>
                <a:gd name="csX147" fmla="*/ 254765 w 259414"/>
                <a:gd name="csY147" fmla="*/ 240172 h 355783"/>
                <a:gd name="csX148" fmla="*/ 254879 w 259414"/>
                <a:gd name="csY148" fmla="*/ 236132 h 355783"/>
                <a:gd name="csX149" fmla="*/ 254841 w 259414"/>
                <a:gd name="csY149" fmla="*/ 231566 h 355783"/>
                <a:gd name="csX150" fmla="*/ 254218 w 259414"/>
                <a:gd name="csY150" fmla="*/ 229695 h 355783"/>
                <a:gd name="csX151" fmla="*/ 252369 w 259414"/>
                <a:gd name="csY151" fmla="*/ 226697 h 355783"/>
                <a:gd name="csX152" fmla="*/ 249919 w 259414"/>
                <a:gd name="csY152" fmla="*/ 222725 h 355783"/>
                <a:gd name="csX153" fmla="*/ 249249 w 259414"/>
                <a:gd name="csY153" fmla="*/ 221584 h 355783"/>
                <a:gd name="csX154" fmla="*/ 248214 w 259414"/>
                <a:gd name="csY154" fmla="*/ 220930 h 355783"/>
                <a:gd name="csX155" fmla="*/ 246989 w 259414"/>
                <a:gd name="csY155" fmla="*/ 220839 h 355783"/>
                <a:gd name="csX156" fmla="*/ 246092 w 259414"/>
                <a:gd name="csY156" fmla="*/ 221120 h 355783"/>
                <a:gd name="csX157" fmla="*/ 244889 w 259414"/>
                <a:gd name="csY157" fmla="*/ 221858 h 355783"/>
                <a:gd name="csX158" fmla="*/ 243756 w 259414"/>
                <a:gd name="csY158" fmla="*/ 222665 h 355783"/>
                <a:gd name="csX159" fmla="*/ 241565 w 259414"/>
                <a:gd name="csY159" fmla="*/ 225061 h 355783"/>
                <a:gd name="csX160" fmla="*/ 239358 w 259414"/>
                <a:gd name="csY160" fmla="*/ 227861 h 355783"/>
                <a:gd name="csX161" fmla="*/ 238064 w 259414"/>
                <a:gd name="csY161" fmla="*/ 228493 h 355783"/>
                <a:gd name="csX162" fmla="*/ 236771 w 259414"/>
                <a:gd name="csY162" fmla="*/ 228751 h 355783"/>
                <a:gd name="csX163" fmla="*/ 235630 w 259414"/>
                <a:gd name="csY163" fmla="*/ 228668 h 355783"/>
                <a:gd name="csX164" fmla="*/ 234709 w 259414"/>
                <a:gd name="csY164" fmla="*/ 227915 h 355783"/>
                <a:gd name="csX165" fmla="*/ 233766 w 259414"/>
                <a:gd name="csY165" fmla="*/ 226385 h 355783"/>
                <a:gd name="csX166" fmla="*/ 232632 w 259414"/>
                <a:gd name="csY166" fmla="*/ 224354 h 355783"/>
                <a:gd name="csX167" fmla="*/ 231278 w 259414"/>
                <a:gd name="csY167" fmla="*/ 223692 h 355783"/>
                <a:gd name="csX168" fmla="*/ 230753 w 259414"/>
                <a:gd name="csY168" fmla="*/ 224316 h 355783"/>
                <a:gd name="csX169" fmla="*/ 230304 w 259414"/>
                <a:gd name="csY169" fmla="*/ 225510 h 355783"/>
                <a:gd name="csX170" fmla="*/ 229954 w 259414"/>
                <a:gd name="csY170" fmla="*/ 226697 h 355783"/>
                <a:gd name="csX171" fmla="*/ 230867 w 259414"/>
                <a:gd name="csY171" fmla="*/ 228204 h 355783"/>
                <a:gd name="csX172" fmla="*/ 231650 w 259414"/>
                <a:gd name="csY172" fmla="*/ 229368 h 355783"/>
                <a:gd name="csX173" fmla="*/ 230304 w 259414"/>
                <a:gd name="csY173" fmla="*/ 229330 h 355783"/>
                <a:gd name="csX174" fmla="*/ 225952 w 259414"/>
                <a:gd name="csY174" fmla="*/ 229330 h 355783"/>
                <a:gd name="csX175" fmla="*/ 220930 w 259414"/>
                <a:gd name="csY175" fmla="*/ 229330 h 355783"/>
                <a:gd name="csX176" fmla="*/ 215916 w 259414"/>
                <a:gd name="csY176" fmla="*/ 229330 h 355783"/>
                <a:gd name="csX177" fmla="*/ 211412 w 259414"/>
                <a:gd name="csY177" fmla="*/ 229330 h 355783"/>
                <a:gd name="csX178" fmla="*/ 207242 w 259414"/>
                <a:gd name="csY178" fmla="*/ 229330 h 355783"/>
                <a:gd name="csX179" fmla="*/ 205652 w 259414"/>
                <a:gd name="csY179" fmla="*/ 229231 h 355783"/>
                <a:gd name="csX180" fmla="*/ 204031 w 259414"/>
                <a:gd name="csY180" fmla="*/ 228546 h 355783"/>
                <a:gd name="csX181" fmla="*/ 202479 w 259414"/>
                <a:gd name="csY181" fmla="*/ 228226 h 355783"/>
                <a:gd name="csX182" fmla="*/ 201657 w 259414"/>
                <a:gd name="csY182" fmla="*/ 228280 h 355783"/>
                <a:gd name="csX183" fmla="*/ 200189 w 259414"/>
                <a:gd name="csY183" fmla="*/ 228942 h 355783"/>
                <a:gd name="csX184" fmla="*/ 198279 w 259414"/>
                <a:gd name="csY184" fmla="*/ 229041 h 355783"/>
                <a:gd name="csX185" fmla="*/ 196993 w 259414"/>
                <a:gd name="csY185" fmla="*/ 229672 h 355783"/>
                <a:gd name="csX186" fmla="*/ 195959 w 259414"/>
                <a:gd name="csY186" fmla="*/ 229596 h 355783"/>
                <a:gd name="csX187" fmla="*/ 195944 w 259414"/>
                <a:gd name="csY187" fmla="*/ 233096 h 355783"/>
                <a:gd name="csX188" fmla="*/ 195913 w 259414"/>
                <a:gd name="csY188" fmla="*/ 238080 h 355783"/>
                <a:gd name="csX189" fmla="*/ 195883 w 259414"/>
                <a:gd name="csY189" fmla="*/ 243368 h 355783"/>
                <a:gd name="csX190" fmla="*/ 197039 w 259414"/>
                <a:gd name="csY190" fmla="*/ 242964 h 355783"/>
                <a:gd name="csX191" fmla="*/ 198036 w 259414"/>
                <a:gd name="csY191" fmla="*/ 243002 h 355783"/>
                <a:gd name="csX192" fmla="*/ 198766 w 259414"/>
                <a:gd name="csY192" fmla="*/ 243375 h 355783"/>
                <a:gd name="csX193" fmla="*/ 200821 w 259414"/>
                <a:gd name="csY193" fmla="*/ 243071 h 355783"/>
                <a:gd name="csX194" fmla="*/ 201954 w 259414"/>
                <a:gd name="csY194" fmla="*/ 243231 h 355783"/>
                <a:gd name="csX195" fmla="*/ 203035 w 259414"/>
                <a:gd name="csY195" fmla="*/ 243368 h 355783"/>
                <a:gd name="csX196" fmla="*/ 204031 w 259414"/>
                <a:gd name="csY196" fmla="*/ 243383 h 355783"/>
                <a:gd name="csX197" fmla="*/ 204648 w 259414"/>
                <a:gd name="csY197" fmla="*/ 243801 h 355783"/>
                <a:gd name="csX198" fmla="*/ 205469 w 259414"/>
                <a:gd name="csY198" fmla="*/ 243725 h 355783"/>
                <a:gd name="csX199" fmla="*/ 206352 w 259414"/>
                <a:gd name="csY199" fmla="*/ 243261 h 355783"/>
                <a:gd name="csX200" fmla="*/ 207410 w 259414"/>
                <a:gd name="csY200" fmla="*/ 243550 h 355783"/>
                <a:gd name="csX201" fmla="*/ 208543 w 259414"/>
                <a:gd name="csY201" fmla="*/ 244296 h 355783"/>
                <a:gd name="csX202" fmla="*/ 209274 w 259414"/>
                <a:gd name="csY202" fmla="*/ 245406 h 355783"/>
                <a:gd name="csX203" fmla="*/ 209928 w 259414"/>
                <a:gd name="csY203" fmla="*/ 246784 h 355783"/>
                <a:gd name="csX204" fmla="*/ 210582 w 259414"/>
                <a:gd name="csY204" fmla="*/ 247514 h 355783"/>
                <a:gd name="csX205" fmla="*/ 210544 w 259414"/>
                <a:gd name="csY205" fmla="*/ 248830 h 355783"/>
                <a:gd name="csX206" fmla="*/ 210521 w 259414"/>
                <a:gd name="csY206" fmla="*/ 249865 h 355783"/>
                <a:gd name="csX207" fmla="*/ 210293 w 259414"/>
                <a:gd name="csY207" fmla="*/ 250725 h 355783"/>
                <a:gd name="csX208" fmla="*/ 210582 w 259414"/>
                <a:gd name="csY208" fmla="*/ 251280 h 355783"/>
                <a:gd name="csX209" fmla="*/ 210795 w 259414"/>
                <a:gd name="csY209" fmla="*/ 251874 h 355783"/>
                <a:gd name="csX210" fmla="*/ 210735 w 259414"/>
                <a:gd name="csY210" fmla="*/ 252216 h 355783"/>
                <a:gd name="csX211" fmla="*/ 210354 w 259414"/>
                <a:gd name="csY211" fmla="*/ 252376 h 355783"/>
                <a:gd name="csX212" fmla="*/ 209525 w 259414"/>
                <a:gd name="csY212" fmla="*/ 252490 h 355783"/>
                <a:gd name="csX213" fmla="*/ 208642 w 259414"/>
                <a:gd name="csY213" fmla="*/ 252589 h 355783"/>
                <a:gd name="csX214" fmla="*/ 208026 w 259414"/>
                <a:gd name="csY214" fmla="*/ 252551 h 355783"/>
                <a:gd name="csX215" fmla="*/ 207547 w 259414"/>
                <a:gd name="csY215" fmla="*/ 252018 h 355783"/>
                <a:gd name="csX216" fmla="*/ 207082 w 259414"/>
                <a:gd name="csY216" fmla="*/ 251958 h 355783"/>
                <a:gd name="csX217" fmla="*/ 206413 w 259414"/>
                <a:gd name="csY217" fmla="*/ 252034 h 355783"/>
                <a:gd name="csX218" fmla="*/ 205698 w 259414"/>
                <a:gd name="csY218" fmla="*/ 251714 h 355783"/>
                <a:gd name="csX219" fmla="*/ 205081 w 259414"/>
                <a:gd name="csY219" fmla="*/ 251045 h 355783"/>
                <a:gd name="csX220" fmla="*/ 203986 w 259414"/>
                <a:gd name="csY220" fmla="*/ 250375 h 355783"/>
                <a:gd name="csX221" fmla="*/ 202814 w 259414"/>
                <a:gd name="csY221" fmla="*/ 250664 h 355783"/>
                <a:gd name="csX222" fmla="*/ 202008 w 259414"/>
                <a:gd name="csY222" fmla="*/ 251007 h 355783"/>
                <a:gd name="csX223" fmla="*/ 201178 w 259414"/>
                <a:gd name="csY223" fmla="*/ 251425 h 355783"/>
                <a:gd name="csX224" fmla="*/ 200425 w 259414"/>
                <a:gd name="csY224" fmla="*/ 251866 h 355783"/>
                <a:gd name="csX225" fmla="*/ 199672 w 259414"/>
                <a:gd name="csY225" fmla="*/ 251752 h 355783"/>
                <a:gd name="csX226" fmla="*/ 198713 w 259414"/>
                <a:gd name="csY226" fmla="*/ 252072 h 355783"/>
                <a:gd name="csX227" fmla="*/ 197906 w 259414"/>
                <a:gd name="csY227" fmla="*/ 252566 h 355783"/>
                <a:gd name="csX228" fmla="*/ 196826 w 259414"/>
                <a:gd name="csY228" fmla="*/ 252969 h 355783"/>
                <a:gd name="csX229" fmla="*/ 195654 w 259414"/>
                <a:gd name="csY229" fmla="*/ 253160 h 355783"/>
                <a:gd name="csX230" fmla="*/ 194308 w 259414"/>
                <a:gd name="csY230" fmla="*/ 253350 h 355783"/>
                <a:gd name="csX231" fmla="*/ 193022 w 259414"/>
                <a:gd name="csY231" fmla="*/ 253426 h 355783"/>
                <a:gd name="csX232" fmla="*/ 191561 w 259414"/>
                <a:gd name="csY232" fmla="*/ 253586 h 355783"/>
                <a:gd name="csX233" fmla="*/ 191477 w 259414"/>
                <a:gd name="csY233" fmla="*/ 256370 h 355783"/>
                <a:gd name="csX234" fmla="*/ 191310 w 259414"/>
                <a:gd name="csY234" fmla="*/ 261841 h 355783"/>
                <a:gd name="csX235" fmla="*/ 191196 w 259414"/>
                <a:gd name="csY235" fmla="*/ 265463 h 355783"/>
                <a:gd name="csX236" fmla="*/ 191203 w 259414"/>
                <a:gd name="csY236" fmla="*/ 268803 h 355783"/>
                <a:gd name="csX237" fmla="*/ 191766 w 259414"/>
                <a:gd name="csY237" fmla="*/ 270020 h 355783"/>
                <a:gd name="csX238" fmla="*/ 194353 w 259414"/>
                <a:gd name="csY238" fmla="*/ 272592 h 355783"/>
                <a:gd name="csX239" fmla="*/ 196385 w 259414"/>
                <a:gd name="csY239" fmla="*/ 273946 h 355783"/>
                <a:gd name="csX240" fmla="*/ 198104 w 259414"/>
                <a:gd name="csY240" fmla="*/ 275460 h 355783"/>
                <a:gd name="csX241" fmla="*/ 199816 w 259414"/>
                <a:gd name="csY241" fmla="*/ 276092 h 355783"/>
                <a:gd name="csX242" fmla="*/ 200531 w 259414"/>
                <a:gd name="csY242" fmla="*/ 276662 h 355783"/>
                <a:gd name="csX243" fmla="*/ 201003 w 259414"/>
                <a:gd name="csY243" fmla="*/ 277598 h 355783"/>
                <a:gd name="csX244" fmla="*/ 201239 w 259414"/>
                <a:gd name="csY244" fmla="*/ 278580 h 355783"/>
                <a:gd name="csX245" fmla="*/ 201422 w 259414"/>
                <a:gd name="csY245" fmla="*/ 279417 h 355783"/>
                <a:gd name="csX246" fmla="*/ 201239 w 259414"/>
                <a:gd name="csY246" fmla="*/ 280307 h 355783"/>
                <a:gd name="csX247" fmla="*/ 200813 w 259414"/>
                <a:gd name="csY247" fmla="*/ 281152 h 355783"/>
                <a:gd name="csX248" fmla="*/ 200996 w 259414"/>
                <a:gd name="csY248" fmla="*/ 282042 h 355783"/>
                <a:gd name="csX249" fmla="*/ 201612 w 259414"/>
                <a:gd name="csY249" fmla="*/ 282742 h 355783"/>
                <a:gd name="csX250" fmla="*/ 201802 w 259414"/>
                <a:gd name="csY250" fmla="*/ 283632 h 355783"/>
                <a:gd name="csX251" fmla="*/ 202228 w 259414"/>
                <a:gd name="csY251" fmla="*/ 284476 h 355783"/>
                <a:gd name="csX252" fmla="*/ 202464 w 259414"/>
                <a:gd name="csY252" fmla="*/ 285321 h 355783"/>
                <a:gd name="csX253" fmla="*/ 202981 w 259414"/>
                <a:gd name="csY253" fmla="*/ 285930 h 355783"/>
                <a:gd name="csX254" fmla="*/ 203636 w 259414"/>
                <a:gd name="csY254" fmla="*/ 286348 h 355783"/>
                <a:gd name="csX255" fmla="*/ 204480 w 259414"/>
                <a:gd name="csY255" fmla="*/ 287048 h 355783"/>
                <a:gd name="csX256" fmla="*/ 204572 w 259414"/>
                <a:gd name="csY256" fmla="*/ 287703 h 355783"/>
                <a:gd name="csX257" fmla="*/ 204480 w 259414"/>
                <a:gd name="csY257" fmla="*/ 288448 h 355783"/>
                <a:gd name="csX258" fmla="*/ 204473 w 259414"/>
                <a:gd name="csY258" fmla="*/ 289011 h 355783"/>
                <a:gd name="csX259" fmla="*/ 205279 w 259414"/>
                <a:gd name="csY259" fmla="*/ 290297 h 355783"/>
                <a:gd name="csX260" fmla="*/ 205515 w 259414"/>
                <a:gd name="csY260" fmla="*/ 291202 h 355783"/>
                <a:gd name="csX261" fmla="*/ 205142 w 259414"/>
                <a:gd name="csY261" fmla="*/ 292275 h 355783"/>
                <a:gd name="csX262" fmla="*/ 204777 w 259414"/>
                <a:gd name="csY262" fmla="*/ 296011 h 355783"/>
                <a:gd name="csX263" fmla="*/ 203849 w 259414"/>
                <a:gd name="csY263" fmla="*/ 300264 h 355783"/>
                <a:gd name="csX264" fmla="*/ 203248 w 259414"/>
                <a:gd name="csY264" fmla="*/ 303513 h 355783"/>
                <a:gd name="csX265" fmla="*/ 202281 w 259414"/>
                <a:gd name="csY265" fmla="*/ 308801 h 355783"/>
                <a:gd name="csX266" fmla="*/ 201155 w 259414"/>
                <a:gd name="csY266" fmla="*/ 314956 h 355783"/>
                <a:gd name="csX267" fmla="*/ 199778 w 259414"/>
                <a:gd name="csY267" fmla="*/ 322458 h 355783"/>
                <a:gd name="csX268" fmla="*/ 198416 w 259414"/>
                <a:gd name="csY268" fmla="*/ 329869 h 355783"/>
                <a:gd name="csX269" fmla="*/ 197108 w 259414"/>
                <a:gd name="csY269" fmla="*/ 337044 h 355783"/>
                <a:gd name="csX270" fmla="*/ 195921 w 259414"/>
                <a:gd name="csY270" fmla="*/ 343534 h 355783"/>
                <a:gd name="csX271" fmla="*/ 194612 w 259414"/>
                <a:gd name="csY271" fmla="*/ 350694 h 355783"/>
                <a:gd name="csX272" fmla="*/ 193821 w 259414"/>
                <a:gd name="csY272" fmla="*/ 355031 h 355783"/>
                <a:gd name="csX273" fmla="*/ 193440 w 259414"/>
                <a:gd name="csY273" fmla="*/ 355784 h 355783"/>
                <a:gd name="csX274" fmla="*/ 192344 w 259414"/>
                <a:gd name="csY274" fmla="*/ 354209 h 355783"/>
                <a:gd name="csX275" fmla="*/ 190686 w 259414"/>
                <a:gd name="csY275" fmla="*/ 352725 h 355783"/>
                <a:gd name="csX276" fmla="*/ 189134 w 259414"/>
                <a:gd name="csY276" fmla="*/ 351835 h 355783"/>
                <a:gd name="csX277" fmla="*/ 188472 w 259414"/>
                <a:gd name="csY277" fmla="*/ 350663 h 355783"/>
                <a:gd name="csX278" fmla="*/ 187582 w 259414"/>
                <a:gd name="csY278" fmla="*/ 348274 h 355783"/>
                <a:gd name="csX279" fmla="*/ 186334 w 259414"/>
                <a:gd name="csY279" fmla="*/ 347460 h 355783"/>
                <a:gd name="csX280" fmla="*/ 185459 w 259414"/>
                <a:gd name="csY280" fmla="*/ 346829 h 355783"/>
                <a:gd name="csX281" fmla="*/ 184614 w 259414"/>
                <a:gd name="csY281" fmla="*/ 346920 h 355783"/>
                <a:gd name="csX282" fmla="*/ 183717 w 259414"/>
                <a:gd name="csY282" fmla="*/ 347574 h 355783"/>
                <a:gd name="csX283" fmla="*/ 182332 w 259414"/>
                <a:gd name="csY283" fmla="*/ 347993 h 355783"/>
                <a:gd name="csX284" fmla="*/ 181396 w 259414"/>
                <a:gd name="csY284" fmla="*/ 347932 h 355783"/>
                <a:gd name="csX285" fmla="*/ 177630 w 259414"/>
                <a:gd name="csY285" fmla="*/ 346288 h 355783"/>
                <a:gd name="csX286" fmla="*/ 177013 w 259414"/>
                <a:gd name="csY286" fmla="*/ 346129 h 355783"/>
                <a:gd name="csX287" fmla="*/ 179433 w 259414"/>
                <a:gd name="csY287" fmla="*/ 342370 h 355783"/>
                <a:gd name="csX288" fmla="*/ 183762 w 259414"/>
                <a:gd name="csY288" fmla="*/ 335652 h 355783"/>
                <a:gd name="csX289" fmla="*/ 186516 w 259414"/>
                <a:gd name="csY289" fmla="*/ 331376 h 355783"/>
                <a:gd name="csX290" fmla="*/ 189567 w 259414"/>
                <a:gd name="csY290" fmla="*/ 326636 h 355783"/>
                <a:gd name="csX291" fmla="*/ 191127 w 259414"/>
                <a:gd name="csY291" fmla="*/ 324216 h 355783"/>
                <a:gd name="csX292" fmla="*/ 191333 w 259414"/>
                <a:gd name="csY292" fmla="*/ 323805 h 355783"/>
                <a:gd name="csX293" fmla="*/ 191333 w 259414"/>
                <a:gd name="csY293" fmla="*/ 323181 h 355783"/>
                <a:gd name="csX294" fmla="*/ 190671 w 259414"/>
                <a:gd name="csY294" fmla="*/ 322261 h 355783"/>
                <a:gd name="csX295" fmla="*/ 189202 w 259414"/>
                <a:gd name="csY295" fmla="*/ 321873 h 355783"/>
                <a:gd name="csX296" fmla="*/ 187498 w 259414"/>
                <a:gd name="csY296" fmla="*/ 321165 h 355783"/>
                <a:gd name="csX297" fmla="*/ 186425 w 259414"/>
                <a:gd name="csY297" fmla="*/ 320016 h 355783"/>
                <a:gd name="csX298" fmla="*/ 184941 w 259414"/>
                <a:gd name="csY298" fmla="*/ 319522 h 355783"/>
                <a:gd name="csX299" fmla="*/ 183785 w 259414"/>
                <a:gd name="csY299" fmla="*/ 318707 h 355783"/>
                <a:gd name="csX300" fmla="*/ 181677 w 259414"/>
                <a:gd name="csY300" fmla="*/ 317909 h 355783"/>
                <a:gd name="csX301" fmla="*/ 180414 w 259414"/>
                <a:gd name="csY301" fmla="*/ 317170 h 355783"/>
                <a:gd name="csX302" fmla="*/ 178870 w 259414"/>
                <a:gd name="csY302" fmla="*/ 316904 h 355783"/>
                <a:gd name="csX303" fmla="*/ 177645 w 259414"/>
                <a:gd name="csY303" fmla="*/ 315550 h 355783"/>
                <a:gd name="csX304" fmla="*/ 173179 w 259414"/>
                <a:gd name="csY304" fmla="*/ 312925 h 355783"/>
                <a:gd name="csX305" fmla="*/ 172030 w 259414"/>
                <a:gd name="csY305" fmla="*/ 312681 h 355783"/>
                <a:gd name="csX306" fmla="*/ 170774 w 259414"/>
                <a:gd name="csY306" fmla="*/ 313085 h 355783"/>
                <a:gd name="csX307" fmla="*/ 168933 w 259414"/>
                <a:gd name="csY307" fmla="*/ 313503 h 355783"/>
                <a:gd name="csX308" fmla="*/ 167160 w 259414"/>
                <a:gd name="csY308" fmla="*/ 314933 h 355783"/>
                <a:gd name="csX309" fmla="*/ 164946 w 259414"/>
                <a:gd name="csY309" fmla="*/ 315398 h 355783"/>
                <a:gd name="csX310" fmla="*/ 162877 w 259414"/>
                <a:gd name="csY310" fmla="*/ 315383 h 355783"/>
                <a:gd name="csX311" fmla="*/ 161796 w 259414"/>
                <a:gd name="csY311" fmla="*/ 314530 h 355783"/>
                <a:gd name="csX312" fmla="*/ 160761 w 259414"/>
                <a:gd name="csY312" fmla="*/ 314218 h 355783"/>
                <a:gd name="csX313" fmla="*/ 159407 w 259414"/>
                <a:gd name="csY313" fmla="*/ 313054 h 355783"/>
                <a:gd name="csX314" fmla="*/ 157018 w 259414"/>
                <a:gd name="csY314" fmla="*/ 312156 h 355783"/>
                <a:gd name="csX315" fmla="*/ 155283 w 259414"/>
                <a:gd name="csY315" fmla="*/ 311533 h 355783"/>
                <a:gd name="csX316" fmla="*/ 154210 w 259414"/>
                <a:gd name="csY316" fmla="*/ 311822 h 355783"/>
                <a:gd name="csX317" fmla="*/ 152833 w 259414"/>
                <a:gd name="csY317" fmla="*/ 313123 h 355783"/>
                <a:gd name="csX318" fmla="*/ 151441 w 259414"/>
                <a:gd name="csY318" fmla="*/ 314416 h 355783"/>
                <a:gd name="csX319" fmla="*/ 150338 w 259414"/>
                <a:gd name="csY319" fmla="*/ 315223 h 355783"/>
                <a:gd name="csX320" fmla="*/ 148854 w 259414"/>
                <a:gd name="csY320" fmla="*/ 315177 h 355783"/>
                <a:gd name="csX321" fmla="*/ 147081 w 259414"/>
                <a:gd name="csY321" fmla="*/ 316364 h 355783"/>
                <a:gd name="csX322" fmla="*/ 145339 w 259414"/>
                <a:gd name="csY322" fmla="*/ 316790 h 355783"/>
                <a:gd name="csX323" fmla="*/ 143581 w 259414"/>
                <a:gd name="csY323" fmla="*/ 316973 h 355783"/>
                <a:gd name="csX324" fmla="*/ 141557 w 259414"/>
                <a:gd name="csY324" fmla="*/ 317391 h 355783"/>
                <a:gd name="csX325" fmla="*/ 139313 w 259414"/>
                <a:gd name="csY325" fmla="*/ 316676 h 355783"/>
                <a:gd name="csX326" fmla="*/ 137472 w 259414"/>
                <a:gd name="csY326" fmla="*/ 316045 h 355783"/>
                <a:gd name="csX327" fmla="*/ 136650 w 259414"/>
                <a:gd name="csY327" fmla="*/ 315755 h 355783"/>
                <a:gd name="csX328" fmla="*/ 135904 w 259414"/>
                <a:gd name="csY328" fmla="*/ 315953 h 355783"/>
                <a:gd name="csX329" fmla="*/ 134748 w 259414"/>
                <a:gd name="csY329" fmla="*/ 316615 h 355783"/>
                <a:gd name="csX330" fmla="*/ 132678 w 259414"/>
                <a:gd name="csY330" fmla="*/ 316897 h 355783"/>
                <a:gd name="csX331" fmla="*/ 131058 w 259414"/>
                <a:gd name="csY331" fmla="*/ 316965 h 355783"/>
                <a:gd name="csX332" fmla="*/ 129909 w 259414"/>
                <a:gd name="csY332" fmla="*/ 316653 h 355783"/>
                <a:gd name="csX333" fmla="*/ 128874 w 259414"/>
                <a:gd name="csY333" fmla="*/ 315504 h 355783"/>
                <a:gd name="csX334" fmla="*/ 127200 w 259414"/>
                <a:gd name="csY334" fmla="*/ 314918 h 355783"/>
                <a:gd name="csX335" fmla="*/ 125359 w 259414"/>
                <a:gd name="csY335" fmla="*/ 314203 h 355783"/>
                <a:gd name="csX336" fmla="*/ 124971 w 259414"/>
                <a:gd name="csY336" fmla="*/ 312719 h 355783"/>
                <a:gd name="csX337" fmla="*/ 125237 w 259414"/>
                <a:gd name="csY337" fmla="*/ 311609 h 355783"/>
                <a:gd name="csX338" fmla="*/ 125952 w 259414"/>
                <a:gd name="csY338" fmla="*/ 310011 h 355783"/>
                <a:gd name="csX339" fmla="*/ 125557 w 259414"/>
                <a:gd name="csY339" fmla="*/ 308360 h 355783"/>
                <a:gd name="csX340" fmla="*/ 124781 w 259414"/>
                <a:gd name="csY340" fmla="*/ 305758 h 355783"/>
                <a:gd name="csX341" fmla="*/ 124453 w 259414"/>
                <a:gd name="csY341" fmla="*/ 304693 h 355783"/>
                <a:gd name="csX342" fmla="*/ 123875 w 259414"/>
                <a:gd name="csY342" fmla="*/ 303787 h 355783"/>
                <a:gd name="csX343" fmla="*/ 122970 w 259414"/>
                <a:gd name="csY343" fmla="*/ 303460 h 355783"/>
                <a:gd name="csX344" fmla="*/ 121197 w 259414"/>
                <a:gd name="csY344" fmla="*/ 303703 h 355783"/>
                <a:gd name="csX345" fmla="*/ 119257 w 259414"/>
                <a:gd name="csY345" fmla="*/ 302722 h 355783"/>
                <a:gd name="csX346" fmla="*/ 118062 w 259414"/>
                <a:gd name="csY346" fmla="*/ 301778 h 355783"/>
                <a:gd name="csX347" fmla="*/ 117446 w 259414"/>
                <a:gd name="csY347" fmla="*/ 300630 h 355783"/>
                <a:gd name="csX348" fmla="*/ 118100 w 259414"/>
                <a:gd name="csY348" fmla="*/ 298461 h 355783"/>
                <a:gd name="csX349" fmla="*/ 117522 w 259414"/>
                <a:gd name="csY349" fmla="*/ 296612 h 355783"/>
                <a:gd name="csX350" fmla="*/ 116365 w 259414"/>
                <a:gd name="csY350" fmla="*/ 295593 h 355783"/>
                <a:gd name="csX351" fmla="*/ 115620 w 259414"/>
                <a:gd name="csY351" fmla="*/ 293789 h 355783"/>
                <a:gd name="csX352" fmla="*/ 114463 w 259414"/>
                <a:gd name="csY352" fmla="*/ 292359 h 355783"/>
                <a:gd name="csX353" fmla="*/ 112942 w 259414"/>
                <a:gd name="csY353" fmla="*/ 291621 h 355783"/>
                <a:gd name="csX354" fmla="*/ 111412 w 259414"/>
                <a:gd name="csY354" fmla="*/ 291705 h 355783"/>
                <a:gd name="csX355" fmla="*/ 110218 w 259414"/>
                <a:gd name="csY355" fmla="*/ 291256 h 355783"/>
                <a:gd name="csX356" fmla="*/ 108856 w 259414"/>
                <a:gd name="csY356" fmla="*/ 289734 h 355783"/>
                <a:gd name="csX357" fmla="*/ 107577 w 259414"/>
                <a:gd name="csY357" fmla="*/ 289163 h 355783"/>
                <a:gd name="csX358" fmla="*/ 106132 w 259414"/>
                <a:gd name="csY358" fmla="*/ 287687 h 355783"/>
                <a:gd name="csX359" fmla="*/ 103438 w 259414"/>
                <a:gd name="csY359" fmla="*/ 287033 h 355783"/>
                <a:gd name="csX360" fmla="*/ 102038 w 259414"/>
                <a:gd name="csY360" fmla="*/ 286455 h 355783"/>
                <a:gd name="csX361" fmla="*/ 101239 w 259414"/>
                <a:gd name="csY361" fmla="*/ 285542 h 355783"/>
                <a:gd name="csX362" fmla="*/ 100159 w 259414"/>
                <a:gd name="csY362" fmla="*/ 283913 h 355783"/>
                <a:gd name="csX363" fmla="*/ 100281 w 259414"/>
                <a:gd name="csY363" fmla="*/ 283016 h 355783"/>
                <a:gd name="csX364" fmla="*/ 99756 w 259414"/>
                <a:gd name="csY364" fmla="*/ 282125 h 355783"/>
                <a:gd name="csX365" fmla="*/ 99292 w 259414"/>
                <a:gd name="csY365" fmla="*/ 280535 h 355783"/>
                <a:gd name="csX366" fmla="*/ 98371 w 259414"/>
                <a:gd name="csY366" fmla="*/ 278184 h 355783"/>
                <a:gd name="csX367" fmla="*/ 97359 w 259414"/>
                <a:gd name="csY367" fmla="*/ 276845 h 355783"/>
                <a:gd name="csX368" fmla="*/ 96317 w 259414"/>
                <a:gd name="csY368" fmla="*/ 275841 h 355783"/>
                <a:gd name="csX369" fmla="*/ 95434 w 259414"/>
                <a:gd name="csY369" fmla="*/ 274989 h 355783"/>
                <a:gd name="csX370" fmla="*/ 94126 w 259414"/>
                <a:gd name="csY370" fmla="*/ 273718 h 355783"/>
                <a:gd name="csX371" fmla="*/ 92520 w 259414"/>
                <a:gd name="csY371" fmla="*/ 272980 h 355783"/>
                <a:gd name="csX372" fmla="*/ 91158 w 259414"/>
                <a:gd name="csY372" fmla="*/ 272204 h 355783"/>
                <a:gd name="csX373" fmla="*/ 90626 w 259414"/>
                <a:gd name="csY373" fmla="*/ 271055 h 355783"/>
                <a:gd name="csX374" fmla="*/ 90169 w 259414"/>
                <a:gd name="csY374" fmla="*/ 270112 h 355783"/>
                <a:gd name="csX375" fmla="*/ 89401 w 259414"/>
                <a:gd name="csY375" fmla="*/ 270180 h 355783"/>
                <a:gd name="csX376" fmla="*/ 88305 w 259414"/>
                <a:gd name="csY376" fmla="*/ 270096 h 355783"/>
                <a:gd name="csX377" fmla="*/ 87103 w 259414"/>
                <a:gd name="csY377" fmla="*/ 269853 h 355783"/>
                <a:gd name="csX378" fmla="*/ 85832 w 259414"/>
                <a:gd name="csY378" fmla="*/ 269168 h 355783"/>
                <a:gd name="csX379" fmla="*/ 84767 w 259414"/>
                <a:gd name="csY379" fmla="*/ 268339 h 355783"/>
                <a:gd name="csX380" fmla="*/ 82979 w 259414"/>
                <a:gd name="csY380" fmla="*/ 266931 h 355783"/>
                <a:gd name="csX381" fmla="*/ 82005 w 259414"/>
                <a:gd name="csY381" fmla="*/ 266749 h 355783"/>
                <a:gd name="csX382" fmla="*/ 81138 w 259414"/>
                <a:gd name="csY382" fmla="*/ 266749 h 355783"/>
                <a:gd name="csX383" fmla="*/ 79859 w 259414"/>
                <a:gd name="csY383" fmla="*/ 268126 h 355783"/>
                <a:gd name="csX384" fmla="*/ 76032 w 259414"/>
                <a:gd name="csY384" fmla="*/ 266680 h 355783"/>
                <a:gd name="csX385" fmla="*/ 72753 w 259414"/>
                <a:gd name="csY385" fmla="*/ 264534 h 355783"/>
                <a:gd name="csX386" fmla="*/ 69352 w 259414"/>
                <a:gd name="csY386" fmla="*/ 263979 h 355783"/>
                <a:gd name="csX387" fmla="*/ 67153 w 259414"/>
                <a:gd name="csY387" fmla="*/ 262670 h 355783"/>
                <a:gd name="csX388" fmla="*/ 65122 w 259414"/>
                <a:gd name="csY388" fmla="*/ 260616 h 355783"/>
                <a:gd name="csX389" fmla="*/ 64026 w 259414"/>
                <a:gd name="csY389" fmla="*/ 259224 h 355783"/>
                <a:gd name="csX390" fmla="*/ 63136 w 259414"/>
                <a:gd name="csY390" fmla="*/ 258539 h 355783"/>
                <a:gd name="csX391" fmla="*/ 58807 w 259414"/>
                <a:gd name="csY391" fmla="*/ 256546 h 355783"/>
                <a:gd name="csX392" fmla="*/ 57947 w 259414"/>
                <a:gd name="csY392" fmla="*/ 256355 h 355783"/>
                <a:gd name="csX393" fmla="*/ 56296 w 259414"/>
                <a:gd name="csY393" fmla="*/ 257283 h 355783"/>
                <a:gd name="csX394" fmla="*/ 55763 w 259414"/>
                <a:gd name="csY394" fmla="*/ 257839 h 355783"/>
                <a:gd name="csX395" fmla="*/ 55664 w 259414"/>
                <a:gd name="csY395" fmla="*/ 259429 h 355783"/>
                <a:gd name="csX396" fmla="*/ 55466 w 259414"/>
                <a:gd name="csY396" fmla="*/ 260334 h 355783"/>
                <a:gd name="csX397" fmla="*/ 54028 w 259414"/>
                <a:gd name="csY397" fmla="*/ 260882 h 355783"/>
                <a:gd name="csX398" fmla="*/ 51708 w 259414"/>
                <a:gd name="csY398" fmla="*/ 260761 h 355783"/>
                <a:gd name="csX399" fmla="*/ 50102 w 259414"/>
                <a:gd name="csY399" fmla="*/ 260182 h 355783"/>
                <a:gd name="csX400" fmla="*/ 49022 w 259414"/>
                <a:gd name="csY400" fmla="*/ 260099 h 355783"/>
                <a:gd name="csX401" fmla="*/ 48801 w 259414"/>
                <a:gd name="csY401" fmla="*/ 260555 h 355783"/>
                <a:gd name="csX402" fmla="*/ 48193 w 259414"/>
                <a:gd name="csY402" fmla="*/ 260745 h 355783"/>
                <a:gd name="csX403" fmla="*/ 46876 w 259414"/>
                <a:gd name="csY403" fmla="*/ 260616 h 355783"/>
                <a:gd name="csX404" fmla="*/ 44936 w 259414"/>
                <a:gd name="csY404" fmla="*/ 260175 h 355783"/>
                <a:gd name="csX405" fmla="*/ 43179 w 259414"/>
                <a:gd name="csY405" fmla="*/ 259589 h 355783"/>
                <a:gd name="csX406" fmla="*/ 40797 w 259414"/>
                <a:gd name="csY406" fmla="*/ 258341 h 355783"/>
                <a:gd name="csX407" fmla="*/ 39694 w 259414"/>
                <a:gd name="csY407" fmla="*/ 258501 h 355783"/>
                <a:gd name="csX408" fmla="*/ 36985 w 259414"/>
                <a:gd name="csY408" fmla="*/ 258235 h 355783"/>
                <a:gd name="csX409" fmla="*/ 34771 w 259414"/>
                <a:gd name="csY409" fmla="*/ 257519 h 355783"/>
                <a:gd name="csX410" fmla="*/ 34208 w 259414"/>
                <a:gd name="csY410" fmla="*/ 256865 h 355783"/>
                <a:gd name="csX411" fmla="*/ 33250 w 259414"/>
                <a:gd name="csY411" fmla="*/ 252376 h 355783"/>
                <a:gd name="csX412" fmla="*/ 32953 w 259414"/>
                <a:gd name="csY412" fmla="*/ 252064 h 355783"/>
                <a:gd name="csX413" fmla="*/ 32002 w 259414"/>
                <a:gd name="csY413" fmla="*/ 251874 h 355783"/>
                <a:gd name="csX414" fmla="*/ 30396 w 259414"/>
                <a:gd name="csY414" fmla="*/ 251250 h 355783"/>
                <a:gd name="csX415" fmla="*/ 29384 w 259414"/>
                <a:gd name="csY415" fmla="*/ 250527 h 355783"/>
                <a:gd name="csX416" fmla="*/ 28859 w 259414"/>
                <a:gd name="csY416" fmla="*/ 249279 h 355783"/>
                <a:gd name="csX417" fmla="*/ 28228 w 259414"/>
                <a:gd name="csY417" fmla="*/ 248100 h 355783"/>
                <a:gd name="csX418" fmla="*/ 25527 w 259414"/>
                <a:gd name="csY418" fmla="*/ 248366 h 355783"/>
                <a:gd name="csX419" fmla="*/ 21099 w 259414"/>
                <a:gd name="csY419" fmla="*/ 246807 h 355783"/>
                <a:gd name="csX420" fmla="*/ 18032 w 259414"/>
                <a:gd name="csY420" fmla="*/ 245323 h 355783"/>
                <a:gd name="csX421" fmla="*/ 15225 w 259414"/>
                <a:gd name="csY421" fmla="*/ 243679 h 355783"/>
                <a:gd name="csX422" fmla="*/ 10964 w 259414"/>
                <a:gd name="csY422" fmla="*/ 240438 h 355783"/>
                <a:gd name="csX423" fmla="*/ 9343 w 259414"/>
                <a:gd name="csY423" fmla="*/ 239639 h 355783"/>
                <a:gd name="csX424" fmla="*/ 7335 w 259414"/>
                <a:gd name="csY424" fmla="*/ 238650 h 355783"/>
                <a:gd name="csX425" fmla="*/ 6148 w 259414"/>
                <a:gd name="csY425" fmla="*/ 237052 h 355783"/>
                <a:gd name="csX426" fmla="*/ 4192 w 259414"/>
                <a:gd name="csY426" fmla="*/ 235439 h 355783"/>
                <a:gd name="csX427" fmla="*/ 3538 w 259414"/>
                <a:gd name="csY427" fmla="*/ 234998 h 355783"/>
                <a:gd name="csX428" fmla="*/ 2922 w 259414"/>
                <a:gd name="csY428" fmla="*/ 233545 h 355783"/>
                <a:gd name="csX429" fmla="*/ 0 w 259414"/>
                <a:gd name="csY429" fmla="*/ 231430 h 355783"/>
                <a:gd name="csX430" fmla="*/ 1446 w 259414"/>
                <a:gd name="csY430" fmla="*/ 228706 h 355783"/>
                <a:gd name="csX431" fmla="*/ 4961 w 259414"/>
                <a:gd name="csY431" fmla="*/ 226651 h 355783"/>
                <a:gd name="csX432" fmla="*/ 9572 w 259414"/>
                <a:gd name="csY432" fmla="*/ 228242 h 355783"/>
                <a:gd name="csX433" fmla="*/ 10135 w 259414"/>
                <a:gd name="csY433" fmla="*/ 225061 h 355783"/>
                <a:gd name="csX434" fmla="*/ 8468 w 259414"/>
                <a:gd name="csY434" fmla="*/ 222246 h 355783"/>
                <a:gd name="csX435" fmla="*/ 8719 w 259414"/>
                <a:gd name="csY435" fmla="*/ 216928 h 355783"/>
                <a:gd name="csX436" fmla="*/ 9260 w 259414"/>
                <a:gd name="csY436" fmla="*/ 215862 h 355783"/>
                <a:gd name="csX437" fmla="*/ 10477 w 259414"/>
                <a:gd name="csY437" fmla="*/ 214440 h 355783"/>
                <a:gd name="csX438" fmla="*/ 12060 w 259414"/>
                <a:gd name="csY438" fmla="*/ 213451 h 355783"/>
                <a:gd name="csX439" fmla="*/ 12988 w 259414"/>
                <a:gd name="csY439" fmla="*/ 213169 h 355783"/>
                <a:gd name="csX440" fmla="*/ 14570 w 259414"/>
                <a:gd name="csY440" fmla="*/ 213656 h 355783"/>
                <a:gd name="csX441" fmla="*/ 15567 w 259414"/>
                <a:gd name="csY441" fmla="*/ 212591 h 355783"/>
                <a:gd name="csX442" fmla="*/ 19326 w 259414"/>
                <a:gd name="csY442" fmla="*/ 213070 h 355783"/>
                <a:gd name="csX443" fmla="*/ 20467 w 259414"/>
                <a:gd name="csY443" fmla="*/ 212621 h 355783"/>
                <a:gd name="csX444" fmla="*/ 21251 w 259414"/>
                <a:gd name="csY444" fmla="*/ 211898 h 355783"/>
                <a:gd name="csX445" fmla="*/ 22171 w 259414"/>
                <a:gd name="csY445" fmla="*/ 211351 h 355783"/>
                <a:gd name="csX446" fmla="*/ 23343 w 259414"/>
                <a:gd name="csY446" fmla="*/ 210072 h 355783"/>
                <a:gd name="csX447" fmla="*/ 24020 w 259414"/>
                <a:gd name="csY447" fmla="*/ 208596 h 355783"/>
                <a:gd name="csX448" fmla="*/ 24583 w 259414"/>
                <a:gd name="csY448" fmla="*/ 208018 h 355783"/>
                <a:gd name="csX449" fmla="*/ 25884 w 259414"/>
                <a:gd name="csY449" fmla="*/ 208223 h 355783"/>
                <a:gd name="csX450" fmla="*/ 26006 w 259414"/>
                <a:gd name="csY450" fmla="*/ 207584 h 355783"/>
                <a:gd name="csX451" fmla="*/ 26676 w 259414"/>
                <a:gd name="csY451" fmla="*/ 206717 h 355783"/>
                <a:gd name="csX452" fmla="*/ 28951 w 259414"/>
                <a:gd name="csY452" fmla="*/ 204777 h 355783"/>
                <a:gd name="csX453" fmla="*/ 28928 w 259414"/>
                <a:gd name="csY453" fmla="*/ 203917 h 355783"/>
                <a:gd name="csX454" fmla="*/ 28289 w 259414"/>
                <a:gd name="csY454" fmla="*/ 202045 h 355783"/>
                <a:gd name="csX455" fmla="*/ 28448 w 259414"/>
                <a:gd name="csY455" fmla="*/ 201361 h 355783"/>
                <a:gd name="csX456" fmla="*/ 29765 w 259414"/>
                <a:gd name="csY456" fmla="*/ 201125 h 355783"/>
                <a:gd name="csX457" fmla="*/ 31324 w 259414"/>
                <a:gd name="csY457" fmla="*/ 200600 h 355783"/>
                <a:gd name="csX458" fmla="*/ 32154 w 259414"/>
                <a:gd name="csY458" fmla="*/ 198812 h 355783"/>
                <a:gd name="csX459" fmla="*/ 33181 w 259414"/>
                <a:gd name="csY459" fmla="*/ 197252 h 355783"/>
                <a:gd name="csX460" fmla="*/ 34353 w 259414"/>
                <a:gd name="csY460" fmla="*/ 194954 h 355783"/>
                <a:gd name="csX461" fmla="*/ 35646 w 259414"/>
                <a:gd name="csY461" fmla="*/ 194810 h 355783"/>
                <a:gd name="csX462" fmla="*/ 36331 w 259414"/>
                <a:gd name="csY462" fmla="*/ 192124 h 355783"/>
                <a:gd name="csX463" fmla="*/ 38073 w 259414"/>
                <a:gd name="csY463" fmla="*/ 189773 h 355783"/>
                <a:gd name="csX464" fmla="*/ 41619 w 259414"/>
                <a:gd name="csY464" fmla="*/ 182803 h 355783"/>
                <a:gd name="csX465" fmla="*/ 40546 w 259414"/>
                <a:gd name="csY465" fmla="*/ 182956 h 355783"/>
                <a:gd name="csX466" fmla="*/ 39694 w 259414"/>
                <a:gd name="csY466" fmla="*/ 183891 h 355783"/>
                <a:gd name="csX467" fmla="*/ 38728 w 259414"/>
                <a:gd name="csY467" fmla="*/ 183777 h 355783"/>
                <a:gd name="csX468" fmla="*/ 37624 w 259414"/>
                <a:gd name="csY468" fmla="*/ 183229 h 355783"/>
                <a:gd name="csX469" fmla="*/ 37944 w 259414"/>
                <a:gd name="csY469" fmla="*/ 180087 h 355783"/>
                <a:gd name="csX470" fmla="*/ 37312 w 259414"/>
                <a:gd name="csY470" fmla="*/ 179714 h 355783"/>
                <a:gd name="csX471" fmla="*/ 35600 w 259414"/>
                <a:gd name="csY471" fmla="*/ 182134 h 355783"/>
                <a:gd name="csX472" fmla="*/ 34124 w 259414"/>
                <a:gd name="csY472" fmla="*/ 179669 h 355783"/>
                <a:gd name="csX473" fmla="*/ 33987 w 259414"/>
                <a:gd name="csY473" fmla="*/ 178170 h 355783"/>
                <a:gd name="csX474" fmla="*/ 34611 w 259414"/>
                <a:gd name="csY474" fmla="*/ 176686 h 355783"/>
                <a:gd name="csX475" fmla="*/ 34520 w 259414"/>
                <a:gd name="csY475" fmla="*/ 175689 h 355783"/>
                <a:gd name="csX476" fmla="*/ 32131 w 259414"/>
                <a:gd name="csY476" fmla="*/ 176435 h 355783"/>
                <a:gd name="csX477" fmla="*/ 32245 w 259414"/>
                <a:gd name="csY477" fmla="*/ 175507 h 355783"/>
                <a:gd name="csX478" fmla="*/ 33729 w 259414"/>
                <a:gd name="csY478" fmla="*/ 174556 h 355783"/>
                <a:gd name="csX479" fmla="*/ 34406 w 259414"/>
                <a:gd name="csY479" fmla="*/ 173567 h 355783"/>
                <a:gd name="csX480" fmla="*/ 35699 w 259414"/>
                <a:gd name="csY480" fmla="*/ 172486 h 355783"/>
                <a:gd name="csX481" fmla="*/ 36239 w 259414"/>
                <a:gd name="csY481" fmla="*/ 170858 h 355783"/>
                <a:gd name="csX482" fmla="*/ 36552 w 259414"/>
                <a:gd name="csY482" fmla="*/ 168324 h 355783"/>
                <a:gd name="csX483" fmla="*/ 37137 w 259414"/>
                <a:gd name="csY483" fmla="*/ 165608 h 355783"/>
                <a:gd name="csX484" fmla="*/ 36704 w 259414"/>
                <a:gd name="csY484" fmla="*/ 164269 h 355783"/>
                <a:gd name="csX485" fmla="*/ 36004 w 259414"/>
                <a:gd name="csY485" fmla="*/ 163128 h 355783"/>
                <a:gd name="csX486" fmla="*/ 35418 w 259414"/>
                <a:gd name="csY486" fmla="*/ 158060 h 355783"/>
                <a:gd name="csX487" fmla="*/ 35578 w 259414"/>
                <a:gd name="csY487" fmla="*/ 155108 h 355783"/>
                <a:gd name="csX488" fmla="*/ 35273 w 259414"/>
                <a:gd name="csY488" fmla="*/ 152788 h 355783"/>
                <a:gd name="csX489" fmla="*/ 34665 w 259414"/>
                <a:gd name="csY489" fmla="*/ 150824 h 355783"/>
                <a:gd name="csX490" fmla="*/ 31827 w 259414"/>
                <a:gd name="csY490" fmla="*/ 148245 h 355783"/>
                <a:gd name="csX491" fmla="*/ 36308 w 259414"/>
                <a:gd name="csY491" fmla="*/ 145293 h 355783"/>
                <a:gd name="csX492" fmla="*/ 37913 w 259414"/>
                <a:gd name="csY492" fmla="*/ 143064 h 355783"/>
                <a:gd name="csX493" fmla="*/ 35874 w 259414"/>
                <a:gd name="csY493" fmla="*/ 138476 h 355783"/>
                <a:gd name="csX494" fmla="*/ 33211 w 259414"/>
                <a:gd name="csY494" fmla="*/ 134603 h 355783"/>
                <a:gd name="csX495" fmla="*/ 33135 w 259414"/>
                <a:gd name="csY495" fmla="*/ 132283 h 355783"/>
                <a:gd name="csX496" fmla="*/ 33835 w 259414"/>
                <a:gd name="csY496" fmla="*/ 132579 h 355783"/>
                <a:gd name="csX497" fmla="*/ 34733 w 259414"/>
                <a:gd name="csY497" fmla="*/ 132511 h 355783"/>
                <a:gd name="csX498" fmla="*/ 35547 w 259414"/>
                <a:gd name="csY498" fmla="*/ 127611 h 355783"/>
                <a:gd name="csX499" fmla="*/ 35357 w 259414"/>
                <a:gd name="csY499" fmla="*/ 126097 h 355783"/>
                <a:gd name="csX500" fmla="*/ 33858 w 259414"/>
                <a:gd name="csY500" fmla="*/ 123647 h 355783"/>
                <a:gd name="csX501" fmla="*/ 32002 w 259414"/>
                <a:gd name="csY501" fmla="*/ 123586 h 355783"/>
                <a:gd name="csX502" fmla="*/ 30373 w 259414"/>
                <a:gd name="csY502" fmla="*/ 120504 h 355783"/>
                <a:gd name="csX503" fmla="*/ 29438 w 259414"/>
                <a:gd name="csY503" fmla="*/ 119812 h 355783"/>
                <a:gd name="csX504" fmla="*/ 28684 w 259414"/>
                <a:gd name="csY504" fmla="*/ 117872 h 355783"/>
                <a:gd name="csX505" fmla="*/ 26059 w 259414"/>
                <a:gd name="csY505" fmla="*/ 114091 h 355783"/>
                <a:gd name="csX506" fmla="*/ 23982 w 259414"/>
                <a:gd name="csY506" fmla="*/ 112120 h 355783"/>
                <a:gd name="csX507" fmla="*/ 25542 w 259414"/>
                <a:gd name="csY507" fmla="*/ 107555 h 355783"/>
                <a:gd name="csX508" fmla="*/ 26904 w 259414"/>
                <a:gd name="csY508" fmla="*/ 106680 h 355783"/>
                <a:gd name="csX509" fmla="*/ 27345 w 259414"/>
                <a:gd name="csY509" fmla="*/ 105546 h 355783"/>
                <a:gd name="csX510" fmla="*/ 26813 w 259414"/>
                <a:gd name="csY510" fmla="*/ 102739 h 355783"/>
                <a:gd name="csX511" fmla="*/ 26965 w 259414"/>
                <a:gd name="csY511" fmla="*/ 102084 h 355783"/>
                <a:gd name="csX512" fmla="*/ 27284 w 259414"/>
                <a:gd name="csY512" fmla="*/ 101803 h 355783"/>
                <a:gd name="csX513" fmla="*/ 27604 w 259414"/>
                <a:gd name="csY513" fmla="*/ 101818 h 355783"/>
                <a:gd name="csX514" fmla="*/ 28152 w 259414"/>
                <a:gd name="csY514" fmla="*/ 102244 h 355783"/>
                <a:gd name="csX515" fmla="*/ 29171 w 259414"/>
                <a:gd name="csY515" fmla="*/ 103454 h 355783"/>
                <a:gd name="csX516" fmla="*/ 30023 w 259414"/>
                <a:gd name="csY516" fmla="*/ 104953 h 355783"/>
                <a:gd name="csX517" fmla="*/ 30708 w 259414"/>
                <a:gd name="csY517" fmla="*/ 105409 h 355783"/>
                <a:gd name="csX518" fmla="*/ 31743 w 259414"/>
                <a:gd name="csY518" fmla="*/ 104914 h 355783"/>
                <a:gd name="csX519" fmla="*/ 35745 w 259414"/>
                <a:gd name="csY519" fmla="*/ 101924 h 355783"/>
                <a:gd name="csX520" fmla="*/ 35486 w 259414"/>
                <a:gd name="csY520" fmla="*/ 100996 h 355783"/>
                <a:gd name="csX521" fmla="*/ 35852 w 259414"/>
                <a:gd name="csY521" fmla="*/ 99124 h 355783"/>
                <a:gd name="csX522" fmla="*/ 37191 w 259414"/>
                <a:gd name="csY522" fmla="*/ 97595 h 355783"/>
                <a:gd name="csX523" fmla="*/ 38621 w 259414"/>
                <a:gd name="csY523" fmla="*/ 97070 h 355783"/>
                <a:gd name="csX524" fmla="*/ 39047 w 259414"/>
                <a:gd name="csY524" fmla="*/ 96218 h 355783"/>
                <a:gd name="csX525" fmla="*/ 38705 w 259414"/>
                <a:gd name="csY525" fmla="*/ 94902 h 355783"/>
                <a:gd name="csX526" fmla="*/ 37198 w 259414"/>
                <a:gd name="csY526" fmla="*/ 91622 h 355783"/>
                <a:gd name="csX527" fmla="*/ 35859 w 259414"/>
                <a:gd name="csY527" fmla="*/ 89857 h 355783"/>
                <a:gd name="csX528" fmla="*/ 34999 w 259414"/>
                <a:gd name="csY528" fmla="*/ 88100 h 355783"/>
                <a:gd name="csX529" fmla="*/ 34543 w 259414"/>
                <a:gd name="csY529" fmla="*/ 86479 h 355783"/>
                <a:gd name="csX530" fmla="*/ 33021 w 259414"/>
                <a:gd name="csY530" fmla="*/ 84950 h 355783"/>
                <a:gd name="csX531" fmla="*/ 33660 w 259414"/>
                <a:gd name="csY531" fmla="*/ 83504 h 355783"/>
                <a:gd name="csX532" fmla="*/ 34840 w 259414"/>
                <a:gd name="csY532" fmla="*/ 81815 h 355783"/>
                <a:gd name="csX533" fmla="*/ 35243 w 259414"/>
                <a:gd name="csY533" fmla="*/ 81518 h 355783"/>
                <a:gd name="csX534" fmla="*/ 35882 w 259414"/>
                <a:gd name="csY534" fmla="*/ 81982 h 355783"/>
                <a:gd name="csX535" fmla="*/ 37647 w 259414"/>
                <a:gd name="csY535" fmla="*/ 85049 h 355783"/>
                <a:gd name="csX536" fmla="*/ 40455 w 259414"/>
                <a:gd name="csY536" fmla="*/ 87042 h 355783"/>
                <a:gd name="csX537" fmla="*/ 43399 w 259414"/>
                <a:gd name="csY537" fmla="*/ 90260 h 355783"/>
                <a:gd name="csX538" fmla="*/ 44609 w 259414"/>
                <a:gd name="csY538" fmla="*/ 92482 h 355783"/>
                <a:gd name="csX539" fmla="*/ 45568 w 259414"/>
                <a:gd name="csY539" fmla="*/ 92885 h 355783"/>
                <a:gd name="csX540" fmla="*/ 46397 w 259414"/>
                <a:gd name="csY540" fmla="*/ 93684 h 355783"/>
                <a:gd name="csX541" fmla="*/ 46032 w 259414"/>
                <a:gd name="csY541" fmla="*/ 94285 h 355783"/>
                <a:gd name="csX542" fmla="*/ 45111 w 259414"/>
                <a:gd name="csY542" fmla="*/ 94917 h 355783"/>
                <a:gd name="csX543" fmla="*/ 44845 w 259414"/>
                <a:gd name="csY543" fmla="*/ 96203 h 355783"/>
                <a:gd name="csX544" fmla="*/ 45446 w 259414"/>
                <a:gd name="csY544" fmla="*/ 96926 h 355783"/>
                <a:gd name="csX545" fmla="*/ 46077 w 259414"/>
                <a:gd name="csY545" fmla="*/ 97390 h 355783"/>
                <a:gd name="csX546" fmla="*/ 47797 w 259414"/>
                <a:gd name="csY546" fmla="*/ 97093 h 355783"/>
                <a:gd name="csX547" fmla="*/ 48740 w 259414"/>
                <a:gd name="csY547" fmla="*/ 95586 h 355783"/>
                <a:gd name="csX548" fmla="*/ 48109 w 259414"/>
                <a:gd name="csY548" fmla="*/ 88974 h 355783"/>
                <a:gd name="csX549" fmla="*/ 47120 w 259414"/>
                <a:gd name="csY549" fmla="*/ 85665 h 355783"/>
                <a:gd name="csX550" fmla="*/ 45971 w 259414"/>
                <a:gd name="csY550" fmla="*/ 84638 h 355783"/>
                <a:gd name="csX551" fmla="*/ 44944 w 259414"/>
                <a:gd name="csY551" fmla="*/ 83329 h 355783"/>
                <a:gd name="csX552" fmla="*/ 45636 w 259414"/>
                <a:gd name="csY552" fmla="*/ 82340 h 355783"/>
                <a:gd name="csX553" fmla="*/ 47470 w 259414"/>
                <a:gd name="csY553" fmla="*/ 81891 h 355783"/>
                <a:gd name="csX554" fmla="*/ 49874 w 259414"/>
                <a:gd name="csY554" fmla="*/ 80735 h 355783"/>
                <a:gd name="csX555" fmla="*/ 58685 w 259414"/>
                <a:gd name="csY555" fmla="*/ 74412 h 355783"/>
                <a:gd name="csX556" fmla="*/ 61705 w 259414"/>
                <a:gd name="csY556" fmla="*/ 68470 h 355783"/>
                <a:gd name="csX557" fmla="*/ 64018 w 259414"/>
                <a:gd name="csY557" fmla="*/ 66316 h 355783"/>
                <a:gd name="csX558" fmla="*/ 66628 w 259414"/>
                <a:gd name="csY558" fmla="*/ 64916 h 355783"/>
                <a:gd name="csX559" fmla="*/ 69824 w 259414"/>
                <a:gd name="csY559" fmla="*/ 65243 h 355783"/>
                <a:gd name="csX560" fmla="*/ 72304 w 259414"/>
                <a:gd name="csY560" fmla="*/ 64498 h 355783"/>
                <a:gd name="csX561" fmla="*/ 73073 w 259414"/>
                <a:gd name="csY561" fmla="*/ 62603 h 355783"/>
                <a:gd name="csX562" fmla="*/ 72396 w 259414"/>
                <a:gd name="csY562" fmla="*/ 60039 h 355783"/>
                <a:gd name="csX563" fmla="*/ 71444 w 259414"/>
                <a:gd name="csY563" fmla="*/ 58487 h 355783"/>
                <a:gd name="csX564" fmla="*/ 72357 w 259414"/>
                <a:gd name="csY564" fmla="*/ 56242 h 355783"/>
                <a:gd name="csX565" fmla="*/ 73309 w 259414"/>
                <a:gd name="csY565" fmla="*/ 52826 h 355783"/>
                <a:gd name="csX566" fmla="*/ 73240 w 259414"/>
                <a:gd name="csY566" fmla="*/ 49958 h 355783"/>
                <a:gd name="csX567" fmla="*/ 74465 w 259414"/>
                <a:gd name="csY567" fmla="*/ 48246 h 355783"/>
                <a:gd name="csX568" fmla="*/ 74039 w 259414"/>
                <a:gd name="csY568" fmla="*/ 47576 h 355783"/>
                <a:gd name="csX569" fmla="*/ 72251 w 259414"/>
                <a:gd name="csY569" fmla="*/ 48961 h 355783"/>
                <a:gd name="csX570" fmla="*/ 70836 w 259414"/>
                <a:gd name="csY570" fmla="*/ 49585 h 355783"/>
                <a:gd name="csX571" fmla="*/ 71635 w 259414"/>
                <a:gd name="csY571" fmla="*/ 48444 h 355783"/>
                <a:gd name="csX572" fmla="*/ 74138 w 259414"/>
                <a:gd name="csY572" fmla="*/ 45614 h 355783"/>
                <a:gd name="csX573" fmla="*/ 75439 w 259414"/>
                <a:gd name="csY573" fmla="*/ 41299 h 355783"/>
                <a:gd name="csX574" fmla="*/ 76436 w 259414"/>
                <a:gd name="csY574" fmla="*/ 39504 h 355783"/>
                <a:gd name="csX575" fmla="*/ 79966 w 259414"/>
                <a:gd name="csY575" fmla="*/ 36993 h 355783"/>
                <a:gd name="csX576" fmla="*/ 80666 w 259414"/>
                <a:gd name="csY576" fmla="*/ 35783 h 355783"/>
                <a:gd name="csX577" fmla="*/ 83337 w 259414"/>
                <a:gd name="csY577" fmla="*/ 33896 h 355783"/>
                <a:gd name="csX578" fmla="*/ 87635 w 259414"/>
                <a:gd name="csY578" fmla="*/ 29848 h 355783"/>
                <a:gd name="csX579" fmla="*/ 89279 w 259414"/>
                <a:gd name="csY579" fmla="*/ 28722 h 355783"/>
                <a:gd name="csX580" fmla="*/ 97610 w 259414"/>
                <a:gd name="csY580" fmla="*/ 31332 h 355783"/>
                <a:gd name="csX581" fmla="*/ 100258 w 259414"/>
                <a:gd name="csY581" fmla="*/ 31165 h 355783"/>
                <a:gd name="csX582" fmla="*/ 99786 w 259414"/>
                <a:gd name="csY582" fmla="*/ 31644 h 355783"/>
                <a:gd name="csX583" fmla="*/ 98561 w 259414"/>
                <a:gd name="csY583" fmla="*/ 31804 h 355783"/>
                <a:gd name="csX584" fmla="*/ 96796 w 259414"/>
                <a:gd name="csY584" fmla="*/ 32511 h 355783"/>
                <a:gd name="csX585" fmla="*/ 96286 w 259414"/>
                <a:gd name="csY585" fmla="*/ 34071 h 355783"/>
                <a:gd name="csX586" fmla="*/ 97481 w 259414"/>
                <a:gd name="csY586" fmla="*/ 35699 h 355783"/>
                <a:gd name="csX587" fmla="*/ 98752 w 259414"/>
                <a:gd name="csY587" fmla="*/ 36171 h 355783"/>
                <a:gd name="csX588" fmla="*/ 99832 w 259414"/>
                <a:gd name="csY588" fmla="*/ 35121 h 355783"/>
                <a:gd name="csX589" fmla="*/ 100905 w 259414"/>
                <a:gd name="csY589" fmla="*/ 32131 h 355783"/>
                <a:gd name="csX590" fmla="*/ 102632 w 259414"/>
                <a:gd name="csY590" fmla="*/ 28821 h 355783"/>
                <a:gd name="csX591" fmla="*/ 103035 w 259414"/>
                <a:gd name="csY591" fmla="*/ 25352 h 355783"/>
                <a:gd name="csX592" fmla="*/ 104260 w 259414"/>
                <a:gd name="csY592" fmla="*/ 24157 h 355783"/>
                <a:gd name="csX593" fmla="*/ 106048 w 259414"/>
                <a:gd name="csY593" fmla="*/ 23724 h 355783"/>
                <a:gd name="csX594" fmla="*/ 109244 w 259414"/>
                <a:gd name="csY594" fmla="*/ 24408 h 355783"/>
                <a:gd name="csX595" fmla="*/ 111671 w 259414"/>
                <a:gd name="csY595" fmla="*/ 25123 h 355783"/>
                <a:gd name="csX596" fmla="*/ 114205 w 259414"/>
                <a:gd name="csY596" fmla="*/ 25215 h 355783"/>
                <a:gd name="csX597" fmla="*/ 121973 w 259414"/>
                <a:gd name="csY597" fmla="*/ 24690 h 355783"/>
                <a:gd name="csX598" fmla="*/ 134603 w 259414"/>
                <a:gd name="csY598" fmla="*/ 15674 h 355783"/>
                <a:gd name="csX599" fmla="*/ 140469 w 259414"/>
                <a:gd name="csY599" fmla="*/ 13734 h 355783"/>
                <a:gd name="csX600" fmla="*/ 144144 w 259414"/>
                <a:gd name="csY600" fmla="*/ 11831 h 355783"/>
                <a:gd name="csX601" fmla="*/ 146488 w 259414"/>
                <a:gd name="csY601" fmla="*/ 8126 h 355783"/>
                <a:gd name="csX602" fmla="*/ 147119 w 259414"/>
                <a:gd name="csY602" fmla="*/ 5341 h 355783"/>
                <a:gd name="csX603" fmla="*/ 148846 w 259414"/>
                <a:gd name="csY603" fmla="*/ 4261 h 355783"/>
                <a:gd name="csX604" fmla="*/ 150657 w 259414"/>
                <a:gd name="csY604" fmla="*/ 4261 h 355783"/>
                <a:gd name="csX605" fmla="*/ 151487 w 259414"/>
                <a:gd name="csY605" fmla="*/ 3584 h 355783"/>
                <a:gd name="csX606" fmla="*/ 151745 w 259414"/>
                <a:gd name="csY606" fmla="*/ 2724 h 355783"/>
                <a:gd name="csX607" fmla="*/ 156113 w 259414"/>
                <a:gd name="csY607" fmla="*/ 312 h 355783"/>
                <a:gd name="csX608" fmla="*/ 158616 w 259414"/>
                <a:gd name="csY608" fmla="*/ 0 h 355783"/>
                <a:gd name="csX609" fmla="*/ 160830 w 259414"/>
                <a:gd name="csY609" fmla="*/ 46 h 355783"/>
                <a:gd name="csX610" fmla="*/ 165776 w 259414"/>
                <a:gd name="csY610" fmla="*/ 2146 h 355783"/>
                <a:gd name="csX611" fmla="*/ 168066 w 259414"/>
                <a:gd name="csY611" fmla="*/ 5859 h 355783"/>
                <a:gd name="csX612" fmla="*/ 168446 w 259414"/>
                <a:gd name="csY612" fmla="*/ 8415 h 355783"/>
                <a:gd name="csX613" fmla="*/ 165311 w 259414"/>
                <a:gd name="csY613" fmla="*/ 11192 h 355783"/>
                <a:gd name="csX614" fmla="*/ 164490 w 259414"/>
                <a:gd name="csY614" fmla="*/ 12410 h 355783"/>
                <a:gd name="csX615" fmla="*/ 19417 w 259414"/>
                <a:gd name="csY615" fmla="*/ 211921 h 355783"/>
                <a:gd name="csX616" fmla="*/ 18839 w 259414"/>
                <a:gd name="csY616" fmla="*/ 212393 h 355783"/>
                <a:gd name="csX617" fmla="*/ 17736 w 259414"/>
                <a:gd name="csY617" fmla="*/ 211556 h 355783"/>
                <a:gd name="csX618" fmla="*/ 17363 w 259414"/>
                <a:gd name="csY618" fmla="*/ 210491 h 355783"/>
                <a:gd name="csX619" fmla="*/ 18040 w 259414"/>
                <a:gd name="csY619" fmla="*/ 209700 h 355783"/>
                <a:gd name="csX620" fmla="*/ 18907 w 259414"/>
                <a:gd name="csY620" fmla="*/ 209958 h 355783"/>
                <a:gd name="csX621" fmla="*/ 19303 w 259414"/>
                <a:gd name="csY621" fmla="*/ 210605 h 355783"/>
                <a:gd name="csX622" fmla="*/ 19417 w 259414"/>
                <a:gd name="csY622" fmla="*/ 211921 h 355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Lst>
              <a:rect l="l" t="t" r="r" b="b"/>
              <a:pathLst>
                <a:path w="259414" h="355783">
                  <a:moveTo>
                    <a:pt x="164490" y="12410"/>
                  </a:moveTo>
                  <a:lnTo>
                    <a:pt x="163721" y="12676"/>
                  </a:lnTo>
                  <a:lnTo>
                    <a:pt x="162770" y="13246"/>
                  </a:lnTo>
                  <a:lnTo>
                    <a:pt x="159871" y="14319"/>
                  </a:lnTo>
                  <a:lnTo>
                    <a:pt x="155953" y="15339"/>
                  </a:lnTo>
                  <a:lnTo>
                    <a:pt x="150855" y="16648"/>
                  </a:lnTo>
                  <a:lnTo>
                    <a:pt x="149699" y="18048"/>
                  </a:lnTo>
                  <a:lnTo>
                    <a:pt x="144654" y="26820"/>
                  </a:lnTo>
                  <a:lnTo>
                    <a:pt x="140431" y="28593"/>
                  </a:lnTo>
                  <a:lnTo>
                    <a:pt x="138894" y="29902"/>
                  </a:lnTo>
                  <a:lnTo>
                    <a:pt x="137738" y="31560"/>
                  </a:lnTo>
                  <a:lnTo>
                    <a:pt x="135219" y="34611"/>
                  </a:lnTo>
                  <a:lnTo>
                    <a:pt x="134169" y="36955"/>
                  </a:lnTo>
                  <a:lnTo>
                    <a:pt x="131392" y="42045"/>
                  </a:lnTo>
                  <a:lnTo>
                    <a:pt x="129871" y="48421"/>
                  </a:lnTo>
                  <a:lnTo>
                    <a:pt x="129292" y="51997"/>
                  </a:lnTo>
                  <a:lnTo>
                    <a:pt x="128456" y="57178"/>
                  </a:lnTo>
                  <a:lnTo>
                    <a:pt x="127223" y="59781"/>
                  </a:lnTo>
                  <a:lnTo>
                    <a:pt x="125579" y="62223"/>
                  </a:lnTo>
                  <a:lnTo>
                    <a:pt x="123807" y="64604"/>
                  </a:lnTo>
                  <a:lnTo>
                    <a:pt x="122285" y="67222"/>
                  </a:lnTo>
                  <a:lnTo>
                    <a:pt x="120991" y="69268"/>
                  </a:lnTo>
                  <a:lnTo>
                    <a:pt x="120778" y="69968"/>
                  </a:lnTo>
                  <a:lnTo>
                    <a:pt x="121410" y="70531"/>
                  </a:lnTo>
                  <a:lnTo>
                    <a:pt x="124476" y="69968"/>
                  </a:lnTo>
                  <a:lnTo>
                    <a:pt x="125686" y="69352"/>
                  </a:lnTo>
                  <a:lnTo>
                    <a:pt x="127360" y="68561"/>
                  </a:lnTo>
                  <a:lnTo>
                    <a:pt x="128410" y="68987"/>
                  </a:lnTo>
                  <a:lnTo>
                    <a:pt x="129460" y="71239"/>
                  </a:lnTo>
                  <a:lnTo>
                    <a:pt x="130647" y="71521"/>
                  </a:lnTo>
                  <a:lnTo>
                    <a:pt x="131765" y="71239"/>
                  </a:lnTo>
                  <a:lnTo>
                    <a:pt x="132952" y="71802"/>
                  </a:lnTo>
                  <a:lnTo>
                    <a:pt x="134466" y="77402"/>
                  </a:lnTo>
                  <a:lnTo>
                    <a:pt x="135752" y="82142"/>
                  </a:lnTo>
                  <a:lnTo>
                    <a:pt x="138735" y="85102"/>
                  </a:lnTo>
                  <a:lnTo>
                    <a:pt x="141063" y="87407"/>
                  </a:lnTo>
                  <a:lnTo>
                    <a:pt x="141626" y="89446"/>
                  </a:lnTo>
                  <a:lnTo>
                    <a:pt x="142181" y="92322"/>
                  </a:lnTo>
                  <a:lnTo>
                    <a:pt x="142326" y="93730"/>
                  </a:lnTo>
                  <a:lnTo>
                    <a:pt x="141595" y="94575"/>
                  </a:lnTo>
                  <a:lnTo>
                    <a:pt x="140439" y="96324"/>
                  </a:lnTo>
                  <a:lnTo>
                    <a:pt x="140150" y="99665"/>
                  </a:lnTo>
                  <a:lnTo>
                    <a:pt x="139952" y="100776"/>
                  </a:lnTo>
                  <a:lnTo>
                    <a:pt x="139739" y="103872"/>
                  </a:lnTo>
                  <a:lnTo>
                    <a:pt x="139891" y="105774"/>
                  </a:lnTo>
                  <a:lnTo>
                    <a:pt x="140515" y="107258"/>
                  </a:lnTo>
                  <a:lnTo>
                    <a:pt x="141550" y="108110"/>
                  </a:lnTo>
                  <a:lnTo>
                    <a:pt x="143650" y="108551"/>
                  </a:lnTo>
                  <a:lnTo>
                    <a:pt x="145544" y="109069"/>
                  </a:lnTo>
                  <a:lnTo>
                    <a:pt x="146632" y="111640"/>
                  </a:lnTo>
                  <a:lnTo>
                    <a:pt x="148177" y="114912"/>
                  </a:lnTo>
                  <a:lnTo>
                    <a:pt x="149836" y="116289"/>
                  </a:lnTo>
                  <a:lnTo>
                    <a:pt x="152270" y="117195"/>
                  </a:lnTo>
                  <a:lnTo>
                    <a:pt x="154013" y="116868"/>
                  </a:lnTo>
                  <a:lnTo>
                    <a:pt x="158076" y="116289"/>
                  </a:lnTo>
                  <a:lnTo>
                    <a:pt x="161568" y="116434"/>
                  </a:lnTo>
                  <a:lnTo>
                    <a:pt x="166681" y="117309"/>
                  </a:lnTo>
                  <a:lnTo>
                    <a:pt x="168583" y="117278"/>
                  </a:lnTo>
                  <a:lnTo>
                    <a:pt x="171041" y="117111"/>
                  </a:lnTo>
                  <a:lnTo>
                    <a:pt x="175370" y="115338"/>
                  </a:lnTo>
                  <a:lnTo>
                    <a:pt x="176945" y="115072"/>
                  </a:lnTo>
                  <a:lnTo>
                    <a:pt x="178695" y="115232"/>
                  </a:lnTo>
                  <a:lnTo>
                    <a:pt x="181251" y="116137"/>
                  </a:lnTo>
                  <a:lnTo>
                    <a:pt x="182636" y="116852"/>
                  </a:lnTo>
                  <a:lnTo>
                    <a:pt x="184409" y="117590"/>
                  </a:lnTo>
                  <a:lnTo>
                    <a:pt x="186996" y="118115"/>
                  </a:lnTo>
                  <a:lnTo>
                    <a:pt x="188662" y="118024"/>
                  </a:lnTo>
                  <a:lnTo>
                    <a:pt x="189925" y="117994"/>
                  </a:lnTo>
                  <a:lnTo>
                    <a:pt x="190655" y="118328"/>
                  </a:lnTo>
                  <a:lnTo>
                    <a:pt x="194726" y="123403"/>
                  </a:lnTo>
                  <a:lnTo>
                    <a:pt x="198256" y="127801"/>
                  </a:lnTo>
                  <a:lnTo>
                    <a:pt x="201330" y="131491"/>
                  </a:lnTo>
                  <a:lnTo>
                    <a:pt x="204655" y="135471"/>
                  </a:lnTo>
                  <a:lnTo>
                    <a:pt x="204914" y="135706"/>
                  </a:lnTo>
                  <a:lnTo>
                    <a:pt x="206413" y="135197"/>
                  </a:lnTo>
                  <a:lnTo>
                    <a:pt x="207402" y="135417"/>
                  </a:lnTo>
                  <a:lnTo>
                    <a:pt x="208315" y="136224"/>
                  </a:lnTo>
                  <a:lnTo>
                    <a:pt x="209890" y="135889"/>
                  </a:lnTo>
                  <a:lnTo>
                    <a:pt x="212127" y="134413"/>
                  </a:lnTo>
                  <a:lnTo>
                    <a:pt x="215383" y="134116"/>
                  </a:lnTo>
                  <a:lnTo>
                    <a:pt x="219667" y="134999"/>
                  </a:lnTo>
                  <a:lnTo>
                    <a:pt x="225320" y="134999"/>
                  </a:lnTo>
                  <a:lnTo>
                    <a:pt x="232335" y="134124"/>
                  </a:lnTo>
                  <a:lnTo>
                    <a:pt x="236695" y="133173"/>
                  </a:lnTo>
                  <a:lnTo>
                    <a:pt x="238399" y="132146"/>
                  </a:lnTo>
                  <a:lnTo>
                    <a:pt x="241214" y="132252"/>
                  </a:lnTo>
                  <a:lnTo>
                    <a:pt x="244616" y="133173"/>
                  </a:lnTo>
                  <a:lnTo>
                    <a:pt x="246449" y="134481"/>
                  </a:lnTo>
                  <a:lnTo>
                    <a:pt x="246670" y="135767"/>
                  </a:lnTo>
                  <a:lnTo>
                    <a:pt x="247355" y="137783"/>
                  </a:lnTo>
                  <a:lnTo>
                    <a:pt x="246617" y="139823"/>
                  </a:lnTo>
                  <a:lnTo>
                    <a:pt x="244456" y="141884"/>
                  </a:lnTo>
                  <a:lnTo>
                    <a:pt x="243253" y="144525"/>
                  </a:lnTo>
                  <a:lnTo>
                    <a:pt x="243018" y="147736"/>
                  </a:lnTo>
                  <a:lnTo>
                    <a:pt x="241899" y="150109"/>
                  </a:lnTo>
                  <a:lnTo>
                    <a:pt x="239898" y="151646"/>
                  </a:lnTo>
                  <a:lnTo>
                    <a:pt x="239114" y="153883"/>
                  </a:lnTo>
                  <a:lnTo>
                    <a:pt x="239556" y="156820"/>
                  </a:lnTo>
                  <a:lnTo>
                    <a:pt x="239343" y="161111"/>
                  </a:lnTo>
                  <a:lnTo>
                    <a:pt x="238468" y="166757"/>
                  </a:lnTo>
                  <a:lnTo>
                    <a:pt x="238468" y="170127"/>
                  </a:lnTo>
                  <a:lnTo>
                    <a:pt x="239343" y="171231"/>
                  </a:lnTo>
                  <a:lnTo>
                    <a:pt x="239746" y="172813"/>
                  </a:lnTo>
                  <a:lnTo>
                    <a:pt x="239677" y="174875"/>
                  </a:lnTo>
                  <a:lnTo>
                    <a:pt x="240005" y="176701"/>
                  </a:lnTo>
                  <a:lnTo>
                    <a:pt x="241093" y="179075"/>
                  </a:lnTo>
                  <a:lnTo>
                    <a:pt x="242607" y="183800"/>
                  </a:lnTo>
                  <a:lnTo>
                    <a:pt x="243870" y="185832"/>
                  </a:lnTo>
                  <a:lnTo>
                    <a:pt x="244973" y="186577"/>
                  </a:lnTo>
                  <a:lnTo>
                    <a:pt x="246092" y="187490"/>
                  </a:lnTo>
                  <a:lnTo>
                    <a:pt x="249317" y="192322"/>
                  </a:lnTo>
                  <a:lnTo>
                    <a:pt x="250101" y="193341"/>
                  </a:lnTo>
                  <a:lnTo>
                    <a:pt x="249865" y="194231"/>
                  </a:lnTo>
                  <a:lnTo>
                    <a:pt x="249561" y="194893"/>
                  </a:lnTo>
                  <a:lnTo>
                    <a:pt x="249188" y="195319"/>
                  </a:lnTo>
                  <a:lnTo>
                    <a:pt x="245749" y="198195"/>
                  </a:lnTo>
                  <a:lnTo>
                    <a:pt x="238917" y="204450"/>
                  </a:lnTo>
                  <a:lnTo>
                    <a:pt x="238354" y="205241"/>
                  </a:lnTo>
                  <a:lnTo>
                    <a:pt x="238399" y="206550"/>
                  </a:lnTo>
                  <a:lnTo>
                    <a:pt x="240378" y="205705"/>
                  </a:lnTo>
                  <a:lnTo>
                    <a:pt x="242500" y="206413"/>
                  </a:lnTo>
                  <a:lnTo>
                    <a:pt x="243535" y="206550"/>
                  </a:lnTo>
                  <a:lnTo>
                    <a:pt x="244007" y="207067"/>
                  </a:lnTo>
                  <a:lnTo>
                    <a:pt x="244623" y="208756"/>
                  </a:lnTo>
                  <a:lnTo>
                    <a:pt x="245331" y="209038"/>
                  </a:lnTo>
                  <a:lnTo>
                    <a:pt x="246365" y="209738"/>
                  </a:lnTo>
                  <a:lnTo>
                    <a:pt x="248389" y="211518"/>
                  </a:lnTo>
                  <a:lnTo>
                    <a:pt x="250086" y="213390"/>
                  </a:lnTo>
                  <a:lnTo>
                    <a:pt x="251357" y="214287"/>
                  </a:lnTo>
                  <a:lnTo>
                    <a:pt x="252255" y="215125"/>
                  </a:lnTo>
                  <a:lnTo>
                    <a:pt x="252536" y="216342"/>
                  </a:lnTo>
                  <a:lnTo>
                    <a:pt x="252163" y="217559"/>
                  </a:lnTo>
                  <a:lnTo>
                    <a:pt x="253228" y="220382"/>
                  </a:lnTo>
                  <a:lnTo>
                    <a:pt x="253951" y="221257"/>
                  </a:lnTo>
                  <a:lnTo>
                    <a:pt x="254332" y="222330"/>
                  </a:lnTo>
                  <a:lnTo>
                    <a:pt x="253951" y="223410"/>
                  </a:lnTo>
                  <a:lnTo>
                    <a:pt x="254849" y="224673"/>
                  </a:lnTo>
                  <a:lnTo>
                    <a:pt x="255823" y="227161"/>
                  </a:lnTo>
                  <a:lnTo>
                    <a:pt x="257010" y="230197"/>
                  </a:lnTo>
                  <a:lnTo>
                    <a:pt x="257154" y="231886"/>
                  </a:lnTo>
                  <a:lnTo>
                    <a:pt x="257649" y="232662"/>
                  </a:lnTo>
                  <a:lnTo>
                    <a:pt x="258235" y="234914"/>
                  </a:lnTo>
                  <a:lnTo>
                    <a:pt x="259232" y="237030"/>
                  </a:lnTo>
                  <a:lnTo>
                    <a:pt x="258996" y="238475"/>
                  </a:lnTo>
                  <a:lnTo>
                    <a:pt x="259414" y="239898"/>
                  </a:lnTo>
                  <a:lnTo>
                    <a:pt x="255374" y="240849"/>
                  </a:lnTo>
                  <a:lnTo>
                    <a:pt x="255009" y="240697"/>
                  </a:lnTo>
                  <a:lnTo>
                    <a:pt x="254765" y="240172"/>
                  </a:lnTo>
                  <a:lnTo>
                    <a:pt x="254879" y="236132"/>
                  </a:lnTo>
                  <a:lnTo>
                    <a:pt x="254841" y="231566"/>
                  </a:lnTo>
                  <a:lnTo>
                    <a:pt x="254218" y="229695"/>
                  </a:lnTo>
                  <a:lnTo>
                    <a:pt x="252369" y="226697"/>
                  </a:lnTo>
                  <a:lnTo>
                    <a:pt x="249919" y="222725"/>
                  </a:lnTo>
                  <a:lnTo>
                    <a:pt x="249249" y="221584"/>
                  </a:lnTo>
                  <a:lnTo>
                    <a:pt x="248214" y="220930"/>
                  </a:lnTo>
                  <a:lnTo>
                    <a:pt x="246989" y="220839"/>
                  </a:lnTo>
                  <a:lnTo>
                    <a:pt x="246092" y="221120"/>
                  </a:lnTo>
                  <a:lnTo>
                    <a:pt x="244889" y="221858"/>
                  </a:lnTo>
                  <a:lnTo>
                    <a:pt x="243756" y="222665"/>
                  </a:lnTo>
                  <a:lnTo>
                    <a:pt x="241565" y="225061"/>
                  </a:lnTo>
                  <a:lnTo>
                    <a:pt x="239358" y="227861"/>
                  </a:lnTo>
                  <a:lnTo>
                    <a:pt x="238064" y="228493"/>
                  </a:lnTo>
                  <a:lnTo>
                    <a:pt x="236771" y="228751"/>
                  </a:lnTo>
                  <a:lnTo>
                    <a:pt x="235630" y="228668"/>
                  </a:lnTo>
                  <a:lnTo>
                    <a:pt x="234709" y="227915"/>
                  </a:lnTo>
                  <a:lnTo>
                    <a:pt x="233766" y="226385"/>
                  </a:lnTo>
                  <a:lnTo>
                    <a:pt x="232632" y="224354"/>
                  </a:lnTo>
                  <a:lnTo>
                    <a:pt x="231278" y="223692"/>
                  </a:lnTo>
                  <a:lnTo>
                    <a:pt x="230753" y="224316"/>
                  </a:lnTo>
                  <a:lnTo>
                    <a:pt x="230304" y="225510"/>
                  </a:lnTo>
                  <a:lnTo>
                    <a:pt x="229954" y="226697"/>
                  </a:lnTo>
                  <a:lnTo>
                    <a:pt x="230867" y="228204"/>
                  </a:lnTo>
                  <a:lnTo>
                    <a:pt x="231650" y="229368"/>
                  </a:lnTo>
                  <a:lnTo>
                    <a:pt x="230304" y="229330"/>
                  </a:lnTo>
                  <a:lnTo>
                    <a:pt x="225952" y="229330"/>
                  </a:lnTo>
                  <a:lnTo>
                    <a:pt x="220930" y="229330"/>
                  </a:lnTo>
                  <a:lnTo>
                    <a:pt x="215916" y="229330"/>
                  </a:lnTo>
                  <a:lnTo>
                    <a:pt x="211412" y="229330"/>
                  </a:lnTo>
                  <a:lnTo>
                    <a:pt x="207242" y="229330"/>
                  </a:lnTo>
                  <a:lnTo>
                    <a:pt x="205652" y="229231"/>
                  </a:lnTo>
                  <a:lnTo>
                    <a:pt x="204031" y="228546"/>
                  </a:lnTo>
                  <a:lnTo>
                    <a:pt x="202479" y="228226"/>
                  </a:lnTo>
                  <a:lnTo>
                    <a:pt x="201657" y="228280"/>
                  </a:lnTo>
                  <a:lnTo>
                    <a:pt x="200189" y="228942"/>
                  </a:lnTo>
                  <a:lnTo>
                    <a:pt x="198279" y="229041"/>
                  </a:lnTo>
                  <a:lnTo>
                    <a:pt x="196993" y="229672"/>
                  </a:lnTo>
                  <a:lnTo>
                    <a:pt x="195959" y="229596"/>
                  </a:lnTo>
                  <a:lnTo>
                    <a:pt x="195944" y="233096"/>
                  </a:lnTo>
                  <a:lnTo>
                    <a:pt x="195913" y="238080"/>
                  </a:lnTo>
                  <a:lnTo>
                    <a:pt x="195883" y="243368"/>
                  </a:lnTo>
                  <a:lnTo>
                    <a:pt x="197039" y="242964"/>
                  </a:lnTo>
                  <a:lnTo>
                    <a:pt x="198036" y="243002"/>
                  </a:lnTo>
                  <a:lnTo>
                    <a:pt x="198766" y="243375"/>
                  </a:lnTo>
                  <a:lnTo>
                    <a:pt x="200821" y="243071"/>
                  </a:lnTo>
                  <a:lnTo>
                    <a:pt x="201954" y="243231"/>
                  </a:lnTo>
                  <a:lnTo>
                    <a:pt x="203035" y="243368"/>
                  </a:lnTo>
                  <a:lnTo>
                    <a:pt x="204031" y="243383"/>
                  </a:lnTo>
                  <a:lnTo>
                    <a:pt x="204648" y="243801"/>
                  </a:lnTo>
                  <a:lnTo>
                    <a:pt x="205469" y="243725"/>
                  </a:lnTo>
                  <a:lnTo>
                    <a:pt x="206352" y="243261"/>
                  </a:lnTo>
                  <a:lnTo>
                    <a:pt x="207410" y="243550"/>
                  </a:lnTo>
                  <a:lnTo>
                    <a:pt x="208543" y="244296"/>
                  </a:lnTo>
                  <a:lnTo>
                    <a:pt x="209274" y="245406"/>
                  </a:lnTo>
                  <a:lnTo>
                    <a:pt x="209928" y="246784"/>
                  </a:lnTo>
                  <a:lnTo>
                    <a:pt x="210582" y="247514"/>
                  </a:lnTo>
                  <a:lnTo>
                    <a:pt x="210544" y="248830"/>
                  </a:lnTo>
                  <a:lnTo>
                    <a:pt x="210521" y="249865"/>
                  </a:lnTo>
                  <a:lnTo>
                    <a:pt x="210293" y="250725"/>
                  </a:lnTo>
                  <a:lnTo>
                    <a:pt x="210582" y="251280"/>
                  </a:lnTo>
                  <a:lnTo>
                    <a:pt x="210795" y="251874"/>
                  </a:lnTo>
                  <a:lnTo>
                    <a:pt x="210735" y="252216"/>
                  </a:lnTo>
                  <a:lnTo>
                    <a:pt x="210354" y="252376"/>
                  </a:lnTo>
                  <a:lnTo>
                    <a:pt x="209525" y="252490"/>
                  </a:lnTo>
                  <a:lnTo>
                    <a:pt x="208642" y="252589"/>
                  </a:lnTo>
                  <a:lnTo>
                    <a:pt x="208026" y="252551"/>
                  </a:lnTo>
                  <a:lnTo>
                    <a:pt x="207547" y="252018"/>
                  </a:lnTo>
                  <a:lnTo>
                    <a:pt x="207082" y="251958"/>
                  </a:lnTo>
                  <a:lnTo>
                    <a:pt x="206413" y="252034"/>
                  </a:lnTo>
                  <a:lnTo>
                    <a:pt x="205698" y="251714"/>
                  </a:lnTo>
                  <a:lnTo>
                    <a:pt x="205081" y="251045"/>
                  </a:lnTo>
                  <a:lnTo>
                    <a:pt x="203986" y="250375"/>
                  </a:lnTo>
                  <a:lnTo>
                    <a:pt x="202814" y="250664"/>
                  </a:lnTo>
                  <a:lnTo>
                    <a:pt x="202008" y="251007"/>
                  </a:lnTo>
                  <a:lnTo>
                    <a:pt x="201178" y="251425"/>
                  </a:lnTo>
                  <a:lnTo>
                    <a:pt x="200425" y="251866"/>
                  </a:lnTo>
                  <a:lnTo>
                    <a:pt x="199672" y="251752"/>
                  </a:lnTo>
                  <a:lnTo>
                    <a:pt x="198713" y="252072"/>
                  </a:lnTo>
                  <a:lnTo>
                    <a:pt x="197906" y="252566"/>
                  </a:lnTo>
                  <a:lnTo>
                    <a:pt x="196826" y="252969"/>
                  </a:lnTo>
                  <a:lnTo>
                    <a:pt x="195654" y="253160"/>
                  </a:lnTo>
                  <a:lnTo>
                    <a:pt x="194308" y="253350"/>
                  </a:lnTo>
                  <a:lnTo>
                    <a:pt x="193022" y="253426"/>
                  </a:lnTo>
                  <a:lnTo>
                    <a:pt x="191561" y="253586"/>
                  </a:lnTo>
                  <a:lnTo>
                    <a:pt x="191477" y="256370"/>
                  </a:lnTo>
                  <a:lnTo>
                    <a:pt x="191310" y="261841"/>
                  </a:lnTo>
                  <a:lnTo>
                    <a:pt x="191196" y="265463"/>
                  </a:lnTo>
                  <a:lnTo>
                    <a:pt x="191203" y="268803"/>
                  </a:lnTo>
                  <a:lnTo>
                    <a:pt x="191766" y="270020"/>
                  </a:lnTo>
                  <a:lnTo>
                    <a:pt x="194353" y="272592"/>
                  </a:lnTo>
                  <a:lnTo>
                    <a:pt x="196385" y="273946"/>
                  </a:lnTo>
                  <a:lnTo>
                    <a:pt x="198104" y="275460"/>
                  </a:lnTo>
                  <a:lnTo>
                    <a:pt x="199816" y="276092"/>
                  </a:lnTo>
                  <a:lnTo>
                    <a:pt x="200531" y="276662"/>
                  </a:lnTo>
                  <a:lnTo>
                    <a:pt x="201003" y="277598"/>
                  </a:lnTo>
                  <a:lnTo>
                    <a:pt x="201239" y="278580"/>
                  </a:lnTo>
                  <a:lnTo>
                    <a:pt x="201422" y="279417"/>
                  </a:lnTo>
                  <a:lnTo>
                    <a:pt x="201239" y="280307"/>
                  </a:lnTo>
                  <a:lnTo>
                    <a:pt x="200813" y="281152"/>
                  </a:lnTo>
                  <a:lnTo>
                    <a:pt x="200996" y="282042"/>
                  </a:lnTo>
                  <a:lnTo>
                    <a:pt x="201612" y="282742"/>
                  </a:lnTo>
                  <a:lnTo>
                    <a:pt x="201802" y="283632"/>
                  </a:lnTo>
                  <a:lnTo>
                    <a:pt x="202228" y="284476"/>
                  </a:lnTo>
                  <a:lnTo>
                    <a:pt x="202464" y="285321"/>
                  </a:lnTo>
                  <a:lnTo>
                    <a:pt x="202981" y="285930"/>
                  </a:lnTo>
                  <a:lnTo>
                    <a:pt x="203636" y="286348"/>
                  </a:lnTo>
                  <a:lnTo>
                    <a:pt x="204480" y="287048"/>
                  </a:lnTo>
                  <a:lnTo>
                    <a:pt x="204572" y="287703"/>
                  </a:lnTo>
                  <a:lnTo>
                    <a:pt x="204480" y="288448"/>
                  </a:lnTo>
                  <a:lnTo>
                    <a:pt x="204473" y="289011"/>
                  </a:lnTo>
                  <a:lnTo>
                    <a:pt x="205279" y="290297"/>
                  </a:lnTo>
                  <a:lnTo>
                    <a:pt x="205515" y="291202"/>
                  </a:lnTo>
                  <a:lnTo>
                    <a:pt x="205142" y="292275"/>
                  </a:lnTo>
                  <a:lnTo>
                    <a:pt x="204777" y="296011"/>
                  </a:lnTo>
                  <a:lnTo>
                    <a:pt x="203849" y="300264"/>
                  </a:lnTo>
                  <a:lnTo>
                    <a:pt x="203248" y="303513"/>
                  </a:lnTo>
                  <a:lnTo>
                    <a:pt x="202281" y="308801"/>
                  </a:lnTo>
                  <a:lnTo>
                    <a:pt x="201155" y="314956"/>
                  </a:lnTo>
                  <a:lnTo>
                    <a:pt x="199778" y="322458"/>
                  </a:lnTo>
                  <a:lnTo>
                    <a:pt x="198416" y="329869"/>
                  </a:lnTo>
                  <a:lnTo>
                    <a:pt x="197108" y="337044"/>
                  </a:lnTo>
                  <a:lnTo>
                    <a:pt x="195921" y="343534"/>
                  </a:lnTo>
                  <a:lnTo>
                    <a:pt x="194612" y="350694"/>
                  </a:lnTo>
                  <a:lnTo>
                    <a:pt x="193821" y="355031"/>
                  </a:lnTo>
                  <a:lnTo>
                    <a:pt x="193440" y="355784"/>
                  </a:lnTo>
                  <a:lnTo>
                    <a:pt x="192344" y="354209"/>
                  </a:lnTo>
                  <a:lnTo>
                    <a:pt x="190686" y="352725"/>
                  </a:lnTo>
                  <a:lnTo>
                    <a:pt x="189134" y="351835"/>
                  </a:lnTo>
                  <a:lnTo>
                    <a:pt x="188472" y="350663"/>
                  </a:lnTo>
                  <a:lnTo>
                    <a:pt x="187582" y="348274"/>
                  </a:lnTo>
                  <a:lnTo>
                    <a:pt x="186334" y="347460"/>
                  </a:lnTo>
                  <a:lnTo>
                    <a:pt x="185459" y="346829"/>
                  </a:lnTo>
                  <a:lnTo>
                    <a:pt x="184614" y="346920"/>
                  </a:lnTo>
                  <a:lnTo>
                    <a:pt x="183717" y="347574"/>
                  </a:lnTo>
                  <a:lnTo>
                    <a:pt x="182332" y="347993"/>
                  </a:lnTo>
                  <a:lnTo>
                    <a:pt x="181396" y="347932"/>
                  </a:lnTo>
                  <a:lnTo>
                    <a:pt x="177630" y="346288"/>
                  </a:lnTo>
                  <a:lnTo>
                    <a:pt x="177013" y="346129"/>
                  </a:lnTo>
                  <a:lnTo>
                    <a:pt x="179433" y="342370"/>
                  </a:lnTo>
                  <a:lnTo>
                    <a:pt x="183762" y="335652"/>
                  </a:lnTo>
                  <a:lnTo>
                    <a:pt x="186516" y="331376"/>
                  </a:lnTo>
                  <a:lnTo>
                    <a:pt x="189567" y="326636"/>
                  </a:lnTo>
                  <a:lnTo>
                    <a:pt x="191127" y="324216"/>
                  </a:lnTo>
                  <a:lnTo>
                    <a:pt x="191333" y="323805"/>
                  </a:lnTo>
                  <a:lnTo>
                    <a:pt x="191333" y="323181"/>
                  </a:lnTo>
                  <a:lnTo>
                    <a:pt x="190671" y="322261"/>
                  </a:lnTo>
                  <a:lnTo>
                    <a:pt x="189202" y="321873"/>
                  </a:lnTo>
                  <a:lnTo>
                    <a:pt x="187498" y="321165"/>
                  </a:lnTo>
                  <a:lnTo>
                    <a:pt x="186425" y="320016"/>
                  </a:lnTo>
                  <a:lnTo>
                    <a:pt x="184941" y="319522"/>
                  </a:lnTo>
                  <a:lnTo>
                    <a:pt x="183785" y="318707"/>
                  </a:lnTo>
                  <a:lnTo>
                    <a:pt x="181677" y="317909"/>
                  </a:lnTo>
                  <a:lnTo>
                    <a:pt x="180414" y="317170"/>
                  </a:lnTo>
                  <a:lnTo>
                    <a:pt x="178870" y="316904"/>
                  </a:lnTo>
                  <a:lnTo>
                    <a:pt x="177645" y="315550"/>
                  </a:lnTo>
                  <a:lnTo>
                    <a:pt x="173179" y="312925"/>
                  </a:lnTo>
                  <a:lnTo>
                    <a:pt x="172030" y="312681"/>
                  </a:lnTo>
                  <a:lnTo>
                    <a:pt x="170774" y="313085"/>
                  </a:lnTo>
                  <a:lnTo>
                    <a:pt x="168933" y="313503"/>
                  </a:lnTo>
                  <a:lnTo>
                    <a:pt x="167160" y="314933"/>
                  </a:lnTo>
                  <a:lnTo>
                    <a:pt x="164946" y="315398"/>
                  </a:lnTo>
                  <a:lnTo>
                    <a:pt x="162877" y="315383"/>
                  </a:lnTo>
                  <a:lnTo>
                    <a:pt x="161796" y="314530"/>
                  </a:lnTo>
                  <a:lnTo>
                    <a:pt x="160761" y="314218"/>
                  </a:lnTo>
                  <a:lnTo>
                    <a:pt x="159407" y="313054"/>
                  </a:lnTo>
                  <a:lnTo>
                    <a:pt x="157018" y="312156"/>
                  </a:lnTo>
                  <a:lnTo>
                    <a:pt x="155283" y="311533"/>
                  </a:lnTo>
                  <a:lnTo>
                    <a:pt x="154210" y="311822"/>
                  </a:lnTo>
                  <a:lnTo>
                    <a:pt x="152833" y="313123"/>
                  </a:lnTo>
                  <a:lnTo>
                    <a:pt x="151441" y="314416"/>
                  </a:lnTo>
                  <a:lnTo>
                    <a:pt x="150338" y="315223"/>
                  </a:lnTo>
                  <a:lnTo>
                    <a:pt x="148854" y="315177"/>
                  </a:lnTo>
                  <a:lnTo>
                    <a:pt x="147081" y="316364"/>
                  </a:lnTo>
                  <a:lnTo>
                    <a:pt x="145339" y="316790"/>
                  </a:lnTo>
                  <a:lnTo>
                    <a:pt x="143581" y="316973"/>
                  </a:lnTo>
                  <a:lnTo>
                    <a:pt x="141557" y="317391"/>
                  </a:lnTo>
                  <a:lnTo>
                    <a:pt x="139313" y="316676"/>
                  </a:lnTo>
                  <a:lnTo>
                    <a:pt x="137472" y="316045"/>
                  </a:lnTo>
                  <a:lnTo>
                    <a:pt x="136650" y="315755"/>
                  </a:lnTo>
                  <a:lnTo>
                    <a:pt x="135904" y="315953"/>
                  </a:lnTo>
                  <a:lnTo>
                    <a:pt x="134748" y="316615"/>
                  </a:lnTo>
                  <a:lnTo>
                    <a:pt x="132678" y="316897"/>
                  </a:lnTo>
                  <a:lnTo>
                    <a:pt x="131058" y="316965"/>
                  </a:lnTo>
                  <a:lnTo>
                    <a:pt x="129909" y="316653"/>
                  </a:lnTo>
                  <a:lnTo>
                    <a:pt x="128874" y="315504"/>
                  </a:lnTo>
                  <a:lnTo>
                    <a:pt x="127200" y="314918"/>
                  </a:lnTo>
                  <a:lnTo>
                    <a:pt x="125359" y="314203"/>
                  </a:lnTo>
                  <a:lnTo>
                    <a:pt x="124971" y="312719"/>
                  </a:lnTo>
                  <a:lnTo>
                    <a:pt x="125237" y="311609"/>
                  </a:lnTo>
                  <a:lnTo>
                    <a:pt x="125952" y="310011"/>
                  </a:lnTo>
                  <a:lnTo>
                    <a:pt x="125557" y="308360"/>
                  </a:lnTo>
                  <a:lnTo>
                    <a:pt x="124781" y="305758"/>
                  </a:lnTo>
                  <a:lnTo>
                    <a:pt x="124453" y="304693"/>
                  </a:lnTo>
                  <a:lnTo>
                    <a:pt x="123875" y="303787"/>
                  </a:lnTo>
                  <a:lnTo>
                    <a:pt x="122970" y="303460"/>
                  </a:lnTo>
                  <a:lnTo>
                    <a:pt x="121197" y="303703"/>
                  </a:lnTo>
                  <a:lnTo>
                    <a:pt x="119257" y="302722"/>
                  </a:lnTo>
                  <a:lnTo>
                    <a:pt x="118062" y="301778"/>
                  </a:lnTo>
                  <a:lnTo>
                    <a:pt x="117446" y="300630"/>
                  </a:lnTo>
                  <a:lnTo>
                    <a:pt x="118100" y="298461"/>
                  </a:lnTo>
                  <a:lnTo>
                    <a:pt x="117522" y="296612"/>
                  </a:lnTo>
                  <a:lnTo>
                    <a:pt x="116365" y="295593"/>
                  </a:lnTo>
                  <a:lnTo>
                    <a:pt x="115620" y="293789"/>
                  </a:lnTo>
                  <a:lnTo>
                    <a:pt x="114463" y="292359"/>
                  </a:lnTo>
                  <a:lnTo>
                    <a:pt x="112942" y="291621"/>
                  </a:lnTo>
                  <a:lnTo>
                    <a:pt x="111412" y="291705"/>
                  </a:lnTo>
                  <a:lnTo>
                    <a:pt x="110218" y="291256"/>
                  </a:lnTo>
                  <a:lnTo>
                    <a:pt x="108856" y="289734"/>
                  </a:lnTo>
                  <a:lnTo>
                    <a:pt x="107577" y="289163"/>
                  </a:lnTo>
                  <a:lnTo>
                    <a:pt x="106132" y="287687"/>
                  </a:lnTo>
                  <a:lnTo>
                    <a:pt x="103438" y="287033"/>
                  </a:lnTo>
                  <a:lnTo>
                    <a:pt x="102038" y="286455"/>
                  </a:lnTo>
                  <a:lnTo>
                    <a:pt x="101239" y="285542"/>
                  </a:lnTo>
                  <a:lnTo>
                    <a:pt x="100159" y="283913"/>
                  </a:lnTo>
                  <a:lnTo>
                    <a:pt x="100281" y="283016"/>
                  </a:lnTo>
                  <a:lnTo>
                    <a:pt x="99756" y="282125"/>
                  </a:lnTo>
                  <a:lnTo>
                    <a:pt x="99292" y="280535"/>
                  </a:lnTo>
                  <a:lnTo>
                    <a:pt x="98371" y="278184"/>
                  </a:lnTo>
                  <a:lnTo>
                    <a:pt x="97359" y="276845"/>
                  </a:lnTo>
                  <a:lnTo>
                    <a:pt x="96317" y="275841"/>
                  </a:lnTo>
                  <a:lnTo>
                    <a:pt x="95434" y="274989"/>
                  </a:lnTo>
                  <a:lnTo>
                    <a:pt x="94126" y="273718"/>
                  </a:lnTo>
                  <a:lnTo>
                    <a:pt x="92520" y="272980"/>
                  </a:lnTo>
                  <a:lnTo>
                    <a:pt x="91158" y="272204"/>
                  </a:lnTo>
                  <a:lnTo>
                    <a:pt x="90626" y="271055"/>
                  </a:lnTo>
                  <a:lnTo>
                    <a:pt x="90169" y="270112"/>
                  </a:lnTo>
                  <a:lnTo>
                    <a:pt x="89401" y="270180"/>
                  </a:lnTo>
                  <a:lnTo>
                    <a:pt x="88305" y="270096"/>
                  </a:lnTo>
                  <a:lnTo>
                    <a:pt x="87103" y="269853"/>
                  </a:lnTo>
                  <a:lnTo>
                    <a:pt x="85832" y="269168"/>
                  </a:lnTo>
                  <a:lnTo>
                    <a:pt x="84767" y="268339"/>
                  </a:lnTo>
                  <a:lnTo>
                    <a:pt x="82979" y="266931"/>
                  </a:lnTo>
                  <a:lnTo>
                    <a:pt x="82005" y="266749"/>
                  </a:lnTo>
                  <a:lnTo>
                    <a:pt x="81138" y="266749"/>
                  </a:lnTo>
                  <a:lnTo>
                    <a:pt x="79859" y="268126"/>
                  </a:lnTo>
                  <a:lnTo>
                    <a:pt x="76032" y="266680"/>
                  </a:lnTo>
                  <a:lnTo>
                    <a:pt x="72753" y="264534"/>
                  </a:lnTo>
                  <a:lnTo>
                    <a:pt x="69352" y="263979"/>
                  </a:lnTo>
                  <a:lnTo>
                    <a:pt x="67153" y="262670"/>
                  </a:lnTo>
                  <a:lnTo>
                    <a:pt x="65122" y="260616"/>
                  </a:lnTo>
                  <a:lnTo>
                    <a:pt x="64026" y="259224"/>
                  </a:lnTo>
                  <a:lnTo>
                    <a:pt x="63136" y="258539"/>
                  </a:lnTo>
                  <a:lnTo>
                    <a:pt x="58807" y="256546"/>
                  </a:lnTo>
                  <a:lnTo>
                    <a:pt x="57947" y="256355"/>
                  </a:lnTo>
                  <a:lnTo>
                    <a:pt x="56296" y="257283"/>
                  </a:lnTo>
                  <a:lnTo>
                    <a:pt x="55763" y="257839"/>
                  </a:lnTo>
                  <a:lnTo>
                    <a:pt x="55664" y="259429"/>
                  </a:lnTo>
                  <a:lnTo>
                    <a:pt x="55466" y="260334"/>
                  </a:lnTo>
                  <a:lnTo>
                    <a:pt x="54028" y="260882"/>
                  </a:lnTo>
                  <a:lnTo>
                    <a:pt x="51708" y="260761"/>
                  </a:lnTo>
                  <a:lnTo>
                    <a:pt x="50102" y="260182"/>
                  </a:lnTo>
                  <a:lnTo>
                    <a:pt x="49022" y="260099"/>
                  </a:lnTo>
                  <a:lnTo>
                    <a:pt x="48801" y="260555"/>
                  </a:lnTo>
                  <a:lnTo>
                    <a:pt x="48193" y="260745"/>
                  </a:lnTo>
                  <a:lnTo>
                    <a:pt x="46876" y="260616"/>
                  </a:lnTo>
                  <a:lnTo>
                    <a:pt x="44936" y="260175"/>
                  </a:lnTo>
                  <a:lnTo>
                    <a:pt x="43179" y="259589"/>
                  </a:lnTo>
                  <a:lnTo>
                    <a:pt x="40797" y="258341"/>
                  </a:lnTo>
                  <a:lnTo>
                    <a:pt x="39694" y="258501"/>
                  </a:lnTo>
                  <a:lnTo>
                    <a:pt x="36985" y="258235"/>
                  </a:lnTo>
                  <a:lnTo>
                    <a:pt x="34771" y="257519"/>
                  </a:lnTo>
                  <a:lnTo>
                    <a:pt x="34208" y="256865"/>
                  </a:lnTo>
                  <a:lnTo>
                    <a:pt x="33250" y="252376"/>
                  </a:lnTo>
                  <a:lnTo>
                    <a:pt x="32953" y="252064"/>
                  </a:lnTo>
                  <a:lnTo>
                    <a:pt x="32002" y="251874"/>
                  </a:lnTo>
                  <a:lnTo>
                    <a:pt x="30396" y="251250"/>
                  </a:lnTo>
                  <a:lnTo>
                    <a:pt x="29384" y="250527"/>
                  </a:lnTo>
                  <a:lnTo>
                    <a:pt x="28859" y="249279"/>
                  </a:lnTo>
                  <a:lnTo>
                    <a:pt x="28228" y="248100"/>
                  </a:lnTo>
                  <a:lnTo>
                    <a:pt x="25527" y="248366"/>
                  </a:lnTo>
                  <a:lnTo>
                    <a:pt x="21099" y="246807"/>
                  </a:lnTo>
                  <a:lnTo>
                    <a:pt x="18032" y="245323"/>
                  </a:lnTo>
                  <a:lnTo>
                    <a:pt x="15225" y="243679"/>
                  </a:lnTo>
                  <a:lnTo>
                    <a:pt x="10964" y="240438"/>
                  </a:lnTo>
                  <a:lnTo>
                    <a:pt x="9343" y="239639"/>
                  </a:lnTo>
                  <a:lnTo>
                    <a:pt x="7335" y="238650"/>
                  </a:lnTo>
                  <a:lnTo>
                    <a:pt x="6148" y="237052"/>
                  </a:lnTo>
                  <a:lnTo>
                    <a:pt x="4192" y="235439"/>
                  </a:lnTo>
                  <a:lnTo>
                    <a:pt x="3538" y="234998"/>
                  </a:lnTo>
                  <a:lnTo>
                    <a:pt x="2922" y="233545"/>
                  </a:lnTo>
                  <a:lnTo>
                    <a:pt x="0" y="231430"/>
                  </a:lnTo>
                  <a:lnTo>
                    <a:pt x="1446" y="228706"/>
                  </a:lnTo>
                  <a:lnTo>
                    <a:pt x="4961" y="226651"/>
                  </a:lnTo>
                  <a:lnTo>
                    <a:pt x="9572" y="228242"/>
                  </a:lnTo>
                  <a:lnTo>
                    <a:pt x="10135" y="225061"/>
                  </a:lnTo>
                  <a:lnTo>
                    <a:pt x="8468" y="222246"/>
                  </a:lnTo>
                  <a:lnTo>
                    <a:pt x="8719" y="216928"/>
                  </a:lnTo>
                  <a:lnTo>
                    <a:pt x="9260" y="215862"/>
                  </a:lnTo>
                  <a:lnTo>
                    <a:pt x="10477" y="214440"/>
                  </a:lnTo>
                  <a:lnTo>
                    <a:pt x="12060" y="213451"/>
                  </a:lnTo>
                  <a:lnTo>
                    <a:pt x="12988" y="213169"/>
                  </a:lnTo>
                  <a:lnTo>
                    <a:pt x="14570" y="213656"/>
                  </a:lnTo>
                  <a:lnTo>
                    <a:pt x="15567" y="212591"/>
                  </a:lnTo>
                  <a:lnTo>
                    <a:pt x="19326" y="213070"/>
                  </a:lnTo>
                  <a:lnTo>
                    <a:pt x="20467" y="212621"/>
                  </a:lnTo>
                  <a:lnTo>
                    <a:pt x="21251" y="211898"/>
                  </a:lnTo>
                  <a:lnTo>
                    <a:pt x="22171" y="211351"/>
                  </a:lnTo>
                  <a:lnTo>
                    <a:pt x="23343" y="210072"/>
                  </a:lnTo>
                  <a:lnTo>
                    <a:pt x="24020" y="208596"/>
                  </a:lnTo>
                  <a:lnTo>
                    <a:pt x="24583" y="208018"/>
                  </a:lnTo>
                  <a:lnTo>
                    <a:pt x="25884" y="208223"/>
                  </a:lnTo>
                  <a:lnTo>
                    <a:pt x="26006" y="207584"/>
                  </a:lnTo>
                  <a:lnTo>
                    <a:pt x="26676" y="206717"/>
                  </a:lnTo>
                  <a:lnTo>
                    <a:pt x="28951" y="204777"/>
                  </a:lnTo>
                  <a:lnTo>
                    <a:pt x="28928" y="203917"/>
                  </a:lnTo>
                  <a:lnTo>
                    <a:pt x="28289" y="202045"/>
                  </a:lnTo>
                  <a:lnTo>
                    <a:pt x="28448" y="201361"/>
                  </a:lnTo>
                  <a:lnTo>
                    <a:pt x="29765" y="201125"/>
                  </a:lnTo>
                  <a:lnTo>
                    <a:pt x="31324" y="200600"/>
                  </a:lnTo>
                  <a:lnTo>
                    <a:pt x="32154" y="198812"/>
                  </a:lnTo>
                  <a:lnTo>
                    <a:pt x="33181" y="197252"/>
                  </a:lnTo>
                  <a:lnTo>
                    <a:pt x="34353" y="194954"/>
                  </a:lnTo>
                  <a:lnTo>
                    <a:pt x="35646" y="194810"/>
                  </a:lnTo>
                  <a:lnTo>
                    <a:pt x="36331" y="192124"/>
                  </a:lnTo>
                  <a:lnTo>
                    <a:pt x="38073" y="189773"/>
                  </a:lnTo>
                  <a:lnTo>
                    <a:pt x="41619" y="182803"/>
                  </a:lnTo>
                  <a:lnTo>
                    <a:pt x="40546" y="182956"/>
                  </a:lnTo>
                  <a:lnTo>
                    <a:pt x="39694" y="183891"/>
                  </a:lnTo>
                  <a:lnTo>
                    <a:pt x="38728" y="183777"/>
                  </a:lnTo>
                  <a:lnTo>
                    <a:pt x="37624" y="183229"/>
                  </a:lnTo>
                  <a:lnTo>
                    <a:pt x="37944" y="180087"/>
                  </a:lnTo>
                  <a:lnTo>
                    <a:pt x="37312" y="179714"/>
                  </a:lnTo>
                  <a:lnTo>
                    <a:pt x="35600" y="182134"/>
                  </a:lnTo>
                  <a:lnTo>
                    <a:pt x="34124" y="179669"/>
                  </a:lnTo>
                  <a:lnTo>
                    <a:pt x="33987" y="178170"/>
                  </a:lnTo>
                  <a:lnTo>
                    <a:pt x="34611" y="176686"/>
                  </a:lnTo>
                  <a:lnTo>
                    <a:pt x="34520" y="175689"/>
                  </a:lnTo>
                  <a:lnTo>
                    <a:pt x="32131" y="176435"/>
                  </a:lnTo>
                  <a:lnTo>
                    <a:pt x="32245" y="175507"/>
                  </a:lnTo>
                  <a:lnTo>
                    <a:pt x="33729" y="174556"/>
                  </a:lnTo>
                  <a:lnTo>
                    <a:pt x="34406" y="173567"/>
                  </a:lnTo>
                  <a:lnTo>
                    <a:pt x="35699" y="172486"/>
                  </a:lnTo>
                  <a:lnTo>
                    <a:pt x="36239" y="170858"/>
                  </a:lnTo>
                  <a:lnTo>
                    <a:pt x="36552" y="168324"/>
                  </a:lnTo>
                  <a:lnTo>
                    <a:pt x="37137" y="165608"/>
                  </a:lnTo>
                  <a:lnTo>
                    <a:pt x="36704" y="164269"/>
                  </a:lnTo>
                  <a:lnTo>
                    <a:pt x="36004" y="163128"/>
                  </a:lnTo>
                  <a:lnTo>
                    <a:pt x="35418" y="158060"/>
                  </a:lnTo>
                  <a:lnTo>
                    <a:pt x="35578" y="155108"/>
                  </a:lnTo>
                  <a:lnTo>
                    <a:pt x="35273" y="152788"/>
                  </a:lnTo>
                  <a:lnTo>
                    <a:pt x="34665" y="150824"/>
                  </a:lnTo>
                  <a:lnTo>
                    <a:pt x="31827" y="148245"/>
                  </a:lnTo>
                  <a:lnTo>
                    <a:pt x="36308" y="145293"/>
                  </a:lnTo>
                  <a:lnTo>
                    <a:pt x="37913" y="143064"/>
                  </a:lnTo>
                  <a:lnTo>
                    <a:pt x="35874" y="138476"/>
                  </a:lnTo>
                  <a:lnTo>
                    <a:pt x="33211" y="134603"/>
                  </a:lnTo>
                  <a:lnTo>
                    <a:pt x="33135" y="132283"/>
                  </a:lnTo>
                  <a:lnTo>
                    <a:pt x="33835" y="132579"/>
                  </a:lnTo>
                  <a:lnTo>
                    <a:pt x="34733" y="132511"/>
                  </a:lnTo>
                  <a:lnTo>
                    <a:pt x="35547" y="127611"/>
                  </a:lnTo>
                  <a:lnTo>
                    <a:pt x="35357" y="126097"/>
                  </a:lnTo>
                  <a:lnTo>
                    <a:pt x="33858" y="123647"/>
                  </a:lnTo>
                  <a:lnTo>
                    <a:pt x="32002" y="123586"/>
                  </a:lnTo>
                  <a:lnTo>
                    <a:pt x="30373" y="120504"/>
                  </a:lnTo>
                  <a:lnTo>
                    <a:pt x="29438" y="119812"/>
                  </a:lnTo>
                  <a:lnTo>
                    <a:pt x="28684" y="117872"/>
                  </a:lnTo>
                  <a:lnTo>
                    <a:pt x="26059" y="114091"/>
                  </a:lnTo>
                  <a:lnTo>
                    <a:pt x="23982" y="112120"/>
                  </a:lnTo>
                  <a:lnTo>
                    <a:pt x="25542" y="107555"/>
                  </a:lnTo>
                  <a:lnTo>
                    <a:pt x="26904" y="106680"/>
                  </a:lnTo>
                  <a:lnTo>
                    <a:pt x="27345" y="105546"/>
                  </a:lnTo>
                  <a:lnTo>
                    <a:pt x="26813" y="102739"/>
                  </a:lnTo>
                  <a:lnTo>
                    <a:pt x="26965" y="102084"/>
                  </a:lnTo>
                  <a:lnTo>
                    <a:pt x="27284" y="101803"/>
                  </a:lnTo>
                  <a:lnTo>
                    <a:pt x="27604" y="101818"/>
                  </a:lnTo>
                  <a:lnTo>
                    <a:pt x="28152" y="102244"/>
                  </a:lnTo>
                  <a:lnTo>
                    <a:pt x="29171" y="103454"/>
                  </a:lnTo>
                  <a:lnTo>
                    <a:pt x="30023" y="104953"/>
                  </a:lnTo>
                  <a:lnTo>
                    <a:pt x="30708" y="105409"/>
                  </a:lnTo>
                  <a:lnTo>
                    <a:pt x="31743" y="104914"/>
                  </a:lnTo>
                  <a:lnTo>
                    <a:pt x="35745" y="101924"/>
                  </a:lnTo>
                  <a:lnTo>
                    <a:pt x="35486" y="100996"/>
                  </a:lnTo>
                  <a:lnTo>
                    <a:pt x="35852" y="99124"/>
                  </a:lnTo>
                  <a:lnTo>
                    <a:pt x="37191" y="97595"/>
                  </a:lnTo>
                  <a:lnTo>
                    <a:pt x="38621" y="97070"/>
                  </a:lnTo>
                  <a:lnTo>
                    <a:pt x="39047" y="96218"/>
                  </a:lnTo>
                  <a:lnTo>
                    <a:pt x="38705" y="94902"/>
                  </a:lnTo>
                  <a:lnTo>
                    <a:pt x="37198" y="91622"/>
                  </a:lnTo>
                  <a:lnTo>
                    <a:pt x="35859" y="89857"/>
                  </a:lnTo>
                  <a:lnTo>
                    <a:pt x="34999" y="88100"/>
                  </a:lnTo>
                  <a:lnTo>
                    <a:pt x="34543" y="86479"/>
                  </a:lnTo>
                  <a:lnTo>
                    <a:pt x="33021" y="84950"/>
                  </a:lnTo>
                  <a:lnTo>
                    <a:pt x="33660" y="83504"/>
                  </a:lnTo>
                  <a:lnTo>
                    <a:pt x="34840" y="81815"/>
                  </a:lnTo>
                  <a:lnTo>
                    <a:pt x="35243" y="81518"/>
                  </a:lnTo>
                  <a:lnTo>
                    <a:pt x="35882" y="81982"/>
                  </a:lnTo>
                  <a:lnTo>
                    <a:pt x="37647" y="85049"/>
                  </a:lnTo>
                  <a:lnTo>
                    <a:pt x="40455" y="87042"/>
                  </a:lnTo>
                  <a:lnTo>
                    <a:pt x="43399" y="90260"/>
                  </a:lnTo>
                  <a:lnTo>
                    <a:pt x="44609" y="92482"/>
                  </a:lnTo>
                  <a:lnTo>
                    <a:pt x="45568" y="92885"/>
                  </a:lnTo>
                  <a:lnTo>
                    <a:pt x="46397" y="93684"/>
                  </a:lnTo>
                  <a:lnTo>
                    <a:pt x="46032" y="94285"/>
                  </a:lnTo>
                  <a:lnTo>
                    <a:pt x="45111" y="94917"/>
                  </a:lnTo>
                  <a:lnTo>
                    <a:pt x="44845" y="96203"/>
                  </a:lnTo>
                  <a:lnTo>
                    <a:pt x="45446" y="96926"/>
                  </a:lnTo>
                  <a:lnTo>
                    <a:pt x="46077" y="97390"/>
                  </a:lnTo>
                  <a:lnTo>
                    <a:pt x="47797" y="97093"/>
                  </a:lnTo>
                  <a:lnTo>
                    <a:pt x="48740" y="95586"/>
                  </a:lnTo>
                  <a:lnTo>
                    <a:pt x="48109" y="88974"/>
                  </a:lnTo>
                  <a:lnTo>
                    <a:pt x="47120" y="85665"/>
                  </a:lnTo>
                  <a:lnTo>
                    <a:pt x="45971" y="84638"/>
                  </a:lnTo>
                  <a:lnTo>
                    <a:pt x="44944" y="83329"/>
                  </a:lnTo>
                  <a:lnTo>
                    <a:pt x="45636" y="82340"/>
                  </a:lnTo>
                  <a:lnTo>
                    <a:pt x="47470" y="81891"/>
                  </a:lnTo>
                  <a:lnTo>
                    <a:pt x="49874" y="80735"/>
                  </a:lnTo>
                  <a:lnTo>
                    <a:pt x="58685" y="74412"/>
                  </a:lnTo>
                  <a:lnTo>
                    <a:pt x="61705" y="68470"/>
                  </a:lnTo>
                  <a:lnTo>
                    <a:pt x="64018" y="66316"/>
                  </a:lnTo>
                  <a:lnTo>
                    <a:pt x="66628" y="64916"/>
                  </a:lnTo>
                  <a:lnTo>
                    <a:pt x="69824" y="65243"/>
                  </a:lnTo>
                  <a:lnTo>
                    <a:pt x="72304" y="64498"/>
                  </a:lnTo>
                  <a:lnTo>
                    <a:pt x="73073" y="62603"/>
                  </a:lnTo>
                  <a:lnTo>
                    <a:pt x="72396" y="60039"/>
                  </a:lnTo>
                  <a:lnTo>
                    <a:pt x="71444" y="58487"/>
                  </a:lnTo>
                  <a:lnTo>
                    <a:pt x="72357" y="56242"/>
                  </a:lnTo>
                  <a:lnTo>
                    <a:pt x="73309" y="52826"/>
                  </a:lnTo>
                  <a:lnTo>
                    <a:pt x="73240" y="49958"/>
                  </a:lnTo>
                  <a:lnTo>
                    <a:pt x="74465" y="48246"/>
                  </a:lnTo>
                  <a:lnTo>
                    <a:pt x="74039" y="47576"/>
                  </a:lnTo>
                  <a:lnTo>
                    <a:pt x="72251" y="48961"/>
                  </a:lnTo>
                  <a:lnTo>
                    <a:pt x="70836" y="49585"/>
                  </a:lnTo>
                  <a:lnTo>
                    <a:pt x="71635" y="48444"/>
                  </a:lnTo>
                  <a:lnTo>
                    <a:pt x="74138" y="45614"/>
                  </a:lnTo>
                  <a:lnTo>
                    <a:pt x="75439" y="41299"/>
                  </a:lnTo>
                  <a:lnTo>
                    <a:pt x="76436" y="39504"/>
                  </a:lnTo>
                  <a:lnTo>
                    <a:pt x="79966" y="36993"/>
                  </a:lnTo>
                  <a:lnTo>
                    <a:pt x="80666" y="35783"/>
                  </a:lnTo>
                  <a:lnTo>
                    <a:pt x="83337" y="33896"/>
                  </a:lnTo>
                  <a:lnTo>
                    <a:pt x="87635" y="29848"/>
                  </a:lnTo>
                  <a:lnTo>
                    <a:pt x="89279" y="28722"/>
                  </a:lnTo>
                  <a:lnTo>
                    <a:pt x="97610" y="31332"/>
                  </a:lnTo>
                  <a:lnTo>
                    <a:pt x="100258" y="31165"/>
                  </a:lnTo>
                  <a:lnTo>
                    <a:pt x="99786" y="31644"/>
                  </a:lnTo>
                  <a:lnTo>
                    <a:pt x="98561" y="31804"/>
                  </a:lnTo>
                  <a:lnTo>
                    <a:pt x="96796" y="32511"/>
                  </a:lnTo>
                  <a:lnTo>
                    <a:pt x="96286" y="34071"/>
                  </a:lnTo>
                  <a:lnTo>
                    <a:pt x="97481" y="35699"/>
                  </a:lnTo>
                  <a:lnTo>
                    <a:pt x="98752" y="36171"/>
                  </a:lnTo>
                  <a:lnTo>
                    <a:pt x="99832" y="35121"/>
                  </a:lnTo>
                  <a:lnTo>
                    <a:pt x="100905" y="32131"/>
                  </a:lnTo>
                  <a:lnTo>
                    <a:pt x="102632" y="28821"/>
                  </a:lnTo>
                  <a:lnTo>
                    <a:pt x="103035" y="25352"/>
                  </a:lnTo>
                  <a:lnTo>
                    <a:pt x="104260" y="24157"/>
                  </a:lnTo>
                  <a:lnTo>
                    <a:pt x="106048" y="23724"/>
                  </a:lnTo>
                  <a:lnTo>
                    <a:pt x="109244" y="24408"/>
                  </a:lnTo>
                  <a:lnTo>
                    <a:pt x="111671" y="25123"/>
                  </a:lnTo>
                  <a:lnTo>
                    <a:pt x="114205" y="25215"/>
                  </a:lnTo>
                  <a:lnTo>
                    <a:pt x="121973" y="24690"/>
                  </a:lnTo>
                  <a:lnTo>
                    <a:pt x="134603" y="15674"/>
                  </a:lnTo>
                  <a:lnTo>
                    <a:pt x="140469" y="13734"/>
                  </a:lnTo>
                  <a:lnTo>
                    <a:pt x="144144" y="11831"/>
                  </a:lnTo>
                  <a:lnTo>
                    <a:pt x="146488" y="8126"/>
                  </a:lnTo>
                  <a:lnTo>
                    <a:pt x="147119" y="5341"/>
                  </a:lnTo>
                  <a:lnTo>
                    <a:pt x="148846" y="4261"/>
                  </a:lnTo>
                  <a:lnTo>
                    <a:pt x="150657" y="4261"/>
                  </a:lnTo>
                  <a:lnTo>
                    <a:pt x="151487" y="3584"/>
                  </a:lnTo>
                  <a:lnTo>
                    <a:pt x="151745" y="2724"/>
                  </a:lnTo>
                  <a:lnTo>
                    <a:pt x="156113" y="312"/>
                  </a:lnTo>
                  <a:lnTo>
                    <a:pt x="158616" y="0"/>
                  </a:lnTo>
                  <a:lnTo>
                    <a:pt x="160830" y="46"/>
                  </a:lnTo>
                  <a:lnTo>
                    <a:pt x="165776" y="2146"/>
                  </a:lnTo>
                  <a:lnTo>
                    <a:pt x="168066" y="5859"/>
                  </a:lnTo>
                  <a:lnTo>
                    <a:pt x="168446" y="8415"/>
                  </a:lnTo>
                  <a:lnTo>
                    <a:pt x="165311" y="11192"/>
                  </a:lnTo>
                  <a:lnTo>
                    <a:pt x="164490" y="12410"/>
                  </a:lnTo>
                  <a:close/>
                  <a:moveTo>
                    <a:pt x="19417" y="211921"/>
                  </a:moveTo>
                  <a:lnTo>
                    <a:pt x="18839" y="212393"/>
                  </a:lnTo>
                  <a:lnTo>
                    <a:pt x="17736" y="211556"/>
                  </a:lnTo>
                  <a:lnTo>
                    <a:pt x="17363" y="210491"/>
                  </a:lnTo>
                  <a:lnTo>
                    <a:pt x="18040" y="209700"/>
                  </a:lnTo>
                  <a:lnTo>
                    <a:pt x="18907" y="209958"/>
                  </a:lnTo>
                  <a:lnTo>
                    <a:pt x="19303" y="210605"/>
                  </a:lnTo>
                  <a:lnTo>
                    <a:pt x="19417" y="21192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3" name="Freeform: Shape 2192">
              <a:extLst>
                <a:ext uri="{FF2B5EF4-FFF2-40B4-BE49-F238E27FC236}">
                  <a16:creationId xmlns:a16="http://schemas.microsoft.com/office/drawing/2014/main" id="{92DD62FA-2641-CF99-0733-C908BF66DB7B}"/>
                </a:ext>
              </a:extLst>
            </p:cNvPr>
            <p:cNvSpPr/>
            <p:nvPr/>
          </p:nvSpPr>
          <p:spPr>
            <a:xfrm>
              <a:off x="7739443" y="4765374"/>
              <a:ext cx="71414" cy="67114"/>
            </a:xfrm>
            <a:custGeom>
              <a:avLst/>
              <a:gdLst>
                <a:gd name="csX0" fmla="*/ 48383 w 71414"/>
                <a:gd name="csY0" fmla="*/ 5881 h 67114"/>
                <a:gd name="csX1" fmla="*/ 48915 w 71414"/>
                <a:gd name="csY1" fmla="*/ 6741 h 67114"/>
                <a:gd name="csX2" fmla="*/ 49532 w 71414"/>
                <a:gd name="csY2" fmla="*/ 8088 h 67114"/>
                <a:gd name="csX3" fmla="*/ 49806 w 71414"/>
                <a:gd name="csY3" fmla="*/ 9823 h 67114"/>
                <a:gd name="csX4" fmla="*/ 52522 w 71414"/>
                <a:gd name="csY4" fmla="*/ 15628 h 67114"/>
                <a:gd name="csX5" fmla="*/ 54690 w 71414"/>
                <a:gd name="csY5" fmla="*/ 18869 h 67114"/>
                <a:gd name="csX6" fmla="*/ 59438 w 71414"/>
                <a:gd name="csY6" fmla="*/ 24774 h 67114"/>
                <a:gd name="csX7" fmla="*/ 61485 w 71414"/>
                <a:gd name="csY7" fmla="*/ 25861 h 67114"/>
                <a:gd name="csX8" fmla="*/ 64947 w 71414"/>
                <a:gd name="csY8" fmla="*/ 30602 h 67114"/>
                <a:gd name="csX9" fmla="*/ 66141 w 71414"/>
                <a:gd name="csY9" fmla="*/ 31385 h 67114"/>
                <a:gd name="csX10" fmla="*/ 66826 w 71414"/>
                <a:gd name="csY10" fmla="*/ 32785 h 67114"/>
                <a:gd name="csX11" fmla="*/ 70417 w 71414"/>
                <a:gd name="csY11" fmla="*/ 33934 h 67114"/>
                <a:gd name="csX12" fmla="*/ 71414 w 71414"/>
                <a:gd name="csY12" fmla="*/ 34786 h 67114"/>
                <a:gd name="csX13" fmla="*/ 71292 w 71414"/>
                <a:gd name="csY13" fmla="*/ 35182 h 67114"/>
                <a:gd name="csX14" fmla="*/ 70919 w 71414"/>
                <a:gd name="csY14" fmla="*/ 35600 h 67114"/>
                <a:gd name="csX15" fmla="*/ 70394 w 71414"/>
                <a:gd name="csY15" fmla="*/ 36019 h 67114"/>
                <a:gd name="csX16" fmla="*/ 69694 w 71414"/>
                <a:gd name="csY16" fmla="*/ 36308 h 67114"/>
                <a:gd name="csX17" fmla="*/ 68005 w 71414"/>
                <a:gd name="csY17" fmla="*/ 35441 h 67114"/>
                <a:gd name="csX18" fmla="*/ 66339 w 71414"/>
                <a:gd name="csY18" fmla="*/ 34459 h 67114"/>
                <a:gd name="csX19" fmla="*/ 65426 w 71414"/>
                <a:gd name="csY19" fmla="*/ 34908 h 67114"/>
                <a:gd name="csX20" fmla="*/ 65084 w 71414"/>
                <a:gd name="csY20" fmla="*/ 36186 h 67114"/>
                <a:gd name="csX21" fmla="*/ 64467 w 71414"/>
                <a:gd name="csY21" fmla="*/ 36841 h 67114"/>
                <a:gd name="csX22" fmla="*/ 63699 w 71414"/>
                <a:gd name="csY22" fmla="*/ 37099 h 67114"/>
                <a:gd name="csX23" fmla="*/ 63379 w 71414"/>
                <a:gd name="csY23" fmla="*/ 37525 h 67114"/>
                <a:gd name="csX24" fmla="*/ 63311 w 71414"/>
                <a:gd name="csY24" fmla="*/ 41832 h 67114"/>
                <a:gd name="csX25" fmla="*/ 63372 w 71414"/>
                <a:gd name="csY25" fmla="*/ 45887 h 67114"/>
                <a:gd name="csX26" fmla="*/ 64627 w 71414"/>
                <a:gd name="csY26" fmla="*/ 45979 h 67114"/>
                <a:gd name="csX27" fmla="*/ 66727 w 71414"/>
                <a:gd name="csY27" fmla="*/ 47386 h 67114"/>
                <a:gd name="csX28" fmla="*/ 67625 w 71414"/>
                <a:gd name="csY28" fmla="*/ 48215 h 67114"/>
                <a:gd name="csX29" fmla="*/ 67906 w 71414"/>
                <a:gd name="csY29" fmla="*/ 48984 h 67114"/>
                <a:gd name="csX30" fmla="*/ 67648 w 71414"/>
                <a:gd name="csY30" fmla="*/ 49357 h 67114"/>
                <a:gd name="csX31" fmla="*/ 66111 w 71414"/>
                <a:gd name="csY31" fmla="*/ 50239 h 67114"/>
                <a:gd name="csX32" fmla="*/ 64612 w 71414"/>
                <a:gd name="csY32" fmla="*/ 51358 h 67114"/>
                <a:gd name="csX33" fmla="*/ 63866 w 71414"/>
                <a:gd name="csY33" fmla="*/ 52750 h 67114"/>
                <a:gd name="csX34" fmla="*/ 65175 w 71414"/>
                <a:gd name="csY34" fmla="*/ 55010 h 67114"/>
                <a:gd name="csX35" fmla="*/ 65456 w 71414"/>
                <a:gd name="csY35" fmla="*/ 56539 h 67114"/>
                <a:gd name="csX36" fmla="*/ 65411 w 71414"/>
                <a:gd name="csY36" fmla="*/ 58145 h 67114"/>
                <a:gd name="csX37" fmla="*/ 65046 w 71414"/>
                <a:gd name="csY37" fmla="*/ 58913 h 67114"/>
                <a:gd name="csX38" fmla="*/ 62147 w 71414"/>
                <a:gd name="csY38" fmla="*/ 60747 h 67114"/>
                <a:gd name="csX39" fmla="*/ 61515 w 71414"/>
                <a:gd name="csY39" fmla="*/ 61393 h 67114"/>
                <a:gd name="csX40" fmla="*/ 61591 w 71414"/>
                <a:gd name="csY40" fmla="*/ 61858 h 67114"/>
                <a:gd name="csX41" fmla="*/ 63197 w 71414"/>
                <a:gd name="csY41" fmla="*/ 63128 h 67114"/>
                <a:gd name="csX42" fmla="*/ 63950 w 71414"/>
                <a:gd name="csY42" fmla="*/ 64353 h 67114"/>
                <a:gd name="csX43" fmla="*/ 64581 w 71414"/>
                <a:gd name="csY43" fmla="*/ 65829 h 67114"/>
                <a:gd name="csX44" fmla="*/ 64673 w 71414"/>
                <a:gd name="csY44" fmla="*/ 67115 h 67114"/>
                <a:gd name="csX45" fmla="*/ 63220 w 71414"/>
                <a:gd name="csY45" fmla="*/ 64734 h 67114"/>
                <a:gd name="csX46" fmla="*/ 61211 w 71414"/>
                <a:gd name="csY46" fmla="*/ 62459 h 67114"/>
                <a:gd name="csX47" fmla="*/ 59461 w 71414"/>
                <a:gd name="csY47" fmla="*/ 61059 h 67114"/>
                <a:gd name="csX48" fmla="*/ 59324 w 71414"/>
                <a:gd name="csY48" fmla="*/ 57795 h 67114"/>
                <a:gd name="csX49" fmla="*/ 58624 w 71414"/>
                <a:gd name="csY49" fmla="*/ 56022 h 67114"/>
                <a:gd name="csX50" fmla="*/ 55991 w 71414"/>
                <a:gd name="csY50" fmla="*/ 54386 h 67114"/>
                <a:gd name="csX51" fmla="*/ 53739 w 71414"/>
                <a:gd name="csY51" fmla="*/ 53237 h 67114"/>
                <a:gd name="csX52" fmla="*/ 52065 w 71414"/>
                <a:gd name="csY52" fmla="*/ 53473 h 67114"/>
                <a:gd name="csX53" fmla="*/ 53093 w 71414"/>
                <a:gd name="csY53" fmla="*/ 55352 h 67114"/>
                <a:gd name="csX54" fmla="*/ 55733 w 71414"/>
                <a:gd name="csY54" fmla="*/ 57764 h 67114"/>
                <a:gd name="csX55" fmla="*/ 55908 w 71414"/>
                <a:gd name="csY55" fmla="*/ 58685 h 67114"/>
                <a:gd name="csX56" fmla="*/ 55870 w 71414"/>
                <a:gd name="csY56" fmla="*/ 59925 h 67114"/>
                <a:gd name="csX57" fmla="*/ 54051 w 71414"/>
                <a:gd name="csY57" fmla="*/ 59735 h 67114"/>
                <a:gd name="csX58" fmla="*/ 52438 w 71414"/>
                <a:gd name="csY58" fmla="*/ 59233 h 67114"/>
                <a:gd name="csX59" fmla="*/ 50483 w 71414"/>
                <a:gd name="csY59" fmla="*/ 59073 h 67114"/>
                <a:gd name="csX60" fmla="*/ 49182 w 71414"/>
                <a:gd name="csY60" fmla="*/ 58335 h 67114"/>
                <a:gd name="csX61" fmla="*/ 46420 w 71414"/>
                <a:gd name="csY61" fmla="*/ 55451 h 67114"/>
                <a:gd name="csX62" fmla="*/ 48383 w 71414"/>
                <a:gd name="csY62" fmla="*/ 53001 h 67114"/>
                <a:gd name="csX63" fmla="*/ 48992 w 71414"/>
                <a:gd name="csY63" fmla="*/ 51388 h 67114"/>
                <a:gd name="csX64" fmla="*/ 48938 w 71414"/>
                <a:gd name="csY64" fmla="*/ 48040 h 67114"/>
                <a:gd name="csX65" fmla="*/ 48489 w 71414"/>
                <a:gd name="csY65" fmla="*/ 46420 h 67114"/>
                <a:gd name="csX66" fmla="*/ 46359 w 71414"/>
                <a:gd name="csY66" fmla="*/ 43955 h 67114"/>
                <a:gd name="csX67" fmla="*/ 42973 w 71414"/>
                <a:gd name="csY67" fmla="*/ 41238 h 67114"/>
                <a:gd name="csX68" fmla="*/ 38225 w 71414"/>
                <a:gd name="csY68" fmla="*/ 39024 h 67114"/>
                <a:gd name="csX69" fmla="*/ 35996 w 71414"/>
                <a:gd name="csY69" fmla="*/ 37236 h 67114"/>
                <a:gd name="csX70" fmla="*/ 30434 w 71414"/>
                <a:gd name="csY70" fmla="*/ 35867 h 67114"/>
                <a:gd name="csX71" fmla="*/ 28319 w 71414"/>
                <a:gd name="csY71" fmla="*/ 34961 h 67114"/>
                <a:gd name="csX72" fmla="*/ 26668 w 71414"/>
                <a:gd name="csY72" fmla="*/ 33280 h 67114"/>
                <a:gd name="csX73" fmla="*/ 26424 w 71414"/>
                <a:gd name="csY73" fmla="*/ 32070 h 67114"/>
                <a:gd name="csX74" fmla="*/ 27010 w 71414"/>
                <a:gd name="csY74" fmla="*/ 30206 h 67114"/>
                <a:gd name="csX75" fmla="*/ 25473 w 71414"/>
                <a:gd name="csY75" fmla="*/ 27840 h 67114"/>
                <a:gd name="csX76" fmla="*/ 18854 w 71414"/>
                <a:gd name="csY76" fmla="*/ 23176 h 67114"/>
                <a:gd name="csX77" fmla="*/ 15149 w 71414"/>
                <a:gd name="csY77" fmla="*/ 21464 h 67114"/>
                <a:gd name="csX78" fmla="*/ 14357 w 71414"/>
                <a:gd name="csY78" fmla="*/ 20452 h 67114"/>
                <a:gd name="csX79" fmla="*/ 13771 w 71414"/>
                <a:gd name="csY79" fmla="*/ 20140 h 67114"/>
                <a:gd name="csX80" fmla="*/ 14334 w 71414"/>
                <a:gd name="csY80" fmla="*/ 23358 h 67114"/>
                <a:gd name="csX81" fmla="*/ 15955 w 71414"/>
                <a:gd name="csY81" fmla="*/ 25299 h 67114"/>
                <a:gd name="csX82" fmla="*/ 20178 w 71414"/>
                <a:gd name="csY82" fmla="*/ 27102 h 67114"/>
                <a:gd name="csX83" fmla="*/ 21342 w 71414"/>
                <a:gd name="csY83" fmla="*/ 28159 h 67114"/>
                <a:gd name="csX84" fmla="*/ 21814 w 71414"/>
                <a:gd name="csY84" fmla="*/ 29529 h 67114"/>
                <a:gd name="csX85" fmla="*/ 19364 w 71414"/>
                <a:gd name="csY85" fmla="*/ 32146 h 67114"/>
                <a:gd name="csX86" fmla="*/ 18108 w 71414"/>
                <a:gd name="csY86" fmla="*/ 32808 h 67114"/>
                <a:gd name="csX87" fmla="*/ 17743 w 71414"/>
                <a:gd name="csY87" fmla="*/ 34239 h 67114"/>
                <a:gd name="csX88" fmla="*/ 16944 w 71414"/>
                <a:gd name="csY88" fmla="*/ 34672 h 67114"/>
                <a:gd name="csX89" fmla="*/ 16100 w 71414"/>
                <a:gd name="csY89" fmla="*/ 33851 h 67114"/>
                <a:gd name="csX90" fmla="*/ 12676 w 71414"/>
                <a:gd name="csY90" fmla="*/ 29742 h 67114"/>
                <a:gd name="csX91" fmla="*/ 6049 w 71414"/>
                <a:gd name="csY91" fmla="*/ 27771 h 67114"/>
                <a:gd name="csX92" fmla="*/ 4847 w 71414"/>
                <a:gd name="csY92" fmla="*/ 26561 h 67114"/>
                <a:gd name="csX93" fmla="*/ 2381 w 71414"/>
                <a:gd name="csY93" fmla="*/ 22803 h 67114"/>
                <a:gd name="csX94" fmla="*/ 1248 w 71414"/>
                <a:gd name="csY94" fmla="*/ 19379 h 67114"/>
                <a:gd name="csX95" fmla="*/ 1651 w 71414"/>
                <a:gd name="csY95" fmla="*/ 17089 h 67114"/>
                <a:gd name="csX96" fmla="*/ 4375 w 71414"/>
                <a:gd name="csY96" fmla="*/ 13520 h 67114"/>
                <a:gd name="csX97" fmla="*/ 5227 w 71414"/>
                <a:gd name="csY97" fmla="*/ 11968 h 67114"/>
                <a:gd name="csX98" fmla="*/ 5052 w 71414"/>
                <a:gd name="csY98" fmla="*/ 11010 h 67114"/>
                <a:gd name="csX99" fmla="*/ 5136 w 71414"/>
                <a:gd name="csY99" fmla="*/ 9602 h 67114"/>
                <a:gd name="csX100" fmla="*/ 4124 w 71414"/>
                <a:gd name="csY100" fmla="*/ 8620 h 67114"/>
                <a:gd name="csX101" fmla="*/ 1605 w 71414"/>
                <a:gd name="csY101" fmla="*/ 7335 h 67114"/>
                <a:gd name="csX102" fmla="*/ 0 w 71414"/>
                <a:gd name="csY102" fmla="*/ 6308 h 67114"/>
                <a:gd name="csX103" fmla="*/ 441 w 71414"/>
                <a:gd name="csY103" fmla="*/ 5798 h 67114"/>
                <a:gd name="csX104" fmla="*/ 3325 w 71414"/>
                <a:gd name="csY104" fmla="*/ 4413 h 67114"/>
                <a:gd name="csX105" fmla="*/ 3508 w 71414"/>
                <a:gd name="csY105" fmla="*/ 3165 h 67114"/>
                <a:gd name="csX106" fmla="*/ 3492 w 71414"/>
                <a:gd name="csY106" fmla="*/ 2754 h 67114"/>
                <a:gd name="csX107" fmla="*/ 3964 w 71414"/>
                <a:gd name="csY107" fmla="*/ 2663 h 67114"/>
                <a:gd name="csX108" fmla="*/ 4382 w 71414"/>
                <a:gd name="csY108" fmla="*/ 2336 h 67114"/>
                <a:gd name="csX109" fmla="*/ 4641 w 71414"/>
                <a:gd name="csY109" fmla="*/ 1986 h 67114"/>
                <a:gd name="csX110" fmla="*/ 5425 w 71414"/>
                <a:gd name="csY110" fmla="*/ 784 h 67114"/>
                <a:gd name="csX111" fmla="*/ 6117 w 71414"/>
                <a:gd name="csY111" fmla="*/ 107 h 67114"/>
                <a:gd name="csX112" fmla="*/ 6916 w 71414"/>
                <a:gd name="csY112" fmla="*/ 0 h 67114"/>
                <a:gd name="csX113" fmla="*/ 7882 w 71414"/>
                <a:gd name="csY113" fmla="*/ 495 h 67114"/>
                <a:gd name="csX114" fmla="*/ 11519 w 71414"/>
                <a:gd name="csY114" fmla="*/ 1796 h 67114"/>
                <a:gd name="csX115" fmla="*/ 15567 w 71414"/>
                <a:gd name="csY115" fmla="*/ 3234 h 67114"/>
                <a:gd name="csX116" fmla="*/ 21327 w 71414"/>
                <a:gd name="csY116" fmla="*/ 5273 h 67114"/>
                <a:gd name="csX117" fmla="*/ 23716 w 71414"/>
                <a:gd name="csY117" fmla="*/ 3964 h 67114"/>
                <a:gd name="csX118" fmla="*/ 25770 w 71414"/>
                <a:gd name="csY118" fmla="*/ 2967 h 67114"/>
                <a:gd name="csX119" fmla="*/ 27201 w 71414"/>
                <a:gd name="csY119" fmla="*/ 3112 h 67114"/>
                <a:gd name="csX120" fmla="*/ 30297 w 71414"/>
                <a:gd name="csY120" fmla="*/ 4276 h 67114"/>
                <a:gd name="csX121" fmla="*/ 32161 w 71414"/>
                <a:gd name="csY121" fmla="*/ 4649 h 67114"/>
                <a:gd name="csX122" fmla="*/ 33303 w 71414"/>
                <a:gd name="csY122" fmla="*/ 4527 h 67114"/>
                <a:gd name="csX123" fmla="*/ 35281 w 71414"/>
                <a:gd name="csY123" fmla="*/ 6239 h 67114"/>
                <a:gd name="csX124" fmla="*/ 36361 w 71414"/>
                <a:gd name="csY124" fmla="*/ 7525 h 67114"/>
                <a:gd name="csX125" fmla="*/ 36544 w 71414"/>
                <a:gd name="csY125" fmla="*/ 8377 h 67114"/>
                <a:gd name="csX126" fmla="*/ 37145 w 71414"/>
                <a:gd name="csY126" fmla="*/ 8841 h 67114"/>
                <a:gd name="csX127" fmla="*/ 38690 w 71414"/>
                <a:gd name="csY127" fmla="*/ 8940 h 67114"/>
                <a:gd name="csX128" fmla="*/ 42463 w 71414"/>
                <a:gd name="csY128" fmla="*/ 9807 h 67114"/>
                <a:gd name="csX129" fmla="*/ 44769 w 71414"/>
                <a:gd name="csY129" fmla="*/ 9640 h 67114"/>
                <a:gd name="csX130" fmla="*/ 46869 w 71414"/>
                <a:gd name="csY130" fmla="*/ 8719 h 67114"/>
                <a:gd name="csX131" fmla="*/ 48025 w 71414"/>
                <a:gd name="csY131" fmla="*/ 7616 h 67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Lst>
              <a:rect l="l" t="t" r="r" b="b"/>
              <a:pathLst>
                <a:path w="71414" h="67114">
                  <a:moveTo>
                    <a:pt x="48383" y="5881"/>
                  </a:moveTo>
                  <a:lnTo>
                    <a:pt x="48915" y="6741"/>
                  </a:lnTo>
                  <a:lnTo>
                    <a:pt x="49532" y="8088"/>
                  </a:lnTo>
                  <a:lnTo>
                    <a:pt x="49806" y="9823"/>
                  </a:lnTo>
                  <a:lnTo>
                    <a:pt x="52522" y="15628"/>
                  </a:lnTo>
                  <a:lnTo>
                    <a:pt x="54690" y="18869"/>
                  </a:lnTo>
                  <a:lnTo>
                    <a:pt x="59438" y="24774"/>
                  </a:lnTo>
                  <a:lnTo>
                    <a:pt x="61485" y="25861"/>
                  </a:lnTo>
                  <a:lnTo>
                    <a:pt x="64947" y="30602"/>
                  </a:lnTo>
                  <a:lnTo>
                    <a:pt x="66141" y="31385"/>
                  </a:lnTo>
                  <a:lnTo>
                    <a:pt x="66826" y="32785"/>
                  </a:lnTo>
                  <a:lnTo>
                    <a:pt x="70417" y="33934"/>
                  </a:lnTo>
                  <a:lnTo>
                    <a:pt x="71414" y="34786"/>
                  </a:lnTo>
                  <a:lnTo>
                    <a:pt x="71292" y="35182"/>
                  </a:lnTo>
                  <a:lnTo>
                    <a:pt x="70919" y="35600"/>
                  </a:lnTo>
                  <a:lnTo>
                    <a:pt x="70394" y="36019"/>
                  </a:lnTo>
                  <a:lnTo>
                    <a:pt x="69694" y="36308"/>
                  </a:lnTo>
                  <a:lnTo>
                    <a:pt x="68005" y="35441"/>
                  </a:lnTo>
                  <a:lnTo>
                    <a:pt x="66339" y="34459"/>
                  </a:lnTo>
                  <a:lnTo>
                    <a:pt x="65426" y="34908"/>
                  </a:lnTo>
                  <a:lnTo>
                    <a:pt x="65084" y="36186"/>
                  </a:lnTo>
                  <a:lnTo>
                    <a:pt x="64467" y="36841"/>
                  </a:lnTo>
                  <a:lnTo>
                    <a:pt x="63699" y="37099"/>
                  </a:lnTo>
                  <a:lnTo>
                    <a:pt x="63379" y="37525"/>
                  </a:lnTo>
                  <a:lnTo>
                    <a:pt x="63311" y="41832"/>
                  </a:lnTo>
                  <a:lnTo>
                    <a:pt x="63372" y="45887"/>
                  </a:lnTo>
                  <a:lnTo>
                    <a:pt x="64627" y="45979"/>
                  </a:lnTo>
                  <a:lnTo>
                    <a:pt x="66727" y="47386"/>
                  </a:lnTo>
                  <a:lnTo>
                    <a:pt x="67625" y="48215"/>
                  </a:lnTo>
                  <a:lnTo>
                    <a:pt x="67906" y="48984"/>
                  </a:lnTo>
                  <a:lnTo>
                    <a:pt x="67648" y="49357"/>
                  </a:lnTo>
                  <a:lnTo>
                    <a:pt x="66111" y="50239"/>
                  </a:lnTo>
                  <a:lnTo>
                    <a:pt x="64612" y="51358"/>
                  </a:lnTo>
                  <a:lnTo>
                    <a:pt x="63866" y="52750"/>
                  </a:lnTo>
                  <a:lnTo>
                    <a:pt x="65175" y="55010"/>
                  </a:lnTo>
                  <a:lnTo>
                    <a:pt x="65456" y="56539"/>
                  </a:lnTo>
                  <a:lnTo>
                    <a:pt x="65411" y="58145"/>
                  </a:lnTo>
                  <a:lnTo>
                    <a:pt x="65046" y="58913"/>
                  </a:lnTo>
                  <a:lnTo>
                    <a:pt x="62147" y="60747"/>
                  </a:lnTo>
                  <a:lnTo>
                    <a:pt x="61515" y="61393"/>
                  </a:lnTo>
                  <a:lnTo>
                    <a:pt x="61591" y="61858"/>
                  </a:lnTo>
                  <a:lnTo>
                    <a:pt x="63197" y="63128"/>
                  </a:lnTo>
                  <a:lnTo>
                    <a:pt x="63950" y="64353"/>
                  </a:lnTo>
                  <a:lnTo>
                    <a:pt x="64581" y="65829"/>
                  </a:lnTo>
                  <a:lnTo>
                    <a:pt x="64673" y="67115"/>
                  </a:lnTo>
                  <a:lnTo>
                    <a:pt x="63220" y="64734"/>
                  </a:lnTo>
                  <a:lnTo>
                    <a:pt x="61211" y="62459"/>
                  </a:lnTo>
                  <a:lnTo>
                    <a:pt x="59461" y="61059"/>
                  </a:lnTo>
                  <a:lnTo>
                    <a:pt x="59324" y="57795"/>
                  </a:lnTo>
                  <a:lnTo>
                    <a:pt x="58624" y="56022"/>
                  </a:lnTo>
                  <a:lnTo>
                    <a:pt x="55991" y="54386"/>
                  </a:lnTo>
                  <a:lnTo>
                    <a:pt x="53739" y="53237"/>
                  </a:lnTo>
                  <a:lnTo>
                    <a:pt x="52065" y="53473"/>
                  </a:lnTo>
                  <a:lnTo>
                    <a:pt x="53093" y="55352"/>
                  </a:lnTo>
                  <a:lnTo>
                    <a:pt x="55733" y="57764"/>
                  </a:lnTo>
                  <a:lnTo>
                    <a:pt x="55908" y="58685"/>
                  </a:lnTo>
                  <a:lnTo>
                    <a:pt x="55870" y="59925"/>
                  </a:lnTo>
                  <a:lnTo>
                    <a:pt x="54051" y="59735"/>
                  </a:lnTo>
                  <a:lnTo>
                    <a:pt x="52438" y="59233"/>
                  </a:lnTo>
                  <a:lnTo>
                    <a:pt x="50483" y="59073"/>
                  </a:lnTo>
                  <a:lnTo>
                    <a:pt x="49182" y="58335"/>
                  </a:lnTo>
                  <a:lnTo>
                    <a:pt x="46420" y="55451"/>
                  </a:lnTo>
                  <a:lnTo>
                    <a:pt x="48383" y="53001"/>
                  </a:lnTo>
                  <a:lnTo>
                    <a:pt x="48992" y="51388"/>
                  </a:lnTo>
                  <a:lnTo>
                    <a:pt x="48938" y="48040"/>
                  </a:lnTo>
                  <a:lnTo>
                    <a:pt x="48489" y="46420"/>
                  </a:lnTo>
                  <a:lnTo>
                    <a:pt x="46359" y="43955"/>
                  </a:lnTo>
                  <a:lnTo>
                    <a:pt x="42973" y="41238"/>
                  </a:lnTo>
                  <a:lnTo>
                    <a:pt x="38225" y="39024"/>
                  </a:lnTo>
                  <a:lnTo>
                    <a:pt x="35996" y="37236"/>
                  </a:lnTo>
                  <a:lnTo>
                    <a:pt x="30434" y="35867"/>
                  </a:lnTo>
                  <a:lnTo>
                    <a:pt x="28319" y="34961"/>
                  </a:lnTo>
                  <a:lnTo>
                    <a:pt x="26668" y="33280"/>
                  </a:lnTo>
                  <a:lnTo>
                    <a:pt x="26424" y="32070"/>
                  </a:lnTo>
                  <a:lnTo>
                    <a:pt x="27010" y="30206"/>
                  </a:lnTo>
                  <a:lnTo>
                    <a:pt x="25473" y="27840"/>
                  </a:lnTo>
                  <a:lnTo>
                    <a:pt x="18854" y="23176"/>
                  </a:lnTo>
                  <a:lnTo>
                    <a:pt x="15149" y="21464"/>
                  </a:lnTo>
                  <a:lnTo>
                    <a:pt x="14357" y="20452"/>
                  </a:lnTo>
                  <a:lnTo>
                    <a:pt x="13771" y="20140"/>
                  </a:lnTo>
                  <a:lnTo>
                    <a:pt x="14334" y="23358"/>
                  </a:lnTo>
                  <a:lnTo>
                    <a:pt x="15955" y="25299"/>
                  </a:lnTo>
                  <a:lnTo>
                    <a:pt x="20178" y="27102"/>
                  </a:lnTo>
                  <a:lnTo>
                    <a:pt x="21342" y="28159"/>
                  </a:lnTo>
                  <a:lnTo>
                    <a:pt x="21814" y="29529"/>
                  </a:lnTo>
                  <a:lnTo>
                    <a:pt x="19364" y="32146"/>
                  </a:lnTo>
                  <a:lnTo>
                    <a:pt x="18108" y="32808"/>
                  </a:lnTo>
                  <a:lnTo>
                    <a:pt x="17743" y="34239"/>
                  </a:lnTo>
                  <a:lnTo>
                    <a:pt x="16944" y="34672"/>
                  </a:lnTo>
                  <a:lnTo>
                    <a:pt x="16100" y="33851"/>
                  </a:lnTo>
                  <a:lnTo>
                    <a:pt x="12676" y="29742"/>
                  </a:lnTo>
                  <a:lnTo>
                    <a:pt x="6049" y="27771"/>
                  </a:lnTo>
                  <a:lnTo>
                    <a:pt x="4847" y="26561"/>
                  </a:lnTo>
                  <a:lnTo>
                    <a:pt x="2381" y="22803"/>
                  </a:lnTo>
                  <a:lnTo>
                    <a:pt x="1248" y="19379"/>
                  </a:lnTo>
                  <a:lnTo>
                    <a:pt x="1651" y="17089"/>
                  </a:lnTo>
                  <a:lnTo>
                    <a:pt x="4375" y="13520"/>
                  </a:lnTo>
                  <a:lnTo>
                    <a:pt x="5227" y="11968"/>
                  </a:lnTo>
                  <a:lnTo>
                    <a:pt x="5052" y="11010"/>
                  </a:lnTo>
                  <a:lnTo>
                    <a:pt x="5136" y="9602"/>
                  </a:lnTo>
                  <a:lnTo>
                    <a:pt x="4124" y="8620"/>
                  </a:lnTo>
                  <a:lnTo>
                    <a:pt x="1605" y="7335"/>
                  </a:lnTo>
                  <a:lnTo>
                    <a:pt x="0" y="6308"/>
                  </a:lnTo>
                  <a:lnTo>
                    <a:pt x="441" y="5798"/>
                  </a:lnTo>
                  <a:lnTo>
                    <a:pt x="3325" y="4413"/>
                  </a:lnTo>
                  <a:lnTo>
                    <a:pt x="3508" y="3165"/>
                  </a:lnTo>
                  <a:lnTo>
                    <a:pt x="3492" y="2754"/>
                  </a:lnTo>
                  <a:lnTo>
                    <a:pt x="3964" y="2663"/>
                  </a:lnTo>
                  <a:lnTo>
                    <a:pt x="4382" y="2336"/>
                  </a:lnTo>
                  <a:lnTo>
                    <a:pt x="4641" y="1986"/>
                  </a:lnTo>
                  <a:lnTo>
                    <a:pt x="5425" y="784"/>
                  </a:lnTo>
                  <a:lnTo>
                    <a:pt x="6117" y="107"/>
                  </a:lnTo>
                  <a:lnTo>
                    <a:pt x="6916" y="0"/>
                  </a:lnTo>
                  <a:lnTo>
                    <a:pt x="7882" y="495"/>
                  </a:lnTo>
                  <a:lnTo>
                    <a:pt x="11519" y="1796"/>
                  </a:lnTo>
                  <a:lnTo>
                    <a:pt x="15567" y="3234"/>
                  </a:lnTo>
                  <a:lnTo>
                    <a:pt x="21327" y="5273"/>
                  </a:lnTo>
                  <a:lnTo>
                    <a:pt x="23716" y="3964"/>
                  </a:lnTo>
                  <a:lnTo>
                    <a:pt x="25770" y="2967"/>
                  </a:lnTo>
                  <a:lnTo>
                    <a:pt x="27201" y="3112"/>
                  </a:lnTo>
                  <a:lnTo>
                    <a:pt x="30297" y="4276"/>
                  </a:lnTo>
                  <a:lnTo>
                    <a:pt x="32161" y="4649"/>
                  </a:lnTo>
                  <a:lnTo>
                    <a:pt x="33303" y="4527"/>
                  </a:lnTo>
                  <a:lnTo>
                    <a:pt x="35281" y="6239"/>
                  </a:lnTo>
                  <a:lnTo>
                    <a:pt x="36361" y="7525"/>
                  </a:lnTo>
                  <a:lnTo>
                    <a:pt x="36544" y="8377"/>
                  </a:lnTo>
                  <a:lnTo>
                    <a:pt x="37145" y="8841"/>
                  </a:lnTo>
                  <a:lnTo>
                    <a:pt x="38690" y="8940"/>
                  </a:lnTo>
                  <a:lnTo>
                    <a:pt x="42463" y="9807"/>
                  </a:lnTo>
                  <a:lnTo>
                    <a:pt x="44769" y="9640"/>
                  </a:lnTo>
                  <a:lnTo>
                    <a:pt x="46869" y="8719"/>
                  </a:lnTo>
                  <a:lnTo>
                    <a:pt x="48025" y="761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4" name="Freeform: Shape 2193">
              <a:extLst>
                <a:ext uri="{FF2B5EF4-FFF2-40B4-BE49-F238E27FC236}">
                  <a16:creationId xmlns:a16="http://schemas.microsoft.com/office/drawing/2014/main" id="{9136B648-D25D-3315-CE7F-173E957C163B}"/>
                </a:ext>
              </a:extLst>
            </p:cNvPr>
            <p:cNvSpPr/>
            <p:nvPr/>
          </p:nvSpPr>
          <p:spPr>
            <a:xfrm>
              <a:off x="7761173" y="4498154"/>
              <a:ext cx="229580" cy="76146"/>
            </a:xfrm>
            <a:custGeom>
              <a:avLst/>
              <a:gdLst>
                <a:gd name="csX0" fmla="*/ 65190 w 229580"/>
                <a:gd name="csY0" fmla="*/ 662 h 76146"/>
                <a:gd name="csX1" fmla="*/ 70783 w 229580"/>
                <a:gd name="csY1" fmla="*/ 1735 h 76146"/>
                <a:gd name="csX2" fmla="*/ 75302 w 229580"/>
                <a:gd name="csY2" fmla="*/ 1430 h 76146"/>
                <a:gd name="csX3" fmla="*/ 77463 w 229580"/>
                <a:gd name="csY3" fmla="*/ 799 h 76146"/>
                <a:gd name="csX4" fmla="*/ 77265 w 229580"/>
                <a:gd name="csY4" fmla="*/ 1446 h 76146"/>
                <a:gd name="csX5" fmla="*/ 79251 w 229580"/>
                <a:gd name="csY5" fmla="*/ 3036 h 76146"/>
                <a:gd name="csX6" fmla="*/ 79974 w 229580"/>
                <a:gd name="csY6" fmla="*/ 3142 h 76146"/>
                <a:gd name="csX7" fmla="*/ 82895 w 229580"/>
                <a:gd name="csY7" fmla="*/ 2336 h 76146"/>
                <a:gd name="csX8" fmla="*/ 90527 w 229580"/>
                <a:gd name="csY8" fmla="*/ 2031 h 76146"/>
                <a:gd name="csX9" fmla="*/ 91310 w 229580"/>
                <a:gd name="csY9" fmla="*/ 2480 h 76146"/>
                <a:gd name="csX10" fmla="*/ 92657 w 229580"/>
                <a:gd name="csY10" fmla="*/ 4033 h 76146"/>
                <a:gd name="csX11" fmla="*/ 94605 w 229580"/>
                <a:gd name="csY11" fmla="*/ 4991 h 76146"/>
                <a:gd name="csX12" fmla="*/ 96621 w 229580"/>
                <a:gd name="csY12" fmla="*/ 5722 h 76146"/>
                <a:gd name="csX13" fmla="*/ 98729 w 229580"/>
                <a:gd name="csY13" fmla="*/ 5912 h 76146"/>
                <a:gd name="csX14" fmla="*/ 100829 w 229580"/>
                <a:gd name="csY14" fmla="*/ 5585 h 76146"/>
                <a:gd name="csX15" fmla="*/ 102799 w 229580"/>
                <a:gd name="csY15" fmla="*/ 5744 h 76146"/>
                <a:gd name="csX16" fmla="*/ 105265 w 229580"/>
                <a:gd name="csY16" fmla="*/ 7251 h 76146"/>
                <a:gd name="csX17" fmla="*/ 106041 w 229580"/>
                <a:gd name="csY17" fmla="*/ 7426 h 76146"/>
                <a:gd name="csX18" fmla="*/ 108247 w 229580"/>
                <a:gd name="csY18" fmla="*/ 7015 h 76146"/>
                <a:gd name="csX19" fmla="*/ 107600 w 229580"/>
                <a:gd name="csY19" fmla="*/ 8400 h 76146"/>
                <a:gd name="csX20" fmla="*/ 111313 w 229580"/>
                <a:gd name="csY20" fmla="*/ 10332 h 76146"/>
                <a:gd name="csX21" fmla="*/ 114037 w 229580"/>
                <a:gd name="csY21" fmla="*/ 14137 h 76146"/>
                <a:gd name="csX22" fmla="*/ 116015 w 229580"/>
                <a:gd name="csY22" fmla="*/ 15696 h 76146"/>
                <a:gd name="csX23" fmla="*/ 118108 w 229580"/>
                <a:gd name="csY23" fmla="*/ 17097 h 76146"/>
                <a:gd name="csX24" fmla="*/ 119873 w 229580"/>
                <a:gd name="csY24" fmla="*/ 18048 h 76146"/>
                <a:gd name="csX25" fmla="*/ 121851 w 229580"/>
                <a:gd name="csY25" fmla="*/ 18504 h 76146"/>
                <a:gd name="csX26" fmla="*/ 127854 w 229580"/>
                <a:gd name="csY26" fmla="*/ 18321 h 76146"/>
                <a:gd name="csX27" fmla="*/ 129277 w 229580"/>
                <a:gd name="csY27" fmla="*/ 18436 h 76146"/>
                <a:gd name="csX28" fmla="*/ 130548 w 229580"/>
                <a:gd name="csY28" fmla="*/ 18976 h 76146"/>
                <a:gd name="csX29" fmla="*/ 131758 w 229580"/>
                <a:gd name="csY29" fmla="*/ 19189 h 76146"/>
                <a:gd name="csX30" fmla="*/ 132458 w 229580"/>
                <a:gd name="csY30" fmla="*/ 18983 h 76146"/>
                <a:gd name="csX31" fmla="*/ 144053 w 229580"/>
                <a:gd name="csY31" fmla="*/ 24888 h 76146"/>
                <a:gd name="csX32" fmla="*/ 147743 w 229580"/>
                <a:gd name="csY32" fmla="*/ 28038 h 76146"/>
                <a:gd name="csX33" fmla="*/ 149995 w 229580"/>
                <a:gd name="csY33" fmla="*/ 29673 h 76146"/>
                <a:gd name="csX34" fmla="*/ 154872 w 229580"/>
                <a:gd name="csY34" fmla="*/ 32032 h 76146"/>
                <a:gd name="csX35" fmla="*/ 156828 w 229580"/>
                <a:gd name="csY35" fmla="*/ 32550 h 76146"/>
                <a:gd name="csX36" fmla="*/ 157855 w 229580"/>
                <a:gd name="csY36" fmla="*/ 32237 h 76146"/>
                <a:gd name="csX37" fmla="*/ 157657 w 229580"/>
                <a:gd name="csY37" fmla="*/ 31720 h 76146"/>
                <a:gd name="csX38" fmla="*/ 156227 w 229580"/>
                <a:gd name="csY38" fmla="*/ 30411 h 76146"/>
                <a:gd name="csX39" fmla="*/ 156014 w 229580"/>
                <a:gd name="csY39" fmla="*/ 29932 h 76146"/>
                <a:gd name="csX40" fmla="*/ 157847 w 229580"/>
                <a:gd name="csY40" fmla="*/ 30335 h 76146"/>
                <a:gd name="csX41" fmla="*/ 161157 w 229580"/>
                <a:gd name="csY41" fmla="*/ 32998 h 76146"/>
                <a:gd name="csX42" fmla="*/ 162070 w 229580"/>
                <a:gd name="csY42" fmla="*/ 33980 h 76146"/>
                <a:gd name="csX43" fmla="*/ 163721 w 229580"/>
                <a:gd name="csY43" fmla="*/ 34893 h 76146"/>
                <a:gd name="csX44" fmla="*/ 165388 w 229580"/>
                <a:gd name="csY44" fmla="*/ 35547 h 76146"/>
                <a:gd name="csX45" fmla="*/ 164596 w 229580"/>
                <a:gd name="csY45" fmla="*/ 36597 h 76146"/>
                <a:gd name="csX46" fmla="*/ 163242 w 229580"/>
                <a:gd name="csY46" fmla="*/ 36688 h 76146"/>
                <a:gd name="csX47" fmla="*/ 160647 w 229580"/>
                <a:gd name="csY47" fmla="*/ 36255 h 76146"/>
                <a:gd name="csX48" fmla="*/ 162709 w 229580"/>
                <a:gd name="csY48" fmla="*/ 37967 h 76146"/>
                <a:gd name="csX49" fmla="*/ 163059 w 229580"/>
                <a:gd name="csY49" fmla="*/ 39207 h 76146"/>
                <a:gd name="csX50" fmla="*/ 164018 w 229580"/>
                <a:gd name="csY50" fmla="*/ 39313 h 76146"/>
                <a:gd name="csX51" fmla="*/ 165448 w 229580"/>
                <a:gd name="csY51" fmla="*/ 37952 h 76146"/>
                <a:gd name="csX52" fmla="*/ 166354 w 229580"/>
                <a:gd name="csY52" fmla="*/ 36803 h 76146"/>
                <a:gd name="csX53" fmla="*/ 169998 w 229580"/>
                <a:gd name="csY53" fmla="*/ 39770 h 76146"/>
                <a:gd name="csX54" fmla="*/ 171961 w 229580"/>
                <a:gd name="csY54" fmla="*/ 41124 h 76146"/>
                <a:gd name="csX55" fmla="*/ 171459 w 229580"/>
                <a:gd name="csY55" fmla="*/ 41916 h 76146"/>
                <a:gd name="csX56" fmla="*/ 171299 w 229580"/>
                <a:gd name="csY56" fmla="*/ 42699 h 76146"/>
                <a:gd name="csX57" fmla="*/ 173491 w 229580"/>
                <a:gd name="csY57" fmla="*/ 41969 h 76146"/>
                <a:gd name="csX58" fmla="*/ 174320 w 229580"/>
                <a:gd name="csY58" fmla="*/ 42053 h 76146"/>
                <a:gd name="csX59" fmla="*/ 175119 w 229580"/>
                <a:gd name="csY59" fmla="*/ 42471 h 76146"/>
                <a:gd name="csX60" fmla="*/ 175994 w 229580"/>
                <a:gd name="csY60" fmla="*/ 43742 h 76146"/>
                <a:gd name="csX61" fmla="*/ 178041 w 229580"/>
                <a:gd name="csY61" fmla="*/ 44023 h 76146"/>
                <a:gd name="csX62" fmla="*/ 180102 w 229580"/>
                <a:gd name="csY62" fmla="*/ 43993 h 76146"/>
                <a:gd name="csX63" fmla="*/ 184287 w 229580"/>
                <a:gd name="csY63" fmla="*/ 45043 h 76146"/>
                <a:gd name="csX64" fmla="*/ 188251 w 229580"/>
                <a:gd name="csY64" fmla="*/ 47181 h 76146"/>
                <a:gd name="csX65" fmla="*/ 191979 w 229580"/>
                <a:gd name="csY65" fmla="*/ 47614 h 76146"/>
                <a:gd name="csX66" fmla="*/ 195738 w 229580"/>
                <a:gd name="csY66" fmla="*/ 47690 h 76146"/>
                <a:gd name="csX67" fmla="*/ 197640 w 229580"/>
                <a:gd name="csY67" fmla="*/ 48817 h 76146"/>
                <a:gd name="csX68" fmla="*/ 198447 w 229580"/>
                <a:gd name="csY68" fmla="*/ 50338 h 76146"/>
                <a:gd name="csX69" fmla="*/ 197534 w 229580"/>
                <a:gd name="csY69" fmla="*/ 51411 h 76146"/>
                <a:gd name="csX70" fmla="*/ 197016 w 229580"/>
                <a:gd name="csY70" fmla="*/ 52529 h 76146"/>
                <a:gd name="csX71" fmla="*/ 198416 w 229580"/>
                <a:gd name="csY71" fmla="*/ 53907 h 76146"/>
                <a:gd name="csX72" fmla="*/ 195365 w 229580"/>
                <a:gd name="csY72" fmla="*/ 54492 h 76146"/>
                <a:gd name="csX73" fmla="*/ 194932 w 229580"/>
                <a:gd name="csY73" fmla="*/ 55322 h 76146"/>
                <a:gd name="csX74" fmla="*/ 195091 w 229580"/>
                <a:gd name="csY74" fmla="*/ 56212 h 76146"/>
                <a:gd name="csX75" fmla="*/ 195700 w 229580"/>
                <a:gd name="csY75" fmla="*/ 56699 h 76146"/>
                <a:gd name="csX76" fmla="*/ 197442 w 229580"/>
                <a:gd name="csY76" fmla="*/ 56273 h 76146"/>
                <a:gd name="csX77" fmla="*/ 199968 w 229580"/>
                <a:gd name="csY77" fmla="*/ 56653 h 76146"/>
                <a:gd name="csX78" fmla="*/ 203948 w 229580"/>
                <a:gd name="csY78" fmla="*/ 56988 h 76146"/>
                <a:gd name="csX79" fmla="*/ 206611 w 229580"/>
                <a:gd name="csY79" fmla="*/ 56714 h 76146"/>
                <a:gd name="csX80" fmla="*/ 212028 w 229580"/>
                <a:gd name="csY80" fmla="*/ 57650 h 76146"/>
                <a:gd name="csX81" fmla="*/ 213671 w 229580"/>
                <a:gd name="csY81" fmla="*/ 58152 h 76146"/>
                <a:gd name="csX82" fmla="*/ 216882 w 229580"/>
                <a:gd name="csY82" fmla="*/ 59910 h 76146"/>
                <a:gd name="csX83" fmla="*/ 218366 w 229580"/>
                <a:gd name="csY83" fmla="*/ 61066 h 76146"/>
                <a:gd name="csX84" fmla="*/ 221554 w 229580"/>
                <a:gd name="csY84" fmla="*/ 64186 h 76146"/>
                <a:gd name="csX85" fmla="*/ 224301 w 229580"/>
                <a:gd name="csY85" fmla="*/ 65411 h 76146"/>
                <a:gd name="csX86" fmla="*/ 226682 w 229580"/>
                <a:gd name="csY86" fmla="*/ 65707 h 76146"/>
                <a:gd name="csX87" fmla="*/ 227511 w 229580"/>
                <a:gd name="csY87" fmla="*/ 65502 h 76146"/>
                <a:gd name="csX88" fmla="*/ 228265 w 229580"/>
                <a:gd name="csY88" fmla="*/ 65844 h 76146"/>
                <a:gd name="csX89" fmla="*/ 228927 w 229580"/>
                <a:gd name="csY89" fmla="*/ 66278 h 76146"/>
                <a:gd name="csX90" fmla="*/ 229581 w 229580"/>
                <a:gd name="csY90" fmla="*/ 67640 h 76146"/>
                <a:gd name="csX91" fmla="*/ 229216 w 229580"/>
                <a:gd name="csY91" fmla="*/ 69071 h 76146"/>
                <a:gd name="csX92" fmla="*/ 227854 w 229580"/>
                <a:gd name="csY92" fmla="*/ 70235 h 76146"/>
                <a:gd name="csX93" fmla="*/ 227101 w 229580"/>
                <a:gd name="csY93" fmla="*/ 71079 h 76146"/>
                <a:gd name="csX94" fmla="*/ 223700 w 229580"/>
                <a:gd name="csY94" fmla="*/ 71178 h 76146"/>
                <a:gd name="csX95" fmla="*/ 218944 w 229580"/>
                <a:gd name="csY95" fmla="*/ 71566 h 76146"/>
                <a:gd name="csX96" fmla="*/ 214349 w 229580"/>
                <a:gd name="csY96" fmla="*/ 72829 h 76146"/>
                <a:gd name="csX97" fmla="*/ 212104 w 229580"/>
                <a:gd name="csY97" fmla="*/ 73834 h 76146"/>
                <a:gd name="csX98" fmla="*/ 211077 w 229580"/>
                <a:gd name="csY98" fmla="*/ 74496 h 76146"/>
                <a:gd name="csX99" fmla="*/ 208657 w 229580"/>
                <a:gd name="csY99" fmla="*/ 75112 h 76146"/>
                <a:gd name="csX100" fmla="*/ 208498 w 229580"/>
                <a:gd name="csY100" fmla="*/ 74587 h 76146"/>
                <a:gd name="csX101" fmla="*/ 208543 w 229580"/>
                <a:gd name="csY101" fmla="*/ 73925 h 76146"/>
                <a:gd name="csX102" fmla="*/ 207912 w 229580"/>
                <a:gd name="csY102" fmla="*/ 72700 h 76146"/>
                <a:gd name="csX103" fmla="*/ 207364 w 229580"/>
                <a:gd name="csY103" fmla="*/ 73803 h 76146"/>
                <a:gd name="csX104" fmla="*/ 206466 w 229580"/>
                <a:gd name="csY104" fmla="*/ 74610 h 76146"/>
                <a:gd name="csX105" fmla="*/ 204952 w 229580"/>
                <a:gd name="csY105" fmla="*/ 75294 h 76146"/>
                <a:gd name="csX106" fmla="*/ 199367 w 229580"/>
                <a:gd name="csY106" fmla="*/ 75340 h 76146"/>
                <a:gd name="csX107" fmla="*/ 197123 w 229580"/>
                <a:gd name="csY107" fmla="*/ 74412 h 76146"/>
                <a:gd name="csX108" fmla="*/ 194817 w 229580"/>
                <a:gd name="csY108" fmla="*/ 73780 h 76146"/>
                <a:gd name="csX109" fmla="*/ 186418 w 229580"/>
                <a:gd name="csY109" fmla="*/ 73118 h 76146"/>
                <a:gd name="csX110" fmla="*/ 184401 w 229580"/>
                <a:gd name="csY110" fmla="*/ 73172 h 76146"/>
                <a:gd name="csX111" fmla="*/ 178794 w 229580"/>
                <a:gd name="csY111" fmla="*/ 73864 h 76146"/>
                <a:gd name="csX112" fmla="*/ 173156 w 229580"/>
                <a:gd name="csY112" fmla="*/ 74237 h 76146"/>
                <a:gd name="csX113" fmla="*/ 170797 w 229580"/>
                <a:gd name="csY113" fmla="*/ 74663 h 76146"/>
                <a:gd name="csX114" fmla="*/ 168461 w 229580"/>
                <a:gd name="csY114" fmla="*/ 75302 h 76146"/>
                <a:gd name="csX115" fmla="*/ 163919 w 229580"/>
                <a:gd name="csY115" fmla="*/ 75279 h 76146"/>
                <a:gd name="csX116" fmla="*/ 158555 w 229580"/>
                <a:gd name="csY116" fmla="*/ 76009 h 76146"/>
                <a:gd name="csX117" fmla="*/ 153176 w 229580"/>
                <a:gd name="csY117" fmla="*/ 76146 h 76146"/>
                <a:gd name="csX118" fmla="*/ 156622 w 229580"/>
                <a:gd name="csY118" fmla="*/ 71026 h 76146"/>
                <a:gd name="csX119" fmla="*/ 163889 w 229580"/>
                <a:gd name="csY119" fmla="*/ 66088 h 76146"/>
                <a:gd name="csX120" fmla="*/ 165258 w 229580"/>
                <a:gd name="csY120" fmla="*/ 65023 h 76146"/>
                <a:gd name="csX121" fmla="*/ 166232 w 229580"/>
                <a:gd name="csY121" fmla="*/ 63661 h 76146"/>
                <a:gd name="csX122" fmla="*/ 166460 w 229580"/>
                <a:gd name="csY122" fmla="*/ 62634 h 76146"/>
                <a:gd name="csX123" fmla="*/ 166141 w 229580"/>
                <a:gd name="csY123" fmla="*/ 61759 h 76146"/>
                <a:gd name="csX124" fmla="*/ 164406 w 229580"/>
                <a:gd name="csY124" fmla="*/ 60206 h 76146"/>
                <a:gd name="csX125" fmla="*/ 164056 w 229580"/>
                <a:gd name="csY125" fmla="*/ 59058 h 76146"/>
                <a:gd name="csX126" fmla="*/ 163539 w 229580"/>
                <a:gd name="csY126" fmla="*/ 58312 h 76146"/>
                <a:gd name="csX127" fmla="*/ 161020 w 229580"/>
                <a:gd name="csY127" fmla="*/ 57665 h 76146"/>
                <a:gd name="csX128" fmla="*/ 158471 w 229580"/>
                <a:gd name="csY128" fmla="*/ 57277 h 76146"/>
                <a:gd name="csX129" fmla="*/ 155786 w 229580"/>
                <a:gd name="csY129" fmla="*/ 57270 h 76146"/>
                <a:gd name="csX130" fmla="*/ 150147 w 229580"/>
                <a:gd name="csY130" fmla="*/ 56737 h 76146"/>
                <a:gd name="csX131" fmla="*/ 147150 w 229580"/>
                <a:gd name="csY131" fmla="*/ 56699 h 76146"/>
                <a:gd name="csX132" fmla="*/ 144609 w 229580"/>
                <a:gd name="csY132" fmla="*/ 55641 h 76146"/>
                <a:gd name="csX133" fmla="*/ 140393 w 229580"/>
                <a:gd name="csY133" fmla="*/ 51883 h 76146"/>
                <a:gd name="csX134" fmla="*/ 138423 w 229580"/>
                <a:gd name="csY134" fmla="*/ 50825 h 76146"/>
                <a:gd name="csX135" fmla="*/ 137411 w 229580"/>
                <a:gd name="csY135" fmla="*/ 49981 h 76146"/>
                <a:gd name="csX136" fmla="*/ 136620 w 229580"/>
                <a:gd name="csY136" fmla="*/ 49007 h 76146"/>
                <a:gd name="csX137" fmla="*/ 135630 w 229580"/>
                <a:gd name="csY137" fmla="*/ 43468 h 76146"/>
                <a:gd name="csX138" fmla="*/ 134793 w 229580"/>
                <a:gd name="csY138" fmla="*/ 40805 h 76146"/>
                <a:gd name="csX139" fmla="*/ 133515 w 229580"/>
                <a:gd name="csY139" fmla="*/ 38484 h 76146"/>
                <a:gd name="csX140" fmla="*/ 131567 w 229580"/>
                <a:gd name="csY140" fmla="*/ 36726 h 76146"/>
                <a:gd name="csX141" fmla="*/ 129528 w 229580"/>
                <a:gd name="csY141" fmla="*/ 36126 h 76146"/>
                <a:gd name="csX142" fmla="*/ 121707 w 229580"/>
                <a:gd name="csY142" fmla="*/ 37632 h 76146"/>
                <a:gd name="csX143" fmla="*/ 119888 w 229580"/>
                <a:gd name="csY143" fmla="*/ 37404 h 76146"/>
                <a:gd name="csX144" fmla="*/ 118115 w 229580"/>
                <a:gd name="csY144" fmla="*/ 36894 h 76146"/>
                <a:gd name="csX145" fmla="*/ 106307 w 229580"/>
                <a:gd name="csY145" fmla="*/ 33295 h 76146"/>
                <a:gd name="csX146" fmla="*/ 101437 w 229580"/>
                <a:gd name="csY146" fmla="*/ 31317 h 76146"/>
                <a:gd name="csX147" fmla="*/ 99452 w 229580"/>
                <a:gd name="csY147" fmla="*/ 30335 h 76146"/>
                <a:gd name="csX148" fmla="*/ 97755 w 229580"/>
                <a:gd name="csY148" fmla="*/ 28935 h 76146"/>
                <a:gd name="csX149" fmla="*/ 95997 w 229580"/>
                <a:gd name="csY149" fmla="*/ 26638 h 76146"/>
                <a:gd name="csX150" fmla="*/ 94027 w 229580"/>
                <a:gd name="csY150" fmla="*/ 24583 h 76146"/>
                <a:gd name="csX151" fmla="*/ 94034 w 229580"/>
                <a:gd name="csY151" fmla="*/ 25413 h 76146"/>
                <a:gd name="csX152" fmla="*/ 93730 w 229580"/>
                <a:gd name="csY152" fmla="*/ 25953 h 76146"/>
                <a:gd name="csX153" fmla="*/ 83846 w 229580"/>
                <a:gd name="csY153" fmla="*/ 26196 h 76146"/>
                <a:gd name="csX154" fmla="*/ 82271 w 229580"/>
                <a:gd name="csY154" fmla="*/ 25725 h 76146"/>
                <a:gd name="csX155" fmla="*/ 81260 w 229580"/>
                <a:gd name="csY155" fmla="*/ 25162 h 76146"/>
                <a:gd name="csX156" fmla="*/ 80544 w 229580"/>
                <a:gd name="csY156" fmla="*/ 24332 h 76146"/>
                <a:gd name="csX157" fmla="*/ 80012 w 229580"/>
                <a:gd name="csY157" fmla="*/ 22666 h 76146"/>
                <a:gd name="csX158" fmla="*/ 79068 w 229580"/>
                <a:gd name="csY158" fmla="*/ 21266 h 76146"/>
                <a:gd name="csX159" fmla="*/ 78764 w 229580"/>
                <a:gd name="csY159" fmla="*/ 22757 h 76146"/>
                <a:gd name="csX160" fmla="*/ 78277 w 229580"/>
                <a:gd name="csY160" fmla="*/ 24134 h 76146"/>
                <a:gd name="csX161" fmla="*/ 76953 w 229580"/>
                <a:gd name="csY161" fmla="*/ 24903 h 76146"/>
                <a:gd name="csX162" fmla="*/ 75439 w 229580"/>
                <a:gd name="csY162" fmla="*/ 25032 h 76146"/>
                <a:gd name="csX163" fmla="*/ 73605 w 229580"/>
                <a:gd name="csY163" fmla="*/ 23206 h 76146"/>
                <a:gd name="csX164" fmla="*/ 65593 w 229580"/>
                <a:gd name="csY164" fmla="*/ 22826 h 76146"/>
                <a:gd name="csX165" fmla="*/ 64886 w 229580"/>
                <a:gd name="csY165" fmla="*/ 22514 h 76146"/>
                <a:gd name="csX166" fmla="*/ 62253 w 229580"/>
                <a:gd name="csY166" fmla="*/ 20741 h 76146"/>
                <a:gd name="csX167" fmla="*/ 60009 w 229580"/>
                <a:gd name="csY167" fmla="*/ 18519 h 76146"/>
                <a:gd name="csX168" fmla="*/ 62238 w 229580"/>
                <a:gd name="csY168" fmla="*/ 17736 h 76146"/>
                <a:gd name="csX169" fmla="*/ 66849 w 229580"/>
                <a:gd name="csY169" fmla="*/ 16709 h 76146"/>
                <a:gd name="csX170" fmla="*/ 67846 w 229580"/>
                <a:gd name="csY170" fmla="*/ 16024 h 76146"/>
                <a:gd name="csX171" fmla="*/ 68424 w 229580"/>
                <a:gd name="csY171" fmla="*/ 15141 h 76146"/>
                <a:gd name="csX172" fmla="*/ 68005 w 229580"/>
                <a:gd name="csY172" fmla="*/ 13832 h 76146"/>
                <a:gd name="csX173" fmla="*/ 67085 w 229580"/>
                <a:gd name="csY173" fmla="*/ 12881 h 76146"/>
                <a:gd name="csX174" fmla="*/ 66141 w 229580"/>
                <a:gd name="csY174" fmla="*/ 12326 h 76146"/>
                <a:gd name="csX175" fmla="*/ 65099 w 229580"/>
                <a:gd name="csY175" fmla="*/ 11976 h 76146"/>
                <a:gd name="csX176" fmla="*/ 63722 w 229580"/>
                <a:gd name="csY176" fmla="*/ 11824 h 76146"/>
                <a:gd name="csX177" fmla="*/ 45895 w 229580"/>
                <a:gd name="csY177" fmla="*/ 11588 h 76146"/>
                <a:gd name="csX178" fmla="*/ 44868 w 229580"/>
                <a:gd name="csY178" fmla="*/ 12303 h 76146"/>
                <a:gd name="csX179" fmla="*/ 43270 w 229580"/>
                <a:gd name="csY179" fmla="*/ 13756 h 76146"/>
                <a:gd name="csX180" fmla="*/ 40105 w 229580"/>
                <a:gd name="csY180" fmla="*/ 15620 h 76146"/>
                <a:gd name="csX181" fmla="*/ 38020 w 229580"/>
                <a:gd name="csY181" fmla="*/ 17553 h 76146"/>
                <a:gd name="csX182" fmla="*/ 37236 w 229580"/>
                <a:gd name="csY182" fmla="*/ 18550 h 76146"/>
                <a:gd name="csX183" fmla="*/ 36262 w 229580"/>
                <a:gd name="csY183" fmla="*/ 19265 h 76146"/>
                <a:gd name="csX184" fmla="*/ 34071 w 229580"/>
                <a:gd name="csY184" fmla="*/ 20459 h 76146"/>
                <a:gd name="csX185" fmla="*/ 32200 w 229580"/>
                <a:gd name="csY185" fmla="*/ 22301 h 76146"/>
                <a:gd name="csX186" fmla="*/ 29932 w 229580"/>
                <a:gd name="csY186" fmla="*/ 23122 h 76146"/>
                <a:gd name="csX187" fmla="*/ 28692 w 229580"/>
                <a:gd name="csY187" fmla="*/ 22620 h 76146"/>
                <a:gd name="csX188" fmla="*/ 27467 w 229580"/>
                <a:gd name="csY188" fmla="*/ 22628 h 76146"/>
                <a:gd name="csX189" fmla="*/ 26577 w 229580"/>
                <a:gd name="csY189" fmla="*/ 23084 h 76146"/>
                <a:gd name="csX190" fmla="*/ 25641 w 229580"/>
                <a:gd name="csY190" fmla="*/ 23290 h 76146"/>
                <a:gd name="csX191" fmla="*/ 21068 w 229580"/>
                <a:gd name="csY191" fmla="*/ 23510 h 76146"/>
                <a:gd name="csX192" fmla="*/ 20383 w 229580"/>
                <a:gd name="csY192" fmla="*/ 23982 h 76146"/>
                <a:gd name="csX193" fmla="*/ 19729 w 229580"/>
                <a:gd name="csY193" fmla="*/ 25299 h 76146"/>
                <a:gd name="csX194" fmla="*/ 18983 w 229580"/>
                <a:gd name="csY194" fmla="*/ 27862 h 76146"/>
                <a:gd name="csX195" fmla="*/ 18283 w 229580"/>
                <a:gd name="csY195" fmla="*/ 28707 h 76146"/>
                <a:gd name="csX196" fmla="*/ 15993 w 229580"/>
                <a:gd name="csY196" fmla="*/ 29027 h 76146"/>
                <a:gd name="csX197" fmla="*/ 13810 w 229580"/>
                <a:gd name="csY197" fmla="*/ 29727 h 76146"/>
                <a:gd name="csX198" fmla="*/ 9366 w 229580"/>
                <a:gd name="csY198" fmla="*/ 32161 h 76146"/>
                <a:gd name="csX199" fmla="*/ 8217 w 229580"/>
                <a:gd name="csY199" fmla="*/ 32519 h 76146"/>
                <a:gd name="csX200" fmla="*/ 8468 w 229580"/>
                <a:gd name="csY200" fmla="*/ 30731 h 76146"/>
                <a:gd name="csX201" fmla="*/ 8248 w 229580"/>
                <a:gd name="csY201" fmla="*/ 28989 h 76146"/>
                <a:gd name="csX202" fmla="*/ 6992 w 229580"/>
                <a:gd name="csY202" fmla="*/ 28928 h 76146"/>
                <a:gd name="csX203" fmla="*/ 5562 w 229580"/>
                <a:gd name="csY203" fmla="*/ 29217 h 76146"/>
                <a:gd name="csX204" fmla="*/ 4367 w 229580"/>
                <a:gd name="csY204" fmla="*/ 29704 h 76146"/>
                <a:gd name="csX205" fmla="*/ 2161 w 229580"/>
                <a:gd name="csY205" fmla="*/ 31005 h 76146"/>
                <a:gd name="csX206" fmla="*/ 1042 w 229580"/>
                <a:gd name="csY206" fmla="*/ 31332 h 76146"/>
                <a:gd name="csX207" fmla="*/ 0 w 229580"/>
                <a:gd name="csY207" fmla="*/ 30670 h 76146"/>
                <a:gd name="csX208" fmla="*/ 213 w 229580"/>
                <a:gd name="csY208" fmla="*/ 29818 h 76146"/>
                <a:gd name="csX209" fmla="*/ 7571 w 229580"/>
                <a:gd name="csY209" fmla="*/ 26683 h 76146"/>
                <a:gd name="csX210" fmla="*/ 8392 w 229580"/>
                <a:gd name="csY210" fmla="*/ 26447 h 76146"/>
                <a:gd name="csX211" fmla="*/ 9701 w 229580"/>
                <a:gd name="csY211" fmla="*/ 26683 h 76146"/>
                <a:gd name="csX212" fmla="*/ 10979 w 229580"/>
                <a:gd name="csY212" fmla="*/ 26577 h 76146"/>
                <a:gd name="csX213" fmla="*/ 11976 w 229580"/>
                <a:gd name="csY213" fmla="*/ 25694 h 76146"/>
                <a:gd name="csX214" fmla="*/ 10766 w 229580"/>
                <a:gd name="csY214" fmla="*/ 21540 h 76146"/>
                <a:gd name="csX215" fmla="*/ 11230 w 229580"/>
                <a:gd name="csY215" fmla="*/ 18710 h 76146"/>
                <a:gd name="csX216" fmla="*/ 12935 w 229580"/>
                <a:gd name="csY216" fmla="*/ 16518 h 76146"/>
                <a:gd name="csX217" fmla="*/ 16343 w 229580"/>
                <a:gd name="csY217" fmla="*/ 13193 h 76146"/>
                <a:gd name="csX218" fmla="*/ 17987 w 229580"/>
                <a:gd name="csY218" fmla="*/ 12098 h 76146"/>
                <a:gd name="csX219" fmla="*/ 34794 w 229580"/>
                <a:gd name="csY219" fmla="*/ 5151 h 76146"/>
                <a:gd name="csX220" fmla="*/ 36514 w 229580"/>
                <a:gd name="csY220" fmla="*/ 4793 h 76146"/>
                <a:gd name="csX221" fmla="*/ 47439 w 229580"/>
                <a:gd name="csY221" fmla="*/ 3394 h 76146"/>
                <a:gd name="csX222" fmla="*/ 49106 w 229580"/>
                <a:gd name="csY222" fmla="*/ 2906 h 76146"/>
                <a:gd name="csX223" fmla="*/ 54173 w 229580"/>
                <a:gd name="csY223" fmla="*/ 844 h 76146"/>
                <a:gd name="csX224" fmla="*/ 59491 w 229580"/>
                <a:gd name="csY224" fmla="*/ 0 h 76146"/>
                <a:gd name="csX225" fmla="*/ 65190 w 229580"/>
                <a:gd name="csY225" fmla="*/ 662 h 76146"/>
                <a:gd name="csX226" fmla="*/ 118313 w 229580"/>
                <a:gd name="csY226" fmla="*/ 12158 h 76146"/>
                <a:gd name="csX227" fmla="*/ 118351 w 229580"/>
                <a:gd name="csY227" fmla="*/ 12767 h 76146"/>
                <a:gd name="csX228" fmla="*/ 114616 w 229580"/>
                <a:gd name="csY228" fmla="*/ 11078 h 76146"/>
                <a:gd name="csX229" fmla="*/ 113010 w 229580"/>
                <a:gd name="csY229" fmla="*/ 9321 h 76146"/>
                <a:gd name="csX230" fmla="*/ 112363 w 229580"/>
                <a:gd name="csY230" fmla="*/ 8917 h 76146"/>
                <a:gd name="csX231" fmla="*/ 113413 w 229580"/>
                <a:gd name="csY231" fmla="*/ 8879 h 76146"/>
                <a:gd name="csX232" fmla="*/ 117621 w 229580"/>
                <a:gd name="csY232" fmla="*/ 11763 h 76146"/>
                <a:gd name="csX233" fmla="*/ 118313 w 229580"/>
                <a:gd name="csY233" fmla="*/ 12158 h 76146"/>
                <a:gd name="csX234" fmla="*/ 133675 w 229580"/>
                <a:gd name="csY234" fmla="*/ 14730 h 76146"/>
                <a:gd name="csX235" fmla="*/ 136604 w 229580"/>
                <a:gd name="csY235" fmla="*/ 15217 h 76146"/>
                <a:gd name="csX236" fmla="*/ 137624 w 229580"/>
                <a:gd name="csY236" fmla="*/ 14920 h 76146"/>
                <a:gd name="csX237" fmla="*/ 138598 w 229580"/>
                <a:gd name="csY237" fmla="*/ 14837 h 76146"/>
                <a:gd name="csX238" fmla="*/ 139625 w 229580"/>
                <a:gd name="csY238" fmla="*/ 15042 h 76146"/>
                <a:gd name="csX239" fmla="*/ 141063 w 229580"/>
                <a:gd name="csY239" fmla="*/ 16952 h 76146"/>
                <a:gd name="csX240" fmla="*/ 139800 w 229580"/>
                <a:gd name="csY240" fmla="*/ 17188 h 76146"/>
                <a:gd name="csX241" fmla="*/ 138796 w 229580"/>
                <a:gd name="csY241" fmla="*/ 17188 h 76146"/>
                <a:gd name="csX242" fmla="*/ 138058 w 229580"/>
                <a:gd name="csY242" fmla="*/ 16845 h 76146"/>
                <a:gd name="csX243" fmla="*/ 135425 w 229580"/>
                <a:gd name="csY243" fmla="*/ 16762 h 76146"/>
                <a:gd name="csX244" fmla="*/ 133690 w 229580"/>
                <a:gd name="csY244" fmla="*/ 16206 h 76146"/>
                <a:gd name="csX245" fmla="*/ 132739 w 229580"/>
                <a:gd name="csY245" fmla="*/ 15727 h 76146"/>
                <a:gd name="csX246" fmla="*/ 132275 w 229580"/>
                <a:gd name="csY246" fmla="*/ 15149 h 76146"/>
                <a:gd name="csX247" fmla="*/ 133675 w 229580"/>
                <a:gd name="csY247" fmla="*/ 14730 h 76146"/>
                <a:gd name="csX248" fmla="*/ 146549 w 229580"/>
                <a:gd name="csY248" fmla="*/ 20863 h 76146"/>
                <a:gd name="csX249" fmla="*/ 146115 w 229580"/>
                <a:gd name="csY249" fmla="*/ 21243 h 76146"/>
                <a:gd name="csX250" fmla="*/ 144958 w 229580"/>
                <a:gd name="csY250" fmla="*/ 20391 h 76146"/>
                <a:gd name="csX251" fmla="*/ 143285 w 229580"/>
                <a:gd name="csY251" fmla="*/ 20018 h 76146"/>
                <a:gd name="csX252" fmla="*/ 142303 w 229580"/>
                <a:gd name="csY252" fmla="*/ 18687 h 76146"/>
                <a:gd name="csX253" fmla="*/ 141360 w 229580"/>
                <a:gd name="csY253" fmla="*/ 18177 h 76146"/>
                <a:gd name="csX254" fmla="*/ 141284 w 229580"/>
                <a:gd name="csY254" fmla="*/ 17690 h 76146"/>
                <a:gd name="csX255" fmla="*/ 142836 w 229580"/>
                <a:gd name="csY255" fmla="*/ 17370 h 76146"/>
                <a:gd name="csX256" fmla="*/ 143916 w 229580"/>
                <a:gd name="csY256" fmla="*/ 17515 h 76146"/>
                <a:gd name="csX257" fmla="*/ 145118 w 229580"/>
                <a:gd name="csY257" fmla="*/ 18527 h 76146"/>
                <a:gd name="csX258" fmla="*/ 145811 w 229580"/>
                <a:gd name="csY258" fmla="*/ 20399 h 76146"/>
                <a:gd name="csX259" fmla="*/ 146549 w 229580"/>
                <a:gd name="csY259" fmla="*/ 20863 h 76146"/>
                <a:gd name="csX260" fmla="*/ 149706 w 229580"/>
                <a:gd name="csY260" fmla="*/ 24484 h 76146"/>
                <a:gd name="csX261" fmla="*/ 149006 w 229580"/>
                <a:gd name="csY261" fmla="*/ 24545 h 76146"/>
                <a:gd name="csX262" fmla="*/ 146883 w 229580"/>
                <a:gd name="csY262" fmla="*/ 23594 h 76146"/>
                <a:gd name="csX263" fmla="*/ 146252 w 229580"/>
                <a:gd name="csY263" fmla="*/ 22795 h 76146"/>
                <a:gd name="csX264" fmla="*/ 146998 w 229580"/>
                <a:gd name="csY264" fmla="*/ 21723 h 76146"/>
                <a:gd name="csX265" fmla="*/ 147157 w 229580"/>
                <a:gd name="csY265" fmla="*/ 20558 h 76146"/>
                <a:gd name="csX266" fmla="*/ 147447 w 229580"/>
                <a:gd name="csY266" fmla="*/ 20482 h 76146"/>
                <a:gd name="csX267" fmla="*/ 147789 w 229580"/>
                <a:gd name="csY267" fmla="*/ 21897 h 76146"/>
                <a:gd name="csX268" fmla="*/ 149410 w 229580"/>
                <a:gd name="csY268" fmla="*/ 22499 h 76146"/>
                <a:gd name="csX269" fmla="*/ 149508 w 229580"/>
                <a:gd name="csY269" fmla="*/ 22811 h 76146"/>
                <a:gd name="csX270" fmla="*/ 150505 w 229580"/>
                <a:gd name="csY270" fmla="*/ 24005 h 76146"/>
                <a:gd name="csX271" fmla="*/ 149706 w 229580"/>
                <a:gd name="csY271" fmla="*/ 24484 h 76146"/>
                <a:gd name="csX272" fmla="*/ 154203 w 229580"/>
                <a:gd name="csY272" fmla="*/ 28502 h 76146"/>
                <a:gd name="csX273" fmla="*/ 153328 w 229580"/>
                <a:gd name="csY273" fmla="*/ 29202 h 76146"/>
                <a:gd name="csX274" fmla="*/ 152369 w 229580"/>
                <a:gd name="csY274" fmla="*/ 28190 h 76146"/>
                <a:gd name="csX275" fmla="*/ 151761 w 229580"/>
                <a:gd name="csY275" fmla="*/ 28083 h 76146"/>
                <a:gd name="csX276" fmla="*/ 150916 w 229580"/>
                <a:gd name="csY276" fmla="*/ 27680 h 76146"/>
                <a:gd name="csX277" fmla="*/ 149280 w 229580"/>
                <a:gd name="csY277" fmla="*/ 26554 h 76146"/>
                <a:gd name="csX278" fmla="*/ 148885 w 229580"/>
                <a:gd name="csY278" fmla="*/ 25390 h 76146"/>
                <a:gd name="csX279" fmla="*/ 150246 w 229580"/>
                <a:gd name="csY279" fmla="*/ 25299 h 76146"/>
                <a:gd name="csX280" fmla="*/ 151966 w 229580"/>
                <a:gd name="csY280" fmla="*/ 25504 h 76146"/>
                <a:gd name="csX281" fmla="*/ 154971 w 229580"/>
                <a:gd name="csY281" fmla="*/ 26166 h 76146"/>
                <a:gd name="csX282" fmla="*/ 154705 w 229580"/>
                <a:gd name="csY282" fmla="*/ 27482 h 76146"/>
                <a:gd name="csX283" fmla="*/ 154203 w 229580"/>
                <a:gd name="csY283" fmla="*/ 28502 h 76146"/>
                <a:gd name="csX284" fmla="*/ 49722 w 229580"/>
                <a:gd name="csY284" fmla="*/ 37191 h 76146"/>
                <a:gd name="csX285" fmla="*/ 47736 w 229580"/>
                <a:gd name="csY285" fmla="*/ 38400 h 76146"/>
                <a:gd name="csX286" fmla="*/ 43498 w 229580"/>
                <a:gd name="csY286" fmla="*/ 40105 h 76146"/>
                <a:gd name="csX287" fmla="*/ 41223 w 229580"/>
                <a:gd name="csY287" fmla="*/ 40166 h 76146"/>
                <a:gd name="csX288" fmla="*/ 38926 w 229580"/>
                <a:gd name="csY288" fmla="*/ 39527 h 76146"/>
                <a:gd name="csX289" fmla="*/ 37343 w 229580"/>
                <a:gd name="csY289" fmla="*/ 38104 h 76146"/>
                <a:gd name="csX290" fmla="*/ 36437 w 229580"/>
                <a:gd name="csY290" fmla="*/ 36696 h 76146"/>
                <a:gd name="csX291" fmla="*/ 36514 w 229580"/>
                <a:gd name="csY291" fmla="*/ 36019 h 76146"/>
                <a:gd name="csX292" fmla="*/ 37952 w 229580"/>
                <a:gd name="csY292" fmla="*/ 37145 h 76146"/>
                <a:gd name="csX293" fmla="*/ 39192 w 229580"/>
                <a:gd name="csY293" fmla="*/ 37700 h 76146"/>
                <a:gd name="csX294" fmla="*/ 40211 w 229580"/>
                <a:gd name="csY294" fmla="*/ 37328 h 76146"/>
                <a:gd name="csX295" fmla="*/ 40934 w 229580"/>
                <a:gd name="csY295" fmla="*/ 36719 h 76146"/>
                <a:gd name="csX296" fmla="*/ 38606 w 229580"/>
                <a:gd name="csY296" fmla="*/ 32169 h 76146"/>
                <a:gd name="csX297" fmla="*/ 38712 w 229580"/>
                <a:gd name="csY297" fmla="*/ 31210 h 76146"/>
                <a:gd name="csX298" fmla="*/ 40561 w 229580"/>
                <a:gd name="csY298" fmla="*/ 28707 h 76146"/>
                <a:gd name="csX299" fmla="*/ 45591 w 229580"/>
                <a:gd name="csY299" fmla="*/ 29468 h 76146"/>
                <a:gd name="csX300" fmla="*/ 46466 w 229580"/>
                <a:gd name="csY300" fmla="*/ 29909 h 76146"/>
                <a:gd name="csX301" fmla="*/ 47166 w 229580"/>
                <a:gd name="csY301" fmla="*/ 31492 h 76146"/>
                <a:gd name="csX302" fmla="*/ 48284 w 229580"/>
                <a:gd name="csY302" fmla="*/ 32732 h 76146"/>
                <a:gd name="csX303" fmla="*/ 49600 w 229580"/>
                <a:gd name="csY303" fmla="*/ 36049 h 76146"/>
                <a:gd name="csX304" fmla="*/ 49722 w 229580"/>
                <a:gd name="csY304" fmla="*/ 37191 h 7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Lst>
              <a:rect l="l" t="t" r="r" b="b"/>
              <a:pathLst>
                <a:path w="229580" h="76146">
                  <a:moveTo>
                    <a:pt x="65190" y="662"/>
                  </a:moveTo>
                  <a:lnTo>
                    <a:pt x="70783" y="1735"/>
                  </a:lnTo>
                  <a:lnTo>
                    <a:pt x="75302" y="1430"/>
                  </a:lnTo>
                  <a:lnTo>
                    <a:pt x="77463" y="799"/>
                  </a:lnTo>
                  <a:lnTo>
                    <a:pt x="77265" y="1446"/>
                  </a:lnTo>
                  <a:lnTo>
                    <a:pt x="79251" y="3036"/>
                  </a:lnTo>
                  <a:lnTo>
                    <a:pt x="79974" y="3142"/>
                  </a:lnTo>
                  <a:lnTo>
                    <a:pt x="82895" y="2336"/>
                  </a:lnTo>
                  <a:lnTo>
                    <a:pt x="90527" y="2031"/>
                  </a:lnTo>
                  <a:lnTo>
                    <a:pt x="91310" y="2480"/>
                  </a:lnTo>
                  <a:lnTo>
                    <a:pt x="92657" y="4033"/>
                  </a:lnTo>
                  <a:lnTo>
                    <a:pt x="94605" y="4991"/>
                  </a:lnTo>
                  <a:lnTo>
                    <a:pt x="96621" y="5722"/>
                  </a:lnTo>
                  <a:lnTo>
                    <a:pt x="98729" y="5912"/>
                  </a:lnTo>
                  <a:lnTo>
                    <a:pt x="100829" y="5585"/>
                  </a:lnTo>
                  <a:lnTo>
                    <a:pt x="102799" y="5744"/>
                  </a:lnTo>
                  <a:lnTo>
                    <a:pt x="105265" y="7251"/>
                  </a:lnTo>
                  <a:lnTo>
                    <a:pt x="106041" y="7426"/>
                  </a:lnTo>
                  <a:lnTo>
                    <a:pt x="108247" y="7015"/>
                  </a:lnTo>
                  <a:lnTo>
                    <a:pt x="107600" y="8400"/>
                  </a:lnTo>
                  <a:lnTo>
                    <a:pt x="111313" y="10332"/>
                  </a:lnTo>
                  <a:lnTo>
                    <a:pt x="114037" y="14137"/>
                  </a:lnTo>
                  <a:lnTo>
                    <a:pt x="116015" y="15696"/>
                  </a:lnTo>
                  <a:lnTo>
                    <a:pt x="118108" y="17097"/>
                  </a:lnTo>
                  <a:lnTo>
                    <a:pt x="119873" y="18048"/>
                  </a:lnTo>
                  <a:lnTo>
                    <a:pt x="121851" y="18504"/>
                  </a:lnTo>
                  <a:lnTo>
                    <a:pt x="127854" y="18321"/>
                  </a:lnTo>
                  <a:lnTo>
                    <a:pt x="129277" y="18436"/>
                  </a:lnTo>
                  <a:lnTo>
                    <a:pt x="130548" y="18976"/>
                  </a:lnTo>
                  <a:lnTo>
                    <a:pt x="131758" y="19189"/>
                  </a:lnTo>
                  <a:lnTo>
                    <a:pt x="132458" y="18983"/>
                  </a:lnTo>
                  <a:lnTo>
                    <a:pt x="144053" y="24888"/>
                  </a:lnTo>
                  <a:lnTo>
                    <a:pt x="147743" y="28038"/>
                  </a:lnTo>
                  <a:lnTo>
                    <a:pt x="149995" y="29673"/>
                  </a:lnTo>
                  <a:lnTo>
                    <a:pt x="154872" y="32032"/>
                  </a:lnTo>
                  <a:lnTo>
                    <a:pt x="156828" y="32550"/>
                  </a:lnTo>
                  <a:lnTo>
                    <a:pt x="157855" y="32237"/>
                  </a:lnTo>
                  <a:lnTo>
                    <a:pt x="157657" y="31720"/>
                  </a:lnTo>
                  <a:lnTo>
                    <a:pt x="156227" y="30411"/>
                  </a:lnTo>
                  <a:lnTo>
                    <a:pt x="156014" y="29932"/>
                  </a:lnTo>
                  <a:lnTo>
                    <a:pt x="157847" y="30335"/>
                  </a:lnTo>
                  <a:lnTo>
                    <a:pt x="161157" y="32998"/>
                  </a:lnTo>
                  <a:lnTo>
                    <a:pt x="162070" y="33980"/>
                  </a:lnTo>
                  <a:lnTo>
                    <a:pt x="163721" y="34893"/>
                  </a:lnTo>
                  <a:lnTo>
                    <a:pt x="165388" y="35547"/>
                  </a:lnTo>
                  <a:lnTo>
                    <a:pt x="164596" y="36597"/>
                  </a:lnTo>
                  <a:lnTo>
                    <a:pt x="163242" y="36688"/>
                  </a:lnTo>
                  <a:lnTo>
                    <a:pt x="160647" y="36255"/>
                  </a:lnTo>
                  <a:lnTo>
                    <a:pt x="162709" y="37967"/>
                  </a:lnTo>
                  <a:lnTo>
                    <a:pt x="163059" y="39207"/>
                  </a:lnTo>
                  <a:lnTo>
                    <a:pt x="164018" y="39313"/>
                  </a:lnTo>
                  <a:lnTo>
                    <a:pt x="165448" y="37952"/>
                  </a:lnTo>
                  <a:lnTo>
                    <a:pt x="166354" y="36803"/>
                  </a:lnTo>
                  <a:lnTo>
                    <a:pt x="169998" y="39770"/>
                  </a:lnTo>
                  <a:lnTo>
                    <a:pt x="171961" y="41124"/>
                  </a:lnTo>
                  <a:lnTo>
                    <a:pt x="171459" y="41916"/>
                  </a:lnTo>
                  <a:lnTo>
                    <a:pt x="171299" y="42699"/>
                  </a:lnTo>
                  <a:lnTo>
                    <a:pt x="173491" y="41969"/>
                  </a:lnTo>
                  <a:lnTo>
                    <a:pt x="174320" y="42053"/>
                  </a:lnTo>
                  <a:lnTo>
                    <a:pt x="175119" y="42471"/>
                  </a:lnTo>
                  <a:lnTo>
                    <a:pt x="175994" y="43742"/>
                  </a:lnTo>
                  <a:lnTo>
                    <a:pt x="178041" y="44023"/>
                  </a:lnTo>
                  <a:lnTo>
                    <a:pt x="180102" y="43993"/>
                  </a:lnTo>
                  <a:lnTo>
                    <a:pt x="184287" y="45043"/>
                  </a:lnTo>
                  <a:lnTo>
                    <a:pt x="188251" y="47181"/>
                  </a:lnTo>
                  <a:lnTo>
                    <a:pt x="191979" y="47614"/>
                  </a:lnTo>
                  <a:lnTo>
                    <a:pt x="195738" y="47690"/>
                  </a:lnTo>
                  <a:lnTo>
                    <a:pt x="197640" y="48817"/>
                  </a:lnTo>
                  <a:lnTo>
                    <a:pt x="198447" y="50338"/>
                  </a:lnTo>
                  <a:lnTo>
                    <a:pt x="197534" y="51411"/>
                  </a:lnTo>
                  <a:lnTo>
                    <a:pt x="197016" y="52529"/>
                  </a:lnTo>
                  <a:lnTo>
                    <a:pt x="198416" y="53907"/>
                  </a:lnTo>
                  <a:lnTo>
                    <a:pt x="195365" y="54492"/>
                  </a:lnTo>
                  <a:lnTo>
                    <a:pt x="194932" y="55322"/>
                  </a:lnTo>
                  <a:lnTo>
                    <a:pt x="195091" y="56212"/>
                  </a:lnTo>
                  <a:lnTo>
                    <a:pt x="195700" y="56699"/>
                  </a:lnTo>
                  <a:lnTo>
                    <a:pt x="197442" y="56273"/>
                  </a:lnTo>
                  <a:lnTo>
                    <a:pt x="199968" y="56653"/>
                  </a:lnTo>
                  <a:lnTo>
                    <a:pt x="203948" y="56988"/>
                  </a:lnTo>
                  <a:lnTo>
                    <a:pt x="206611" y="56714"/>
                  </a:lnTo>
                  <a:lnTo>
                    <a:pt x="212028" y="57650"/>
                  </a:lnTo>
                  <a:lnTo>
                    <a:pt x="213671" y="58152"/>
                  </a:lnTo>
                  <a:lnTo>
                    <a:pt x="216882" y="59910"/>
                  </a:lnTo>
                  <a:lnTo>
                    <a:pt x="218366" y="61066"/>
                  </a:lnTo>
                  <a:lnTo>
                    <a:pt x="221554" y="64186"/>
                  </a:lnTo>
                  <a:lnTo>
                    <a:pt x="224301" y="65411"/>
                  </a:lnTo>
                  <a:lnTo>
                    <a:pt x="226682" y="65707"/>
                  </a:lnTo>
                  <a:lnTo>
                    <a:pt x="227511" y="65502"/>
                  </a:lnTo>
                  <a:lnTo>
                    <a:pt x="228265" y="65844"/>
                  </a:lnTo>
                  <a:lnTo>
                    <a:pt x="228927" y="66278"/>
                  </a:lnTo>
                  <a:lnTo>
                    <a:pt x="229581" y="67640"/>
                  </a:lnTo>
                  <a:lnTo>
                    <a:pt x="229216" y="69071"/>
                  </a:lnTo>
                  <a:lnTo>
                    <a:pt x="227854" y="70235"/>
                  </a:lnTo>
                  <a:lnTo>
                    <a:pt x="227101" y="71079"/>
                  </a:lnTo>
                  <a:lnTo>
                    <a:pt x="223700" y="71178"/>
                  </a:lnTo>
                  <a:lnTo>
                    <a:pt x="218944" y="71566"/>
                  </a:lnTo>
                  <a:lnTo>
                    <a:pt x="214349" y="72829"/>
                  </a:lnTo>
                  <a:lnTo>
                    <a:pt x="212104" y="73834"/>
                  </a:lnTo>
                  <a:lnTo>
                    <a:pt x="211077" y="74496"/>
                  </a:lnTo>
                  <a:lnTo>
                    <a:pt x="208657" y="75112"/>
                  </a:lnTo>
                  <a:lnTo>
                    <a:pt x="208498" y="74587"/>
                  </a:lnTo>
                  <a:lnTo>
                    <a:pt x="208543" y="73925"/>
                  </a:lnTo>
                  <a:lnTo>
                    <a:pt x="207912" y="72700"/>
                  </a:lnTo>
                  <a:lnTo>
                    <a:pt x="207364" y="73803"/>
                  </a:lnTo>
                  <a:lnTo>
                    <a:pt x="206466" y="74610"/>
                  </a:lnTo>
                  <a:lnTo>
                    <a:pt x="204952" y="75294"/>
                  </a:lnTo>
                  <a:lnTo>
                    <a:pt x="199367" y="75340"/>
                  </a:lnTo>
                  <a:lnTo>
                    <a:pt x="197123" y="74412"/>
                  </a:lnTo>
                  <a:lnTo>
                    <a:pt x="194817" y="73780"/>
                  </a:lnTo>
                  <a:lnTo>
                    <a:pt x="186418" y="73118"/>
                  </a:lnTo>
                  <a:lnTo>
                    <a:pt x="184401" y="73172"/>
                  </a:lnTo>
                  <a:lnTo>
                    <a:pt x="178794" y="73864"/>
                  </a:lnTo>
                  <a:lnTo>
                    <a:pt x="173156" y="74237"/>
                  </a:lnTo>
                  <a:lnTo>
                    <a:pt x="170797" y="74663"/>
                  </a:lnTo>
                  <a:lnTo>
                    <a:pt x="168461" y="75302"/>
                  </a:lnTo>
                  <a:lnTo>
                    <a:pt x="163919" y="75279"/>
                  </a:lnTo>
                  <a:lnTo>
                    <a:pt x="158555" y="76009"/>
                  </a:lnTo>
                  <a:lnTo>
                    <a:pt x="153176" y="76146"/>
                  </a:lnTo>
                  <a:lnTo>
                    <a:pt x="156622" y="71026"/>
                  </a:lnTo>
                  <a:lnTo>
                    <a:pt x="163889" y="66088"/>
                  </a:lnTo>
                  <a:lnTo>
                    <a:pt x="165258" y="65023"/>
                  </a:lnTo>
                  <a:lnTo>
                    <a:pt x="166232" y="63661"/>
                  </a:lnTo>
                  <a:lnTo>
                    <a:pt x="166460" y="62634"/>
                  </a:lnTo>
                  <a:lnTo>
                    <a:pt x="166141" y="61759"/>
                  </a:lnTo>
                  <a:lnTo>
                    <a:pt x="164406" y="60206"/>
                  </a:lnTo>
                  <a:lnTo>
                    <a:pt x="164056" y="59058"/>
                  </a:lnTo>
                  <a:lnTo>
                    <a:pt x="163539" y="58312"/>
                  </a:lnTo>
                  <a:lnTo>
                    <a:pt x="161020" y="57665"/>
                  </a:lnTo>
                  <a:lnTo>
                    <a:pt x="158471" y="57277"/>
                  </a:lnTo>
                  <a:lnTo>
                    <a:pt x="155786" y="57270"/>
                  </a:lnTo>
                  <a:lnTo>
                    <a:pt x="150147" y="56737"/>
                  </a:lnTo>
                  <a:lnTo>
                    <a:pt x="147150" y="56699"/>
                  </a:lnTo>
                  <a:lnTo>
                    <a:pt x="144609" y="55641"/>
                  </a:lnTo>
                  <a:lnTo>
                    <a:pt x="140393" y="51883"/>
                  </a:lnTo>
                  <a:lnTo>
                    <a:pt x="138423" y="50825"/>
                  </a:lnTo>
                  <a:lnTo>
                    <a:pt x="137411" y="49981"/>
                  </a:lnTo>
                  <a:lnTo>
                    <a:pt x="136620" y="49007"/>
                  </a:lnTo>
                  <a:lnTo>
                    <a:pt x="135630" y="43468"/>
                  </a:lnTo>
                  <a:lnTo>
                    <a:pt x="134793" y="40805"/>
                  </a:lnTo>
                  <a:lnTo>
                    <a:pt x="133515" y="38484"/>
                  </a:lnTo>
                  <a:lnTo>
                    <a:pt x="131567" y="36726"/>
                  </a:lnTo>
                  <a:lnTo>
                    <a:pt x="129528" y="36126"/>
                  </a:lnTo>
                  <a:lnTo>
                    <a:pt x="121707" y="37632"/>
                  </a:lnTo>
                  <a:lnTo>
                    <a:pt x="119888" y="37404"/>
                  </a:lnTo>
                  <a:lnTo>
                    <a:pt x="118115" y="36894"/>
                  </a:lnTo>
                  <a:lnTo>
                    <a:pt x="106307" y="33295"/>
                  </a:lnTo>
                  <a:lnTo>
                    <a:pt x="101437" y="31317"/>
                  </a:lnTo>
                  <a:lnTo>
                    <a:pt x="99452" y="30335"/>
                  </a:lnTo>
                  <a:lnTo>
                    <a:pt x="97755" y="28935"/>
                  </a:lnTo>
                  <a:lnTo>
                    <a:pt x="95997" y="26638"/>
                  </a:lnTo>
                  <a:lnTo>
                    <a:pt x="94027" y="24583"/>
                  </a:lnTo>
                  <a:lnTo>
                    <a:pt x="94034" y="25413"/>
                  </a:lnTo>
                  <a:lnTo>
                    <a:pt x="93730" y="25953"/>
                  </a:lnTo>
                  <a:lnTo>
                    <a:pt x="83846" y="26196"/>
                  </a:lnTo>
                  <a:lnTo>
                    <a:pt x="82271" y="25725"/>
                  </a:lnTo>
                  <a:lnTo>
                    <a:pt x="81260" y="25162"/>
                  </a:lnTo>
                  <a:lnTo>
                    <a:pt x="80544" y="24332"/>
                  </a:lnTo>
                  <a:lnTo>
                    <a:pt x="80012" y="22666"/>
                  </a:lnTo>
                  <a:lnTo>
                    <a:pt x="79068" y="21266"/>
                  </a:lnTo>
                  <a:lnTo>
                    <a:pt x="78764" y="22757"/>
                  </a:lnTo>
                  <a:lnTo>
                    <a:pt x="78277" y="24134"/>
                  </a:lnTo>
                  <a:lnTo>
                    <a:pt x="76953" y="24903"/>
                  </a:lnTo>
                  <a:lnTo>
                    <a:pt x="75439" y="25032"/>
                  </a:lnTo>
                  <a:lnTo>
                    <a:pt x="73605" y="23206"/>
                  </a:lnTo>
                  <a:lnTo>
                    <a:pt x="65593" y="22826"/>
                  </a:lnTo>
                  <a:lnTo>
                    <a:pt x="64886" y="22514"/>
                  </a:lnTo>
                  <a:lnTo>
                    <a:pt x="62253" y="20741"/>
                  </a:lnTo>
                  <a:lnTo>
                    <a:pt x="60009" y="18519"/>
                  </a:lnTo>
                  <a:lnTo>
                    <a:pt x="62238" y="17736"/>
                  </a:lnTo>
                  <a:lnTo>
                    <a:pt x="66849" y="16709"/>
                  </a:lnTo>
                  <a:lnTo>
                    <a:pt x="67846" y="16024"/>
                  </a:lnTo>
                  <a:lnTo>
                    <a:pt x="68424" y="15141"/>
                  </a:lnTo>
                  <a:lnTo>
                    <a:pt x="68005" y="13832"/>
                  </a:lnTo>
                  <a:lnTo>
                    <a:pt x="67085" y="12881"/>
                  </a:lnTo>
                  <a:lnTo>
                    <a:pt x="66141" y="12326"/>
                  </a:lnTo>
                  <a:lnTo>
                    <a:pt x="65099" y="11976"/>
                  </a:lnTo>
                  <a:lnTo>
                    <a:pt x="63722" y="11824"/>
                  </a:lnTo>
                  <a:lnTo>
                    <a:pt x="45895" y="11588"/>
                  </a:lnTo>
                  <a:lnTo>
                    <a:pt x="44868" y="12303"/>
                  </a:lnTo>
                  <a:lnTo>
                    <a:pt x="43270" y="13756"/>
                  </a:lnTo>
                  <a:lnTo>
                    <a:pt x="40105" y="15620"/>
                  </a:lnTo>
                  <a:lnTo>
                    <a:pt x="38020" y="17553"/>
                  </a:lnTo>
                  <a:lnTo>
                    <a:pt x="37236" y="18550"/>
                  </a:lnTo>
                  <a:lnTo>
                    <a:pt x="36262" y="19265"/>
                  </a:lnTo>
                  <a:lnTo>
                    <a:pt x="34071" y="20459"/>
                  </a:lnTo>
                  <a:lnTo>
                    <a:pt x="32200" y="22301"/>
                  </a:lnTo>
                  <a:lnTo>
                    <a:pt x="29932" y="23122"/>
                  </a:lnTo>
                  <a:lnTo>
                    <a:pt x="28692" y="22620"/>
                  </a:lnTo>
                  <a:lnTo>
                    <a:pt x="27467" y="22628"/>
                  </a:lnTo>
                  <a:lnTo>
                    <a:pt x="26577" y="23084"/>
                  </a:lnTo>
                  <a:lnTo>
                    <a:pt x="25641" y="23290"/>
                  </a:lnTo>
                  <a:lnTo>
                    <a:pt x="21068" y="23510"/>
                  </a:lnTo>
                  <a:lnTo>
                    <a:pt x="20383" y="23982"/>
                  </a:lnTo>
                  <a:lnTo>
                    <a:pt x="19729" y="25299"/>
                  </a:lnTo>
                  <a:lnTo>
                    <a:pt x="18983" y="27862"/>
                  </a:lnTo>
                  <a:lnTo>
                    <a:pt x="18283" y="28707"/>
                  </a:lnTo>
                  <a:lnTo>
                    <a:pt x="15993" y="29027"/>
                  </a:lnTo>
                  <a:lnTo>
                    <a:pt x="13810" y="29727"/>
                  </a:lnTo>
                  <a:lnTo>
                    <a:pt x="9366" y="32161"/>
                  </a:lnTo>
                  <a:lnTo>
                    <a:pt x="8217" y="32519"/>
                  </a:lnTo>
                  <a:lnTo>
                    <a:pt x="8468" y="30731"/>
                  </a:lnTo>
                  <a:lnTo>
                    <a:pt x="8248" y="28989"/>
                  </a:lnTo>
                  <a:lnTo>
                    <a:pt x="6992" y="28928"/>
                  </a:lnTo>
                  <a:lnTo>
                    <a:pt x="5562" y="29217"/>
                  </a:lnTo>
                  <a:lnTo>
                    <a:pt x="4367" y="29704"/>
                  </a:lnTo>
                  <a:lnTo>
                    <a:pt x="2161" y="31005"/>
                  </a:lnTo>
                  <a:lnTo>
                    <a:pt x="1042" y="31332"/>
                  </a:lnTo>
                  <a:lnTo>
                    <a:pt x="0" y="30670"/>
                  </a:lnTo>
                  <a:lnTo>
                    <a:pt x="213" y="29818"/>
                  </a:lnTo>
                  <a:lnTo>
                    <a:pt x="7571" y="26683"/>
                  </a:lnTo>
                  <a:lnTo>
                    <a:pt x="8392" y="26447"/>
                  </a:lnTo>
                  <a:lnTo>
                    <a:pt x="9701" y="26683"/>
                  </a:lnTo>
                  <a:lnTo>
                    <a:pt x="10979" y="26577"/>
                  </a:lnTo>
                  <a:lnTo>
                    <a:pt x="11976" y="25694"/>
                  </a:lnTo>
                  <a:lnTo>
                    <a:pt x="10766" y="21540"/>
                  </a:lnTo>
                  <a:lnTo>
                    <a:pt x="11230" y="18710"/>
                  </a:lnTo>
                  <a:lnTo>
                    <a:pt x="12935" y="16518"/>
                  </a:lnTo>
                  <a:lnTo>
                    <a:pt x="16343" y="13193"/>
                  </a:lnTo>
                  <a:lnTo>
                    <a:pt x="17987" y="12098"/>
                  </a:lnTo>
                  <a:lnTo>
                    <a:pt x="34794" y="5151"/>
                  </a:lnTo>
                  <a:lnTo>
                    <a:pt x="36514" y="4793"/>
                  </a:lnTo>
                  <a:lnTo>
                    <a:pt x="47439" y="3394"/>
                  </a:lnTo>
                  <a:lnTo>
                    <a:pt x="49106" y="2906"/>
                  </a:lnTo>
                  <a:lnTo>
                    <a:pt x="54173" y="844"/>
                  </a:lnTo>
                  <a:lnTo>
                    <a:pt x="59491" y="0"/>
                  </a:lnTo>
                  <a:lnTo>
                    <a:pt x="65190" y="662"/>
                  </a:lnTo>
                  <a:close/>
                  <a:moveTo>
                    <a:pt x="118313" y="12158"/>
                  </a:moveTo>
                  <a:lnTo>
                    <a:pt x="118351" y="12767"/>
                  </a:lnTo>
                  <a:lnTo>
                    <a:pt x="114616" y="11078"/>
                  </a:lnTo>
                  <a:lnTo>
                    <a:pt x="113010" y="9321"/>
                  </a:lnTo>
                  <a:lnTo>
                    <a:pt x="112363" y="8917"/>
                  </a:lnTo>
                  <a:lnTo>
                    <a:pt x="113413" y="8879"/>
                  </a:lnTo>
                  <a:lnTo>
                    <a:pt x="117621" y="11763"/>
                  </a:lnTo>
                  <a:lnTo>
                    <a:pt x="118313" y="12158"/>
                  </a:lnTo>
                  <a:close/>
                  <a:moveTo>
                    <a:pt x="133675" y="14730"/>
                  </a:moveTo>
                  <a:lnTo>
                    <a:pt x="136604" y="15217"/>
                  </a:lnTo>
                  <a:lnTo>
                    <a:pt x="137624" y="14920"/>
                  </a:lnTo>
                  <a:lnTo>
                    <a:pt x="138598" y="14837"/>
                  </a:lnTo>
                  <a:lnTo>
                    <a:pt x="139625" y="15042"/>
                  </a:lnTo>
                  <a:lnTo>
                    <a:pt x="141063" y="16952"/>
                  </a:lnTo>
                  <a:lnTo>
                    <a:pt x="139800" y="17188"/>
                  </a:lnTo>
                  <a:lnTo>
                    <a:pt x="138796" y="17188"/>
                  </a:lnTo>
                  <a:lnTo>
                    <a:pt x="138058" y="16845"/>
                  </a:lnTo>
                  <a:lnTo>
                    <a:pt x="135425" y="16762"/>
                  </a:lnTo>
                  <a:lnTo>
                    <a:pt x="133690" y="16206"/>
                  </a:lnTo>
                  <a:lnTo>
                    <a:pt x="132739" y="15727"/>
                  </a:lnTo>
                  <a:lnTo>
                    <a:pt x="132275" y="15149"/>
                  </a:lnTo>
                  <a:lnTo>
                    <a:pt x="133675" y="14730"/>
                  </a:lnTo>
                  <a:close/>
                  <a:moveTo>
                    <a:pt x="146549" y="20863"/>
                  </a:moveTo>
                  <a:lnTo>
                    <a:pt x="146115" y="21243"/>
                  </a:lnTo>
                  <a:lnTo>
                    <a:pt x="144958" y="20391"/>
                  </a:lnTo>
                  <a:lnTo>
                    <a:pt x="143285" y="20018"/>
                  </a:lnTo>
                  <a:lnTo>
                    <a:pt x="142303" y="18687"/>
                  </a:lnTo>
                  <a:lnTo>
                    <a:pt x="141360" y="18177"/>
                  </a:lnTo>
                  <a:lnTo>
                    <a:pt x="141284" y="17690"/>
                  </a:lnTo>
                  <a:lnTo>
                    <a:pt x="142836" y="17370"/>
                  </a:lnTo>
                  <a:lnTo>
                    <a:pt x="143916" y="17515"/>
                  </a:lnTo>
                  <a:lnTo>
                    <a:pt x="145118" y="18527"/>
                  </a:lnTo>
                  <a:lnTo>
                    <a:pt x="145811" y="20399"/>
                  </a:lnTo>
                  <a:lnTo>
                    <a:pt x="146549" y="20863"/>
                  </a:lnTo>
                  <a:close/>
                  <a:moveTo>
                    <a:pt x="149706" y="24484"/>
                  </a:moveTo>
                  <a:lnTo>
                    <a:pt x="149006" y="24545"/>
                  </a:lnTo>
                  <a:lnTo>
                    <a:pt x="146883" y="23594"/>
                  </a:lnTo>
                  <a:lnTo>
                    <a:pt x="146252" y="22795"/>
                  </a:lnTo>
                  <a:lnTo>
                    <a:pt x="146998" y="21723"/>
                  </a:lnTo>
                  <a:lnTo>
                    <a:pt x="147157" y="20558"/>
                  </a:lnTo>
                  <a:lnTo>
                    <a:pt x="147447" y="20482"/>
                  </a:lnTo>
                  <a:lnTo>
                    <a:pt x="147789" y="21897"/>
                  </a:lnTo>
                  <a:lnTo>
                    <a:pt x="149410" y="22499"/>
                  </a:lnTo>
                  <a:lnTo>
                    <a:pt x="149508" y="22811"/>
                  </a:lnTo>
                  <a:lnTo>
                    <a:pt x="150505" y="24005"/>
                  </a:lnTo>
                  <a:lnTo>
                    <a:pt x="149706" y="24484"/>
                  </a:lnTo>
                  <a:close/>
                  <a:moveTo>
                    <a:pt x="154203" y="28502"/>
                  </a:moveTo>
                  <a:lnTo>
                    <a:pt x="153328" y="29202"/>
                  </a:lnTo>
                  <a:lnTo>
                    <a:pt x="152369" y="28190"/>
                  </a:lnTo>
                  <a:lnTo>
                    <a:pt x="151761" y="28083"/>
                  </a:lnTo>
                  <a:lnTo>
                    <a:pt x="150916" y="27680"/>
                  </a:lnTo>
                  <a:lnTo>
                    <a:pt x="149280" y="26554"/>
                  </a:lnTo>
                  <a:lnTo>
                    <a:pt x="148885" y="25390"/>
                  </a:lnTo>
                  <a:lnTo>
                    <a:pt x="150246" y="25299"/>
                  </a:lnTo>
                  <a:lnTo>
                    <a:pt x="151966" y="25504"/>
                  </a:lnTo>
                  <a:lnTo>
                    <a:pt x="154971" y="26166"/>
                  </a:lnTo>
                  <a:lnTo>
                    <a:pt x="154705" y="27482"/>
                  </a:lnTo>
                  <a:lnTo>
                    <a:pt x="154203" y="28502"/>
                  </a:lnTo>
                  <a:close/>
                  <a:moveTo>
                    <a:pt x="49722" y="37191"/>
                  </a:moveTo>
                  <a:lnTo>
                    <a:pt x="47736" y="38400"/>
                  </a:lnTo>
                  <a:lnTo>
                    <a:pt x="43498" y="40105"/>
                  </a:lnTo>
                  <a:lnTo>
                    <a:pt x="41223" y="40166"/>
                  </a:lnTo>
                  <a:lnTo>
                    <a:pt x="38926" y="39527"/>
                  </a:lnTo>
                  <a:lnTo>
                    <a:pt x="37343" y="38104"/>
                  </a:lnTo>
                  <a:lnTo>
                    <a:pt x="36437" y="36696"/>
                  </a:lnTo>
                  <a:lnTo>
                    <a:pt x="36514" y="36019"/>
                  </a:lnTo>
                  <a:lnTo>
                    <a:pt x="37952" y="37145"/>
                  </a:lnTo>
                  <a:lnTo>
                    <a:pt x="39192" y="37700"/>
                  </a:lnTo>
                  <a:lnTo>
                    <a:pt x="40211" y="37328"/>
                  </a:lnTo>
                  <a:lnTo>
                    <a:pt x="40934" y="36719"/>
                  </a:lnTo>
                  <a:lnTo>
                    <a:pt x="38606" y="32169"/>
                  </a:lnTo>
                  <a:lnTo>
                    <a:pt x="38712" y="31210"/>
                  </a:lnTo>
                  <a:lnTo>
                    <a:pt x="40561" y="28707"/>
                  </a:lnTo>
                  <a:lnTo>
                    <a:pt x="45591" y="29468"/>
                  </a:lnTo>
                  <a:lnTo>
                    <a:pt x="46466" y="29909"/>
                  </a:lnTo>
                  <a:lnTo>
                    <a:pt x="47166" y="31492"/>
                  </a:lnTo>
                  <a:lnTo>
                    <a:pt x="48284" y="32732"/>
                  </a:lnTo>
                  <a:lnTo>
                    <a:pt x="49600" y="36049"/>
                  </a:lnTo>
                  <a:lnTo>
                    <a:pt x="49722" y="3719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5" name="Freeform: Shape 2194">
              <a:extLst>
                <a:ext uri="{FF2B5EF4-FFF2-40B4-BE49-F238E27FC236}">
                  <a16:creationId xmlns:a16="http://schemas.microsoft.com/office/drawing/2014/main" id="{01060446-5DFC-3252-5537-8BB1CDE5DD89}"/>
                </a:ext>
              </a:extLst>
            </p:cNvPr>
            <p:cNvSpPr/>
            <p:nvPr/>
          </p:nvSpPr>
          <p:spPr>
            <a:xfrm>
              <a:off x="9032740" y="4633891"/>
              <a:ext cx="56790" cy="52445"/>
            </a:xfrm>
            <a:custGeom>
              <a:avLst/>
              <a:gdLst>
                <a:gd name="csX0" fmla="*/ 3667 w 56790"/>
                <a:gd name="csY0" fmla="*/ 5486 h 52445"/>
                <a:gd name="csX1" fmla="*/ 1590 w 56790"/>
                <a:gd name="csY1" fmla="*/ 5942 h 52445"/>
                <a:gd name="csX2" fmla="*/ 708 w 56790"/>
                <a:gd name="csY2" fmla="*/ 5722 h 52445"/>
                <a:gd name="csX3" fmla="*/ 418 w 56790"/>
                <a:gd name="csY3" fmla="*/ 3957 h 52445"/>
                <a:gd name="csX4" fmla="*/ 0 w 56790"/>
                <a:gd name="csY4" fmla="*/ 2792 h 52445"/>
                <a:gd name="csX5" fmla="*/ 99 w 56790"/>
                <a:gd name="csY5" fmla="*/ 2275 h 52445"/>
                <a:gd name="csX6" fmla="*/ 4870 w 56790"/>
                <a:gd name="csY6" fmla="*/ 0 h 52445"/>
                <a:gd name="csX7" fmla="*/ 6551 w 56790"/>
                <a:gd name="csY7" fmla="*/ 381 h 52445"/>
                <a:gd name="csX8" fmla="*/ 7723 w 56790"/>
                <a:gd name="csY8" fmla="*/ 2199 h 52445"/>
                <a:gd name="csX9" fmla="*/ 6924 w 56790"/>
                <a:gd name="csY9" fmla="*/ 3203 h 52445"/>
                <a:gd name="csX10" fmla="*/ 3667 w 56790"/>
                <a:gd name="csY10" fmla="*/ 5486 h 52445"/>
                <a:gd name="csX11" fmla="*/ 9701 w 56790"/>
                <a:gd name="csY11" fmla="*/ 8331 h 52445"/>
                <a:gd name="csX12" fmla="*/ 7951 w 56790"/>
                <a:gd name="csY12" fmla="*/ 8864 h 52445"/>
                <a:gd name="csX13" fmla="*/ 6863 w 56790"/>
                <a:gd name="csY13" fmla="*/ 8796 h 52445"/>
                <a:gd name="csX14" fmla="*/ 5303 w 56790"/>
                <a:gd name="csY14" fmla="*/ 8012 h 52445"/>
                <a:gd name="csX15" fmla="*/ 5790 w 56790"/>
                <a:gd name="csY15" fmla="*/ 7167 h 52445"/>
                <a:gd name="csX16" fmla="*/ 7479 w 56790"/>
                <a:gd name="csY16" fmla="*/ 6224 h 52445"/>
                <a:gd name="csX17" fmla="*/ 8643 w 56790"/>
                <a:gd name="csY17" fmla="*/ 6026 h 52445"/>
                <a:gd name="csX18" fmla="*/ 9595 w 56790"/>
                <a:gd name="csY18" fmla="*/ 7707 h 52445"/>
                <a:gd name="csX19" fmla="*/ 9701 w 56790"/>
                <a:gd name="csY19" fmla="*/ 8331 h 52445"/>
                <a:gd name="csX20" fmla="*/ 52385 w 56790"/>
                <a:gd name="csY20" fmla="*/ 11862 h 52445"/>
                <a:gd name="csX21" fmla="*/ 51700 w 56790"/>
                <a:gd name="csY21" fmla="*/ 12995 h 52445"/>
                <a:gd name="csX22" fmla="*/ 50863 w 56790"/>
                <a:gd name="csY22" fmla="*/ 11329 h 52445"/>
                <a:gd name="csX23" fmla="*/ 50407 w 56790"/>
                <a:gd name="csY23" fmla="*/ 10934 h 52445"/>
                <a:gd name="csX24" fmla="*/ 50186 w 56790"/>
                <a:gd name="csY24" fmla="*/ 8545 h 52445"/>
                <a:gd name="csX25" fmla="*/ 51426 w 56790"/>
                <a:gd name="csY25" fmla="*/ 7829 h 52445"/>
                <a:gd name="csX26" fmla="*/ 52027 w 56790"/>
                <a:gd name="csY26" fmla="*/ 7768 h 52445"/>
                <a:gd name="csX27" fmla="*/ 52043 w 56790"/>
                <a:gd name="csY27" fmla="*/ 10241 h 52445"/>
                <a:gd name="csX28" fmla="*/ 52385 w 56790"/>
                <a:gd name="csY28" fmla="*/ 11862 h 52445"/>
                <a:gd name="csX29" fmla="*/ 26775 w 56790"/>
                <a:gd name="csY29" fmla="*/ 12668 h 52445"/>
                <a:gd name="csX30" fmla="*/ 27657 w 56790"/>
                <a:gd name="csY30" fmla="*/ 13315 h 52445"/>
                <a:gd name="csX31" fmla="*/ 27946 w 56790"/>
                <a:gd name="csY31" fmla="*/ 13787 h 52445"/>
                <a:gd name="csX32" fmla="*/ 26638 w 56790"/>
                <a:gd name="csY32" fmla="*/ 14030 h 52445"/>
                <a:gd name="csX33" fmla="*/ 23457 w 56790"/>
                <a:gd name="csY33" fmla="*/ 13178 h 52445"/>
                <a:gd name="csX34" fmla="*/ 22613 w 56790"/>
                <a:gd name="csY34" fmla="*/ 13696 h 52445"/>
                <a:gd name="csX35" fmla="*/ 21768 w 56790"/>
                <a:gd name="csY35" fmla="*/ 15529 h 52445"/>
                <a:gd name="csX36" fmla="*/ 20148 w 56790"/>
                <a:gd name="csY36" fmla="*/ 12752 h 52445"/>
                <a:gd name="csX37" fmla="*/ 20262 w 56790"/>
                <a:gd name="csY37" fmla="*/ 11732 h 52445"/>
                <a:gd name="csX38" fmla="*/ 20604 w 56790"/>
                <a:gd name="csY38" fmla="*/ 11436 h 52445"/>
                <a:gd name="csX39" fmla="*/ 22856 w 56790"/>
                <a:gd name="csY39" fmla="*/ 12166 h 52445"/>
                <a:gd name="csX40" fmla="*/ 26775 w 56790"/>
                <a:gd name="csY40" fmla="*/ 12668 h 52445"/>
                <a:gd name="csX41" fmla="*/ 51753 w 56790"/>
                <a:gd name="csY41" fmla="*/ 21190 h 52445"/>
                <a:gd name="csX42" fmla="*/ 53534 w 56790"/>
                <a:gd name="csY42" fmla="*/ 21593 h 52445"/>
                <a:gd name="csX43" fmla="*/ 54211 w 56790"/>
                <a:gd name="csY43" fmla="*/ 21449 h 52445"/>
                <a:gd name="csX44" fmla="*/ 55345 w 56790"/>
                <a:gd name="csY44" fmla="*/ 21540 h 52445"/>
                <a:gd name="csX45" fmla="*/ 56562 w 56790"/>
                <a:gd name="csY45" fmla="*/ 22696 h 52445"/>
                <a:gd name="csX46" fmla="*/ 56791 w 56790"/>
                <a:gd name="csY46" fmla="*/ 23929 h 52445"/>
                <a:gd name="csX47" fmla="*/ 56189 w 56790"/>
                <a:gd name="csY47" fmla="*/ 25473 h 52445"/>
                <a:gd name="csX48" fmla="*/ 53831 w 56790"/>
                <a:gd name="csY48" fmla="*/ 26744 h 52445"/>
                <a:gd name="csX49" fmla="*/ 52469 w 56790"/>
                <a:gd name="csY49" fmla="*/ 26592 h 52445"/>
                <a:gd name="csX50" fmla="*/ 50863 w 56790"/>
                <a:gd name="csY50" fmla="*/ 25436 h 52445"/>
                <a:gd name="csX51" fmla="*/ 51784 w 56790"/>
                <a:gd name="csY51" fmla="*/ 23153 h 52445"/>
                <a:gd name="csX52" fmla="*/ 51753 w 56790"/>
                <a:gd name="csY52" fmla="*/ 21190 h 52445"/>
                <a:gd name="csX53" fmla="*/ 40508 w 56790"/>
                <a:gd name="csY53" fmla="*/ 48276 h 52445"/>
                <a:gd name="csX54" fmla="*/ 39222 w 56790"/>
                <a:gd name="csY54" fmla="*/ 50293 h 52445"/>
                <a:gd name="csX55" fmla="*/ 36392 w 56790"/>
                <a:gd name="csY55" fmla="*/ 50133 h 52445"/>
                <a:gd name="csX56" fmla="*/ 34939 w 56790"/>
                <a:gd name="csY56" fmla="*/ 49304 h 52445"/>
                <a:gd name="csX57" fmla="*/ 33234 w 56790"/>
                <a:gd name="csY57" fmla="*/ 46770 h 52445"/>
                <a:gd name="csX58" fmla="*/ 33287 w 56790"/>
                <a:gd name="csY58" fmla="*/ 44807 h 52445"/>
                <a:gd name="csX59" fmla="*/ 33889 w 56790"/>
                <a:gd name="csY59" fmla="*/ 43103 h 52445"/>
                <a:gd name="csX60" fmla="*/ 33782 w 56790"/>
                <a:gd name="csY60" fmla="*/ 41626 h 52445"/>
                <a:gd name="csX61" fmla="*/ 34026 w 56790"/>
                <a:gd name="csY61" fmla="*/ 41238 h 52445"/>
                <a:gd name="csX62" fmla="*/ 34901 w 56790"/>
                <a:gd name="csY62" fmla="*/ 41497 h 52445"/>
                <a:gd name="csX63" fmla="*/ 35045 w 56790"/>
                <a:gd name="csY63" fmla="*/ 42494 h 52445"/>
                <a:gd name="csX64" fmla="*/ 37617 w 56790"/>
                <a:gd name="csY64" fmla="*/ 44929 h 52445"/>
                <a:gd name="csX65" fmla="*/ 38568 w 56790"/>
                <a:gd name="csY65" fmla="*/ 45400 h 52445"/>
                <a:gd name="csX66" fmla="*/ 40508 w 56790"/>
                <a:gd name="csY66" fmla="*/ 48276 h 52445"/>
                <a:gd name="csX67" fmla="*/ 46108 w 56790"/>
                <a:gd name="csY67" fmla="*/ 45446 h 52445"/>
                <a:gd name="csX68" fmla="*/ 45514 w 56790"/>
                <a:gd name="csY68" fmla="*/ 45530 h 52445"/>
                <a:gd name="csX69" fmla="*/ 44624 w 56790"/>
                <a:gd name="csY69" fmla="*/ 44541 h 52445"/>
                <a:gd name="csX70" fmla="*/ 44822 w 56790"/>
                <a:gd name="csY70" fmla="*/ 43171 h 52445"/>
                <a:gd name="csX71" fmla="*/ 44723 w 56790"/>
                <a:gd name="csY71" fmla="*/ 42813 h 52445"/>
                <a:gd name="csX72" fmla="*/ 45514 w 56790"/>
                <a:gd name="csY72" fmla="*/ 41352 h 52445"/>
                <a:gd name="csX73" fmla="*/ 47067 w 56790"/>
                <a:gd name="csY73" fmla="*/ 41482 h 52445"/>
                <a:gd name="csX74" fmla="*/ 47462 w 56790"/>
                <a:gd name="csY74" fmla="*/ 42570 h 52445"/>
                <a:gd name="csX75" fmla="*/ 47538 w 56790"/>
                <a:gd name="csY75" fmla="*/ 44807 h 52445"/>
                <a:gd name="csX76" fmla="*/ 46108 w 56790"/>
                <a:gd name="csY76" fmla="*/ 45446 h 52445"/>
                <a:gd name="csX77" fmla="*/ 22065 w 56790"/>
                <a:gd name="csY77" fmla="*/ 51609 h 52445"/>
                <a:gd name="csX78" fmla="*/ 20406 w 56790"/>
                <a:gd name="csY78" fmla="*/ 52446 h 52445"/>
                <a:gd name="csX79" fmla="*/ 19242 w 56790"/>
                <a:gd name="csY79" fmla="*/ 52081 h 52445"/>
                <a:gd name="csX80" fmla="*/ 18139 w 56790"/>
                <a:gd name="csY80" fmla="*/ 51213 h 52445"/>
                <a:gd name="csX81" fmla="*/ 17606 w 56790"/>
                <a:gd name="csY81" fmla="*/ 49958 h 52445"/>
                <a:gd name="csX82" fmla="*/ 18040 w 56790"/>
                <a:gd name="csY82" fmla="*/ 48877 h 52445"/>
                <a:gd name="csX83" fmla="*/ 20277 w 56790"/>
                <a:gd name="csY83" fmla="*/ 47607 h 52445"/>
                <a:gd name="csX84" fmla="*/ 21616 w 56790"/>
                <a:gd name="csY84" fmla="*/ 48018 h 52445"/>
                <a:gd name="csX85" fmla="*/ 22331 w 56790"/>
                <a:gd name="csY85" fmla="*/ 49996 h 52445"/>
                <a:gd name="csX86" fmla="*/ 22065 w 56790"/>
                <a:gd name="csY86" fmla="*/ 51609 h 524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56790" h="52445">
                  <a:moveTo>
                    <a:pt x="3667" y="5486"/>
                  </a:moveTo>
                  <a:lnTo>
                    <a:pt x="1590" y="5942"/>
                  </a:lnTo>
                  <a:lnTo>
                    <a:pt x="708" y="5722"/>
                  </a:lnTo>
                  <a:lnTo>
                    <a:pt x="418" y="3957"/>
                  </a:lnTo>
                  <a:lnTo>
                    <a:pt x="0" y="2792"/>
                  </a:lnTo>
                  <a:lnTo>
                    <a:pt x="99" y="2275"/>
                  </a:lnTo>
                  <a:lnTo>
                    <a:pt x="4870" y="0"/>
                  </a:lnTo>
                  <a:lnTo>
                    <a:pt x="6551" y="381"/>
                  </a:lnTo>
                  <a:lnTo>
                    <a:pt x="7723" y="2199"/>
                  </a:lnTo>
                  <a:lnTo>
                    <a:pt x="6924" y="3203"/>
                  </a:lnTo>
                  <a:lnTo>
                    <a:pt x="3667" y="5486"/>
                  </a:lnTo>
                  <a:close/>
                  <a:moveTo>
                    <a:pt x="9701" y="8331"/>
                  </a:moveTo>
                  <a:lnTo>
                    <a:pt x="7951" y="8864"/>
                  </a:lnTo>
                  <a:lnTo>
                    <a:pt x="6863" y="8796"/>
                  </a:lnTo>
                  <a:lnTo>
                    <a:pt x="5303" y="8012"/>
                  </a:lnTo>
                  <a:lnTo>
                    <a:pt x="5790" y="7167"/>
                  </a:lnTo>
                  <a:lnTo>
                    <a:pt x="7479" y="6224"/>
                  </a:lnTo>
                  <a:lnTo>
                    <a:pt x="8643" y="6026"/>
                  </a:lnTo>
                  <a:lnTo>
                    <a:pt x="9595" y="7707"/>
                  </a:lnTo>
                  <a:lnTo>
                    <a:pt x="9701" y="8331"/>
                  </a:lnTo>
                  <a:close/>
                  <a:moveTo>
                    <a:pt x="52385" y="11862"/>
                  </a:moveTo>
                  <a:lnTo>
                    <a:pt x="51700" y="12995"/>
                  </a:lnTo>
                  <a:lnTo>
                    <a:pt x="50863" y="11329"/>
                  </a:lnTo>
                  <a:lnTo>
                    <a:pt x="50407" y="10934"/>
                  </a:lnTo>
                  <a:lnTo>
                    <a:pt x="50186" y="8545"/>
                  </a:lnTo>
                  <a:lnTo>
                    <a:pt x="51426" y="7829"/>
                  </a:lnTo>
                  <a:lnTo>
                    <a:pt x="52027" y="7768"/>
                  </a:lnTo>
                  <a:lnTo>
                    <a:pt x="52043" y="10241"/>
                  </a:lnTo>
                  <a:lnTo>
                    <a:pt x="52385" y="11862"/>
                  </a:lnTo>
                  <a:close/>
                  <a:moveTo>
                    <a:pt x="26775" y="12668"/>
                  </a:moveTo>
                  <a:lnTo>
                    <a:pt x="27657" y="13315"/>
                  </a:lnTo>
                  <a:lnTo>
                    <a:pt x="27946" y="13787"/>
                  </a:lnTo>
                  <a:lnTo>
                    <a:pt x="26638" y="14030"/>
                  </a:lnTo>
                  <a:lnTo>
                    <a:pt x="23457" y="13178"/>
                  </a:lnTo>
                  <a:lnTo>
                    <a:pt x="22613" y="13696"/>
                  </a:lnTo>
                  <a:lnTo>
                    <a:pt x="21768" y="15529"/>
                  </a:lnTo>
                  <a:lnTo>
                    <a:pt x="20148" y="12752"/>
                  </a:lnTo>
                  <a:lnTo>
                    <a:pt x="20262" y="11732"/>
                  </a:lnTo>
                  <a:lnTo>
                    <a:pt x="20604" y="11436"/>
                  </a:lnTo>
                  <a:lnTo>
                    <a:pt x="22856" y="12166"/>
                  </a:lnTo>
                  <a:lnTo>
                    <a:pt x="26775" y="12668"/>
                  </a:lnTo>
                  <a:close/>
                  <a:moveTo>
                    <a:pt x="51753" y="21190"/>
                  </a:moveTo>
                  <a:lnTo>
                    <a:pt x="53534" y="21593"/>
                  </a:lnTo>
                  <a:lnTo>
                    <a:pt x="54211" y="21449"/>
                  </a:lnTo>
                  <a:lnTo>
                    <a:pt x="55345" y="21540"/>
                  </a:lnTo>
                  <a:lnTo>
                    <a:pt x="56562" y="22696"/>
                  </a:lnTo>
                  <a:lnTo>
                    <a:pt x="56791" y="23929"/>
                  </a:lnTo>
                  <a:lnTo>
                    <a:pt x="56189" y="25473"/>
                  </a:lnTo>
                  <a:lnTo>
                    <a:pt x="53831" y="26744"/>
                  </a:lnTo>
                  <a:lnTo>
                    <a:pt x="52469" y="26592"/>
                  </a:lnTo>
                  <a:lnTo>
                    <a:pt x="50863" y="25436"/>
                  </a:lnTo>
                  <a:lnTo>
                    <a:pt x="51784" y="23153"/>
                  </a:lnTo>
                  <a:lnTo>
                    <a:pt x="51753" y="21190"/>
                  </a:lnTo>
                  <a:close/>
                  <a:moveTo>
                    <a:pt x="40508" y="48276"/>
                  </a:moveTo>
                  <a:lnTo>
                    <a:pt x="39222" y="50293"/>
                  </a:lnTo>
                  <a:lnTo>
                    <a:pt x="36392" y="50133"/>
                  </a:lnTo>
                  <a:lnTo>
                    <a:pt x="34939" y="49304"/>
                  </a:lnTo>
                  <a:lnTo>
                    <a:pt x="33234" y="46770"/>
                  </a:lnTo>
                  <a:lnTo>
                    <a:pt x="33287" y="44807"/>
                  </a:lnTo>
                  <a:lnTo>
                    <a:pt x="33889" y="43103"/>
                  </a:lnTo>
                  <a:lnTo>
                    <a:pt x="33782" y="41626"/>
                  </a:lnTo>
                  <a:lnTo>
                    <a:pt x="34026" y="41238"/>
                  </a:lnTo>
                  <a:lnTo>
                    <a:pt x="34901" y="41497"/>
                  </a:lnTo>
                  <a:lnTo>
                    <a:pt x="35045" y="42494"/>
                  </a:lnTo>
                  <a:lnTo>
                    <a:pt x="37617" y="44929"/>
                  </a:lnTo>
                  <a:lnTo>
                    <a:pt x="38568" y="45400"/>
                  </a:lnTo>
                  <a:lnTo>
                    <a:pt x="40508" y="48276"/>
                  </a:lnTo>
                  <a:close/>
                  <a:moveTo>
                    <a:pt x="46108" y="45446"/>
                  </a:moveTo>
                  <a:lnTo>
                    <a:pt x="45514" y="45530"/>
                  </a:lnTo>
                  <a:lnTo>
                    <a:pt x="44624" y="44541"/>
                  </a:lnTo>
                  <a:lnTo>
                    <a:pt x="44822" y="43171"/>
                  </a:lnTo>
                  <a:lnTo>
                    <a:pt x="44723" y="42813"/>
                  </a:lnTo>
                  <a:lnTo>
                    <a:pt x="45514" y="41352"/>
                  </a:lnTo>
                  <a:lnTo>
                    <a:pt x="47067" y="41482"/>
                  </a:lnTo>
                  <a:lnTo>
                    <a:pt x="47462" y="42570"/>
                  </a:lnTo>
                  <a:lnTo>
                    <a:pt x="47538" y="44807"/>
                  </a:lnTo>
                  <a:lnTo>
                    <a:pt x="46108" y="45446"/>
                  </a:lnTo>
                  <a:close/>
                  <a:moveTo>
                    <a:pt x="22065" y="51609"/>
                  </a:moveTo>
                  <a:lnTo>
                    <a:pt x="20406" y="52446"/>
                  </a:lnTo>
                  <a:lnTo>
                    <a:pt x="19242" y="52081"/>
                  </a:lnTo>
                  <a:lnTo>
                    <a:pt x="18139" y="51213"/>
                  </a:lnTo>
                  <a:lnTo>
                    <a:pt x="17606" y="49958"/>
                  </a:lnTo>
                  <a:lnTo>
                    <a:pt x="18040" y="48877"/>
                  </a:lnTo>
                  <a:lnTo>
                    <a:pt x="20277" y="47607"/>
                  </a:lnTo>
                  <a:lnTo>
                    <a:pt x="21616" y="48018"/>
                  </a:lnTo>
                  <a:lnTo>
                    <a:pt x="22331" y="49996"/>
                  </a:lnTo>
                  <a:lnTo>
                    <a:pt x="22065" y="5160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6" name="Freeform: Shape 2195">
              <a:extLst>
                <a:ext uri="{FF2B5EF4-FFF2-40B4-BE49-F238E27FC236}">
                  <a16:creationId xmlns:a16="http://schemas.microsoft.com/office/drawing/2014/main" id="{4A860F00-EEEE-CDB1-8B8B-9759E482E606}"/>
                </a:ext>
              </a:extLst>
            </p:cNvPr>
            <p:cNvSpPr/>
            <p:nvPr/>
          </p:nvSpPr>
          <p:spPr>
            <a:xfrm>
              <a:off x="8097092" y="4739566"/>
              <a:ext cx="8704" cy="7266"/>
            </a:xfrm>
            <a:custGeom>
              <a:avLst/>
              <a:gdLst>
                <a:gd name="csX0" fmla="*/ 8704 w 8704"/>
                <a:gd name="csY0" fmla="*/ 6954 h 7266"/>
                <a:gd name="csX1" fmla="*/ 7593 w 8704"/>
                <a:gd name="csY1" fmla="*/ 7266 h 7266"/>
                <a:gd name="csX2" fmla="*/ 3492 w 8704"/>
                <a:gd name="csY2" fmla="*/ 5174 h 7266"/>
                <a:gd name="csX3" fmla="*/ 107 w 8704"/>
                <a:gd name="csY3" fmla="*/ 1773 h 7266"/>
                <a:gd name="csX4" fmla="*/ 0 w 8704"/>
                <a:gd name="csY4" fmla="*/ 0 h 7266"/>
                <a:gd name="csX5" fmla="*/ 867 w 8704"/>
                <a:gd name="csY5" fmla="*/ 152 h 7266"/>
                <a:gd name="csX6" fmla="*/ 1750 w 8704"/>
                <a:gd name="csY6" fmla="*/ 829 h 7266"/>
                <a:gd name="csX7" fmla="*/ 3112 w 8704"/>
                <a:gd name="csY7" fmla="*/ 3234 h 7266"/>
                <a:gd name="csX8" fmla="*/ 7076 w 8704"/>
                <a:gd name="csY8" fmla="*/ 4816 h 72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704" h="7266">
                  <a:moveTo>
                    <a:pt x="8704" y="6954"/>
                  </a:moveTo>
                  <a:lnTo>
                    <a:pt x="7593" y="7266"/>
                  </a:lnTo>
                  <a:lnTo>
                    <a:pt x="3492" y="5174"/>
                  </a:lnTo>
                  <a:lnTo>
                    <a:pt x="107" y="1773"/>
                  </a:lnTo>
                  <a:lnTo>
                    <a:pt x="0" y="0"/>
                  </a:lnTo>
                  <a:lnTo>
                    <a:pt x="867" y="152"/>
                  </a:lnTo>
                  <a:lnTo>
                    <a:pt x="1750" y="829"/>
                  </a:lnTo>
                  <a:lnTo>
                    <a:pt x="3112" y="3234"/>
                  </a:lnTo>
                  <a:lnTo>
                    <a:pt x="7076" y="481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197" name="Freeform: Shape 2196">
              <a:extLst>
                <a:ext uri="{FF2B5EF4-FFF2-40B4-BE49-F238E27FC236}">
                  <a16:creationId xmlns:a16="http://schemas.microsoft.com/office/drawing/2014/main" id="{5C6975EE-8A26-1E93-C1AC-468EBC64B03F}"/>
                </a:ext>
              </a:extLst>
            </p:cNvPr>
            <p:cNvSpPr/>
            <p:nvPr/>
          </p:nvSpPr>
          <p:spPr>
            <a:xfrm>
              <a:off x="11828440" y="5226734"/>
              <a:ext cx="3012" cy="2883"/>
            </a:xfrm>
            <a:custGeom>
              <a:avLst/>
              <a:gdLst>
                <a:gd name="csX0" fmla="*/ 3013 w 3012"/>
                <a:gd name="csY0" fmla="*/ 1347 h 2883"/>
                <a:gd name="csX1" fmla="*/ 2404 w 3012"/>
                <a:gd name="csY1" fmla="*/ 2884 h 2883"/>
                <a:gd name="csX2" fmla="*/ 1286 w 3012"/>
                <a:gd name="csY2" fmla="*/ 2039 h 2883"/>
                <a:gd name="csX3" fmla="*/ 0 w 3012"/>
                <a:gd name="csY3" fmla="*/ 1765 h 2883"/>
                <a:gd name="csX4" fmla="*/ 251 w 3012"/>
                <a:gd name="csY4" fmla="*/ 624 h 2883"/>
                <a:gd name="csX5" fmla="*/ 1309 w 3012"/>
                <a:gd name="csY5" fmla="*/ 464 h 2883"/>
                <a:gd name="csX6" fmla="*/ 1833 w 3012"/>
                <a:gd name="csY6" fmla="*/ 403 h 2883"/>
                <a:gd name="csX7" fmla="*/ 2587 w 3012"/>
                <a:gd name="csY7" fmla="*/ 0 h 28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012" h="2883">
                  <a:moveTo>
                    <a:pt x="3013" y="1347"/>
                  </a:moveTo>
                  <a:lnTo>
                    <a:pt x="2404" y="2884"/>
                  </a:lnTo>
                  <a:lnTo>
                    <a:pt x="1286" y="2039"/>
                  </a:lnTo>
                  <a:lnTo>
                    <a:pt x="0" y="1765"/>
                  </a:lnTo>
                  <a:lnTo>
                    <a:pt x="251" y="624"/>
                  </a:lnTo>
                  <a:lnTo>
                    <a:pt x="1309" y="464"/>
                  </a:lnTo>
                  <a:lnTo>
                    <a:pt x="1833" y="403"/>
                  </a:lnTo>
                  <a:lnTo>
                    <a:pt x="2587" y="0"/>
                  </a:lnTo>
                  <a:close/>
                </a:path>
              </a:pathLst>
            </a:custGeom>
            <a:solidFill>
              <a:srgbClr val="2562E8"/>
            </a:solidFill>
            <a:ln w="6168" cap="flat">
              <a:solidFill>
                <a:srgbClr val="2562E8"/>
              </a:solidFill>
              <a:prstDash val="solid"/>
              <a:miter/>
            </a:ln>
          </p:spPr>
          <p:txBody>
            <a:bodyPr/>
            <a:lstStyle/>
            <a:p>
              <a:endParaRPr lang="en-US"/>
            </a:p>
          </p:txBody>
        </p:sp>
        <p:sp>
          <p:nvSpPr>
            <p:cNvPr id="2198" name="Freeform: Shape 2197">
              <a:extLst>
                <a:ext uri="{FF2B5EF4-FFF2-40B4-BE49-F238E27FC236}">
                  <a16:creationId xmlns:a16="http://schemas.microsoft.com/office/drawing/2014/main" id="{B13F2A08-B397-EE5C-83B7-A93FDA1821AC}"/>
                </a:ext>
              </a:extLst>
            </p:cNvPr>
            <p:cNvSpPr/>
            <p:nvPr/>
          </p:nvSpPr>
          <p:spPr>
            <a:xfrm>
              <a:off x="10263601" y="4192982"/>
              <a:ext cx="48154" cy="28387"/>
            </a:xfrm>
            <a:custGeom>
              <a:avLst/>
              <a:gdLst>
                <a:gd name="csX0" fmla="*/ 46169 w 48154"/>
                <a:gd name="csY0" fmla="*/ 1788 h 28387"/>
                <a:gd name="csX1" fmla="*/ 35038 w 48154"/>
                <a:gd name="csY1" fmla="*/ 9655 h 28387"/>
                <a:gd name="csX2" fmla="*/ 34315 w 48154"/>
                <a:gd name="csY2" fmla="*/ 11991 h 28387"/>
                <a:gd name="csX3" fmla="*/ 34809 w 48154"/>
                <a:gd name="csY3" fmla="*/ 13604 h 28387"/>
                <a:gd name="csX4" fmla="*/ 36377 w 48154"/>
                <a:gd name="csY4" fmla="*/ 15560 h 28387"/>
                <a:gd name="csX5" fmla="*/ 36788 w 48154"/>
                <a:gd name="csY5" fmla="*/ 16069 h 28387"/>
                <a:gd name="csX6" fmla="*/ 37350 w 48154"/>
                <a:gd name="csY6" fmla="*/ 17553 h 28387"/>
                <a:gd name="csX7" fmla="*/ 34924 w 48154"/>
                <a:gd name="csY7" fmla="*/ 17994 h 28387"/>
                <a:gd name="csX8" fmla="*/ 32489 w 48154"/>
                <a:gd name="csY8" fmla="*/ 18139 h 28387"/>
                <a:gd name="csX9" fmla="*/ 31135 w 48154"/>
                <a:gd name="csY9" fmla="*/ 17941 h 28387"/>
                <a:gd name="csX10" fmla="*/ 29856 w 48154"/>
                <a:gd name="csY10" fmla="*/ 18032 h 28387"/>
                <a:gd name="csX11" fmla="*/ 25907 w 48154"/>
                <a:gd name="csY11" fmla="*/ 22270 h 28387"/>
                <a:gd name="csX12" fmla="*/ 23785 w 48154"/>
                <a:gd name="csY12" fmla="*/ 23708 h 28387"/>
                <a:gd name="csX13" fmla="*/ 21258 w 48154"/>
                <a:gd name="csY13" fmla="*/ 24560 h 28387"/>
                <a:gd name="csX14" fmla="*/ 18687 w 48154"/>
                <a:gd name="csY14" fmla="*/ 25070 h 28387"/>
                <a:gd name="csX15" fmla="*/ 17393 w 48154"/>
                <a:gd name="csY15" fmla="*/ 25139 h 28387"/>
                <a:gd name="csX16" fmla="*/ 16252 w 48154"/>
                <a:gd name="csY16" fmla="*/ 25671 h 28387"/>
                <a:gd name="csX17" fmla="*/ 15453 w 48154"/>
                <a:gd name="csY17" fmla="*/ 26653 h 28387"/>
                <a:gd name="csX18" fmla="*/ 15438 w 48154"/>
                <a:gd name="csY18" fmla="*/ 27604 h 28387"/>
                <a:gd name="csX19" fmla="*/ 15095 w 48154"/>
                <a:gd name="csY19" fmla="*/ 28388 h 28387"/>
                <a:gd name="csX20" fmla="*/ 13680 w 48154"/>
                <a:gd name="csY20" fmla="*/ 28228 h 28387"/>
                <a:gd name="csX21" fmla="*/ 13094 w 48154"/>
                <a:gd name="csY21" fmla="*/ 26691 h 28387"/>
                <a:gd name="csX22" fmla="*/ 12090 w 48154"/>
                <a:gd name="csY22" fmla="*/ 26029 h 28387"/>
                <a:gd name="csX23" fmla="*/ 9587 w 48154"/>
                <a:gd name="csY23" fmla="*/ 26371 h 28387"/>
                <a:gd name="csX24" fmla="*/ 8370 w 48154"/>
                <a:gd name="csY24" fmla="*/ 26326 h 28387"/>
                <a:gd name="csX25" fmla="*/ 4368 w 48154"/>
                <a:gd name="csY25" fmla="*/ 24865 h 28387"/>
                <a:gd name="csX26" fmla="*/ 3158 w 48154"/>
                <a:gd name="csY26" fmla="*/ 24256 h 28387"/>
                <a:gd name="csX27" fmla="*/ 2405 w 48154"/>
                <a:gd name="csY27" fmla="*/ 23001 h 28387"/>
                <a:gd name="csX28" fmla="*/ 343 w 48154"/>
                <a:gd name="csY28" fmla="*/ 18466 h 28387"/>
                <a:gd name="csX29" fmla="*/ 0 w 48154"/>
                <a:gd name="csY29" fmla="*/ 15095 h 28387"/>
                <a:gd name="csX30" fmla="*/ 1917 w 48154"/>
                <a:gd name="csY30" fmla="*/ 15963 h 28387"/>
                <a:gd name="csX31" fmla="*/ 3713 w 48154"/>
                <a:gd name="csY31" fmla="*/ 14913 h 28387"/>
                <a:gd name="csX32" fmla="*/ 5440 w 48154"/>
                <a:gd name="csY32" fmla="*/ 13201 h 28387"/>
                <a:gd name="csX33" fmla="*/ 7502 w 48154"/>
                <a:gd name="csY33" fmla="*/ 12501 h 28387"/>
                <a:gd name="csX34" fmla="*/ 8788 w 48154"/>
                <a:gd name="csY34" fmla="*/ 12805 h 28387"/>
                <a:gd name="csX35" fmla="*/ 10066 w 48154"/>
                <a:gd name="csY35" fmla="*/ 13110 h 28387"/>
                <a:gd name="csX36" fmla="*/ 12364 w 48154"/>
                <a:gd name="csY36" fmla="*/ 12562 h 28387"/>
                <a:gd name="csX37" fmla="*/ 13353 w 48154"/>
                <a:gd name="csY37" fmla="*/ 10021 h 28387"/>
                <a:gd name="csX38" fmla="*/ 13680 w 48154"/>
                <a:gd name="csY38" fmla="*/ 7099 h 28387"/>
                <a:gd name="csX39" fmla="*/ 17561 w 48154"/>
                <a:gd name="csY39" fmla="*/ 7936 h 28387"/>
                <a:gd name="csX40" fmla="*/ 21502 w 48154"/>
                <a:gd name="csY40" fmla="*/ 8369 h 28387"/>
                <a:gd name="csX41" fmla="*/ 24720 w 48154"/>
                <a:gd name="csY41" fmla="*/ 8514 h 28387"/>
                <a:gd name="csX42" fmla="*/ 27901 w 48154"/>
                <a:gd name="csY42" fmla="*/ 8042 h 28387"/>
                <a:gd name="csX43" fmla="*/ 37632 w 48154"/>
                <a:gd name="csY43" fmla="*/ 4915 h 28387"/>
                <a:gd name="csX44" fmla="*/ 40387 w 48154"/>
                <a:gd name="csY44" fmla="*/ 3044 h 28387"/>
                <a:gd name="csX45" fmla="*/ 42098 w 48154"/>
                <a:gd name="csY45" fmla="*/ 2404 h 28387"/>
                <a:gd name="csX46" fmla="*/ 45058 w 48154"/>
                <a:gd name="csY46" fmla="*/ 860 h 28387"/>
                <a:gd name="csX47" fmla="*/ 48155 w 48154"/>
                <a:gd name="csY47" fmla="*/ 0 h 28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48154" h="28387">
                  <a:moveTo>
                    <a:pt x="46169" y="1788"/>
                  </a:moveTo>
                  <a:lnTo>
                    <a:pt x="35038" y="9655"/>
                  </a:lnTo>
                  <a:lnTo>
                    <a:pt x="34315" y="11991"/>
                  </a:lnTo>
                  <a:lnTo>
                    <a:pt x="34809" y="13604"/>
                  </a:lnTo>
                  <a:lnTo>
                    <a:pt x="36377" y="15560"/>
                  </a:lnTo>
                  <a:lnTo>
                    <a:pt x="36788" y="16069"/>
                  </a:lnTo>
                  <a:lnTo>
                    <a:pt x="37350" y="17553"/>
                  </a:lnTo>
                  <a:lnTo>
                    <a:pt x="34924" y="17994"/>
                  </a:lnTo>
                  <a:lnTo>
                    <a:pt x="32489" y="18139"/>
                  </a:lnTo>
                  <a:lnTo>
                    <a:pt x="31135" y="17941"/>
                  </a:lnTo>
                  <a:lnTo>
                    <a:pt x="29856" y="18032"/>
                  </a:lnTo>
                  <a:lnTo>
                    <a:pt x="25907" y="22270"/>
                  </a:lnTo>
                  <a:lnTo>
                    <a:pt x="23785" y="23708"/>
                  </a:lnTo>
                  <a:lnTo>
                    <a:pt x="21258" y="24560"/>
                  </a:lnTo>
                  <a:lnTo>
                    <a:pt x="18687" y="25070"/>
                  </a:lnTo>
                  <a:lnTo>
                    <a:pt x="17393" y="25139"/>
                  </a:lnTo>
                  <a:lnTo>
                    <a:pt x="16252" y="25671"/>
                  </a:lnTo>
                  <a:lnTo>
                    <a:pt x="15453" y="26653"/>
                  </a:lnTo>
                  <a:lnTo>
                    <a:pt x="15438" y="27604"/>
                  </a:lnTo>
                  <a:lnTo>
                    <a:pt x="15095" y="28388"/>
                  </a:lnTo>
                  <a:lnTo>
                    <a:pt x="13680" y="28228"/>
                  </a:lnTo>
                  <a:lnTo>
                    <a:pt x="13094" y="26691"/>
                  </a:lnTo>
                  <a:lnTo>
                    <a:pt x="12090" y="26029"/>
                  </a:lnTo>
                  <a:lnTo>
                    <a:pt x="9587" y="26371"/>
                  </a:lnTo>
                  <a:lnTo>
                    <a:pt x="8370" y="26326"/>
                  </a:lnTo>
                  <a:lnTo>
                    <a:pt x="4368" y="24865"/>
                  </a:lnTo>
                  <a:lnTo>
                    <a:pt x="3158" y="24256"/>
                  </a:lnTo>
                  <a:lnTo>
                    <a:pt x="2405" y="23001"/>
                  </a:lnTo>
                  <a:lnTo>
                    <a:pt x="343" y="18466"/>
                  </a:lnTo>
                  <a:lnTo>
                    <a:pt x="0" y="15095"/>
                  </a:lnTo>
                  <a:lnTo>
                    <a:pt x="1917" y="15963"/>
                  </a:lnTo>
                  <a:lnTo>
                    <a:pt x="3713" y="14913"/>
                  </a:lnTo>
                  <a:lnTo>
                    <a:pt x="5440" y="13201"/>
                  </a:lnTo>
                  <a:lnTo>
                    <a:pt x="7502" y="12501"/>
                  </a:lnTo>
                  <a:lnTo>
                    <a:pt x="8788" y="12805"/>
                  </a:lnTo>
                  <a:lnTo>
                    <a:pt x="10066" y="13110"/>
                  </a:lnTo>
                  <a:lnTo>
                    <a:pt x="12364" y="12562"/>
                  </a:lnTo>
                  <a:lnTo>
                    <a:pt x="13353" y="10021"/>
                  </a:lnTo>
                  <a:lnTo>
                    <a:pt x="13680" y="7099"/>
                  </a:lnTo>
                  <a:lnTo>
                    <a:pt x="17561" y="7936"/>
                  </a:lnTo>
                  <a:lnTo>
                    <a:pt x="21502" y="8369"/>
                  </a:lnTo>
                  <a:lnTo>
                    <a:pt x="24720" y="8514"/>
                  </a:lnTo>
                  <a:lnTo>
                    <a:pt x="27901" y="8042"/>
                  </a:lnTo>
                  <a:lnTo>
                    <a:pt x="37632" y="4915"/>
                  </a:lnTo>
                  <a:lnTo>
                    <a:pt x="40387" y="3044"/>
                  </a:lnTo>
                  <a:lnTo>
                    <a:pt x="42098" y="2404"/>
                  </a:lnTo>
                  <a:lnTo>
                    <a:pt x="45058" y="860"/>
                  </a:lnTo>
                  <a:lnTo>
                    <a:pt x="48155" y="0"/>
                  </a:lnTo>
                  <a:close/>
                </a:path>
              </a:pathLst>
            </a:custGeom>
            <a:solidFill>
              <a:srgbClr val="2562E8"/>
            </a:solidFill>
            <a:ln w="6168" cap="flat">
              <a:solidFill>
                <a:srgbClr val="2562E8"/>
              </a:solidFill>
              <a:prstDash val="solid"/>
              <a:miter/>
            </a:ln>
          </p:spPr>
          <p:txBody>
            <a:bodyPr/>
            <a:lstStyle/>
            <a:p>
              <a:endParaRPr lang="en-US"/>
            </a:p>
          </p:txBody>
        </p:sp>
        <p:sp>
          <p:nvSpPr>
            <p:cNvPr id="2199" name="Freeform: Shape 2198">
              <a:extLst>
                <a:ext uri="{FF2B5EF4-FFF2-40B4-BE49-F238E27FC236}">
                  <a16:creationId xmlns:a16="http://schemas.microsoft.com/office/drawing/2014/main" id="{4D60059D-B010-97A5-9F20-881E530C8139}"/>
                </a:ext>
              </a:extLst>
            </p:cNvPr>
            <p:cNvSpPr/>
            <p:nvPr/>
          </p:nvSpPr>
          <p:spPr>
            <a:xfrm>
              <a:off x="9832020" y="3739246"/>
              <a:ext cx="143976" cy="81244"/>
            </a:xfrm>
            <a:custGeom>
              <a:avLst/>
              <a:gdLst>
                <a:gd name="csX0" fmla="*/ 58076 w 143976"/>
                <a:gd name="csY0" fmla="*/ 6041 h 81244"/>
                <a:gd name="csX1" fmla="*/ 59917 w 143976"/>
                <a:gd name="csY1" fmla="*/ 5957 h 81244"/>
                <a:gd name="csX2" fmla="*/ 61782 w 143976"/>
                <a:gd name="csY2" fmla="*/ 5113 h 81244"/>
                <a:gd name="csX3" fmla="*/ 61934 w 143976"/>
                <a:gd name="csY3" fmla="*/ 3736 h 81244"/>
                <a:gd name="csX4" fmla="*/ 61812 w 143976"/>
                <a:gd name="csY4" fmla="*/ 1164 h 81244"/>
                <a:gd name="csX5" fmla="*/ 62010 w 143976"/>
                <a:gd name="csY5" fmla="*/ 791 h 81244"/>
                <a:gd name="csX6" fmla="*/ 64833 w 143976"/>
                <a:gd name="csY6" fmla="*/ 1522 h 81244"/>
                <a:gd name="csX7" fmla="*/ 67663 w 143976"/>
                <a:gd name="csY7" fmla="*/ 2678 h 81244"/>
                <a:gd name="csX8" fmla="*/ 68059 w 143976"/>
                <a:gd name="csY8" fmla="*/ 5235 h 81244"/>
                <a:gd name="csX9" fmla="*/ 68819 w 143976"/>
                <a:gd name="csY9" fmla="*/ 6490 h 81244"/>
                <a:gd name="csX10" fmla="*/ 69717 w 143976"/>
                <a:gd name="csY10" fmla="*/ 7639 h 81244"/>
                <a:gd name="csX11" fmla="*/ 70569 w 143976"/>
                <a:gd name="csY11" fmla="*/ 8156 h 81244"/>
                <a:gd name="csX12" fmla="*/ 72053 w 143976"/>
                <a:gd name="csY12" fmla="*/ 8240 h 81244"/>
                <a:gd name="csX13" fmla="*/ 75895 w 143976"/>
                <a:gd name="csY13" fmla="*/ 9754 h 81244"/>
                <a:gd name="csX14" fmla="*/ 77744 w 143976"/>
                <a:gd name="csY14" fmla="*/ 10058 h 81244"/>
                <a:gd name="csX15" fmla="*/ 79639 w 143976"/>
                <a:gd name="csY15" fmla="*/ 11108 h 81244"/>
                <a:gd name="csX16" fmla="*/ 81237 w 143976"/>
                <a:gd name="csY16" fmla="*/ 12174 h 81244"/>
                <a:gd name="csX17" fmla="*/ 82401 w 143976"/>
                <a:gd name="csY17" fmla="*/ 12402 h 81244"/>
                <a:gd name="csX18" fmla="*/ 82941 w 143976"/>
                <a:gd name="csY18" fmla="*/ 13566 h 81244"/>
                <a:gd name="csX19" fmla="*/ 83656 w 143976"/>
                <a:gd name="csY19" fmla="*/ 14365 h 81244"/>
                <a:gd name="csX20" fmla="*/ 84919 w 143976"/>
                <a:gd name="csY20" fmla="*/ 13748 h 81244"/>
                <a:gd name="csX21" fmla="*/ 89530 w 143976"/>
                <a:gd name="csY21" fmla="*/ 12889 h 81244"/>
                <a:gd name="csX22" fmla="*/ 91189 w 143976"/>
                <a:gd name="csY22" fmla="*/ 14038 h 81244"/>
                <a:gd name="csX23" fmla="*/ 92307 w 143976"/>
                <a:gd name="csY23" fmla="*/ 15255 h 81244"/>
                <a:gd name="csX24" fmla="*/ 92459 w 143976"/>
                <a:gd name="csY24" fmla="*/ 15636 h 81244"/>
                <a:gd name="csX25" fmla="*/ 91874 w 143976"/>
                <a:gd name="csY25" fmla="*/ 16708 h 81244"/>
                <a:gd name="csX26" fmla="*/ 91592 w 143976"/>
                <a:gd name="csY26" fmla="*/ 17538 h 81244"/>
                <a:gd name="csX27" fmla="*/ 91112 w 143976"/>
                <a:gd name="csY27" fmla="*/ 18093 h 81244"/>
                <a:gd name="csX28" fmla="*/ 89530 w 143976"/>
                <a:gd name="csY28" fmla="*/ 18679 h 81244"/>
                <a:gd name="csX29" fmla="*/ 88640 w 143976"/>
                <a:gd name="csY29" fmla="*/ 19622 h 81244"/>
                <a:gd name="csX30" fmla="*/ 87985 w 143976"/>
                <a:gd name="csY30" fmla="*/ 20657 h 81244"/>
                <a:gd name="csX31" fmla="*/ 88427 w 143976"/>
                <a:gd name="csY31" fmla="*/ 21646 h 81244"/>
                <a:gd name="csX32" fmla="*/ 89720 w 143976"/>
                <a:gd name="csY32" fmla="*/ 22392 h 81244"/>
                <a:gd name="csX33" fmla="*/ 90633 w 143976"/>
                <a:gd name="csY33" fmla="*/ 22559 h 81244"/>
                <a:gd name="csX34" fmla="*/ 90983 w 143976"/>
                <a:gd name="csY34" fmla="*/ 23282 h 81244"/>
                <a:gd name="csX35" fmla="*/ 93913 w 143976"/>
                <a:gd name="csY35" fmla="*/ 26508 h 81244"/>
                <a:gd name="csX36" fmla="*/ 96241 w 143976"/>
                <a:gd name="csY36" fmla="*/ 30716 h 81244"/>
                <a:gd name="csX37" fmla="*/ 97146 w 143976"/>
                <a:gd name="csY37" fmla="*/ 31370 h 81244"/>
                <a:gd name="csX38" fmla="*/ 97998 w 143976"/>
                <a:gd name="csY38" fmla="*/ 31530 h 81244"/>
                <a:gd name="csX39" fmla="*/ 98988 w 143976"/>
                <a:gd name="csY39" fmla="*/ 30913 h 81244"/>
                <a:gd name="csX40" fmla="*/ 100129 w 143976"/>
                <a:gd name="csY40" fmla="*/ 29544 h 81244"/>
                <a:gd name="csX41" fmla="*/ 101475 w 143976"/>
                <a:gd name="csY41" fmla="*/ 28563 h 81244"/>
                <a:gd name="csX42" fmla="*/ 102617 w 143976"/>
                <a:gd name="csY42" fmla="*/ 28053 h 81244"/>
                <a:gd name="csX43" fmla="*/ 104633 w 143976"/>
                <a:gd name="csY43" fmla="*/ 26889 h 81244"/>
                <a:gd name="csX44" fmla="*/ 104717 w 143976"/>
                <a:gd name="csY44" fmla="*/ 26135 h 81244"/>
                <a:gd name="csX45" fmla="*/ 103028 w 143976"/>
                <a:gd name="csY45" fmla="*/ 23282 h 81244"/>
                <a:gd name="csX46" fmla="*/ 102061 w 143976"/>
                <a:gd name="csY46" fmla="*/ 20969 h 81244"/>
                <a:gd name="csX47" fmla="*/ 102289 w 143976"/>
                <a:gd name="csY47" fmla="*/ 20551 h 81244"/>
                <a:gd name="csX48" fmla="*/ 104443 w 143976"/>
                <a:gd name="csY48" fmla="*/ 20916 h 81244"/>
                <a:gd name="csX49" fmla="*/ 108095 w 143976"/>
                <a:gd name="csY49" fmla="*/ 22179 h 81244"/>
                <a:gd name="csX50" fmla="*/ 113718 w 143976"/>
                <a:gd name="csY50" fmla="*/ 26295 h 81244"/>
                <a:gd name="csX51" fmla="*/ 114729 w 143976"/>
                <a:gd name="csY51" fmla="*/ 26295 h 81244"/>
                <a:gd name="csX52" fmla="*/ 116692 w 143976"/>
                <a:gd name="csY52" fmla="*/ 25983 h 81244"/>
                <a:gd name="csX53" fmla="*/ 118830 w 143976"/>
                <a:gd name="csY53" fmla="*/ 25314 h 81244"/>
                <a:gd name="csX54" fmla="*/ 119850 w 143976"/>
                <a:gd name="csY54" fmla="*/ 24553 h 81244"/>
                <a:gd name="csX55" fmla="*/ 120231 w 143976"/>
                <a:gd name="csY55" fmla="*/ 24834 h 81244"/>
                <a:gd name="csX56" fmla="*/ 120558 w 143976"/>
                <a:gd name="csY56" fmla="*/ 27094 h 81244"/>
                <a:gd name="csX57" fmla="*/ 119995 w 143976"/>
                <a:gd name="csY57" fmla="*/ 28334 h 81244"/>
                <a:gd name="csX58" fmla="*/ 117438 w 143976"/>
                <a:gd name="csY58" fmla="*/ 29536 h 81244"/>
                <a:gd name="csX59" fmla="*/ 117583 w 143976"/>
                <a:gd name="csY59" fmla="*/ 30130 h 81244"/>
                <a:gd name="csX60" fmla="*/ 118245 w 143976"/>
                <a:gd name="csY60" fmla="*/ 30898 h 81244"/>
                <a:gd name="csX61" fmla="*/ 119394 w 143976"/>
                <a:gd name="csY61" fmla="*/ 31416 h 81244"/>
                <a:gd name="csX62" fmla="*/ 120793 w 143976"/>
                <a:gd name="csY62" fmla="*/ 32876 h 81244"/>
                <a:gd name="csX63" fmla="*/ 121760 w 143976"/>
                <a:gd name="csY63" fmla="*/ 34543 h 81244"/>
                <a:gd name="csX64" fmla="*/ 122605 w 143976"/>
                <a:gd name="csY64" fmla="*/ 35311 h 81244"/>
                <a:gd name="csX65" fmla="*/ 123532 w 143976"/>
                <a:gd name="csY65" fmla="*/ 35676 h 81244"/>
                <a:gd name="csX66" fmla="*/ 125861 w 143976"/>
                <a:gd name="csY66" fmla="*/ 34786 h 81244"/>
                <a:gd name="csX67" fmla="*/ 126515 w 143976"/>
                <a:gd name="csY67" fmla="*/ 34086 h 81244"/>
                <a:gd name="csX68" fmla="*/ 126812 w 143976"/>
                <a:gd name="csY68" fmla="*/ 33592 h 81244"/>
                <a:gd name="csX69" fmla="*/ 127261 w 143976"/>
                <a:gd name="csY69" fmla="*/ 33698 h 81244"/>
                <a:gd name="csX70" fmla="*/ 128075 w 143976"/>
                <a:gd name="csY70" fmla="*/ 34520 h 81244"/>
                <a:gd name="csX71" fmla="*/ 128326 w 143976"/>
                <a:gd name="csY71" fmla="*/ 34999 h 81244"/>
                <a:gd name="csX72" fmla="*/ 130586 w 143976"/>
                <a:gd name="csY72" fmla="*/ 35928 h 81244"/>
                <a:gd name="csX73" fmla="*/ 131894 w 143976"/>
                <a:gd name="csY73" fmla="*/ 37069 h 81244"/>
                <a:gd name="csX74" fmla="*/ 132724 w 143976"/>
                <a:gd name="csY74" fmla="*/ 37601 h 81244"/>
                <a:gd name="csX75" fmla="*/ 133645 w 143976"/>
                <a:gd name="csY75" fmla="*/ 37084 h 81244"/>
                <a:gd name="csX76" fmla="*/ 137228 w 143976"/>
                <a:gd name="csY76" fmla="*/ 37989 h 81244"/>
                <a:gd name="csX77" fmla="*/ 138217 w 143976"/>
                <a:gd name="csY77" fmla="*/ 38750 h 81244"/>
                <a:gd name="csX78" fmla="*/ 138529 w 143976"/>
                <a:gd name="csY78" fmla="*/ 40013 h 81244"/>
                <a:gd name="csX79" fmla="*/ 138354 w 143976"/>
                <a:gd name="csY79" fmla="*/ 40782 h 81244"/>
                <a:gd name="csX80" fmla="*/ 138902 w 143976"/>
                <a:gd name="csY80" fmla="*/ 42760 h 81244"/>
                <a:gd name="csX81" fmla="*/ 143437 w 143976"/>
                <a:gd name="csY81" fmla="*/ 47500 h 81244"/>
                <a:gd name="csX82" fmla="*/ 143908 w 143976"/>
                <a:gd name="csY82" fmla="*/ 49920 h 81244"/>
                <a:gd name="csX83" fmla="*/ 143977 w 143976"/>
                <a:gd name="csY83" fmla="*/ 50886 h 81244"/>
                <a:gd name="csX84" fmla="*/ 143437 w 143976"/>
                <a:gd name="csY84" fmla="*/ 50932 h 81244"/>
                <a:gd name="csX85" fmla="*/ 142212 w 143976"/>
                <a:gd name="csY85" fmla="*/ 51434 h 81244"/>
                <a:gd name="csX86" fmla="*/ 140644 w 143976"/>
                <a:gd name="csY86" fmla="*/ 51616 h 81244"/>
                <a:gd name="csX87" fmla="*/ 138947 w 143976"/>
                <a:gd name="csY87" fmla="*/ 51518 h 81244"/>
                <a:gd name="csX88" fmla="*/ 137624 w 143976"/>
                <a:gd name="csY88" fmla="*/ 52392 h 81244"/>
                <a:gd name="csX89" fmla="*/ 136376 w 143976"/>
                <a:gd name="csY89" fmla="*/ 53823 h 81244"/>
                <a:gd name="csX90" fmla="*/ 135082 w 143976"/>
                <a:gd name="csY90" fmla="*/ 54812 h 81244"/>
                <a:gd name="csX91" fmla="*/ 134390 w 143976"/>
                <a:gd name="csY91" fmla="*/ 55687 h 81244"/>
                <a:gd name="csX92" fmla="*/ 133994 w 143976"/>
                <a:gd name="csY92" fmla="*/ 56600 h 81244"/>
                <a:gd name="csX93" fmla="*/ 129642 w 143976"/>
                <a:gd name="csY93" fmla="*/ 59172 h 81244"/>
                <a:gd name="csX94" fmla="*/ 129034 w 143976"/>
                <a:gd name="csY94" fmla="*/ 60245 h 81244"/>
                <a:gd name="csX95" fmla="*/ 128554 w 143976"/>
                <a:gd name="csY95" fmla="*/ 61705 h 81244"/>
                <a:gd name="csX96" fmla="*/ 128349 w 143976"/>
                <a:gd name="csY96" fmla="*/ 63668 h 81244"/>
                <a:gd name="csX97" fmla="*/ 128044 w 143976"/>
                <a:gd name="csY97" fmla="*/ 65433 h 81244"/>
                <a:gd name="csX98" fmla="*/ 127291 w 143976"/>
                <a:gd name="csY98" fmla="*/ 66362 h 81244"/>
                <a:gd name="csX99" fmla="*/ 124940 w 143976"/>
                <a:gd name="csY99" fmla="*/ 67161 h 81244"/>
                <a:gd name="csX100" fmla="*/ 124354 w 143976"/>
                <a:gd name="csY100" fmla="*/ 67587 h 81244"/>
                <a:gd name="csX101" fmla="*/ 123913 w 143976"/>
                <a:gd name="csY101" fmla="*/ 68484 h 81244"/>
                <a:gd name="csX102" fmla="*/ 122597 w 143976"/>
                <a:gd name="csY102" fmla="*/ 69862 h 81244"/>
                <a:gd name="csX103" fmla="*/ 121052 w 143976"/>
                <a:gd name="csY103" fmla="*/ 71170 h 81244"/>
                <a:gd name="csX104" fmla="*/ 118207 w 143976"/>
                <a:gd name="csY104" fmla="*/ 72669 h 81244"/>
                <a:gd name="csX105" fmla="*/ 115156 w 143976"/>
                <a:gd name="csY105" fmla="*/ 73126 h 81244"/>
                <a:gd name="csX106" fmla="*/ 111192 w 143976"/>
                <a:gd name="csY106" fmla="*/ 72639 h 81244"/>
                <a:gd name="csX107" fmla="*/ 108871 w 143976"/>
                <a:gd name="csY107" fmla="*/ 72053 h 81244"/>
                <a:gd name="csX108" fmla="*/ 107752 w 143976"/>
                <a:gd name="csY108" fmla="*/ 72700 h 81244"/>
                <a:gd name="csX109" fmla="*/ 106200 w 143976"/>
                <a:gd name="csY109" fmla="*/ 74647 h 81244"/>
                <a:gd name="csX110" fmla="*/ 104542 w 143976"/>
                <a:gd name="csY110" fmla="*/ 77995 h 81244"/>
                <a:gd name="csX111" fmla="*/ 103849 w 143976"/>
                <a:gd name="csY111" fmla="*/ 80514 h 81244"/>
                <a:gd name="csX112" fmla="*/ 103317 w 143976"/>
                <a:gd name="csY112" fmla="*/ 79798 h 81244"/>
                <a:gd name="csX113" fmla="*/ 102366 w 143976"/>
                <a:gd name="csY113" fmla="*/ 77136 h 81244"/>
                <a:gd name="csX114" fmla="*/ 101293 w 143976"/>
                <a:gd name="csY114" fmla="*/ 76793 h 81244"/>
                <a:gd name="csX115" fmla="*/ 99824 w 143976"/>
                <a:gd name="csY115" fmla="*/ 76542 h 81244"/>
                <a:gd name="csX116" fmla="*/ 98721 w 143976"/>
                <a:gd name="csY116" fmla="*/ 76146 h 81244"/>
                <a:gd name="csX117" fmla="*/ 96332 w 143976"/>
                <a:gd name="csY117" fmla="*/ 74610 h 81244"/>
                <a:gd name="csX118" fmla="*/ 95107 w 143976"/>
                <a:gd name="csY118" fmla="*/ 74145 h 81244"/>
                <a:gd name="csX119" fmla="*/ 93700 w 143976"/>
                <a:gd name="csY119" fmla="*/ 74024 h 81244"/>
                <a:gd name="csX120" fmla="*/ 92360 w 143976"/>
                <a:gd name="csY120" fmla="*/ 74929 h 81244"/>
                <a:gd name="csX121" fmla="*/ 91341 w 143976"/>
                <a:gd name="csY121" fmla="*/ 75994 h 81244"/>
                <a:gd name="csX122" fmla="*/ 88183 w 143976"/>
                <a:gd name="csY122" fmla="*/ 75979 h 81244"/>
                <a:gd name="csX123" fmla="*/ 84721 w 143976"/>
                <a:gd name="csY123" fmla="*/ 75484 h 81244"/>
                <a:gd name="csX124" fmla="*/ 79768 w 143976"/>
                <a:gd name="csY124" fmla="*/ 71939 h 81244"/>
                <a:gd name="csX125" fmla="*/ 78482 w 143976"/>
                <a:gd name="csY125" fmla="*/ 71908 h 81244"/>
                <a:gd name="csX126" fmla="*/ 77113 w 143976"/>
                <a:gd name="csY126" fmla="*/ 72068 h 81244"/>
                <a:gd name="csX127" fmla="*/ 74944 w 143976"/>
                <a:gd name="csY127" fmla="*/ 71224 h 81244"/>
                <a:gd name="csX128" fmla="*/ 70752 w 143976"/>
                <a:gd name="csY128" fmla="*/ 68926 h 81244"/>
                <a:gd name="csX129" fmla="*/ 68781 w 143976"/>
                <a:gd name="csY129" fmla="*/ 68386 h 81244"/>
                <a:gd name="csX130" fmla="*/ 67541 w 143976"/>
                <a:gd name="csY130" fmla="*/ 68713 h 81244"/>
                <a:gd name="csX131" fmla="*/ 66407 w 143976"/>
                <a:gd name="csY131" fmla="*/ 69230 h 81244"/>
                <a:gd name="csX132" fmla="*/ 65593 w 143976"/>
                <a:gd name="csY132" fmla="*/ 69291 h 81244"/>
                <a:gd name="csX133" fmla="*/ 65129 w 143976"/>
                <a:gd name="csY133" fmla="*/ 68538 h 81244"/>
                <a:gd name="csX134" fmla="*/ 63569 w 143976"/>
                <a:gd name="csY134" fmla="*/ 67617 h 81244"/>
                <a:gd name="csX135" fmla="*/ 62002 w 143976"/>
                <a:gd name="csY135" fmla="*/ 67511 h 81244"/>
                <a:gd name="csX136" fmla="*/ 61553 w 143976"/>
                <a:gd name="csY136" fmla="*/ 68066 h 81244"/>
                <a:gd name="csX137" fmla="*/ 61020 w 143976"/>
                <a:gd name="csY137" fmla="*/ 73126 h 81244"/>
                <a:gd name="csX138" fmla="*/ 60496 w 143976"/>
                <a:gd name="csY138" fmla="*/ 74952 h 81244"/>
                <a:gd name="csX139" fmla="*/ 58342 w 143976"/>
                <a:gd name="csY139" fmla="*/ 74868 h 81244"/>
                <a:gd name="csX140" fmla="*/ 57574 w 143976"/>
                <a:gd name="csY140" fmla="*/ 75720 h 81244"/>
                <a:gd name="csX141" fmla="*/ 55885 w 143976"/>
                <a:gd name="csY141" fmla="*/ 78163 h 81244"/>
                <a:gd name="csX142" fmla="*/ 55558 w 143976"/>
                <a:gd name="csY142" fmla="*/ 80498 h 81244"/>
                <a:gd name="csX143" fmla="*/ 52621 w 143976"/>
                <a:gd name="csY143" fmla="*/ 80050 h 81244"/>
                <a:gd name="csX144" fmla="*/ 51228 w 143976"/>
                <a:gd name="csY144" fmla="*/ 79654 h 81244"/>
                <a:gd name="csX145" fmla="*/ 49996 w 143976"/>
                <a:gd name="csY145" fmla="*/ 79951 h 81244"/>
                <a:gd name="csX146" fmla="*/ 48642 w 143976"/>
                <a:gd name="csY146" fmla="*/ 81244 h 81244"/>
                <a:gd name="csX147" fmla="*/ 44845 w 143976"/>
                <a:gd name="csY147" fmla="*/ 81168 h 81244"/>
                <a:gd name="csX148" fmla="*/ 41839 w 143976"/>
                <a:gd name="csY148" fmla="*/ 80400 h 81244"/>
                <a:gd name="csX149" fmla="*/ 40554 w 143976"/>
                <a:gd name="csY149" fmla="*/ 77501 h 81244"/>
                <a:gd name="csX150" fmla="*/ 39176 w 143976"/>
                <a:gd name="csY150" fmla="*/ 76344 h 81244"/>
                <a:gd name="csX151" fmla="*/ 37441 w 143976"/>
                <a:gd name="csY151" fmla="*/ 75325 h 81244"/>
                <a:gd name="csX152" fmla="*/ 36841 w 143976"/>
                <a:gd name="csY152" fmla="*/ 75089 h 81244"/>
                <a:gd name="csX153" fmla="*/ 35882 w 143976"/>
                <a:gd name="csY153" fmla="*/ 73506 h 81244"/>
                <a:gd name="csX154" fmla="*/ 34063 w 143976"/>
                <a:gd name="csY154" fmla="*/ 71543 h 81244"/>
                <a:gd name="csX155" fmla="*/ 31134 w 143976"/>
                <a:gd name="csY155" fmla="*/ 68850 h 81244"/>
                <a:gd name="csX156" fmla="*/ 28852 w 143976"/>
                <a:gd name="csY156" fmla="*/ 68987 h 81244"/>
                <a:gd name="csX157" fmla="*/ 28007 w 143976"/>
                <a:gd name="csY157" fmla="*/ 68272 h 81244"/>
                <a:gd name="csX158" fmla="*/ 27634 w 143976"/>
                <a:gd name="csY158" fmla="*/ 67282 h 81244"/>
                <a:gd name="csX159" fmla="*/ 26683 w 143976"/>
                <a:gd name="csY159" fmla="*/ 65570 h 81244"/>
                <a:gd name="csX160" fmla="*/ 25603 w 143976"/>
                <a:gd name="csY160" fmla="*/ 64383 h 81244"/>
                <a:gd name="csX161" fmla="*/ 24302 w 143976"/>
                <a:gd name="csY161" fmla="*/ 63920 h 81244"/>
                <a:gd name="csX162" fmla="*/ 22437 w 143976"/>
                <a:gd name="csY162" fmla="*/ 62398 h 81244"/>
                <a:gd name="csX163" fmla="*/ 19942 w 143976"/>
                <a:gd name="csY163" fmla="*/ 59080 h 81244"/>
                <a:gd name="csX164" fmla="*/ 17659 w 143976"/>
                <a:gd name="csY164" fmla="*/ 56783 h 81244"/>
                <a:gd name="csX165" fmla="*/ 15453 w 143976"/>
                <a:gd name="csY165" fmla="*/ 56821 h 81244"/>
                <a:gd name="csX166" fmla="*/ 14061 w 143976"/>
                <a:gd name="csY166" fmla="*/ 55619 h 81244"/>
                <a:gd name="csX167" fmla="*/ 12630 w 143976"/>
                <a:gd name="csY167" fmla="*/ 54036 h 81244"/>
                <a:gd name="csX168" fmla="*/ 11580 w 143976"/>
                <a:gd name="csY168" fmla="*/ 52507 h 81244"/>
                <a:gd name="csX169" fmla="*/ 9952 w 143976"/>
                <a:gd name="csY169" fmla="*/ 48778 h 81244"/>
                <a:gd name="csX170" fmla="*/ 8765 w 143976"/>
                <a:gd name="csY170" fmla="*/ 46648 h 81244"/>
                <a:gd name="csX171" fmla="*/ 7844 w 143976"/>
                <a:gd name="csY171" fmla="*/ 45332 h 81244"/>
                <a:gd name="csX172" fmla="*/ 6802 w 143976"/>
                <a:gd name="csY172" fmla="*/ 44236 h 81244"/>
                <a:gd name="csX173" fmla="*/ 6422 w 143976"/>
                <a:gd name="csY173" fmla="*/ 43361 h 81244"/>
                <a:gd name="csX174" fmla="*/ 7700 w 143976"/>
                <a:gd name="csY174" fmla="*/ 41368 h 81244"/>
                <a:gd name="csX175" fmla="*/ 8164 w 143976"/>
                <a:gd name="csY175" fmla="*/ 40378 h 81244"/>
                <a:gd name="csX176" fmla="*/ 8712 w 143976"/>
                <a:gd name="csY176" fmla="*/ 39618 h 81244"/>
                <a:gd name="csX177" fmla="*/ 9031 w 143976"/>
                <a:gd name="csY177" fmla="*/ 38811 h 81244"/>
                <a:gd name="csX178" fmla="*/ 9016 w 143976"/>
                <a:gd name="csY178" fmla="*/ 38210 h 81244"/>
                <a:gd name="csX179" fmla="*/ 7860 w 143976"/>
                <a:gd name="csY179" fmla="*/ 36232 h 81244"/>
                <a:gd name="csX180" fmla="*/ 6292 w 143976"/>
                <a:gd name="csY180" fmla="*/ 34801 h 81244"/>
                <a:gd name="csX181" fmla="*/ 3987 w 143976"/>
                <a:gd name="csY181" fmla="*/ 33356 h 81244"/>
                <a:gd name="csX182" fmla="*/ 2518 w 143976"/>
                <a:gd name="csY182" fmla="*/ 31522 h 81244"/>
                <a:gd name="csX183" fmla="*/ 1986 w 143976"/>
                <a:gd name="csY183" fmla="*/ 29848 h 81244"/>
                <a:gd name="csX184" fmla="*/ 1826 w 143976"/>
                <a:gd name="csY184" fmla="*/ 28920 h 81244"/>
                <a:gd name="csX185" fmla="*/ 814 w 143976"/>
                <a:gd name="csY185" fmla="*/ 27672 h 81244"/>
                <a:gd name="csX186" fmla="*/ 0 w 143976"/>
                <a:gd name="csY186" fmla="*/ 25839 h 81244"/>
                <a:gd name="csX187" fmla="*/ 0 w 143976"/>
                <a:gd name="csY187" fmla="*/ 24735 h 81244"/>
                <a:gd name="csX188" fmla="*/ 205 w 143976"/>
                <a:gd name="csY188" fmla="*/ 24423 h 81244"/>
                <a:gd name="csX189" fmla="*/ 966 w 143976"/>
                <a:gd name="csY189" fmla="*/ 24423 h 81244"/>
                <a:gd name="csX190" fmla="*/ 1818 w 143976"/>
                <a:gd name="csY190" fmla="*/ 25177 h 81244"/>
                <a:gd name="csX191" fmla="*/ 3020 w 143976"/>
                <a:gd name="csY191" fmla="*/ 26622 h 81244"/>
                <a:gd name="csX192" fmla="*/ 4010 w 143976"/>
                <a:gd name="csY192" fmla="*/ 28737 h 81244"/>
                <a:gd name="csX193" fmla="*/ 4611 w 143976"/>
                <a:gd name="csY193" fmla="*/ 27931 h 81244"/>
                <a:gd name="csX194" fmla="*/ 5744 w 143976"/>
                <a:gd name="csY194" fmla="*/ 25679 h 81244"/>
                <a:gd name="csX195" fmla="*/ 7753 w 143976"/>
                <a:gd name="csY195" fmla="*/ 23130 h 81244"/>
                <a:gd name="csX196" fmla="*/ 9807 w 143976"/>
                <a:gd name="csY196" fmla="*/ 21669 h 81244"/>
                <a:gd name="csX197" fmla="*/ 11656 w 143976"/>
                <a:gd name="csY197" fmla="*/ 21547 h 81244"/>
                <a:gd name="csX198" fmla="*/ 13170 w 143976"/>
                <a:gd name="csY198" fmla="*/ 21144 h 81244"/>
                <a:gd name="csX199" fmla="*/ 14426 w 143976"/>
                <a:gd name="csY199" fmla="*/ 20414 h 81244"/>
                <a:gd name="csX200" fmla="*/ 16625 w 143976"/>
                <a:gd name="csY200" fmla="*/ 20710 h 81244"/>
                <a:gd name="csX201" fmla="*/ 18215 w 143976"/>
                <a:gd name="csY201" fmla="*/ 21235 h 81244"/>
                <a:gd name="csX202" fmla="*/ 18732 w 143976"/>
                <a:gd name="csY202" fmla="*/ 20908 h 81244"/>
                <a:gd name="csX203" fmla="*/ 19379 w 143976"/>
                <a:gd name="csY203" fmla="*/ 19577 h 81244"/>
                <a:gd name="csX204" fmla="*/ 19790 w 143976"/>
                <a:gd name="csY204" fmla="*/ 18428 h 81244"/>
                <a:gd name="csX205" fmla="*/ 23305 w 143976"/>
                <a:gd name="csY205" fmla="*/ 17758 h 81244"/>
                <a:gd name="csX206" fmla="*/ 24515 w 143976"/>
                <a:gd name="csY206" fmla="*/ 15537 h 81244"/>
                <a:gd name="csX207" fmla="*/ 25192 w 143976"/>
                <a:gd name="csY207" fmla="*/ 15544 h 81244"/>
                <a:gd name="csX208" fmla="*/ 25976 w 143976"/>
                <a:gd name="csY208" fmla="*/ 15217 h 81244"/>
                <a:gd name="csX209" fmla="*/ 26721 w 143976"/>
                <a:gd name="csY209" fmla="*/ 14372 h 81244"/>
                <a:gd name="csX210" fmla="*/ 27437 w 143976"/>
                <a:gd name="csY210" fmla="*/ 14022 h 81244"/>
                <a:gd name="csX211" fmla="*/ 28007 w 143976"/>
                <a:gd name="csY211" fmla="*/ 14449 h 81244"/>
                <a:gd name="csX212" fmla="*/ 28753 w 143976"/>
                <a:gd name="csY212" fmla="*/ 14723 h 81244"/>
                <a:gd name="csX213" fmla="*/ 29529 w 143976"/>
                <a:gd name="csY213" fmla="*/ 14190 h 81244"/>
                <a:gd name="csX214" fmla="*/ 30685 w 143976"/>
                <a:gd name="csY214" fmla="*/ 11633 h 81244"/>
                <a:gd name="csX215" fmla="*/ 31325 w 143976"/>
                <a:gd name="csY215" fmla="*/ 11238 h 81244"/>
                <a:gd name="csX216" fmla="*/ 34414 w 143976"/>
                <a:gd name="csY216" fmla="*/ 10842 h 81244"/>
                <a:gd name="csX217" fmla="*/ 38628 w 143976"/>
                <a:gd name="csY217" fmla="*/ 9336 h 81244"/>
                <a:gd name="csX218" fmla="*/ 40759 w 143976"/>
                <a:gd name="csY218" fmla="*/ 7997 h 81244"/>
                <a:gd name="csX219" fmla="*/ 42851 w 143976"/>
                <a:gd name="csY219" fmla="*/ 7266 h 81244"/>
                <a:gd name="csX220" fmla="*/ 45103 w 143976"/>
                <a:gd name="csY220" fmla="*/ 5965 h 81244"/>
                <a:gd name="csX221" fmla="*/ 48672 w 143976"/>
                <a:gd name="csY221" fmla="*/ 4702 h 81244"/>
                <a:gd name="csX222" fmla="*/ 48839 w 143976"/>
                <a:gd name="csY222" fmla="*/ 4185 h 81244"/>
                <a:gd name="csX223" fmla="*/ 47188 w 143976"/>
                <a:gd name="csY223" fmla="*/ 2884 h 81244"/>
                <a:gd name="csX224" fmla="*/ 46633 w 143976"/>
                <a:gd name="csY224" fmla="*/ 2062 h 81244"/>
                <a:gd name="csX225" fmla="*/ 46252 w 143976"/>
                <a:gd name="csY225" fmla="*/ 1217 h 81244"/>
                <a:gd name="csX226" fmla="*/ 46838 w 143976"/>
                <a:gd name="csY226" fmla="*/ 281 h 81244"/>
                <a:gd name="csX227" fmla="*/ 47622 w 143976"/>
                <a:gd name="csY227" fmla="*/ 0 h 81244"/>
                <a:gd name="csX228" fmla="*/ 48634 w 143976"/>
                <a:gd name="csY228" fmla="*/ 388 h 81244"/>
                <a:gd name="csX229" fmla="*/ 51624 w 143976"/>
                <a:gd name="csY229" fmla="*/ 943 h 81244"/>
                <a:gd name="csX230" fmla="*/ 52446 w 143976"/>
                <a:gd name="csY230" fmla="*/ 1483 h 81244"/>
                <a:gd name="csX231" fmla="*/ 52743 w 143976"/>
                <a:gd name="csY231" fmla="*/ 2800 h 81244"/>
                <a:gd name="csX232" fmla="*/ 53503 w 143976"/>
                <a:gd name="csY232" fmla="*/ 4025 h 81244"/>
                <a:gd name="csX233" fmla="*/ 54112 w 143976"/>
                <a:gd name="csY233" fmla="*/ 4162 h 81244"/>
                <a:gd name="csX234" fmla="*/ 53892 w 143976"/>
                <a:gd name="csY234" fmla="*/ 6155 h 81244"/>
                <a:gd name="csX235" fmla="*/ 54843 w 143976"/>
                <a:gd name="csY235" fmla="*/ 6931 h 81244"/>
                <a:gd name="csX236" fmla="*/ 56242 w 143976"/>
                <a:gd name="csY236" fmla="*/ 7532 h 81244"/>
                <a:gd name="csX237" fmla="*/ 57163 w 143976"/>
                <a:gd name="csY237" fmla="*/ 7411 h 81244"/>
                <a:gd name="csX238" fmla="*/ 57825 w 143976"/>
                <a:gd name="csY238" fmla="*/ 6604 h 812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Lst>
              <a:rect l="l" t="t" r="r" b="b"/>
              <a:pathLst>
                <a:path w="143976" h="81244">
                  <a:moveTo>
                    <a:pt x="58076" y="6041"/>
                  </a:moveTo>
                  <a:lnTo>
                    <a:pt x="59917" y="5957"/>
                  </a:lnTo>
                  <a:lnTo>
                    <a:pt x="61782" y="5113"/>
                  </a:lnTo>
                  <a:lnTo>
                    <a:pt x="61934" y="3736"/>
                  </a:lnTo>
                  <a:lnTo>
                    <a:pt x="61812" y="1164"/>
                  </a:lnTo>
                  <a:lnTo>
                    <a:pt x="62010" y="791"/>
                  </a:lnTo>
                  <a:lnTo>
                    <a:pt x="64833" y="1522"/>
                  </a:lnTo>
                  <a:lnTo>
                    <a:pt x="67663" y="2678"/>
                  </a:lnTo>
                  <a:lnTo>
                    <a:pt x="68059" y="5235"/>
                  </a:lnTo>
                  <a:lnTo>
                    <a:pt x="68819" y="6490"/>
                  </a:lnTo>
                  <a:lnTo>
                    <a:pt x="69717" y="7639"/>
                  </a:lnTo>
                  <a:lnTo>
                    <a:pt x="70569" y="8156"/>
                  </a:lnTo>
                  <a:lnTo>
                    <a:pt x="72053" y="8240"/>
                  </a:lnTo>
                  <a:lnTo>
                    <a:pt x="75895" y="9754"/>
                  </a:lnTo>
                  <a:lnTo>
                    <a:pt x="77744" y="10058"/>
                  </a:lnTo>
                  <a:lnTo>
                    <a:pt x="79639" y="11108"/>
                  </a:lnTo>
                  <a:lnTo>
                    <a:pt x="81237" y="12174"/>
                  </a:lnTo>
                  <a:lnTo>
                    <a:pt x="82401" y="12402"/>
                  </a:lnTo>
                  <a:lnTo>
                    <a:pt x="82941" y="13566"/>
                  </a:lnTo>
                  <a:lnTo>
                    <a:pt x="83656" y="14365"/>
                  </a:lnTo>
                  <a:lnTo>
                    <a:pt x="84919" y="13748"/>
                  </a:lnTo>
                  <a:lnTo>
                    <a:pt x="89530" y="12889"/>
                  </a:lnTo>
                  <a:lnTo>
                    <a:pt x="91189" y="14038"/>
                  </a:lnTo>
                  <a:lnTo>
                    <a:pt x="92307" y="15255"/>
                  </a:lnTo>
                  <a:lnTo>
                    <a:pt x="92459" y="15636"/>
                  </a:lnTo>
                  <a:lnTo>
                    <a:pt x="91874" y="16708"/>
                  </a:lnTo>
                  <a:lnTo>
                    <a:pt x="91592" y="17538"/>
                  </a:lnTo>
                  <a:lnTo>
                    <a:pt x="91112" y="18093"/>
                  </a:lnTo>
                  <a:lnTo>
                    <a:pt x="89530" y="18679"/>
                  </a:lnTo>
                  <a:lnTo>
                    <a:pt x="88640" y="19622"/>
                  </a:lnTo>
                  <a:lnTo>
                    <a:pt x="87985" y="20657"/>
                  </a:lnTo>
                  <a:lnTo>
                    <a:pt x="88427" y="21646"/>
                  </a:lnTo>
                  <a:lnTo>
                    <a:pt x="89720" y="22392"/>
                  </a:lnTo>
                  <a:lnTo>
                    <a:pt x="90633" y="22559"/>
                  </a:lnTo>
                  <a:lnTo>
                    <a:pt x="90983" y="23282"/>
                  </a:lnTo>
                  <a:lnTo>
                    <a:pt x="93913" y="26508"/>
                  </a:lnTo>
                  <a:lnTo>
                    <a:pt x="96241" y="30716"/>
                  </a:lnTo>
                  <a:lnTo>
                    <a:pt x="97146" y="31370"/>
                  </a:lnTo>
                  <a:lnTo>
                    <a:pt x="97998" y="31530"/>
                  </a:lnTo>
                  <a:lnTo>
                    <a:pt x="98988" y="30913"/>
                  </a:lnTo>
                  <a:lnTo>
                    <a:pt x="100129" y="29544"/>
                  </a:lnTo>
                  <a:lnTo>
                    <a:pt x="101475" y="28563"/>
                  </a:lnTo>
                  <a:lnTo>
                    <a:pt x="102617" y="28053"/>
                  </a:lnTo>
                  <a:lnTo>
                    <a:pt x="104633" y="26889"/>
                  </a:lnTo>
                  <a:lnTo>
                    <a:pt x="104717" y="26135"/>
                  </a:lnTo>
                  <a:lnTo>
                    <a:pt x="103028" y="23282"/>
                  </a:lnTo>
                  <a:lnTo>
                    <a:pt x="102061" y="20969"/>
                  </a:lnTo>
                  <a:lnTo>
                    <a:pt x="102289" y="20551"/>
                  </a:lnTo>
                  <a:lnTo>
                    <a:pt x="104443" y="20916"/>
                  </a:lnTo>
                  <a:lnTo>
                    <a:pt x="108095" y="22179"/>
                  </a:lnTo>
                  <a:lnTo>
                    <a:pt x="113718" y="26295"/>
                  </a:lnTo>
                  <a:lnTo>
                    <a:pt x="114729" y="26295"/>
                  </a:lnTo>
                  <a:lnTo>
                    <a:pt x="116692" y="25983"/>
                  </a:lnTo>
                  <a:lnTo>
                    <a:pt x="118830" y="25314"/>
                  </a:lnTo>
                  <a:lnTo>
                    <a:pt x="119850" y="24553"/>
                  </a:lnTo>
                  <a:lnTo>
                    <a:pt x="120231" y="24834"/>
                  </a:lnTo>
                  <a:lnTo>
                    <a:pt x="120558" y="27094"/>
                  </a:lnTo>
                  <a:lnTo>
                    <a:pt x="119995" y="28334"/>
                  </a:lnTo>
                  <a:lnTo>
                    <a:pt x="117438" y="29536"/>
                  </a:lnTo>
                  <a:lnTo>
                    <a:pt x="117583" y="30130"/>
                  </a:lnTo>
                  <a:lnTo>
                    <a:pt x="118245" y="30898"/>
                  </a:lnTo>
                  <a:lnTo>
                    <a:pt x="119394" y="31416"/>
                  </a:lnTo>
                  <a:lnTo>
                    <a:pt x="120793" y="32876"/>
                  </a:lnTo>
                  <a:lnTo>
                    <a:pt x="121760" y="34543"/>
                  </a:lnTo>
                  <a:lnTo>
                    <a:pt x="122605" y="35311"/>
                  </a:lnTo>
                  <a:lnTo>
                    <a:pt x="123532" y="35676"/>
                  </a:lnTo>
                  <a:lnTo>
                    <a:pt x="125861" y="34786"/>
                  </a:lnTo>
                  <a:lnTo>
                    <a:pt x="126515" y="34086"/>
                  </a:lnTo>
                  <a:lnTo>
                    <a:pt x="126812" y="33592"/>
                  </a:lnTo>
                  <a:lnTo>
                    <a:pt x="127261" y="33698"/>
                  </a:lnTo>
                  <a:lnTo>
                    <a:pt x="128075" y="34520"/>
                  </a:lnTo>
                  <a:lnTo>
                    <a:pt x="128326" y="34999"/>
                  </a:lnTo>
                  <a:lnTo>
                    <a:pt x="130586" y="35928"/>
                  </a:lnTo>
                  <a:lnTo>
                    <a:pt x="131894" y="37069"/>
                  </a:lnTo>
                  <a:lnTo>
                    <a:pt x="132724" y="37601"/>
                  </a:lnTo>
                  <a:lnTo>
                    <a:pt x="133645" y="37084"/>
                  </a:lnTo>
                  <a:lnTo>
                    <a:pt x="137228" y="37989"/>
                  </a:lnTo>
                  <a:lnTo>
                    <a:pt x="138217" y="38750"/>
                  </a:lnTo>
                  <a:lnTo>
                    <a:pt x="138529" y="40013"/>
                  </a:lnTo>
                  <a:lnTo>
                    <a:pt x="138354" y="40782"/>
                  </a:lnTo>
                  <a:lnTo>
                    <a:pt x="138902" y="42760"/>
                  </a:lnTo>
                  <a:lnTo>
                    <a:pt x="143437" y="47500"/>
                  </a:lnTo>
                  <a:lnTo>
                    <a:pt x="143908" y="49920"/>
                  </a:lnTo>
                  <a:lnTo>
                    <a:pt x="143977" y="50886"/>
                  </a:lnTo>
                  <a:lnTo>
                    <a:pt x="143437" y="50932"/>
                  </a:lnTo>
                  <a:lnTo>
                    <a:pt x="142212" y="51434"/>
                  </a:lnTo>
                  <a:lnTo>
                    <a:pt x="140644" y="51616"/>
                  </a:lnTo>
                  <a:lnTo>
                    <a:pt x="138947" y="51518"/>
                  </a:lnTo>
                  <a:lnTo>
                    <a:pt x="137624" y="52392"/>
                  </a:lnTo>
                  <a:lnTo>
                    <a:pt x="136376" y="53823"/>
                  </a:lnTo>
                  <a:lnTo>
                    <a:pt x="135082" y="54812"/>
                  </a:lnTo>
                  <a:lnTo>
                    <a:pt x="134390" y="55687"/>
                  </a:lnTo>
                  <a:lnTo>
                    <a:pt x="133994" y="56600"/>
                  </a:lnTo>
                  <a:lnTo>
                    <a:pt x="129642" y="59172"/>
                  </a:lnTo>
                  <a:lnTo>
                    <a:pt x="129034" y="60245"/>
                  </a:lnTo>
                  <a:lnTo>
                    <a:pt x="128554" y="61705"/>
                  </a:lnTo>
                  <a:lnTo>
                    <a:pt x="128349" y="63668"/>
                  </a:lnTo>
                  <a:lnTo>
                    <a:pt x="128044" y="65433"/>
                  </a:lnTo>
                  <a:lnTo>
                    <a:pt x="127291" y="66362"/>
                  </a:lnTo>
                  <a:lnTo>
                    <a:pt x="124940" y="67161"/>
                  </a:lnTo>
                  <a:lnTo>
                    <a:pt x="124354" y="67587"/>
                  </a:lnTo>
                  <a:lnTo>
                    <a:pt x="123913" y="68484"/>
                  </a:lnTo>
                  <a:lnTo>
                    <a:pt x="122597" y="69862"/>
                  </a:lnTo>
                  <a:lnTo>
                    <a:pt x="121052" y="71170"/>
                  </a:lnTo>
                  <a:lnTo>
                    <a:pt x="118207" y="72669"/>
                  </a:lnTo>
                  <a:lnTo>
                    <a:pt x="115156" y="73126"/>
                  </a:lnTo>
                  <a:lnTo>
                    <a:pt x="111192" y="72639"/>
                  </a:lnTo>
                  <a:lnTo>
                    <a:pt x="108871" y="72053"/>
                  </a:lnTo>
                  <a:lnTo>
                    <a:pt x="107752" y="72700"/>
                  </a:lnTo>
                  <a:lnTo>
                    <a:pt x="106200" y="74647"/>
                  </a:lnTo>
                  <a:lnTo>
                    <a:pt x="104542" y="77995"/>
                  </a:lnTo>
                  <a:lnTo>
                    <a:pt x="103849" y="80514"/>
                  </a:lnTo>
                  <a:lnTo>
                    <a:pt x="103317" y="79798"/>
                  </a:lnTo>
                  <a:lnTo>
                    <a:pt x="102366" y="77136"/>
                  </a:lnTo>
                  <a:lnTo>
                    <a:pt x="101293" y="76793"/>
                  </a:lnTo>
                  <a:lnTo>
                    <a:pt x="99824" y="76542"/>
                  </a:lnTo>
                  <a:lnTo>
                    <a:pt x="98721" y="76146"/>
                  </a:lnTo>
                  <a:lnTo>
                    <a:pt x="96332" y="74610"/>
                  </a:lnTo>
                  <a:lnTo>
                    <a:pt x="95107" y="74145"/>
                  </a:lnTo>
                  <a:lnTo>
                    <a:pt x="93700" y="74024"/>
                  </a:lnTo>
                  <a:lnTo>
                    <a:pt x="92360" y="74929"/>
                  </a:lnTo>
                  <a:lnTo>
                    <a:pt x="91341" y="75994"/>
                  </a:lnTo>
                  <a:lnTo>
                    <a:pt x="88183" y="75979"/>
                  </a:lnTo>
                  <a:lnTo>
                    <a:pt x="84721" y="75484"/>
                  </a:lnTo>
                  <a:lnTo>
                    <a:pt x="79768" y="71939"/>
                  </a:lnTo>
                  <a:lnTo>
                    <a:pt x="78482" y="71908"/>
                  </a:lnTo>
                  <a:lnTo>
                    <a:pt x="77113" y="72068"/>
                  </a:lnTo>
                  <a:lnTo>
                    <a:pt x="74944" y="71224"/>
                  </a:lnTo>
                  <a:lnTo>
                    <a:pt x="70752" y="68926"/>
                  </a:lnTo>
                  <a:lnTo>
                    <a:pt x="68781" y="68386"/>
                  </a:lnTo>
                  <a:lnTo>
                    <a:pt x="67541" y="68713"/>
                  </a:lnTo>
                  <a:lnTo>
                    <a:pt x="66407" y="69230"/>
                  </a:lnTo>
                  <a:lnTo>
                    <a:pt x="65593" y="69291"/>
                  </a:lnTo>
                  <a:lnTo>
                    <a:pt x="65129" y="68538"/>
                  </a:lnTo>
                  <a:lnTo>
                    <a:pt x="63569" y="67617"/>
                  </a:lnTo>
                  <a:lnTo>
                    <a:pt x="62002" y="67511"/>
                  </a:lnTo>
                  <a:lnTo>
                    <a:pt x="61553" y="68066"/>
                  </a:lnTo>
                  <a:lnTo>
                    <a:pt x="61020" y="73126"/>
                  </a:lnTo>
                  <a:lnTo>
                    <a:pt x="60496" y="74952"/>
                  </a:lnTo>
                  <a:lnTo>
                    <a:pt x="58342" y="74868"/>
                  </a:lnTo>
                  <a:lnTo>
                    <a:pt x="57574" y="75720"/>
                  </a:lnTo>
                  <a:lnTo>
                    <a:pt x="55885" y="78163"/>
                  </a:lnTo>
                  <a:lnTo>
                    <a:pt x="55558" y="80498"/>
                  </a:lnTo>
                  <a:lnTo>
                    <a:pt x="52621" y="80050"/>
                  </a:lnTo>
                  <a:lnTo>
                    <a:pt x="51228" y="79654"/>
                  </a:lnTo>
                  <a:lnTo>
                    <a:pt x="49996" y="79951"/>
                  </a:lnTo>
                  <a:lnTo>
                    <a:pt x="48642" y="81244"/>
                  </a:lnTo>
                  <a:lnTo>
                    <a:pt x="44845" y="81168"/>
                  </a:lnTo>
                  <a:lnTo>
                    <a:pt x="41839" y="80400"/>
                  </a:lnTo>
                  <a:lnTo>
                    <a:pt x="40554" y="77501"/>
                  </a:lnTo>
                  <a:lnTo>
                    <a:pt x="39176" y="76344"/>
                  </a:lnTo>
                  <a:lnTo>
                    <a:pt x="37441" y="75325"/>
                  </a:lnTo>
                  <a:lnTo>
                    <a:pt x="36841" y="75089"/>
                  </a:lnTo>
                  <a:lnTo>
                    <a:pt x="35882" y="73506"/>
                  </a:lnTo>
                  <a:lnTo>
                    <a:pt x="34063" y="71543"/>
                  </a:lnTo>
                  <a:lnTo>
                    <a:pt x="31134" y="68850"/>
                  </a:lnTo>
                  <a:lnTo>
                    <a:pt x="28852" y="68987"/>
                  </a:lnTo>
                  <a:lnTo>
                    <a:pt x="28007" y="68272"/>
                  </a:lnTo>
                  <a:lnTo>
                    <a:pt x="27634" y="67282"/>
                  </a:lnTo>
                  <a:lnTo>
                    <a:pt x="26683" y="65570"/>
                  </a:lnTo>
                  <a:lnTo>
                    <a:pt x="25603" y="64383"/>
                  </a:lnTo>
                  <a:lnTo>
                    <a:pt x="24302" y="63920"/>
                  </a:lnTo>
                  <a:lnTo>
                    <a:pt x="22437" y="62398"/>
                  </a:lnTo>
                  <a:lnTo>
                    <a:pt x="19942" y="59080"/>
                  </a:lnTo>
                  <a:lnTo>
                    <a:pt x="17659" y="56783"/>
                  </a:lnTo>
                  <a:lnTo>
                    <a:pt x="15453" y="56821"/>
                  </a:lnTo>
                  <a:lnTo>
                    <a:pt x="14061" y="55619"/>
                  </a:lnTo>
                  <a:lnTo>
                    <a:pt x="12630" y="54036"/>
                  </a:lnTo>
                  <a:lnTo>
                    <a:pt x="11580" y="52507"/>
                  </a:lnTo>
                  <a:lnTo>
                    <a:pt x="9952" y="48778"/>
                  </a:lnTo>
                  <a:lnTo>
                    <a:pt x="8765" y="46648"/>
                  </a:lnTo>
                  <a:lnTo>
                    <a:pt x="7844" y="45332"/>
                  </a:lnTo>
                  <a:lnTo>
                    <a:pt x="6802" y="44236"/>
                  </a:lnTo>
                  <a:lnTo>
                    <a:pt x="6422" y="43361"/>
                  </a:lnTo>
                  <a:lnTo>
                    <a:pt x="7700" y="41368"/>
                  </a:lnTo>
                  <a:lnTo>
                    <a:pt x="8164" y="40378"/>
                  </a:lnTo>
                  <a:lnTo>
                    <a:pt x="8712" y="39618"/>
                  </a:lnTo>
                  <a:lnTo>
                    <a:pt x="9031" y="38811"/>
                  </a:lnTo>
                  <a:lnTo>
                    <a:pt x="9016" y="38210"/>
                  </a:lnTo>
                  <a:lnTo>
                    <a:pt x="7860" y="36232"/>
                  </a:lnTo>
                  <a:lnTo>
                    <a:pt x="6292" y="34801"/>
                  </a:lnTo>
                  <a:lnTo>
                    <a:pt x="3987" y="33356"/>
                  </a:lnTo>
                  <a:lnTo>
                    <a:pt x="2518" y="31522"/>
                  </a:lnTo>
                  <a:lnTo>
                    <a:pt x="1986" y="29848"/>
                  </a:lnTo>
                  <a:lnTo>
                    <a:pt x="1826" y="28920"/>
                  </a:lnTo>
                  <a:lnTo>
                    <a:pt x="814" y="27672"/>
                  </a:lnTo>
                  <a:lnTo>
                    <a:pt x="0" y="25839"/>
                  </a:lnTo>
                  <a:lnTo>
                    <a:pt x="0" y="24735"/>
                  </a:lnTo>
                  <a:lnTo>
                    <a:pt x="205" y="24423"/>
                  </a:lnTo>
                  <a:lnTo>
                    <a:pt x="966" y="24423"/>
                  </a:lnTo>
                  <a:lnTo>
                    <a:pt x="1818" y="25177"/>
                  </a:lnTo>
                  <a:lnTo>
                    <a:pt x="3020" y="26622"/>
                  </a:lnTo>
                  <a:lnTo>
                    <a:pt x="4010" y="28737"/>
                  </a:lnTo>
                  <a:lnTo>
                    <a:pt x="4611" y="27931"/>
                  </a:lnTo>
                  <a:lnTo>
                    <a:pt x="5744" y="25679"/>
                  </a:lnTo>
                  <a:lnTo>
                    <a:pt x="7753" y="23130"/>
                  </a:lnTo>
                  <a:lnTo>
                    <a:pt x="9807" y="21669"/>
                  </a:lnTo>
                  <a:lnTo>
                    <a:pt x="11656" y="21547"/>
                  </a:lnTo>
                  <a:lnTo>
                    <a:pt x="13170" y="21144"/>
                  </a:lnTo>
                  <a:lnTo>
                    <a:pt x="14426" y="20414"/>
                  </a:lnTo>
                  <a:lnTo>
                    <a:pt x="16625" y="20710"/>
                  </a:lnTo>
                  <a:lnTo>
                    <a:pt x="18215" y="21235"/>
                  </a:lnTo>
                  <a:lnTo>
                    <a:pt x="18732" y="20908"/>
                  </a:lnTo>
                  <a:lnTo>
                    <a:pt x="19379" y="19577"/>
                  </a:lnTo>
                  <a:lnTo>
                    <a:pt x="19790" y="18428"/>
                  </a:lnTo>
                  <a:lnTo>
                    <a:pt x="23305" y="17758"/>
                  </a:lnTo>
                  <a:lnTo>
                    <a:pt x="24515" y="15537"/>
                  </a:lnTo>
                  <a:lnTo>
                    <a:pt x="25192" y="15544"/>
                  </a:lnTo>
                  <a:lnTo>
                    <a:pt x="25976" y="15217"/>
                  </a:lnTo>
                  <a:lnTo>
                    <a:pt x="26721" y="14372"/>
                  </a:lnTo>
                  <a:lnTo>
                    <a:pt x="27437" y="14022"/>
                  </a:lnTo>
                  <a:lnTo>
                    <a:pt x="28007" y="14449"/>
                  </a:lnTo>
                  <a:lnTo>
                    <a:pt x="28753" y="14723"/>
                  </a:lnTo>
                  <a:lnTo>
                    <a:pt x="29529" y="14190"/>
                  </a:lnTo>
                  <a:lnTo>
                    <a:pt x="30685" y="11633"/>
                  </a:lnTo>
                  <a:lnTo>
                    <a:pt x="31325" y="11238"/>
                  </a:lnTo>
                  <a:lnTo>
                    <a:pt x="34414" y="10842"/>
                  </a:lnTo>
                  <a:lnTo>
                    <a:pt x="38628" y="9336"/>
                  </a:lnTo>
                  <a:lnTo>
                    <a:pt x="40759" y="7997"/>
                  </a:lnTo>
                  <a:lnTo>
                    <a:pt x="42851" y="7266"/>
                  </a:lnTo>
                  <a:lnTo>
                    <a:pt x="45103" y="5965"/>
                  </a:lnTo>
                  <a:lnTo>
                    <a:pt x="48672" y="4702"/>
                  </a:lnTo>
                  <a:lnTo>
                    <a:pt x="48839" y="4185"/>
                  </a:lnTo>
                  <a:lnTo>
                    <a:pt x="47188" y="2884"/>
                  </a:lnTo>
                  <a:lnTo>
                    <a:pt x="46633" y="2062"/>
                  </a:lnTo>
                  <a:lnTo>
                    <a:pt x="46252" y="1217"/>
                  </a:lnTo>
                  <a:lnTo>
                    <a:pt x="46838" y="281"/>
                  </a:lnTo>
                  <a:lnTo>
                    <a:pt x="47622" y="0"/>
                  </a:lnTo>
                  <a:lnTo>
                    <a:pt x="48634" y="388"/>
                  </a:lnTo>
                  <a:lnTo>
                    <a:pt x="51624" y="943"/>
                  </a:lnTo>
                  <a:lnTo>
                    <a:pt x="52446" y="1483"/>
                  </a:lnTo>
                  <a:lnTo>
                    <a:pt x="52743" y="2800"/>
                  </a:lnTo>
                  <a:lnTo>
                    <a:pt x="53503" y="4025"/>
                  </a:lnTo>
                  <a:lnTo>
                    <a:pt x="54112" y="4162"/>
                  </a:lnTo>
                  <a:lnTo>
                    <a:pt x="53892" y="6155"/>
                  </a:lnTo>
                  <a:lnTo>
                    <a:pt x="54843" y="6931"/>
                  </a:lnTo>
                  <a:lnTo>
                    <a:pt x="56242" y="7532"/>
                  </a:lnTo>
                  <a:lnTo>
                    <a:pt x="57163" y="7411"/>
                  </a:lnTo>
                  <a:lnTo>
                    <a:pt x="57825" y="6604"/>
                  </a:lnTo>
                  <a:close/>
                </a:path>
              </a:pathLst>
            </a:custGeom>
            <a:solidFill>
              <a:srgbClr val="2562E8"/>
            </a:solidFill>
            <a:ln w="6168" cap="flat">
              <a:solidFill>
                <a:srgbClr val="2562E8"/>
              </a:solidFill>
              <a:prstDash val="solid"/>
              <a:miter/>
            </a:ln>
          </p:spPr>
          <p:txBody>
            <a:bodyPr/>
            <a:lstStyle/>
            <a:p>
              <a:endParaRPr lang="en-US"/>
            </a:p>
          </p:txBody>
        </p:sp>
        <p:sp>
          <p:nvSpPr>
            <p:cNvPr id="2200" name="Freeform: Shape 2199">
              <a:extLst>
                <a:ext uri="{FF2B5EF4-FFF2-40B4-BE49-F238E27FC236}">
                  <a16:creationId xmlns:a16="http://schemas.microsoft.com/office/drawing/2014/main" id="{AA40D692-F2EF-A858-00EC-88F089CD87C8}"/>
                </a:ext>
              </a:extLst>
            </p:cNvPr>
            <p:cNvSpPr/>
            <p:nvPr/>
          </p:nvSpPr>
          <p:spPr>
            <a:xfrm>
              <a:off x="9698946" y="3596624"/>
              <a:ext cx="195608" cy="265059"/>
            </a:xfrm>
            <a:custGeom>
              <a:avLst/>
              <a:gdLst>
                <a:gd name="csX0" fmla="*/ 52317 w 195608"/>
                <a:gd name="csY0" fmla="*/ 10081 h 265059"/>
                <a:gd name="csX1" fmla="*/ 51822 w 195608"/>
                <a:gd name="csY1" fmla="*/ 10812 h 265059"/>
                <a:gd name="csX2" fmla="*/ 52058 w 195608"/>
                <a:gd name="csY2" fmla="*/ 5585 h 265059"/>
                <a:gd name="csX3" fmla="*/ 54394 w 195608"/>
                <a:gd name="csY3" fmla="*/ 0 h 265059"/>
                <a:gd name="csX4" fmla="*/ 55383 w 195608"/>
                <a:gd name="csY4" fmla="*/ 130 h 265059"/>
                <a:gd name="csX5" fmla="*/ 54371 w 195608"/>
                <a:gd name="csY5" fmla="*/ 1643 h 265059"/>
                <a:gd name="csX6" fmla="*/ 54074 w 195608"/>
                <a:gd name="csY6" fmla="*/ 2701 h 265059"/>
                <a:gd name="csX7" fmla="*/ 53663 w 195608"/>
                <a:gd name="csY7" fmla="*/ 4809 h 265059"/>
                <a:gd name="csX8" fmla="*/ 53846 w 195608"/>
                <a:gd name="csY8" fmla="*/ 5904 h 265059"/>
                <a:gd name="csX9" fmla="*/ 59180 w 195608"/>
                <a:gd name="csY9" fmla="*/ 6209 h 265059"/>
                <a:gd name="csX10" fmla="*/ 58556 w 195608"/>
                <a:gd name="csY10" fmla="*/ 7182 h 265059"/>
                <a:gd name="csX11" fmla="*/ 53146 w 195608"/>
                <a:gd name="csY11" fmla="*/ 7837 h 265059"/>
                <a:gd name="csX12" fmla="*/ 52317 w 195608"/>
                <a:gd name="csY12" fmla="*/ 10081 h 265059"/>
                <a:gd name="csX13" fmla="*/ 82896 w 195608"/>
                <a:gd name="csY13" fmla="*/ 8659 h 265059"/>
                <a:gd name="csX14" fmla="*/ 83025 w 195608"/>
                <a:gd name="csY14" fmla="*/ 9336 h 265059"/>
                <a:gd name="csX15" fmla="*/ 86152 w 195608"/>
                <a:gd name="csY15" fmla="*/ 10317 h 265059"/>
                <a:gd name="csX16" fmla="*/ 87468 w 195608"/>
                <a:gd name="csY16" fmla="*/ 11885 h 265059"/>
                <a:gd name="csX17" fmla="*/ 88929 w 195608"/>
                <a:gd name="csY17" fmla="*/ 14259 h 265059"/>
                <a:gd name="csX18" fmla="*/ 89074 w 195608"/>
                <a:gd name="csY18" fmla="*/ 17667 h 265059"/>
                <a:gd name="csX19" fmla="*/ 87202 w 195608"/>
                <a:gd name="csY19" fmla="*/ 20117 h 265059"/>
                <a:gd name="csX20" fmla="*/ 85650 w 195608"/>
                <a:gd name="csY20" fmla="*/ 21669 h 265059"/>
                <a:gd name="csX21" fmla="*/ 91516 w 195608"/>
                <a:gd name="csY21" fmla="*/ 21084 h 265059"/>
                <a:gd name="csX22" fmla="*/ 92102 w 195608"/>
                <a:gd name="csY22" fmla="*/ 22483 h 265059"/>
                <a:gd name="csX23" fmla="*/ 92992 w 195608"/>
                <a:gd name="csY23" fmla="*/ 23998 h 265059"/>
                <a:gd name="csX24" fmla="*/ 96149 w 195608"/>
                <a:gd name="csY24" fmla="*/ 22917 h 265059"/>
                <a:gd name="csX25" fmla="*/ 104078 w 195608"/>
                <a:gd name="csY25" fmla="*/ 27383 h 265059"/>
                <a:gd name="csX26" fmla="*/ 108871 w 195608"/>
                <a:gd name="csY26" fmla="*/ 25207 h 265059"/>
                <a:gd name="csX27" fmla="*/ 110096 w 195608"/>
                <a:gd name="csY27" fmla="*/ 25078 h 265059"/>
                <a:gd name="csX28" fmla="*/ 111184 w 195608"/>
                <a:gd name="csY28" fmla="*/ 28684 h 265059"/>
                <a:gd name="csX29" fmla="*/ 109989 w 195608"/>
                <a:gd name="csY29" fmla="*/ 32306 h 265059"/>
                <a:gd name="csX30" fmla="*/ 105767 w 195608"/>
                <a:gd name="csY30" fmla="*/ 36156 h 265059"/>
                <a:gd name="csX31" fmla="*/ 106703 w 195608"/>
                <a:gd name="csY31" fmla="*/ 38530 h 265059"/>
                <a:gd name="csX32" fmla="*/ 108057 w 195608"/>
                <a:gd name="csY32" fmla="*/ 39055 h 265059"/>
                <a:gd name="csX33" fmla="*/ 112036 w 195608"/>
                <a:gd name="csY33" fmla="*/ 38553 h 265059"/>
                <a:gd name="csX34" fmla="*/ 118344 w 195608"/>
                <a:gd name="csY34" fmla="*/ 40889 h 265059"/>
                <a:gd name="csX35" fmla="*/ 119660 w 195608"/>
                <a:gd name="csY35" fmla="*/ 40158 h 265059"/>
                <a:gd name="csX36" fmla="*/ 124773 w 195608"/>
                <a:gd name="csY36" fmla="*/ 34764 h 265059"/>
                <a:gd name="csX37" fmla="*/ 126820 w 195608"/>
                <a:gd name="csY37" fmla="*/ 33600 h 265059"/>
                <a:gd name="csX38" fmla="*/ 133546 w 195608"/>
                <a:gd name="csY38" fmla="*/ 32770 h 265059"/>
                <a:gd name="csX39" fmla="*/ 134771 w 195608"/>
                <a:gd name="csY39" fmla="*/ 30670 h 265059"/>
                <a:gd name="csX40" fmla="*/ 137495 w 195608"/>
                <a:gd name="csY40" fmla="*/ 28563 h 265059"/>
                <a:gd name="csX41" fmla="*/ 139244 w 195608"/>
                <a:gd name="csY41" fmla="*/ 26257 h 265059"/>
                <a:gd name="csX42" fmla="*/ 143452 w 195608"/>
                <a:gd name="csY42" fmla="*/ 21852 h 265059"/>
                <a:gd name="csX43" fmla="*/ 147804 w 195608"/>
                <a:gd name="csY43" fmla="*/ 22643 h 265059"/>
                <a:gd name="csX44" fmla="*/ 150345 w 195608"/>
                <a:gd name="csY44" fmla="*/ 23488 h 265059"/>
                <a:gd name="csX45" fmla="*/ 153130 w 195608"/>
                <a:gd name="csY45" fmla="*/ 23914 h 265059"/>
                <a:gd name="csX46" fmla="*/ 155664 w 195608"/>
                <a:gd name="csY46" fmla="*/ 28608 h 265059"/>
                <a:gd name="csX47" fmla="*/ 162085 w 195608"/>
                <a:gd name="csY47" fmla="*/ 33775 h 265059"/>
                <a:gd name="csX48" fmla="*/ 167982 w 195608"/>
                <a:gd name="csY48" fmla="*/ 33326 h 265059"/>
                <a:gd name="csX49" fmla="*/ 170074 w 195608"/>
                <a:gd name="csY49" fmla="*/ 38203 h 265059"/>
                <a:gd name="csX50" fmla="*/ 171003 w 195608"/>
                <a:gd name="csY50" fmla="*/ 44198 h 265059"/>
                <a:gd name="csX51" fmla="*/ 172813 w 195608"/>
                <a:gd name="csY51" fmla="*/ 46077 h 265059"/>
                <a:gd name="csX52" fmla="*/ 174404 w 195608"/>
                <a:gd name="csY52" fmla="*/ 47302 h 265059"/>
                <a:gd name="csX53" fmla="*/ 179205 w 195608"/>
                <a:gd name="csY53" fmla="*/ 48581 h 265059"/>
                <a:gd name="csX54" fmla="*/ 179395 w 195608"/>
                <a:gd name="csY54" fmla="*/ 48657 h 265059"/>
                <a:gd name="csX55" fmla="*/ 179555 w 195608"/>
                <a:gd name="csY55" fmla="*/ 49463 h 265059"/>
                <a:gd name="csX56" fmla="*/ 179852 w 195608"/>
                <a:gd name="csY56" fmla="*/ 52431 h 265059"/>
                <a:gd name="csX57" fmla="*/ 180255 w 195608"/>
                <a:gd name="csY57" fmla="*/ 54881 h 265059"/>
                <a:gd name="csX58" fmla="*/ 182728 w 195608"/>
                <a:gd name="csY58" fmla="*/ 64635 h 265059"/>
                <a:gd name="csX59" fmla="*/ 182682 w 195608"/>
                <a:gd name="csY59" fmla="*/ 67009 h 265059"/>
                <a:gd name="csX60" fmla="*/ 182651 w 195608"/>
                <a:gd name="csY60" fmla="*/ 67640 h 265059"/>
                <a:gd name="csX61" fmla="*/ 181746 w 195608"/>
                <a:gd name="csY61" fmla="*/ 70965 h 265059"/>
                <a:gd name="csX62" fmla="*/ 180140 w 195608"/>
                <a:gd name="csY62" fmla="*/ 73757 h 265059"/>
                <a:gd name="csX63" fmla="*/ 178018 w 195608"/>
                <a:gd name="csY63" fmla="*/ 75332 h 265059"/>
                <a:gd name="csX64" fmla="*/ 176846 w 195608"/>
                <a:gd name="csY64" fmla="*/ 77082 h 265059"/>
                <a:gd name="csX65" fmla="*/ 176633 w 195608"/>
                <a:gd name="csY65" fmla="*/ 79007 h 265059"/>
                <a:gd name="csX66" fmla="*/ 179304 w 195608"/>
                <a:gd name="csY66" fmla="*/ 82378 h 265059"/>
                <a:gd name="csX67" fmla="*/ 184866 w 195608"/>
                <a:gd name="csY67" fmla="*/ 87194 h 265059"/>
                <a:gd name="csX68" fmla="*/ 187110 w 195608"/>
                <a:gd name="csY68" fmla="*/ 91303 h 265059"/>
                <a:gd name="csX69" fmla="*/ 186053 w 195608"/>
                <a:gd name="csY69" fmla="*/ 94712 h 265059"/>
                <a:gd name="csX70" fmla="*/ 185733 w 195608"/>
                <a:gd name="csY70" fmla="*/ 97207 h 265059"/>
                <a:gd name="csX71" fmla="*/ 186144 w 195608"/>
                <a:gd name="csY71" fmla="*/ 98790 h 265059"/>
                <a:gd name="csX72" fmla="*/ 187034 w 195608"/>
                <a:gd name="csY72" fmla="*/ 100060 h 265059"/>
                <a:gd name="csX73" fmla="*/ 188403 w 195608"/>
                <a:gd name="csY73" fmla="*/ 101019 h 265059"/>
                <a:gd name="csX74" fmla="*/ 188951 w 195608"/>
                <a:gd name="csY74" fmla="*/ 102495 h 265059"/>
                <a:gd name="csX75" fmla="*/ 188670 w 195608"/>
                <a:gd name="csY75" fmla="*/ 104488 h 265059"/>
                <a:gd name="csX76" fmla="*/ 188929 w 195608"/>
                <a:gd name="csY76" fmla="*/ 105873 h 265059"/>
                <a:gd name="csX77" fmla="*/ 189956 w 195608"/>
                <a:gd name="csY77" fmla="*/ 106855 h 265059"/>
                <a:gd name="csX78" fmla="*/ 189857 w 195608"/>
                <a:gd name="csY78" fmla="*/ 107235 h 265059"/>
                <a:gd name="csX79" fmla="*/ 189362 w 195608"/>
                <a:gd name="csY79" fmla="*/ 108620 h 265059"/>
                <a:gd name="csX80" fmla="*/ 188685 w 195608"/>
                <a:gd name="csY80" fmla="*/ 111138 h 265059"/>
                <a:gd name="csX81" fmla="*/ 188297 w 195608"/>
                <a:gd name="csY81" fmla="*/ 112980 h 265059"/>
                <a:gd name="csX82" fmla="*/ 186730 w 195608"/>
                <a:gd name="csY82" fmla="*/ 115475 h 265059"/>
                <a:gd name="csX83" fmla="*/ 187209 w 195608"/>
                <a:gd name="csY83" fmla="*/ 117598 h 265059"/>
                <a:gd name="csX84" fmla="*/ 188434 w 195608"/>
                <a:gd name="csY84" fmla="*/ 120094 h 265059"/>
                <a:gd name="csX85" fmla="*/ 189370 w 195608"/>
                <a:gd name="csY85" fmla="*/ 121349 h 265059"/>
                <a:gd name="csX86" fmla="*/ 189666 w 195608"/>
                <a:gd name="csY86" fmla="*/ 122536 h 265059"/>
                <a:gd name="csX87" fmla="*/ 189073 w 195608"/>
                <a:gd name="csY87" fmla="*/ 125351 h 265059"/>
                <a:gd name="csX88" fmla="*/ 189370 w 195608"/>
                <a:gd name="csY88" fmla="*/ 126074 h 265059"/>
                <a:gd name="csX89" fmla="*/ 193242 w 195608"/>
                <a:gd name="csY89" fmla="*/ 128143 h 265059"/>
                <a:gd name="csX90" fmla="*/ 193874 w 195608"/>
                <a:gd name="csY90" fmla="*/ 129094 h 265059"/>
                <a:gd name="csX91" fmla="*/ 194247 w 195608"/>
                <a:gd name="csY91" fmla="*/ 131080 h 265059"/>
                <a:gd name="csX92" fmla="*/ 195609 w 195608"/>
                <a:gd name="csY92" fmla="*/ 135318 h 265059"/>
                <a:gd name="csX93" fmla="*/ 194483 w 195608"/>
                <a:gd name="csY93" fmla="*/ 140675 h 265059"/>
                <a:gd name="csX94" fmla="*/ 193494 w 195608"/>
                <a:gd name="csY94" fmla="*/ 143604 h 265059"/>
                <a:gd name="csX95" fmla="*/ 191287 w 195608"/>
                <a:gd name="csY95" fmla="*/ 148238 h 265059"/>
                <a:gd name="csX96" fmla="*/ 191180 w 195608"/>
                <a:gd name="csY96" fmla="*/ 148664 h 265059"/>
                <a:gd name="csX97" fmla="*/ 190930 w 195608"/>
                <a:gd name="csY97" fmla="*/ 149227 h 265059"/>
                <a:gd name="csX98" fmla="*/ 190267 w 195608"/>
                <a:gd name="csY98" fmla="*/ 150033 h 265059"/>
                <a:gd name="csX99" fmla="*/ 189347 w 195608"/>
                <a:gd name="csY99" fmla="*/ 150155 h 265059"/>
                <a:gd name="csX100" fmla="*/ 187955 w 195608"/>
                <a:gd name="csY100" fmla="*/ 149554 h 265059"/>
                <a:gd name="csX101" fmla="*/ 187004 w 195608"/>
                <a:gd name="csY101" fmla="*/ 148778 h 265059"/>
                <a:gd name="csX102" fmla="*/ 187224 w 195608"/>
                <a:gd name="csY102" fmla="*/ 146784 h 265059"/>
                <a:gd name="csX103" fmla="*/ 186608 w 195608"/>
                <a:gd name="csY103" fmla="*/ 146647 h 265059"/>
                <a:gd name="csX104" fmla="*/ 185847 w 195608"/>
                <a:gd name="csY104" fmla="*/ 145422 h 265059"/>
                <a:gd name="csX105" fmla="*/ 185550 w 195608"/>
                <a:gd name="csY105" fmla="*/ 144106 h 265059"/>
                <a:gd name="csX106" fmla="*/ 184729 w 195608"/>
                <a:gd name="csY106" fmla="*/ 143566 h 265059"/>
                <a:gd name="csX107" fmla="*/ 181738 w 195608"/>
                <a:gd name="csY107" fmla="*/ 143011 h 265059"/>
                <a:gd name="csX108" fmla="*/ 180719 w 195608"/>
                <a:gd name="csY108" fmla="*/ 142623 h 265059"/>
                <a:gd name="csX109" fmla="*/ 179935 w 195608"/>
                <a:gd name="csY109" fmla="*/ 142904 h 265059"/>
                <a:gd name="csX110" fmla="*/ 179349 w 195608"/>
                <a:gd name="csY110" fmla="*/ 143840 h 265059"/>
                <a:gd name="csX111" fmla="*/ 179722 w 195608"/>
                <a:gd name="csY111" fmla="*/ 144685 h 265059"/>
                <a:gd name="csX112" fmla="*/ 180277 w 195608"/>
                <a:gd name="csY112" fmla="*/ 145506 h 265059"/>
                <a:gd name="csX113" fmla="*/ 181936 w 195608"/>
                <a:gd name="csY113" fmla="*/ 146807 h 265059"/>
                <a:gd name="csX114" fmla="*/ 181769 w 195608"/>
                <a:gd name="csY114" fmla="*/ 147325 h 265059"/>
                <a:gd name="csX115" fmla="*/ 178193 w 195608"/>
                <a:gd name="csY115" fmla="*/ 148595 h 265059"/>
                <a:gd name="csX116" fmla="*/ 175948 w 195608"/>
                <a:gd name="csY116" fmla="*/ 149889 h 265059"/>
                <a:gd name="csX117" fmla="*/ 173856 w 195608"/>
                <a:gd name="csY117" fmla="*/ 150619 h 265059"/>
                <a:gd name="csX118" fmla="*/ 171726 w 195608"/>
                <a:gd name="csY118" fmla="*/ 151958 h 265059"/>
                <a:gd name="csX119" fmla="*/ 167518 w 195608"/>
                <a:gd name="csY119" fmla="*/ 153465 h 265059"/>
                <a:gd name="csX120" fmla="*/ 164429 w 195608"/>
                <a:gd name="csY120" fmla="*/ 153860 h 265059"/>
                <a:gd name="csX121" fmla="*/ 163790 w 195608"/>
                <a:gd name="csY121" fmla="*/ 154256 h 265059"/>
                <a:gd name="csX122" fmla="*/ 162641 w 195608"/>
                <a:gd name="csY122" fmla="*/ 156805 h 265059"/>
                <a:gd name="csX123" fmla="*/ 161865 w 195608"/>
                <a:gd name="csY123" fmla="*/ 157338 h 265059"/>
                <a:gd name="csX124" fmla="*/ 161112 w 195608"/>
                <a:gd name="csY124" fmla="*/ 157064 h 265059"/>
                <a:gd name="csX125" fmla="*/ 160548 w 195608"/>
                <a:gd name="csY125" fmla="*/ 156645 h 265059"/>
                <a:gd name="csX126" fmla="*/ 159833 w 195608"/>
                <a:gd name="csY126" fmla="*/ 156988 h 265059"/>
                <a:gd name="csX127" fmla="*/ 159088 w 195608"/>
                <a:gd name="csY127" fmla="*/ 157832 h 265059"/>
                <a:gd name="csX128" fmla="*/ 158304 w 195608"/>
                <a:gd name="csY128" fmla="*/ 158159 h 265059"/>
                <a:gd name="csX129" fmla="*/ 157627 w 195608"/>
                <a:gd name="csY129" fmla="*/ 158152 h 265059"/>
                <a:gd name="csX130" fmla="*/ 156417 w 195608"/>
                <a:gd name="csY130" fmla="*/ 160373 h 265059"/>
                <a:gd name="csX131" fmla="*/ 152902 w 195608"/>
                <a:gd name="csY131" fmla="*/ 161043 h 265059"/>
                <a:gd name="csX132" fmla="*/ 152491 w 195608"/>
                <a:gd name="csY132" fmla="*/ 162192 h 265059"/>
                <a:gd name="csX133" fmla="*/ 151844 w 195608"/>
                <a:gd name="csY133" fmla="*/ 163523 h 265059"/>
                <a:gd name="csX134" fmla="*/ 151327 w 195608"/>
                <a:gd name="csY134" fmla="*/ 163850 h 265059"/>
                <a:gd name="csX135" fmla="*/ 149744 w 195608"/>
                <a:gd name="csY135" fmla="*/ 163325 h 265059"/>
                <a:gd name="csX136" fmla="*/ 147545 w 195608"/>
                <a:gd name="csY136" fmla="*/ 163029 h 265059"/>
                <a:gd name="csX137" fmla="*/ 146282 w 195608"/>
                <a:gd name="csY137" fmla="*/ 163759 h 265059"/>
                <a:gd name="csX138" fmla="*/ 144768 w 195608"/>
                <a:gd name="csY138" fmla="*/ 164162 h 265059"/>
                <a:gd name="csX139" fmla="*/ 142919 w 195608"/>
                <a:gd name="csY139" fmla="*/ 164284 h 265059"/>
                <a:gd name="csX140" fmla="*/ 140857 w 195608"/>
                <a:gd name="csY140" fmla="*/ 165737 h 265059"/>
                <a:gd name="csX141" fmla="*/ 138849 w 195608"/>
                <a:gd name="csY141" fmla="*/ 168286 h 265059"/>
                <a:gd name="csX142" fmla="*/ 137723 w 195608"/>
                <a:gd name="csY142" fmla="*/ 170538 h 265059"/>
                <a:gd name="csX143" fmla="*/ 137114 w 195608"/>
                <a:gd name="csY143" fmla="*/ 171345 h 265059"/>
                <a:gd name="csX144" fmla="*/ 136132 w 195608"/>
                <a:gd name="csY144" fmla="*/ 169230 h 265059"/>
                <a:gd name="csX145" fmla="*/ 134930 w 195608"/>
                <a:gd name="csY145" fmla="*/ 167784 h 265059"/>
                <a:gd name="csX146" fmla="*/ 134078 w 195608"/>
                <a:gd name="csY146" fmla="*/ 167031 h 265059"/>
                <a:gd name="csX147" fmla="*/ 133317 w 195608"/>
                <a:gd name="csY147" fmla="*/ 167031 h 265059"/>
                <a:gd name="csX148" fmla="*/ 133120 w 195608"/>
                <a:gd name="csY148" fmla="*/ 167343 h 265059"/>
                <a:gd name="csX149" fmla="*/ 133120 w 195608"/>
                <a:gd name="csY149" fmla="*/ 168446 h 265059"/>
                <a:gd name="csX150" fmla="*/ 133934 w 195608"/>
                <a:gd name="csY150" fmla="*/ 170280 h 265059"/>
                <a:gd name="csX151" fmla="*/ 134938 w 195608"/>
                <a:gd name="csY151" fmla="*/ 171535 h 265059"/>
                <a:gd name="csX152" fmla="*/ 135098 w 195608"/>
                <a:gd name="csY152" fmla="*/ 172463 h 265059"/>
                <a:gd name="csX153" fmla="*/ 135638 w 195608"/>
                <a:gd name="csY153" fmla="*/ 174137 h 265059"/>
                <a:gd name="csX154" fmla="*/ 137107 w 195608"/>
                <a:gd name="csY154" fmla="*/ 175971 h 265059"/>
                <a:gd name="csX155" fmla="*/ 139404 w 195608"/>
                <a:gd name="csY155" fmla="*/ 177417 h 265059"/>
                <a:gd name="csX156" fmla="*/ 140972 w 195608"/>
                <a:gd name="csY156" fmla="*/ 178847 h 265059"/>
                <a:gd name="csX157" fmla="*/ 142136 w 195608"/>
                <a:gd name="csY157" fmla="*/ 180825 h 265059"/>
                <a:gd name="csX158" fmla="*/ 142143 w 195608"/>
                <a:gd name="csY158" fmla="*/ 181434 h 265059"/>
                <a:gd name="csX159" fmla="*/ 141824 w 195608"/>
                <a:gd name="csY159" fmla="*/ 182240 h 265059"/>
                <a:gd name="csX160" fmla="*/ 141276 w 195608"/>
                <a:gd name="csY160" fmla="*/ 183001 h 265059"/>
                <a:gd name="csX161" fmla="*/ 140812 w 195608"/>
                <a:gd name="csY161" fmla="*/ 183990 h 265059"/>
                <a:gd name="csX162" fmla="*/ 139534 w 195608"/>
                <a:gd name="csY162" fmla="*/ 185984 h 265059"/>
                <a:gd name="csX163" fmla="*/ 139914 w 195608"/>
                <a:gd name="csY163" fmla="*/ 186859 h 265059"/>
                <a:gd name="csX164" fmla="*/ 140956 w 195608"/>
                <a:gd name="csY164" fmla="*/ 187954 h 265059"/>
                <a:gd name="csX165" fmla="*/ 141877 w 195608"/>
                <a:gd name="csY165" fmla="*/ 189271 h 265059"/>
                <a:gd name="csX166" fmla="*/ 143064 w 195608"/>
                <a:gd name="csY166" fmla="*/ 191401 h 265059"/>
                <a:gd name="csX167" fmla="*/ 144692 w 195608"/>
                <a:gd name="csY167" fmla="*/ 195129 h 265059"/>
                <a:gd name="csX168" fmla="*/ 145742 w 195608"/>
                <a:gd name="csY168" fmla="*/ 196659 h 265059"/>
                <a:gd name="csX169" fmla="*/ 147173 w 195608"/>
                <a:gd name="csY169" fmla="*/ 198241 h 265059"/>
                <a:gd name="csX170" fmla="*/ 148573 w 195608"/>
                <a:gd name="csY170" fmla="*/ 199443 h 265059"/>
                <a:gd name="csX171" fmla="*/ 150779 w 195608"/>
                <a:gd name="csY171" fmla="*/ 199405 h 265059"/>
                <a:gd name="csX172" fmla="*/ 153062 w 195608"/>
                <a:gd name="csY172" fmla="*/ 201703 h 265059"/>
                <a:gd name="csX173" fmla="*/ 155557 w 195608"/>
                <a:gd name="csY173" fmla="*/ 205020 h 265059"/>
                <a:gd name="csX174" fmla="*/ 157422 w 195608"/>
                <a:gd name="csY174" fmla="*/ 206534 h 265059"/>
                <a:gd name="csX175" fmla="*/ 158722 w 195608"/>
                <a:gd name="csY175" fmla="*/ 206999 h 265059"/>
                <a:gd name="csX176" fmla="*/ 159803 w 195608"/>
                <a:gd name="csY176" fmla="*/ 208193 h 265059"/>
                <a:gd name="csX177" fmla="*/ 160754 w 195608"/>
                <a:gd name="csY177" fmla="*/ 209905 h 265059"/>
                <a:gd name="csX178" fmla="*/ 161127 w 195608"/>
                <a:gd name="csY178" fmla="*/ 210894 h 265059"/>
                <a:gd name="csX179" fmla="*/ 161971 w 195608"/>
                <a:gd name="csY179" fmla="*/ 211609 h 265059"/>
                <a:gd name="csX180" fmla="*/ 164254 w 195608"/>
                <a:gd name="csY180" fmla="*/ 211472 h 265059"/>
                <a:gd name="csX181" fmla="*/ 167191 w 195608"/>
                <a:gd name="csY181" fmla="*/ 214166 h 265059"/>
                <a:gd name="csX182" fmla="*/ 169002 w 195608"/>
                <a:gd name="csY182" fmla="*/ 216129 h 265059"/>
                <a:gd name="csX183" fmla="*/ 169960 w 195608"/>
                <a:gd name="csY183" fmla="*/ 217711 h 265059"/>
                <a:gd name="csX184" fmla="*/ 169709 w 195608"/>
                <a:gd name="csY184" fmla="*/ 218343 h 265059"/>
                <a:gd name="csX185" fmla="*/ 169588 w 195608"/>
                <a:gd name="csY185" fmla="*/ 220314 h 265059"/>
                <a:gd name="csX186" fmla="*/ 169618 w 195608"/>
                <a:gd name="csY186" fmla="*/ 222398 h 265059"/>
                <a:gd name="csX187" fmla="*/ 169329 w 195608"/>
                <a:gd name="csY187" fmla="*/ 223501 h 265059"/>
                <a:gd name="csX188" fmla="*/ 168020 w 195608"/>
                <a:gd name="csY188" fmla="*/ 224955 h 265059"/>
                <a:gd name="csX189" fmla="*/ 167343 w 195608"/>
                <a:gd name="csY189" fmla="*/ 225267 h 265059"/>
                <a:gd name="csX190" fmla="*/ 166978 w 195608"/>
                <a:gd name="csY190" fmla="*/ 225579 h 265059"/>
                <a:gd name="csX191" fmla="*/ 162953 w 195608"/>
                <a:gd name="csY191" fmla="*/ 223684 h 265059"/>
                <a:gd name="csX192" fmla="*/ 162633 w 195608"/>
                <a:gd name="csY192" fmla="*/ 224004 h 265059"/>
                <a:gd name="csX193" fmla="*/ 162382 w 195608"/>
                <a:gd name="csY193" fmla="*/ 224240 h 265059"/>
                <a:gd name="csX194" fmla="*/ 161302 w 195608"/>
                <a:gd name="csY194" fmla="*/ 229710 h 265059"/>
                <a:gd name="csX195" fmla="*/ 160564 w 195608"/>
                <a:gd name="csY195" fmla="*/ 230760 h 265059"/>
                <a:gd name="csX196" fmla="*/ 159453 w 195608"/>
                <a:gd name="csY196" fmla="*/ 231726 h 265059"/>
                <a:gd name="csX197" fmla="*/ 157155 w 195608"/>
                <a:gd name="csY197" fmla="*/ 232670 h 265059"/>
                <a:gd name="csX198" fmla="*/ 155557 w 195608"/>
                <a:gd name="csY198" fmla="*/ 233050 h 265059"/>
                <a:gd name="csX199" fmla="*/ 154309 w 195608"/>
                <a:gd name="csY199" fmla="*/ 233530 h 265059"/>
                <a:gd name="csX200" fmla="*/ 150360 w 195608"/>
                <a:gd name="csY200" fmla="*/ 235812 h 265059"/>
                <a:gd name="csX201" fmla="*/ 148588 w 195608"/>
                <a:gd name="csY201" fmla="*/ 237182 h 265059"/>
                <a:gd name="csX202" fmla="*/ 147439 w 195608"/>
                <a:gd name="csY202" fmla="*/ 238901 h 265059"/>
                <a:gd name="csX203" fmla="*/ 147431 w 195608"/>
                <a:gd name="csY203" fmla="*/ 239890 h 265059"/>
                <a:gd name="csX204" fmla="*/ 149349 w 195608"/>
                <a:gd name="csY204" fmla="*/ 242789 h 265059"/>
                <a:gd name="csX205" fmla="*/ 151563 w 195608"/>
                <a:gd name="csY205" fmla="*/ 245787 h 265059"/>
                <a:gd name="csX206" fmla="*/ 151570 w 195608"/>
                <a:gd name="csY206" fmla="*/ 248412 h 265059"/>
                <a:gd name="csX207" fmla="*/ 150596 w 195608"/>
                <a:gd name="csY207" fmla="*/ 250375 h 265059"/>
                <a:gd name="csX208" fmla="*/ 150368 w 195608"/>
                <a:gd name="csY208" fmla="*/ 251128 h 265059"/>
                <a:gd name="csX209" fmla="*/ 151022 w 195608"/>
                <a:gd name="csY209" fmla="*/ 251417 h 265059"/>
                <a:gd name="csX210" fmla="*/ 152248 w 195608"/>
                <a:gd name="csY210" fmla="*/ 251524 h 265059"/>
                <a:gd name="csX211" fmla="*/ 153275 w 195608"/>
                <a:gd name="csY211" fmla="*/ 251859 h 265059"/>
                <a:gd name="csX212" fmla="*/ 153708 w 195608"/>
                <a:gd name="csY212" fmla="*/ 253243 h 265059"/>
                <a:gd name="csX213" fmla="*/ 153579 w 195608"/>
                <a:gd name="csY213" fmla="*/ 255640 h 265059"/>
                <a:gd name="csX214" fmla="*/ 153229 w 195608"/>
                <a:gd name="csY214" fmla="*/ 257885 h 265059"/>
                <a:gd name="csX215" fmla="*/ 152864 w 195608"/>
                <a:gd name="csY215" fmla="*/ 258828 h 265059"/>
                <a:gd name="csX216" fmla="*/ 151875 w 195608"/>
                <a:gd name="csY216" fmla="*/ 258904 h 265059"/>
                <a:gd name="csX217" fmla="*/ 149972 w 195608"/>
                <a:gd name="csY217" fmla="*/ 257938 h 265059"/>
                <a:gd name="csX218" fmla="*/ 148489 w 195608"/>
                <a:gd name="csY218" fmla="*/ 256812 h 265059"/>
                <a:gd name="csX219" fmla="*/ 147918 w 195608"/>
                <a:gd name="csY219" fmla="*/ 256119 h 265059"/>
                <a:gd name="csX220" fmla="*/ 147888 w 195608"/>
                <a:gd name="csY220" fmla="*/ 255290 h 265059"/>
                <a:gd name="csX221" fmla="*/ 148207 w 195608"/>
                <a:gd name="csY221" fmla="*/ 254765 h 265059"/>
                <a:gd name="csX222" fmla="*/ 147682 w 195608"/>
                <a:gd name="csY222" fmla="*/ 253745 h 265059"/>
                <a:gd name="csX223" fmla="*/ 145856 w 195608"/>
                <a:gd name="csY223" fmla="*/ 252794 h 265059"/>
                <a:gd name="csX224" fmla="*/ 143901 w 195608"/>
                <a:gd name="csY224" fmla="*/ 253205 h 265059"/>
                <a:gd name="csX225" fmla="*/ 142463 w 195608"/>
                <a:gd name="csY225" fmla="*/ 253837 h 265059"/>
                <a:gd name="csX226" fmla="*/ 141527 w 195608"/>
                <a:gd name="csY226" fmla="*/ 253799 h 265059"/>
                <a:gd name="csX227" fmla="*/ 140523 w 195608"/>
                <a:gd name="csY227" fmla="*/ 252886 h 265059"/>
                <a:gd name="csX228" fmla="*/ 138971 w 195608"/>
                <a:gd name="csY228" fmla="*/ 252186 h 265059"/>
                <a:gd name="csX229" fmla="*/ 136947 w 195608"/>
                <a:gd name="csY229" fmla="*/ 251722 h 265059"/>
                <a:gd name="csX230" fmla="*/ 135684 w 195608"/>
                <a:gd name="csY230" fmla="*/ 251235 h 265059"/>
                <a:gd name="csX231" fmla="*/ 135417 w 195608"/>
                <a:gd name="csY231" fmla="*/ 251524 h 265059"/>
                <a:gd name="csX232" fmla="*/ 135562 w 195608"/>
                <a:gd name="csY232" fmla="*/ 253494 h 265059"/>
                <a:gd name="csX233" fmla="*/ 135174 w 195608"/>
                <a:gd name="csY233" fmla="*/ 254354 h 265059"/>
                <a:gd name="csX234" fmla="*/ 125161 w 195608"/>
                <a:gd name="csY234" fmla="*/ 255496 h 265059"/>
                <a:gd name="csX235" fmla="*/ 122110 w 195608"/>
                <a:gd name="csY235" fmla="*/ 256561 h 265059"/>
                <a:gd name="csX236" fmla="*/ 119888 w 195608"/>
                <a:gd name="csY236" fmla="*/ 257938 h 265059"/>
                <a:gd name="csX237" fmla="*/ 118245 w 195608"/>
                <a:gd name="csY237" fmla="*/ 258531 h 265059"/>
                <a:gd name="csX238" fmla="*/ 117842 w 195608"/>
                <a:gd name="csY238" fmla="*/ 259376 h 265059"/>
                <a:gd name="csX239" fmla="*/ 116213 w 195608"/>
                <a:gd name="csY239" fmla="*/ 260487 h 265059"/>
                <a:gd name="csX240" fmla="*/ 114380 w 195608"/>
                <a:gd name="csY240" fmla="*/ 260837 h 265059"/>
                <a:gd name="csX241" fmla="*/ 113931 w 195608"/>
                <a:gd name="csY241" fmla="*/ 260479 h 265059"/>
                <a:gd name="csX242" fmla="*/ 112751 w 195608"/>
                <a:gd name="csY242" fmla="*/ 260989 h 265059"/>
                <a:gd name="csX243" fmla="*/ 110743 w 195608"/>
                <a:gd name="csY243" fmla="*/ 261483 h 265059"/>
                <a:gd name="csX244" fmla="*/ 109442 w 195608"/>
                <a:gd name="csY244" fmla="*/ 261324 h 265059"/>
                <a:gd name="csX245" fmla="*/ 108825 w 195608"/>
                <a:gd name="csY245" fmla="*/ 260426 h 265059"/>
                <a:gd name="csX246" fmla="*/ 107585 w 195608"/>
                <a:gd name="csY246" fmla="*/ 259049 h 265059"/>
                <a:gd name="csX247" fmla="*/ 107083 w 195608"/>
                <a:gd name="csY247" fmla="*/ 258098 h 265059"/>
                <a:gd name="csX248" fmla="*/ 107136 w 195608"/>
                <a:gd name="csY248" fmla="*/ 257481 h 265059"/>
                <a:gd name="csX249" fmla="*/ 104329 w 195608"/>
                <a:gd name="csY249" fmla="*/ 257360 h 265059"/>
                <a:gd name="csX250" fmla="*/ 102564 w 195608"/>
                <a:gd name="csY250" fmla="*/ 256629 h 265059"/>
                <a:gd name="csX251" fmla="*/ 98805 w 195608"/>
                <a:gd name="csY251" fmla="*/ 256797 h 265059"/>
                <a:gd name="csX252" fmla="*/ 97877 w 195608"/>
                <a:gd name="csY252" fmla="*/ 256485 h 265059"/>
                <a:gd name="csX253" fmla="*/ 97687 w 195608"/>
                <a:gd name="csY253" fmla="*/ 256812 h 265059"/>
                <a:gd name="csX254" fmla="*/ 97123 w 195608"/>
                <a:gd name="csY254" fmla="*/ 260723 h 265059"/>
                <a:gd name="csX255" fmla="*/ 96378 w 195608"/>
                <a:gd name="csY255" fmla="*/ 262320 h 265059"/>
                <a:gd name="csX256" fmla="*/ 95176 w 195608"/>
                <a:gd name="csY256" fmla="*/ 263971 h 265059"/>
                <a:gd name="csX257" fmla="*/ 93631 w 195608"/>
                <a:gd name="csY257" fmla="*/ 264892 h 265059"/>
                <a:gd name="csX258" fmla="*/ 92406 w 195608"/>
                <a:gd name="csY258" fmla="*/ 265059 h 265059"/>
                <a:gd name="csX259" fmla="*/ 92459 w 195608"/>
                <a:gd name="csY259" fmla="*/ 263857 h 265059"/>
                <a:gd name="csX260" fmla="*/ 92771 w 195608"/>
                <a:gd name="csY260" fmla="*/ 262404 h 265059"/>
                <a:gd name="csX261" fmla="*/ 91881 w 195608"/>
                <a:gd name="csY261" fmla="*/ 262062 h 265059"/>
                <a:gd name="csX262" fmla="*/ 90550 w 195608"/>
                <a:gd name="csY262" fmla="*/ 261902 h 265059"/>
                <a:gd name="csX263" fmla="*/ 89911 w 195608"/>
                <a:gd name="csY263" fmla="*/ 261468 h 265059"/>
                <a:gd name="csX264" fmla="*/ 90078 w 195608"/>
                <a:gd name="csY264" fmla="*/ 260357 h 265059"/>
                <a:gd name="csX265" fmla="*/ 89766 w 195608"/>
                <a:gd name="csY265" fmla="*/ 259711 h 265059"/>
                <a:gd name="csX266" fmla="*/ 89218 w 195608"/>
                <a:gd name="csY266" fmla="*/ 258935 h 265059"/>
                <a:gd name="csX267" fmla="*/ 87879 w 195608"/>
                <a:gd name="csY267" fmla="*/ 257938 h 265059"/>
                <a:gd name="csX268" fmla="*/ 85049 w 195608"/>
                <a:gd name="csY268" fmla="*/ 256462 h 265059"/>
                <a:gd name="csX269" fmla="*/ 83124 w 195608"/>
                <a:gd name="csY269" fmla="*/ 255724 h 265059"/>
                <a:gd name="csX270" fmla="*/ 82401 w 195608"/>
                <a:gd name="csY270" fmla="*/ 256507 h 265059"/>
                <a:gd name="csX271" fmla="*/ 81024 w 195608"/>
                <a:gd name="csY271" fmla="*/ 257291 h 265059"/>
                <a:gd name="csX272" fmla="*/ 78855 w 195608"/>
                <a:gd name="csY272" fmla="*/ 257032 h 265059"/>
                <a:gd name="csX273" fmla="*/ 78323 w 195608"/>
                <a:gd name="csY273" fmla="*/ 257345 h 265059"/>
                <a:gd name="csX274" fmla="*/ 74602 w 195608"/>
                <a:gd name="csY274" fmla="*/ 254986 h 265059"/>
                <a:gd name="csX275" fmla="*/ 71034 w 195608"/>
                <a:gd name="csY275" fmla="*/ 252718 h 265059"/>
                <a:gd name="csX276" fmla="*/ 69854 w 195608"/>
                <a:gd name="csY276" fmla="*/ 252718 h 265059"/>
                <a:gd name="csX277" fmla="*/ 64597 w 195608"/>
                <a:gd name="csY277" fmla="*/ 253175 h 265059"/>
                <a:gd name="csX278" fmla="*/ 64445 w 195608"/>
                <a:gd name="csY278" fmla="*/ 252977 h 265059"/>
                <a:gd name="csX279" fmla="*/ 63524 w 195608"/>
                <a:gd name="csY279" fmla="*/ 251684 h 265059"/>
                <a:gd name="csX280" fmla="*/ 62718 w 195608"/>
                <a:gd name="csY280" fmla="*/ 251273 h 265059"/>
                <a:gd name="csX281" fmla="*/ 62231 w 195608"/>
                <a:gd name="csY281" fmla="*/ 251486 h 265059"/>
                <a:gd name="csX282" fmla="*/ 61903 w 195608"/>
                <a:gd name="csY282" fmla="*/ 251859 h 265059"/>
                <a:gd name="csX283" fmla="*/ 61340 w 195608"/>
                <a:gd name="csY283" fmla="*/ 251798 h 265059"/>
                <a:gd name="csX284" fmla="*/ 58982 w 195608"/>
                <a:gd name="csY284" fmla="*/ 249713 h 265059"/>
                <a:gd name="csX285" fmla="*/ 58015 w 195608"/>
                <a:gd name="csY285" fmla="*/ 249409 h 265059"/>
                <a:gd name="csX286" fmla="*/ 56676 w 195608"/>
                <a:gd name="csY286" fmla="*/ 249690 h 265059"/>
                <a:gd name="csX287" fmla="*/ 55094 w 195608"/>
                <a:gd name="csY287" fmla="*/ 250816 h 265059"/>
                <a:gd name="csX288" fmla="*/ 54401 w 195608"/>
                <a:gd name="csY288" fmla="*/ 252193 h 265059"/>
                <a:gd name="csX289" fmla="*/ 54614 w 195608"/>
                <a:gd name="csY289" fmla="*/ 252985 h 265059"/>
                <a:gd name="csX290" fmla="*/ 55428 w 195608"/>
                <a:gd name="csY290" fmla="*/ 253327 h 265059"/>
                <a:gd name="csX291" fmla="*/ 57582 w 195608"/>
                <a:gd name="csY291" fmla="*/ 253099 h 265059"/>
                <a:gd name="csX292" fmla="*/ 57894 w 195608"/>
                <a:gd name="csY292" fmla="*/ 253327 h 265059"/>
                <a:gd name="csX293" fmla="*/ 57970 w 195608"/>
                <a:gd name="csY293" fmla="*/ 253776 h 265059"/>
                <a:gd name="csX294" fmla="*/ 57734 w 195608"/>
                <a:gd name="csY294" fmla="*/ 254210 h 265059"/>
                <a:gd name="csX295" fmla="*/ 55992 w 195608"/>
                <a:gd name="csY295" fmla="*/ 254567 h 265059"/>
                <a:gd name="csX296" fmla="*/ 55489 w 195608"/>
                <a:gd name="csY296" fmla="*/ 255092 h 265059"/>
                <a:gd name="csX297" fmla="*/ 54980 w 195608"/>
                <a:gd name="csY297" fmla="*/ 255222 h 265059"/>
                <a:gd name="csX298" fmla="*/ 54652 w 195608"/>
                <a:gd name="csY298" fmla="*/ 255305 h 265059"/>
                <a:gd name="csX299" fmla="*/ 52796 w 195608"/>
                <a:gd name="csY299" fmla="*/ 254757 h 265059"/>
                <a:gd name="csX300" fmla="*/ 50034 w 195608"/>
                <a:gd name="csY300" fmla="*/ 254757 h 265059"/>
                <a:gd name="csX301" fmla="*/ 47805 w 195608"/>
                <a:gd name="csY301" fmla="*/ 255724 h 265059"/>
                <a:gd name="csX302" fmla="*/ 44244 w 195608"/>
                <a:gd name="csY302" fmla="*/ 256112 h 265059"/>
                <a:gd name="csX303" fmla="*/ 39351 w 195608"/>
                <a:gd name="csY303" fmla="*/ 255922 h 265059"/>
                <a:gd name="csX304" fmla="*/ 37594 w 195608"/>
                <a:gd name="csY304" fmla="*/ 255199 h 265059"/>
                <a:gd name="csX305" fmla="*/ 36521 w 195608"/>
                <a:gd name="csY305" fmla="*/ 254765 h 265059"/>
                <a:gd name="csX306" fmla="*/ 35745 w 195608"/>
                <a:gd name="csY306" fmla="*/ 252635 h 265059"/>
                <a:gd name="csX307" fmla="*/ 35943 w 195608"/>
                <a:gd name="csY307" fmla="*/ 249477 h 265059"/>
                <a:gd name="csX308" fmla="*/ 37107 w 195608"/>
                <a:gd name="csY308" fmla="*/ 245285 h 265059"/>
                <a:gd name="csX309" fmla="*/ 37434 w 195608"/>
                <a:gd name="csY309" fmla="*/ 242203 h 265059"/>
                <a:gd name="csX310" fmla="*/ 36917 w 195608"/>
                <a:gd name="csY310" fmla="*/ 240240 h 265059"/>
                <a:gd name="csX311" fmla="*/ 37609 w 195608"/>
                <a:gd name="csY311" fmla="*/ 237288 h 265059"/>
                <a:gd name="csX312" fmla="*/ 39511 w 195608"/>
                <a:gd name="csY312" fmla="*/ 233347 h 265059"/>
                <a:gd name="csX313" fmla="*/ 40782 w 195608"/>
                <a:gd name="csY313" fmla="*/ 229185 h 265059"/>
                <a:gd name="csX314" fmla="*/ 41414 w 195608"/>
                <a:gd name="csY314" fmla="*/ 224787 h 265059"/>
                <a:gd name="csX315" fmla="*/ 42334 w 195608"/>
                <a:gd name="csY315" fmla="*/ 221919 h 265059"/>
                <a:gd name="csX316" fmla="*/ 44145 w 195608"/>
                <a:gd name="csY316" fmla="*/ 219903 h 265059"/>
                <a:gd name="csX317" fmla="*/ 48444 w 195608"/>
                <a:gd name="csY317" fmla="*/ 214257 h 265059"/>
                <a:gd name="csX318" fmla="*/ 48794 w 195608"/>
                <a:gd name="csY318" fmla="*/ 213831 h 265059"/>
                <a:gd name="csX319" fmla="*/ 48672 w 195608"/>
                <a:gd name="csY319" fmla="*/ 211008 h 265059"/>
                <a:gd name="csX320" fmla="*/ 47515 w 195608"/>
                <a:gd name="csY320" fmla="*/ 210605 h 265059"/>
                <a:gd name="csX321" fmla="*/ 45819 w 195608"/>
                <a:gd name="csY321" fmla="*/ 209791 h 265059"/>
                <a:gd name="csX322" fmla="*/ 41505 w 195608"/>
                <a:gd name="csY322" fmla="*/ 208787 h 265059"/>
                <a:gd name="csX323" fmla="*/ 37487 w 195608"/>
                <a:gd name="csY323" fmla="*/ 208140 h 265059"/>
                <a:gd name="csX324" fmla="*/ 35661 w 195608"/>
                <a:gd name="csY324" fmla="*/ 207341 h 265059"/>
                <a:gd name="csX325" fmla="*/ 34064 w 195608"/>
                <a:gd name="csY325" fmla="*/ 205203 h 265059"/>
                <a:gd name="csX326" fmla="*/ 33075 w 195608"/>
                <a:gd name="csY326" fmla="*/ 205172 h 265059"/>
                <a:gd name="csX327" fmla="*/ 31134 w 195608"/>
                <a:gd name="csY327" fmla="*/ 205941 h 265059"/>
                <a:gd name="csX328" fmla="*/ 28715 w 195608"/>
                <a:gd name="csY328" fmla="*/ 206458 h 265059"/>
                <a:gd name="csX329" fmla="*/ 26950 w 195608"/>
                <a:gd name="csY329" fmla="*/ 206009 h 265059"/>
                <a:gd name="csX330" fmla="*/ 25846 w 195608"/>
                <a:gd name="csY330" fmla="*/ 206093 h 265059"/>
                <a:gd name="csX331" fmla="*/ 25230 w 195608"/>
                <a:gd name="csY331" fmla="*/ 206489 h 265059"/>
                <a:gd name="csX332" fmla="*/ 24918 w 195608"/>
                <a:gd name="csY332" fmla="*/ 206139 h 265059"/>
                <a:gd name="csX333" fmla="*/ 24477 w 195608"/>
                <a:gd name="csY333" fmla="*/ 204305 h 265059"/>
                <a:gd name="csX334" fmla="*/ 23556 w 195608"/>
                <a:gd name="csY334" fmla="*/ 203826 h 265059"/>
                <a:gd name="csX335" fmla="*/ 22126 w 195608"/>
                <a:gd name="csY335" fmla="*/ 203400 h 265059"/>
                <a:gd name="csX336" fmla="*/ 21236 w 195608"/>
                <a:gd name="csY336" fmla="*/ 203582 h 265059"/>
                <a:gd name="csX337" fmla="*/ 20619 w 195608"/>
                <a:gd name="csY337" fmla="*/ 204495 h 265059"/>
                <a:gd name="csX338" fmla="*/ 19668 w 195608"/>
                <a:gd name="csY338" fmla="*/ 205135 h 265059"/>
                <a:gd name="csX339" fmla="*/ 18801 w 195608"/>
                <a:gd name="csY339" fmla="*/ 204929 h 265059"/>
                <a:gd name="csX340" fmla="*/ 16069 w 195608"/>
                <a:gd name="csY340" fmla="*/ 200683 h 265059"/>
                <a:gd name="csX341" fmla="*/ 15369 w 195608"/>
                <a:gd name="csY341" fmla="*/ 199740 h 265059"/>
                <a:gd name="csX342" fmla="*/ 15194 w 195608"/>
                <a:gd name="csY342" fmla="*/ 198873 h 265059"/>
                <a:gd name="csX343" fmla="*/ 14510 w 195608"/>
                <a:gd name="csY343" fmla="*/ 197290 h 265059"/>
                <a:gd name="csX344" fmla="*/ 12881 w 195608"/>
                <a:gd name="csY344" fmla="*/ 195707 h 265059"/>
                <a:gd name="csX345" fmla="*/ 11261 w 195608"/>
                <a:gd name="csY345" fmla="*/ 195205 h 265059"/>
                <a:gd name="csX346" fmla="*/ 10454 w 195608"/>
                <a:gd name="csY346" fmla="*/ 195380 h 265059"/>
                <a:gd name="csX347" fmla="*/ 10546 w 195608"/>
                <a:gd name="csY347" fmla="*/ 193417 h 265059"/>
                <a:gd name="csX348" fmla="*/ 11177 w 195608"/>
                <a:gd name="csY348" fmla="*/ 190564 h 265059"/>
                <a:gd name="csX349" fmla="*/ 11786 w 195608"/>
                <a:gd name="csY349" fmla="*/ 189073 h 265059"/>
                <a:gd name="csX350" fmla="*/ 12592 w 195608"/>
                <a:gd name="csY350" fmla="*/ 187855 h 265059"/>
                <a:gd name="csX351" fmla="*/ 13452 w 195608"/>
                <a:gd name="csY351" fmla="*/ 187003 h 265059"/>
                <a:gd name="csX352" fmla="*/ 13642 w 195608"/>
                <a:gd name="csY352" fmla="*/ 185466 h 265059"/>
                <a:gd name="csX353" fmla="*/ 13505 w 195608"/>
                <a:gd name="csY353" fmla="*/ 184013 h 265059"/>
                <a:gd name="csX354" fmla="*/ 12516 w 195608"/>
                <a:gd name="csY354" fmla="*/ 183785 h 265059"/>
                <a:gd name="csX355" fmla="*/ 10036 w 195608"/>
                <a:gd name="csY355" fmla="*/ 182712 h 265059"/>
                <a:gd name="csX356" fmla="*/ 8567 w 195608"/>
                <a:gd name="csY356" fmla="*/ 181578 h 265059"/>
                <a:gd name="csX357" fmla="*/ 7479 w 195608"/>
                <a:gd name="csY357" fmla="*/ 180156 h 265059"/>
                <a:gd name="csX358" fmla="*/ 6049 w 195608"/>
                <a:gd name="csY358" fmla="*/ 178200 h 265059"/>
                <a:gd name="csX359" fmla="*/ 5440 w 195608"/>
                <a:gd name="csY359" fmla="*/ 176207 h 265059"/>
                <a:gd name="csX360" fmla="*/ 5410 w 195608"/>
                <a:gd name="csY360" fmla="*/ 174221 h 265059"/>
                <a:gd name="csX361" fmla="*/ 5577 w 195608"/>
                <a:gd name="csY361" fmla="*/ 173331 h 265059"/>
                <a:gd name="csX362" fmla="*/ 5684 w 195608"/>
                <a:gd name="csY362" fmla="*/ 172714 h 265059"/>
                <a:gd name="csX363" fmla="*/ 6833 w 195608"/>
                <a:gd name="csY363" fmla="*/ 169610 h 265059"/>
                <a:gd name="csX364" fmla="*/ 10880 w 195608"/>
                <a:gd name="csY364" fmla="*/ 166825 h 265059"/>
                <a:gd name="csX365" fmla="*/ 10431 w 195608"/>
                <a:gd name="csY365" fmla="*/ 164018 h 265059"/>
                <a:gd name="csX366" fmla="*/ 10371 w 195608"/>
                <a:gd name="csY366" fmla="*/ 162291 h 265059"/>
                <a:gd name="csX367" fmla="*/ 9389 w 195608"/>
                <a:gd name="csY367" fmla="*/ 161165 h 265059"/>
                <a:gd name="csX368" fmla="*/ 7426 w 195608"/>
                <a:gd name="csY368" fmla="*/ 160708 h 265059"/>
                <a:gd name="csX369" fmla="*/ 6909 w 195608"/>
                <a:gd name="csY369" fmla="*/ 159924 h 265059"/>
                <a:gd name="csX370" fmla="*/ 6688 w 195608"/>
                <a:gd name="csY370" fmla="*/ 159156 h 265059"/>
                <a:gd name="csX371" fmla="*/ 8126 w 195608"/>
                <a:gd name="csY371" fmla="*/ 157429 h 265059"/>
                <a:gd name="csX372" fmla="*/ 6384 w 195608"/>
                <a:gd name="csY372" fmla="*/ 156067 h 265059"/>
                <a:gd name="csX373" fmla="*/ 5592 w 195608"/>
                <a:gd name="csY373" fmla="*/ 154720 h 265059"/>
                <a:gd name="csX374" fmla="*/ 3173 w 195608"/>
                <a:gd name="csY374" fmla="*/ 152940 h 265059"/>
                <a:gd name="csX375" fmla="*/ 2914 w 195608"/>
                <a:gd name="csY375" fmla="*/ 152323 h 265059"/>
                <a:gd name="csX376" fmla="*/ 4078 w 195608"/>
                <a:gd name="csY376" fmla="*/ 147112 h 265059"/>
                <a:gd name="csX377" fmla="*/ 3188 w 195608"/>
                <a:gd name="csY377" fmla="*/ 145590 h 265059"/>
                <a:gd name="csX378" fmla="*/ 2085 w 195608"/>
                <a:gd name="csY378" fmla="*/ 144814 h 265059"/>
                <a:gd name="csX379" fmla="*/ 799 w 195608"/>
                <a:gd name="csY379" fmla="*/ 144433 h 265059"/>
                <a:gd name="csX380" fmla="*/ 205 w 195608"/>
                <a:gd name="csY380" fmla="*/ 143710 h 265059"/>
                <a:gd name="csX381" fmla="*/ 0 w 195608"/>
                <a:gd name="csY381" fmla="*/ 142881 h 265059"/>
                <a:gd name="csX382" fmla="*/ 228 w 195608"/>
                <a:gd name="csY382" fmla="*/ 142371 h 265059"/>
                <a:gd name="csX383" fmla="*/ 1742 w 195608"/>
                <a:gd name="csY383" fmla="*/ 142524 h 265059"/>
                <a:gd name="csX384" fmla="*/ 2214 w 195608"/>
                <a:gd name="csY384" fmla="*/ 141983 h 265059"/>
                <a:gd name="csX385" fmla="*/ 5821 w 195608"/>
                <a:gd name="csY385" fmla="*/ 138910 h 265059"/>
                <a:gd name="csX386" fmla="*/ 5973 w 195608"/>
                <a:gd name="csY386" fmla="*/ 138316 h 265059"/>
                <a:gd name="csX387" fmla="*/ 5471 w 195608"/>
                <a:gd name="csY387" fmla="*/ 137981 h 265059"/>
                <a:gd name="csX388" fmla="*/ 4816 w 195608"/>
                <a:gd name="csY388" fmla="*/ 137806 h 265059"/>
                <a:gd name="csX389" fmla="*/ 4649 w 195608"/>
                <a:gd name="csY389" fmla="*/ 137160 h 265059"/>
                <a:gd name="csX390" fmla="*/ 4672 w 195608"/>
                <a:gd name="csY390" fmla="*/ 136307 h 265059"/>
                <a:gd name="csX391" fmla="*/ 6597 w 195608"/>
                <a:gd name="csY391" fmla="*/ 131856 h 265059"/>
                <a:gd name="csX392" fmla="*/ 7167 w 195608"/>
                <a:gd name="csY392" fmla="*/ 129954 h 265059"/>
                <a:gd name="csX393" fmla="*/ 7297 w 195608"/>
                <a:gd name="csY393" fmla="*/ 128608 h 265059"/>
                <a:gd name="csX394" fmla="*/ 7175 w 195608"/>
                <a:gd name="csY394" fmla="*/ 127276 h 265059"/>
                <a:gd name="csX395" fmla="*/ 6064 w 195608"/>
                <a:gd name="csY395" fmla="*/ 125184 h 265059"/>
                <a:gd name="csX396" fmla="*/ 4991 w 195608"/>
                <a:gd name="csY396" fmla="*/ 123510 h 265059"/>
                <a:gd name="csX397" fmla="*/ 4953 w 195608"/>
                <a:gd name="csY397" fmla="*/ 122178 h 265059"/>
                <a:gd name="csX398" fmla="*/ 4170 w 195608"/>
                <a:gd name="csY398" fmla="*/ 121478 h 265059"/>
                <a:gd name="csX399" fmla="*/ 1948 w 195608"/>
                <a:gd name="csY399" fmla="*/ 117895 h 265059"/>
                <a:gd name="csX400" fmla="*/ 1948 w 195608"/>
                <a:gd name="csY400" fmla="*/ 116510 h 265059"/>
                <a:gd name="csX401" fmla="*/ 3203 w 195608"/>
                <a:gd name="csY401" fmla="*/ 115430 h 265059"/>
                <a:gd name="csX402" fmla="*/ 4961 w 195608"/>
                <a:gd name="csY402" fmla="*/ 114745 h 265059"/>
                <a:gd name="csX403" fmla="*/ 5547 w 195608"/>
                <a:gd name="csY403" fmla="*/ 114174 h 265059"/>
                <a:gd name="csX404" fmla="*/ 6597 w 195608"/>
                <a:gd name="csY404" fmla="*/ 113817 h 265059"/>
                <a:gd name="csX405" fmla="*/ 9389 w 195608"/>
                <a:gd name="csY405" fmla="*/ 114851 h 265059"/>
                <a:gd name="csX406" fmla="*/ 10637 w 195608"/>
                <a:gd name="csY406" fmla="*/ 115749 h 265059"/>
                <a:gd name="csX407" fmla="*/ 10987 w 195608"/>
                <a:gd name="csY407" fmla="*/ 115567 h 265059"/>
                <a:gd name="csX408" fmla="*/ 12113 w 195608"/>
                <a:gd name="csY408" fmla="*/ 114593 h 265059"/>
                <a:gd name="csX409" fmla="*/ 14091 w 195608"/>
                <a:gd name="csY409" fmla="*/ 114745 h 265059"/>
                <a:gd name="csX410" fmla="*/ 18877 w 195608"/>
                <a:gd name="csY410" fmla="*/ 112782 h 265059"/>
                <a:gd name="csX411" fmla="*/ 19592 w 195608"/>
                <a:gd name="csY411" fmla="*/ 111838 h 265059"/>
                <a:gd name="csX412" fmla="*/ 20125 w 195608"/>
                <a:gd name="csY412" fmla="*/ 110834 h 265059"/>
                <a:gd name="csX413" fmla="*/ 20170 w 195608"/>
                <a:gd name="csY413" fmla="*/ 110393 h 265059"/>
                <a:gd name="csX414" fmla="*/ 18314 w 195608"/>
                <a:gd name="csY414" fmla="*/ 108453 h 265059"/>
                <a:gd name="csX415" fmla="*/ 18261 w 195608"/>
                <a:gd name="csY415" fmla="*/ 107737 h 265059"/>
                <a:gd name="csX416" fmla="*/ 18504 w 195608"/>
                <a:gd name="csY416" fmla="*/ 106931 h 265059"/>
                <a:gd name="csX417" fmla="*/ 19029 w 195608"/>
                <a:gd name="csY417" fmla="*/ 106292 h 265059"/>
                <a:gd name="csX418" fmla="*/ 20125 w 195608"/>
                <a:gd name="csY418" fmla="*/ 105858 h 265059"/>
                <a:gd name="csX419" fmla="*/ 21289 w 195608"/>
                <a:gd name="csY419" fmla="*/ 105006 h 265059"/>
                <a:gd name="csX420" fmla="*/ 23899 w 195608"/>
                <a:gd name="csY420" fmla="*/ 102586 h 265059"/>
                <a:gd name="csX421" fmla="*/ 24804 w 195608"/>
                <a:gd name="csY421" fmla="*/ 100486 h 265059"/>
                <a:gd name="csX422" fmla="*/ 25085 w 195608"/>
                <a:gd name="csY422" fmla="*/ 98204 h 265059"/>
                <a:gd name="csX423" fmla="*/ 25139 w 195608"/>
                <a:gd name="csY423" fmla="*/ 96499 h 265059"/>
                <a:gd name="csX424" fmla="*/ 24424 w 195608"/>
                <a:gd name="csY424" fmla="*/ 95145 h 265059"/>
                <a:gd name="csX425" fmla="*/ 23701 w 195608"/>
                <a:gd name="csY425" fmla="*/ 94270 h 265059"/>
                <a:gd name="csX426" fmla="*/ 22719 w 195608"/>
                <a:gd name="csY426" fmla="*/ 94407 h 265059"/>
                <a:gd name="csX427" fmla="*/ 20810 w 195608"/>
                <a:gd name="csY427" fmla="*/ 94339 h 265059"/>
                <a:gd name="csX428" fmla="*/ 19021 w 195608"/>
                <a:gd name="csY428" fmla="*/ 93578 h 265059"/>
                <a:gd name="csX429" fmla="*/ 18040 w 195608"/>
                <a:gd name="csY429" fmla="*/ 92345 h 265059"/>
                <a:gd name="csX430" fmla="*/ 17797 w 195608"/>
                <a:gd name="csY430" fmla="*/ 91265 h 265059"/>
                <a:gd name="csX431" fmla="*/ 18245 w 195608"/>
                <a:gd name="csY431" fmla="*/ 90580 h 265059"/>
                <a:gd name="csX432" fmla="*/ 18382 w 195608"/>
                <a:gd name="csY432" fmla="*/ 89743 h 265059"/>
                <a:gd name="csX433" fmla="*/ 18093 w 195608"/>
                <a:gd name="csY433" fmla="*/ 88899 h 265059"/>
                <a:gd name="csX434" fmla="*/ 18207 w 195608"/>
                <a:gd name="csY434" fmla="*/ 88191 h 265059"/>
                <a:gd name="csX435" fmla="*/ 19014 w 195608"/>
                <a:gd name="csY435" fmla="*/ 87620 h 265059"/>
                <a:gd name="csX436" fmla="*/ 24667 w 195608"/>
                <a:gd name="csY436" fmla="*/ 87635 h 265059"/>
                <a:gd name="csX437" fmla="*/ 25093 w 195608"/>
                <a:gd name="csY437" fmla="*/ 87012 h 265059"/>
                <a:gd name="csX438" fmla="*/ 25474 w 195608"/>
                <a:gd name="csY438" fmla="*/ 83725 h 265059"/>
                <a:gd name="csX439" fmla="*/ 26889 w 195608"/>
                <a:gd name="csY439" fmla="*/ 78711 h 265059"/>
                <a:gd name="csX440" fmla="*/ 28220 w 195608"/>
                <a:gd name="csY440" fmla="*/ 75911 h 265059"/>
                <a:gd name="csX441" fmla="*/ 28441 w 195608"/>
                <a:gd name="csY441" fmla="*/ 74731 h 265059"/>
                <a:gd name="csX442" fmla="*/ 28418 w 195608"/>
                <a:gd name="csY442" fmla="*/ 68074 h 265059"/>
                <a:gd name="csX443" fmla="*/ 28601 w 195608"/>
                <a:gd name="csY443" fmla="*/ 64688 h 265059"/>
                <a:gd name="csX444" fmla="*/ 27634 w 195608"/>
                <a:gd name="csY444" fmla="*/ 63098 h 265059"/>
                <a:gd name="csX445" fmla="*/ 25527 w 195608"/>
                <a:gd name="csY445" fmla="*/ 61356 h 265059"/>
                <a:gd name="csX446" fmla="*/ 25976 w 195608"/>
                <a:gd name="csY446" fmla="*/ 57719 h 265059"/>
                <a:gd name="csX447" fmla="*/ 26676 w 195608"/>
                <a:gd name="csY447" fmla="*/ 54873 h 265059"/>
                <a:gd name="csX448" fmla="*/ 28798 w 195608"/>
                <a:gd name="csY448" fmla="*/ 51373 h 265059"/>
                <a:gd name="csX449" fmla="*/ 30480 w 195608"/>
                <a:gd name="csY449" fmla="*/ 50414 h 265059"/>
                <a:gd name="csX450" fmla="*/ 37822 w 195608"/>
                <a:gd name="csY450" fmla="*/ 49844 h 265059"/>
                <a:gd name="csX451" fmla="*/ 45933 w 195608"/>
                <a:gd name="csY451" fmla="*/ 50080 h 265059"/>
                <a:gd name="csX452" fmla="*/ 49304 w 195608"/>
                <a:gd name="csY452" fmla="*/ 55368 h 265059"/>
                <a:gd name="csX453" fmla="*/ 48056 w 195608"/>
                <a:gd name="csY453" fmla="*/ 58076 h 265059"/>
                <a:gd name="csX454" fmla="*/ 50026 w 195608"/>
                <a:gd name="csY454" fmla="*/ 59339 h 265059"/>
                <a:gd name="csX455" fmla="*/ 50978 w 195608"/>
                <a:gd name="csY455" fmla="*/ 58875 h 265059"/>
                <a:gd name="csX456" fmla="*/ 51700 w 195608"/>
                <a:gd name="csY456" fmla="*/ 56516 h 265059"/>
                <a:gd name="csX457" fmla="*/ 52180 w 195608"/>
                <a:gd name="csY457" fmla="*/ 53899 h 265059"/>
                <a:gd name="csX458" fmla="*/ 52872 w 195608"/>
                <a:gd name="csY458" fmla="*/ 53108 h 265059"/>
                <a:gd name="csX459" fmla="*/ 55383 w 195608"/>
                <a:gd name="csY459" fmla="*/ 55063 h 265059"/>
                <a:gd name="csX460" fmla="*/ 56266 w 195608"/>
                <a:gd name="csY460" fmla="*/ 56402 h 265059"/>
                <a:gd name="csX461" fmla="*/ 56319 w 195608"/>
                <a:gd name="csY461" fmla="*/ 60694 h 265059"/>
                <a:gd name="csX462" fmla="*/ 57247 w 195608"/>
                <a:gd name="csY462" fmla="*/ 54873 h 265059"/>
                <a:gd name="csX463" fmla="*/ 56555 w 195608"/>
                <a:gd name="csY463" fmla="*/ 50787 h 265059"/>
                <a:gd name="csX464" fmla="*/ 57026 w 195608"/>
                <a:gd name="csY464" fmla="*/ 46816 h 265059"/>
                <a:gd name="csX465" fmla="*/ 58038 w 195608"/>
                <a:gd name="csY465" fmla="*/ 44746 h 265059"/>
                <a:gd name="csX466" fmla="*/ 58966 w 195608"/>
                <a:gd name="csY466" fmla="*/ 43430 h 265059"/>
                <a:gd name="csX467" fmla="*/ 64916 w 195608"/>
                <a:gd name="csY467" fmla="*/ 44853 h 265059"/>
                <a:gd name="csX468" fmla="*/ 71490 w 195608"/>
                <a:gd name="csY468" fmla="*/ 44122 h 265059"/>
                <a:gd name="csX469" fmla="*/ 73978 w 195608"/>
                <a:gd name="csY469" fmla="*/ 45659 h 265059"/>
                <a:gd name="csX470" fmla="*/ 79601 w 195608"/>
                <a:gd name="csY470" fmla="*/ 53321 h 265059"/>
                <a:gd name="csX471" fmla="*/ 81480 w 195608"/>
                <a:gd name="csY471" fmla="*/ 54576 h 265059"/>
                <a:gd name="csX472" fmla="*/ 83847 w 195608"/>
                <a:gd name="csY472" fmla="*/ 54972 h 265059"/>
                <a:gd name="csX473" fmla="*/ 80582 w 195608"/>
                <a:gd name="csY473" fmla="*/ 53336 h 265059"/>
                <a:gd name="csX474" fmla="*/ 73765 w 195608"/>
                <a:gd name="csY474" fmla="*/ 44008 h 265059"/>
                <a:gd name="csX475" fmla="*/ 71726 w 195608"/>
                <a:gd name="csY475" fmla="*/ 42852 h 265059"/>
                <a:gd name="csX476" fmla="*/ 68591 w 195608"/>
                <a:gd name="csY476" fmla="*/ 42502 h 265059"/>
                <a:gd name="csX477" fmla="*/ 66636 w 195608"/>
                <a:gd name="csY477" fmla="*/ 41588 h 265059"/>
                <a:gd name="csX478" fmla="*/ 65403 w 195608"/>
                <a:gd name="csY478" fmla="*/ 40173 h 265059"/>
                <a:gd name="csX479" fmla="*/ 65046 w 195608"/>
                <a:gd name="csY479" fmla="*/ 38903 h 265059"/>
                <a:gd name="csX480" fmla="*/ 65114 w 195608"/>
                <a:gd name="csY480" fmla="*/ 29430 h 265059"/>
                <a:gd name="csX481" fmla="*/ 63943 w 195608"/>
                <a:gd name="csY481" fmla="*/ 28015 h 265059"/>
                <a:gd name="csX482" fmla="*/ 62421 w 195608"/>
                <a:gd name="csY482" fmla="*/ 27528 h 265059"/>
                <a:gd name="csX483" fmla="*/ 61470 w 195608"/>
                <a:gd name="csY483" fmla="*/ 28175 h 265059"/>
                <a:gd name="csX484" fmla="*/ 59522 w 195608"/>
                <a:gd name="csY484" fmla="*/ 28182 h 265059"/>
                <a:gd name="csX485" fmla="*/ 59111 w 195608"/>
                <a:gd name="csY485" fmla="*/ 26029 h 265059"/>
                <a:gd name="csX486" fmla="*/ 59590 w 195608"/>
                <a:gd name="csY486" fmla="*/ 24431 h 265059"/>
                <a:gd name="csX487" fmla="*/ 63501 w 195608"/>
                <a:gd name="csY487" fmla="*/ 23336 h 265059"/>
                <a:gd name="csX488" fmla="*/ 66080 w 195608"/>
                <a:gd name="csY488" fmla="*/ 21867 h 265059"/>
                <a:gd name="csX489" fmla="*/ 66195 w 195608"/>
                <a:gd name="csY489" fmla="*/ 19273 h 265059"/>
                <a:gd name="csX490" fmla="*/ 64566 w 195608"/>
                <a:gd name="csY490" fmla="*/ 17226 h 265059"/>
                <a:gd name="csX491" fmla="*/ 62619 w 195608"/>
                <a:gd name="csY491" fmla="*/ 13467 h 265059"/>
                <a:gd name="csX492" fmla="*/ 60328 w 195608"/>
                <a:gd name="csY492" fmla="*/ 9929 h 265059"/>
                <a:gd name="csX493" fmla="*/ 60070 w 195608"/>
                <a:gd name="csY493" fmla="*/ 5805 h 265059"/>
                <a:gd name="csX494" fmla="*/ 60077 w 195608"/>
                <a:gd name="csY494" fmla="*/ 5805 h 265059"/>
                <a:gd name="csX495" fmla="*/ 64064 w 195608"/>
                <a:gd name="csY495" fmla="*/ 5881 h 265059"/>
                <a:gd name="csX496" fmla="*/ 65038 w 195608"/>
                <a:gd name="csY496" fmla="*/ 6041 h 265059"/>
                <a:gd name="csX497" fmla="*/ 71079 w 195608"/>
                <a:gd name="csY497" fmla="*/ 7974 h 265059"/>
                <a:gd name="csX498" fmla="*/ 72555 w 195608"/>
                <a:gd name="csY498" fmla="*/ 9328 h 265059"/>
                <a:gd name="csX499" fmla="*/ 74412 w 195608"/>
                <a:gd name="csY499" fmla="*/ 9389 h 265059"/>
                <a:gd name="csX500" fmla="*/ 77760 w 195608"/>
                <a:gd name="csY500" fmla="*/ 8126 h 265059"/>
                <a:gd name="csX501" fmla="*/ 80263 w 195608"/>
                <a:gd name="csY501" fmla="*/ 7571 h 265059"/>
                <a:gd name="csX502" fmla="*/ 81229 w 195608"/>
                <a:gd name="csY502" fmla="*/ 8354 h 265059"/>
                <a:gd name="csX503" fmla="*/ 82591 w 195608"/>
                <a:gd name="csY503" fmla="*/ 8682 h 265059"/>
                <a:gd name="csX504" fmla="*/ 82896 w 195608"/>
                <a:gd name="csY504" fmla="*/ 8682 h 265059"/>
                <a:gd name="csX505" fmla="*/ 58297 w 195608"/>
                <a:gd name="csY505" fmla="*/ 12828 h 265059"/>
                <a:gd name="csX506" fmla="*/ 57468 w 195608"/>
                <a:gd name="csY506" fmla="*/ 13734 h 265059"/>
                <a:gd name="csX507" fmla="*/ 55428 w 195608"/>
                <a:gd name="csY507" fmla="*/ 13627 h 265059"/>
                <a:gd name="csX508" fmla="*/ 54287 w 195608"/>
                <a:gd name="csY508" fmla="*/ 12775 h 265059"/>
                <a:gd name="csX509" fmla="*/ 54660 w 195608"/>
                <a:gd name="csY509" fmla="*/ 11870 h 265059"/>
                <a:gd name="csX510" fmla="*/ 55741 w 195608"/>
                <a:gd name="csY510" fmla="*/ 11177 h 265059"/>
                <a:gd name="csX511" fmla="*/ 56638 w 195608"/>
                <a:gd name="csY511" fmla="*/ 11071 h 265059"/>
                <a:gd name="csX512" fmla="*/ 57993 w 195608"/>
                <a:gd name="csY512" fmla="*/ 11497 h 265059"/>
                <a:gd name="csX513" fmla="*/ 58297 w 195608"/>
                <a:gd name="csY513" fmla="*/ 12828 h 265059"/>
                <a:gd name="csX514" fmla="*/ 167655 w 195608"/>
                <a:gd name="csY514" fmla="*/ 24941 h 265059"/>
                <a:gd name="csX515" fmla="*/ 168187 w 195608"/>
                <a:gd name="csY515" fmla="*/ 27399 h 265059"/>
                <a:gd name="csX516" fmla="*/ 167617 w 195608"/>
                <a:gd name="csY516" fmla="*/ 28654 h 265059"/>
                <a:gd name="csX517" fmla="*/ 165220 w 195608"/>
                <a:gd name="csY517" fmla="*/ 26569 h 265059"/>
                <a:gd name="csX518" fmla="*/ 162808 w 195608"/>
                <a:gd name="csY518" fmla="*/ 26600 h 265059"/>
                <a:gd name="csX519" fmla="*/ 161370 w 195608"/>
                <a:gd name="csY519" fmla="*/ 29803 h 265059"/>
                <a:gd name="csX520" fmla="*/ 160298 w 195608"/>
                <a:gd name="csY520" fmla="*/ 29940 h 265059"/>
                <a:gd name="csX521" fmla="*/ 156577 w 195608"/>
                <a:gd name="csY521" fmla="*/ 27026 h 265059"/>
                <a:gd name="csX522" fmla="*/ 155976 w 195608"/>
                <a:gd name="csY522" fmla="*/ 25603 h 265059"/>
                <a:gd name="csX523" fmla="*/ 155854 w 195608"/>
                <a:gd name="csY523" fmla="*/ 24416 h 265059"/>
                <a:gd name="csX524" fmla="*/ 156387 w 195608"/>
                <a:gd name="csY524" fmla="*/ 20307 h 265059"/>
                <a:gd name="csX525" fmla="*/ 156288 w 195608"/>
                <a:gd name="csY525" fmla="*/ 19014 h 265059"/>
                <a:gd name="csX526" fmla="*/ 157460 w 195608"/>
                <a:gd name="csY526" fmla="*/ 17599 h 265059"/>
                <a:gd name="csX527" fmla="*/ 157642 w 195608"/>
                <a:gd name="csY527" fmla="*/ 15545 h 265059"/>
                <a:gd name="csX528" fmla="*/ 159704 w 195608"/>
                <a:gd name="csY528" fmla="*/ 13383 h 265059"/>
                <a:gd name="csX529" fmla="*/ 161545 w 195608"/>
                <a:gd name="csY529" fmla="*/ 13300 h 265059"/>
                <a:gd name="csX530" fmla="*/ 162123 w 195608"/>
                <a:gd name="csY530" fmla="*/ 15134 h 265059"/>
                <a:gd name="csX531" fmla="*/ 163006 w 195608"/>
                <a:gd name="csY531" fmla="*/ 16397 h 265059"/>
                <a:gd name="csX532" fmla="*/ 166095 w 195608"/>
                <a:gd name="csY532" fmla="*/ 17812 h 265059"/>
                <a:gd name="csX533" fmla="*/ 166559 w 195608"/>
                <a:gd name="csY533" fmla="*/ 18451 h 265059"/>
                <a:gd name="csX534" fmla="*/ 166841 w 195608"/>
                <a:gd name="csY534" fmla="*/ 19341 h 265059"/>
                <a:gd name="csX535" fmla="*/ 165403 w 195608"/>
                <a:gd name="csY535" fmla="*/ 21076 h 265059"/>
                <a:gd name="csX536" fmla="*/ 164916 w 195608"/>
                <a:gd name="csY536" fmla="*/ 21966 h 265059"/>
                <a:gd name="csX537" fmla="*/ 165372 w 195608"/>
                <a:gd name="csY537" fmla="*/ 23389 h 265059"/>
                <a:gd name="csX538" fmla="*/ 167655 w 195608"/>
                <a:gd name="csY538" fmla="*/ 24941 h 265059"/>
                <a:gd name="csX539" fmla="*/ 115848 w 195608"/>
                <a:gd name="csY539" fmla="*/ 23655 h 265059"/>
                <a:gd name="csX540" fmla="*/ 112569 w 195608"/>
                <a:gd name="csY540" fmla="*/ 23724 h 265059"/>
                <a:gd name="csX541" fmla="*/ 111313 w 195608"/>
                <a:gd name="csY541" fmla="*/ 22263 h 265059"/>
                <a:gd name="csX542" fmla="*/ 110058 w 195608"/>
                <a:gd name="csY542" fmla="*/ 21890 h 265059"/>
                <a:gd name="csX543" fmla="*/ 110735 w 195608"/>
                <a:gd name="csY543" fmla="*/ 20087 h 265059"/>
                <a:gd name="csX544" fmla="*/ 111618 w 195608"/>
                <a:gd name="csY544" fmla="*/ 19425 h 265059"/>
                <a:gd name="csX545" fmla="*/ 114791 w 195608"/>
                <a:gd name="csY545" fmla="*/ 20604 h 265059"/>
                <a:gd name="csX546" fmla="*/ 115787 w 195608"/>
                <a:gd name="csY546" fmla="*/ 22909 h 265059"/>
                <a:gd name="csX547" fmla="*/ 115848 w 195608"/>
                <a:gd name="csY547" fmla="*/ 23655 h 265059"/>
                <a:gd name="csX548" fmla="*/ 178375 w 195608"/>
                <a:gd name="csY548" fmla="*/ 40675 h 265059"/>
                <a:gd name="csX549" fmla="*/ 178094 w 195608"/>
                <a:gd name="csY549" fmla="*/ 41809 h 265059"/>
                <a:gd name="csX550" fmla="*/ 178421 w 195608"/>
                <a:gd name="csY550" fmla="*/ 43552 h 265059"/>
                <a:gd name="csX551" fmla="*/ 177538 w 195608"/>
                <a:gd name="csY551" fmla="*/ 43422 h 265059"/>
                <a:gd name="csX552" fmla="*/ 174890 w 195608"/>
                <a:gd name="csY552" fmla="*/ 43833 h 265059"/>
                <a:gd name="csX553" fmla="*/ 172273 w 195608"/>
                <a:gd name="csY553" fmla="*/ 43255 h 265059"/>
                <a:gd name="csX554" fmla="*/ 171771 w 195608"/>
                <a:gd name="csY554" fmla="*/ 41086 h 265059"/>
                <a:gd name="csX555" fmla="*/ 172190 w 195608"/>
                <a:gd name="csY555" fmla="*/ 39002 h 265059"/>
                <a:gd name="csX556" fmla="*/ 171140 w 195608"/>
                <a:gd name="csY556" fmla="*/ 37564 h 265059"/>
                <a:gd name="csX557" fmla="*/ 170173 w 195608"/>
                <a:gd name="csY557" fmla="*/ 36719 h 265059"/>
                <a:gd name="csX558" fmla="*/ 170029 w 195608"/>
                <a:gd name="csY558" fmla="*/ 35517 h 265059"/>
                <a:gd name="csX559" fmla="*/ 170189 w 195608"/>
                <a:gd name="csY559" fmla="*/ 34262 h 265059"/>
                <a:gd name="csX560" fmla="*/ 174701 w 195608"/>
                <a:gd name="csY560" fmla="*/ 37624 h 265059"/>
                <a:gd name="csX561" fmla="*/ 178375 w 195608"/>
                <a:gd name="csY561" fmla="*/ 40675 h 265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Lst>
              <a:rect l="l" t="t" r="r" b="b"/>
              <a:pathLst>
                <a:path w="195608" h="265059">
                  <a:moveTo>
                    <a:pt x="52317" y="10081"/>
                  </a:moveTo>
                  <a:lnTo>
                    <a:pt x="51822" y="10812"/>
                  </a:lnTo>
                  <a:lnTo>
                    <a:pt x="52058" y="5585"/>
                  </a:lnTo>
                  <a:lnTo>
                    <a:pt x="54394" y="0"/>
                  </a:lnTo>
                  <a:lnTo>
                    <a:pt x="55383" y="130"/>
                  </a:lnTo>
                  <a:lnTo>
                    <a:pt x="54371" y="1643"/>
                  </a:lnTo>
                  <a:lnTo>
                    <a:pt x="54074" y="2701"/>
                  </a:lnTo>
                  <a:lnTo>
                    <a:pt x="53663" y="4809"/>
                  </a:lnTo>
                  <a:lnTo>
                    <a:pt x="53846" y="5904"/>
                  </a:lnTo>
                  <a:lnTo>
                    <a:pt x="59180" y="6209"/>
                  </a:lnTo>
                  <a:lnTo>
                    <a:pt x="58556" y="7182"/>
                  </a:lnTo>
                  <a:lnTo>
                    <a:pt x="53146" y="7837"/>
                  </a:lnTo>
                  <a:lnTo>
                    <a:pt x="52317" y="10081"/>
                  </a:lnTo>
                  <a:close/>
                  <a:moveTo>
                    <a:pt x="82896" y="8659"/>
                  </a:moveTo>
                  <a:lnTo>
                    <a:pt x="83025" y="9336"/>
                  </a:lnTo>
                  <a:lnTo>
                    <a:pt x="86152" y="10317"/>
                  </a:lnTo>
                  <a:lnTo>
                    <a:pt x="87468" y="11885"/>
                  </a:lnTo>
                  <a:lnTo>
                    <a:pt x="88929" y="14259"/>
                  </a:lnTo>
                  <a:lnTo>
                    <a:pt x="89074" y="17667"/>
                  </a:lnTo>
                  <a:lnTo>
                    <a:pt x="87202" y="20117"/>
                  </a:lnTo>
                  <a:lnTo>
                    <a:pt x="85650" y="21669"/>
                  </a:lnTo>
                  <a:lnTo>
                    <a:pt x="91516" y="21084"/>
                  </a:lnTo>
                  <a:lnTo>
                    <a:pt x="92102" y="22483"/>
                  </a:lnTo>
                  <a:lnTo>
                    <a:pt x="92992" y="23998"/>
                  </a:lnTo>
                  <a:lnTo>
                    <a:pt x="96149" y="22917"/>
                  </a:lnTo>
                  <a:lnTo>
                    <a:pt x="104078" y="27383"/>
                  </a:lnTo>
                  <a:lnTo>
                    <a:pt x="108871" y="25207"/>
                  </a:lnTo>
                  <a:lnTo>
                    <a:pt x="110096" y="25078"/>
                  </a:lnTo>
                  <a:lnTo>
                    <a:pt x="111184" y="28684"/>
                  </a:lnTo>
                  <a:lnTo>
                    <a:pt x="109989" y="32306"/>
                  </a:lnTo>
                  <a:lnTo>
                    <a:pt x="105767" y="36156"/>
                  </a:lnTo>
                  <a:lnTo>
                    <a:pt x="106703" y="38530"/>
                  </a:lnTo>
                  <a:lnTo>
                    <a:pt x="108057" y="39055"/>
                  </a:lnTo>
                  <a:lnTo>
                    <a:pt x="112036" y="38553"/>
                  </a:lnTo>
                  <a:lnTo>
                    <a:pt x="118344" y="40889"/>
                  </a:lnTo>
                  <a:lnTo>
                    <a:pt x="119660" y="40158"/>
                  </a:lnTo>
                  <a:lnTo>
                    <a:pt x="124773" y="34764"/>
                  </a:lnTo>
                  <a:lnTo>
                    <a:pt x="126820" y="33600"/>
                  </a:lnTo>
                  <a:lnTo>
                    <a:pt x="133546" y="32770"/>
                  </a:lnTo>
                  <a:lnTo>
                    <a:pt x="134771" y="30670"/>
                  </a:lnTo>
                  <a:lnTo>
                    <a:pt x="137495" y="28563"/>
                  </a:lnTo>
                  <a:lnTo>
                    <a:pt x="139244" y="26257"/>
                  </a:lnTo>
                  <a:lnTo>
                    <a:pt x="143452" y="21852"/>
                  </a:lnTo>
                  <a:lnTo>
                    <a:pt x="147804" y="22643"/>
                  </a:lnTo>
                  <a:lnTo>
                    <a:pt x="150345" y="23488"/>
                  </a:lnTo>
                  <a:lnTo>
                    <a:pt x="153130" y="23914"/>
                  </a:lnTo>
                  <a:lnTo>
                    <a:pt x="155664" y="28608"/>
                  </a:lnTo>
                  <a:lnTo>
                    <a:pt x="162085" y="33775"/>
                  </a:lnTo>
                  <a:lnTo>
                    <a:pt x="167982" y="33326"/>
                  </a:lnTo>
                  <a:lnTo>
                    <a:pt x="170074" y="38203"/>
                  </a:lnTo>
                  <a:lnTo>
                    <a:pt x="171003" y="44198"/>
                  </a:lnTo>
                  <a:lnTo>
                    <a:pt x="172813" y="46077"/>
                  </a:lnTo>
                  <a:lnTo>
                    <a:pt x="174404" y="47302"/>
                  </a:lnTo>
                  <a:lnTo>
                    <a:pt x="179205" y="48581"/>
                  </a:lnTo>
                  <a:lnTo>
                    <a:pt x="179395" y="48657"/>
                  </a:lnTo>
                  <a:lnTo>
                    <a:pt x="179555" y="49463"/>
                  </a:lnTo>
                  <a:lnTo>
                    <a:pt x="179852" y="52431"/>
                  </a:lnTo>
                  <a:lnTo>
                    <a:pt x="180255" y="54881"/>
                  </a:lnTo>
                  <a:lnTo>
                    <a:pt x="182728" y="64635"/>
                  </a:lnTo>
                  <a:lnTo>
                    <a:pt x="182682" y="67009"/>
                  </a:lnTo>
                  <a:lnTo>
                    <a:pt x="182651" y="67640"/>
                  </a:lnTo>
                  <a:lnTo>
                    <a:pt x="181746" y="70965"/>
                  </a:lnTo>
                  <a:lnTo>
                    <a:pt x="180140" y="73757"/>
                  </a:lnTo>
                  <a:lnTo>
                    <a:pt x="178018" y="75332"/>
                  </a:lnTo>
                  <a:lnTo>
                    <a:pt x="176846" y="77082"/>
                  </a:lnTo>
                  <a:lnTo>
                    <a:pt x="176633" y="79007"/>
                  </a:lnTo>
                  <a:lnTo>
                    <a:pt x="179304" y="82378"/>
                  </a:lnTo>
                  <a:lnTo>
                    <a:pt x="184866" y="87194"/>
                  </a:lnTo>
                  <a:lnTo>
                    <a:pt x="187110" y="91303"/>
                  </a:lnTo>
                  <a:lnTo>
                    <a:pt x="186053" y="94712"/>
                  </a:lnTo>
                  <a:lnTo>
                    <a:pt x="185733" y="97207"/>
                  </a:lnTo>
                  <a:lnTo>
                    <a:pt x="186144" y="98790"/>
                  </a:lnTo>
                  <a:lnTo>
                    <a:pt x="187034" y="100060"/>
                  </a:lnTo>
                  <a:lnTo>
                    <a:pt x="188403" y="101019"/>
                  </a:lnTo>
                  <a:lnTo>
                    <a:pt x="188951" y="102495"/>
                  </a:lnTo>
                  <a:lnTo>
                    <a:pt x="188670" y="104488"/>
                  </a:lnTo>
                  <a:lnTo>
                    <a:pt x="188929" y="105873"/>
                  </a:lnTo>
                  <a:lnTo>
                    <a:pt x="189956" y="106855"/>
                  </a:lnTo>
                  <a:lnTo>
                    <a:pt x="189857" y="107235"/>
                  </a:lnTo>
                  <a:lnTo>
                    <a:pt x="189362" y="108620"/>
                  </a:lnTo>
                  <a:lnTo>
                    <a:pt x="188685" y="111138"/>
                  </a:lnTo>
                  <a:lnTo>
                    <a:pt x="188297" y="112980"/>
                  </a:lnTo>
                  <a:lnTo>
                    <a:pt x="186730" y="115475"/>
                  </a:lnTo>
                  <a:lnTo>
                    <a:pt x="187209" y="117598"/>
                  </a:lnTo>
                  <a:lnTo>
                    <a:pt x="188434" y="120094"/>
                  </a:lnTo>
                  <a:lnTo>
                    <a:pt x="189370" y="121349"/>
                  </a:lnTo>
                  <a:lnTo>
                    <a:pt x="189666" y="122536"/>
                  </a:lnTo>
                  <a:lnTo>
                    <a:pt x="189073" y="125351"/>
                  </a:lnTo>
                  <a:lnTo>
                    <a:pt x="189370" y="126074"/>
                  </a:lnTo>
                  <a:lnTo>
                    <a:pt x="193242" y="128143"/>
                  </a:lnTo>
                  <a:lnTo>
                    <a:pt x="193874" y="129094"/>
                  </a:lnTo>
                  <a:lnTo>
                    <a:pt x="194247" y="131080"/>
                  </a:lnTo>
                  <a:lnTo>
                    <a:pt x="195609" y="135318"/>
                  </a:lnTo>
                  <a:lnTo>
                    <a:pt x="194483" y="140675"/>
                  </a:lnTo>
                  <a:lnTo>
                    <a:pt x="193494" y="143604"/>
                  </a:lnTo>
                  <a:lnTo>
                    <a:pt x="191287" y="148238"/>
                  </a:lnTo>
                  <a:lnTo>
                    <a:pt x="191180" y="148664"/>
                  </a:lnTo>
                  <a:lnTo>
                    <a:pt x="190930" y="149227"/>
                  </a:lnTo>
                  <a:lnTo>
                    <a:pt x="190267" y="150033"/>
                  </a:lnTo>
                  <a:lnTo>
                    <a:pt x="189347" y="150155"/>
                  </a:lnTo>
                  <a:lnTo>
                    <a:pt x="187955" y="149554"/>
                  </a:lnTo>
                  <a:lnTo>
                    <a:pt x="187004" y="148778"/>
                  </a:lnTo>
                  <a:lnTo>
                    <a:pt x="187224" y="146784"/>
                  </a:lnTo>
                  <a:lnTo>
                    <a:pt x="186608" y="146647"/>
                  </a:lnTo>
                  <a:lnTo>
                    <a:pt x="185847" y="145422"/>
                  </a:lnTo>
                  <a:lnTo>
                    <a:pt x="185550" y="144106"/>
                  </a:lnTo>
                  <a:lnTo>
                    <a:pt x="184729" y="143566"/>
                  </a:lnTo>
                  <a:lnTo>
                    <a:pt x="181738" y="143011"/>
                  </a:lnTo>
                  <a:lnTo>
                    <a:pt x="180719" y="142623"/>
                  </a:lnTo>
                  <a:lnTo>
                    <a:pt x="179935" y="142904"/>
                  </a:lnTo>
                  <a:lnTo>
                    <a:pt x="179349" y="143840"/>
                  </a:lnTo>
                  <a:lnTo>
                    <a:pt x="179722" y="144685"/>
                  </a:lnTo>
                  <a:lnTo>
                    <a:pt x="180277" y="145506"/>
                  </a:lnTo>
                  <a:lnTo>
                    <a:pt x="181936" y="146807"/>
                  </a:lnTo>
                  <a:lnTo>
                    <a:pt x="181769" y="147325"/>
                  </a:lnTo>
                  <a:lnTo>
                    <a:pt x="178193" y="148595"/>
                  </a:lnTo>
                  <a:lnTo>
                    <a:pt x="175948" y="149889"/>
                  </a:lnTo>
                  <a:lnTo>
                    <a:pt x="173856" y="150619"/>
                  </a:lnTo>
                  <a:lnTo>
                    <a:pt x="171726" y="151958"/>
                  </a:lnTo>
                  <a:lnTo>
                    <a:pt x="167518" y="153465"/>
                  </a:lnTo>
                  <a:lnTo>
                    <a:pt x="164429" y="153860"/>
                  </a:lnTo>
                  <a:lnTo>
                    <a:pt x="163790" y="154256"/>
                  </a:lnTo>
                  <a:lnTo>
                    <a:pt x="162641" y="156805"/>
                  </a:lnTo>
                  <a:lnTo>
                    <a:pt x="161865" y="157338"/>
                  </a:lnTo>
                  <a:lnTo>
                    <a:pt x="161112" y="157064"/>
                  </a:lnTo>
                  <a:lnTo>
                    <a:pt x="160548" y="156645"/>
                  </a:lnTo>
                  <a:lnTo>
                    <a:pt x="159833" y="156988"/>
                  </a:lnTo>
                  <a:lnTo>
                    <a:pt x="159088" y="157832"/>
                  </a:lnTo>
                  <a:lnTo>
                    <a:pt x="158304" y="158159"/>
                  </a:lnTo>
                  <a:lnTo>
                    <a:pt x="157627" y="158152"/>
                  </a:lnTo>
                  <a:lnTo>
                    <a:pt x="156417" y="160373"/>
                  </a:lnTo>
                  <a:lnTo>
                    <a:pt x="152902" y="161043"/>
                  </a:lnTo>
                  <a:lnTo>
                    <a:pt x="152491" y="162192"/>
                  </a:lnTo>
                  <a:lnTo>
                    <a:pt x="151844" y="163523"/>
                  </a:lnTo>
                  <a:lnTo>
                    <a:pt x="151327" y="163850"/>
                  </a:lnTo>
                  <a:lnTo>
                    <a:pt x="149744" y="163325"/>
                  </a:lnTo>
                  <a:lnTo>
                    <a:pt x="147545" y="163029"/>
                  </a:lnTo>
                  <a:lnTo>
                    <a:pt x="146282" y="163759"/>
                  </a:lnTo>
                  <a:lnTo>
                    <a:pt x="144768" y="164162"/>
                  </a:lnTo>
                  <a:lnTo>
                    <a:pt x="142919" y="164284"/>
                  </a:lnTo>
                  <a:lnTo>
                    <a:pt x="140857" y="165737"/>
                  </a:lnTo>
                  <a:lnTo>
                    <a:pt x="138849" y="168286"/>
                  </a:lnTo>
                  <a:lnTo>
                    <a:pt x="137723" y="170538"/>
                  </a:lnTo>
                  <a:lnTo>
                    <a:pt x="137114" y="171345"/>
                  </a:lnTo>
                  <a:lnTo>
                    <a:pt x="136132" y="169230"/>
                  </a:lnTo>
                  <a:lnTo>
                    <a:pt x="134930" y="167784"/>
                  </a:lnTo>
                  <a:lnTo>
                    <a:pt x="134078" y="167031"/>
                  </a:lnTo>
                  <a:lnTo>
                    <a:pt x="133317" y="167031"/>
                  </a:lnTo>
                  <a:lnTo>
                    <a:pt x="133120" y="167343"/>
                  </a:lnTo>
                  <a:lnTo>
                    <a:pt x="133120" y="168446"/>
                  </a:lnTo>
                  <a:lnTo>
                    <a:pt x="133934" y="170280"/>
                  </a:lnTo>
                  <a:lnTo>
                    <a:pt x="134938" y="171535"/>
                  </a:lnTo>
                  <a:lnTo>
                    <a:pt x="135098" y="172463"/>
                  </a:lnTo>
                  <a:lnTo>
                    <a:pt x="135638" y="174137"/>
                  </a:lnTo>
                  <a:lnTo>
                    <a:pt x="137107" y="175971"/>
                  </a:lnTo>
                  <a:lnTo>
                    <a:pt x="139404" y="177417"/>
                  </a:lnTo>
                  <a:lnTo>
                    <a:pt x="140972" y="178847"/>
                  </a:lnTo>
                  <a:lnTo>
                    <a:pt x="142136" y="180825"/>
                  </a:lnTo>
                  <a:lnTo>
                    <a:pt x="142143" y="181434"/>
                  </a:lnTo>
                  <a:lnTo>
                    <a:pt x="141824" y="182240"/>
                  </a:lnTo>
                  <a:lnTo>
                    <a:pt x="141276" y="183001"/>
                  </a:lnTo>
                  <a:lnTo>
                    <a:pt x="140812" y="183990"/>
                  </a:lnTo>
                  <a:lnTo>
                    <a:pt x="139534" y="185984"/>
                  </a:lnTo>
                  <a:lnTo>
                    <a:pt x="139914" y="186859"/>
                  </a:lnTo>
                  <a:lnTo>
                    <a:pt x="140956" y="187954"/>
                  </a:lnTo>
                  <a:lnTo>
                    <a:pt x="141877" y="189271"/>
                  </a:lnTo>
                  <a:lnTo>
                    <a:pt x="143064" y="191401"/>
                  </a:lnTo>
                  <a:lnTo>
                    <a:pt x="144692" y="195129"/>
                  </a:lnTo>
                  <a:lnTo>
                    <a:pt x="145742" y="196659"/>
                  </a:lnTo>
                  <a:lnTo>
                    <a:pt x="147173" y="198241"/>
                  </a:lnTo>
                  <a:lnTo>
                    <a:pt x="148573" y="199443"/>
                  </a:lnTo>
                  <a:lnTo>
                    <a:pt x="150779" y="199405"/>
                  </a:lnTo>
                  <a:lnTo>
                    <a:pt x="153062" y="201703"/>
                  </a:lnTo>
                  <a:lnTo>
                    <a:pt x="155557" y="205020"/>
                  </a:lnTo>
                  <a:lnTo>
                    <a:pt x="157422" y="206534"/>
                  </a:lnTo>
                  <a:lnTo>
                    <a:pt x="158722" y="206999"/>
                  </a:lnTo>
                  <a:lnTo>
                    <a:pt x="159803" y="208193"/>
                  </a:lnTo>
                  <a:lnTo>
                    <a:pt x="160754" y="209905"/>
                  </a:lnTo>
                  <a:lnTo>
                    <a:pt x="161127" y="210894"/>
                  </a:lnTo>
                  <a:lnTo>
                    <a:pt x="161971" y="211609"/>
                  </a:lnTo>
                  <a:lnTo>
                    <a:pt x="164254" y="211472"/>
                  </a:lnTo>
                  <a:lnTo>
                    <a:pt x="167191" y="214166"/>
                  </a:lnTo>
                  <a:lnTo>
                    <a:pt x="169002" y="216129"/>
                  </a:lnTo>
                  <a:lnTo>
                    <a:pt x="169960" y="217711"/>
                  </a:lnTo>
                  <a:lnTo>
                    <a:pt x="169709" y="218343"/>
                  </a:lnTo>
                  <a:lnTo>
                    <a:pt x="169588" y="220314"/>
                  </a:lnTo>
                  <a:lnTo>
                    <a:pt x="169618" y="222398"/>
                  </a:lnTo>
                  <a:lnTo>
                    <a:pt x="169329" y="223501"/>
                  </a:lnTo>
                  <a:lnTo>
                    <a:pt x="168020" y="224955"/>
                  </a:lnTo>
                  <a:lnTo>
                    <a:pt x="167343" y="225267"/>
                  </a:lnTo>
                  <a:lnTo>
                    <a:pt x="166978" y="225579"/>
                  </a:lnTo>
                  <a:lnTo>
                    <a:pt x="162953" y="223684"/>
                  </a:lnTo>
                  <a:lnTo>
                    <a:pt x="162633" y="224004"/>
                  </a:lnTo>
                  <a:lnTo>
                    <a:pt x="162382" y="224240"/>
                  </a:lnTo>
                  <a:lnTo>
                    <a:pt x="161302" y="229710"/>
                  </a:lnTo>
                  <a:lnTo>
                    <a:pt x="160564" y="230760"/>
                  </a:lnTo>
                  <a:lnTo>
                    <a:pt x="159453" y="231726"/>
                  </a:lnTo>
                  <a:lnTo>
                    <a:pt x="157155" y="232670"/>
                  </a:lnTo>
                  <a:lnTo>
                    <a:pt x="155557" y="233050"/>
                  </a:lnTo>
                  <a:lnTo>
                    <a:pt x="154309" y="233530"/>
                  </a:lnTo>
                  <a:lnTo>
                    <a:pt x="150360" y="235812"/>
                  </a:lnTo>
                  <a:lnTo>
                    <a:pt x="148588" y="237182"/>
                  </a:lnTo>
                  <a:lnTo>
                    <a:pt x="147439" y="238901"/>
                  </a:lnTo>
                  <a:lnTo>
                    <a:pt x="147431" y="239890"/>
                  </a:lnTo>
                  <a:lnTo>
                    <a:pt x="149349" y="242789"/>
                  </a:lnTo>
                  <a:lnTo>
                    <a:pt x="151563" y="245787"/>
                  </a:lnTo>
                  <a:lnTo>
                    <a:pt x="151570" y="248412"/>
                  </a:lnTo>
                  <a:lnTo>
                    <a:pt x="150596" y="250375"/>
                  </a:lnTo>
                  <a:lnTo>
                    <a:pt x="150368" y="251128"/>
                  </a:lnTo>
                  <a:lnTo>
                    <a:pt x="151022" y="251417"/>
                  </a:lnTo>
                  <a:lnTo>
                    <a:pt x="152248" y="251524"/>
                  </a:lnTo>
                  <a:lnTo>
                    <a:pt x="153275" y="251859"/>
                  </a:lnTo>
                  <a:lnTo>
                    <a:pt x="153708" y="253243"/>
                  </a:lnTo>
                  <a:lnTo>
                    <a:pt x="153579" y="255640"/>
                  </a:lnTo>
                  <a:lnTo>
                    <a:pt x="153229" y="257885"/>
                  </a:lnTo>
                  <a:lnTo>
                    <a:pt x="152864" y="258828"/>
                  </a:lnTo>
                  <a:lnTo>
                    <a:pt x="151875" y="258904"/>
                  </a:lnTo>
                  <a:lnTo>
                    <a:pt x="149972" y="257938"/>
                  </a:lnTo>
                  <a:lnTo>
                    <a:pt x="148489" y="256812"/>
                  </a:lnTo>
                  <a:lnTo>
                    <a:pt x="147918" y="256119"/>
                  </a:lnTo>
                  <a:lnTo>
                    <a:pt x="147888" y="255290"/>
                  </a:lnTo>
                  <a:lnTo>
                    <a:pt x="148207" y="254765"/>
                  </a:lnTo>
                  <a:lnTo>
                    <a:pt x="147682" y="253745"/>
                  </a:lnTo>
                  <a:lnTo>
                    <a:pt x="145856" y="252794"/>
                  </a:lnTo>
                  <a:lnTo>
                    <a:pt x="143901" y="253205"/>
                  </a:lnTo>
                  <a:lnTo>
                    <a:pt x="142463" y="253837"/>
                  </a:lnTo>
                  <a:lnTo>
                    <a:pt x="141527" y="253799"/>
                  </a:lnTo>
                  <a:lnTo>
                    <a:pt x="140523" y="252886"/>
                  </a:lnTo>
                  <a:lnTo>
                    <a:pt x="138971" y="252186"/>
                  </a:lnTo>
                  <a:lnTo>
                    <a:pt x="136947" y="251722"/>
                  </a:lnTo>
                  <a:lnTo>
                    <a:pt x="135684" y="251235"/>
                  </a:lnTo>
                  <a:lnTo>
                    <a:pt x="135417" y="251524"/>
                  </a:lnTo>
                  <a:lnTo>
                    <a:pt x="135562" y="253494"/>
                  </a:lnTo>
                  <a:lnTo>
                    <a:pt x="135174" y="254354"/>
                  </a:lnTo>
                  <a:lnTo>
                    <a:pt x="125161" y="255496"/>
                  </a:lnTo>
                  <a:lnTo>
                    <a:pt x="122110" y="256561"/>
                  </a:lnTo>
                  <a:lnTo>
                    <a:pt x="119888" y="257938"/>
                  </a:lnTo>
                  <a:lnTo>
                    <a:pt x="118245" y="258531"/>
                  </a:lnTo>
                  <a:lnTo>
                    <a:pt x="117842" y="259376"/>
                  </a:lnTo>
                  <a:lnTo>
                    <a:pt x="116213" y="260487"/>
                  </a:lnTo>
                  <a:lnTo>
                    <a:pt x="114380" y="260837"/>
                  </a:lnTo>
                  <a:lnTo>
                    <a:pt x="113931" y="260479"/>
                  </a:lnTo>
                  <a:lnTo>
                    <a:pt x="112751" y="260989"/>
                  </a:lnTo>
                  <a:lnTo>
                    <a:pt x="110743" y="261483"/>
                  </a:lnTo>
                  <a:lnTo>
                    <a:pt x="109442" y="261324"/>
                  </a:lnTo>
                  <a:lnTo>
                    <a:pt x="108825" y="260426"/>
                  </a:lnTo>
                  <a:lnTo>
                    <a:pt x="107585" y="259049"/>
                  </a:lnTo>
                  <a:lnTo>
                    <a:pt x="107083" y="258098"/>
                  </a:lnTo>
                  <a:lnTo>
                    <a:pt x="107136" y="257481"/>
                  </a:lnTo>
                  <a:lnTo>
                    <a:pt x="104329" y="257360"/>
                  </a:lnTo>
                  <a:lnTo>
                    <a:pt x="102564" y="256629"/>
                  </a:lnTo>
                  <a:lnTo>
                    <a:pt x="98805" y="256797"/>
                  </a:lnTo>
                  <a:lnTo>
                    <a:pt x="97877" y="256485"/>
                  </a:lnTo>
                  <a:lnTo>
                    <a:pt x="97687" y="256812"/>
                  </a:lnTo>
                  <a:lnTo>
                    <a:pt x="97123" y="260723"/>
                  </a:lnTo>
                  <a:lnTo>
                    <a:pt x="96378" y="262320"/>
                  </a:lnTo>
                  <a:lnTo>
                    <a:pt x="95176" y="263971"/>
                  </a:lnTo>
                  <a:lnTo>
                    <a:pt x="93631" y="264892"/>
                  </a:lnTo>
                  <a:lnTo>
                    <a:pt x="92406" y="265059"/>
                  </a:lnTo>
                  <a:lnTo>
                    <a:pt x="92459" y="263857"/>
                  </a:lnTo>
                  <a:lnTo>
                    <a:pt x="92771" y="262404"/>
                  </a:lnTo>
                  <a:lnTo>
                    <a:pt x="91881" y="262062"/>
                  </a:lnTo>
                  <a:lnTo>
                    <a:pt x="90550" y="261902"/>
                  </a:lnTo>
                  <a:lnTo>
                    <a:pt x="89911" y="261468"/>
                  </a:lnTo>
                  <a:lnTo>
                    <a:pt x="90078" y="260357"/>
                  </a:lnTo>
                  <a:lnTo>
                    <a:pt x="89766" y="259711"/>
                  </a:lnTo>
                  <a:lnTo>
                    <a:pt x="89218" y="258935"/>
                  </a:lnTo>
                  <a:lnTo>
                    <a:pt x="87879" y="257938"/>
                  </a:lnTo>
                  <a:lnTo>
                    <a:pt x="85049" y="256462"/>
                  </a:lnTo>
                  <a:lnTo>
                    <a:pt x="83124" y="255724"/>
                  </a:lnTo>
                  <a:lnTo>
                    <a:pt x="82401" y="256507"/>
                  </a:lnTo>
                  <a:lnTo>
                    <a:pt x="81024" y="257291"/>
                  </a:lnTo>
                  <a:lnTo>
                    <a:pt x="78855" y="257032"/>
                  </a:lnTo>
                  <a:lnTo>
                    <a:pt x="78323" y="257345"/>
                  </a:lnTo>
                  <a:lnTo>
                    <a:pt x="74602" y="254986"/>
                  </a:lnTo>
                  <a:lnTo>
                    <a:pt x="71034" y="252718"/>
                  </a:lnTo>
                  <a:lnTo>
                    <a:pt x="69854" y="252718"/>
                  </a:lnTo>
                  <a:lnTo>
                    <a:pt x="64597" y="253175"/>
                  </a:lnTo>
                  <a:lnTo>
                    <a:pt x="64445" y="252977"/>
                  </a:lnTo>
                  <a:lnTo>
                    <a:pt x="63524" y="251684"/>
                  </a:lnTo>
                  <a:lnTo>
                    <a:pt x="62718" y="251273"/>
                  </a:lnTo>
                  <a:lnTo>
                    <a:pt x="62231" y="251486"/>
                  </a:lnTo>
                  <a:lnTo>
                    <a:pt x="61903" y="251859"/>
                  </a:lnTo>
                  <a:lnTo>
                    <a:pt x="61340" y="251798"/>
                  </a:lnTo>
                  <a:lnTo>
                    <a:pt x="58982" y="249713"/>
                  </a:lnTo>
                  <a:lnTo>
                    <a:pt x="58015" y="249409"/>
                  </a:lnTo>
                  <a:lnTo>
                    <a:pt x="56676" y="249690"/>
                  </a:lnTo>
                  <a:lnTo>
                    <a:pt x="55094" y="250816"/>
                  </a:lnTo>
                  <a:lnTo>
                    <a:pt x="54401" y="252193"/>
                  </a:lnTo>
                  <a:lnTo>
                    <a:pt x="54614" y="252985"/>
                  </a:lnTo>
                  <a:lnTo>
                    <a:pt x="55428" y="253327"/>
                  </a:lnTo>
                  <a:lnTo>
                    <a:pt x="57582" y="253099"/>
                  </a:lnTo>
                  <a:lnTo>
                    <a:pt x="57894" y="253327"/>
                  </a:lnTo>
                  <a:lnTo>
                    <a:pt x="57970" y="253776"/>
                  </a:lnTo>
                  <a:lnTo>
                    <a:pt x="57734" y="254210"/>
                  </a:lnTo>
                  <a:lnTo>
                    <a:pt x="55992" y="254567"/>
                  </a:lnTo>
                  <a:lnTo>
                    <a:pt x="55489" y="255092"/>
                  </a:lnTo>
                  <a:lnTo>
                    <a:pt x="54980" y="255222"/>
                  </a:lnTo>
                  <a:lnTo>
                    <a:pt x="54652" y="255305"/>
                  </a:lnTo>
                  <a:lnTo>
                    <a:pt x="52796" y="254757"/>
                  </a:lnTo>
                  <a:lnTo>
                    <a:pt x="50034" y="254757"/>
                  </a:lnTo>
                  <a:lnTo>
                    <a:pt x="47805" y="255724"/>
                  </a:lnTo>
                  <a:lnTo>
                    <a:pt x="44244" y="256112"/>
                  </a:lnTo>
                  <a:lnTo>
                    <a:pt x="39351" y="255922"/>
                  </a:lnTo>
                  <a:lnTo>
                    <a:pt x="37594" y="255199"/>
                  </a:lnTo>
                  <a:lnTo>
                    <a:pt x="36521" y="254765"/>
                  </a:lnTo>
                  <a:lnTo>
                    <a:pt x="35745" y="252635"/>
                  </a:lnTo>
                  <a:lnTo>
                    <a:pt x="35943" y="249477"/>
                  </a:lnTo>
                  <a:lnTo>
                    <a:pt x="37107" y="245285"/>
                  </a:lnTo>
                  <a:lnTo>
                    <a:pt x="37434" y="242203"/>
                  </a:lnTo>
                  <a:lnTo>
                    <a:pt x="36917" y="240240"/>
                  </a:lnTo>
                  <a:lnTo>
                    <a:pt x="37609" y="237288"/>
                  </a:lnTo>
                  <a:lnTo>
                    <a:pt x="39511" y="233347"/>
                  </a:lnTo>
                  <a:lnTo>
                    <a:pt x="40782" y="229185"/>
                  </a:lnTo>
                  <a:lnTo>
                    <a:pt x="41414" y="224787"/>
                  </a:lnTo>
                  <a:lnTo>
                    <a:pt x="42334" y="221919"/>
                  </a:lnTo>
                  <a:lnTo>
                    <a:pt x="44145" y="219903"/>
                  </a:lnTo>
                  <a:lnTo>
                    <a:pt x="48444" y="214257"/>
                  </a:lnTo>
                  <a:lnTo>
                    <a:pt x="48794" y="213831"/>
                  </a:lnTo>
                  <a:lnTo>
                    <a:pt x="48672" y="211008"/>
                  </a:lnTo>
                  <a:lnTo>
                    <a:pt x="47515" y="210605"/>
                  </a:lnTo>
                  <a:lnTo>
                    <a:pt x="45819" y="209791"/>
                  </a:lnTo>
                  <a:lnTo>
                    <a:pt x="41505" y="208787"/>
                  </a:lnTo>
                  <a:lnTo>
                    <a:pt x="37487" y="208140"/>
                  </a:lnTo>
                  <a:lnTo>
                    <a:pt x="35661" y="207341"/>
                  </a:lnTo>
                  <a:lnTo>
                    <a:pt x="34064" y="205203"/>
                  </a:lnTo>
                  <a:lnTo>
                    <a:pt x="33075" y="205172"/>
                  </a:lnTo>
                  <a:lnTo>
                    <a:pt x="31134" y="205941"/>
                  </a:lnTo>
                  <a:lnTo>
                    <a:pt x="28715" y="206458"/>
                  </a:lnTo>
                  <a:lnTo>
                    <a:pt x="26950" y="206009"/>
                  </a:lnTo>
                  <a:lnTo>
                    <a:pt x="25846" y="206093"/>
                  </a:lnTo>
                  <a:lnTo>
                    <a:pt x="25230" y="206489"/>
                  </a:lnTo>
                  <a:lnTo>
                    <a:pt x="24918" y="206139"/>
                  </a:lnTo>
                  <a:lnTo>
                    <a:pt x="24477" y="204305"/>
                  </a:lnTo>
                  <a:lnTo>
                    <a:pt x="23556" y="203826"/>
                  </a:lnTo>
                  <a:lnTo>
                    <a:pt x="22126" y="203400"/>
                  </a:lnTo>
                  <a:lnTo>
                    <a:pt x="21236" y="203582"/>
                  </a:lnTo>
                  <a:lnTo>
                    <a:pt x="20619" y="204495"/>
                  </a:lnTo>
                  <a:lnTo>
                    <a:pt x="19668" y="205135"/>
                  </a:lnTo>
                  <a:lnTo>
                    <a:pt x="18801" y="204929"/>
                  </a:lnTo>
                  <a:lnTo>
                    <a:pt x="16069" y="200683"/>
                  </a:lnTo>
                  <a:lnTo>
                    <a:pt x="15369" y="199740"/>
                  </a:lnTo>
                  <a:lnTo>
                    <a:pt x="15194" y="198873"/>
                  </a:lnTo>
                  <a:lnTo>
                    <a:pt x="14510" y="197290"/>
                  </a:lnTo>
                  <a:lnTo>
                    <a:pt x="12881" y="195707"/>
                  </a:lnTo>
                  <a:lnTo>
                    <a:pt x="11261" y="195205"/>
                  </a:lnTo>
                  <a:lnTo>
                    <a:pt x="10454" y="195380"/>
                  </a:lnTo>
                  <a:lnTo>
                    <a:pt x="10546" y="193417"/>
                  </a:lnTo>
                  <a:lnTo>
                    <a:pt x="11177" y="190564"/>
                  </a:lnTo>
                  <a:lnTo>
                    <a:pt x="11786" y="189073"/>
                  </a:lnTo>
                  <a:lnTo>
                    <a:pt x="12592" y="187855"/>
                  </a:lnTo>
                  <a:lnTo>
                    <a:pt x="13452" y="187003"/>
                  </a:lnTo>
                  <a:lnTo>
                    <a:pt x="13642" y="185466"/>
                  </a:lnTo>
                  <a:lnTo>
                    <a:pt x="13505" y="184013"/>
                  </a:lnTo>
                  <a:lnTo>
                    <a:pt x="12516" y="183785"/>
                  </a:lnTo>
                  <a:lnTo>
                    <a:pt x="10036" y="182712"/>
                  </a:lnTo>
                  <a:lnTo>
                    <a:pt x="8567" y="181578"/>
                  </a:lnTo>
                  <a:lnTo>
                    <a:pt x="7479" y="180156"/>
                  </a:lnTo>
                  <a:lnTo>
                    <a:pt x="6049" y="178200"/>
                  </a:lnTo>
                  <a:lnTo>
                    <a:pt x="5440" y="176207"/>
                  </a:lnTo>
                  <a:lnTo>
                    <a:pt x="5410" y="174221"/>
                  </a:lnTo>
                  <a:lnTo>
                    <a:pt x="5577" y="173331"/>
                  </a:lnTo>
                  <a:lnTo>
                    <a:pt x="5684" y="172714"/>
                  </a:lnTo>
                  <a:lnTo>
                    <a:pt x="6833" y="169610"/>
                  </a:lnTo>
                  <a:lnTo>
                    <a:pt x="10880" y="166825"/>
                  </a:lnTo>
                  <a:lnTo>
                    <a:pt x="10431" y="164018"/>
                  </a:lnTo>
                  <a:lnTo>
                    <a:pt x="10371" y="162291"/>
                  </a:lnTo>
                  <a:lnTo>
                    <a:pt x="9389" y="161165"/>
                  </a:lnTo>
                  <a:lnTo>
                    <a:pt x="7426" y="160708"/>
                  </a:lnTo>
                  <a:lnTo>
                    <a:pt x="6909" y="159924"/>
                  </a:lnTo>
                  <a:lnTo>
                    <a:pt x="6688" y="159156"/>
                  </a:lnTo>
                  <a:lnTo>
                    <a:pt x="8126" y="157429"/>
                  </a:lnTo>
                  <a:lnTo>
                    <a:pt x="6384" y="156067"/>
                  </a:lnTo>
                  <a:lnTo>
                    <a:pt x="5592" y="154720"/>
                  </a:lnTo>
                  <a:lnTo>
                    <a:pt x="3173" y="152940"/>
                  </a:lnTo>
                  <a:lnTo>
                    <a:pt x="2914" y="152323"/>
                  </a:lnTo>
                  <a:lnTo>
                    <a:pt x="4078" y="147112"/>
                  </a:lnTo>
                  <a:lnTo>
                    <a:pt x="3188" y="145590"/>
                  </a:lnTo>
                  <a:lnTo>
                    <a:pt x="2085" y="144814"/>
                  </a:lnTo>
                  <a:lnTo>
                    <a:pt x="799" y="144433"/>
                  </a:lnTo>
                  <a:lnTo>
                    <a:pt x="205" y="143710"/>
                  </a:lnTo>
                  <a:lnTo>
                    <a:pt x="0" y="142881"/>
                  </a:lnTo>
                  <a:lnTo>
                    <a:pt x="228" y="142371"/>
                  </a:lnTo>
                  <a:lnTo>
                    <a:pt x="1742" y="142524"/>
                  </a:lnTo>
                  <a:lnTo>
                    <a:pt x="2214" y="141983"/>
                  </a:lnTo>
                  <a:lnTo>
                    <a:pt x="5821" y="138910"/>
                  </a:lnTo>
                  <a:lnTo>
                    <a:pt x="5973" y="138316"/>
                  </a:lnTo>
                  <a:lnTo>
                    <a:pt x="5471" y="137981"/>
                  </a:lnTo>
                  <a:lnTo>
                    <a:pt x="4816" y="137806"/>
                  </a:lnTo>
                  <a:lnTo>
                    <a:pt x="4649" y="137160"/>
                  </a:lnTo>
                  <a:lnTo>
                    <a:pt x="4672" y="136307"/>
                  </a:lnTo>
                  <a:lnTo>
                    <a:pt x="6597" y="131856"/>
                  </a:lnTo>
                  <a:lnTo>
                    <a:pt x="7167" y="129954"/>
                  </a:lnTo>
                  <a:lnTo>
                    <a:pt x="7297" y="128608"/>
                  </a:lnTo>
                  <a:lnTo>
                    <a:pt x="7175" y="127276"/>
                  </a:lnTo>
                  <a:lnTo>
                    <a:pt x="6064" y="125184"/>
                  </a:lnTo>
                  <a:lnTo>
                    <a:pt x="4991" y="123510"/>
                  </a:lnTo>
                  <a:lnTo>
                    <a:pt x="4953" y="122178"/>
                  </a:lnTo>
                  <a:lnTo>
                    <a:pt x="4170" y="121478"/>
                  </a:lnTo>
                  <a:lnTo>
                    <a:pt x="1948" y="117895"/>
                  </a:lnTo>
                  <a:lnTo>
                    <a:pt x="1948" y="116510"/>
                  </a:lnTo>
                  <a:lnTo>
                    <a:pt x="3203" y="115430"/>
                  </a:lnTo>
                  <a:lnTo>
                    <a:pt x="4961" y="114745"/>
                  </a:lnTo>
                  <a:lnTo>
                    <a:pt x="5547" y="114174"/>
                  </a:lnTo>
                  <a:lnTo>
                    <a:pt x="6597" y="113817"/>
                  </a:lnTo>
                  <a:lnTo>
                    <a:pt x="9389" y="114851"/>
                  </a:lnTo>
                  <a:lnTo>
                    <a:pt x="10637" y="115749"/>
                  </a:lnTo>
                  <a:lnTo>
                    <a:pt x="10987" y="115567"/>
                  </a:lnTo>
                  <a:lnTo>
                    <a:pt x="12113" y="114593"/>
                  </a:lnTo>
                  <a:lnTo>
                    <a:pt x="14091" y="114745"/>
                  </a:lnTo>
                  <a:lnTo>
                    <a:pt x="18877" y="112782"/>
                  </a:lnTo>
                  <a:lnTo>
                    <a:pt x="19592" y="111838"/>
                  </a:lnTo>
                  <a:lnTo>
                    <a:pt x="20125" y="110834"/>
                  </a:lnTo>
                  <a:lnTo>
                    <a:pt x="20170" y="110393"/>
                  </a:lnTo>
                  <a:lnTo>
                    <a:pt x="18314" y="108453"/>
                  </a:lnTo>
                  <a:lnTo>
                    <a:pt x="18261" y="107737"/>
                  </a:lnTo>
                  <a:lnTo>
                    <a:pt x="18504" y="106931"/>
                  </a:lnTo>
                  <a:lnTo>
                    <a:pt x="19029" y="106292"/>
                  </a:lnTo>
                  <a:lnTo>
                    <a:pt x="20125" y="105858"/>
                  </a:lnTo>
                  <a:lnTo>
                    <a:pt x="21289" y="105006"/>
                  </a:lnTo>
                  <a:lnTo>
                    <a:pt x="23899" y="102586"/>
                  </a:lnTo>
                  <a:lnTo>
                    <a:pt x="24804" y="100486"/>
                  </a:lnTo>
                  <a:lnTo>
                    <a:pt x="25085" y="98204"/>
                  </a:lnTo>
                  <a:lnTo>
                    <a:pt x="25139" y="96499"/>
                  </a:lnTo>
                  <a:lnTo>
                    <a:pt x="24424" y="95145"/>
                  </a:lnTo>
                  <a:lnTo>
                    <a:pt x="23701" y="94270"/>
                  </a:lnTo>
                  <a:lnTo>
                    <a:pt x="22719" y="94407"/>
                  </a:lnTo>
                  <a:lnTo>
                    <a:pt x="20810" y="94339"/>
                  </a:lnTo>
                  <a:lnTo>
                    <a:pt x="19021" y="93578"/>
                  </a:lnTo>
                  <a:lnTo>
                    <a:pt x="18040" y="92345"/>
                  </a:lnTo>
                  <a:lnTo>
                    <a:pt x="17797" y="91265"/>
                  </a:lnTo>
                  <a:lnTo>
                    <a:pt x="18245" y="90580"/>
                  </a:lnTo>
                  <a:lnTo>
                    <a:pt x="18382" y="89743"/>
                  </a:lnTo>
                  <a:lnTo>
                    <a:pt x="18093" y="88899"/>
                  </a:lnTo>
                  <a:lnTo>
                    <a:pt x="18207" y="88191"/>
                  </a:lnTo>
                  <a:lnTo>
                    <a:pt x="19014" y="87620"/>
                  </a:lnTo>
                  <a:lnTo>
                    <a:pt x="24667" y="87635"/>
                  </a:lnTo>
                  <a:lnTo>
                    <a:pt x="25093" y="87012"/>
                  </a:lnTo>
                  <a:lnTo>
                    <a:pt x="25474" y="83725"/>
                  </a:lnTo>
                  <a:lnTo>
                    <a:pt x="26889" y="78711"/>
                  </a:lnTo>
                  <a:lnTo>
                    <a:pt x="28220" y="75911"/>
                  </a:lnTo>
                  <a:lnTo>
                    <a:pt x="28441" y="74731"/>
                  </a:lnTo>
                  <a:lnTo>
                    <a:pt x="28418" y="68074"/>
                  </a:lnTo>
                  <a:lnTo>
                    <a:pt x="28601" y="64688"/>
                  </a:lnTo>
                  <a:lnTo>
                    <a:pt x="27634" y="63098"/>
                  </a:lnTo>
                  <a:lnTo>
                    <a:pt x="25527" y="61356"/>
                  </a:lnTo>
                  <a:lnTo>
                    <a:pt x="25976" y="57719"/>
                  </a:lnTo>
                  <a:lnTo>
                    <a:pt x="26676" y="54873"/>
                  </a:lnTo>
                  <a:lnTo>
                    <a:pt x="28798" y="51373"/>
                  </a:lnTo>
                  <a:lnTo>
                    <a:pt x="30480" y="50414"/>
                  </a:lnTo>
                  <a:lnTo>
                    <a:pt x="37822" y="49844"/>
                  </a:lnTo>
                  <a:lnTo>
                    <a:pt x="45933" y="50080"/>
                  </a:lnTo>
                  <a:lnTo>
                    <a:pt x="49304" y="55368"/>
                  </a:lnTo>
                  <a:lnTo>
                    <a:pt x="48056" y="58076"/>
                  </a:lnTo>
                  <a:lnTo>
                    <a:pt x="50026" y="59339"/>
                  </a:lnTo>
                  <a:lnTo>
                    <a:pt x="50978" y="58875"/>
                  </a:lnTo>
                  <a:lnTo>
                    <a:pt x="51700" y="56516"/>
                  </a:lnTo>
                  <a:lnTo>
                    <a:pt x="52180" y="53899"/>
                  </a:lnTo>
                  <a:lnTo>
                    <a:pt x="52872" y="53108"/>
                  </a:lnTo>
                  <a:lnTo>
                    <a:pt x="55383" y="55063"/>
                  </a:lnTo>
                  <a:lnTo>
                    <a:pt x="56266" y="56402"/>
                  </a:lnTo>
                  <a:lnTo>
                    <a:pt x="56319" y="60694"/>
                  </a:lnTo>
                  <a:lnTo>
                    <a:pt x="57247" y="54873"/>
                  </a:lnTo>
                  <a:lnTo>
                    <a:pt x="56555" y="50787"/>
                  </a:lnTo>
                  <a:lnTo>
                    <a:pt x="57026" y="46816"/>
                  </a:lnTo>
                  <a:lnTo>
                    <a:pt x="58038" y="44746"/>
                  </a:lnTo>
                  <a:lnTo>
                    <a:pt x="58966" y="43430"/>
                  </a:lnTo>
                  <a:lnTo>
                    <a:pt x="64916" y="44853"/>
                  </a:lnTo>
                  <a:lnTo>
                    <a:pt x="71490" y="44122"/>
                  </a:lnTo>
                  <a:lnTo>
                    <a:pt x="73978" y="45659"/>
                  </a:lnTo>
                  <a:lnTo>
                    <a:pt x="79601" y="53321"/>
                  </a:lnTo>
                  <a:lnTo>
                    <a:pt x="81480" y="54576"/>
                  </a:lnTo>
                  <a:lnTo>
                    <a:pt x="83847" y="54972"/>
                  </a:lnTo>
                  <a:lnTo>
                    <a:pt x="80582" y="53336"/>
                  </a:lnTo>
                  <a:lnTo>
                    <a:pt x="73765" y="44008"/>
                  </a:lnTo>
                  <a:lnTo>
                    <a:pt x="71726" y="42852"/>
                  </a:lnTo>
                  <a:lnTo>
                    <a:pt x="68591" y="42502"/>
                  </a:lnTo>
                  <a:lnTo>
                    <a:pt x="66636" y="41588"/>
                  </a:lnTo>
                  <a:lnTo>
                    <a:pt x="65403" y="40173"/>
                  </a:lnTo>
                  <a:lnTo>
                    <a:pt x="65046" y="38903"/>
                  </a:lnTo>
                  <a:lnTo>
                    <a:pt x="65114" y="29430"/>
                  </a:lnTo>
                  <a:lnTo>
                    <a:pt x="63943" y="28015"/>
                  </a:lnTo>
                  <a:lnTo>
                    <a:pt x="62421" y="27528"/>
                  </a:lnTo>
                  <a:lnTo>
                    <a:pt x="61470" y="28175"/>
                  </a:lnTo>
                  <a:lnTo>
                    <a:pt x="59522" y="28182"/>
                  </a:lnTo>
                  <a:lnTo>
                    <a:pt x="59111" y="26029"/>
                  </a:lnTo>
                  <a:lnTo>
                    <a:pt x="59590" y="24431"/>
                  </a:lnTo>
                  <a:lnTo>
                    <a:pt x="63501" y="23336"/>
                  </a:lnTo>
                  <a:lnTo>
                    <a:pt x="66080" y="21867"/>
                  </a:lnTo>
                  <a:lnTo>
                    <a:pt x="66195" y="19273"/>
                  </a:lnTo>
                  <a:lnTo>
                    <a:pt x="64566" y="17226"/>
                  </a:lnTo>
                  <a:lnTo>
                    <a:pt x="62619" y="13467"/>
                  </a:lnTo>
                  <a:lnTo>
                    <a:pt x="60328" y="9929"/>
                  </a:lnTo>
                  <a:lnTo>
                    <a:pt x="60070" y="5805"/>
                  </a:lnTo>
                  <a:lnTo>
                    <a:pt x="60077" y="5805"/>
                  </a:lnTo>
                  <a:lnTo>
                    <a:pt x="64064" y="5881"/>
                  </a:lnTo>
                  <a:lnTo>
                    <a:pt x="65038" y="6041"/>
                  </a:lnTo>
                  <a:lnTo>
                    <a:pt x="71079" y="7974"/>
                  </a:lnTo>
                  <a:lnTo>
                    <a:pt x="72555" y="9328"/>
                  </a:lnTo>
                  <a:lnTo>
                    <a:pt x="74412" y="9389"/>
                  </a:lnTo>
                  <a:lnTo>
                    <a:pt x="77760" y="8126"/>
                  </a:lnTo>
                  <a:lnTo>
                    <a:pt x="80263" y="7571"/>
                  </a:lnTo>
                  <a:lnTo>
                    <a:pt x="81229" y="8354"/>
                  </a:lnTo>
                  <a:lnTo>
                    <a:pt x="82591" y="8682"/>
                  </a:lnTo>
                  <a:lnTo>
                    <a:pt x="82896" y="8682"/>
                  </a:lnTo>
                  <a:close/>
                  <a:moveTo>
                    <a:pt x="58297" y="12828"/>
                  </a:moveTo>
                  <a:lnTo>
                    <a:pt x="57468" y="13734"/>
                  </a:lnTo>
                  <a:lnTo>
                    <a:pt x="55428" y="13627"/>
                  </a:lnTo>
                  <a:lnTo>
                    <a:pt x="54287" y="12775"/>
                  </a:lnTo>
                  <a:lnTo>
                    <a:pt x="54660" y="11870"/>
                  </a:lnTo>
                  <a:lnTo>
                    <a:pt x="55741" y="11177"/>
                  </a:lnTo>
                  <a:lnTo>
                    <a:pt x="56638" y="11071"/>
                  </a:lnTo>
                  <a:lnTo>
                    <a:pt x="57993" y="11497"/>
                  </a:lnTo>
                  <a:lnTo>
                    <a:pt x="58297" y="12828"/>
                  </a:lnTo>
                  <a:close/>
                  <a:moveTo>
                    <a:pt x="167655" y="24941"/>
                  </a:moveTo>
                  <a:lnTo>
                    <a:pt x="168187" y="27399"/>
                  </a:lnTo>
                  <a:lnTo>
                    <a:pt x="167617" y="28654"/>
                  </a:lnTo>
                  <a:lnTo>
                    <a:pt x="165220" y="26569"/>
                  </a:lnTo>
                  <a:lnTo>
                    <a:pt x="162808" y="26600"/>
                  </a:lnTo>
                  <a:lnTo>
                    <a:pt x="161370" y="29803"/>
                  </a:lnTo>
                  <a:lnTo>
                    <a:pt x="160298" y="29940"/>
                  </a:lnTo>
                  <a:lnTo>
                    <a:pt x="156577" y="27026"/>
                  </a:lnTo>
                  <a:lnTo>
                    <a:pt x="155976" y="25603"/>
                  </a:lnTo>
                  <a:lnTo>
                    <a:pt x="155854" y="24416"/>
                  </a:lnTo>
                  <a:lnTo>
                    <a:pt x="156387" y="20307"/>
                  </a:lnTo>
                  <a:lnTo>
                    <a:pt x="156288" y="19014"/>
                  </a:lnTo>
                  <a:lnTo>
                    <a:pt x="157460" y="17599"/>
                  </a:lnTo>
                  <a:lnTo>
                    <a:pt x="157642" y="15545"/>
                  </a:lnTo>
                  <a:lnTo>
                    <a:pt x="159704" y="13383"/>
                  </a:lnTo>
                  <a:lnTo>
                    <a:pt x="161545" y="13300"/>
                  </a:lnTo>
                  <a:lnTo>
                    <a:pt x="162123" y="15134"/>
                  </a:lnTo>
                  <a:lnTo>
                    <a:pt x="163006" y="16397"/>
                  </a:lnTo>
                  <a:lnTo>
                    <a:pt x="166095" y="17812"/>
                  </a:lnTo>
                  <a:lnTo>
                    <a:pt x="166559" y="18451"/>
                  </a:lnTo>
                  <a:lnTo>
                    <a:pt x="166841" y="19341"/>
                  </a:lnTo>
                  <a:lnTo>
                    <a:pt x="165403" y="21076"/>
                  </a:lnTo>
                  <a:lnTo>
                    <a:pt x="164916" y="21966"/>
                  </a:lnTo>
                  <a:lnTo>
                    <a:pt x="165372" y="23389"/>
                  </a:lnTo>
                  <a:lnTo>
                    <a:pt x="167655" y="24941"/>
                  </a:lnTo>
                  <a:close/>
                  <a:moveTo>
                    <a:pt x="115848" y="23655"/>
                  </a:moveTo>
                  <a:lnTo>
                    <a:pt x="112569" y="23724"/>
                  </a:lnTo>
                  <a:lnTo>
                    <a:pt x="111313" y="22263"/>
                  </a:lnTo>
                  <a:lnTo>
                    <a:pt x="110058" y="21890"/>
                  </a:lnTo>
                  <a:lnTo>
                    <a:pt x="110735" y="20087"/>
                  </a:lnTo>
                  <a:lnTo>
                    <a:pt x="111618" y="19425"/>
                  </a:lnTo>
                  <a:lnTo>
                    <a:pt x="114791" y="20604"/>
                  </a:lnTo>
                  <a:lnTo>
                    <a:pt x="115787" y="22909"/>
                  </a:lnTo>
                  <a:lnTo>
                    <a:pt x="115848" y="23655"/>
                  </a:lnTo>
                  <a:close/>
                  <a:moveTo>
                    <a:pt x="178375" y="40675"/>
                  </a:moveTo>
                  <a:lnTo>
                    <a:pt x="178094" y="41809"/>
                  </a:lnTo>
                  <a:lnTo>
                    <a:pt x="178421" y="43552"/>
                  </a:lnTo>
                  <a:lnTo>
                    <a:pt x="177538" y="43422"/>
                  </a:lnTo>
                  <a:lnTo>
                    <a:pt x="174890" y="43833"/>
                  </a:lnTo>
                  <a:lnTo>
                    <a:pt x="172273" y="43255"/>
                  </a:lnTo>
                  <a:lnTo>
                    <a:pt x="171771" y="41086"/>
                  </a:lnTo>
                  <a:lnTo>
                    <a:pt x="172190" y="39002"/>
                  </a:lnTo>
                  <a:lnTo>
                    <a:pt x="171140" y="37564"/>
                  </a:lnTo>
                  <a:lnTo>
                    <a:pt x="170173" y="36719"/>
                  </a:lnTo>
                  <a:lnTo>
                    <a:pt x="170029" y="35517"/>
                  </a:lnTo>
                  <a:lnTo>
                    <a:pt x="170189" y="34262"/>
                  </a:lnTo>
                  <a:lnTo>
                    <a:pt x="174701" y="37624"/>
                  </a:lnTo>
                  <a:lnTo>
                    <a:pt x="178375" y="40675"/>
                  </a:lnTo>
                  <a:close/>
                </a:path>
              </a:pathLst>
            </a:custGeom>
            <a:solidFill>
              <a:srgbClr val="2562E8"/>
            </a:solidFill>
            <a:ln w="6168" cap="flat">
              <a:solidFill>
                <a:srgbClr val="2562E8"/>
              </a:solidFill>
              <a:prstDash val="solid"/>
              <a:miter/>
            </a:ln>
          </p:spPr>
          <p:txBody>
            <a:bodyPr/>
            <a:lstStyle/>
            <a:p>
              <a:endParaRPr lang="en-US"/>
            </a:p>
          </p:txBody>
        </p:sp>
        <p:sp>
          <p:nvSpPr>
            <p:cNvPr id="2201" name="Freeform: Shape 2200">
              <a:extLst>
                <a:ext uri="{FF2B5EF4-FFF2-40B4-BE49-F238E27FC236}">
                  <a16:creationId xmlns:a16="http://schemas.microsoft.com/office/drawing/2014/main" id="{0008E898-B376-8E65-A7AF-1917E1567339}"/>
                </a:ext>
              </a:extLst>
            </p:cNvPr>
            <p:cNvSpPr/>
            <p:nvPr/>
          </p:nvSpPr>
          <p:spPr>
            <a:xfrm>
              <a:off x="10465684" y="4732422"/>
              <a:ext cx="35121" cy="38316"/>
            </a:xfrm>
            <a:custGeom>
              <a:avLst/>
              <a:gdLst>
                <a:gd name="csX0" fmla="*/ 31629 w 35121"/>
                <a:gd name="csY0" fmla="*/ 26234 h 38316"/>
                <a:gd name="csX1" fmla="*/ 29780 w 35121"/>
                <a:gd name="csY1" fmla="*/ 29133 h 38316"/>
                <a:gd name="csX2" fmla="*/ 27414 w 35121"/>
                <a:gd name="csY2" fmla="*/ 32846 h 38316"/>
                <a:gd name="csX3" fmla="*/ 24728 w 35121"/>
                <a:gd name="csY3" fmla="*/ 37061 h 38316"/>
                <a:gd name="csX4" fmla="*/ 23047 w 35121"/>
                <a:gd name="csY4" fmla="*/ 37092 h 38316"/>
                <a:gd name="csX5" fmla="*/ 21746 w 35121"/>
                <a:gd name="csY5" fmla="*/ 36848 h 38316"/>
                <a:gd name="csX6" fmla="*/ 20848 w 35121"/>
                <a:gd name="csY6" fmla="*/ 36133 h 38316"/>
                <a:gd name="csX7" fmla="*/ 19007 w 35121"/>
                <a:gd name="csY7" fmla="*/ 35349 h 38316"/>
                <a:gd name="csX8" fmla="*/ 16929 w 35121"/>
                <a:gd name="csY8" fmla="*/ 35296 h 38316"/>
                <a:gd name="csX9" fmla="*/ 14951 w 35121"/>
                <a:gd name="csY9" fmla="*/ 36026 h 38316"/>
                <a:gd name="csX10" fmla="*/ 11603 w 35121"/>
                <a:gd name="csY10" fmla="*/ 36932 h 38316"/>
                <a:gd name="csX11" fmla="*/ 8575 w 35121"/>
                <a:gd name="csY11" fmla="*/ 37229 h 38316"/>
                <a:gd name="csX12" fmla="*/ 6133 w 35121"/>
                <a:gd name="csY12" fmla="*/ 37731 h 38316"/>
                <a:gd name="csX13" fmla="*/ 4116 w 35121"/>
                <a:gd name="csY13" fmla="*/ 38317 h 38316"/>
                <a:gd name="csX14" fmla="*/ 2290 w 35121"/>
                <a:gd name="csY14" fmla="*/ 37997 h 38316"/>
                <a:gd name="csX15" fmla="*/ 716 w 35121"/>
                <a:gd name="csY15" fmla="*/ 37472 h 38316"/>
                <a:gd name="csX16" fmla="*/ 365 w 35121"/>
                <a:gd name="csY16" fmla="*/ 32983 h 38316"/>
                <a:gd name="csX17" fmla="*/ 0 w 35121"/>
                <a:gd name="csY17" fmla="*/ 28114 h 38316"/>
                <a:gd name="csX18" fmla="*/ 38 w 35121"/>
                <a:gd name="csY18" fmla="*/ 24302 h 38316"/>
                <a:gd name="csX19" fmla="*/ 593 w 35121"/>
                <a:gd name="csY19" fmla="*/ 22202 h 38316"/>
                <a:gd name="csX20" fmla="*/ 1088 w 35121"/>
                <a:gd name="csY20" fmla="*/ 21380 h 38316"/>
                <a:gd name="csX21" fmla="*/ 3949 w 35121"/>
                <a:gd name="csY21" fmla="*/ 18481 h 38316"/>
                <a:gd name="csX22" fmla="*/ 4938 w 35121"/>
                <a:gd name="csY22" fmla="*/ 17294 h 38316"/>
                <a:gd name="csX23" fmla="*/ 8202 w 35121"/>
                <a:gd name="csY23" fmla="*/ 12486 h 38316"/>
                <a:gd name="csX24" fmla="*/ 11010 w 35121"/>
                <a:gd name="csY24" fmla="*/ 8354 h 38316"/>
                <a:gd name="csX25" fmla="*/ 13102 w 35121"/>
                <a:gd name="csY25" fmla="*/ 5273 h 38316"/>
                <a:gd name="csX26" fmla="*/ 13749 w 35121"/>
                <a:gd name="csY26" fmla="*/ 4664 h 38316"/>
                <a:gd name="csX27" fmla="*/ 14632 w 35121"/>
                <a:gd name="csY27" fmla="*/ 4071 h 38316"/>
                <a:gd name="csX28" fmla="*/ 15255 w 35121"/>
                <a:gd name="csY28" fmla="*/ 4245 h 38316"/>
                <a:gd name="csX29" fmla="*/ 19333 w 35121"/>
                <a:gd name="csY29" fmla="*/ 7221 h 38316"/>
                <a:gd name="csX30" fmla="*/ 20049 w 35121"/>
                <a:gd name="csY30" fmla="*/ 7137 h 38316"/>
                <a:gd name="csX31" fmla="*/ 21411 w 35121"/>
                <a:gd name="csY31" fmla="*/ 6216 h 38316"/>
                <a:gd name="csX32" fmla="*/ 22643 w 35121"/>
                <a:gd name="csY32" fmla="*/ 3036 h 38316"/>
                <a:gd name="csX33" fmla="*/ 23511 w 35121"/>
                <a:gd name="csY33" fmla="*/ 1872 h 38316"/>
                <a:gd name="csX34" fmla="*/ 23884 w 35121"/>
                <a:gd name="csY34" fmla="*/ 1902 h 38316"/>
                <a:gd name="csX35" fmla="*/ 26501 w 35121"/>
                <a:gd name="csY35" fmla="*/ 1012 h 38316"/>
                <a:gd name="csX36" fmla="*/ 28867 w 35121"/>
                <a:gd name="csY36" fmla="*/ 0 h 38316"/>
                <a:gd name="csX37" fmla="*/ 29172 w 35121"/>
                <a:gd name="csY37" fmla="*/ 1050 h 38316"/>
                <a:gd name="csX38" fmla="*/ 32747 w 35121"/>
                <a:gd name="csY38" fmla="*/ 5326 h 38316"/>
                <a:gd name="csX39" fmla="*/ 33927 w 35121"/>
                <a:gd name="csY39" fmla="*/ 7426 h 38316"/>
                <a:gd name="csX40" fmla="*/ 35121 w 35121"/>
                <a:gd name="csY40" fmla="*/ 11276 h 38316"/>
                <a:gd name="csX41" fmla="*/ 34498 w 35121"/>
                <a:gd name="csY41" fmla="*/ 13414 h 38316"/>
                <a:gd name="csX42" fmla="*/ 33561 w 35121"/>
                <a:gd name="csY42" fmla="*/ 14814 h 38316"/>
                <a:gd name="csX43" fmla="*/ 32185 w 35121"/>
                <a:gd name="csY43" fmla="*/ 16054 h 38316"/>
                <a:gd name="csX44" fmla="*/ 27399 w 35121"/>
                <a:gd name="csY44" fmla="*/ 19105 h 38316"/>
                <a:gd name="csX45" fmla="*/ 22080 w 35121"/>
                <a:gd name="csY45" fmla="*/ 21045 h 38316"/>
                <a:gd name="csX46" fmla="*/ 18687 w 35121"/>
                <a:gd name="csY46" fmla="*/ 24933 h 38316"/>
                <a:gd name="csX47" fmla="*/ 16161 w 35121"/>
                <a:gd name="csY47" fmla="*/ 24667 h 38316"/>
                <a:gd name="csX48" fmla="*/ 16549 w 35121"/>
                <a:gd name="csY48" fmla="*/ 26135 h 38316"/>
                <a:gd name="csX49" fmla="*/ 17485 w 35121"/>
                <a:gd name="csY49" fmla="*/ 26303 h 38316"/>
                <a:gd name="csX50" fmla="*/ 18961 w 35121"/>
                <a:gd name="csY50" fmla="*/ 26021 h 38316"/>
                <a:gd name="csX51" fmla="*/ 21890 w 35121"/>
                <a:gd name="csY51" fmla="*/ 24895 h 38316"/>
                <a:gd name="csX52" fmla="*/ 24485 w 35121"/>
                <a:gd name="csY52" fmla="*/ 24355 h 38316"/>
                <a:gd name="csX53" fmla="*/ 27292 w 35121"/>
                <a:gd name="csY53" fmla="*/ 24317 h 38316"/>
                <a:gd name="csX54" fmla="*/ 29833 w 35121"/>
                <a:gd name="csY54" fmla="*/ 24804 h 383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35121" h="38316">
                  <a:moveTo>
                    <a:pt x="31629" y="26234"/>
                  </a:moveTo>
                  <a:lnTo>
                    <a:pt x="29780" y="29133"/>
                  </a:lnTo>
                  <a:lnTo>
                    <a:pt x="27414" y="32846"/>
                  </a:lnTo>
                  <a:lnTo>
                    <a:pt x="24728" y="37061"/>
                  </a:lnTo>
                  <a:lnTo>
                    <a:pt x="23047" y="37092"/>
                  </a:lnTo>
                  <a:lnTo>
                    <a:pt x="21746" y="36848"/>
                  </a:lnTo>
                  <a:lnTo>
                    <a:pt x="20848" y="36133"/>
                  </a:lnTo>
                  <a:lnTo>
                    <a:pt x="19007" y="35349"/>
                  </a:lnTo>
                  <a:lnTo>
                    <a:pt x="16929" y="35296"/>
                  </a:lnTo>
                  <a:lnTo>
                    <a:pt x="14951" y="36026"/>
                  </a:lnTo>
                  <a:lnTo>
                    <a:pt x="11603" y="36932"/>
                  </a:lnTo>
                  <a:lnTo>
                    <a:pt x="8575" y="37229"/>
                  </a:lnTo>
                  <a:lnTo>
                    <a:pt x="6133" y="37731"/>
                  </a:lnTo>
                  <a:lnTo>
                    <a:pt x="4116" y="38317"/>
                  </a:lnTo>
                  <a:lnTo>
                    <a:pt x="2290" y="37997"/>
                  </a:lnTo>
                  <a:lnTo>
                    <a:pt x="716" y="37472"/>
                  </a:lnTo>
                  <a:lnTo>
                    <a:pt x="365" y="32983"/>
                  </a:lnTo>
                  <a:lnTo>
                    <a:pt x="0" y="28114"/>
                  </a:lnTo>
                  <a:lnTo>
                    <a:pt x="38" y="24302"/>
                  </a:lnTo>
                  <a:lnTo>
                    <a:pt x="593" y="22202"/>
                  </a:lnTo>
                  <a:lnTo>
                    <a:pt x="1088" y="21380"/>
                  </a:lnTo>
                  <a:lnTo>
                    <a:pt x="3949" y="18481"/>
                  </a:lnTo>
                  <a:lnTo>
                    <a:pt x="4938" y="17294"/>
                  </a:lnTo>
                  <a:lnTo>
                    <a:pt x="8202" y="12486"/>
                  </a:lnTo>
                  <a:lnTo>
                    <a:pt x="11010" y="8354"/>
                  </a:lnTo>
                  <a:lnTo>
                    <a:pt x="13102" y="5273"/>
                  </a:lnTo>
                  <a:lnTo>
                    <a:pt x="13749" y="4664"/>
                  </a:lnTo>
                  <a:lnTo>
                    <a:pt x="14632" y="4071"/>
                  </a:lnTo>
                  <a:lnTo>
                    <a:pt x="15255" y="4245"/>
                  </a:lnTo>
                  <a:lnTo>
                    <a:pt x="19333" y="7221"/>
                  </a:lnTo>
                  <a:lnTo>
                    <a:pt x="20049" y="7137"/>
                  </a:lnTo>
                  <a:lnTo>
                    <a:pt x="21411" y="6216"/>
                  </a:lnTo>
                  <a:lnTo>
                    <a:pt x="22643" y="3036"/>
                  </a:lnTo>
                  <a:lnTo>
                    <a:pt x="23511" y="1872"/>
                  </a:lnTo>
                  <a:lnTo>
                    <a:pt x="23884" y="1902"/>
                  </a:lnTo>
                  <a:lnTo>
                    <a:pt x="26501" y="1012"/>
                  </a:lnTo>
                  <a:lnTo>
                    <a:pt x="28867" y="0"/>
                  </a:lnTo>
                  <a:lnTo>
                    <a:pt x="29172" y="1050"/>
                  </a:lnTo>
                  <a:lnTo>
                    <a:pt x="32747" y="5326"/>
                  </a:lnTo>
                  <a:lnTo>
                    <a:pt x="33927" y="7426"/>
                  </a:lnTo>
                  <a:lnTo>
                    <a:pt x="35121" y="11276"/>
                  </a:lnTo>
                  <a:lnTo>
                    <a:pt x="34498" y="13414"/>
                  </a:lnTo>
                  <a:lnTo>
                    <a:pt x="33561" y="14814"/>
                  </a:lnTo>
                  <a:lnTo>
                    <a:pt x="32185" y="16054"/>
                  </a:lnTo>
                  <a:lnTo>
                    <a:pt x="27399" y="19105"/>
                  </a:lnTo>
                  <a:lnTo>
                    <a:pt x="22080" y="21045"/>
                  </a:lnTo>
                  <a:lnTo>
                    <a:pt x="18687" y="24933"/>
                  </a:lnTo>
                  <a:lnTo>
                    <a:pt x="16161" y="24667"/>
                  </a:lnTo>
                  <a:lnTo>
                    <a:pt x="16549" y="26135"/>
                  </a:lnTo>
                  <a:lnTo>
                    <a:pt x="17485" y="26303"/>
                  </a:lnTo>
                  <a:lnTo>
                    <a:pt x="18961" y="26021"/>
                  </a:lnTo>
                  <a:lnTo>
                    <a:pt x="21890" y="24895"/>
                  </a:lnTo>
                  <a:lnTo>
                    <a:pt x="24485" y="24355"/>
                  </a:lnTo>
                  <a:lnTo>
                    <a:pt x="27292" y="24317"/>
                  </a:lnTo>
                  <a:lnTo>
                    <a:pt x="29833" y="2480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2" name="Freeform: Shape 2201">
              <a:extLst>
                <a:ext uri="{FF2B5EF4-FFF2-40B4-BE49-F238E27FC236}">
                  <a16:creationId xmlns:a16="http://schemas.microsoft.com/office/drawing/2014/main" id="{134066D2-C483-33CC-201D-D1BB61BB9366}"/>
                </a:ext>
              </a:extLst>
            </p:cNvPr>
            <p:cNvSpPr/>
            <p:nvPr/>
          </p:nvSpPr>
          <p:spPr>
            <a:xfrm>
              <a:off x="9747276" y="3493490"/>
              <a:ext cx="149820" cy="119051"/>
            </a:xfrm>
            <a:custGeom>
              <a:avLst/>
              <a:gdLst>
                <a:gd name="csX0" fmla="*/ 34566 w 149820"/>
                <a:gd name="csY0" fmla="*/ 111793 h 119051"/>
                <a:gd name="csX1" fmla="*/ 34246 w 149820"/>
                <a:gd name="csY1" fmla="*/ 111793 h 119051"/>
                <a:gd name="csX2" fmla="*/ 32884 w 149820"/>
                <a:gd name="csY2" fmla="*/ 111465 h 119051"/>
                <a:gd name="csX3" fmla="*/ 31918 w 149820"/>
                <a:gd name="csY3" fmla="*/ 110682 h 119051"/>
                <a:gd name="csX4" fmla="*/ 29415 w 149820"/>
                <a:gd name="csY4" fmla="*/ 111237 h 119051"/>
                <a:gd name="csX5" fmla="*/ 26067 w 149820"/>
                <a:gd name="csY5" fmla="*/ 112500 h 119051"/>
                <a:gd name="csX6" fmla="*/ 24210 w 149820"/>
                <a:gd name="csY6" fmla="*/ 112439 h 119051"/>
                <a:gd name="csX7" fmla="*/ 22734 w 149820"/>
                <a:gd name="csY7" fmla="*/ 111085 h 119051"/>
                <a:gd name="csX8" fmla="*/ 16693 w 149820"/>
                <a:gd name="csY8" fmla="*/ 109152 h 119051"/>
                <a:gd name="csX9" fmla="*/ 15719 w 149820"/>
                <a:gd name="csY9" fmla="*/ 108993 h 119051"/>
                <a:gd name="csX10" fmla="*/ 11732 w 149820"/>
                <a:gd name="csY10" fmla="*/ 108917 h 119051"/>
                <a:gd name="csX11" fmla="*/ 11725 w 149820"/>
                <a:gd name="csY11" fmla="*/ 108917 h 119051"/>
                <a:gd name="csX12" fmla="*/ 11535 w 149820"/>
                <a:gd name="csY12" fmla="*/ 105858 h 119051"/>
                <a:gd name="csX13" fmla="*/ 11040 w 149820"/>
                <a:gd name="csY13" fmla="*/ 103644 h 119051"/>
                <a:gd name="csX14" fmla="*/ 9640 w 149820"/>
                <a:gd name="csY14" fmla="*/ 100342 h 119051"/>
                <a:gd name="csX15" fmla="*/ 11710 w 149820"/>
                <a:gd name="csY15" fmla="*/ 99543 h 119051"/>
                <a:gd name="csX16" fmla="*/ 11306 w 149820"/>
                <a:gd name="csY16" fmla="*/ 93076 h 119051"/>
                <a:gd name="csX17" fmla="*/ 10553 w 149820"/>
                <a:gd name="csY17" fmla="*/ 89720 h 119051"/>
                <a:gd name="csX18" fmla="*/ 4778 w 149820"/>
                <a:gd name="csY18" fmla="*/ 86258 h 119051"/>
                <a:gd name="csX19" fmla="*/ 228 w 149820"/>
                <a:gd name="csY19" fmla="*/ 82888 h 119051"/>
                <a:gd name="csX20" fmla="*/ 1278 w 149820"/>
                <a:gd name="csY20" fmla="*/ 71475 h 119051"/>
                <a:gd name="csX21" fmla="*/ 1727 w 149820"/>
                <a:gd name="csY21" fmla="*/ 68386 h 119051"/>
                <a:gd name="csX22" fmla="*/ 0 w 149820"/>
                <a:gd name="csY22" fmla="*/ 62375 h 119051"/>
                <a:gd name="csX23" fmla="*/ 183 w 149820"/>
                <a:gd name="csY23" fmla="*/ 55421 h 119051"/>
                <a:gd name="csX24" fmla="*/ 913 w 149820"/>
                <a:gd name="csY24" fmla="*/ 44404 h 119051"/>
                <a:gd name="csX25" fmla="*/ 2359 w 149820"/>
                <a:gd name="csY25" fmla="*/ 43970 h 119051"/>
                <a:gd name="csX26" fmla="*/ 3424 w 149820"/>
                <a:gd name="csY26" fmla="*/ 44023 h 119051"/>
                <a:gd name="csX27" fmla="*/ 7517 w 149820"/>
                <a:gd name="csY27" fmla="*/ 46009 h 119051"/>
                <a:gd name="csX28" fmla="*/ 9221 w 149820"/>
                <a:gd name="csY28" fmla="*/ 46207 h 119051"/>
                <a:gd name="csX29" fmla="*/ 10393 w 149820"/>
                <a:gd name="csY29" fmla="*/ 47980 h 119051"/>
                <a:gd name="csX30" fmla="*/ 11763 w 149820"/>
                <a:gd name="csY30" fmla="*/ 48710 h 119051"/>
                <a:gd name="csX31" fmla="*/ 12752 w 149820"/>
                <a:gd name="csY31" fmla="*/ 46831 h 119051"/>
                <a:gd name="csX32" fmla="*/ 13140 w 149820"/>
                <a:gd name="csY32" fmla="*/ 43612 h 119051"/>
                <a:gd name="csX33" fmla="*/ 16381 w 149820"/>
                <a:gd name="csY33" fmla="*/ 39435 h 119051"/>
                <a:gd name="csX34" fmla="*/ 18656 w 149820"/>
                <a:gd name="csY34" fmla="*/ 37891 h 119051"/>
                <a:gd name="csX35" fmla="*/ 20208 w 149820"/>
                <a:gd name="csY35" fmla="*/ 37153 h 119051"/>
                <a:gd name="csX36" fmla="*/ 21776 w 149820"/>
                <a:gd name="csY36" fmla="*/ 38842 h 119051"/>
                <a:gd name="csX37" fmla="*/ 22970 w 149820"/>
                <a:gd name="csY37" fmla="*/ 40736 h 119051"/>
                <a:gd name="csX38" fmla="*/ 23252 w 149820"/>
                <a:gd name="csY38" fmla="*/ 36590 h 119051"/>
                <a:gd name="csX39" fmla="*/ 24218 w 149820"/>
                <a:gd name="csY39" fmla="*/ 28654 h 119051"/>
                <a:gd name="csX40" fmla="*/ 21136 w 149820"/>
                <a:gd name="csY40" fmla="*/ 27406 h 119051"/>
                <a:gd name="csX41" fmla="*/ 18618 w 149820"/>
                <a:gd name="csY41" fmla="*/ 28487 h 119051"/>
                <a:gd name="csX42" fmla="*/ 16130 w 149820"/>
                <a:gd name="csY42" fmla="*/ 33523 h 119051"/>
                <a:gd name="csX43" fmla="*/ 13908 w 149820"/>
                <a:gd name="csY43" fmla="*/ 39831 h 119051"/>
                <a:gd name="csX44" fmla="*/ 10302 w 149820"/>
                <a:gd name="csY44" fmla="*/ 40409 h 119051"/>
                <a:gd name="csX45" fmla="*/ 7426 w 149820"/>
                <a:gd name="csY45" fmla="*/ 42190 h 119051"/>
                <a:gd name="csX46" fmla="*/ 4831 w 149820"/>
                <a:gd name="csY46" fmla="*/ 40341 h 119051"/>
                <a:gd name="csX47" fmla="*/ 3157 w 149820"/>
                <a:gd name="csY47" fmla="*/ 38712 h 119051"/>
                <a:gd name="csX48" fmla="*/ 3119 w 149820"/>
                <a:gd name="csY48" fmla="*/ 36331 h 119051"/>
                <a:gd name="csX49" fmla="*/ 3500 w 149820"/>
                <a:gd name="csY49" fmla="*/ 34893 h 119051"/>
                <a:gd name="csX50" fmla="*/ 6551 w 149820"/>
                <a:gd name="csY50" fmla="*/ 29734 h 119051"/>
                <a:gd name="csX51" fmla="*/ 10644 w 149820"/>
                <a:gd name="csY51" fmla="*/ 24766 h 119051"/>
                <a:gd name="csX52" fmla="*/ 14768 w 149820"/>
                <a:gd name="csY52" fmla="*/ 24812 h 119051"/>
                <a:gd name="csX53" fmla="*/ 17774 w 149820"/>
                <a:gd name="csY53" fmla="*/ 23221 h 119051"/>
                <a:gd name="csX54" fmla="*/ 19569 w 149820"/>
                <a:gd name="csY54" fmla="*/ 23031 h 119051"/>
                <a:gd name="csX55" fmla="*/ 25177 w 149820"/>
                <a:gd name="csY55" fmla="*/ 23374 h 119051"/>
                <a:gd name="csX56" fmla="*/ 28053 w 149820"/>
                <a:gd name="csY56" fmla="*/ 22278 h 119051"/>
                <a:gd name="csX57" fmla="*/ 30632 w 149820"/>
                <a:gd name="csY57" fmla="*/ 19995 h 119051"/>
                <a:gd name="csX58" fmla="*/ 36202 w 149820"/>
                <a:gd name="csY58" fmla="*/ 10279 h 119051"/>
                <a:gd name="csX59" fmla="*/ 39344 w 149820"/>
                <a:gd name="csY59" fmla="*/ 6209 h 119051"/>
                <a:gd name="csX60" fmla="*/ 45682 w 149820"/>
                <a:gd name="csY60" fmla="*/ 4778 h 119051"/>
                <a:gd name="csX61" fmla="*/ 51540 w 149820"/>
                <a:gd name="csY61" fmla="*/ 61 h 119051"/>
                <a:gd name="csX62" fmla="*/ 53176 w 149820"/>
                <a:gd name="csY62" fmla="*/ 0 h 119051"/>
                <a:gd name="csX63" fmla="*/ 50422 w 149820"/>
                <a:gd name="csY63" fmla="*/ 3515 h 119051"/>
                <a:gd name="csX64" fmla="*/ 49981 w 149820"/>
                <a:gd name="csY64" fmla="*/ 4877 h 119051"/>
                <a:gd name="csX65" fmla="*/ 49646 w 149820"/>
                <a:gd name="csY65" fmla="*/ 6954 h 119051"/>
                <a:gd name="csX66" fmla="*/ 51617 w 149820"/>
                <a:gd name="csY66" fmla="*/ 11459 h 119051"/>
                <a:gd name="csX67" fmla="*/ 51198 w 149820"/>
                <a:gd name="csY67" fmla="*/ 14198 h 119051"/>
                <a:gd name="csX68" fmla="*/ 51343 w 149820"/>
                <a:gd name="csY68" fmla="*/ 19569 h 119051"/>
                <a:gd name="csX69" fmla="*/ 49478 w 149820"/>
                <a:gd name="csY69" fmla="*/ 22362 h 119051"/>
                <a:gd name="csX70" fmla="*/ 47378 w 149820"/>
                <a:gd name="csY70" fmla="*/ 28281 h 119051"/>
                <a:gd name="csX71" fmla="*/ 46473 w 149820"/>
                <a:gd name="csY71" fmla="*/ 29148 h 119051"/>
                <a:gd name="csX72" fmla="*/ 46275 w 149820"/>
                <a:gd name="csY72" fmla="*/ 36027 h 119051"/>
                <a:gd name="csX73" fmla="*/ 46481 w 149820"/>
                <a:gd name="csY73" fmla="*/ 37662 h 119051"/>
                <a:gd name="csX74" fmla="*/ 46176 w 149820"/>
                <a:gd name="csY74" fmla="*/ 43886 h 119051"/>
                <a:gd name="csX75" fmla="*/ 48330 w 149820"/>
                <a:gd name="csY75" fmla="*/ 46428 h 119051"/>
                <a:gd name="csX76" fmla="*/ 50605 w 149820"/>
                <a:gd name="csY76" fmla="*/ 47751 h 119051"/>
                <a:gd name="csX77" fmla="*/ 58198 w 149820"/>
                <a:gd name="csY77" fmla="*/ 47706 h 119051"/>
                <a:gd name="csX78" fmla="*/ 58989 w 149820"/>
                <a:gd name="csY78" fmla="*/ 48817 h 119051"/>
                <a:gd name="csX79" fmla="*/ 59917 w 149820"/>
                <a:gd name="csY79" fmla="*/ 50726 h 119051"/>
                <a:gd name="csX80" fmla="*/ 59240 w 149820"/>
                <a:gd name="csY80" fmla="*/ 53968 h 119051"/>
                <a:gd name="csX81" fmla="*/ 58426 w 149820"/>
                <a:gd name="csY81" fmla="*/ 56410 h 119051"/>
                <a:gd name="csX82" fmla="*/ 56227 w 149820"/>
                <a:gd name="csY82" fmla="*/ 58464 h 119051"/>
                <a:gd name="csX83" fmla="*/ 53404 w 149820"/>
                <a:gd name="csY83" fmla="*/ 59994 h 119051"/>
                <a:gd name="csX84" fmla="*/ 51647 w 149820"/>
                <a:gd name="csY84" fmla="*/ 60062 h 119051"/>
                <a:gd name="csX85" fmla="*/ 49258 w 149820"/>
                <a:gd name="csY85" fmla="*/ 57155 h 119051"/>
                <a:gd name="csX86" fmla="*/ 48124 w 149820"/>
                <a:gd name="csY86" fmla="*/ 58099 h 119051"/>
                <a:gd name="csX87" fmla="*/ 46952 w 149820"/>
                <a:gd name="csY87" fmla="*/ 59583 h 119051"/>
                <a:gd name="csX88" fmla="*/ 44982 w 149820"/>
                <a:gd name="csY88" fmla="*/ 67511 h 119051"/>
                <a:gd name="csX89" fmla="*/ 44046 w 149820"/>
                <a:gd name="csY89" fmla="*/ 72844 h 119051"/>
                <a:gd name="csX90" fmla="*/ 43544 w 149820"/>
                <a:gd name="csY90" fmla="*/ 73278 h 119051"/>
                <a:gd name="csX91" fmla="*/ 42433 w 149820"/>
                <a:gd name="csY91" fmla="*/ 72487 h 119051"/>
                <a:gd name="csX92" fmla="*/ 40515 w 149820"/>
                <a:gd name="csY92" fmla="*/ 72426 h 119051"/>
                <a:gd name="csX93" fmla="*/ 38088 w 149820"/>
                <a:gd name="csY93" fmla="*/ 73689 h 119051"/>
                <a:gd name="csX94" fmla="*/ 39336 w 149820"/>
                <a:gd name="csY94" fmla="*/ 74815 h 119051"/>
                <a:gd name="csX95" fmla="*/ 40652 w 149820"/>
                <a:gd name="csY95" fmla="*/ 76770 h 119051"/>
                <a:gd name="csX96" fmla="*/ 40127 w 149820"/>
                <a:gd name="csY96" fmla="*/ 77752 h 119051"/>
                <a:gd name="csX97" fmla="*/ 37989 w 149820"/>
                <a:gd name="csY97" fmla="*/ 78809 h 119051"/>
                <a:gd name="csX98" fmla="*/ 36095 w 149820"/>
                <a:gd name="csY98" fmla="*/ 80948 h 119051"/>
                <a:gd name="csX99" fmla="*/ 35304 w 149820"/>
                <a:gd name="csY99" fmla="*/ 82561 h 119051"/>
                <a:gd name="csX100" fmla="*/ 32922 w 149820"/>
                <a:gd name="csY100" fmla="*/ 84470 h 119051"/>
                <a:gd name="csX101" fmla="*/ 31416 w 149820"/>
                <a:gd name="csY101" fmla="*/ 86890 h 119051"/>
                <a:gd name="csX102" fmla="*/ 32154 w 149820"/>
                <a:gd name="csY102" fmla="*/ 89880 h 119051"/>
                <a:gd name="csX103" fmla="*/ 32466 w 149820"/>
                <a:gd name="csY103" fmla="*/ 92505 h 119051"/>
                <a:gd name="csX104" fmla="*/ 33120 w 149820"/>
                <a:gd name="csY104" fmla="*/ 95396 h 119051"/>
                <a:gd name="csX105" fmla="*/ 32527 w 149820"/>
                <a:gd name="csY105" fmla="*/ 97702 h 119051"/>
                <a:gd name="csX106" fmla="*/ 29567 w 149820"/>
                <a:gd name="csY106" fmla="*/ 101004 h 119051"/>
                <a:gd name="csX107" fmla="*/ 28479 w 149820"/>
                <a:gd name="csY107" fmla="*/ 103857 h 119051"/>
                <a:gd name="csX108" fmla="*/ 31012 w 149820"/>
                <a:gd name="csY108" fmla="*/ 103819 h 119051"/>
                <a:gd name="csX109" fmla="*/ 32572 w 149820"/>
                <a:gd name="csY109" fmla="*/ 104473 h 119051"/>
                <a:gd name="csX110" fmla="*/ 33485 w 149820"/>
                <a:gd name="csY110" fmla="*/ 105318 h 119051"/>
                <a:gd name="csX111" fmla="*/ 34429 w 149820"/>
                <a:gd name="csY111" fmla="*/ 106512 h 119051"/>
                <a:gd name="csX112" fmla="*/ 33850 w 149820"/>
                <a:gd name="csY112" fmla="*/ 107988 h 119051"/>
                <a:gd name="csX113" fmla="*/ 34566 w 149820"/>
                <a:gd name="csY113" fmla="*/ 111793 h 119051"/>
                <a:gd name="csX114" fmla="*/ 62588 w 149820"/>
                <a:gd name="csY114" fmla="*/ 19174 h 119051"/>
                <a:gd name="csX115" fmla="*/ 61721 w 149820"/>
                <a:gd name="csY115" fmla="*/ 20094 h 119051"/>
                <a:gd name="csX116" fmla="*/ 58784 w 149820"/>
                <a:gd name="csY116" fmla="*/ 18793 h 119051"/>
                <a:gd name="csX117" fmla="*/ 60077 w 149820"/>
                <a:gd name="csY117" fmla="*/ 16967 h 119051"/>
                <a:gd name="csX118" fmla="*/ 63303 w 149820"/>
                <a:gd name="csY118" fmla="*/ 16123 h 119051"/>
                <a:gd name="csX119" fmla="*/ 65198 w 149820"/>
                <a:gd name="csY119" fmla="*/ 16404 h 119051"/>
                <a:gd name="csX120" fmla="*/ 63113 w 149820"/>
                <a:gd name="csY120" fmla="*/ 18215 h 119051"/>
                <a:gd name="csX121" fmla="*/ 62588 w 149820"/>
                <a:gd name="csY121" fmla="*/ 19174 h 119051"/>
                <a:gd name="csX122" fmla="*/ 94978 w 149820"/>
                <a:gd name="csY122" fmla="*/ 75873 h 119051"/>
                <a:gd name="csX123" fmla="*/ 95031 w 149820"/>
                <a:gd name="csY123" fmla="*/ 79662 h 119051"/>
                <a:gd name="csX124" fmla="*/ 94476 w 149820"/>
                <a:gd name="csY124" fmla="*/ 80765 h 119051"/>
                <a:gd name="csX125" fmla="*/ 93661 w 149820"/>
                <a:gd name="csY125" fmla="*/ 81495 h 119051"/>
                <a:gd name="csX126" fmla="*/ 91531 w 149820"/>
                <a:gd name="csY126" fmla="*/ 82264 h 119051"/>
                <a:gd name="csX127" fmla="*/ 89682 w 149820"/>
                <a:gd name="csY127" fmla="*/ 83337 h 119051"/>
                <a:gd name="csX128" fmla="*/ 88031 w 149820"/>
                <a:gd name="csY128" fmla="*/ 85216 h 119051"/>
                <a:gd name="csX129" fmla="*/ 87422 w 149820"/>
                <a:gd name="csY129" fmla="*/ 87902 h 119051"/>
                <a:gd name="csX130" fmla="*/ 88708 w 149820"/>
                <a:gd name="csY130" fmla="*/ 89865 h 119051"/>
                <a:gd name="csX131" fmla="*/ 91052 w 149820"/>
                <a:gd name="csY131" fmla="*/ 90937 h 119051"/>
                <a:gd name="csX132" fmla="*/ 91653 w 149820"/>
                <a:gd name="csY132" fmla="*/ 94666 h 119051"/>
                <a:gd name="csX133" fmla="*/ 89720 w 149820"/>
                <a:gd name="csY133" fmla="*/ 96499 h 119051"/>
                <a:gd name="csX134" fmla="*/ 84759 w 149820"/>
                <a:gd name="csY134" fmla="*/ 98325 h 119051"/>
                <a:gd name="csX135" fmla="*/ 84242 w 149820"/>
                <a:gd name="csY135" fmla="*/ 102731 h 119051"/>
                <a:gd name="csX136" fmla="*/ 84402 w 149820"/>
                <a:gd name="csY136" fmla="*/ 106193 h 119051"/>
                <a:gd name="csX137" fmla="*/ 84311 w 149820"/>
                <a:gd name="csY137" fmla="*/ 108704 h 119051"/>
                <a:gd name="csX138" fmla="*/ 83915 w 149820"/>
                <a:gd name="csY138" fmla="*/ 112173 h 119051"/>
                <a:gd name="csX139" fmla="*/ 79905 w 149820"/>
                <a:gd name="csY139" fmla="*/ 113748 h 119051"/>
                <a:gd name="csX140" fmla="*/ 77311 w 149820"/>
                <a:gd name="csY140" fmla="*/ 108468 h 119051"/>
                <a:gd name="csX141" fmla="*/ 77288 w 149820"/>
                <a:gd name="csY141" fmla="*/ 106345 h 119051"/>
                <a:gd name="csX142" fmla="*/ 76512 w 149820"/>
                <a:gd name="csY142" fmla="*/ 103864 h 119051"/>
                <a:gd name="csX143" fmla="*/ 76367 w 149820"/>
                <a:gd name="csY143" fmla="*/ 101749 h 119051"/>
                <a:gd name="csX144" fmla="*/ 75446 w 149820"/>
                <a:gd name="csY144" fmla="*/ 98364 h 119051"/>
                <a:gd name="csX145" fmla="*/ 71650 w 149820"/>
                <a:gd name="csY145" fmla="*/ 97443 h 119051"/>
                <a:gd name="csX146" fmla="*/ 70174 w 149820"/>
                <a:gd name="csY146" fmla="*/ 97321 h 119051"/>
                <a:gd name="csX147" fmla="*/ 68112 w 149820"/>
                <a:gd name="csY147" fmla="*/ 97953 h 119051"/>
                <a:gd name="csX148" fmla="*/ 67602 w 149820"/>
                <a:gd name="csY148" fmla="*/ 97709 h 119051"/>
                <a:gd name="csX149" fmla="*/ 65129 w 149820"/>
                <a:gd name="csY149" fmla="*/ 93068 h 119051"/>
                <a:gd name="csX150" fmla="*/ 65540 w 149820"/>
                <a:gd name="csY150" fmla="*/ 87925 h 119051"/>
                <a:gd name="csX151" fmla="*/ 64224 w 149820"/>
                <a:gd name="csY151" fmla="*/ 85323 h 119051"/>
                <a:gd name="csX152" fmla="*/ 64041 w 149820"/>
                <a:gd name="csY152" fmla="*/ 84143 h 119051"/>
                <a:gd name="csX153" fmla="*/ 64072 w 149820"/>
                <a:gd name="csY153" fmla="*/ 82834 h 119051"/>
                <a:gd name="csX154" fmla="*/ 62984 w 149820"/>
                <a:gd name="csY154" fmla="*/ 81754 h 119051"/>
                <a:gd name="csX155" fmla="*/ 61675 w 149820"/>
                <a:gd name="csY155" fmla="*/ 81183 h 119051"/>
                <a:gd name="csX156" fmla="*/ 61036 w 149820"/>
                <a:gd name="csY156" fmla="*/ 78269 h 119051"/>
                <a:gd name="csX157" fmla="*/ 62542 w 149820"/>
                <a:gd name="csY157" fmla="*/ 77562 h 119051"/>
                <a:gd name="csX158" fmla="*/ 66278 w 149820"/>
                <a:gd name="csY158" fmla="*/ 77904 h 119051"/>
                <a:gd name="csX159" fmla="*/ 67374 w 149820"/>
                <a:gd name="csY159" fmla="*/ 77706 h 119051"/>
                <a:gd name="csX160" fmla="*/ 68371 w 149820"/>
                <a:gd name="csY160" fmla="*/ 77097 h 119051"/>
                <a:gd name="csX161" fmla="*/ 71391 w 149820"/>
                <a:gd name="csY161" fmla="*/ 72289 h 119051"/>
                <a:gd name="csX162" fmla="*/ 71300 w 149820"/>
                <a:gd name="csY162" fmla="*/ 71224 h 119051"/>
                <a:gd name="csX163" fmla="*/ 71619 w 149820"/>
                <a:gd name="csY163" fmla="*/ 69847 h 119051"/>
                <a:gd name="csX164" fmla="*/ 74883 w 149820"/>
                <a:gd name="csY164" fmla="*/ 69337 h 119051"/>
                <a:gd name="csX165" fmla="*/ 76337 w 149820"/>
                <a:gd name="csY165" fmla="*/ 71201 h 119051"/>
                <a:gd name="csX166" fmla="*/ 76040 w 149820"/>
                <a:gd name="csY166" fmla="*/ 74183 h 119051"/>
                <a:gd name="csX167" fmla="*/ 76222 w 149820"/>
                <a:gd name="csY167" fmla="*/ 77988 h 119051"/>
                <a:gd name="csX168" fmla="*/ 78201 w 149820"/>
                <a:gd name="csY168" fmla="*/ 79023 h 119051"/>
                <a:gd name="csX169" fmla="*/ 78969 w 149820"/>
                <a:gd name="csY169" fmla="*/ 79175 h 119051"/>
                <a:gd name="csX170" fmla="*/ 79798 w 149820"/>
                <a:gd name="csY170" fmla="*/ 76367 h 119051"/>
                <a:gd name="csX171" fmla="*/ 80377 w 149820"/>
                <a:gd name="csY171" fmla="*/ 74998 h 119051"/>
                <a:gd name="csX172" fmla="*/ 81161 w 149820"/>
                <a:gd name="csY172" fmla="*/ 74229 h 119051"/>
                <a:gd name="csX173" fmla="*/ 81427 w 149820"/>
                <a:gd name="csY173" fmla="*/ 71657 h 119051"/>
                <a:gd name="csX174" fmla="*/ 80963 w 149820"/>
                <a:gd name="csY174" fmla="*/ 70082 h 119051"/>
                <a:gd name="csX175" fmla="*/ 79974 w 149820"/>
                <a:gd name="csY175" fmla="*/ 68903 h 119051"/>
                <a:gd name="csX176" fmla="*/ 83671 w 149820"/>
                <a:gd name="csY176" fmla="*/ 65708 h 119051"/>
                <a:gd name="csX177" fmla="*/ 87499 w 149820"/>
                <a:gd name="csY177" fmla="*/ 63166 h 119051"/>
                <a:gd name="csX178" fmla="*/ 89728 w 149820"/>
                <a:gd name="csY178" fmla="*/ 63029 h 119051"/>
                <a:gd name="csX179" fmla="*/ 91965 w 149820"/>
                <a:gd name="csY179" fmla="*/ 63653 h 119051"/>
                <a:gd name="csX180" fmla="*/ 94049 w 149820"/>
                <a:gd name="csY180" fmla="*/ 64505 h 119051"/>
                <a:gd name="csX181" fmla="*/ 95176 w 149820"/>
                <a:gd name="csY181" fmla="*/ 65243 h 119051"/>
                <a:gd name="csX182" fmla="*/ 95807 w 149820"/>
                <a:gd name="csY182" fmla="*/ 66430 h 119051"/>
                <a:gd name="csX183" fmla="*/ 94407 w 149820"/>
                <a:gd name="csY183" fmla="*/ 69253 h 119051"/>
                <a:gd name="csX184" fmla="*/ 94019 w 149820"/>
                <a:gd name="csY184" fmla="*/ 70790 h 119051"/>
                <a:gd name="csX185" fmla="*/ 94978 w 149820"/>
                <a:gd name="csY185" fmla="*/ 75873 h 119051"/>
                <a:gd name="csX186" fmla="*/ 53093 w 149820"/>
                <a:gd name="csY186" fmla="*/ 75949 h 119051"/>
                <a:gd name="csX187" fmla="*/ 52727 w 149820"/>
                <a:gd name="csY187" fmla="*/ 76626 h 119051"/>
                <a:gd name="csX188" fmla="*/ 51373 w 149820"/>
                <a:gd name="csY188" fmla="*/ 75918 h 119051"/>
                <a:gd name="csX189" fmla="*/ 51229 w 149820"/>
                <a:gd name="csY189" fmla="*/ 73468 h 119051"/>
                <a:gd name="csX190" fmla="*/ 51738 w 149820"/>
                <a:gd name="csY190" fmla="*/ 71262 h 119051"/>
                <a:gd name="csX191" fmla="*/ 51137 w 149820"/>
                <a:gd name="csY191" fmla="*/ 69284 h 119051"/>
                <a:gd name="csX192" fmla="*/ 51799 w 149820"/>
                <a:gd name="csY192" fmla="*/ 68013 h 119051"/>
                <a:gd name="csX193" fmla="*/ 53701 w 149820"/>
                <a:gd name="csY193" fmla="*/ 70973 h 119051"/>
                <a:gd name="csX194" fmla="*/ 54241 w 149820"/>
                <a:gd name="csY194" fmla="*/ 72365 h 119051"/>
                <a:gd name="csX195" fmla="*/ 53503 w 149820"/>
                <a:gd name="csY195" fmla="*/ 74024 h 119051"/>
                <a:gd name="csX196" fmla="*/ 53093 w 149820"/>
                <a:gd name="csY196" fmla="*/ 75949 h 119051"/>
                <a:gd name="csX197" fmla="*/ 97047 w 149820"/>
                <a:gd name="csY197" fmla="*/ 82994 h 119051"/>
                <a:gd name="csX198" fmla="*/ 95039 w 149820"/>
                <a:gd name="csY198" fmla="*/ 84600 h 119051"/>
                <a:gd name="csX199" fmla="*/ 94597 w 149820"/>
                <a:gd name="csY199" fmla="*/ 84516 h 119051"/>
                <a:gd name="csX200" fmla="*/ 93943 w 149820"/>
                <a:gd name="csY200" fmla="*/ 82317 h 119051"/>
                <a:gd name="csX201" fmla="*/ 95008 w 149820"/>
                <a:gd name="csY201" fmla="*/ 80978 h 119051"/>
                <a:gd name="csX202" fmla="*/ 95632 w 149820"/>
                <a:gd name="csY202" fmla="*/ 79844 h 119051"/>
                <a:gd name="csX203" fmla="*/ 96081 w 149820"/>
                <a:gd name="csY203" fmla="*/ 79875 h 119051"/>
                <a:gd name="csX204" fmla="*/ 96690 w 149820"/>
                <a:gd name="csY204" fmla="*/ 81107 h 119051"/>
                <a:gd name="csX205" fmla="*/ 97047 w 149820"/>
                <a:gd name="csY205" fmla="*/ 82994 h 119051"/>
                <a:gd name="csX206" fmla="*/ 53899 w 149820"/>
                <a:gd name="csY206" fmla="*/ 82500 h 119051"/>
                <a:gd name="csX207" fmla="*/ 54789 w 149820"/>
                <a:gd name="csY207" fmla="*/ 84463 h 119051"/>
                <a:gd name="csX208" fmla="*/ 55885 w 149820"/>
                <a:gd name="csY208" fmla="*/ 88647 h 119051"/>
                <a:gd name="csX209" fmla="*/ 57620 w 149820"/>
                <a:gd name="csY209" fmla="*/ 93319 h 119051"/>
                <a:gd name="csX210" fmla="*/ 56897 w 149820"/>
                <a:gd name="csY210" fmla="*/ 95267 h 119051"/>
                <a:gd name="csX211" fmla="*/ 57391 w 149820"/>
                <a:gd name="csY211" fmla="*/ 97762 h 119051"/>
                <a:gd name="csX212" fmla="*/ 56897 w 149820"/>
                <a:gd name="csY212" fmla="*/ 100357 h 119051"/>
                <a:gd name="csX213" fmla="*/ 53450 w 149820"/>
                <a:gd name="csY213" fmla="*/ 103370 h 119051"/>
                <a:gd name="csX214" fmla="*/ 49585 w 149820"/>
                <a:gd name="csY214" fmla="*/ 103507 h 119051"/>
                <a:gd name="csX215" fmla="*/ 45568 w 149820"/>
                <a:gd name="csY215" fmla="*/ 102054 h 119051"/>
                <a:gd name="csX216" fmla="*/ 39892 w 149820"/>
                <a:gd name="csY216" fmla="*/ 99246 h 119051"/>
                <a:gd name="csX217" fmla="*/ 39435 w 149820"/>
                <a:gd name="csY217" fmla="*/ 97671 h 119051"/>
                <a:gd name="csX218" fmla="*/ 38644 w 149820"/>
                <a:gd name="csY218" fmla="*/ 96796 h 119051"/>
                <a:gd name="csX219" fmla="*/ 37122 w 149820"/>
                <a:gd name="csY219" fmla="*/ 91995 h 119051"/>
                <a:gd name="csX220" fmla="*/ 37153 w 149820"/>
                <a:gd name="csY220" fmla="*/ 86053 h 119051"/>
                <a:gd name="csX221" fmla="*/ 40006 w 149820"/>
                <a:gd name="csY221" fmla="*/ 85300 h 119051"/>
                <a:gd name="csX222" fmla="*/ 46237 w 149820"/>
                <a:gd name="csY222" fmla="*/ 82454 h 119051"/>
                <a:gd name="csX223" fmla="*/ 47675 w 149820"/>
                <a:gd name="csY223" fmla="*/ 82903 h 119051"/>
                <a:gd name="csX224" fmla="*/ 49182 w 149820"/>
                <a:gd name="csY224" fmla="*/ 84356 h 119051"/>
                <a:gd name="csX225" fmla="*/ 50916 w 149820"/>
                <a:gd name="csY225" fmla="*/ 84440 h 119051"/>
                <a:gd name="csX226" fmla="*/ 53427 w 149820"/>
                <a:gd name="csY226" fmla="*/ 82378 h 119051"/>
                <a:gd name="csX227" fmla="*/ 53899 w 149820"/>
                <a:gd name="csY227" fmla="*/ 82500 h 119051"/>
                <a:gd name="csX228" fmla="*/ 148763 w 149820"/>
                <a:gd name="csY228" fmla="*/ 104511 h 119051"/>
                <a:gd name="csX229" fmla="*/ 147971 w 149820"/>
                <a:gd name="csY229" fmla="*/ 105143 h 119051"/>
                <a:gd name="csX230" fmla="*/ 144441 w 149820"/>
                <a:gd name="csY230" fmla="*/ 104100 h 119051"/>
                <a:gd name="csX231" fmla="*/ 140142 w 149820"/>
                <a:gd name="csY231" fmla="*/ 101521 h 119051"/>
                <a:gd name="csX232" fmla="*/ 140774 w 149820"/>
                <a:gd name="csY232" fmla="*/ 96454 h 119051"/>
                <a:gd name="csX233" fmla="*/ 141877 w 149820"/>
                <a:gd name="csY233" fmla="*/ 94255 h 119051"/>
                <a:gd name="csX234" fmla="*/ 149721 w 149820"/>
                <a:gd name="csY234" fmla="*/ 99938 h 119051"/>
                <a:gd name="csX235" fmla="*/ 149820 w 149820"/>
                <a:gd name="csY235" fmla="*/ 102077 h 119051"/>
                <a:gd name="csX236" fmla="*/ 148763 w 149820"/>
                <a:gd name="csY236" fmla="*/ 104511 h 119051"/>
                <a:gd name="csX237" fmla="*/ 55801 w 149820"/>
                <a:gd name="csY237" fmla="*/ 114554 h 119051"/>
                <a:gd name="csX238" fmla="*/ 54850 w 149820"/>
                <a:gd name="csY238" fmla="*/ 114760 h 119051"/>
                <a:gd name="csX239" fmla="*/ 53564 w 149820"/>
                <a:gd name="csY239" fmla="*/ 111770 h 119051"/>
                <a:gd name="csX240" fmla="*/ 53397 w 149820"/>
                <a:gd name="csY240" fmla="*/ 110826 h 119051"/>
                <a:gd name="csX241" fmla="*/ 54911 w 149820"/>
                <a:gd name="csY241" fmla="*/ 108909 h 119051"/>
                <a:gd name="csX242" fmla="*/ 55885 w 149820"/>
                <a:gd name="csY242" fmla="*/ 106733 h 119051"/>
                <a:gd name="csX243" fmla="*/ 58418 w 149820"/>
                <a:gd name="csY243" fmla="*/ 103385 h 119051"/>
                <a:gd name="csX244" fmla="*/ 59872 w 149820"/>
                <a:gd name="csY244" fmla="*/ 99452 h 119051"/>
                <a:gd name="csX245" fmla="*/ 60427 w 149820"/>
                <a:gd name="csY245" fmla="*/ 99512 h 119051"/>
                <a:gd name="csX246" fmla="*/ 59780 w 149820"/>
                <a:gd name="csY246" fmla="*/ 103020 h 119051"/>
                <a:gd name="csX247" fmla="*/ 56455 w 149820"/>
                <a:gd name="csY247" fmla="*/ 112751 h 119051"/>
                <a:gd name="csX248" fmla="*/ 55801 w 149820"/>
                <a:gd name="csY248" fmla="*/ 114554 h 119051"/>
                <a:gd name="csX249" fmla="*/ 41428 w 149820"/>
                <a:gd name="csY249" fmla="*/ 109540 h 119051"/>
                <a:gd name="csX250" fmla="*/ 39207 w 149820"/>
                <a:gd name="csY250" fmla="*/ 110050 h 119051"/>
                <a:gd name="csX251" fmla="*/ 38073 w 149820"/>
                <a:gd name="csY251" fmla="*/ 109152 h 119051"/>
                <a:gd name="csX252" fmla="*/ 35988 w 149820"/>
                <a:gd name="csY252" fmla="*/ 108810 h 119051"/>
                <a:gd name="csX253" fmla="*/ 35243 w 149820"/>
                <a:gd name="csY253" fmla="*/ 103096 h 119051"/>
                <a:gd name="csX254" fmla="*/ 35456 w 149820"/>
                <a:gd name="csY254" fmla="*/ 102754 h 119051"/>
                <a:gd name="csX255" fmla="*/ 36506 w 149820"/>
                <a:gd name="csY255" fmla="*/ 103157 h 119051"/>
                <a:gd name="csX256" fmla="*/ 40105 w 149820"/>
                <a:gd name="csY256" fmla="*/ 105827 h 119051"/>
                <a:gd name="csX257" fmla="*/ 41360 w 149820"/>
                <a:gd name="csY257" fmla="*/ 108742 h 119051"/>
                <a:gd name="csX258" fmla="*/ 41428 w 149820"/>
                <a:gd name="csY258" fmla="*/ 109540 h 119051"/>
                <a:gd name="csX259" fmla="*/ 94559 w 149820"/>
                <a:gd name="csY259" fmla="*/ 106596 h 119051"/>
                <a:gd name="csX260" fmla="*/ 93745 w 149820"/>
                <a:gd name="csY260" fmla="*/ 107151 h 119051"/>
                <a:gd name="csX261" fmla="*/ 90466 w 149820"/>
                <a:gd name="csY261" fmla="*/ 106748 h 119051"/>
                <a:gd name="csX262" fmla="*/ 86768 w 149820"/>
                <a:gd name="csY262" fmla="*/ 109320 h 119051"/>
                <a:gd name="csX263" fmla="*/ 85368 w 149820"/>
                <a:gd name="csY263" fmla="*/ 108506 h 119051"/>
                <a:gd name="csX264" fmla="*/ 85901 w 149820"/>
                <a:gd name="csY264" fmla="*/ 106862 h 119051"/>
                <a:gd name="csX265" fmla="*/ 86289 w 149820"/>
                <a:gd name="csY265" fmla="*/ 106261 h 119051"/>
                <a:gd name="csX266" fmla="*/ 87529 w 149820"/>
                <a:gd name="csY266" fmla="*/ 105561 h 119051"/>
                <a:gd name="csX267" fmla="*/ 88358 w 149820"/>
                <a:gd name="csY267" fmla="*/ 104542 h 119051"/>
                <a:gd name="csX268" fmla="*/ 88685 w 149820"/>
                <a:gd name="csY268" fmla="*/ 102944 h 119051"/>
                <a:gd name="csX269" fmla="*/ 89454 w 149820"/>
                <a:gd name="csY269" fmla="*/ 103804 h 119051"/>
                <a:gd name="csX270" fmla="*/ 91744 w 149820"/>
                <a:gd name="csY270" fmla="*/ 104161 h 119051"/>
                <a:gd name="csX271" fmla="*/ 92862 w 149820"/>
                <a:gd name="csY271" fmla="*/ 104671 h 119051"/>
                <a:gd name="csX272" fmla="*/ 93798 w 149820"/>
                <a:gd name="csY272" fmla="*/ 105424 h 119051"/>
                <a:gd name="csX273" fmla="*/ 94559 w 149820"/>
                <a:gd name="csY273" fmla="*/ 106596 h 119051"/>
                <a:gd name="csX274" fmla="*/ 50468 w 149820"/>
                <a:gd name="csY274" fmla="*/ 110971 h 119051"/>
                <a:gd name="csX275" fmla="*/ 49037 w 149820"/>
                <a:gd name="csY275" fmla="*/ 111359 h 119051"/>
                <a:gd name="csX276" fmla="*/ 47401 w 149820"/>
                <a:gd name="csY276" fmla="*/ 110552 h 119051"/>
                <a:gd name="csX277" fmla="*/ 44731 w 149820"/>
                <a:gd name="csY277" fmla="*/ 107517 h 119051"/>
                <a:gd name="csX278" fmla="*/ 44396 w 149820"/>
                <a:gd name="csY278" fmla="*/ 106710 h 119051"/>
                <a:gd name="csX279" fmla="*/ 45796 w 149820"/>
                <a:gd name="csY279" fmla="*/ 107220 h 119051"/>
                <a:gd name="csX280" fmla="*/ 47538 w 149820"/>
                <a:gd name="csY280" fmla="*/ 108810 h 119051"/>
                <a:gd name="csX281" fmla="*/ 48961 w 149820"/>
                <a:gd name="csY281" fmla="*/ 109152 h 119051"/>
                <a:gd name="csX282" fmla="*/ 50909 w 149820"/>
                <a:gd name="csY282" fmla="*/ 110492 h 119051"/>
                <a:gd name="csX283" fmla="*/ 50468 w 149820"/>
                <a:gd name="csY283" fmla="*/ 110971 h 119051"/>
                <a:gd name="csX284" fmla="*/ 69192 w 149820"/>
                <a:gd name="csY284" fmla="*/ 109343 h 119051"/>
                <a:gd name="csX285" fmla="*/ 72974 w 149820"/>
                <a:gd name="csY285" fmla="*/ 111640 h 119051"/>
                <a:gd name="csX286" fmla="*/ 75530 w 149820"/>
                <a:gd name="csY286" fmla="*/ 111503 h 119051"/>
                <a:gd name="csX287" fmla="*/ 77272 w 149820"/>
                <a:gd name="csY287" fmla="*/ 112454 h 119051"/>
                <a:gd name="csX288" fmla="*/ 77691 w 149820"/>
                <a:gd name="csY288" fmla="*/ 113923 h 119051"/>
                <a:gd name="csX289" fmla="*/ 77843 w 149820"/>
                <a:gd name="csY289" fmla="*/ 117179 h 119051"/>
                <a:gd name="csX290" fmla="*/ 76017 w 149820"/>
                <a:gd name="csY290" fmla="*/ 118130 h 119051"/>
                <a:gd name="csX291" fmla="*/ 74001 w 149820"/>
                <a:gd name="csY291" fmla="*/ 117811 h 119051"/>
                <a:gd name="csX292" fmla="*/ 71254 w 149820"/>
                <a:gd name="csY292" fmla="*/ 119051 h 119051"/>
                <a:gd name="csX293" fmla="*/ 62246 w 149820"/>
                <a:gd name="csY293" fmla="*/ 113733 h 119051"/>
                <a:gd name="csX294" fmla="*/ 62375 w 149820"/>
                <a:gd name="csY294" fmla="*/ 109282 h 119051"/>
                <a:gd name="csX295" fmla="*/ 62733 w 149820"/>
                <a:gd name="csY295" fmla="*/ 107532 h 119051"/>
                <a:gd name="csX296" fmla="*/ 67001 w 149820"/>
                <a:gd name="csY296" fmla="*/ 107113 h 119051"/>
                <a:gd name="csX297" fmla="*/ 69192 w 149820"/>
                <a:gd name="csY297" fmla="*/ 109343 h 1190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Lst>
              <a:rect l="l" t="t" r="r" b="b"/>
              <a:pathLst>
                <a:path w="149820" h="119051">
                  <a:moveTo>
                    <a:pt x="34566" y="111793"/>
                  </a:moveTo>
                  <a:lnTo>
                    <a:pt x="34246" y="111793"/>
                  </a:lnTo>
                  <a:lnTo>
                    <a:pt x="32884" y="111465"/>
                  </a:lnTo>
                  <a:lnTo>
                    <a:pt x="31918" y="110682"/>
                  </a:lnTo>
                  <a:lnTo>
                    <a:pt x="29415" y="111237"/>
                  </a:lnTo>
                  <a:lnTo>
                    <a:pt x="26067" y="112500"/>
                  </a:lnTo>
                  <a:lnTo>
                    <a:pt x="24210" y="112439"/>
                  </a:lnTo>
                  <a:lnTo>
                    <a:pt x="22734" y="111085"/>
                  </a:lnTo>
                  <a:lnTo>
                    <a:pt x="16693" y="109152"/>
                  </a:lnTo>
                  <a:lnTo>
                    <a:pt x="15719" y="108993"/>
                  </a:lnTo>
                  <a:lnTo>
                    <a:pt x="11732" y="108917"/>
                  </a:lnTo>
                  <a:lnTo>
                    <a:pt x="11725" y="108917"/>
                  </a:lnTo>
                  <a:lnTo>
                    <a:pt x="11535" y="105858"/>
                  </a:lnTo>
                  <a:lnTo>
                    <a:pt x="11040" y="103644"/>
                  </a:lnTo>
                  <a:lnTo>
                    <a:pt x="9640" y="100342"/>
                  </a:lnTo>
                  <a:lnTo>
                    <a:pt x="11710" y="99543"/>
                  </a:lnTo>
                  <a:lnTo>
                    <a:pt x="11306" y="93076"/>
                  </a:lnTo>
                  <a:lnTo>
                    <a:pt x="10553" y="89720"/>
                  </a:lnTo>
                  <a:lnTo>
                    <a:pt x="4778" y="86258"/>
                  </a:lnTo>
                  <a:lnTo>
                    <a:pt x="228" y="82888"/>
                  </a:lnTo>
                  <a:lnTo>
                    <a:pt x="1278" y="71475"/>
                  </a:lnTo>
                  <a:lnTo>
                    <a:pt x="1727" y="68386"/>
                  </a:lnTo>
                  <a:lnTo>
                    <a:pt x="0" y="62375"/>
                  </a:lnTo>
                  <a:lnTo>
                    <a:pt x="183" y="55421"/>
                  </a:lnTo>
                  <a:lnTo>
                    <a:pt x="913" y="44404"/>
                  </a:lnTo>
                  <a:lnTo>
                    <a:pt x="2359" y="43970"/>
                  </a:lnTo>
                  <a:lnTo>
                    <a:pt x="3424" y="44023"/>
                  </a:lnTo>
                  <a:lnTo>
                    <a:pt x="7517" y="46009"/>
                  </a:lnTo>
                  <a:lnTo>
                    <a:pt x="9221" y="46207"/>
                  </a:lnTo>
                  <a:lnTo>
                    <a:pt x="10393" y="47980"/>
                  </a:lnTo>
                  <a:lnTo>
                    <a:pt x="11763" y="48710"/>
                  </a:lnTo>
                  <a:lnTo>
                    <a:pt x="12752" y="46831"/>
                  </a:lnTo>
                  <a:lnTo>
                    <a:pt x="13140" y="43612"/>
                  </a:lnTo>
                  <a:lnTo>
                    <a:pt x="16381" y="39435"/>
                  </a:lnTo>
                  <a:lnTo>
                    <a:pt x="18656" y="37891"/>
                  </a:lnTo>
                  <a:lnTo>
                    <a:pt x="20208" y="37153"/>
                  </a:lnTo>
                  <a:lnTo>
                    <a:pt x="21776" y="38842"/>
                  </a:lnTo>
                  <a:lnTo>
                    <a:pt x="22970" y="40736"/>
                  </a:lnTo>
                  <a:lnTo>
                    <a:pt x="23252" y="36590"/>
                  </a:lnTo>
                  <a:lnTo>
                    <a:pt x="24218" y="28654"/>
                  </a:lnTo>
                  <a:lnTo>
                    <a:pt x="21136" y="27406"/>
                  </a:lnTo>
                  <a:lnTo>
                    <a:pt x="18618" y="28487"/>
                  </a:lnTo>
                  <a:lnTo>
                    <a:pt x="16130" y="33523"/>
                  </a:lnTo>
                  <a:lnTo>
                    <a:pt x="13908" y="39831"/>
                  </a:lnTo>
                  <a:lnTo>
                    <a:pt x="10302" y="40409"/>
                  </a:lnTo>
                  <a:lnTo>
                    <a:pt x="7426" y="42190"/>
                  </a:lnTo>
                  <a:lnTo>
                    <a:pt x="4831" y="40341"/>
                  </a:lnTo>
                  <a:lnTo>
                    <a:pt x="3157" y="38712"/>
                  </a:lnTo>
                  <a:lnTo>
                    <a:pt x="3119" y="36331"/>
                  </a:lnTo>
                  <a:lnTo>
                    <a:pt x="3500" y="34893"/>
                  </a:lnTo>
                  <a:lnTo>
                    <a:pt x="6551" y="29734"/>
                  </a:lnTo>
                  <a:lnTo>
                    <a:pt x="10644" y="24766"/>
                  </a:lnTo>
                  <a:lnTo>
                    <a:pt x="14768" y="24812"/>
                  </a:lnTo>
                  <a:lnTo>
                    <a:pt x="17774" y="23221"/>
                  </a:lnTo>
                  <a:lnTo>
                    <a:pt x="19569" y="23031"/>
                  </a:lnTo>
                  <a:lnTo>
                    <a:pt x="25177" y="23374"/>
                  </a:lnTo>
                  <a:lnTo>
                    <a:pt x="28053" y="22278"/>
                  </a:lnTo>
                  <a:lnTo>
                    <a:pt x="30632" y="19995"/>
                  </a:lnTo>
                  <a:lnTo>
                    <a:pt x="36202" y="10279"/>
                  </a:lnTo>
                  <a:lnTo>
                    <a:pt x="39344" y="6209"/>
                  </a:lnTo>
                  <a:lnTo>
                    <a:pt x="45682" y="4778"/>
                  </a:lnTo>
                  <a:lnTo>
                    <a:pt x="51540" y="61"/>
                  </a:lnTo>
                  <a:lnTo>
                    <a:pt x="53176" y="0"/>
                  </a:lnTo>
                  <a:lnTo>
                    <a:pt x="50422" y="3515"/>
                  </a:lnTo>
                  <a:lnTo>
                    <a:pt x="49981" y="4877"/>
                  </a:lnTo>
                  <a:lnTo>
                    <a:pt x="49646" y="6954"/>
                  </a:lnTo>
                  <a:lnTo>
                    <a:pt x="51617" y="11459"/>
                  </a:lnTo>
                  <a:lnTo>
                    <a:pt x="51198" y="14198"/>
                  </a:lnTo>
                  <a:lnTo>
                    <a:pt x="51343" y="19569"/>
                  </a:lnTo>
                  <a:lnTo>
                    <a:pt x="49478" y="22362"/>
                  </a:lnTo>
                  <a:lnTo>
                    <a:pt x="47378" y="28281"/>
                  </a:lnTo>
                  <a:lnTo>
                    <a:pt x="46473" y="29148"/>
                  </a:lnTo>
                  <a:lnTo>
                    <a:pt x="46275" y="36027"/>
                  </a:lnTo>
                  <a:lnTo>
                    <a:pt x="46481" y="37662"/>
                  </a:lnTo>
                  <a:lnTo>
                    <a:pt x="46176" y="43886"/>
                  </a:lnTo>
                  <a:lnTo>
                    <a:pt x="48330" y="46428"/>
                  </a:lnTo>
                  <a:lnTo>
                    <a:pt x="50605" y="47751"/>
                  </a:lnTo>
                  <a:lnTo>
                    <a:pt x="58198" y="47706"/>
                  </a:lnTo>
                  <a:lnTo>
                    <a:pt x="58989" y="48817"/>
                  </a:lnTo>
                  <a:lnTo>
                    <a:pt x="59917" y="50726"/>
                  </a:lnTo>
                  <a:lnTo>
                    <a:pt x="59240" y="53968"/>
                  </a:lnTo>
                  <a:lnTo>
                    <a:pt x="58426" y="56410"/>
                  </a:lnTo>
                  <a:lnTo>
                    <a:pt x="56227" y="58464"/>
                  </a:lnTo>
                  <a:lnTo>
                    <a:pt x="53404" y="59994"/>
                  </a:lnTo>
                  <a:lnTo>
                    <a:pt x="51647" y="60062"/>
                  </a:lnTo>
                  <a:lnTo>
                    <a:pt x="49258" y="57155"/>
                  </a:lnTo>
                  <a:lnTo>
                    <a:pt x="48124" y="58099"/>
                  </a:lnTo>
                  <a:lnTo>
                    <a:pt x="46952" y="59583"/>
                  </a:lnTo>
                  <a:lnTo>
                    <a:pt x="44982" y="67511"/>
                  </a:lnTo>
                  <a:lnTo>
                    <a:pt x="44046" y="72844"/>
                  </a:lnTo>
                  <a:lnTo>
                    <a:pt x="43544" y="73278"/>
                  </a:lnTo>
                  <a:lnTo>
                    <a:pt x="42433" y="72487"/>
                  </a:lnTo>
                  <a:lnTo>
                    <a:pt x="40515" y="72426"/>
                  </a:lnTo>
                  <a:lnTo>
                    <a:pt x="38088" y="73689"/>
                  </a:lnTo>
                  <a:lnTo>
                    <a:pt x="39336" y="74815"/>
                  </a:lnTo>
                  <a:lnTo>
                    <a:pt x="40652" y="76770"/>
                  </a:lnTo>
                  <a:lnTo>
                    <a:pt x="40127" y="77752"/>
                  </a:lnTo>
                  <a:lnTo>
                    <a:pt x="37989" y="78809"/>
                  </a:lnTo>
                  <a:lnTo>
                    <a:pt x="36095" y="80948"/>
                  </a:lnTo>
                  <a:lnTo>
                    <a:pt x="35304" y="82561"/>
                  </a:lnTo>
                  <a:lnTo>
                    <a:pt x="32922" y="84470"/>
                  </a:lnTo>
                  <a:lnTo>
                    <a:pt x="31416" y="86890"/>
                  </a:lnTo>
                  <a:lnTo>
                    <a:pt x="32154" y="89880"/>
                  </a:lnTo>
                  <a:lnTo>
                    <a:pt x="32466" y="92505"/>
                  </a:lnTo>
                  <a:lnTo>
                    <a:pt x="33120" y="95396"/>
                  </a:lnTo>
                  <a:lnTo>
                    <a:pt x="32527" y="97702"/>
                  </a:lnTo>
                  <a:lnTo>
                    <a:pt x="29567" y="101004"/>
                  </a:lnTo>
                  <a:lnTo>
                    <a:pt x="28479" y="103857"/>
                  </a:lnTo>
                  <a:lnTo>
                    <a:pt x="31012" y="103819"/>
                  </a:lnTo>
                  <a:lnTo>
                    <a:pt x="32572" y="104473"/>
                  </a:lnTo>
                  <a:lnTo>
                    <a:pt x="33485" y="105318"/>
                  </a:lnTo>
                  <a:lnTo>
                    <a:pt x="34429" y="106512"/>
                  </a:lnTo>
                  <a:lnTo>
                    <a:pt x="33850" y="107988"/>
                  </a:lnTo>
                  <a:lnTo>
                    <a:pt x="34566" y="111793"/>
                  </a:lnTo>
                  <a:close/>
                  <a:moveTo>
                    <a:pt x="62588" y="19174"/>
                  </a:moveTo>
                  <a:lnTo>
                    <a:pt x="61721" y="20094"/>
                  </a:lnTo>
                  <a:lnTo>
                    <a:pt x="58784" y="18793"/>
                  </a:lnTo>
                  <a:lnTo>
                    <a:pt x="60077" y="16967"/>
                  </a:lnTo>
                  <a:lnTo>
                    <a:pt x="63303" y="16123"/>
                  </a:lnTo>
                  <a:lnTo>
                    <a:pt x="65198" y="16404"/>
                  </a:lnTo>
                  <a:lnTo>
                    <a:pt x="63113" y="18215"/>
                  </a:lnTo>
                  <a:lnTo>
                    <a:pt x="62588" y="19174"/>
                  </a:lnTo>
                  <a:close/>
                  <a:moveTo>
                    <a:pt x="94978" y="75873"/>
                  </a:moveTo>
                  <a:lnTo>
                    <a:pt x="95031" y="79662"/>
                  </a:lnTo>
                  <a:lnTo>
                    <a:pt x="94476" y="80765"/>
                  </a:lnTo>
                  <a:lnTo>
                    <a:pt x="93661" y="81495"/>
                  </a:lnTo>
                  <a:lnTo>
                    <a:pt x="91531" y="82264"/>
                  </a:lnTo>
                  <a:lnTo>
                    <a:pt x="89682" y="83337"/>
                  </a:lnTo>
                  <a:lnTo>
                    <a:pt x="88031" y="85216"/>
                  </a:lnTo>
                  <a:lnTo>
                    <a:pt x="87422" y="87902"/>
                  </a:lnTo>
                  <a:lnTo>
                    <a:pt x="88708" y="89865"/>
                  </a:lnTo>
                  <a:lnTo>
                    <a:pt x="91052" y="90937"/>
                  </a:lnTo>
                  <a:lnTo>
                    <a:pt x="91653" y="94666"/>
                  </a:lnTo>
                  <a:lnTo>
                    <a:pt x="89720" y="96499"/>
                  </a:lnTo>
                  <a:lnTo>
                    <a:pt x="84759" y="98325"/>
                  </a:lnTo>
                  <a:lnTo>
                    <a:pt x="84242" y="102731"/>
                  </a:lnTo>
                  <a:lnTo>
                    <a:pt x="84402" y="106193"/>
                  </a:lnTo>
                  <a:lnTo>
                    <a:pt x="84311" y="108704"/>
                  </a:lnTo>
                  <a:lnTo>
                    <a:pt x="83915" y="112173"/>
                  </a:lnTo>
                  <a:lnTo>
                    <a:pt x="79905" y="113748"/>
                  </a:lnTo>
                  <a:lnTo>
                    <a:pt x="77311" y="108468"/>
                  </a:lnTo>
                  <a:lnTo>
                    <a:pt x="77288" y="106345"/>
                  </a:lnTo>
                  <a:lnTo>
                    <a:pt x="76512" y="103864"/>
                  </a:lnTo>
                  <a:lnTo>
                    <a:pt x="76367" y="101749"/>
                  </a:lnTo>
                  <a:lnTo>
                    <a:pt x="75446" y="98364"/>
                  </a:lnTo>
                  <a:lnTo>
                    <a:pt x="71650" y="97443"/>
                  </a:lnTo>
                  <a:lnTo>
                    <a:pt x="70174" y="97321"/>
                  </a:lnTo>
                  <a:lnTo>
                    <a:pt x="68112" y="97953"/>
                  </a:lnTo>
                  <a:lnTo>
                    <a:pt x="67602" y="97709"/>
                  </a:lnTo>
                  <a:lnTo>
                    <a:pt x="65129" y="93068"/>
                  </a:lnTo>
                  <a:lnTo>
                    <a:pt x="65540" y="87925"/>
                  </a:lnTo>
                  <a:lnTo>
                    <a:pt x="64224" y="85323"/>
                  </a:lnTo>
                  <a:lnTo>
                    <a:pt x="64041" y="84143"/>
                  </a:lnTo>
                  <a:lnTo>
                    <a:pt x="64072" y="82834"/>
                  </a:lnTo>
                  <a:lnTo>
                    <a:pt x="62984" y="81754"/>
                  </a:lnTo>
                  <a:lnTo>
                    <a:pt x="61675" y="81183"/>
                  </a:lnTo>
                  <a:lnTo>
                    <a:pt x="61036" y="78269"/>
                  </a:lnTo>
                  <a:lnTo>
                    <a:pt x="62542" y="77562"/>
                  </a:lnTo>
                  <a:lnTo>
                    <a:pt x="66278" y="77904"/>
                  </a:lnTo>
                  <a:lnTo>
                    <a:pt x="67374" y="77706"/>
                  </a:lnTo>
                  <a:lnTo>
                    <a:pt x="68371" y="77097"/>
                  </a:lnTo>
                  <a:lnTo>
                    <a:pt x="71391" y="72289"/>
                  </a:lnTo>
                  <a:lnTo>
                    <a:pt x="71300" y="71224"/>
                  </a:lnTo>
                  <a:lnTo>
                    <a:pt x="71619" y="69847"/>
                  </a:lnTo>
                  <a:lnTo>
                    <a:pt x="74883" y="69337"/>
                  </a:lnTo>
                  <a:lnTo>
                    <a:pt x="76337" y="71201"/>
                  </a:lnTo>
                  <a:lnTo>
                    <a:pt x="76040" y="74183"/>
                  </a:lnTo>
                  <a:lnTo>
                    <a:pt x="76222" y="77988"/>
                  </a:lnTo>
                  <a:lnTo>
                    <a:pt x="78201" y="79023"/>
                  </a:lnTo>
                  <a:lnTo>
                    <a:pt x="78969" y="79175"/>
                  </a:lnTo>
                  <a:lnTo>
                    <a:pt x="79798" y="76367"/>
                  </a:lnTo>
                  <a:lnTo>
                    <a:pt x="80377" y="74998"/>
                  </a:lnTo>
                  <a:lnTo>
                    <a:pt x="81161" y="74229"/>
                  </a:lnTo>
                  <a:lnTo>
                    <a:pt x="81427" y="71657"/>
                  </a:lnTo>
                  <a:lnTo>
                    <a:pt x="80963" y="70082"/>
                  </a:lnTo>
                  <a:lnTo>
                    <a:pt x="79974" y="68903"/>
                  </a:lnTo>
                  <a:lnTo>
                    <a:pt x="83671" y="65708"/>
                  </a:lnTo>
                  <a:lnTo>
                    <a:pt x="87499" y="63166"/>
                  </a:lnTo>
                  <a:lnTo>
                    <a:pt x="89728" y="63029"/>
                  </a:lnTo>
                  <a:lnTo>
                    <a:pt x="91965" y="63653"/>
                  </a:lnTo>
                  <a:lnTo>
                    <a:pt x="94049" y="64505"/>
                  </a:lnTo>
                  <a:lnTo>
                    <a:pt x="95176" y="65243"/>
                  </a:lnTo>
                  <a:lnTo>
                    <a:pt x="95807" y="66430"/>
                  </a:lnTo>
                  <a:lnTo>
                    <a:pt x="94407" y="69253"/>
                  </a:lnTo>
                  <a:lnTo>
                    <a:pt x="94019" y="70790"/>
                  </a:lnTo>
                  <a:lnTo>
                    <a:pt x="94978" y="75873"/>
                  </a:lnTo>
                  <a:close/>
                  <a:moveTo>
                    <a:pt x="53093" y="75949"/>
                  </a:moveTo>
                  <a:lnTo>
                    <a:pt x="52727" y="76626"/>
                  </a:lnTo>
                  <a:lnTo>
                    <a:pt x="51373" y="75918"/>
                  </a:lnTo>
                  <a:lnTo>
                    <a:pt x="51229" y="73468"/>
                  </a:lnTo>
                  <a:lnTo>
                    <a:pt x="51738" y="71262"/>
                  </a:lnTo>
                  <a:lnTo>
                    <a:pt x="51137" y="69284"/>
                  </a:lnTo>
                  <a:lnTo>
                    <a:pt x="51799" y="68013"/>
                  </a:lnTo>
                  <a:lnTo>
                    <a:pt x="53701" y="70973"/>
                  </a:lnTo>
                  <a:lnTo>
                    <a:pt x="54241" y="72365"/>
                  </a:lnTo>
                  <a:lnTo>
                    <a:pt x="53503" y="74024"/>
                  </a:lnTo>
                  <a:lnTo>
                    <a:pt x="53093" y="75949"/>
                  </a:lnTo>
                  <a:close/>
                  <a:moveTo>
                    <a:pt x="97047" y="82994"/>
                  </a:moveTo>
                  <a:lnTo>
                    <a:pt x="95039" y="84600"/>
                  </a:lnTo>
                  <a:lnTo>
                    <a:pt x="94597" y="84516"/>
                  </a:lnTo>
                  <a:lnTo>
                    <a:pt x="93943" y="82317"/>
                  </a:lnTo>
                  <a:lnTo>
                    <a:pt x="95008" y="80978"/>
                  </a:lnTo>
                  <a:lnTo>
                    <a:pt x="95632" y="79844"/>
                  </a:lnTo>
                  <a:lnTo>
                    <a:pt x="96081" y="79875"/>
                  </a:lnTo>
                  <a:lnTo>
                    <a:pt x="96690" y="81107"/>
                  </a:lnTo>
                  <a:lnTo>
                    <a:pt x="97047" y="82994"/>
                  </a:lnTo>
                  <a:close/>
                  <a:moveTo>
                    <a:pt x="53899" y="82500"/>
                  </a:moveTo>
                  <a:lnTo>
                    <a:pt x="54789" y="84463"/>
                  </a:lnTo>
                  <a:lnTo>
                    <a:pt x="55885" y="88647"/>
                  </a:lnTo>
                  <a:lnTo>
                    <a:pt x="57620" y="93319"/>
                  </a:lnTo>
                  <a:lnTo>
                    <a:pt x="56897" y="95267"/>
                  </a:lnTo>
                  <a:lnTo>
                    <a:pt x="57391" y="97762"/>
                  </a:lnTo>
                  <a:lnTo>
                    <a:pt x="56897" y="100357"/>
                  </a:lnTo>
                  <a:lnTo>
                    <a:pt x="53450" y="103370"/>
                  </a:lnTo>
                  <a:lnTo>
                    <a:pt x="49585" y="103507"/>
                  </a:lnTo>
                  <a:lnTo>
                    <a:pt x="45568" y="102054"/>
                  </a:lnTo>
                  <a:lnTo>
                    <a:pt x="39892" y="99246"/>
                  </a:lnTo>
                  <a:lnTo>
                    <a:pt x="39435" y="97671"/>
                  </a:lnTo>
                  <a:lnTo>
                    <a:pt x="38644" y="96796"/>
                  </a:lnTo>
                  <a:lnTo>
                    <a:pt x="37122" y="91995"/>
                  </a:lnTo>
                  <a:lnTo>
                    <a:pt x="37153" y="86053"/>
                  </a:lnTo>
                  <a:lnTo>
                    <a:pt x="40006" y="85300"/>
                  </a:lnTo>
                  <a:lnTo>
                    <a:pt x="46237" y="82454"/>
                  </a:lnTo>
                  <a:lnTo>
                    <a:pt x="47675" y="82903"/>
                  </a:lnTo>
                  <a:lnTo>
                    <a:pt x="49182" y="84356"/>
                  </a:lnTo>
                  <a:lnTo>
                    <a:pt x="50916" y="84440"/>
                  </a:lnTo>
                  <a:lnTo>
                    <a:pt x="53427" y="82378"/>
                  </a:lnTo>
                  <a:lnTo>
                    <a:pt x="53899" y="82500"/>
                  </a:lnTo>
                  <a:close/>
                  <a:moveTo>
                    <a:pt x="148763" y="104511"/>
                  </a:moveTo>
                  <a:lnTo>
                    <a:pt x="147971" y="105143"/>
                  </a:lnTo>
                  <a:lnTo>
                    <a:pt x="144441" y="104100"/>
                  </a:lnTo>
                  <a:lnTo>
                    <a:pt x="140142" y="101521"/>
                  </a:lnTo>
                  <a:lnTo>
                    <a:pt x="140774" y="96454"/>
                  </a:lnTo>
                  <a:lnTo>
                    <a:pt x="141877" y="94255"/>
                  </a:lnTo>
                  <a:lnTo>
                    <a:pt x="149721" y="99938"/>
                  </a:lnTo>
                  <a:lnTo>
                    <a:pt x="149820" y="102077"/>
                  </a:lnTo>
                  <a:lnTo>
                    <a:pt x="148763" y="104511"/>
                  </a:lnTo>
                  <a:close/>
                  <a:moveTo>
                    <a:pt x="55801" y="114554"/>
                  </a:moveTo>
                  <a:lnTo>
                    <a:pt x="54850" y="114760"/>
                  </a:lnTo>
                  <a:lnTo>
                    <a:pt x="53564" y="111770"/>
                  </a:lnTo>
                  <a:lnTo>
                    <a:pt x="53397" y="110826"/>
                  </a:lnTo>
                  <a:lnTo>
                    <a:pt x="54911" y="108909"/>
                  </a:lnTo>
                  <a:lnTo>
                    <a:pt x="55885" y="106733"/>
                  </a:lnTo>
                  <a:lnTo>
                    <a:pt x="58418" y="103385"/>
                  </a:lnTo>
                  <a:lnTo>
                    <a:pt x="59872" y="99452"/>
                  </a:lnTo>
                  <a:lnTo>
                    <a:pt x="60427" y="99512"/>
                  </a:lnTo>
                  <a:lnTo>
                    <a:pt x="59780" y="103020"/>
                  </a:lnTo>
                  <a:lnTo>
                    <a:pt x="56455" y="112751"/>
                  </a:lnTo>
                  <a:lnTo>
                    <a:pt x="55801" y="114554"/>
                  </a:lnTo>
                  <a:close/>
                  <a:moveTo>
                    <a:pt x="41428" y="109540"/>
                  </a:moveTo>
                  <a:lnTo>
                    <a:pt x="39207" y="110050"/>
                  </a:lnTo>
                  <a:lnTo>
                    <a:pt x="38073" y="109152"/>
                  </a:lnTo>
                  <a:lnTo>
                    <a:pt x="35988" y="108810"/>
                  </a:lnTo>
                  <a:lnTo>
                    <a:pt x="35243" y="103096"/>
                  </a:lnTo>
                  <a:lnTo>
                    <a:pt x="35456" y="102754"/>
                  </a:lnTo>
                  <a:lnTo>
                    <a:pt x="36506" y="103157"/>
                  </a:lnTo>
                  <a:lnTo>
                    <a:pt x="40105" y="105827"/>
                  </a:lnTo>
                  <a:lnTo>
                    <a:pt x="41360" y="108742"/>
                  </a:lnTo>
                  <a:lnTo>
                    <a:pt x="41428" y="109540"/>
                  </a:lnTo>
                  <a:close/>
                  <a:moveTo>
                    <a:pt x="94559" y="106596"/>
                  </a:moveTo>
                  <a:lnTo>
                    <a:pt x="93745" y="107151"/>
                  </a:lnTo>
                  <a:lnTo>
                    <a:pt x="90466" y="106748"/>
                  </a:lnTo>
                  <a:lnTo>
                    <a:pt x="86768" y="109320"/>
                  </a:lnTo>
                  <a:lnTo>
                    <a:pt x="85368" y="108506"/>
                  </a:lnTo>
                  <a:lnTo>
                    <a:pt x="85901" y="106862"/>
                  </a:lnTo>
                  <a:lnTo>
                    <a:pt x="86289" y="106261"/>
                  </a:lnTo>
                  <a:lnTo>
                    <a:pt x="87529" y="105561"/>
                  </a:lnTo>
                  <a:lnTo>
                    <a:pt x="88358" y="104542"/>
                  </a:lnTo>
                  <a:lnTo>
                    <a:pt x="88685" y="102944"/>
                  </a:lnTo>
                  <a:lnTo>
                    <a:pt x="89454" y="103804"/>
                  </a:lnTo>
                  <a:lnTo>
                    <a:pt x="91744" y="104161"/>
                  </a:lnTo>
                  <a:lnTo>
                    <a:pt x="92862" y="104671"/>
                  </a:lnTo>
                  <a:lnTo>
                    <a:pt x="93798" y="105424"/>
                  </a:lnTo>
                  <a:lnTo>
                    <a:pt x="94559" y="106596"/>
                  </a:lnTo>
                  <a:close/>
                  <a:moveTo>
                    <a:pt x="50468" y="110971"/>
                  </a:moveTo>
                  <a:lnTo>
                    <a:pt x="49037" y="111359"/>
                  </a:lnTo>
                  <a:lnTo>
                    <a:pt x="47401" y="110552"/>
                  </a:lnTo>
                  <a:lnTo>
                    <a:pt x="44731" y="107517"/>
                  </a:lnTo>
                  <a:lnTo>
                    <a:pt x="44396" y="106710"/>
                  </a:lnTo>
                  <a:lnTo>
                    <a:pt x="45796" y="107220"/>
                  </a:lnTo>
                  <a:lnTo>
                    <a:pt x="47538" y="108810"/>
                  </a:lnTo>
                  <a:lnTo>
                    <a:pt x="48961" y="109152"/>
                  </a:lnTo>
                  <a:lnTo>
                    <a:pt x="50909" y="110492"/>
                  </a:lnTo>
                  <a:lnTo>
                    <a:pt x="50468" y="110971"/>
                  </a:lnTo>
                  <a:close/>
                  <a:moveTo>
                    <a:pt x="69192" y="109343"/>
                  </a:moveTo>
                  <a:lnTo>
                    <a:pt x="72974" y="111640"/>
                  </a:lnTo>
                  <a:lnTo>
                    <a:pt x="75530" y="111503"/>
                  </a:lnTo>
                  <a:lnTo>
                    <a:pt x="77272" y="112454"/>
                  </a:lnTo>
                  <a:lnTo>
                    <a:pt x="77691" y="113923"/>
                  </a:lnTo>
                  <a:lnTo>
                    <a:pt x="77843" y="117179"/>
                  </a:lnTo>
                  <a:lnTo>
                    <a:pt x="76017" y="118130"/>
                  </a:lnTo>
                  <a:lnTo>
                    <a:pt x="74001" y="117811"/>
                  </a:lnTo>
                  <a:lnTo>
                    <a:pt x="71254" y="119051"/>
                  </a:lnTo>
                  <a:lnTo>
                    <a:pt x="62246" y="113733"/>
                  </a:lnTo>
                  <a:lnTo>
                    <a:pt x="62375" y="109282"/>
                  </a:lnTo>
                  <a:lnTo>
                    <a:pt x="62733" y="107532"/>
                  </a:lnTo>
                  <a:lnTo>
                    <a:pt x="67001" y="107113"/>
                  </a:lnTo>
                  <a:lnTo>
                    <a:pt x="69192" y="109343"/>
                  </a:lnTo>
                  <a:close/>
                </a:path>
              </a:pathLst>
            </a:custGeom>
            <a:solidFill>
              <a:srgbClr val="2562E8"/>
            </a:solidFill>
            <a:ln w="6168" cap="flat">
              <a:solidFill>
                <a:srgbClr val="2562E8"/>
              </a:solidFill>
              <a:prstDash val="solid"/>
              <a:miter/>
            </a:ln>
          </p:spPr>
          <p:txBody>
            <a:bodyPr/>
            <a:lstStyle/>
            <a:p>
              <a:endParaRPr lang="en-US"/>
            </a:p>
          </p:txBody>
        </p:sp>
        <p:sp>
          <p:nvSpPr>
            <p:cNvPr id="2203" name="Freeform: Shape 2202">
              <a:extLst>
                <a:ext uri="{FF2B5EF4-FFF2-40B4-BE49-F238E27FC236}">
                  <a16:creationId xmlns:a16="http://schemas.microsoft.com/office/drawing/2014/main" id="{815B1682-75BF-B039-D3AF-8FFBA31EFFA6}"/>
                </a:ext>
              </a:extLst>
            </p:cNvPr>
            <p:cNvSpPr/>
            <p:nvPr/>
          </p:nvSpPr>
          <p:spPr>
            <a:xfrm>
              <a:off x="8261033" y="4668418"/>
              <a:ext cx="4915" cy="8932"/>
            </a:xfrm>
            <a:custGeom>
              <a:avLst/>
              <a:gdLst>
                <a:gd name="csX0" fmla="*/ 4261 w 4915"/>
                <a:gd name="csY0" fmla="*/ 8453 h 8932"/>
                <a:gd name="csX1" fmla="*/ 2260 w 4915"/>
                <a:gd name="csY1" fmla="*/ 8933 h 8932"/>
                <a:gd name="csX2" fmla="*/ 1400 w 4915"/>
                <a:gd name="csY2" fmla="*/ 5136 h 8932"/>
                <a:gd name="csX3" fmla="*/ 0 w 4915"/>
                <a:gd name="csY3" fmla="*/ 2374 h 8932"/>
                <a:gd name="csX4" fmla="*/ 244 w 4915"/>
                <a:gd name="csY4" fmla="*/ 654 h 8932"/>
                <a:gd name="csX5" fmla="*/ 495 w 4915"/>
                <a:gd name="csY5" fmla="*/ 0 h 8932"/>
                <a:gd name="csX6" fmla="*/ 3439 w 4915"/>
                <a:gd name="csY6" fmla="*/ 1058 h 8932"/>
                <a:gd name="csX7" fmla="*/ 4360 w 4915"/>
                <a:gd name="csY7" fmla="*/ 2344 h 8932"/>
                <a:gd name="csX8" fmla="*/ 4915 w 4915"/>
                <a:gd name="csY8" fmla="*/ 5722 h 8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15" h="8932">
                  <a:moveTo>
                    <a:pt x="4261" y="8453"/>
                  </a:moveTo>
                  <a:lnTo>
                    <a:pt x="2260" y="8933"/>
                  </a:lnTo>
                  <a:lnTo>
                    <a:pt x="1400" y="5136"/>
                  </a:lnTo>
                  <a:lnTo>
                    <a:pt x="0" y="2374"/>
                  </a:lnTo>
                  <a:lnTo>
                    <a:pt x="244" y="654"/>
                  </a:lnTo>
                  <a:lnTo>
                    <a:pt x="495" y="0"/>
                  </a:lnTo>
                  <a:lnTo>
                    <a:pt x="3439" y="1058"/>
                  </a:lnTo>
                  <a:lnTo>
                    <a:pt x="4360" y="2344"/>
                  </a:lnTo>
                  <a:lnTo>
                    <a:pt x="4915" y="572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4" name="Freeform: Shape 2203">
              <a:extLst>
                <a:ext uri="{FF2B5EF4-FFF2-40B4-BE49-F238E27FC236}">
                  <a16:creationId xmlns:a16="http://schemas.microsoft.com/office/drawing/2014/main" id="{8916EA7F-D88E-B3B5-41F3-B7A7CEED1788}"/>
                </a:ext>
              </a:extLst>
            </p:cNvPr>
            <p:cNvSpPr/>
            <p:nvPr/>
          </p:nvSpPr>
          <p:spPr>
            <a:xfrm>
              <a:off x="8036413" y="4572977"/>
              <a:ext cx="78185" cy="51083"/>
            </a:xfrm>
            <a:custGeom>
              <a:avLst/>
              <a:gdLst>
                <a:gd name="csX0" fmla="*/ 4961 w 78185"/>
                <a:gd name="csY0" fmla="*/ 42090 h 51083"/>
                <a:gd name="csX1" fmla="*/ 5052 w 78185"/>
                <a:gd name="csY1" fmla="*/ 38408 h 51083"/>
                <a:gd name="csX2" fmla="*/ 5623 w 78185"/>
                <a:gd name="csY2" fmla="*/ 36909 h 51083"/>
                <a:gd name="csX3" fmla="*/ 5098 w 78185"/>
                <a:gd name="csY3" fmla="*/ 35334 h 51083"/>
                <a:gd name="csX4" fmla="*/ 2732 w 78185"/>
                <a:gd name="csY4" fmla="*/ 33660 h 51083"/>
                <a:gd name="csX5" fmla="*/ 1286 w 78185"/>
                <a:gd name="csY5" fmla="*/ 31499 h 51083"/>
                <a:gd name="csX6" fmla="*/ 0 w 78185"/>
                <a:gd name="csY6" fmla="*/ 29590 h 51083"/>
                <a:gd name="csX7" fmla="*/ 289 w 78185"/>
                <a:gd name="csY7" fmla="*/ 29316 h 51083"/>
                <a:gd name="csX8" fmla="*/ 2861 w 78185"/>
                <a:gd name="csY8" fmla="*/ 29232 h 51083"/>
                <a:gd name="csX9" fmla="*/ 3766 w 78185"/>
                <a:gd name="csY9" fmla="*/ 28524 h 51083"/>
                <a:gd name="csX10" fmla="*/ 5494 w 78185"/>
                <a:gd name="csY10" fmla="*/ 26569 h 51083"/>
                <a:gd name="csX11" fmla="*/ 5836 w 78185"/>
                <a:gd name="csY11" fmla="*/ 24994 h 51083"/>
                <a:gd name="csX12" fmla="*/ 5699 w 78185"/>
                <a:gd name="csY12" fmla="*/ 23800 h 51083"/>
                <a:gd name="csX13" fmla="*/ 4573 w 78185"/>
                <a:gd name="csY13" fmla="*/ 22377 h 51083"/>
                <a:gd name="csX14" fmla="*/ 4131 w 78185"/>
                <a:gd name="csY14" fmla="*/ 20870 h 51083"/>
                <a:gd name="csX15" fmla="*/ 5516 w 78185"/>
                <a:gd name="csY15" fmla="*/ 19561 h 51083"/>
                <a:gd name="csX16" fmla="*/ 7335 w 78185"/>
                <a:gd name="csY16" fmla="*/ 17644 h 51083"/>
                <a:gd name="csX17" fmla="*/ 7586 w 78185"/>
                <a:gd name="csY17" fmla="*/ 16906 h 51083"/>
                <a:gd name="csX18" fmla="*/ 7548 w 78185"/>
                <a:gd name="csY18" fmla="*/ 16176 h 51083"/>
                <a:gd name="csX19" fmla="*/ 5425 w 78185"/>
                <a:gd name="csY19" fmla="*/ 14159 h 51083"/>
                <a:gd name="csX20" fmla="*/ 5280 w 78185"/>
                <a:gd name="csY20" fmla="*/ 13284 h 51083"/>
                <a:gd name="csX21" fmla="*/ 6269 w 78185"/>
                <a:gd name="csY21" fmla="*/ 11093 h 51083"/>
                <a:gd name="csX22" fmla="*/ 6171 w 78185"/>
                <a:gd name="csY22" fmla="*/ 9640 h 51083"/>
                <a:gd name="csX23" fmla="*/ 5189 w 78185"/>
                <a:gd name="csY23" fmla="*/ 5098 h 51083"/>
                <a:gd name="csX24" fmla="*/ 4725 w 78185"/>
                <a:gd name="csY24" fmla="*/ 4421 h 51083"/>
                <a:gd name="csX25" fmla="*/ 5668 w 78185"/>
                <a:gd name="csY25" fmla="*/ 4040 h 51083"/>
                <a:gd name="csX26" fmla="*/ 6292 w 78185"/>
                <a:gd name="csY26" fmla="*/ 2686 h 51083"/>
                <a:gd name="csX27" fmla="*/ 7114 w 78185"/>
                <a:gd name="csY27" fmla="*/ 1476 h 51083"/>
                <a:gd name="csX28" fmla="*/ 8210 w 78185"/>
                <a:gd name="csY28" fmla="*/ 829 h 51083"/>
                <a:gd name="csX29" fmla="*/ 9458 w 78185"/>
                <a:gd name="csY29" fmla="*/ 418 h 51083"/>
                <a:gd name="csX30" fmla="*/ 11930 w 78185"/>
                <a:gd name="csY30" fmla="*/ 456 h 51083"/>
                <a:gd name="csX31" fmla="*/ 15354 w 78185"/>
                <a:gd name="csY31" fmla="*/ 1506 h 51083"/>
                <a:gd name="csX32" fmla="*/ 16328 w 78185"/>
                <a:gd name="csY32" fmla="*/ 1491 h 51083"/>
                <a:gd name="csX33" fmla="*/ 19615 w 78185"/>
                <a:gd name="csY33" fmla="*/ 532 h 51083"/>
                <a:gd name="csX34" fmla="*/ 22339 w 78185"/>
                <a:gd name="csY34" fmla="*/ 0 h 51083"/>
                <a:gd name="csX35" fmla="*/ 24911 w 78185"/>
                <a:gd name="csY35" fmla="*/ 609 h 51083"/>
                <a:gd name="csX36" fmla="*/ 25953 w 78185"/>
                <a:gd name="csY36" fmla="*/ 1430 h 51083"/>
                <a:gd name="csX37" fmla="*/ 28068 w 78185"/>
                <a:gd name="csY37" fmla="*/ 2731 h 51083"/>
                <a:gd name="csX38" fmla="*/ 29133 w 78185"/>
                <a:gd name="csY38" fmla="*/ 3119 h 51083"/>
                <a:gd name="csX39" fmla="*/ 32481 w 78185"/>
                <a:gd name="csY39" fmla="*/ 3097 h 51083"/>
                <a:gd name="csX40" fmla="*/ 33402 w 78185"/>
                <a:gd name="csY40" fmla="*/ 3226 h 51083"/>
                <a:gd name="csX41" fmla="*/ 36209 w 78185"/>
                <a:gd name="csY41" fmla="*/ 5372 h 51083"/>
                <a:gd name="csX42" fmla="*/ 38575 w 78185"/>
                <a:gd name="csY42" fmla="*/ 6231 h 51083"/>
                <a:gd name="csX43" fmla="*/ 39953 w 78185"/>
                <a:gd name="csY43" fmla="*/ 6269 h 51083"/>
                <a:gd name="csX44" fmla="*/ 42418 w 78185"/>
                <a:gd name="csY44" fmla="*/ 5440 h 51083"/>
                <a:gd name="csX45" fmla="*/ 43643 w 78185"/>
                <a:gd name="csY45" fmla="*/ 5463 h 51083"/>
                <a:gd name="csX46" fmla="*/ 45043 w 78185"/>
                <a:gd name="csY46" fmla="*/ 7312 h 51083"/>
                <a:gd name="csX47" fmla="*/ 45317 w 78185"/>
                <a:gd name="csY47" fmla="*/ 9937 h 51083"/>
                <a:gd name="csX48" fmla="*/ 46488 w 78185"/>
                <a:gd name="csY48" fmla="*/ 12326 h 51083"/>
                <a:gd name="csX49" fmla="*/ 48284 w 78185"/>
                <a:gd name="csY49" fmla="*/ 13855 h 51083"/>
                <a:gd name="csX50" fmla="*/ 57133 w 78185"/>
                <a:gd name="csY50" fmla="*/ 13216 h 51083"/>
                <a:gd name="csX51" fmla="*/ 59103 w 78185"/>
                <a:gd name="csY51" fmla="*/ 14471 h 51083"/>
                <a:gd name="csX52" fmla="*/ 58434 w 78185"/>
                <a:gd name="csY52" fmla="*/ 15506 h 51083"/>
                <a:gd name="csX53" fmla="*/ 57179 w 78185"/>
                <a:gd name="csY53" fmla="*/ 16062 h 51083"/>
                <a:gd name="csX54" fmla="*/ 52971 w 78185"/>
                <a:gd name="csY54" fmla="*/ 15818 h 51083"/>
                <a:gd name="csX55" fmla="*/ 51137 w 78185"/>
                <a:gd name="csY55" fmla="*/ 15940 h 51083"/>
                <a:gd name="csX56" fmla="*/ 50764 w 78185"/>
                <a:gd name="csY56" fmla="*/ 16975 h 51083"/>
                <a:gd name="csX57" fmla="*/ 50757 w 78185"/>
                <a:gd name="csY57" fmla="*/ 17933 h 51083"/>
                <a:gd name="csX58" fmla="*/ 53214 w 78185"/>
                <a:gd name="csY58" fmla="*/ 18162 h 51083"/>
                <a:gd name="csX59" fmla="*/ 55626 w 78185"/>
                <a:gd name="csY59" fmla="*/ 18641 h 51083"/>
                <a:gd name="csX60" fmla="*/ 58091 w 78185"/>
                <a:gd name="csY60" fmla="*/ 19417 h 51083"/>
                <a:gd name="csX61" fmla="*/ 60587 w 78185"/>
                <a:gd name="csY61" fmla="*/ 19942 h 51083"/>
                <a:gd name="csX62" fmla="*/ 63402 w 78185"/>
                <a:gd name="csY62" fmla="*/ 20284 h 51083"/>
                <a:gd name="csX63" fmla="*/ 66179 w 78185"/>
                <a:gd name="csY63" fmla="*/ 20840 h 51083"/>
                <a:gd name="csX64" fmla="*/ 70805 w 78185"/>
                <a:gd name="csY64" fmla="*/ 22719 h 51083"/>
                <a:gd name="csX65" fmla="*/ 75911 w 78185"/>
                <a:gd name="csY65" fmla="*/ 26980 h 51083"/>
                <a:gd name="csX66" fmla="*/ 77280 w 78185"/>
                <a:gd name="csY66" fmla="*/ 27954 h 51083"/>
                <a:gd name="csX67" fmla="*/ 78186 w 78185"/>
                <a:gd name="csY67" fmla="*/ 29285 h 51083"/>
                <a:gd name="csX68" fmla="*/ 77752 w 78185"/>
                <a:gd name="csY68" fmla="*/ 30936 h 51083"/>
                <a:gd name="csX69" fmla="*/ 75926 w 78185"/>
                <a:gd name="csY69" fmla="*/ 33630 h 51083"/>
                <a:gd name="csX70" fmla="*/ 74891 w 78185"/>
                <a:gd name="csY70" fmla="*/ 34490 h 51083"/>
                <a:gd name="csX71" fmla="*/ 73385 w 78185"/>
                <a:gd name="csY71" fmla="*/ 35022 h 51083"/>
                <a:gd name="csX72" fmla="*/ 72350 w 78185"/>
                <a:gd name="csY72" fmla="*/ 36118 h 51083"/>
                <a:gd name="csX73" fmla="*/ 71353 w 78185"/>
                <a:gd name="csY73" fmla="*/ 37997 h 51083"/>
                <a:gd name="csX74" fmla="*/ 70745 w 78185"/>
                <a:gd name="csY74" fmla="*/ 38157 h 51083"/>
                <a:gd name="csX75" fmla="*/ 70029 w 78185"/>
                <a:gd name="csY75" fmla="*/ 38081 h 51083"/>
                <a:gd name="csX76" fmla="*/ 68804 w 78185"/>
                <a:gd name="csY76" fmla="*/ 37016 h 51083"/>
                <a:gd name="csX77" fmla="*/ 67929 w 78185"/>
                <a:gd name="csY77" fmla="*/ 35380 h 51083"/>
                <a:gd name="csX78" fmla="*/ 65456 w 78185"/>
                <a:gd name="csY78" fmla="*/ 33843 h 51083"/>
                <a:gd name="csX79" fmla="*/ 62527 w 78185"/>
                <a:gd name="csY79" fmla="*/ 34041 h 51083"/>
                <a:gd name="csX80" fmla="*/ 58206 w 78185"/>
                <a:gd name="csY80" fmla="*/ 33135 h 51083"/>
                <a:gd name="csX81" fmla="*/ 55596 w 78185"/>
                <a:gd name="csY81" fmla="*/ 33569 h 51083"/>
                <a:gd name="csX82" fmla="*/ 52979 w 78185"/>
                <a:gd name="csY82" fmla="*/ 33675 h 51083"/>
                <a:gd name="csX83" fmla="*/ 50308 w 78185"/>
                <a:gd name="csY83" fmla="*/ 33211 h 51083"/>
                <a:gd name="csX84" fmla="*/ 47614 w 78185"/>
                <a:gd name="csY84" fmla="*/ 33052 h 51083"/>
                <a:gd name="csX85" fmla="*/ 44929 w 78185"/>
                <a:gd name="csY85" fmla="*/ 33630 h 51083"/>
                <a:gd name="csX86" fmla="*/ 42327 w 78185"/>
                <a:gd name="csY86" fmla="*/ 34611 h 51083"/>
                <a:gd name="csX87" fmla="*/ 41368 w 78185"/>
                <a:gd name="csY87" fmla="*/ 35243 h 51083"/>
                <a:gd name="csX88" fmla="*/ 39694 w 78185"/>
                <a:gd name="csY88" fmla="*/ 36772 h 51083"/>
                <a:gd name="csX89" fmla="*/ 38804 w 78185"/>
                <a:gd name="csY89" fmla="*/ 37343 h 51083"/>
                <a:gd name="csX90" fmla="*/ 32466 w 78185"/>
                <a:gd name="csY90" fmla="*/ 38111 h 51083"/>
                <a:gd name="csX91" fmla="*/ 30647 w 78185"/>
                <a:gd name="csY91" fmla="*/ 36985 h 51083"/>
                <a:gd name="csX92" fmla="*/ 28951 w 78185"/>
                <a:gd name="csY92" fmla="*/ 35448 h 51083"/>
                <a:gd name="csX93" fmla="*/ 26516 w 78185"/>
                <a:gd name="csY93" fmla="*/ 35243 h 51083"/>
                <a:gd name="csX94" fmla="*/ 22978 w 78185"/>
                <a:gd name="csY94" fmla="*/ 36430 h 51083"/>
                <a:gd name="csX95" fmla="*/ 20771 w 78185"/>
                <a:gd name="csY95" fmla="*/ 36863 h 51083"/>
                <a:gd name="csX96" fmla="*/ 19874 w 78185"/>
                <a:gd name="csY96" fmla="*/ 37365 h 51083"/>
                <a:gd name="csX97" fmla="*/ 19607 w 78185"/>
                <a:gd name="csY97" fmla="*/ 37951 h 51083"/>
                <a:gd name="csX98" fmla="*/ 19600 w 78185"/>
                <a:gd name="csY98" fmla="*/ 40097 h 51083"/>
                <a:gd name="csX99" fmla="*/ 19105 w 78185"/>
                <a:gd name="csY99" fmla="*/ 41398 h 51083"/>
                <a:gd name="csX100" fmla="*/ 15659 w 78185"/>
                <a:gd name="csY100" fmla="*/ 46313 h 51083"/>
                <a:gd name="csX101" fmla="*/ 13718 w 78185"/>
                <a:gd name="csY101" fmla="*/ 49783 h 51083"/>
                <a:gd name="csX102" fmla="*/ 12919 w 78185"/>
                <a:gd name="csY102" fmla="*/ 50848 h 51083"/>
                <a:gd name="csX103" fmla="*/ 11991 w 78185"/>
                <a:gd name="csY103" fmla="*/ 51084 h 51083"/>
                <a:gd name="csX104" fmla="*/ 10294 w 78185"/>
                <a:gd name="csY104" fmla="*/ 49090 h 51083"/>
                <a:gd name="csX105" fmla="*/ 9214 w 78185"/>
                <a:gd name="csY105" fmla="*/ 48375 h 51083"/>
                <a:gd name="csX106" fmla="*/ 7875 w 78185"/>
                <a:gd name="csY106" fmla="*/ 48010 h 51083"/>
                <a:gd name="csX107" fmla="*/ 7304 w 78185"/>
                <a:gd name="csY107" fmla="*/ 46952 h 51083"/>
                <a:gd name="csX108" fmla="*/ 7327 w 78185"/>
                <a:gd name="csY108" fmla="*/ 45446 h 51083"/>
                <a:gd name="csX109" fmla="*/ 6977 w 78185"/>
                <a:gd name="csY109" fmla="*/ 43985 h 51083"/>
                <a:gd name="csX110" fmla="*/ 6148 w 78185"/>
                <a:gd name="csY110" fmla="*/ 42836 h 510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78185" h="51083">
                  <a:moveTo>
                    <a:pt x="4961" y="42090"/>
                  </a:moveTo>
                  <a:lnTo>
                    <a:pt x="5052" y="38408"/>
                  </a:lnTo>
                  <a:lnTo>
                    <a:pt x="5623" y="36909"/>
                  </a:lnTo>
                  <a:lnTo>
                    <a:pt x="5098" y="35334"/>
                  </a:lnTo>
                  <a:lnTo>
                    <a:pt x="2732" y="33660"/>
                  </a:lnTo>
                  <a:lnTo>
                    <a:pt x="1286" y="31499"/>
                  </a:lnTo>
                  <a:lnTo>
                    <a:pt x="0" y="29590"/>
                  </a:lnTo>
                  <a:lnTo>
                    <a:pt x="289" y="29316"/>
                  </a:lnTo>
                  <a:lnTo>
                    <a:pt x="2861" y="29232"/>
                  </a:lnTo>
                  <a:lnTo>
                    <a:pt x="3766" y="28524"/>
                  </a:lnTo>
                  <a:lnTo>
                    <a:pt x="5494" y="26569"/>
                  </a:lnTo>
                  <a:lnTo>
                    <a:pt x="5836" y="24994"/>
                  </a:lnTo>
                  <a:lnTo>
                    <a:pt x="5699" y="23800"/>
                  </a:lnTo>
                  <a:lnTo>
                    <a:pt x="4573" y="22377"/>
                  </a:lnTo>
                  <a:lnTo>
                    <a:pt x="4131" y="20870"/>
                  </a:lnTo>
                  <a:lnTo>
                    <a:pt x="5516" y="19561"/>
                  </a:lnTo>
                  <a:lnTo>
                    <a:pt x="7335" y="17644"/>
                  </a:lnTo>
                  <a:lnTo>
                    <a:pt x="7586" y="16906"/>
                  </a:lnTo>
                  <a:lnTo>
                    <a:pt x="7548" y="16176"/>
                  </a:lnTo>
                  <a:lnTo>
                    <a:pt x="5425" y="14159"/>
                  </a:lnTo>
                  <a:lnTo>
                    <a:pt x="5280" y="13284"/>
                  </a:lnTo>
                  <a:lnTo>
                    <a:pt x="6269" y="11093"/>
                  </a:lnTo>
                  <a:lnTo>
                    <a:pt x="6171" y="9640"/>
                  </a:lnTo>
                  <a:lnTo>
                    <a:pt x="5189" y="5098"/>
                  </a:lnTo>
                  <a:lnTo>
                    <a:pt x="4725" y="4421"/>
                  </a:lnTo>
                  <a:lnTo>
                    <a:pt x="5668" y="4040"/>
                  </a:lnTo>
                  <a:lnTo>
                    <a:pt x="6292" y="2686"/>
                  </a:lnTo>
                  <a:lnTo>
                    <a:pt x="7114" y="1476"/>
                  </a:lnTo>
                  <a:lnTo>
                    <a:pt x="8210" y="829"/>
                  </a:lnTo>
                  <a:lnTo>
                    <a:pt x="9458" y="418"/>
                  </a:lnTo>
                  <a:lnTo>
                    <a:pt x="11930" y="456"/>
                  </a:lnTo>
                  <a:lnTo>
                    <a:pt x="15354" y="1506"/>
                  </a:lnTo>
                  <a:lnTo>
                    <a:pt x="16328" y="1491"/>
                  </a:lnTo>
                  <a:lnTo>
                    <a:pt x="19615" y="532"/>
                  </a:lnTo>
                  <a:lnTo>
                    <a:pt x="22339" y="0"/>
                  </a:lnTo>
                  <a:lnTo>
                    <a:pt x="24911" y="609"/>
                  </a:lnTo>
                  <a:lnTo>
                    <a:pt x="25953" y="1430"/>
                  </a:lnTo>
                  <a:lnTo>
                    <a:pt x="28068" y="2731"/>
                  </a:lnTo>
                  <a:lnTo>
                    <a:pt x="29133" y="3119"/>
                  </a:lnTo>
                  <a:lnTo>
                    <a:pt x="32481" y="3097"/>
                  </a:lnTo>
                  <a:lnTo>
                    <a:pt x="33402" y="3226"/>
                  </a:lnTo>
                  <a:lnTo>
                    <a:pt x="36209" y="5372"/>
                  </a:lnTo>
                  <a:lnTo>
                    <a:pt x="38575" y="6231"/>
                  </a:lnTo>
                  <a:lnTo>
                    <a:pt x="39953" y="6269"/>
                  </a:lnTo>
                  <a:lnTo>
                    <a:pt x="42418" y="5440"/>
                  </a:lnTo>
                  <a:lnTo>
                    <a:pt x="43643" y="5463"/>
                  </a:lnTo>
                  <a:lnTo>
                    <a:pt x="45043" y="7312"/>
                  </a:lnTo>
                  <a:lnTo>
                    <a:pt x="45317" y="9937"/>
                  </a:lnTo>
                  <a:lnTo>
                    <a:pt x="46488" y="12326"/>
                  </a:lnTo>
                  <a:lnTo>
                    <a:pt x="48284" y="13855"/>
                  </a:lnTo>
                  <a:lnTo>
                    <a:pt x="57133" y="13216"/>
                  </a:lnTo>
                  <a:lnTo>
                    <a:pt x="59103" y="14471"/>
                  </a:lnTo>
                  <a:lnTo>
                    <a:pt x="58434" y="15506"/>
                  </a:lnTo>
                  <a:lnTo>
                    <a:pt x="57179" y="16062"/>
                  </a:lnTo>
                  <a:lnTo>
                    <a:pt x="52971" y="15818"/>
                  </a:lnTo>
                  <a:lnTo>
                    <a:pt x="51137" y="15940"/>
                  </a:lnTo>
                  <a:lnTo>
                    <a:pt x="50764" y="16975"/>
                  </a:lnTo>
                  <a:lnTo>
                    <a:pt x="50757" y="17933"/>
                  </a:lnTo>
                  <a:lnTo>
                    <a:pt x="53214" y="18162"/>
                  </a:lnTo>
                  <a:lnTo>
                    <a:pt x="55626" y="18641"/>
                  </a:lnTo>
                  <a:lnTo>
                    <a:pt x="58091" y="19417"/>
                  </a:lnTo>
                  <a:lnTo>
                    <a:pt x="60587" y="19942"/>
                  </a:lnTo>
                  <a:lnTo>
                    <a:pt x="63402" y="20284"/>
                  </a:lnTo>
                  <a:lnTo>
                    <a:pt x="66179" y="20840"/>
                  </a:lnTo>
                  <a:lnTo>
                    <a:pt x="70805" y="22719"/>
                  </a:lnTo>
                  <a:lnTo>
                    <a:pt x="75911" y="26980"/>
                  </a:lnTo>
                  <a:lnTo>
                    <a:pt x="77280" y="27954"/>
                  </a:lnTo>
                  <a:lnTo>
                    <a:pt x="78186" y="29285"/>
                  </a:lnTo>
                  <a:lnTo>
                    <a:pt x="77752" y="30936"/>
                  </a:lnTo>
                  <a:lnTo>
                    <a:pt x="75926" y="33630"/>
                  </a:lnTo>
                  <a:lnTo>
                    <a:pt x="74891" y="34490"/>
                  </a:lnTo>
                  <a:lnTo>
                    <a:pt x="73385" y="35022"/>
                  </a:lnTo>
                  <a:lnTo>
                    <a:pt x="72350" y="36118"/>
                  </a:lnTo>
                  <a:lnTo>
                    <a:pt x="71353" y="37997"/>
                  </a:lnTo>
                  <a:lnTo>
                    <a:pt x="70745" y="38157"/>
                  </a:lnTo>
                  <a:lnTo>
                    <a:pt x="70029" y="38081"/>
                  </a:lnTo>
                  <a:lnTo>
                    <a:pt x="68804" y="37016"/>
                  </a:lnTo>
                  <a:lnTo>
                    <a:pt x="67929" y="35380"/>
                  </a:lnTo>
                  <a:lnTo>
                    <a:pt x="65456" y="33843"/>
                  </a:lnTo>
                  <a:lnTo>
                    <a:pt x="62527" y="34041"/>
                  </a:lnTo>
                  <a:lnTo>
                    <a:pt x="58206" y="33135"/>
                  </a:lnTo>
                  <a:lnTo>
                    <a:pt x="55596" y="33569"/>
                  </a:lnTo>
                  <a:lnTo>
                    <a:pt x="52979" y="33675"/>
                  </a:lnTo>
                  <a:lnTo>
                    <a:pt x="50308" y="33211"/>
                  </a:lnTo>
                  <a:lnTo>
                    <a:pt x="47614" y="33052"/>
                  </a:lnTo>
                  <a:lnTo>
                    <a:pt x="44929" y="33630"/>
                  </a:lnTo>
                  <a:lnTo>
                    <a:pt x="42327" y="34611"/>
                  </a:lnTo>
                  <a:lnTo>
                    <a:pt x="41368" y="35243"/>
                  </a:lnTo>
                  <a:lnTo>
                    <a:pt x="39694" y="36772"/>
                  </a:lnTo>
                  <a:lnTo>
                    <a:pt x="38804" y="37343"/>
                  </a:lnTo>
                  <a:lnTo>
                    <a:pt x="32466" y="38111"/>
                  </a:lnTo>
                  <a:lnTo>
                    <a:pt x="30647" y="36985"/>
                  </a:lnTo>
                  <a:lnTo>
                    <a:pt x="28951" y="35448"/>
                  </a:lnTo>
                  <a:lnTo>
                    <a:pt x="26516" y="35243"/>
                  </a:lnTo>
                  <a:lnTo>
                    <a:pt x="22978" y="36430"/>
                  </a:lnTo>
                  <a:lnTo>
                    <a:pt x="20771" y="36863"/>
                  </a:lnTo>
                  <a:lnTo>
                    <a:pt x="19874" y="37365"/>
                  </a:lnTo>
                  <a:lnTo>
                    <a:pt x="19607" y="37951"/>
                  </a:lnTo>
                  <a:lnTo>
                    <a:pt x="19600" y="40097"/>
                  </a:lnTo>
                  <a:lnTo>
                    <a:pt x="19105" y="41398"/>
                  </a:lnTo>
                  <a:lnTo>
                    <a:pt x="15659" y="46313"/>
                  </a:lnTo>
                  <a:lnTo>
                    <a:pt x="13718" y="49783"/>
                  </a:lnTo>
                  <a:lnTo>
                    <a:pt x="12919" y="50848"/>
                  </a:lnTo>
                  <a:lnTo>
                    <a:pt x="11991" y="51084"/>
                  </a:lnTo>
                  <a:lnTo>
                    <a:pt x="10294" y="49090"/>
                  </a:lnTo>
                  <a:lnTo>
                    <a:pt x="9214" y="48375"/>
                  </a:lnTo>
                  <a:lnTo>
                    <a:pt x="7875" y="48010"/>
                  </a:lnTo>
                  <a:lnTo>
                    <a:pt x="7304" y="46952"/>
                  </a:lnTo>
                  <a:lnTo>
                    <a:pt x="7327" y="45446"/>
                  </a:lnTo>
                  <a:lnTo>
                    <a:pt x="6977" y="43985"/>
                  </a:lnTo>
                  <a:lnTo>
                    <a:pt x="6148" y="4283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5" name="Freeform: Shape 2204">
              <a:extLst>
                <a:ext uri="{FF2B5EF4-FFF2-40B4-BE49-F238E27FC236}">
                  <a16:creationId xmlns:a16="http://schemas.microsoft.com/office/drawing/2014/main" id="{D600B6CD-8C06-80FB-6E80-88139AA5F365}"/>
                </a:ext>
              </a:extLst>
            </p:cNvPr>
            <p:cNvSpPr/>
            <p:nvPr/>
          </p:nvSpPr>
          <p:spPr>
            <a:xfrm>
              <a:off x="9388448" y="4155214"/>
              <a:ext cx="440969" cy="438641"/>
            </a:xfrm>
            <a:custGeom>
              <a:avLst/>
              <a:gdLst>
                <a:gd name="csX0" fmla="*/ 368559 w 440969"/>
                <a:gd name="csY0" fmla="*/ 4131 h 438641"/>
                <a:gd name="csX1" fmla="*/ 369008 w 440969"/>
                <a:gd name="csY1" fmla="*/ 5547 h 438641"/>
                <a:gd name="csX2" fmla="*/ 369084 w 440969"/>
                <a:gd name="csY2" fmla="*/ 6870 h 438641"/>
                <a:gd name="csX3" fmla="*/ 367060 w 440969"/>
                <a:gd name="csY3" fmla="*/ 8103 h 438641"/>
                <a:gd name="csX4" fmla="*/ 365729 w 440969"/>
                <a:gd name="csY4" fmla="*/ 8818 h 438641"/>
                <a:gd name="csX5" fmla="*/ 364131 w 440969"/>
                <a:gd name="csY5" fmla="*/ 12219 h 438641"/>
                <a:gd name="csX6" fmla="*/ 361171 w 440969"/>
                <a:gd name="csY6" fmla="*/ 14525 h 438641"/>
                <a:gd name="csX7" fmla="*/ 360677 w 440969"/>
                <a:gd name="csY7" fmla="*/ 15225 h 438641"/>
                <a:gd name="csX8" fmla="*/ 360700 w 440969"/>
                <a:gd name="csY8" fmla="*/ 15856 h 438641"/>
                <a:gd name="csX9" fmla="*/ 362708 w 440969"/>
                <a:gd name="csY9" fmla="*/ 16899 h 438641"/>
                <a:gd name="csX10" fmla="*/ 363378 w 440969"/>
                <a:gd name="csY10" fmla="*/ 17888 h 438641"/>
                <a:gd name="csX11" fmla="*/ 363689 w 440969"/>
                <a:gd name="csY11" fmla="*/ 19212 h 438641"/>
                <a:gd name="csX12" fmla="*/ 362792 w 440969"/>
                <a:gd name="csY12" fmla="*/ 23944 h 438641"/>
                <a:gd name="csX13" fmla="*/ 362229 w 440969"/>
                <a:gd name="csY13" fmla="*/ 27566 h 438641"/>
                <a:gd name="csX14" fmla="*/ 361491 w 440969"/>
                <a:gd name="csY14" fmla="*/ 32306 h 438641"/>
                <a:gd name="csX15" fmla="*/ 361521 w 440969"/>
                <a:gd name="csY15" fmla="*/ 34109 h 438641"/>
                <a:gd name="csX16" fmla="*/ 362282 w 440969"/>
                <a:gd name="csY16" fmla="*/ 36270 h 438641"/>
                <a:gd name="csX17" fmla="*/ 363035 w 440969"/>
                <a:gd name="csY17" fmla="*/ 37952 h 438641"/>
                <a:gd name="csX18" fmla="*/ 363271 w 440969"/>
                <a:gd name="csY18" fmla="*/ 39854 h 438641"/>
                <a:gd name="csX19" fmla="*/ 363005 w 440969"/>
                <a:gd name="csY19" fmla="*/ 44533 h 438641"/>
                <a:gd name="csX20" fmla="*/ 363925 w 440969"/>
                <a:gd name="csY20" fmla="*/ 47234 h 438641"/>
                <a:gd name="csX21" fmla="*/ 364664 w 440969"/>
                <a:gd name="csY21" fmla="*/ 49722 h 438641"/>
                <a:gd name="csX22" fmla="*/ 362906 w 440969"/>
                <a:gd name="csY22" fmla="*/ 52819 h 438641"/>
                <a:gd name="csX23" fmla="*/ 362153 w 440969"/>
                <a:gd name="csY23" fmla="*/ 55550 h 438641"/>
                <a:gd name="csX24" fmla="*/ 361681 w 440969"/>
                <a:gd name="csY24" fmla="*/ 59453 h 438641"/>
                <a:gd name="csX25" fmla="*/ 361491 w 440969"/>
                <a:gd name="csY25" fmla="*/ 61911 h 438641"/>
                <a:gd name="csX26" fmla="*/ 360357 w 440969"/>
                <a:gd name="csY26" fmla="*/ 64178 h 438641"/>
                <a:gd name="csX27" fmla="*/ 358881 w 440969"/>
                <a:gd name="csY27" fmla="*/ 66301 h 438641"/>
                <a:gd name="csX28" fmla="*/ 357215 w 440969"/>
                <a:gd name="csY28" fmla="*/ 67625 h 438641"/>
                <a:gd name="csX29" fmla="*/ 355160 w 440969"/>
                <a:gd name="csY29" fmla="*/ 68766 h 438641"/>
                <a:gd name="csX30" fmla="*/ 352794 w 440969"/>
                <a:gd name="csY30" fmla="*/ 70265 h 438641"/>
                <a:gd name="csX31" fmla="*/ 350877 w 440969"/>
                <a:gd name="csY31" fmla="*/ 74275 h 438641"/>
                <a:gd name="csX32" fmla="*/ 346730 w 440969"/>
                <a:gd name="csY32" fmla="*/ 77607 h 438641"/>
                <a:gd name="csX33" fmla="*/ 345863 w 440969"/>
                <a:gd name="csY33" fmla="*/ 78749 h 438641"/>
                <a:gd name="csX34" fmla="*/ 345475 w 440969"/>
                <a:gd name="csY34" fmla="*/ 81412 h 438641"/>
                <a:gd name="csX35" fmla="*/ 345574 w 440969"/>
                <a:gd name="csY35" fmla="*/ 85102 h 438641"/>
                <a:gd name="csX36" fmla="*/ 346304 w 440969"/>
                <a:gd name="csY36" fmla="*/ 88031 h 438641"/>
                <a:gd name="csX37" fmla="*/ 348290 w 440969"/>
                <a:gd name="csY37" fmla="*/ 92353 h 438641"/>
                <a:gd name="csX38" fmla="*/ 350032 w 440969"/>
                <a:gd name="csY38" fmla="*/ 97100 h 438641"/>
                <a:gd name="csX39" fmla="*/ 350504 w 440969"/>
                <a:gd name="csY39" fmla="*/ 99482 h 438641"/>
                <a:gd name="csX40" fmla="*/ 351173 w 440969"/>
                <a:gd name="csY40" fmla="*/ 100387 h 438641"/>
                <a:gd name="csX41" fmla="*/ 353623 w 440969"/>
                <a:gd name="csY41" fmla="*/ 101940 h 438641"/>
                <a:gd name="csX42" fmla="*/ 357861 w 440969"/>
                <a:gd name="csY42" fmla="*/ 104040 h 438641"/>
                <a:gd name="csX43" fmla="*/ 358645 w 440969"/>
                <a:gd name="csY43" fmla="*/ 104899 h 438641"/>
                <a:gd name="csX44" fmla="*/ 360745 w 440969"/>
                <a:gd name="csY44" fmla="*/ 108156 h 438641"/>
                <a:gd name="csX45" fmla="*/ 362738 w 440969"/>
                <a:gd name="csY45" fmla="*/ 113984 h 438641"/>
                <a:gd name="csX46" fmla="*/ 363362 w 440969"/>
                <a:gd name="csY46" fmla="*/ 117834 h 438641"/>
                <a:gd name="csX47" fmla="*/ 367243 w 440969"/>
                <a:gd name="csY47" fmla="*/ 120892 h 438641"/>
                <a:gd name="csX48" fmla="*/ 370826 w 440969"/>
                <a:gd name="csY48" fmla="*/ 123708 h 438641"/>
                <a:gd name="csX49" fmla="*/ 374266 w 440969"/>
                <a:gd name="csY49" fmla="*/ 126180 h 438641"/>
                <a:gd name="csX50" fmla="*/ 378001 w 440969"/>
                <a:gd name="csY50" fmla="*/ 128859 h 438641"/>
                <a:gd name="csX51" fmla="*/ 378542 w 440969"/>
                <a:gd name="csY51" fmla="*/ 129680 h 438641"/>
                <a:gd name="csX52" fmla="*/ 379782 w 440969"/>
                <a:gd name="csY52" fmla="*/ 135349 h 438641"/>
                <a:gd name="csX53" fmla="*/ 381022 w 440969"/>
                <a:gd name="csY53" fmla="*/ 140964 h 438641"/>
                <a:gd name="csX54" fmla="*/ 382376 w 440969"/>
                <a:gd name="csY54" fmla="*/ 147134 h 438641"/>
                <a:gd name="csX55" fmla="*/ 383746 w 440969"/>
                <a:gd name="csY55" fmla="*/ 153312 h 438641"/>
                <a:gd name="csX56" fmla="*/ 385359 w 440969"/>
                <a:gd name="csY56" fmla="*/ 160563 h 438641"/>
                <a:gd name="csX57" fmla="*/ 386272 w 440969"/>
                <a:gd name="csY57" fmla="*/ 164664 h 438641"/>
                <a:gd name="csX58" fmla="*/ 387375 w 440969"/>
                <a:gd name="csY58" fmla="*/ 169633 h 438641"/>
                <a:gd name="csX59" fmla="*/ 388676 w 440969"/>
                <a:gd name="csY59" fmla="*/ 175446 h 438641"/>
                <a:gd name="csX60" fmla="*/ 386584 w 440969"/>
                <a:gd name="csY60" fmla="*/ 176678 h 438641"/>
                <a:gd name="csX61" fmla="*/ 384225 w 440969"/>
                <a:gd name="csY61" fmla="*/ 178253 h 438641"/>
                <a:gd name="csX62" fmla="*/ 385945 w 440969"/>
                <a:gd name="csY62" fmla="*/ 181236 h 438641"/>
                <a:gd name="csX63" fmla="*/ 389262 w 440969"/>
                <a:gd name="csY63" fmla="*/ 186083 h 438641"/>
                <a:gd name="csX64" fmla="*/ 391263 w 440969"/>
                <a:gd name="csY64" fmla="*/ 189986 h 438641"/>
                <a:gd name="csX65" fmla="*/ 391963 w 440969"/>
                <a:gd name="csY65" fmla="*/ 191682 h 438641"/>
                <a:gd name="csX66" fmla="*/ 393523 w 440969"/>
                <a:gd name="csY66" fmla="*/ 196514 h 438641"/>
                <a:gd name="csX67" fmla="*/ 394793 w 440969"/>
                <a:gd name="csY67" fmla="*/ 201185 h 438641"/>
                <a:gd name="csX68" fmla="*/ 395121 w 440969"/>
                <a:gd name="csY68" fmla="*/ 202700 h 438641"/>
                <a:gd name="csX69" fmla="*/ 395585 w 440969"/>
                <a:gd name="csY69" fmla="*/ 206291 h 438641"/>
                <a:gd name="csX70" fmla="*/ 395014 w 440969"/>
                <a:gd name="csY70" fmla="*/ 216152 h 438641"/>
                <a:gd name="csX71" fmla="*/ 395927 w 440969"/>
                <a:gd name="csY71" fmla="*/ 228622 h 438641"/>
                <a:gd name="csX72" fmla="*/ 397160 w 440969"/>
                <a:gd name="csY72" fmla="*/ 234815 h 438641"/>
                <a:gd name="csX73" fmla="*/ 395219 w 440969"/>
                <a:gd name="csY73" fmla="*/ 240392 h 438641"/>
                <a:gd name="csX74" fmla="*/ 393561 w 440969"/>
                <a:gd name="csY74" fmla="*/ 245711 h 438641"/>
                <a:gd name="csX75" fmla="*/ 393667 w 440969"/>
                <a:gd name="csY75" fmla="*/ 248381 h 438641"/>
                <a:gd name="csX76" fmla="*/ 394580 w 440969"/>
                <a:gd name="csY76" fmla="*/ 252543 h 438641"/>
                <a:gd name="csX77" fmla="*/ 395478 w 440969"/>
                <a:gd name="csY77" fmla="*/ 255617 h 438641"/>
                <a:gd name="csX78" fmla="*/ 396696 w 440969"/>
                <a:gd name="csY78" fmla="*/ 257230 h 438641"/>
                <a:gd name="csX79" fmla="*/ 396460 w 440969"/>
                <a:gd name="csY79" fmla="*/ 262396 h 438641"/>
                <a:gd name="csX80" fmla="*/ 395950 w 440969"/>
                <a:gd name="csY80" fmla="*/ 264268 h 438641"/>
                <a:gd name="csX81" fmla="*/ 392222 w 440969"/>
                <a:gd name="csY81" fmla="*/ 266969 h 438641"/>
                <a:gd name="csX82" fmla="*/ 388090 w 440969"/>
                <a:gd name="csY82" fmla="*/ 269442 h 438641"/>
                <a:gd name="csX83" fmla="*/ 386949 w 440969"/>
                <a:gd name="csY83" fmla="*/ 271534 h 438641"/>
                <a:gd name="csX84" fmla="*/ 386622 w 440969"/>
                <a:gd name="csY84" fmla="*/ 273862 h 438641"/>
                <a:gd name="csX85" fmla="*/ 387170 w 440969"/>
                <a:gd name="csY85" fmla="*/ 275757 h 438641"/>
                <a:gd name="csX86" fmla="*/ 390008 w 440969"/>
                <a:gd name="csY86" fmla="*/ 279942 h 438641"/>
                <a:gd name="csX87" fmla="*/ 394276 w 440969"/>
                <a:gd name="csY87" fmla="*/ 286204 h 438641"/>
                <a:gd name="csX88" fmla="*/ 398971 w 440969"/>
                <a:gd name="csY88" fmla="*/ 293082 h 438641"/>
                <a:gd name="csX89" fmla="*/ 399359 w 440969"/>
                <a:gd name="csY89" fmla="*/ 294809 h 438641"/>
                <a:gd name="csX90" fmla="*/ 399549 w 440969"/>
                <a:gd name="csY90" fmla="*/ 299678 h 438641"/>
                <a:gd name="csX91" fmla="*/ 401504 w 440969"/>
                <a:gd name="csY91" fmla="*/ 305788 h 438641"/>
                <a:gd name="csX92" fmla="*/ 403619 w 440969"/>
                <a:gd name="csY92" fmla="*/ 308451 h 438641"/>
                <a:gd name="csX93" fmla="*/ 404411 w 440969"/>
                <a:gd name="csY93" fmla="*/ 310437 h 438641"/>
                <a:gd name="csX94" fmla="*/ 405910 w 440969"/>
                <a:gd name="csY94" fmla="*/ 311860 h 438641"/>
                <a:gd name="csX95" fmla="*/ 407401 w 440969"/>
                <a:gd name="csY95" fmla="*/ 312902 h 438641"/>
                <a:gd name="csX96" fmla="*/ 408329 w 440969"/>
                <a:gd name="csY96" fmla="*/ 313024 h 438641"/>
                <a:gd name="csX97" fmla="*/ 413602 w 440969"/>
                <a:gd name="csY97" fmla="*/ 311365 h 438641"/>
                <a:gd name="csX98" fmla="*/ 422618 w 440969"/>
                <a:gd name="csY98" fmla="*/ 314104 h 438641"/>
                <a:gd name="csX99" fmla="*/ 431147 w 440969"/>
                <a:gd name="csY99" fmla="*/ 316889 h 438641"/>
                <a:gd name="csX100" fmla="*/ 431771 w 440969"/>
                <a:gd name="csY100" fmla="*/ 317437 h 438641"/>
                <a:gd name="csX101" fmla="*/ 433635 w 440969"/>
                <a:gd name="csY101" fmla="*/ 320959 h 438641"/>
                <a:gd name="csX102" fmla="*/ 436686 w 440969"/>
                <a:gd name="csY102" fmla="*/ 326704 h 438641"/>
                <a:gd name="csX103" fmla="*/ 438946 w 440969"/>
                <a:gd name="csY103" fmla="*/ 331292 h 438641"/>
                <a:gd name="csX104" fmla="*/ 440970 w 440969"/>
                <a:gd name="csY104" fmla="*/ 335393 h 438641"/>
                <a:gd name="csX105" fmla="*/ 429915 w 440969"/>
                <a:gd name="csY105" fmla="*/ 342454 h 438641"/>
                <a:gd name="csX106" fmla="*/ 418852 w 440969"/>
                <a:gd name="csY106" fmla="*/ 349499 h 438641"/>
                <a:gd name="csX107" fmla="*/ 407796 w 440969"/>
                <a:gd name="csY107" fmla="*/ 356530 h 438641"/>
                <a:gd name="csX108" fmla="*/ 396741 w 440969"/>
                <a:gd name="csY108" fmla="*/ 363537 h 438641"/>
                <a:gd name="csX109" fmla="*/ 385686 w 440969"/>
                <a:gd name="csY109" fmla="*/ 370537 h 438641"/>
                <a:gd name="csX110" fmla="*/ 374623 w 440969"/>
                <a:gd name="csY110" fmla="*/ 377522 h 438641"/>
                <a:gd name="csX111" fmla="*/ 363568 w 440969"/>
                <a:gd name="csY111" fmla="*/ 384491 h 438641"/>
                <a:gd name="csX112" fmla="*/ 352513 w 440969"/>
                <a:gd name="csY112" fmla="*/ 391437 h 438641"/>
                <a:gd name="csX113" fmla="*/ 345178 w 440969"/>
                <a:gd name="csY113" fmla="*/ 396041 h 438641"/>
                <a:gd name="csX114" fmla="*/ 340514 w 440969"/>
                <a:gd name="csY114" fmla="*/ 400104 h 438641"/>
                <a:gd name="csX115" fmla="*/ 334663 w 440969"/>
                <a:gd name="csY115" fmla="*/ 405179 h 438641"/>
                <a:gd name="csX116" fmla="*/ 329139 w 440969"/>
                <a:gd name="csY116" fmla="*/ 410216 h 438641"/>
                <a:gd name="csX117" fmla="*/ 324794 w 440969"/>
                <a:gd name="csY117" fmla="*/ 414180 h 438641"/>
                <a:gd name="csX118" fmla="*/ 319164 w 440969"/>
                <a:gd name="csY118" fmla="*/ 419292 h 438641"/>
                <a:gd name="csX119" fmla="*/ 316326 w 440969"/>
                <a:gd name="csY119" fmla="*/ 421872 h 438641"/>
                <a:gd name="csX120" fmla="*/ 310049 w 440969"/>
                <a:gd name="csY120" fmla="*/ 427571 h 438641"/>
                <a:gd name="csX121" fmla="*/ 308162 w 440969"/>
                <a:gd name="csY121" fmla="*/ 428583 h 438641"/>
                <a:gd name="csX122" fmla="*/ 299846 w 440969"/>
                <a:gd name="csY122" fmla="*/ 430264 h 438641"/>
                <a:gd name="csX123" fmla="*/ 292215 w 440969"/>
                <a:gd name="csY123" fmla="*/ 431801 h 438641"/>
                <a:gd name="csX124" fmla="*/ 285169 w 440969"/>
                <a:gd name="csY124" fmla="*/ 433224 h 438641"/>
                <a:gd name="csX125" fmla="*/ 280353 w 440969"/>
                <a:gd name="csY125" fmla="*/ 434198 h 438641"/>
                <a:gd name="csX126" fmla="*/ 275689 w 440969"/>
                <a:gd name="csY126" fmla="*/ 435133 h 438641"/>
                <a:gd name="csX127" fmla="*/ 268910 w 440969"/>
                <a:gd name="csY127" fmla="*/ 436457 h 438641"/>
                <a:gd name="csX128" fmla="*/ 264071 w 440969"/>
                <a:gd name="csY128" fmla="*/ 437409 h 438641"/>
                <a:gd name="csX129" fmla="*/ 258851 w 440969"/>
                <a:gd name="csY129" fmla="*/ 438428 h 438641"/>
                <a:gd name="csX130" fmla="*/ 258037 w 440969"/>
                <a:gd name="csY130" fmla="*/ 438603 h 438641"/>
                <a:gd name="csX131" fmla="*/ 257094 w 440969"/>
                <a:gd name="csY131" fmla="*/ 438641 h 438641"/>
                <a:gd name="csX132" fmla="*/ 256386 w 440969"/>
                <a:gd name="csY132" fmla="*/ 438603 h 438641"/>
                <a:gd name="csX133" fmla="*/ 254940 w 440969"/>
                <a:gd name="csY133" fmla="*/ 438040 h 438641"/>
                <a:gd name="csX134" fmla="*/ 253198 w 440969"/>
                <a:gd name="csY134" fmla="*/ 436708 h 438641"/>
                <a:gd name="csX135" fmla="*/ 252034 w 440969"/>
                <a:gd name="csY135" fmla="*/ 436024 h 438641"/>
                <a:gd name="csX136" fmla="*/ 251745 w 440969"/>
                <a:gd name="csY136" fmla="*/ 434974 h 438641"/>
                <a:gd name="csX137" fmla="*/ 252422 w 440969"/>
                <a:gd name="csY137" fmla="*/ 433574 h 438641"/>
                <a:gd name="csX138" fmla="*/ 253266 w 440969"/>
                <a:gd name="csY138" fmla="*/ 432318 h 438641"/>
                <a:gd name="csX139" fmla="*/ 253586 w 440969"/>
                <a:gd name="csY139" fmla="*/ 431329 h 438641"/>
                <a:gd name="csX140" fmla="*/ 254164 w 440969"/>
                <a:gd name="csY140" fmla="*/ 430576 h 438641"/>
                <a:gd name="csX141" fmla="*/ 254910 w 440969"/>
                <a:gd name="csY141" fmla="*/ 429967 h 438641"/>
                <a:gd name="csX142" fmla="*/ 254940 w 440969"/>
                <a:gd name="csY142" fmla="*/ 429108 h 438641"/>
                <a:gd name="csX143" fmla="*/ 254324 w 440969"/>
                <a:gd name="csY143" fmla="*/ 427692 h 438641"/>
                <a:gd name="csX144" fmla="*/ 253784 w 440969"/>
                <a:gd name="csY144" fmla="*/ 425737 h 438641"/>
                <a:gd name="csX145" fmla="*/ 253807 w 440969"/>
                <a:gd name="csY145" fmla="*/ 422184 h 438641"/>
                <a:gd name="csX146" fmla="*/ 253822 w 440969"/>
                <a:gd name="csY146" fmla="*/ 420997 h 438641"/>
                <a:gd name="csX147" fmla="*/ 253822 w 440969"/>
                <a:gd name="csY147" fmla="*/ 420571 h 438641"/>
                <a:gd name="csX148" fmla="*/ 252262 w 440969"/>
                <a:gd name="csY148" fmla="*/ 419209 h 438641"/>
                <a:gd name="csX149" fmla="*/ 249318 w 440969"/>
                <a:gd name="csY149" fmla="*/ 417702 h 438641"/>
                <a:gd name="csX150" fmla="*/ 246609 w 440969"/>
                <a:gd name="csY150" fmla="*/ 416820 h 438641"/>
                <a:gd name="csX151" fmla="*/ 245376 w 440969"/>
                <a:gd name="csY151" fmla="*/ 416515 h 438641"/>
                <a:gd name="csX152" fmla="*/ 242386 w 440969"/>
                <a:gd name="csY152" fmla="*/ 415983 h 438641"/>
                <a:gd name="csX153" fmla="*/ 238255 w 440969"/>
                <a:gd name="csY153" fmla="*/ 415032 h 438641"/>
                <a:gd name="csX154" fmla="*/ 236801 w 440969"/>
                <a:gd name="csY154" fmla="*/ 414377 h 438641"/>
                <a:gd name="csX155" fmla="*/ 234123 w 440969"/>
                <a:gd name="csY155" fmla="*/ 411068 h 438641"/>
                <a:gd name="csX156" fmla="*/ 232807 w 440969"/>
                <a:gd name="csY156" fmla="*/ 410223 h 438641"/>
                <a:gd name="csX157" fmla="*/ 226606 w 440969"/>
                <a:gd name="csY157" fmla="*/ 409660 h 438641"/>
                <a:gd name="csX158" fmla="*/ 224544 w 440969"/>
                <a:gd name="csY158" fmla="*/ 409112 h 438641"/>
                <a:gd name="csX159" fmla="*/ 222855 w 440969"/>
                <a:gd name="csY159" fmla="*/ 408328 h 438641"/>
                <a:gd name="csX160" fmla="*/ 221409 w 440969"/>
                <a:gd name="csY160" fmla="*/ 407263 h 438641"/>
                <a:gd name="csX161" fmla="*/ 220595 w 440969"/>
                <a:gd name="csY161" fmla="*/ 405445 h 438641"/>
                <a:gd name="csX162" fmla="*/ 220352 w 440969"/>
                <a:gd name="csY162" fmla="*/ 403961 h 438641"/>
                <a:gd name="csX163" fmla="*/ 219811 w 440969"/>
                <a:gd name="csY163" fmla="*/ 403254 h 438641"/>
                <a:gd name="csX164" fmla="*/ 212971 w 440969"/>
                <a:gd name="csY164" fmla="*/ 399662 h 438641"/>
                <a:gd name="csX165" fmla="*/ 211229 w 440969"/>
                <a:gd name="csY165" fmla="*/ 398445 h 438641"/>
                <a:gd name="csX166" fmla="*/ 210308 w 440969"/>
                <a:gd name="csY166" fmla="*/ 397311 h 438641"/>
                <a:gd name="csX167" fmla="*/ 210278 w 440969"/>
                <a:gd name="csY167" fmla="*/ 395630 h 438641"/>
                <a:gd name="csX168" fmla="*/ 210461 w 440969"/>
                <a:gd name="csY168" fmla="*/ 393568 h 438641"/>
                <a:gd name="csX169" fmla="*/ 210171 w 440969"/>
                <a:gd name="csY169" fmla="*/ 391734 h 438641"/>
                <a:gd name="csX170" fmla="*/ 209882 w 440969"/>
                <a:gd name="csY170" fmla="*/ 390837 h 438641"/>
                <a:gd name="csX171" fmla="*/ 206755 w 440969"/>
                <a:gd name="csY171" fmla="*/ 388660 h 438641"/>
                <a:gd name="csX172" fmla="*/ 199763 w 440969"/>
                <a:gd name="csY172" fmla="*/ 383776 h 438641"/>
                <a:gd name="csX173" fmla="*/ 192771 w 440969"/>
                <a:gd name="csY173" fmla="*/ 378891 h 438641"/>
                <a:gd name="csX174" fmla="*/ 185778 w 440969"/>
                <a:gd name="csY174" fmla="*/ 373999 h 438641"/>
                <a:gd name="csX175" fmla="*/ 178786 w 440969"/>
                <a:gd name="csY175" fmla="*/ 369099 h 438641"/>
                <a:gd name="csX176" fmla="*/ 171794 w 440969"/>
                <a:gd name="csY176" fmla="*/ 364191 h 438641"/>
                <a:gd name="csX177" fmla="*/ 164802 w 440969"/>
                <a:gd name="csY177" fmla="*/ 359276 h 438641"/>
                <a:gd name="csX178" fmla="*/ 157809 w 440969"/>
                <a:gd name="csY178" fmla="*/ 354353 h 438641"/>
                <a:gd name="csX179" fmla="*/ 150817 w 440969"/>
                <a:gd name="csY179" fmla="*/ 349423 h 438641"/>
                <a:gd name="csX180" fmla="*/ 143825 w 440969"/>
                <a:gd name="csY180" fmla="*/ 344477 h 438641"/>
                <a:gd name="csX181" fmla="*/ 136825 w 440969"/>
                <a:gd name="csY181" fmla="*/ 339540 h 438641"/>
                <a:gd name="csX182" fmla="*/ 129840 w 440969"/>
                <a:gd name="csY182" fmla="*/ 334579 h 438641"/>
                <a:gd name="csX183" fmla="*/ 122848 w 440969"/>
                <a:gd name="csY183" fmla="*/ 329618 h 438641"/>
                <a:gd name="csX184" fmla="*/ 115856 w 440969"/>
                <a:gd name="csY184" fmla="*/ 324650 h 438641"/>
                <a:gd name="csX185" fmla="*/ 108856 w 440969"/>
                <a:gd name="csY185" fmla="*/ 319666 h 438641"/>
                <a:gd name="csX186" fmla="*/ 101864 w 440969"/>
                <a:gd name="csY186" fmla="*/ 314675 h 438641"/>
                <a:gd name="csX187" fmla="*/ 94871 w 440969"/>
                <a:gd name="csY187" fmla="*/ 309676 h 438641"/>
                <a:gd name="csX188" fmla="*/ 88959 w 440969"/>
                <a:gd name="csY188" fmla="*/ 305453 h 438641"/>
                <a:gd name="csX189" fmla="*/ 82439 w 440969"/>
                <a:gd name="csY189" fmla="*/ 300979 h 438641"/>
                <a:gd name="csX190" fmla="*/ 77592 w 440969"/>
                <a:gd name="csY190" fmla="*/ 297700 h 438641"/>
                <a:gd name="csX191" fmla="*/ 72784 w 440969"/>
                <a:gd name="csY191" fmla="*/ 294428 h 438641"/>
                <a:gd name="csX192" fmla="*/ 67610 w 440969"/>
                <a:gd name="csY192" fmla="*/ 290921 h 438641"/>
                <a:gd name="csX193" fmla="*/ 64247 w 440969"/>
                <a:gd name="csY193" fmla="*/ 288745 h 438641"/>
                <a:gd name="csX194" fmla="*/ 60237 w 440969"/>
                <a:gd name="csY194" fmla="*/ 286143 h 438641"/>
                <a:gd name="csX195" fmla="*/ 56220 w 440969"/>
                <a:gd name="csY195" fmla="*/ 283533 h 438641"/>
                <a:gd name="csX196" fmla="*/ 52202 w 440969"/>
                <a:gd name="csY196" fmla="*/ 280923 h 438641"/>
                <a:gd name="csX197" fmla="*/ 48185 w 440969"/>
                <a:gd name="csY197" fmla="*/ 278314 h 438641"/>
                <a:gd name="csX198" fmla="*/ 44168 w 440969"/>
                <a:gd name="csY198" fmla="*/ 275704 h 438641"/>
                <a:gd name="csX199" fmla="*/ 40150 w 440969"/>
                <a:gd name="csY199" fmla="*/ 273086 h 438641"/>
                <a:gd name="csX200" fmla="*/ 36141 w 440969"/>
                <a:gd name="csY200" fmla="*/ 270469 h 438641"/>
                <a:gd name="csX201" fmla="*/ 32123 w 440969"/>
                <a:gd name="csY201" fmla="*/ 267844 h 438641"/>
                <a:gd name="csX202" fmla="*/ 28106 w 440969"/>
                <a:gd name="csY202" fmla="*/ 265219 h 438641"/>
                <a:gd name="csX203" fmla="*/ 24096 w 440969"/>
                <a:gd name="csY203" fmla="*/ 262594 h 438641"/>
                <a:gd name="csX204" fmla="*/ 20079 w 440969"/>
                <a:gd name="csY204" fmla="*/ 259969 h 438641"/>
                <a:gd name="csX205" fmla="*/ 16062 w 440969"/>
                <a:gd name="csY205" fmla="*/ 257337 h 438641"/>
                <a:gd name="csX206" fmla="*/ 12044 w 440969"/>
                <a:gd name="csY206" fmla="*/ 254704 h 438641"/>
                <a:gd name="csX207" fmla="*/ 8027 w 440969"/>
                <a:gd name="csY207" fmla="*/ 252064 h 438641"/>
                <a:gd name="csX208" fmla="*/ 4010 w 440969"/>
                <a:gd name="csY208" fmla="*/ 249424 h 438641"/>
                <a:gd name="csX209" fmla="*/ 0 w 440969"/>
                <a:gd name="csY209" fmla="*/ 246784 h 438641"/>
                <a:gd name="csX210" fmla="*/ 0 w 440969"/>
                <a:gd name="csY210" fmla="*/ 241899 h 438641"/>
                <a:gd name="csX211" fmla="*/ 0 w 440969"/>
                <a:gd name="csY211" fmla="*/ 237920 h 438641"/>
                <a:gd name="csX212" fmla="*/ 0 w 440969"/>
                <a:gd name="csY212" fmla="*/ 232061 h 438641"/>
                <a:gd name="csX213" fmla="*/ 0 w 440969"/>
                <a:gd name="csY213" fmla="*/ 226963 h 438641"/>
                <a:gd name="csX214" fmla="*/ 0 w 440969"/>
                <a:gd name="csY214" fmla="*/ 221866 h 438641"/>
                <a:gd name="csX215" fmla="*/ 0 w 440969"/>
                <a:gd name="csY215" fmla="*/ 218350 h 438641"/>
                <a:gd name="csX216" fmla="*/ 0 w 440969"/>
                <a:gd name="csY216" fmla="*/ 214683 h 438641"/>
                <a:gd name="csX217" fmla="*/ 107 w 440969"/>
                <a:gd name="csY217" fmla="*/ 213024 h 438641"/>
                <a:gd name="csX218" fmla="*/ 502 w 440969"/>
                <a:gd name="csY218" fmla="*/ 212317 h 438641"/>
                <a:gd name="csX219" fmla="*/ 2671 w 440969"/>
                <a:gd name="csY219" fmla="*/ 211122 h 438641"/>
                <a:gd name="csX220" fmla="*/ 6064 w 440969"/>
                <a:gd name="csY220" fmla="*/ 208398 h 438641"/>
                <a:gd name="csX221" fmla="*/ 7319 w 440969"/>
                <a:gd name="csY221" fmla="*/ 207189 h 438641"/>
                <a:gd name="csX222" fmla="*/ 8925 w 440969"/>
                <a:gd name="csY222" fmla="*/ 205964 h 438641"/>
                <a:gd name="csX223" fmla="*/ 14609 w 440969"/>
                <a:gd name="csY223" fmla="*/ 202273 h 438641"/>
                <a:gd name="csX224" fmla="*/ 15788 w 440969"/>
                <a:gd name="csY224" fmla="*/ 201239 h 438641"/>
                <a:gd name="csX225" fmla="*/ 21312 w 440969"/>
                <a:gd name="csY225" fmla="*/ 196985 h 438641"/>
                <a:gd name="csX226" fmla="*/ 22605 w 440969"/>
                <a:gd name="csY226" fmla="*/ 196362 h 438641"/>
                <a:gd name="csX227" fmla="*/ 25572 w 440969"/>
                <a:gd name="csY227" fmla="*/ 195943 h 438641"/>
                <a:gd name="csX228" fmla="*/ 26812 w 440969"/>
                <a:gd name="csY228" fmla="*/ 195144 h 438641"/>
                <a:gd name="csX229" fmla="*/ 28479 w 440969"/>
                <a:gd name="csY229" fmla="*/ 193440 h 438641"/>
                <a:gd name="csX230" fmla="*/ 30929 w 440969"/>
                <a:gd name="csY230" fmla="*/ 191492 h 438641"/>
                <a:gd name="csX231" fmla="*/ 32519 w 440969"/>
                <a:gd name="csY231" fmla="*/ 190564 h 438641"/>
                <a:gd name="csX232" fmla="*/ 32899 w 440969"/>
                <a:gd name="csY232" fmla="*/ 190396 h 438641"/>
                <a:gd name="csX233" fmla="*/ 33919 w 440969"/>
                <a:gd name="csY233" fmla="*/ 190260 h 438641"/>
                <a:gd name="csX234" fmla="*/ 39024 w 440969"/>
                <a:gd name="csY234" fmla="*/ 190838 h 438641"/>
                <a:gd name="csX235" fmla="*/ 41170 w 440969"/>
                <a:gd name="csY235" fmla="*/ 191272 h 438641"/>
                <a:gd name="csX236" fmla="*/ 43734 w 440969"/>
                <a:gd name="csY236" fmla="*/ 191637 h 438641"/>
                <a:gd name="csX237" fmla="*/ 44533 w 440969"/>
                <a:gd name="csY237" fmla="*/ 191386 h 438641"/>
                <a:gd name="csX238" fmla="*/ 45218 w 440969"/>
                <a:gd name="csY238" fmla="*/ 190777 h 438641"/>
                <a:gd name="csX239" fmla="*/ 46184 w 440969"/>
                <a:gd name="csY239" fmla="*/ 189415 h 438641"/>
                <a:gd name="csX240" fmla="*/ 46389 w 440969"/>
                <a:gd name="csY240" fmla="*/ 187795 h 438641"/>
                <a:gd name="csX241" fmla="*/ 46450 w 440969"/>
                <a:gd name="csY241" fmla="*/ 186379 h 438641"/>
                <a:gd name="csX242" fmla="*/ 46602 w 440969"/>
                <a:gd name="csY242" fmla="*/ 185763 h 438641"/>
                <a:gd name="csX243" fmla="*/ 47051 w 440969"/>
                <a:gd name="csY243" fmla="*/ 185481 h 438641"/>
                <a:gd name="csX244" fmla="*/ 48170 w 440969"/>
                <a:gd name="csY244" fmla="*/ 185588 h 438641"/>
                <a:gd name="csX245" fmla="*/ 49661 w 440969"/>
                <a:gd name="csY245" fmla="*/ 185778 h 438641"/>
                <a:gd name="csX246" fmla="*/ 52712 w 440969"/>
                <a:gd name="csY246" fmla="*/ 185717 h 438641"/>
                <a:gd name="csX247" fmla="*/ 53747 w 440969"/>
                <a:gd name="csY247" fmla="*/ 185519 h 438641"/>
                <a:gd name="csX248" fmla="*/ 57209 w 440969"/>
                <a:gd name="csY248" fmla="*/ 185215 h 438641"/>
                <a:gd name="csX249" fmla="*/ 62101 w 440969"/>
                <a:gd name="csY249" fmla="*/ 184294 h 438641"/>
                <a:gd name="csX250" fmla="*/ 65981 w 440969"/>
                <a:gd name="csY250" fmla="*/ 183092 h 438641"/>
                <a:gd name="csX251" fmla="*/ 69071 w 440969"/>
                <a:gd name="csY251" fmla="*/ 182141 h 438641"/>
                <a:gd name="csX252" fmla="*/ 72380 w 440969"/>
                <a:gd name="csY252" fmla="*/ 179638 h 438641"/>
                <a:gd name="csX253" fmla="*/ 74807 w 440969"/>
                <a:gd name="csY253" fmla="*/ 176998 h 438641"/>
                <a:gd name="csX254" fmla="*/ 77326 w 440969"/>
                <a:gd name="csY254" fmla="*/ 173057 h 438641"/>
                <a:gd name="csX255" fmla="*/ 79327 w 440969"/>
                <a:gd name="csY255" fmla="*/ 169633 h 438641"/>
                <a:gd name="csX256" fmla="*/ 83382 w 440969"/>
                <a:gd name="csY256" fmla="*/ 167495 h 438641"/>
                <a:gd name="csX257" fmla="*/ 86768 w 440969"/>
                <a:gd name="csY257" fmla="*/ 166194 h 438641"/>
                <a:gd name="csX258" fmla="*/ 88708 w 440969"/>
                <a:gd name="csY258" fmla="*/ 165684 h 438641"/>
                <a:gd name="csX259" fmla="*/ 93106 w 440969"/>
                <a:gd name="csY259" fmla="*/ 163873 h 438641"/>
                <a:gd name="csX260" fmla="*/ 96827 w 440969"/>
                <a:gd name="csY260" fmla="*/ 161134 h 438641"/>
                <a:gd name="csX261" fmla="*/ 100319 w 440969"/>
                <a:gd name="csY261" fmla="*/ 158562 h 438641"/>
                <a:gd name="csX262" fmla="*/ 102990 w 440969"/>
                <a:gd name="csY262" fmla="*/ 158220 h 438641"/>
                <a:gd name="csX263" fmla="*/ 106368 w 440969"/>
                <a:gd name="csY263" fmla="*/ 157794 h 438641"/>
                <a:gd name="csX264" fmla="*/ 107121 w 440969"/>
                <a:gd name="csY264" fmla="*/ 157315 h 438641"/>
                <a:gd name="csX265" fmla="*/ 107973 w 440969"/>
                <a:gd name="csY265" fmla="*/ 156402 h 438641"/>
                <a:gd name="csX266" fmla="*/ 108019 w 440969"/>
                <a:gd name="csY266" fmla="*/ 154788 h 438641"/>
                <a:gd name="csX267" fmla="*/ 106999 w 440969"/>
                <a:gd name="csY267" fmla="*/ 153655 h 438641"/>
                <a:gd name="csX268" fmla="*/ 105767 w 440969"/>
                <a:gd name="csY268" fmla="*/ 153061 h 438641"/>
                <a:gd name="csX269" fmla="*/ 104892 w 440969"/>
                <a:gd name="csY269" fmla="*/ 152407 h 438641"/>
                <a:gd name="csX270" fmla="*/ 104024 w 440969"/>
                <a:gd name="csY270" fmla="*/ 152285 h 438641"/>
                <a:gd name="csX271" fmla="*/ 103560 w 440969"/>
                <a:gd name="csY271" fmla="*/ 151509 h 438641"/>
                <a:gd name="csX272" fmla="*/ 103819 w 440969"/>
                <a:gd name="csY272" fmla="*/ 150079 h 438641"/>
                <a:gd name="csX273" fmla="*/ 103948 w 440969"/>
                <a:gd name="csY273" fmla="*/ 148755 h 438641"/>
                <a:gd name="csX274" fmla="*/ 104504 w 440969"/>
                <a:gd name="csY274" fmla="*/ 147431 h 438641"/>
                <a:gd name="csX275" fmla="*/ 104351 w 440969"/>
                <a:gd name="csY275" fmla="*/ 145559 h 438641"/>
                <a:gd name="csX276" fmla="*/ 103484 w 440969"/>
                <a:gd name="csY276" fmla="*/ 143688 h 438641"/>
                <a:gd name="csX277" fmla="*/ 103218 w 440969"/>
                <a:gd name="csY277" fmla="*/ 142341 h 438641"/>
                <a:gd name="csX278" fmla="*/ 103279 w 440969"/>
                <a:gd name="csY278" fmla="*/ 141002 h 438641"/>
                <a:gd name="csX279" fmla="*/ 103705 w 440969"/>
                <a:gd name="csY279" fmla="*/ 139959 h 438641"/>
                <a:gd name="csX280" fmla="*/ 104953 w 440969"/>
                <a:gd name="csY280" fmla="*/ 139267 h 438641"/>
                <a:gd name="csX281" fmla="*/ 106406 w 440969"/>
                <a:gd name="csY281" fmla="*/ 139001 h 438641"/>
                <a:gd name="csX282" fmla="*/ 108445 w 440969"/>
                <a:gd name="csY282" fmla="*/ 139335 h 438641"/>
                <a:gd name="csX283" fmla="*/ 111968 w 440969"/>
                <a:gd name="csY283" fmla="*/ 138887 h 438641"/>
                <a:gd name="csX284" fmla="*/ 120984 w 440969"/>
                <a:gd name="csY284" fmla="*/ 135645 h 438641"/>
                <a:gd name="csX285" fmla="*/ 121608 w 440969"/>
                <a:gd name="csY285" fmla="*/ 134649 h 438641"/>
                <a:gd name="csX286" fmla="*/ 122186 w 440969"/>
                <a:gd name="csY286" fmla="*/ 132404 h 438641"/>
                <a:gd name="csX287" fmla="*/ 122833 w 440969"/>
                <a:gd name="csY287" fmla="*/ 130434 h 438641"/>
                <a:gd name="csX288" fmla="*/ 123769 w 440969"/>
                <a:gd name="csY288" fmla="*/ 129772 h 438641"/>
                <a:gd name="csX289" fmla="*/ 124278 w 440969"/>
                <a:gd name="csY289" fmla="*/ 129627 h 438641"/>
                <a:gd name="csX290" fmla="*/ 127284 w 440969"/>
                <a:gd name="csY290" fmla="*/ 129094 h 438641"/>
                <a:gd name="csX291" fmla="*/ 131537 w 440969"/>
                <a:gd name="csY291" fmla="*/ 128349 h 438641"/>
                <a:gd name="csX292" fmla="*/ 133135 w 440969"/>
                <a:gd name="csY292" fmla="*/ 128242 h 438641"/>
                <a:gd name="csX293" fmla="*/ 137776 w 440969"/>
                <a:gd name="csY293" fmla="*/ 128455 h 438641"/>
                <a:gd name="csX294" fmla="*/ 141154 w 440969"/>
                <a:gd name="csY294" fmla="*/ 128615 h 438641"/>
                <a:gd name="csX295" fmla="*/ 146617 w 440969"/>
                <a:gd name="csY295" fmla="*/ 128874 h 438641"/>
                <a:gd name="csX296" fmla="*/ 150497 w 440969"/>
                <a:gd name="csY296" fmla="*/ 129003 h 438641"/>
                <a:gd name="csX297" fmla="*/ 153876 w 440969"/>
                <a:gd name="csY297" fmla="*/ 129117 h 438641"/>
                <a:gd name="csX298" fmla="*/ 158182 w 440969"/>
                <a:gd name="csY298" fmla="*/ 129269 h 438641"/>
                <a:gd name="csX299" fmla="*/ 159240 w 440969"/>
                <a:gd name="csY299" fmla="*/ 128813 h 438641"/>
                <a:gd name="csX300" fmla="*/ 159240 w 440969"/>
                <a:gd name="csY300" fmla="*/ 127375 h 438641"/>
                <a:gd name="csX301" fmla="*/ 158464 w 440969"/>
                <a:gd name="csY301" fmla="*/ 124697 h 438641"/>
                <a:gd name="csX302" fmla="*/ 158935 w 440969"/>
                <a:gd name="csY302" fmla="*/ 123023 h 438641"/>
                <a:gd name="csX303" fmla="*/ 160594 w 440969"/>
                <a:gd name="csY303" fmla="*/ 121471 h 438641"/>
                <a:gd name="csX304" fmla="*/ 162664 w 440969"/>
                <a:gd name="csY304" fmla="*/ 119736 h 438641"/>
                <a:gd name="csX305" fmla="*/ 161697 w 440969"/>
                <a:gd name="csY305" fmla="*/ 117621 h 438641"/>
                <a:gd name="csX306" fmla="*/ 160046 w 440969"/>
                <a:gd name="csY306" fmla="*/ 116206 h 438641"/>
                <a:gd name="csX307" fmla="*/ 157741 w 440969"/>
                <a:gd name="csY307" fmla="*/ 114501 h 438641"/>
                <a:gd name="csX308" fmla="*/ 156546 w 440969"/>
                <a:gd name="csY308" fmla="*/ 113809 h 438641"/>
                <a:gd name="csX309" fmla="*/ 154454 w 440969"/>
                <a:gd name="csY309" fmla="*/ 111747 h 438641"/>
                <a:gd name="csX310" fmla="*/ 153176 w 440969"/>
                <a:gd name="csY310" fmla="*/ 109396 h 438641"/>
                <a:gd name="csX311" fmla="*/ 152308 w 440969"/>
                <a:gd name="csY311" fmla="*/ 104435 h 438641"/>
                <a:gd name="csX312" fmla="*/ 150718 w 440969"/>
                <a:gd name="csY312" fmla="*/ 101650 h 438641"/>
                <a:gd name="csX313" fmla="*/ 149562 w 440969"/>
                <a:gd name="csY313" fmla="*/ 98211 h 438641"/>
                <a:gd name="csX314" fmla="*/ 150589 w 440969"/>
                <a:gd name="csY314" fmla="*/ 91889 h 438641"/>
                <a:gd name="csX315" fmla="*/ 149052 w 440969"/>
                <a:gd name="csY315" fmla="*/ 88061 h 438641"/>
                <a:gd name="csX316" fmla="*/ 148816 w 440969"/>
                <a:gd name="csY316" fmla="*/ 86403 h 438641"/>
                <a:gd name="csX317" fmla="*/ 148801 w 440969"/>
                <a:gd name="csY317" fmla="*/ 84447 h 438641"/>
                <a:gd name="csX318" fmla="*/ 149272 w 440969"/>
                <a:gd name="csY318" fmla="*/ 81062 h 438641"/>
                <a:gd name="csX319" fmla="*/ 148968 w 440969"/>
                <a:gd name="csY319" fmla="*/ 76291 h 438641"/>
                <a:gd name="csX320" fmla="*/ 147157 w 440969"/>
                <a:gd name="csY320" fmla="*/ 71361 h 438641"/>
                <a:gd name="csX321" fmla="*/ 148010 w 440969"/>
                <a:gd name="csY321" fmla="*/ 69679 h 438641"/>
                <a:gd name="csX322" fmla="*/ 148405 w 440969"/>
                <a:gd name="csY322" fmla="*/ 68804 h 438641"/>
                <a:gd name="csX323" fmla="*/ 148276 w 440969"/>
                <a:gd name="csY323" fmla="*/ 68051 h 438641"/>
                <a:gd name="csX324" fmla="*/ 146625 w 440969"/>
                <a:gd name="csY324" fmla="*/ 66484 h 438641"/>
                <a:gd name="csX325" fmla="*/ 145925 w 440969"/>
                <a:gd name="csY325" fmla="*/ 65182 h 438641"/>
                <a:gd name="csX326" fmla="*/ 146290 w 440969"/>
                <a:gd name="csY326" fmla="*/ 63965 h 438641"/>
                <a:gd name="csX327" fmla="*/ 147150 w 440969"/>
                <a:gd name="csY327" fmla="*/ 62192 h 438641"/>
                <a:gd name="csX328" fmla="*/ 147074 w 440969"/>
                <a:gd name="csY328" fmla="*/ 61447 h 438641"/>
                <a:gd name="csX329" fmla="*/ 144403 w 440969"/>
                <a:gd name="csY329" fmla="*/ 59286 h 438641"/>
                <a:gd name="csX330" fmla="*/ 139899 w 440969"/>
                <a:gd name="csY330" fmla="*/ 55778 h 438641"/>
                <a:gd name="csX331" fmla="*/ 138636 w 440969"/>
                <a:gd name="csY331" fmla="*/ 54241 h 438641"/>
                <a:gd name="csX332" fmla="*/ 138019 w 440969"/>
                <a:gd name="csY332" fmla="*/ 52317 h 438641"/>
                <a:gd name="csX333" fmla="*/ 142333 w 440969"/>
                <a:gd name="csY333" fmla="*/ 52811 h 438641"/>
                <a:gd name="csX334" fmla="*/ 144563 w 440969"/>
                <a:gd name="csY334" fmla="*/ 52575 h 438641"/>
                <a:gd name="csX335" fmla="*/ 149676 w 440969"/>
                <a:gd name="csY335" fmla="*/ 50262 h 438641"/>
                <a:gd name="csX336" fmla="*/ 153739 w 440969"/>
                <a:gd name="csY336" fmla="*/ 47135 h 438641"/>
                <a:gd name="csX337" fmla="*/ 156896 w 440969"/>
                <a:gd name="csY337" fmla="*/ 45545 h 438641"/>
                <a:gd name="csX338" fmla="*/ 159673 w 440969"/>
                <a:gd name="csY338" fmla="*/ 42113 h 438641"/>
                <a:gd name="csX339" fmla="*/ 162192 w 440969"/>
                <a:gd name="csY339" fmla="*/ 39945 h 438641"/>
                <a:gd name="csX340" fmla="*/ 165829 w 440969"/>
                <a:gd name="csY340" fmla="*/ 37601 h 438641"/>
                <a:gd name="csX341" fmla="*/ 176321 w 440969"/>
                <a:gd name="csY341" fmla="*/ 32542 h 438641"/>
                <a:gd name="csX342" fmla="*/ 177926 w 440969"/>
                <a:gd name="csY342" fmla="*/ 32504 h 438641"/>
                <a:gd name="csX343" fmla="*/ 181381 w 440969"/>
                <a:gd name="csY343" fmla="*/ 33653 h 438641"/>
                <a:gd name="csX344" fmla="*/ 184386 w 440969"/>
                <a:gd name="csY344" fmla="*/ 33295 h 438641"/>
                <a:gd name="csX345" fmla="*/ 186440 w 440969"/>
                <a:gd name="csY345" fmla="*/ 31522 h 438641"/>
                <a:gd name="csX346" fmla="*/ 188655 w 440969"/>
                <a:gd name="csY346" fmla="*/ 27246 h 438641"/>
                <a:gd name="csX347" fmla="*/ 192086 w 440969"/>
                <a:gd name="csY347" fmla="*/ 24637 h 438641"/>
                <a:gd name="csX348" fmla="*/ 196415 w 440969"/>
                <a:gd name="csY348" fmla="*/ 22019 h 438641"/>
                <a:gd name="csX349" fmla="*/ 202304 w 440969"/>
                <a:gd name="csY349" fmla="*/ 19516 h 438641"/>
                <a:gd name="csX350" fmla="*/ 206162 w 440969"/>
                <a:gd name="csY350" fmla="*/ 17211 h 438641"/>
                <a:gd name="csX351" fmla="*/ 212264 w 440969"/>
                <a:gd name="csY351" fmla="*/ 15209 h 438641"/>
                <a:gd name="csX352" fmla="*/ 227580 w 440969"/>
                <a:gd name="csY352" fmla="*/ 13939 h 438641"/>
                <a:gd name="csX353" fmla="*/ 235447 w 440969"/>
                <a:gd name="csY353" fmla="*/ 12805 h 438641"/>
                <a:gd name="csX354" fmla="*/ 240796 w 440969"/>
                <a:gd name="csY354" fmla="*/ 13064 h 438641"/>
                <a:gd name="csX355" fmla="*/ 246198 w 440969"/>
                <a:gd name="csY355" fmla="*/ 9396 h 438641"/>
                <a:gd name="csX356" fmla="*/ 248899 w 440969"/>
                <a:gd name="csY356" fmla="*/ 8187 h 438641"/>
                <a:gd name="csX357" fmla="*/ 260593 w 440969"/>
                <a:gd name="csY357" fmla="*/ 7905 h 438641"/>
                <a:gd name="csX358" fmla="*/ 266110 w 440969"/>
                <a:gd name="csY358" fmla="*/ 5220 h 438641"/>
                <a:gd name="csX359" fmla="*/ 287018 w 440969"/>
                <a:gd name="csY359" fmla="*/ 5220 h 438641"/>
                <a:gd name="csX360" fmla="*/ 289574 w 440969"/>
                <a:gd name="csY360" fmla="*/ 6117 h 438641"/>
                <a:gd name="csX361" fmla="*/ 292085 w 440969"/>
                <a:gd name="csY361" fmla="*/ 7563 h 438641"/>
                <a:gd name="csX362" fmla="*/ 296361 w 440969"/>
                <a:gd name="csY362" fmla="*/ 11040 h 438641"/>
                <a:gd name="csX363" fmla="*/ 298492 w 440969"/>
                <a:gd name="csY363" fmla="*/ 11801 h 438641"/>
                <a:gd name="csX364" fmla="*/ 301254 w 440969"/>
                <a:gd name="csY364" fmla="*/ 11078 h 438641"/>
                <a:gd name="csX365" fmla="*/ 307675 w 440969"/>
                <a:gd name="csY365" fmla="*/ 7784 h 438641"/>
                <a:gd name="csX366" fmla="*/ 314919 w 440969"/>
                <a:gd name="csY366" fmla="*/ 6064 h 438641"/>
                <a:gd name="csX367" fmla="*/ 318860 w 440969"/>
                <a:gd name="csY367" fmla="*/ 4101 h 438641"/>
                <a:gd name="csX368" fmla="*/ 320534 w 440969"/>
                <a:gd name="csY368" fmla="*/ 1232 h 438641"/>
                <a:gd name="csX369" fmla="*/ 323927 w 440969"/>
                <a:gd name="csY369" fmla="*/ 175 h 438641"/>
                <a:gd name="csX370" fmla="*/ 325837 w 440969"/>
                <a:gd name="csY370" fmla="*/ 2381 h 438641"/>
                <a:gd name="csX371" fmla="*/ 333347 w 440969"/>
                <a:gd name="csY371" fmla="*/ 4603 h 438641"/>
                <a:gd name="csX372" fmla="*/ 337957 w 440969"/>
                <a:gd name="csY372" fmla="*/ 3964 h 438641"/>
                <a:gd name="csX373" fmla="*/ 339981 w 440969"/>
                <a:gd name="csY373" fmla="*/ 3295 h 438641"/>
                <a:gd name="csX374" fmla="*/ 339251 w 440969"/>
                <a:gd name="csY374" fmla="*/ 0 h 438641"/>
                <a:gd name="csX375" fmla="*/ 344128 w 440969"/>
                <a:gd name="csY375" fmla="*/ 875 h 438641"/>
                <a:gd name="csX376" fmla="*/ 347871 w 440969"/>
                <a:gd name="csY376" fmla="*/ 2465 h 438641"/>
                <a:gd name="csX377" fmla="*/ 351790 w 440969"/>
                <a:gd name="csY377" fmla="*/ 5646 h 438641"/>
                <a:gd name="csX378" fmla="*/ 354331 w 440969"/>
                <a:gd name="csY378" fmla="*/ 6277 h 438641"/>
                <a:gd name="csX379" fmla="*/ 358957 w 440969"/>
                <a:gd name="csY379" fmla="*/ 4847 h 4386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Lst>
              <a:rect l="l" t="t" r="r" b="b"/>
              <a:pathLst>
                <a:path w="440969" h="438641">
                  <a:moveTo>
                    <a:pt x="368559" y="4131"/>
                  </a:moveTo>
                  <a:lnTo>
                    <a:pt x="369008" y="5547"/>
                  </a:lnTo>
                  <a:lnTo>
                    <a:pt x="369084" y="6870"/>
                  </a:lnTo>
                  <a:lnTo>
                    <a:pt x="367060" y="8103"/>
                  </a:lnTo>
                  <a:lnTo>
                    <a:pt x="365729" y="8818"/>
                  </a:lnTo>
                  <a:lnTo>
                    <a:pt x="364131" y="12219"/>
                  </a:lnTo>
                  <a:lnTo>
                    <a:pt x="361171" y="14525"/>
                  </a:lnTo>
                  <a:lnTo>
                    <a:pt x="360677" y="15225"/>
                  </a:lnTo>
                  <a:lnTo>
                    <a:pt x="360700" y="15856"/>
                  </a:lnTo>
                  <a:lnTo>
                    <a:pt x="362708" y="16899"/>
                  </a:lnTo>
                  <a:lnTo>
                    <a:pt x="363378" y="17888"/>
                  </a:lnTo>
                  <a:lnTo>
                    <a:pt x="363689" y="19212"/>
                  </a:lnTo>
                  <a:lnTo>
                    <a:pt x="362792" y="23944"/>
                  </a:lnTo>
                  <a:lnTo>
                    <a:pt x="362229" y="27566"/>
                  </a:lnTo>
                  <a:lnTo>
                    <a:pt x="361491" y="32306"/>
                  </a:lnTo>
                  <a:lnTo>
                    <a:pt x="361521" y="34109"/>
                  </a:lnTo>
                  <a:lnTo>
                    <a:pt x="362282" y="36270"/>
                  </a:lnTo>
                  <a:lnTo>
                    <a:pt x="363035" y="37952"/>
                  </a:lnTo>
                  <a:lnTo>
                    <a:pt x="363271" y="39854"/>
                  </a:lnTo>
                  <a:lnTo>
                    <a:pt x="363005" y="44533"/>
                  </a:lnTo>
                  <a:lnTo>
                    <a:pt x="363925" y="47234"/>
                  </a:lnTo>
                  <a:lnTo>
                    <a:pt x="364664" y="49722"/>
                  </a:lnTo>
                  <a:lnTo>
                    <a:pt x="362906" y="52819"/>
                  </a:lnTo>
                  <a:lnTo>
                    <a:pt x="362153" y="55550"/>
                  </a:lnTo>
                  <a:lnTo>
                    <a:pt x="361681" y="59453"/>
                  </a:lnTo>
                  <a:lnTo>
                    <a:pt x="361491" y="61911"/>
                  </a:lnTo>
                  <a:lnTo>
                    <a:pt x="360357" y="64178"/>
                  </a:lnTo>
                  <a:lnTo>
                    <a:pt x="358881" y="66301"/>
                  </a:lnTo>
                  <a:lnTo>
                    <a:pt x="357215" y="67625"/>
                  </a:lnTo>
                  <a:lnTo>
                    <a:pt x="355160" y="68766"/>
                  </a:lnTo>
                  <a:lnTo>
                    <a:pt x="352794" y="70265"/>
                  </a:lnTo>
                  <a:lnTo>
                    <a:pt x="350877" y="74275"/>
                  </a:lnTo>
                  <a:lnTo>
                    <a:pt x="346730" y="77607"/>
                  </a:lnTo>
                  <a:lnTo>
                    <a:pt x="345863" y="78749"/>
                  </a:lnTo>
                  <a:lnTo>
                    <a:pt x="345475" y="81412"/>
                  </a:lnTo>
                  <a:lnTo>
                    <a:pt x="345574" y="85102"/>
                  </a:lnTo>
                  <a:lnTo>
                    <a:pt x="346304" y="88031"/>
                  </a:lnTo>
                  <a:lnTo>
                    <a:pt x="348290" y="92353"/>
                  </a:lnTo>
                  <a:lnTo>
                    <a:pt x="350032" y="97100"/>
                  </a:lnTo>
                  <a:lnTo>
                    <a:pt x="350504" y="99482"/>
                  </a:lnTo>
                  <a:lnTo>
                    <a:pt x="351173" y="100387"/>
                  </a:lnTo>
                  <a:lnTo>
                    <a:pt x="353623" y="101940"/>
                  </a:lnTo>
                  <a:lnTo>
                    <a:pt x="357861" y="104040"/>
                  </a:lnTo>
                  <a:lnTo>
                    <a:pt x="358645" y="104899"/>
                  </a:lnTo>
                  <a:lnTo>
                    <a:pt x="360745" y="108156"/>
                  </a:lnTo>
                  <a:lnTo>
                    <a:pt x="362738" y="113984"/>
                  </a:lnTo>
                  <a:lnTo>
                    <a:pt x="363362" y="117834"/>
                  </a:lnTo>
                  <a:lnTo>
                    <a:pt x="367243" y="120892"/>
                  </a:lnTo>
                  <a:lnTo>
                    <a:pt x="370826" y="123708"/>
                  </a:lnTo>
                  <a:lnTo>
                    <a:pt x="374266" y="126180"/>
                  </a:lnTo>
                  <a:lnTo>
                    <a:pt x="378001" y="128859"/>
                  </a:lnTo>
                  <a:lnTo>
                    <a:pt x="378542" y="129680"/>
                  </a:lnTo>
                  <a:lnTo>
                    <a:pt x="379782" y="135349"/>
                  </a:lnTo>
                  <a:lnTo>
                    <a:pt x="381022" y="140964"/>
                  </a:lnTo>
                  <a:lnTo>
                    <a:pt x="382376" y="147134"/>
                  </a:lnTo>
                  <a:lnTo>
                    <a:pt x="383746" y="153312"/>
                  </a:lnTo>
                  <a:lnTo>
                    <a:pt x="385359" y="160563"/>
                  </a:lnTo>
                  <a:lnTo>
                    <a:pt x="386272" y="164664"/>
                  </a:lnTo>
                  <a:lnTo>
                    <a:pt x="387375" y="169633"/>
                  </a:lnTo>
                  <a:lnTo>
                    <a:pt x="388676" y="175446"/>
                  </a:lnTo>
                  <a:lnTo>
                    <a:pt x="386584" y="176678"/>
                  </a:lnTo>
                  <a:lnTo>
                    <a:pt x="384225" y="178253"/>
                  </a:lnTo>
                  <a:lnTo>
                    <a:pt x="385945" y="181236"/>
                  </a:lnTo>
                  <a:lnTo>
                    <a:pt x="389262" y="186083"/>
                  </a:lnTo>
                  <a:lnTo>
                    <a:pt x="391263" y="189986"/>
                  </a:lnTo>
                  <a:lnTo>
                    <a:pt x="391963" y="191682"/>
                  </a:lnTo>
                  <a:lnTo>
                    <a:pt x="393523" y="196514"/>
                  </a:lnTo>
                  <a:lnTo>
                    <a:pt x="394793" y="201185"/>
                  </a:lnTo>
                  <a:lnTo>
                    <a:pt x="395121" y="202700"/>
                  </a:lnTo>
                  <a:lnTo>
                    <a:pt x="395585" y="206291"/>
                  </a:lnTo>
                  <a:lnTo>
                    <a:pt x="395014" y="216152"/>
                  </a:lnTo>
                  <a:lnTo>
                    <a:pt x="395927" y="228622"/>
                  </a:lnTo>
                  <a:lnTo>
                    <a:pt x="397160" y="234815"/>
                  </a:lnTo>
                  <a:lnTo>
                    <a:pt x="395219" y="240392"/>
                  </a:lnTo>
                  <a:lnTo>
                    <a:pt x="393561" y="245711"/>
                  </a:lnTo>
                  <a:lnTo>
                    <a:pt x="393667" y="248381"/>
                  </a:lnTo>
                  <a:lnTo>
                    <a:pt x="394580" y="252543"/>
                  </a:lnTo>
                  <a:lnTo>
                    <a:pt x="395478" y="255617"/>
                  </a:lnTo>
                  <a:lnTo>
                    <a:pt x="396696" y="257230"/>
                  </a:lnTo>
                  <a:lnTo>
                    <a:pt x="396460" y="262396"/>
                  </a:lnTo>
                  <a:lnTo>
                    <a:pt x="395950" y="264268"/>
                  </a:lnTo>
                  <a:lnTo>
                    <a:pt x="392222" y="266969"/>
                  </a:lnTo>
                  <a:lnTo>
                    <a:pt x="388090" y="269442"/>
                  </a:lnTo>
                  <a:lnTo>
                    <a:pt x="386949" y="271534"/>
                  </a:lnTo>
                  <a:lnTo>
                    <a:pt x="386622" y="273862"/>
                  </a:lnTo>
                  <a:lnTo>
                    <a:pt x="387170" y="275757"/>
                  </a:lnTo>
                  <a:lnTo>
                    <a:pt x="390008" y="279942"/>
                  </a:lnTo>
                  <a:lnTo>
                    <a:pt x="394276" y="286204"/>
                  </a:lnTo>
                  <a:lnTo>
                    <a:pt x="398971" y="293082"/>
                  </a:lnTo>
                  <a:lnTo>
                    <a:pt x="399359" y="294809"/>
                  </a:lnTo>
                  <a:lnTo>
                    <a:pt x="399549" y="299678"/>
                  </a:lnTo>
                  <a:lnTo>
                    <a:pt x="401504" y="305788"/>
                  </a:lnTo>
                  <a:lnTo>
                    <a:pt x="403619" y="308451"/>
                  </a:lnTo>
                  <a:lnTo>
                    <a:pt x="404411" y="310437"/>
                  </a:lnTo>
                  <a:lnTo>
                    <a:pt x="405910" y="311860"/>
                  </a:lnTo>
                  <a:lnTo>
                    <a:pt x="407401" y="312902"/>
                  </a:lnTo>
                  <a:lnTo>
                    <a:pt x="408329" y="313024"/>
                  </a:lnTo>
                  <a:lnTo>
                    <a:pt x="413602" y="311365"/>
                  </a:lnTo>
                  <a:lnTo>
                    <a:pt x="422618" y="314104"/>
                  </a:lnTo>
                  <a:lnTo>
                    <a:pt x="431147" y="316889"/>
                  </a:lnTo>
                  <a:lnTo>
                    <a:pt x="431771" y="317437"/>
                  </a:lnTo>
                  <a:lnTo>
                    <a:pt x="433635" y="320959"/>
                  </a:lnTo>
                  <a:lnTo>
                    <a:pt x="436686" y="326704"/>
                  </a:lnTo>
                  <a:lnTo>
                    <a:pt x="438946" y="331292"/>
                  </a:lnTo>
                  <a:lnTo>
                    <a:pt x="440970" y="335393"/>
                  </a:lnTo>
                  <a:lnTo>
                    <a:pt x="429915" y="342454"/>
                  </a:lnTo>
                  <a:lnTo>
                    <a:pt x="418852" y="349499"/>
                  </a:lnTo>
                  <a:lnTo>
                    <a:pt x="407796" y="356530"/>
                  </a:lnTo>
                  <a:lnTo>
                    <a:pt x="396741" y="363537"/>
                  </a:lnTo>
                  <a:lnTo>
                    <a:pt x="385686" y="370537"/>
                  </a:lnTo>
                  <a:lnTo>
                    <a:pt x="374623" y="377522"/>
                  </a:lnTo>
                  <a:lnTo>
                    <a:pt x="363568" y="384491"/>
                  </a:lnTo>
                  <a:lnTo>
                    <a:pt x="352513" y="391437"/>
                  </a:lnTo>
                  <a:lnTo>
                    <a:pt x="345178" y="396041"/>
                  </a:lnTo>
                  <a:lnTo>
                    <a:pt x="340514" y="400104"/>
                  </a:lnTo>
                  <a:lnTo>
                    <a:pt x="334663" y="405179"/>
                  </a:lnTo>
                  <a:lnTo>
                    <a:pt x="329139" y="410216"/>
                  </a:lnTo>
                  <a:lnTo>
                    <a:pt x="324794" y="414180"/>
                  </a:lnTo>
                  <a:lnTo>
                    <a:pt x="319164" y="419292"/>
                  </a:lnTo>
                  <a:lnTo>
                    <a:pt x="316326" y="421872"/>
                  </a:lnTo>
                  <a:lnTo>
                    <a:pt x="310049" y="427571"/>
                  </a:lnTo>
                  <a:lnTo>
                    <a:pt x="308162" y="428583"/>
                  </a:lnTo>
                  <a:lnTo>
                    <a:pt x="299846" y="430264"/>
                  </a:lnTo>
                  <a:lnTo>
                    <a:pt x="292215" y="431801"/>
                  </a:lnTo>
                  <a:lnTo>
                    <a:pt x="285169" y="433224"/>
                  </a:lnTo>
                  <a:lnTo>
                    <a:pt x="280353" y="434198"/>
                  </a:lnTo>
                  <a:lnTo>
                    <a:pt x="275689" y="435133"/>
                  </a:lnTo>
                  <a:lnTo>
                    <a:pt x="268910" y="436457"/>
                  </a:lnTo>
                  <a:lnTo>
                    <a:pt x="264071" y="437409"/>
                  </a:lnTo>
                  <a:lnTo>
                    <a:pt x="258851" y="438428"/>
                  </a:lnTo>
                  <a:lnTo>
                    <a:pt x="258037" y="438603"/>
                  </a:lnTo>
                  <a:lnTo>
                    <a:pt x="257094" y="438641"/>
                  </a:lnTo>
                  <a:lnTo>
                    <a:pt x="256386" y="438603"/>
                  </a:lnTo>
                  <a:lnTo>
                    <a:pt x="254940" y="438040"/>
                  </a:lnTo>
                  <a:lnTo>
                    <a:pt x="253198" y="436708"/>
                  </a:lnTo>
                  <a:lnTo>
                    <a:pt x="252034" y="436024"/>
                  </a:lnTo>
                  <a:lnTo>
                    <a:pt x="251745" y="434974"/>
                  </a:lnTo>
                  <a:lnTo>
                    <a:pt x="252422" y="433574"/>
                  </a:lnTo>
                  <a:lnTo>
                    <a:pt x="253266" y="432318"/>
                  </a:lnTo>
                  <a:lnTo>
                    <a:pt x="253586" y="431329"/>
                  </a:lnTo>
                  <a:lnTo>
                    <a:pt x="254164" y="430576"/>
                  </a:lnTo>
                  <a:lnTo>
                    <a:pt x="254910" y="429967"/>
                  </a:lnTo>
                  <a:lnTo>
                    <a:pt x="254940" y="429108"/>
                  </a:lnTo>
                  <a:lnTo>
                    <a:pt x="254324" y="427692"/>
                  </a:lnTo>
                  <a:lnTo>
                    <a:pt x="253784" y="425737"/>
                  </a:lnTo>
                  <a:lnTo>
                    <a:pt x="253807" y="422184"/>
                  </a:lnTo>
                  <a:lnTo>
                    <a:pt x="253822" y="420997"/>
                  </a:lnTo>
                  <a:lnTo>
                    <a:pt x="253822" y="420571"/>
                  </a:lnTo>
                  <a:lnTo>
                    <a:pt x="252262" y="419209"/>
                  </a:lnTo>
                  <a:lnTo>
                    <a:pt x="249318" y="417702"/>
                  </a:lnTo>
                  <a:lnTo>
                    <a:pt x="246609" y="416820"/>
                  </a:lnTo>
                  <a:lnTo>
                    <a:pt x="245376" y="416515"/>
                  </a:lnTo>
                  <a:lnTo>
                    <a:pt x="242386" y="415983"/>
                  </a:lnTo>
                  <a:lnTo>
                    <a:pt x="238255" y="415032"/>
                  </a:lnTo>
                  <a:lnTo>
                    <a:pt x="236801" y="414377"/>
                  </a:lnTo>
                  <a:lnTo>
                    <a:pt x="234123" y="411068"/>
                  </a:lnTo>
                  <a:lnTo>
                    <a:pt x="232807" y="410223"/>
                  </a:lnTo>
                  <a:lnTo>
                    <a:pt x="226606" y="409660"/>
                  </a:lnTo>
                  <a:lnTo>
                    <a:pt x="224544" y="409112"/>
                  </a:lnTo>
                  <a:lnTo>
                    <a:pt x="222855" y="408328"/>
                  </a:lnTo>
                  <a:lnTo>
                    <a:pt x="221409" y="407263"/>
                  </a:lnTo>
                  <a:lnTo>
                    <a:pt x="220595" y="405445"/>
                  </a:lnTo>
                  <a:lnTo>
                    <a:pt x="220352" y="403961"/>
                  </a:lnTo>
                  <a:lnTo>
                    <a:pt x="219811" y="403254"/>
                  </a:lnTo>
                  <a:lnTo>
                    <a:pt x="212971" y="399662"/>
                  </a:lnTo>
                  <a:lnTo>
                    <a:pt x="211229" y="398445"/>
                  </a:lnTo>
                  <a:lnTo>
                    <a:pt x="210308" y="397311"/>
                  </a:lnTo>
                  <a:lnTo>
                    <a:pt x="210278" y="395630"/>
                  </a:lnTo>
                  <a:lnTo>
                    <a:pt x="210461" y="393568"/>
                  </a:lnTo>
                  <a:lnTo>
                    <a:pt x="210171" y="391734"/>
                  </a:lnTo>
                  <a:lnTo>
                    <a:pt x="209882" y="390837"/>
                  </a:lnTo>
                  <a:lnTo>
                    <a:pt x="206755" y="388660"/>
                  </a:lnTo>
                  <a:lnTo>
                    <a:pt x="199763" y="383776"/>
                  </a:lnTo>
                  <a:lnTo>
                    <a:pt x="192771" y="378891"/>
                  </a:lnTo>
                  <a:lnTo>
                    <a:pt x="185778" y="373999"/>
                  </a:lnTo>
                  <a:lnTo>
                    <a:pt x="178786" y="369099"/>
                  </a:lnTo>
                  <a:lnTo>
                    <a:pt x="171794" y="364191"/>
                  </a:lnTo>
                  <a:lnTo>
                    <a:pt x="164802" y="359276"/>
                  </a:lnTo>
                  <a:lnTo>
                    <a:pt x="157809" y="354353"/>
                  </a:lnTo>
                  <a:lnTo>
                    <a:pt x="150817" y="349423"/>
                  </a:lnTo>
                  <a:lnTo>
                    <a:pt x="143825" y="344477"/>
                  </a:lnTo>
                  <a:lnTo>
                    <a:pt x="136825" y="339540"/>
                  </a:lnTo>
                  <a:lnTo>
                    <a:pt x="129840" y="334579"/>
                  </a:lnTo>
                  <a:lnTo>
                    <a:pt x="122848" y="329618"/>
                  </a:lnTo>
                  <a:lnTo>
                    <a:pt x="115856" y="324650"/>
                  </a:lnTo>
                  <a:lnTo>
                    <a:pt x="108856" y="319666"/>
                  </a:lnTo>
                  <a:lnTo>
                    <a:pt x="101864" y="314675"/>
                  </a:lnTo>
                  <a:lnTo>
                    <a:pt x="94871" y="309676"/>
                  </a:lnTo>
                  <a:lnTo>
                    <a:pt x="88959" y="305453"/>
                  </a:lnTo>
                  <a:lnTo>
                    <a:pt x="82439" y="300979"/>
                  </a:lnTo>
                  <a:lnTo>
                    <a:pt x="77592" y="297700"/>
                  </a:lnTo>
                  <a:lnTo>
                    <a:pt x="72784" y="294428"/>
                  </a:lnTo>
                  <a:lnTo>
                    <a:pt x="67610" y="290921"/>
                  </a:lnTo>
                  <a:lnTo>
                    <a:pt x="64247" y="288745"/>
                  </a:lnTo>
                  <a:lnTo>
                    <a:pt x="60237" y="286143"/>
                  </a:lnTo>
                  <a:lnTo>
                    <a:pt x="56220" y="283533"/>
                  </a:lnTo>
                  <a:lnTo>
                    <a:pt x="52202" y="280923"/>
                  </a:lnTo>
                  <a:lnTo>
                    <a:pt x="48185" y="278314"/>
                  </a:lnTo>
                  <a:lnTo>
                    <a:pt x="44168" y="275704"/>
                  </a:lnTo>
                  <a:lnTo>
                    <a:pt x="40150" y="273086"/>
                  </a:lnTo>
                  <a:lnTo>
                    <a:pt x="36141" y="270469"/>
                  </a:lnTo>
                  <a:lnTo>
                    <a:pt x="32123" y="267844"/>
                  </a:lnTo>
                  <a:lnTo>
                    <a:pt x="28106" y="265219"/>
                  </a:lnTo>
                  <a:lnTo>
                    <a:pt x="24096" y="262594"/>
                  </a:lnTo>
                  <a:lnTo>
                    <a:pt x="20079" y="259969"/>
                  </a:lnTo>
                  <a:lnTo>
                    <a:pt x="16062" y="257337"/>
                  </a:lnTo>
                  <a:lnTo>
                    <a:pt x="12044" y="254704"/>
                  </a:lnTo>
                  <a:lnTo>
                    <a:pt x="8027" y="252064"/>
                  </a:lnTo>
                  <a:lnTo>
                    <a:pt x="4010" y="249424"/>
                  </a:lnTo>
                  <a:lnTo>
                    <a:pt x="0" y="246784"/>
                  </a:lnTo>
                  <a:lnTo>
                    <a:pt x="0" y="241899"/>
                  </a:lnTo>
                  <a:lnTo>
                    <a:pt x="0" y="237920"/>
                  </a:lnTo>
                  <a:lnTo>
                    <a:pt x="0" y="232061"/>
                  </a:lnTo>
                  <a:lnTo>
                    <a:pt x="0" y="226963"/>
                  </a:lnTo>
                  <a:lnTo>
                    <a:pt x="0" y="221866"/>
                  </a:lnTo>
                  <a:lnTo>
                    <a:pt x="0" y="218350"/>
                  </a:lnTo>
                  <a:lnTo>
                    <a:pt x="0" y="214683"/>
                  </a:lnTo>
                  <a:lnTo>
                    <a:pt x="107" y="213024"/>
                  </a:lnTo>
                  <a:lnTo>
                    <a:pt x="502" y="212317"/>
                  </a:lnTo>
                  <a:lnTo>
                    <a:pt x="2671" y="211122"/>
                  </a:lnTo>
                  <a:lnTo>
                    <a:pt x="6064" y="208398"/>
                  </a:lnTo>
                  <a:lnTo>
                    <a:pt x="7319" y="207189"/>
                  </a:lnTo>
                  <a:lnTo>
                    <a:pt x="8925" y="205964"/>
                  </a:lnTo>
                  <a:lnTo>
                    <a:pt x="14609" y="202273"/>
                  </a:lnTo>
                  <a:lnTo>
                    <a:pt x="15788" y="201239"/>
                  </a:lnTo>
                  <a:lnTo>
                    <a:pt x="21312" y="196985"/>
                  </a:lnTo>
                  <a:lnTo>
                    <a:pt x="22605" y="196362"/>
                  </a:lnTo>
                  <a:lnTo>
                    <a:pt x="25572" y="195943"/>
                  </a:lnTo>
                  <a:lnTo>
                    <a:pt x="26812" y="195144"/>
                  </a:lnTo>
                  <a:lnTo>
                    <a:pt x="28479" y="193440"/>
                  </a:lnTo>
                  <a:lnTo>
                    <a:pt x="30929" y="191492"/>
                  </a:lnTo>
                  <a:lnTo>
                    <a:pt x="32519" y="190564"/>
                  </a:lnTo>
                  <a:lnTo>
                    <a:pt x="32899" y="190396"/>
                  </a:lnTo>
                  <a:lnTo>
                    <a:pt x="33919" y="190260"/>
                  </a:lnTo>
                  <a:lnTo>
                    <a:pt x="39024" y="190838"/>
                  </a:lnTo>
                  <a:lnTo>
                    <a:pt x="41170" y="191272"/>
                  </a:lnTo>
                  <a:lnTo>
                    <a:pt x="43734" y="191637"/>
                  </a:lnTo>
                  <a:lnTo>
                    <a:pt x="44533" y="191386"/>
                  </a:lnTo>
                  <a:lnTo>
                    <a:pt x="45218" y="190777"/>
                  </a:lnTo>
                  <a:lnTo>
                    <a:pt x="46184" y="189415"/>
                  </a:lnTo>
                  <a:lnTo>
                    <a:pt x="46389" y="187795"/>
                  </a:lnTo>
                  <a:lnTo>
                    <a:pt x="46450" y="186379"/>
                  </a:lnTo>
                  <a:lnTo>
                    <a:pt x="46602" y="185763"/>
                  </a:lnTo>
                  <a:lnTo>
                    <a:pt x="47051" y="185481"/>
                  </a:lnTo>
                  <a:lnTo>
                    <a:pt x="48170" y="185588"/>
                  </a:lnTo>
                  <a:lnTo>
                    <a:pt x="49661" y="185778"/>
                  </a:lnTo>
                  <a:lnTo>
                    <a:pt x="52712" y="185717"/>
                  </a:lnTo>
                  <a:lnTo>
                    <a:pt x="53747" y="185519"/>
                  </a:lnTo>
                  <a:lnTo>
                    <a:pt x="57209" y="185215"/>
                  </a:lnTo>
                  <a:lnTo>
                    <a:pt x="62101" y="184294"/>
                  </a:lnTo>
                  <a:lnTo>
                    <a:pt x="65981" y="183092"/>
                  </a:lnTo>
                  <a:lnTo>
                    <a:pt x="69071" y="182141"/>
                  </a:lnTo>
                  <a:lnTo>
                    <a:pt x="72380" y="179638"/>
                  </a:lnTo>
                  <a:lnTo>
                    <a:pt x="74807" y="176998"/>
                  </a:lnTo>
                  <a:lnTo>
                    <a:pt x="77326" y="173057"/>
                  </a:lnTo>
                  <a:lnTo>
                    <a:pt x="79327" y="169633"/>
                  </a:lnTo>
                  <a:lnTo>
                    <a:pt x="83382" y="167495"/>
                  </a:lnTo>
                  <a:lnTo>
                    <a:pt x="86768" y="166194"/>
                  </a:lnTo>
                  <a:lnTo>
                    <a:pt x="88708" y="165684"/>
                  </a:lnTo>
                  <a:lnTo>
                    <a:pt x="93106" y="163873"/>
                  </a:lnTo>
                  <a:lnTo>
                    <a:pt x="96827" y="161134"/>
                  </a:lnTo>
                  <a:lnTo>
                    <a:pt x="100319" y="158562"/>
                  </a:lnTo>
                  <a:lnTo>
                    <a:pt x="102990" y="158220"/>
                  </a:lnTo>
                  <a:lnTo>
                    <a:pt x="106368" y="157794"/>
                  </a:lnTo>
                  <a:lnTo>
                    <a:pt x="107121" y="157315"/>
                  </a:lnTo>
                  <a:lnTo>
                    <a:pt x="107973" y="156402"/>
                  </a:lnTo>
                  <a:lnTo>
                    <a:pt x="108019" y="154788"/>
                  </a:lnTo>
                  <a:lnTo>
                    <a:pt x="106999" y="153655"/>
                  </a:lnTo>
                  <a:lnTo>
                    <a:pt x="105767" y="153061"/>
                  </a:lnTo>
                  <a:lnTo>
                    <a:pt x="104892" y="152407"/>
                  </a:lnTo>
                  <a:lnTo>
                    <a:pt x="104024" y="152285"/>
                  </a:lnTo>
                  <a:lnTo>
                    <a:pt x="103560" y="151509"/>
                  </a:lnTo>
                  <a:lnTo>
                    <a:pt x="103819" y="150079"/>
                  </a:lnTo>
                  <a:lnTo>
                    <a:pt x="103948" y="148755"/>
                  </a:lnTo>
                  <a:lnTo>
                    <a:pt x="104504" y="147431"/>
                  </a:lnTo>
                  <a:lnTo>
                    <a:pt x="104351" y="145559"/>
                  </a:lnTo>
                  <a:lnTo>
                    <a:pt x="103484" y="143688"/>
                  </a:lnTo>
                  <a:lnTo>
                    <a:pt x="103218" y="142341"/>
                  </a:lnTo>
                  <a:lnTo>
                    <a:pt x="103279" y="141002"/>
                  </a:lnTo>
                  <a:lnTo>
                    <a:pt x="103705" y="139959"/>
                  </a:lnTo>
                  <a:lnTo>
                    <a:pt x="104953" y="139267"/>
                  </a:lnTo>
                  <a:lnTo>
                    <a:pt x="106406" y="139001"/>
                  </a:lnTo>
                  <a:lnTo>
                    <a:pt x="108445" y="139335"/>
                  </a:lnTo>
                  <a:lnTo>
                    <a:pt x="111968" y="138887"/>
                  </a:lnTo>
                  <a:lnTo>
                    <a:pt x="120984" y="135645"/>
                  </a:lnTo>
                  <a:lnTo>
                    <a:pt x="121608" y="134649"/>
                  </a:lnTo>
                  <a:lnTo>
                    <a:pt x="122186" y="132404"/>
                  </a:lnTo>
                  <a:lnTo>
                    <a:pt x="122833" y="130434"/>
                  </a:lnTo>
                  <a:lnTo>
                    <a:pt x="123769" y="129772"/>
                  </a:lnTo>
                  <a:lnTo>
                    <a:pt x="124278" y="129627"/>
                  </a:lnTo>
                  <a:lnTo>
                    <a:pt x="127284" y="129094"/>
                  </a:lnTo>
                  <a:lnTo>
                    <a:pt x="131537" y="128349"/>
                  </a:lnTo>
                  <a:lnTo>
                    <a:pt x="133135" y="128242"/>
                  </a:lnTo>
                  <a:lnTo>
                    <a:pt x="137776" y="128455"/>
                  </a:lnTo>
                  <a:lnTo>
                    <a:pt x="141154" y="128615"/>
                  </a:lnTo>
                  <a:lnTo>
                    <a:pt x="146617" y="128874"/>
                  </a:lnTo>
                  <a:lnTo>
                    <a:pt x="150497" y="129003"/>
                  </a:lnTo>
                  <a:lnTo>
                    <a:pt x="153876" y="129117"/>
                  </a:lnTo>
                  <a:lnTo>
                    <a:pt x="158182" y="129269"/>
                  </a:lnTo>
                  <a:lnTo>
                    <a:pt x="159240" y="128813"/>
                  </a:lnTo>
                  <a:lnTo>
                    <a:pt x="159240" y="127375"/>
                  </a:lnTo>
                  <a:lnTo>
                    <a:pt x="158464" y="124697"/>
                  </a:lnTo>
                  <a:lnTo>
                    <a:pt x="158935" y="123023"/>
                  </a:lnTo>
                  <a:lnTo>
                    <a:pt x="160594" y="121471"/>
                  </a:lnTo>
                  <a:lnTo>
                    <a:pt x="162664" y="119736"/>
                  </a:lnTo>
                  <a:lnTo>
                    <a:pt x="161697" y="117621"/>
                  </a:lnTo>
                  <a:lnTo>
                    <a:pt x="160046" y="116206"/>
                  </a:lnTo>
                  <a:lnTo>
                    <a:pt x="157741" y="114501"/>
                  </a:lnTo>
                  <a:lnTo>
                    <a:pt x="156546" y="113809"/>
                  </a:lnTo>
                  <a:lnTo>
                    <a:pt x="154454" y="111747"/>
                  </a:lnTo>
                  <a:lnTo>
                    <a:pt x="153176" y="109396"/>
                  </a:lnTo>
                  <a:lnTo>
                    <a:pt x="152308" y="104435"/>
                  </a:lnTo>
                  <a:lnTo>
                    <a:pt x="150718" y="101650"/>
                  </a:lnTo>
                  <a:lnTo>
                    <a:pt x="149562" y="98211"/>
                  </a:lnTo>
                  <a:lnTo>
                    <a:pt x="150589" y="91889"/>
                  </a:lnTo>
                  <a:lnTo>
                    <a:pt x="149052" y="88061"/>
                  </a:lnTo>
                  <a:lnTo>
                    <a:pt x="148816" y="86403"/>
                  </a:lnTo>
                  <a:lnTo>
                    <a:pt x="148801" y="84447"/>
                  </a:lnTo>
                  <a:lnTo>
                    <a:pt x="149272" y="81062"/>
                  </a:lnTo>
                  <a:lnTo>
                    <a:pt x="148968" y="76291"/>
                  </a:lnTo>
                  <a:lnTo>
                    <a:pt x="147157" y="71361"/>
                  </a:lnTo>
                  <a:lnTo>
                    <a:pt x="148010" y="69679"/>
                  </a:lnTo>
                  <a:lnTo>
                    <a:pt x="148405" y="68804"/>
                  </a:lnTo>
                  <a:lnTo>
                    <a:pt x="148276" y="68051"/>
                  </a:lnTo>
                  <a:lnTo>
                    <a:pt x="146625" y="66484"/>
                  </a:lnTo>
                  <a:lnTo>
                    <a:pt x="145925" y="65182"/>
                  </a:lnTo>
                  <a:lnTo>
                    <a:pt x="146290" y="63965"/>
                  </a:lnTo>
                  <a:lnTo>
                    <a:pt x="147150" y="62192"/>
                  </a:lnTo>
                  <a:lnTo>
                    <a:pt x="147074" y="61447"/>
                  </a:lnTo>
                  <a:lnTo>
                    <a:pt x="144403" y="59286"/>
                  </a:lnTo>
                  <a:lnTo>
                    <a:pt x="139899" y="55778"/>
                  </a:lnTo>
                  <a:lnTo>
                    <a:pt x="138636" y="54241"/>
                  </a:lnTo>
                  <a:lnTo>
                    <a:pt x="138019" y="52317"/>
                  </a:lnTo>
                  <a:lnTo>
                    <a:pt x="142333" y="52811"/>
                  </a:lnTo>
                  <a:lnTo>
                    <a:pt x="144563" y="52575"/>
                  </a:lnTo>
                  <a:lnTo>
                    <a:pt x="149676" y="50262"/>
                  </a:lnTo>
                  <a:lnTo>
                    <a:pt x="153739" y="47135"/>
                  </a:lnTo>
                  <a:lnTo>
                    <a:pt x="156896" y="45545"/>
                  </a:lnTo>
                  <a:lnTo>
                    <a:pt x="159673" y="42113"/>
                  </a:lnTo>
                  <a:lnTo>
                    <a:pt x="162192" y="39945"/>
                  </a:lnTo>
                  <a:lnTo>
                    <a:pt x="165829" y="37601"/>
                  </a:lnTo>
                  <a:lnTo>
                    <a:pt x="176321" y="32542"/>
                  </a:lnTo>
                  <a:lnTo>
                    <a:pt x="177926" y="32504"/>
                  </a:lnTo>
                  <a:lnTo>
                    <a:pt x="181381" y="33653"/>
                  </a:lnTo>
                  <a:lnTo>
                    <a:pt x="184386" y="33295"/>
                  </a:lnTo>
                  <a:lnTo>
                    <a:pt x="186440" y="31522"/>
                  </a:lnTo>
                  <a:lnTo>
                    <a:pt x="188655" y="27246"/>
                  </a:lnTo>
                  <a:lnTo>
                    <a:pt x="192086" y="24637"/>
                  </a:lnTo>
                  <a:lnTo>
                    <a:pt x="196415" y="22019"/>
                  </a:lnTo>
                  <a:lnTo>
                    <a:pt x="202304" y="19516"/>
                  </a:lnTo>
                  <a:lnTo>
                    <a:pt x="206162" y="17211"/>
                  </a:lnTo>
                  <a:lnTo>
                    <a:pt x="212264" y="15209"/>
                  </a:lnTo>
                  <a:lnTo>
                    <a:pt x="227580" y="13939"/>
                  </a:lnTo>
                  <a:lnTo>
                    <a:pt x="235447" y="12805"/>
                  </a:lnTo>
                  <a:lnTo>
                    <a:pt x="240796" y="13064"/>
                  </a:lnTo>
                  <a:lnTo>
                    <a:pt x="246198" y="9396"/>
                  </a:lnTo>
                  <a:lnTo>
                    <a:pt x="248899" y="8187"/>
                  </a:lnTo>
                  <a:lnTo>
                    <a:pt x="260593" y="7905"/>
                  </a:lnTo>
                  <a:lnTo>
                    <a:pt x="266110" y="5220"/>
                  </a:lnTo>
                  <a:lnTo>
                    <a:pt x="287018" y="5220"/>
                  </a:lnTo>
                  <a:lnTo>
                    <a:pt x="289574" y="6117"/>
                  </a:lnTo>
                  <a:lnTo>
                    <a:pt x="292085" y="7563"/>
                  </a:lnTo>
                  <a:lnTo>
                    <a:pt x="296361" y="11040"/>
                  </a:lnTo>
                  <a:lnTo>
                    <a:pt x="298492" y="11801"/>
                  </a:lnTo>
                  <a:lnTo>
                    <a:pt x="301254" y="11078"/>
                  </a:lnTo>
                  <a:lnTo>
                    <a:pt x="307675" y="7784"/>
                  </a:lnTo>
                  <a:lnTo>
                    <a:pt x="314919" y="6064"/>
                  </a:lnTo>
                  <a:lnTo>
                    <a:pt x="318860" y="4101"/>
                  </a:lnTo>
                  <a:lnTo>
                    <a:pt x="320534" y="1232"/>
                  </a:lnTo>
                  <a:lnTo>
                    <a:pt x="323927" y="175"/>
                  </a:lnTo>
                  <a:lnTo>
                    <a:pt x="325837" y="2381"/>
                  </a:lnTo>
                  <a:lnTo>
                    <a:pt x="333347" y="4603"/>
                  </a:lnTo>
                  <a:lnTo>
                    <a:pt x="337957" y="3964"/>
                  </a:lnTo>
                  <a:lnTo>
                    <a:pt x="339981" y="3295"/>
                  </a:lnTo>
                  <a:lnTo>
                    <a:pt x="339251" y="0"/>
                  </a:lnTo>
                  <a:lnTo>
                    <a:pt x="344128" y="875"/>
                  </a:lnTo>
                  <a:lnTo>
                    <a:pt x="347871" y="2465"/>
                  </a:lnTo>
                  <a:lnTo>
                    <a:pt x="351790" y="5646"/>
                  </a:lnTo>
                  <a:lnTo>
                    <a:pt x="354331" y="6277"/>
                  </a:lnTo>
                  <a:lnTo>
                    <a:pt x="358957" y="484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6" name="Freeform: Shape 2205">
              <a:extLst>
                <a:ext uri="{FF2B5EF4-FFF2-40B4-BE49-F238E27FC236}">
                  <a16:creationId xmlns:a16="http://schemas.microsoft.com/office/drawing/2014/main" id="{CFF436C8-CBFA-37D9-C8AC-203BF0202F2C}"/>
                </a:ext>
              </a:extLst>
            </p:cNvPr>
            <p:cNvSpPr/>
            <p:nvPr/>
          </p:nvSpPr>
          <p:spPr>
            <a:xfrm>
              <a:off x="7616740" y="4973339"/>
              <a:ext cx="350290" cy="136893"/>
            </a:xfrm>
            <a:custGeom>
              <a:avLst/>
              <a:gdLst>
                <a:gd name="csX0" fmla="*/ 349553 w 350290"/>
                <a:gd name="csY0" fmla="*/ 33166 h 136893"/>
                <a:gd name="csX1" fmla="*/ 348358 w 350290"/>
                <a:gd name="csY1" fmla="*/ 33926 h 136893"/>
                <a:gd name="csX2" fmla="*/ 347118 w 350290"/>
                <a:gd name="csY2" fmla="*/ 34010 h 136893"/>
                <a:gd name="csX3" fmla="*/ 345467 w 350290"/>
                <a:gd name="csY3" fmla="*/ 34246 h 136893"/>
                <a:gd name="csX4" fmla="*/ 343162 w 350290"/>
                <a:gd name="csY4" fmla="*/ 33516 h 136893"/>
                <a:gd name="csX5" fmla="*/ 342256 w 350290"/>
                <a:gd name="csY5" fmla="*/ 33516 h 136893"/>
                <a:gd name="csX6" fmla="*/ 342127 w 350290"/>
                <a:gd name="csY6" fmla="*/ 34254 h 136893"/>
                <a:gd name="csX7" fmla="*/ 343656 w 350290"/>
                <a:gd name="csY7" fmla="*/ 35152 h 136893"/>
                <a:gd name="csX8" fmla="*/ 345140 w 350290"/>
                <a:gd name="csY8" fmla="*/ 36179 h 136893"/>
                <a:gd name="csX9" fmla="*/ 345673 w 350290"/>
                <a:gd name="csY9" fmla="*/ 37738 h 136893"/>
                <a:gd name="csX10" fmla="*/ 346555 w 350290"/>
                <a:gd name="csY10" fmla="*/ 39587 h 136893"/>
                <a:gd name="csX11" fmla="*/ 348678 w 350290"/>
                <a:gd name="csY11" fmla="*/ 41657 h 136893"/>
                <a:gd name="csX12" fmla="*/ 350002 w 350290"/>
                <a:gd name="csY12" fmla="*/ 42692 h 136893"/>
                <a:gd name="csX13" fmla="*/ 350085 w 350290"/>
                <a:gd name="csY13" fmla="*/ 43429 h 136893"/>
                <a:gd name="csX14" fmla="*/ 349667 w 350290"/>
                <a:gd name="csY14" fmla="*/ 44784 h 136893"/>
                <a:gd name="csX15" fmla="*/ 349560 w 350290"/>
                <a:gd name="csY15" fmla="*/ 45910 h 136893"/>
                <a:gd name="csX16" fmla="*/ 350291 w 350290"/>
                <a:gd name="csY16" fmla="*/ 51107 h 136893"/>
                <a:gd name="csX17" fmla="*/ 349804 w 350290"/>
                <a:gd name="csY17" fmla="*/ 51426 h 136893"/>
                <a:gd name="csX18" fmla="*/ 349020 w 350290"/>
                <a:gd name="csY18" fmla="*/ 51449 h 136893"/>
                <a:gd name="csX19" fmla="*/ 348191 w 350290"/>
                <a:gd name="csY19" fmla="*/ 51426 h 136893"/>
                <a:gd name="csX20" fmla="*/ 347506 w 350290"/>
                <a:gd name="csY20" fmla="*/ 50863 h 136893"/>
                <a:gd name="csX21" fmla="*/ 346913 w 350290"/>
                <a:gd name="csY21" fmla="*/ 50528 h 136893"/>
                <a:gd name="csX22" fmla="*/ 346646 w 350290"/>
                <a:gd name="csY22" fmla="*/ 51327 h 136893"/>
                <a:gd name="csX23" fmla="*/ 346030 w 350290"/>
                <a:gd name="csY23" fmla="*/ 53640 h 136893"/>
                <a:gd name="csX24" fmla="*/ 344645 w 350290"/>
                <a:gd name="csY24" fmla="*/ 58844 h 136893"/>
                <a:gd name="csX25" fmla="*/ 343436 w 350290"/>
                <a:gd name="csY25" fmla="*/ 63402 h 136893"/>
                <a:gd name="csX26" fmla="*/ 341914 w 350290"/>
                <a:gd name="csY26" fmla="*/ 65015 h 136893"/>
                <a:gd name="csX27" fmla="*/ 339715 w 350290"/>
                <a:gd name="csY27" fmla="*/ 67579 h 136893"/>
                <a:gd name="csX28" fmla="*/ 336702 w 350290"/>
                <a:gd name="csY28" fmla="*/ 71087 h 136893"/>
                <a:gd name="csX29" fmla="*/ 332335 w 350290"/>
                <a:gd name="csY29" fmla="*/ 76169 h 136893"/>
                <a:gd name="csX30" fmla="*/ 329109 w 350290"/>
                <a:gd name="csY30" fmla="*/ 78528 h 136893"/>
                <a:gd name="csX31" fmla="*/ 326567 w 350290"/>
                <a:gd name="csY31" fmla="*/ 80384 h 136893"/>
                <a:gd name="csX32" fmla="*/ 323592 w 350290"/>
                <a:gd name="csY32" fmla="*/ 82530 h 136893"/>
                <a:gd name="csX33" fmla="*/ 319758 w 350290"/>
                <a:gd name="csY33" fmla="*/ 85300 h 136893"/>
                <a:gd name="csX34" fmla="*/ 315451 w 350290"/>
                <a:gd name="csY34" fmla="*/ 86852 h 136893"/>
                <a:gd name="csX35" fmla="*/ 309456 w 350290"/>
                <a:gd name="csY35" fmla="*/ 89013 h 136893"/>
                <a:gd name="csX36" fmla="*/ 305210 w 350290"/>
                <a:gd name="csY36" fmla="*/ 90542 h 136893"/>
                <a:gd name="csX37" fmla="*/ 302083 w 350290"/>
                <a:gd name="csY37" fmla="*/ 91607 h 136893"/>
                <a:gd name="csX38" fmla="*/ 298826 w 350290"/>
                <a:gd name="csY38" fmla="*/ 92718 h 136893"/>
                <a:gd name="csX39" fmla="*/ 294520 w 350290"/>
                <a:gd name="csY39" fmla="*/ 94186 h 136893"/>
                <a:gd name="csX40" fmla="*/ 292861 w 350290"/>
                <a:gd name="csY40" fmla="*/ 95571 h 136893"/>
                <a:gd name="csX41" fmla="*/ 290099 w 350290"/>
                <a:gd name="csY41" fmla="*/ 98964 h 136893"/>
                <a:gd name="csX42" fmla="*/ 288814 w 350290"/>
                <a:gd name="csY42" fmla="*/ 100600 h 136893"/>
                <a:gd name="csX43" fmla="*/ 287642 w 350290"/>
                <a:gd name="csY43" fmla="*/ 102008 h 136893"/>
                <a:gd name="csX44" fmla="*/ 287398 w 350290"/>
                <a:gd name="csY44" fmla="*/ 102647 h 136893"/>
                <a:gd name="csX45" fmla="*/ 287558 w 350290"/>
                <a:gd name="csY45" fmla="*/ 103058 h 136893"/>
                <a:gd name="csX46" fmla="*/ 288121 w 350290"/>
                <a:gd name="csY46" fmla="*/ 103743 h 136893"/>
                <a:gd name="csX47" fmla="*/ 288175 w 350290"/>
                <a:gd name="csY47" fmla="*/ 104450 h 136893"/>
                <a:gd name="csX48" fmla="*/ 287398 w 350290"/>
                <a:gd name="csY48" fmla="*/ 104891 h 136893"/>
                <a:gd name="csX49" fmla="*/ 286729 w 350290"/>
                <a:gd name="csY49" fmla="*/ 104960 h 136893"/>
                <a:gd name="csX50" fmla="*/ 286432 w 350290"/>
                <a:gd name="csY50" fmla="*/ 104610 h 136893"/>
                <a:gd name="csX51" fmla="*/ 286211 w 350290"/>
                <a:gd name="csY51" fmla="*/ 103834 h 136893"/>
                <a:gd name="csX52" fmla="*/ 285496 w 350290"/>
                <a:gd name="csY52" fmla="*/ 103043 h 136893"/>
                <a:gd name="csX53" fmla="*/ 284667 w 350290"/>
                <a:gd name="csY53" fmla="*/ 102814 h 136893"/>
                <a:gd name="csX54" fmla="*/ 284188 w 350290"/>
                <a:gd name="csY54" fmla="*/ 103005 h 136893"/>
                <a:gd name="csX55" fmla="*/ 284150 w 350290"/>
                <a:gd name="csY55" fmla="*/ 103727 h 136893"/>
                <a:gd name="csX56" fmla="*/ 283061 w 350290"/>
                <a:gd name="csY56" fmla="*/ 107205 h 136893"/>
                <a:gd name="csX57" fmla="*/ 283024 w 350290"/>
                <a:gd name="csY57" fmla="*/ 108894 h 136893"/>
                <a:gd name="csX58" fmla="*/ 282567 w 350290"/>
                <a:gd name="csY58" fmla="*/ 109563 h 136893"/>
                <a:gd name="csX59" fmla="*/ 282597 w 350290"/>
                <a:gd name="csY59" fmla="*/ 111077 h 136893"/>
                <a:gd name="csX60" fmla="*/ 281502 w 350290"/>
                <a:gd name="csY60" fmla="*/ 112485 h 136893"/>
                <a:gd name="csX61" fmla="*/ 281022 w 350290"/>
                <a:gd name="csY61" fmla="*/ 113740 h 136893"/>
                <a:gd name="csX62" fmla="*/ 280688 w 350290"/>
                <a:gd name="csY62" fmla="*/ 114805 h 136893"/>
                <a:gd name="csX63" fmla="*/ 279805 w 350290"/>
                <a:gd name="csY63" fmla="*/ 115544 h 136893"/>
                <a:gd name="csX64" fmla="*/ 279485 w 350290"/>
                <a:gd name="csY64" fmla="*/ 116700 h 136893"/>
                <a:gd name="csX65" fmla="*/ 278671 w 350290"/>
                <a:gd name="csY65" fmla="*/ 119165 h 136893"/>
                <a:gd name="csX66" fmla="*/ 277720 w 350290"/>
                <a:gd name="csY66" fmla="*/ 121098 h 136893"/>
                <a:gd name="csX67" fmla="*/ 277051 w 350290"/>
                <a:gd name="csY67" fmla="*/ 122749 h 136893"/>
                <a:gd name="csX68" fmla="*/ 276929 w 350290"/>
                <a:gd name="csY68" fmla="*/ 123989 h 136893"/>
                <a:gd name="csX69" fmla="*/ 277439 w 350290"/>
                <a:gd name="csY69" fmla="*/ 124864 h 136893"/>
                <a:gd name="csX70" fmla="*/ 277614 w 350290"/>
                <a:gd name="csY70" fmla="*/ 125572 h 136893"/>
                <a:gd name="csX71" fmla="*/ 277157 w 350290"/>
                <a:gd name="csY71" fmla="*/ 126842 h 136893"/>
                <a:gd name="csX72" fmla="*/ 276906 w 350290"/>
                <a:gd name="csY72" fmla="*/ 127793 h 136893"/>
                <a:gd name="csX73" fmla="*/ 275689 w 350290"/>
                <a:gd name="csY73" fmla="*/ 128440 h 136893"/>
                <a:gd name="csX74" fmla="*/ 273163 w 350290"/>
                <a:gd name="csY74" fmla="*/ 129977 h 136893"/>
                <a:gd name="csX75" fmla="*/ 272181 w 350290"/>
                <a:gd name="csY75" fmla="*/ 131034 h 136893"/>
                <a:gd name="csX76" fmla="*/ 271793 w 350290"/>
                <a:gd name="csY76" fmla="*/ 132229 h 136893"/>
                <a:gd name="csX77" fmla="*/ 272044 w 350290"/>
                <a:gd name="csY77" fmla="*/ 133249 h 136893"/>
                <a:gd name="csX78" fmla="*/ 271938 w 350290"/>
                <a:gd name="csY78" fmla="*/ 134093 h 136893"/>
                <a:gd name="csX79" fmla="*/ 270736 w 350290"/>
                <a:gd name="csY79" fmla="*/ 134413 h 136893"/>
                <a:gd name="csX80" fmla="*/ 270310 w 350290"/>
                <a:gd name="csY80" fmla="*/ 135136 h 136893"/>
                <a:gd name="csX81" fmla="*/ 269495 w 350290"/>
                <a:gd name="csY81" fmla="*/ 136436 h 136893"/>
                <a:gd name="csX82" fmla="*/ 268575 w 350290"/>
                <a:gd name="csY82" fmla="*/ 136893 h 136893"/>
                <a:gd name="csX83" fmla="*/ 266216 w 350290"/>
                <a:gd name="csY83" fmla="*/ 136201 h 136893"/>
                <a:gd name="csX84" fmla="*/ 264474 w 350290"/>
                <a:gd name="csY84" fmla="*/ 136193 h 136893"/>
                <a:gd name="csX85" fmla="*/ 263127 w 350290"/>
                <a:gd name="csY85" fmla="*/ 135562 h 136893"/>
                <a:gd name="csX86" fmla="*/ 261666 w 350290"/>
                <a:gd name="csY86" fmla="*/ 133690 h 136893"/>
                <a:gd name="csX87" fmla="*/ 260464 w 350290"/>
                <a:gd name="csY87" fmla="*/ 132115 h 136893"/>
                <a:gd name="csX88" fmla="*/ 259483 w 350290"/>
                <a:gd name="csY88" fmla="*/ 130076 h 136893"/>
                <a:gd name="csX89" fmla="*/ 259178 w 350290"/>
                <a:gd name="csY89" fmla="*/ 127284 h 136893"/>
                <a:gd name="csX90" fmla="*/ 257862 w 350290"/>
                <a:gd name="csY90" fmla="*/ 126462 h 136893"/>
                <a:gd name="csX91" fmla="*/ 256568 w 350290"/>
                <a:gd name="csY91" fmla="*/ 125488 h 136893"/>
                <a:gd name="csX92" fmla="*/ 255016 w 350290"/>
                <a:gd name="csY92" fmla="*/ 125762 h 136893"/>
                <a:gd name="csX93" fmla="*/ 253175 w 350290"/>
                <a:gd name="csY93" fmla="*/ 125944 h 136893"/>
                <a:gd name="csX94" fmla="*/ 252156 w 350290"/>
                <a:gd name="csY94" fmla="*/ 125298 h 136893"/>
                <a:gd name="csX95" fmla="*/ 249637 w 350290"/>
                <a:gd name="csY95" fmla="*/ 124118 h 136893"/>
                <a:gd name="csX96" fmla="*/ 247492 w 350290"/>
                <a:gd name="csY96" fmla="*/ 122779 h 136893"/>
                <a:gd name="csX97" fmla="*/ 245871 w 350290"/>
                <a:gd name="csY97" fmla="*/ 122110 h 136893"/>
                <a:gd name="csX98" fmla="*/ 244631 w 350290"/>
                <a:gd name="csY98" fmla="*/ 122429 h 136893"/>
                <a:gd name="csX99" fmla="*/ 243885 w 350290"/>
                <a:gd name="csY99" fmla="*/ 123236 h 136893"/>
                <a:gd name="csX100" fmla="*/ 242584 w 350290"/>
                <a:gd name="csY100" fmla="*/ 124674 h 136893"/>
                <a:gd name="csX101" fmla="*/ 240659 w 350290"/>
                <a:gd name="csY101" fmla="*/ 125671 h 136893"/>
                <a:gd name="csX102" fmla="*/ 239792 w 350290"/>
                <a:gd name="csY102" fmla="*/ 125625 h 136893"/>
                <a:gd name="csX103" fmla="*/ 238627 w 350290"/>
                <a:gd name="csY103" fmla="*/ 124963 h 136893"/>
                <a:gd name="csX104" fmla="*/ 238414 w 350290"/>
                <a:gd name="csY104" fmla="*/ 124187 h 136893"/>
                <a:gd name="csX105" fmla="*/ 239365 w 350290"/>
                <a:gd name="csY105" fmla="*/ 122954 h 136893"/>
                <a:gd name="csX106" fmla="*/ 241306 w 350290"/>
                <a:gd name="csY106" fmla="*/ 120246 h 136893"/>
                <a:gd name="csX107" fmla="*/ 239152 w 350290"/>
                <a:gd name="csY107" fmla="*/ 120177 h 136893"/>
                <a:gd name="csX108" fmla="*/ 238407 w 350290"/>
                <a:gd name="csY108" fmla="*/ 119333 h 136893"/>
                <a:gd name="csX109" fmla="*/ 238300 w 350290"/>
                <a:gd name="csY109" fmla="*/ 118351 h 136893"/>
                <a:gd name="csX110" fmla="*/ 237950 w 350290"/>
                <a:gd name="csY110" fmla="*/ 117293 h 136893"/>
                <a:gd name="csX111" fmla="*/ 238376 w 350290"/>
                <a:gd name="csY111" fmla="*/ 116023 h 136893"/>
                <a:gd name="csX112" fmla="*/ 239502 w 350290"/>
                <a:gd name="csY112" fmla="*/ 115353 h 136893"/>
                <a:gd name="csX113" fmla="*/ 241199 w 350290"/>
                <a:gd name="csY113" fmla="*/ 115878 h 136893"/>
                <a:gd name="csX114" fmla="*/ 242363 w 350290"/>
                <a:gd name="csY114" fmla="*/ 115916 h 136893"/>
                <a:gd name="csX115" fmla="*/ 243139 w 350290"/>
                <a:gd name="csY115" fmla="*/ 114722 h 136893"/>
                <a:gd name="csX116" fmla="*/ 243915 w 350290"/>
                <a:gd name="csY116" fmla="*/ 114197 h 136893"/>
                <a:gd name="csX117" fmla="*/ 244691 w 350290"/>
                <a:gd name="csY117" fmla="*/ 113809 h 136893"/>
                <a:gd name="csX118" fmla="*/ 245011 w 350290"/>
                <a:gd name="csY118" fmla="*/ 113208 h 136893"/>
                <a:gd name="csX119" fmla="*/ 244189 w 350290"/>
                <a:gd name="csY119" fmla="*/ 111298 h 136893"/>
                <a:gd name="csX120" fmla="*/ 243946 w 350290"/>
                <a:gd name="csY120" fmla="*/ 110256 h 136893"/>
                <a:gd name="csX121" fmla="*/ 244197 w 350290"/>
                <a:gd name="csY121" fmla="*/ 109654 h 136893"/>
                <a:gd name="csX122" fmla="*/ 244159 w 350290"/>
                <a:gd name="csY122" fmla="*/ 108460 h 136893"/>
                <a:gd name="csX123" fmla="*/ 244129 w 350290"/>
                <a:gd name="csY123" fmla="*/ 107577 h 136893"/>
                <a:gd name="csX124" fmla="*/ 243634 w 350290"/>
                <a:gd name="csY124" fmla="*/ 106801 h 136893"/>
                <a:gd name="csX125" fmla="*/ 243596 w 350290"/>
                <a:gd name="csY125" fmla="*/ 105645 h 136893"/>
                <a:gd name="csX126" fmla="*/ 243170 w 350290"/>
                <a:gd name="csY126" fmla="*/ 105013 h 136893"/>
                <a:gd name="csX127" fmla="*/ 243025 w 350290"/>
                <a:gd name="csY127" fmla="*/ 104344 h 136893"/>
                <a:gd name="csX128" fmla="*/ 242995 w 350290"/>
                <a:gd name="csY128" fmla="*/ 103568 h 136893"/>
                <a:gd name="csX129" fmla="*/ 242462 w 350290"/>
                <a:gd name="csY129" fmla="*/ 103180 h 136893"/>
                <a:gd name="csX130" fmla="*/ 241899 w 350290"/>
                <a:gd name="csY130" fmla="*/ 102784 h 136893"/>
                <a:gd name="csX131" fmla="*/ 242363 w 350290"/>
                <a:gd name="csY131" fmla="*/ 102510 h 136893"/>
                <a:gd name="csX132" fmla="*/ 245422 w 350290"/>
                <a:gd name="csY132" fmla="*/ 101437 h 136893"/>
                <a:gd name="csX133" fmla="*/ 246693 w 350290"/>
                <a:gd name="csY133" fmla="*/ 100364 h 136893"/>
                <a:gd name="csX134" fmla="*/ 248268 w 350290"/>
                <a:gd name="csY134" fmla="*/ 99391 h 136893"/>
                <a:gd name="csX135" fmla="*/ 249622 w 350290"/>
                <a:gd name="csY135" fmla="*/ 97892 h 136893"/>
                <a:gd name="csX136" fmla="*/ 250512 w 350290"/>
                <a:gd name="csY136" fmla="*/ 96461 h 136893"/>
                <a:gd name="csX137" fmla="*/ 252620 w 350290"/>
                <a:gd name="csY137" fmla="*/ 89804 h 136893"/>
                <a:gd name="csX138" fmla="*/ 254606 w 350290"/>
                <a:gd name="csY138" fmla="*/ 85604 h 136893"/>
                <a:gd name="csX139" fmla="*/ 254271 w 350290"/>
                <a:gd name="csY139" fmla="*/ 83595 h 136893"/>
                <a:gd name="csX140" fmla="*/ 252627 w 350290"/>
                <a:gd name="csY140" fmla="*/ 80879 h 136893"/>
                <a:gd name="csX141" fmla="*/ 252254 w 350290"/>
                <a:gd name="csY141" fmla="*/ 76877 h 136893"/>
                <a:gd name="csX142" fmla="*/ 252407 w 350290"/>
                <a:gd name="csY142" fmla="*/ 75660 h 136893"/>
                <a:gd name="csX143" fmla="*/ 252201 w 350290"/>
                <a:gd name="csY143" fmla="*/ 74739 h 136893"/>
                <a:gd name="csX144" fmla="*/ 251106 w 350290"/>
                <a:gd name="csY144" fmla="*/ 76397 h 136893"/>
                <a:gd name="csX145" fmla="*/ 251387 w 350290"/>
                <a:gd name="csY145" fmla="*/ 82294 h 136893"/>
                <a:gd name="csX146" fmla="*/ 250421 w 350290"/>
                <a:gd name="csY146" fmla="*/ 84949 h 136893"/>
                <a:gd name="csX147" fmla="*/ 249066 w 350290"/>
                <a:gd name="csY147" fmla="*/ 85589 h 136893"/>
                <a:gd name="csX148" fmla="*/ 248184 w 350290"/>
                <a:gd name="csY148" fmla="*/ 85124 h 136893"/>
                <a:gd name="csX149" fmla="*/ 248686 w 350290"/>
                <a:gd name="csY149" fmla="*/ 80818 h 136893"/>
                <a:gd name="csX150" fmla="*/ 247697 w 350290"/>
                <a:gd name="csY150" fmla="*/ 81602 h 136893"/>
                <a:gd name="csX151" fmla="*/ 246114 w 350290"/>
                <a:gd name="csY151" fmla="*/ 84523 h 136893"/>
                <a:gd name="csX152" fmla="*/ 243520 w 350290"/>
                <a:gd name="csY152" fmla="*/ 86692 h 136893"/>
                <a:gd name="csX153" fmla="*/ 243375 w 350290"/>
                <a:gd name="csY153" fmla="*/ 87415 h 136893"/>
                <a:gd name="csX154" fmla="*/ 242744 w 350290"/>
                <a:gd name="csY154" fmla="*/ 88305 h 136893"/>
                <a:gd name="csX155" fmla="*/ 240743 w 350290"/>
                <a:gd name="csY155" fmla="*/ 87483 h 136893"/>
                <a:gd name="csX156" fmla="*/ 239213 w 350290"/>
                <a:gd name="csY156" fmla="*/ 86593 h 136893"/>
                <a:gd name="csX157" fmla="*/ 234199 w 350290"/>
                <a:gd name="csY157" fmla="*/ 81731 h 136893"/>
                <a:gd name="csX158" fmla="*/ 230905 w 350290"/>
                <a:gd name="csY158" fmla="*/ 80712 h 136893"/>
                <a:gd name="csX159" fmla="*/ 228919 w 350290"/>
                <a:gd name="csY159" fmla="*/ 79015 h 136893"/>
                <a:gd name="csX160" fmla="*/ 228501 w 350290"/>
                <a:gd name="csY160" fmla="*/ 78300 h 136893"/>
                <a:gd name="csX161" fmla="*/ 228265 w 350290"/>
                <a:gd name="csY161" fmla="*/ 77318 h 136893"/>
                <a:gd name="csX162" fmla="*/ 230296 w 350290"/>
                <a:gd name="csY162" fmla="*/ 76299 h 136893"/>
                <a:gd name="csX163" fmla="*/ 232373 w 350290"/>
                <a:gd name="csY163" fmla="*/ 74929 h 136893"/>
                <a:gd name="csX164" fmla="*/ 232579 w 350290"/>
                <a:gd name="csY164" fmla="*/ 71916 h 136893"/>
                <a:gd name="csX165" fmla="*/ 232525 w 350290"/>
                <a:gd name="csY165" fmla="*/ 69550 h 136893"/>
                <a:gd name="csX166" fmla="*/ 230988 w 350290"/>
                <a:gd name="csY166" fmla="*/ 65502 h 136893"/>
                <a:gd name="csX167" fmla="*/ 231711 w 350290"/>
                <a:gd name="csY167" fmla="*/ 60222 h 136893"/>
                <a:gd name="csX168" fmla="*/ 231316 w 350290"/>
                <a:gd name="csY168" fmla="*/ 58152 h 136893"/>
                <a:gd name="csX169" fmla="*/ 229558 w 350290"/>
                <a:gd name="csY169" fmla="*/ 53762 h 136893"/>
                <a:gd name="csX170" fmla="*/ 230859 w 350290"/>
                <a:gd name="csY170" fmla="*/ 51548 h 136893"/>
                <a:gd name="csX171" fmla="*/ 235508 w 350290"/>
                <a:gd name="csY171" fmla="*/ 49935 h 136893"/>
                <a:gd name="csX172" fmla="*/ 236999 w 350290"/>
                <a:gd name="csY172" fmla="*/ 48854 h 136893"/>
                <a:gd name="csX173" fmla="*/ 238042 w 350290"/>
                <a:gd name="csY173" fmla="*/ 45370 h 136893"/>
                <a:gd name="csX174" fmla="*/ 239099 w 350290"/>
                <a:gd name="csY174" fmla="*/ 43285 h 136893"/>
                <a:gd name="csX175" fmla="*/ 241169 w 350290"/>
                <a:gd name="csY175" fmla="*/ 44122 h 136893"/>
                <a:gd name="csX176" fmla="*/ 242789 w 350290"/>
                <a:gd name="csY176" fmla="*/ 44023 h 136893"/>
                <a:gd name="csX177" fmla="*/ 240598 w 350290"/>
                <a:gd name="csY177" fmla="*/ 43247 h 136893"/>
                <a:gd name="csX178" fmla="*/ 238818 w 350290"/>
                <a:gd name="csY178" fmla="*/ 40105 h 136893"/>
                <a:gd name="csX179" fmla="*/ 238521 w 350290"/>
                <a:gd name="csY179" fmla="*/ 38674 h 136893"/>
                <a:gd name="csX180" fmla="*/ 241960 w 350290"/>
                <a:gd name="csY180" fmla="*/ 34383 h 136893"/>
                <a:gd name="csX181" fmla="*/ 243763 w 350290"/>
                <a:gd name="csY181" fmla="*/ 33264 h 136893"/>
                <a:gd name="csX182" fmla="*/ 245977 w 350290"/>
                <a:gd name="csY182" fmla="*/ 30997 h 136893"/>
                <a:gd name="csX183" fmla="*/ 247841 w 350290"/>
                <a:gd name="csY183" fmla="*/ 27573 h 136893"/>
                <a:gd name="csX184" fmla="*/ 248290 w 350290"/>
                <a:gd name="csY184" fmla="*/ 22171 h 136893"/>
                <a:gd name="csX185" fmla="*/ 247522 w 350290"/>
                <a:gd name="csY185" fmla="*/ 18314 h 136893"/>
                <a:gd name="csX186" fmla="*/ 246944 w 350290"/>
                <a:gd name="csY186" fmla="*/ 14228 h 136893"/>
                <a:gd name="csX187" fmla="*/ 248054 w 350290"/>
                <a:gd name="csY187" fmla="*/ 13170 h 136893"/>
                <a:gd name="csX188" fmla="*/ 250885 w 350290"/>
                <a:gd name="csY188" fmla="*/ 12630 h 136893"/>
                <a:gd name="csX189" fmla="*/ 253183 w 350290"/>
                <a:gd name="csY189" fmla="*/ 11314 h 136893"/>
                <a:gd name="csX190" fmla="*/ 254347 w 350290"/>
                <a:gd name="csY190" fmla="*/ 10097 h 136893"/>
                <a:gd name="csX191" fmla="*/ 257078 w 350290"/>
                <a:gd name="csY191" fmla="*/ 10279 h 136893"/>
                <a:gd name="csX192" fmla="*/ 260236 w 350290"/>
                <a:gd name="csY192" fmla="*/ 8392 h 136893"/>
                <a:gd name="csX193" fmla="*/ 265280 w 350290"/>
                <a:gd name="csY193" fmla="*/ 7441 h 136893"/>
                <a:gd name="csX194" fmla="*/ 272311 w 350290"/>
                <a:gd name="csY194" fmla="*/ 5288 h 136893"/>
                <a:gd name="csX195" fmla="*/ 273863 w 350290"/>
                <a:gd name="csY195" fmla="*/ 3386 h 136893"/>
                <a:gd name="csX196" fmla="*/ 273163 w 350290"/>
                <a:gd name="csY196" fmla="*/ 0 h 136893"/>
                <a:gd name="csX197" fmla="*/ 273817 w 350290"/>
                <a:gd name="csY197" fmla="*/ 441 h 136893"/>
                <a:gd name="csX198" fmla="*/ 275773 w 350290"/>
                <a:gd name="csY198" fmla="*/ 2054 h 136893"/>
                <a:gd name="csX199" fmla="*/ 276960 w 350290"/>
                <a:gd name="csY199" fmla="*/ 3652 h 136893"/>
                <a:gd name="csX200" fmla="*/ 278968 w 350290"/>
                <a:gd name="csY200" fmla="*/ 4641 h 136893"/>
                <a:gd name="csX201" fmla="*/ 280589 w 350290"/>
                <a:gd name="csY201" fmla="*/ 5440 h 136893"/>
                <a:gd name="csX202" fmla="*/ 284850 w 350290"/>
                <a:gd name="csY202" fmla="*/ 8681 h 136893"/>
                <a:gd name="csX203" fmla="*/ 287657 w 350290"/>
                <a:gd name="csY203" fmla="*/ 10325 h 136893"/>
                <a:gd name="csX204" fmla="*/ 290723 w 350290"/>
                <a:gd name="csY204" fmla="*/ 11808 h 136893"/>
                <a:gd name="csX205" fmla="*/ 295152 w 350290"/>
                <a:gd name="csY205" fmla="*/ 13368 h 136893"/>
                <a:gd name="csX206" fmla="*/ 297853 w 350290"/>
                <a:gd name="csY206" fmla="*/ 13102 h 136893"/>
                <a:gd name="csX207" fmla="*/ 298484 w 350290"/>
                <a:gd name="csY207" fmla="*/ 14281 h 136893"/>
                <a:gd name="csX208" fmla="*/ 299009 w 350290"/>
                <a:gd name="csY208" fmla="*/ 15529 h 136893"/>
                <a:gd name="csX209" fmla="*/ 300021 w 350290"/>
                <a:gd name="csY209" fmla="*/ 16252 h 136893"/>
                <a:gd name="csX210" fmla="*/ 301627 w 350290"/>
                <a:gd name="csY210" fmla="*/ 16876 h 136893"/>
                <a:gd name="csX211" fmla="*/ 302578 w 350290"/>
                <a:gd name="csY211" fmla="*/ 17066 h 136893"/>
                <a:gd name="csX212" fmla="*/ 302874 w 350290"/>
                <a:gd name="csY212" fmla="*/ 17378 h 136893"/>
                <a:gd name="csX213" fmla="*/ 303833 w 350290"/>
                <a:gd name="csY213" fmla="*/ 21867 h 136893"/>
                <a:gd name="csX214" fmla="*/ 304396 w 350290"/>
                <a:gd name="csY214" fmla="*/ 22521 h 136893"/>
                <a:gd name="csX215" fmla="*/ 306610 w 350290"/>
                <a:gd name="csY215" fmla="*/ 23236 h 136893"/>
                <a:gd name="csX216" fmla="*/ 309319 w 350290"/>
                <a:gd name="csY216" fmla="*/ 23503 h 136893"/>
                <a:gd name="csX217" fmla="*/ 310422 w 350290"/>
                <a:gd name="csY217" fmla="*/ 23343 h 136893"/>
                <a:gd name="csX218" fmla="*/ 312803 w 350290"/>
                <a:gd name="csY218" fmla="*/ 24591 h 136893"/>
                <a:gd name="csX219" fmla="*/ 314561 w 350290"/>
                <a:gd name="csY219" fmla="*/ 25177 h 136893"/>
                <a:gd name="csX220" fmla="*/ 316501 w 350290"/>
                <a:gd name="csY220" fmla="*/ 25618 h 136893"/>
                <a:gd name="csX221" fmla="*/ 317817 w 350290"/>
                <a:gd name="csY221" fmla="*/ 25747 h 136893"/>
                <a:gd name="csX222" fmla="*/ 318426 w 350290"/>
                <a:gd name="csY222" fmla="*/ 25557 h 136893"/>
                <a:gd name="csX223" fmla="*/ 318647 w 350290"/>
                <a:gd name="csY223" fmla="*/ 25100 h 136893"/>
                <a:gd name="csX224" fmla="*/ 319727 w 350290"/>
                <a:gd name="csY224" fmla="*/ 25184 h 136893"/>
                <a:gd name="csX225" fmla="*/ 321333 w 350290"/>
                <a:gd name="csY225" fmla="*/ 25762 h 136893"/>
                <a:gd name="csX226" fmla="*/ 323653 w 350290"/>
                <a:gd name="csY226" fmla="*/ 25884 h 136893"/>
                <a:gd name="csX227" fmla="*/ 325091 w 350290"/>
                <a:gd name="csY227" fmla="*/ 25336 h 136893"/>
                <a:gd name="csX228" fmla="*/ 325289 w 350290"/>
                <a:gd name="csY228" fmla="*/ 24431 h 136893"/>
                <a:gd name="csX229" fmla="*/ 325388 w 350290"/>
                <a:gd name="csY229" fmla="*/ 22841 h 136893"/>
                <a:gd name="csX230" fmla="*/ 325921 w 350290"/>
                <a:gd name="csY230" fmla="*/ 22285 h 136893"/>
                <a:gd name="csX231" fmla="*/ 327572 w 350290"/>
                <a:gd name="csY231" fmla="*/ 21357 h 136893"/>
                <a:gd name="csX232" fmla="*/ 328431 w 350290"/>
                <a:gd name="csY232" fmla="*/ 21547 h 136893"/>
                <a:gd name="csX233" fmla="*/ 332761 w 350290"/>
                <a:gd name="csY233" fmla="*/ 23541 h 136893"/>
                <a:gd name="csX234" fmla="*/ 333651 w 350290"/>
                <a:gd name="csY234" fmla="*/ 24226 h 136893"/>
                <a:gd name="csX235" fmla="*/ 334747 w 350290"/>
                <a:gd name="csY235" fmla="*/ 25618 h 136893"/>
                <a:gd name="csX236" fmla="*/ 336778 w 350290"/>
                <a:gd name="csY236" fmla="*/ 27672 h 136893"/>
                <a:gd name="csX237" fmla="*/ 338977 w 350290"/>
                <a:gd name="csY237" fmla="*/ 28981 h 136893"/>
                <a:gd name="csX238" fmla="*/ 342378 w 350290"/>
                <a:gd name="csY238" fmla="*/ 29536 h 136893"/>
                <a:gd name="csX239" fmla="*/ 345657 w 350290"/>
                <a:gd name="csY239" fmla="*/ 31682 h 136893"/>
                <a:gd name="csX240" fmla="*/ 349553 w 350290"/>
                <a:gd name="csY240" fmla="*/ 33166 h 136893"/>
                <a:gd name="csX241" fmla="*/ 272151 w 350290"/>
                <a:gd name="csY241" fmla="*/ 4337 h 136893"/>
                <a:gd name="csX242" fmla="*/ 270949 w 350290"/>
                <a:gd name="csY242" fmla="*/ 4497 h 136893"/>
                <a:gd name="csX243" fmla="*/ 270393 w 350290"/>
                <a:gd name="csY243" fmla="*/ 3485 h 136893"/>
                <a:gd name="csX244" fmla="*/ 271854 w 350290"/>
                <a:gd name="csY244" fmla="*/ 2305 h 136893"/>
                <a:gd name="csX245" fmla="*/ 272356 w 350290"/>
                <a:gd name="csY245" fmla="*/ 2077 h 136893"/>
                <a:gd name="csX246" fmla="*/ 272151 w 350290"/>
                <a:gd name="csY246" fmla="*/ 4337 h 136893"/>
                <a:gd name="csX247" fmla="*/ 8156 w 350290"/>
                <a:gd name="csY247" fmla="*/ 30373 h 136893"/>
                <a:gd name="csX248" fmla="*/ 9480 w 350290"/>
                <a:gd name="csY248" fmla="*/ 31743 h 136893"/>
                <a:gd name="csX249" fmla="*/ 10203 w 350290"/>
                <a:gd name="csY249" fmla="*/ 35638 h 136893"/>
                <a:gd name="csX250" fmla="*/ 14487 w 350290"/>
                <a:gd name="csY250" fmla="*/ 39747 h 136893"/>
                <a:gd name="csX251" fmla="*/ 15019 w 350290"/>
                <a:gd name="csY251" fmla="*/ 42045 h 136893"/>
                <a:gd name="csX252" fmla="*/ 14639 w 350290"/>
                <a:gd name="csY252" fmla="*/ 43110 h 136893"/>
                <a:gd name="csX253" fmla="*/ 14837 w 350290"/>
                <a:gd name="csY253" fmla="*/ 43528 h 136893"/>
                <a:gd name="csX254" fmla="*/ 16899 w 350290"/>
                <a:gd name="csY254" fmla="*/ 45149 h 136893"/>
                <a:gd name="csX255" fmla="*/ 18245 w 350290"/>
                <a:gd name="csY255" fmla="*/ 46853 h 136893"/>
                <a:gd name="csX256" fmla="*/ 15986 w 350290"/>
                <a:gd name="csY256" fmla="*/ 50848 h 136893"/>
                <a:gd name="csX257" fmla="*/ 11169 w 350290"/>
                <a:gd name="csY257" fmla="*/ 52529 h 136893"/>
                <a:gd name="csX258" fmla="*/ 6034 w 350290"/>
                <a:gd name="csY258" fmla="*/ 52476 h 136893"/>
                <a:gd name="csX259" fmla="*/ 5022 w 350290"/>
                <a:gd name="csY259" fmla="*/ 52043 h 136893"/>
                <a:gd name="csX260" fmla="*/ 3644 w 350290"/>
                <a:gd name="csY260" fmla="*/ 50513 h 136893"/>
                <a:gd name="csX261" fmla="*/ 3393 w 350290"/>
                <a:gd name="csY261" fmla="*/ 49167 h 136893"/>
                <a:gd name="csX262" fmla="*/ 4185 w 350290"/>
                <a:gd name="csY262" fmla="*/ 47865 h 136893"/>
                <a:gd name="csX263" fmla="*/ 6840 w 350290"/>
                <a:gd name="csY263" fmla="*/ 45887 h 136893"/>
                <a:gd name="csX264" fmla="*/ 10888 w 350290"/>
                <a:gd name="csY264" fmla="*/ 44122 h 136893"/>
                <a:gd name="csX265" fmla="*/ 11390 w 350290"/>
                <a:gd name="csY265" fmla="*/ 42768 h 136893"/>
                <a:gd name="csX266" fmla="*/ 9769 w 350290"/>
                <a:gd name="csY266" fmla="*/ 41451 h 136893"/>
                <a:gd name="csX267" fmla="*/ 8651 w 350290"/>
                <a:gd name="csY267" fmla="*/ 38834 h 136893"/>
                <a:gd name="csX268" fmla="*/ 6094 w 350290"/>
                <a:gd name="csY268" fmla="*/ 37000 h 136893"/>
                <a:gd name="csX269" fmla="*/ 4824 w 350290"/>
                <a:gd name="csY269" fmla="*/ 31408 h 136893"/>
                <a:gd name="csX270" fmla="*/ 3972 w 350290"/>
                <a:gd name="csY270" fmla="*/ 31127 h 136893"/>
                <a:gd name="csX271" fmla="*/ 2237 w 350290"/>
                <a:gd name="csY271" fmla="*/ 31895 h 136893"/>
                <a:gd name="csX272" fmla="*/ 1385 w 350290"/>
                <a:gd name="csY272" fmla="*/ 31218 h 136893"/>
                <a:gd name="csX273" fmla="*/ 1240 w 350290"/>
                <a:gd name="csY273" fmla="*/ 30860 h 136893"/>
                <a:gd name="csX274" fmla="*/ 3112 w 350290"/>
                <a:gd name="csY274" fmla="*/ 29590 h 136893"/>
                <a:gd name="csX275" fmla="*/ 3500 w 350290"/>
                <a:gd name="csY275" fmla="*/ 28677 h 136893"/>
                <a:gd name="csX276" fmla="*/ 6269 w 350290"/>
                <a:gd name="csY276" fmla="*/ 28235 h 136893"/>
                <a:gd name="csX277" fmla="*/ 7456 w 350290"/>
                <a:gd name="csY277" fmla="*/ 28966 h 136893"/>
                <a:gd name="csX278" fmla="*/ 8156 w 350290"/>
                <a:gd name="csY278" fmla="*/ 30373 h 136893"/>
                <a:gd name="csX279" fmla="*/ 23069 w 350290"/>
                <a:gd name="csY279" fmla="*/ 37997 h 136893"/>
                <a:gd name="csX280" fmla="*/ 22080 w 350290"/>
                <a:gd name="csY280" fmla="*/ 38636 h 136893"/>
                <a:gd name="csX281" fmla="*/ 18055 w 350290"/>
                <a:gd name="csY281" fmla="*/ 37898 h 136893"/>
                <a:gd name="csX282" fmla="*/ 16800 w 350290"/>
                <a:gd name="csY282" fmla="*/ 36666 h 136893"/>
                <a:gd name="csX283" fmla="*/ 17812 w 350290"/>
                <a:gd name="csY283" fmla="*/ 34984 h 136893"/>
                <a:gd name="csX284" fmla="*/ 18664 w 350290"/>
                <a:gd name="csY284" fmla="*/ 34314 h 136893"/>
                <a:gd name="csX285" fmla="*/ 21068 w 350290"/>
                <a:gd name="csY285" fmla="*/ 34938 h 136893"/>
                <a:gd name="csX286" fmla="*/ 23510 w 350290"/>
                <a:gd name="csY286" fmla="*/ 36818 h 136893"/>
                <a:gd name="csX287" fmla="*/ 23069 w 350290"/>
                <a:gd name="csY287" fmla="*/ 37997 h 136893"/>
                <a:gd name="csX288" fmla="*/ 4877 w 350290"/>
                <a:gd name="csY288" fmla="*/ 40683 h 136893"/>
                <a:gd name="csX289" fmla="*/ 2731 w 350290"/>
                <a:gd name="csY289" fmla="*/ 41056 h 136893"/>
                <a:gd name="csX290" fmla="*/ 928 w 350290"/>
                <a:gd name="csY290" fmla="*/ 40325 h 136893"/>
                <a:gd name="csX291" fmla="*/ 160 w 350290"/>
                <a:gd name="csY291" fmla="*/ 39199 h 136893"/>
                <a:gd name="csX292" fmla="*/ 0 w 350290"/>
                <a:gd name="csY292" fmla="*/ 37502 h 136893"/>
                <a:gd name="csX293" fmla="*/ 160 w 350290"/>
                <a:gd name="csY293" fmla="*/ 36939 h 136893"/>
                <a:gd name="csX294" fmla="*/ 4139 w 350290"/>
                <a:gd name="csY294" fmla="*/ 36323 h 136893"/>
                <a:gd name="csX295" fmla="*/ 5440 w 350290"/>
                <a:gd name="csY295" fmla="*/ 37746 h 136893"/>
                <a:gd name="csX296" fmla="*/ 5425 w 350290"/>
                <a:gd name="csY296" fmla="*/ 39831 h 136893"/>
                <a:gd name="csX297" fmla="*/ 4877 w 350290"/>
                <a:gd name="csY297" fmla="*/ 40683 h 136893"/>
                <a:gd name="csX298" fmla="*/ 28174 w 350290"/>
                <a:gd name="csY298" fmla="*/ 47272 h 136893"/>
                <a:gd name="csX299" fmla="*/ 27064 w 350290"/>
                <a:gd name="csY299" fmla="*/ 47310 h 136893"/>
                <a:gd name="csX300" fmla="*/ 23754 w 350290"/>
                <a:gd name="csY300" fmla="*/ 45256 h 136893"/>
                <a:gd name="csX301" fmla="*/ 23975 w 350290"/>
                <a:gd name="csY301" fmla="*/ 43239 h 136893"/>
                <a:gd name="csX302" fmla="*/ 25298 w 350290"/>
                <a:gd name="csY302" fmla="*/ 41885 h 136893"/>
                <a:gd name="csX303" fmla="*/ 29582 w 350290"/>
                <a:gd name="csY303" fmla="*/ 41193 h 136893"/>
                <a:gd name="csX304" fmla="*/ 31378 w 350290"/>
                <a:gd name="csY304" fmla="*/ 42471 h 136893"/>
                <a:gd name="csX305" fmla="*/ 31218 w 350290"/>
                <a:gd name="csY305" fmla="*/ 44883 h 136893"/>
                <a:gd name="csX306" fmla="*/ 29757 w 350290"/>
                <a:gd name="csY306" fmla="*/ 46648 h 136893"/>
                <a:gd name="csX307" fmla="*/ 28601 w 350290"/>
                <a:gd name="csY307" fmla="*/ 46968 h 136893"/>
                <a:gd name="csX308" fmla="*/ 28174 w 350290"/>
                <a:gd name="csY308" fmla="*/ 47272 h 136893"/>
                <a:gd name="csX309" fmla="*/ 47736 w 350290"/>
                <a:gd name="csY309" fmla="*/ 50232 h 136893"/>
                <a:gd name="csX310" fmla="*/ 45218 w 350290"/>
                <a:gd name="csY310" fmla="*/ 51107 h 136893"/>
                <a:gd name="csX311" fmla="*/ 44350 w 350290"/>
                <a:gd name="csY311" fmla="*/ 50711 h 136893"/>
                <a:gd name="csX312" fmla="*/ 43810 w 350290"/>
                <a:gd name="csY312" fmla="*/ 50277 h 136893"/>
                <a:gd name="csX313" fmla="*/ 43681 w 350290"/>
                <a:gd name="csY313" fmla="*/ 49752 h 136893"/>
                <a:gd name="csX314" fmla="*/ 45073 w 350290"/>
                <a:gd name="csY314" fmla="*/ 48444 h 136893"/>
                <a:gd name="csX315" fmla="*/ 46427 w 350290"/>
                <a:gd name="csY315" fmla="*/ 47736 h 136893"/>
                <a:gd name="csX316" fmla="*/ 47645 w 350290"/>
                <a:gd name="csY316" fmla="*/ 46230 h 136893"/>
                <a:gd name="csX317" fmla="*/ 49874 w 350290"/>
                <a:gd name="csY317" fmla="*/ 45332 h 136893"/>
                <a:gd name="csX318" fmla="*/ 50528 w 350290"/>
                <a:gd name="csY318" fmla="*/ 45537 h 136893"/>
                <a:gd name="csX319" fmla="*/ 50970 w 350290"/>
                <a:gd name="csY319" fmla="*/ 45849 h 136893"/>
                <a:gd name="csX320" fmla="*/ 51137 w 350290"/>
                <a:gd name="csY320" fmla="*/ 46351 h 136893"/>
                <a:gd name="csX321" fmla="*/ 50376 w 350290"/>
                <a:gd name="csY321" fmla="*/ 47569 h 136893"/>
                <a:gd name="csX322" fmla="*/ 49022 w 350290"/>
                <a:gd name="csY322" fmla="*/ 48421 h 136893"/>
                <a:gd name="csX323" fmla="*/ 47736 w 350290"/>
                <a:gd name="csY323" fmla="*/ 50232 h 136893"/>
                <a:gd name="csX324" fmla="*/ 26272 w 350290"/>
                <a:gd name="csY324" fmla="*/ 59332 h 136893"/>
                <a:gd name="csX325" fmla="*/ 25413 w 350290"/>
                <a:gd name="csY325" fmla="*/ 59369 h 136893"/>
                <a:gd name="csX326" fmla="*/ 24233 w 350290"/>
                <a:gd name="csY326" fmla="*/ 58456 h 136893"/>
                <a:gd name="csX327" fmla="*/ 25139 w 350290"/>
                <a:gd name="csY327" fmla="*/ 56798 h 136893"/>
                <a:gd name="csX328" fmla="*/ 26105 w 350290"/>
                <a:gd name="csY328" fmla="*/ 57201 h 136893"/>
                <a:gd name="csX329" fmla="*/ 26812 w 350290"/>
                <a:gd name="csY329" fmla="*/ 57680 h 136893"/>
                <a:gd name="csX330" fmla="*/ 27231 w 350290"/>
                <a:gd name="csY330" fmla="*/ 58319 h 136893"/>
                <a:gd name="csX331" fmla="*/ 26272 w 350290"/>
                <a:gd name="csY331" fmla="*/ 59332 h 136893"/>
                <a:gd name="csX332" fmla="*/ 246053 w 350290"/>
                <a:gd name="csY332" fmla="*/ 93996 h 136893"/>
                <a:gd name="csX333" fmla="*/ 245643 w 350290"/>
                <a:gd name="csY333" fmla="*/ 94818 h 136893"/>
                <a:gd name="csX334" fmla="*/ 243611 w 350290"/>
                <a:gd name="csY334" fmla="*/ 94742 h 136893"/>
                <a:gd name="csX335" fmla="*/ 243025 w 350290"/>
                <a:gd name="csY335" fmla="*/ 94475 h 136893"/>
                <a:gd name="csX336" fmla="*/ 243040 w 350290"/>
                <a:gd name="csY336" fmla="*/ 93540 h 136893"/>
                <a:gd name="csX337" fmla="*/ 243520 w 350290"/>
                <a:gd name="csY337" fmla="*/ 90565 h 136893"/>
                <a:gd name="csX338" fmla="*/ 244075 w 350290"/>
                <a:gd name="csY338" fmla="*/ 89317 h 136893"/>
                <a:gd name="csX339" fmla="*/ 245741 w 350290"/>
                <a:gd name="csY339" fmla="*/ 88107 h 136893"/>
                <a:gd name="csX340" fmla="*/ 247134 w 350290"/>
                <a:gd name="csY340" fmla="*/ 87521 h 136893"/>
                <a:gd name="csX341" fmla="*/ 248914 w 350290"/>
                <a:gd name="csY341" fmla="*/ 87628 h 136893"/>
                <a:gd name="csX342" fmla="*/ 250801 w 350290"/>
                <a:gd name="csY342" fmla="*/ 88731 h 136893"/>
                <a:gd name="csX343" fmla="*/ 248579 w 350290"/>
                <a:gd name="csY343" fmla="*/ 90724 h 136893"/>
                <a:gd name="csX344" fmla="*/ 247339 w 350290"/>
                <a:gd name="csY344" fmla="*/ 91029 h 136893"/>
                <a:gd name="csX345" fmla="*/ 246860 w 350290"/>
                <a:gd name="csY345" fmla="*/ 91287 h 136893"/>
                <a:gd name="csX346" fmla="*/ 246053 w 350290"/>
                <a:gd name="csY346" fmla="*/ 93996 h 1368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Lst>
              <a:rect l="l" t="t" r="r" b="b"/>
              <a:pathLst>
                <a:path w="350290" h="136893">
                  <a:moveTo>
                    <a:pt x="349553" y="33166"/>
                  </a:moveTo>
                  <a:lnTo>
                    <a:pt x="348358" y="33926"/>
                  </a:lnTo>
                  <a:lnTo>
                    <a:pt x="347118" y="34010"/>
                  </a:lnTo>
                  <a:lnTo>
                    <a:pt x="345467" y="34246"/>
                  </a:lnTo>
                  <a:lnTo>
                    <a:pt x="343162" y="33516"/>
                  </a:lnTo>
                  <a:lnTo>
                    <a:pt x="342256" y="33516"/>
                  </a:lnTo>
                  <a:lnTo>
                    <a:pt x="342127" y="34254"/>
                  </a:lnTo>
                  <a:lnTo>
                    <a:pt x="343656" y="35152"/>
                  </a:lnTo>
                  <a:lnTo>
                    <a:pt x="345140" y="36179"/>
                  </a:lnTo>
                  <a:lnTo>
                    <a:pt x="345673" y="37738"/>
                  </a:lnTo>
                  <a:lnTo>
                    <a:pt x="346555" y="39587"/>
                  </a:lnTo>
                  <a:lnTo>
                    <a:pt x="348678" y="41657"/>
                  </a:lnTo>
                  <a:lnTo>
                    <a:pt x="350002" y="42692"/>
                  </a:lnTo>
                  <a:lnTo>
                    <a:pt x="350085" y="43429"/>
                  </a:lnTo>
                  <a:lnTo>
                    <a:pt x="349667" y="44784"/>
                  </a:lnTo>
                  <a:lnTo>
                    <a:pt x="349560" y="45910"/>
                  </a:lnTo>
                  <a:lnTo>
                    <a:pt x="350291" y="51107"/>
                  </a:lnTo>
                  <a:lnTo>
                    <a:pt x="349804" y="51426"/>
                  </a:lnTo>
                  <a:lnTo>
                    <a:pt x="349020" y="51449"/>
                  </a:lnTo>
                  <a:lnTo>
                    <a:pt x="348191" y="51426"/>
                  </a:lnTo>
                  <a:lnTo>
                    <a:pt x="347506" y="50863"/>
                  </a:lnTo>
                  <a:lnTo>
                    <a:pt x="346913" y="50528"/>
                  </a:lnTo>
                  <a:lnTo>
                    <a:pt x="346646" y="51327"/>
                  </a:lnTo>
                  <a:lnTo>
                    <a:pt x="346030" y="53640"/>
                  </a:lnTo>
                  <a:lnTo>
                    <a:pt x="344645" y="58844"/>
                  </a:lnTo>
                  <a:lnTo>
                    <a:pt x="343436" y="63402"/>
                  </a:lnTo>
                  <a:lnTo>
                    <a:pt x="341914" y="65015"/>
                  </a:lnTo>
                  <a:lnTo>
                    <a:pt x="339715" y="67579"/>
                  </a:lnTo>
                  <a:lnTo>
                    <a:pt x="336702" y="71087"/>
                  </a:lnTo>
                  <a:lnTo>
                    <a:pt x="332335" y="76169"/>
                  </a:lnTo>
                  <a:lnTo>
                    <a:pt x="329109" y="78528"/>
                  </a:lnTo>
                  <a:lnTo>
                    <a:pt x="326567" y="80384"/>
                  </a:lnTo>
                  <a:lnTo>
                    <a:pt x="323592" y="82530"/>
                  </a:lnTo>
                  <a:lnTo>
                    <a:pt x="319758" y="85300"/>
                  </a:lnTo>
                  <a:lnTo>
                    <a:pt x="315451" y="86852"/>
                  </a:lnTo>
                  <a:lnTo>
                    <a:pt x="309456" y="89013"/>
                  </a:lnTo>
                  <a:lnTo>
                    <a:pt x="305210" y="90542"/>
                  </a:lnTo>
                  <a:lnTo>
                    <a:pt x="302083" y="91607"/>
                  </a:lnTo>
                  <a:lnTo>
                    <a:pt x="298826" y="92718"/>
                  </a:lnTo>
                  <a:lnTo>
                    <a:pt x="294520" y="94186"/>
                  </a:lnTo>
                  <a:lnTo>
                    <a:pt x="292861" y="95571"/>
                  </a:lnTo>
                  <a:lnTo>
                    <a:pt x="290099" y="98964"/>
                  </a:lnTo>
                  <a:lnTo>
                    <a:pt x="288814" y="100600"/>
                  </a:lnTo>
                  <a:lnTo>
                    <a:pt x="287642" y="102008"/>
                  </a:lnTo>
                  <a:lnTo>
                    <a:pt x="287398" y="102647"/>
                  </a:lnTo>
                  <a:lnTo>
                    <a:pt x="287558" y="103058"/>
                  </a:lnTo>
                  <a:lnTo>
                    <a:pt x="288121" y="103743"/>
                  </a:lnTo>
                  <a:lnTo>
                    <a:pt x="288175" y="104450"/>
                  </a:lnTo>
                  <a:lnTo>
                    <a:pt x="287398" y="104891"/>
                  </a:lnTo>
                  <a:lnTo>
                    <a:pt x="286729" y="104960"/>
                  </a:lnTo>
                  <a:lnTo>
                    <a:pt x="286432" y="104610"/>
                  </a:lnTo>
                  <a:lnTo>
                    <a:pt x="286211" y="103834"/>
                  </a:lnTo>
                  <a:lnTo>
                    <a:pt x="285496" y="103043"/>
                  </a:lnTo>
                  <a:lnTo>
                    <a:pt x="284667" y="102814"/>
                  </a:lnTo>
                  <a:lnTo>
                    <a:pt x="284188" y="103005"/>
                  </a:lnTo>
                  <a:lnTo>
                    <a:pt x="284150" y="103727"/>
                  </a:lnTo>
                  <a:lnTo>
                    <a:pt x="283061" y="107205"/>
                  </a:lnTo>
                  <a:lnTo>
                    <a:pt x="283024" y="108894"/>
                  </a:lnTo>
                  <a:lnTo>
                    <a:pt x="282567" y="109563"/>
                  </a:lnTo>
                  <a:lnTo>
                    <a:pt x="282597" y="111077"/>
                  </a:lnTo>
                  <a:lnTo>
                    <a:pt x="281502" y="112485"/>
                  </a:lnTo>
                  <a:lnTo>
                    <a:pt x="281022" y="113740"/>
                  </a:lnTo>
                  <a:lnTo>
                    <a:pt x="280688" y="114805"/>
                  </a:lnTo>
                  <a:lnTo>
                    <a:pt x="279805" y="115544"/>
                  </a:lnTo>
                  <a:lnTo>
                    <a:pt x="279485" y="116700"/>
                  </a:lnTo>
                  <a:lnTo>
                    <a:pt x="278671" y="119165"/>
                  </a:lnTo>
                  <a:lnTo>
                    <a:pt x="277720" y="121098"/>
                  </a:lnTo>
                  <a:lnTo>
                    <a:pt x="277051" y="122749"/>
                  </a:lnTo>
                  <a:lnTo>
                    <a:pt x="276929" y="123989"/>
                  </a:lnTo>
                  <a:lnTo>
                    <a:pt x="277439" y="124864"/>
                  </a:lnTo>
                  <a:lnTo>
                    <a:pt x="277614" y="125572"/>
                  </a:lnTo>
                  <a:lnTo>
                    <a:pt x="277157" y="126842"/>
                  </a:lnTo>
                  <a:lnTo>
                    <a:pt x="276906" y="127793"/>
                  </a:lnTo>
                  <a:lnTo>
                    <a:pt x="275689" y="128440"/>
                  </a:lnTo>
                  <a:lnTo>
                    <a:pt x="273163" y="129977"/>
                  </a:lnTo>
                  <a:lnTo>
                    <a:pt x="272181" y="131034"/>
                  </a:lnTo>
                  <a:lnTo>
                    <a:pt x="271793" y="132229"/>
                  </a:lnTo>
                  <a:lnTo>
                    <a:pt x="272044" y="133249"/>
                  </a:lnTo>
                  <a:lnTo>
                    <a:pt x="271938" y="134093"/>
                  </a:lnTo>
                  <a:lnTo>
                    <a:pt x="270736" y="134413"/>
                  </a:lnTo>
                  <a:lnTo>
                    <a:pt x="270310" y="135136"/>
                  </a:lnTo>
                  <a:lnTo>
                    <a:pt x="269495" y="136436"/>
                  </a:lnTo>
                  <a:lnTo>
                    <a:pt x="268575" y="136893"/>
                  </a:lnTo>
                  <a:lnTo>
                    <a:pt x="266216" y="136201"/>
                  </a:lnTo>
                  <a:lnTo>
                    <a:pt x="264474" y="136193"/>
                  </a:lnTo>
                  <a:lnTo>
                    <a:pt x="263127" y="135562"/>
                  </a:lnTo>
                  <a:lnTo>
                    <a:pt x="261666" y="133690"/>
                  </a:lnTo>
                  <a:lnTo>
                    <a:pt x="260464" y="132115"/>
                  </a:lnTo>
                  <a:lnTo>
                    <a:pt x="259483" y="130076"/>
                  </a:lnTo>
                  <a:lnTo>
                    <a:pt x="259178" y="127284"/>
                  </a:lnTo>
                  <a:lnTo>
                    <a:pt x="257862" y="126462"/>
                  </a:lnTo>
                  <a:lnTo>
                    <a:pt x="256568" y="125488"/>
                  </a:lnTo>
                  <a:lnTo>
                    <a:pt x="255016" y="125762"/>
                  </a:lnTo>
                  <a:lnTo>
                    <a:pt x="253175" y="125944"/>
                  </a:lnTo>
                  <a:lnTo>
                    <a:pt x="252156" y="125298"/>
                  </a:lnTo>
                  <a:lnTo>
                    <a:pt x="249637" y="124118"/>
                  </a:lnTo>
                  <a:lnTo>
                    <a:pt x="247492" y="122779"/>
                  </a:lnTo>
                  <a:lnTo>
                    <a:pt x="245871" y="122110"/>
                  </a:lnTo>
                  <a:lnTo>
                    <a:pt x="244631" y="122429"/>
                  </a:lnTo>
                  <a:lnTo>
                    <a:pt x="243885" y="123236"/>
                  </a:lnTo>
                  <a:lnTo>
                    <a:pt x="242584" y="124674"/>
                  </a:lnTo>
                  <a:lnTo>
                    <a:pt x="240659" y="125671"/>
                  </a:lnTo>
                  <a:lnTo>
                    <a:pt x="239792" y="125625"/>
                  </a:lnTo>
                  <a:lnTo>
                    <a:pt x="238627" y="124963"/>
                  </a:lnTo>
                  <a:lnTo>
                    <a:pt x="238414" y="124187"/>
                  </a:lnTo>
                  <a:lnTo>
                    <a:pt x="239365" y="122954"/>
                  </a:lnTo>
                  <a:lnTo>
                    <a:pt x="241306" y="120246"/>
                  </a:lnTo>
                  <a:lnTo>
                    <a:pt x="239152" y="120177"/>
                  </a:lnTo>
                  <a:lnTo>
                    <a:pt x="238407" y="119333"/>
                  </a:lnTo>
                  <a:lnTo>
                    <a:pt x="238300" y="118351"/>
                  </a:lnTo>
                  <a:lnTo>
                    <a:pt x="237950" y="117293"/>
                  </a:lnTo>
                  <a:lnTo>
                    <a:pt x="238376" y="116023"/>
                  </a:lnTo>
                  <a:lnTo>
                    <a:pt x="239502" y="115353"/>
                  </a:lnTo>
                  <a:lnTo>
                    <a:pt x="241199" y="115878"/>
                  </a:lnTo>
                  <a:lnTo>
                    <a:pt x="242363" y="115916"/>
                  </a:lnTo>
                  <a:lnTo>
                    <a:pt x="243139" y="114722"/>
                  </a:lnTo>
                  <a:lnTo>
                    <a:pt x="243915" y="114197"/>
                  </a:lnTo>
                  <a:lnTo>
                    <a:pt x="244691" y="113809"/>
                  </a:lnTo>
                  <a:lnTo>
                    <a:pt x="245011" y="113208"/>
                  </a:lnTo>
                  <a:lnTo>
                    <a:pt x="244189" y="111298"/>
                  </a:lnTo>
                  <a:lnTo>
                    <a:pt x="243946" y="110256"/>
                  </a:lnTo>
                  <a:lnTo>
                    <a:pt x="244197" y="109654"/>
                  </a:lnTo>
                  <a:lnTo>
                    <a:pt x="244159" y="108460"/>
                  </a:lnTo>
                  <a:lnTo>
                    <a:pt x="244129" y="107577"/>
                  </a:lnTo>
                  <a:lnTo>
                    <a:pt x="243634" y="106801"/>
                  </a:lnTo>
                  <a:lnTo>
                    <a:pt x="243596" y="105645"/>
                  </a:lnTo>
                  <a:lnTo>
                    <a:pt x="243170" y="105013"/>
                  </a:lnTo>
                  <a:lnTo>
                    <a:pt x="243025" y="104344"/>
                  </a:lnTo>
                  <a:lnTo>
                    <a:pt x="242995" y="103568"/>
                  </a:lnTo>
                  <a:lnTo>
                    <a:pt x="242462" y="103180"/>
                  </a:lnTo>
                  <a:lnTo>
                    <a:pt x="241899" y="102784"/>
                  </a:lnTo>
                  <a:lnTo>
                    <a:pt x="242363" y="102510"/>
                  </a:lnTo>
                  <a:lnTo>
                    <a:pt x="245422" y="101437"/>
                  </a:lnTo>
                  <a:lnTo>
                    <a:pt x="246693" y="100364"/>
                  </a:lnTo>
                  <a:lnTo>
                    <a:pt x="248268" y="99391"/>
                  </a:lnTo>
                  <a:lnTo>
                    <a:pt x="249622" y="97892"/>
                  </a:lnTo>
                  <a:lnTo>
                    <a:pt x="250512" y="96461"/>
                  </a:lnTo>
                  <a:lnTo>
                    <a:pt x="252620" y="89804"/>
                  </a:lnTo>
                  <a:lnTo>
                    <a:pt x="254606" y="85604"/>
                  </a:lnTo>
                  <a:lnTo>
                    <a:pt x="254271" y="83595"/>
                  </a:lnTo>
                  <a:lnTo>
                    <a:pt x="252627" y="80879"/>
                  </a:lnTo>
                  <a:lnTo>
                    <a:pt x="252254" y="76877"/>
                  </a:lnTo>
                  <a:lnTo>
                    <a:pt x="252407" y="75660"/>
                  </a:lnTo>
                  <a:lnTo>
                    <a:pt x="252201" y="74739"/>
                  </a:lnTo>
                  <a:lnTo>
                    <a:pt x="251106" y="76397"/>
                  </a:lnTo>
                  <a:lnTo>
                    <a:pt x="251387" y="82294"/>
                  </a:lnTo>
                  <a:lnTo>
                    <a:pt x="250421" y="84949"/>
                  </a:lnTo>
                  <a:lnTo>
                    <a:pt x="249066" y="85589"/>
                  </a:lnTo>
                  <a:lnTo>
                    <a:pt x="248184" y="85124"/>
                  </a:lnTo>
                  <a:lnTo>
                    <a:pt x="248686" y="80818"/>
                  </a:lnTo>
                  <a:lnTo>
                    <a:pt x="247697" y="81602"/>
                  </a:lnTo>
                  <a:lnTo>
                    <a:pt x="246114" y="84523"/>
                  </a:lnTo>
                  <a:lnTo>
                    <a:pt x="243520" y="86692"/>
                  </a:lnTo>
                  <a:lnTo>
                    <a:pt x="243375" y="87415"/>
                  </a:lnTo>
                  <a:lnTo>
                    <a:pt x="242744" y="88305"/>
                  </a:lnTo>
                  <a:lnTo>
                    <a:pt x="240743" y="87483"/>
                  </a:lnTo>
                  <a:lnTo>
                    <a:pt x="239213" y="86593"/>
                  </a:lnTo>
                  <a:lnTo>
                    <a:pt x="234199" y="81731"/>
                  </a:lnTo>
                  <a:lnTo>
                    <a:pt x="230905" y="80712"/>
                  </a:lnTo>
                  <a:lnTo>
                    <a:pt x="228919" y="79015"/>
                  </a:lnTo>
                  <a:lnTo>
                    <a:pt x="228501" y="78300"/>
                  </a:lnTo>
                  <a:lnTo>
                    <a:pt x="228265" y="77318"/>
                  </a:lnTo>
                  <a:lnTo>
                    <a:pt x="230296" y="76299"/>
                  </a:lnTo>
                  <a:lnTo>
                    <a:pt x="232373" y="74929"/>
                  </a:lnTo>
                  <a:lnTo>
                    <a:pt x="232579" y="71916"/>
                  </a:lnTo>
                  <a:lnTo>
                    <a:pt x="232525" y="69550"/>
                  </a:lnTo>
                  <a:lnTo>
                    <a:pt x="230988" y="65502"/>
                  </a:lnTo>
                  <a:lnTo>
                    <a:pt x="231711" y="60222"/>
                  </a:lnTo>
                  <a:lnTo>
                    <a:pt x="231316" y="58152"/>
                  </a:lnTo>
                  <a:lnTo>
                    <a:pt x="229558" y="53762"/>
                  </a:lnTo>
                  <a:lnTo>
                    <a:pt x="230859" y="51548"/>
                  </a:lnTo>
                  <a:lnTo>
                    <a:pt x="235508" y="49935"/>
                  </a:lnTo>
                  <a:lnTo>
                    <a:pt x="236999" y="48854"/>
                  </a:lnTo>
                  <a:lnTo>
                    <a:pt x="238042" y="45370"/>
                  </a:lnTo>
                  <a:lnTo>
                    <a:pt x="239099" y="43285"/>
                  </a:lnTo>
                  <a:lnTo>
                    <a:pt x="241169" y="44122"/>
                  </a:lnTo>
                  <a:lnTo>
                    <a:pt x="242789" y="44023"/>
                  </a:lnTo>
                  <a:lnTo>
                    <a:pt x="240598" y="43247"/>
                  </a:lnTo>
                  <a:lnTo>
                    <a:pt x="238818" y="40105"/>
                  </a:lnTo>
                  <a:lnTo>
                    <a:pt x="238521" y="38674"/>
                  </a:lnTo>
                  <a:lnTo>
                    <a:pt x="241960" y="34383"/>
                  </a:lnTo>
                  <a:lnTo>
                    <a:pt x="243763" y="33264"/>
                  </a:lnTo>
                  <a:lnTo>
                    <a:pt x="245977" y="30997"/>
                  </a:lnTo>
                  <a:lnTo>
                    <a:pt x="247841" y="27573"/>
                  </a:lnTo>
                  <a:lnTo>
                    <a:pt x="248290" y="22171"/>
                  </a:lnTo>
                  <a:lnTo>
                    <a:pt x="247522" y="18314"/>
                  </a:lnTo>
                  <a:lnTo>
                    <a:pt x="246944" y="14228"/>
                  </a:lnTo>
                  <a:lnTo>
                    <a:pt x="248054" y="13170"/>
                  </a:lnTo>
                  <a:lnTo>
                    <a:pt x="250885" y="12630"/>
                  </a:lnTo>
                  <a:lnTo>
                    <a:pt x="253183" y="11314"/>
                  </a:lnTo>
                  <a:lnTo>
                    <a:pt x="254347" y="10097"/>
                  </a:lnTo>
                  <a:lnTo>
                    <a:pt x="257078" y="10279"/>
                  </a:lnTo>
                  <a:lnTo>
                    <a:pt x="260236" y="8392"/>
                  </a:lnTo>
                  <a:lnTo>
                    <a:pt x="265280" y="7441"/>
                  </a:lnTo>
                  <a:lnTo>
                    <a:pt x="272311" y="5288"/>
                  </a:lnTo>
                  <a:lnTo>
                    <a:pt x="273863" y="3386"/>
                  </a:lnTo>
                  <a:lnTo>
                    <a:pt x="273163" y="0"/>
                  </a:lnTo>
                  <a:lnTo>
                    <a:pt x="273817" y="441"/>
                  </a:lnTo>
                  <a:lnTo>
                    <a:pt x="275773" y="2054"/>
                  </a:lnTo>
                  <a:lnTo>
                    <a:pt x="276960" y="3652"/>
                  </a:lnTo>
                  <a:lnTo>
                    <a:pt x="278968" y="4641"/>
                  </a:lnTo>
                  <a:lnTo>
                    <a:pt x="280589" y="5440"/>
                  </a:lnTo>
                  <a:lnTo>
                    <a:pt x="284850" y="8681"/>
                  </a:lnTo>
                  <a:lnTo>
                    <a:pt x="287657" y="10325"/>
                  </a:lnTo>
                  <a:lnTo>
                    <a:pt x="290723" y="11808"/>
                  </a:lnTo>
                  <a:lnTo>
                    <a:pt x="295152" y="13368"/>
                  </a:lnTo>
                  <a:lnTo>
                    <a:pt x="297853" y="13102"/>
                  </a:lnTo>
                  <a:lnTo>
                    <a:pt x="298484" y="14281"/>
                  </a:lnTo>
                  <a:lnTo>
                    <a:pt x="299009" y="15529"/>
                  </a:lnTo>
                  <a:lnTo>
                    <a:pt x="300021" y="16252"/>
                  </a:lnTo>
                  <a:lnTo>
                    <a:pt x="301627" y="16876"/>
                  </a:lnTo>
                  <a:lnTo>
                    <a:pt x="302578" y="17066"/>
                  </a:lnTo>
                  <a:lnTo>
                    <a:pt x="302874" y="17378"/>
                  </a:lnTo>
                  <a:lnTo>
                    <a:pt x="303833" y="21867"/>
                  </a:lnTo>
                  <a:lnTo>
                    <a:pt x="304396" y="22521"/>
                  </a:lnTo>
                  <a:lnTo>
                    <a:pt x="306610" y="23236"/>
                  </a:lnTo>
                  <a:lnTo>
                    <a:pt x="309319" y="23503"/>
                  </a:lnTo>
                  <a:lnTo>
                    <a:pt x="310422" y="23343"/>
                  </a:lnTo>
                  <a:lnTo>
                    <a:pt x="312803" y="24591"/>
                  </a:lnTo>
                  <a:lnTo>
                    <a:pt x="314561" y="25177"/>
                  </a:lnTo>
                  <a:lnTo>
                    <a:pt x="316501" y="25618"/>
                  </a:lnTo>
                  <a:lnTo>
                    <a:pt x="317817" y="25747"/>
                  </a:lnTo>
                  <a:lnTo>
                    <a:pt x="318426" y="25557"/>
                  </a:lnTo>
                  <a:lnTo>
                    <a:pt x="318647" y="25100"/>
                  </a:lnTo>
                  <a:lnTo>
                    <a:pt x="319727" y="25184"/>
                  </a:lnTo>
                  <a:lnTo>
                    <a:pt x="321333" y="25762"/>
                  </a:lnTo>
                  <a:lnTo>
                    <a:pt x="323653" y="25884"/>
                  </a:lnTo>
                  <a:lnTo>
                    <a:pt x="325091" y="25336"/>
                  </a:lnTo>
                  <a:lnTo>
                    <a:pt x="325289" y="24431"/>
                  </a:lnTo>
                  <a:lnTo>
                    <a:pt x="325388" y="22841"/>
                  </a:lnTo>
                  <a:lnTo>
                    <a:pt x="325921" y="22285"/>
                  </a:lnTo>
                  <a:lnTo>
                    <a:pt x="327572" y="21357"/>
                  </a:lnTo>
                  <a:lnTo>
                    <a:pt x="328431" y="21547"/>
                  </a:lnTo>
                  <a:lnTo>
                    <a:pt x="332761" y="23541"/>
                  </a:lnTo>
                  <a:lnTo>
                    <a:pt x="333651" y="24226"/>
                  </a:lnTo>
                  <a:lnTo>
                    <a:pt x="334747" y="25618"/>
                  </a:lnTo>
                  <a:lnTo>
                    <a:pt x="336778" y="27672"/>
                  </a:lnTo>
                  <a:lnTo>
                    <a:pt x="338977" y="28981"/>
                  </a:lnTo>
                  <a:lnTo>
                    <a:pt x="342378" y="29536"/>
                  </a:lnTo>
                  <a:lnTo>
                    <a:pt x="345657" y="31682"/>
                  </a:lnTo>
                  <a:lnTo>
                    <a:pt x="349553" y="33166"/>
                  </a:lnTo>
                  <a:close/>
                  <a:moveTo>
                    <a:pt x="272151" y="4337"/>
                  </a:moveTo>
                  <a:lnTo>
                    <a:pt x="270949" y="4497"/>
                  </a:lnTo>
                  <a:lnTo>
                    <a:pt x="270393" y="3485"/>
                  </a:lnTo>
                  <a:lnTo>
                    <a:pt x="271854" y="2305"/>
                  </a:lnTo>
                  <a:lnTo>
                    <a:pt x="272356" y="2077"/>
                  </a:lnTo>
                  <a:lnTo>
                    <a:pt x="272151" y="4337"/>
                  </a:lnTo>
                  <a:close/>
                  <a:moveTo>
                    <a:pt x="8156" y="30373"/>
                  </a:moveTo>
                  <a:lnTo>
                    <a:pt x="9480" y="31743"/>
                  </a:lnTo>
                  <a:lnTo>
                    <a:pt x="10203" y="35638"/>
                  </a:lnTo>
                  <a:lnTo>
                    <a:pt x="14487" y="39747"/>
                  </a:lnTo>
                  <a:lnTo>
                    <a:pt x="15019" y="42045"/>
                  </a:lnTo>
                  <a:lnTo>
                    <a:pt x="14639" y="43110"/>
                  </a:lnTo>
                  <a:lnTo>
                    <a:pt x="14837" y="43528"/>
                  </a:lnTo>
                  <a:lnTo>
                    <a:pt x="16899" y="45149"/>
                  </a:lnTo>
                  <a:lnTo>
                    <a:pt x="18245" y="46853"/>
                  </a:lnTo>
                  <a:lnTo>
                    <a:pt x="15986" y="50848"/>
                  </a:lnTo>
                  <a:lnTo>
                    <a:pt x="11169" y="52529"/>
                  </a:lnTo>
                  <a:lnTo>
                    <a:pt x="6034" y="52476"/>
                  </a:lnTo>
                  <a:lnTo>
                    <a:pt x="5022" y="52043"/>
                  </a:lnTo>
                  <a:lnTo>
                    <a:pt x="3644" y="50513"/>
                  </a:lnTo>
                  <a:lnTo>
                    <a:pt x="3393" y="49167"/>
                  </a:lnTo>
                  <a:lnTo>
                    <a:pt x="4185" y="47865"/>
                  </a:lnTo>
                  <a:lnTo>
                    <a:pt x="6840" y="45887"/>
                  </a:lnTo>
                  <a:lnTo>
                    <a:pt x="10888" y="44122"/>
                  </a:lnTo>
                  <a:lnTo>
                    <a:pt x="11390" y="42768"/>
                  </a:lnTo>
                  <a:lnTo>
                    <a:pt x="9769" y="41451"/>
                  </a:lnTo>
                  <a:lnTo>
                    <a:pt x="8651" y="38834"/>
                  </a:lnTo>
                  <a:lnTo>
                    <a:pt x="6094" y="37000"/>
                  </a:lnTo>
                  <a:lnTo>
                    <a:pt x="4824" y="31408"/>
                  </a:lnTo>
                  <a:lnTo>
                    <a:pt x="3972" y="31127"/>
                  </a:lnTo>
                  <a:lnTo>
                    <a:pt x="2237" y="31895"/>
                  </a:lnTo>
                  <a:lnTo>
                    <a:pt x="1385" y="31218"/>
                  </a:lnTo>
                  <a:lnTo>
                    <a:pt x="1240" y="30860"/>
                  </a:lnTo>
                  <a:lnTo>
                    <a:pt x="3112" y="29590"/>
                  </a:lnTo>
                  <a:lnTo>
                    <a:pt x="3500" y="28677"/>
                  </a:lnTo>
                  <a:lnTo>
                    <a:pt x="6269" y="28235"/>
                  </a:lnTo>
                  <a:lnTo>
                    <a:pt x="7456" y="28966"/>
                  </a:lnTo>
                  <a:lnTo>
                    <a:pt x="8156" y="30373"/>
                  </a:lnTo>
                  <a:close/>
                  <a:moveTo>
                    <a:pt x="23069" y="37997"/>
                  </a:moveTo>
                  <a:lnTo>
                    <a:pt x="22080" y="38636"/>
                  </a:lnTo>
                  <a:lnTo>
                    <a:pt x="18055" y="37898"/>
                  </a:lnTo>
                  <a:lnTo>
                    <a:pt x="16800" y="36666"/>
                  </a:lnTo>
                  <a:lnTo>
                    <a:pt x="17812" y="34984"/>
                  </a:lnTo>
                  <a:lnTo>
                    <a:pt x="18664" y="34314"/>
                  </a:lnTo>
                  <a:lnTo>
                    <a:pt x="21068" y="34938"/>
                  </a:lnTo>
                  <a:lnTo>
                    <a:pt x="23510" y="36818"/>
                  </a:lnTo>
                  <a:lnTo>
                    <a:pt x="23069" y="37997"/>
                  </a:lnTo>
                  <a:close/>
                  <a:moveTo>
                    <a:pt x="4877" y="40683"/>
                  </a:moveTo>
                  <a:lnTo>
                    <a:pt x="2731" y="41056"/>
                  </a:lnTo>
                  <a:lnTo>
                    <a:pt x="928" y="40325"/>
                  </a:lnTo>
                  <a:lnTo>
                    <a:pt x="160" y="39199"/>
                  </a:lnTo>
                  <a:lnTo>
                    <a:pt x="0" y="37502"/>
                  </a:lnTo>
                  <a:lnTo>
                    <a:pt x="160" y="36939"/>
                  </a:lnTo>
                  <a:lnTo>
                    <a:pt x="4139" y="36323"/>
                  </a:lnTo>
                  <a:lnTo>
                    <a:pt x="5440" y="37746"/>
                  </a:lnTo>
                  <a:lnTo>
                    <a:pt x="5425" y="39831"/>
                  </a:lnTo>
                  <a:lnTo>
                    <a:pt x="4877" y="40683"/>
                  </a:lnTo>
                  <a:close/>
                  <a:moveTo>
                    <a:pt x="28174" y="47272"/>
                  </a:moveTo>
                  <a:lnTo>
                    <a:pt x="27064" y="47310"/>
                  </a:lnTo>
                  <a:lnTo>
                    <a:pt x="23754" y="45256"/>
                  </a:lnTo>
                  <a:lnTo>
                    <a:pt x="23975" y="43239"/>
                  </a:lnTo>
                  <a:lnTo>
                    <a:pt x="25298" y="41885"/>
                  </a:lnTo>
                  <a:lnTo>
                    <a:pt x="29582" y="41193"/>
                  </a:lnTo>
                  <a:lnTo>
                    <a:pt x="31378" y="42471"/>
                  </a:lnTo>
                  <a:lnTo>
                    <a:pt x="31218" y="44883"/>
                  </a:lnTo>
                  <a:lnTo>
                    <a:pt x="29757" y="46648"/>
                  </a:lnTo>
                  <a:lnTo>
                    <a:pt x="28601" y="46968"/>
                  </a:lnTo>
                  <a:lnTo>
                    <a:pt x="28174" y="47272"/>
                  </a:lnTo>
                  <a:close/>
                  <a:moveTo>
                    <a:pt x="47736" y="50232"/>
                  </a:moveTo>
                  <a:lnTo>
                    <a:pt x="45218" y="51107"/>
                  </a:lnTo>
                  <a:lnTo>
                    <a:pt x="44350" y="50711"/>
                  </a:lnTo>
                  <a:lnTo>
                    <a:pt x="43810" y="50277"/>
                  </a:lnTo>
                  <a:lnTo>
                    <a:pt x="43681" y="49752"/>
                  </a:lnTo>
                  <a:lnTo>
                    <a:pt x="45073" y="48444"/>
                  </a:lnTo>
                  <a:lnTo>
                    <a:pt x="46427" y="47736"/>
                  </a:lnTo>
                  <a:lnTo>
                    <a:pt x="47645" y="46230"/>
                  </a:lnTo>
                  <a:lnTo>
                    <a:pt x="49874" y="45332"/>
                  </a:lnTo>
                  <a:lnTo>
                    <a:pt x="50528" y="45537"/>
                  </a:lnTo>
                  <a:lnTo>
                    <a:pt x="50970" y="45849"/>
                  </a:lnTo>
                  <a:lnTo>
                    <a:pt x="51137" y="46351"/>
                  </a:lnTo>
                  <a:lnTo>
                    <a:pt x="50376" y="47569"/>
                  </a:lnTo>
                  <a:lnTo>
                    <a:pt x="49022" y="48421"/>
                  </a:lnTo>
                  <a:lnTo>
                    <a:pt x="47736" y="50232"/>
                  </a:lnTo>
                  <a:close/>
                  <a:moveTo>
                    <a:pt x="26272" y="59332"/>
                  </a:moveTo>
                  <a:lnTo>
                    <a:pt x="25413" y="59369"/>
                  </a:lnTo>
                  <a:lnTo>
                    <a:pt x="24233" y="58456"/>
                  </a:lnTo>
                  <a:lnTo>
                    <a:pt x="25139" y="56798"/>
                  </a:lnTo>
                  <a:lnTo>
                    <a:pt x="26105" y="57201"/>
                  </a:lnTo>
                  <a:lnTo>
                    <a:pt x="26812" y="57680"/>
                  </a:lnTo>
                  <a:lnTo>
                    <a:pt x="27231" y="58319"/>
                  </a:lnTo>
                  <a:lnTo>
                    <a:pt x="26272" y="59332"/>
                  </a:lnTo>
                  <a:close/>
                  <a:moveTo>
                    <a:pt x="246053" y="93996"/>
                  </a:moveTo>
                  <a:lnTo>
                    <a:pt x="245643" y="94818"/>
                  </a:lnTo>
                  <a:lnTo>
                    <a:pt x="243611" y="94742"/>
                  </a:lnTo>
                  <a:lnTo>
                    <a:pt x="243025" y="94475"/>
                  </a:lnTo>
                  <a:lnTo>
                    <a:pt x="243040" y="93540"/>
                  </a:lnTo>
                  <a:lnTo>
                    <a:pt x="243520" y="90565"/>
                  </a:lnTo>
                  <a:lnTo>
                    <a:pt x="244075" y="89317"/>
                  </a:lnTo>
                  <a:lnTo>
                    <a:pt x="245741" y="88107"/>
                  </a:lnTo>
                  <a:lnTo>
                    <a:pt x="247134" y="87521"/>
                  </a:lnTo>
                  <a:lnTo>
                    <a:pt x="248914" y="87628"/>
                  </a:lnTo>
                  <a:lnTo>
                    <a:pt x="250801" y="88731"/>
                  </a:lnTo>
                  <a:lnTo>
                    <a:pt x="248579" y="90724"/>
                  </a:lnTo>
                  <a:lnTo>
                    <a:pt x="247339" y="91029"/>
                  </a:lnTo>
                  <a:lnTo>
                    <a:pt x="246860" y="91287"/>
                  </a:lnTo>
                  <a:lnTo>
                    <a:pt x="246053" y="9399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7" name="Freeform: Shape 2206">
              <a:extLst>
                <a:ext uri="{FF2B5EF4-FFF2-40B4-BE49-F238E27FC236}">
                  <a16:creationId xmlns:a16="http://schemas.microsoft.com/office/drawing/2014/main" id="{0C3E1590-AA79-0D49-6FDA-CD0520DCBFF0}"/>
                </a:ext>
              </a:extLst>
            </p:cNvPr>
            <p:cNvSpPr/>
            <p:nvPr/>
          </p:nvSpPr>
          <p:spPr>
            <a:xfrm>
              <a:off x="10101363" y="4295340"/>
              <a:ext cx="259832" cy="230333"/>
            </a:xfrm>
            <a:custGeom>
              <a:avLst/>
              <a:gdLst>
                <a:gd name="csX0" fmla="*/ 202746 w 259832"/>
                <a:gd name="csY0" fmla="*/ 8286 h 230333"/>
                <a:gd name="csX1" fmla="*/ 203058 w 259832"/>
                <a:gd name="csY1" fmla="*/ 9039 h 230333"/>
                <a:gd name="csX2" fmla="*/ 203758 w 259832"/>
                <a:gd name="csY2" fmla="*/ 11124 h 230333"/>
                <a:gd name="csX3" fmla="*/ 205530 w 259832"/>
                <a:gd name="csY3" fmla="*/ 16419 h 230333"/>
                <a:gd name="csX4" fmla="*/ 207083 w 259832"/>
                <a:gd name="csY4" fmla="*/ 20558 h 230333"/>
                <a:gd name="csX5" fmla="*/ 208977 w 259832"/>
                <a:gd name="csY5" fmla="*/ 26280 h 230333"/>
                <a:gd name="csX6" fmla="*/ 209570 w 259832"/>
                <a:gd name="csY6" fmla="*/ 28471 h 230333"/>
                <a:gd name="csX7" fmla="*/ 209822 w 259832"/>
                <a:gd name="csY7" fmla="*/ 29985 h 230333"/>
                <a:gd name="csX8" fmla="*/ 212576 w 259832"/>
                <a:gd name="csY8" fmla="*/ 36255 h 230333"/>
                <a:gd name="csX9" fmla="*/ 214212 w 259832"/>
                <a:gd name="csY9" fmla="*/ 41391 h 230333"/>
                <a:gd name="csX10" fmla="*/ 215406 w 259832"/>
                <a:gd name="csY10" fmla="*/ 45560 h 230333"/>
                <a:gd name="csX11" fmla="*/ 217095 w 259832"/>
                <a:gd name="csY11" fmla="*/ 51632 h 230333"/>
                <a:gd name="csX12" fmla="*/ 217826 w 259832"/>
                <a:gd name="csY12" fmla="*/ 53747 h 230333"/>
                <a:gd name="csX13" fmla="*/ 216632 w 259832"/>
                <a:gd name="csY13" fmla="*/ 54850 h 230333"/>
                <a:gd name="csX14" fmla="*/ 214242 w 259832"/>
                <a:gd name="csY14" fmla="*/ 58784 h 230333"/>
                <a:gd name="csX15" fmla="*/ 211693 w 259832"/>
                <a:gd name="csY15" fmla="*/ 71239 h 230333"/>
                <a:gd name="csX16" fmla="*/ 208049 w 259832"/>
                <a:gd name="csY16" fmla="*/ 80925 h 230333"/>
                <a:gd name="csX17" fmla="*/ 207638 w 259832"/>
                <a:gd name="csY17" fmla="*/ 86973 h 230333"/>
                <a:gd name="csX18" fmla="*/ 207052 w 259832"/>
                <a:gd name="csY18" fmla="*/ 89150 h 230333"/>
                <a:gd name="csX19" fmla="*/ 205318 w 259832"/>
                <a:gd name="csY19" fmla="*/ 92208 h 230333"/>
                <a:gd name="csX20" fmla="*/ 203218 w 259832"/>
                <a:gd name="csY20" fmla="*/ 95198 h 230333"/>
                <a:gd name="csX21" fmla="*/ 199482 w 259832"/>
                <a:gd name="csY21" fmla="*/ 93654 h 230333"/>
                <a:gd name="csX22" fmla="*/ 193395 w 259832"/>
                <a:gd name="csY22" fmla="*/ 88389 h 230333"/>
                <a:gd name="csX23" fmla="*/ 189849 w 259832"/>
                <a:gd name="csY23" fmla="*/ 83382 h 230333"/>
                <a:gd name="csX24" fmla="*/ 186045 w 259832"/>
                <a:gd name="csY24" fmla="*/ 80141 h 230333"/>
                <a:gd name="csX25" fmla="*/ 182454 w 259832"/>
                <a:gd name="csY25" fmla="*/ 75842 h 230333"/>
                <a:gd name="csX26" fmla="*/ 181472 w 259832"/>
                <a:gd name="csY26" fmla="*/ 72745 h 230333"/>
                <a:gd name="csX27" fmla="*/ 181510 w 259832"/>
                <a:gd name="csY27" fmla="*/ 70752 h 230333"/>
                <a:gd name="csX28" fmla="*/ 179943 w 259832"/>
                <a:gd name="csY28" fmla="*/ 65890 h 230333"/>
                <a:gd name="csX29" fmla="*/ 178779 w 259832"/>
                <a:gd name="csY29" fmla="*/ 63585 h 230333"/>
                <a:gd name="csX30" fmla="*/ 174396 w 259832"/>
                <a:gd name="csY30" fmla="*/ 58403 h 230333"/>
                <a:gd name="csX31" fmla="*/ 173141 w 259832"/>
                <a:gd name="csY31" fmla="*/ 55634 h 230333"/>
                <a:gd name="csX32" fmla="*/ 172182 w 259832"/>
                <a:gd name="csY32" fmla="*/ 54409 h 230333"/>
                <a:gd name="csX33" fmla="*/ 171216 w 259832"/>
                <a:gd name="csY33" fmla="*/ 52659 h 230333"/>
                <a:gd name="csX34" fmla="*/ 169625 w 259832"/>
                <a:gd name="csY34" fmla="*/ 45895 h 230333"/>
                <a:gd name="csX35" fmla="*/ 167891 w 259832"/>
                <a:gd name="csY35" fmla="*/ 41588 h 230333"/>
                <a:gd name="csX36" fmla="*/ 165913 w 259832"/>
                <a:gd name="csY36" fmla="*/ 42783 h 230333"/>
                <a:gd name="csX37" fmla="*/ 166263 w 259832"/>
                <a:gd name="csY37" fmla="*/ 44594 h 230333"/>
                <a:gd name="csX38" fmla="*/ 164535 w 259832"/>
                <a:gd name="csY38" fmla="*/ 47097 h 230333"/>
                <a:gd name="csX39" fmla="*/ 163493 w 259832"/>
                <a:gd name="csY39" fmla="*/ 49996 h 230333"/>
                <a:gd name="csX40" fmla="*/ 164292 w 259832"/>
                <a:gd name="csY40" fmla="*/ 52362 h 230333"/>
                <a:gd name="csX41" fmla="*/ 167876 w 259832"/>
                <a:gd name="csY41" fmla="*/ 55961 h 230333"/>
                <a:gd name="csX42" fmla="*/ 168598 w 259832"/>
                <a:gd name="csY42" fmla="*/ 57536 h 230333"/>
                <a:gd name="csX43" fmla="*/ 169436 w 259832"/>
                <a:gd name="csY43" fmla="*/ 60937 h 230333"/>
                <a:gd name="csX44" fmla="*/ 169299 w 259832"/>
                <a:gd name="csY44" fmla="*/ 65555 h 230333"/>
                <a:gd name="csX45" fmla="*/ 169877 w 259832"/>
                <a:gd name="csY45" fmla="*/ 67115 h 230333"/>
                <a:gd name="csX46" fmla="*/ 172563 w 259832"/>
                <a:gd name="csY46" fmla="*/ 70539 h 230333"/>
                <a:gd name="csX47" fmla="*/ 173521 w 259832"/>
                <a:gd name="csY47" fmla="*/ 72570 h 230333"/>
                <a:gd name="csX48" fmla="*/ 174099 w 259832"/>
                <a:gd name="csY48" fmla="*/ 74320 h 230333"/>
                <a:gd name="csX49" fmla="*/ 174990 w 259832"/>
                <a:gd name="csY49" fmla="*/ 75903 h 230333"/>
                <a:gd name="csX50" fmla="*/ 177652 w 259832"/>
                <a:gd name="csY50" fmla="*/ 78870 h 230333"/>
                <a:gd name="csX51" fmla="*/ 181480 w 259832"/>
                <a:gd name="csY51" fmla="*/ 84516 h 230333"/>
                <a:gd name="csX52" fmla="*/ 185109 w 259832"/>
                <a:gd name="csY52" fmla="*/ 88320 h 230333"/>
                <a:gd name="csX53" fmla="*/ 187734 w 259832"/>
                <a:gd name="csY53" fmla="*/ 90154 h 230333"/>
                <a:gd name="csX54" fmla="*/ 188845 w 259832"/>
                <a:gd name="csY54" fmla="*/ 91987 h 230333"/>
                <a:gd name="csX55" fmla="*/ 189096 w 259832"/>
                <a:gd name="csY55" fmla="*/ 96712 h 230333"/>
                <a:gd name="csX56" fmla="*/ 188898 w 259832"/>
                <a:gd name="csY56" fmla="*/ 98965 h 230333"/>
                <a:gd name="csX57" fmla="*/ 191203 w 259832"/>
                <a:gd name="csY57" fmla="*/ 103202 h 230333"/>
                <a:gd name="csX58" fmla="*/ 192056 w 259832"/>
                <a:gd name="csY58" fmla="*/ 105341 h 230333"/>
                <a:gd name="csX59" fmla="*/ 194277 w 259832"/>
                <a:gd name="csY59" fmla="*/ 107083 h 230333"/>
                <a:gd name="csX60" fmla="*/ 195297 w 259832"/>
                <a:gd name="csY60" fmla="*/ 109069 h 230333"/>
                <a:gd name="csX61" fmla="*/ 196233 w 259832"/>
                <a:gd name="csY61" fmla="*/ 112302 h 230333"/>
                <a:gd name="csX62" fmla="*/ 197640 w 259832"/>
                <a:gd name="csY62" fmla="*/ 121836 h 230333"/>
                <a:gd name="csX63" fmla="*/ 199573 w 259832"/>
                <a:gd name="csY63" fmla="*/ 124172 h 230333"/>
                <a:gd name="csX64" fmla="*/ 205546 w 259832"/>
                <a:gd name="csY64" fmla="*/ 136642 h 230333"/>
                <a:gd name="csX65" fmla="*/ 210582 w 259832"/>
                <a:gd name="csY65" fmla="*/ 144502 h 230333"/>
                <a:gd name="csX66" fmla="*/ 213017 w 259832"/>
                <a:gd name="csY66" fmla="*/ 150360 h 230333"/>
                <a:gd name="csX67" fmla="*/ 216738 w 259832"/>
                <a:gd name="csY67" fmla="*/ 157467 h 230333"/>
                <a:gd name="csX68" fmla="*/ 224019 w 259832"/>
                <a:gd name="csY68" fmla="*/ 173019 h 230333"/>
                <a:gd name="csX69" fmla="*/ 228349 w 259832"/>
                <a:gd name="csY69" fmla="*/ 177797 h 230333"/>
                <a:gd name="csX70" fmla="*/ 230076 w 259832"/>
                <a:gd name="csY70" fmla="*/ 180483 h 230333"/>
                <a:gd name="csX71" fmla="*/ 233210 w 259832"/>
                <a:gd name="csY71" fmla="*/ 182545 h 230333"/>
                <a:gd name="csX72" fmla="*/ 236604 w 259832"/>
                <a:gd name="csY72" fmla="*/ 185527 h 230333"/>
                <a:gd name="csX73" fmla="*/ 233370 w 259832"/>
                <a:gd name="csY73" fmla="*/ 185238 h 230333"/>
                <a:gd name="csX74" fmla="*/ 232548 w 259832"/>
                <a:gd name="csY74" fmla="*/ 185413 h 230333"/>
                <a:gd name="csX75" fmla="*/ 231415 w 259832"/>
                <a:gd name="csY75" fmla="*/ 185923 h 230333"/>
                <a:gd name="csX76" fmla="*/ 230874 w 259832"/>
                <a:gd name="csY76" fmla="*/ 187734 h 230333"/>
                <a:gd name="csX77" fmla="*/ 230639 w 259832"/>
                <a:gd name="csY77" fmla="*/ 189210 h 230333"/>
                <a:gd name="csX78" fmla="*/ 231035 w 259832"/>
                <a:gd name="csY78" fmla="*/ 197008 h 230333"/>
                <a:gd name="csX79" fmla="*/ 231924 w 259832"/>
                <a:gd name="csY79" fmla="*/ 200980 h 230333"/>
                <a:gd name="csX80" fmla="*/ 234770 w 259832"/>
                <a:gd name="csY80" fmla="*/ 208474 h 230333"/>
                <a:gd name="csX81" fmla="*/ 236893 w 259832"/>
                <a:gd name="csY81" fmla="*/ 210719 h 230333"/>
                <a:gd name="csX82" fmla="*/ 237928 w 259832"/>
                <a:gd name="csY82" fmla="*/ 212172 h 230333"/>
                <a:gd name="csX83" fmla="*/ 239373 w 259832"/>
                <a:gd name="csY83" fmla="*/ 213230 h 230333"/>
                <a:gd name="csX84" fmla="*/ 246122 w 259832"/>
                <a:gd name="csY84" fmla="*/ 215786 h 230333"/>
                <a:gd name="csX85" fmla="*/ 250071 w 259832"/>
                <a:gd name="csY85" fmla="*/ 221173 h 230333"/>
                <a:gd name="csX86" fmla="*/ 258943 w 259832"/>
                <a:gd name="csY86" fmla="*/ 227975 h 230333"/>
                <a:gd name="csX87" fmla="*/ 259810 w 259832"/>
                <a:gd name="csY87" fmla="*/ 229855 h 230333"/>
                <a:gd name="csX88" fmla="*/ 259833 w 259832"/>
                <a:gd name="csY88" fmla="*/ 230288 h 230333"/>
                <a:gd name="csX89" fmla="*/ 252825 w 259832"/>
                <a:gd name="csY89" fmla="*/ 230296 h 230333"/>
                <a:gd name="csX90" fmla="*/ 245818 w 259832"/>
                <a:gd name="csY90" fmla="*/ 230296 h 230333"/>
                <a:gd name="csX91" fmla="*/ 238810 w 259832"/>
                <a:gd name="csY91" fmla="*/ 230296 h 230333"/>
                <a:gd name="csX92" fmla="*/ 231803 w 259832"/>
                <a:gd name="csY92" fmla="*/ 230296 h 230333"/>
                <a:gd name="csX93" fmla="*/ 224803 w 259832"/>
                <a:gd name="csY93" fmla="*/ 230296 h 230333"/>
                <a:gd name="csX94" fmla="*/ 217788 w 259832"/>
                <a:gd name="csY94" fmla="*/ 230304 h 230333"/>
                <a:gd name="csX95" fmla="*/ 210788 w 259832"/>
                <a:gd name="csY95" fmla="*/ 230304 h 230333"/>
                <a:gd name="csX96" fmla="*/ 203780 w 259832"/>
                <a:gd name="csY96" fmla="*/ 230304 h 230333"/>
                <a:gd name="csX97" fmla="*/ 196773 w 259832"/>
                <a:gd name="csY97" fmla="*/ 230304 h 230333"/>
                <a:gd name="csX98" fmla="*/ 189766 w 259832"/>
                <a:gd name="csY98" fmla="*/ 230304 h 230333"/>
                <a:gd name="csX99" fmla="*/ 182758 w 259832"/>
                <a:gd name="csY99" fmla="*/ 230304 h 230333"/>
                <a:gd name="csX100" fmla="*/ 175758 w 259832"/>
                <a:gd name="csY100" fmla="*/ 230304 h 230333"/>
                <a:gd name="csX101" fmla="*/ 168751 w 259832"/>
                <a:gd name="csY101" fmla="*/ 230311 h 230333"/>
                <a:gd name="csX102" fmla="*/ 161743 w 259832"/>
                <a:gd name="csY102" fmla="*/ 230311 h 230333"/>
                <a:gd name="csX103" fmla="*/ 154736 w 259832"/>
                <a:gd name="csY103" fmla="*/ 230311 h 230333"/>
                <a:gd name="csX104" fmla="*/ 147728 w 259832"/>
                <a:gd name="csY104" fmla="*/ 230311 h 230333"/>
                <a:gd name="csX105" fmla="*/ 143734 w 259832"/>
                <a:gd name="csY105" fmla="*/ 230311 h 230333"/>
                <a:gd name="csX106" fmla="*/ 144418 w 259832"/>
                <a:gd name="csY106" fmla="*/ 228272 h 230333"/>
                <a:gd name="csX107" fmla="*/ 144837 w 259832"/>
                <a:gd name="csY107" fmla="*/ 226834 h 230333"/>
                <a:gd name="csX108" fmla="*/ 144365 w 259832"/>
                <a:gd name="csY108" fmla="*/ 225830 h 230333"/>
                <a:gd name="csX109" fmla="*/ 143003 w 259832"/>
                <a:gd name="csY109" fmla="*/ 225579 h 230333"/>
                <a:gd name="csX110" fmla="*/ 142113 w 259832"/>
                <a:gd name="csY110" fmla="*/ 225898 h 230333"/>
                <a:gd name="csX111" fmla="*/ 140021 w 259832"/>
                <a:gd name="csY111" fmla="*/ 230167 h 230333"/>
                <a:gd name="csX112" fmla="*/ 138925 w 259832"/>
                <a:gd name="csY112" fmla="*/ 230334 h 230333"/>
                <a:gd name="csX113" fmla="*/ 136437 w 259832"/>
                <a:gd name="csY113" fmla="*/ 230334 h 230333"/>
                <a:gd name="csX114" fmla="*/ 128281 w 259832"/>
                <a:gd name="csY114" fmla="*/ 230334 h 230333"/>
                <a:gd name="csX115" fmla="*/ 120117 w 259832"/>
                <a:gd name="csY115" fmla="*/ 230334 h 230333"/>
                <a:gd name="csX116" fmla="*/ 111960 w 259832"/>
                <a:gd name="csY116" fmla="*/ 230334 h 230333"/>
                <a:gd name="csX117" fmla="*/ 103804 w 259832"/>
                <a:gd name="csY117" fmla="*/ 230326 h 230333"/>
                <a:gd name="csX118" fmla="*/ 95648 w 259832"/>
                <a:gd name="csY118" fmla="*/ 230326 h 230333"/>
                <a:gd name="csX119" fmla="*/ 87491 w 259832"/>
                <a:gd name="csY119" fmla="*/ 230326 h 230333"/>
                <a:gd name="csX120" fmla="*/ 79335 w 259832"/>
                <a:gd name="csY120" fmla="*/ 230326 h 230333"/>
                <a:gd name="csX121" fmla="*/ 71178 w 259832"/>
                <a:gd name="csY121" fmla="*/ 230326 h 230333"/>
                <a:gd name="csX122" fmla="*/ 63022 w 259832"/>
                <a:gd name="csY122" fmla="*/ 230319 h 230333"/>
                <a:gd name="csX123" fmla="*/ 54858 w 259832"/>
                <a:gd name="csY123" fmla="*/ 230319 h 230333"/>
                <a:gd name="csX124" fmla="*/ 46701 w 259832"/>
                <a:gd name="csY124" fmla="*/ 230319 h 230333"/>
                <a:gd name="csX125" fmla="*/ 38545 w 259832"/>
                <a:gd name="csY125" fmla="*/ 230319 h 230333"/>
                <a:gd name="csX126" fmla="*/ 30389 w 259832"/>
                <a:gd name="csY126" fmla="*/ 230319 h 230333"/>
                <a:gd name="csX127" fmla="*/ 22232 w 259832"/>
                <a:gd name="csY127" fmla="*/ 230319 h 230333"/>
                <a:gd name="csX128" fmla="*/ 14068 w 259832"/>
                <a:gd name="csY128" fmla="*/ 230311 h 230333"/>
                <a:gd name="csX129" fmla="*/ 5912 w 259832"/>
                <a:gd name="csY129" fmla="*/ 230311 h 230333"/>
                <a:gd name="csX130" fmla="*/ 5912 w 259832"/>
                <a:gd name="csY130" fmla="*/ 225168 h 230333"/>
                <a:gd name="csX131" fmla="*/ 5912 w 259832"/>
                <a:gd name="csY131" fmla="*/ 220009 h 230333"/>
                <a:gd name="csX132" fmla="*/ 5912 w 259832"/>
                <a:gd name="csY132" fmla="*/ 214843 h 230333"/>
                <a:gd name="csX133" fmla="*/ 5912 w 259832"/>
                <a:gd name="csY133" fmla="*/ 209677 h 230333"/>
                <a:gd name="csX134" fmla="*/ 5912 w 259832"/>
                <a:gd name="csY134" fmla="*/ 204495 h 230333"/>
                <a:gd name="csX135" fmla="*/ 5912 w 259832"/>
                <a:gd name="csY135" fmla="*/ 199306 h 230333"/>
                <a:gd name="csX136" fmla="*/ 5912 w 259832"/>
                <a:gd name="csY136" fmla="*/ 194110 h 230333"/>
                <a:gd name="csX137" fmla="*/ 5912 w 259832"/>
                <a:gd name="csY137" fmla="*/ 188905 h 230333"/>
                <a:gd name="csX138" fmla="*/ 5912 w 259832"/>
                <a:gd name="csY138" fmla="*/ 183686 h 230333"/>
                <a:gd name="csX139" fmla="*/ 5912 w 259832"/>
                <a:gd name="csY139" fmla="*/ 178466 h 230333"/>
                <a:gd name="csX140" fmla="*/ 5912 w 259832"/>
                <a:gd name="csY140" fmla="*/ 173232 h 230333"/>
                <a:gd name="csX141" fmla="*/ 5912 w 259832"/>
                <a:gd name="csY141" fmla="*/ 167982 h 230333"/>
                <a:gd name="csX142" fmla="*/ 5912 w 259832"/>
                <a:gd name="csY142" fmla="*/ 162732 h 230333"/>
                <a:gd name="csX143" fmla="*/ 5912 w 259832"/>
                <a:gd name="csY143" fmla="*/ 157467 h 230333"/>
                <a:gd name="csX144" fmla="*/ 5912 w 259832"/>
                <a:gd name="csY144" fmla="*/ 152194 h 230333"/>
                <a:gd name="csX145" fmla="*/ 5912 w 259832"/>
                <a:gd name="csY145" fmla="*/ 146914 h 230333"/>
                <a:gd name="csX146" fmla="*/ 5912 w 259832"/>
                <a:gd name="csY146" fmla="*/ 141618 h 230333"/>
                <a:gd name="csX147" fmla="*/ 5912 w 259832"/>
                <a:gd name="csY147" fmla="*/ 136315 h 230333"/>
                <a:gd name="csX148" fmla="*/ 5912 w 259832"/>
                <a:gd name="csY148" fmla="*/ 131004 h 230333"/>
                <a:gd name="csX149" fmla="*/ 5912 w 259832"/>
                <a:gd name="csY149" fmla="*/ 125686 h 230333"/>
                <a:gd name="csX150" fmla="*/ 5912 w 259832"/>
                <a:gd name="csY150" fmla="*/ 120345 h 230333"/>
                <a:gd name="csX151" fmla="*/ 5912 w 259832"/>
                <a:gd name="csY151" fmla="*/ 115004 h 230333"/>
                <a:gd name="csX152" fmla="*/ 5912 w 259832"/>
                <a:gd name="csY152" fmla="*/ 109647 h 230333"/>
                <a:gd name="csX153" fmla="*/ 5912 w 259832"/>
                <a:gd name="csY153" fmla="*/ 104283 h 230333"/>
                <a:gd name="csX154" fmla="*/ 5912 w 259832"/>
                <a:gd name="csY154" fmla="*/ 98904 h 230333"/>
                <a:gd name="csX155" fmla="*/ 5912 w 259832"/>
                <a:gd name="csY155" fmla="*/ 93517 h 230333"/>
                <a:gd name="csX156" fmla="*/ 5912 w 259832"/>
                <a:gd name="csY156" fmla="*/ 88115 h 230333"/>
                <a:gd name="csX157" fmla="*/ 5912 w 259832"/>
                <a:gd name="csY157" fmla="*/ 82705 h 230333"/>
                <a:gd name="csX158" fmla="*/ 5912 w 259832"/>
                <a:gd name="csY158" fmla="*/ 77280 h 230333"/>
                <a:gd name="csX159" fmla="*/ 5912 w 259832"/>
                <a:gd name="csY159" fmla="*/ 71848 h 230333"/>
                <a:gd name="csX160" fmla="*/ 5912 w 259832"/>
                <a:gd name="csY160" fmla="*/ 66400 h 230333"/>
                <a:gd name="csX161" fmla="*/ 5912 w 259832"/>
                <a:gd name="csY161" fmla="*/ 60945 h 230333"/>
                <a:gd name="csX162" fmla="*/ 5730 w 259832"/>
                <a:gd name="csY162" fmla="*/ 59925 h 230333"/>
                <a:gd name="csX163" fmla="*/ 4543 w 259832"/>
                <a:gd name="csY163" fmla="*/ 56204 h 230333"/>
                <a:gd name="csX164" fmla="*/ 3470 w 259832"/>
                <a:gd name="csY164" fmla="*/ 51472 h 230333"/>
                <a:gd name="csX165" fmla="*/ 2298 w 259832"/>
                <a:gd name="csY165" fmla="*/ 45644 h 230333"/>
                <a:gd name="csX166" fmla="*/ 2146 w 259832"/>
                <a:gd name="csY166" fmla="*/ 43749 h 230333"/>
                <a:gd name="csX167" fmla="*/ 183 w 259832"/>
                <a:gd name="csY167" fmla="*/ 37723 h 230333"/>
                <a:gd name="csX168" fmla="*/ 0 w 259832"/>
                <a:gd name="csY168" fmla="*/ 36011 h 230333"/>
                <a:gd name="csX169" fmla="*/ 495 w 259832"/>
                <a:gd name="csY169" fmla="*/ 34794 h 230333"/>
                <a:gd name="csX170" fmla="*/ 3721 w 259832"/>
                <a:gd name="csY170" fmla="*/ 29704 h 230333"/>
                <a:gd name="csX171" fmla="*/ 4695 w 259832"/>
                <a:gd name="csY171" fmla="*/ 27223 h 230333"/>
                <a:gd name="csX172" fmla="*/ 5509 w 259832"/>
                <a:gd name="csY172" fmla="*/ 24249 h 230333"/>
                <a:gd name="csX173" fmla="*/ 5783 w 259832"/>
                <a:gd name="csY173" fmla="*/ 21829 h 230333"/>
                <a:gd name="csX174" fmla="*/ 4832 w 259832"/>
                <a:gd name="csY174" fmla="*/ 18116 h 230333"/>
                <a:gd name="csX175" fmla="*/ 3721 w 259832"/>
                <a:gd name="csY175" fmla="*/ 14776 h 230333"/>
                <a:gd name="csX176" fmla="*/ 3348 w 259832"/>
                <a:gd name="csY176" fmla="*/ 11352 h 230333"/>
                <a:gd name="csX177" fmla="*/ 3188 w 259832"/>
                <a:gd name="csY177" fmla="*/ 7981 h 230333"/>
                <a:gd name="csX178" fmla="*/ 4839 w 259832"/>
                <a:gd name="csY178" fmla="*/ 5676 h 230333"/>
                <a:gd name="csX179" fmla="*/ 6817 w 259832"/>
                <a:gd name="csY179" fmla="*/ 3515 h 230333"/>
                <a:gd name="csX180" fmla="*/ 7556 w 259832"/>
                <a:gd name="csY180" fmla="*/ 2191 h 230333"/>
                <a:gd name="csX181" fmla="*/ 8727 w 259832"/>
                <a:gd name="csY181" fmla="*/ 700 h 230333"/>
                <a:gd name="csX182" fmla="*/ 9549 w 259832"/>
                <a:gd name="csY182" fmla="*/ 0 h 230333"/>
                <a:gd name="csX183" fmla="*/ 11154 w 259832"/>
                <a:gd name="csY183" fmla="*/ 3028 h 230333"/>
                <a:gd name="csX184" fmla="*/ 14502 w 259832"/>
                <a:gd name="csY184" fmla="*/ 3546 h 230333"/>
                <a:gd name="csX185" fmla="*/ 25413 w 259832"/>
                <a:gd name="csY185" fmla="*/ 852 h 230333"/>
                <a:gd name="csX186" fmla="*/ 37457 w 259832"/>
                <a:gd name="csY186" fmla="*/ 3568 h 230333"/>
                <a:gd name="csX187" fmla="*/ 44099 w 259832"/>
                <a:gd name="csY187" fmla="*/ 4603 h 230333"/>
                <a:gd name="csX188" fmla="*/ 54341 w 259832"/>
                <a:gd name="csY188" fmla="*/ 6909 h 230333"/>
                <a:gd name="csX189" fmla="*/ 60572 w 259832"/>
                <a:gd name="csY189" fmla="*/ 11017 h 230333"/>
                <a:gd name="csX190" fmla="*/ 62284 w 259832"/>
                <a:gd name="csY190" fmla="*/ 11535 h 230333"/>
                <a:gd name="csX191" fmla="*/ 66765 w 259832"/>
                <a:gd name="csY191" fmla="*/ 11451 h 230333"/>
                <a:gd name="csX192" fmla="*/ 69702 w 259832"/>
                <a:gd name="csY192" fmla="*/ 13878 h 230333"/>
                <a:gd name="csX193" fmla="*/ 81389 w 259832"/>
                <a:gd name="csY193" fmla="*/ 15042 h 230333"/>
                <a:gd name="csX194" fmla="*/ 87628 w 259832"/>
                <a:gd name="csY194" fmla="*/ 17713 h 230333"/>
                <a:gd name="csX195" fmla="*/ 91166 w 259832"/>
                <a:gd name="csY195" fmla="*/ 19843 h 230333"/>
                <a:gd name="csX196" fmla="*/ 93289 w 259832"/>
                <a:gd name="csY196" fmla="*/ 20497 h 230333"/>
                <a:gd name="csX197" fmla="*/ 95168 w 259832"/>
                <a:gd name="csY197" fmla="*/ 20391 h 230333"/>
                <a:gd name="csX198" fmla="*/ 97702 w 259832"/>
                <a:gd name="csY198" fmla="*/ 19592 h 230333"/>
                <a:gd name="csX199" fmla="*/ 100905 w 259832"/>
                <a:gd name="csY199" fmla="*/ 18093 h 230333"/>
                <a:gd name="csX200" fmla="*/ 104382 w 259832"/>
                <a:gd name="csY200" fmla="*/ 16008 h 230333"/>
                <a:gd name="csX201" fmla="*/ 111603 w 259832"/>
                <a:gd name="csY201" fmla="*/ 10645 h 230333"/>
                <a:gd name="csX202" fmla="*/ 114159 w 259832"/>
                <a:gd name="csY202" fmla="*/ 9701 h 230333"/>
                <a:gd name="csX203" fmla="*/ 115825 w 259832"/>
                <a:gd name="csY203" fmla="*/ 9952 h 230333"/>
                <a:gd name="csX204" fmla="*/ 117857 w 259832"/>
                <a:gd name="csY204" fmla="*/ 9876 h 230333"/>
                <a:gd name="csX205" fmla="*/ 118701 w 259832"/>
                <a:gd name="csY205" fmla="*/ 8423 h 230333"/>
                <a:gd name="csX206" fmla="*/ 119774 w 259832"/>
                <a:gd name="csY206" fmla="*/ 7426 h 230333"/>
                <a:gd name="csX207" fmla="*/ 120444 w 259832"/>
                <a:gd name="csY207" fmla="*/ 6292 h 230333"/>
                <a:gd name="csX208" fmla="*/ 121539 w 259832"/>
                <a:gd name="csY208" fmla="*/ 4923 h 230333"/>
                <a:gd name="csX209" fmla="*/ 125298 w 259832"/>
                <a:gd name="csY209" fmla="*/ 4542 h 230333"/>
                <a:gd name="csX210" fmla="*/ 132823 w 259832"/>
                <a:gd name="csY210" fmla="*/ 2199 h 230333"/>
                <a:gd name="csX211" fmla="*/ 131978 w 259832"/>
                <a:gd name="csY211" fmla="*/ 3310 h 230333"/>
                <a:gd name="csX212" fmla="*/ 125123 w 259832"/>
                <a:gd name="csY212" fmla="*/ 5935 h 230333"/>
                <a:gd name="csX213" fmla="*/ 128060 w 259832"/>
                <a:gd name="csY213" fmla="*/ 6262 h 230333"/>
                <a:gd name="csX214" fmla="*/ 131065 w 259832"/>
                <a:gd name="csY214" fmla="*/ 5364 h 230333"/>
                <a:gd name="csX215" fmla="*/ 134497 w 259832"/>
                <a:gd name="csY215" fmla="*/ 4793 h 230333"/>
                <a:gd name="csX216" fmla="*/ 135121 w 259832"/>
                <a:gd name="csY216" fmla="*/ 3675 h 230333"/>
                <a:gd name="csX217" fmla="*/ 135570 w 259832"/>
                <a:gd name="csY217" fmla="*/ 1583 h 230333"/>
                <a:gd name="csX218" fmla="*/ 136224 w 259832"/>
                <a:gd name="csY218" fmla="*/ 1286 h 230333"/>
                <a:gd name="csX219" fmla="*/ 138598 w 259832"/>
                <a:gd name="csY219" fmla="*/ 1682 h 230333"/>
                <a:gd name="csX220" fmla="*/ 145651 w 259832"/>
                <a:gd name="csY220" fmla="*/ 4908 h 230333"/>
                <a:gd name="csX221" fmla="*/ 147409 w 259832"/>
                <a:gd name="csY221" fmla="*/ 4969 h 230333"/>
                <a:gd name="csX222" fmla="*/ 152377 w 259832"/>
                <a:gd name="csY222" fmla="*/ 3211 h 230333"/>
                <a:gd name="csX223" fmla="*/ 153435 w 259832"/>
                <a:gd name="csY223" fmla="*/ 2838 h 230333"/>
                <a:gd name="csX224" fmla="*/ 155048 w 259832"/>
                <a:gd name="csY224" fmla="*/ 3812 h 230333"/>
                <a:gd name="csX225" fmla="*/ 158715 w 259832"/>
                <a:gd name="csY225" fmla="*/ 7822 h 230333"/>
                <a:gd name="csX226" fmla="*/ 157437 w 259832"/>
                <a:gd name="csY226" fmla="*/ 7738 h 230333"/>
                <a:gd name="csX227" fmla="*/ 153511 w 259832"/>
                <a:gd name="csY227" fmla="*/ 4299 h 230333"/>
                <a:gd name="csX228" fmla="*/ 153161 w 259832"/>
                <a:gd name="csY228" fmla="*/ 6018 h 230333"/>
                <a:gd name="csX229" fmla="*/ 150924 w 259832"/>
                <a:gd name="csY229" fmla="*/ 9031 h 230333"/>
                <a:gd name="csX230" fmla="*/ 153716 w 259832"/>
                <a:gd name="csY230" fmla="*/ 10332 h 230333"/>
                <a:gd name="csX231" fmla="*/ 155991 w 259832"/>
                <a:gd name="csY231" fmla="*/ 10819 h 230333"/>
                <a:gd name="csX232" fmla="*/ 157209 w 259832"/>
                <a:gd name="csY232" fmla="*/ 12501 h 230333"/>
                <a:gd name="csX233" fmla="*/ 157977 w 259832"/>
                <a:gd name="csY233" fmla="*/ 13992 h 230333"/>
                <a:gd name="csX234" fmla="*/ 160222 w 259832"/>
                <a:gd name="csY234" fmla="*/ 13338 h 230333"/>
                <a:gd name="csX235" fmla="*/ 161827 w 259832"/>
                <a:gd name="csY235" fmla="*/ 11306 h 230333"/>
                <a:gd name="csX236" fmla="*/ 160990 w 259832"/>
                <a:gd name="csY236" fmla="*/ 10173 h 230333"/>
                <a:gd name="csX237" fmla="*/ 160427 w 259832"/>
                <a:gd name="csY237" fmla="*/ 9001 h 230333"/>
                <a:gd name="csX238" fmla="*/ 161157 w 259832"/>
                <a:gd name="csY238" fmla="*/ 8971 h 230333"/>
                <a:gd name="csX239" fmla="*/ 162717 w 259832"/>
                <a:gd name="csY239" fmla="*/ 9937 h 230333"/>
                <a:gd name="csX240" fmla="*/ 167183 w 259832"/>
                <a:gd name="csY240" fmla="*/ 13794 h 230333"/>
                <a:gd name="csX241" fmla="*/ 168690 w 259832"/>
                <a:gd name="csY241" fmla="*/ 14593 h 230333"/>
                <a:gd name="csX242" fmla="*/ 170425 w 259832"/>
                <a:gd name="csY242" fmla="*/ 14456 h 230333"/>
                <a:gd name="csX243" fmla="*/ 174054 w 259832"/>
                <a:gd name="csY243" fmla="*/ 13376 h 230333"/>
                <a:gd name="csX244" fmla="*/ 175066 w 259832"/>
                <a:gd name="csY244" fmla="*/ 13543 h 230333"/>
                <a:gd name="csX245" fmla="*/ 179935 w 259832"/>
                <a:gd name="csY245" fmla="*/ 12121 h 230333"/>
                <a:gd name="csX246" fmla="*/ 180506 w 259832"/>
                <a:gd name="csY246" fmla="*/ 13163 h 230333"/>
                <a:gd name="csX247" fmla="*/ 181312 w 259832"/>
                <a:gd name="csY247" fmla="*/ 14198 h 230333"/>
                <a:gd name="csX248" fmla="*/ 185238 w 259832"/>
                <a:gd name="csY248" fmla="*/ 13041 h 230333"/>
                <a:gd name="csX249" fmla="*/ 191394 w 259832"/>
                <a:gd name="csY249" fmla="*/ 13056 h 230333"/>
                <a:gd name="csX250" fmla="*/ 196438 w 259832"/>
                <a:gd name="csY250" fmla="*/ 11801 h 230333"/>
                <a:gd name="csX251" fmla="*/ 202281 w 259832"/>
                <a:gd name="csY251" fmla="*/ 8742 h 2303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Lst>
              <a:rect l="l" t="t" r="r" b="b"/>
              <a:pathLst>
                <a:path w="259832" h="230333">
                  <a:moveTo>
                    <a:pt x="202746" y="8286"/>
                  </a:moveTo>
                  <a:lnTo>
                    <a:pt x="203058" y="9039"/>
                  </a:lnTo>
                  <a:lnTo>
                    <a:pt x="203758" y="11124"/>
                  </a:lnTo>
                  <a:lnTo>
                    <a:pt x="205530" y="16419"/>
                  </a:lnTo>
                  <a:lnTo>
                    <a:pt x="207083" y="20558"/>
                  </a:lnTo>
                  <a:lnTo>
                    <a:pt x="208977" y="26280"/>
                  </a:lnTo>
                  <a:lnTo>
                    <a:pt x="209570" y="28471"/>
                  </a:lnTo>
                  <a:lnTo>
                    <a:pt x="209822" y="29985"/>
                  </a:lnTo>
                  <a:lnTo>
                    <a:pt x="212576" y="36255"/>
                  </a:lnTo>
                  <a:lnTo>
                    <a:pt x="214212" y="41391"/>
                  </a:lnTo>
                  <a:lnTo>
                    <a:pt x="215406" y="45560"/>
                  </a:lnTo>
                  <a:lnTo>
                    <a:pt x="217095" y="51632"/>
                  </a:lnTo>
                  <a:lnTo>
                    <a:pt x="217826" y="53747"/>
                  </a:lnTo>
                  <a:lnTo>
                    <a:pt x="216632" y="54850"/>
                  </a:lnTo>
                  <a:lnTo>
                    <a:pt x="214242" y="58784"/>
                  </a:lnTo>
                  <a:lnTo>
                    <a:pt x="211693" y="71239"/>
                  </a:lnTo>
                  <a:lnTo>
                    <a:pt x="208049" y="80925"/>
                  </a:lnTo>
                  <a:lnTo>
                    <a:pt x="207638" y="86973"/>
                  </a:lnTo>
                  <a:lnTo>
                    <a:pt x="207052" y="89150"/>
                  </a:lnTo>
                  <a:lnTo>
                    <a:pt x="205318" y="92208"/>
                  </a:lnTo>
                  <a:lnTo>
                    <a:pt x="203218" y="95198"/>
                  </a:lnTo>
                  <a:lnTo>
                    <a:pt x="199482" y="93654"/>
                  </a:lnTo>
                  <a:lnTo>
                    <a:pt x="193395" y="88389"/>
                  </a:lnTo>
                  <a:lnTo>
                    <a:pt x="189849" y="83382"/>
                  </a:lnTo>
                  <a:lnTo>
                    <a:pt x="186045" y="80141"/>
                  </a:lnTo>
                  <a:lnTo>
                    <a:pt x="182454" y="75842"/>
                  </a:lnTo>
                  <a:lnTo>
                    <a:pt x="181472" y="72745"/>
                  </a:lnTo>
                  <a:lnTo>
                    <a:pt x="181510" y="70752"/>
                  </a:lnTo>
                  <a:lnTo>
                    <a:pt x="179943" y="65890"/>
                  </a:lnTo>
                  <a:lnTo>
                    <a:pt x="178779" y="63585"/>
                  </a:lnTo>
                  <a:lnTo>
                    <a:pt x="174396" y="58403"/>
                  </a:lnTo>
                  <a:lnTo>
                    <a:pt x="173141" y="55634"/>
                  </a:lnTo>
                  <a:lnTo>
                    <a:pt x="172182" y="54409"/>
                  </a:lnTo>
                  <a:lnTo>
                    <a:pt x="171216" y="52659"/>
                  </a:lnTo>
                  <a:lnTo>
                    <a:pt x="169625" y="45895"/>
                  </a:lnTo>
                  <a:lnTo>
                    <a:pt x="167891" y="41588"/>
                  </a:lnTo>
                  <a:lnTo>
                    <a:pt x="165913" y="42783"/>
                  </a:lnTo>
                  <a:lnTo>
                    <a:pt x="166263" y="44594"/>
                  </a:lnTo>
                  <a:lnTo>
                    <a:pt x="164535" y="47097"/>
                  </a:lnTo>
                  <a:lnTo>
                    <a:pt x="163493" y="49996"/>
                  </a:lnTo>
                  <a:lnTo>
                    <a:pt x="164292" y="52362"/>
                  </a:lnTo>
                  <a:lnTo>
                    <a:pt x="167876" y="55961"/>
                  </a:lnTo>
                  <a:lnTo>
                    <a:pt x="168598" y="57536"/>
                  </a:lnTo>
                  <a:lnTo>
                    <a:pt x="169436" y="60937"/>
                  </a:lnTo>
                  <a:lnTo>
                    <a:pt x="169299" y="65555"/>
                  </a:lnTo>
                  <a:lnTo>
                    <a:pt x="169877" y="67115"/>
                  </a:lnTo>
                  <a:lnTo>
                    <a:pt x="172563" y="70539"/>
                  </a:lnTo>
                  <a:lnTo>
                    <a:pt x="173521" y="72570"/>
                  </a:lnTo>
                  <a:lnTo>
                    <a:pt x="174099" y="74320"/>
                  </a:lnTo>
                  <a:lnTo>
                    <a:pt x="174990" y="75903"/>
                  </a:lnTo>
                  <a:lnTo>
                    <a:pt x="177652" y="78870"/>
                  </a:lnTo>
                  <a:lnTo>
                    <a:pt x="181480" y="84516"/>
                  </a:lnTo>
                  <a:lnTo>
                    <a:pt x="185109" y="88320"/>
                  </a:lnTo>
                  <a:lnTo>
                    <a:pt x="187734" y="90154"/>
                  </a:lnTo>
                  <a:lnTo>
                    <a:pt x="188845" y="91987"/>
                  </a:lnTo>
                  <a:lnTo>
                    <a:pt x="189096" y="96712"/>
                  </a:lnTo>
                  <a:lnTo>
                    <a:pt x="188898" y="98965"/>
                  </a:lnTo>
                  <a:lnTo>
                    <a:pt x="191203" y="103202"/>
                  </a:lnTo>
                  <a:lnTo>
                    <a:pt x="192056" y="105341"/>
                  </a:lnTo>
                  <a:lnTo>
                    <a:pt x="194277" y="107083"/>
                  </a:lnTo>
                  <a:lnTo>
                    <a:pt x="195297" y="109069"/>
                  </a:lnTo>
                  <a:lnTo>
                    <a:pt x="196233" y="112302"/>
                  </a:lnTo>
                  <a:lnTo>
                    <a:pt x="197640" y="121836"/>
                  </a:lnTo>
                  <a:lnTo>
                    <a:pt x="199573" y="124172"/>
                  </a:lnTo>
                  <a:lnTo>
                    <a:pt x="205546" y="136642"/>
                  </a:lnTo>
                  <a:lnTo>
                    <a:pt x="210582" y="144502"/>
                  </a:lnTo>
                  <a:lnTo>
                    <a:pt x="213017" y="150360"/>
                  </a:lnTo>
                  <a:lnTo>
                    <a:pt x="216738" y="157467"/>
                  </a:lnTo>
                  <a:lnTo>
                    <a:pt x="224019" y="173019"/>
                  </a:lnTo>
                  <a:lnTo>
                    <a:pt x="228349" y="177797"/>
                  </a:lnTo>
                  <a:lnTo>
                    <a:pt x="230076" y="180483"/>
                  </a:lnTo>
                  <a:lnTo>
                    <a:pt x="233210" y="182545"/>
                  </a:lnTo>
                  <a:lnTo>
                    <a:pt x="236604" y="185527"/>
                  </a:lnTo>
                  <a:lnTo>
                    <a:pt x="233370" y="185238"/>
                  </a:lnTo>
                  <a:lnTo>
                    <a:pt x="232548" y="185413"/>
                  </a:lnTo>
                  <a:lnTo>
                    <a:pt x="231415" y="185923"/>
                  </a:lnTo>
                  <a:lnTo>
                    <a:pt x="230874" y="187734"/>
                  </a:lnTo>
                  <a:lnTo>
                    <a:pt x="230639" y="189210"/>
                  </a:lnTo>
                  <a:lnTo>
                    <a:pt x="231035" y="197008"/>
                  </a:lnTo>
                  <a:lnTo>
                    <a:pt x="231924" y="200980"/>
                  </a:lnTo>
                  <a:lnTo>
                    <a:pt x="234770" y="208474"/>
                  </a:lnTo>
                  <a:lnTo>
                    <a:pt x="236893" y="210719"/>
                  </a:lnTo>
                  <a:lnTo>
                    <a:pt x="237928" y="212172"/>
                  </a:lnTo>
                  <a:lnTo>
                    <a:pt x="239373" y="213230"/>
                  </a:lnTo>
                  <a:lnTo>
                    <a:pt x="246122" y="215786"/>
                  </a:lnTo>
                  <a:lnTo>
                    <a:pt x="250071" y="221173"/>
                  </a:lnTo>
                  <a:lnTo>
                    <a:pt x="258943" y="227975"/>
                  </a:lnTo>
                  <a:lnTo>
                    <a:pt x="259810" y="229855"/>
                  </a:lnTo>
                  <a:lnTo>
                    <a:pt x="259833" y="230288"/>
                  </a:lnTo>
                  <a:lnTo>
                    <a:pt x="252825" y="230296"/>
                  </a:lnTo>
                  <a:lnTo>
                    <a:pt x="245818" y="230296"/>
                  </a:lnTo>
                  <a:lnTo>
                    <a:pt x="238810" y="230296"/>
                  </a:lnTo>
                  <a:lnTo>
                    <a:pt x="231803" y="230296"/>
                  </a:lnTo>
                  <a:lnTo>
                    <a:pt x="224803" y="230296"/>
                  </a:lnTo>
                  <a:lnTo>
                    <a:pt x="217788" y="230304"/>
                  </a:lnTo>
                  <a:lnTo>
                    <a:pt x="210788" y="230304"/>
                  </a:lnTo>
                  <a:lnTo>
                    <a:pt x="203780" y="230304"/>
                  </a:lnTo>
                  <a:lnTo>
                    <a:pt x="196773" y="230304"/>
                  </a:lnTo>
                  <a:lnTo>
                    <a:pt x="189766" y="230304"/>
                  </a:lnTo>
                  <a:lnTo>
                    <a:pt x="182758" y="230304"/>
                  </a:lnTo>
                  <a:lnTo>
                    <a:pt x="175758" y="230304"/>
                  </a:lnTo>
                  <a:lnTo>
                    <a:pt x="168751" y="230311"/>
                  </a:lnTo>
                  <a:lnTo>
                    <a:pt x="161743" y="230311"/>
                  </a:lnTo>
                  <a:lnTo>
                    <a:pt x="154736" y="230311"/>
                  </a:lnTo>
                  <a:lnTo>
                    <a:pt x="147728" y="230311"/>
                  </a:lnTo>
                  <a:lnTo>
                    <a:pt x="143734" y="230311"/>
                  </a:lnTo>
                  <a:lnTo>
                    <a:pt x="144418" y="228272"/>
                  </a:lnTo>
                  <a:lnTo>
                    <a:pt x="144837" y="226834"/>
                  </a:lnTo>
                  <a:lnTo>
                    <a:pt x="144365" y="225830"/>
                  </a:lnTo>
                  <a:lnTo>
                    <a:pt x="143003" y="225579"/>
                  </a:lnTo>
                  <a:lnTo>
                    <a:pt x="142113" y="225898"/>
                  </a:lnTo>
                  <a:lnTo>
                    <a:pt x="140021" y="230167"/>
                  </a:lnTo>
                  <a:lnTo>
                    <a:pt x="138925" y="230334"/>
                  </a:lnTo>
                  <a:lnTo>
                    <a:pt x="136437" y="230334"/>
                  </a:lnTo>
                  <a:lnTo>
                    <a:pt x="128281" y="230334"/>
                  </a:lnTo>
                  <a:lnTo>
                    <a:pt x="120117" y="230334"/>
                  </a:lnTo>
                  <a:lnTo>
                    <a:pt x="111960" y="230334"/>
                  </a:lnTo>
                  <a:lnTo>
                    <a:pt x="103804" y="230326"/>
                  </a:lnTo>
                  <a:lnTo>
                    <a:pt x="95648" y="230326"/>
                  </a:lnTo>
                  <a:lnTo>
                    <a:pt x="87491" y="230326"/>
                  </a:lnTo>
                  <a:lnTo>
                    <a:pt x="79335" y="230326"/>
                  </a:lnTo>
                  <a:lnTo>
                    <a:pt x="71178" y="230326"/>
                  </a:lnTo>
                  <a:lnTo>
                    <a:pt x="63022" y="230319"/>
                  </a:lnTo>
                  <a:lnTo>
                    <a:pt x="54858" y="230319"/>
                  </a:lnTo>
                  <a:lnTo>
                    <a:pt x="46701" y="230319"/>
                  </a:lnTo>
                  <a:lnTo>
                    <a:pt x="38545" y="230319"/>
                  </a:lnTo>
                  <a:lnTo>
                    <a:pt x="30389" y="230319"/>
                  </a:lnTo>
                  <a:lnTo>
                    <a:pt x="22232" y="230319"/>
                  </a:lnTo>
                  <a:lnTo>
                    <a:pt x="14068" y="230311"/>
                  </a:lnTo>
                  <a:lnTo>
                    <a:pt x="5912" y="230311"/>
                  </a:lnTo>
                  <a:lnTo>
                    <a:pt x="5912" y="225168"/>
                  </a:lnTo>
                  <a:lnTo>
                    <a:pt x="5912" y="220009"/>
                  </a:lnTo>
                  <a:lnTo>
                    <a:pt x="5912" y="214843"/>
                  </a:lnTo>
                  <a:lnTo>
                    <a:pt x="5912" y="209677"/>
                  </a:lnTo>
                  <a:lnTo>
                    <a:pt x="5912" y="204495"/>
                  </a:lnTo>
                  <a:lnTo>
                    <a:pt x="5912" y="199306"/>
                  </a:lnTo>
                  <a:lnTo>
                    <a:pt x="5912" y="194110"/>
                  </a:lnTo>
                  <a:lnTo>
                    <a:pt x="5912" y="188905"/>
                  </a:lnTo>
                  <a:lnTo>
                    <a:pt x="5912" y="183686"/>
                  </a:lnTo>
                  <a:lnTo>
                    <a:pt x="5912" y="178466"/>
                  </a:lnTo>
                  <a:lnTo>
                    <a:pt x="5912" y="173232"/>
                  </a:lnTo>
                  <a:lnTo>
                    <a:pt x="5912" y="167982"/>
                  </a:lnTo>
                  <a:lnTo>
                    <a:pt x="5912" y="162732"/>
                  </a:lnTo>
                  <a:lnTo>
                    <a:pt x="5912" y="157467"/>
                  </a:lnTo>
                  <a:lnTo>
                    <a:pt x="5912" y="152194"/>
                  </a:lnTo>
                  <a:lnTo>
                    <a:pt x="5912" y="146914"/>
                  </a:lnTo>
                  <a:lnTo>
                    <a:pt x="5912" y="141618"/>
                  </a:lnTo>
                  <a:lnTo>
                    <a:pt x="5912" y="136315"/>
                  </a:lnTo>
                  <a:lnTo>
                    <a:pt x="5912" y="131004"/>
                  </a:lnTo>
                  <a:lnTo>
                    <a:pt x="5912" y="125686"/>
                  </a:lnTo>
                  <a:lnTo>
                    <a:pt x="5912" y="120345"/>
                  </a:lnTo>
                  <a:lnTo>
                    <a:pt x="5912" y="115004"/>
                  </a:lnTo>
                  <a:lnTo>
                    <a:pt x="5912" y="109647"/>
                  </a:lnTo>
                  <a:lnTo>
                    <a:pt x="5912" y="104283"/>
                  </a:lnTo>
                  <a:lnTo>
                    <a:pt x="5912" y="98904"/>
                  </a:lnTo>
                  <a:lnTo>
                    <a:pt x="5912" y="93517"/>
                  </a:lnTo>
                  <a:lnTo>
                    <a:pt x="5912" y="88115"/>
                  </a:lnTo>
                  <a:lnTo>
                    <a:pt x="5912" y="82705"/>
                  </a:lnTo>
                  <a:lnTo>
                    <a:pt x="5912" y="77280"/>
                  </a:lnTo>
                  <a:lnTo>
                    <a:pt x="5912" y="71848"/>
                  </a:lnTo>
                  <a:lnTo>
                    <a:pt x="5912" y="66400"/>
                  </a:lnTo>
                  <a:lnTo>
                    <a:pt x="5912" y="60945"/>
                  </a:lnTo>
                  <a:lnTo>
                    <a:pt x="5730" y="59925"/>
                  </a:lnTo>
                  <a:lnTo>
                    <a:pt x="4543" y="56204"/>
                  </a:lnTo>
                  <a:lnTo>
                    <a:pt x="3470" y="51472"/>
                  </a:lnTo>
                  <a:lnTo>
                    <a:pt x="2298" y="45644"/>
                  </a:lnTo>
                  <a:lnTo>
                    <a:pt x="2146" y="43749"/>
                  </a:lnTo>
                  <a:lnTo>
                    <a:pt x="183" y="37723"/>
                  </a:lnTo>
                  <a:lnTo>
                    <a:pt x="0" y="36011"/>
                  </a:lnTo>
                  <a:lnTo>
                    <a:pt x="495" y="34794"/>
                  </a:lnTo>
                  <a:lnTo>
                    <a:pt x="3721" y="29704"/>
                  </a:lnTo>
                  <a:lnTo>
                    <a:pt x="4695" y="27223"/>
                  </a:lnTo>
                  <a:lnTo>
                    <a:pt x="5509" y="24249"/>
                  </a:lnTo>
                  <a:lnTo>
                    <a:pt x="5783" y="21829"/>
                  </a:lnTo>
                  <a:lnTo>
                    <a:pt x="4832" y="18116"/>
                  </a:lnTo>
                  <a:lnTo>
                    <a:pt x="3721" y="14776"/>
                  </a:lnTo>
                  <a:lnTo>
                    <a:pt x="3348" y="11352"/>
                  </a:lnTo>
                  <a:lnTo>
                    <a:pt x="3188" y="7981"/>
                  </a:lnTo>
                  <a:lnTo>
                    <a:pt x="4839" y="5676"/>
                  </a:lnTo>
                  <a:lnTo>
                    <a:pt x="6817" y="3515"/>
                  </a:lnTo>
                  <a:lnTo>
                    <a:pt x="7556" y="2191"/>
                  </a:lnTo>
                  <a:lnTo>
                    <a:pt x="8727" y="700"/>
                  </a:lnTo>
                  <a:lnTo>
                    <a:pt x="9549" y="0"/>
                  </a:lnTo>
                  <a:lnTo>
                    <a:pt x="11154" y="3028"/>
                  </a:lnTo>
                  <a:lnTo>
                    <a:pt x="14502" y="3546"/>
                  </a:lnTo>
                  <a:lnTo>
                    <a:pt x="25413" y="852"/>
                  </a:lnTo>
                  <a:lnTo>
                    <a:pt x="37457" y="3568"/>
                  </a:lnTo>
                  <a:lnTo>
                    <a:pt x="44099" y="4603"/>
                  </a:lnTo>
                  <a:lnTo>
                    <a:pt x="54341" y="6909"/>
                  </a:lnTo>
                  <a:lnTo>
                    <a:pt x="60572" y="11017"/>
                  </a:lnTo>
                  <a:lnTo>
                    <a:pt x="62284" y="11535"/>
                  </a:lnTo>
                  <a:lnTo>
                    <a:pt x="66765" y="11451"/>
                  </a:lnTo>
                  <a:lnTo>
                    <a:pt x="69702" y="13878"/>
                  </a:lnTo>
                  <a:lnTo>
                    <a:pt x="81389" y="15042"/>
                  </a:lnTo>
                  <a:lnTo>
                    <a:pt x="87628" y="17713"/>
                  </a:lnTo>
                  <a:lnTo>
                    <a:pt x="91166" y="19843"/>
                  </a:lnTo>
                  <a:lnTo>
                    <a:pt x="93289" y="20497"/>
                  </a:lnTo>
                  <a:lnTo>
                    <a:pt x="95168" y="20391"/>
                  </a:lnTo>
                  <a:lnTo>
                    <a:pt x="97702" y="19592"/>
                  </a:lnTo>
                  <a:lnTo>
                    <a:pt x="100905" y="18093"/>
                  </a:lnTo>
                  <a:lnTo>
                    <a:pt x="104382" y="16008"/>
                  </a:lnTo>
                  <a:lnTo>
                    <a:pt x="111603" y="10645"/>
                  </a:lnTo>
                  <a:lnTo>
                    <a:pt x="114159" y="9701"/>
                  </a:lnTo>
                  <a:lnTo>
                    <a:pt x="115825" y="9952"/>
                  </a:lnTo>
                  <a:lnTo>
                    <a:pt x="117857" y="9876"/>
                  </a:lnTo>
                  <a:lnTo>
                    <a:pt x="118701" y="8423"/>
                  </a:lnTo>
                  <a:lnTo>
                    <a:pt x="119774" y="7426"/>
                  </a:lnTo>
                  <a:lnTo>
                    <a:pt x="120444" y="6292"/>
                  </a:lnTo>
                  <a:lnTo>
                    <a:pt x="121539" y="4923"/>
                  </a:lnTo>
                  <a:lnTo>
                    <a:pt x="125298" y="4542"/>
                  </a:lnTo>
                  <a:lnTo>
                    <a:pt x="132823" y="2199"/>
                  </a:lnTo>
                  <a:lnTo>
                    <a:pt x="131978" y="3310"/>
                  </a:lnTo>
                  <a:lnTo>
                    <a:pt x="125123" y="5935"/>
                  </a:lnTo>
                  <a:lnTo>
                    <a:pt x="128060" y="6262"/>
                  </a:lnTo>
                  <a:lnTo>
                    <a:pt x="131065" y="5364"/>
                  </a:lnTo>
                  <a:lnTo>
                    <a:pt x="134497" y="4793"/>
                  </a:lnTo>
                  <a:lnTo>
                    <a:pt x="135121" y="3675"/>
                  </a:lnTo>
                  <a:lnTo>
                    <a:pt x="135570" y="1583"/>
                  </a:lnTo>
                  <a:lnTo>
                    <a:pt x="136224" y="1286"/>
                  </a:lnTo>
                  <a:lnTo>
                    <a:pt x="138598" y="1682"/>
                  </a:lnTo>
                  <a:lnTo>
                    <a:pt x="145651" y="4908"/>
                  </a:lnTo>
                  <a:lnTo>
                    <a:pt x="147409" y="4969"/>
                  </a:lnTo>
                  <a:lnTo>
                    <a:pt x="152377" y="3211"/>
                  </a:lnTo>
                  <a:lnTo>
                    <a:pt x="153435" y="2838"/>
                  </a:lnTo>
                  <a:lnTo>
                    <a:pt x="155048" y="3812"/>
                  </a:lnTo>
                  <a:lnTo>
                    <a:pt x="158715" y="7822"/>
                  </a:lnTo>
                  <a:lnTo>
                    <a:pt x="157437" y="7738"/>
                  </a:lnTo>
                  <a:lnTo>
                    <a:pt x="153511" y="4299"/>
                  </a:lnTo>
                  <a:lnTo>
                    <a:pt x="153161" y="6018"/>
                  </a:lnTo>
                  <a:lnTo>
                    <a:pt x="150924" y="9031"/>
                  </a:lnTo>
                  <a:lnTo>
                    <a:pt x="153716" y="10332"/>
                  </a:lnTo>
                  <a:lnTo>
                    <a:pt x="155991" y="10819"/>
                  </a:lnTo>
                  <a:lnTo>
                    <a:pt x="157209" y="12501"/>
                  </a:lnTo>
                  <a:lnTo>
                    <a:pt x="157977" y="13992"/>
                  </a:lnTo>
                  <a:lnTo>
                    <a:pt x="160222" y="13338"/>
                  </a:lnTo>
                  <a:lnTo>
                    <a:pt x="161827" y="11306"/>
                  </a:lnTo>
                  <a:lnTo>
                    <a:pt x="160990" y="10173"/>
                  </a:lnTo>
                  <a:lnTo>
                    <a:pt x="160427" y="9001"/>
                  </a:lnTo>
                  <a:lnTo>
                    <a:pt x="161157" y="8971"/>
                  </a:lnTo>
                  <a:lnTo>
                    <a:pt x="162717" y="9937"/>
                  </a:lnTo>
                  <a:lnTo>
                    <a:pt x="167183" y="13794"/>
                  </a:lnTo>
                  <a:lnTo>
                    <a:pt x="168690" y="14593"/>
                  </a:lnTo>
                  <a:lnTo>
                    <a:pt x="170425" y="14456"/>
                  </a:lnTo>
                  <a:lnTo>
                    <a:pt x="174054" y="13376"/>
                  </a:lnTo>
                  <a:lnTo>
                    <a:pt x="175066" y="13543"/>
                  </a:lnTo>
                  <a:lnTo>
                    <a:pt x="179935" y="12121"/>
                  </a:lnTo>
                  <a:lnTo>
                    <a:pt x="180506" y="13163"/>
                  </a:lnTo>
                  <a:lnTo>
                    <a:pt x="181312" y="14198"/>
                  </a:lnTo>
                  <a:lnTo>
                    <a:pt x="185238" y="13041"/>
                  </a:lnTo>
                  <a:lnTo>
                    <a:pt x="191394" y="13056"/>
                  </a:lnTo>
                  <a:lnTo>
                    <a:pt x="196438" y="11801"/>
                  </a:lnTo>
                  <a:lnTo>
                    <a:pt x="202281" y="874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26" name="Freeform: Shape 1025">
              <a:extLst>
                <a:ext uri="{FF2B5EF4-FFF2-40B4-BE49-F238E27FC236}">
                  <a16:creationId xmlns:a16="http://schemas.microsoft.com/office/drawing/2014/main" id="{20C65525-EDA8-C109-4668-90A65BD33767}"/>
                </a:ext>
              </a:extLst>
            </p:cNvPr>
            <p:cNvSpPr/>
            <p:nvPr/>
          </p:nvSpPr>
          <p:spPr>
            <a:xfrm>
              <a:off x="10040533" y="3415418"/>
              <a:ext cx="134443" cy="86456"/>
            </a:xfrm>
            <a:custGeom>
              <a:avLst/>
              <a:gdLst>
                <a:gd name="csX0" fmla="*/ 131492 w 134443"/>
                <a:gd name="csY0" fmla="*/ 6513 h 86456"/>
                <a:gd name="csX1" fmla="*/ 132625 w 134443"/>
                <a:gd name="csY1" fmla="*/ 7814 h 86456"/>
                <a:gd name="csX2" fmla="*/ 134056 w 134443"/>
                <a:gd name="csY2" fmla="*/ 9914 h 86456"/>
                <a:gd name="csX3" fmla="*/ 134444 w 134443"/>
                <a:gd name="csY3" fmla="*/ 11116 h 86456"/>
                <a:gd name="csX4" fmla="*/ 133957 w 134443"/>
                <a:gd name="csY4" fmla="*/ 11824 h 86456"/>
                <a:gd name="csX5" fmla="*/ 132526 w 134443"/>
                <a:gd name="csY5" fmla="*/ 12425 h 86456"/>
                <a:gd name="csX6" fmla="*/ 132199 w 134443"/>
                <a:gd name="csY6" fmla="*/ 13071 h 86456"/>
                <a:gd name="csX7" fmla="*/ 131567 w 134443"/>
                <a:gd name="csY7" fmla="*/ 14159 h 86456"/>
                <a:gd name="csX8" fmla="*/ 129894 w 134443"/>
                <a:gd name="csY8" fmla="*/ 14357 h 86456"/>
                <a:gd name="csX9" fmla="*/ 129034 w 134443"/>
                <a:gd name="csY9" fmla="*/ 15164 h 86456"/>
                <a:gd name="csX10" fmla="*/ 128007 w 134443"/>
                <a:gd name="csY10" fmla="*/ 18702 h 86456"/>
                <a:gd name="csX11" fmla="*/ 126044 w 134443"/>
                <a:gd name="csY11" fmla="*/ 24545 h 86456"/>
                <a:gd name="csX12" fmla="*/ 123145 w 134443"/>
                <a:gd name="csY12" fmla="*/ 28973 h 86456"/>
                <a:gd name="csX13" fmla="*/ 120824 w 134443"/>
                <a:gd name="csY13" fmla="*/ 31393 h 86456"/>
                <a:gd name="csX14" fmla="*/ 119789 w 134443"/>
                <a:gd name="csY14" fmla="*/ 33249 h 86456"/>
                <a:gd name="csX15" fmla="*/ 119143 w 134443"/>
                <a:gd name="csY15" fmla="*/ 35471 h 86456"/>
                <a:gd name="csX16" fmla="*/ 118991 w 134443"/>
                <a:gd name="csY16" fmla="*/ 37700 h 86456"/>
                <a:gd name="csX17" fmla="*/ 121212 w 134443"/>
                <a:gd name="csY17" fmla="*/ 49874 h 86456"/>
                <a:gd name="csX18" fmla="*/ 121190 w 134443"/>
                <a:gd name="csY18" fmla="*/ 52065 h 86456"/>
                <a:gd name="csX19" fmla="*/ 120664 w 134443"/>
                <a:gd name="csY19" fmla="*/ 54310 h 86456"/>
                <a:gd name="csX20" fmla="*/ 120284 w 134443"/>
                <a:gd name="csY20" fmla="*/ 56585 h 86456"/>
                <a:gd name="csX21" fmla="*/ 120596 w 134443"/>
                <a:gd name="csY21" fmla="*/ 58555 h 86456"/>
                <a:gd name="csX22" fmla="*/ 122064 w 134443"/>
                <a:gd name="csY22" fmla="*/ 61918 h 86456"/>
                <a:gd name="csX23" fmla="*/ 123624 w 134443"/>
                <a:gd name="csY23" fmla="*/ 66925 h 86456"/>
                <a:gd name="csX24" fmla="*/ 124255 w 134443"/>
                <a:gd name="csY24" fmla="*/ 70113 h 86456"/>
                <a:gd name="csX25" fmla="*/ 125291 w 134443"/>
                <a:gd name="csY25" fmla="*/ 71277 h 86456"/>
                <a:gd name="csX26" fmla="*/ 126287 w 134443"/>
                <a:gd name="csY26" fmla="*/ 72137 h 86456"/>
                <a:gd name="csX27" fmla="*/ 126492 w 134443"/>
                <a:gd name="csY27" fmla="*/ 72677 h 86456"/>
                <a:gd name="csX28" fmla="*/ 126462 w 134443"/>
                <a:gd name="csY28" fmla="*/ 73232 h 86456"/>
                <a:gd name="csX29" fmla="*/ 125945 w 134443"/>
                <a:gd name="csY29" fmla="*/ 73864 h 86456"/>
                <a:gd name="csX30" fmla="*/ 121448 w 134443"/>
                <a:gd name="csY30" fmla="*/ 75530 h 86456"/>
                <a:gd name="csX31" fmla="*/ 120862 w 134443"/>
                <a:gd name="csY31" fmla="*/ 76938 h 86456"/>
                <a:gd name="csX32" fmla="*/ 120376 w 134443"/>
                <a:gd name="csY32" fmla="*/ 78513 h 86456"/>
                <a:gd name="csX33" fmla="*/ 118413 w 134443"/>
                <a:gd name="csY33" fmla="*/ 80833 h 86456"/>
                <a:gd name="csX34" fmla="*/ 117811 w 134443"/>
                <a:gd name="csY34" fmla="*/ 82994 h 86456"/>
                <a:gd name="csX35" fmla="*/ 117438 w 134443"/>
                <a:gd name="csY35" fmla="*/ 85467 h 86456"/>
                <a:gd name="csX36" fmla="*/ 117393 w 134443"/>
                <a:gd name="csY36" fmla="*/ 86350 h 86456"/>
                <a:gd name="csX37" fmla="*/ 116853 w 134443"/>
                <a:gd name="csY37" fmla="*/ 86456 h 86456"/>
                <a:gd name="csX38" fmla="*/ 113870 w 134443"/>
                <a:gd name="csY38" fmla="*/ 85946 h 86456"/>
                <a:gd name="csX39" fmla="*/ 110583 w 134443"/>
                <a:gd name="csY39" fmla="*/ 84341 h 86456"/>
                <a:gd name="csX40" fmla="*/ 109145 w 134443"/>
                <a:gd name="csY40" fmla="*/ 83131 h 86456"/>
                <a:gd name="csX41" fmla="*/ 107730 w 134443"/>
                <a:gd name="csY41" fmla="*/ 83146 h 86456"/>
                <a:gd name="csX42" fmla="*/ 106018 w 134443"/>
                <a:gd name="csY42" fmla="*/ 83937 h 86456"/>
                <a:gd name="csX43" fmla="*/ 99885 w 134443"/>
                <a:gd name="csY43" fmla="*/ 86228 h 86456"/>
                <a:gd name="csX44" fmla="*/ 98379 w 134443"/>
                <a:gd name="csY44" fmla="*/ 85695 h 86456"/>
                <a:gd name="csX45" fmla="*/ 94879 w 134443"/>
                <a:gd name="csY45" fmla="*/ 83443 h 86456"/>
                <a:gd name="csX46" fmla="*/ 93106 w 134443"/>
                <a:gd name="csY46" fmla="*/ 80985 h 86456"/>
                <a:gd name="csX47" fmla="*/ 89157 w 134443"/>
                <a:gd name="csY47" fmla="*/ 76086 h 86456"/>
                <a:gd name="csX48" fmla="*/ 88838 w 134443"/>
                <a:gd name="csY48" fmla="*/ 74914 h 86456"/>
                <a:gd name="csX49" fmla="*/ 88321 w 134443"/>
                <a:gd name="csY49" fmla="*/ 73978 h 86456"/>
                <a:gd name="csX50" fmla="*/ 84105 w 134443"/>
                <a:gd name="csY50" fmla="*/ 72761 h 86456"/>
                <a:gd name="csX51" fmla="*/ 82545 w 134443"/>
                <a:gd name="csY51" fmla="*/ 70942 h 86456"/>
                <a:gd name="csX52" fmla="*/ 81252 w 134443"/>
                <a:gd name="csY52" fmla="*/ 70691 h 86456"/>
                <a:gd name="csX53" fmla="*/ 79350 w 134443"/>
                <a:gd name="csY53" fmla="*/ 69778 h 86456"/>
                <a:gd name="csX54" fmla="*/ 74412 w 134443"/>
                <a:gd name="csY54" fmla="*/ 65890 h 86456"/>
                <a:gd name="csX55" fmla="*/ 73187 w 134443"/>
                <a:gd name="csY55" fmla="*/ 65525 h 86456"/>
                <a:gd name="csX56" fmla="*/ 72890 w 134443"/>
                <a:gd name="csY56" fmla="*/ 66179 h 86456"/>
                <a:gd name="csX57" fmla="*/ 72974 w 134443"/>
                <a:gd name="csY57" fmla="*/ 67100 h 86456"/>
                <a:gd name="csX58" fmla="*/ 72662 w 134443"/>
                <a:gd name="csY58" fmla="*/ 67633 h 86456"/>
                <a:gd name="csX59" fmla="*/ 72031 w 134443"/>
                <a:gd name="csY59" fmla="*/ 67617 h 86456"/>
                <a:gd name="csX60" fmla="*/ 70889 w 134443"/>
                <a:gd name="csY60" fmla="*/ 66187 h 86456"/>
                <a:gd name="csX61" fmla="*/ 69520 w 134443"/>
                <a:gd name="csY61" fmla="*/ 64924 h 86456"/>
                <a:gd name="csX62" fmla="*/ 65251 w 134443"/>
                <a:gd name="csY62" fmla="*/ 67298 h 86456"/>
                <a:gd name="csX63" fmla="*/ 63707 w 134443"/>
                <a:gd name="csY63" fmla="*/ 67929 h 86456"/>
                <a:gd name="csX64" fmla="*/ 62352 w 134443"/>
                <a:gd name="csY64" fmla="*/ 68074 h 86456"/>
                <a:gd name="csX65" fmla="*/ 55588 w 134443"/>
                <a:gd name="csY65" fmla="*/ 71178 h 86456"/>
                <a:gd name="csX66" fmla="*/ 53527 w 134443"/>
                <a:gd name="csY66" fmla="*/ 72852 h 86456"/>
                <a:gd name="csX67" fmla="*/ 52674 w 134443"/>
                <a:gd name="csY67" fmla="*/ 72677 h 86456"/>
                <a:gd name="csX68" fmla="*/ 52872 w 134443"/>
                <a:gd name="csY68" fmla="*/ 71102 h 86456"/>
                <a:gd name="csX69" fmla="*/ 55687 w 134443"/>
                <a:gd name="csY69" fmla="*/ 63212 h 86456"/>
                <a:gd name="csX70" fmla="*/ 56189 w 134443"/>
                <a:gd name="csY70" fmla="*/ 56920 h 86456"/>
                <a:gd name="csX71" fmla="*/ 57217 w 134443"/>
                <a:gd name="csY71" fmla="*/ 56052 h 86456"/>
                <a:gd name="csX72" fmla="*/ 57521 w 134443"/>
                <a:gd name="csY72" fmla="*/ 55177 h 86456"/>
                <a:gd name="csX73" fmla="*/ 57080 w 134443"/>
                <a:gd name="csY73" fmla="*/ 53161 h 86456"/>
                <a:gd name="csX74" fmla="*/ 54158 w 134443"/>
                <a:gd name="csY74" fmla="*/ 51867 h 86456"/>
                <a:gd name="csX75" fmla="*/ 52979 w 134443"/>
                <a:gd name="csY75" fmla="*/ 52058 h 86456"/>
                <a:gd name="csX76" fmla="*/ 51913 w 134443"/>
                <a:gd name="csY76" fmla="*/ 54226 h 86456"/>
                <a:gd name="csX77" fmla="*/ 50810 w 134443"/>
                <a:gd name="csY77" fmla="*/ 55786 h 86456"/>
                <a:gd name="csX78" fmla="*/ 48231 w 134443"/>
                <a:gd name="csY78" fmla="*/ 56737 h 86456"/>
                <a:gd name="csX79" fmla="*/ 46009 w 134443"/>
                <a:gd name="csY79" fmla="*/ 55094 h 86456"/>
                <a:gd name="csX80" fmla="*/ 40812 w 134443"/>
                <a:gd name="csY80" fmla="*/ 52895 h 86456"/>
                <a:gd name="csX81" fmla="*/ 39504 w 134443"/>
                <a:gd name="csY81" fmla="*/ 49958 h 86456"/>
                <a:gd name="csX82" fmla="*/ 39192 w 134443"/>
                <a:gd name="csY82" fmla="*/ 46998 h 86456"/>
                <a:gd name="csX83" fmla="*/ 36445 w 134443"/>
                <a:gd name="csY83" fmla="*/ 44137 h 86456"/>
                <a:gd name="csX84" fmla="*/ 35304 w 134443"/>
                <a:gd name="csY84" fmla="*/ 40751 h 86456"/>
                <a:gd name="csX85" fmla="*/ 35760 w 134443"/>
                <a:gd name="csY85" fmla="*/ 38385 h 86456"/>
                <a:gd name="csX86" fmla="*/ 38256 w 134443"/>
                <a:gd name="csY86" fmla="*/ 36825 h 86456"/>
                <a:gd name="csX87" fmla="*/ 38964 w 134443"/>
                <a:gd name="csY87" fmla="*/ 35471 h 86456"/>
                <a:gd name="csX88" fmla="*/ 35821 w 134443"/>
                <a:gd name="csY88" fmla="*/ 35684 h 86456"/>
                <a:gd name="csX89" fmla="*/ 35182 w 134443"/>
                <a:gd name="csY89" fmla="*/ 35357 h 86456"/>
                <a:gd name="csX90" fmla="*/ 35045 w 134443"/>
                <a:gd name="csY90" fmla="*/ 34140 h 86456"/>
                <a:gd name="csX91" fmla="*/ 33653 w 134443"/>
                <a:gd name="csY91" fmla="*/ 29970 h 86456"/>
                <a:gd name="csX92" fmla="*/ 34885 w 134443"/>
                <a:gd name="csY92" fmla="*/ 28327 h 86456"/>
                <a:gd name="csX93" fmla="*/ 35426 w 134443"/>
                <a:gd name="csY93" fmla="*/ 26729 h 86456"/>
                <a:gd name="csX94" fmla="*/ 34414 w 134443"/>
                <a:gd name="csY94" fmla="*/ 25367 h 86456"/>
                <a:gd name="csX95" fmla="*/ 34680 w 134443"/>
                <a:gd name="csY95" fmla="*/ 23807 h 86456"/>
                <a:gd name="csX96" fmla="*/ 35472 w 134443"/>
                <a:gd name="csY96" fmla="*/ 22232 h 86456"/>
                <a:gd name="csX97" fmla="*/ 34992 w 134443"/>
                <a:gd name="csY97" fmla="*/ 18572 h 86456"/>
                <a:gd name="csX98" fmla="*/ 38112 w 134443"/>
                <a:gd name="csY98" fmla="*/ 16632 h 86456"/>
                <a:gd name="csX99" fmla="*/ 41140 w 134443"/>
                <a:gd name="csY99" fmla="*/ 15263 h 86456"/>
                <a:gd name="csX100" fmla="*/ 47569 w 134443"/>
                <a:gd name="csY100" fmla="*/ 14563 h 86456"/>
                <a:gd name="csX101" fmla="*/ 46937 w 134443"/>
                <a:gd name="csY101" fmla="*/ 11200 h 86456"/>
                <a:gd name="csX102" fmla="*/ 49532 w 134443"/>
                <a:gd name="csY102" fmla="*/ 11048 h 86456"/>
                <a:gd name="csX103" fmla="*/ 53907 w 134443"/>
                <a:gd name="csY103" fmla="*/ 6992 h 86456"/>
                <a:gd name="csX104" fmla="*/ 58244 w 134443"/>
                <a:gd name="csY104" fmla="*/ 7707 h 86456"/>
                <a:gd name="csX105" fmla="*/ 64521 w 134443"/>
                <a:gd name="csY105" fmla="*/ 4923 h 86456"/>
                <a:gd name="csX106" fmla="*/ 76611 w 134443"/>
                <a:gd name="csY106" fmla="*/ 4961 h 86456"/>
                <a:gd name="csX107" fmla="*/ 78262 w 134443"/>
                <a:gd name="csY107" fmla="*/ 3348 h 86456"/>
                <a:gd name="csX108" fmla="*/ 77973 w 134443"/>
                <a:gd name="csY108" fmla="*/ 1727 h 86456"/>
                <a:gd name="csX109" fmla="*/ 78011 w 134443"/>
                <a:gd name="csY109" fmla="*/ 0 h 86456"/>
                <a:gd name="csX110" fmla="*/ 80286 w 134443"/>
                <a:gd name="csY110" fmla="*/ 479 h 86456"/>
                <a:gd name="csX111" fmla="*/ 84090 w 134443"/>
                <a:gd name="csY111" fmla="*/ 175 h 86456"/>
                <a:gd name="csX112" fmla="*/ 98333 w 134443"/>
                <a:gd name="csY112" fmla="*/ 3576 h 86456"/>
                <a:gd name="csX113" fmla="*/ 101841 w 134443"/>
                <a:gd name="csY113" fmla="*/ 3576 h 86456"/>
                <a:gd name="csX114" fmla="*/ 106688 w 134443"/>
                <a:gd name="csY114" fmla="*/ 7023 h 86456"/>
                <a:gd name="csX115" fmla="*/ 109305 w 134443"/>
                <a:gd name="csY115" fmla="*/ 7913 h 86456"/>
                <a:gd name="csX116" fmla="*/ 117012 w 134443"/>
                <a:gd name="csY116" fmla="*/ 7913 h 86456"/>
                <a:gd name="csX117" fmla="*/ 128904 w 134443"/>
                <a:gd name="csY117" fmla="*/ 9435 h 86456"/>
                <a:gd name="csX118" fmla="*/ 131240 w 134443"/>
                <a:gd name="csY118" fmla="*/ 7106 h 86456"/>
                <a:gd name="csX119" fmla="*/ 131492 w 134443"/>
                <a:gd name="csY119" fmla="*/ 6513 h 86456"/>
                <a:gd name="csX120" fmla="*/ 22834 w 134443"/>
                <a:gd name="csY120" fmla="*/ 33843 h 86456"/>
                <a:gd name="csX121" fmla="*/ 21083 w 134443"/>
                <a:gd name="csY121" fmla="*/ 35874 h 86456"/>
                <a:gd name="csX122" fmla="*/ 20041 w 134443"/>
                <a:gd name="csY122" fmla="*/ 35068 h 86456"/>
                <a:gd name="csX123" fmla="*/ 19493 w 134443"/>
                <a:gd name="csY123" fmla="*/ 34094 h 86456"/>
                <a:gd name="csX124" fmla="*/ 17234 w 134443"/>
                <a:gd name="csY124" fmla="*/ 38689 h 86456"/>
                <a:gd name="csX125" fmla="*/ 14692 w 134443"/>
                <a:gd name="csY125" fmla="*/ 39473 h 86456"/>
                <a:gd name="csX126" fmla="*/ 13209 w 134443"/>
                <a:gd name="csY126" fmla="*/ 38568 h 86456"/>
                <a:gd name="csX127" fmla="*/ 13346 w 134443"/>
                <a:gd name="csY127" fmla="*/ 36856 h 86456"/>
                <a:gd name="csX128" fmla="*/ 11900 w 134443"/>
                <a:gd name="csY128" fmla="*/ 32344 h 86456"/>
                <a:gd name="csX129" fmla="*/ 9686 w 134443"/>
                <a:gd name="csY129" fmla="*/ 31020 h 86456"/>
                <a:gd name="csX130" fmla="*/ 6574 w 134443"/>
                <a:gd name="csY130" fmla="*/ 30898 h 86456"/>
                <a:gd name="csX131" fmla="*/ 4322 w 134443"/>
                <a:gd name="csY131" fmla="*/ 29034 h 86456"/>
                <a:gd name="csX132" fmla="*/ 13003 w 134443"/>
                <a:gd name="csY132" fmla="*/ 27764 h 86456"/>
                <a:gd name="csX133" fmla="*/ 13901 w 134443"/>
                <a:gd name="csY133" fmla="*/ 25603 h 86456"/>
                <a:gd name="csX134" fmla="*/ 15666 w 134443"/>
                <a:gd name="csY134" fmla="*/ 23335 h 86456"/>
                <a:gd name="csX135" fmla="*/ 16990 w 134443"/>
                <a:gd name="csY135" fmla="*/ 23092 h 86456"/>
                <a:gd name="csX136" fmla="*/ 18116 w 134443"/>
                <a:gd name="csY136" fmla="*/ 23617 h 86456"/>
                <a:gd name="csX137" fmla="*/ 18329 w 134443"/>
                <a:gd name="csY137" fmla="*/ 25374 h 86456"/>
                <a:gd name="csX138" fmla="*/ 18611 w 134443"/>
                <a:gd name="csY138" fmla="*/ 26075 h 86456"/>
                <a:gd name="csX139" fmla="*/ 22544 w 134443"/>
                <a:gd name="csY139" fmla="*/ 27064 h 86456"/>
                <a:gd name="csX140" fmla="*/ 24081 w 134443"/>
                <a:gd name="csY140" fmla="*/ 30016 h 86456"/>
                <a:gd name="csX141" fmla="*/ 24660 w 134443"/>
                <a:gd name="csY141" fmla="*/ 33554 h 86456"/>
                <a:gd name="csX142" fmla="*/ 22834 w 134443"/>
                <a:gd name="csY142" fmla="*/ 33843 h 86456"/>
                <a:gd name="csX143" fmla="*/ 31796 w 134443"/>
                <a:gd name="csY143" fmla="*/ 45187 h 86456"/>
                <a:gd name="csX144" fmla="*/ 30024 w 134443"/>
                <a:gd name="csY144" fmla="*/ 45613 h 86456"/>
                <a:gd name="csX145" fmla="*/ 25816 w 134443"/>
                <a:gd name="csY145" fmla="*/ 42707 h 86456"/>
                <a:gd name="csX146" fmla="*/ 26790 w 134443"/>
                <a:gd name="csY146" fmla="*/ 40736 h 86456"/>
                <a:gd name="csX147" fmla="*/ 27992 w 134443"/>
                <a:gd name="csY147" fmla="*/ 39960 h 86456"/>
                <a:gd name="csX148" fmla="*/ 31568 w 134443"/>
                <a:gd name="csY148" fmla="*/ 41170 h 86456"/>
                <a:gd name="csX149" fmla="*/ 32070 w 134443"/>
                <a:gd name="csY149" fmla="*/ 44160 h 86456"/>
                <a:gd name="csX150" fmla="*/ 31796 w 134443"/>
                <a:gd name="csY150" fmla="*/ 45187 h 86456"/>
                <a:gd name="csX151" fmla="*/ 16290 w 134443"/>
                <a:gd name="csY151" fmla="*/ 42288 h 86456"/>
                <a:gd name="csX152" fmla="*/ 17804 w 134443"/>
                <a:gd name="csY152" fmla="*/ 43277 h 86456"/>
                <a:gd name="csX153" fmla="*/ 19204 w 134443"/>
                <a:gd name="csY153" fmla="*/ 42966 h 86456"/>
                <a:gd name="csX154" fmla="*/ 20627 w 134443"/>
                <a:gd name="csY154" fmla="*/ 42273 h 86456"/>
                <a:gd name="csX155" fmla="*/ 23701 w 134443"/>
                <a:gd name="csY155" fmla="*/ 42920 h 86456"/>
                <a:gd name="csX156" fmla="*/ 30716 w 134443"/>
                <a:gd name="csY156" fmla="*/ 47911 h 86456"/>
                <a:gd name="csX157" fmla="*/ 31363 w 134443"/>
                <a:gd name="csY157" fmla="*/ 49242 h 86456"/>
                <a:gd name="csX158" fmla="*/ 27171 w 134443"/>
                <a:gd name="csY158" fmla="*/ 49851 h 86456"/>
                <a:gd name="csX159" fmla="*/ 26219 w 134443"/>
                <a:gd name="csY159" fmla="*/ 51373 h 86456"/>
                <a:gd name="csX160" fmla="*/ 25215 w 134443"/>
                <a:gd name="csY160" fmla="*/ 52438 h 86456"/>
                <a:gd name="csX161" fmla="*/ 24028 w 134443"/>
                <a:gd name="csY161" fmla="*/ 52780 h 86456"/>
                <a:gd name="csX162" fmla="*/ 22004 w 134443"/>
                <a:gd name="csY162" fmla="*/ 54918 h 86456"/>
                <a:gd name="csX163" fmla="*/ 19273 w 134443"/>
                <a:gd name="csY163" fmla="*/ 56965 h 86456"/>
                <a:gd name="csX164" fmla="*/ 18702 w 134443"/>
                <a:gd name="csY164" fmla="*/ 58190 h 86456"/>
                <a:gd name="csX165" fmla="*/ 13749 w 134443"/>
                <a:gd name="csY165" fmla="*/ 57962 h 86456"/>
                <a:gd name="csX166" fmla="*/ 11048 w 134443"/>
                <a:gd name="csY166" fmla="*/ 58738 h 86456"/>
                <a:gd name="csX167" fmla="*/ 8864 w 134443"/>
                <a:gd name="csY167" fmla="*/ 61021 h 86456"/>
                <a:gd name="csX168" fmla="*/ 7966 w 134443"/>
                <a:gd name="csY168" fmla="*/ 65418 h 86456"/>
                <a:gd name="csX169" fmla="*/ 6369 w 134443"/>
                <a:gd name="csY169" fmla="*/ 68842 h 86456"/>
                <a:gd name="csX170" fmla="*/ 4740 w 134443"/>
                <a:gd name="csY170" fmla="*/ 70075 h 86456"/>
                <a:gd name="csX171" fmla="*/ 3044 w 134443"/>
                <a:gd name="csY171" fmla="*/ 70265 h 86456"/>
                <a:gd name="csX172" fmla="*/ 2641 w 134443"/>
                <a:gd name="csY172" fmla="*/ 68987 h 86456"/>
                <a:gd name="csX173" fmla="*/ 2800 w 134443"/>
                <a:gd name="csY173" fmla="*/ 67708 h 86456"/>
                <a:gd name="csX174" fmla="*/ 6369 w 134443"/>
                <a:gd name="csY174" fmla="*/ 62870 h 86456"/>
                <a:gd name="csX175" fmla="*/ 7114 w 134443"/>
                <a:gd name="csY175" fmla="*/ 61295 h 86456"/>
                <a:gd name="csX176" fmla="*/ 5334 w 134443"/>
                <a:gd name="csY176" fmla="*/ 60594 h 86456"/>
                <a:gd name="csX177" fmla="*/ 3842 w 134443"/>
                <a:gd name="csY177" fmla="*/ 58905 h 86456"/>
                <a:gd name="csX178" fmla="*/ 586 w 134443"/>
                <a:gd name="csY178" fmla="*/ 56927 h 86456"/>
                <a:gd name="csX179" fmla="*/ 0 w 134443"/>
                <a:gd name="csY179" fmla="*/ 55337 h 86456"/>
                <a:gd name="csX180" fmla="*/ 776 w 134443"/>
                <a:gd name="csY180" fmla="*/ 55215 h 86456"/>
                <a:gd name="csX181" fmla="*/ 1492 w 134443"/>
                <a:gd name="csY181" fmla="*/ 54759 h 86456"/>
                <a:gd name="csX182" fmla="*/ 2359 w 134443"/>
                <a:gd name="csY182" fmla="*/ 53420 h 86456"/>
                <a:gd name="csX183" fmla="*/ 2762 w 134443"/>
                <a:gd name="csY183" fmla="*/ 51883 h 86456"/>
                <a:gd name="csX184" fmla="*/ 160 w 134443"/>
                <a:gd name="csY184" fmla="*/ 47378 h 86456"/>
                <a:gd name="csX185" fmla="*/ 1484 w 134443"/>
                <a:gd name="csY185" fmla="*/ 46678 h 86456"/>
                <a:gd name="csX186" fmla="*/ 3143 w 134443"/>
                <a:gd name="csY186" fmla="*/ 46838 h 86456"/>
                <a:gd name="csX187" fmla="*/ 4839 w 134443"/>
                <a:gd name="csY187" fmla="*/ 48147 h 86456"/>
                <a:gd name="csX188" fmla="*/ 6703 w 134443"/>
                <a:gd name="csY188" fmla="*/ 46610 h 86456"/>
                <a:gd name="csX189" fmla="*/ 7495 w 134443"/>
                <a:gd name="csY189" fmla="*/ 46382 h 86456"/>
                <a:gd name="csX190" fmla="*/ 8796 w 134443"/>
                <a:gd name="csY190" fmla="*/ 46930 h 86456"/>
                <a:gd name="csX191" fmla="*/ 10112 w 134443"/>
                <a:gd name="csY191" fmla="*/ 43947 h 86456"/>
                <a:gd name="csX192" fmla="*/ 13239 w 134443"/>
                <a:gd name="csY192" fmla="*/ 42966 h 86456"/>
                <a:gd name="csX193" fmla="*/ 14791 w 134443"/>
                <a:gd name="csY193" fmla="*/ 42045 h 86456"/>
                <a:gd name="csX194" fmla="*/ 16290 w 134443"/>
                <a:gd name="csY194" fmla="*/ 42288 h 864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Lst>
              <a:rect l="l" t="t" r="r" b="b"/>
              <a:pathLst>
                <a:path w="134443" h="86456">
                  <a:moveTo>
                    <a:pt x="131492" y="6513"/>
                  </a:moveTo>
                  <a:lnTo>
                    <a:pt x="132625" y="7814"/>
                  </a:lnTo>
                  <a:lnTo>
                    <a:pt x="134056" y="9914"/>
                  </a:lnTo>
                  <a:lnTo>
                    <a:pt x="134444" y="11116"/>
                  </a:lnTo>
                  <a:lnTo>
                    <a:pt x="133957" y="11824"/>
                  </a:lnTo>
                  <a:lnTo>
                    <a:pt x="132526" y="12425"/>
                  </a:lnTo>
                  <a:lnTo>
                    <a:pt x="132199" y="13071"/>
                  </a:lnTo>
                  <a:lnTo>
                    <a:pt x="131567" y="14159"/>
                  </a:lnTo>
                  <a:lnTo>
                    <a:pt x="129894" y="14357"/>
                  </a:lnTo>
                  <a:lnTo>
                    <a:pt x="129034" y="15164"/>
                  </a:lnTo>
                  <a:lnTo>
                    <a:pt x="128007" y="18702"/>
                  </a:lnTo>
                  <a:lnTo>
                    <a:pt x="126044" y="24545"/>
                  </a:lnTo>
                  <a:lnTo>
                    <a:pt x="123145" y="28973"/>
                  </a:lnTo>
                  <a:lnTo>
                    <a:pt x="120824" y="31393"/>
                  </a:lnTo>
                  <a:lnTo>
                    <a:pt x="119789" y="33249"/>
                  </a:lnTo>
                  <a:lnTo>
                    <a:pt x="119143" y="35471"/>
                  </a:lnTo>
                  <a:lnTo>
                    <a:pt x="118991" y="37700"/>
                  </a:lnTo>
                  <a:lnTo>
                    <a:pt x="121212" y="49874"/>
                  </a:lnTo>
                  <a:lnTo>
                    <a:pt x="121190" y="52065"/>
                  </a:lnTo>
                  <a:lnTo>
                    <a:pt x="120664" y="54310"/>
                  </a:lnTo>
                  <a:lnTo>
                    <a:pt x="120284" y="56585"/>
                  </a:lnTo>
                  <a:lnTo>
                    <a:pt x="120596" y="58555"/>
                  </a:lnTo>
                  <a:lnTo>
                    <a:pt x="122064" y="61918"/>
                  </a:lnTo>
                  <a:lnTo>
                    <a:pt x="123624" y="66925"/>
                  </a:lnTo>
                  <a:lnTo>
                    <a:pt x="124255" y="70113"/>
                  </a:lnTo>
                  <a:lnTo>
                    <a:pt x="125291" y="71277"/>
                  </a:lnTo>
                  <a:lnTo>
                    <a:pt x="126287" y="72137"/>
                  </a:lnTo>
                  <a:lnTo>
                    <a:pt x="126492" y="72677"/>
                  </a:lnTo>
                  <a:lnTo>
                    <a:pt x="126462" y="73232"/>
                  </a:lnTo>
                  <a:lnTo>
                    <a:pt x="125945" y="73864"/>
                  </a:lnTo>
                  <a:lnTo>
                    <a:pt x="121448" y="75530"/>
                  </a:lnTo>
                  <a:lnTo>
                    <a:pt x="120862" y="76938"/>
                  </a:lnTo>
                  <a:lnTo>
                    <a:pt x="120376" y="78513"/>
                  </a:lnTo>
                  <a:lnTo>
                    <a:pt x="118413" y="80833"/>
                  </a:lnTo>
                  <a:lnTo>
                    <a:pt x="117811" y="82994"/>
                  </a:lnTo>
                  <a:lnTo>
                    <a:pt x="117438" y="85467"/>
                  </a:lnTo>
                  <a:lnTo>
                    <a:pt x="117393" y="86350"/>
                  </a:lnTo>
                  <a:lnTo>
                    <a:pt x="116853" y="86456"/>
                  </a:lnTo>
                  <a:lnTo>
                    <a:pt x="113870" y="85946"/>
                  </a:lnTo>
                  <a:lnTo>
                    <a:pt x="110583" y="84341"/>
                  </a:lnTo>
                  <a:lnTo>
                    <a:pt x="109145" y="83131"/>
                  </a:lnTo>
                  <a:lnTo>
                    <a:pt x="107730" y="83146"/>
                  </a:lnTo>
                  <a:lnTo>
                    <a:pt x="106018" y="83937"/>
                  </a:lnTo>
                  <a:lnTo>
                    <a:pt x="99885" y="86228"/>
                  </a:lnTo>
                  <a:lnTo>
                    <a:pt x="98379" y="85695"/>
                  </a:lnTo>
                  <a:lnTo>
                    <a:pt x="94879" y="83443"/>
                  </a:lnTo>
                  <a:lnTo>
                    <a:pt x="93106" y="80985"/>
                  </a:lnTo>
                  <a:lnTo>
                    <a:pt x="89157" y="76086"/>
                  </a:lnTo>
                  <a:lnTo>
                    <a:pt x="88838" y="74914"/>
                  </a:lnTo>
                  <a:lnTo>
                    <a:pt x="88321" y="73978"/>
                  </a:lnTo>
                  <a:lnTo>
                    <a:pt x="84105" y="72761"/>
                  </a:lnTo>
                  <a:lnTo>
                    <a:pt x="82545" y="70942"/>
                  </a:lnTo>
                  <a:lnTo>
                    <a:pt x="81252" y="70691"/>
                  </a:lnTo>
                  <a:lnTo>
                    <a:pt x="79350" y="69778"/>
                  </a:lnTo>
                  <a:lnTo>
                    <a:pt x="74412" y="65890"/>
                  </a:lnTo>
                  <a:lnTo>
                    <a:pt x="73187" y="65525"/>
                  </a:lnTo>
                  <a:lnTo>
                    <a:pt x="72890" y="66179"/>
                  </a:lnTo>
                  <a:lnTo>
                    <a:pt x="72974" y="67100"/>
                  </a:lnTo>
                  <a:lnTo>
                    <a:pt x="72662" y="67633"/>
                  </a:lnTo>
                  <a:lnTo>
                    <a:pt x="72031" y="67617"/>
                  </a:lnTo>
                  <a:lnTo>
                    <a:pt x="70889" y="66187"/>
                  </a:lnTo>
                  <a:lnTo>
                    <a:pt x="69520" y="64924"/>
                  </a:lnTo>
                  <a:lnTo>
                    <a:pt x="65251" y="67298"/>
                  </a:lnTo>
                  <a:lnTo>
                    <a:pt x="63707" y="67929"/>
                  </a:lnTo>
                  <a:lnTo>
                    <a:pt x="62352" y="68074"/>
                  </a:lnTo>
                  <a:lnTo>
                    <a:pt x="55588" y="71178"/>
                  </a:lnTo>
                  <a:lnTo>
                    <a:pt x="53527" y="72852"/>
                  </a:lnTo>
                  <a:lnTo>
                    <a:pt x="52674" y="72677"/>
                  </a:lnTo>
                  <a:lnTo>
                    <a:pt x="52872" y="71102"/>
                  </a:lnTo>
                  <a:lnTo>
                    <a:pt x="55687" y="63212"/>
                  </a:lnTo>
                  <a:lnTo>
                    <a:pt x="56189" y="56920"/>
                  </a:lnTo>
                  <a:lnTo>
                    <a:pt x="57217" y="56052"/>
                  </a:lnTo>
                  <a:lnTo>
                    <a:pt x="57521" y="55177"/>
                  </a:lnTo>
                  <a:lnTo>
                    <a:pt x="57080" y="53161"/>
                  </a:lnTo>
                  <a:lnTo>
                    <a:pt x="54158" y="51867"/>
                  </a:lnTo>
                  <a:lnTo>
                    <a:pt x="52979" y="52058"/>
                  </a:lnTo>
                  <a:lnTo>
                    <a:pt x="51913" y="54226"/>
                  </a:lnTo>
                  <a:lnTo>
                    <a:pt x="50810" y="55786"/>
                  </a:lnTo>
                  <a:lnTo>
                    <a:pt x="48231" y="56737"/>
                  </a:lnTo>
                  <a:lnTo>
                    <a:pt x="46009" y="55094"/>
                  </a:lnTo>
                  <a:lnTo>
                    <a:pt x="40812" y="52895"/>
                  </a:lnTo>
                  <a:lnTo>
                    <a:pt x="39504" y="49958"/>
                  </a:lnTo>
                  <a:lnTo>
                    <a:pt x="39192" y="46998"/>
                  </a:lnTo>
                  <a:lnTo>
                    <a:pt x="36445" y="44137"/>
                  </a:lnTo>
                  <a:lnTo>
                    <a:pt x="35304" y="40751"/>
                  </a:lnTo>
                  <a:lnTo>
                    <a:pt x="35760" y="38385"/>
                  </a:lnTo>
                  <a:lnTo>
                    <a:pt x="38256" y="36825"/>
                  </a:lnTo>
                  <a:lnTo>
                    <a:pt x="38964" y="35471"/>
                  </a:lnTo>
                  <a:lnTo>
                    <a:pt x="35821" y="35684"/>
                  </a:lnTo>
                  <a:lnTo>
                    <a:pt x="35182" y="35357"/>
                  </a:lnTo>
                  <a:lnTo>
                    <a:pt x="35045" y="34140"/>
                  </a:lnTo>
                  <a:lnTo>
                    <a:pt x="33653" y="29970"/>
                  </a:lnTo>
                  <a:lnTo>
                    <a:pt x="34885" y="28327"/>
                  </a:lnTo>
                  <a:lnTo>
                    <a:pt x="35426" y="26729"/>
                  </a:lnTo>
                  <a:lnTo>
                    <a:pt x="34414" y="25367"/>
                  </a:lnTo>
                  <a:lnTo>
                    <a:pt x="34680" y="23807"/>
                  </a:lnTo>
                  <a:lnTo>
                    <a:pt x="35472" y="22232"/>
                  </a:lnTo>
                  <a:lnTo>
                    <a:pt x="34992" y="18572"/>
                  </a:lnTo>
                  <a:lnTo>
                    <a:pt x="38112" y="16632"/>
                  </a:lnTo>
                  <a:lnTo>
                    <a:pt x="41140" y="15263"/>
                  </a:lnTo>
                  <a:lnTo>
                    <a:pt x="47569" y="14563"/>
                  </a:lnTo>
                  <a:lnTo>
                    <a:pt x="46937" y="11200"/>
                  </a:lnTo>
                  <a:lnTo>
                    <a:pt x="49532" y="11048"/>
                  </a:lnTo>
                  <a:lnTo>
                    <a:pt x="53907" y="6992"/>
                  </a:lnTo>
                  <a:lnTo>
                    <a:pt x="58244" y="7707"/>
                  </a:lnTo>
                  <a:lnTo>
                    <a:pt x="64521" y="4923"/>
                  </a:lnTo>
                  <a:lnTo>
                    <a:pt x="76611" y="4961"/>
                  </a:lnTo>
                  <a:lnTo>
                    <a:pt x="78262" y="3348"/>
                  </a:lnTo>
                  <a:lnTo>
                    <a:pt x="77973" y="1727"/>
                  </a:lnTo>
                  <a:lnTo>
                    <a:pt x="78011" y="0"/>
                  </a:lnTo>
                  <a:lnTo>
                    <a:pt x="80286" y="479"/>
                  </a:lnTo>
                  <a:lnTo>
                    <a:pt x="84090" y="175"/>
                  </a:lnTo>
                  <a:lnTo>
                    <a:pt x="98333" y="3576"/>
                  </a:lnTo>
                  <a:lnTo>
                    <a:pt x="101841" y="3576"/>
                  </a:lnTo>
                  <a:lnTo>
                    <a:pt x="106688" y="7023"/>
                  </a:lnTo>
                  <a:lnTo>
                    <a:pt x="109305" y="7913"/>
                  </a:lnTo>
                  <a:lnTo>
                    <a:pt x="117012" y="7913"/>
                  </a:lnTo>
                  <a:lnTo>
                    <a:pt x="128904" y="9435"/>
                  </a:lnTo>
                  <a:lnTo>
                    <a:pt x="131240" y="7106"/>
                  </a:lnTo>
                  <a:lnTo>
                    <a:pt x="131492" y="6513"/>
                  </a:lnTo>
                  <a:close/>
                  <a:moveTo>
                    <a:pt x="22834" y="33843"/>
                  </a:moveTo>
                  <a:lnTo>
                    <a:pt x="21083" y="35874"/>
                  </a:lnTo>
                  <a:lnTo>
                    <a:pt x="20041" y="35068"/>
                  </a:lnTo>
                  <a:lnTo>
                    <a:pt x="19493" y="34094"/>
                  </a:lnTo>
                  <a:lnTo>
                    <a:pt x="17234" y="38689"/>
                  </a:lnTo>
                  <a:lnTo>
                    <a:pt x="14692" y="39473"/>
                  </a:lnTo>
                  <a:lnTo>
                    <a:pt x="13209" y="38568"/>
                  </a:lnTo>
                  <a:lnTo>
                    <a:pt x="13346" y="36856"/>
                  </a:lnTo>
                  <a:lnTo>
                    <a:pt x="11900" y="32344"/>
                  </a:lnTo>
                  <a:lnTo>
                    <a:pt x="9686" y="31020"/>
                  </a:lnTo>
                  <a:lnTo>
                    <a:pt x="6574" y="30898"/>
                  </a:lnTo>
                  <a:lnTo>
                    <a:pt x="4322" y="29034"/>
                  </a:lnTo>
                  <a:lnTo>
                    <a:pt x="13003" y="27764"/>
                  </a:lnTo>
                  <a:lnTo>
                    <a:pt x="13901" y="25603"/>
                  </a:lnTo>
                  <a:lnTo>
                    <a:pt x="15666" y="23335"/>
                  </a:lnTo>
                  <a:lnTo>
                    <a:pt x="16990" y="23092"/>
                  </a:lnTo>
                  <a:lnTo>
                    <a:pt x="18116" y="23617"/>
                  </a:lnTo>
                  <a:lnTo>
                    <a:pt x="18329" y="25374"/>
                  </a:lnTo>
                  <a:lnTo>
                    <a:pt x="18611" y="26075"/>
                  </a:lnTo>
                  <a:lnTo>
                    <a:pt x="22544" y="27064"/>
                  </a:lnTo>
                  <a:lnTo>
                    <a:pt x="24081" y="30016"/>
                  </a:lnTo>
                  <a:lnTo>
                    <a:pt x="24660" y="33554"/>
                  </a:lnTo>
                  <a:lnTo>
                    <a:pt x="22834" y="33843"/>
                  </a:lnTo>
                  <a:close/>
                  <a:moveTo>
                    <a:pt x="31796" y="45187"/>
                  </a:moveTo>
                  <a:lnTo>
                    <a:pt x="30024" y="45613"/>
                  </a:lnTo>
                  <a:lnTo>
                    <a:pt x="25816" y="42707"/>
                  </a:lnTo>
                  <a:lnTo>
                    <a:pt x="26790" y="40736"/>
                  </a:lnTo>
                  <a:lnTo>
                    <a:pt x="27992" y="39960"/>
                  </a:lnTo>
                  <a:lnTo>
                    <a:pt x="31568" y="41170"/>
                  </a:lnTo>
                  <a:lnTo>
                    <a:pt x="32070" y="44160"/>
                  </a:lnTo>
                  <a:lnTo>
                    <a:pt x="31796" y="45187"/>
                  </a:lnTo>
                  <a:close/>
                  <a:moveTo>
                    <a:pt x="16290" y="42288"/>
                  </a:moveTo>
                  <a:lnTo>
                    <a:pt x="17804" y="43277"/>
                  </a:lnTo>
                  <a:lnTo>
                    <a:pt x="19204" y="42966"/>
                  </a:lnTo>
                  <a:lnTo>
                    <a:pt x="20627" y="42273"/>
                  </a:lnTo>
                  <a:lnTo>
                    <a:pt x="23701" y="42920"/>
                  </a:lnTo>
                  <a:lnTo>
                    <a:pt x="30716" y="47911"/>
                  </a:lnTo>
                  <a:lnTo>
                    <a:pt x="31363" y="49242"/>
                  </a:lnTo>
                  <a:lnTo>
                    <a:pt x="27171" y="49851"/>
                  </a:lnTo>
                  <a:lnTo>
                    <a:pt x="26219" y="51373"/>
                  </a:lnTo>
                  <a:lnTo>
                    <a:pt x="25215" y="52438"/>
                  </a:lnTo>
                  <a:lnTo>
                    <a:pt x="24028" y="52780"/>
                  </a:lnTo>
                  <a:lnTo>
                    <a:pt x="22004" y="54918"/>
                  </a:lnTo>
                  <a:lnTo>
                    <a:pt x="19273" y="56965"/>
                  </a:lnTo>
                  <a:lnTo>
                    <a:pt x="18702" y="58190"/>
                  </a:lnTo>
                  <a:lnTo>
                    <a:pt x="13749" y="57962"/>
                  </a:lnTo>
                  <a:lnTo>
                    <a:pt x="11048" y="58738"/>
                  </a:lnTo>
                  <a:lnTo>
                    <a:pt x="8864" y="61021"/>
                  </a:lnTo>
                  <a:lnTo>
                    <a:pt x="7966" y="65418"/>
                  </a:lnTo>
                  <a:lnTo>
                    <a:pt x="6369" y="68842"/>
                  </a:lnTo>
                  <a:lnTo>
                    <a:pt x="4740" y="70075"/>
                  </a:lnTo>
                  <a:lnTo>
                    <a:pt x="3044" y="70265"/>
                  </a:lnTo>
                  <a:lnTo>
                    <a:pt x="2641" y="68987"/>
                  </a:lnTo>
                  <a:lnTo>
                    <a:pt x="2800" y="67708"/>
                  </a:lnTo>
                  <a:lnTo>
                    <a:pt x="6369" y="62870"/>
                  </a:lnTo>
                  <a:lnTo>
                    <a:pt x="7114" y="61295"/>
                  </a:lnTo>
                  <a:lnTo>
                    <a:pt x="5334" y="60594"/>
                  </a:lnTo>
                  <a:lnTo>
                    <a:pt x="3842" y="58905"/>
                  </a:lnTo>
                  <a:lnTo>
                    <a:pt x="586" y="56927"/>
                  </a:lnTo>
                  <a:lnTo>
                    <a:pt x="0" y="55337"/>
                  </a:lnTo>
                  <a:lnTo>
                    <a:pt x="776" y="55215"/>
                  </a:lnTo>
                  <a:lnTo>
                    <a:pt x="1492" y="54759"/>
                  </a:lnTo>
                  <a:lnTo>
                    <a:pt x="2359" y="53420"/>
                  </a:lnTo>
                  <a:lnTo>
                    <a:pt x="2762" y="51883"/>
                  </a:lnTo>
                  <a:lnTo>
                    <a:pt x="160" y="47378"/>
                  </a:lnTo>
                  <a:lnTo>
                    <a:pt x="1484" y="46678"/>
                  </a:lnTo>
                  <a:lnTo>
                    <a:pt x="3143" y="46838"/>
                  </a:lnTo>
                  <a:lnTo>
                    <a:pt x="4839" y="48147"/>
                  </a:lnTo>
                  <a:lnTo>
                    <a:pt x="6703" y="46610"/>
                  </a:lnTo>
                  <a:lnTo>
                    <a:pt x="7495" y="46382"/>
                  </a:lnTo>
                  <a:lnTo>
                    <a:pt x="8796" y="46930"/>
                  </a:lnTo>
                  <a:lnTo>
                    <a:pt x="10112" y="43947"/>
                  </a:lnTo>
                  <a:lnTo>
                    <a:pt x="13239" y="42966"/>
                  </a:lnTo>
                  <a:lnTo>
                    <a:pt x="14791" y="42045"/>
                  </a:lnTo>
                  <a:lnTo>
                    <a:pt x="16290" y="42288"/>
                  </a:lnTo>
                  <a:close/>
                </a:path>
              </a:pathLst>
            </a:custGeom>
            <a:solidFill>
              <a:srgbClr val="2562E8"/>
            </a:solidFill>
            <a:ln w="6168" cap="flat">
              <a:solidFill>
                <a:srgbClr val="2562E8"/>
              </a:solidFill>
              <a:prstDash val="solid"/>
              <a:miter/>
            </a:ln>
          </p:spPr>
          <p:txBody>
            <a:bodyPr/>
            <a:lstStyle/>
            <a:p>
              <a:endParaRPr lang="en-US"/>
            </a:p>
          </p:txBody>
        </p:sp>
        <p:sp>
          <p:nvSpPr>
            <p:cNvPr id="1027" name="Freeform: Shape 1026">
              <a:extLst>
                <a:ext uri="{FF2B5EF4-FFF2-40B4-BE49-F238E27FC236}">
                  <a16:creationId xmlns:a16="http://schemas.microsoft.com/office/drawing/2014/main" id="{FE063487-BA26-B9F4-EE34-A8B4A56626C9}"/>
                </a:ext>
              </a:extLst>
            </p:cNvPr>
            <p:cNvSpPr/>
            <p:nvPr/>
          </p:nvSpPr>
          <p:spPr>
            <a:xfrm>
              <a:off x="9208749" y="4393133"/>
              <a:ext cx="179722" cy="159642"/>
            </a:xfrm>
            <a:custGeom>
              <a:avLst/>
              <a:gdLst>
                <a:gd name="csX0" fmla="*/ 179699 w 179722"/>
                <a:gd name="csY0" fmla="*/ 8864 h 159642"/>
                <a:gd name="csX1" fmla="*/ 179707 w 179722"/>
                <a:gd name="csY1" fmla="*/ 12843 h 159642"/>
                <a:gd name="csX2" fmla="*/ 179707 w 179722"/>
                <a:gd name="csY2" fmla="*/ 17568 h 159642"/>
                <a:gd name="csX3" fmla="*/ 179715 w 179722"/>
                <a:gd name="csY3" fmla="*/ 22278 h 159642"/>
                <a:gd name="csX4" fmla="*/ 179722 w 179722"/>
                <a:gd name="csY4" fmla="*/ 27634 h 159642"/>
                <a:gd name="csX5" fmla="*/ 179722 w 179722"/>
                <a:gd name="csY5" fmla="*/ 32960 h 159642"/>
                <a:gd name="csX6" fmla="*/ 179722 w 179722"/>
                <a:gd name="csY6" fmla="*/ 36833 h 159642"/>
                <a:gd name="csX7" fmla="*/ 179722 w 179722"/>
                <a:gd name="csY7" fmla="*/ 39527 h 159642"/>
                <a:gd name="csX8" fmla="*/ 175378 w 179722"/>
                <a:gd name="csY8" fmla="*/ 39527 h 159642"/>
                <a:gd name="csX9" fmla="*/ 171398 w 179722"/>
                <a:gd name="csY9" fmla="*/ 39527 h 159642"/>
                <a:gd name="csX10" fmla="*/ 167419 w 179722"/>
                <a:gd name="csY10" fmla="*/ 39527 h 159642"/>
                <a:gd name="csX11" fmla="*/ 163447 w 179722"/>
                <a:gd name="csY11" fmla="*/ 39527 h 159642"/>
                <a:gd name="csX12" fmla="*/ 159468 w 179722"/>
                <a:gd name="csY12" fmla="*/ 39527 h 159642"/>
                <a:gd name="csX13" fmla="*/ 155489 w 179722"/>
                <a:gd name="csY13" fmla="*/ 39527 h 159642"/>
                <a:gd name="csX14" fmla="*/ 151510 w 179722"/>
                <a:gd name="csY14" fmla="*/ 39527 h 159642"/>
                <a:gd name="csX15" fmla="*/ 147530 w 179722"/>
                <a:gd name="csY15" fmla="*/ 39527 h 159642"/>
                <a:gd name="csX16" fmla="*/ 143551 w 179722"/>
                <a:gd name="csY16" fmla="*/ 39527 h 159642"/>
                <a:gd name="csX17" fmla="*/ 139572 w 179722"/>
                <a:gd name="csY17" fmla="*/ 39527 h 159642"/>
                <a:gd name="csX18" fmla="*/ 135592 w 179722"/>
                <a:gd name="csY18" fmla="*/ 39527 h 159642"/>
                <a:gd name="csX19" fmla="*/ 131613 w 179722"/>
                <a:gd name="csY19" fmla="*/ 39527 h 159642"/>
                <a:gd name="csX20" fmla="*/ 127634 w 179722"/>
                <a:gd name="csY20" fmla="*/ 39527 h 159642"/>
                <a:gd name="csX21" fmla="*/ 123655 w 179722"/>
                <a:gd name="csY21" fmla="*/ 39527 h 159642"/>
                <a:gd name="csX22" fmla="*/ 119675 w 179722"/>
                <a:gd name="csY22" fmla="*/ 39527 h 159642"/>
                <a:gd name="csX23" fmla="*/ 115704 w 179722"/>
                <a:gd name="csY23" fmla="*/ 39527 h 159642"/>
                <a:gd name="csX24" fmla="*/ 111724 w 179722"/>
                <a:gd name="csY24" fmla="*/ 39527 h 159642"/>
                <a:gd name="csX25" fmla="*/ 108529 w 179722"/>
                <a:gd name="csY25" fmla="*/ 39527 h 159642"/>
                <a:gd name="csX26" fmla="*/ 108529 w 179722"/>
                <a:gd name="csY26" fmla="*/ 42349 h 159642"/>
                <a:gd name="csX27" fmla="*/ 108529 w 179722"/>
                <a:gd name="csY27" fmla="*/ 45552 h 159642"/>
                <a:gd name="csX28" fmla="*/ 108529 w 179722"/>
                <a:gd name="csY28" fmla="*/ 48763 h 159642"/>
                <a:gd name="csX29" fmla="*/ 108529 w 179722"/>
                <a:gd name="csY29" fmla="*/ 51967 h 159642"/>
                <a:gd name="csX30" fmla="*/ 108529 w 179722"/>
                <a:gd name="csY30" fmla="*/ 55170 h 159642"/>
                <a:gd name="csX31" fmla="*/ 108529 w 179722"/>
                <a:gd name="csY31" fmla="*/ 58365 h 159642"/>
                <a:gd name="csX32" fmla="*/ 108529 w 179722"/>
                <a:gd name="csY32" fmla="*/ 61561 h 159642"/>
                <a:gd name="csX33" fmla="*/ 108529 w 179722"/>
                <a:gd name="csY33" fmla="*/ 64749 h 159642"/>
                <a:gd name="csX34" fmla="*/ 108529 w 179722"/>
                <a:gd name="csY34" fmla="*/ 67937 h 159642"/>
                <a:gd name="csX35" fmla="*/ 108529 w 179722"/>
                <a:gd name="csY35" fmla="*/ 71117 h 159642"/>
                <a:gd name="csX36" fmla="*/ 108529 w 179722"/>
                <a:gd name="csY36" fmla="*/ 74298 h 159642"/>
                <a:gd name="csX37" fmla="*/ 108529 w 179722"/>
                <a:gd name="csY37" fmla="*/ 77478 h 159642"/>
                <a:gd name="csX38" fmla="*/ 108529 w 179722"/>
                <a:gd name="csY38" fmla="*/ 80643 h 159642"/>
                <a:gd name="csX39" fmla="*/ 108529 w 179722"/>
                <a:gd name="csY39" fmla="*/ 83816 h 159642"/>
                <a:gd name="csX40" fmla="*/ 108529 w 179722"/>
                <a:gd name="csY40" fmla="*/ 86981 h 159642"/>
                <a:gd name="csX41" fmla="*/ 108529 w 179722"/>
                <a:gd name="csY41" fmla="*/ 90146 h 159642"/>
                <a:gd name="csX42" fmla="*/ 108529 w 179722"/>
                <a:gd name="csY42" fmla="*/ 93304 h 159642"/>
                <a:gd name="csX43" fmla="*/ 108529 w 179722"/>
                <a:gd name="csY43" fmla="*/ 96119 h 159642"/>
                <a:gd name="csX44" fmla="*/ 108377 w 179722"/>
                <a:gd name="csY44" fmla="*/ 98638 h 159642"/>
                <a:gd name="csX45" fmla="*/ 107098 w 179722"/>
                <a:gd name="csY45" fmla="*/ 99383 h 159642"/>
                <a:gd name="csX46" fmla="*/ 104047 w 179722"/>
                <a:gd name="csY46" fmla="*/ 100722 h 159642"/>
                <a:gd name="csX47" fmla="*/ 100912 w 179722"/>
                <a:gd name="csY47" fmla="*/ 102099 h 159642"/>
                <a:gd name="csX48" fmla="*/ 96933 w 179722"/>
                <a:gd name="csY48" fmla="*/ 102731 h 159642"/>
                <a:gd name="csX49" fmla="*/ 95625 w 179722"/>
                <a:gd name="csY49" fmla="*/ 103180 h 159642"/>
                <a:gd name="csX50" fmla="*/ 93083 w 179722"/>
                <a:gd name="csY50" fmla="*/ 104991 h 159642"/>
                <a:gd name="csX51" fmla="*/ 89743 w 179722"/>
                <a:gd name="csY51" fmla="*/ 107372 h 159642"/>
                <a:gd name="csX52" fmla="*/ 86852 w 179722"/>
                <a:gd name="csY52" fmla="*/ 109434 h 159642"/>
                <a:gd name="csX53" fmla="*/ 84942 w 179722"/>
                <a:gd name="csY53" fmla="*/ 112112 h 159642"/>
                <a:gd name="csX54" fmla="*/ 84250 w 179722"/>
                <a:gd name="csY54" fmla="*/ 113581 h 159642"/>
                <a:gd name="csX55" fmla="*/ 83968 w 179722"/>
                <a:gd name="csY55" fmla="*/ 115125 h 159642"/>
                <a:gd name="csX56" fmla="*/ 84189 w 179722"/>
                <a:gd name="csY56" fmla="*/ 116601 h 159642"/>
                <a:gd name="csX57" fmla="*/ 85231 w 179722"/>
                <a:gd name="csY57" fmla="*/ 119553 h 159642"/>
                <a:gd name="csX58" fmla="*/ 85513 w 179722"/>
                <a:gd name="csY58" fmla="*/ 121045 h 159642"/>
                <a:gd name="csX59" fmla="*/ 85673 w 179722"/>
                <a:gd name="csY59" fmla="*/ 123639 h 159642"/>
                <a:gd name="csX60" fmla="*/ 85848 w 179722"/>
                <a:gd name="csY60" fmla="*/ 126454 h 159642"/>
                <a:gd name="csX61" fmla="*/ 86038 w 179722"/>
                <a:gd name="csY61" fmla="*/ 129490 h 159642"/>
                <a:gd name="csX62" fmla="*/ 86228 w 179722"/>
                <a:gd name="csY62" fmla="*/ 132526 h 159642"/>
                <a:gd name="csX63" fmla="*/ 86426 w 179722"/>
                <a:gd name="csY63" fmla="*/ 135744 h 159642"/>
                <a:gd name="csX64" fmla="*/ 86631 w 179722"/>
                <a:gd name="csY64" fmla="*/ 138970 h 159642"/>
                <a:gd name="csX65" fmla="*/ 86837 w 179722"/>
                <a:gd name="csY65" fmla="*/ 142204 h 159642"/>
                <a:gd name="csX66" fmla="*/ 86989 w 179722"/>
                <a:gd name="csY66" fmla="*/ 144608 h 159642"/>
                <a:gd name="csX67" fmla="*/ 87179 w 179722"/>
                <a:gd name="csY67" fmla="*/ 147637 h 159642"/>
                <a:gd name="csX68" fmla="*/ 83945 w 179722"/>
                <a:gd name="csY68" fmla="*/ 147644 h 159642"/>
                <a:gd name="csX69" fmla="*/ 79053 w 179722"/>
                <a:gd name="csY69" fmla="*/ 147644 h 159642"/>
                <a:gd name="csX70" fmla="*/ 74153 w 179722"/>
                <a:gd name="csY70" fmla="*/ 147652 h 159642"/>
                <a:gd name="csX71" fmla="*/ 69253 w 179722"/>
                <a:gd name="csY71" fmla="*/ 147659 h 159642"/>
                <a:gd name="csX72" fmla="*/ 64361 w 179722"/>
                <a:gd name="csY72" fmla="*/ 147667 h 159642"/>
                <a:gd name="csX73" fmla="*/ 59469 w 179722"/>
                <a:gd name="csY73" fmla="*/ 147674 h 159642"/>
                <a:gd name="csX74" fmla="*/ 54569 w 179722"/>
                <a:gd name="csY74" fmla="*/ 147682 h 159642"/>
                <a:gd name="csX75" fmla="*/ 49669 w 179722"/>
                <a:gd name="csY75" fmla="*/ 147682 h 159642"/>
                <a:gd name="csX76" fmla="*/ 44777 w 179722"/>
                <a:gd name="csY76" fmla="*/ 147690 h 159642"/>
                <a:gd name="csX77" fmla="*/ 39876 w 179722"/>
                <a:gd name="csY77" fmla="*/ 147697 h 159642"/>
                <a:gd name="csX78" fmla="*/ 34984 w 179722"/>
                <a:gd name="csY78" fmla="*/ 147705 h 159642"/>
                <a:gd name="csX79" fmla="*/ 30092 w 179722"/>
                <a:gd name="csY79" fmla="*/ 147713 h 159642"/>
                <a:gd name="csX80" fmla="*/ 25192 w 179722"/>
                <a:gd name="csY80" fmla="*/ 147720 h 159642"/>
                <a:gd name="csX81" fmla="*/ 20292 w 179722"/>
                <a:gd name="csY81" fmla="*/ 147728 h 159642"/>
                <a:gd name="csX82" fmla="*/ 15400 w 179722"/>
                <a:gd name="csY82" fmla="*/ 147728 h 159642"/>
                <a:gd name="csX83" fmla="*/ 10500 w 179722"/>
                <a:gd name="csY83" fmla="*/ 147736 h 159642"/>
                <a:gd name="csX84" fmla="*/ 5608 w 179722"/>
                <a:gd name="csY84" fmla="*/ 147743 h 159642"/>
                <a:gd name="csX85" fmla="*/ 2869 w 179722"/>
                <a:gd name="csY85" fmla="*/ 147751 h 159642"/>
                <a:gd name="csX86" fmla="*/ 1986 w 179722"/>
                <a:gd name="csY86" fmla="*/ 152004 h 159642"/>
                <a:gd name="csX87" fmla="*/ 1202 w 179722"/>
                <a:gd name="csY87" fmla="*/ 155055 h 159642"/>
                <a:gd name="csX88" fmla="*/ 746 w 179722"/>
                <a:gd name="csY88" fmla="*/ 157543 h 159642"/>
                <a:gd name="csX89" fmla="*/ 1080 w 179722"/>
                <a:gd name="csY89" fmla="*/ 159643 h 159642"/>
                <a:gd name="csX90" fmla="*/ 0 w 179722"/>
                <a:gd name="csY90" fmla="*/ 158494 h 159642"/>
                <a:gd name="csX91" fmla="*/ 1902 w 179722"/>
                <a:gd name="csY91" fmla="*/ 146655 h 159642"/>
                <a:gd name="csX92" fmla="*/ 2039 w 179722"/>
                <a:gd name="csY92" fmla="*/ 145658 h 159642"/>
                <a:gd name="csX93" fmla="*/ 3591 w 179722"/>
                <a:gd name="csY93" fmla="*/ 134710 h 159642"/>
                <a:gd name="csX94" fmla="*/ 6521 w 179722"/>
                <a:gd name="csY94" fmla="*/ 128760 h 159642"/>
                <a:gd name="csX95" fmla="*/ 8856 w 179722"/>
                <a:gd name="csY95" fmla="*/ 126135 h 159642"/>
                <a:gd name="csX96" fmla="*/ 12478 w 179722"/>
                <a:gd name="csY96" fmla="*/ 124773 h 159642"/>
                <a:gd name="csX97" fmla="*/ 15803 w 179722"/>
                <a:gd name="csY97" fmla="*/ 118777 h 159642"/>
                <a:gd name="csX98" fmla="*/ 16967 w 179722"/>
                <a:gd name="csY98" fmla="*/ 113246 h 159642"/>
                <a:gd name="csX99" fmla="*/ 19151 w 179722"/>
                <a:gd name="csY99" fmla="*/ 110697 h 159642"/>
                <a:gd name="csX100" fmla="*/ 19836 w 179722"/>
                <a:gd name="csY100" fmla="*/ 108704 h 159642"/>
                <a:gd name="csX101" fmla="*/ 18976 w 179722"/>
                <a:gd name="csY101" fmla="*/ 107182 h 159642"/>
                <a:gd name="csX102" fmla="*/ 21038 w 179722"/>
                <a:gd name="csY102" fmla="*/ 104192 h 159642"/>
                <a:gd name="csX103" fmla="*/ 23533 w 179722"/>
                <a:gd name="csY103" fmla="*/ 99611 h 159642"/>
                <a:gd name="csX104" fmla="*/ 24690 w 179722"/>
                <a:gd name="csY104" fmla="*/ 96667 h 159642"/>
                <a:gd name="csX105" fmla="*/ 27604 w 179722"/>
                <a:gd name="csY105" fmla="*/ 92109 h 159642"/>
                <a:gd name="csX106" fmla="*/ 27962 w 179722"/>
                <a:gd name="csY106" fmla="*/ 91097 h 159642"/>
                <a:gd name="csX107" fmla="*/ 27703 w 179722"/>
                <a:gd name="csY107" fmla="*/ 89956 h 159642"/>
                <a:gd name="csX108" fmla="*/ 26554 w 179722"/>
                <a:gd name="csY108" fmla="*/ 90922 h 159642"/>
                <a:gd name="csX109" fmla="*/ 25329 w 179722"/>
                <a:gd name="csY109" fmla="*/ 92611 h 159642"/>
                <a:gd name="csX110" fmla="*/ 23876 w 179722"/>
                <a:gd name="csY110" fmla="*/ 93943 h 159642"/>
                <a:gd name="csX111" fmla="*/ 24469 w 179722"/>
                <a:gd name="csY111" fmla="*/ 92307 h 159642"/>
                <a:gd name="csX112" fmla="*/ 25610 w 179722"/>
                <a:gd name="csY112" fmla="*/ 89903 h 159642"/>
                <a:gd name="csX113" fmla="*/ 28205 w 179722"/>
                <a:gd name="csY113" fmla="*/ 87377 h 159642"/>
                <a:gd name="csX114" fmla="*/ 32299 w 179722"/>
                <a:gd name="csY114" fmla="*/ 84600 h 159642"/>
                <a:gd name="csX115" fmla="*/ 40790 w 179722"/>
                <a:gd name="csY115" fmla="*/ 75142 h 159642"/>
                <a:gd name="csX116" fmla="*/ 43985 w 179722"/>
                <a:gd name="csY116" fmla="*/ 73506 h 159642"/>
                <a:gd name="csX117" fmla="*/ 46861 w 179722"/>
                <a:gd name="csY117" fmla="*/ 69512 h 159642"/>
                <a:gd name="csX118" fmla="*/ 47888 w 179722"/>
                <a:gd name="csY118" fmla="*/ 65959 h 159642"/>
                <a:gd name="csX119" fmla="*/ 48170 w 179722"/>
                <a:gd name="csY119" fmla="*/ 57787 h 159642"/>
                <a:gd name="csX120" fmla="*/ 49197 w 179722"/>
                <a:gd name="csY120" fmla="*/ 53465 h 159642"/>
                <a:gd name="csX121" fmla="*/ 51069 w 179722"/>
                <a:gd name="csY121" fmla="*/ 50095 h 159642"/>
                <a:gd name="csX122" fmla="*/ 53306 w 179722"/>
                <a:gd name="csY122" fmla="*/ 43940 h 159642"/>
                <a:gd name="csX123" fmla="*/ 55010 w 179722"/>
                <a:gd name="csY123" fmla="*/ 41193 h 159642"/>
                <a:gd name="csX124" fmla="*/ 56121 w 179722"/>
                <a:gd name="csY124" fmla="*/ 35562 h 159642"/>
                <a:gd name="csX125" fmla="*/ 57331 w 179722"/>
                <a:gd name="csY125" fmla="*/ 33424 h 159642"/>
                <a:gd name="csX126" fmla="*/ 59499 w 179722"/>
                <a:gd name="csY126" fmla="*/ 32397 h 159642"/>
                <a:gd name="csX127" fmla="*/ 62573 w 179722"/>
                <a:gd name="csY127" fmla="*/ 29590 h 159642"/>
                <a:gd name="csX128" fmla="*/ 67191 w 179722"/>
                <a:gd name="csY128" fmla="*/ 27847 h 159642"/>
                <a:gd name="csX129" fmla="*/ 72662 w 179722"/>
                <a:gd name="csY129" fmla="*/ 24188 h 159642"/>
                <a:gd name="csX130" fmla="*/ 75226 w 179722"/>
                <a:gd name="csY130" fmla="*/ 21997 h 159642"/>
                <a:gd name="csX131" fmla="*/ 76938 w 179722"/>
                <a:gd name="csY131" fmla="*/ 18725 h 159642"/>
                <a:gd name="csX132" fmla="*/ 78771 w 179722"/>
                <a:gd name="csY132" fmla="*/ 12196 h 159642"/>
                <a:gd name="csX133" fmla="*/ 82051 w 179722"/>
                <a:gd name="csY133" fmla="*/ 5311 h 159642"/>
                <a:gd name="csX134" fmla="*/ 83732 w 179722"/>
                <a:gd name="csY134" fmla="*/ 107 h 159642"/>
                <a:gd name="csX135" fmla="*/ 176816 w 179722"/>
                <a:gd name="csY135" fmla="*/ 0 h 159642"/>
                <a:gd name="csX136" fmla="*/ 176831 w 179722"/>
                <a:gd name="csY136" fmla="*/ 8 h 159642"/>
                <a:gd name="csX137" fmla="*/ 176831 w 179722"/>
                <a:gd name="csY137" fmla="*/ 0 h 159642"/>
                <a:gd name="csX138" fmla="*/ 179699 w 179722"/>
                <a:gd name="csY138" fmla="*/ 0 h 159642"/>
                <a:gd name="csX139" fmla="*/ 179699 w 179722"/>
                <a:gd name="csY139" fmla="*/ 3979 h 1596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Lst>
              <a:rect l="l" t="t" r="r" b="b"/>
              <a:pathLst>
                <a:path w="179722" h="159642">
                  <a:moveTo>
                    <a:pt x="179699" y="8864"/>
                  </a:moveTo>
                  <a:lnTo>
                    <a:pt x="179707" y="12843"/>
                  </a:lnTo>
                  <a:lnTo>
                    <a:pt x="179707" y="17568"/>
                  </a:lnTo>
                  <a:lnTo>
                    <a:pt x="179715" y="22278"/>
                  </a:lnTo>
                  <a:lnTo>
                    <a:pt x="179722" y="27634"/>
                  </a:lnTo>
                  <a:lnTo>
                    <a:pt x="179722" y="32960"/>
                  </a:lnTo>
                  <a:lnTo>
                    <a:pt x="179722" y="36833"/>
                  </a:lnTo>
                  <a:lnTo>
                    <a:pt x="179722" y="39527"/>
                  </a:lnTo>
                  <a:lnTo>
                    <a:pt x="175378" y="39527"/>
                  </a:lnTo>
                  <a:lnTo>
                    <a:pt x="171398" y="39527"/>
                  </a:lnTo>
                  <a:lnTo>
                    <a:pt x="167419" y="39527"/>
                  </a:lnTo>
                  <a:lnTo>
                    <a:pt x="163447" y="39527"/>
                  </a:lnTo>
                  <a:lnTo>
                    <a:pt x="159468" y="39527"/>
                  </a:lnTo>
                  <a:lnTo>
                    <a:pt x="155489" y="39527"/>
                  </a:lnTo>
                  <a:lnTo>
                    <a:pt x="151510" y="39527"/>
                  </a:lnTo>
                  <a:lnTo>
                    <a:pt x="147530" y="39527"/>
                  </a:lnTo>
                  <a:lnTo>
                    <a:pt x="143551" y="39527"/>
                  </a:lnTo>
                  <a:lnTo>
                    <a:pt x="139572" y="39527"/>
                  </a:lnTo>
                  <a:lnTo>
                    <a:pt x="135592" y="39527"/>
                  </a:lnTo>
                  <a:lnTo>
                    <a:pt x="131613" y="39527"/>
                  </a:lnTo>
                  <a:lnTo>
                    <a:pt x="127634" y="39527"/>
                  </a:lnTo>
                  <a:lnTo>
                    <a:pt x="123655" y="39527"/>
                  </a:lnTo>
                  <a:lnTo>
                    <a:pt x="119675" y="39527"/>
                  </a:lnTo>
                  <a:lnTo>
                    <a:pt x="115704" y="39527"/>
                  </a:lnTo>
                  <a:lnTo>
                    <a:pt x="111724" y="39527"/>
                  </a:lnTo>
                  <a:lnTo>
                    <a:pt x="108529" y="39527"/>
                  </a:lnTo>
                  <a:lnTo>
                    <a:pt x="108529" y="42349"/>
                  </a:lnTo>
                  <a:lnTo>
                    <a:pt x="108529" y="45552"/>
                  </a:lnTo>
                  <a:lnTo>
                    <a:pt x="108529" y="48763"/>
                  </a:lnTo>
                  <a:lnTo>
                    <a:pt x="108529" y="51967"/>
                  </a:lnTo>
                  <a:lnTo>
                    <a:pt x="108529" y="55170"/>
                  </a:lnTo>
                  <a:lnTo>
                    <a:pt x="108529" y="58365"/>
                  </a:lnTo>
                  <a:lnTo>
                    <a:pt x="108529" y="61561"/>
                  </a:lnTo>
                  <a:lnTo>
                    <a:pt x="108529" y="64749"/>
                  </a:lnTo>
                  <a:lnTo>
                    <a:pt x="108529" y="67937"/>
                  </a:lnTo>
                  <a:lnTo>
                    <a:pt x="108529" y="71117"/>
                  </a:lnTo>
                  <a:lnTo>
                    <a:pt x="108529" y="74298"/>
                  </a:lnTo>
                  <a:lnTo>
                    <a:pt x="108529" y="77478"/>
                  </a:lnTo>
                  <a:lnTo>
                    <a:pt x="108529" y="80643"/>
                  </a:lnTo>
                  <a:lnTo>
                    <a:pt x="108529" y="83816"/>
                  </a:lnTo>
                  <a:lnTo>
                    <a:pt x="108529" y="86981"/>
                  </a:lnTo>
                  <a:lnTo>
                    <a:pt x="108529" y="90146"/>
                  </a:lnTo>
                  <a:lnTo>
                    <a:pt x="108529" y="93304"/>
                  </a:lnTo>
                  <a:lnTo>
                    <a:pt x="108529" y="96119"/>
                  </a:lnTo>
                  <a:lnTo>
                    <a:pt x="108377" y="98638"/>
                  </a:lnTo>
                  <a:lnTo>
                    <a:pt x="107098" y="99383"/>
                  </a:lnTo>
                  <a:lnTo>
                    <a:pt x="104047" y="100722"/>
                  </a:lnTo>
                  <a:lnTo>
                    <a:pt x="100912" y="102099"/>
                  </a:lnTo>
                  <a:lnTo>
                    <a:pt x="96933" y="102731"/>
                  </a:lnTo>
                  <a:lnTo>
                    <a:pt x="95625" y="103180"/>
                  </a:lnTo>
                  <a:lnTo>
                    <a:pt x="93083" y="104991"/>
                  </a:lnTo>
                  <a:lnTo>
                    <a:pt x="89743" y="107372"/>
                  </a:lnTo>
                  <a:lnTo>
                    <a:pt x="86852" y="109434"/>
                  </a:lnTo>
                  <a:lnTo>
                    <a:pt x="84942" y="112112"/>
                  </a:lnTo>
                  <a:lnTo>
                    <a:pt x="84250" y="113581"/>
                  </a:lnTo>
                  <a:lnTo>
                    <a:pt x="83968" y="115125"/>
                  </a:lnTo>
                  <a:lnTo>
                    <a:pt x="84189" y="116601"/>
                  </a:lnTo>
                  <a:lnTo>
                    <a:pt x="85231" y="119553"/>
                  </a:lnTo>
                  <a:lnTo>
                    <a:pt x="85513" y="121045"/>
                  </a:lnTo>
                  <a:lnTo>
                    <a:pt x="85673" y="123639"/>
                  </a:lnTo>
                  <a:lnTo>
                    <a:pt x="85848" y="126454"/>
                  </a:lnTo>
                  <a:lnTo>
                    <a:pt x="86038" y="129490"/>
                  </a:lnTo>
                  <a:lnTo>
                    <a:pt x="86228" y="132526"/>
                  </a:lnTo>
                  <a:lnTo>
                    <a:pt x="86426" y="135744"/>
                  </a:lnTo>
                  <a:lnTo>
                    <a:pt x="86631" y="138970"/>
                  </a:lnTo>
                  <a:lnTo>
                    <a:pt x="86837" y="142204"/>
                  </a:lnTo>
                  <a:lnTo>
                    <a:pt x="86989" y="144608"/>
                  </a:lnTo>
                  <a:lnTo>
                    <a:pt x="87179" y="147637"/>
                  </a:lnTo>
                  <a:lnTo>
                    <a:pt x="83945" y="147644"/>
                  </a:lnTo>
                  <a:lnTo>
                    <a:pt x="79053" y="147644"/>
                  </a:lnTo>
                  <a:lnTo>
                    <a:pt x="74153" y="147652"/>
                  </a:lnTo>
                  <a:lnTo>
                    <a:pt x="69253" y="147659"/>
                  </a:lnTo>
                  <a:lnTo>
                    <a:pt x="64361" y="147667"/>
                  </a:lnTo>
                  <a:lnTo>
                    <a:pt x="59469" y="147674"/>
                  </a:lnTo>
                  <a:lnTo>
                    <a:pt x="54569" y="147682"/>
                  </a:lnTo>
                  <a:lnTo>
                    <a:pt x="49669" y="147682"/>
                  </a:lnTo>
                  <a:lnTo>
                    <a:pt x="44777" y="147690"/>
                  </a:lnTo>
                  <a:lnTo>
                    <a:pt x="39876" y="147697"/>
                  </a:lnTo>
                  <a:lnTo>
                    <a:pt x="34984" y="147705"/>
                  </a:lnTo>
                  <a:lnTo>
                    <a:pt x="30092" y="147713"/>
                  </a:lnTo>
                  <a:lnTo>
                    <a:pt x="25192" y="147720"/>
                  </a:lnTo>
                  <a:lnTo>
                    <a:pt x="20292" y="147728"/>
                  </a:lnTo>
                  <a:lnTo>
                    <a:pt x="15400" y="147728"/>
                  </a:lnTo>
                  <a:lnTo>
                    <a:pt x="10500" y="147736"/>
                  </a:lnTo>
                  <a:lnTo>
                    <a:pt x="5608" y="147743"/>
                  </a:lnTo>
                  <a:lnTo>
                    <a:pt x="2869" y="147751"/>
                  </a:lnTo>
                  <a:lnTo>
                    <a:pt x="1986" y="152004"/>
                  </a:lnTo>
                  <a:lnTo>
                    <a:pt x="1202" y="155055"/>
                  </a:lnTo>
                  <a:lnTo>
                    <a:pt x="746" y="157543"/>
                  </a:lnTo>
                  <a:lnTo>
                    <a:pt x="1080" y="159643"/>
                  </a:lnTo>
                  <a:lnTo>
                    <a:pt x="0" y="158494"/>
                  </a:lnTo>
                  <a:lnTo>
                    <a:pt x="1902" y="146655"/>
                  </a:lnTo>
                  <a:lnTo>
                    <a:pt x="2039" y="145658"/>
                  </a:lnTo>
                  <a:lnTo>
                    <a:pt x="3591" y="134710"/>
                  </a:lnTo>
                  <a:lnTo>
                    <a:pt x="6521" y="128760"/>
                  </a:lnTo>
                  <a:lnTo>
                    <a:pt x="8856" y="126135"/>
                  </a:lnTo>
                  <a:lnTo>
                    <a:pt x="12478" y="124773"/>
                  </a:lnTo>
                  <a:lnTo>
                    <a:pt x="15803" y="118777"/>
                  </a:lnTo>
                  <a:lnTo>
                    <a:pt x="16967" y="113246"/>
                  </a:lnTo>
                  <a:lnTo>
                    <a:pt x="19151" y="110697"/>
                  </a:lnTo>
                  <a:lnTo>
                    <a:pt x="19836" y="108704"/>
                  </a:lnTo>
                  <a:lnTo>
                    <a:pt x="18976" y="107182"/>
                  </a:lnTo>
                  <a:lnTo>
                    <a:pt x="21038" y="104192"/>
                  </a:lnTo>
                  <a:lnTo>
                    <a:pt x="23533" y="99611"/>
                  </a:lnTo>
                  <a:lnTo>
                    <a:pt x="24690" y="96667"/>
                  </a:lnTo>
                  <a:lnTo>
                    <a:pt x="27604" y="92109"/>
                  </a:lnTo>
                  <a:lnTo>
                    <a:pt x="27962" y="91097"/>
                  </a:lnTo>
                  <a:lnTo>
                    <a:pt x="27703" y="89956"/>
                  </a:lnTo>
                  <a:lnTo>
                    <a:pt x="26554" y="90922"/>
                  </a:lnTo>
                  <a:lnTo>
                    <a:pt x="25329" y="92611"/>
                  </a:lnTo>
                  <a:lnTo>
                    <a:pt x="23876" y="93943"/>
                  </a:lnTo>
                  <a:lnTo>
                    <a:pt x="24469" y="92307"/>
                  </a:lnTo>
                  <a:lnTo>
                    <a:pt x="25610" y="89903"/>
                  </a:lnTo>
                  <a:lnTo>
                    <a:pt x="28205" y="87377"/>
                  </a:lnTo>
                  <a:lnTo>
                    <a:pt x="32299" y="84600"/>
                  </a:lnTo>
                  <a:lnTo>
                    <a:pt x="40790" y="75142"/>
                  </a:lnTo>
                  <a:lnTo>
                    <a:pt x="43985" y="73506"/>
                  </a:lnTo>
                  <a:lnTo>
                    <a:pt x="46861" y="69512"/>
                  </a:lnTo>
                  <a:lnTo>
                    <a:pt x="47888" y="65959"/>
                  </a:lnTo>
                  <a:lnTo>
                    <a:pt x="48170" y="57787"/>
                  </a:lnTo>
                  <a:lnTo>
                    <a:pt x="49197" y="53465"/>
                  </a:lnTo>
                  <a:lnTo>
                    <a:pt x="51069" y="50095"/>
                  </a:lnTo>
                  <a:lnTo>
                    <a:pt x="53306" y="43940"/>
                  </a:lnTo>
                  <a:lnTo>
                    <a:pt x="55010" y="41193"/>
                  </a:lnTo>
                  <a:lnTo>
                    <a:pt x="56121" y="35562"/>
                  </a:lnTo>
                  <a:lnTo>
                    <a:pt x="57331" y="33424"/>
                  </a:lnTo>
                  <a:lnTo>
                    <a:pt x="59499" y="32397"/>
                  </a:lnTo>
                  <a:lnTo>
                    <a:pt x="62573" y="29590"/>
                  </a:lnTo>
                  <a:lnTo>
                    <a:pt x="67191" y="27847"/>
                  </a:lnTo>
                  <a:lnTo>
                    <a:pt x="72662" y="24188"/>
                  </a:lnTo>
                  <a:lnTo>
                    <a:pt x="75226" y="21997"/>
                  </a:lnTo>
                  <a:lnTo>
                    <a:pt x="76938" y="18725"/>
                  </a:lnTo>
                  <a:lnTo>
                    <a:pt x="78771" y="12196"/>
                  </a:lnTo>
                  <a:lnTo>
                    <a:pt x="82051" y="5311"/>
                  </a:lnTo>
                  <a:lnTo>
                    <a:pt x="83732" y="107"/>
                  </a:lnTo>
                  <a:lnTo>
                    <a:pt x="176816" y="0"/>
                  </a:lnTo>
                  <a:lnTo>
                    <a:pt x="176831" y="8"/>
                  </a:lnTo>
                  <a:lnTo>
                    <a:pt x="176831" y="0"/>
                  </a:lnTo>
                  <a:lnTo>
                    <a:pt x="179699" y="0"/>
                  </a:lnTo>
                  <a:lnTo>
                    <a:pt x="179699" y="397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28" name="Freeform: Shape 1027">
              <a:extLst>
                <a:ext uri="{FF2B5EF4-FFF2-40B4-BE49-F238E27FC236}">
                  <a16:creationId xmlns:a16="http://schemas.microsoft.com/office/drawing/2014/main" id="{E948C301-F562-AB24-6E07-38FA6AA3B4DB}"/>
                </a:ext>
              </a:extLst>
            </p:cNvPr>
            <p:cNvSpPr/>
            <p:nvPr/>
          </p:nvSpPr>
          <p:spPr>
            <a:xfrm>
              <a:off x="10351670" y="4615805"/>
              <a:ext cx="142881" cy="123844"/>
            </a:xfrm>
            <a:custGeom>
              <a:avLst/>
              <a:gdLst>
                <a:gd name="csX0" fmla="*/ 142881 w 142881"/>
                <a:gd name="csY0" fmla="*/ 116616 h 123844"/>
                <a:gd name="csX1" fmla="*/ 140508 w 142881"/>
                <a:gd name="csY1" fmla="*/ 117628 h 123844"/>
                <a:gd name="csX2" fmla="*/ 137890 w 142881"/>
                <a:gd name="csY2" fmla="*/ 118518 h 123844"/>
                <a:gd name="csX3" fmla="*/ 137518 w 142881"/>
                <a:gd name="csY3" fmla="*/ 118488 h 123844"/>
                <a:gd name="csX4" fmla="*/ 136650 w 142881"/>
                <a:gd name="csY4" fmla="*/ 119652 h 123844"/>
                <a:gd name="csX5" fmla="*/ 135410 w 142881"/>
                <a:gd name="csY5" fmla="*/ 122832 h 123844"/>
                <a:gd name="csX6" fmla="*/ 134048 w 142881"/>
                <a:gd name="csY6" fmla="*/ 123761 h 123844"/>
                <a:gd name="csX7" fmla="*/ 133332 w 142881"/>
                <a:gd name="csY7" fmla="*/ 123844 h 123844"/>
                <a:gd name="csX8" fmla="*/ 129262 w 142881"/>
                <a:gd name="csY8" fmla="*/ 120869 h 123844"/>
                <a:gd name="csX9" fmla="*/ 128631 w 142881"/>
                <a:gd name="csY9" fmla="*/ 120702 h 123844"/>
                <a:gd name="csX10" fmla="*/ 127748 w 142881"/>
                <a:gd name="csY10" fmla="*/ 121288 h 123844"/>
                <a:gd name="csX11" fmla="*/ 127109 w 142881"/>
                <a:gd name="csY11" fmla="*/ 121897 h 123844"/>
                <a:gd name="csX12" fmla="*/ 125214 w 142881"/>
                <a:gd name="csY12" fmla="*/ 119637 h 123844"/>
                <a:gd name="csX13" fmla="*/ 123830 w 142881"/>
                <a:gd name="csY13" fmla="*/ 117643 h 123844"/>
                <a:gd name="csX14" fmla="*/ 121897 w 142881"/>
                <a:gd name="csY14" fmla="*/ 115262 h 123844"/>
                <a:gd name="csX15" fmla="*/ 120017 w 142881"/>
                <a:gd name="csY15" fmla="*/ 114189 h 123844"/>
                <a:gd name="csX16" fmla="*/ 118002 w 142881"/>
                <a:gd name="csY16" fmla="*/ 112842 h 123844"/>
                <a:gd name="csX17" fmla="*/ 116023 w 142881"/>
                <a:gd name="csY17" fmla="*/ 109715 h 123844"/>
                <a:gd name="csX18" fmla="*/ 114007 w 142881"/>
                <a:gd name="csY18" fmla="*/ 106269 h 123844"/>
                <a:gd name="csX19" fmla="*/ 111017 w 142881"/>
                <a:gd name="csY19" fmla="*/ 103446 h 123844"/>
                <a:gd name="csX20" fmla="*/ 105424 w 142881"/>
                <a:gd name="csY20" fmla="*/ 99375 h 123844"/>
                <a:gd name="csX21" fmla="*/ 100289 w 142881"/>
                <a:gd name="csY21" fmla="*/ 94217 h 123844"/>
                <a:gd name="csX22" fmla="*/ 96363 w 142881"/>
                <a:gd name="csY22" fmla="*/ 88822 h 123844"/>
                <a:gd name="csX23" fmla="*/ 93829 w 142881"/>
                <a:gd name="csY23" fmla="*/ 86007 h 123844"/>
                <a:gd name="csX24" fmla="*/ 92748 w 142881"/>
                <a:gd name="csY24" fmla="*/ 85292 h 123844"/>
                <a:gd name="csX25" fmla="*/ 87514 w 142881"/>
                <a:gd name="csY25" fmla="*/ 83527 h 123844"/>
                <a:gd name="csX26" fmla="*/ 83862 w 142881"/>
                <a:gd name="csY26" fmla="*/ 81054 h 123844"/>
                <a:gd name="csX27" fmla="*/ 81047 w 142881"/>
                <a:gd name="csY27" fmla="*/ 79015 h 123844"/>
                <a:gd name="csX28" fmla="*/ 79319 w 142881"/>
                <a:gd name="csY28" fmla="*/ 78467 h 123844"/>
                <a:gd name="csX29" fmla="*/ 77646 w 142881"/>
                <a:gd name="csY29" fmla="*/ 78398 h 123844"/>
                <a:gd name="csX30" fmla="*/ 74077 w 142881"/>
                <a:gd name="csY30" fmla="*/ 78802 h 123844"/>
                <a:gd name="csX31" fmla="*/ 71110 w 142881"/>
                <a:gd name="csY31" fmla="*/ 77524 h 123844"/>
                <a:gd name="csX32" fmla="*/ 69862 w 142881"/>
                <a:gd name="csY32" fmla="*/ 77524 h 123844"/>
                <a:gd name="csX33" fmla="*/ 67876 w 142881"/>
                <a:gd name="csY33" fmla="*/ 77151 h 123844"/>
                <a:gd name="csX34" fmla="*/ 66316 w 142881"/>
                <a:gd name="csY34" fmla="*/ 76694 h 123844"/>
                <a:gd name="csX35" fmla="*/ 64483 w 142881"/>
                <a:gd name="csY35" fmla="*/ 77242 h 123844"/>
                <a:gd name="csX36" fmla="*/ 60724 w 142881"/>
                <a:gd name="csY36" fmla="*/ 78155 h 123844"/>
                <a:gd name="csX37" fmla="*/ 59180 w 142881"/>
                <a:gd name="csY37" fmla="*/ 77957 h 123844"/>
                <a:gd name="csX38" fmla="*/ 58343 w 142881"/>
                <a:gd name="csY38" fmla="*/ 76687 h 123844"/>
                <a:gd name="csX39" fmla="*/ 57848 w 142881"/>
                <a:gd name="csY39" fmla="*/ 75713 h 123844"/>
                <a:gd name="csX40" fmla="*/ 56540 w 142881"/>
                <a:gd name="csY40" fmla="*/ 74701 h 123844"/>
                <a:gd name="csX41" fmla="*/ 55459 w 142881"/>
                <a:gd name="csY41" fmla="*/ 74701 h 123844"/>
                <a:gd name="csX42" fmla="*/ 54858 w 142881"/>
                <a:gd name="csY42" fmla="*/ 75606 h 123844"/>
                <a:gd name="csX43" fmla="*/ 50932 w 142881"/>
                <a:gd name="csY43" fmla="*/ 77896 h 123844"/>
                <a:gd name="csX44" fmla="*/ 44366 w 142881"/>
                <a:gd name="csY44" fmla="*/ 79167 h 123844"/>
                <a:gd name="csX45" fmla="*/ 42806 w 142881"/>
                <a:gd name="csY45" fmla="*/ 79076 h 123844"/>
                <a:gd name="csX46" fmla="*/ 41642 w 142881"/>
                <a:gd name="csY46" fmla="*/ 78155 h 123844"/>
                <a:gd name="csX47" fmla="*/ 38324 w 142881"/>
                <a:gd name="csY47" fmla="*/ 74221 h 123844"/>
                <a:gd name="csX48" fmla="*/ 37373 w 142881"/>
                <a:gd name="csY48" fmla="*/ 73582 h 123844"/>
                <a:gd name="csX49" fmla="*/ 36620 w 142881"/>
                <a:gd name="csY49" fmla="*/ 73521 h 123844"/>
                <a:gd name="csX50" fmla="*/ 35083 w 142881"/>
                <a:gd name="csY50" fmla="*/ 73057 h 123844"/>
                <a:gd name="csX51" fmla="*/ 33645 w 142881"/>
                <a:gd name="csY51" fmla="*/ 72304 h 123844"/>
                <a:gd name="csX52" fmla="*/ 32382 w 142881"/>
                <a:gd name="csY52" fmla="*/ 70691 h 123844"/>
                <a:gd name="csX53" fmla="*/ 31111 w 142881"/>
                <a:gd name="csY53" fmla="*/ 69770 h 123844"/>
                <a:gd name="csX54" fmla="*/ 29750 w 142881"/>
                <a:gd name="csY54" fmla="*/ 72928 h 123844"/>
                <a:gd name="csX55" fmla="*/ 27360 w 142881"/>
                <a:gd name="csY55" fmla="*/ 78437 h 123844"/>
                <a:gd name="csX56" fmla="*/ 26082 w 142881"/>
                <a:gd name="csY56" fmla="*/ 81389 h 123844"/>
                <a:gd name="csX57" fmla="*/ 24431 w 142881"/>
                <a:gd name="csY57" fmla="*/ 85185 h 123844"/>
                <a:gd name="csX58" fmla="*/ 23914 w 142881"/>
                <a:gd name="csY58" fmla="*/ 85300 h 123844"/>
                <a:gd name="csX59" fmla="*/ 23070 w 142881"/>
                <a:gd name="csY59" fmla="*/ 85026 h 123844"/>
                <a:gd name="csX60" fmla="*/ 19790 w 142881"/>
                <a:gd name="csY60" fmla="*/ 80293 h 123844"/>
                <a:gd name="csX61" fmla="*/ 17728 w 142881"/>
                <a:gd name="csY61" fmla="*/ 78513 h 123844"/>
                <a:gd name="csX62" fmla="*/ 16191 w 142881"/>
                <a:gd name="csY62" fmla="*/ 78680 h 123844"/>
                <a:gd name="csX63" fmla="*/ 15073 w 142881"/>
                <a:gd name="csY63" fmla="*/ 79555 h 123844"/>
                <a:gd name="csX64" fmla="*/ 14365 w 142881"/>
                <a:gd name="csY64" fmla="*/ 81138 h 123844"/>
                <a:gd name="csX65" fmla="*/ 13596 w 142881"/>
                <a:gd name="csY65" fmla="*/ 82112 h 123844"/>
                <a:gd name="csX66" fmla="*/ 12767 w 142881"/>
                <a:gd name="csY66" fmla="*/ 82492 h 123844"/>
                <a:gd name="csX67" fmla="*/ 10979 w 142881"/>
                <a:gd name="csY67" fmla="*/ 82302 h 123844"/>
                <a:gd name="csX68" fmla="*/ 8233 w 142881"/>
                <a:gd name="csY68" fmla="*/ 81548 h 123844"/>
                <a:gd name="csX69" fmla="*/ 5394 w 142881"/>
                <a:gd name="csY69" fmla="*/ 81708 h 123844"/>
                <a:gd name="csX70" fmla="*/ 2473 w 142881"/>
                <a:gd name="csY70" fmla="*/ 82789 h 123844"/>
                <a:gd name="csX71" fmla="*/ 2085 w 142881"/>
                <a:gd name="csY71" fmla="*/ 82819 h 123844"/>
                <a:gd name="csX72" fmla="*/ 1400 w 142881"/>
                <a:gd name="csY72" fmla="*/ 76519 h 123844"/>
                <a:gd name="csX73" fmla="*/ 944 w 142881"/>
                <a:gd name="csY73" fmla="*/ 72304 h 123844"/>
                <a:gd name="csX74" fmla="*/ 456 w 142881"/>
                <a:gd name="csY74" fmla="*/ 67838 h 123844"/>
                <a:gd name="csX75" fmla="*/ 0 w 142881"/>
                <a:gd name="csY75" fmla="*/ 63615 h 123844"/>
                <a:gd name="csX76" fmla="*/ 2032 w 142881"/>
                <a:gd name="csY76" fmla="*/ 61021 h 123844"/>
                <a:gd name="csX77" fmla="*/ 2975 w 142881"/>
                <a:gd name="csY77" fmla="*/ 58555 h 123844"/>
                <a:gd name="csX78" fmla="*/ 5394 w 142881"/>
                <a:gd name="csY78" fmla="*/ 50536 h 123844"/>
                <a:gd name="csX79" fmla="*/ 6361 w 142881"/>
                <a:gd name="csY79" fmla="*/ 48938 h 123844"/>
                <a:gd name="csX80" fmla="*/ 8263 w 142881"/>
                <a:gd name="csY80" fmla="*/ 44639 h 123844"/>
                <a:gd name="csX81" fmla="*/ 8529 w 142881"/>
                <a:gd name="csY81" fmla="*/ 43392 h 123844"/>
                <a:gd name="csX82" fmla="*/ 10409 w 142881"/>
                <a:gd name="csY82" fmla="*/ 37959 h 123844"/>
                <a:gd name="csX83" fmla="*/ 10234 w 142881"/>
                <a:gd name="csY83" fmla="*/ 34345 h 123844"/>
                <a:gd name="csX84" fmla="*/ 9853 w 142881"/>
                <a:gd name="csY84" fmla="*/ 30693 h 123844"/>
                <a:gd name="csX85" fmla="*/ 10880 w 142881"/>
                <a:gd name="csY85" fmla="*/ 28524 h 123844"/>
                <a:gd name="csX86" fmla="*/ 11793 w 142881"/>
                <a:gd name="csY86" fmla="*/ 26790 h 123844"/>
                <a:gd name="csX87" fmla="*/ 11732 w 142881"/>
                <a:gd name="csY87" fmla="*/ 25329 h 123844"/>
                <a:gd name="csX88" fmla="*/ 12143 w 142881"/>
                <a:gd name="csY88" fmla="*/ 21912 h 123844"/>
                <a:gd name="csX89" fmla="*/ 12440 w 142881"/>
                <a:gd name="csY89" fmla="*/ 21060 h 123844"/>
                <a:gd name="csX90" fmla="*/ 13559 w 142881"/>
                <a:gd name="csY90" fmla="*/ 21007 h 123844"/>
                <a:gd name="csX91" fmla="*/ 15864 w 142881"/>
                <a:gd name="csY91" fmla="*/ 21449 h 123844"/>
                <a:gd name="csX92" fmla="*/ 17561 w 142881"/>
                <a:gd name="csY92" fmla="*/ 21106 h 123844"/>
                <a:gd name="csX93" fmla="*/ 19516 w 142881"/>
                <a:gd name="csY93" fmla="*/ 21106 h 123844"/>
                <a:gd name="csX94" fmla="*/ 21022 w 142881"/>
                <a:gd name="csY94" fmla="*/ 20999 h 123844"/>
                <a:gd name="csX95" fmla="*/ 21913 w 142881"/>
                <a:gd name="csY95" fmla="*/ 19957 h 123844"/>
                <a:gd name="csX96" fmla="*/ 23138 w 142881"/>
                <a:gd name="csY96" fmla="*/ 15970 h 123844"/>
                <a:gd name="csX97" fmla="*/ 23929 w 142881"/>
                <a:gd name="csY97" fmla="*/ 15171 h 123844"/>
                <a:gd name="csX98" fmla="*/ 24545 w 142881"/>
                <a:gd name="csY98" fmla="*/ 14928 h 123844"/>
                <a:gd name="csX99" fmla="*/ 26272 w 142881"/>
                <a:gd name="csY99" fmla="*/ 14190 h 123844"/>
                <a:gd name="csX100" fmla="*/ 27749 w 142881"/>
                <a:gd name="csY100" fmla="*/ 13026 h 123844"/>
                <a:gd name="csX101" fmla="*/ 28951 w 142881"/>
                <a:gd name="csY101" fmla="*/ 12196 h 123844"/>
                <a:gd name="csX102" fmla="*/ 29400 w 142881"/>
                <a:gd name="csY102" fmla="*/ 12029 h 123844"/>
                <a:gd name="csX103" fmla="*/ 30670 w 142881"/>
                <a:gd name="csY103" fmla="*/ 11923 h 123844"/>
                <a:gd name="csX104" fmla="*/ 31941 w 142881"/>
                <a:gd name="csY104" fmla="*/ 11436 h 123844"/>
                <a:gd name="csX105" fmla="*/ 32527 w 142881"/>
                <a:gd name="csY105" fmla="*/ 10873 h 123844"/>
                <a:gd name="csX106" fmla="*/ 34132 w 142881"/>
                <a:gd name="csY106" fmla="*/ 10424 h 123844"/>
                <a:gd name="csX107" fmla="*/ 35707 w 142881"/>
                <a:gd name="csY107" fmla="*/ 10675 h 123844"/>
                <a:gd name="csX108" fmla="*/ 36765 w 142881"/>
                <a:gd name="csY108" fmla="*/ 10180 h 123844"/>
                <a:gd name="csX109" fmla="*/ 37472 w 142881"/>
                <a:gd name="csY109" fmla="*/ 9861 h 123844"/>
                <a:gd name="csX110" fmla="*/ 38271 w 142881"/>
                <a:gd name="csY110" fmla="*/ 9838 h 123844"/>
                <a:gd name="csX111" fmla="*/ 39009 w 142881"/>
                <a:gd name="csY111" fmla="*/ 9374 h 123844"/>
                <a:gd name="csX112" fmla="*/ 39306 w 142881"/>
                <a:gd name="csY112" fmla="*/ 8666 h 123844"/>
                <a:gd name="csX113" fmla="*/ 39785 w 142881"/>
                <a:gd name="csY113" fmla="*/ 8209 h 123844"/>
                <a:gd name="csX114" fmla="*/ 41010 w 142881"/>
                <a:gd name="csY114" fmla="*/ 7175 h 123844"/>
                <a:gd name="csX115" fmla="*/ 41573 w 142881"/>
                <a:gd name="csY115" fmla="*/ 6422 h 123844"/>
                <a:gd name="csX116" fmla="*/ 41824 w 142881"/>
                <a:gd name="csY116" fmla="*/ 5661 h 123844"/>
                <a:gd name="csX117" fmla="*/ 42076 w 142881"/>
                <a:gd name="csY117" fmla="*/ 5060 h 123844"/>
                <a:gd name="csX118" fmla="*/ 42616 w 142881"/>
                <a:gd name="csY118" fmla="*/ 4040 h 123844"/>
                <a:gd name="csX119" fmla="*/ 44761 w 142881"/>
                <a:gd name="csY119" fmla="*/ 1483 h 123844"/>
                <a:gd name="csX120" fmla="*/ 46610 w 142881"/>
                <a:gd name="csY120" fmla="*/ 0 h 123844"/>
                <a:gd name="csX121" fmla="*/ 53062 w 142881"/>
                <a:gd name="csY121" fmla="*/ 12874 h 123844"/>
                <a:gd name="csX122" fmla="*/ 55679 w 142881"/>
                <a:gd name="csY122" fmla="*/ 20467 h 123844"/>
                <a:gd name="csX123" fmla="*/ 57993 w 142881"/>
                <a:gd name="csY123" fmla="*/ 28372 h 123844"/>
                <a:gd name="csX124" fmla="*/ 59704 w 142881"/>
                <a:gd name="csY124" fmla="*/ 40219 h 123844"/>
                <a:gd name="csX125" fmla="*/ 61333 w 142881"/>
                <a:gd name="csY125" fmla="*/ 46245 h 123844"/>
                <a:gd name="csX126" fmla="*/ 63966 w 142881"/>
                <a:gd name="csY126" fmla="*/ 49212 h 123844"/>
                <a:gd name="csX127" fmla="*/ 65769 w 142881"/>
                <a:gd name="csY127" fmla="*/ 54820 h 123844"/>
                <a:gd name="csX128" fmla="*/ 67313 w 142881"/>
                <a:gd name="csY128" fmla="*/ 55033 h 123844"/>
                <a:gd name="csX129" fmla="*/ 68432 w 142881"/>
                <a:gd name="csY129" fmla="*/ 56570 h 123844"/>
                <a:gd name="csX130" fmla="*/ 70349 w 142881"/>
                <a:gd name="csY130" fmla="*/ 61827 h 123844"/>
                <a:gd name="csX131" fmla="*/ 71726 w 142881"/>
                <a:gd name="csY131" fmla="*/ 63783 h 123844"/>
                <a:gd name="csX132" fmla="*/ 72449 w 142881"/>
                <a:gd name="csY132" fmla="*/ 62101 h 123844"/>
                <a:gd name="csX133" fmla="*/ 72365 w 142881"/>
                <a:gd name="csY133" fmla="*/ 61135 h 123844"/>
                <a:gd name="csX134" fmla="*/ 71825 w 142881"/>
                <a:gd name="csY134" fmla="*/ 59514 h 123844"/>
                <a:gd name="csX135" fmla="*/ 72319 w 142881"/>
                <a:gd name="csY135" fmla="*/ 57429 h 123844"/>
                <a:gd name="csX136" fmla="*/ 73392 w 142881"/>
                <a:gd name="csY136" fmla="*/ 56182 h 123844"/>
                <a:gd name="csX137" fmla="*/ 75842 w 142881"/>
                <a:gd name="csY137" fmla="*/ 57886 h 123844"/>
                <a:gd name="csX138" fmla="*/ 77182 w 142881"/>
                <a:gd name="csY138" fmla="*/ 59172 h 123844"/>
                <a:gd name="csX139" fmla="*/ 77539 w 142881"/>
                <a:gd name="csY139" fmla="*/ 61751 h 123844"/>
                <a:gd name="csX140" fmla="*/ 78102 w 142881"/>
                <a:gd name="csY140" fmla="*/ 63181 h 123844"/>
                <a:gd name="csX141" fmla="*/ 80659 w 142881"/>
                <a:gd name="csY141" fmla="*/ 66210 h 123844"/>
                <a:gd name="csX142" fmla="*/ 82819 w 142881"/>
                <a:gd name="csY142" fmla="*/ 67092 h 123844"/>
                <a:gd name="csX143" fmla="*/ 85619 w 142881"/>
                <a:gd name="csY143" fmla="*/ 67313 h 123844"/>
                <a:gd name="csX144" fmla="*/ 87963 w 142881"/>
                <a:gd name="csY144" fmla="*/ 67975 h 123844"/>
                <a:gd name="csX145" fmla="*/ 89842 w 142881"/>
                <a:gd name="csY145" fmla="*/ 69086 h 123844"/>
                <a:gd name="csX146" fmla="*/ 93365 w 142881"/>
                <a:gd name="csY146" fmla="*/ 72159 h 123844"/>
                <a:gd name="csX147" fmla="*/ 101422 w 142881"/>
                <a:gd name="csY147" fmla="*/ 74853 h 123844"/>
                <a:gd name="csX148" fmla="*/ 107897 w 142881"/>
                <a:gd name="csY148" fmla="*/ 83101 h 123844"/>
                <a:gd name="csX149" fmla="*/ 111709 w 142881"/>
                <a:gd name="csY149" fmla="*/ 88807 h 123844"/>
                <a:gd name="csX150" fmla="*/ 124241 w 142881"/>
                <a:gd name="csY150" fmla="*/ 97443 h 123844"/>
                <a:gd name="csX151" fmla="*/ 126409 w 142881"/>
                <a:gd name="csY151" fmla="*/ 101574 h 123844"/>
                <a:gd name="csX152" fmla="*/ 127535 w 142881"/>
                <a:gd name="csY152" fmla="*/ 105622 h 123844"/>
                <a:gd name="csX153" fmla="*/ 130168 w 142881"/>
                <a:gd name="csY153" fmla="*/ 105432 h 123844"/>
                <a:gd name="csX154" fmla="*/ 134687 w 142881"/>
                <a:gd name="csY154" fmla="*/ 109852 h 123844"/>
                <a:gd name="csX155" fmla="*/ 136003 w 142881"/>
                <a:gd name="csY155" fmla="*/ 113208 h 123844"/>
                <a:gd name="csX156" fmla="*/ 139701 w 142881"/>
                <a:gd name="csY156" fmla="*/ 114425 h 123844"/>
                <a:gd name="csX157" fmla="*/ 140333 w 142881"/>
                <a:gd name="csY157" fmla="*/ 112439 h 123844"/>
                <a:gd name="csX158" fmla="*/ 142121 w 142881"/>
                <a:gd name="csY158" fmla="*/ 114067 h 123844"/>
                <a:gd name="csX159" fmla="*/ 142881 w 142881"/>
                <a:gd name="csY159" fmla="*/ 116616 h 123844"/>
                <a:gd name="csX160" fmla="*/ 77965 w 142881"/>
                <a:gd name="csY160" fmla="*/ 42699 h 123844"/>
                <a:gd name="csX161" fmla="*/ 78680 w 142881"/>
                <a:gd name="csY161" fmla="*/ 44830 h 123844"/>
                <a:gd name="csX162" fmla="*/ 76596 w 142881"/>
                <a:gd name="csY162" fmla="*/ 44016 h 123844"/>
                <a:gd name="csX163" fmla="*/ 76253 w 142881"/>
                <a:gd name="csY163" fmla="*/ 43574 h 123844"/>
                <a:gd name="csX164" fmla="*/ 77166 w 142881"/>
                <a:gd name="csY164" fmla="*/ 42730 h 123844"/>
                <a:gd name="csX165" fmla="*/ 77364 w 142881"/>
                <a:gd name="csY165" fmla="*/ 42212 h 123844"/>
                <a:gd name="csX166" fmla="*/ 77965 w 142881"/>
                <a:gd name="csY166" fmla="*/ 42699 h 123844"/>
                <a:gd name="csX167" fmla="*/ 79342 w 142881"/>
                <a:gd name="csY167" fmla="*/ 51221 h 123844"/>
                <a:gd name="csX168" fmla="*/ 80225 w 142881"/>
                <a:gd name="csY168" fmla="*/ 52392 h 123844"/>
                <a:gd name="csX169" fmla="*/ 80841 w 142881"/>
                <a:gd name="csY169" fmla="*/ 52278 h 123844"/>
                <a:gd name="csX170" fmla="*/ 81328 w 142881"/>
                <a:gd name="csY170" fmla="*/ 51890 h 123844"/>
                <a:gd name="csX171" fmla="*/ 81670 w 142881"/>
                <a:gd name="csY171" fmla="*/ 51061 h 123844"/>
                <a:gd name="csX172" fmla="*/ 85041 w 142881"/>
                <a:gd name="csY172" fmla="*/ 52697 h 123844"/>
                <a:gd name="csX173" fmla="*/ 84851 w 142881"/>
                <a:gd name="csY173" fmla="*/ 53785 h 123844"/>
                <a:gd name="csX174" fmla="*/ 82835 w 142881"/>
                <a:gd name="csY174" fmla="*/ 53838 h 123844"/>
                <a:gd name="csX175" fmla="*/ 80514 w 142881"/>
                <a:gd name="csY175" fmla="*/ 53374 h 123844"/>
                <a:gd name="csX176" fmla="*/ 78361 w 142881"/>
                <a:gd name="csY176" fmla="*/ 53534 h 123844"/>
                <a:gd name="csX177" fmla="*/ 75797 w 142881"/>
                <a:gd name="csY177" fmla="*/ 53062 h 123844"/>
                <a:gd name="csX178" fmla="*/ 75203 w 142881"/>
                <a:gd name="csY178" fmla="*/ 51213 h 123844"/>
                <a:gd name="csX179" fmla="*/ 76839 w 142881"/>
                <a:gd name="csY179" fmla="*/ 52103 h 123844"/>
                <a:gd name="csX180" fmla="*/ 77684 w 142881"/>
                <a:gd name="csY180" fmla="*/ 51883 h 123844"/>
                <a:gd name="csX181" fmla="*/ 77836 w 142881"/>
                <a:gd name="csY181" fmla="*/ 51647 h 123844"/>
                <a:gd name="csX182" fmla="*/ 76679 w 142881"/>
                <a:gd name="csY182" fmla="*/ 50399 h 123844"/>
                <a:gd name="csX183" fmla="*/ 75051 w 142881"/>
                <a:gd name="csY183" fmla="*/ 50148 h 123844"/>
                <a:gd name="csX184" fmla="*/ 75165 w 142881"/>
                <a:gd name="csY184" fmla="*/ 49166 h 123844"/>
                <a:gd name="csX185" fmla="*/ 75896 w 142881"/>
                <a:gd name="csY185" fmla="*/ 48778 h 123844"/>
                <a:gd name="csX186" fmla="*/ 76344 w 142881"/>
                <a:gd name="csY186" fmla="*/ 48299 h 123844"/>
                <a:gd name="csX187" fmla="*/ 75409 w 142881"/>
                <a:gd name="csY187" fmla="*/ 46952 h 123844"/>
                <a:gd name="csX188" fmla="*/ 77242 w 142881"/>
                <a:gd name="csY188" fmla="*/ 47257 h 123844"/>
                <a:gd name="csX189" fmla="*/ 78399 w 142881"/>
                <a:gd name="csY189" fmla="*/ 48071 h 123844"/>
                <a:gd name="csX190" fmla="*/ 79159 w 142881"/>
                <a:gd name="csY190" fmla="*/ 49022 h 123844"/>
                <a:gd name="csX191" fmla="*/ 79342 w 142881"/>
                <a:gd name="csY191" fmla="*/ 51221 h 123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Lst>
              <a:rect l="l" t="t" r="r" b="b"/>
              <a:pathLst>
                <a:path w="142881" h="123844">
                  <a:moveTo>
                    <a:pt x="142881" y="116616"/>
                  </a:moveTo>
                  <a:lnTo>
                    <a:pt x="140508" y="117628"/>
                  </a:lnTo>
                  <a:lnTo>
                    <a:pt x="137890" y="118518"/>
                  </a:lnTo>
                  <a:lnTo>
                    <a:pt x="137518" y="118488"/>
                  </a:lnTo>
                  <a:lnTo>
                    <a:pt x="136650" y="119652"/>
                  </a:lnTo>
                  <a:lnTo>
                    <a:pt x="135410" y="122832"/>
                  </a:lnTo>
                  <a:lnTo>
                    <a:pt x="134048" y="123761"/>
                  </a:lnTo>
                  <a:lnTo>
                    <a:pt x="133332" y="123844"/>
                  </a:lnTo>
                  <a:lnTo>
                    <a:pt x="129262" y="120869"/>
                  </a:lnTo>
                  <a:lnTo>
                    <a:pt x="128631" y="120702"/>
                  </a:lnTo>
                  <a:lnTo>
                    <a:pt x="127748" y="121288"/>
                  </a:lnTo>
                  <a:lnTo>
                    <a:pt x="127109" y="121897"/>
                  </a:lnTo>
                  <a:lnTo>
                    <a:pt x="125214" y="119637"/>
                  </a:lnTo>
                  <a:lnTo>
                    <a:pt x="123830" y="117643"/>
                  </a:lnTo>
                  <a:lnTo>
                    <a:pt x="121897" y="115262"/>
                  </a:lnTo>
                  <a:lnTo>
                    <a:pt x="120017" y="114189"/>
                  </a:lnTo>
                  <a:lnTo>
                    <a:pt x="118002" y="112842"/>
                  </a:lnTo>
                  <a:lnTo>
                    <a:pt x="116023" y="109715"/>
                  </a:lnTo>
                  <a:lnTo>
                    <a:pt x="114007" y="106269"/>
                  </a:lnTo>
                  <a:lnTo>
                    <a:pt x="111017" y="103446"/>
                  </a:lnTo>
                  <a:lnTo>
                    <a:pt x="105424" y="99375"/>
                  </a:lnTo>
                  <a:lnTo>
                    <a:pt x="100289" y="94217"/>
                  </a:lnTo>
                  <a:lnTo>
                    <a:pt x="96363" y="88822"/>
                  </a:lnTo>
                  <a:lnTo>
                    <a:pt x="93829" y="86007"/>
                  </a:lnTo>
                  <a:lnTo>
                    <a:pt x="92748" y="85292"/>
                  </a:lnTo>
                  <a:lnTo>
                    <a:pt x="87514" y="83527"/>
                  </a:lnTo>
                  <a:lnTo>
                    <a:pt x="83862" y="81054"/>
                  </a:lnTo>
                  <a:lnTo>
                    <a:pt x="81047" y="79015"/>
                  </a:lnTo>
                  <a:lnTo>
                    <a:pt x="79319" y="78467"/>
                  </a:lnTo>
                  <a:lnTo>
                    <a:pt x="77646" y="78398"/>
                  </a:lnTo>
                  <a:lnTo>
                    <a:pt x="74077" y="78802"/>
                  </a:lnTo>
                  <a:lnTo>
                    <a:pt x="71110" y="77524"/>
                  </a:lnTo>
                  <a:lnTo>
                    <a:pt x="69862" y="77524"/>
                  </a:lnTo>
                  <a:lnTo>
                    <a:pt x="67876" y="77151"/>
                  </a:lnTo>
                  <a:lnTo>
                    <a:pt x="66316" y="76694"/>
                  </a:lnTo>
                  <a:lnTo>
                    <a:pt x="64483" y="77242"/>
                  </a:lnTo>
                  <a:lnTo>
                    <a:pt x="60724" y="78155"/>
                  </a:lnTo>
                  <a:lnTo>
                    <a:pt x="59180" y="77957"/>
                  </a:lnTo>
                  <a:lnTo>
                    <a:pt x="58343" y="76687"/>
                  </a:lnTo>
                  <a:lnTo>
                    <a:pt x="57848" y="75713"/>
                  </a:lnTo>
                  <a:lnTo>
                    <a:pt x="56540" y="74701"/>
                  </a:lnTo>
                  <a:lnTo>
                    <a:pt x="55459" y="74701"/>
                  </a:lnTo>
                  <a:lnTo>
                    <a:pt x="54858" y="75606"/>
                  </a:lnTo>
                  <a:lnTo>
                    <a:pt x="50932" y="77896"/>
                  </a:lnTo>
                  <a:lnTo>
                    <a:pt x="44366" y="79167"/>
                  </a:lnTo>
                  <a:lnTo>
                    <a:pt x="42806" y="79076"/>
                  </a:lnTo>
                  <a:lnTo>
                    <a:pt x="41642" y="78155"/>
                  </a:lnTo>
                  <a:lnTo>
                    <a:pt x="38324" y="74221"/>
                  </a:lnTo>
                  <a:lnTo>
                    <a:pt x="37373" y="73582"/>
                  </a:lnTo>
                  <a:lnTo>
                    <a:pt x="36620" y="73521"/>
                  </a:lnTo>
                  <a:lnTo>
                    <a:pt x="35083" y="73057"/>
                  </a:lnTo>
                  <a:lnTo>
                    <a:pt x="33645" y="72304"/>
                  </a:lnTo>
                  <a:lnTo>
                    <a:pt x="32382" y="70691"/>
                  </a:lnTo>
                  <a:lnTo>
                    <a:pt x="31111" y="69770"/>
                  </a:lnTo>
                  <a:lnTo>
                    <a:pt x="29750" y="72928"/>
                  </a:lnTo>
                  <a:lnTo>
                    <a:pt x="27360" y="78437"/>
                  </a:lnTo>
                  <a:lnTo>
                    <a:pt x="26082" y="81389"/>
                  </a:lnTo>
                  <a:lnTo>
                    <a:pt x="24431" y="85185"/>
                  </a:lnTo>
                  <a:lnTo>
                    <a:pt x="23914" y="85300"/>
                  </a:lnTo>
                  <a:lnTo>
                    <a:pt x="23070" y="85026"/>
                  </a:lnTo>
                  <a:lnTo>
                    <a:pt x="19790" y="80293"/>
                  </a:lnTo>
                  <a:lnTo>
                    <a:pt x="17728" y="78513"/>
                  </a:lnTo>
                  <a:lnTo>
                    <a:pt x="16191" y="78680"/>
                  </a:lnTo>
                  <a:lnTo>
                    <a:pt x="15073" y="79555"/>
                  </a:lnTo>
                  <a:lnTo>
                    <a:pt x="14365" y="81138"/>
                  </a:lnTo>
                  <a:lnTo>
                    <a:pt x="13596" y="82112"/>
                  </a:lnTo>
                  <a:lnTo>
                    <a:pt x="12767" y="82492"/>
                  </a:lnTo>
                  <a:lnTo>
                    <a:pt x="10979" y="82302"/>
                  </a:lnTo>
                  <a:lnTo>
                    <a:pt x="8233" y="81548"/>
                  </a:lnTo>
                  <a:lnTo>
                    <a:pt x="5394" y="81708"/>
                  </a:lnTo>
                  <a:lnTo>
                    <a:pt x="2473" y="82789"/>
                  </a:lnTo>
                  <a:lnTo>
                    <a:pt x="2085" y="82819"/>
                  </a:lnTo>
                  <a:lnTo>
                    <a:pt x="1400" y="76519"/>
                  </a:lnTo>
                  <a:lnTo>
                    <a:pt x="944" y="72304"/>
                  </a:lnTo>
                  <a:lnTo>
                    <a:pt x="456" y="67838"/>
                  </a:lnTo>
                  <a:lnTo>
                    <a:pt x="0" y="63615"/>
                  </a:lnTo>
                  <a:lnTo>
                    <a:pt x="2032" y="61021"/>
                  </a:lnTo>
                  <a:lnTo>
                    <a:pt x="2975" y="58555"/>
                  </a:lnTo>
                  <a:lnTo>
                    <a:pt x="5394" y="50536"/>
                  </a:lnTo>
                  <a:lnTo>
                    <a:pt x="6361" y="48938"/>
                  </a:lnTo>
                  <a:lnTo>
                    <a:pt x="8263" y="44639"/>
                  </a:lnTo>
                  <a:lnTo>
                    <a:pt x="8529" y="43392"/>
                  </a:lnTo>
                  <a:lnTo>
                    <a:pt x="10409" y="37959"/>
                  </a:lnTo>
                  <a:lnTo>
                    <a:pt x="10234" y="34345"/>
                  </a:lnTo>
                  <a:lnTo>
                    <a:pt x="9853" y="30693"/>
                  </a:lnTo>
                  <a:lnTo>
                    <a:pt x="10880" y="28524"/>
                  </a:lnTo>
                  <a:lnTo>
                    <a:pt x="11793" y="26790"/>
                  </a:lnTo>
                  <a:lnTo>
                    <a:pt x="11732" y="25329"/>
                  </a:lnTo>
                  <a:lnTo>
                    <a:pt x="12143" y="21912"/>
                  </a:lnTo>
                  <a:lnTo>
                    <a:pt x="12440" y="21060"/>
                  </a:lnTo>
                  <a:lnTo>
                    <a:pt x="13559" y="21007"/>
                  </a:lnTo>
                  <a:lnTo>
                    <a:pt x="15864" y="21449"/>
                  </a:lnTo>
                  <a:lnTo>
                    <a:pt x="17561" y="21106"/>
                  </a:lnTo>
                  <a:lnTo>
                    <a:pt x="19516" y="21106"/>
                  </a:lnTo>
                  <a:lnTo>
                    <a:pt x="21022" y="20999"/>
                  </a:lnTo>
                  <a:lnTo>
                    <a:pt x="21913" y="19957"/>
                  </a:lnTo>
                  <a:lnTo>
                    <a:pt x="23138" y="15970"/>
                  </a:lnTo>
                  <a:lnTo>
                    <a:pt x="23929" y="15171"/>
                  </a:lnTo>
                  <a:lnTo>
                    <a:pt x="24545" y="14928"/>
                  </a:lnTo>
                  <a:lnTo>
                    <a:pt x="26272" y="14190"/>
                  </a:lnTo>
                  <a:lnTo>
                    <a:pt x="27749" y="13026"/>
                  </a:lnTo>
                  <a:lnTo>
                    <a:pt x="28951" y="12196"/>
                  </a:lnTo>
                  <a:lnTo>
                    <a:pt x="29400" y="12029"/>
                  </a:lnTo>
                  <a:lnTo>
                    <a:pt x="30670" y="11923"/>
                  </a:lnTo>
                  <a:lnTo>
                    <a:pt x="31941" y="11436"/>
                  </a:lnTo>
                  <a:lnTo>
                    <a:pt x="32527" y="10873"/>
                  </a:lnTo>
                  <a:lnTo>
                    <a:pt x="34132" y="10424"/>
                  </a:lnTo>
                  <a:lnTo>
                    <a:pt x="35707" y="10675"/>
                  </a:lnTo>
                  <a:lnTo>
                    <a:pt x="36765" y="10180"/>
                  </a:lnTo>
                  <a:lnTo>
                    <a:pt x="37472" y="9861"/>
                  </a:lnTo>
                  <a:lnTo>
                    <a:pt x="38271" y="9838"/>
                  </a:lnTo>
                  <a:lnTo>
                    <a:pt x="39009" y="9374"/>
                  </a:lnTo>
                  <a:lnTo>
                    <a:pt x="39306" y="8666"/>
                  </a:lnTo>
                  <a:lnTo>
                    <a:pt x="39785" y="8209"/>
                  </a:lnTo>
                  <a:lnTo>
                    <a:pt x="41010" y="7175"/>
                  </a:lnTo>
                  <a:lnTo>
                    <a:pt x="41573" y="6422"/>
                  </a:lnTo>
                  <a:lnTo>
                    <a:pt x="41824" y="5661"/>
                  </a:lnTo>
                  <a:lnTo>
                    <a:pt x="42076" y="5060"/>
                  </a:lnTo>
                  <a:lnTo>
                    <a:pt x="42616" y="4040"/>
                  </a:lnTo>
                  <a:lnTo>
                    <a:pt x="44761" y="1483"/>
                  </a:lnTo>
                  <a:lnTo>
                    <a:pt x="46610" y="0"/>
                  </a:lnTo>
                  <a:lnTo>
                    <a:pt x="53062" y="12874"/>
                  </a:lnTo>
                  <a:lnTo>
                    <a:pt x="55679" y="20467"/>
                  </a:lnTo>
                  <a:lnTo>
                    <a:pt x="57993" y="28372"/>
                  </a:lnTo>
                  <a:lnTo>
                    <a:pt x="59704" y="40219"/>
                  </a:lnTo>
                  <a:lnTo>
                    <a:pt x="61333" y="46245"/>
                  </a:lnTo>
                  <a:lnTo>
                    <a:pt x="63966" y="49212"/>
                  </a:lnTo>
                  <a:lnTo>
                    <a:pt x="65769" y="54820"/>
                  </a:lnTo>
                  <a:lnTo>
                    <a:pt x="67313" y="55033"/>
                  </a:lnTo>
                  <a:lnTo>
                    <a:pt x="68432" y="56570"/>
                  </a:lnTo>
                  <a:lnTo>
                    <a:pt x="70349" y="61827"/>
                  </a:lnTo>
                  <a:lnTo>
                    <a:pt x="71726" y="63783"/>
                  </a:lnTo>
                  <a:lnTo>
                    <a:pt x="72449" y="62101"/>
                  </a:lnTo>
                  <a:lnTo>
                    <a:pt x="72365" y="61135"/>
                  </a:lnTo>
                  <a:lnTo>
                    <a:pt x="71825" y="59514"/>
                  </a:lnTo>
                  <a:lnTo>
                    <a:pt x="72319" y="57429"/>
                  </a:lnTo>
                  <a:lnTo>
                    <a:pt x="73392" y="56182"/>
                  </a:lnTo>
                  <a:lnTo>
                    <a:pt x="75842" y="57886"/>
                  </a:lnTo>
                  <a:lnTo>
                    <a:pt x="77182" y="59172"/>
                  </a:lnTo>
                  <a:lnTo>
                    <a:pt x="77539" y="61751"/>
                  </a:lnTo>
                  <a:lnTo>
                    <a:pt x="78102" y="63181"/>
                  </a:lnTo>
                  <a:lnTo>
                    <a:pt x="80659" y="66210"/>
                  </a:lnTo>
                  <a:lnTo>
                    <a:pt x="82819" y="67092"/>
                  </a:lnTo>
                  <a:lnTo>
                    <a:pt x="85619" y="67313"/>
                  </a:lnTo>
                  <a:lnTo>
                    <a:pt x="87963" y="67975"/>
                  </a:lnTo>
                  <a:lnTo>
                    <a:pt x="89842" y="69086"/>
                  </a:lnTo>
                  <a:lnTo>
                    <a:pt x="93365" y="72159"/>
                  </a:lnTo>
                  <a:lnTo>
                    <a:pt x="101422" y="74853"/>
                  </a:lnTo>
                  <a:lnTo>
                    <a:pt x="107897" y="83101"/>
                  </a:lnTo>
                  <a:lnTo>
                    <a:pt x="111709" y="88807"/>
                  </a:lnTo>
                  <a:lnTo>
                    <a:pt x="124241" y="97443"/>
                  </a:lnTo>
                  <a:lnTo>
                    <a:pt x="126409" y="101574"/>
                  </a:lnTo>
                  <a:lnTo>
                    <a:pt x="127535" y="105622"/>
                  </a:lnTo>
                  <a:lnTo>
                    <a:pt x="130168" y="105432"/>
                  </a:lnTo>
                  <a:lnTo>
                    <a:pt x="134687" y="109852"/>
                  </a:lnTo>
                  <a:lnTo>
                    <a:pt x="136003" y="113208"/>
                  </a:lnTo>
                  <a:lnTo>
                    <a:pt x="139701" y="114425"/>
                  </a:lnTo>
                  <a:lnTo>
                    <a:pt x="140333" y="112439"/>
                  </a:lnTo>
                  <a:lnTo>
                    <a:pt x="142121" y="114067"/>
                  </a:lnTo>
                  <a:lnTo>
                    <a:pt x="142881" y="116616"/>
                  </a:lnTo>
                  <a:close/>
                  <a:moveTo>
                    <a:pt x="77965" y="42699"/>
                  </a:moveTo>
                  <a:lnTo>
                    <a:pt x="78680" y="44830"/>
                  </a:lnTo>
                  <a:lnTo>
                    <a:pt x="76596" y="44016"/>
                  </a:lnTo>
                  <a:lnTo>
                    <a:pt x="76253" y="43574"/>
                  </a:lnTo>
                  <a:lnTo>
                    <a:pt x="77166" y="42730"/>
                  </a:lnTo>
                  <a:lnTo>
                    <a:pt x="77364" y="42212"/>
                  </a:lnTo>
                  <a:lnTo>
                    <a:pt x="77965" y="42699"/>
                  </a:lnTo>
                  <a:close/>
                  <a:moveTo>
                    <a:pt x="79342" y="51221"/>
                  </a:moveTo>
                  <a:lnTo>
                    <a:pt x="80225" y="52392"/>
                  </a:lnTo>
                  <a:lnTo>
                    <a:pt x="80841" y="52278"/>
                  </a:lnTo>
                  <a:lnTo>
                    <a:pt x="81328" y="51890"/>
                  </a:lnTo>
                  <a:lnTo>
                    <a:pt x="81670" y="51061"/>
                  </a:lnTo>
                  <a:lnTo>
                    <a:pt x="85041" y="52697"/>
                  </a:lnTo>
                  <a:lnTo>
                    <a:pt x="84851" y="53785"/>
                  </a:lnTo>
                  <a:lnTo>
                    <a:pt x="82835" y="53838"/>
                  </a:lnTo>
                  <a:lnTo>
                    <a:pt x="80514" y="53374"/>
                  </a:lnTo>
                  <a:lnTo>
                    <a:pt x="78361" y="53534"/>
                  </a:lnTo>
                  <a:lnTo>
                    <a:pt x="75797" y="53062"/>
                  </a:lnTo>
                  <a:lnTo>
                    <a:pt x="75203" y="51213"/>
                  </a:lnTo>
                  <a:lnTo>
                    <a:pt x="76839" y="52103"/>
                  </a:lnTo>
                  <a:lnTo>
                    <a:pt x="77684" y="51883"/>
                  </a:lnTo>
                  <a:lnTo>
                    <a:pt x="77836" y="51647"/>
                  </a:lnTo>
                  <a:lnTo>
                    <a:pt x="76679" y="50399"/>
                  </a:lnTo>
                  <a:lnTo>
                    <a:pt x="75051" y="50148"/>
                  </a:lnTo>
                  <a:lnTo>
                    <a:pt x="75165" y="49166"/>
                  </a:lnTo>
                  <a:lnTo>
                    <a:pt x="75896" y="48778"/>
                  </a:lnTo>
                  <a:lnTo>
                    <a:pt x="76344" y="48299"/>
                  </a:lnTo>
                  <a:lnTo>
                    <a:pt x="75409" y="46952"/>
                  </a:lnTo>
                  <a:lnTo>
                    <a:pt x="77242" y="47257"/>
                  </a:lnTo>
                  <a:lnTo>
                    <a:pt x="78399" y="48071"/>
                  </a:lnTo>
                  <a:lnTo>
                    <a:pt x="79159" y="49022"/>
                  </a:lnTo>
                  <a:lnTo>
                    <a:pt x="79342" y="5122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30" name="Freeform: Shape 1029">
              <a:extLst>
                <a:ext uri="{FF2B5EF4-FFF2-40B4-BE49-F238E27FC236}">
                  <a16:creationId xmlns:a16="http://schemas.microsoft.com/office/drawing/2014/main" id="{BA8034A3-803E-FF20-4E83-E7AA66C9569E}"/>
                </a:ext>
              </a:extLst>
            </p:cNvPr>
            <p:cNvSpPr/>
            <p:nvPr/>
          </p:nvSpPr>
          <p:spPr>
            <a:xfrm>
              <a:off x="9186076" y="3968591"/>
              <a:ext cx="480085" cy="424778"/>
            </a:xfrm>
            <a:custGeom>
              <a:avLst/>
              <a:gdLst>
                <a:gd name="csX0" fmla="*/ 349484 w 480085"/>
                <a:gd name="csY0" fmla="*/ 10416 h 424778"/>
                <a:gd name="csX1" fmla="*/ 349515 w 480085"/>
                <a:gd name="csY1" fmla="*/ 11436 h 424778"/>
                <a:gd name="csX2" fmla="*/ 350352 w 480085"/>
                <a:gd name="csY2" fmla="*/ 12836 h 424778"/>
                <a:gd name="csX3" fmla="*/ 351219 w 480085"/>
                <a:gd name="csY3" fmla="*/ 13353 h 424778"/>
                <a:gd name="csX4" fmla="*/ 353045 w 480085"/>
                <a:gd name="csY4" fmla="*/ 14068 h 424778"/>
                <a:gd name="csX5" fmla="*/ 354453 w 480085"/>
                <a:gd name="csY5" fmla="*/ 14167 h 424778"/>
                <a:gd name="csX6" fmla="*/ 356370 w 480085"/>
                <a:gd name="csY6" fmla="*/ 14502 h 424778"/>
                <a:gd name="csX7" fmla="*/ 357671 w 480085"/>
                <a:gd name="csY7" fmla="*/ 15309 h 424778"/>
                <a:gd name="csX8" fmla="*/ 357747 w 480085"/>
                <a:gd name="csY8" fmla="*/ 16564 h 424778"/>
                <a:gd name="csX9" fmla="*/ 357420 w 480085"/>
                <a:gd name="csY9" fmla="*/ 17964 h 424778"/>
                <a:gd name="csX10" fmla="*/ 356629 w 480085"/>
                <a:gd name="csY10" fmla="*/ 19250 h 424778"/>
                <a:gd name="csX11" fmla="*/ 356180 w 480085"/>
                <a:gd name="csY11" fmla="*/ 20231 h 424778"/>
                <a:gd name="csX12" fmla="*/ 356598 w 480085"/>
                <a:gd name="csY12" fmla="*/ 20794 h 424778"/>
                <a:gd name="csX13" fmla="*/ 357283 w 480085"/>
                <a:gd name="csY13" fmla="*/ 21236 h 424778"/>
                <a:gd name="csX14" fmla="*/ 358021 w 480085"/>
                <a:gd name="csY14" fmla="*/ 21357 h 424778"/>
                <a:gd name="csX15" fmla="*/ 358523 w 480085"/>
                <a:gd name="csY15" fmla="*/ 21213 h 424778"/>
                <a:gd name="csX16" fmla="*/ 358904 w 480085"/>
                <a:gd name="csY16" fmla="*/ 20437 h 424778"/>
                <a:gd name="csX17" fmla="*/ 359627 w 480085"/>
                <a:gd name="csY17" fmla="*/ 19486 h 424778"/>
                <a:gd name="csX18" fmla="*/ 360030 w 480085"/>
                <a:gd name="csY18" fmla="*/ 19364 h 424778"/>
                <a:gd name="csX19" fmla="*/ 359999 w 480085"/>
                <a:gd name="csY19" fmla="*/ 19904 h 424778"/>
                <a:gd name="csX20" fmla="*/ 360342 w 480085"/>
                <a:gd name="csY20" fmla="*/ 20574 h 424778"/>
                <a:gd name="csX21" fmla="*/ 362693 w 480085"/>
                <a:gd name="csY21" fmla="*/ 21692 h 424778"/>
                <a:gd name="csX22" fmla="*/ 367851 w 480085"/>
                <a:gd name="csY22" fmla="*/ 23777 h 424778"/>
                <a:gd name="csX23" fmla="*/ 369875 w 480085"/>
                <a:gd name="csY23" fmla="*/ 23815 h 424778"/>
                <a:gd name="csX24" fmla="*/ 371511 w 480085"/>
                <a:gd name="csY24" fmla="*/ 24058 h 424778"/>
                <a:gd name="csX25" fmla="*/ 371990 w 480085"/>
                <a:gd name="csY25" fmla="*/ 24933 h 424778"/>
                <a:gd name="csX26" fmla="*/ 375277 w 480085"/>
                <a:gd name="csY26" fmla="*/ 28144 h 424778"/>
                <a:gd name="csX27" fmla="*/ 376061 w 480085"/>
                <a:gd name="csY27" fmla="*/ 28061 h 424778"/>
                <a:gd name="csX28" fmla="*/ 377522 w 480085"/>
                <a:gd name="csY28" fmla="*/ 28137 h 424778"/>
                <a:gd name="csX29" fmla="*/ 379287 w 480085"/>
                <a:gd name="csY29" fmla="*/ 27878 h 424778"/>
                <a:gd name="csX30" fmla="*/ 380565 w 480085"/>
                <a:gd name="csY30" fmla="*/ 27277 h 424778"/>
                <a:gd name="csX31" fmla="*/ 381402 w 480085"/>
                <a:gd name="csY31" fmla="*/ 27376 h 424778"/>
                <a:gd name="csX32" fmla="*/ 382331 w 480085"/>
                <a:gd name="csY32" fmla="*/ 28000 h 424778"/>
                <a:gd name="csX33" fmla="*/ 383411 w 480085"/>
                <a:gd name="csY33" fmla="*/ 28540 h 424778"/>
                <a:gd name="csX34" fmla="*/ 384811 w 480085"/>
                <a:gd name="csY34" fmla="*/ 29597 h 424778"/>
                <a:gd name="csX35" fmla="*/ 386059 w 480085"/>
                <a:gd name="csY35" fmla="*/ 30898 h 424778"/>
                <a:gd name="csX36" fmla="*/ 386919 w 480085"/>
                <a:gd name="csY36" fmla="*/ 31324 h 424778"/>
                <a:gd name="csX37" fmla="*/ 392100 w 480085"/>
                <a:gd name="csY37" fmla="*/ 30450 h 424778"/>
                <a:gd name="csX38" fmla="*/ 393257 w 480085"/>
                <a:gd name="csY38" fmla="*/ 31218 h 424778"/>
                <a:gd name="csX39" fmla="*/ 394481 w 480085"/>
                <a:gd name="csY39" fmla="*/ 31210 h 424778"/>
                <a:gd name="csX40" fmla="*/ 395858 w 480085"/>
                <a:gd name="csY40" fmla="*/ 31013 h 424778"/>
                <a:gd name="csX41" fmla="*/ 398856 w 480085"/>
                <a:gd name="csY41" fmla="*/ 31416 h 424778"/>
                <a:gd name="csX42" fmla="*/ 401291 w 480085"/>
                <a:gd name="csY42" fmla="*/ 31317 h 424778"/>
                <a:gd name="csX43" fmla="*/ 401512 w 480085"/>
                <a:gd name="csY43" fmla="*/ 30997 h 424778"/>
                <a:gd name="csX44" fmla="*/ 401717 w 480085"/>
                <a:gd name="csY44" fmla="*/ 28106 h 424778"/>
                <a:gd name="csX45" fmla="*/ 402105 w 480085"/>
                <a:gd name="csY45" fmla="*/ 27079 h 424778"/>
                <a:gd name="csX46" fmla="*/ 402683 w 480085"/>
                <a:gd name="csY46" fmla="*/ 26805 h 424778"/>
                <a:gd name="csX47" fmla="*/ 404121 w 480085"/>
                <a:gd name="csY47" fmla="*/ 27011 h 424778"/>
                <a:gd name="csX48" fmla="*/ 409364 w 480085"/>
                <a:gd name="csY48" fmla="*/ 28722 h 424778"/>
                <a:gd name="csX49" fmla="*/ 411525 w 480085"/>
                <a:gd name="csY49" fmla="*/ 29795 h 424778"/>
                <a:gd name="csX50" fmla="*/ 413602 w 480085"/>
                <a:gd name="csY50" fmla="*/ 30632 h 424778"/>
                <a:gd name="csX51" fmla="*/ 415413 w 480085"/>
                <a:gd name="csY51" fmla="*/ 30724 h 424778"/>
                <a:gd name="csX52" fmla="*/ 416615 w 480085"/>
                <a:gd name="csY52" fmla="*/ 31286 h 424778"/>
                <a:gd name="csX53" fmla="*/ 418296 w 480085"/>
                <a:gd name="csY53" fmla="*/ 34026 h 424778"/>
                <a:gd name="csX54" fmla="*/ 418007 w 480085"/>
                <a:gd name="csY54" fmla="*/ 35403 h 424778"/>
                <a:gd name="csX55" fmla="*/ 418159 w 480085"/>
                <a:gd name="csY55" fmla="*/ 35912 h 424778"/>
                <a:gd name="csX56" fmla="*/ 418334 w 480085"/>
                <a:gd name="csY56" fmla="*/ 36863 h 424778"/>
                <a:gd name="csX57" fmla="*/ 418289 w 480085"/>
                <a:gd name="csY57" fmla="*/ 37921 h 424778"/>
                <a:gd name="csX58" fmla="*/ 418730 w 480085"/>
                <a:gd name="csY58" fmla="*/ 38614 h 424778"/>
                <a:gd name="csX59" fmla="*/ 419529 w 480085"/>
                <a:gd name="csY59" fmla="*/ 38697 h 424778"/>
                <a:gd name="csX60" fmla="*/ 420548 w 480085"/>
                <a:gd name="csY60" fmla="*/ 38492 h 424778"/>
                <a:gd name="csX61" fmla="*/ 421667 w 480085"/>
                <a:gd name="csY61" fmla="*/ 38081 h 424778"/>
                <a:gd name="csX62" fmla="*/ 423630 w 480085"/>
                <a:gd name="csY62" fmla="*/ 36909 h 424778"/>
                <a:gd name="csX63" fmla="*/ 424216 w 480085"/>
                <a:gd name="csY63" fmla="*/ 36719 h 424778"/>
                <a:gd name="csX64" fmla="*/ 427502 w 480085"/>
                <a:gd name="csY64" fmla="*/ 38050 h 424778"/>
                <a:gd name="csX65" fmla="*/ 428956 w 480085"/>
                <a:gd name="csY65" fmla="*/ 38941 h 424778"/>
                <a:gd name="csX66" fmla="*/ 429458 w 480085"/>
                <a:gd name="csY66" fmla="*/ 39907 h 424778"/>
                <a:gd name="csX67" fmla="*/ 430211 w 480085"/>
                <a:gd name="csY67" fmla="*/ 40896 h 424778"/>
                <a:gd name="csX68" fmla="*/ 431193 w 480085"/>
                <a:gd name="csY68" fmla="*/ 41041 h 424778"/>
                <a:gd name="csX69" fmla="*/ 432593 w 480085"/>
                <a:gd name="csY69" fmla="*/ 40105 h 424778"/>
                <a:gd name="csX70" fmla="*/ 434776 w 480085"/>
                <a:gd name="csY70" fmla="*/ 39100 h 424778"/>
                <a:gd name="csX71" fmla="*/ 438489 w 480085"/>
                <a:gd name="csY71" fmla="*/ 39983 h 424778"/>
                <a:gd name="csX72" fmla="*/ 442621 w 480085"/>
                <a:gd name="csY72" fmla="*/ 41261 h 424778"/>
                <a:gd name="csX73" fmla="*/ 444409 w 480085"/>
                <a:gd name="csY73" fmla="*/ 41414 h 424778"/>
                <a:gd name="csX74" fmla="*/ 444470 w 480085"/>
                <a:gd name="csY74" fmla="*/ 40790 h 424778"/>
                <a:gd name="csX75" fmla="*/ 444797 w 480085"/>
                <a:gd name="csY75" fmla="*/ 39899 h 424778"/>
                <a:gd name="csX76" fmla="*/ 445474 w 480085"/>
                <a:gd name="csY76" fmla="*/ 39451 h 424778"/>
                <a:gd name="csX77" fmla="*/ 446493 w 480085"/>
                <a:gd name="csY77" fmla="*/ 39321 h 424778"/>
                <a:gd name="csX78" fmla="*/ 447909 w 480085"/>
                <a:gd name="csY78" fmla="*/ 38849 h 424778"/>
                <a:gd name="csX79" fmla="*/ 449522 w 480085"/>
                <a:gd name="csY79" fmla="*/ 38073 h 424778"/>
                <a:gd name="csX80" fmla="*/ 451203 w 480085"/>
                <a:gd name="csY80" fmla="*/ 37754 h 424778"/>
                <a:gd name="csX81" fmla="*/ 452961 w 480085"/>
                <a:gd name="csY81" fmla="*/ 38332 h 424778"/>
                <a:gd name="csX82" fmla="*/ 455084 w 480085"/>
                <a:gd name="csY82" fmla="*/ 38804 h 424778"/>
                <a:gd name="csX83" fmla="*/ 456354 w 480085"/>
                <a:gd name="csY83" fmla="*/ 38796 h 424778"/>
                <a:gd name="csX84" fmla="*/ 456963 w 480085"/>
                <a:gd name="csY84" fmla="*/ 40622 h 424778"/>
                <a:gd name="csX85" fmla="*/ 457990 w 480085"/>
                <a:gd name="csY85" fmla="*/ 41315 h 424778"/>
                <a:gd name="csX86" fmla="*/ 458393 w 480085"/>
                <a:gd name="csY86" fmla="*/ 42897 h 424778"/>
                <a:gd name="csX87" fmla="*/ 456506 w 480085"/>
                <a:gd name="csY87" fmla="*/ 43719 h 424778"/>
                <a:gd name="csX88" fmla="*/ 455396 w 480085"/>
                <a:gd name="csY88" fmla="*/ 43833 h 424778"/>
                <a:gd name="csX89" fmla="*/ 455053 w 480085"/>
                <a:gd name="csY89" fmla="*/ 46534 h 424778"/>
                <a:gd name="csX90" fmla="*/ 455586 w 480085"/>
                <a:gd name="csY90" fmla="*/ 47295 h 424778"/>
                <a:gd name="csX91" fmla="*/ 456643 w 480085"/>
                <a:gd name="csY91" fmla="*/ 48010 h 424778"/>
                <a:gd name="csX92" fmla="*/ 456933 w 480085"/>
                <a:gd name="csY92" fmla="*/ 48839 h 424778"/>
                <a:gd name="csX93" fmla="*/ 457145 w 480085"/>
                <a:gd name="csY93" fmla="*/ 52796 h 424778"/>
                <a:gd name="csX94" fmla="*/ 454985 w 480085"/>
                <a:gd name="csY94" fmla="*/ 55177 h 424778"/>
                <a:gd name="csX95" fmla="*/ 451957 w 480085"/>
                <a:gd name="csY95" fmla="*/ 57848 h 424778"/>
                <a:gd name="csX96" fmla="*/ 437135 w 480085"/>
                <a:gd name="csY96" fmla="*/ 66408 h 424778"/>
                <a:gd name="csX97" fmla="*/ 433605 w 480085"/>
                <a:gd name="csY97" fmla="*/ 70539 h 424778"/>
                <a:gd name="csX98" fmla="*/ 432258 w 480085"/>
                <a:gd name="csY98" fmla="*/ 71490 h 424778"/>
                <a:gd name="csX99" fmla="*/ 421241 w 480085"/>
                <a:gd name="csY99" fmla="*/ 74085 h 424778"/>
                <a:gd name="csX100" fmla="*/ 413541 w 480085"/>
                <a:gd name="csY100" fmla="*/ 76854 h 424778"/>
                <a:gd name="csX101" fmla="*/ 409851 w 480085"/>
                <a:gd name="csY101" fmla="*/ 77858 h 424778"/>
                <a:gd name="csX102" fmla="*/ 405240 w 480085"/>
                <a:gd name="csY102" fmla="*/ 82659 h 424778"/>
                <a:gd name="csX103" fmla="*/ 403056 w 480085"/>
                <a:gd name="csY103" fmla="*/ 84592 h 424778"/>
                <a:gd name="csX104" fmla="*/ 404799 w 480085"/>
                <a:gd name="csY104" fmla="*/ 85125 h 424778"/>
                <a:gd name="csX105" fmla="*/ 406830 w 480085"/>
                <a:gd name="csY105" fmla="*/ 87415 h 424778"/>
                <a:gd name="csX106" fmla="*/ 406145 w 480085"/>
                <a:gd name="csY106" fmla="*/ 88427 h 424778"/>
                <a:gd name="csX107" fmla="*/ 403186 w 480085"/>
                <a:gd name="csY107" fmla="*/ 89994 h 424778"/>
                <a:gd name="csX108" fmla="*/ 401892 w 480085"/>
                <a:gd name="csY108" fmla="*/ 90474 h 424778"/>
                <a:gd name="csX109" fmla="*/ 401192 w 480085"/>
                <a:gd name="csY109" fmla="*/ 90222 h 424778"/>
                <a:gd name="csX110" fmla="*/ 400530 w 480085"/>
                <a:gd name="csY110" fmla="*/ 90435 h 424778"/>
                <a:gd name="csX111" fmla="*/ 395569 w 480085"/>
                <a:gd name="csY111" fmla="*/ 98691 h 424778"/>
                <a:gd name="csX112" fmla="*/ 391187 w 480085"/>
                <a:gd name="csY112" fmla="*/ 104610 h 424778"/>
                <a:gd name="csX113" fmla="*/ 388722 w 480085"/>
                <a:gd name="csY113" fmla="*/ 107182 h 424778"/>
                <a:gd name="csX114" fmla="*/ 386196 w 480085"/>
                <a:gd name="csY114" fmla="*/ 111009 h 424778"/>
                <a:gd name="csX115" fmla="*/ 380816 w 480085"/>
                <a:gd name="csY115" fmla="*/ 120847 h 424778"/>
                <a:gd name="csX116" fmla="*/ 380778 w 480085"/>
                <a:gd name="csY116" fmla="*/ 123677 h 424778"/>
                <a:gd name="csX117" fmla="*/ 383426 w 480085"/>
                <a:gd name="csY117" fmla="*/ 133409 h 424778"/>
                <a:gd name="csX118" fmla="*/ 384948 w 480085"/>
                <a:gd name="csY118" fmla="*/ 135957 h 424778"/>
                <a:gd name="csX119" fmla="*/ 387078 w 480085"/>
                <a:gd name="csY119" fmla="*/ 138096 h 424778"/>
                <a:gd name="csX120" fmla="*/ 391111 w 480085"/>
                <a:gd name="csY120" fmla="*/ 139914 h 424778"/>
                <a:gd name="csX121" fmla="*/ 392108 w 480085"/>
                <a:gd name="csY121" fmla="*/ 141702 h 424778"/>
                <a:gd name="csX122" fmla="*/ 390715 w 480085"/>
                <a:gd name="csY122" fmla="*/ 143406 h 424778"/>
                <a:gd name="csX123" fmla="*/ 386683 w 480085"/>
                <a:gd name="csY123" fmla="*/ 146427 h 424778"/>
                <a:gd name="csX124" fmla="*/ 379668 w 480085"/>
                <a:gd name="csY124" fmla="*/ 150505 h 424778"/>
                <a:gd name="csX125" fmla="*/ 376685 w 480085"/>
                <a:gd name="csY125" fmla="*/ 153716 h 424778"/>
                <a:gd name="csX126" fmla="*/ 376053 w 480085"/>
                <a:gd name="csY126" fmla="*/ 156805 h 424778"/>
                <a:gd name="csX127" fmla="*/ 373999 w 480085"/>
                <a:gd name="csY127" fmla="*/ 158197 h 424778"/>
                <a:gd name="csX128" fmla="*/ 373223 w 480085"/>
                <a:gd name="csY128" fmla="*/ 162511 h 424778"/>
                <a:gd name="csX129" fmla="*/ 371975 w 480085"/>
                <a:gd name="csY129" fmla="*/ 165364 h 424778"/>
                <a:gd name="csX130" fmla="*/ 371739 w 480085"/>
                <a:gd name="csY130" fmla="*/ 166331 h 424778"/>
                <a:gd name="csX131" fmla="*/ 370415 w 480085"/>
                <a:gd name="csY131" fmla="*/ 168492 h 424778"/>
                <a:gd name="csX132" fmla="*/ 370240 w 480085"/>
                <a:gd name="csY132" fmla="*/ 170067 h 424778"/>
                <a:gd name="csX133" fmla="*/ 372409 w 480085"/>
                <a:gd name="csY133" fmla="*/ 172227 h 424778"/>
                <a:gd name="csX134" fmla="*/ 371336 w 480085"/>
                <a:gd name="csY134" fmla="*/ 173163 h 424778"/>
                <a:gd name="csX135" fmla="*/ 370263 w 480085"/>
                <a:gd name="csY135" fmla="*/ 173574 h 424778"/>
                <a:gd name="csX136" fmla="*/ 367791 w 480085"/>
                <a:gd name="csY136" fmla="*/ 173825 h 424778"/>
                <a:gd name="csX137" fmla="*/ 359474 w 480085"/>
                <a:gd name="csY137" fmla="*/ 174099 h 424778"/>
                <a:gd name="csX138" fmla="*/ 352787 w 480085"/>
                <a:gd name="csY138" fmla="*/ 178763 h 424778"/>
                <a:gd name="csX139" fmla="*/ 349446 w 480085"/>
                <a:gd name="csY139" fmla="*/ 182887 h 424778"/>
                <a:gd name="csX140" fmla="*/ 346418 w 480085"/>
                <a:gd name="csY140" fmla="*/ 190534 h 424778"/>
                <a:gd name="csX141" fmla="*/ 342743 w 480085"/>
                <a:gd name="csY141" fmla="*/ 195030 h 424778"/>
                <a:gd name="csX142" fmla="*/ 341122 w 480085"/>
                <a:gd name="csY142" fmla="*/ 195860 h 424778"/>
                <a:gd name="csX143" fmla="*/ 338604 w 480085"/>
                <a:gd name="csY143" fmla="*/ 193889 h 424778"/>
                <a:gd name="csX144" fmla="*/ 335454 w 480085"/>
                <a:gd name="csY144" fmla="*/ 193585 h 424778"/>
                <a:gd name="csX145" fmla="*/ 332403 w 480085"/>
                <a:gd name="csY145" fmla="*/ 194239 h 424778"/>
                <a:gd name="csX146" fmla="*/ 330805 w 480085"/>
                <a:gd name="csY146" fmla="*/ 195806 h 424778"/>
                <a:gd name="csX147" fmla="*/ 328310 w 480085"/>
                <a:gd name="csY147" fmla="*/ 196681 h 424778"/>
                <a:gd name="csX148" fmla="*/ 325867 w 480085"/>
                <a:gd name="csY148" fmla="*/ 195928 h 424778"/>
                <a:gd name="csX149" fmla="*/ 320587 w 480085"/>
                <a:gd name="csY149" fmla="*/ 195517 h 424778"/>
                <a:gd name="csX150" fmla="*/ 318236 w 480085"/>
                <a:gd name="csY150" fmla="*/ 195593 h 424778"/>
                <a:gd name="csX151" fmla="*/ 314561 w 480085"/>
                <a:gd name="csY151" fmla="*/ 196864 h 424778"/>
                <a:gd name="csX152" fmla="*/ 311411 w 480085"/>
                <a:gd name="csY152" fmla="*/ 196019 h 424778"/>
                <a:gd name="csX153" fmla="*/ 306093 w 480085"/>
                <a:gd name="csY153" fmla="*/ 195586 h 424778"/>
                <a:gd name="csX154" fmla="*/ 294581 w 480085"/>
                <a:gd name="csY154" fmla="*/ 196598 h 424778"/>
                <a:gd name="csX155" fmla="*/ 293128 w 480085"/>
                <a:gd name="csY155" fmla="*/ 197069 h 424778"/>
                <a:gd name="csX156" fmla="*/ 291690 w 480085"/>
                <a:gd name="csY156" fmla="*/ 198956 h 424778"/>
                <a:gd name="csX157" fmla="*/ 288022 w 480085"/>
                <a:gd name="csY157" fmla="*/ 202205 h 424778"/>
                <a:gd name="csX158" fmla="*/ 282445 w 480085"/>
                <a:gd name="csY158" fmla="*/ 202319 h 424778"/>
                <a:gd name="csX159" fmla="*/ 277401 w 480085"/>
                <a:gd name="csY159" fmla="*/ 204389 h 424778"/>
                <a:gd name="csX160" fmla="*/ 276138 w 480085"/>
                <a:gd name="csY160" fmla="*/ 205713 h 424778"/>
                <a:gd name="csX161" fmla="*/ 274022 w 480085"/>
                <a:gd name="csY161" fmla="*/ 209357 h 424778"/>
                <a:gd name="csX162" fmla="*/ 273360 w 480085"/>
                <a:gd name="csY162" fmla="*/ 212013 h 424778"/>
                <a:gd name="csX163" fmla="*/ 272919 w 480085"/>
                <a:gd name="csY163" fmla="*/ 212035 h 424778"/>
                <a:gd name="csX164" fmla="*/ 272372 w 480085"/>
                <a:gd name="csY164" fmla="*/ 211381 h 424778"/>
                <a:gd name="csX165" fmla="*/ 271595 w 480085"/>
                <a:gd name="csY165" fmla="*/ 211594 h 424778"/>
                <a:gd name="csX166" fmla="*/ 271192 w 480085"/>
                <a:gd name="csY166" fmla="*/ 213618 h 424778"/>
                <a:gd name="csX167" fmla="*/ 269298 w 480085"/>
                <a:gd name="csY167" fmla="*/ 214539 h 424778"/>
                <a:gd name="csX168" fmla="*/ 267715 w 480085"/>
                <a:gd name="csY168" fmla="*/ 214874 h 424778"/>
                <a:gd name="csX169" fmla="*/ 263812 w 480085"/>
                <a:gd name="csY169" fmla="*/ 213237 h 424778"/>
                <a:gd name="csX170" fmla="*/ 260555 w 480085"/>
                <a:gd name="csY170" fmla="*/ 210780 h 424778"/>
                <a:gd name="csX171" fmla="*/ 258851 w 480085"/>
                <a:gd name="csY171" fmla="*/ 210605 h 424778"/>
                <a:gd name="csX172" fmla="*/ 256081 w 480085"/>
                <a:gd name="csY172" fmla="*/ 206770 h 424778"/>
                <a:gd name="csX173" fmla="*/ 254887 w 480085"/>
                <a:gd name="csY173" fmla="*/ 204328 h 424778"/>
                <a:gd name="csX174" fmla="*/ 254042 w 480085"/>
                <a:gd name="csY174" fmla="*/ 201680 h 424778"/>
                <a:gd name="csX175" fmla="*/ 254217 w 480085"/>
                <a:gd name="csY175" fmla="*/ 200668 h 424778"/>
                <a:gd name="csX176" fmla="*/ 253981 w 480085"/>
                <a:gd name="csY176" fmla="*/ 199824 h 424778"/>
                <a:gd name="csX177" fmla="*/ 251524 w 480085"/>
                <a:gd name="csY177" fmla="*/ 198751 h 424778"/>
                <a:gd name="csX178" fmla="*/ 250923 w 480085"/>
                <a:gd name="csY178" fmla="*/ 196316 h 424778"/>
                <a:gd name="csX179" fmla="*/ 252719 w 480085"/>
                <a:gd name="csY179" fmla="*/ 193143 h 424778"/>
                <a:gd name="csX180" fmla="*/ 254187 w 480085"/>
                <a:gd name="csY180" fmla="*/ 191797 h 424778"/>
                <a:gd name="csX181" fmla="*/ 255100 w 480085"/>
                <a:gd name="csY181" fmla="*/ 191409 h 424778"/>
                <a:gd name="csX182" fmla="*/ 252878 w 480085"/>
                <a:gd name="csY182" fmla="*/ 191546 h 424778"/>
                <a:gd name="csX183" fmla="*/ 251273 w 480085"/>
                <a:gd name="csY183" fmla="*/ 193585 h 424778"/>
                <a:gd name="csX184" fmla="*/ 249219 w 480085"/>
                <a:gd name="csY184" fmla="*/ 190313 h 424778"/>
                <a:gd name="csX185" fmla="*/ 240842 w 480085"/>
                <a:gd name="csY185" fmla="*/ 183929 h 424778"/>
                <a:gd name="csX186" fmla="*/ 241382 w 480085"/>
                <a:gd name="csY186" fmla="*/ 182461 h 424778"/>
                <a:gd name="csX187" fmla="*/ 241290 w 480085"/>
                <a:gd name="csY187" fmla="*/ 181670 h 424778"/>
                <a:gd name="csX188" fmla="*/ 239883 w 480085"/>
                <a:gd name="csY188" fmla="*/ 183382 h 424778"/>
                <a:gd name="csX189" fmla="*/ 238924 w 480085"/>
                <a:gd name="csY189" fmla="*/ 183823 h 424778"/>
                <a:gd name="csX190" fmla="*/ 234641 w 480085"/>
                <a:gd name="csY190" fmla="*/ 183549 h 424778"/>
                <a:gd name="csX191" fmla="*/ 229710 w 480085"/>
                <a:gd name="csY191" fmla="*/ 184333 h 424778"/>
                <a:gd name="csX192" fmla="*/ 228409 w 480085"/>
                <a:gd name="csY192" fmla="*/ 177683 h 424778"/>
                <a:gd name="csX193" fmla="*/ 227793 w 480085"/>
                <a:gd name="csY193" fmla="*/ 175126 h 424778"/>
                <a:gd name="csX194" fmla="*/ 227633 w 480085"/>
                <a:gd name="csY194" fmla="*/ 173468 h 424778"/>
                <a:gd name="csX195" fmla="*/ 228904 w 480085"/>
                <a:gd name="csY195" fmla="*/ 169633 h 424778"/>
                <a:gd name="csX196" fmla="*/ 230296 w 480085"/>
                <a:gd name="csY196" fmla="*/ 168066 h 424778"/>
                <a:gd name="csX197" fmla="*/ 232145 w 480085"/>
                <a:gd name="csY197" fmla="*/ 164832 h 424778"/>
                <a:gd name="csX198" fmla="*/ 234428 w 480085"/>
                <a:gd name="csY198" fmla="*/ 162139 h 424778"/>
                <a:gd name="csX199" fmla="*/ 236839 w 480085"/>
                <a:gd name="csY199" fmla="*/ 161499 h 424778"/>
                <a:gd name="csX200" fmla="*/ 237905 w 480085"/>
                <a:gd name="csY200" fmla="*/ 161104 h 424778"/>
                <a:gd name="csX201" fmla="*/ 238795 w 480085"/>
                <a:gd name="csY201" fmla="*/ 159019 h 424778"/>
                <a:gd name="csX202" fmla="*/ 239297 w 480085"/>
                <a:gd name="csY202" fmla="*/ 157239 h 424778"/>
                <a:gd name="csX203" fmla="*/ 238932 w 480085"/>
                <a:gd name="csY203" fmla="*/ 157064 h 424778"/>
                <a:gd name="csX204" fmla="*/ 236117 w 480085"/>
                <a:gd name="csY204" fmla="*/ 157429 h 424778"/>
                <a:gd name="csX205" fmla="*/ 231065 w 480085"/>
                <a:gd name="csY205" fmla="*/ 149934 h 424778"/>
                <a:gd name="csX206" fmla="*/ 231224 w 480085"/>
                <a:gd name="csY206" fmla="*/ 148740 h 424778"/>
                <a:gd name="csX207" fmla="*/ 231856 w 480085"/>
                <a:gd name="csY207" fmla="*/ 146967 h 424778"/>
                <a:gd name="csX208" fmla="*/ 232274 w 480085"/>
                <a:gd name="csY208" fmla="*/ 144723 h 424778"/>
                <a:gd name="csX209" fmla="*/ 232381 w 480085"/>
                <a:gd name="csY209" fmla="*/ 142950 h 424778"/>
                <a:gd name="csX210" fmla="*/ 233697 w 480085"/>
                <a:gd name="csY210" fmla="*/ 141420 h 424778"/>
                <a:gd name="csX211" fmla="*/ 235713 w 480085"/>
                <a:gd name="csY211" fmla="*/ 139883 h 424778"/>
                <a:gd name="csX212" fmla="*/ 237410 w 480085"/>
                <a:gd name="csY212" fmla="*/ 137692 h 424778"/>
                <a:gd name="csX213" fmla="*/ 238262 w 480085"/>
                <a:gd name="csY213" fmla="*/ 135554 h 424778"/>
                <a:gd name="csX214" fmla="*/ 238437 w 480085"/>
                <a:gd name="csY214" fmla="*/ 133607 h 424778"/>
                <a:gd name="csX215" fmla="*/ 237479 w 480085"/>
                <a:gd name="csY215" fmla="*/ 132214 h 424778"/>
                <a:gd name="csX216" fmla="*/ 234717 w 480085"/>
                <a:gd name="csY216" fmla="*/ 131445 h 424778"/>
                <a:gd name="csX217" fmla="*/ 231864 w 480085"/>
                <a:gd name="csY217" fmla="*/ 125876 h 424778"/>
                <a:gd name="csX218" fmla="*/ 231232 w 480085"/>
                <a:gd name="csY218" fmla="*/ 122384 h 424778"/>
                <a:gd name="csX219" fmla="*/ 230646 w 480085"/>
                <a:gd name="csY219" fmla="*/ 122019 h 424778"/>
                <a:gd name="csX220" fmla="*/ 228888 w 480085"/>
                <a:gd name="csY220" fmla="*/ 120428 h 424778"/>
                <a:gd name="csX221" fmla="*/ 227199 w 480085"/>
                <a:gd name="csY221" fmla="*/ 117431 h 424778"/>
                <a:gd name="csX222" fmla="*/ 226956 w 480085"/>
                <a:gd name="csY222" fmla="*/ 116959 h 424778"/>
                <a:gd name="csX223" fmla="*/ 228698 w 480085"/>
                <a:gd name="csY223" fmla="*/ 116434 h 424778"/>
                <a:gd name="csX224" fmla="*/ 235881 w 480085"/>
                <a:gd name="csY224" fmla="*/ 116411 h 424778"/>
                <a:gd name="csX225" fmla="*/ 237380 w 480085"/>
                <a:gd name="csY225" fmla="*/ 115749 h 424778"/>
                <a:gd name="csX226" fmla="*/ 237608 w 480085"/>
                <a:gd name="csY226" fmla="*/ 115521 h 424778"/>
                <a:gd name="csX227" fmla="*/ 238917 w 480085"/>
                <a:gd name="csY227" fmla="*/ 113185 h 424778"/>
                <a:gd name="csX228" fmla="*/ 240286 w 480085"/>
                <a:gd name="csY228" fmla="*/ 109343 h 424778"/>
                <a:gd name="csX229" fmla="*/ 240606 w 480085"/>
                <a:gd name="csY229" fmla="*/ 106992 h 424778"/>
                <a:gd name="csX230" fmla="*/ 240172 w 480085"/>
                <a:gd name="csY230" fmla="*/ 106018 h 424778"/>
                <a:gd name="csX231" fmla="*/ 237791 w 480085"/>
                <a:gd name="csY231" fmla="*/ 103636 h 424778"/>
                <a:gd name="csX232" fmla="*/ 237684 w 480085"/>
                <a:gd name="csY232" fmla="*/ 102936 h 424778"/>
                <a:gd name="csX233" fmla="*/ 238065 w 480085"/>
                <a:gd name="csY233" fmla="*/ 101810 h 424778"/>
                <a:gd name="csX234" fmla="*/ 239480 w 480085"/>
                <a:gd name="csY234" fmla="*/ 100608 h 424778"/>
                <a:gd name="csX235" fmla="*/ 241389 w 480085"/>
                <a:gd name="csY235" fmla="*/ 99238 h 424778"/>
                <a:gd name="csX236" fmla="*/ 242432 w 480085"/>
                <a:gd name="csY236" fmla="*/ 98059 h 424778"/>
                <a:gd name="csX237" fmla="*/ 242181 w 480085"/>
                <a:gd name="csY237" fmla="*/ 97131 h 424778"/>
                <a:gd name="csX238" fmla="*/ 241625 w 480085"/>
                <a:gd name="csY238" fmla="*/ 96165 h 424778"/>
                <a:gd name="csX239" fmla="*/ 241534 w 480085"/>
                <a:gd name="csY239" fmla="*/ 95259 h 424778"/>
                <a:gd name="csX240" fmla="*/ 241884 w 480085"/>
                <a:gd name="csY240" fmla="*/ 94148 h 424778"/>
                <a:gd name="csX241" fmla="*/ 242013 w 480085"/>
                <a:gd name="csY241" fmla="*/ 90344 h 424778"/>
                <a:gd name="csX242" fmla="*/ 242257 w 480085"/>
                <a:gd name="csY242" fmla="*/ 89370 h 424778"/>
                <a:gd name="csX243" fmla="*/ 241884 w 480085"/>
                <a:gd name="csY243" fmla="*/ 85901 h 424778"/>
                <a:gd name="csX244" fmla="*/ 241420 w 480085"/>
                <a:gd name="csY244" fmla="*/ 83063 h 424778"/>
                <a:gd name="csX245" fmla="*/ 239906 w 480085"/>
                <a:gd name="csY245" fmla="*/ 79380 h 424778"/>
                <a:gd name="csX246" fmla="*/ 240180 w 480085"/>
                <a:gd name="csY246" fmla="*/ 78566 h 424778"/>
                <a:gd name="csX247" fmla="*/ 240880 w 480085"/>
                <a:gd name="csY247" fmla="*/ 77881 h 424778"/>
                <a:gd name="csX248" fmla="*/ 243170 w 480085"/>
                <a:gd name="csY248" fmla="*/ 76603 h 424778"/>
                <a:gd name="csX249" fmla="*/ 244996 w 480085"/>
                <a:gd name="csY249" fmla="*/ 73590 h 424778"/>
                <a:gd name="csX250" fmla="*/ 247651 w 480085"/>
                <a:gd name="csY250" fmla="*/ 71064 h 424778"/>
                <a:gd name="csX251" fmla="*/ 251128 w 480085"/>
                <a:gd name="csY251" fmla="*/ 69033 h 424778"/>
                <a:gd name="csX252" fmla="*/ 253563 w 480085"/>
                <a:gd name="csY252" fmla="*/ 66773 h 424778"/>
                <a:gd name="csX253" fmla="*/ 254522 w 480085"/>
                <a:gd name="csY253" fmla="*/ 65038 h 424778"/>
                <a:gd name="csX254" fmla="*/ 255199 w 480085"/>
                <a:gd name="csY254" fmla="*/ 64581 h 424778"/>
                <a:gd name="csX255" fmla="*/ 255001 w 480085"/>
                <a:gd name="csY255" fmla="*/ 63775 h 424778"/>
                <a:gd name="csX256" fmla="*/ 254545 w 480085"/>
                <a:gd name="csY256" fmla="*/ 62603 h 424778"/>
                <a:gd name="csX257" fmla="*/ 253160 w 480085"/>
                <a:gd name="csY257" fmla="*/ 61455 h 424778"/>
                <a:gd name="csX258" fmla="*/ 251372 w 480085"/>
                <a:gd name="csY258" fmla="*/ 60800 h 424778"/>
                <a:gd name="csX259" fmla="*/ 249386 w 480085"/>
                <a:gd name="csY259" fmla="*/ 60831 h 424778"/>
                <a:gd name="csX260" fmla="*/ 248153 w 480085"/>
                <a:gd name="csY260" fmla="*/ 60595 h 424778"/>
                <a:gd name="csX261" fmla="*/ 247796 w 480085"/>
                <a:gd name="csY261" fmla="*/ 59697 h 424778"/>
                <a:gd name="csX262" fmla="*/ 247933 w 480085"/>
                <a:gd name="csY262" fmla="*/ 57262 h 424778"/>
                <a:gd name="csX263" fmla="*/ 247826 w 480085"/>
                <a:gd name="csY263" fmla="*/ 54850 h 424778"/>
                <a:gd name="csX264" fmla="*/ 247446 w 480085"/>
                <a:gd name="csY264" fmla="*/ 53739 h 424778"/>
                <a:gd name="csX265" fmla="*/ 246525 w 480085"/>
                <a:gd name="csY265" fmla="*/ 52902 h 424778"/>
                <a:gd name="csX266" fmla="*/ 244707 w 480085"/>
                <a:gd name="csY266" fmla="*/ 53123 h 424778"/>
                <a:gd name="csX267" fmla="*/ 243132 w 480085"/>
                <a:gd name="csY267" fmla="*/ 52438 h 424778"/>
                <a:gd name="csX268" fmla="*/ 241937 w 480085"/>
                <a:gd name="csY268" fmla="*/ 52278 h 424778"/>
                <a:gd name="csX269" fmla="*/ 241245 w 480085"/>
                <a:gd name="csY269" fmla="*/ 52819 h 424778"/>
                <a:gd name="csX270" fmla="*/ 237722 w 480085"/>
                <a:gd name="csY270" fmla="*/ 52659 h 424778"/>
                <a:gd name="csX271" fmla="*/ 236254 w 480085"/>
                <a:gd name="csY271" fmla="*/ 52271 h 424778"/>
                <a:gd name="csX272" fmla="*/ 235226 w 480085"/>
                <a:gd name="csY272" fmla="*/ 51792 h 424778"/>
                <a:gd name="csX273" fmla="*/ 234572 w 480085"/>
                <a:gd name="csY273" fmla="*/ 52058 h 424778"/>
                <a:gd name="csX274" fmla="*/ 234199 w 480085"/>
                <a:gd name="csY274" fmla="*/ 52530 h 424778"/>
                <a:gd name="csX275" fmla="*/ 234138 w 480085"/>
                <a:gd name="csY275" fmla="*/ 53268 h 424778"/>
                <a:gd name="csX276" fmla="*/ 233895 w 480085"/>
                <a:gd name="csY276" fmla="*/ 54242 h 424778"/>
                <a:gd name="csX277" fmla="*/ 232632 w 480085"/>
                <a:gd name="csY277" fmla="*/ 55124 h 424778"/>
                <a:gd name="csX278" fmla="*/ 229748 w 480085"/>
                <a:gd name="csY278" fmla="*/ 55999 h 424778"/>
                <a:gd name="csX279" fmla="*/ 227420 w 480085"/>
                <a:gd name="csY279" fmla="*/ 55931 h 424778"/>
                <a:gd name="csX280" fmla="*/ 225282 w 480085"/>
                <a:gd name="csY280" fmla="*/ 55307 h 424778"/>
                <a:gd name="csX281" fmla="*/ 224597 w 480085"/>
                <a:gd name="csY281" fmla="*/ 54843 h 424778"/>
                <a:gd name="csX282" fmla="*/ 223570 w 480085"/>
                <a:gd name="csY282" fmla="*/ 54432 h 424778"/>
                <a:gd name="csX283" fmla="*/ 219226 w 480085"/>
                <a:gd name="csY283" fmla="*/ 54941 h 424778"/>
                <a:gd name="csX284" fmla="*/ 218701 w 480085"/>
                <a:gd name="csY284" fmla="*/ 54569 h 424778"/>
                <a:gd name="csX285" fmla="*/ 217202 w 480085"/>
                <a:gd name="csY285" fmla="*/ 55474 h 424778"/>
                <a:gd name="csX286" fmla="*/ 214995 w 480085"/>
                <a:gd name="csY286" fmla="*/ 56555 h 424778"/>
                <a:gd name="csX287" fmla="*/ 213755 w 480085"/>
                <a:gd name="csY287" fmla="*/ 56615 h 424778"/>
                <a:gd name="csX288" fmla="*/ 213306 w 480085"/>
                <a:gd name="csY288" fmla="*/ 56387 h 424778"/>
                <a:gd name="csX289" fmla="*/ 213146 w 480085"/>
                <a:gd name="csY289" fmla="*/ 55908 h 424778"/>
                <a:gd name="csX290" fmla="*/ 212218 w 480085"/>
                <a:gd name="csY290" fmla="*/ 54226 h 424778"/>
                <a:gd name="csX291" fmla="*/ 212462 w 480085"/>
                <a:gd name="csY291" fmla="*/ 53336 h 424778"/>
                <a:gd name="csX292" fmla="*/ 214242 w 480085"/>
                <a:gd name="csY292" fmla="*/ 50726 h 424778"/>
                <a:gd name="csX293" fmla="*/ 214044 w 480085"/>
                <a:gd name="csY293" fmla="*/ 50103 h 424778"/>
                <a:gd name="csX294" fmla="*/ 213314 w 480085"/>
                <a:gd name="csY294" fmla="*/ 49258 h 424778"/>
                <a:gd name="csX295" fmla="*/ 212659 w 480085"/>
                <a:gd name="csY295" fmla="*/ 48041 h 424778"/>
                <a:gd name="csX296" fmla="*/ 212469 w 480085"/>
                <a:gd name="csY296" fmla="*/ 47409 h 424778"/>
                <a:gd name="csX297" fmla="*/ 211336 w 480085"/>
                <a:gd name="csY297" fmla="*/ 47302 h 424778"/>
                <a:gd name="csX298" fmla="*/ 210126 w 480085"/>
                <a:gd name="csY298" fmla="*/ 47942 h 424778"/>
                <a:gd name="csX299" fmla="*/ 205523 w 480085"/>
                <a:gd name="csY299" fmla="*/ 49258 h 424778"/>
                <a:gd name="csX300" fmla="*/ 204419 w 480085"/>
                <a:gd name="csY300" fmla="*/ 49737 h 424778"/>
                <a:gd name="csX301" fmla="*/ 202426 w 480085"/>
                <a:gd name="csY301" fmla="*/ 51000 h 424778"/>
                <a:gd name="csX302" fmla="*/ 200410 w 480085"/>
                <a:gd name="csY302" fmla="*/ 52933 h 424778"/>
                <a:gd name="csX303" fmla="*/ 198804 w 480085"/>
                <a:gd name="csY303" fmla="*/ 53336 h 424778"/>
                <a:gd name="csX304" fmla="*/ 198249 w 480085"/>
                <a:gd name="csY304" fmla="*/ 52766 h 424778"/>
                <a:gd name="csX305" fmla="*/ 198059 w 480085"/>
                <a:gd name="csY305" fmla="*/ 48231 h 424778"/>
                <a:gd name="csX306" fmla="*/ 200509 w 480085"/>
                <a:gd name="csY306" fmla="*/ 45210 h 424778"/>
                <a:gd name="csX307" fmla="*/ 202251 w 480085"/>
                <a:gd name="csY307" fmla="*/ 43384 h 424778"/>
                <a:gd name="csX308" fmla="*/ 201437 w 480085"/>
                <a:gd name="csY308" fmla="*/ 43011 h 424778"/>
                <a:gd name="csX309" fmla="*/ 199588 w 480085"/>
                <a:gd name="csY309" fmla="*/ 43064 h 424778"/>
                <a:gd name="csX310" fmla="*/ 199717 w 480085"/>
                <a:gd name="csY310" fmla="*/ 41649 h 424778"/>
                <a:gd name="csX311" fmla="*/ 200585 w 480085"/>
                <a:gd name="csY311" fmla="*/ 40965 h 424778"/>
                <a:gd name="csX312" fmla="*/ 201422 w 480085"/>
                <a:gd name="csY312" fmla="*/ 39420 h 424778"/>
                <a:gd name="csX313" fmla="*/ 200440 w 480085"/>
                <a:gd name="csY313" fmla="*/ 38758 h 424778"/>
                <a:gd name="csX314" fmla="*/ 199672 w 480085"/>
                <a:gd name="csY314" fmla="*/ 37739 h 424778"/>
                <a:gd name="csX315" fmla="*/ 199717 w 480085"/>
                <a:gd name="csY315" fmla="*/ 35076 h 424778"/>
                <a:gd name="csX316" fmla="*/ 199930 w 480085"/>
                <a:gd name="csY316" fmla="*/ 33995 h 424778"/>
                <a:gd name="csX317" fmla="*/ 199679 w 480085"/>
                <a:gd name="csY317" fmla="*/ 32824 h 424778"/>
                <a:gd name="csX318" fmla="*/ 195913 w 480085"/>
                <a:gd name="csY318" fmla="*/ 34406 h 424778"/>
                <a:gd name="csX319" fmla="*/ 194947 w 480085"/>
                <a:gd name="csY319" fmla="*/ 34170 h 424778"/>
                <a:gd name="csX320" fmla="*/ 194909 w 480085"/>
                <a:gd name="csY320" fmla="*/ 32192 h 424778"/>
                <a:gd name="csX321" fmla="*/ 196993 w 480085"/>
                <a:gd name="csY321" fmla="*/ 29171 h 424778"/>
                <a:gd name="csX322" fmla="*/ 197206 w 480085"/>
                <a:gd name="csY322" fmla="*/ 28243 h 424778"/>
                <a:gd name="csX323" fmla="*/ 194764 w 480085"/>
                <a:gd name="csY323" fmla="*/ 27794 h 424778"/>
                <a:gd name="csX324" fmla="*/ 192938 w 480085"/>
                <a:gd name="csY324" fmla="*/ 26310 h 424778"/>
                <a:gd name="csX325" fmla="*/ 191827 w 480085"/>
                <a:gd name="csY325" fmla="*/ 24979 h 424778"/>
                <a:gd name="csX326" fmla="*/ 190640 w 480085"/>
                <a:gd name="csY326" fmla="*/ 23069 h 424778"/>
                <a:gd name="csX327" fmla="*/ 190633 w 480085"/>
                <a:gd name="csY327" fmla="*/ 21350 h 424778"/>
                <a:gd name="csX328" fmla="*/ 191865 w 480085"/>
                <a:gd name="csY328" fmla="*/ 17325 h 424778"/>
                <a:gd name="csX329" fmla="*/ 193623 w 480085"/>
                <a:gd name="csY329" fmla="*/ 16153 h 424778"/>
                <a:gd name="csX330" fmla="*/ 195144 w 480085"/>
                <a:gd name="csY330" fmla="*/ 15430 h 424778"/>
                <a:gd name="csX331" fmla="*/ 198363 w 480085"/>
                <a:gd name="csY331" fmla="*/ 12638 h 424778"/>
                <a:gd name="csX332" fmla="*/ 202799 w 480085"/>
                <a:gd name="csY332" fmla="*/ 13155 h 424778"/>
                <a:gd name="csX333" fmla="*/ 205545 w 480085"/>
                <a:gd name="csY333" fmla="*/ 12554 h 424778"/>
                <a:gd name="csX334" fmla="*/ 208011 w 480085"/>
                <a:gd name="csY334" fmla="*/ 11124 h 424778"/>
                <a:gd name="csX335" fmla="*/ 209426 w 480085"/>
                <a:gd name="csY335" fmla="*/ 10804 h 424778"/>
                <a:gd name="csX336" fmla="*/ 211701 w 480085"/>
                <a:gd name="csY336" fmla="*/ 9556 h 424778"/>
                <a:gd name="csX337" fmla="*/ 211625 w 480085"/>
                <a:gd name="csY337" fmla="*/ 7867 h 424778"/>
                <a:gd name="csX338" fmla="*/ 210841 w 480085"/>
                <a:gd name="csY338" fmla="*/ 6612 h 424778"/>
                <a:gd name="csX339" fmla="*/ 211526 w 480085"/>
                <a:gd name="csY339" fmla="*/ 5433 h 424778"/>
                <a:gd name="csX340" fmla="*/ 214075 w 480085"/>
                <a:gd name="csY340" fmla="*/ 3987 h 424778"/>
                <a:gd name="csX341" fmla="*/ 216905 w 480085"/>
                <a:gd name="csY341" fmla="*/ 2070 h 424778"/>
                <a:gd name="csX342" fmla="*/ 220154 w 480085"/>
                <a:gd name="csY342" fmla="*/ 1697 h 424778"/>
                <a:gd name="csX343" fmla="*/ 223456 w 480085"/>
                <a:gd name="csY343" fmla="*/ 0 h 424778"/>
                <a:gd name="csX344" fmla="*/ 225670 w 480085"/>
                <a:gd name="csY344" fmla="*/ 1096 h 424778"/>
                <a:gd name="csX345" fmla="*/ 227610 w 480085"/>
                <a:gd name="csY345" fmla="*/ 723 h 424778"/>
                <a:gd name="csX346" fmla="*/ 229839 w 480085"/>
                <a:gd name="csY346" fmla="*/ 2024 h 424778"/>
                <a:gd name="csX347" fmla="*/ 232769 w 480085"/>
                <a:gd name="csY347" fmla="*/ 4999 h 424778"/>
                <a:gd name="csX348" fmla="*/ 237060 w 480085"/>
                <a:gd name="csY348" fmla="*/ 6194 h 424778"/>
                <a:gd name="csX349" fmla="*/ 240484 w 480085"/>
                <a:gd name="csY349" fmla="*/ 5258 h 424778"/>
                <a:gd name="csX350" fmla="*/ 246533 w 480085"/>
                <a:gd name="csY350" fmla="*/ 5060 h 424778"/>
                <a:gd name="csX351" fmla="*/ 249553 w 480085"/>
                <a:gd name="csY351" fmla="*/ 5455 h 424778"/>
                <a:gd name="csX352" fmla="*/ 254925 w 480085"/>
                <a:gd name="csY352" fmla="*/ 4718 h 424778"/>
                <a:gd name="csX353" fmla="*/ 257999 w 480085"/>
                <a:gd name="csY353" fmla="*/ 4984 h 424778"/>
                <a:gd name="csX354" fmla="*/ 262983 w 480085"/>
                <a:gd name="csY354" fmla="*/ 3508 h 424778"/>
                <a:gd name="csX355" fmla="*/ 266840 w 480085"/>
                <a:gd name="csY355" fmla="*/ 5349 h 424778"/>
                <a:gd name="csX356" fmla="*/ 274319 w 480085"/>
                <a:gd name="csY356" fmla="*/ 6209 h 424778"/>
                <a:gd name="csX357" fmla="*/ 278808 w 480085"/>
                <a:gd name="csY357" fmla="*/ 7715 h 424778"/>
                <a:gd name="csX358" fmla="*/ 291241 w 480085"/>
                <a:gd name="csY358" fmla="*/ 10241 h 424778"/>
                <a:gd name="csX359" fmla="*/ 295730 w 480085"/>
                <a:gd name="csY359" fmla="*/ 10272 h 424778"/>
                <a:gd name="csX360" fmla="*/ 302083 w 480085"/>
                <a:gd name="csY360" fmla="*/ 8849 h 424778"/>
                <a:gd name="csX361" fmla="*/ 304776 w 480085"/>
                <a:gd name="csY361" fmla="*/ 7784 h 424778"/>
                <a:gd name="csX362" fmla="*/ 307241 w 480085"/>
                <a:gd name="csY362" fmla="*/ 8415 h 424778"/>
                <a:gd name="csX363" fmla="*/ 310856 w 480085"/>
                <a:gd name="csY363" fmla="*/ 7190 h 424778"/>
                <a:gd name="csX364" fmla="*/ 312590 w 480085"/>
                <a:gd name="csY364" fmla="*/ 7441 h 424778"/>
                <a:gd name="csX365" fmla="*/ 314850 w 480085"/>
                <a:gd name="csY365" fmla="*/ 9184 h 424778"/>
                <a:gd name="csX366" fmla="*/ 322801 w 480085"/>
                <a:gd name="csY366" fmla="*/ 11535 h 424778"/>
                <a:gd name="csX367" fmla="*/ 324886 w 480085"/>
                <a:gd name="csY367" fmla="*/ 9541 h 424778"/>
                <a:gd name="csX368" fmla="*/ 326438 w 480085"/>
                <a:gd name="csY368" fmla="*/ 9108 h 424778"/>
                <a:gd name="csX369" fmla="*/ 332160 w 480085"/>
                <a:gd name="csY369" fmla="*/ 10325 h 424778"/>
                <a:gd name="csX370" fmla="*/ 337927 w 480085"/>
                <a:gd name="csY370" fmla="*/ 12805 h 424778"/>
                <a:gd name="csX371" fmla="*/ 340925 w 480085"/>
                <a:gd name="csY371" fmla="*/ 12980 h 424778"/>
                <a:gd name="csX372" fmla="*/ 345307 w 480085"/>
                <a:gd name="csY372" fmla="*/ 12303 h 424778"/>
                <a:gd name="csX373" fmla="*/ 348784 w 480085"/>
                <a:gd name="csY373" fmla="*/ 10675 h 424778"/>
                <a:gd name="csX374" fmla="*/ 349484 w 480085"/>
                <a:gd name="csY374" fmla="*/ 10416 h 424778"/>
                <a:gd name="csX375" fmla="*/ 479477 w 480085"/>
                <a:gd name="csY375" fmla="*/ 111930 h 424778"/>
                <a:gd name="csX376" fmla="*/ 479089 w 480085"/>
                <a:gd name="csY376" fmla="*/ 112249 h 424778"/>
                <a:gd name="csX377" fmla="*/ 472523 w 480085"/>
                <a:gd name="csY377" fmla="*/ 109046 h 424778"/>
                <a:gd name="csX378" fmla="*/ 470377 w 480085"/>
                <a:gd name="csY378" fmla="*/ 108688 h 424778"/>
                <a:gd name="csX379" fmla="*/ 469852 w 480085"/>
                <a:gd name="csY379" fmla="*/ 108201 h 424778"/>
                <a:gd name="csX380" fmla="*/ 469913 w 480085"/>
                <a:gd name="csY380" fmla="*/ 106535 h 424778"/>
                <a:gd name="csX381" fmla="*/ 470080 w 480085"/>
                <a:gd name="csY381" fmla="*/ 105797 h 424778"/>
                <a:gd name="csX382" fmla="*/ 474478 w 480085"/>
                <a:gd name="csY382" fmla="*/ 105462 h 424778"/>
                <a:gd name="csX383" fmla="*/ 478031 w 480085"/>
                <a:gd name="csY383" fmla="*/ 106649 h 424778"/>
                <a:gd name="csX384" fmla="*/ 479941 w 480085"/>
                <a:gd name="csY384" fmla="*/ 109845 h 424778"/>
                <a:gd name="csX385" fmla="*/ 480085 w 480085"/>
                <a:gd name="csY385" fmla="*/ 110393 h 424778"/>
                <a:gd name="csX386" fmla="*/ 479477 w 480085"/>
                <a:gd name="csY386" fmla="*/ 111930 h 424778"/>
                <a:gd name="csX387" fmla="*/ 454954 w 480085"/>
                <a:gd name="csY387" fmla="*/ 113360 h 424778"/>
                <a:gd name="csX388" fmla="*/ 457001 w 480085"/>
                <a:gd name="csY388" fmla="*/ 114281 h 424778"/>
                <a:gd name="csX389" fmla="*/ 459162 w 480085"/>
                <a:gd name="csY389" fmla="*/ 113451 h 424778"/>
                <a:gd name="csX390" fmla="*/ 460311 w 480085"/>
                <a:gd name="csY390" fmla="*/ 113710 h 424778"/>
                <a:gd name="csX391" fmla="*/ 461444 w 480085"/>
                <a:gd name="csY391" fmla="*/ 114159 h 424778"/>
                <a:gd name="csX392" fmla="*/ 461718 w 480085"/>
                <a:gd name="csY392" fmla="*/ 115909 h 424778"/>
                <a:gd name="csX393" fmla="*/ 460714 w 480085"/>
                <a:gd name="csY393" fmla="*/ 117857 h 424778"/>
                <a:gd name="csX394" fmla="*/ 459306 w 480085"/>
                <a:gd name="csY394" fmla="*/ 119835 h 424778"/>
                <a:gd name="csX395" fmla="*/ 458120 w 480085"/>
                <a:gd name="csY395" fmla="*/ 122003 h 424778"/>
                <a:gd name="csX396" fmla="*/ 457085 w 480085"/>
                <a:gd name="csY396" fmla="*/ 124491 h 424778"/>
                <a:gd name="csX397" fmla="*/ 455160 w 480085"/>
                <a:gd name="csY397" fmla="*/ 125960 h 424778"/>
                <a:gd name="csX398" fmla="*/ 453417 w 480085"/>
                <a:gd name="csY398" fmla="*/ 126842 h 424778"/>
                <a:gd name="csX399" fmla="*/ 449735 w 480085"/>
                <a:gd name="csY399" fmla="*/ 124993 h 424778"/>
                <a:gd name="csX400" fmla="*/ 447589 w 480085"/>
                <a:gd name="csY400" fmla="*/ 124529 h 424778"/>
                <a:gd name="csX401" fmla="*/ 446950 w 480085"/>
                <a:gd name="csY401" fmla="*/ 123837 h 424778"/>
                <a:gd name="csX402" fmla="*/ 446440 w 480085"/>
                <a:gd name="csY402" fmla="*/ 121083 h 424778"/>
                <a:gd name="csX403" fmla="*/ 445474 w 480085"/>
                <a:gd name="csY403" fmla="*/ 120208 h 424778"/>
                <a:gd name="csX404" fmla="*/ 444051 w 480085"/>
                <a:gd name="csY404" fmla="*/ 119820 h 424778"/>
                <a:gd name="csX405" fmla="*/ 442803 w 480085"/>
                <a:gd name="csY405" fmla="*/ 120527 h 424778"/>
                <a:gd name="csX406" fmla="*/ 441175 w 480085"/>
                <a:gd name="csY406" fmla="*/ 121981 h 424778"/>
                <a:gd name="csX407" fmla="*/ 440308 w 480085"/>
                <a:gd name="csY407" fmla="*/ 120527 h 424778"/>
                <a:gd name="csX408" fmla="*/ 438931 w 480085"/>
                <a:gd name="csY408" fmla="*/ 120253 h 424778"/>
                <a:gd name="csX409" fmla="*/ 438413 w 480085"/>
                <a:gd name="csY409" fmla="*/ 119378 h 424778"/>
                <a:gd name="csX410" fmla="*/ 438436 w 480085"/>
                <a:gd name="csY410" fmla="*/ 118252 h 424778"/>
                <a:gd name="csX411" fmla="*/ 447270 w 480085"/>
                <a:gd name="csY411" fmla="*/ 111564 h 424778"/>
                <a:gd name="csX412" fmla="*/ 449826 w 480085"/>
                <a:gd name="csY412" fmla="*/ 110081 h 424778"/>
                <a:gd name="csX413" fmla="*/ 455251 w 480085"/>
                <a:gd name="csY413" fmla="*/ 108354 h 424778"/>
                <a:gd name="csX414" fmla="*/ 456080 w 480085"/>
                <a:gd name="csY414" fmla="*/ 108612 h 424778"/>
                <a:gd name="csX415" fmla="*/ 455373 w 480085"/>
                <a:gd name="csY415" fmla="*/ 109632 h 424778"/>
                <a:gd name="csX416" fmla="*/ 455426 w 480085"/>
                <a:gd name="csY416" fmla="*/ 110096 h 424778"/>
                <a:gd name="csX417" fmla="*/ 456103 w 480085"/>
                <a:gd name="csY417" fmla="*/ 110590 h 424778"/>
                <a:gd name="csX418" fmla="*/ 455943 w 480085"/>
                <a:gd name="csY418" fmla="*/ 111382 h 424778"/>
                <a:gd name="csX419" fmla="*/ 455259 w 480085"/>
                <a:gd name="csY419" fmla="*/ 112066 h 424778"/>
                <a:gd name="csX420" fmla="*/ 454954 w 480085"/>
                <a:gd name="csY420" fmla="*/ 113360 h 424778"/>
                <a:gd name="csX421" fmla="*/ 418646 w 480085"/>
                <a:gd name="csY421" fmla="*/ 137327 h 424778"/>
                <a:gd name="csX422" fmla="*/ 417870 w 480085"/>
                <a:gd name="csY422" fmla="*/ 139009 h 424778"/>
                <a:gd name="csX423" fmla="*/ 414621 w 480085"/>
                <a:gd name="csY423" fmla="*/ 138415 h 424778"/>
                <a:gd name="csX424" fmla="*/ 413906 w 480085"/>
                <a:gd name="csY424" fmla="*/ 137738 h 424778"/>
                <a:gd name="csX425" fmla="*/ 414606 w 480085"/>
                <a:gd name="csY425" fmla="*/ 135836 h 424778"/>
                <a:gd name="csX426" fmla="*/ 415542 w 480085"/>
                <a:gd name="csY426" fmla="*/ 135608 h 424778"/>
                <a:gd name="csX427" fmla="*/ 415603 w 480085"/>
                <a:gd name="csY427" fmla="*/ 134253 h 424778"/>
                <a:gd name="csX428" fmla="*/ 416584 w 480085"/>
                <a:gd name="csY428" fmla="*/ 132891 h 424778"/>
                <a:gd name="csX429" fmla="*/ 421195 w 480085"/>
                <a:gd name="csY429" fmla="*/ 131788 h 424778"/>
                <a:gd name="csX430" fmla="*/ 422237 w 480085"/>
                <a:gd name="csY430" fmla="*/ 132716 h 424778"/>
                <a:gd name="csX431" fmla="*/ 422458 w 480085"/>
                <a:gd name="csY431" fmla="*/ 134048 h 424778"/>
                <a:gd name="csX432" fmla="*/ 419704 w 480085"/>
                <a:gd name="csY432" fmla="*/ 136954 h 424778"/>
                <a:gd name="csX433" fmla="*/ 418646 w 480085"/>
                <a:gd name="csY433" fmla="*/ 137327 h 424778"/>
                <a:gd name="csX434" fmla="*/ 421826 w 480085"/>
                <a:gd name="csY434" fmla="*/ 144061 h 424778"/>
                <a:gd name="csX435" fmla="*/ 421347 w 480085"/>
                <a:gd name="csY435" fmla="*/ 144418 h 424778"/>
                <a:gd name="csX436" fmla="*/ 419932 w 480085"/>
                <a:gd name="csY436" fmla="*/ 144091 h 424778"/>
                <a:gd name="csX437" fmla="*/ 417809 w 480085"/>
                <a:gd name="csY437" fmla="*/ 144091 h 424778"/>
                <a:gd name="csX438" fmla="*/ 417725 w 480085"/>
                <a:gd name="csY438" fmla="*/ 142988 h 424778"/>
                <a:gd name="csX439" fmla="*/ 418053 w 480085"/>
                <a:gd name="csY439" fmla="*/ 142219 h 424778"/>
                <a:gd name="csX440" fmla="*/ 418464 w 480085"/>
                <a:gd name="csY440" fmla="*/ 141436 h 424778"/>
                <a:gd name="csX441" fmla="*/ 419757 w 480085"/>
                <a:gd name="csY441" fmla="*/ 142973 h 424778"/>
                <a:gd name="csX442" fmla="*/ 421804 w 480085"/>
                <a:gd name="csY442" fmla="*/ 143262 h 424778"/>
                <a:gd name="csX443" fmla="*/ 421826 w 480085"/>
                <a:gd name="csY443" fmla="*/ 144061 h 424778"/>
                <a:gd name="csX444" fmla="*/ 94909 w 480085"/>
                <a:gd name="csY444" fmla="*/ 394268 h 424778"/>
                <a:gd name="csX445" fmla="*/ 93456 w 480085"/>
                <a:gd name="csY445" fmla="*/ 395866 h 424778"/>
                <a:gd name="csX446" fmla="*/ 91835 w 480085"/>
                <a:gd name="csY446" fmla="*/ 395287 h 424778"/>
                <a:gd name="csX447" fmla="*/ 92611 w 480085"/>
                <a:gd name="csY447" fmla="*/ 391788 h 424778"/>
                <a:gd name="csX448" fmla="*/ 93365 w 480085"/>
                <a:gd name="csY448" fmla="*/ 390745 h 424778"/>
                <a:gd name="csX449" fmla="*/ 96317 w 480085"/>
                <a:gd name="csY449" fmla="*/ 389216 h 424778"/>
                <a:gd name="csX450" fmla="*/ 98774 w 480085"/>
                <a:gd name="csY450" fmla="*/ 388600 h 424778"/>
                <a:gd name="csX451" fmla="*/ 99497 w 480085"/>
                <a:gd name="csY451" fmla="*/ 386971 h 424778"/>
                <a:gd name="csX452" fmla="*/ 100304 w 480085"/>
                <a:gd name="csY452" fmla="*/ 386340 h 424778"/>
                <a:gd name="csX453" fmla="*/ 101171 w 480085"/>
                <a:gd name="csY453" fmla="*/ 387306 h 424778"/>
                <a:gd name="csX454" fmla="*/ 100517 w 480085"/>
                <a:gd name="csY454" fmla="*/ 388432 h 424778"/>
                <a:gd name="csX455" fmla="*/ 99999 w 480085"/>
                <a:gd name="csY455" fmla="*/ 391947 h 424778"/>
                <a:gd name="csX456" fmla="*/ 98363 w 480085"/>
                <a:gd name="csY456" fmla="*/ 393074 h 424778"/>
                <a:gd name="csX457" fmla="*/ 94909 w 480085"/>
                <a:gd name="csY457" fmla="*/ 394268 h 424778"/>
                <a:gd name="csX458" fmla="*/ 6969 w 480085"/>
                <a:gd name="csY458" fmla="*/ 404395 h 424778"/>
                <a:gd name="csX459" fmla="*/ 6437 w 480085"/>
                <a:gd name="csY459" fmla="*/ 404578 h 424778"/>
                <a:gd name="csX460" fmla="*/ 5950 w 480085"/>
                <a:gd name="csY460" fmla="*/ 402668 h 424778"/>
                <a:gd name="csX461" fmla="*/ 3416 w 480085"/>
                <a:gd name="csY461" fmla="*/ 397981 h 424778"/>
                <a:gd name="csX462" fmla="*/ 4953 w 480085"/>
                <a:gd name="csY462" fmla="*/ 395889 h 424778"/>
                <a:gd name="csX463" fmla="*/ 7753 w 480085"/>
                <a:gd name="csY463" fmla="*/ 395835 h 424778"/>
                <a:gd name="csX464" fmla="*/ 8887 w 480085"/>
                <a:gd name="csY464" fmla="*/ 397296 h 424778"/>
                <a:gd name="csX465" fmla="*/ 9267 w 480085"/>
                <a:gd name="csY465" fmla="*/ 398803 h 424778"/>
                <a:gd name="csX466" fmla="*/ 8734 w 480085"/>
                <a:gd name="csY466" fmla="*/ 399670 h 424778"/>
                <a:gd name="csX467" fmla="*/ 8894 w 480085"/>
                <a:gd name="csY467" fmla="*/ 401428 h 424778"/>
                <a:gd name="csX468" fmla="*/ 8598 w 480085"/>
                <a:gd name="csY468" fmla="*/ 402561 h 424778"/>
                <a:gd name="csX469" fmla="*/ 6969 w 480085"/>
                <a:gd name="csY469" fmla="*/ 404395 h 424778"/>
                <a:gd name="csX470" fmla="*/ 84638 w 480085"/>
                <a:gd name="csY470" fmla="*/ 412209 h 424778"/>
                <a:gd name="csX471" fmla="*/ 81739 w 480085"/>
                <a:gd name="csY471" fmla="*/ 414940 h 424778"/>
                <a:gd name="csX472" fmla="*/ 78840 w 480085"/>
                <a:gd name="csY472" fmla="*/ 414309 h 424778"/>
                <a:gd name="csX473" fmla="*/ 78345 w 480085"/>
                <a:gd name="csY473" fmla="*/ 413860 h 424778"/>
                <a:gd name="csX474" fmla="*/ 81252 w 480085"/>
                <a:gd name="csY474" fmla="*/ 413168 h 424778"/>
                <a:gd name="csX475" fmla="*/ 83892 w 480085"/>
                <a:gd name="csY475" fmla="*/ 411091 h 424778"/>
                <a:gd name="csX476" fmla="*/ 85589 w 480085"/>
                <a:gd name="csY476" fmla="*/ 406487 h 424778"/>
                <a:gd name="csX477" fmla="*/ 88244 w 480085"/>
                <a:gd name="csY477" fmla="*/ 401390 h 424778"/>
                <a:gd name="csX478" fmla="*/ 88777 w 480085"/>
                <a:gd name="csY478" fmla="*/ 399229 h 424778"/>
                <a:gd name="csX479" fmla="*/ 89827 w 480085"/>
                <a:gd name="csY479" fmla="*/ 398384 h 424778"/>
                <a:gd name="csX480" fmla="*/ 91272 w 480085"/>
                <a:gd name="csY480" fmla="*/ 398308 h 424778"/>
                <a:gd name="csX481" fmla="*/ 91896 w 480085"/>
                <a:gd name="csY481" fmla="*/ 398468 h 424778"/>
                <a:gd name="csX482" fmla="*/ 92535 w 480085"/>
                <a:gd name="csY482" fmla="*/ 399602 h 424778"/>
                <a:gd name="csX483" fmla="*/ 92528 w 480085"/>
                <a:gd name="csY483" fmla="*/ 402166 h 424778"/>
                <a:gd name="csX484" fmla="*/ 91774 w 480085"/>
                <a:gd name="csY484" fmla="*/ 406419 h 424778"/>
                <a:gd name="csX485" fmla="*/ 90382 w 480085"/>
                <a:gd name="csY485" fmla="*/ 410177 h 424778"/>
                <a:gd name="csX486" fmla="*/ 84638 w 480085"/>
                <a:gd name="csY486" fmla="*/ 412209 h 424778"/>
                <a:gd name="csX487" fmla="*/ 38994 w 480085"/>
                <a:gd name="csY487" fmla="*/ 407134 h 424778"/>
                <a:gd name="csX488" fmla="*/ 37206 w 480085"/>
                <a:gd name="csY488" fmla="*/ 412643 h 424778"/>
                <a:gd name="csX489" fmla="*/ 35540 w 480085"/>
                <a:gd name="csY489" fmla="*/ 414796 h 424778"/>
                <a:gd name="csX490" fmla="*/ 34550 w 480085"/>
                <a:gd name="csY490" fmla="*/ 415519 h 424778"/>
                <a:gd name="csX491" fmla="*/ 32093 w 480085"/>
                <a:gd name="csY491" fmla="*/ 416120 h 424778"/>
                <a:gd name="csX492" fmla="*/ 29171 w 480085"/>
                <a:gd name="csY492" fmla="*/ 412703 h 424778"/>
                <a:gd name="csX493" fmla="*/ 27650 w 480085"/>
                <a:gd name="csY493" fmla="*/ 409226 h 424778"/>
                <a:gd name="csX494" fmla="*/ 26812 w 480085"/>
                <a:gd name="csY494" fmla="*/ 408108 h 424778"/>
                <a:gd name="csX495" fmla="*/ 28144 w 480085"/>
                <a:gd name="csY495" fmla="*/ 407225 h 424778"/>
                <a:gd name="csX496" fmla="*/ 30084 w 480085"/>
                <a:gd name="csY496" fmla="*/ 407378 h 424778"/>
                <a:gd name="csX497" fmla="*/ 34254 w 480085"/>
                <a:gd name="csY497" fmla="*/ 406639 h 424778"/>
                <a:gd name="csX498" fmla="*/ 35098 w 480085"/>
                <a:gd name="csY498" fmla="*/ 406343 h 424778"/>
                <a:gd name="csX499" fmla="*/ 39336 w 480085"/>
                <a:gd name="csY499" fmla="*/ 402828 h 424778"/>
                <a:gd name="csX500" fmla="*/ 43506 w 480085"/>
                <a:gd name="csY500" fmla="*/ 402394 h 424778"/>
                <a:gd name="csX501" fmla="*/ 43605 w 480085"/>
                <a:gd name="csY501" fmla="*/ 403550 h 424778"/>
                <a:gd name="csX502" fmla="*/ 38994 w 480085"/>
                <a:gd name="csY502" fmla="*/ 407134 h 424778"/>
                <a:gd name="csX503" fmla="*/ 20840 w 480085"/>
                <a:gd name="csY503" fmla="*/ 415755 h 424778"/>
                <a:gd name="csX504" fmla="*/ 19965 w 480085"/>
                <a:gd name="csY504" fmla="*/ 415960 h 424778"/>
                <a:gd name="csX505" fmla="*/ 18930 w 480085"/>
                <a:gd name="csY505" fmla="*/ 415359 h 424778"/>
                <a:gd name="csX506" fmla="*/ 17834 w 480085"/>
                <a:gd name="csY506" fmla="*/ 413449 h 424778"/>
                <a:gd name="csX507" fmla="*/ 18572 w 480085"/>
                <a:gd name="csY507" fmla="*/ 412034 h 424778"/>
                <a:gd name="csX508" fmla="*/ 19250 w 480085"/>
                <a:gd name="csY508" fmla="*/ 411387 h 424778"/>
                <a:gd name="csX509" fmla="*/ 20193 w 480085"/>
                <a:gd name="csY509" fmla="*/ 411486 h 424778"/>
                <a:gd name="csX510" fmla="*/ 22004 w 480085"/>
                <a:gd name="csY510" fmla="*/ 412529 h 424778"/>
                <a:gd name="csX511" fmla="*/ 22559 w 480085"/>
                <a:gd name="csY511" fmla="*/ 413609 h 424778"/>
                <a:gd name="csX512" fmla="*/ 22613 w 480085"/>
                <a:gd name="csY512" fmla="*/ 414278 h 424778"/>
                <a:gd name="csX513" fmla="*/ 20840 w 480085"/>
                <a:gd name="csY513" fmla="*/ 415755 h 424778"/>
                <a:gd name="csX514" fmla="*/ 58936 w 480085"/>
                <a:gd name="csY514" fmla="*/ 412734 h 424778"/>
                <a:gd name="csX515" fmla="*/ 58807 w 480085"/>
                <a:gd name="csY515" fmla="*/ 414591 h 424778"/>
                <a:gd name="csX516" fmla="*/ 59309 w 480085"/>
                <a:gd name="csY516" fmla="*/ 416462 h 424778"/>
                <a:gd name="csX517" fmla="*/ 59179 w 480085"/>
                <a:gd name="csY517" fmla="*/ 419300 h 424778"/>
                <a:gd name="csX518" fmla="*/ 58160 w 480085"/>
                <a:gd name="csY518" fmla="*/ 420837 h 424778"/>
                <a:gd name="csX519" fmla="*/ 55542 w 480085"/>
                <a:gd name="csY519" fmla="*/ 422367 h 424778"/>
                <a:gd name="csX520" fmla="*/ 53481 w 480085"/>
                <a:gd name="csY520" fmla="*/ 422093 h 424778"/>
                <a:gd name="csX521" fmla="*/ 52316 w 480085"/>
                <a:gd name="csY521" fmla="*/ 421476 h 424778"/>
                <a:gd name="csX522" fmla="*/ 50247 w 480085"/>
                <a:gd name="csY522" fmla="*/ 418988 h 424778"/>
                <a:gd name="csX523" fmla="*/ 50201 w 480085"/>
                <a:gd name="csY523" fmla="*/ 416417 h 424778"/>
                <a:gd name="csX524" fmla="*/ 52096 w 480085"/>
                <a:gd name="csY524" fmla="*/ 414743 h 424778"/>
                <a:gd name="csX525" fmla="*/ 52910 w 480085"/>
                <a:gd name="csY525" fmla="*/ 412574 h 424778"/>
                <a:gd name="csX526" fmla="*/ 57825 w 480085"/>
                <a:gd name="csY526" fmla="*/ 412985 h 424778"/>
                <a:gd name="csX527" fmla="*/ 58251 w 480085"/>
                <a:gd name="csY527" fmla="*/ 412567 h 424778"/>
                <a:gd name="csX528" fmla="*/ 58616 w 480085"/>
                <a:gd name="csY528" fmla="*/ 412445 h 424778"/>
                <a:gd name="csX529" fmla="*/ 58936 w 480085"/>
                <a:gd name="csY529" fmla="*/ 412734 h 424778"/>
                <a:gd name="csX530" fmla="*/ 5820 w 480085"/>
                <a:gd name="csY530" fmla="*/ 420860 h 424778"/>
                <a:gd name="csX531" fmla="*/ 3759 w 480085"/>
                <a:gd name="csY531" fmla="*/ 424778 h 424778"/>
                <a:gd name="csX532" fmla="*/ 1156 w 480085"/>
                <a:gd name="csY532" fmla="*/ 423318 h 424778"/>
                <a:gd name="csX533" fmla="*/ 525 w 480085"/>
                <a:gd name="csY533" fmla="*/ 422831 h 424778"/>
                <a:gd name="csX534" fmla="*/ 0 w 480085"/>
                <a:gd name="csY534" fmla="*/ 422024 h 424778"/>
                <a:gd name="csX535" fmla="*/ 2503 w 480085"/>
                <a:gd name="csY535" fmla="*/ 421864 h 424778"/>
                <a:gd name="csX536" fmla="*/ 5037 w 480085"/>
                <a:gd name="csY536" fmla="*/ 419894 h 424778"/>
                <a:gd name="csX537" fmla="*/ 5820 w 480085"/>
                <a:gd name="csY537" fmla="*/ 420860 h 4247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Lst>
              <a:rect l="l" t="t" r="r" b="b"/>
              <a:pathLst>
                <a:path w="480085" h="424778">
                  <a:moveTo>
                    <a:pt x="349484" y="10416"/>
                  </a:moveTo>
                  <a:lnTo>
                    <a:pt x="349515" y="11436"/>
                  </a:lnTo>
                  <a:lnTo>
                    <a:pt x="350352" y="12836"/>
                  </a:lnTo>
                  <a:lnTo>
                    <a:pt x="351219" y="13353"/>
                  </a:lnTo>
                  <a:lnTo>
                    <a:pt x="353045" y="14068"/>
                  </a:lnTo>
                  <a:lnTo>
                    <a:pt x="354453" y="14167"/>
                  </a:lnTo>
                  <a:lnTo>
                    <a:pt x="356370" y="14502"/>
                  </a:lnTo>
                  <a:lnTo>
                    <a:pt x="357671" y="15309"/>
                  </a:lnTo>
                  <a:lnTo>
                    <a:pt x="357747" y="16564"/>
                  </a:lnTo>
                  <a:lnTo>
                    <a:pt x="357420" y="17964"/>
                  </a:lnTo>
                  <a:lnTo>
                    <a:pt x="356629" y="19250"/>
                  </a:lnTo>
                  <a:lnTo>
                    <a:pt x="356180" y="20231"/>
                  </a:lnTo>
                  <a:lnTo>
                    <a:pt x="356598" y="20794"/>
                  </a:lnTo>
                  <a:lnTo>
                    <a:pt x="357283" y="21236"/>
                  </a:lnTo>
                  <a:lnTo>
                    <a:pt x="358021" y="21357"/>
                  </a:lnTo>
                  <a:lnTo>
                    <a:pt x="358523" y="21213"/>
                  </a:lnTo>
                  <a:lnTo>
                    <a:pt x="358904" y="20437"/>
                  </a:lnTo>
                  <a:lnTo>
                    <a:pt x="359627" y="19486"/>
                  </a:lnTo>
                  <a:lnTo>
                    <a:pt x="360030" y="19364"/>
                  </a:lnTo>
                  <a:lnTo>
                    <a:pt x="359999" y="19904"/>
                  </a:lnTo>
                  <a:lnTo>
                    <a:pt x="360342" y="20574"/>
                  </a:lnTo>
                  <a:lnTo>
                    <a:pt x="362693" y="21692"/>
                  </a:lnTo>
                  <a:lnTo>
                    <a:pt x="367851" y="23777"/>
                  </a:lnTo>
                  <a:lnTo>
                    <a:pt x="369875" y="23815"/>
                  </a:lnTo>
                  <a:lnTo>
                    <a:pt x="371511" y="24058"/>
                  </a:lnTo>
                  <a:lnTo>
                    <a:pt x="371990" y="24933"/>
                  </a:lnTo>
                  <a:lnTo>
                    <a:pt x="375277" y="28144"/>
                  </a:lnTo>
                  <a:lnTo>
                    <a:pt x="376061" y="28061"/>
                  </a:lnTo>
                  <a:lnTo>
                    <a:pt x="377522" y="28137"/>
                  </a:lnTo>
                  <a:lnTo>
                    <a:pt x="379287" y="27878"/>
                  </a:lnTo>
                  <a:lnTo>
                    <a:pt x="380565" y="27277"/>
                  </a:lnTo>
                  <a:lnTo>
                    <a:pt x="381402" y="27376"/>
                  </a:lnTo>
                  <a:lnTo>
                    <a:pt x="382331" y="28000"/>
                  </a:lnTo>
                  <a:lnTo>
                    <a:pt x="383411" y="28540"/>
                  </a:lnTo>
                  <a:lnTo>
                    <a:pt x="384811" y="29597"/>
                  </a:lnTo>
                  <a:lnTo>
                    <a:pt x="386059" y="30898"/>
                  </a:lnTo>
                  <a:lnTo>
                    <a:pt x="386919" y="31324"/>
                  </a:lnTo>
                  <a:lnTo>
                    <a:pt x="392100" y="30450"/>
                  </a:lnTo>
                  <a:lnTo>
                    <a:pt x="393257" y="31218"/>
                  </a:lnTo>
                  <a:lnTo>
                    <a:pt x="394481" y="31210"/>
                  </a:lnTo>
                  <a:lnTo>
                    <a:pt x="395858" y="31013"/>
                  </a:lnTo>
                  <a:lnTo>
                    <a:pt x="398856" y="31416"/>
                  </a:lnTo>
                  <a:lnTo>
                    <a:pt x="401291" y="31317"/>
                  </a:lnTo>
                  <a:lnTo>
                    <a:pt x="401512" y="30997"/>
                  </a:lnTo>
                  <a:lnTo>
                    <a:pt x="401717" y="28106"/>
                  </a:lnTo>
                  <a:lnTo>
                    <a:pt x="402105" y="27079"/>
                  </a:lnTo>
                  <a:lnTo>
                    <a:pt x="402683" y="26805"/>
                  </a:lnTo>
                  <a:lnTo>
                    <a:pt x="404121" y="27011"/>
                  </a:lnTo>
                  <a:lnTo>
                    <a:pt x="409364" y="28722"/>
                  </a:lnTo>
                  <a:lnTo>
                    <a:pt x="411525" y="29795"/>
                  </a:lnTo>
                  <a:lnTo>
                    <a:pt x="413602" y="30632"/>
                  </a:lnTo>
                  <a:lnTo>
                    <a:pt x="415413" y="30724"/>
                  </a:lnTo>
                  <a:lnTo>
                    <a:pt x="416615" y="31286"/>
                  </a:lnTo>
                  <a:lnTo>
                    <a:pt x="418296" y="34026"/>
                  </a:lnTo>
                  <a:lnTo>
                    <a:pt x="418007" y="35403"/>
                  </a:lnTo>
                  <a:lnTo>
                    <a:pt x="418159" y="35912"/>
                  </a:lnTo>
                  <a:lnTo>
                    <a:pt x="418334" y="36863"/>
                  </a:lnTo>
                  <a:lnTo>
                    <a:pt x="418289" y="37921"/>
                  </a:lnTo>
                  <a:lnTo>
                    <a:pt x="418730" y="38614"/>
                  </a:lnTo>
                  <a:lnTo>
                    <a:pt x="419529" y="38697"/>
                  </a:lnTo>
                  <a:lnTo>
                    <a:pt x="420548" y="38492"/>
                  </a:lnTo>
                  <a:lnTo>
                    <a:pt x="421667" y="38081"/>
                  </a:lnTo>
                  <a:lnTo>
                    <a:pt x="423630" y="36909"/>
                  </a:lnTo>
                  <a:lnTo>
                    <a:pt x="424216" y="36719"/>
                  </a:lnTo>
                  <a:lnTo>
                    <a:pt x="427502" y="38050"/>
                  </a:lnTo>
                  <a:lnTo>
                    <a:pt x="428956" y="38941"/>
                  </a:lnTo>
                  <a:lnTo>
                    <a:pt x="429458" y="39907"/>
                  </a:lnTo>
                  <a:lnTo>
                    <a:pt x="430211" y="40896"/>
                  </a:lnTo>
                  <a:lnTo>
                    <a:pt x="431193" y="41041"/>
                  </a:lnTo>
                  <a:lnTo>
                    <a:pt x="432593" y="40105"/>
                  </a:lnTo>
                  <a:lnTo>
                    <a:pt x="434776" y="39100"/>
                  </a:lnTo>
                  <a:lnTo>
                    <a:pt x="438489" y="39983"/>
                  </a:lnTo>
                  <a:lnTo>
                    <a:pt x="442621" y="41261"/>
                  </a:lnTo>
                  <a:lnTo>
                    <a:pt x="444409" y="41414"/>
                  </a:lnTo>
                  <a:lnTo>
                    <a:pt x="444470" y="40790"/>
                  </a:lnTo>
                  <a:lnTo>
                    <a:pt x="444797" y="39899"/>
                  </a:lnTo>
                  <a:lnTo>
                    <a:pt x="445474" y="39451"/>
                  </a:lnTo>
                  <a:lnTo>
                    <a:pt x="446493" y="39321"/>
                  </a:lnTo>
                  <a:lnTo>
                    <a:pt x="447909" y="38849"/>
                  </a:lnTo>
                  <a:lnTo>
                    <a:pt x="449522" y="38073"/>
                  </a:lnTo>
                  <a:lnTo>
                    <a:pt x="451203" y="37754"/>
                  </a:lnTo>
                  <a:lnTo>
                    <a:pt x="452961" y="38332"/>
                  </a:lnTo>
                  <a:lnTo>
                    <a:pt x="455084" y="38804"/>
                  </a:lnTo>
                  <a:lnTo>
                    <a:pt x="456354" y="38796"/>
                  </a:lnTo>
                  <a:lnTo>
                    <a:pt x="456963" y="40622"/>
                  </a:lnTo>
                  <a:lnTo>
                    <a:pt x="457990" y="41315"/>
                  </a:lnTo>
                  <a:lnTo>
                    <a:pt x="458393" y="42897"/>
                  </a:lnTo>
                  <a:lnTo>
                    <a:pt x="456506" y="43719"/>
                  </a:lnTo>
                  <a:lnTo>
                    <a:pt x="455396" y="43833"/>
                  </a:lnTo>
                  <a:lnTo>
                    <a:pt x="455053" y="46534"/>
                  </a:lnTo>
                  <a:lnTo>
                    <a:pt x="455586" y="47295"/>
                  </a:lnTo>
                  <a:lnTo>
                    <a:pt x="456643" y="48010"/>
                  </a:lnTo>
                  <a:lnTo>
                    <a:pt x="456933" y="48839"/>
                  </a:lnTo>
                  <a:lnTo>
                    <a:pt x="457145" y="52796"/>
                  </a:lnTo>
                  <a:lnTo>
                    <a:pt x="454985" y="55177"/>
                  </a:lnTo>
                  <a:lnTo>
                    <a:pt x="451957" y="57848"/>
                  </a:lnTo>
                  <a:lnTo>
                    <a:pt x="437135" y="66408"/>
                  </a:lnTo>
                  <a:lnTo>
                    <a:pt x="433605" y="70539"/>
                  </a:lnTo>
                  <a:lnTo>
                    <a:pt x="432258" y="71490"/>
                  </a:lnTo>
                  <a:lnTo>
                    <a:pt x="421241" y="74085"/>
                  </a:lnTo>
                  <a:lnTo>
                    <a:pt x="413541" y="76854"/>
                  </a:lnTo>
                  <a:lnTo>
                    <a:pt x="409851" y="77858"/>
                  </a:lnTo>
                  <a:lnTo>
                    <a:pt x="405240" y="82659"/>
                  </a:lnTo>
                  <a:lnTo>
                    <a:pt x="403056" y="84592"/>
                  </a:lnTo>
                  <a:lnTo>
                    <a:pt x="404799" y="85125"/>
                  </a:lnTo>
                  <a:lnTo>
                    <a:pt x="406830" y="87415"/>
                  </a:lnTo>
                  <a:lnTo>
                    <a:pt x="406145" y="88427"/>
                  </a:lnTo>
                  <a:lnTo>
                    <a:pt x="403186" y="89994"/>
                  </a:lnTo>
                  <a:lnTo>
                    <a:pt x="401892" y="90474"/>
                  </a:lnTo>
                  <a:lnTo>
                    <a:pt x="401192" y="90222"/>
                  </a:lnTo>
                  <a:lnTo>
                    <a:pt x="400530" y="90435"/>
                  </a:lnTo>
                  <a:lnTo>
                    <a:pt x="395569" y="98691"/>
                  </a:lnTo>
                  <a:lnTo>
                    <a:pt x="391187" y="104610"/>
                  </a:lnTo>
                  <a:lnTo>
                    <a:pt x="388722" y="107182"/>
                  </a:lnTo>
                  <a:lnTo>
                    <a:pt x="386196" y="111009"/>
                  </a:lnTo>
                  <a:lnTo>
                    <a:pt x="380816" y="120847"/>
                  </a:lnTo>
                  <a:lnTo>
                    <a:pt x="380778" y="123677"/>
                  </a:lnTo>
                  <a:lnTo>
                    <a:pt x="383426" y="133409"/>
                  </a:lnTo>
                  <a:lnTo>
                    <a:pt x="384948" y="135957"/>
                  </a:lnTo>
                  <a:lnTo>
                    <a:pt x="387078" y="138096"/>
                  </a:lnTo>
                  <a:lnTo>
                    <a:pt x="391111" y="139914"/>
                  </a:lnTo>
                  <a:lnTo>
                    <a:pt x="392108" y="141702"/>
                  </a:lnTo>
                  <a:lnTo>
                    <a:pt x="390715" y="143406"/>
                  </a:lnTo>
                  <a:lnTo>
                    <a:pt x="386683" y="146427"/>
                  </a:lnTo>
                  <a:lnTo>
                    <a:pt x="379668" y="150505"/>
                  </a:lnTo>
                  <a:lnTo>
                    <a:pt x="376685" y="153716"/>
                  </a:lnTo>
                  <a:lnTo>
                    <a:pt x="376053" y="156805"/>
                  </a:lnTo>
                  <a:lnTo>
                    <a:pt x="373999" y="158197"/>
                  </a:lnTo>
                  <a:lnTo>
                    <a:pt x="373223" y="162511"/>
                  </a:lnTo>
                  <a:lnTo>
                    <a:pt x="371975" y="165364"/>
                  </a:lnTo>
                  <a:lnTo>
                    <a:pt x="371739" y="166331"/>
                  </a:lnTo>
                  <a:lnTo>
                    <a:pt x="370415" y="168492"/>
                  </a:lnTo>
                  <a:lnTo>
                    <a:pt x="370240" y="170067"/>
                  </a:lnTo>
                  <a:lnTo>
                    <a:pt x="372409" y="172227"/>
                  </a:lnTo>
                  <a:lnTo>
                    <a:pt x="371336" y="173163"/>
                  </a:lnTo>
                  <a:lnTo>
                    <a:pt x="370263" y="173574"/>
                  </a:lnTo>
                  <a:lnTo>
                    <a:pt x="367791" y="173825"/>
                  </a:lnTo>
                  <a:lnTo>
                    <a:pt x="359474" y="174099"/>
                  </a:lnTo>
                  <a:lnTo>
                    <a:pt x="352787" y="178763"/>
                  </a:lnTo>
                  <a:lnTo>
                    <a:pt x="349446" y="182887"/>
                  </a:lnTo>
                  <a:lnTo>
                    <a:pt x="346418" y="190534"/>
                  </a:lnTo>
                  <a:lnTo>
                    <a:pt x="342743" y="195030"/>
                  </a:lnTo>
                  <a:lnTo>
                    <a:pt x="341122" y="195860"/>
                  </a:lnTo>
                  <a:lnTo>
                    <a:pt x="338604" y="193889"/>
                  </a:lnTo>
                  <a:lnTo>
                    <a:pt x="335454" y="193585"/>
                  </a:lnTo>
                  <a:lnTo>
                    <a:pt x="332403" y="194239"/>
                  </a:lnTo>
                  <a:lnTo>
                    <a:pt x="330805" y="195806"/>
                  </a:lnTo>
                  <a:lnTo>
                    <a:pt x="328310" y="196681"/>
                  </a:lnTo>
                  <a:lnTo>
                    <a:pt x="325867" y="195928"/>
                  </a:lnTo>
                  <a:lnTo>
                    <a:pt x="320587" y="195517"/>
                  </a:lnTo>
                  <a:lnTo>
                    <a:pt x="318236" y="195593"/>
                  </a:lnTo>
                  <a:lnTo>
                    <a:pt x="314561" y="196864"/>
                  </a:lnTo>
                  <a:lnTo>
                    <a:pt x="311411" y="196019"/>
                  </a:lnTo>
                  <a:lnTo>
                    <a:pt x="306093" y="195586"/>
                  </a:lnTo>
                  <a:lnTo>
                    <a:pt x="294581" y="196598"/>
                  </a:lnTo>
                  <a:lnTo>
                    <a:pt x="293128" y="197069"/>
                  </a:lnTo>
                  <a:lnTo>
                    <a:pt x="291690" y="198956"/>
                  </a:lnTo>
                  <a:lnTo>
                    <a:pt x="288022" y="202205"/>
                  </a:lnTo>
                  <a:lnTo>
                    <a:pt x="282445" y="202319"/>
                  </a:lnTo>
                  <a:lnTo>
                    <a:pt x="277401" y="204389"/>
                  </a:lnTo>
                  <a:lnTo>
                    <a:pt x="276138" y="205713"/>
                  </a:lnTo>
                  <a:lnTo>
                    <a:pt x="274022" y="209357"/>
                  </a:lnTo>
                  <a:lnTo>
                    <a:pt x="273360" y="212013"/>
                  </a:lnTo>
                  <a:lnTo>
                    <a:pt x="272919" y="212035"/>
                  </a:lnTo>
                  <a:lnTo>
                    <a:pt x="272372" y="211381"/>
                  </a:lnTo>
                  <a:lnTo>
                    <a:pt x="271595" y="211594"/>
                  </a:lnTo>
                  <a:lnTo>
                    <a:pt x="271192" y="213618"/>
                  </a:lnTo>
                  <a:lnTo>
                    <a:pt x="269298" y="214539"/>
                  </a:lnTo>
                  <a:lnTo>
                    <a:pt x="267715" y="214874"/>
                  </a:lnTo>
                  <a:lnTo>
                    <a:pt x="263812" y="213237"/>
                  </a:lnTo>
                  <a:lnTo>
                    <a:pt x="260555" y="210780"/>
                  </a:lnTo>
                  <a:lnTo>
                    <a:pt x="258851" y="210605"/>
                  </a:lnTo>
                  <a:lnTo>
                    <a:pt x="256081" y="206770"/>
                  </a:lnTo>
                  <a:lnTo>
                    <a:pt x="254887" y="204328"/>
                  </a:lnTo>
                  <a:lnTo>
                    <a:pt x="254042" y="201680"/>
                  </a:lnTo>
                  <a:lnTo>
                    <a:pt x="254217" y="200668"/>
                  </a:lnTo>
                  <a:lnTo>
                    <a:pt x="253981" y="199824"/>
                  </a:lnTo>
                  <a:lnTo>
                    <a:pt x="251524" y="198751"/>
                  </a:lnTo>
                  <a:lnTo>
                    <a:pt x="250923" y="196316"/>
                  </a:lnTo>
                  <a:lnTo>
                    <a:pt x="252719" y="193143"/>
                  </a:lnTo>
                  <a:lnTo>
                    <a:pt x="254187" y="191797"/>
                  </a:lnTo>
                  <a:lnTo>
                    <a:pt x="255100" y="191409"/>
                  </a:lnTo>
                  <a:lnTo>
                    <a:pt x="252878" y="191546"/>
                  </a:lnTo>
                  <a:lnTo>
                    <a:pt x="251273" y="193585"/>
                  </a:lnTo>
                  <a:lnTo>
                    <a:pt x="249219" y="190313"/>
                  </a:lnTo>
                  <a:lnTo>
                    <a:pt x="240842" y="183929"/>
                  </a:lnTo>
                  <a:lnTo>
                    <a:pt x="241382" y="182461"/>
                  </a:lnTo>
                  <a:lnTo>
                    <a:pt x="241290" y="181670"/>
                  </a:lnTo>
                  <a:lnTo>
                    <a:pt x="239883" y="183382"/>
                  </a:lnTo>
                  <a:lnTo>
                    <a:pt x="238924" y="183823"/>
                  </a:lnTo>
                  <a:lnTo>
                    <a:pt x="234641" y="183549"/>
                  </a:lnTo>
                  <a:lnTo>
                    <a:pt x="229710" y="184333"/>
                  </a:lnTo>
                  <a:lnTo>
                    <a:pt x="228409" y="177683"/>
                  </a:lnTo>
                  <a:lnTo>
                    <a:pt x="227793" y="175126"/>
                  </a:lnTo>
                  <a:lnTo>
                    <a:pt x="227633" y="173468"/>
                  </a:lnTo>
                  <a:lnTo>
                    <a:pt x="228904" y="169633"/>
                  </a:lnTo>
                  <a:lnTo>
                    <a:pt x="230296" y="168066"/>
                  </a:lnTo>
                  <a:lnTo>
                    <a:pt x="232145" y="164832"/>
                  </a:lnTo>
                  <a:lnTo>
                    <a:pt x="234428" y="162139"/>
                  </a:lnTo>
                  <a:lnTo>
                    <a:pt x="236839" y="161499"/>
                  </a:lnTo>
                  <a:lnTo>
                    <a:pt x="237905" y="161104"/>
                  </a:lnTo>
                  <a:lnTo>
                    <a:pt x="238795" y="159019"/>
                  </a:lnTo>
                  <a:lnTo>
                    <a:pt x="239297" y="157239"/>
                  </a:lnTo>
                  <a:lnTo>
                    <a:pt x="238932" y="157064"/>
                  </a:lnTo>
                  <a:lnTo>
                    <a:pt x="236117" y="157429"/>
                  </a:lnTo>
                  <a:lnTo>
                    <a:pt x="231065" y="149934"/>
                  </a:lnTo>
                  <a:lnTo>
                    <a:pt x="231224" y="148740"/>
                  </a:lnTo>
                  <a:lnTo>
                    <a:pt x="231856" y="146967"/>
                  </a:lnTo>
                  <a:lnTo>
                    <a:pt x="232274" y="144723"/>
                  </a:lnTo>
                  <a:lnTo>
                    <a:pt x="232381" y="142950"/>
                  </a:lnTo>
                  <a:lnTo>
                    <a:pt x="233697" y="141420"/>
                  </a:lnTo>
                  <a:lnTo>
                    <a:pt x="235713" y="139883"/>
                  </a:lnTo>
                  <a:lnTo>
                    <a:pt x="237410" y="137692"/>
                  </a:lnTo>
                  <a:lnTo>
                    <a:pt x="238262" y="135554"/>
                  </a:lnTo>
                  <a:lnTo>
                    <a:pt x="238437" y="133607"/>
                  </a:lnTo>
                  <a:lnTo>
                    <a:pt x="237479" y="132214"/>
                  </a:lnTo>
                  <a:lnTo>
                    <a:pt x="234717" y="131445"/>
                  </a:lnTo>
                  <a:lnTo>
                    <a:pt x="231864" y="125876"/>
                  </a:lnTo>
                  <a:lnTo>
                    <a:pt x="231232" y="122384"/>
                  </a:lnTo>
                  <a:lnTo>
                    <a:pt x="230646" y="122019"/>
                  </a:lnTo>
                  <a:lnTo>
                    <a:pt x="228888" y="120428"/>
                  </a:lnTo>
                  <a:lnTo>
                    <a:pt x="227199" y="117431"/>
                  </a:lnTo>
                  <a:lnTo>
                    <a:pt x="226956" y="116959"/>
                  </a:lnTo>
                  <a:lnTo>
                    <a:pt x="228698" y="116434"/>
                  </a:lnTo>
                  <a:lnTo>
                    <a:pt x="235881" y="116411"/>
                  </a:lnTo>
                  <a:lnTo>
                    <a:pt x="237380" y="115749"/>
                  </a:lnTo>
                  <a:lnTo>
                    <a:pt x="237608" y="115521"/>
                  </a:lnTo>
                  <a:lnTo>
                    <a:pt x="238917" y="113185"/>
                  </a:lnTo>
                  <a:lnTo>
                    <a:pt x="240286" y="109343"/>
                  </a:lnTo>
                  <a:lnTo>
                    <a:pt x="240606" y="106992"/>
                  </a:lnTo>
                  <a:lnTo>
                    <a:pt x="240172" y="106018"/>
                  </a:lnTo>
                  <a:lnTo>
                    <a:pt x="237791" y="103636"/>
                  </a:lnTo>
                  <a:lnTo>
                    <a:pt x="237684" y="102936"/>
                  </a:lnTo>
                  <a:lnTo>
                    <a:pt x="238065" y="101810"/>
                  </a:lnTo>
                  <a:lnTo>
                    <a:pt x="239480" y="100608"/>
                  </a:lnTo>
                  <a:lnTo>
                    <a:pt x="241389" y="99238"/>
                  </a:lnTo>
                  <a:lnTo>
                    <a:pt x="242432" y="98059"/>
                  </a:lnTo>
                  <a:lnTo>
                    <a:pt x="242181" y="97131"/>
                  </a:lnTo>
                  <a:lnTo>
                    <a:pt x="241625" y="96165"/>
                  </a:lnTo>
                  <a:lnTo>
                    <a:pt x="241534" y="95259"/>
                  </a:lnTo>
                  <a:lnTo>
                    <a:pt x="241884" y="94148"/>
                  </a:lnTo>
                  <a:lnTo>
                    <a:pt x="242013" y="90344"/>
                  </a:lnTo>
                  <a:lnTo>
                    <a:pt x="242257" y="89370"/>
                  </a:lnTo>
                  <a:lnTo>
                    <a:pt x="241884" y="85901"/>
                  </a:lnTo>
                  <a:lnTo>
                    <a:pt x="241420" y="83063"/>
                  </a:lnTo>
                  <a:lnTo>
                    <a:pt x="239906" y="79380"/>
                  </a:lnTo>
                  <a:lnTo>
                    <a:pt x="240180" y="78566"/>
                  </a:lnTo>
                  <a:lnTo>
                    <a:pt x="240880" y="77881"/>
                  </a:lnTo>
                  <a:lnTo>
                    <a:pt x="243170" y="76603"/>
                  </a:lnTo>
                  <a:lnTo>
                    <a:pt x="244996" y="73590"/>
                  </a:lnTo>
                  <a:lnTo>
                    <a:pt x="247651" y="71064"/>
                  </a:lnTo>
                  <a:lnTo>
                    <a:pt x="251128" y="69033"/>
                  </a:lnTo>
                  <a:lnTo>
                    <a:pt x="253563" y="66773"/>
                  </a:lnTo>
                  <a:lnTo>
                    <a:pt x="254522" y="65038"/>
                  </a:lnTo>
                  <a:lnTo>
                    <a:pt x="255199" y="64581"/>
                  </a:lnTo>
                  <a:lnTo>
                    <a:pt x="255001" y="63775"/>
                  </a:lnTo>
                  <a:lnTo>
                    <a:pt x="254545" y="62603"/>
                  </a:lnTo>
                  <a:lnTo>
                    <a:pt x="253160" y="61455"/>
                  </a:lnTo>
                  <a:lnTo>
                    <a:pt x="251372" y="60800"/>
                  </a:lnTo>
                  <a:lnTo>
                    <a:pt x="249386" y="60831"/>
                  </a:lnTo>
                  <a:lnTo>
                    <a:pt x="248153" y="60595"/>
                  </a:lnTo>
                  <a:lnTo>
                    <a:pt x="247796" y="59697"/>
                  </a:lnTo>
                  <a:lnTo>
                    <a:pt x="247933" y="57262"/>
                  </a:lnTo>
                  <a:lnTo>
                    <a:pt x="247826" y="54850"/>
                  </a:lnTo>
                  <a:lnTo>
                    <a:pt x="247446" y="53739"/>
                  </a:lnTo>
                  <a:lnTo>
                    <a:pt x="246525" y="52902"/>
                  </a:lnTo>
                  <a:lnTo>
                    <a:pt x="244707" y="53123"/>
                  </a:lnTo>
                  <a:lnTo>
                    <a:pt x="243132" y="52438"/>
                  </a:lnTo>
                  <a:lnTo>
                    <a:pt x="241937" y="52278"/>
                  </a:lnTo>
                  <a:lnTo>
                    <a:pt x="241245" y="52819"/>
                  </a:lnTo>
                  <a:lnTo>
                    <a:pt x="237722" y="52659"/>
                  </a:lnTo>
                  <a:lnTo>
                    <a:pt x="236254" y="52271"/>
                  </a:lnTo>
                  <a:lnTo>
                    <a:pt x="235226" y="51792"/>
                  </a:lnTo>
                  <a:lnTo>
                    <a:pt x="234572" y="52058"/>
                  </a:lnTo>
                  <a:lnTo>
                    <a:pt x="234199" y="52530"/>
                  </a:lnTo>
                  <a:lnTo>
                    <a:pt x="234138" y="53268"/>
                  </a:lnTo>
                  <a:lnTo>
                    <a:pt x="233895" y="54242"/>
                  </a:lnTo>
                  <a:lnTo>
                    <a:pt x="232632" y="55124"/>
                  </a:lnTo>
                  <a:lnTo>
                    <a:pt x="229748" y="55999"/>
                  </a:lnTo>
                  <a:lnTo>
                    <a:pt x="227420" y="55931"/>
                  </a:lnTo>
                  <a:lnTo>
                    <a:pt x="225282" y="55307"/>
                  </a:lnTo>
                  <a:lnTo>
                    <a:pt x="224597" y="54843"/>
                  </a:lnTo>
                  <a:lnTo>
                    <a:pt x="223570" y="54432"/>
                  </a:lnTo>
                  <a:lnTo>
                    <a:pt x="219226" y="54941"/>
                  </a:lnTo>
                  <a:lnTo>
                    <a:pt x="218701" y="54569"/>
                  </a:lnTo>
                  <a:lnTo>
                    <a:pt x="217202" y="55474"/>
                  </a:lnTo>
                  <a:lnTo>
                    <a:pt x="214995" y="56555"/>
                  </a:lnTo>
                  <a:lnTo>
                    <a:pt x="213755" y="56615"/>
                  </a:lnTo>
                  <a:lnTo>
                    <a:pt x="213306" y="56387"/>
                  </a:lnTo>
                  <a:lnTo>
                    <a:pt x="213146" y="55908"/>
                  </a:lnTo>
                  <a:lnTo>
                    <a:pt x="212218" y="54226"/>
                  </a:lnTo>
                  <a:lnTo>
                    <a:pt x="212462" y="53336"/>
                  </a:lnTo>
                  <a:lnTo>
                    <a:pt x="214242" y="50726"/>
                  </a:lnTo>
                  <a:lnTo>
                    <a:pt x="214044" y="50103"/>
                  </a:lnTo>
                  <a:lnTo>
                    <a:pt x="213314" y="49258"/>
                  </a:lnTo>
                  <a:lnTo>
                    <a:pt x="212659" y="48041"/>
                  </a:lnTo>
                  <a:lnTo>
                    <a:pt x="212469" y="47409"/>
                  </a:lnTo>
                  <a:lnTo>
                    <a:pt x="211336" y="47302"/>
                  </a:lnTo>
                  <a:lnTo>
                    <a:pt x="210126" y="47942"/>
                  </a:lnTo>
                  <a:lnTo>
                    <a:pt x="205523" y="49258"/>
                  </a:lnTo>
                  <a:lnTo>
                    <a:pt x="204419" y="49737"/>
                  </a:lnTo>
                  <a:lnTo>
                    <a:pt x="202426" y="51000"/>
                  </a:lnTo>
                  <a:lnTo>
                    <a:pt x="200410" y="52933"/>
                  </a:lnTo>
                  <a:lnTo>
                    <a:pt x="198804" y="53336"/>
                  </a:lnTo>
                  <a:lnTo>
                    <a:pt x="198249" y="52766"/>
                  </a:lnTo>
                  <a:lnTo>
                    <a:pt x="198059" y="48231"/>
                  </a:lnTo>
                  <a:lnTo>
                    <a:pt x="200509" y="45210"/>
                  </a:lnTo>
                  <a:lnTo>
                    <a:pt x="202251" y="43384"/>
                  </a:lnTo>
                  <a:lnTo>
                    <a:pt x="201437" y="43011"/>
                  </a:lnTo>
                  <a:lnTo>
                    <a:pt x="199588" y="43064"/>
                  </a:lnTo>
                  <a:lnTo>
                    <a:pt x="199717" y="41649"/>
                  </a:lnTo>
                  <a:lnTo>
                    <a:pt x="200585" y="40965"/>
                  </a:lnTo>
                  <a:lnTo>
                    <a:pt x="201422" y="39420"/>
                  </a:lnTo>
                  <a:lnTo>
                    <a:pt x="200440" y="38758"/>
                  </a:lnTo>
                  <a:lnTo>
                    <a:pt x="199672" y="37739"/>
                  </a:lnTo>
                  <a:lnTo>
                    <a:pt x="199717" y="35076"/>
                  </a:lnTo>
                  <a:lnTo>
                    <a:pt x="199930" y="33995"/>
                  </a:lnTo>
                  <a:lnTo>
                    <a:pt x="199679" y="32824"/>
                  </a:lnTo>
                  <a:lnTo>
                    <a:pt x="195913" y="34406"/>
                  </a:lnTo>
                  <a:lnTo>
                    <a:pt x="194947" y="34170"/>
                  </a:lnTo>
                  <a:lnTo>
                    <a:pt x="194909" y="32192"/>
                  </a:lnTo>
                  <a:lnTo>
                    <a:pt x="196993" y="29171"/>
                  </a:lnTo>
                  <a:lnTo>
                    <a:pt x="197206" y="28243"/>
                  </a:lnTo>
                  <a:lnTo>
                    <a:pt x="194764" y="27794"/>
                  </a:lnTo>
                  <a:lnTo>
                    <a:pt x="192938" y="26310"/>
                  </a:lnTo>
                  <a:lnTo>
                    <a:pt x="191827" y="24979"/>
                  </a:lnTo>
                  <a:lnTo>
                    <a:pt x="190640" y="23069"/>
                  </a:lnTo>
                  <a:lnTo>
                    <a:pt x="190633" y="21350"/>
                  </a:lnTo>
                  <a:lnTo>
                    <a:pt x="191865" y="17325"/>
                  </a:lnTo>
                  <a:lnTo>
                    <a:pt x="193623" y="16153"/>
                  </a:lnTo>
                  <a:lnTo>
                    <a:pt x="195144" y="15430"/>
                  </a:lnTo>
                  <a:lnTo>
                    <a:pt x="198363" y="12638"/>
                  </a:lnTo>
                  <a:lnTo>
                    <a:pt x="202799" y="13155"/>
                  </a:lnTo>
                  <a:lnTo>
                    <a:pt x="205545" y="12554"/>
                  </a:lnTo>
                  <a:lnTo>
                    <a:pt x="208011" y="11124"/>
                  </a:lnTo>
                  <a:lnTo>
                    <a:pt x="209426" y="10804"/>
                  </a:lnTo>
                  <a:lnTo>
                    <a:pt x="211701" y="9556"/>
                  </a:lnTo>
                  <a:lnTo>
                    <a:pt x="211625" y="7867"/>
                  </a:lnTo>
                  <a:lnTo>
                    <a:pt x="210841" y="6612"/>
                  </a:lnTo>
                  <a:lnTo>
                    <a:pt x="211526" y="5433"/>
                  </a:lnTo>
                  <a:lnTo>
                    <a:pt x="214075" y="3987"/>
                  </a:lnTo>
                  <a:lnTo>
                    <a:pt x="216905" y="2070"/>
                  </a:lnTo>
                  <a:lnTo>
                    <a:pt x="220154" y="1697"/>
                  </a:lnTo>
                  <a:lnTo>
                    <a:pt x="223456" y="0"/>
                  </a:lnTo>
                  <a:lnTo>
                    <a:pt x="225670" y="1096"/>
                  </a:lnTo>
                  <a:lnTo>
                    <a:pt x="227610" y="723"/>
                  </a:lnTo>
                  <a:lnTo>
                    <a:pt x="229839" y="2024"/>
                  </a:lnTo>
                  <a:lnTo>
                    <a:pt x="232769" y="4999"/>
                  </a:lnTo>
                  <a:lnTo>
                    <a:pt x="237060" y="6194"/>
                  </a:lnTo>
                  <a:lnTo>
                    <a:pt x="240484" y="5258"/>
                  </a:lnTo>
                  <a:lnTo>
                    <a:pt x="246533" y="5060"/>
                  </a:lnTo>
                  <a:lnTo>
                    <a:pt x="249553" y="5455"/>
                  </a:lnTo>
                  <a:lnTo>
                    <a:pt x="254925" y="4718"/>
                  </a:lnTo>
                  <a:lnTo>
                    <a:pt x="257999" y="4984"/>
                  </a:lnTo>
                  <a:lnTo>
                    <a:pt x="262983" y="3508"/>
                  </a:lnTo>
                  <a:lnTo>
                    <a:pt x="266840" y="5349"/>
                  </a:lnTo>
                  <a:lnTo>
                    <a:pt x="274319" y="6209"/>
                  </a:lnTo>
                  <a:lnTo>
                    <a:pt x="278808" y="7715"/>
                  </a:lnTo>
                  <a:lnTo>
                    <a:pt x="291241" y="10241"/>
                  </a:lnTo>
                  <a:lnTo>
                    <a:pt x="295730" y="10272"/>
                  </a:lnTo>
                  <a:lnTo>
                    <a:pt x="302083" y="8849"/>
                  </a:lnTo>
                  <a:lnTo>
                    <a:pt x="304776" y="7784"/>
                  </a:lnTo>
                  <a:lnTo>
                    <a:pt x="307241" y="8415"/>
                  </a:lnTo>
                  <a:lnTo>
                    <a:pt x="310856" y="7190"/>
                  </a:lnTo>
                  <a:lnTo>
                    <a:pt x="312590" y="7441"/>
                  </a:lnTo>
                  <a:lnTo>
                    <a:pt x="314850" y="9184"/>
                  </a:lnTo>
                  <a:lnTo>
                    <a:pt x="322801" y="11535"/>
                  </a:lnTo>
                  <a:lnTo>
                    <a:pt x="324886" y="9541"/>
                  </a:lnTo>
                  <a:lnTo>
                    <a:pt x="326438" y="9108"/>
                  </a:lnTo>
                  <a:lnTo>
                    <a:pt x="332160" y="10325"/>
                  </a:lnTo>
                  <a:lnTo>
                    <a:pt x="337927" y="12805"/>
                  </a:lnTo>
                  <a:lnTo>
                    <a:pt x="340925" y="12980"/>
                  </a:lnTo>
                  <a:lnTo>
                    <a:pt x="345307" y="12303"/>
                  </a:lnTo>
                  <a:lnTo>
                    <a:pt x="348784" y="10675"/>
                  </a:lnTo>
                  <a:lnTo>
                    <a:pt x="349484" y="10416"/>
                  </a:lnTo>
                  <a:close/>
                  <a:moveTo>
                    <a:pt x="479477" y="111930"/>
                  </a:moveTo>
                  <a:lnTo>
                    <a:pt x="479089" y="112249"/>
                  </a:lnTo>
                  <a:lnTo>
                    <a:pt x="472523" y="109046"/>
                  </a:lnTo>
                  <a:lnTo>
                    <a:pt x="470377" y="108688"/>
                  </a:lnTo>
                  <a:lnTo>
                    <a:pt x="469852" y="108201"/>
                  </a:lnTo>
                  <a:lnTo>
                    <a:pt x="469913" y="106535"/>
                  </a:lnTo>
                  <a:lnTo>
                    <a:pt x="470080" y="105797"/>
                  </a:lnTo>
                  <a:lnTo>
                    <a:pt x="474478" y="105462"/>
                  </a:lnTo>
                  <a:lnTo>
                    <a:pt x="478031" y="106649"/>
                  </a:lnTo>
                  <a:lnTo>
                    <a:pt x="479941" y="109845"/>
                  </a:lnTo>
                  <a:lnTo>
                    <a:pt x="480085" y="110393"/>
                  </a:lnTo>
                  <a:lnTo>
                    <a:pt x="479477" y="111930"/>
                  </a:lnTo>
                  <a:close/>
                  <a:moveTo>
                    <a:pt x="454954" y="113360"/>
                  </a:moveTo>
                  <a:lnTo>
                    <a:pt x="457001" y="114281"/>
                  </a:lnTo>
                  <a:lnTo>
                    <a:pt x="459162" y="113451"/>
                  </a:lnTo>
                  <a:lnTo>
                    <a:pt x="460311" y="113710"/>
                  </a:lnTo>
                  <a:lnTo>
                    <a:pt x="461444" y="114159"/>
                  </a:lnTo>
                  <a:lnTo>
                    <a:pt x="461718" y="115909"/>
                  </a:lnTo>
                  <a:lnTo>
                    <a:pt x="460714" y="117857"/>
                  </a:lnTo>
                  <a:lnTo>
                    <a:pt x="459306" y="119835"/>
                  </a:lnTo>
                  <a:lnTo>
                    <a:pt x="458120" y="122003"/>
                  </a:lnTo>
                  <a:lnTo>
                    <a:pt x="457085" y="124491"/>
                  </a:lnTo>
                  <a:lnTo>
                    <a:pt x="455160" y="125960"/>
                  </a:lnTo>
                  <a:lnTo>
                    <a:pt x="453417" y="126842"/>
                  </a:lnTo>
                  <a:lnTo>
                    <a:pt x="449735" y="124993"/>
                  </a:lnTo>
                  <a:lnTo>
                    <a:pt x="447589" y="124529"/>
                  </a:lnTo>
                  <a:lnTo>
                    <a:pt x="446950" y="123837"/>
                  </a:lnTo>
                  <a:lnTo>
                    <a:pt x="446440" y="121083"/>
                  </a:lnTo>
                  <a:lnTo>
                    <a:pt x="445474" y="120208"/>
                  </a:lnTo>
                  <a:lnTo>
                    <a:pt x="444051" y="119820"/>
                  </a:lnTo>
                  <a:lnTo>
                    <a:pt x="442803" y="120527"/>
                  </a:lnTo>
                  <a:lnTo>
                    <a:pt x="441175" y="121981"/>
                  </a:lnTo>
                  <a:lnTo>
                    <a:pt x="440308" y="120527"/>
                  </a:lnTo>
                  <a:lnTo>
                    <a:pt x="438931" y="120253"/>
                  </a:lnTo>
                  <a:lnTo>
                    <a:pt x="438413" y="119378"/>
                  </a:lnTo>
                  <a:lnTo>
                    <a:pt x="438436" y="118252"/>
                  </a:lnTo>
                  <a:lnTo>
                    <a:pt x="447270" y="111564"/>
                  </a:lnTo>
                  <a:lnTo>
                    <a:pt x="449826" y="110081"/>
                  </a:lnTo>
                  <a:lnTo>
                    <a:pt x="455251" y="108354"/>
                  </a:lnTo>
                  <a:lnTo>
                    <a:pt x="456080" y="108612"/>
                  </a:lnTo>
                  <a:lnTo>
                    <a:pt x="455373" y="109632"/>
                  </a:lnTo>
                  <a:lnTo>
                    <a:pt x="455426" y="110096"/>
                  </a:lnTo>
                  <a:lnTo>
                    <a:pt x="456103" y="110590"/>
                  </a:lnTo>
                  <a:lnTo>
                    <a:pt x="455943" y="111382"/>
                  </a:lnTo>
                  <a:lnTo>
                    <a:pt x="455259" y="112066"/>
                  </a:lnTo>
                  <a:lnTo>
                    <a:pt x="454954" y="113360"/>
                  </a:lnTo>
                  <a:close/>
                  <a:moveTo>
                    <a:pt x="418646" y="137327"/>
                  </a:moveTo>
                  <a:lnTo>
                    <a:pt x="417870" y="139009"/>
                  </a:lnTo>
                  <a:lnTo>
                    <a:pt x="414621" y="138415"/>
                  </a:lnTo>
                  <a:lnTo>
                    <a:pt x="413906" y="137738"/>
                  </a:lnTo>
                  <a:lnTo>
                    <a:pt x="414606" y="135836"/>
                  </a:lnTo>
                  <a:lnTo>
                    <a:pt x="415542" y="135608"/>
                  </a:lnTo>
                  <a:lnTo>
                    <a:pt x="415603" y="134253"/>
                  </a:lnTo>
                  <a:lnTo>
                    <a:pt x="416584" y="132891"/>
                  </a:lnTo>
                  <a:lnTo>
                    <a:pt x="421195" y="131788"/>
                  </a:lnTo>
                  <a:lnTo>
                    <a:pt x="422237" y="132716"/>
                  </a:lnTo>
                  <a:lnTo>
                    <a:pt x="422458" y="134048"/>
                  </a:lnTo>
                  <a:lnTo>
                    <a:pt x="419704" y="136954"/>
                  </a:lnTo>
                  <a:lnTo>
                    <a:pt x="418646" y="137327"/>
                  </a:lnTo>
                  <a:close/>
                  <a:moveTo>
                    <a:pt x="421826" y="144061"/>
                  </a:moveTo>
                  <a:lnTo>
                    <a:pt x="421347" y="144418"/>
                  </a:lnTo>
                  <a:lnTo>
                    <a:pt x="419932" y="144091"/>
                  </a:lnTo>
                  <a:lnTo>
                    <a:pt x="417809" y="144091"/>
                  </a:lnTo>
                  <a:lnTo>
                    <a:pt x="417725" y="142988"/>
                  </a:lnTo>
                  <a:lnTo>
                    <a:pt x="418053" y="142219"/>
                  </a:lnTo>
                  <a:lnTo>
                    <a:pt x="418464" y="141436"/>
                  </a:lnTo>
                  <a:lnTo>
                    <a:pt x="419757" y="142973"/>
                  </a:lnTo>
                  <a:lnTo>
                    <a:pt x="421804" y="143262"/>
                  </a:lnTo>
                  <a:lnTo>
                    <a:pt x="421826" y="144061"/>
                  </a:lnTo>
                  <a:close/>
                  <a:moveTo>
                    <a:pt x="94909" y="394268"/>
                  </a:moveTo>
                  <a:lnTo>
                    <a:pt x="93456" y="395866"/>
                  </a:lnTo>
                  <a:lnTo>
                    <a:pt x="91835" y="395287"/>
                  </a:lnTo>
                  <a:lnTo>
                    <a:pt x="92611" y="391788"/>
                  </a:lnTo>
                  <a:lnTo>
                    <a:pt x="93365" y="390745"/>
                  </a:lnTo>
                  <a:lnTo>
                    <a:pt x="96317" y="389216"/>
                  </a:lnTo>
                  <a:lnTo>
                    <a:pt x="98774" y="388600"/>
                  </a:lnTo>
                  <a:lnTo>
                    <a:pt x="99497" y="386971"/>
                  </a:lnTo>
                  <a:lnTo>
                    <a:pt x="100304" y="386340"/>
                  </a:lnTo>
                  <a:lnTo>
                    <a:pt x="101171" y="387306"/>
                  </a:lnTo>
                  <a:lnTo>
                    <a:pt x="100517" y="388432"/>
                  </a:lnTo>
                  <a:lnTo>
                    <a:pt x="99999" y="391947"/>
                  </a:lnTo>
                  <a:lnTo>
                    <a:pt x="98363" y="393074"/>
                  </a:lnTo>
                  <a:lnTo>
                    <a:pt x="94909" y="394268"/>
                  </a:lnTo>
                  <a:close/>
                  <a:moveTo>
                    <a:pt x="6969" y="404395"/>
                  </a:moveTo>
                  <a:lnTo>
                    <a:pt x="6437" y="404578"/>
                  </a:lnTo>
                  <a:lnTo>
                    <a:pt x="5950" y="402668"/>
                  </a:lnTo>
                  <a:lnTo>
                    <a:pt x="3416" y="397981"/>
                  </a:lnTo>
                  <a:lnTo>
                    <a:pt x="4953" y="395889"/>
                  </a:lnTo>
                  <a:lnTo>
                    <a:pt x="7753" y="395835"/>
                  </a:lnTo>
                  <a:lnTo>
                    <a:pt x="8887" y="397296"/>
                  </a:lnTo>
                  <a:lnTo>
                    <a:pt x="9267" y="398803"/>
                  </a:lnTo>
                  <a:lnTo>
                    <a:pt x="8734" y="399670"/>
                  </a:lnTo>
                  <a:lnTo>
                    <a:pt x="8894" y="401428"/>
                  </a:lnTo>
                  <a:lnTo>
                    <a:pt x="8598" y="402561"/>
                  </a:lnTo>
                  <a:lnTo>
                    <a:pt x="6969" y="404395"/>
                  </a:lnTo>
                  <a:close/>
                  <a:moveTo>
                    <a:pt x="84638" y="412209"/>
                  </a:moveTo>
                  <a:lnTo>
                    <a:pt x="81739" y="414940"/>
                  </a:lnTo>
                  <a:lnTo>
                    <a:pt x="78840" y="414309"/>
                  </a:lnTo>
                  <a:lnTo>
                    <a:pt x="78345" y="413860"/>
                  </a:lnTo>
                  <a:lnTo>
                    <a:pt x="81252" y="413168"/>
                  </a:lnTo>
                  <a:lnTo>
                    <a:pt x="83892" y="411091"/>
                  </a:lnTo>
                  <a:lnTo>
                    <a:pt x="85589" y="406487"/>
                  </a:lnTo>
                  <a:lnTo>
                    <a:pt x="88244" y="401390"/>
                  </a:lnTo>
                  <a:lnTo>
                    <a:pt x="88777" y="399229"/>
                  </a:lnTo>
                  <a:lnTo>
                    <a:pt x="89827" y="398384"/>
                  </a:lnTo>
                  <a:lnTo>
                    <a:pt x="91272" y="398308"/>
                  </a:lnTo>
                  <a:lnTo>
                    <a:pt x="91896" y="398468"/>
                  </a:lnTo>
                  <a:lnTo>
                    <a:pt x="92535" y="399602"/>
                  </a:lnTo>
                  <a:lnTo>
                    <a:pt x="92528" y="402166"/>
                  </a:lnTo>
                  <a:lnTo>
                    <a:pt x="91774" y="406419"/>
                  </a:lnTo>
                  <a:lnTo>
                    <a:pt x="90382" y="410177"/>
                  </a:lnTo>
                  <a:lnTo>
                    <a:pt x="84638" y="412209"/>
                  </a:lnTo>
                  <a:close/>
                  <a:moveTo>
                    <a:pt x="38994" y="407134"/>
                  </a:moveTo>
                  <a:lnTo>
                    <a:pt x="37206" y="412643"/>
                  </a:lnTo>
                  <a:lnTo>
                    <a:pt x="35540" y="414796"/>
                  </a:lnTo>
                  <a:lnTo>
                    <a:pt x="34550" y="415519"/>
                  </a:lnTo>
                  <a:lnTo>
                    <a:pt x="32093" y="416120"/>
                  </a:lnTo>
                  <a:lnTo>
                    <a:pt x="29171" y="412703"/>
                  </a:lnTo>
                  <a:lnTo>
                    <a:pt x="27650" y="409226"/>
                  </a:lnTo>
                  <a:lnTo>
                    <a:pt x="26812" y="408108"/>
                  </a:lnTo>
                  <a:lnTo>
                    <a:pt x="28144" y="407225"/>
                  </a:lnTo>
                  <a:lnTo>
                    <a:pt x="30084" y="407378"/>
                  </a:lnTo>
                  <a:lnTo>
                    <a:pt x="34254" y="406639"/>
                  </a:lnTo>
                  <a:lnTo>
                    <a:pt x="35098" y="406343"/>
                  </a:lnTo>
                  <a:lnTo>
                    <a:pt x="39336" y="402828"/>
                  </a:lnTo>
                  <a:lnTo>
                    <a:pt x="43506" y="402394"/>
                  </a:lnTo>
                  <a:lnTo>
                    <a:pt x="43605" y="403550"/>
                  </a:lnTo>
                  <a:lnTo>
                    <a:pt x="38994" y="407134"/>
                  </a:lnTo>
                  <a:close/>
                  <a:moveTo>
                    <a:pt x="20840" y="415755"/>
                  </a:moveTo>
                  <a:lnTo>
                    <a:pt x="19965" y="415960"/>
                  </a:lnTo>
                  <a:lnTo>
                    <a:pt x="18930" y="415359"/>
                  </a:lnTo>
                  <a:lnTo>
                    <a:pt x="17834" y="413449"/>
                  </a:lnTo>
                  <a:lnTo>
                    <a:pt x="18572" y="412034"/>
                  </a:lnTo>
                  <a:lnTo>
                    <a:pt x="19250" y="411387"/>
                  </a:lnTo>
                  <a:lnTo>
                    <a:pt x="20193" y="411486"/>
                  </a:lnTo>
                  <a:lnTo>
                    <a:pt x="22004" y="412529"/>
                  </a:lnTo>
                  <a:lnTo>
                    <a:pt x="22559" y="413609"/>
                  </a:lnTo>
                  <a:lnTo>
                    <a:pt x="22613" y="414278"/>
                  </a:lnTo>
                  <a:lnTo>
                    <a:pt x="20840" y="415755"/>
                  </a:lnTo>
                  <a:close/>
                  <a:moveTo>
                    <a:pt x="58936" y="412734"/>
                  </a:moveTo>
                  <a:lnTo>
                    <a:pt x="58807" y="414591"/>
                  </a:lnTo>
                  <a:lnTo>
                    <a:pt x="59309" y="416462"/>
                  </a:lnTo>
                  <a:lnTo>
                    <a:pt x="59179" y="419300"/>
                  </a:lnTo>
                  <a:lnTo>
                    <a:pt x="58160" y="420837"/>
                  </a:lnTo>
                  <a:lnTo>
                    <a:pt x="55542" y="422367"/>
                  </a:lnTo>
                  <a:lnTo>
                    <a:pt x="53481" y="422093"/>
                  </a:lnTo>
                  <a:lnTo>
                    <a:pt x="52316" y="421476"/>
                  </a:lnTo>
                  <a:lnTo>
                    <a:pt x="50247" y="418988"/>
                  </a:lnTo>
                  <a:lnTo>
                    <a:pt x="50201" y="416417"/>
                  </a:lnTo>
                  <a:lnTo>
                    <a:pt x="52096" y="414743"/>
                  </a:lnTo>
                  <a:lnTo>
                    <a:pt x="52910" y="412574"/>
                  </a:lnTo>
                  <a:lnTo>
                    <a:pt x="57825" y="412985"/>
                  </a:lnTo>
                  <a:lnTo>
                    <a:pt x="58251" y="412567"/>
                  </a:lnTo>
                  <a:lnTo>
                    <a:pt x="58616" y="412445"/>
                  </a:lnTo>
                  <a:lnTo>
                    <a:pt x="58936" y="412734"/>
                  </a:lnTo>
                  <a:close/>
                  <a:moveTo>
                    <a:pt x="5820" y="420860"/>
                  </a:moveTo>
                  <a:lnTo>
                    <a:pt x="3759" y="424778"/>
                  </a:lnTo>
                  <a:lnTo>
                    <a:pt x="1156" y="423318"/>
                  </a:lnTo>
                  <a:lnTo>
                    <a:pt x="525" y="422831"/>
                  </a:lnTo>
                  <a:lnTo>
                    <a:pt x="0" y="422024"/>
                  </a:lnTo>
                  <a:lnTo>
                    <a:pt x="2503" y="421864"/>
                  </a:lnTo>
                  <a:lnTo>
                    <a:pt x="5037" y="419894"/>
                  </a:lnTo>
                  <a:lnTo>
                    <a:pt x="5820" y="420860"/>
                  </a:lnTo>
                  <a:close/>
                </a:path>
              </a:pathLst>
            </a:custGeom>
            <a:solidFill>
              <a:srgbClr val="2562E8"/>
            </a:solidFill>
            <a:ln w="6168" cap="flat">
              <a:solidFill>
                <a:srgbClr val="2562E8"/>
              </a:solidFill>
              <a:prstDash val="solid"/>
              <a:miter/>
            </a:ln>
          </p:spPr>
          <p:txBody>
            <a:bodyPr/>
            <a:lstStyle/>
            <a:p>
              <a:endParaRPr lang="en-US"/>
            </a:p>
          </p:txBody>
        </p:sp>
        <p:sp>
          <p:nvSpPr>
            <p:cNvPr id="1031" name="Freeform: Shape 1030">
              <a:extLst>
                <a:ext uri="{FF2B5EF4-FFF2-40B4-BE49-F238E27FC236}">
                  <a16:creationId xmlns:a16="http://schemas.microsoft.com/office/drawing/2014/main" id="{F94C4794-AE6E-5462-0292-5BFC9CA87C20}"/>
                </a:ext>
              </a:extLst>
            </p:cNvPr>
            <p:cNvSpPr/>
            <p:nvPr/>
          </p:nvSpPr>
          <p:spPr>
            <a:xfrm>
              <a:off x="10278506" y="4685591"/>
              <a:ext cx="319856" cy="245307"/>
            </a:xfrm>
            <a:custGeom>
              <a:avLst/>
              <a:gdLst>
                <a:gd name="csX0" fmla="*/ 116000 w 319856"/>
                <a:gd name="csY0" fmla="*/ 9290 h 245307"/>
                <a:gd name="csX1" fmla="*/ 117560 w 319856"/>
                <a:gd name="csY1" fmla="*/ 9381 h 245307"/>
                <a:gd name="csX2" fmla="*/ 124126 w 319856"/>
                <a:gd name="csY2" fmla="*/ 8111 h 245307"/>
                <a:gd name="csX3" fmla="*/ 128052 w 319856"/>
                <a:gd name="csY3" fmla="*/ 5820 h 245307"/>
                <a:gd name="csX4" fmla="*/ 128645 w 319856"/>
                <a:gd name="csY4" fmla="*/ 4915 h 245307"/>
                <a:gd name="csX5" fmla="*/ 129726 w 319856"/>
                <a:gd name="csY5" fmla="*/ 4915 h 245307"/>
                <a:gd name="csX6" fmla="*/ 131035 w 319856"/>
                <a:gd name="csY6" fmla="*/ 5927 h 245307"/>
                <a:gd name="csX7" fmla="*/ 131529 w 319856"/>
                <a:gd name="csY7" fmla="*/ 6901 h 245307"/>
                <a:gd name="csX8" fmla="*/ 132366 w 319856"/>
                <a:gd name="csY8" fmla="*/ 8179 h 245307"/>
                <a:gd name="csX9" fmla="*/ 133911 w 319856"/>
                <a:gd name="csY9" fmla="*/ 8377 h 245307"/>
                <a:gd name="csX10" fmla="*/ 137662 w 319856"/>
                <a:gd name="csY10" fmla="*/ 7472 h 245307"/>
                <a:gd name="csX11" fmla="*/ 139503 w 319856"/>
                <a:gd name="csY11" fmla="*/ 6924 h 245307"/>
                <a:gd name="csX12" fmla="*/ 141055 w 319856"/>
                <a:gd name="csY12" fmla="*/ 7373 h 245307"/>
                <a:gd name="csX13" fmla="*/ 143041 w 319856"/>
                <a:gd name="csY13" fmla="*/ 7746 h 245307"/>
                <a:gd name="csX14" fmla="*/ 144289 w 319856"/>
                <a:gd name="csY14" fmla="*/ 7746 h 245307"/>
                <a:gd name="csX15" fmla="*/ 147256 w 319856"/>
                <a:gd name="csY15" fmla="*/ 9031 h 245307"/>
                <a:gd name="csX16" fmla="*/ 150817 w 319856"/>
                <a:gd name="csY16" fmla="*/ 8620 h 245307"/>
                <a:gd name="csX17" fmla="*/ 152498 w 319856"/>
                <a:gd name="csY17" fmla="*/ 8689 h 245307"/>
                <a:gd name="csX18" fmla="*/ 154225 w 319856"/>
                <a:gd name="csY18" fmla="*/ 9237 h 245307"/>
                <a:gd name="csX19" fmla="*/ 157033 w 319856"/>
                <a:gd name="csY19" fmla="*/ 11276 h 245307"/>
                <a:gd name="csX20" fmla="*/ 160693 w 319856"/>
                <a:gd name="csY20" fmla="*/ 13748 h 245307"/>
                <a:gd name="csX21" fmla="*/ 165928 w 319856"/>
                <a:gd name="csY21" fmla="*/ 15514 h 245307"/>
                <a:gd name="csX22" fmla="*/ 167008 w 319856"/>
                <a:gd name="csY22" fmla="*/ 16229 h 245307"/>
                <a:gd name="csX23" fmla="*/ 169534 w 319856"/>
                <a:gd name="csY23" fmla="*/ 19044 h 245307"/>
                <a:gd name="csX24" fmla="*/ 173460 w 319856"/>
                <a:gd name="csY24" fmla="*/ 24439 h 245307"/>
                <a:gd name="csX25" fmla="*/ 178596 w 319856"/>
                <a:gd name="csY25" fmla="*/ 29597 h 245307"/>
                <a:gd name="csX26" fmla="*/ 184196 w 319856"/>
                <a:gd name="csY26" fmla="*/ 33668 h 245307"/>
                <a:gd name="csX27" fmla="*/ 187186 w 319856"/>
                <a:gd name="csY27" fmla="*/ 36483 h 245307"/>
                <a:gd name="csX28" fmla="*/ 189202 w 319856"/>
                <a:gd name="csY28" fmla="*/ 39930 h 245307"/>
                <a:gd name="csX29" fmla="*/ 191180 w 319856"/>
                <a:gd name="csY29" fmla="*/ 43057 h 245307"/>
                <a:gd name="csX30" fmla="*/ 193197 w 319856"/>
                <a:gd name="csY30" fmla="*/ 44404 h 245307"/>
                <a:gd name="csX31" fmla="*/ 195068 w 319856"/>
                <a:gd name="csY31" fmla="*/ 45469 h 245307"/>
                <a:gd name="csX32" fmla="*/ 197009 w 319856"/>
                <a:gd name="csY32" fmla="*/ 47850 h 245307"/>
                <a:gd name="csX33" fmla="*/ 198393 w 319856"/>
                <a:gd name="csY33" fmla="*/ 49844 h 245307"/>
                <a:gd name="csX34" fmla="*/ 200280 w 319856"/>
                <a:gd name="csY34" fmla="*/ 52103 h 245307"/>
                <a:gd name="csX35" fmla="*/ 198188 w 319856"/>
                <a:gd name="csY35" fmla="*/ 55185 h 245307"/>
                <a:gd name="csX36" fmla="*/ 195380 w 319856"/>
                <a:gd name="csY36" fmla="*/ 59316 h 245307"/>
                <a:gd name="csX37" fmla="*/ 192116 w 319856"/>
                <a:gd name="csY37" fmla="*/ 64125 h 245307"/>
                <a:gd name="csX38" fmla="*/ 191127 w 319856"/>
                <a:gd name="csY38" fmla="*/ 65312 h 245307"/>
                <a:gd name="csX39" fmla="*/ 188266 w 319856"/>
                <a:gd name="csY39" fmla="*/ 68211 h 245307"/>
                <a:gd name="csX40" fmla="*/ 187772 w 319856"/>
                <a:gd name="csY40" fmla="*/ 69032 h 245307"/>
                <a:gd name="csX41" fmla="*/ 187216 w 319856"/>
                <a:gd name="csY41" fmla="*/ 71132 h 245307"/>
                <a:gd name="csX42" fmla="*/ 187178 w 319856"/>
                <a:gd name="csY42" fmla="*/ 74944 h 245307"/>
                <a:gd name="csX43" fmla="*/ 187544 w 319856"/>
                <a:gd name="csY43" fmla="*/ 79814 h 245307"/>
                <a:gd name="csX44" fmla="*/ 187894 w 319856"/>
                <a:gd name="csY44" fmla="*/ 84303 h 245307"/>
                <a:gd name="csX45" fmla="*/ 189468 w 319856"/>
                <a:gd name="csY45" fmla="*/ 84828 h 245307"/>
                <a:gd name="csX46" fmla="*/ 191294 w 319856"/>
                <a:gd name="csY46" fmla="*/ 85147 h 245307"/>
                <a:gd name="csX47" fmla="*/ 193311 w 319856"/>
                <a:gd name="csY47" fmla="*/ 84561 h 245307"/>
                <a:gd name="csX48" fmla="*/ 195753 w 319856"/>
                <a:gd name="csY48" fmla="*/ 84059 h 245307"/>
                <a:gd name="csX49" fmla="*/ 198781 w 319856"/>
                <a:gd name="csY49" fmla="*/ 83763 h 245307"/>
                <a:gd name="csX50" fmla="*/ 202129 w 319856"/>
                <a:gd name="csY50" fmla="*/ 82857 h 245307"/>
                <a:gd name="csX51" fmla="*/ 204107 w 319856"/>
                <a:gd name="csY51" fmla="*/ 82127 h 245307"/>
                <a:gd name="csX52" fmla="*/ 206185 w 319856"/>
                <a:gd name="csY52" fmla="*/ 82180 h 245307"/>
                <a:gd name="csX53" fmla="*/ 208026 w 319856"/>
                <a:gd name="csY53" fmla="*/ 82964 h 245307"/>
                <a:gd name="csX54" fmla="*/ 208924 w 319856"/>
                <a:gd name="csY54" fmla="*/ 83679 h 245307"/>
                <a:gd name="csX55" fmla="*/ 210225 w 319856"/>
                <a:gd name="csY55" fmla="*/ 83922 h 245307"/>
                <a:gd name="csX56" fmla="*/ 211906 w 319856"/>
                <a:gd name="csY56" fmla="*/ 83892 h 245307"/>
                <a:gd name="csX57" fmla="*/ 211548 w 319856"/>
                <a:gd name="csY57" fmla="*/ 84736 h 245307"/>
                <a:gd name="csX58" fmla="*/ 210628 w 319856"/>
                <a:gd name="csY58" fmla="*/ 85969 h 245307"/>
                <a:gd name="csX59" fmla="*/ 209494 w 319856"/>
                <a:gd name="csY59" fmla="*/ 87202 h 245307"/>
                <a:gd name="csX60" fmla="*/ 208497 w 319856"/>
                <a:gd name="csY60" fmla="*/ 88480 h 245307"/>
                <a:gd name="csX61" fmla="*/ 206284 w 319856"/>
                <a:gd name="csY61" fmla="*/ 92056 h 245307"/>
                <a:gd name="csX62" fmla="*/ 206215 w 319856"/>
                <a:gd name="csY62" fmla="*/ 92512 h 245307"/>
                <a:gd name="csX63" fmla="*/ 206489 w 319856"/>
                <a:gd name="csY63" fmla="*/ 93220 h 245307"/>
                <a:gd name="csX64" fmla="*/ 207683 w 319856"/>
                <a:gd name="csY64" fmla="*/ 94848 h 245307"/>
                <a:gd name="csX65" fmla="*/ 208931 w 319856"/>
                <a:gd name="csY65" fmla="*/ 97488 h 245307"/>
                <a:gd name="csX66" fmla="*/ 209631 w 319856"/>
                <a:gd name="csY66" fmla="*/ 99908 h 245307"/>
                <a:gd name="csX67" fmla="*/ 210171 w 319856"/>
                <a:gd name="csY67" fmla="*/ 101080 h 245307"/>
                <a:gd name="csX68" fmla="*/ 211685 w 319856"/>
                <a:gd name="csY68" fmla="*/ 102419 h 245307"/>
                <a:gd name="csX69" fmla="*/ 213869 w 319856"/>
                <a:gd name="csY69" fmla="*/ 105181 h 245307"/>
                <a:gd name="csX70" fmla="*/ 215026 w 319856"/>
                <a:gd name="csY70" fmla="*/ 107045 h 245307"/>
                <a:gd name="csX71" fmla="*/ 217438 w 319856"/>
                <a:gd name="csY71" fmla="*/ 108041 h 245307"/>
                <a:gd name="csX72" fmla="*/ 218221 w 319856"/>
                <a:gd name="csY72" fmla="*/ 110400 h 245307"/>
                <a:gd name="csX73" fmla="*/ 220024 w 319856"/>
                <a:gd name="csY73" fmla="*/ 113870 h 245307"/>
                <a:gd name="csX74" fmla="*/ 221972 w 319856"/>
                <a:gd name="csY74" fmla="*/ 116639 h 245307"/>
                <a:gd name="csX75" fmla="*/ 223859 w 319856"/>
                <a:gd name="csY75" fmla="*/ 118808 h 245307"/>
                <a:gd name="csX76" fmla="*/ 225959 w 319856"/>
                <a:gd name="csY76" fmla="*/ 119645 h 245307"/>
                <a:gd name="csX77" fmla="*/ 226804 w 319856"/>
                <a:gd name="csY77" fmla="*/ 119713 h 245307"/>
                <a:gd name="csX78" fmla="*/ 231209 w 319856"/>
                <a:gd name="csY78" fmla="*/ 123723 h 245307"/>
                <a:gd name="csX79" fmla="*/ 234564 w 319856"/>
                <a:gd name="csY79" fmla="*/ 126774 h 245307"/>
                <a:gd name="csX80" fmla="*/ 235394 w 319856"/>
                <a:gd name="csY80" fmla="*/ 127261 h 245307"/>
                <a:gd name="csX81" fmla="*/ 241442 w 319856"/>
                <a:gd name="csY81" fmla="*/ 129262 h 245307"/>
                <a:gd name="csX82" fmla="*/ 248405 w 319856"/>
                <a:gd name="csY82" fmla="*/ 131559 h 245307"/>
                <a:gd name="csX83" fmla="*/ 253989 w 319856"/>
                <a:gd name="csY83" fmla="*/ 133401 h 245307"/>
                <a:gd name="csX84" fmla="*/ 261103 w 319856"/>
                <a:gd name="csY84" fmla="*/ 135744 h 245307"/>
                <a:gd name="csX85" fmla="*/ 268118 w 319856"/>
                <a:gd name="csY85" fmla="*/ 138065 h 245307"/>
                <a:gd name="csX86" fmla="*/ 274700 w 319856"/>
                <a:gd name="csY86" fmla="*/ 140271 h 245307"/>
                <a:gd name="csX87" fmla="*/ 283937 w 319856"/>
                <a:gd name="csY87" fmla="*/ 143376 h 245307"/>
                <a:gd name="csX88" fmla="*/ 291377 w 319856"/>
                <a:gd name="csY88" fmla="*/ 145879 h 245307"/>
                <a:gd name="csX89" fmla="*/ 297252 w 319856"/>
                <a:gd name="csY89" fmla="*/ 147857 h 245307"/>
                <a:gd name="csX90" fmla="*/ 298499 w 319856"/>
                <a:gd name="csY90" fmla="*/ 148473 h 245307"/>
                <a:gd name="csX91" fmla="*/ 305492 w 319856"/>
                <a:gd name="csY91" fmla="*/ 148473 h 245307"/>
                <a:gd name="csX92" fmla="*/ 312590 w 319856"/>
                <a:gd name="csY92" fmla="*/ 148473 h 245307"/>
                <a:gd name="csX93" fmla="*/ 319857 w 319856"/>
                <a:gd name="csY93" fmla="*/ 148473 h 245307"/>
                <a:gd name="csX94" fmla="*/ 314591 w 319856"/>
                <a:gd name="csY94" fmla="*/ 153563 h 245307"/>
                <a:gd name="csX95" fmla="*/ 308634 w 319856"/>
                <a:gd name="csY95" fmla="*/ 159323 h 245307"/>
                <a:gd name="csX96" fmla="*/ 302380 w 319856"/>
                <a:gd name="csY96" fmla="*/ 165364 h 245307"/>
                <a:gd name="csX97" fmla="*/ 298347 w 319856"/>
                <a:gd name="csY97" fmla="*/ 169252 h 245307"/>
                <a:gd name="csX98" fmla="*/ 291963 w 319856"/>
                <a:gd name="csY98" fmla="*/ 175423 h 245307"/>
                <a:gd name="csX99" fmla="*/ 286645 w 319856"/>
                <a:gd name="csY99" fmla="*/ 180551 h 245307"/>
                <a:gd name="csX100" fmla="*/ 281174 w 319856"/>
                <a:gd name="csY100" fmla="*/ 186151 h 245307"/>
                <a:gd name="csX101" fmla="*/ 276229 w 319856"/>
                <a:gd name="csY101" fmla="*/ 191218 h 245307"/>
                <a:gd name="csX102" fmla="*/ 269792 w 319856"/>
                <a:gd name="csY102" fmla="*/ 198233 h 245307"/>
                <a:gd name="csX103" fmla="*/ 265623 w 319856"/>
                <a:gd name="csY103" fmla="*/ 202768 h 245307"/>
                <a:gd name="csX104" fmla="*/ 259094 w 319856"/>
                <a:gd name="csY104" fmla="*/ 209882 h 245307"/>
                <a:gd name="csX105" fmla="*/ 254993 w 319856"/>
                <a:gd name="csY105" fmla="*/ 214341 h 245307"/>
                <a:gd name="csX106" fmla="*/ 254370 w 319856"/>
                <a:gd name="csY106" fmla="*/ 214599 h 245307"/>
                <a:gd name="csX107" fmla="*/ 248504 w 319856"/>
                <a:gd name="csY107" fmla="*/ 214264 h 245307"/>
                <a:gd name="csX108" fmla="*/ 242797 w 319856"/>
                <a:gd name="csY108" fmla="*/ 213930 h 245307"/>
                <a:gd name="csX109" fmla="*/ 235508 w 319856"/>
                <a:gd name="csY109" fmla="*/ 213511 h 245307"/>
                <a:gd name="csX110" fmla="*/ 234671 w 319856"/>
                <a:gd name="csY110" fmla="*/ 213527 h 245307"/>
                <a:gd name="csX111" fmla="*/ 232548 w 319856"/>
                <a:gd name="csY111" fmla="*/ 213945 h 245307"/>
                <a:gd name="csX112" fmla="*/ 231262 w 319856"/>
                <a:gd name="csY112" fmla="*/ 214356 h 245307"/>
                <a:gd name="csX113" fmla="*/ 226012 w 319856"/>
                <a:gd name="csY113" fmla="*/ 215558 h 245307"/>
                <a:gd name="csX114" fmla="*/ 225046 w 319856"/>
                <a:gd name="csY114" fmla="*/ 215870 h 245307"/>
                <a:gd name="csX115" fmla="*/ 220687 w 319856"/>
                <a:gd name="csY115" fmla="*/ 217780 h 245307"/>
                <a:gd name="csX116" fmla="*/ 216235 w 319856"/>
                <a:gd name="csY116" fmla="*/ 220032 h 245307"/>
                <a:gd name="csX117" fmla="*/ 213892 w 319856"/>
                <a:gd name="csY117" fmla="*/ 221767 h 245307"/>
                <a:gd name="csX118" fmla="*/ 212081 w 319856"/>
                <a:gd name="csY118" fmla="*/ 224277 h 245307"/>
                <a:gd name="csX119" fmla="*/ 211305 w 319856"/>
                <a:gd name="csY119" fmla="*/ 226066 h 245307"/>
                <a:gd name="csX120" fmla="*/ 210491 w 319856"/>
                <a:gd name="csY120" fmla="*/ 226849 h 245307"/>
                <a:gd name="csX121" fmla="*/ 209106 w 319856"/>
                <a:gd name="csY121" fmla="*/ 227534 h 245307"/>
                <a:gd name="csX122" fmla="*/ 199786 w 319856"/>
                <a:gd name="csY122" fmla="*/ 229231 h 245307"/>
                <a:gd name="csX123" fmla="*/ 197077 w 319856"/>
                <a:gd name="csY123" fmla="*/ 229459 h 245307"/>
                <a:gd name="csX124" fmla="*/ 192717 w 319856"/>
                <a:gd name="csY124" fmla="*/ 230813 h 245307"/>
                <a:gd name="csX125" fmla="*/ 190389 w 319856"/>
                <a:gd name="csY125" fmla="*/ 233081 h 245307"/>
                <a:gd name="csX126" fmla="*/ 189727 w 319856"/>
                <a:gd name="csY126" fmla="*/ 234222 h 245307"/>
                <a:gd name="csX127" fmla="*/ 186600 w 319856"/>
                <a:gd name="csY127" fmla="*/ 234191 h 245307"/>
                <a:gd name="csX128" fmla="*/ 181137 w 319856"/>
                <a:gd name="csY128" fmla="*/ 234526 h 245307"/>
                <a:gd name="csX129" fmla="*/ 178801 w 319856"/>
                <a:gd name="csY129" fmla="*/ 234891 h 245307"/>
                <a:gd name="csX130" fmla="*/ 177660 w 319856"/>
                <a:gd name="csY130" fmla="*/ 234952 h 245307"/>
                <a:gd name="csX131" fmla="*/ 175567 w 319856"/>
                <a:gd name="csY131" fmla="*/ 234945 h 245307"/>
                <a:gd name="csX132" fmla="*/ 173848 w 319856"/>
                <a:gd name="csY132" fmla="*/ 234534 h 245307"/>
                <a:gd name="csX133" fmla="*/ 172707 w 319856"/>
                <a:gd name="csY133" fmla="*/ 233917 h 245307"/>
                <a:gd name="csX134" fmla="*/ 171292 w 319856"/>
                <a:gd name="csY134" fmla="*/ 232525 h 245307"/>
                <a:gd name="csX135" fmla="*/ 168126 w 319856"/>
                <a:gd name="csY135" fmla="*/ 229702 h 245307"/>
                <a:gd name="csX136" fmla="*/ 165829 w 319856"/>
                <a:gd name="csY136" fmla="*/ 227937 h 245307"/>
                <a:gd name="csX137" fmla="*/ 160784 w 319856"/>
                <a:gd name="csY137" fmla="*/ 229969 h 245307"/>
                <a:gd name="csX138" fmla="*/ 156242 w 319856"/>
                <a:gd name="csY138" fmla="*/ 231985 h 245307"/>
                <a:gd name="csX139" fmla="*/ 149797 w 319856"/>
                <a:gd name="csY139" fmla="*/ 234853 h 245307"/>
                <a:gd name="csX140" fmla="*/ 146122 w 319856"/>
                <a:gd name="csY140" fmla="*/ 236908 h 245307"/>
                <a:gd name="csX141" fmla="*/ 145019 w 319856"/>
                <a:gd name="csY141" fmla="*/ 238970 h 245307"/>
                <a:gd name="csX142" fmla="*/ 142181 w 319856"/>
                <a:gd name="csY142" fmla="*/ 242721 h 245307"/>
                <a:gd name="csX143" fmla="*/ 139648 w 319856"/>
                <a:gd name="csY143" fmla="*/ 245026 h 245307"/>
                <a:gd name="csX144" fmla="*/ 138697 w 319856"/>
                <a:gd name="csY144" fmla="*/ 245308 h 245307"/>
                <a:gd name="csX145" fmla="*/ 132952 w 319856"/>
                <a:gd name="csY145" fmla="*/ 244828 h 245307"/>
                <a:gd name="csX146" fmla="*/ 130882 w 319856"/>
                <a:gd name="csY146" fmla="*/ 244356 h 245307"/>
                <a:gd name="csX147" fmla="*/ 127458 w 319856"/>
                <a:gd name="csY147" fmla="*/ 243938 h 245307"/>
                <a:gd name="csX148" fmla="*/ 122855 w 319856"/>
                <a:gd name="csY148" fmla="*/ 243124 h 245307"/>
                <a:gd name="csX149" fmla="*/ 119774 w 319856"/>
                <a:gd name="csY149" fmla="*/ 242249 h 245307"/>
                <a:gd name="csX150" fmla="*/ 116426 w 319856"/>
                <a:gd name="csY150" fmla="*/ 242142 h 245307"/>
                <a:gd name="csX151" fmla="*/ 111602 w 319856"/>
                <a:gd name="csY151" fmla="*/ 241845 h 245307"/>
                <a:gd name="csX152" fmla="*/ 108627 w 319856"/>
                <a:gd name="csY152" fmla="*/ 241214 h 245307"/>
                <a:gd name="csX153" fmla="*/ 105607 w 319856"/>
                <a:gd name="csY153" fmla="*/ 239129 h 245307"/>
                <a:gd name="csX154" fmla="*/ 101727 w 319856"/>
                <a:gd name="csY154" fmla="*/ 236626 h 245307"/>
                <a:gd name="csX155" fmla="*/ 97724 w 319856"/>
                <a:gd name="csY155" fmla="*/ 234047 h 245307"/>
                <a:gd name="csX156" fmla="*/ 93601 w 319856"/>
                <a:gd name="csY156" fmla="*/ 231391 h 245307"/>
                <a:gd name="csX157" fmla="*/ 88731 w 319856"/>
                <a:gd name="csY157" fmla="*/ 228333 h 245307"/>
                <a:gd name="csX158" fmla="*/ 83412 w 319856"/>
                <a:gd name="csY158" fmla="*/ 224993 h 245307"/>
                <a:gd name="csX159" fmla="*/ 82195 w 319856"/>
                <a:gd name="csY159" fmla="*/ 224658 h 245307"/>
                <a:gd name="csX160" fmla="*/ 81663 w 319856"/>
                <a:gd name="csY160" fmla="*/ 224597 h 245307"/>
                <a:gd name="csX161" fmla="*/ 75888 w 319856"/>
                <a:gd name="csY161" fmla="*/ 224445 h 245307"/>
                <a:gd name="csX162" fmla="*/ 69885 w 319856"/>
                <a:gd name="csY162" fmla="*/ 224285 h 245307"/>
                <a:gd name="csX163" fmla="*/ 65829 w 319856"/>
                <a:gd name="csY163" fmla="*/ 224178 h 245307"/>
                <a:gd name="csX164" fmla="*/ 64551 w 319856"/>
                <a:gd name="csY164" fmla="*/ 223790 h 245307"/>
                <a:gd name="csX165" fmla="*/ 63623 w 319856"/>
                <a:gd name="csY165" fmla="*/ 223030 h 245307"/>
                <a:gd name="csX166" fmla="*/ 62367 w 319856"/>
                <a:gd name="csY166" fmla="*/ 220557 h 245307"/>
                <a:gd name="csX167" fmla="*/ 60784 w 319856"/>
                <a:gd name="csY167" fmla="*/ 218799 h 245307"/>
                <a:gd name="csX168" fmla="*/ 59019 w 319856"/>
                <a:gd name="csY168" fmla="*/ 216555 h 245307"/>
                <a:gd name="csX169" fmla="*/ 58875 w 319856"/>
                <a:gd name="csY169" fmla="*/ 213527 h 245307"/>
                <a:gd name="csX170" fmla="*/ 59362 w 319856"/>
                <a:gd name="csY170" fmla="*/ 210217 h 245307"/>
                <a:gd name="csX171" fmla="*/ 59819 w 319856"/>
                <a:gd name="csY171" fmla="*/ 209121 h 245307"/>
                <a:gd name="csX172" fmla="*/ 59560 w 319856"/>
                <a:gd name="csY172" fmla="*/ 208033 h 245307"/>
                <a:gd name="csX173" fmla="*/ 59628 w 319856"/>
                <a:gd name="csY173" fmla="*/ 206534 h 245307"/>
                <a:gd name="csX174" fmla="*/ 58639 w 319856"/>
                <a:gd name="csY174" fmla="*/ 205142 h 245307"/>
                <a:gd name="csX175" fmla="*/ 52735 w 319856"/>
                <a:gd name="csY175" fmla="*/ 203544 h 245307"/>
                <a:gd name="csX176" fmla="*/ 51776 w 319856"/>
                <a:gd name="csY176" fmla="*/ 203666 h 245307"/>
                <a:gd name="csX177" fmla="*/ 50795 w 319856"/>
                <a:gd name="csY177" fmla="*/ 204267 h 245307"/>
                <a:gd name="csX178" fmla="*/ 49676 w 319856"/>
                <a:gd name="csY178" fmla="*/ 204693 h 245307"/>
                <a:gd name="csX179" fmla="*/ 48870 w 319856"/>
                <a:gd name="csY179" fmla="*/ 204290 h 245307"/>
                <a:gd name="csX180" fmla="*/ 48375 w 319856"/>
                <a:gd name="csY180" fmla="*/ 203696 h 245307"/>
                <a:gd name="csX181" fmla="*/ 48360 w 319856"/>
                <a:gd name="csY181" fmla="*/ 202715 h 245307"/>
                <a:gd name="csX182" fmla="*/ 48459 w 319856"/>
                <a:gd name="csY182" fmla="*/ 201984 h 245307"/>
                <a:gd name="csX183" fmla="*/ 48116 w 319856"/>
                <a:gd name="csY183" fmla="*/ 201581 h 245307"/>
                <a:gd name="csX184" fmla="*/ 46237 w 319856"/>
                <a:gd name="csY184" fmla="*/ 200090 h 245307"/>
                <a:gd name="csX185" fmla="*/ 44472 w 319856"/>
                <a:gd name="csY185" fmla="*/ 198127 h 245307"/>
                <a:gd name="csX186" fmla="*/ 43407 w 319856"/>
                <a:gd name="csY186" fmla="*/ 195958 h 245307"/>
                <a:gd name="csX187" fmla="*/ 42372 w 319856"/>
                <a:gd name="csY187" fmla="*/ 194178 h 245307"/>
                <a:gd name="csX188" fmla="*/ 41855 w 319856"/>
                <a:gd name="csY188" fmla="*/ 190199 h 245307"/>
                <a:gd name="csX189" fmla="*/ 40546 w 319856"/>
                <a:gd name="csY189" fmla="*/ 187749 h 245307"/>
                <a:gd name="csX190" fmla="*/ 39268 w 319856"/>
                <a:gd name="csY190" fmla="*/ 184751 h 245307"/>
                <a:gd name="csX191" fmla="*/ 37373 w 319856"/>
                <a:gd name="csY191" fmla="*/ 179037 h 245307"/>
                <a:gd name="csX192" fmla="*/ 36551 w 319856"/>
                <a:gd name="csY192" fmla="*/ 177066 h 245307"/>
                <a:gd name="csX193" fmla="*/ 35015 w 319856"/>
                <a:gd name="csY193" fmla="*/ 175742 h 245307"/>
                <a:gd name="csX194" fmla="*/ 33394 w 319856"/>
                <a:gd name="csY194" fmla="*/ 174517 h 245307"/>
                <a:gd name="csX195" fmla="*/ 31712 w 319856"/>
                <a:gd name="csY195" fmla="*/ 171984 h 245307"/>
                <a:gd name="csX196" fmla="*/ 27337 w 319856"/>
                <a:gd name="csY196" fmla="*/ 169747 h 245307"/>
                <a:gd name="csX197" fmla="*/ 25656 w 319856"/>
                <a:gd name="csY197" fmla="*/ 168005 h 245307"/>
                <a:gd name="csX198" fmla="*/ 22742 w 319856"/>
                <a:gd name="csY198" fmla="*/ 164984 h 245307"/>
                <a:gd name="csX199" fmla="*/ 22019 w 319856"/>
                <a:gd name="csY199" fmla="*/ 163455 h 245307"/>
                <a:gd name="csX200" fmla="*/ 21806 w 319856"/>
                <a:gd name="csY200" fmla="*/ 161941 h 245307"/>
                <a:gd name="csX201" fmla="*/ 20901 w 319856"/>
                <a:gd name="csY201" fmla="*/ 160518 h 245307"/>
                <a:gd name="csX202" fmla="*/ 19288 w 319856"/>
                <a:gd name="csY202" fmla="*/ 158912 h 245307"/>
                <a:gd name="csX203" fmla="*/ 14243 w 319856"/>
                <a:gd name="csY203" fmla="*/ 155458 h 245307"/>
                <a:gd name="csX204" fmla="*/ 12851 w 319856"/>
                <a:gd name="csY204" fmla="*/ 155047 h 245307"/>
                <a:gd name="csX205" fmla="*/ 11047 w 319856"/>
                <a:gd name="csY205" fmla="*/ 154674 h 245307"/>
                <a:gd name="csX206" fmla="*/ 8400 w 319856"/>
                <a:gd name="csY206" fmla="*/ 154332 h 245307"/>
                <a:gd name="csX207" fmla="*/ 4846 w 319856"/>
                <a:gd name="csY207" fmla="*/ 153541 h 245307"/>
                <a:gd name="csX208" fmla="*/ 1742 w 319856"/>
                <a:gd name="csY208" fmla="*/ 152186 h 245307"/>
                <a:gd name="csX209" fmla="*/ 335 w 319856"/>
                <a:gd name="csY209" fmla="*/ 151228 h 245307"/>
                <a:gd name="csX210" fmla="*/ 0 w 319856"/>
                <a:gd name="csY210" fmla="*/ 150566 h 245307"/>
                <a:gd name="csX211" fmla="*/ 289 w 319856"/>
                <a:gd name="csY211" fmla="*/ 149455 h 245307"/>
                <a:gd name="csX212" fmla="*/ 1415 w 319856"/>
                <a:gd name="csY212" fmla="*/ 147545 h 245307"/>
                <a:gd name="csX213" fmla="*/ 3546 w 319856"/>
                <a:gd name="csY213" fmla="*/ 143033 h 245307"/>
                <a:gd name="csX214" fmla="*/ 5021 w 319856"/>
                <a:gd name="csY214" fmla="*/ 139921 h 245307"/>
                <a:gd name="csX215" fmla="*/ 6026 w 319856"/>
                <a:gd name="csY215" fmla="*/ 139039 h 245307"/>
                <a:gd name="csX216" fmla="*/ 8757 w 319856"/>
                <a:gd name="csY216" fmla="*/ 138818 h 245307"/>
                <a:gd name="csX217" fmla="*/ 11664 w 319856"/>
                <a:gd name="csY217" fmla="*/ 138909 h 245307"/>
                <a:gd name="csX218" fmla="*/ 13786 w 319856"/>
                <a:gd name="csY218" fmla="*/ 139138 h 245307"/>
                <a:gd name="csX219" fmla="*/ 16784 w 319856"/>
                <a:gd name="csY219" fmla="*/ 139176 h 245307"/>
                <a:gd name="csX220" fmla="*/ 20376 w 319856"/>
                <a:gd name="csY220" fmla="*/ 138909 h 245307"/>
                <a:gd name="csX221" fmla="*/ 21798 w 319856"/>
                <a:gd name="csY221" fmla="*/ 137867 h 245307"/>
                <a:gd name="csX222" fmla="*/ 22925 w 319856"/>
                <a:gd name="csY222" fmla="*/ 136726 h 245307"/>
                <a:gd name="csX223" fmla="*/ 23396 w 319856"/>
                <a:gd name="csY223" fmla="*/ 135927 h 245307"/>
                <a:gd name="csX224" fmla="*/ 23548 w 319856"/>
                <a:gd name="csY224" fmla="*/ 133911 h 245307"/>
                <a:gd name="csX225" fmla="*/ 23541 w 319856"/>
                <a:gd name="csY225" fmla="*/ 132290 h 245307"/>
                <a:gd name="csX226" fmla="*/ 23312 w 319856"/>
                <a:gd name="csY226" fmla="*/ 126074 h 245307"/>
                <a:gd name="csX227" fmla="*/ 23175 w 319856"/>
                <a:gd name="csY227" fmla="*/ 122269 h 245307"/>
                <a:gd name="csX228" fmla="*/ 23016 w 319856"/>
                <a:gd name="csY228" fmla="*/ 117917 h 245307"/>
                <a:gd name="csX229" fmla="*/ 23038 w 319856"/>
                <a:gd name="csY229" fmla="*/ 117042 h 245307"/>
                <a:gd name="csX230" fmla="*/ 23069 w 319856"/>
                <a:gd name="csY230" fmla="*/ 115924 h 245307"/>
                <a:gd name="csX231" fmla="*/ 23944 w 319856"/>
                <a:gd name="csY231" fmla="*/ 111275 h 245307"/>
                <a:gd name="csX232" fmla="*/ 24766 w 319856"/>
                <a:gd name="csY232" fmla="*/ 108612 h 245307"/>
                <a:gd name="csX233" fmla="*/ 25329 w 319856"/>
                <a:gd name="csY233" fmla="*/ 107205 h 245307"/>
                <a:gd name="csX234" fmla="*/ 27596 w 319856"/>
                <a:gd name="csY234" fmla="*/ 102761 h 245307"/>
                <a:gd name="csX235" fmla="*/ 28022 w 319856"/>
                <a:gd name="csY235" fmla="*/ 101338 h 245307"/>
                <a:gd name="csX236" fmla="*/ 28098 w 319856"/>
                <a:gd name="csY236" fmla="*/ 100037 h 245307"/>
                <a:gd name="csX237" fmla="*/ 27262 w 319856"/>
                <a:gd name="csY237" fmla="*/ 94065 h 245307"/>
                <a:gd name="csX238" fmla="*/ 28715 w 319856"/>
                <a:gd name="csY238" fmla="*/ 91249 h 245307"/>
                <a:gd name="csX239" fmla="*/ 30586 w 319856"/>
                <a:gd name="csY239" fmla="*/ 88465 h 245307"/>
                <a:gd name="csX240" fmla="*/ 32222 w 319856"/>
                <a:gd name="csY240" fmla="*/ 87270 h 245307"/>
                <a:gd name="csX241" fmla="*/ 33584 w 319856"/>
                <a:gd name="csY241" fmla="*/ 86464 h 245307"/>
                <a:gd name="csX242" fmla="*/ 34223 w 319856"/>
                <a:gd name="csY242" fmla="*/ 86806 h 245307"/>
                <a:gd name="csX243" fmla="*/ 35791 w 319856"/>
                <a:gd name="csY243" fmla="*/ 88092 h 245307"/>
                <a:gd name="csX244" fmla="*/ 37845 w 319856"/>
                <a:gd name="csY244" fmla="*/ 89362 h 245307"/>
                <a:gd name="csX245" fmla="*/ 38804 w 319856"/>
                <a:gd name="csY245" fmla="*/ 89081 h 245307"/>
                <a:gd name="csX246" fmla="*/ 40211 w 319856"/>
                <a:gd name="csY246" fmla="*/ 87970 h 245307"/>
                <a:gd name="csX247" fmla="*/ 41261 w 319856"/>
                <a:gd name="csY247" fmla="*/ 86798 h 245307"/>
                <a:gd name="csX248" fmla="*/ 41124 w 319856"/>
                <a:gd name="csY248" fmla="*/ 84698 h 245307"/>
                <a:gd name="csX249" fmla="*/ 42068 w 319856"/>
                <a:gd name="csY249" fmla="*/ 80384 h 245307"/>
                <a:gd name="csX250" fmla="*/ 41885 w 319856"/>
                <a:gd name="csY250" fmla="*/ 77889 h 245307"/>
                <a:gd name="csX251" fmla="*/ 42897 w 319856"/>
                <a:gd name="csY251" fmla="*/ 74800 h 245307"/>
                <a:gd name="csX252" fmla="*/ 44000 w 319856"/>
                <a:gd name="csY252" fmla="*/ 70440 h 245307"/>
                <a:gd name="csX253" fmla="*/ 44495 w 319856"/>
                <a:gd name="csY253" fmla="*/ 67686 h 245307"/>
                <a:gd name="csX254" fmla="*/ 45126 w 319856"/>
                <a:gd name="csY254" fmla="*/ 66202 h 245307"/>
                <a:gd name="csX255" fmla="*/ 48116 w 319856"/>
                <a:gd name="csY255" fmla="*/ 63159 h 245307"/>
                <a:gd name="csX256" fmla="*/ 50688 w 319856"/>
                <a:gd name="csY256" fmla="*/ 58852 h 245307"/>
                <a:gd name="csX257" fmla="*/ 52324 w 319856"/>
                <a:gd name="csY257" fmla="*/ 55702 h 245307"/>
                <a:gd name="csX258" fmla="*/ 55459 w 319856"/>
                <a:gd name="csY258" fmla="*/ 50559 h 245307"/>
                <a:gd name="csX259" fmla="*/ 57042 w 319856"/>
                <a:gd name="csY259" fmla="*/ 48679 h 245307"/>
                <a:gd name="csX260" fmla="*/ 58327 w 319856"/>
                <a:gd name="csY260" fmla="*/ 47873 h 245307"/>
                <a:gd name="csX261" fmla="*/ 60244 w 319856"/>
                <a:gd name="csY261" fmla="*/ 47356 h 245307"/>
                <a:gd name="csX262" fmla="*/ 63813 w 319856"/>
                <a:gd name="csY262" fmla="*/ 46884 h 245307"/>
                <a:gd name="csX263" fmla="*/ 66377 w 319856"/>
                <a:gd name="csY263" fmla="*/ 46450 h 245307"/>
                <a:gd name="csX264" fmla="*/ 66750 w 319856"/>
                <a:gd name="csY264" fmla="*/ 45781 h 245307"/>
                <a:gd name="csX265" fmla="*/ 66971 w 319856"/>
                <a:gd name="csY265" fmla="*/ 44731 h 245307"/>
                <a:gd name="csX266" fmla="*/ 67009 w 319856"/>
                <a:gd name="csY266" fmla="*/ 42425 h 245307"/>
                <a:gd name="csX267" fmla="*/ 67503 w 319856"/>
                <a:gd name="csY267" fmla="*/ 38461 h 245307"/>
                <a:gd name="csX268" fmla="*/ 68614 w 319856"/>
                <a:gd name="csY268" fmla="*/ 34588 h 245307"/>
                <a:gd name="csX269" fmla="*/ 69923 w 319856"/>
                <a:gd name="csY269" fmla="*/ 31652 h 245307"/>
                <a:gd name="csX270" fmla="*/ 70630 w 319856"/>
                <a:gd name="csY270" fmla="*/ 30312 h 245307"/>
                <a:gd name="csX271" fmla="*/ 71475 w 319856"/>
                <a:gd name="csY271" fmla="*/ 29027 h 245307"/>
                <a:gd name="csX272" fmla="*/ 72426 w 319856"/>
                <a:gd name="csY272" fmla="*/ 26843 h 245307"/>
                <a:gd name="csX273" fmla="*/ 73628 w 319856"/>
                <a:gd name="csY273" fmla="*/ 22126 h 245307"/>
                <a:gd name="csX274" fmla="*/ 73559 w 319856"/>
                <a:gd name="csY274" fmla="*/ 18922 h 245307"/>
                <a:gd name="csX275" fmla="*/ 75279 w 319856"/>
                <a:gd name="csY275" fmla="*/ 13049 h 245307"/>
                <a:gd name="csX276" fmla="*/ 75659 w 319856"/>
                <a:gd name="csY276" fmla="*/ 13018 h 245307"/>
                <a:gd name="csX277" fmla="*/ 78581 w 319856"/>
                <a:gd name="csY277" fmla="*/ 11938 h 245307"/>
                <a:gd name="csX278" fmla="*/ 81419 w 319856"/>
                <a:gd name="csY278" fmla="*/ 11778 h 245307"/>
                <a:gd name="csX279" fmla="*/ 84166 w 319856"/>
                <a:gd name="csY279" fmla="*/ 12531 h 245307"/>
                <a:gd name="csX280" fmla="*/ 85954 w 319856"/>
                <a:gd name="csY280" fmla="*/ 12721 h 245307"/>
                <a:gd name="csX281" fmla="*/ 86791 w 319856"/>
                <a:gd name="csY281" fmla="*/ 12341 h 245307"/>
                <a:gd name="csX282" fmla="*/ 87559 w 319856"/>
                <a:gd name="csY282" fmla="*/ 11367 h 245307"/>
                <a:gd name="csX283" fmla="*/ 88267 w 319856"/>
                <a:gd name="csY283" fmla="*/ 9784 h 245307"/>
                <a:gd name="csX284" fmla="*/ 89393 w 319856"/>
                <a:gd name="csY284" fmla="*/ 8910 h 245307"/>
                <a:gd name="csX285" fmla="*/ 90930 w 319856"/>
                <a:gd name="csY285" fmla="*/ 8742 h 245307"/>
                <a:gd name="csX286" fmla="*/ 92984 w 319856"/>
                <a:gd name="csY286" fmla="*/ 10523 h 245307"/>
                <a:gd name="csX287" fmla="*/ 96263 w 319856"/>
                <a:gd name="csY287" fmla="*/ 15248 h 245307"/>
                <a:gd name="csX288" fmla="*/ 97108 w 319856"/>
                <a:gd name="csY288" fmla="*/ 15529 h 245307"/>
                <a:gd name="csX289" fmla="*/ 97633 w 319856"/>
                <a:gd name="csY289" fmla="*/ 15407 h 245307"/>
                <a:gd name="csX290" fmla="*/ 99276 w 319856"/>
                <a:gd name="csY290" fmla="*/ 11611 h 245307"/>
                <a:gd name="csX291" fmla="*/ 100562 w 319856"/>
                <a:gd name="csY291" fmla="*/ 8666 h 245307"/>
                <a:gd name="csX292" fmla="*/ 102952 w 319856"/>
                <a:gd name="csY292" fmla="*/ 3157 h 245307"/>
                <a:gd name="csX293" fmla="*/ 104313 w 319856"/>
                <a:gd name="csY293" fmla="*/ 0 h 245307"/>
                <a:gd name="csX294" fmla="*/ 105584 w 319856"/>
                <a:gd name="csY294" fmla="*/ 913 h 245307"/>
                <a:gd name="csX295" fmla="*/ 106847 w 319856"/>
                <a:gd name="csY295" fmla="*/ 2526 h 245307"/>
                <a:gd name="csX296" fmla="*/ 108277 w 319856"/>
                <a:gd name="csY296" fmla="*/ 3279 h 245307"/>
                <a:gd name="csX297" fmla="*/ 109822 w 319856"/>
                <a:gd name="csY297" fmla="*/ 3743 h 245307"/>
                <a:gd name="csX298" fmla="*/ 110568 w 319856"/>
                <a:gd name="csY298" fmla="*/ 3804 h 245307"/>
                <a:gd name="csX299" fmla="*/ 111519 w 319856"/>
                <a:gd name="csY299" fmla="*/ 4443 h 245307"/>
                <a:gd name="csX300" fmla="*/ 114836 w 319856"/>
                <a:gd name="csY300" fmla="*/ 8377 h 245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Lst>
              <a:rect l="l" t="t" r="r" b="b"/>
              <a:pathLst>
                <a:path w="319856" h="245307">
                  <a:moveTo>
                    <a:pt x="116000" y="9290"/>
                  </a:moveTo>
                  <a:lnTo>
                    <a:pt x="117560" y="9381"/>
                  </a:lnTo>
                  <a:lnTo>
                    <a:pt x="124126" y="8111"/>
                  </a:lnTo>
                  <a:lnTo>
                    <a:pt x="128052" y="5820"/>
                  </a:lnTo>
                  <a:lnTo>
                    <a:pt x="128645" y="4915"/>
                  </a:lnTo>
                  <a:lnTo>
                    <a:pt x="129726" y="4915"/>
                  </a:lnTo>
                  <a:lnTo>
                    <a:pt x="131035" y="5927"/>
                  </a:lnTo>
                  <a:lnTo>
                    <a:pt x="131529" y="6901"/>
                  </a:lnTo>
                  <a:lnTo>
                    <a:pt x="132366" y="8179"/>
                  </a:lnTo>
                  <a:lnTo>
                    <a:pt x="133911" y="8377"/>
                  </a:lnTo>
                  <a:lnTo>
                    <a:pt x="137662" y="7472"/>
                  </a:lnTo>
                  <a:lnTo>
                    <a:pt x="139503" y="6924"/>
                  </a:lnTo>
                  <a:lnTo>
                    <a:pt x="141055" y="7373"/>
                  </a:lnTo>
                  <a:lnTo>
                    <a:pt x="143041" y="7746"/>
                  </a:lnTo>
                  <a:lnTo>
                    <a:pt x="144289" y="7746"/>
                  </a:lnTo>
                  <a:lnTo>
                    <a:pt x="147256" y="9031"/>
                  </a:lnTo>
                  <a:lnTo>
                    <a:pt x="150817" y="8620"/>
                  </a:lnTo>
                  <a:lnTo>
                    <a:pt x="152498" y="8689"/>
                  </a:lnTo>
                  <a:lnTo>
                    <a:pt x="154225" y="9237"/>
                  </a:lnTo>
                  <a:lnTo>
                    <a:pt x="157033" y="11276"/>
                  </a:lnTo>
                  <a:lnTo>
                    <a:pt x="160693" y="13748"/>
                  </a:lnTo>
                  <a:lnTo>
                    <a:pt x="165928" y="15514"/>
                  </a:lnTo>
                  <a:lnTo>
                    <a:pt x="167008" y="16229"/>
                  </a:lnTo>
                  <a:lnTo>
                    <a:pt x="169534" y="19044"/>
                  </a:lnTo>
                  <a:lnTo>
                    <a:pt x="173460" y="24439"/>
                  </a:lnTo>
                  <a:lnTo>
                    <a:pt x="178596" y="29597"/>
                  </a:lnTo>
                  <a:lnTo>
                    <a:pt x="184196" y="33668"/>
                  </a:lnTo>
                  <a:lnTo>
                    <a:pt x="187186" y="36483"/>
                  </a:lnTo>
                  <a:lnTo>
                    <a:pt x="189202" y="39930"/>
                  </a:lnTo>
                  <a:lnTo>
                    <a:pt x="191180" y="43057"/>
                  </a:lnTo>
                  <a:lnTo>
                    <a:pt x="193197" y="44404"/>
                  </a:lnTo>
                  <a:lnTo>
                    <a:pt x="195068" y="45469"/>
                  </a:lnTo>
                  <a:lnTo>
                    <a:pt x="197009" y="47850"/>
                  </a:lnTo>
                  <a:lnTo>
                    <a:pt x="198393" y="49844"/>
                  </a:lnTo>
                  <a:lnTo>
                    <a:pt x="200280" y="52103"/>
                  </a:lnTo>
                  <a:lnTo>
                    <a:pt x="198188" y="55185"/>
                  </a:lnTo>
                  <a:lnTo>
                    <a:pt x="195380" y="59316"/>
                  </a:lnTo>
                  <a:lnTo>
                    <a:pt x="192116" y="64125"/>
                  </a:lnTo>
                  <a:lnTo>
                    <a:pt x="191127" y="65312"/>
                  </a:lnTo>
                  <a:lnTo>
                    <a:pt x="188266" y="68211"/>
                  </a:lnTo>
                  <a:lnTo>
                    <a:pt x="187772" y="69032"/>
                  </a:lnTo>
                  <a:lnTo>
                    <a:pt x="187216" y="71132"/>
                  </a:lnTo>
                  <a:lnTo>
                    <a:pt x="187178" y="74944"/>
                  </a:lnTo>
                  <a:lnTo>
                    <a:pt x="187544" y="79814"/>
                  </a:lnTo>
                  <a:lnTo>
                    <a:pt x="187894" y="84303"/>
                  </a:lnTo>
                  <a:lnTo>
                    <a:pt x="189468" y="84828"/>
                  </a:lnTo>
                  <a:lnTo>
                    <a:pt x="191294" y="85147"/>
                  </a:lnTo>
                  <a:lnTo>
                    <a:pt x="193311" y="84561"/>
                  </a:lnTo>
                  <a:lnTo>
                    <a:pt x="195753" y="84059"/>
                  </a:lnTo>
                  <a:lnTo>
                    <a:pt x="198781" y="83763"/>
                  </a:lnTo>
                  <a:lnTo>
                    <a:pt x="202129" y="82857"/>
                  </a:lnTo>
                  <a:lnTo>
                    <a:pt x="204107" y="82127"/>
                  </a:lnTo>
                  <a:lnTo>
                    <a:pt x="206185" y="82180"/>
                  </a:lnTo>
                  <a:lnTo>
                    <a:pt x="208026" y="82964"/>
                  </a:lnTo>
                  <a:lnTo>
                    <a:pt x="208924" y="83679"/>
                  </a:lnTo>
                  <a:lnTo>
                    <a:pt x="210225" y="83922"/>
                  </a:lnTo>
                  <a:lnTo>
                    <a:pt x="211906" y="83892"/>
                  </a:lnTo>
                  <a:lnTo>
                    <a:pt x="211548" y="84736"/>
                  </a:lnTo>
                  <a:lnTo>
                    <a:pt x="210628" y="85969"/>
                  </a:lnTo>
                  <a:lnTo>
                    <a:pt x="209494" y="87202"/>
                  </a:lnTo>
                  <a:lnTo>
                    <a:pt x="208497" y="88480"/>
                  </a:lnTo>
                  <a:lnTo>
                    <a:pt x="206284" y="92056"/>
                  </a:lnTo>
                  <a:lnTo>
                    <a:pt x="206215" y="92512"/>
                  </a:lnTo>
                  <a:lnTo>
                    <a:pt x="206489" y="93220"/>
                  </a:lnTo>
                  <a:lnTo>
                    <a:pt x="207683" y="94848"/>
                  </a:lnTo>
                  <a:lnTo>
                    <a:pt x="208931" y="97488"/>
                  </a:lnTo>
                  <a:lnTo>
                    <a:pt x="209631" y="99908"/>
                  </a:lnTo>
                  <a:lnTo>
                    <a:pt x="210171" y="101080"/>
                  </a:lnTo>
                  <a:lnTo>
                    <a:pt x="211685" y="102419"/>
                  </a:lnTo>
                  <a:lnTo>
                    <a:pt x="213869" y="105181"/>
                  </a:lnTo>
                  <a:lnTo>
                    <a:pt x="215026" y="107045"/>
                  </a:lnTo>
                  <a:lnTo>
                    <a:pt x="217438" y="108041"/>
                  </a:lnTo>
                  <a:lnTo>
                    <a:pt x="218221" y="110400"/>
                  </a:lnTo>
                  <a:lnTo>
                    <a:pt x="220024" y="113870"/>
                  </a:lnTo>
                  <a:lnTo>
                    <a:pt x="221972" y="116639"/>
                  </a:lnTo>
                  <a:lnTo>
                    <a:pt x="223859" y="118808"/>
                  </a:lnTo>
                  <a:lnTo>
                    <a:pt x="225959" y="119645"/>
                  </a:lnTo>
                  <a:lnTo>
                    <a:pt x="226804" y="119713"/>
                  </a:lnTo>
                  <a:lnTo>
                    <a:pt x="231209" y="123723"/>
                  </a:lnTo>
                  <a:lnTo>
                    <a:pt x="234564" y="126774"/>
                  </a:lnTo>
                  <a:lnTo>
                    <a:pt x="235394" y="127261"/>
                  </a:lnTo>
                  <a:lnTo>
                    <a:pt x="241442" y="129262"/>
                  </a:lnTo>
                  <a:lnTo>
                    <a:pt x="248405" y="131559"/>
                  </a:lnTo>
                  <a:lnTo>
                    <a:pt x="253989" y="133401"/>
                  </a:lnTo>
                  <a:lnTo>
                    <a:pt x="261103" y="135744"/>
                  </a:lnTo>
                  <a:lnTo>
                    <a:pt x="268118" y="138065"/>
                  </a:lnTo>
                  <a:lnTo>
                    <a:pt x="274700" y="140271"/>
                  </a:lnTo>
                  <a:lnTo>
                    <a:pt x="283937" y="143376"/>
                  </a:lnTo>
                  <a:lnTo>
                    <a:pt x="291377" y="145879"/>
                  </a:lnTo>
                  <a:lnTo>
                    <a:pt x="297252" y="147857"/>
                  </a:lnTo>
                  <a:lnTo>
                    <a:pt x="298499" y="148473"/>
                  </a:lnTo>
                  <a:lnTo>
                    <a:pt x="305492" y="148473"/>
                  </a:lnTo>
                  <a:lnTo>
                    <a:pt x="312590" y="148473"/>
                  </a:lnTo>
                  <a:lnTo>
                    <a:pt x="319857" y="148473"/>
                  </a:lnTo>
                  <a:lnTo>
                    <a:pt x="314591" y="153563"/>
                  </a:lnTo>
                  <a:lnTo>
                    <a:pt x="308634" y="159323"/>
                  </a:lnTo>
                  <a:lnTo>
                    <a:pt x="302380" y="165364"/>
                  </a:lnTo>
                  <a:lnTo>
                    <a:pt x="298347" y="169252"/>
                  </a:lnTo>
                  <a:lnTo>
                    <a:pt x="291963" y="175423"/>
                  </a:lnTo>
                  <a:lnTo>
                    <a:pt x="286645" y="180551"/>
                  </a:lnTo>
                  <a:lnTo>
                    <a:pt x="281174" y="186151"/>
                  </a:lnTo>
                  <a:lnTo>
                    <a:pt x="276229" y="191218"/>
                  </a:lnTo>
                  <a:lnTo>
                    <a:pt x="269792" y="198233"/>
                  </a:lnTo>
                  <a:lnTo>
                    <a:pt x="265623" y="202768"/>
                  </a:lnTo>
                  <a:lnTo>
                    <a:pt x="259094" y="209882"/>
                  </a:lnTo>
                  <a:lnTo>
                    <a:pt x="254993" y="214341"/>
                  </a:lnTo>
                  <a:lnTo>
                    <a:pt x="254370" y="214599"/>
                  </a:lnTo>
                  <a:lnTo>
                    <a:pt x="248504" y="214264"/>
                  </a:lnTo>
                  <a:lnTo>
                    <a:pt x="242797" y="213930"/>
                  </a:lnTo>
                  <a:lnTo>
                    <a:pt x="235508" y="213511"/>
                  </a:lnTo>
                  <a:lnTo>
                    <a:pt x="234671" y="213527"/>
                  </a:lnTo>
                  <a:lnTo>
                    <a:pt x="232548" y="213945"/>
                  </a:lnTo>
                  <a:lnTo>
                    <a:pt x="231262" y="214356"/>
                  </a:lnTo>
                  <a:lnTo>
                    <a:pt x="226012" y="215558"/>
                  </a:lnTo>
                  <a:lnTo>
                    <a:pt x="225046" y="215870"/>
                  </a:lnTo>
                  <a:lnTo>
                    <a:pt x="220687" y="217780"/>
                  </a:lnTo>
                  <a:lnTo>
                    <a:pt x="216235" y="220032"/>
                  </a:lnTo>
                  <a:lnTo>
                    <a:pt x="213892" y="221767"/>
                  </a:lnTo>
                  <a:lnTo>
                    <a:pt x="212081" y="224277"/>
                  </a:lnTo>
                  <a:lnTo>
                    <a:pt x="211305" y="226066"/>
                  </a:lnTo>
                  <a:lnTo>
                    <a:pt x="210491" y="226849"/>
                  </a:lnTo>
                  <a:lnTo>
                    <a:pt x="209106" y="227534"/>
                  </a:lnTo>
                  <a:lnTo>
                    <a:pt x="199786" y="229231"/>
                  </a:lnTo>
                  <a:lnTo>
                    <a:pt x="197077" y="229459"/>
                  </a:lnTo>
                  <a:lnTo>
                    <a:pt x="192717" y="230813"/>
                  </a:lnTo>
                  <a:lnTo>
                    <a:pt x="190389" y="233081"/>
                  </a:lnTo>
                  <a:lnTo>
                    <a:pt x="189727" y="234222"/>
                  </a:lnTo>
                  <a:lnTo>
                    <a:pt x="186600" y="234191"/>
                  </a:lnTo>
                  <a:lnTo>
                    <a:pt x="181137" y="234526"/>
                  </a:lnTo>
                  <a:lnTo>
                    <a:pt x="178801" y="234891"/>
                  </a:lnTo>
                  <a:lnTo>
                    <a:pt x="177660" y="234952"/>
                  </a:lnTo>
                  <a:lnTo>
                    <a:pt x="175567" y="234945"/>
                  </a:lnTo>
                  <a:lnTo>
                    <a:pt x="173848" y="234534"/>
                  </a:lnTo>
                  <a:lnTo>
                    <a:pt x="172707" y="233917"/>
                  </a:lnTo>
                  <a:lnTo>
                    <a:pt x="171292" y="232525"/>
                  </a:lnTo>
                  <a:lnTo>
                    <a:pt x="168126" y="229702"/>
                  </a:lnTo>
                  <a:lnTo>
                    <a:pt x="165829" y="227937"/>
                  </a:lnTo>
                  <a:lnTo>
                    <a:pt x="160784" y="229969"/>
                  </a:lnTo>
                  <a:lnTo>
                    <a:pt x="156242" y="231985"/>
                  </a:lnTo>
                  <a:lnTo>
                    <a:pt x="149797" y="234853"/>
                  </a:lnTo>
                  <a:lnTo>
                    <a:pt x="146122" y="236908"/>
                  </a:lnTo>
                  <a:lnTo>
                    <a:pt x="145019" y="238970"/>
                  </a:lnTo>
                  <a:lnTo>
                    <a:pt x="142181" y="242721"/>
                  </a:lnTo>
                  <a:lnTo>
                    <a:pt x="139648" y="245026"/>
                  </a:lnTo>
                  <a:lnTo>
                    <a:pt x="138697" y="245308"/>
                  </a:lnTo>
                  <a:lnTo>
                    <a:pt x="132952" y="244828"/>
                  </a:lnTo>
                  <a:lnTo>
                    <a:pt x="130882" y="244356"/>
                  </a:lnTo>
                  <a:lnTo>
                    <a:pt x="127458" y="243938"/>
                  </a:lnTo>
                  <a:lnTo>
                    <a:pt x="122855" y="243124"/>
                  </a:lnTo>
                  <a:lnTo>
                    <a:pt x="119774" y="242249"/>
                  </a:lnTo>
                  <a:lnTo>
                    <a:pt x="116426" y="242142"/>
                  </a:lnTo>
                  <a:lnTo>
                    <a:pt x="111602" y="241845"/>
                  </a:lnTo>
                  <a:lnTo>
                    <a:pt x="108627" y="241214"/>
                  </a:lnTo>
                  <a:lnTo>
                    <a:pt x="105607" y="239129"/>
                  </a:lnTo>
                  <a:lnTo>
                    <a:pt x="101727" y="236626"/>
                  </a:lnTo>
                  <a:lnTo>
                    <a:pt x="97724" y="234047"/>
                  </a:lnTo>
                  <a:lnTo>
                    <a:pt x="93601" y="231391"/>
                  </a:lnTo>
                  <a:lnTo>
                    <a:pt x="88731" y="228333"/>
                  </a:lnTo>
                  <a:lnTo>
                    <a:pt x="83412" y="224993"/>
                  </a:lnTo>
                  <a:lnTo>
                    <a:pt x="82195" y="224658"/>
                  </a:lnTo>
                  <a:lnTo>
                    <a:pt x="81663" y="224597"/>
                  </a:lnTo>
                  <a:lnTo>
                    <a:pt x="75888" y="224445"/>
                  </a:lnTo>
                  <a:lnTo>
                    <a:pt x="69885" y="224285"/>
                  </a:lnTo>
                  <a:lnTo>
                    <a:pt x="65829" y="224178"/>
                  </a:lnTo>
                  <a:lnTo>
                    <a:pt x="64551" y="223790"/>
                  </a:lnTo>
                  <a:lnTo>
                    <a:pt x="63623" y="223030"/>
                  </a:lnTo>
                  <a:lnTo>
                    <a:pt x="62367" y="220557"/>
                  </a:lnTo>
                  <a:lnTo>
                    <a:pt x="60784" y="218799"/>
                  </a:lnTo>
                  <a:lnTo>
                    <a:pt x="59019" y="216555"/>
                  </a:lnTo>
                  <a:lnTo>
                    <a:pt x="58875" y="213527"/>
                  </a:lnTo>
                  <a:lnTo>
                    <a:pt x="59362" y="210217"/>
                  </a:lnTo>
                  <a:lnTo>
                    <a:pt x="59819" y="209121"/>
                  </a:lnTo>
                  <a:lnTo>
                    <a:pt x="59560" y="208033"/>
                  </a:lnTo>
                  <a:lnTo>
                    <a:pt x="59628" y="206534"/>
                  </a:lnTo>
                  <a:lnTo>
                    <a:pt x="58639" y="205142"/>
                  </a:lnTo>
                  <a:lnTo>
                    <a:pt x="52735" y="203544"/>
                  </a:lnTo>
                  <a:lnTo>
                    <a:pt x="51776" y="203666"/>
                  </a:lnTo>
                  <a:lnTo>
                    <a:pt x="50795" y="204267"/>
                  </a:lnTo>
                  <a:lnTo>
                    <a:pt x="49676" y="204693"/>
                  </a:lnTo>
                  <a:lnTo>
                    <a:pt x="48870" y="204290"/>
                  </a:lnTo>
                  <a:lnTo>
                    <a:pt x="48375" y="203696"/>
                  </a:lnTo>
                  <a:lnTo>
                    <a:pt x="48360" y="202715"/>
                  </a:lnTo>
                  <a:lnTo>
                    <a:pt x="48459" y="201984"/>
                  </a:lnTo>
                  <a:lnTo>
                    <a:pt x="48116" y="201581"/>
                  </a:lnTo>
                  <a:lnTo>
                    <a:pt x="46237" y="200090"/>
                  </a:lnTo>
                  <a:lnTo>
                    <a:pt x="44472" y="198127"/>
                  </a:lnTo>
                  <a:lnTo>
                    <a:pt x="43407" y="195958"/>
                  </a:lnTo>
                  <a:lnTo>
                    <a:pt x="42372" y="194178"/>
                  </a:lnTo>
                  <a:lnTo>
                    <a:pt x="41855" y="190199"/>
                  </a:lnTo>
                  <a:lnTo>
                    <a:pt x="40546" y="187749"/>
                  </a:lnTo>
                  <a:lnTo>
                    <a:pt x="39268" y="184751"/>
                  </a:lnTo>
                  <a:lnTo>
                    <a:pt x="37373" y="179037"/>
                  </a:lnTo>
                  <a:lnTo>
                    <a:pt x="36551" y="177066"/>
                  </a:lnTo>
                  <a:lnTo>
                    <a:pt x="35015" y="175742"/>
                  </a:lnTo>
                  <a:lnTo>
                    <a:pt x="33394" y="174517"/>
                  </a:lnTo>
                  <a:lnTo>
                    <a:pt x="31712" y="171984"/>
                  </a:lnTo>
                  <a:lnTo>
                    <a:pt x="27337" y="169747"/>
                  </a:lnTo>
                  <a:lnTo>
                    <a:pt x="25656" y="168005"/>
                  </a:lnTo>
                  <a:lnTo>
                    <a:pt x="22742" y="164984"/>
                  </a:lnTo>
                  <a:lnTo>
                    <a:pt x="22019" y="163455"/>
                  </a:lnTo>
                  <a:lnTo>
                    <a:pt x="21806" y="161941"/>
                  </a:lnTo>
                  <a:lnTo>
                    <a:pt x="20901" y="160518"/>
                  </a:lnTo>
                  <a:lnTo>
                    <a:pt x="19288" y="158912"/>
                  </a:lnTo>
                  <a:lnTo>
                    <a:pt x="14243" y="155458"/>
                  </a:lnTo>
                  <a:lnTo>
                    <a:pt x="12851" y="155047"/>
                  </a:lnTo>
                  <a:lnTo>
                    <a:pt x="11047" y="154674"/>
                  </a:lnTo>
                  <a:lnTo>
                    <a:pt x="8400" y="154332"/>
                  </a:lnTo>
                  <a:lnTo>
                    <a:pt x="4846" y="153541"/>
                  </a:lnTo>
                  <a:lnTo>
                    <a:pt x="1742" y="152186"/>
                  </a:lnTo>
                  <a:lnTo>
                    <a:pt x="335" y="151228"/>
                  </a:lnTo>
                  <a:lnTo>
                    <a:pt x="0" y="150566"/>
                  </a:lnTo>
                  <a:lnTo>
                    <a:pt x="289" y="149455"/>
                  </a:lnTo>
                  <a:lnTo>
                    <a:pt x="1415" y="147545"/>
                  </a:lnTo>
                  <a:lnTo>
                    <a:pt x="3546" y="143033"/>
                  </a:lnTo>
                  <a:lnTo>
                    <a:pt x="5021" y="139921"/>
                  </a:lnTo>
                  <a:lnTo>
                    <a:pt x="6026" y="139039"/>
                  </a:lnTo>
                  <a:lnTo>
                    <a:pt x="8757" y="138818"/>
                  </a:lnTo>
                  <a:lnTo>
                    <a:pt x="11664" y="138909"/>
                  </a:lnTo>
                  <a:lnTo>
                    <a:pt x="13786" y="139138"/>
                  </a:lnTo>
                  <a:lnTo>
                    <a:pt x="16784" y="139176"/>
                  </a:lnTo>
                  <a:lnTo>
                    <a:pt x="20376" y="138909"/>
                  </a:lnTo>
                  <a:lnTo>
                    <a:pt x="21798" y="137867"/>
                  </a:lnTo>
                  <a:lnTo>
                    <a:pt x="22925" y="136726"/>
                  </a:lnTo>
                  <a:lnTo>
                    <a:pt x="23396" y="135927"/>
                  </a:lnTo>
                  <a:lnTo>
                    <a:pt x="23548" y="133911"/>
                  </a:lnTo>
                  <a:lnTo>
                    <a:pt x="23541" y="132290"/>
                  </a:lnTo>
                  <a:lnTo>
                    <a:pt x="23312" y="126074"/>
                  </a:lnTo>
                  <a:lnTo>
                    <a:pt x="23175" y="122269"/>
                  </a:lnTo>
                  <a:lnTo>
                    <a:pt x="23016" y="117917"/>
                  </a:lnTo>
                  <a:lnTo>
                    <a:pt x="23038" y="117042"/>
                  </a:lnTo>
                  <a:lnTo>
                    <a:pt x="23069" y="115924"/>
                  </a:lnTo>
                  <a:lnTo>
                    <a:pt x="23944" y="111275"/>
                  </a:lnTo>
                  <a:lnTo>
                    <a:pt x="24766" y="108612"/>
                  </a:lnTo>
                  <a:lnTo>
                    <a:pt x="25329" y="107205"/>
                  </a:lnTo>
                  <a:lnTo>
                    <a:pt x="27596" y="102761"/>
                  </a:lnTo>
                  <a:lnTo>
                    <a:pt x="28022" y="101338"/>
                  </a:lnTo>
                  <a:lnTo>
                    <a:pt x="28098" y="100037"/>
                  </a:lnTo>
                  <a:lnTo>
                    <a:pt x="27262" y="94065"/>
                  </a:lnTo>
                  <a:lnTo>
                    <a:pt x="28715" y="91249"/>
                  </a:lnTo>
                  <a:lnTo>
                    <a:pt x="30586" y="88465"/>
                  </a:lnTo>
                  <a:lnTo>
                    <a:pt x="32222" y="87270"/>
                  </a:lnTo>
                  <a:lnTo>
                    <a:pt x="33584" y="86464"/>
                  </a:lnTo>
                  <a:lnTo>
                    <a:pt x="34223" y="86806"/>
                  </a:lnTo>
                  <a:lnTo>
                    <a:pt x="35791" y="88092"/>
                  </a:lnTo>
                  <a:lnTo>
                    <a:pt x="37845" y="89362"/>
                  </a:lnTo>
                  <a:lnTo>
                    <a:pt x="38804" y="89081"/>
                  </a:lnTo>
                  <a:lnTo>
                    <a:pt x="40211" y="87970"/>
                  </a:lnTo>
                  <a:lnTo>
                    <a:pt x="41261" y="86798"/>
                  </a:lnTo>
                  <a:lnTo>
                    <a:pt x="41124" y="84698"/>
                  </a:lnTo>
                  <a:lnTo>
                    <a:pt x="42068" y="80384"/>
                  </a:lnTo>
                  <a:lnTo>
                    <a:pt x="41885" y="77889"/>
                  </a:lnTo>
                  <a:lnTo>
                    <a:pt x="42897" y="74800"/>
                  </a:lnTo>
                  <a:lnTo>
                    <a:pt x="44000" y="70440"/>
                  </a:lnTo>
                  <a:lnTo>
                    <a:pt x="44495" y="67686"/>
                  </a:lnTo>
                  <a:lnTo>
                    <a:pt x="45126" y="66202"/>
                  </a:lnTo>
                  <a:lnTo>
                    <a:pt x="48116" y="63159"/>
                  </a:lnTo>
                  <a:lnTo>
                    <a:pt x="50688" y="58852"/>
                  </a:lnTo>
                  <a:lnTo>
                    <a:pt x="52324" y="55702"/>
                  </a:lnTo>
                  <a:lnTo>
                    <a:pt x="55459" y="50559"/>
                  </a:lnTo>
                  <a:lnTo>
                    <a:pt x="57042" y="48679"/>
                  </a:lnTo>
                  <a:lnTo>
                    <a:pt x="58327" y="47873"/>
                  </a:lnTo>
                  <a:lnTo>
                    <a:pt x="60244" y="47356"/>
                  </a:lnTo>
                  <a:lnTo>
                    <a:pt x="63813" y="46884"/>
                  </a:lnTo>
                  <a:lnTo>
                    <a:pt x="66377" y="46450"/>
                  </a:lnTo>
                  <a:lnTo>
                    <a:pt x="66750" y="45781"/>
                  </a:lnTo>
                  <a:lnTo>
                    <a:pt x="66971" y="44731"/>
                  </a:lnTo>
                  <a:lnTo>
                    <a:pt x="67009" y="42425"/>
                  </a:lnTo>
                  <a:lnTo>
                    <a:pt x="67503" y="38461"/>
                  </a:lnTo>
                  <a:lnTo>
                    <a:pt x="68614" y="34588"/>
                  </a:lnTo>
                  <a:lnTo>
                    <a:pt x="69923" y="31652"/>
                  </a:lnTo>
                  <a:lnTo>
                    <a:pt x="70630" y="30312"/>
                  </a:lnTo>
                  <a:lnTo>
                    <a:pt x="71475" y="29027"/>
                  </a:lnTo>
                  <a:lnTo>
                    <a:pt x="72426" y="26843"/>
                  </a:lnTo>
                  <a:lnTo>
                    <a:pt x="73628" y="22126"/>
                  </a:lnTo>
                  <a:lnTo>
                    <a:pt x="73559" y="18922"/>
                  </a:lnTo>
                  <a:lnTo>
                    <a:pt x="75279" y="13049"/>
                  </a:lnTo>
                  <a:lnTo>
                    <a:pt x="75659" y="13018"/>
                  </a:lnTo>
                  <a:lnTo>
                    <a:pt x="78581" y="11938"/>
                  </a:lnTo>
                  <a:lnTo>
                    <a:pt x="81419" y="11778"/>
                  </a:lnTo>
                  <a:lnTo>
                    <a:pt x="84166" y="12531"/>
                  </a:lnTo>
                  <a:lnTo>
                    <a:pt x="85954" y="12721"/>
                  </a:lnTo>
                  <a:lnTo>
                    <a:pt x="86791" y="12341"/>
                  </a:lnTo>
                  <a:lnTo>
                    <a:pt x="87559" y="11367"/>
                  </a:lnTo>
                  <a:lnTo>
                    <a:pt x="88267" y="9784"/>
                  </a:lnTo>
                  <a:lnTo>
                    <a:pt x="89393" y="8910"/>
                  </a:lnTo>
                  <a:lnTo>
                    <a:pt x="90930" y="8742"/>
                  </a:lnTo>
                  <a:lnTo>
                    <a:pt x="92984" y="10523"/>
                  </a:lnTo>
                  <a:lnTo>
                    <a:pt x="96263" y="15248"/>
                  </a:lnTo>
                  <a:lnTo>
                    <a:pt x="97108" y="15529"/>
                  </a:lnTo>
                  <a:lnTo>
                    <a:pt x="97633" y="15407"/>
                  </a:lnTo>
                  <a:lnTo>
                    <a:pt x="99276" y="11611"/>
                  </a:lnTo>
                  <a:lnTo>
                    <a:pt x="100562" y="8666"/>
                  </a:lnTo>
                  <a:lnTo>
                    <a:pt x="102952" y="3157"/>
                  </a:lnTo>
                  <a:lnTo>
                    <a:pt x="104313" y="0"/>
                  </a:lnTo>
                  <a:lnTo>
                    <a:pt x="105584" y="913"/>
                  </a:lnTo>
                  <a:lnTo>
                    <a:pt x="106847" y="2526"/>
                  </a:lnTo>
                  <a:lnTo>
                    <a:pt x="108277" y="3279"/>
                  </a:lnTo>
                  <a:lnTo>
                    <a:pt x="109822" y="3743"/>
                  </a:lnTo>
                  <a:lnTo>
                    <a:pt x="110568" y="3804"/>
                  </a:lnTo>
                  <a:lnTo>
                    <a:pt x="111519" y="4443"/>
                  </a:lnTo>
                  <a:lnTo>
                    <a:pt x="114836" y="837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32" name="Freeform: Shape 1031">
              <a:extLst>
                <a:ext uri="{FF2B5EF4-FFF2-40B4-BE49-F238E27FC236}">
                  <a16:creationId xmlns:a16="http://schemas.microsoft.com/office/drawing/2014/main" id="{5FA096F4-DC95-17F9-18B2-9B89DB17DF74}"/>
                </a:ext>
              </a:extLst>
            </p:cNvPr>
            <p:cNvSpPr/>
            <p:nvPr/>
          </p:nvSpPr>
          <p:spPr>
            <a:xfrm>
              <a:off x="10014185" y="2884759"/>
              <a:ext cx="233073" cy="523210"/>
            </a:xfrm>
            <a:custGeom>
              <a:avLst/>
              <a:gdLst>
                <a:gd name="csX0" fmla="*/ 178200 w 233073"/>
                <a:gd name="csY0" fmla="*/ 63623 h 523210"/>
                <a:gd name="csX1" fmla="*/ 176770 w 233073"/>
                <a:gd name="csY1" fmla="*/ 64361 h 523210"/>
                <a:gd name="csX2" fmla="*/ 172357 w 233073"/>
                <a:gd name="csY2" fmla="*/ 67252 h 523210"/>
                <a:gd name="csX3" fmla="*/ 169663 w 233073"/>
                <a:gd name="csY3" fmla="*/ 69200 h 523210"/>
                <a:gd name="csX4" fmla="*/ 166422 w 233073"/>
                <a:gd name="csY4" fmla="*/ 70630 h 523210"/>
                <a:gd name="csX5" fmla="*/ 167259 w 233073"/>
                <a:gd name="csY5" fmla="*/ 72525 h 523210"/>
                <a:gd name="csX6" fmla="*/ 172646 w 233073"/>
                <a:gd name="csY6" fmla="*/ 72920 h 523210"/>
                <a:gd name="csX7" fmla="*/ 173475 w 233073"/>
                <a:gd name="csY7" fmla="*/ 73461 h 523210"/>
                <a:gd name="csX8" fmla="*/ 174076 w 233073"/>
                <a:gd name="csY8" fmla="*/ 74427 h 523210"/>
                <a:gd name="csX9" fmla="*/ 174175 w 233073"/>
                <a:gd name="csY9" fmla="*/ 75979 h 523210"/>
                <a:gd name="csX10" fmla="*/ 173635 w 233073"/>
                <a:gd name="csY10" fmla="*/ 78482 h 523210"/>
                <a:gd name="csX11" fmla="*/ 167807 w 233073"/>
                <a:gd name="csY11" fmla="*/ 92185 h 523210"/>
                <a:gd name="csX12" fmla="*/ 167624 w 233073"/>
                <a:gd name="csY12" fmla="*/ 95054 h 523210"/>
                <a:gd name="csX13" fmla="*/ 169526 w 233073"/>
                <a:gd name="csY13" fmla="*/ 102997 h 523210"/>
                <a:gd name="csX14" fmla="*/ 172197 w 233073"/>
                <a:gd name="csY14" fmla="*/ 112310 h 523210"/>
                <a:gd name="csX15" fmla="*/ 180270 w 233073"/>
                <a:gd name="csY15" fmla="*/ 116426 h 523210"/>
                <a:gd name="csX16" fmla="*/ 186265 w 233073"/>
                <a:gd name="csY16" fmla="*/ 119629 h 523210"/>
                <a:gd name="csX17" fmla="*/ 190115 w 233073"/>
                <a:gd name="csY17" fmla="*/ 127192 h 523210"/>
                <a:gd name="csX18" fmla="*/ 196468 w 233073"/>
                <a:gd name="csY18" fmla="*/ 137091 h 523210"/>
                <a:gd name="csX19" fmla="*/ 199831 w 233073"/>
                <a:gd name="csY19" fmla="*/ 140774 h 523210"/>
                <a:gd name="csX20" fmla="*/ 200022 w 233073"/>
                <a:gd name="csY20" fmla="*/ 141915 h 523210"/>
                <a:gd name="csX21" fmla="*/ 199025 w 233073"/>
                <a:gd name="csY21" fmla="*/ 148679 h 523210"/>
                <a:gd name="csX22" fmla="*/ 194954 w 233073"/>
                <a:gd name="csY22" fmla="*/ 155420 h 523210"/>
                <a:gd name="csX23" fmla="*/ 191150 w 233073"/>
                <a:gd name="csY23" fmla="*/ 161081 h 523210"/>
                <a:gd name="csX24" fmla="*/ 187209 w 233073"/>
                <a:gd name="csY24" fmla="*/ 167868 h 523210"/>
                <a:gd name="csX25" fmla="*/ 184127 w 233073"/>
                <a:gd name="csY25" fmla="*/ 173627 h 523210"/>
                <a:gd name="csX26" fmla="*/ 180787 w 233073"/>
                <a:gd name="csY26" fmla="*/ 180498 h 523210"/>
                <a:gd name="csX27" fmla="*/ 180399 w 233073"/>
                <a:gd name="csY27" fmla="*/ 182720 h 523210"/>
                <a:gd name="csX28" fmla="*/ 180338 w 233073"/>
                <a:gd name="csY28" fmla="*/ 184812 h 523210"/>
                <a:gd name="csX29" fmla="*/ 180916 w 233073"/>
                <a:gd name="csY29" fmla="*/ 187117 h 523210"/>
                <a:gd name="csX30" fmla="*/ 185192 w 233073"/>
                <a:gd name="csY30" fmla="*/ 195433 h 523210"/>
                <a:gd name="csX31" fmla="*/ 186859 w 233073"/>
                <a:gd name="csY31" fmla="*/ 199656 h 523210"/>
                <a:gd name="csX32" fmla="*/ 188844 w 233073"/>
                <a:gd name="csY32" fmla="*/ 204206 h 523210"/>
                <a:gd name="csX33" fmla="*/ 190556 w 233073"/>
                <a:gd name="csY33" fmla="*/ 209152 h 523210"/>
                <a:gd name="csX34" fmla="*/ 191546 w 233073"/>
                <a:gd name="csY34" fmla="*/ 213572 h 523210"/>
                <a:gd name="csX35" fmla="*/ 193257 w 233073"/>
                <a:gd name="csY35" fmla="*/ 217856 h 523210"/>
                <a:gd name="csX36" fmla="*/ 194323 w 233073"/>
                <a:gd name="csY36" fmla="*/ 220040 h 523210"/>
                <a:gd name="csX37" fmla="*/ 196088 w 233073"/>
                <a:gd name="csY37" fmla="*/ 223098 h 523210"/>
                <a:gd name="csX38" fmla="*/ 198218 w 233073"/>
                <a:gd name="csY38" fmla="*/ 227633 h 523210"/>
                <a:gd name="csX39" fmla="*/ 198926 w 233073"/>
                <a:gd name="csY39" fmla="*/ 231217 h 523210"/>
                <a:gd name="csX40" fmla="*/ 202144 w 233073"/>
                <a:gd name="csY40" fmla="*/ 243573 h 523210"/>
                <a:gd name="csX41" fmla="*/ 202471 w 233073"/>
                <a:gd name="csY41" fmla="*/ 246700 h 523210"/>
                <a:gd name="csX42" fmla="*/ 202312 w 233073"/>
                <a:gd name="csY42" fmla="*/ 249013 h 523210"/>
                <a:gd name="csX43" fmla="*/ 200897 w 233073"/>
                <a:gd name="csY43" fmla="*/ 249576 h 523210"/>
                <a:gd name="csX44" fmla="*/ 197769 w 233073"/>
                <a:gd name="csY44" fmla="*/ 249941 h 523210"/>
                <a:gd name="csX45" fmla="*/ 194376 w 233073"/>
                <a:gd name="csY45" fmla="*/ 251455 h 523210"/>
                <a:gd name="csX46" fmla="*/ 194208 w 233073"/>
                <a:gd name="csY46" fmla="*/ 251965 h 523210"/>
                <a:gd name="csX47" fmla="*/ 196423 w 233073"/>
                <a:gd name="csY47" fmla="*/ 254841 h 523210"/>
                <a:gd name="csX48" fmla="*/ 194467 w 233073"/>
                <a:gd name="csY48" fmla="*/ 259749 h 523210"/>
                <a:gd name="csX49" fmla="*/ 194186 w 233073"/>
                <a:gd name="csY49" fmla="*/ 266741 h 523210"/>
                <a:gd name="csX50" fmla="*/ 192101 w 233073"/>
                <a:gd name="csY50" fmla="*/ 270393 h 523210"/>
                <a:gd name="csX51" fmla="*/ 191903 w 233073"/>
                <a:gd name="csY51" fmla="*/ 271238 h 523210"/>
                <a:gd name="csX52" fmla="*/ 191994 w 233073"/>
                <a:gd name="csY52" fmla="*/ 271945 h 523210"/>
                <a:gd name="csX53" fmla="*/ 192367 w 233073"/>
                <a:gd name="csY53" fmla="*/ 272501 h 523210"/>
                <a:gd name="csX54" fmla="*/ 196225 w 233073"/>
                <a:gd name="csY54" fmla="*/ 273474 h 523210"/>
                <a:gd name="csX55" fmla="*/ 196560 w 233073"/>
                <a:gd name="csY55" fmla="*/ 274464 h 523210"/>
                <a:gd name="csX56" fmla="*/ 196575 w 233073"/>
                <a:gd name="csY56" fmla="*/ 276510 h 523210"/>
                <a:gd name="csX57" fmla="*/ 196232 w 233073"/>
                <a:gd name="csY57" fmla="*/ 278397 h 523210"/>
                <a:gd name="csX58" fmla="*/ 194292 w 233073"/>
                <a:gd name="csY58" fmla="*/ 279797 h 523210"/>
                <a:gd name="csX59" fmla="*/ 192215 w 233073"/>
                <a:gd name="csY59" fmla="*/ 281859 h 523210"/>
                <a:gd name="csX60" fmla="*/ 191751 w 233073"/>
                <a:gd name="csY60" fmla="*/ 283761 h 523210"/>
                <a:gd name="csX61" fmla="*/ 191820 w 233073"/>
                <a:gd name="csY61" fmla="*/ 285450 h 523210"/>
                <a:gd name="csX62" fmla="*/ 192527 w 233073"/>
                <a:gd name="csY62" fmla="*/ 288304 h 523210"/>
                <a:gd name="csX63" fmla="*/ 193904 w 233073"/>
                <a:gd name="csY63" fmla="*/ 291621 h 523210"/>
                <a:gd name="csX64" fmla="*/ 195647 w 233073"/>
                <a:gd name="csY64" fmla="*/ 293698 h 523210"/>
                <a:gd name="csX65" fmla="*/ 201832 w 233073"/>
                <a:gd name="csY65" fmla="*/ 295669 h 523210"/>
                <a:gd name="csX66" fmla="*/ 202631 w 233073"/>
                <a:gd name="csY66" fmla="*/ 297289 h 523210"/>
                <a:gd name="csX67" fmla="*/ 202966 w 233073"/>
                <a:gd name="csY67" fmla="*/ 299511 h 523210"/>
                <a:gd name="csX68" fmla="*/ 202837 w 233073"/>
                <a:gd name="csY68" fmla="*/ 301679 h 523210"/>
                <a:gd name="csX69" fmla="*/ 199960 w 233073"/>
                <a:gd name="csY69" fmla="*/ 306001 h 523210"/>
                <a:gd name="csX70" fmla="*/ 199984 w 233073"/>
                <a:gd name="csY70" fmla="*/ 307660 h 523210"/>
                <a:gd name="csX71" fmla="*/ 201163 w 233073"/>
                <a:gd name="csY71" fmla="*/ 311662 h 523210"/>
                <a:gd name="csX72" fmla="*/ 202578 w 233073"/>
                <a:gd name="csY72" fmla="*/ 315474 h 523210"/>
                <a:gd name="csX73" fmla="*/ 208611 w 233073"/>
                <a:gd name="csY73" fmla="*/ 319598 h 523210"/>
                <a:gd name="csX74" fmla="*/ 210689 w 233073"/>
                <a:gd name="csY74" fmla="*/ 321850 h 523210"/>
                <a:gd name="csX75" fmla="*/ 211237 w 233073"/>
                <a:gd name="csY75" fmla="*/ 323638 h 523210"/>
                <a:gd name="csX76" fmla="*/ 211541 w 233073"/>
                <a:gd name="csY76" fmla="*/ 326521 h 523210"/>
                <a:gd name="csX77" fmla="*/ 211503 w 233073"/>
                <a:gd name="csY77" fmla="*/ 329641 h 523210"/>
                <a:gd name="csX78" fmla="*/ 211031 w 233073"/>
                <a:gd name="csY78" fmla="*/ 332403 h 523210"/>
                <a:gd name="csX79" fmla="*/ 209137 w 233073"/>
                <a:gd name="csY79" fmla="*/ 335956 h 523210"/>
                <a:gd name="csX80" fmla="*/ 204762 w 233073"/>
                <a:gd name="csY80" fmla="*/ 342941 h 523210"/>
                <a:gd name="csX81" fmla="*/ 200356 w 233073"/>
                <a:gd name="csY81" fmla="*/ 345642 h 523210"/>
                <a:gd name="csX82" fmla="*/ 200090 w 233073"/>
                <a:gd name="csY82" fmla="*/ 346228 h 523210"/>
                <a:gd name="csX83" fmla="*/ 201452 w 233073"/>
                <a:gd name="csY83" fmla="*/ 348449 h 523210"/>
                <a:gd name="csX84" fmla="*/ 209205 w 233073"/>
                <a:gd name="csY84" fmla="*/ 357321 h 523210"/>
                <a:gd name="csX85" fmla="*/ 214265 w 233073"/>
                <a:gd name="csY85" fmla="*/ 361452 h 523210"/>
                <a:gd name="csX86" fmla="*/ 221082 w 233073"/>
                <a:gd name="csY86" fmla="*/ 367007 h 523210"/>
                <a:gd name="csX87" fmla="*/ 225480 w 233073"/>
                <a:gd name="csY87" fmla="*/ 371381 h 523210"/>
                <a:gd name="csX88" fmla="*/ 226902 w 233073"/>
                <a:gd name="csY88" fmla="*/ 374516 h 523210"/>
                <a:gd name="csX89" fmla="*/ 228805 w 233073"/>
                <a:gd name="csY89" fmla="*/ 378001 h 523210"/>
                <a:gd name="csX90" fmla="*/ 230943 w 233073"/>
                <a:gd name="csY90" fmla="*/ 380839 h 523210"/>
                <a:gd name="csX91" fmla="*/ 232487 w 233073"/>
                <a:gd name="csY91" fmla="*/ 383296 h 523210"/>
                <a:gd name="csX92" fmla="*/ 233073 w 233073"/>
                <a:gd name="csY92" fmla="*/ 384879 h 523210"/>
                <a:gd name="csX93" fmla="*/ 233020 w 233073"/>
                <a:gd name="csY93" fmla="*/ 386576 h 523210"/>
                <a:gd name="csX94" fmla="*/ 230958 w 233073"/>
                <a:gd name="csY94" fmla="*/ 391681 h 523210"/>
                <a:gd name="csX95" fmla="*/ 229786 w 233073"/>
                <a:gd name="csY95" fmla="*/ 395615 h 523210"/>
                <a:gd name="csX96" fmla="*/ 227724 w 233073"/>
                <a:gd name="csY96" fmla="*/ 401359 h 523210"/>
                <a:gd name="csX97" fmla="*/ 225609 w 233073"/>
                <a:gd name="csY97" fmla="*/ 405346 h 523210"/>
                <a:gd name="csX98" fmla="*/ 220253 w 233073"/>
                <a:gd name="csY98" fmla="*/ 412605 h 523210"/>
                <a:gd name="csX99" fmla="*/ 212348 w 233073"/>
                <a:gd name="csY99" fmla="*/ 421583 h 523210"/>
                <a:gd name="csX100" fmla="*/ 210514 w 233073"/>
                <a:gd name="csY100" fmla="*/ 424284 h 523210"/>
                <a:gd name="csX101" fmla="*/ 206816 w 233073"/>
                <a:gd name="csY101" fmla="*/ 428978 h 523210"/>
                <a:gd name="csX102" fmla="*/ 200478 w 233073"/>
                <a:gd name="csY102" fmla="*/ 438359 h 523210"/>
                <a:gd name="csX103" fmla="*/ 198842 w 233073"/>
                <a:gd name="csY103" fmla="*/ 440422 h 523210"/>
                <a:gd name="csX104" fmla="*/ 193653 w 233073"/>
                <a:gd name="csY104" fmla="*/ 447847 h 523210"/>
                <a:gd name="csX105" fmla="*/ 191287 w 233073"/>
                <a:gd name="csY105" fmla="*/ 450206 h 523210"/>
                <a:gd name="csX106" fmla="*/ 189423 w 233073"/>
                <a:gd name="csY106" fmla="*/ 452405 h 523210"/>
                <a:gd name="csX107" fmla="*/ 184287 w 233073"/>
                <a:gd name="csY107" fmla="*/ 459367 h 523210"/>
                <a:gd name="csX108" fmla="*/ 178763 w 233073"/>
                <a:gd name="csY108" fmla="*/ 464624 h 523210"/>
                <a:gd name="csX109" fmla="*/ 173346 w 233073"/>
                <a:gd name="csY109" fmla="*/ 469494 h 523210"/>
                <a:gd name="csX110" fmla="*/ 171718 w 233073"/>
                <a:gd name="csY110" fmla="*/ 471951 h 523210"/>
                <a:gd name="csX111" fmla="*/ 169694 w 233073"/>
                <a:gd name="csY111" fmla="*/ 473831 h 523210"/>
                <a:gd name="csX112" fmla="*/ 167282 w 233073"/>
                <a:gd name="csY112" fmla="*/ 475611 h 523210"/>
                <a:gd name="csX113" fmla="*/ 166270 w 233073"/>
                <a:gd name="csY113" fmla="*/ 476608 h 523210"/>
                <a:gd name="csX114" fmla="*/ 160815 w 233073"/>
                <a:gd name="csY114" fmla="*/ 483220 h 523210"/>
                <a:gd name="csX115" fmla="*/ 153244 w 233073"/>
                <a:gd name="csY115" fmla="*/ 492335 h 523210"/>
                <a:gd name="csX116" fmla="*/ 152476 w 233073"/>
                <a:gd name="csY116" fmla="*/ 492479 h 523210"/>
                <a:gd name="csX117" fmla="*/ 150505 w 233073"/>
                <a:gd name="csY117" fmla="*/ 493948 h 523210"/>
                <a:gd name="csX118" fmla="*/ 147423 w 233073"/>
                <a:gd name="csY118" fmla="*/ 494305 h 523210"/>
                <a:gd name="csX119" fmla="*/ 146084 w 233073"/>
                <a:gd name="csY119" fmla="*/ 495424 h 523210"/>
                <a:gd name="csX120" fmla="*/ 141375 w 233073"/>
                <a:gd name="csY120" fmla="*/ 492228 h 523210"/>
                <a:gd name="csX121" fmla="*/ 140591 w 233073"/>
                <a:gd name="csY121" fmla="*/ 492023 h 523210"/>
                <a:gd name="csX122" fmla="*/ 137821 w 233073"/>
                <a:gd name="csY122" fmla="*/ 492814 h 523210"/>
                <a:gd name="csX123" fmla="*/ 135166 w 233073"/>
                <a:gd name="csY123" fmla="*/ 495135 h 523210"/>
                <a:gd name="csX124" fmla="*/ 130259 w 233073"/>
                <a:gd name="csY124" fmla="*/ 495842 h 523210"/>
                <a:gd name="csX125" fmla="*/ 127824 w 233073"/>
                <a:gd name="csY125" fmla="*/ 496595 h 523210"/>
                <a:gd name="csX126" fmla="*/ 126271 w 233073"/>
                <a:gd name="csY126" fmla="*/ 497668 h 523210"/>
                <a:gd name="csX127" fmla="*/ 125952 w 233073"/>
                <a:gd name="csY127" fmla="*/ 495135 h 523210"/>
                <a:gd name="csX128" fmla="*/ 126622 w 233073"/>
                <a:gd name="csY128" fmla="*/ 491916 h 523210"/>
                <a:gd name="csX129" fmla="*/ 127702 w 233073"/>
                <a:gd name="csY129" fmla="*/ 489763 h 523210"/>
                <a:gd name="csX130" fmla="*/ 127801 w 233073"/>
                <a:gd name="csY130" fmla="*/ 488363 h 523210"/>
                <a:gd name="csX131" fmla="*/ 127010 w 233073"/>
                <a:gd name="csY131" fmla="*/ 488508 h 523210"/>
                <a:gd name="csX132" fmla="*/ 125435 w 233073"/>
                <a:gd name="csY132" fmla="*/ 491665 h 523210"/>
                <a:gd name="csX133" fmla="*/ 124598 w 233073"/>
                <a:gd name="csY133" fmla="*/ 495348 h 523210"/>
                <a:gd name="csX134" fmla="*/ 122916 w 233073"/>
                <a:gd name="csY134" fmla="*/ 497196 h 523210"/>
                <a:gd name="csX135" fmla="*/ 119218 w 233073"/>
                <a:gd name="csY135" fmla="*/ 497950 h 523210"/>
                <a:gd name="csX136" fmla="*/ 115620 w 233073"/>
                <a:gd name="csY136" fmla="*/ 494998 h 523210"/>
                <a:gd name="csX137" fmla="*/ 113907 w 233073"/>
                <a:gd name="csY137" fmla="*/ 495020 h 523210"/>
                <a:gd name="csX138" fmla="*/ 114981 w 233073"/>
                <a:gd name="csY138" fmla="*/ 497136 h 523210"/>
                <a:gd name="csX139" fmla="*/ 115703 w 233073"/>
                <a:gd name="csY139" fmla="*/ 499456 h 523210"/>
                <a:gd name="csX140" fmla="*/ 115612 w 233073"/>
                <a:gd name="csY140" fmla="*/ 500750 h 523210"/>
                <a:gd name="csX141" fmla="*/ 113695 w 233073"/>
                <a:gd name="csY141" fmla="*/ 500522 h 523210"/>
                <a:gd name="csX142" fmla="*/ 111557 w 233073"/>
                <a:gd name="csY142" fmla="*/ 501906 h 523210"/>
                <a:gd name="csX143" fmla="*/ 109685 w 233073"/>
                <a:gd name="csY143" fmla="*/ 503930 h 523210"/>
                <a:gd name="csX144" fmla="*/ 108772 w 233073"/>
                <a:gd name="csY144" fmla="*/ 503938 h 523210"/>
                <a:gd name="csX145" fmla="*/ 107509 w 233073"/>
                <a:gd name="csY145" fmla="*/ 501107 h 523210"/>
                <a:gd name="csX146" fmla="*/ 105196 w 233073"/>
                <a:gd name="csY146" fmla="*/ 502431 h 523210"/>
                <a:gd name="csX147" fmla="*/ 103218 w 233073"/>
                <a:gd name="csY147" fmla="*/ 504204 h 523210"/>
                <a:gd name="csX148" fmla="*/ 99208 w 233073"/>
                <a:gd name="csY148" fmla="*/ 504752 h 523210"/>
                <a:gd name="csX149" fmla="*/ 96819 w 233073"/>
                <a:gd name="csY149" fmla="*/ 507080 h 523210"/>
                <a:gd name="csX150" fmla="*/ 92588 w 233073"/>
                <a:gd name="csY150" fmla="*/ 508655 h 523210"/>
                <a:gd name="csX151" fmla="*/ 90268 w 233073"/>
                <a:gd name="csY151" fmla="*/ 508617 h 523210"/>
                <a:gd name="csX152" fmla="*/ 84965 w 233073"/>
                <a:gd name="csY152" fmla="*/ 510504 h 523210"/>
                <a:gd name="csX153" fmla="*/ 83200 w 233073"/>
                <a:gd name="csY153" fmla="*/ 513410 h 523210"/>
                <a:gd name="csX154" fmla="*/ 81655 w 233073"/>
                <a:gd name="csY154" fmla="*/ 514476 h 523210"/>
                <a:gd name="csX155" fmla="*/ 79456 w 233073"/>
                <a:gd name="csY155" fmla="*/ 513578 h 523210"/>
                <a:gd name="csX156" fmla="*/ 72677 w 233073"/>
                <a:gd name="csY156" fmla="*/ 514993 h 523210"/>
                <a:gd name="csX157" fmla="*/ 66194 w 233073"/>
                <a:gd name="csY157" fmla="*/ 516849 h 523210"/>
                <a:gd name="csX158" fmla="*/ 63440 w 233073"/>
                <a:gd name="csY158" fmla="*/ 516743 h 523210"/>
                <a:gd name="csX159" fmla="*/ 60686 w 233073"/>
                <a:gd name="csY159" fmla="*/ 515974 h 523210"/>
                <a:gd name="csX160" fmla="*/ 57764 w 233073"/>
                <a:gd name="csY160" fmla="*/ 518546 h 523210"/>
                <a:gd name="csX161" fmla="*/ 54660 w 233073"/>
                <a:gd name="csY161" fmla="*/ 521985 h 523210"/>
                <a:gd name="csX162" fmla="*/ 51244 w 233073"/>
                <a:gd name="csY162" fmla="*/ 523210 h 523210"/>
                <a:gd name="csX163" fmla="*/ 50019 w 233073"/>
                <a:gd name="csY163" fmla="*/ 522769 h 523210"/>
                <a:gd name="csX164" fmla="*/ 51000 w 233073"/>
                <a:gd name="csY164" fmla="*/ 520966 h 523210"/>
                <a:gd name="csX165" fmla="*/ 53260 w 233073"/>
                <a:gd name="csY165" fmla="*/ 519102 h 523210"/>
                <a:gd name="csX166" fmla="*/ 54812 w 233073"/>
                <a:gd name="csY166" fmla="*/ 516568 h 523210"/>
                <a:gd name="csX167" fmla="*/ 55025 w 233073"/>
                <a:gd name="csY167" fmla="*/ 514453 h 523210"/>
                <a:gd name="csX168" fmla="*/ 53960 w 233073"/>
                <a:gd name="csY168" fmla="*/ 513623 h 523210"/>
                <a:gd name="csX169" fmla="*/ 52499 w 233073"/>
                <a:gd name="csY169" fmla="*/ 513365 h 523210"/>
                <a:gd name="csX170" fmla="*/ 50665 w 233073"/>
                <a:gd name="csY170" fmla="*/ 511173 h 523210"/>
                <a:gd name="csX171" fmla="*/ 48908 w 233073"/>
                <a:gd name="csY171" fmla="*/ 506410 h 523210"/>
                <a:gd name="csX172" fmla="*/ 47957 w 233073"/>
                <a:gd name="csY172" fmla="*/ 506144 h 523210"/>
                <a:gd name="csX173" fmla="*/ 47477 w 233073"/>
                <a:gd name="csY173" fmla="*/ 507400 h 523210"/>
                <a:gd name="csX174" fmla="*/ 46937 w 233073"/>
                <a:gd name="csY174" fmla="*/ 511044 h 523210"/>
                <a:gd name="csX175" fmla="*/ 46389 w 233073"/>
                <a:gd name="csY175" fmla="*/ 512094 h 523210"/>
                <a:gd name="csX176" fmla="*/ 45461 w 233073"/>
                <a:gd name="csY176" fmla="*/ 512931 h 523210"/>
                <a:gd name="csX177" fmla="*/ 44342 w 233073"/>
                <a:gd name="csY177" fmla="*/ 513768 h 523210"/>
                <a:gd name="csX178" fmla="*/ 43247 w 233073"/>
                <a:gd name="csY178" fmla="*/ 514179 h 523210"/>
                <a:gd name="csX179" fmla="*/ 39328 w 233073"/>
                <a:gd name="csY179" fmla="*/ 514126 h 523210"/>
                <a:gd name="csX180" fmla="*/ 38811 w 233073"/>
                <a:gd name="csY180" fmla="*/ 512284 h 523210"/>
                <a:gd name="csX181" fmla="*/ 38811 w 233073"/>
                <a:gd name="csY181" fmla="*/ 511516 h 523210"/>
                <a:gd name="csX182" fmla="*/ 39511 w 233073"/>
                <a:gd name="csY182" fmla="*/ 509089 h 523210"/>
                <a:gd name="csX183" fmla="*/ 38902 w 233073"/>
                <a:gd name="csY183" fmla="*/ 508663 h 523210"/>
                <a:gd name="csX184" fmla="*/ 39481 w 233073"/>
                <a:gd name="csY184" fmla="*/ 506760 h 523210"/>
                <a:gd name="csX185" fmla="*/ 40401 w 233073"/>
                <a:gd name="csY185" fmla="*/ 506867 h 523210"/>
                <a:gd name="csX186" fmla="*/ 41497 w 233073"/>
                <a:gd name="csY186" fmla="*/ 506578 h 523210"/>
                <a:gd name="csX187" fmla="*/ 42045 w 233073"/>
                <a:gd name="csY187" fmla="*/ 505604 h 523210"/>
                <a:gd name="csX188" fmla="*/ 42007 w 233073"/>
                <a:gd name="csY188" fmla="*/ 504432 h 523210"/>
                <a:gd name="csX189" fmla="*/ 40485 w 233073"/>
                <a:gd name="csY189" fmla="*/ 504128 h 523210"/>
                <a:gd name="csX190" fmla="*/ 40394 w 233073"/>
                <a:gd name="csY190" fmla="*/ 503329 h 523210"/>
                <a:gd name="csX191" fmla="*/ 41748 w 233073"/>
                <a:gd name="csY191" fmla="*/ 499981 h 523210"/>
                <a:gd name="csX192" fmla="*/ 41938 w 233073"/>
                <a:gd name="csY192" fmla="*/ 499053 h 523210"/>
                <a:gd name="csX193" fmla="*/ 41413 w 233073"/>
                <a:gd name="csY193" fmla="*/ 498863 h 523210"/>
                <a:gd name="csX194" fmla="*/ 40569 w 233073"/>
                <a:gd name="csY194" fmla="*/ 499228 h 523210"/>
                <a:gd name="csX195" fmla="*/ 34961 w 233073"/>
                <a:gd name="csY195" fmla="*/ 498178 h 523210"/>
                <a:gd name="csX196" fmla="*/ 28045 w 233073"/>
                <a:gd name="csY196" fmla="*/ 493887 h 523210"/>
                <a:gd name="csX197" fmla="*/ 26341 w 233073"/>
                <a:gd name="csY197" fmla="*/ 493666 h 523210"/>
                <a:gd name="csX198" fmla="*/ 25298 w 233073"/>
                <a:gd name="csY198" fmla="*/ 489824 h 523210"/>
                <a:gd name="csX199" fmla="*/ 23632 w 233073"/>
                <a:gd name="csY199" fmla="*/ 490311 h 523210"/>
                <a:gd name="csX200" fmla="*/ 21197 w 233073"/>
                <a:gd name="csY200" fmla="*/ 492563 h 523210"/>
                <a:gd name="csX201" fmla="*/ 19371 w 233073"/>
                <a:gd name="csY201" fmla="*/ 490851 h 523210"/>
                <a:gd name="csX202" fmla="*/ 17408 w 233073"/>
                <a:gd name="csY202" fmla="*/ 489725 h 523210"/>
                <a:gd name="csX203" fmla="*/ 16868 w 233073"/>
                <a:gd name="csY203" fmla="*/ 487967 h 523210"/>
                <a:gd name="csX204" fmla="*/ 16898 w 233073"/>
                <a:gd name="csY204" fmla="*/ 485365 h 523210"/>
                <a:gd name="csX205" fmla="*/ 16731 w 233073"/>
                <a:gd name="csY205" fmla="*/ 482284 h 523210"/>
                <a:gd name="csX206" fmla="*/ 16198 w 233073"/>
                <a:gd name="csY206" fmla="*/ 478670 h 523210"/>
                <a:gd name="csX207" fmla="*/ 15810 w 233073"/>
                <a:gd name="csY207" fmla="*/ 473519 h 523210"/>
                <a:gd name="csX208" fmla="*/ 16176 w 233073"/>
                <a:gd name="csY208" fmla="*/ 469479 h 523210"/>
                <a:gd name="csX209" fmla="*/ 17743 w 233073"/>
                <a:gd name="csY209" fmla="*/ 466481 h 523210"/>
                <a:gd name="csX210" fmla="*/ 18344 w 233073"/>
                <a:gd name="csY210" fmla="*/ 464563 h 523210"/>
                <a:gd name="csX211" fmla="*/ 19074 w 233073"/>
                <a:gd name="csY211" fmla="*/ 459656 h 523210"/>
                <a:gd name="csX212" fmla="*/ 19242 w 233073"/>
                <a:gd name="csY212" fmla="*/ 453896 h 523210"/>
                <a:gd name="csX213" fmla="*/ 18824 w 233073"/>
                <a:gd name="csY213" fmla="*/ 451933 h 523210"/>
                <a:gd name="csX214" fmla="*/ 18930 w 233073"/>
                <a:gd name="csY214" fmla="*/ 450624 h 523210"/>
                <a:gd name="csX215" fmla="*/ 20178 w 233073"/>
                <a:gd name="csY215" fmla="*/ 450624 h 523210"/>
                <a:gd name="csX216" fmla="*/ 19904 w 233073"/>
                <a:gd name="csY216" fmla="*/ 449498 h 523210"/>
                <a:gd name="csX217" fmla="*/ 19356 w 233073"/>
                <a:gd name="csY217" fmla="*/ 448882 h 523210"/>
                <a:gd name="csX218" fmla="*/ 18747 w 233073"/>
                <a:gd name="csY218" fmla="*/ 447604 h 523210"/>
                <a:gd name="csX219" fmla="*/ 19265 w 233073"/>
                <a:gd name="csY219" fmla="*/ 446927 h 523210"/>
                <a:gd name="csX220" fmla="*/ 20756 w 233073"/>
                <a:gd name="csY220" fmla="*/ 446881 h 523210"/>
                <a:gd name="csX221" fmla="*/ 20878 w 233073"/>
                <a:gd name="csY221" fmla="*/ 446447 h 523210"/>
                <a:gd name="csX222" fmla="*/ 21045 w 233073"/>
                <a:gd name="csY222" fmla="*/ 445839 h 523210"/>
                <a:gd name="csX223" fmla="*/ 19888 w 233073"/>
                <a:gd name="csY223" fmla="*/ 442461 h 523210"/>
                <a:gd name="csX224" fmla="*/ 19751 w 233073"/>
                <a:gd name="csY224" fmla="*/ 440848 h 523210"/>
                <a:gd name="csX225" fmla="*/ 18154 w 233073"/>
                <a:gd name="csY225" fmla="*/ 435940 h 523210"/>
                <a:gd name="csX226" fmla="*/ 16320 w 233073"/>
                <a:gd name="csY226" fmla="*/ 431268 h 523210"/>
                <a:gd name="csX227" fmla="*/ 13574 w 233073"/>
                <a:gd name="csY227" fmla="*/ 427883 h 523210"/>
                <a:gd name="csX228" fmla="*/ 14547 w 233073"/>
                <a:gd name="csY228" fmla="*/ 422290 h 523210"/>
                <a:gd name="csX229" fmla="*/ 15658 w 233073"/>
                <a:gd name="csY229" fmla="*/ 417215 h 523210"/>
                <a:gd name="csX230" fmla="*/ 15438 w 233073"/>
                <a:gd name="csY230" fmla="*/ 414765 h 523210"/>
                <a:gd name="csX231" fmla="*/ 15011 w 233073"/>
                <a:gd name="csY231" fmla="*/ 411775 h 523210"/>
                <a:gd name="csX232" fmla="*/ 11641 w 233073"/>
                <a:gd name="csY232" fmla="*/ 408488 h 523210"/>
                <a:gd name="csX233" fmla="*/ 11146 w 233073"/>
                <a:gd name="csY233" fmla="*/ 403847 h 523210"/>
                <a:gd name="csX234" fmla="*/ 10325 w 233073"/>
                <a:gd name="csY234" fmla="*/ 398841 h 523210"/>
                <a:gd name="csX235" fmla="*/ 10636 w 233073"/>
                <a:gd name="csY235" fmla="*/ 395767 h 523210"/>
                <a:gd name="csX236" fmla="*/ 11184 w 233073"/>
                <a:gd name="csY236" fmla="*/ 393401 h 523210"/>
                <a:gd name="csX237" fmla="*/ 12295 w 233073"/>
                <a:gd name="csY237" fmla="*/ 391042 h 523210"/>
                <a:gd name="csX238" fmla="*/ 17887 w 233073"/>
                <a:gd name="csY238" fmla="*/ 383586 h 523210"/>
                <a:gd name="csX239" fmla="*/ 18230 w 233073"/>
                <a:gd name="csY239" fmla="*/ 379675 h 523210"/>
                <a:gd name="csX240" fmla="*/ 22019 w 233073"/>
                <a:gd name="csY240" fmla="*/ 379386 h 523210"/>
                <a:gd name="csX241" fmla="*/ 20261 w 233073"/>
                <a:gd name="csY241" fmla="*/ 375886 h 523210"/>
                <a:gd name="csX242" fmla="*/ 19850 w 233073"/>
                <a:gd name="csY242" fmla="*/ 373915 h 523210"/>
                <a:gd name="csX243" fmla="*/ 19759 w 233073"/>
                <a:gd name="csY243" fmla="*/ 371610 h 523210"/>
                <a:gd name="csX244" fmla="*/ 25207 w 233073"/>
                <a:gd name="csY244" fmla="*/ 370027 h 523210"/>
                <a:gd name="csX245" fmla="*/ 27246 w 233073"/>
                <a:gd name="csY245" fmla="*/ 371328 h 523210"/>
                <a:gd name="csX246" fmla="*/ 32040 w 233073"/>
                <a:gd name="csY246" fmla="*/ 369723 h 523210"/>
                <a:gd name="csX247" fmla="*/ 36300 w 233073"/>
                <a:gd name="csY247" fmla="*/ 366580 h 523210"/>
                <a:gd name="csX248" fmla="*/ 36224 w 233073"/>
                <a:gd name="csY248" fmla="*/ 364907 h 523210"/>
                <a:gd name="csX249" fmla="*/ 35570 w 233073"/>
                <a:gd name="csY249" fmla="*/ 363408 h 523210"/>
                <a:gd name="csX250" fmla="*/ 34664 w 233073"/>
                <a:gd name="csY250" fmla="*/ 360516 h 523210"/>
                <a:gd name="csX251" fmla="*/ 35303 w 233073"/>
                <a:gd name="csY251" fmla="*/ 359710 h 523210"/>
                <a:gd name="csX252" fmla="*/ 36856 w 233073"/>
                <a:gd name="csY252" fmla="*/ 360303 h 523210"/>
                <a:gd name="csX253" fmla="*/ 36141 w 233073"/>
                <a:gd name="csY253" fmla="*/ 358865 h 523210"/>
                <a:gd name="csX254" fmla="*/ 36270 w 233073"/>
                <a:gd name="csY254" fmla="*/ 357344 h 523210"/>
                <a:gd name="csX255" fmla="*/ 37967 w 233073"/>
                <a:gd name="csY255" fmla="*/ 357975 h 523210"/>
                <a:gd name="csX256" fmla="*/ 40728 w 233073"/>
                <a:gd name="csY256" fmla="*/ 353722 h 523210"/>
                <a:gd name="csX257" fmla="*/ 40827 w 233073"/>
                <a:gd name="csY257" fmla="*/ 350466 h 523210"/>
                <a:gd name="csX258" fmla="*/ 45605 w 233073"/>
                <a:gd name="csY258" fmla="*/ 348761 h 523210"/>
                <a:gd name="csX259" fmla="*/ 51122 w 233073"/>
                <a:gd name="csY259" fmla="*/ 342081 h 523210"/>
                <a:gd name="csX260" fmla="*/ 53663 w 233073"/>
                <a:gd name="csY260" fmla="*/ 339996 h 523210"/>
                <a:gd name="csX261" fmla="*/ 56121 w 233073"/>
                <a:gd name="csY261" fmla="*/ 338482 h 523210"/>
                <a:gd name="csX262" fmla="*/ 61355 w 233073"/>
                <a:gd name="csY262" fmla="*/ 331764 h 523210"/>
                <a:gd name="csX263" fmla="*/ 63592 w 233073"/>
                <a:gd name="csY263" fmla="*/ 331452 h 523210"/>
                <a:gd name="csX264" fmla="*/ 64741 w 233073"/>
                <a:gd name="csY264" fmla="*/ 326902 h 523210"/>
                <a:gd name="csX265" fmla="*/ 69192 w 233073"/>
                <a:gd name="csY265" fmla="*/ 320822 h 523210"/>
                <a:gd name="csX266" fmla="*/ 70546 w 233073"/>
                <a:gd name="csY266" fmla="*/ 320047 h 523210"/>
                <a:gd name="csX267" fmla="*/ 72624 w 233073"/>
                <a:gd name="csY267" fmla="*/ 314538 h 523210"/>
                <a:gd name="csX268" fmla="*/ 78094 w 233073"/>
                <a:gd name="csY268" fmla="*/ 308147 h 523210"/>
                <a:gd name="csX269" fmla="*/ 81564 w 233073"/>
                <a:gd name="csY269" fmla="*/ 299952 h 523210"/>
                <a:gd name="csX270" fmla="*/ 83473 w 233073"/>
                <a:gd name="csY270" fmla="*/ 297031 h 523210"/>
                <a:gd name="csX271" fmla="*/ 84067 w 233073"/>
                <a:gd name="csY271" fmla="*/ 293911 h 523210"/>
                <a:gd name="csX272" fmla="*/ 86197 w 233073"/>
                <a:gd name="csY272" fmla="*/ 293645 h 523210"/>
                <a:gd name="csX273" fmla="*/ 88115 w 233073"/>
                <a:gd name="csY273" fmla="*/ 291347 h 523210"/>
                <a:gd name="csX274" fmla="*/ 92269 w 233073"/>
                <a:gd name="csY274" fmla="*/ 289749 h 523210"/>
                <a:gd name="csX275" fmla="*/ 96378 w 233073"/>
                <a:gd name="csY275" fmla="*/ 290190 h 523210"/>
                <a:gd name="csX276" fmla="*/ 98089 w 233073"/>
                <a:gd name="csY276" fmla="*/ 291286 h 523210"/>
                <a:gd name="csX277" fmla="*/ 99665 w 233073"/>
                <a:gd name="csY277" fmla="*/ 290944 h 523210"/>
                <a:gd name="csX278" fmla="*/ 99504 w 233073"/>
                <a:gd name="csY278" fmla="*/ 288129 h 523210"/>
                <a:gd name="csX279" fmla="*/ 98379 w 233073"/>
                <a:gd name="csY279" fmla="*/ 286386 h 523210"/>
                <a:gd name="csX280" fmla="*/ 99299 w 233073"/>
                <a:gd name="csY280" fmla="*/ 284705 h 523210"/>
                <a:gd name="csX281" fmla="*/ 101468 w 233073"/>
                <a:gd name="csY281" fmla="*/ 283434 h 523210"/>
                <a:gd name="csX282" fmla="*/ 101247 w 233073"/>
                <a:gd name="csY282" fmla="*/ 280619 h 523210"/>
                <a:gd name="csX283" fmla="*/ 100775 w 233073"/>
                <a:gd name="csY283" fmla="*/ 278922 h 523210"/>
                <a:gd name="csX284" fmla="*/ 98972 w 233073"/>
                <a:gd name="csY284" fmla="*/ 276662 h 523210"/>
                <a:gd name="csX285" fmla="*/ 99870 w 233073"/>
                <a:gd name="csY285" fmla="*/ 271580 h 523210"/>
                <a:gd name="csX286" fmla="*/ 100083 w 233073"/>
                <a:gd name="csY286" fmla="*/ 265988 h 523210"/>
                <a:gd name="csX287" fmla="*/ 100935 w 233073"/>
                <a:gd name="csY287" fmla="*/ 259498 h 523210"/>
                <a:gd name="csX288" fmla="*/ 98675 w 233073"/>
                <a:gd name="csY288" fmla="*/ 256051 h 523210"/>
                <a:gd name="csX289" fmla="*/ 90078 w 233073"/>
                <a:gd name="csY289" fmla="*/ 250162 h 523210"/>
                <a:gd name="csX290" fmla="*/ 88480 w 233073"/>
                <a:gd name="csY290" fmla="*/ 250367 h 523210"/>
                <a:gd name="csX291" fmla="*/ 86570 w 233073"/>
                <a:gd name="csY291" fmla="*/ 249622 h 523210"/>
                <a:gd name="csX292" fmla="*/ 84577 w 233073"/>
                <a:gd name="csY292" fmla="*/ 245140 h 523210"/>
                <a:gd name="csX293" fmla="*/ 85467 w 233073"/>
                <a:gd name="csY293" fmla="*/ 241260 h 523210"/>
                <a:gd name="csX294" fmla="*/ 85573 w 233073"/>
                <a:gd name="csY294" fmla="*/ 239829 h 523210"/>
                <a:gd name="csX295" fmla="*/ 84797 w 233073"/>
                <a:gd name="csY295" fmla="*/ 239875 h 523210"/>
                <a:gd name="csX296" fmla="*/ 83534 w 233073"/>
                <a:gd name="csY296" fmla="*/ 241770 h 523210"/>
                <a:gd name="csX297" fmla="*/ 80795 w 233073"/>
                <a:gd name="csY297" fmla="*/ 243930 h 523210"/>
                <a:gd name="csX298" fmla="*/ 77235 w 233073"/>
                <a:gd name="csY298" fmla="*/ 242272 h 523210"/>
                <a:gd name="csX299" fmla="*/ 75484 w 233073"/>
                <a:gd name="csY299" fmla="*/ 242637 h 523210"/>
                <a:gd name="csX300" fmla="*/ 73209 w 233073"/>
                <a:gd name="csY300" fmla="*/ 232997 h 523210"/>
                <a:gd name="csX301" fmla="*/ 72045 w 233073"/>
                <a:gd name="csY301" fmla="*/ 229292 h 523210"/>
                <a:gd name="csX302" fmla="*/ 70181 w 233073"/>
                <a:gd name="csY302" fmla="*/ 224666 h 523210"/>
                <a:gd name="csX303" fmla="*/ 66856 w 233073"/>
                <a:gd name="csY303" fmla="*/ 222406 h 523210"/>
                <a:gd name="csX304" fmla="*/ 66202 w 233073"/>
                <a:gd name="csY304" fmla="*/ 221120 h 523210"/>
                <a:gd name="csX305" fmla="*/ 65760 w 233073"/>
                <a:gd name="csY305" fmla="*/ 219149 h 523210"/>
                <a:gd name="csX306" fmla="*/ 65616 w 233073"/>
                <a:gd name="csY306" fmla="*/ 216410 h 523210"/>
                <a:gd name="csX307" fmla="*/ 65190 w 233073"/>
                <a:gd name="csY307" fmla="*/ 212347 h 523210"/>
                <a:gd name="csX308" fmla="*/ 65365 w 233073"/>
                <a:gd name="csY308" fmla="*/ 209007 h 523210"/>
                <a:gd name="csX309" fmla="*/ 65776 w 233073"/>
                <a:gd name="csY309" fmla="*/ 207014 h 523210"/>
                <a:gd name="csX310" fmla="*/ 67214 w 233073"/>
                <a:gd name="csY310" fmla="*/ 205675 h 523210"/>
                <a:gd name="csX311" fmla="*/ 69283 w 233073"/>
                <a:gd name="csY311" fmla="*/ 201878 h 523210"/>
                <a:gd name="csX312" fmla="*/ 69717 w 233073"/>
                <a:gd name="csY312" fmla="*/ 199116 h 523210"/>
                <a:gd name="csX313" fmla="*/ 69892 w 233073"/>
                <a:gd name="csY313" fmla="*/ 194870 h 523210"/>
                <a:gd name="csX314" fmla="*/ 70843 w 233073"/>
                <a:gd name="csY314" fmla="*/ 191150 h 523210"/>
                <a:gd name="csX315" fmla="*/ 71901 w 233073"/>
                <a:gd name="csY315" fmla="*/ 189263 h 523210"/>
                <a:gd name="csX316" fmla="*/ 71635 w 233073"/>
                <a:gd name="csY316" fmla="*/ 187756 h 523210"/>
                <a:gd name="csX317" fmla="*/ 70904 w 233073"/>
                <a:gd name="csY317" fmla="*/ 185611 h 523210"/>
                <a:gd name="csX318" fmla="*/ 69352 w 233073"/>
                <a:gd name="csY318" fmla="*/ 182552 h 523210"/>
                <a:gd name="csX319" fmla="*/ 66993 w 233073"/>
                <a:gd name="csY319" fmla="*/ 178816 h 523210"/>
                <a:gd name="csX320" fmla="*/ 65251 w 233073"/>
                <a:gd name="csY320" fmla="*/ 175233 h 523210"/>
                <a:gd name="csX321" fmla="*/ 64482 w 233073"/>
                <a:gd name="csY321" fmla="*/ 171877 h 523210"/>
                <a:gd name="csX322" fmla="*/ 64087 w 233073"/>
                <a:gd name="csY322" fmla="*/ 168864 h 523210"/>
                <a:gd name="csX323" fmla="*/ 64148 w 233073"/>
                <a:gd name="csY323" fmla="*/ 166125 h 523210"/>
                <a:gd name="csX324" fmla="*/ 64802 w 233073"/>
                <a:gd name="csY324" fmla="*/ 164254 h 523210"/>
                <a:gd name="csX325" fmla="*/ 67024 w 233073"/>
                <a:gd name="csY325" fmla="*/ 161895 h 523210"/>
                <a:gd name="csX326" fmla="*/ 67320 w 233073"/>
                <a:gd name="csY326" fmla="*/ 160891 h 523210"/>
                <a:gd name="csX327" fmla="*/ 66438 w 233073"/>
                <a:gd name="csY327" fmla="*/ 155664 h 523210"/>
                <a:gd name="csX328" fmla="*/ 64886 w 233073"/>
                <a:gd name="csY328" fmla="*/ 154712 h 523210"/>
                <a:gd name="csX329" fmla="*/ 62245 w 233073"/>
                <a:gd name="csY329" fmla="*/ 154203 h 523210"/>
                <a:gd name="csX330" fmla="*/ 60770 w 233073"/>
                <a:gd name="csY330" fmla="*/ 154157 h 523210"/>
                <a:gd name="csX331" fmla="*/ 60488 w 233073"/>
                <a:gd name="csY331" fmla="*/ 153579 h 523210"/>
                <a:gd name="csX332" fmla="*/ 60412 w 233073"/>
                <a:gd name="csY332" fmla="*/ 152529 h 523210"/>
                <a:gd name="csX333" fmla="*/ 60716 w 233073"/>
                <a:gd name="csY333" fmla="*/ 150376 h 523210"/>
                <a:gd name="csX334" fmla="*/ 61546 w 233073"/>
                <a:gd name="csY334" fmla="*/ 147903 h 523210"/>
                <a:gd name="csX335" fmla="*/ 62238 w 233073"/>
                <a:gd name="csY335" fmla="*/ 146320 h 523210"/>
                <a:gd name="csX336" fmla="*/ 62329 w 233073"/>
                <a:gd name="csY336" fmla="*/ 144981 h 523210"/>
                <a:gd name="csX337" fmla="*/ 61447 w 233073"/>
                <a:gd name="csY337" fmla="*/ 140386 h 523210"/>
                <a:gd name="csX338" fmla="*/ 61180 w 233073"/>
                <a:gd name="csY338" fmla="*/ 134732 h 523210"/>
                <a:gd name="csX339" fmla="*/ 61485 w 233073"/>
                <a:gd name="csY339" fmla="*/ 130289 h 523210"/>
                <a:gd name="csX340" fmla="*/ 64285 w 233073"/>
                <a:gd name="csY340" fmla="*/ 127002 h 523210"/>
                <a:gd name="csX341" fmla="*/ 64414 w 233073"/>
                <a:gd name="csY341" fmla="*/ 125800 h 523210"/>
                <a:gd name="csX342" fmla="*/ 60899 w 233073"/>
                <a:gd name="csY342" fmla="*/ 122216 h 523210"/>
                <a:gd name="csX343" fmla="*/ 58365 w 233073"/>
                <a:gd name="csY343" fmla="*/ 118146 h 523210"/>
                <a:gd name="csX344" fmla="*/ 57574 w 233073"/>
                <a:gd name="csY344" fmla="*/ 115764 h 523210"/>
                <a:gd name="csX345" fmla="*/ 54675 w 233073"/>
                <a:gd name="csY345" fmla="*/ 115407 h 523210"/>
                <a:gd name="csX346" fmla="*/ 52864 w 233073"/>
                <a:gd name="csY346" fmla="*/ 108452 h 523210"/>
                <a:gd name="csX347" fmla="*/ 50247 w 233073"/>
                <a:gd name="csY347" fmla="*/ 105059 h 523210"/>
                <a:gd name="csX348" fmla="*/ 47660 w 233073"/>
                <a:gd name="csY348" fmla="*/ 102115 h 523210"/>
                <a:gd name="csX349" fmla="*/ 46131 w 233073"/>
                <a:gd name="csY349" fmla="*/ 100745 h 523210"/>
                <a:gd name="csX350" fmla="*/ 37153 w 233073"/>
                <a:gd name="csY350" fmla="*/ 96507 h 523210"/>
                <a:gd name="csX351" fmla="*/ 33592 w 233073"/>
                <a:gd name="csY351" fmla="*/ 95700 h 523210"/>
                <a:gd name="csX352" fmla="*/ 29369 w 233073"/>
                <a:gd name="csY352" fmla="*/ 93220 h 523210"/>
                <a:gd name="csX353" fmla="*/ 26226 w 233073"/>
                <a:gd name="csY353" fmla="*/ 90101 h 523210"/>
                <a:gd name="csX354" fmla="*/ 23533 w 233073"/>
                <a:gd name="csY354" fmla="*/ 88092 h 523210"/>
                <a:gd name="csX355" fmla="*/ 21228 w 233073"/>
                <a:gd name="csY355" fmla="*/ 85604 h 523210"/>
                <a:gd name="csX356" fmla="*/ 18009 w 233073"/>
                <a:gd name="csY356" fmla="*/ 83276 h 523210"/>
                <a:gd name="csX357" fmla="*/ 17089 w 233073"/>
                <a:gd name="csY357" fmla="*/ 81282 h 523210"/>
                <a:gd name="csX358" fmla="*/ 13612 w 233073"/>
                <a:gd name="csY358" fmla="*/ 77585 h 523210"/>
                <a:gd name="csX359" fmla="*/ 11983 w 233073"/>
                <a:gd name="csY359" fmla="*/ 75142 h 523210"/>
                <a:gd name="csX360" fmla="*/ 6330 w 233073"/>
                <a:gd name="csY360" fmla="*/ 70524 h 523210"/>
                <a:gd name="csX361" fmla="*/ 6125 w 233073"/>
                <a:gd name="csY361" fmla="*/ 68698 h 523210"/>
                <a:gd name="csX362" fmla="*/ 6087 w 233073"/>
                <a:gd name="csY362" fmla="*/ 66932 h 523210"/>
                <a:gd name="csX363" fmla="*/ 5828 w 233073"/>
                <a:gd name="csY363" fmla="*/ 66194 h 523210"/>
                <a:gd name="csX364" fmla="*/ 0 w 233073"/>
                <a:gd name="csY364" fmla="*/ 62801 h 523210"/>
                <a:gd name="csX365" fmla="*/ 1149 w 233073"/>
                <a:gd name="csY365" fmla="*/ 60853 h 523210"/>
                <a:gd name="csX366" fmla="*/ 5706 w 233073"/>
                <a:gd name="csY366" fmla="*/ 60732 h 523210"/>
                <a:gd name="csX367" fmla="*/ 9473 w 233073"/>
                <a:gd name="csY367" fmla="*/ 62504 h 523210"/>
                <a:gd name="csX368" fmla="*/ 10302 w 233073"/>
                <a:gd name="csY368" fmla="*/ 61743 h 523210"/>
                <a:gd name="csX369" fmla="*/ 10796 w 233073"/>
                <a:gd name="csY369" fmla="*/ 60169 h 523210"/>
                <a:gd name="csX370" fmla="*/ 9191 w 233073"/>
                <a:gd name="csY370" fmla="*/ 53838 h 523210"/>
                <a:gd name="csX371" fmla="*/ 9480 w 233073"/>
                <a:gd name="csY371" fmla="*/ 52180 h 523210"/>
                <a:gd name="csX372" fmla="*/ 11139 w 233073"/>
                <a:gd name="csY372" fmla="*/ 50186 h 523210"/>
                <a:gd name="csX373" fmla="*/ 13771 w 233073"/>
                <a:gd name="csY373" fmla="*/ 48596 h 523210"/>
                <a:gd name="csX374" fmla="*/ 17918 w 233073"/>
                <a:gd name="csY374" fmla="*/ 48368 h 523210"/>
                <a:gd name="csX375" fmla="*/ 20748 w 233073"/>
                <a:gd name="csY375" fmla="*/ 48603 h 523210"/>
                <a:gd name="csX376" fmla="*/ 21349 w 233073"/>
                <a:gd name="csY376" fmla="*/ 48779 h 523210"/>
                <a:gd name="csX377" fmla="*/ 25572 w 233073"/>
                <a:gd name="csY377" fmla="*/ 55763 h 523210"/>
                <a:gd name="csX378" fmla="*/ 29201 w 233073"/>
                <a:gd name="csY378" fmla="*/ 62542 h 523210"/>
                <a:gd name="csX379" fmla="*/ 31126 w 233073"/>
                <a:gd name="csY379" fmla="*/ 65418 h 523210"/>
                <a:gd name="csX380" fmla="*/ 35836 w 233073"/>
                <a:gd name="csY380" fmla="*/ 73544 h 523210"/>
                <a:gd name="csX381" fmla="*/ 37601 w 233073"/>
                <a:gd name="csY381" fmla="*/ 78224 h 523210"/>
                <a:gd name="csX382" fmla="*/ 38203 w 233073"/>
                <a:gd name="csY382" fmla="*/ 81564 h 523210"/>
                <a:gd name="csX383" fmla="*/ 40120 w 233073"/>
                <a:gd name="csY383" fmla="*/ 81549 h 523210"/>
                <a:gd name="csX384" fmla="*/ 46747 w 233073"/>
                <a:gd name="csY384" fmla="*/ 83009 h 523210"/>
                <a:gd name="csX385" fmla="*/ 52316 w 233073"/>
                <a:gd name="csY385" fmla="*/ 84242 h 523210"/>
                <a:gd name="csX386" fmla="*/ 53868 w 233073"/>
                <a:gd name="csY386" fmla="*/ 86106 h 523210"/>
                <a:gd name="csX387" fmla="*/ 57703 w 233073"/>
                <a:gd name="csY387" fmla="*/ 85733 h 523210"/>
                <a:gd name="csX388" fmla="*/ 60663 w 233073"/>
                <a:gd name="csY388" fmla="*/ 84052 h 523210"/>
                <a:gd name="csX389" fmla="*/ 65883 w 233073"/>
                <a:gd name="csY389" fmla="*/ 81929 h 523210"/>
                <a:gd name="csX390" fmla="*/ 67282 w 233073"/>
                <a:gd name="csY390" fmla="*/ 79312 h 523210"/>
                <a:gd name="csX391" fmla="*/ 69025 w 233073"/>
                <a:gd name="csY391" fmla="*/ 76504 h 523210"/>
                <a:gd name="csX392" fmla="*/ 72084 w 233073"/>
                <a:gd name="csY392" fmla="*/ 76945 h 523210"/>
                <a:gd name="csX393" fmla="*/ 75431 w 233073"/>
                <a:gd name="csY393" fmla="*/ 79160 h 523210"/>
                <a:gd name="csX394" fmla="*/ 79228 w 233073"/>
                <a:gd name="csY394" fmla="*/ 82066 h 523210"/>
                <a:gd name="csX395" fmla="*/ 82614 w 233073"/>
                <a:gd name="csY395" fmla="*/ 83405 h 523210"/>
                <a:gd name="csX396" fmla="*/ 87156 w 233073"/>
                <a:gd name="csY396" fmla="*/ 85505 h 523210"/>
                <a:gd name="csX397" fmla="*/ 89271 w 233073"/>
                <a:gd name="csY397" fmla="*/ 88214 h 523210"/>
                <a:gd name="csX398" fmla="*/ 92239 w 233073"/>
                <a:gd name="csY398" fmla="*/ 88990 h 523210"/>
                <a:gd name="csX399" fmla="*/ 95343 w 233073"/>
                <a:gd name="csY399" fmla="*/ 86281 h 523210"/>
                <a:gd name="csX400" fmla="*/ 97176 w 233073"/>
                <a:gd name="csY400" fmla="*/ 78893 h 523210"/>
                <a:gd name="csX401" fmla="*/ 98805 w 233073"/>
                <a:gd name="csY401" fmla="*/ 75583 h 523210"/>
                <a:gd name="csX402" fmla="*/ 101110 w 233073"/>
                <a:gd name="csY402" fmla="*/ 73156 h 523210"/>
                <a:gd name="csX403" fmla="*/ 103750 w 233073"/>
                <a:gd name="csY403" fmla="*/ 72083 h 523210"/>
                <a:gd name="csX404" fmla="*/ 105767 w 233073"/>
                <a:gd name="csY404" fmla="*/ 71695 h 523210"/>
                <a:gd name="csX405" fmla="*/ 107296 w 233073"/>
                <a:gd name="csY405" fmla="*/ 69801 h 523210"/>
                <a:gd name="csX406" fmla="*/ 109464 w 233073"/>
                <a:gd name="csY406" fmla="*/ 65586 h 523210"/>
                <a:gd name="csX407" fmla="*/ 109891 w 233073"/>
                <a:gd name="csY407" fmla="*/ 60458 h 523210"/>
                <a:gd name="csX408" fmla="*/ 109472 w 233073"/>
                <a:gd name="csY408" fmla="*/ 51145 h 523210"/>
                <a:gd name="csX409" fmla="*/ 109867 w 233073"/>
                <a:gd name="csY409" fmla="*/ 48056 h 523210"/>
                <a:gd name="csX410" fmla="*/ 111640 w 233073"/>
                <a:gd name="csY410" fmla="*/ 42988 h 523210"/>
                <a:gd name="csX411" fmla="*/ 114022 w 233073"/>
                <a:gd name="csY411" fmla="*/ 29476 h 523210"/>
                <a:gd name="csX412" fmla="*/ 115087 w 233073"/>
                <a:gd name="csY412" fmla="*/ 25550 h 523210"/>
                <a:gd name="csX413" fmla="*/ 116388 w 233073"/>
                <a:gd name="csY413" fmla="*/ 23161 h 523210"/>
                <a:gd name="csX414" fmla="*/ 118176 w 233073"/>
                <a:gd name="csY414" fmla="*/ 21738 h 523210"/>
                <a:gd name="csX415" fmla="*/ 121425 w 233073"/>
                <a:gd name="csY415" fmla="*/ 17599 h 523210"/>
                <a:gd name="csX416" fmla="*/ 126066 w 233073"/>
                <a:gd name="csY416" fmla="*/ 9351 h 523210"/>
                <a:gd name="csX417" fmla="*/ 127321 w 233073"/>
                <a:gd name="csY417" fmla="*/ 8651 h 523210"/>
                <a:gd name="csX418" fmla="*/ 130654 w 233073"/>
                <a:gd name="csY418" fmla="*/ 8232 h 523210"/>
                <a:gd name="csX419" fmla="*/ 134793 w 233073"/>
                <a:gd name="csY419" fmla="*/ 8537 h 523210"/>
                <a:gd name="csX420" fmla="*/ 138522 w 233073"/>
                <a:gd name="csY420" fmla="*/ 9990 h 523210"/>
                <a:gd name="csX421" fmla="*/ 138925 w 233073"/>
                <a:gd name="csY421" fmla="*/ 9876 h 523210"/>
                <a:gd name="csX422" fmla="*/ 140598 w 233073"/>
                <a:gd name="csY422" fmla="*/ 9115 h 523210"/>
                <a:gd name="csX423" fmla="*/ 143634 w 233073"/>
                <a:gd name="csY423" fmla="*/ 6543 h 523210"/>
                <a:gd name="csX424" fmla="*/ 148838 w 233073"/>
                <a:gd name="csY424" fmla="*/ 1415 h 523210"/>
                <a:gd name="csX425" fmla="*/ 152171 w 233073"/>
                <a:gd name="csY425" fmla="*/ 0 h 523210"/>
                <a:gd name="csX426" fmla="*/ 155199 w 233073"/>
                <a:gd name="csY426" fmla="*/ 198 h 523210"/>
                <a:gd name="csX427" fmla="*/ 158555 w 233073"/>
                <a:gd name="csY427" fmla="*/ 5813 h 523210"/>
                <a:gd name="csX428" fmla="*/ 163295 w 233073"/>
                <a:gd name="csY428" fmla="*/ 12044 h 523210"/>
                <a:gd name="csX429" fmla="*/ 166339 w 233073"/>
                <a:gd name="csY429" fmla="*/ 15057 h 523210"/>
                <a:gd name="csX430" fmla="*/ 174639 w 233073"/>
                <a:gd name="csY430" fmla="*/ 20695 h 523210"/>
                <a:gd name="csX431" fmla="*/ 181928 w 233073"/>
                <a:gd name="csY431" fmla="*/ 24385 h 523210"/>
                <a:gd name="csX432" fmla="*/ 186022 w 233073"/>
                <a:gd name="csY432" fmla="*/ 36514 h 523210"/>
                <a:gd name="csX433" fmla="*/ 183998 w 233073"/>
                <a:gd name="csY433" fmla="*/ 41315 h 523210"/>
                <a:gd name="csX434" fmla="*/ 182993 w 233073"/>
                <a:gd name="csY434" fmla="*/ 42966 h 523210"/>
                <a:gd name="csX435" fmla="*/ 179425 w 233073"/>
                <a:gd name="csY435" fmla="*/ 47721 h 523210"/>
                <a:gd name="csX436" fmla="*/ 175613 w 233073"/>
                <a:gd name="csY436" fmla="*/ 54401 h 523210"/>
                <a:gd name="csX437" fmla="*/ 175324 w 233073"/>
                <a:gd name="csY437" fmla="*/ 57871 h 523210"/>
                <a:gd name="csX438" fmla="*/ 176587 w 233073"/>
                <a:gd name="csY438" fmla="*/ 61363 h 523210"/>
                <a:gd name="csX439" fmla="*/ 178200 w 233073"/>
                <a:gd name="csY439" fmla="*/ 63623 h 523210"/>
                <a:gd name="csX440" fmla="*/ 90276 w 233073"/>
                <a:gd name="csY440" fmla="*/ 284301 h 523210"/>
                <a:gd name="csX441" fmla="*/ 87088 w 233073"/>
                <a:gd name="csY441" fmla="*/ 285975 h 523210"/>
                <a:gd name="csX442" fmla="*/ 84523 w 233073"/>
                <a:gd name="csY442" fmla="*/ 284933 h 523210"/>
                <a:gd name="csX443" fmla="*/ 84478 w 233073"/>
                <a:gd name="csY443" fmla="*/ 281684 h 523210"/>
                <a:gd name="csX444" fmla="*/ 86068 w 233073"/>
                <a:gd name="csY444" fmla="*/ 280109 h 523210"/>
                <a:gd name="csX445" fmla="*/ 88944 w 233073"/>
                <a:gd name="csY445" fmla="*/ 279478 h 523210"/>
                <a:gd name="csX446" fmla="*/ 92885 w 233073"/>
                <a:gd name="csY446" fmla="*/ 281053 h 523210"/>
                <a:gd name="csX447" fmla="*/ 93464 w 233073"/>
                <a:gd name="csY447" fmla="*/ 281890 h 523210"/>
                <a:gd name="csX448" fmla="*/ 91204 w 233073"/>
                <a:gd name="csY448" fmla="*/ 282521 h 523210"/>
                <a:gd name="csX449" fmla="*/ 90276 w 233073"/>
                <a:gd name="csY449" fmla="*/ 284301 h 523210"/>
                <a:gd name="csX450" fmla="*/ 12752 w 233073"/>
                <a:gd name="csY450" fmla="*/ 369806 h 523210"/>
                <a:gd name="csX451" fmla="*/ 12980 w 233073"/>
                <a:gd name="csY451" fmla="*/ 370689 h 523210"/>
                <a:gd name="csX452" fmla="*/ 14228 w 233073"/>
                <a:gd name="csY452" fmla="*/ 370446 h 523210"/>
                <a:gd name="csX453" fmla="*/ 15917 w 233073"/>
                <a:gd name="csY453" fmla="*/ 368832 h 523210"/>
                <a:gd name="csX454" fmla="*/ 17111 w 233073"/>
                <a:gd name="csY454" fmla="*/ 369586 h 523210"/>
                <a:gd name="csX455" fmla="*/ 16974 w 233073"/>
                <a:gd name="csY455" fmla="*/ 371884 h 523210"/>
                <a:gd name="csX456" fmla="*/ 16168 w 233073"/>
                <a:gd name="csY456" fmla="*/ 371792 h 523210"/>
                <a:gd name="csX457" fmla="*/ 15947 w 233073"/>
                <a:gd name="csY457" fmla="*/ 371412 h 523210"/>
                <a:gd name="csX458" fmla="*/ 14905 w 233073"/>
                <a:gd name="csY458" fmla="*/ 372720 h 523210"/>
                <a:gd name="csX459" fmla="*/ 14723 w 233073"/>
                <a:gd name="csY459" fmla="*/ 373512 h 523210"/>
                <a:gd name="csX460" fmla="*/ 13520 w 233073"/>
                <a:gd name="csY460" fmla="*/ 374014 h 523210"/>
                <a:gd name="csX461" fmla="*/ 11299 w 233073"/>
                <a:gd name="csY461" fmla="*/ 371769 h 523210"/>
                <a:gd name="csX462" fmla="*/ 9898 w 233073"/>
                <a:gd name="csY462" fmla="*/ 368072 h 523210"/>
                <a:gd name="csX463" fmla="*/ 13155 w 233073"/>
                <a:gd name="csY463" fmla="*/ 368064 h 523210"/>
                <a:gd name="csX464" fmla="*/ 12843 w 233073"/>
                <a:gd name="csY464" fmla="*/ 368947 h 523210"/>
                <a:gd name="csX465" fmla="*/ 12752 w 233073"/>
                <a:gd name="csY465" fmla="*/ 369806 h 523210"/>
                <a:gd name="csX466" fmla="*/ 17728 w 233073"/>
                <a:gd name="csY466" fmla="*/ 492593 h 523210"/>
                <a:gd name="csX467" fmla="*/ 17431 w 233073"/>
                <a:gd name="csY467" fmla="*/ 494610 h 523210"/>
                <a:gd name="csX468" fmla="*/ 15978 w 233073"/>
                <a:gd name="csY468" fmla="*/ 494389 h 523210"/>
                <a:gd name="csX469" fmla="*/ 14502 w 233073"/>
                <a:gd name="csY469" fmla="*/ 494754 h 523210"/>
                <a:gd name="csX470" fmla="*/ 13315 w 233073"/>
                <a:gd name="csY470" fmla="*/ 492753 h 523210"/>
                <a:gd name="csX471" fmla="*/ 12683 w 233073"/>
                <a:gd name="csY471" fmla="*/ 489375 h 523210"/>
                <a:gd name="csX472" fmla="*/ 12904 w 233073"/>
                <a:gd name="csY472" fmla="*/ 488645 h 523210"/>
                <a:gd name="csX473" fmla="*/ 13832 w 233073"/>
                <a:gd name="csY473" fmla="*/ 487876 h 523210"/>
                <a:gd name="csX474" fmla="*/ 14540 w 233073"/>
                <a:gd name="csY474" fmla="*/ 489732 h 523210"/>
                <a:gd name="csX475" fmla="*/ 17728 w 233073"/>
                <a:gd name="csY475" fmla="*/ 492593 h 523210"/>
                <a:gd name="csX476" fmla="*/ 29331 w 233073"/>
                <a:gd name="csY476" fmla="*/ 500925 h 523210"/>
                <a:gd name="csX477" fmla="*/ 27771 w 233073"/>
                <a:gd name="csY477" fmla="*/ 501115 h 523210"/>
                <a:gd name="csX478" fmla="*/ 25572 w 233073"/>
                <a:gd name="csY478" fmla="*/ 498977 h 523210"/>
                <a:gd name="csX479" fmla="*/ 25298 w 233073"/>
                <a:gd name="csY479" fmla="*/ 498140 h 523210"/>
                <a:gd name="csX480" fmla="*/ 26158 w 233073"/>
                <a:gd name="csY480" fmla="*/ 497653 h 523210"/>
                <a:gd name="csX481" fmla="*/ 25587 w 233073"/>
                <a:gd name="csY481" fmla="*/ 495933 h 523210"/>
                <a:gd name="csX482" fmla="*/ 25755 w 233073"/>
                <a:gd name="csY482" fmla="*/ 495173 h 523210"/>
                <a:gd name="csX483" fmla="*/ 27451 w 233073"/>
                <a:gd name="csY483" fmla="*/ 496535 h 523210"/>
                <a:gd name="csX484" fmla="*/ 28380 w 233073"/>
                <a:gd name="csY484" fmla="*/ 498117 h 523210"/>
                <a:gd name="csX485" fmla="*/ 27474 w 233073"/>
                <a:gd name="csY485" fmla="*/ 498482 h 523210"/>
                <a:gd name="csX486" fmla="*/ 29011 w 233073"/>
                <a:gd name="csY486" fmla="*/ 500118 h 523210"/>
                <a:gd name="csX487" fmla="*/ 29331 w 233073"/>
                <a:gd name="csY487" fmla="*/ 500925 h 523210"/>
                <a:gd name="csX488" fmla="*/ 33196 w 233073"/>
                <a:gd name="csY488" fmla="*/ 499464 h 523210"/>
                <a:gd name="csX489" fmla="*/ 35897 w 233073"/>
                <a:gd name="csY489" fmla="*/ 500461 h 523210"/>
                <a:gd name="csX490" fmla="*/ 37030 w 233073"/>
                <a:gd name="csY490" fmla="*/ 500103 h 523210"/>
                <a:gd name="csX491" fmla="*/ 38324 w 233073"/>
                <a:gd name="csY491" fmla="*/ 502363 h 523210"/>
                <a:gd name="csX492" fmla="*/ 36133 w 233073"/>
                <a:gd name="csY492" fmla="*/ 503793 h 523210"/>
                <a:gd name="csX493" fmla="*/ 35980 w 233073"/>
                <a:gd name="csY493" fmla="*/ 505573 h 523210"/>
                <a:gd name="csX494" fmla="*/ 36848 w 233073"/>
                <a:gd name="csY494" fmla="*/ 506677 h 523210"/>
                <a:gd name="csX495" fmla="*/ 37153 w 233073"/>
                <a:gd name="csY495" fmla="*/ 508275 h 523210"/>
                <a:gd name="csX496" fmla="*/ 34969 w 233073"/>
                <a:gd name="csY496" fmla="*/ 508275 h 523210"/>
                <a:gd name="csX497" fmla="*/ 33926 w 233073"/>
                <a:gd name="csY497" fmla="*/ 506928 h 523210"/>
                <a:gd name="csX498" fmla="*/ 33470 w 233073"/>
                <a:gd name="csY498" fmla="*/ 505216 h 523210"/>
                <a:gd name="csX499" fmla="*/ 32450 w 233073"/>
                <a:gd name="csY499" fmla="*/ 504006 h 523210"/>
                <a:gd name="csX500" fmla="*/ 31096 w 233073"/>
                <a:gd name="csY500" fmla="*/ 503086 h 523210"/>
                <a:gd name="csX501" fmla="*/ 31758 w 233073"/>
                <a:gd name="csY501" fmla="*/ 501853 h 523210"/>
                <a:gd name="csX502" fmla="*/ 32139 w 233073"/>
                <a:gd name="csY502" fmla="*/ 500088 h 523210"/>
                <a:gd name="csX503" fmla="*/ 33196 w 233073"/>
                <a:gd name="csY503" fmla="*/ 499464 h 523210"/>
                <a:gd name="csX504" fmla="*/ 25892 w 233073"/>
                <a:gd name="csY504" fmla="*/ 509347 h 523210"/>
                <a:gd name="csX505" fmla="*/ 23754 w 233073"/>
                <a:gd name="csY505" fmla="*/ 510816 h 523210"/>
                <a:gd name="csX506" fmla="*/ 22939 w 233073"/>
                <a:gd name="csY506" fmla="*/ 510466 h 523210"/>
                <a:gd name="csX507" fmla="*/ 23145 w 233073"/>
                <a:gd name="csY507" fmla="*/ 507985 h 523210"/>
                <a:gd name="csX508" fmla="*/ 24416 w 233073"/>
                <a:gd name="csY508" fmla="*/ 506852 h 523210"/>
                <a:gd name="csX509" fmla="*/ 26554 w 233073"/>
                <a:gd name="csY509" fmla="*/ 506722 h 523210"/>
                <a:gd name="csX510" fmla="*/ 25892 w 233073"/>
                <a:gd name="csY510" fmla="*/ 509347 h 523210"/>
                <a:gd name="csX511" fmla="*/ 21517 w 233073"/>
                <a:gd name="csY511" fmla="*/ 510747 h 523210"/>
                <a:gd name="csX512" fmla="*/ 19645 w 233073"/>
                <a:gd name="csY512" fmla="*/ 511173 h 523210"/>
                <a:gd name="csX513" fmla="*/ 18481 w 233073"/>
                <a:gd name="csY513" fmla="*/ 509933 h 523210"/>
                <a:gd name="csX514" fmla="*/ 18923 w 233073"/>
                <a:gd name="csY514" fmla="*/ 509013 h 523210"/>
                <a:gd name="csX515" fmla="*/ 20223 w 233073"/>
                <a:gd name="csY515" fmla="*/ 507985 h 523210"/>
                <a:gd name="csX516" fmla="*/ 21639 w 233073"/>
                <a:gd name="csY516" fmla="*/ 508130 h 523210"/>
                <a:gd name="csX517" fmla="*/ 21943 w 233073"/>
                <a:gd name="csY517" fmla="*/ 509332 h 523210"/>
                <a:gd name="csX518" fmla="*/ 21517 w 233073"/>
                <a:gd name="csY518" fmla="*/ 510747 h 5232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Lst>
              <a:rect l="l" t="t" r="r" b="b"/>
              <a:pathLst>
                <a:path w="233073" h="523210">
                  <a:moveTo>
                    <a:pt x="178200" y="63623"/>
                  </a:moveTo>
                  <a:lnTo>
                    <a:pt x="176770" y="64361"/>
                  </a:lnTo>
                  <a:lnTo>
                    <a:pt x="172357" y="67252"/>
                  </a:lnTo>
                  <a:lnTo>
                    <a:pt x="169663" y="69200"/>
                  </a:lnTo>
                  <a:lnTo>
                    <a:pt x="166422" y="70630"/>
                  </a:lnTo>
                  <a:lnTo>
                    <a:pt x="167259" y="72525"/>
                  </a:lnTo>
                  <a:lnTo>
                    <a:pt x="172646" y="72920"/>
                  </a:lnTo>
                  <a:lnTo>
                    <a:pt x="173475" y="73461"/>
                  </a:lnTo>
                  <a:lnTo>
                    <a:pt x="174076" y="74427"/>
                  </a:lnTo>
                  <a:lnTo>
                    <a:pt x="174175" y="75979"/>
                  </a:lnTo>
                  <a:lnTo>
                    <a:pt x="173635" y="78482"/>
                  </a:lnTo>
                  <a:lnTo>
                    <a:pt x="167807" y="92185"/>
                  </a:lnTo>
                  <a:lnTo>
                    <a:pt x="167624" y="95054"/>
                  </a:lnTo>
                  <a:lnTo>
                    <a:pt x="169526" y="102997"/>
                  </a:lnTo>
                  <a:lnTo>
                    <a:pt x="172197" y="112310"/>
                  </a:lnTo>
                  <a:lnTo>
                    <a:pt x="180270" y="116426"/>
                  </a:lnTo>
                  <a:lnTo>
                    <a:pt x="186265" y="119629"/>
                  </a:lnTo>
                  <a:lnTo>
                    <a:pt x="190115" y="127192"/>
                  </a:lnTo>
                  <a:lnTo>
                    <a:pt x="196468" y="137091"/>
                  </a:lnTo>
                  <a:lnTo>
                    <a:pt x="199831" y="140774"/>
                  </a:lnTo>
                  <a:lnTo>
                    <a:pt x="200022" y="141915"/>
                  </a:lnTo>
                  <a:lnTo>
                    <a:pt x="199025" y="148679"/>
                  </a:lnTo>
                  <a:lnTo>
                    <a:pt x="194954" y="155420"/>
                  </a:lnTo>
                  <a:lnTo>
                    <a:pt x="191150" y="161081"/>
                  </a:lnTo>
                  <a:lnTo>
                    <a:pt x="187209" y="167868"/>
                  </a:lnTo>
                  <a:lnTo>
                    <a:pt x="184127" y="173627"/>
                  </a:lnTo>
                  <a:lnTo>
                    <a:pt x="180787" y="180498"/>
                  </a:lnTo>
                  <a:lnTo>
                    <a:pt x="180399" y="182720"/>
                  </a:lnTo>
                  <a:lnTo>
                    <a:pt x="180338" y="184812"/>
                  </a:lnTo>
                  <a:lnTo>
                    <a:pt x="180916" y="187117"/>
                  </a:lnTo>
                  <a:lnTo>
                    <a:pt x="185192" y="195433"/>
                  </a:lnTo>
                  <a:lnTo>
                    <a:pt x="186859" y="199656"/>
                  </a:lnTo>
                  <a:lnTo>
                    <a:pt x="188844" y="204206"/>
                  </a:lnTo>
                  <a:lnTo>
                    <a:pt x="190556" y="209152"/>
                  </a:lnTo>
                  <a:lnTo>
                    <a:pt x="191546" y="213572"/>
                  </a:lnTo>
                  <a:lnTo>
                    <a:pt x="193257" y="217856"/>
                  </a:lnTo>
                  <a:lnTo>
                    <a:pt x="194323" y="220040"/>
                  </a:lnTo>
                  <a:lnTo>
                    <a:pt x="196088" y="223098"/>
                  </a:lnTo>
                  <a:lnTo>
                    <a:pt x="198218" y="227633"/>
                  </a:lnTo>
                  <a:lnTo>
                    <a:pt x="198926" y="231217"/>
                  </a:lnTo>
                  <a:lnTo>
                    <a:pt x="202144" y="243573"/>
                  </a:lnTo>
                  <a:lnTo>
                    <a:pt x="202471" y="246700"/>
                  </a:lnTo>
                  <a:lnTo>
                    <a:pt x="202312" y="249013"/>
                  </a:lnTo>
                  <a:lnTo>
                    <a:pt x="200897" y="249576"/>
                  </a:lnTo>
                  <a:lnTo>
                    <a:pt x="197769" y="249941"/>
                  </a:lnTo>
                  <a:lnTo>
                    <a:pt x="194376" y="251455"/>
                  </a:lnTo>
                  <a:lnTo>
                    <a:pt x="194208" y="251965"/>
                  </a:lnTo>
                  <a:lnTo>
                    <a:pt x="196423" y="254841"/>
                  </a:lnTo>
                  <a:lnTo>
                    <a:pt x="194467" y="259749"/>
                  </a:lnTo>
                  <a:lnTo>
                    <a:pt x="194186" y="266741"/>
                  </a:lnTo>
                  <a:lnTo>
                    <a:pt x="192101" y="270393"/>
                  </a:lnTo>
                  <a:lnTo>
                    <a:pt x="191903" y="271238"/>
                  </a:lnTo>
                  <a:lnTo>
                    <a:pt x="191994" y="271945"/>
                  </a:lnTo>
                  <a:lnTo>
                    <a:pt x="192367" y="272501"/>
                  </a:lnTo>
                  <a:lnTo>
                    <a:pt x="196225" y="273474"/>
                  </a:lnTo>
                  <a:lnTo>
                    <a:pt x="196560" y="274464"/>
                  </a:lnTo>
                  <a:lnTo>
                    <a:pt x="196575" y="276510"/>
                  </a:lnTo>
                  <a:lnTo>
                    <a:pt x="196232" y="278397"/>
                  </a:lnTo>
                  <a:lnTo>
                    <a:pt x="194292" y="279797"/>
                  </a:lnTo>
                  <a:lnTo>
                    <a:pt x="192215" y="281859"/>
                  </a:lnTo>
                  <a:lnTo>
                    <a:pt x="191751" y="283761"/>
                  </a:lnTo>
                  <a:lnTo>
                    <a:pt x="191820" y="285450"/>
                  </a:lnTo>
                  <a:lnTo>
                    <a:pt x="192527" y="288304"/>
                  </a:lnTo>
                  <a:lnTo>
                    <a:pt x="193904" y="291621"/>
                  </a:lnTo>
                  <a:lnTo>
                    <a:pt x="195647" y="293698"/>
                  </a:lnTo>
                  <a:lnTo>
                    <a:pt x="201832" y="295669"/>
                  </a:lnTo>
                  <a:lnTo>
                    <a:pt x="202631" y="297289"/>
                  </a:lnTo>
                  <a:lnTo>
                    <a:pt x="202966" y="299511"/>
                  </a:lnTo>
                  <a:lnTo>
                    <a:pt x="202837" y="301679"/>
                  </a:lnTo>
                  <a:lnTo>
                    <a:pt x="199960" y="306001"/>
                  </a:lnTo>
                  <a:lnTo>
                    <a:pt x="199984" y="307660"/>
                  </a:lnTo>
                  <a:lnTo>
                    <a:pt x="201163" y="311662"/>
                  </a:lnTo>
                  <a:lnTo>
                    <a:pt x="202578" y="315474"/>
                  </a:lnTo>
                  <a:lnTo>
                    <a:pt x="208611" y="319598"/>
                  </a:lnTo>
                  <a:lnTo>
                    <a:pt x="210689" y="321850"/>
                  </a:lnTo>
                  <a:lnTo>
                    <a:pt x="211237" y="323638"/>
                  </a:lnTo>
                  <a:lnTo>
                    <a:pt x="211541" y="326521"/>
                  </a:lnTo>
                  <a:lnTo>
                    <a:pt x="211503" y="329641"/>
                  </a:lnTo>
                  <a:lnTo>
                    <a:pt x="211031" y="332403"/>
                  </a:lnTo>
                  <a:lnTo>
                    <a:pt x="209137" y="335956"/>
                  </a:lnTo>
                  <a:lnTo>
                    <a:pt x="204762" y="342941"/>
                  </a:lnTo>
                  <a:lnTo>
                    <a:pt x="200356" y="345642"/>
                  </a:lnTo>
                  <a:lnTo>
                    <a:pt x="200090" y="346228"/>
                  </a:lnTo>
                  <a:lnTo>
                    <a:pt x="201452" y="348449"/>
                  </a:lnTo>
                  <a:lnTo>
                    <a:pt x="209205" y="357321"/>
                  </a:lnTo>
                  <a:lnTo>
                    <a:pt x="214265" y="361452"/>
                  </a:lnTo>
                  <a:lnTo>
                    <a:pt x="221082" y="367007"/>
                  </a:lnTo>
                  <a:lnTo>
                    <a:pt x="225480" y="371381"/>
                  </a:lnTo>
                  <a:lnTo>
                    <a:pt x="226902" y="374516"/>
                  </a:lnTo>
                  <a:lnTo>
                    <a:pt x="228805" y="378001"/>
                  </a:lnTo>
                  <a:lnTo>
                    <a:pt x="230943" y="380839"/>
                  </a:lnTo>
                  <a:lnTo>
                    <a:pt x="232487" y="383296"/>
                  </a:lnTo>
                  <a:lnTo>
                    <a:pt x="233073" y="384879"/>
                  </a:lnTo>
                  <a:lnTo>
                    <a:pt x="233020" y="386576"/>
                  </a:lnTo>
                  <a:lnTo>
                    <a:pt x="230958" y="391681"/>
                  </a:lnTo>
                  <a:lnTo>
                    <a:pt x="229786" y="395615"/>
                  </a:lnTo>
                  <a:lnTo>
                    <a:pt x="227724" y="401359"/>
                  </a:lnTo>
                  <a:lnTo>
                    <a:pt x="225609" y="405346"/>
                  </a:lnTo>
                  <a:lnTo>
                    <a:pt x="220253" y="412605"/>
                  </a:lnTo>
                  <a:lnTo>
                    <a:pt x="212348" y="421583"/>
                  </a:lnTo>
                  <a:lnTo>
                    <a:pt x="210514" y="424284"/>
                  </a:lnTo>
                  <a:lnTo>
                    <a:pt x="206816" y="428978"/>
                  </a:lnTo>
                  <a:lnTo>
                    <a:pt x="200478" y="438359"/>
                  </a:lnTo>
                  <a:lnTo>
                    <a:pt x="198842" y="440422"/>
                  </a:lnTo>
                  <a:lnTo>
                    <a:pt x="193653" y="447847"/>
                  </a:lnTo>
                  <a:lnTo>
                    <a:pt x="191287" y="450206"/>
                  </a:lnTo>
                  <a:lnTo>
                    <a:pt x="189423" y="452405"/>
                  </a:lnTo>
                  <a:lnTo>
                    <a:pt x="184287" y="459367"/>
                  </a:lnTo>
                  <a:lnTo>
                    <a:pt x="178763" y="464624"/>
                  </a:lnTo>
                  <a:lnTo>
                    <a:pt x="173346" y="469494"/>
                  </a:lnTo>
                  <a:lnTo>
                    <a:pt x="171718" y="471951"/>
                  </a:lnTo>
                  <a:lnTo>
                    <a:pt x="169694" y="473831"/>
                  </a:lnTo>
                  <a:lnTo>
                    <a:pt x="167282" y="475611"/>
                  </a:lnTo>
                  <a:lnTo>
                    <a:pt x="166270" y="476608"/>
                  </a:lnTo>
                  <a:lnTo>
                    <a:pt x="160815" y="483220"/>
                  </a:lnTo>
                  <a:lnTo>
                    <a:pt x="153244" y="492335"/>
                  </a:lnTo>
                  <a:lnTo>
                    <a:pt x="152476" y="492479"/>
                  </a:lnTo>
                  <a:lnTo>
                    <a:pt x="150505" y="493948"/>
                  </a:lnTo>
                  <a:lnTo>
                    <a:pt x="147423" y="494305"/>
                  </a:lnTo>
                  <a:lnTo>
                    <a:pt x="146084" y="495424"/>
                  </a:lnTo>
                  <a:lnTo>
                    <a:pt x="141375" y="492228"/>
                  </a:lnTo>
                  <a:lnTo>
                    <a:pt x="140591" y="492023"/>
                  </a:lnTo>
                  <a:lnTo>
                    <a:pt x="137821" y="492814"/>
                  </a:lnTo>
                  <a:lnTo>
                    <a:pt x="135166" y="495135"/>
                  </a:lnTo>
                  <a:lnTo>
                    <a:pt x="130259" y="495842"/>
                  </a:lnTo>
                  <a:lnTo>
                    <a:pt x="127824" y="496595"/>
                  </a:lnTo>
                  <a:lnTo>
                    <a:pt x="126271" y="497668"/>
                  </a:lnTo>
                  <a:lnTo>
                    <a:pt x="125952" y="495135"/>
                  </a:lnTo>
                  <a:lnTo>
                    <a:pt x="126622" y="491916"/>
                  </a:lnTo>
                  <a:lnTo>
                    <a:pt x="127702" y="489763"/>
                  </a:lnTo>
                  <a:lnTo>
                    <a:pt x="127801" y="488363"/>
                  </a:lnTo>
                  <a:lnTo>
                    <a:pt x="127010" y="488508"/>
                  </a:lnTo>
                  <a:lnTo>
                    <a:pt x="125435" y="491665"/>
                  </a:lnTo>
                  <a:lnTo>
                    <a:pt x="124598" y="495348"/>
                  </a:lnTo>
                  <a:lnTo>
                    <a:pt x="122916" y="497196"/>
                  </a:lnTo>
                  <a:lnTo>
                    <a:pt x="119218" y="497950"/>
                  </a:lnTo>
                  <a:lnTo>
                    <a:pt x="115620" y="494998"/>
                  </a:lnTo>
                  <a:lnTo>
                    <a:pt x="113907" y="495020"/>
                  </a:lnTo>
                  <a:lnTo>
                    <a:pt x="114981" y="497136"/>
                  </a:lnTo>
                  <a:lnTo>
                    <a:pt x="115703" y="499456"/>
                  </a:lnTo>
                  <a:lnTo>
                    <a:pt x="115612" y="500750"/>
                  </a:lnTo>
                  <a:lnTo>
                    <a:pt x="113695" y="500522"/>
                  </a:lnTo>
                  <a:lnTo>
                    <a:pt x="111557" y="501906"/>
                  </a:lnTo>
                  <a:lnTo>
                    <a:pt x="109685" y="503930"/>
                  </a:lnTo>
                  <a:lnTo>
                    <a:pt x="108772" y="503938"/>
                  </a:lnTo>
                  <a:lnTo>
                    <a:pt x="107509" y="501107"/>
                  </a:lnTo>
                  <a:lnTo>
                    <a:pt x="105196" y="502431"/>
                  </a:lnTo>
                  <a:lnTo>
                    <a:pt x="103218" y="504204"/>
                  </a:lnTo>
                  <a:lnTo>
                    <a:pt x="99208" y="504752"/>
                  </a:lnTo>
                  <a:lnTo>
                    <a:pt x="96819" y="507080"/>
                  </a:lnTo>
                  <a:lnTo>
                    <a:pt x="92588" y="508655"/>
                  </a:lnTo>
                  <a:lnTo>
                    <a:pt x="90268" y="508617"/>
                  </a:lnTo>
                  <a:lnTo>
                    <a:pt x="84965" y="510504"/>
                  </a:lnTo>
                  <a:lnTo>
                    <a:pt x="83200" y="513410"/>
                  </a:lnTo>
                  <a:lnTo>
                    <a:pt x="81655" y="514476"/>
                  </a:lnTo>
                  <a:lnTo>
                    <a:pt x="79456" y="513578"/>
                  </a:lnTo>
                  <a:lnTo>
                    <a:pt x="72677" y="514993"/>
                  </a:lnTo>
                  <a:lnTo>
                    <a:pt x="66194" y="516849"/>
                  </a:lnTo>
                  <a:lnTo>
                    <a:pt x="63440" y="516743"/>
                  </a:lnTo>
                  <a:lnTo>
                    <a:pt x="60686" y="515974"/>
                  </a:lnTo>
                  <a:lnTo>
                    <a:pt x="57764" y="518546"/>
                  </a:lnTo>
                  <a:lnTo>
                    <a:pt x="54660" y="521985"/>
                  </a:lnTo>
                  <a:lnTo>
                    <a:pt x="51244" y="523210"/>
                  </a:lnTo>
                  <a:lnTo>
                    <a:pt x="50019" y="522769"/>
                  </a:lnTo>
                  <a:lnTo>
                    <a:pt x="51000" y="520966"/>
                  </a:lnTo>
                  <a:lnTo>
                    <a:pt x="53260" y="519102"/>
                  </a:lnTo>
                  <a:lnTo>
                    <a:pt x="54812" y="516568"/>
                  </a:lnTo>
                  <a:lnTo>
                    <a:pt x="55025" y="514453"/>
                  </a:lnTo>
                  <a:lnTo>
                    <a:pt x="53960" y="513623"/>
                  </a:lnTo>
                  <a:lnTo>
                    <a:pt x="52499" y="513365"/>
                  </a:lnTo>
                  <a:lnTo>
                    <a:pt x="50665" y="511173"/>
                  </a:lnTo>
                  <a:lnTo>
                    <a:pt x="48908" y="506410"/>
                  </a:lnTo>
                  <a:lnTo>
                    <a:pt x="47957" y="506144"/>
                  </a:lnTo>
                  <a:lnTo>
                    <a:pt x="47477" y="507400"/>
                  </a:lnTo>
                  <a:lnTo>
                    <a:pt x="46937" y="511044"/>
                  </a:lnTo>
                  <a:lnTo>
                    <a:pt x="46389" y="512094"/>
                  </a:lnTo>
                  <a:lnTo>
                    <a:pt x="45461" y="512931"/>
                  </a:lnTo>
                  <a:lnTo>
                    <a:pt x="44342" y="513768"/>
                  </a:lnTo>
                  <a:lnTo>
                    <a:pt x="43247" y="514179"/>
                  </a:lnTo>
                  <a:lnTo>
                    <a:pt x="39328" y="514126"/>
                  </a:lnTo>
                  <a:lnTo>
                    <a:pt x="38811" y="512284"/>
                  </a:lnTo>
                  <a:lnTo>
                    <a:pt x="38811" y="511516"/>
                  </a:lnTo>
                  <a:lnTo>
                    <a:pt x="39511" y="509089"/>
                  </a:lnTo>
                  <a:lnTo>
                    <a:pt x="38902" y="508663"/>
                  </a:lnTo>
                  <a:lnTo>
                    <a:pt x="39481" y="506760"/>
                  </a:lnTo>
                  <a:lnTo>
                    <a:pt x="40401" y="506867"/>
                  </a:lnTo>
                  <a:lnTo>
                    <a:pt x="41497" y="506578"/>
                  </a:lnTo>
                  <a:lnTo>
                    <a:pt x="42045" y="505604"/>
                  </a:lnTo>
                  <a:lnTo>
                    <a:pt x="42007" y="504432"/>
                  </a:lnTo>
                  <a:lnTo>
                    <a:pt x="40485" y="504128"/>
                  </a:lnTo>
                  <a:lnTo>
                    <a:pt x="40394" y="503329"/>
                  </a:lnTo>
                  <a:lnTo>
                    <a:pt x="41748" y="499981"/>
                  </a:lnTo>
                  <a:lnTo>
                    <a:pt x="41938" y="499053"/>
                  </a:lnTo>
                  <a:lnTo>
                    <a:pt x="41413" y="498863"/>
                  </a:lnTo>
                  <a:lnTo>
                    <a:pt x="40569" y="499228"/>
                  </a:lnTo>
                  <a:lnTo>
                    <a:pt x="34961" y="498178"/>
                  </a:lnTo>
                  <a:lnTo>
                    <a:pt x="28045" y="493887"/>
                  </a:lnTo>
                  <a:lnTo>
                    <a:pt x="26341" y="493666"/>
                  </a:lnTo>
                  <a:lnTo>
                    <a:pt x="25298" y="489824"/>
                  </a:lnTo>
                  <a:lnTo>
                    <a:pt x="23632" y="490311"/>
                  </a:lnTo>
                  <a:lnTo>
                    <a:pt x="21197" y="492563"/>
                  </a:lnTo>
                  <a:lnTo>
                    <a:pt x="19371" y="490851"/>
                  </a:lnTo>
                  <a:lnTo>
                    <a:pt x="17408" y="489725"/>
                  </a:lnTo>
                  <a:lnTo>
                    <a:pt x="16868" y="487967"/>
                  </a:lnTo>
                  <a:lnTo>
                    <a:pt x="16898" y="485365"/>
                  </a:lnTo>
                  <a:lnTo>
                    <a:pt x="16731" y="482284"/>
                  </a:lnTo>
                  <a:lnTo>
                    <a:pt x="16198" y="478670"/>
                  </a:lnTo>
                  <a:lnTo>
                    <a:pt x="15810" y="473519"/>
                  </a:lnTo>
                  <a:lnTo>
                    <a:pt x="16176" y="469479"/>
                  </a:lnTo>
                  <a:lnTo>
                    <a:pt x="17743" y="466481"/>
                  </a:lnTo>
                  <a:lnTo>
                    <a:pt x="18344" y="464563"/>
                  </a:lnTo>
                  <a:lnTo>
                    <a:pt x="19074" y="459656"/>
                  </a:lnTo>
                  <a:lnTo>
                    <a:pt x="19242" y="453896"/>
                  </a:lnTo>
                  <a:lnTo>
                    <a:pt x="18824" y="451933"/>
                  </a:lnTo>
                  <a:lnTo>
                    <a:pt x="18930" y="450624"/>
                  </a:lnTo>
                  <a:lnTo>
                    <a:pt x="20178" y="450624"/>
                  </a:lnTo>
                  <a:lnTo>
                    <a:pt x="19904" y="449498"/>
                  </a:lnTo>
                  <a:lnTo>
                    <a:pt x="19356" y="448882"/>
                  </a:lnTo>
                  <a:lnTo>
                    <a:pt x="18747" y="447604"/>
                  </a:lnTo>
                  <a:lnTo>
                    <a:pt x="19265" y="446927"/>
                  </a:lnTo>
                  <a:lnTo>
                    <a:pt x="20756" y="446881"/>
                  </a:lnTo>
                  <a:lnTo>
                    <a:pt x="20878" y="446447"/>
                  </a:lnTo>
                  <a:lnTo>
                    <a:pt x="21045" y="445839"/>
                  </a:lnTo>
                  <a:lnTo>
                    <a:pt x="19888" y="442461"/>
                  </a:lnTo>
                  <a:lnTo>
                    <a:pt x="19751" y="440848"/>
                  </a:lnTo>
                  <a:lnTo>
                    <a:pt x="18154" y="435940"/>
                  </a:lnTo>
                  <a:lnTo>
                    <a:pt x="16320" y="431268"/>
                  </a:lnTo>
                  <a:lnTo>
                    <a:pt x="13574" y="427883"/>
                  </a:lnTo>
                  <a:lnTo>
                    <a:pt x="14547" y="422290"/>
                  </a:lnTo>
                  <a:lnTo>
                    <a:pt x="15658" y="417215"/>
                  </a:lnTo>
                  <a:lnTo>
                    <a:pt x="15438" y="414765"/>
                  </a:lnTo>
                  <a:lnTo>
                    <a:pt x="15011" y="411775"/>
                  </a:lnTo>
                  <a:lnTo>
                    <a:pt x="11641" y="408488"/>
                  </a:lnTo>
                  <a:lnTo>
                    <a:pt x="11146" y="403847"/>
                  </a:lnTo>
                  <a:lnTo>
                    <a:pt x="10325" y="398841"/>
                  </a:lnTo>
                  <a:lnTo>
                    <a:pt x="10636" y="395767"/>
                  </a:lnTo>
                  <a:lnTo>
                    <a:pt x="11184" y="393401"/>
                  </a:lnTo>
                  <a:lnTo>
                    <a:pt x="12295" y="391042"/>
                  </a:lnTo>
                  <a:lnTo>
                    <a:pt x="17887" y="383586"/>
                  </a:lnTo>
                  <a:lnTo>
                    <a:pt x="18230" y="379675"/>
                  </a:lnTo>
                  <a:lnTo>
                    <a:pt x="22019" y="379386"/>
                  </a:lnTo>
                  <a:lnTo>
                    <a:pt x="20261" y="375886"/>
                  </a:lnTo>
                  <a:lnTo>
                    <a:pt x="19850" y="373915"/>
                  </a:lnTo>
                  <a:lnTo>
                    <a:pt x="19759" y="371610"/>
                  </a:lnTo>
                  <a:lnTo>
                    <a:pt x="25207" y="370027"/>
                  </a:lnTo>
                  <a:lnTo>
                    <a:pt x="27246" y="371328"/>
                  </a:lnTo>
                  <a:lnTo>
                    <a:pt x="32040" y="369723"/>
                  </a:lnTo>
                  <a:lnTo>
                    <a:pt x="36300" y="366580"/>
                  </a:lnTo>
                  <a:lnTo>
                    <a:pt x="36224" y="364907"/>
                  </a:lnTo>
                  <a:lnTo>
                    <a:pt x="35570" y="363408"/>
                  </a:lnTo>
                  <a:lnTo>
                    <a:pt x="34664" y="360516"/>
                  </a:lnTo>
                  <a:lnTo>
                    <a:pt x="35303" y="359710"/>
                  </a:lnTo>
                  <a:lnTo>
                    <a:pt x="36856" y="360303"/>
                  </a:lnTo>
                  <a:lnTo>
                    <a:pt x="36141" y="358865"/>
                  </a:lnTo>
                  <a:lnTo>
                    <a:pt x="36270" y="357344"/>
                  </a:lnTo>
                  <a:lnTo>
                    <a:pt x="37967" y="357975"/>
                  </a:lnTo>
                  <a:lnTo>
                    <a:pt x="40728" y="353722"/>
                  </a:lnTo>
                  <a:lnTo>
                    <a:pt x="40827" y="350466"/>
                  </a:lnTo>
                  <a:lnTo>
                    <a:pt x="45605" y="348761"/>
                  </a:lnTo>
                  <a:lnTo>
                    <a:pt x="51122" y="342081"/>
                  </a:lnTo>
                  <a:lnTo>
                    <a:pt x="53663" y="339996"/>
                  </a:lnTo>
                  <a:lnTo>
                    <a:pt x="56121" y="338482"/>
                  </a:lnTo>
                  <a:lnTo>
                    <a:pt x="61355" y="331764"/>
                  </a:lnTo>
                  <a:lnTo>
                    <a:pt x="63592" y="331452"/>
                  </a:lnTo>
                  <a:lnTo>
                    <a:pt x="64741" y="326902"/>
                  </a:lnTo>
                  <a:lnTo>
                    <a:pt x="69192" y="320822"/>
                  </a:lnTo>
                  <a:lnTo>
                    <a:pt x="70546" y="320047"/>
                  </a:lnTo>
                  <a:lnTo>
                    <a:pt x="72624" y="314538"/>
                  </a:lnTo>
                  <a:lnTo>
                    <a:pt x="78094" y="308147"/>
                  </a:lnTo>
                  <a:lnTo>
                    <a:pt x="81564" y="299952"/>
                  </a:lnTo>
                  <a:lnTo>
                    <a:pt x="83473" y="297031"/>
                  </a:lnTo>
                  <a:lnTo>
                    <a:pt x="84067" y="293911"/>
                  </a:lnTo>
                  <a:lnTo>
                    <a:pt x="86197" y="293645"/>
                  </a:lnTo>
                  <a:lnTo>
                    <a:pt x="88115" y="291347"/>
                  </a:lnTo>
                  <a:lnTo>
                    <a:pt x="92269" y="289749"/>
                  </a:lnTo>
                  <a:lnTo>
                    <a:pt x="96378" y="290190"/>
                  </a:lnTo>
                  <a:lnTo>
                    <a:pt x="98089" y="291286"/>
                  </a:lnTo>
                  <a:lnTo>
                    <a:pt x="99665" y="290944"/>
                  </a:lnTo>
                  <a:lnTo>
                    <a:pt x="99504" y="288129"/>
                  </a:lnTo>
                  <a:lnTo>
                    <a:pt x="98379" y="286386"/>
                  </a:lnTo>
                  <a:lnTo>
                    <a:pt x="99299" y="284705"/>
                  </a:lnTo>
                  <a:lnTo>
                    <a:pt x="101468" y="283434"/>
                  </a:lnTo>
                  <a:lnTo>
                    <a:pt x="101247" y="280619"/>
                  </a:lnTo>
                  <a:lnTo>
                    <a:pt x="100775" y="278922"/>
                  </a:lnTo>
                  <a:lnTo>
                    <a:pt x="98972" y="276662"/>
                  </a:lnTo>
                  <a:lnTo>
                    <a:pt x="99870" y="271580"/>
                  </a:lnTo>
                  <a:lnTo>
                    <a:pt x="100083" y="265988"/>
                  </a:lnTo>
                  <a:lnTo>
                    <a:pt x="100935" y="259498"/>
                  </a:lnTo>
                  <a:lnTo>
                    <a:pt x="98675" y="256051"/>
                  </a:lnTo>
                  <a:lnTo>
                    <a:pt x="90078" y="250162"/>
                  </a:lnTo>
                  <a:lnTo>
                    <a:pt x="88480" y="250367"/>
                  </a:lnTo>
                  <a:lnTo>
                    <a:pt x="86570" y="249622"/>
                  </a:lnTo>
                  <a:lnTo>
                    <a:pt x="84577" y="245140"/>
                  </a:lnTo>
                  <a:lnTo>
                    <a:pt x="85467" y="241260"/>
                  </a:lnTo>
                  <a:lnTo>
                    <a:pt x="85573" y="239829"/>
                  </a:lnTo>
                  <a:lnTo>
                    <a:pt x="84797" y="239875"/>
                  </a:lnTo>
                  <a:lnTo>
                    <a:pt x="83534" y="241770"/>
                  </a:lnTo>
                  <a:lnTo>
                    <a:pt x="80795" y="243930"/>
                  </a:lnTo>
                  <a:lnTo>
                    <a:pt x="77235" y="242272"/>
                  </a:lnTo>
                  <a:lnTo>
                    <a:pt x="75484" y="242637"/>
                  </a:lnTo>
                  <a:lnTo>
                    <a:pt x="73209" y="232997"/>
                  </a:lnTo>
                  <a:lnTo>
                    <a:pt x="72045" y="229292"/>
                  </a:lnTo>
                  <a:lnTo>
                    <a:pt x="70181" y="224666"/>
                  </a:lnTo>
                  <a:lnTo>
                    <a:pt x="66856" y="222406"/>
                  </a:lnTo>
                  <a:lnTo>
                    <a:pt x="66202" y="221120"/>
                  </a:lnTo>
                  <a:lnTo>
                    <a:pt x="65760" y="219149"/>
                  </a:lnTo>
                  <a:lnTo>
                    <a:pt x="65616" y="216410"/>
                  </a:lnTo>
                  <a:lnTo>
                    <a:pt x="65190" y="212347"/>
                  </a:lnTo>
                  <a:lnTo>
                    <a:pt x="65365" y="209007"/>
                  </a:lnTo>
                  <a:lnTo>
                    <a:pt x="65776" y="207014"/>
                  </a:lnTo>
                  <a:lnTo>
                    <a:pt x="67214" y="205675"/>
                  </a:lnTo>
                  <a:lnTo>
                    <a:pt x="69283" y="201878"/>
                  </a:lnTo>
                  <a:lnTo>
                    <a:pt x="69717" y="199116"/>
                  </a:lnTo>
                  <a:lnTo>
                    <a:pt x="69892" y="194870"/>
                  </a:lnTo>
                  <a:lnTo>
                    <a:pt x="70843" y="191150"/>
                  </a:lnTo>
                  <a:lnTo>
                    <a:pt x="71901" y="189263"/>
                  </a:lnTo>
                  <a:lnTo>
                    <a:pt x="71635" y="187756"/>
                  </a:lnTo>
                  <a:lnTo>
                    <a:pt x="70904" y="185611"/>
                  </a:lnTo>
                  <a:lnTo>
                    <a:pt x="69352" y="182552"/>
                  </a:lnTo>
                  <a:lnTo>
                    <a:pt x="66993" y="178816"/>
                  </a:lnTo>
                  <a:lnTo>
                    <a:pt x="65251" y="175233"/>
                  </a:lnTo>
                  <a:lnTo>
                    <a:pt x="64482" y="171877"/>
                  </a:lnTo>
                  <a:lnTo>
                    <a:pt x="64087" y="168864"/>
                  </a:lnTo>
                  <a:lnTo>
                    <a:pt x="64148" y="166125"/>
                  </a:lnTo>
                  <a:lnTo>
                    <a:pt x="64802" y="164254"/>
                  </a:lnTo>
                  <a:lnTo>
                    <a:pt x="67024" y="161895"/>
                  </a:lnTo>
                  <a:lnTo>
                    <a:pt x="67320" y="160891"/>
                  </a:lnTo>
                  <a:lnTo>
                    <a:pt x="66438" y="155664"/>
                  </a:lnTo>
                  <a:lnTo>
                    <a:pt x="64886" y="154712"/>
                  </a:lnTo>
                  <a:lnTo>
                    <a:pt x="62245" y="154203"/>
                  </a:lnTo>
                  <a:lnTo>
                    <a:pt x="60770" y="154157"/>
                  </a:lnTo>
                  <a:lnTo>
                    <a:pt x="60488" y="153579"/>
                  </a:lnTo>
                  <a:lnTo>
                    <a:pt x="60412" y="152529"/>
                  </a:lnTo>
                  <a:lnTo>
                    <a:pt x="60716" y="150376"/>
                  </a:lnTo>
                  <a:lnTo>
                    <a:pt x="61546" y="147903"/>
                  </a:lnTo>
                  <a:lnTo>
                    <a:pt x="62238" y="146320"/>
                  </a:lnTo>
                  <a:lnTo>
                    <a:pt x="62329" y="144981"/>
                  </a:lnTo>
                  <a:lnTo>
                    <a:pt x="61447" y="140386"/>
                  </a:lnTo>
                  <a:lnTo>
                    <a:pt x="61180" y="134732"/>
                  </a:lnTo>
                  <a:lnTo>
                    <a:pt x="61485" y="130289"/>
                  </a:lnTo>
                  <a:lnTo>
                    <a:pt x="64285" y="127002"/>
                  </a:lnTo>
                  <a:lnTo>
                    <a:pt x="64414" y="125800"/>
                  </a:lnTo>
                  <a:lnTo>
                    <a:pt x="60899" y="122216"/>
                  </a:lnTo>
                  <a:lnTo>
                    <a:pt x="58365" y="118146"/>
                  </a:lnTo>
                  <a:lnTo>
                    <a:pt x="57574" y="115764"/>
                  </a:lnTo>
                  <a:lnTo>
                    <a:pt x="54675" y="115407"/>
                  </a:lnTo>
                  <a:lnTo>
                    <a:pt x="52864" y="108452"/>
                  </a:lnTo>
                  <a:lnTo>
                    <a:pt x="50247" y="105059"/>
                  </a:lnTo>
                  <a:lnTo>
                    <a:pt x="47660" y="102115"/>
                  </a:lnTo>
                  <a:lnTo>
                    <a:pt x="46131" y="100745"/>
                  </a:lnTo>
                  <a:lnTo>
                    <a:pt x="37153" y="96507"/>
                  </a:lnTo>
                  <a:lnTo>
                    <a:pt x="33592" y="95700"/>
                  </a:lnTo>
                  <a:lnTo>
                    <a:pt x="29369" y="93220"/>
                  </a:lnTo>
                  <a:lnTo>
                    <a:pt x="26226" y="90101"/>
                  </a:lnTo>
                  <a:lnTo>
                    <a:pt x="23533" y="88092"/>
                  </a:lnTo>
                  <a:lnTo>
                    <a:pt x="21228" y="85604"/>
                  </a:lnTo>
                  <a:lnTo>
                    <a:pt x="18009" y="83276"/>
                  </a:lnTo>
                  <a:lnTo>
                    <a:pt x="17089" y="81282"/>
                  </a:lnTo>
                  <a:lnTo>
                    <a:pt x="13612" y="77585"/>
                  </a:lnTo>
                  <a:lnTo>
                    <a:pt x="11983" y="75142"/>
                  </a:lnTo>
                  <a:lnTo>
                    <a:pt x="6330" y="70524"/>
                  </a:lnTo>
                  <a:lnTo>
                    <a:pt x="6125" y="68698"/>
                  </a:lnTo>
                  <a:lnTo>
                    <a:pt x="6087" y="66932"/>
                  </a:lnTo>
                  <a:lnTo>
                    <a:pt x="5828" y="66194"/>
                  </a:lnTo>
                  <a:lnTo>
                    <a:pt x="0" y="62801"/>
                  </a:lnTo>
                  <a:lnTo>
                    <a:pt x="1149" y="60853"/>
                  </a:lnTo>
                  <a:lnTo>
                    <a:pt x="5706" y="60732"/>
                  </a:lnTo>
                  <a:lnTo>
                    <a:pt x="9473" y="62504"/>
                  </a:lnTo>
                  <a:lnTo>
                    <a:pt x="10302" y="61743"/>
                  </a:lnTo>
                  <a:lnTo>
                    <a:pt x="10796" y="60169"/>
                  </a:lnTo>
                  <a:lnTo>
                    <a:pt x="9191" y="53838"/>
                  </a:lnTo>
                  <a:lnTo>
                    <a:pt x="9480" y="52180"/>
                  </a:lnTo>
                  <a:lnTo>
                    <a:pt x="11139" y="50186"/>
                  </a:lnTo>
                  <a:lnTo>
                    <a:pt x="13771" y="48596"/>
                  </a:lnTo>
                  <a:lnTo>
                    <a:pt x="17918" y="48368"/>
                  </a:lnTo>
                  <a:lnTo>
                    <a:pt x="20748" y="48603"/>
                  </a:lnTo>
                  <a:lnTo>
                    <a:pt x="21349" y="48779"/>
                  </a:lnTo>
                  <a:lnTo>
                    <a:pt x="25572" y="55763"/>
                  </a:lnTo>
                  <a:lnTo>
                    <a:pt x="29201" y="62542"/>
                  </a:lnTo>
                  <a:lnTo>
                    <a:pt x="31126" y="65418"/>
                  </a:lnTo>
                  <a:lnTo>
                    <a:pt x="35836" y="73544"/>
                  </a:lnTo>
                  <a:lnTo>
                    <a:pt x="37601" y="78224"/>
                  </a:lnTo>
                  <a:lnTo>
                    <a:pt x="38203" y="81564"/>
                  </a:lnTo>
                  <a:lnTo>
                    <a:pt x="40120" y="81549"/>
                  </a:lnTo>
                  <a:lnTo>
                    <a:pt x="46747" y="83009"/>
                  </a:lnTo>
                  <a:lnTo>
                    <a:pt x="52316" y="84242"/>
                  </a:lnTo>
                  <a:lnTo>
                    <a:pt x="53868" y="86106"/>
                  </a:lnTo>
                  <a:lnTo>
                    <a:pt x="57703" y="85733"/>
                  </a:lnTo>
                  <a:lnTo>
                    <a:pt x="60663" y="84052"/>
                  </a:lnTo>
                  <a:lnTo>
                    <a:pt x="65883" y="81929"/>
                  </a:lnTo>
                  <a:lnTo>
                    <a:pt x="67282" y="79312"/>
                  </a:lnTo>
                  <a:lnTo>
                    <a:pt x="69025" y="76504"/>
                  </a:lnTo>
                  <a:lnTo>
                    <a:pt x="72084" y="76945"/>
                  </a:lnTo>
                  <a:lnTo>
                    <a:pt x="75431" y="79160"/>
                  </a:lnTo>
                  <a:lnTo>
                    <a:pt x="79228" y="82066"/>
                  </a:lnTo>
                  <a:lnTo>
                    <a:pt x="82614" y="83405"/>
                  </a:lnTo>
                  <a:lnTo>
                    <a:pt x="87156" y="85505"/>
                  </a:lnTo>
                  <a:lnTo>
                    <a:pt x="89271" y="88214"/>
                  </a:lnTo>
                  <a:lnTo>
                    <a:pt x="92239" y="88990"/>
                  </a:lnTo>
                  <a:lnTo>
                    <a:pt x="95343" y="86281"/>
                  </a:lnTo>
                  <a:lnTo>
                    <a:pt x="97176" y="78893"/>
                  </a:lnTo>
                  <a:lnTo>
                    <a:pt x="98805" y="75583"/>
                  </a:lnTo>
                  <a:lnTo>
                    <a:pt x="101110" y="73156"/>
                  </a:lnTo>
                  <a:lnTo>
                    <a:pt x="103750" y="72083"/>
                  </a:lnTo>
                  <a:lnTo>
                    <a:pt x="105767" y="71695"/>
                  </a:lnTo>
                  <a:lnTo>
                    <a:pt x="107296" y="69801"/>
                  </a:lnTo>
                  <a:lnTo>
                    <a:pt x="109464" y="65586"/>
                  </a:lnTo>
                  <a:lnTo>
                    <a:pt x="109891" y="60458"/>
                  </a:lnTo>
                  <a:lnTo>
                    <a:pt x="109472" y="51145"/>
                  </a:lnTo>
                  <a:lnTo>
                    <a:pt x="109867" y="48056"/>
                  </a:lnTo>
                  <a:lnTo>
                    <a:pt x="111640" y="42988"/>
                  </a:lnTo>
                  <a:lnTo>
                    <a:pt x="114022" y="29476"/>
                  </a:lnTo>
                  <a:lnTo>
                    <a:pt x="115087" y="25550"/>
                  </a:lnTo>
                  <a:lnTo>
                    <a:pt x="116388" y="23161"/>
                  </a:lnTo>
                  <a:lnTo>
                    <a:pt x="118176" y="21738"/>
                  </a:lnTo>
                  <a:lnTo>
                    <a:pt x="121425" y="17599"/>
                  </a:lnTo>
                  <a:lnTo>
                    <a:pt x="126066" y="9351"/>
                  </a:lnTo>
                  <a:lnTo>
                    <a:pt x="127321" y="8651"/>
                  </a:lnTo>
                  <a:lnTo>
                    <a:pt x="130654" y="8232"/>
                  </a:lnTo>
                  <a:lnTo>
                    <a:pt x="134793" y="8537"/>
                  </a:lnTo>
                  <a:lnTo>
                    <a:pt x="138522" y="9990"/>
                  </a:lnTo>
                  <a:lnTo>
                    <a:pt x="138925" y="9876"/>
                  </a:lnTo>
                  <a:lnTo>
                    <a:pt x="140598" y="9115"/>
                  </a:lnTo>
                  <a:lnTo>
                    <a:pt x="143634" y="6543"/>
                  </a:lnTo>
                  <a:lnTo>
                    <a:pt x="148838" y="1415"/>
                  </a:lnTo>
                  <a:lnTo>
                    <a:pt x="152171" y="0"/>
                  </a:lnTo>
                  <a:lnTo>
                    <a:pt x="155199" y="198"/>
                  </a:lnTo>
                  <a:lnTo>
                    <a:pt x="158555" y="5813"/>
                  </a:lnTo>
                  <a:lnTo>
                    <a:pt x="163295" y="12044"/>
                  </a:lnTo>
                  <a:lnTo>
                    <a:pt x="166339" y="15057"/>
                  </a:lnTo>
                  <a:lnTo>
                    <a:pt x="174639" y="20695"/>
                  </a:lnTo>
                  <a:lnTo>
                    <a:pt x="181928" y="24385"/>
                  </a:lnTo>
                  <a:lnTo>
                    <a:pt x="186022" y="36514"/>
                  </a:lnTo>
                  <a:lnTo>
                    <a:pt x="183998" y="41315"/>
                  </a:lnTo>
                  <a:lnTo>
                    <a:pt x="182993" y="42966"/>
                  </a:lnTo>
                  <a:lnTo>
                    <a:pt x="179425" y="47721"/>
                  </a:lnTo>
                  <a:lnTo>
                    <a:pt x="175613" y="54401"/>
                  </a:lnTo>
                  <a:lnTo>
                    <a:pt x="175324" y="57871"/>
                  </a:lnTo>
                  <a:lnTo>
                    <a:pt x="176587" y="61363"/>
                  </a:lnTo>
                  <a:lnTo>
                    <a:pt x="178200" y="63623"/>
                  </a:lnTo>
                  <a:close/>
                  <a:moveTo>
                    <a:pt x="90276" y="284301"/>
                  </a:moveTo>
                  <a:lnTo>
                    <a:pt x="87088" y="285975"/>
                  </a:lnTo>
                  <a:lnTo>
                    <a:pt x="84523" y="284933"/>
                  </a:lnTo>
                  <a:lnTo>
                    <a:pt x="84478" y="281684"/>
                  </a:lnTo>
                  <a:lnTo>
                    <a:pt x="86068" y="280109"/>
                  </a:lnTo>
                  <a:lnTo>
                    <a:pt x="88944" y="279478"/>
                  </a:lnTo>
                  <a:lnTo>
                    <a:pt x="92885" y="281053"/>
                  </a:lnTo>
                  <a:lnTo>
                    <a:pt x="93464" y="281890"/>
                  </a:lnTo>
                  <a:lnTo>
                    <a:pt x="91204" y="282521"/>
                  </a:lnTo>
                  <a:lnTo>
                    <a:pt x="90276" y="284301"/>
                  </a:lnTo>
                  <a:close/>
                  <a:moveTo>
                    <a:pt x="12752" y="369806"/>
                  </a:moveTo>
                  <a:lnTo>
                    <a:pt x="12980" y="370689"/>
                  </a:lnTo>
                  <a:lnTo>
                    <a:pt x="14228" y="370446"/>
                  </a:lnTo>
                  <a:lnTo>
                    <a:pt x="15917" y="368832"/>
                  </a:lnTo>
                  <a:lnTo>
                    <a:pt x="17111" y="369586"/>
                  </a:lnTo>
                  <a:lnTo>
                    <a:pt x="16974" y="371884"/>
                  </a:lnTo>
                  <a:lnTo>
                    <a:pt x="16168" y="371792"/>
                  </a:lnTo>
                  <a:lnTo>
                    <a:pt x="15947" y="371412"/>
                  </a:lnTo>
                  <a:lnTo>
                    <a:pt x="14905" y="372720"/>
                  </a:lnTo>
                  <a:lnTo>
                    <a:pt x="14723" y="373512"/>
                  </a:lnTo>
                  <a:lnTo>
                    <a:pt x="13520" y="374014"/>
                  </a:lnTo>
                  <a:lnTo>
                    <a:pt x="11299" y="371769"/>
                  </a:lnTo>
                  <a:lnTo>
                    <a:pt x="9898" y="368072"/>
                  </a:lnTo>
                  <a:lnTo>
                    <a:pt x="13155" y="368064"/>
                  </a:lnTo>
                  <a:lnTo>
                    <a:pt x="12843" y="368947"/>
                  </a:lnTo>
                  <a:lnTo>
                    <a:pt x="12752" y="369806"/>
                  </a:lnTo>
                  <a:close/>
                  <a:moveTo>
                    <a:pt x="17728" y="492593"/>
                  </a:moveTo>
                  <a:lnTo>
                    <a:pt x="17431" y="494610"/>
                  </a:lnTo>
                  <a:lnTo>
                    <a:pt x="15978" y="494389"/>
                  </a:lnTo>
                  <a:lnTo>
                    <a:pt x="14502" y="494754"/>
                  </a:lnTo>
                  <a:lnTo>
                    <a:pt x="13315" y="492753"/>
                  </a:lnTo>
                  <a:lnTo>
                    <a:pt x="12683" y="489375"/>
                  </a:lnTo>
                  <a:lnTo>
                    <a:pt x="12904" y="488645"/>
                  </a:lnTo>
                  <a:lnTo>
                    <a:pt x="13832" y="487876"/>
                  </a:lnTo>
                  <a:lnTo>
                    <a:pt x="14540" y="489732"/>
                  </a:lnTo>
                  <a:lnTo>
                    <a:pt x="17728" y="492593"/>
                  </a:lnTo>
                  <a:close/>
                  <a:moveTo>
                    <a:pt x="29331" y="500925"/>
                  </a:moveTo>
                  <a:lnTo>
                    <a:pt x="27771" y="501115"/>
                  </a:lnTo>
                  <a:lnTo>
                    <a:pt x="25572" y="498977"/>
                  </a:lnTo>
                  <a:lnTo>
                    <a:pt x="25298" y="498140"/>
                  </a:lnTo>
                  <a:lnTo>
                    <a:pt x="26158" y="497653"/>
                  </a:lnTo>
                  <a:lnTo>
                    <a:pt x="25587" y="495933"/>
                  </a:lnTo>
                  <a:lnTo>
                    <a:pt x="25755" y="495173"/>
                  </a:lnTo>
                  <a:lnTo>
                    <a:pt x="27451" y="496535"/>
                  </a:lnTo>
                  <a:lnTo>
                    <a:pt x="28380" y="498117"/>
                  </a:lnTo>
                  <a:lnTo>
                    <a:pt x="27474" y="498482"/>
                  </a:lnTo>
                  <a:lnTo>
                    <a:pt x="29011" y="500118"/>
                  </a:lnTo>
                  <a:lnTo>
                    <a:pt x="29331" y="500925"/>
                  </a:lnTo>
                  <a:close/>
                  <a:moveTo>
                    <a:pt x="33196" y="499464"/>
                  </a:moveTo>
                  <a:lnTo>
                    <a:pt x="35897" y="500461"/>
                  </a:lnTo>
                  <a:lnTo>
                    <a:pt x="37030" y="500103"/>
                  </a:lnTo>
                  <a:lnTo>
                    <a:pt x="38324" y="502363"/>
                  </a:lnTo>
                  <a:lnTo>
                    <a:pt x="36133" y="503793"/>
                  </a:lnTo>
                  <a:lnTo>
                    <a:pt x="35980" y="505573"/>
                  </a:lnTo>
                  <a:lnTo>
                    <a:pt x="36848" y="506677"/>
                  </a:lnTo>
                  <a:lnTo>
                    <a:pt x="37153" y="508275"/>
                  </a:lnTo>
                  <a:lnTo>
                    <a:pt x="34969" y="508275"/>
                  </a:lnTo>
                  <a:lnTo>
                    <a:pt x="33926" y="506928"/>
                  </a:lnTo>
                  <a:lnTo>
                    <a:pt x="33470" y="505216"/>
                  </a:lnTo>
                  <a:lnTo>
                    <a:pt x="32450" y="504006"/>
                  </a:lnTo>
                  <a:lnTo>
                    <a:pt x="31096" y="503086"/>
                  </a:lnTo>
                  <a:lnTo>
                    <a:pt x="31758" y="501853"/>
                  </a:lnTo>
                  <a:lnTo>
                    <a:pt x="32139" y="500088"/>
                  </a:lnTo>
                  <a:lnTo>
                    <a:pt x="33196" y="499464"/>
                  </a:lnTo>
                  <a:close/>
                  <a:moveTo>
                    <a:pt x="25892" y="509347"/>
                  </a:moveTo>
                  <a:lnTo>
                    <a:pt x="23754" y="510816"/>
                  </a:lnTo>
                  <a:lnTo>
                    <a:pt x="22939" y="510466"/>
                  </a:lnTo>
                  <a:lnTo>
                    <a:pt x="23145" y="507985"/>
                  </a:lnTo>
                  <a:lnTo>
                    <a:pt x="24416" y="506852"/>
                  </a:lnTo>
                  <a:lnTo>
                    <a:pt x="26554" y="506722"/>
                  </a:lnTo>
                  <a:lnTo>
                    <a:pt x="25892" y="509347"/>
                  </a:lnTo>
                  <a:close/>
                  <a:moveTo>
                    <a:pt x="21517" y="510747"/>
                  </a:moveTo>
                  <a:lnTo>
                    <a:pt x="19645" y="511173"/>
                  </a:lnTo>
                  <a:lnTo>
                    <a:pt x="18481" y="509933"/>
                  </a:lnTo>
                  <a:lnTo>
                    <a:pt x="18923" y="509013"/>
                  </a:lnTo>
                  <a:lnTo>
                    <a:pt x="20223" y="507985"/>
                  </a:lnTo>
                  <a:lnTo>
                    <a:pt x="21639" y="508130"/>
                  </a:lnTo>
                  <a:lnTo>
                    <a:pt x="21943" y="509332"/>
                  </a:lnTo>
                  <a:lnTo>
                    <a:pt x="21517" y="510747"/>
                  </a:lnTo>
                  <a:close/>
                </a:path>
              </a:pathLst>
            </a:custGeom>
            <a:solidFill>
              <a:srgbClr val="2562E8"/>
            </a:solidFill>
            <a:ln w="6168" cap="flat">
              <a:solidFill>
                <a:srgbClr val="2562E8"/>
              </a:solidFill>
              <a:prstDash val="solid"/>
              <a:miter/>
            </a:ln>
          </p:spPr>
          <p:txBody>
            <a:bodyPr/>
            <a:lstStyle/>
            <a:p>
              <a:endParaRPr lang="en-US"/>
            </a:p>
          </p:txBody>
        </p:sp>
        <p:sp>
          <p:nvSpPr>
            <p:cNvPr id="1033" name="Freeform: Shape 1032">
              <a:extLst>
                <a:ext uri="{FF2B5EF4-FFF2-40B4-BE49-F238E27FC236}">
                  <a16:creationId xmlns:a16="http://schemas.microsoft.com/office/drawing/2014/main" id="{CF0D58EA-BD26-1D54-6905-8866161AEBFE}"/>
                </a:ext>
              </a:extLst>
            </p:cNvPr>
            <p:cNvSpPr/>
            <p:nvPr/>
          </p:nvSpPr>
          <p:spPr>
            <a:xfrm>
              <a:off x="12521953" y="4799811"/>
              <a:ext cx="532363" cy="92345"/>
            </a:xfrm>
            <a:custGeom>
              <a:avLst/>
              <a:gdLst>
                <a:gd name="csX0" fmla="*/ 1727 w 532363"/>
                <a:gd name="csY0" fmla="*/ 1986 h 92345"/>
                <a:gd name="csX1" fmla="*/ 107 w 532363"/>
                <a:gd name="csY1" fmla="*/ 3736 h 92345"/>
                <a:gd name="csX2" fmla="*/ 0 w 532363"/>
                <a:gd name="csY2" fmla="*/ 3165 h 92345"/>
                <a:gd name="csX3" fmla="*/ 487 w 532363"/>
                <a:gd name="csY3" fmla="*/ 2115 h 92345"/>
                <a:gd name="csX4" fmla="*/ 1172 w 532363"/>
                <a:gd name="csY4" fmla="*/ 921 h 92345"/>
                <a:gd name="csX5" fmla="*/ 1811 w 532363"/>
                <a:gd name="csY5" fmla="*/ 205 h 92345"/>
                <a:gd name="csX6" fmla="*/ 2640 w 532363"/>
                <a:gd name="csY6" fmla="*/ 0 h 92345"/>
                <a:gd name="csX7" fmla="*/ 3234 w 532363"/>
                <a:gd name="csY7" fmla="*/ 989 h 92345"/>
                <a:gd name="csX8" fmla="*/ 2564 w 532363"/>
                <a:gd name="csY8" fmla="*/ 1849 h 92345"/>
                <a:gd name="csX9" fmla="*/ 1727 w 532363"/>
                <a:gd name="csY9" fmla="*/ 1986 h 92345"/>
                <a:gd name="csX10" fmla="*/ 295091 w 532363"/>
                <a:gd name="csY10" fmla="*/ 46351 h 92345"/>
                <a:gd name="csX11" fmla="*/ 294718 w 532363"/>
                <a:gd name="csY11" fmla="*/ 46465 h 92345"/>
                <a:gd name="csX12" fmla="*/ 294551 w 532363"/>
                <a:gd name="csY12" fmla="*/ 46359 h 92345"/>
                <a:gd name="csX13" fmla="*/ 294634 w 532363"/>
                <a:gd name="csY13" fmla="*/ 45811 h 92345"/>
                <a:gd name="csX14" fmla="*/ 294756 w 532363"/>
                <a:gd name="csY14" fmla="*/ 45621 h 92345"/>
                <a:gd name="csX15" fmla="*/ 295106 w 532363"/>
                <a:gd name="csY15" fmla="*/ 45606 h 92345"/>
                <a:gd name="csX16" fmla="*/ 295715 w 532363"/>
                <a:gd name="csY16" fmla="*/ 45758 h 92345"/>
                <a:gd name="csX17" fmla="*/ 295760 w 532363"/>
                <a:gd name="csY17" fmla="*/ 45895 h 92345"/>
                <a:gd name="csX18" fmla="*/ 295091 w 532363"/>
                <a:gd name="csY18" fmla="*/ 46351 h 92345"/>
                <a:gd name="csX19" fmla="*/ 290099 w 532363"/>
                <a:gd name="csY19" fmla="*/ 48185 h 92345"/>
                <a:gd name="csX20" fmla="*/ 289924 w 532363"/>
                <a:gd name="csY20" fmla="*/ 48466 h 92345"/>
                <a:gd name="csX21" fmla="*/ 288624 w 532363"/>
                <a:gd name="csY21" fmla="*/ 48360 h 92345"/>
                <a:gd name="csX22" fmla="*/ 288441 w 532363"/>
                <a:gd name="csY22" fmla="*/ 48200 h 92345"/>
                <a:gd name="csX23" fmla="*/ 288555 w 532363"/>
                <a:gd name="csY23" fmla="*/ 48078 h 92345"/>
                <a:gd name="csX24" fmla="*/ 289179 w 532363"/>
                <a:gd name="csY24" fmla="*/ 47949 h 92345"/>
                <a:gd name="csX25" fmla="*/ 289255 w 532363"/>
                <a:gd name="csY25" fmla="*/ 47561 h 92345"/>
                <a:gd name="csX26" fmla="*/ 288936 w 532363"/>
                <a:gd name="csY26" fmla="*/ 47477 h 92345"/>
                <a:gd name="csX27" fmla="*/ 289209 w 532363"/>
                <a:gd name="csY27" fmla="*/ 47272 h 92345"/>
                <a:gd name="csX28" fmla="*/ 289719 w 532363"/>
                <a:gd name="csY28" fmla="*/ 47234 h 92345"/>
                <a:gd name="csX29" fmla="*/ 290008 w 532363"/>
                <a:gd name="csY29" fmla="*/ 47477 h 92345"/>
                <a:gd name="csX30" fmla="*/ 290168 w 532363"/>
                <a:gd name="csY30" fmla="*/ 47827 h 92345"/>
                <a:gd name="csX31" fmla="*/ 290099 w 532363"/>
                <a:gd name="csY31" fmla="*/ 48185 h 92345"/>
                <a:gd name="csX32" fmla="*/ 432463 w 532363"/>
                <a:gd name="csY32" fmla="*/ 59567 h 92345"/>
                <a:gd name="csX33" fmla="*/ 431223 w 532363"/>
                <a:gd name="csY33" fmla="*/ 60047 h 92345"/>
                <a:gd name="csX34" fmla="*/ 429664 w 532363"/>
                <a:gd name="csY34" fmla="*/ 59826 h 92345"/>
                <a:gd name="csX35" fmla="*/ 429184 w 532363"/>
                <a:gd name="csY35" fmla="*/ 58084 h 92345"/>
                <a:gd name="csX36" fmla="*/ 428469 w 532363"/>
                <a:gd name="csY36" fmla="*/ 57620 h 92345"/>
                <a:gd name="csX37" fmla="*/ 428629 w 532363"/>
                <a:gd name="csY37" fmla="*/ 56760 h 92345"/>
                <a:gd name="csX38" fmla="*/ 429724 w 532363"/>
                <a:gd name="csY38" fmla="*/ 56060 h 92345"/>
                <a:gd name="csX39" fmla="*/ 432045 w 532363"/>
                <a:gd name="csY39" fmla="*/ 56630 h 92345"/>
                <a:gd name="csX40" fmla="*/ 432905 w 532363"/>
                <a:gd name="csY40" fmla="*/ 57871 h 92345"/>
                <a:gd name="csX41" fmla="*/ 432357 w 532363"/>
                <a:gd name="csY41" fmla="*/ 58692 h 92345"/>
                <a:gd name="csX42" fmla="*/ 432463 w 532363"/>
                <a:gd name="csY42" fmla="*/ 59567 h 92345"/>
                <a:gd name="csX43" fmla="*/ 532143 w 532363"/>
                <a:gd name="csY43" fmla="*/ 91310 h 92345"/>
                <a:gd name="csX44" fmla="*/ 532364 w 532363"/>
                <a:gd name="csY44" fmla="*/ 92345 h 92345"/>
                <a:gd name="csX45" fmla="*/ 531002 w 532363"/>
                <a:gd name="csY45" fmla="*/ 91843 h 92345"/>
                <a:gd name="csX46" fmla="*/ 530819 w 532363"/>
                <a:gd name="csY46" fmla="*/ 91478 h 92345"/>
                <a:gd name="csX47" fmla="*/ 531611 w 532363"/>
                <a:gd name="csY47" fmla="*/ 91113 h 92345"/>
                <a:gd name="csX48" fmla="*/ 532143 w 532363"/>
                <a:gd name="csY48" fmla="*/ 91310 h 9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532363" h="92345">
                  <a:moveTo>
                    <a:pt x="1727" y="1986"/>
                  </a:moveTo>
                  <a:lnTo>
                    <a:pt x="107" y="3736"/>
                  </a:lnTo>
                  <a:lnTo>
                    <a:pt x="0" y="3165"/>
                  </a:lnTo>
                  <a:lnTo>
                    <a:pt x="487" y="2115"/>
                  </a:lnTo>
                  <a:lnTo>
                    <a:pt x="1172" y="921"/>
                  </a:lnTo>
                  <a:lnTo>
                    <a:pt x="1811" y="205"/>
                  </a:lnTo>
                  <a:lnTo>
                    <a:pt x="2640" y="0"/>
                  </a:lnTo>
                  <a:lnTo>
                    <a:pt x="3234" y="989"/>
                  </a:lnTo>
                  <a:lnTo>
                    <a:pt x="2564" y="1849"/>
                  </a:lnTo>
                  <a:lnTo>
                    <a:pt x="1727" y="1986"/>
                  </a:lnTo>
                  <a:close/>
                  <a:moveTo>
                    <a:pt x="295091" y="46351"/>
                  </a:moveTo>
                  <a:lnTo>
                    <a:pt x="294718" y="46465"/>
                  </a:lnTo>
                  <a:lnTo>
                    <a:pt x="294551" y="46359"/>
                  </a:lnTo>
                  <a:lnTo>
                    <a:pt x="294634" y="45811"/>
                  </a:lnTo>
                  <a:lnTo>
                    <a:pt x="294756" y="45621"/>
                  </a:lnTo>
                  <a:lnTo>
                    <a:pt x="295106" y="45606"/>
                  </a:lnTo>
                  <a:lnTo>
                    <a:pt x="295715" y="45758"/>
                  </a:lnTo>
                  <a:lnTo>
                    <a:pt x="295760" y="45895"/>
                  </a:lnTo>
                  <a:lnTo>
                    <a:pt x="295091" y="46351"/>
                  </a:lnTo>
                  <a:close/>
                  <a:moveTo>
                    <a:pt x="290099" y="48185"/>
                  </a:moveTo>
                  <a:lnTo>
                    <a:pt x="289924" y="48466"/>
                  </a:lnTo>
                  <a:lnTo>
                    <a:pt x="288624" y="48360"/>
                  </a:lnTo>
                  <a:lnTo>
                    <a:pt x="288441" y="48200"/>
                  </a:lnTo>
                  <a:lnTo>
                    <a:pt x="288555" y="48078"/>
                  </a:lnTo>
                  <a:lnTo>
                    <a:pt x="289179" y="47949"/>
                  </a:lnTo>
                  <a:lnTo>
                    <a:pt x="289255" y="47561"/>
                  </a:lnTo>
                  <a:lnTo>
                    <a:pt x="288936" y="47477"/>
                  </a:lnTo>
                  <a:lnTo>
                    <a:pt x="289209" y="47272"/>
                  </a:lnTo>
                  <a:lnTo>
                    <a:pt x="289719" y="47234"/>
                  </a:lnTo>
                  <a:lnTo>
                    <a:pt x="290008" y="47477"/>
                  </a:lnTo>
                  <a:lnTo>
                    <a:pt x="290168" y="47827"/>
                  </a:lnTo>
                  <a:lnTo>
                    <a:pt x="290099" y="48185"/>
                  </a:lnTo>
                  <a:close/>
                  <a:moveTo>
                    <a:pt x="432463" y="59567"/>
                  </a:moveTo>
                  <a:lnTo>
                    <a:pt x="431223" y="60047"/>
                  </a:lnTo>
                  <a:lnTo>
                    <a:pt x="429664" y="59826"/>
                  </a:lnTo>
                  <a:lnTo>
                    <a:pt x="429184" y="58084"/>
                  </a:lnTo>
                  <a:lnTo>
                    <a:pt x="428469" y="57620"/>
                  </a:lnTo>
                  <a:lnTo>
                    <a:pt x="428629" y="56760"/>
                  </a:lnTo>
                  <a:lnTo>
                    <a:pt x="429724" y="56060"/>
                  </a:lnTo>
                  <a:lnTo>
                    <a:pt x="432045" y="56630"/>
                  </a:lnTo>
                  <a:lnTo>
                    <a:pt x="432905" y="57871"/>
                  </a:lnTo>
                  <a:lnTo>
                    <a:pt x="432357" y="58692"/>
                  </a:lnTo>
                  <a:lnTo>
                    <a:pt x="432463" y="59567"/>
                  </a:lnTo>
                  <a:close/>
                  <a:moveTo>
                    <a:pt x="532143" y="91310"/>
                  </a:moveTo>
                  <a:lnTo>
                    <a:pt x="532364" y="92345"/>
                  </a:lnTo>
                  <a:lnTo>
                    <a:pt x="531002" y="91843"/>
                  </a:lnTo>
                  <a:lnTo>
                    <a:pt x="530819" y="91478"/>
                  </a:lnTo>
                  <a:lnTo>
                    <a:pt x="531611" y="91113"/>
                  </a:lnTo>
                  <a:lnTo>
                    <a:pt x="532143" y="91310"/>
                  </a:lnTo>
                  <a:close/>
                </a:path>
              </a:pathLst>
            </a:custGeom>
            <a:solidFill>
              <a:srgbClr val="2562E8"/>
            </a:solidFill>
            <a:ln w="6168" cap="flat">
              <a:solidFill>
                <a:srgbClr val="2562E8"/>
              </a:solidFill>
              <a:prstDash val="solid"/>
              <a:miter/>
            </a:ln>
          </p:spPr>
          <p:txBody>
            <a:bodyPr/>
            <a:lstStyle/>
            <a:p>
              <a:endParaRPr lang="en-US"/>
            </a:p>
          </p:txBody>
        </p:sp>
        <p:sp>
          <p:nvSpPr>
            <p:cNvPr id="1034" name="Freeform: Shape 1033">
              <a:extLst>
                <a:ext uri="{FF2B5EF4-FFF2-40B4-BE49-F238E27FC236}">
                  <a16:creationId xmlns:a16="http://schemas.microsoft.com/office/drawing/2014/main" id="{B82E816D-8B32-300F-D314-5E08209774E0}"/>
                </a:ext>
              </a:extLst>
            </p:cNvPr>
            <p:cNvSpPr/>
            <p:nvPr/>
          </p:nvSpPr>
          <p:spPr>
            <a:xfrm>
              <a:off x="9415367" y="3295880"/>
              <a:ext cx="21707" cy="42600"/>
            </a:xfrm>
            <a:custGeom>
              <a:avLst/>
              <a:gdLst>
                <a:gd name="csX0" fmla="*/ 21707 w 21707"/>
                <a:gd name="csY0" fmla="*/ 4451 h 42600"/>
                <a:gd name="csX1" fmla="*/ 20688 w 21707"/>
                <a:gd name="csY1" fmla="*/ 7753 h 42600"/>
                <a:gd name="csX2" fmla="*/ 19174 w 21707"/>
                <a:gd name="csY2" fmla="*/ 7236 h 42600"/>
                <a:gd name="csX3" fmla="*/ 18755 w 21707"/>
                <a:gd name="csY3" fmla="*/ 6878 h 42600"/>
                <a:gd name="csX4" fmla="*/ 18428 w 21707"/>
                <a:gd name="csY4" fmla="*/ 6018 h 42600"/>
                <a:gd name="csX5" fmla="*/ 18588 w 21707"/>
                <a:gd name="csY5" fmla="*/ 3561 h 42600"/>
                <a:gd name="csX6" fmla="*/ 18535 w 21707"/>
                <a:gd name="csY6" fmla="*/ 0 h 42600"/>
                <a:gd name="csX7" fmla="*/ 20277 w 21707"/>
                <a:gd name="csY7" fmla="*/ 2929 h 42600"/>
                <a:gd name="csX8" fmla="*/ 21707 w 21707"/>
                <a:gd name="csY8" fmla="*/ 4451 h 42600"/>
                <a:gd name="csX9" fmla="*/ 16906 w 21707"/>
                <a:gd name="csY9" fmla="*/ 5859 h 42600"/>
                <a:gd name="csX10" fmla="*/ 16374 w 21707"/>
                <a:gd name="csY10" fmla="*/ 11991 h 42600"/>
                <a:gd name="csX11" fmla="*/ 15506 w 21707"/>
                <a:gd name="csY11" fmla="*/ 11961 h 42600"/>
                <a:gd name="csX12" fmla="*/ 13954 w 21707"/>
                <a:gd name="csY12" fmla="*/ 10264 h 42600"/>
                <a:gd name="csX13" fmla="*/ 12790 w 21707"/>
                <a:gd name="csY13" fmla="*/ 9914 h 42600"/>
                <a:gd name="csX14" fmla="*/ 12425 w 21707"/>
                <a:gd name="csY14" fmla="*/ 10819 h 42600"/>
                <a:gd name="csX15" fmla="*/ 12486 w 21707"/>
                <a:gd name="csY15" fmla="*/ 11907 h 42600"/>
                <a:gd name="csX16" fmla="*/ 13087 w 21707"/>
                <a:gd name="csY16" fmla="*/ 12592 h 42600"/>
                <a:gd name="csX17" fmla="*/ 14943 w 21707"/>
                <a:gd name="csY17" fmla="*/ 16686 h 42600"/>
                <a:gd name="csX18" fmla="*/ 15111 w 21707"/>
                <a:gd name="csY18" fmla="*/ 17880 h 42600"/>
                <a:gd name="csX19" fmla="*/ 14882 w 21707"/>
                <a:gd name="csY19" fmla="*/ 18458 h 42600"/>
                <a:gd name="csX20" fmla="*/ 13079 w 21707"/>
                <a:gd name="csY20" fmla="*/ 17279 h 42600"/>
                <a:gd name="csX21" fmla="*/ 8727 w 21707"/>
                <a:gd name="csY21" fmla="*/ 11983 h 42600"/>
                <a:gd name="csX22" fmla="*/ 5341 w 21707"/>
                <a:gd name="csY22" fmla="*/ 3226 h 42600"/>
                <a:gd name="csX23" fmla="*/ 9906 w 21707"/>
                <a:gd name="csY23" fmla="*/ 1818 h 42600"/>
                <a:gd name="csX24" fmla="*/ 13216 w 21707"/>
                <a:gd name="csY24" fmla="*/ 4124 h 42600"/>
                <a:gd name="csX25" fmla="*/ 16906 w 21707"/>
                <a:gd name="csY25" fmla="*/ 5859 h 42600"/>
                <a:gd name="csX26" fmla="*/ 5037 w 21707"/>
                <a:gd name="csY26" fmla="*/ 9906 h 42600"/>
                <a:gd name="csX27" fmla="*/ 6954 w 21707"/>
                <a:gd name="csY27" fmla="*/ 11672 h 42600"/>
                <a:gd name="csX28" fmla="*/ 7631 w 21707"/>
                <a:gd name="csY28" fmla="*/ 12919 h 42600"/>
                <a:gd name="csX29" fmla="*/ 6528 w 21707"/>
                <a:gd name="csY29" fmla="*/ 14121 h 42600"/>
                <a:gd name="csX30" fmla="*/ 5197 w 21707"/>
                <a:gd name="csY30" fmla="*/ 14433 h 42600"/>
                <a:gd name="csX31" fmla="*/ 3584 w 21707"/>
                <a:gd name="csY31" fmla="*/ 14152 h 42600"/>
                <a:gd name="csX32" fmla="*/ 928 w 21707"/>
                <a:gd name="csY32" fmla="*/ 12851 h 42600"/>
                <a:gd name="csX33" fmla="*/ 0 w 21707"/>
                <a:gd name="csY33" fmla="*/ 9868 h 42600"/>
                <a:gd name="csX34" fmla="*/ 1834 w 21707"/>
                <a:gd name="csY34" fmla="*/ 9937 h 42600"/>
                <a:gd name="csX35" fmla="*/ 4002 w 21707"/>
                <a:gd name="csY35" fmla="*/ 9366 h 42600"/>
                <a:gd name="csX36" fmla="*/ 5037 w 21707"/>
                <a:gd name="csY36" fmla="*/ 9906 h 42600"/>
                <a:gd name="csX37" fmla="*/ 17074 w 21707"/>
                <a:gd name="csY37" fmla="*/ 25032 h 42600"/>
                <a:gd name="csX38" fmla="*/ 16655 w 21707"/>
                <a:gd name="csY38" fmla="*/ 26729 h 42600"/>
                <a:gd name="csX39" fmla="*/ 16069 w 21707"/>
                <a:gd name="csY39" fmla="*/ 26714 h 42600"/>
                <a:gd name="csX40" fmla="*/ 14061 w 21707"/>
                <a:gd name="csY40" fmla="*/ 24614 h 42600"/>
                <a:gd name="csX41" fmla="*/ 12463 w 21707"/>
                <a:gd name="csY41" fmla="*/ 23465 h 42600"/>
                <a:gd name="csX42" fmla="*/ 11930 w 21707"/>
                <a:gd name="csY42" fmla="*/ 22491 h 42600"/>
                <a:gd name="csX43" fmla="*/ 11481 w 21707"/>
                <a:gd name="csY43" fmla="*/ 20825 h 42600"/>
                <a:gd name="csX44" fmla="*/ 12402 w 21707"/>
                <a:gd name="csY44" fmla="*/ 20619 h 42600"/>
                <a:gd name="csX45" fmla="*/ 13498 w 21707"/>
                <a:gd name="csY45" fmla="*/ 21000 h 42600"/>
                <a:gd name="csX46" fmla="*/ 16244 w 21707"/>
                <a:gd name="csY46" fmla="*/ 22521 h 42600"/>
                <a:gd name="csX47" fmla="*/ 17020 w 21707"/>
                <a:gd name="csY47" fmla="*/ 24104 h 42600"/>
                <a:gd name="csX48" fmla="*/ 17074 w 21707"/>
                <a:gd name="csY48" fmla="*/ 25032 h 42600"/>
                <a:gd name="csX49" fmla="*/ 15438 w 21707"/>
                <a:gd name="csY49" fmla="*/ 41246 h 42600"/>
                <a:gd name="csX50" fmla="*/ 15864 w 21707"/>
                <a:gd name="csY50" fmla="*/ 42600 h 42600"/>
                <a:gd name="csX51" fmla="*/ 15369 w 21707"/>
                <a:gd name="csY51" fmla="*/ 42448 h 42600"/>
                <a:gd name="csX52" fmla="*/ 13931 w 21707"/>
                <a:gd name="csY52" fmla="*/ 40904 h 42600"/>
                <a:gd name="csX53" fmla="*/ 11421 w 21707"/>
                <a:gd name="csY53" fmla="*/ 37221 h 42600"/>
                <a:gd name="csX54" fmla="*/ 10546 w 21707"/>
                <a:gd name="csY54" fmla="*/ 34170 h 42600"/>
                <a:gd name="csX55" fmla="*/ 10424 w 21707"/>
                <a:gd name="csY55" fmla="*/ 32755 h 42600"/>
                <a:gd name="csX56" fmla="*/ 11048 w 21707"/>
                <a:gd name="csY56" fmla="*/ 32915 h 42600"/>
                <a:gd name="csX57" fmla="*/ 11565 w 21707"/>
                <a:gd name="csY57" fmla="*/ 34170 h 42600"/>
                <a:gd name="csX58" fmla="*/ 13947 w 21707"/>
                <a:gd name="csY58" fmla="*/ 34992 h 42600"/>
                <a:gd name="csX59" fmla="*/ 14578 w 21707"/>
                <a:gd name="csY59" fmla="*/ 35616 h 42600"/>
                <a:gd name="csX60" fmla="*/ 14570 w 21707"/>
                <a:gd name="csY60" fmla="*/ 37145 h 42600"/>
                <a:gd name="csX61" fmla="*/ 15369 w 21707"/>
                <a:gd name="csY61" fmla="*/ 38956 h 42600"/>
                <a:gd name="csX62" fmla="*/ 15438 w 21707"/>
                <a:gd name="csY62" fmla="*/ 41246 h 42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21707" h="42600">
                  <a:moveTo>
                    <a:pt x="21707" y="4451"/>
                  </a:moveTo>
                  <a:lnTo>
                    <a:pt x="20688" y="7753"/>
                  </a:lnTo>
                  <a:lnTo>
                    <a:pt x="19174" y="7236"/>
                  </a:lnTo>
                  <a:lnTo>
                    <a:pt x="18755" y="6878"/>
                  </a:lnTo>
                  <a:lnTo>
                    <a:pt x="18428" y="6018"/>
                  </a:lnTo>
                  <a:lnTo>
                    <a:pt x="18588" y="3561"/>
                  </a:lnTo>
                  <a:lnTo>
                    <a:pt x="18535" y="0"/>
                  </a:lnTo>
                  <a:lnTo>
                    <a:pt x="20277" y="2929"/>
                  </a:lnTo>
                  <a:lnTo>
                    <a:pt x="21707" y="4451"/>
                  </a:lnTo>
                  <a:close/>
                  <a:moveTo>
                    <a:pt x="16906" y="5859"/>
                  </a:moveTo>
                  <a:lnTo>
                    <a:pt x="16374" y="11991"/>
                  </a:lnTo>
                  <a:lnTo>
                    <a:pt x="15506" y="11961"/>
                  </a:lnTo>
                  <a:lnTo>
                    <a:pt x="13954" y="10264"/>
                  </a:lnTo>
                  <a:lnTo>
                    <a:pt x="12790" y="9914"/>
                  </a:lnTo>
                  <a:lnTo>
                    <a:pt x="12425" y="10819"/>
                  </a:lnTo>
                  <a:lnTo>
                    <a:pt x="12486" y="11907"/>
                  </a:lnTo>
                  <a:lnTo>
                    <a:pt x="13087" y="12592"/>
                  </a:lnTo>
                  <a:lnTo>
                    <a:pt x="14943" y="16686"/>
                  </a:lnTo>
                  <a:lnTo>
                    <a:pt x="15111" y="17880"/>
                  </a:lnTo>
                  <a:lnTo>
                    <a:pt x="14882" y="18458"/>
                  </a:lnTo>
                  <a:lnTo>
                    <a:pt x="13079" y="17279"/>
                  </a:lnTo>
                  <a:lnTo>
                    <a:pt x="8727" y="11983"/>
                  </a:lnTo>
                  <a:lnTo>
                    <a:pt x="5341" y="3226"/>
                  </a:lnTo>
                  <a:lnTo>
                    <a:pt x="9906" y="1818"/>
                  </a:lnTo>
                  <a:lnTo>
                    <a:pt x="13216" y="4124"/>
                  </a:lnTo>
                  <a:lnTo>
                    <a:pt x="16906" y="5859"/>
                  </a:lnTo>
                  <a:close/>
                  <a:moveTo>
                    <a:pt x="5037" y="9906"/>
                  </a:moveTo>
                  <a:lnTo>
                    <a:pt x="6954" y="11672"/>
                  </a:lnTo>
                  <a:lnTo>
                    <a:pt x="7631" y="12919"/>
                  </a:lnTo>
                  <a:lnTo>
                    <a:pt x="6528" y="14121"/>
                  </a:lnTo>
                  <a:lnTo>
                    <a:pt x="5197" y="14433"/>
                  </a:lnTo>
                  <a:lnTo>
                    <a:pt x="3584" y="14152"/>
                  </a:lnTo>
                  <a:lnTo>
                    <a:pt x="928" y="12851"/>
                  </a:lnTo>
                  <a:lnTo>
                    <a:pt x="0" y="9868"/>
                  </a:lnTo>
                  <a:lnTo>
                    <a:pt x="1834" y="9937"/>
                  </a:lnTo>
                  <a:lnTo>
                    <a:pt x="4002" y="9366"/>
                  </a:lnTo>
                  <a:lnTo>
                    <a:pt x="5037" y="9906"/>
                  </a:lnTo>
                  <a:close/>
                  <a:moveTo>
                    <a:pt x="17074" y="25032"/>
                  </a:moveTo>
                  <a:lnTo>
                    <a:pt x="16655" y="26729"/>
                  </a:lnTo>
                  <a:lnTo>
                    <a:pt x="16069" y="26714"/>
                  </a:lnTo>
                  <a:lnTo>
                    <a:pt x="14061" y="24614"/>
                  </a:lnTo>
                  <a:lnTo>
                    <a:pt x="12463" y="23465"/>
                  </a:lnTo>
                  <a:lnTo>
                    <a:pt x="11930" y="22491"/>
                  </a:lnTo>
                  <a:lnTo>
                    <a:pt x="11481" y="20825"/>
                  </a:lnTo>
                  <a:lnTo>
                    <a:pt x="12402" y="20619"/>
                  </a:lnTo>
                  <a:lnTo>
                    <a:pt x="13498" y="21000"/>
                  </a:lnTo>
                  <a:lnTo>
                    <a:pt x="16244" y="22521"/>
                  </a:lnTo>
                  <a:lnTo>
                    <a:pt x="17020" y="24104"/>
                  </a:lnTo>
                  <a:lnTo>
                    <a:pt x="17074" y="25032"/>
                  </a:lnTo>
                  <a:close/>
                  <a:moveTo>
                    <a:pt x="15438" y="41246"/>
                  </a:moveTo>
                  <a:lnTo>
                    <a:pt x="15864" y="42600"/>
                  </a:lnTo>
                  <a:lnTo>
                    <a:pt x="15369" y="42448"/>
                  </a:lnTo>
                  <a:lnTo>
                    <a:pt x="13931" y="40904"/>
                  </a:lnTo>
                  <a:lnTo>
                    <a:pt x="11421" y="37221"/>
                  </a:lnTo>
                  <a:lnTo>
                    <a:pt x="10546" y="34170"/>
                  </a:lnTo>
                  <a:lnTo>
                    <a:pt x="10424" y="32755"/>
                  </a:lnTo>
                  <a:lnTo>
                    <a:pt x="11048" y="32915"/>
                  </a:lnTo>
                  <a:lnTo>
                    <a:pt x="11565" y="34170"/>
                  </a:lnTo>
                  <a:lnTo>
                    <a:pt x="13947" y="34992"/>
                  </a:lnTo>
                  <a:lnTo>
                    <a:pt x="14578" y="35616"/>
                  </a:lnTo>
                  <a:lnTo>
                    <a:pt x="14570" y="37145"/>
                  </a:lnTo>
                  <a:lnTo>
                    <a:pt x="15369" y="38956"/>
                  </a:lnTo>
                  <a:lnTo>
                    <a:pt x="15438" y="41246"/>
                  </a:lnTo>
                  <a:close/>
                </a:path>
              </a:pathLst>
            </a:custGeom>
            <a:solidFill>
              <a:srgbClr val="2562E8"/>
            </a:solidFill>
            <a:ln w="6168" cap="flat">
              <a:solidFill>
                <a:srgbClr val="2562E8"/>
              </a:solidFill>
              <a:prstDash val="solid"/>
              <a:miter/>
            </a:ln>
          </p:spPr>
          <p:txBody>
            <a:bodyPr/>
            <a:lstStyle/>
            <a:p>
              <a:endParaRPr lang="en-US"/>
            </a:p>
          </p:txBody>
        </p:sp>
        <p:sp>
          <p:nvSpPr>
            <p:cNvPr id="1035" name="Freeform: Shape 1034">
              <a:extLst>
                <a:ext uri="{FF2B5EF4-FFF2-40B4-BE49-F238E27FC236}">
                  <a16:creationId xmlns:a16="http://schemas.microsoft.com/office/drawing/2014/main" id="{60C5FDD2-0A85-3DC7-A063-AA9194F90D68}"/>
                </a:ext>
              </a:extLst>
            </p:cNvPr>
            <p:cNvSpPr/>
            <p:nvPr/>
          </p:nvSpPr>
          <p:spPr>
            <a:xfrm>
              <a:off x="9472150" y="3737291"/>
              <a:ext cx="305780" cy="299982"/>
            </a:xfrm>
            <a:custGeom>
              <a:avLst/>
              <a:gdLst>
                <a:gd name="csX0" fmla="*/ 162838 w 305780"/>
                <a:gd name="csY0" fmla="*/ 12813 h 299982"/>
                <a:gd name="csX1" fmla="*/ 164109 w 305780"/>
                <a:gd name="csY1" fmla="*/ 12440 h 299982"/>
                <a:gd name="csX2" fmla="*/ 166262 w 305780"/>
                <a:gd name="csY2" fmla="*/ 11101 h 299982"/>
                <a:gd name="csX3" fmla="*/ 168058 w 305780"/>
                <a:gd name="csY3" fmla="*/ 10675 h 299982"/>
                <a:gd name="csX4" fmla="*/ 169085 w 305780"/>
                <a:gd name="csY4" fmla="*/ 11702 h 299982"/>
                <a:gd name="csX5" fmla="*/ 169663 w 305780"/>
                <a:gd name="csY5" fmla="*/ 12288 h 299982"/>
                <a:gd name="csX6" fmla="*/ 170789 w 305780"/>
                <a:gd name="csY6" fmla="*/ 14601 h 299982"/>
                <a:gd name="csX7" fmla="*/ 171109 w 305780"/>
                <a:gd name="csY7" fmla="*/ 17005 h 299982"/>
                <a:gd name="csX8" fmla="*/ 171611 w 305780"/>
                <a:gd name="csY8" fmla="*/ 19006 h 299982"/>
                <a:gd name="csX9" fmla="*/ 172524 w 305780"/>
                <a:gd name="csY9" fmla="*/ 19813 h 299982"/>
                <a:gd name="csX10" fmla="*/ 175956 w 305780"/>
                <a:gd name="csY10" fmla="*/ 20079 h 299982"/>
                <a:gd name="csX11" fmla="*/ 178489 w 305780"/>
                <a:gd name="csY11" fmla="*/ 20817 h 299982"/>
                <a:gd name="csX12" fmla="*/ 179159 w 305780"/>
                <a:gd name="csY12" fmla="*/ 21487 h 299982"/>
                <a:gd name="csX13" fmla="*/ 180026 w 305780"/>
                <a:gd name="csY13" fmla="*/ 25915 h 299982"/>
                <a:gd name="csX14" fmla="*/ 180498 w 305780"/>
                <a:gd name="csY14" fmla="*/ 26539 h 299982"/>
                <a:gd name="csX15" fmla="*/ 181130 w 305780"/>
                <a:gd name="csY15" fmla="*/ 26021 h 299982"/>
                <a:gd name="csX16" fmla="*/ 181753 w 305780"/>
                <a:gd name="csY16" fmla="*/ 25291 h 299982"/>
                <a:gd name="csX17" fmla="*/ 182621 w 305780"/>
                <a:gd name="csY17" fmla="*/ 25177 h 299982"/>
                <a:gd name="csX18" fmla="*/ 184104 w 305780"/>
                <a:gd name="csY18" fmla="*/ 25458 h 299982"/>
                <a:gd name="csX19" fmla="*/ 186060 w 305780"/>
                <a:gd name="csY19" fmla="*/ 25550 h 299982"/>
                <a:gd name="csX20" fmla="*/ 188076 w 305780"/>
                <a:gd name="csY20" fmla="*/ 26036 h 299982"/>
                <a:gd name="csX21" fmla="*/ 190861 w 305780"/>
                <a:gd name="csY21" fmla="*/ 28532 h 299982"/>
                <a:gd name="csX22" fmla="*/ 190754 w 305780"/>
                <a:gd name="csY22" fmla="*/ 29354 h 299982"/>
                <a:gd name="csX23" fmla="*/ 190214 w 305780"/>
                <a:gd name="csY23" fmla="*/ 30792 h 299982"/>
                <a:gd name="csX24" fmla="*/ 190024 w 305780"/>
                <a:gd name="csY24" fmla="*/ 31941 h 299982"/>
                <a:gd name="csX25" fmla="*/ 190503 w 305780"/>
                <a:gd name="csY25" fmla="*/ 32405 h 299982"/>
                <a:gd name="csX26" fmla="*/ 191241 w 305780"/>
                <a:gd name="csY26" fmla="*/ 33592 h 299982"/>
                <a:gd name="csX27" fmla="*/ 191066 w 305780"/>
                <a:gd name="csY27" fmla="*/ 34961 h 299982"/>
                <a:gd name="csX28" fmla="*/ 190351 w 305780"/>
                <a:gd name="csY28" fmla="*/ 35920 h 299982"/>
                <a:gd name="csX29" fmla="*/ 190062 w 305780"/>
                <a:gd name="csY29" fmla="*/ 36711 h 299982"/>
                <a:gd name="csX30" fmla="*/ 190062 w 305780"/>
                <a:gd name="csY30" fmla="*/ 37221 h 299982"/>
                <a:gd name="csX31" fmla="*/ 190328 w 305780"/>
                <a:gd name="csY31" fmla="*/ 37647 h 299982"/>
                <a:gd name="csX32" fmla="*/ 190899 w 305780"/>
                <a:gd name="csY32" fmla="*/ 38020 h 299982"/>
                <a:gd name="csX33" fmla="*/ 195015 w 305780"/>
                <a:gd name="csY33" fmla="*/ 38522 h 299982"/>
                <a:gd name="csX34" fmla="*/ 198782 w 305780"/>
                <a:gd name="csY34" fmla="*/ 38020 h 299982"/>
                <a:gd name="csX35" fmla="*/ 201155 w 305780"/>
                <a:gd name="csY35" fmla="*/ 36620 h 299982"/>
                <a:gd name="csX36" fmla="*/ 201559 w 305780"/>
                <a:gd name="csY36" fmla="*/ 35144 h 299982"/>
                <a:gd name="csX37" fmla="*/ 202228 w 305780"/>
                <a:gd name="csY37" fmla="*/ 33485 h 299982"/>
                <a:gd name="csX38" fmla="*/ 203643 w 305780"/>
                <a:gd name="csY38" fmla="*/ 32085 h 299982"/>
                <a:gd name="csX39" fmla="*/ 204617 w 305780"/>
                <a:gd name="csY39" fmla="*/ 31614 h 299982"/>
                <a:gd name="csX40" fmla="*/ 205515 w 305780"/>
                <a:gd name="csY40" fmla="*/ 32184 h 299982"/>
                <a:gd name="csX41" fmla="*/ 204008 w 305780"/>
                <a:gd name="csY41" fmla="*/ 38035 h 299982"/>
                <a:gd name="csX42" fmla="*/ 205112 w 305780"/>
                <a:gd name="csY42" fmla="*/ 39527 h 299982"/>
                <a:gd name="csX43" fmla="*/ 205272 w 305780"/>
                <a:gd name="csY43" fmla="*/ 41748 h 299982"/>
                <a:gd name="csX44" fmla="*/ 205667 w 305780"/>
                <a:gd name="csY44" fmla="*/ 43696 h 299982"/>
                <a:gd name="csX45" fmla="*/ 207014 w 305780"/>
                <a:gd name="csY45" fmla="*/ 43658 h 299982"/>
                <a:gd name="csX46" fmla="*/ 208642 w 305780"/>
                <a:gd name="csY46" fmla="*/ 44016 h 299982"/>
                <a:gd name="csX47" fmla="*/ 209799 w 305780"/>
                <a:gd name="csY47" fmla="*/ 44731 h 299982"/>
                <a:gd name="csX48" fmla="*/ 211145 w 305780"/>
                <a:gd name="csY48" fmla="*/ 45887 h 299982"/>
                <a:gd name="csX49" fmla="*/ 213085 w 305780"/>
                <a:gd name="csY49" fmla="*/ 46953 h 299982"/>
                <a:gd name="csX50" fmla="*/ 214447 w 305780"/>
                <a:gd name="csY50" fmla="*/ 47325 h 299982"/>
                <a:gd name="csX51" fmla="*/ 214942 w 305780"/>
                <a:gd name="csY51" fmla="*/ 48208 h 299982"/>
                <a:gd name="csX52" fmla="*/ 216045 w 305780"/>
                <a:gd name="csY52" fmla="*/ 49235 h 299982"/>
                <a:gd name="csX53" fmla="*/ 217780 w 305780"/>
                <a:gd name="csY53" fmla="*/ 51381 h 299982"/>
                <a:gd name="csX54" fmla="*/ 219332 w 305780"/>
                <a:gd name="csY54" fmla="*/ 52811 h 299982"/>
                <a:gd name="csX55" fmla="*/ 220085 w 305780"/>
                <a:gd name="csY55" fmla="*/ 52811 h 299982"/>
                <a:gd name="csX56" fmla="*/ 221531 w 305780"/>
                <a:gd name="csY56" fmla="*/ 52248 h 299982"/>
                <a:gd name="csX57" fmla="*/ 223677 w 305780"/>
                <a:gd name="csY57" fmla="*/ 51890 h 299982"/>
                <a:gd name="csX58" fmla="*/ 225366 w 305780"/>
                <a:gd name="csY58" fmla="*/ 51921 h 299982"/>
                <a:gd name="csX59" fmla="*/ 226089 w 305780"/>
                <a:gd name="csY59" fmla="*/ 53009 h 299982"/>
                <a:gd name="csX60" fmla="*/ 227755 w 305780"/>
                <a:gd name="csY60" fmla="*/ 53511 h 299982"/>
                <a:gd name="csX61" fmla="*/ 228341 w 305780"/>
                <a:gd name="csY61" fmla="*/ 53914 h 299982"/>
                <a:gd name="csX62" fmla="*/ 228995 w 305780"/>
                <a:gd name="csY62" fmla="*/ 54667 h 299982"/>
                <a:gd name="csX63" fmla="*/ 230106 w 305780"/>
                <a:gd name="csY63" fmla="*/ 54972 h 299982"/>
                <a:gd name="csX64" fmla="*/ 231445 w 305780"/>
                <a:gd name="csY64" fmla="*/ 54667 h 299982"/>
                <a:gd name="csX65" fmla="*/ 232419 w 305780"/>
                <a:gd name="csY65" fmla="*/ 53671 h 299982"/>
                <a:gd name="csX66" fmla="*/ 233720 w 305780"/>
                <a:gd name="csY66" fmla="*/ 53214 h 299982"/>
                <a:gd name="csX67" fmla="*/ 235029 w 305780"/>
                <a:gd name="csY67" fmla="*/ 53366 h 299982"/>
                <a:gd name="csX68" fmla="*/ 235782 w 305780"/>
                <a:gd name="csY68" fmla="*/ 53914 h 299982"/>
                <a:gd name="csX69" fmla="*/ 237212 w 305780"/>
                <a:gd name="csY69" fmla="*/ 54728 h 299982"/>
                <a:gd name="csX70" fmla="*/ 238019 w 305780"/>
                <a:gd name="csY70" fmla="*/ 54553 h 299982"/>
                <a:gd name="csX71" fmla="*/ 239639 w 305780"/>
                <a:gd name="csY71" fmla="*/ 55056 h 299982"/>
                <a:gd name="csX72" fmla="*/ 241268 w 305780"/>
                <a:gd name="csY72" fmla="*/ 56638 h 299982"/>
                <a:gd name="csX73" fmla="*/ 241952 w 305780"/>
                <a:gd name="csY73" fmla="*/ 58221 h 299982"/>
                <a:gd name="csX74" fmla="*/ 242127 w 305780"/>
                <a:gd name="csY74" fmla="*/ 59088 h 299982"/>
                <a:gd name="csX75" fmla="*/ 242827 w 305780"/>
                <a:gd name="csY75" fmla="*/ 60032 h 299982"/>
                <a:gd name="csX76" fmla="*/ 245559 w 305780"/>
                <a:gd name="csY76" fmla="*/ 64277 h 299982"/>
                <a:gd name="csX77" fmla="*/ 246426 w 305780"/>
                <a:gd name="csY77" fmla="*/ 64483 h 299982"/>
                <a:gd name="csX78" fmla="*/ 247377 w 305780"/>
                <a:gd name="csY78" fmla="*/ 63844 h 299982"/>
                <a:gd name="csX79" fmla="*/ 247994 w 305780"/>
                <a:gd name="csY79" fmla="*/ 62930 h 299982"/>
                <a:gd name="csX80" fmla="*/ 248884 w 305780"/>
                <a:gd name="csY80" fmla="*/ 62748 h 299982"/>
                <a:gd name="csX81" fmla="*/ 250314 w 305780"/>
                <a:gd name="csY81" fmla="*/ 63174 h 299982"/>
                <a:gd name="csX82" fmla="*/ 251235 w 305780"/>
                <a:gd name="csY82" fmla="*/ 63653 h 299982"/>
                <a:gd name="csX83" fmla="*/ 251676 w 305780"/>
                <a:gd name="csY83" fmla="*/ 65487 h 299982"/>
                <a:gd name="csX84" fmla="*/ 251988 w 305780"/>
                <a:gd name="csY84" fmla="*/ 65837 h 299982"/>
                <a:gd name="csX85" fmla="*/ 252604 w 305780"/>
                <a:gd name="csY85" fmla="*/ 65441 h 299982"/>
                <a:gd name="csX86" fmla="*/ 253708 w 305780"/>
                <a:gd name="csY86" fmla="*/ 65357 h 299982"/>
                <a:gd name="csX87" fmla="*/ 255473 w 305780"/>
                <a:gd name="csY87" fmla="*/ 65807 h 299982"/>
                <a:gd name="csX88" fmla="*/ 257892 w 305780"/>
                <a:gd name="csY88" fmla="*/ 65289 h 299982"/>
                <a:gd name="csX89" fmla="*/ 259833 w 305780"/>
                <a:gd name="csY89" fmla="*/ 64521 h 299982"/>
                <a:gd name="csX90" fmla="*/ 260822 w 305780"/>
                <a:gd name="csY90" fmla="*/ 64551 h 299982"/>
                <a:gd name="csX91" fmla="*/ 262419 w 305780"/>
                <a:gd name="csY91" fmla="*/ 66689 h 299982"/>
                <a:gd name="csX92" fmla="*/ 264245 w 305780"/>
                <a:gd name="csY92" fmla="*/ 67488 h 299982"/>
                <a:gd name="csX93" fmla="*/ 268263 w 305780"/>
                <a:gd name="csY93" fmla="*/ 68135 h 299982"/>
                <a:gd name="csX94" fmla="*/ 272577 w 305780"/>
                <a:gd name="csY94" fmla="*/ 69139 h 299982"/>
                <a:gd name="csX95" fmla="*/ 274274 w 305780"/>
                <a:gd name="csY95" fmla="*/ 69953 h 299982"/>
                <a:gd name="csX96" fmla="*/ 275430 w 305780"/>
                <a:gd name="csY96" fmla="*/ 70356 h 299982"/>
                <a:gd name="csX97" fmla="*/ 275552 w 305780"/>
                <a:gd name="csY97" fmla="*/ 73179 h 299982"/>
                <a:gd name="csX98" fmla="*/ 275202 w 305780"/>
                <a:gd name="csY98" fmla="*/ 73605 h 299982"/>
                <a:gd name="csX99" fmla="*/ 270903 w 305780"/>
                <a:gd name="csY99" fmla="*/ 79251 h 299982"/>
                <a:gd name="csX100" fmla="*/ 269092 w 305780"/>
                <a:gd name="csY100" fmla="*/ 81267 h 299982"/>
                <a:gd name="csX101" fmla="*/ 268172 w 305780"/>
                <a:gd name="csY101" fmla="*/ 84136 h 299982"/>
                <a:gd name="csX102" fmla="*/ 267540 w 305780"/>
                <a:gd name="csY102" fmla="*/ 88533 h 299982"/>
                <a:gd name="csX103" fmla="*/ 266269 w 305780"/>
                <a:gd name="csY103" fmla="*/ 92695 h 299982"/>
                <a:gd name="csX104" fmla="*/ 264367 w 305780"/>
                <a:gd name="csY104" fmla="*/ 96636 h 299982"/>
                <a:gd name="csX105" fmla="*/ 263675 w 305780"/>
                <a:gd name="csY105" fmla="*/ 99589 h 299982"/>
                <a:gd name="csX106" fmla="*/ 264192 w 305780"/>
                <a:gd name="csY106" fmla="*/ 101552 h 299982"/>
                <a:gd name="csX107" fmla="*/ 263865 w 305780"/>
                <a:gd name="csY107" fmla="*/ 104633 h 299982"/>
                <a:gd name="csX108" fmla="*/ 262701 w 305780"/>
                <a:gd name="csY108" fmla="*/ 108825 h 299982"/>
                <a:gd name="csX109" fmla="*/ 262503 w 305780"/>
                <a:gd name="csY109" fmla="*/ 111983 h 299982"/>
                <a:gd name="csX110" fmla="*/ 263279 w 305780"/>
                <a:gd name="csY110" fmla="*/ 114113 h 299982"/>
                <a:gd name="csX111" fmla="*/ 264352 w 305780"/>
                <a:gd name="csY111" fmla="*/ 114547 h 299982"/>
                <a:gd name="csX112" fmla="*/ 261773 w 305780"/>
                <a:gd name="csY112" fmla="*/ 115977 h 299982"/>
                <a:gd name="csX113" fmla="*/ 261187 w 305780"/>
                <a:gd name="csY113" fmla="*/ 117233 h 299982"/>
                <a:gd name="csX114" fmla="*/ 260175 w 305780"/>
                <a:gd name="csY114" fmla="*/ 118884 h 299982"/>
                <a:gd name="csX115" fmla="*/ 258532 w 305780"/>
                <a:gd name="csY115" fmla="*/ 119576 h 299982"/>
                <a:gd name="csX116" fmla="*/ 256880 w 305780"/>
                <a:gd name="csY116" fmla="*/ 119804 h 299982"/>
                <a:gd name="csX117" fmla="*/ 255541 w 305780"/>
                <a:gd name="csY117" fmla="*/ 119591 h 299982"/>
                <a:gd name="csX118" fmla="*/ 254780 w 305780"/>
                <a:gd name="csY118" fmla="*/ 118929 h 299982"/>
                <a:gd name="csX119" fmla="*/ 254819 w 305780"/>
                <a:gd name="csY119" fmla="*/ 118313 h 299982"/>
                <a:gd name="csX120" fmla="*/ 254111 w 305780"/>
                <a:gd name="csY120" fmla="*/ 117788 h 299982"/>
                <a:gd name="csX121" fmla="*/ 252353 w 305780"/>
                <a:gd name="csY121" fmla="*/ 117803 h 299982"/>
                <a:gd name="csX122" fmla="*/ 250535 w 305780"/>
                <a:gd name="csY122" fmla="*/ 118937 h 299982"/>
                <a:gd name="csX123" fmla="*/ 249082 w 305780"/>
                <a:gd name="csY123" fmla="*/ 120794 h 299982"/>
                <a:gd name="csX124" fmla="*/ 249531 w 305780"/>
                <a:gd name="csY124" fmla="*/ 121828 h 299982"/>
                <a:gd name="csX125" fmla="*/ 250870 w 305780"/>
                <a:gd name="csY125" fmla="*/ 122102 h 299982"/>
                <a:gd name="csX126" fmla="*/ 251220 w 305780"/>
                <a:gd name="csY126" fmla="*/ 122513 h 299982"/>
                <a:gd name="csX127" fmla="*/ 251220 w 305780"/>
                <a:gd name="csY127" fmla="*/ 123046 h 299982"/>
                <a:gd name="csX128" fmla="*/ 250748 w 305780"/>
                <a:gd name="csY128" fmla="*/ 123685 h 299982"/>
                <a:gd name="csX129" fmla="*/ 250185 w 305780"/>
                <a:gd name="csY129" fmla="*/ 124780 h 299982"/>
                <a:gd name="csX130" fmla="*/ 247377 w 305780"/>
                <a:gd name="csY130" fmla="*/ 128037 h 299982"/>
                <a:gd name="csX131" fmla="*/ 244547 w 305780"/>
                <a:gd name="csY131" fmla="*/ 131316 h 299982"/>
                <a:gd name="csX132" fmla="*/ 244090 w 305780"/>
                <a:gd name="csY132" fmla="*/ 132305 h 299982"/>
                <a:gd name="csX133" fmla="*/ 243193 w 305780"/>
                <a:gd name="csY133" fmla="*/ 132998 h 299982"/>
                <a:gd name="csX134" fmla="*/ 239594 w 305780"/>
                <a:gd name="csY134" fmla="*/ 134748 h 299982"/>
                <a:gd name="csX135" fmla="*/ 239221 w 305780"/>
                <a:gd name="csY135" fmla="*/ 135448 h 299982"/>
                <a:gd name="csX136" fmla="*/ 239016 w 305780"/>
                <a:gd name="csY136" fmla="*/ 138362 h 299982"/>
                <a:gd name="csX137" fmla="*/ 238612 w 305780"/>
                <a:gd name="csY137" fmla="*/ 140751 h 299982"/>
                <a:gd name="csX138" fmla="*/ 235942 w 305780"/>
                <a:gd name="csY138" fmla="*/ 142995 h 299982"/>
                <a:gd name="csX139" fmla="*/ 233286 w 305780"/>
                <a:gd name="csY139" fmla="*/ 145225 h 299982"/>
                <a:gd name="csX140" fmla="*/ 232624 w 305780"/>
                <a:gd name="csY140" fmla="*/ 146587 h 299982"/>
                <a:gd name="csX141" fmla="*/ 232145 w 305780"/>
                <a:gd name="csY141" fmla="*/ 148162 h 299982"/>
                <a:gd name="csX142" fmla="*/ 231316 w 305780"/>
                <a:gd name="csY142" fmla="*/ 149942 h 299982"/>
                <a:gd name="csX143" fmla="*/ 231148 w 305780"/>
                <a:gd name="csY143" fmla="*/ 150885 h 299982"/>
                <a:gd name="csX144" fmla="*/ 232495 w 305780"/>
                <a:gd name="csY144" fmla="*/ 152415 h 299982"/>
                <a:gd name="csX145" fmla="*/ 232335 w 305780"/>
                <a:gd name="csY145" fmla="*/ 153678 h 299982"/>
                <a:gd name="csX146" fmla="*/ 231909 w 305780"/>
                <a:gd name="csY146" fmla="*/ 155473 h 299982"/>
                <a:gd name="csX147" fmla="*/ 230638 w 305780"/>
                <a:gd name="csY147" fmla="*/ 156744 h 299982"/>
                <a:gd name="csX148" fmla="*/ 229223 w 305780"/>
                <a:gd name="csY148" fmla="*/ 157467 h 299982"/>
                <a:gd name="csX149" fmla="*/ 229254 w 305780"/>
                <a:gd name="csY149" fmla="*/ 159414 h 299982"/>
                <a:gd name="csX150" fmla="*/ 230007 w 305780"/>
                <a:gd name="csY150" fmla="*/ 159688 h 299982"/>
                <a:gd name="csX151" fmla="*/ 231711 w 305780"/>
                <a:gd name="csY151" fmla="*/ 159544 h 299982"/>
                <a:gd name="csX152" fmla="*/ 234123 w 305780"/>
                <a:gd name="csY152" fmla="*/ 158129 h 299982"/>
                <a:gd name="csX153" fmla="*/ 235698 w 305780"/>
                <a:gd name="csY153" fmla="*/ 156303 h 299982"/>
                <a:gd name="csX154" fmla="*/ 234770 w 305780"/>
                <a:gd name="csY154" fmla="*/ 154576 h 299982"/>
                <a:gd name="csX155" fmla="*/ 234656 w 305780"/>
                <a:gd name="csY155" fmla="*/ 154241 h 299982"/>
                <a:gd name="csX156" fmla="*/ 234884 w 305780"/>
                <a:gd name="csY156" fmla="*/ 153830 h 299982"/>
                <a:gd name="csX157" fmla="*/ 236748 w 305780"/>
                <a:gd name="csY157" fmla="*/ 151943 h 299982"/>
                <a:gd name="csX158" fmla="*/ 239031 w 305780"/>
                <a:gd name="csY158" fmla="*/ 150809 h 299982"/>
                <a:gd name="csX159" fmla="*/ 242219 w 305780"/>
                <a:gd name="csY159" fmla="*/ 150596 h 299982"/>
                <a:gd name="csX160" fmla="*/ 246061 w 305780"/>
                <a:gd name="csY160" fmla="*/ 151266 h 299982"/>
                <a:gd name="csX161" fmla="*/ 246441 w 305780"/>
                <a:gd name="csY161" fmla="*/ 151547 h 299982"/>
                <a:gd name="csX162" fmla="*/ 246259 w 305780"/>
                <a:gd name="csY162" fmla="*/ 152704 h 299982"/>
                <a:gd name="csX163" fmla="*/ 246616 w 305780"/>
                <a:gd name="csY163" fmla="*/ 154408 h 299982"/>
                <a:gd name="csX164" fmla="*/ 247309 w 305780"/>
                <a:gd name="csY164" fmla="*/ 155603 h 299982"/>
                <a:gd name="csX165" fmla="*/ 246358 w 305780"/>
                <a:gd name="csY165" fmla="*/ 158988 h 299982"/>
                <a:gd name="csX166" fmla="*/ 247081 w 305780"/>
                <a:gd name="csY166" fmla="*/ 160046 h 299982"/>
                <a:gd name="csX167" fmla="*/ 248199 w 305780"/>
                <a:gd name="csY167" fmla="*/ 161317 h 299982"/>
                <a:gd name="csX168" fmla="*/ 249036 w 305780"/>
                <a:gd name="csY168" fmla="*/ 162473 h 299982"/>
                <a:gd name="csX169" fmla="*/ 250238 w 305780"/>
                <a:gd name="csY169" fmla="*/ 163531 h 299982"/>
                <a:gd name="csX170" fmla="*/ 251311 w 305780"/>
                <a:gd name="csY170" fmla="*/ 165319 h 299982"/>
                <a:gd name="csX171" fmla="*/ 251676 w 305780"/>
                <a:gd name="csY171" fmla="*/ 166331 h 299982"/>
                <a:gd name="csX172" fmla="*/ 249957 w 305780"/>
                <a:gd name="csY172" fmla="*/ 168081 h 299982"/>
                <a:gd name="csX173" fmla="*/ 247050 w 305780"/>
                <a:gd name="csY173" fmla="*/ 169724 h 299982"/>
                <a:gd name="csX174" fmla="*/ 246723 w 305780"/>
                <a:gd name="csY174" fmla="*/ 170782 h 299982"/>
                <a:gd name="csX175" fmla="*/ 246761 w 305780"/>
                <a:gd name="csY175" fmla="*/ 171976 h 299982"/>
                <a:gd name="csX176" fmla="*/ 247088 w 305780"/>
                <a:gd name="csY176" fmla="*/ 172920 h 299982"/>
                <a:gd name="csX177" fmla="*/ 248694 w 305780"/>
                <a:gd name="csY177" fmla="*/ 174130 h 299982"/>
                <a:gd name="csX178" fmla="*/ 250421 w 305780"/>
                <a:gd name="csY178" fmla="*/ 176861 h 299982"/>
                <a:gd name="csX179" fmla="*/ 251516 w 305780"/>
                <a:gd name="csY179" fmla="*/ 179296 h 299982"/>
                <a:gd name="csX180" fmla="*/ 253913 w 305780"/>
                <a:gd name="csY180" fmla="*/ 181624 h 299982"/>
                <a:gd name="csX181" fmla="*/ 254499 w 305780"/>
                <a:gd name="csY181" fmla="*/ 182316 h 299982"/>
                <a:gd name="csX182" fmla="*/ 254347 w 305780"/>
                <a:gd name="csY182" fmla="*/ 182894 h 299982"/>
                <a:gd name="csX183" fmla="*/ 253715 w 305780"/>
                <a:gd name="csY183" fmla="*/ 183884 h 299982"/>
                <a:gd name="csX184" fmla="*/ 252894 w 305780"/>
                <a:gd name="csY184" fmla="*/ 187186 h 299982"/>
                <a:gd name="csX185" fmla="*/ 251912 w 305780"/>
                <a:gd name="csY185" fmla="*/ 187703 h 299982"/>
                <a:gd name="csX186" fmla="*/ 250816 w 305780"/>
                <a:gd name="csY186" fmla="*/ 187916 h 299982"/>
                <a:gd name="csX187" fmla="*/ 247849 w 305780"/>
                <a:gd name="csY187" fmla="*/ 190328 h 299982"/>
                <a:gd name="csX188" fmla="*/ 246525 w 305780"/>
                <a:gd name="csY188" fmla="*/ 190031 h 299982"/>
                <a:gd name="csX189" fmla="*/ 244646 w 305780"/>
                <a:gd name="csY189" fmla="*/ 190062 h 299982"/>
                <a:gd name="csX190" fmla="*/ 243269 w 305780"/>
                <a:gd name="csY190" fmla="*/ 190853 h 299982"/>
                <a:gd name="csX191" fmla="*/ 243421 w 305780"/>
                <a:gd name="csY191" fmla="*/ 192352 h 299982"/>
                <a:gd name="csX192" fmla="*/ 244631 w 305780"/>
                <a:gd name="csY192" fmla="*/ 193722 h 299982"/>
                <a:gd name="csX193" fmla="*/ 245338 w 305780"/>
                <a:gd name="csY193" fmla="*/ 195213 h 299982"/>
                <a:gd name="csX194" fmla="*/ 245627 w 305780"/>
                <a:gd name="csY194" fmla="*/ 196765 h 299982"/>
                <a:gd name="csX195" fmla="*/ 246966 w 305780"/>
                <a:gd name="csY195" fmla="*/ 197914 h 299982"/>
                <a:gd name="csX196" fmla="*/ 248853 w 305780"/>
                <a:gd name="csY196" fmla="*/ 198599 h 299982"/>
                <a:gd name="csX197" fmla="*/ 249934 w 305780"/>
                <a:gd name="csY197" fmla="*/ 198644 h 299982"/>
                <a:gd name="csX198" fmla="*/ 250634 w 305780"/>
                <a:gd name="csY198" fmla="*/ 199055 h 299982"/>
                <a:gd name="csX199" fmla="*/ 251060 w 305780"/>
                <a:gd name="csY199" fmla="*/ 199588 h 299982"/>
                <a:gd name="csX200" fmla="*/ 251874 w 305780"/>
                <a:gd name="csY200" fmla="*/ 202905 h 299982"/>
                <a:gd name="csX201" fmla="*/ 251387 w 305780"/>
                <a:gd name="csY201" fmla="*/ 203734 h 299982"/>
                <a:gd name="csX202" fmla="*/ 250368 w 305780"/>
                <a:gd name="csY202" fmla="*/ 204084 h 299982"/>
                <a:gd name="csX203" fmla="*/ 249759 w 305780"/>
                <a:gd name="csY203" fmla="*/ 205446 h 299982"/>
                <a:gd name="csX204" fmla="*/ 248549 w 305780"/>
                <a:gd name="csY204" fmla="*/ 207447 h 299982"/>
                <a:gd name="csX205" fmla="*/ 247864 w 305780"/>
                <a:gd name="csY205" fmla="*/ 209053 h 299982"/>
                <a:gd name="csX206" fmla="*/ 248625 w 305780"/>
                <a:gd name="csY206" fmla="*/ 210468 h 299982"/>
                <a:gd name="csX207" fmla="*/ 248945 w 305780"/>
                <a:gd name="csY207" fmla="*/ 211518 h 299982"/>
                <a:gd name="csX208" fmla="*/ 248541 w 305780"/>
                <a:gd name="csY208" fmla="*/ 212598 h 299982"/>
                <a:gd name="csX209" fmla="*/ 249082 w 305780"/>
                <a:gd name="csY209" fmla="*/ 214272 h 299982"/>
                <a:gd name="csX210" fmla="*/ 250512 w 305780"/>
                <a:gd name="csY210" fmla="*/ 215931 h 299982"/>
                <a:gd name="csX211" fmla="*/ 254400 w 305780"/>
                <a:gd name="csY211" fmla="*/ 218259 h 299982"/>
                <a:gd name="csX212" fmla="*/ 258014 w 305780"/>
                <a:gd name="csY212" fmla="*/ 220154 h 299982"/>
                <a:gd name="csX213" fmla="*/ 259132 w 305780"/>
                <a:gd name="csY213" fmla="*/ 220466 h 299982"/>
                <a:gd name="csX214" fmla="*/ 264017 w 305780"/>
                <a:gd name="csY214" fmla="*/ 219248 h 299982"/>
                <a:gd name="csX215" fmla="*/ 264824 w 305780"/>
                <a:gd name="csY215" fmla="*/ 219355 h 299982"/>
                <a:gd name="csX216" fmla="*/ 265417 w 305780"/>
                <a:gd name="csY216" fmla="*/ 220801 h 299982"/>
                <a:gd name="csX217" fmla="*/ 265676 w 305780"/>
                <a:gd name="csY217" fmla="*/ 221774 h 299982"/>
                <a:gd name="csX218" fmla="*/ 265128 w 305780"/>
                <a:gd name="csY218" fmla="*/ 223235 h 299982"/>
                <a:gd name="csX219" fmla="*/ 263782 w 305780"/>
                <a:gd name="csY219" fmla="*/ 225297 h 299982"/>
                <a:gd name="csX220" fmla="*/ 262351 w 305780"/>
                <a:gd name="csY220" fmla="*/ 226903 h 299982"/>
                <a:gd name="csX221" fmla="*/ 261484 w 305780"/>
                <a:gd name="csY221" fmla="*/ 228264 h 299982"/>
                <a:gd name="csX222" fmla="*/ 261666 w 305780"/>
                <a:gd name="csY222" fmla="*/ 229505 h 299982"/>
                <a:gd name="csX223" fmla="*/ 261719 w 305780"/>
                <a:gd name="csY223" fmla="*/ 231148 h 299982"/>
                <a:gd name="csX224" fmla="*/ 260555 w 305780"/>
                <a:gd name="csY224" fmla="*/ 231635 h 299982"/>
                <a:gd name="csX225" fmla="*/ 260517 w 305780"/>
                <a:gd name="csY225" fmla="*/ 231315 h 299982"/>
                <a:gd name="csX226" fmla="*/ 260038 w 305780"/>
                <a:gd name="csY226" fmla="*/ 231034 h 299982"/>
                <a:gd name="csX227" fmla="*/ 259627 w 305780"/>
                <a:gd name="csY227" fmla="*/ 231194 h 299982"/>
                <a:gd name="csX228" fmla="*/ 259308 w 305780"/>
                <a:gd name="csY228" fmla="*/ 231551 h 299982"/>
                <a:gd name="csX229" fmla="*/ 259262 w 305780"/>
                <a:gd name="csY229" fmla="*/ 232183 h 299982"/>
                <a:gd name="csX230" fmla="*/ 256782 w 305780"/>
                <a:gd name="csY230" fmla="*/ 233233 h 299982"/>
                <a:gd name="csX231" fmla="*/ 255070 w 305780"/>
                <a:gd name="csY231" fmla="*/ 234321 h 299982"/>
                <a:gd name="csX232" fmla="*/ 248305 w 305780"/>
                <a:gd name="csY232" fmla="*/ 240803 h 299982"/>
                <a:gd name="csX233" fmla="*/ 245140 w 305780"/>
                <a:gd name="csY233" fmla="*/ 242698 h 299982"/>
                <a:gd name="csX234" fmla="*/ 244517 w 305780"/>
                <a:gd name="csY234" fmla="*/ 243839 h 299982"/>
                <a:gd name="csX235" fmla="*/ 243870 w 305780"/>
                <a:gd name="csY235" fmla="*/ 245970 h 299982"/>
                <a:gd name="csX236" fmla="*/ 242013 w 305780"/>
                <a:gd name="csY236" fmla="*/ 247795 h 299982"/>
                <a:gd name="csX237" fmla="*/ 240385 w 305780"/>
                <a:gd name="csY237" fmla="*/ 248663 h 299982"/>
                <a:gd name="csX238" fmla="*/ 236360 w 305780"/>
                <a:gd name="csY238" fmla="*/ 249553 h 299982"/>
                <a:gd name="csX239" fmla="*/ 232312 w 305780"/>
                <a:gd name="csY239" fmla="*/ 251486 h 299982"/>
                <a:gd name="csX240" fmla="*/ 230486 w 305780"/>
                <a:gd name="csY240" fmla="*/ 250649 h 299982"/>
                <a:gd name="csX241" fmla="*/ 225769 w 305780"/>
                <a:gd name="csY241" fmla="*/ 250740 h 299982"/>
                <a:gd name="csX242" fmla="*/ 222824 w 305780"/>
                <a:gd name="csY242" fmla="*/ 248412 h 299982"/>
                <a:gd name="csX243" fmla="*/ 217164 w 305780"/>
                <a:gd name="csY243" fmla="*/ 246936 h 299982"/>
                <a:gd name="csX244" fmla="*/ 215322 w 305780"/>
                <a:gd name="csY244" fmla="*/ 243535 h 299982"/>
                <a:gd name="csX245" fmla="*/ 212743 w 305780"/>
                <a:gd name="csY245" fmla="*/ 243314 h 299982"/>
                <a:gd name="csX246" fmla="*/ 211054 w 305780"/>
                <a:gd name="csY246" fmla="*/ 243421 h 299982"/>
                <a:gd name="csX247" fmla="*/ 210042 w 305780"/>
                <a:gd name="csY247" fmla="*/ 242903 h 299982"/>
                <a:gd name="csX248" fmla="*/ 209783 w 305780"/>
                <a:gd name="csY248" fmla="*/ 241739 h 299982"/>
                <a:gd name="csX249" fmla="*/ 209761 w 305780"/>
                <a:gd name="csY249" fmla="*/ 240621 h 299982"/>
                <a:gd name="csX250" fmla="*/ 207972 w 305780"/>
                <a:gd name="csY250" fmla="*/ 241138 h 299982"/>
                <a:gd name="csX251" fmla="*/ 206603 w 305780"/>
                <a:gd name="csY251" fmla="*/ 241138 h 299982"/>
                <a:gd name="csX252" fmla="*/ 205789 w 305780"/>
                <a:gd name="csY252" fmla="*/ 241587 h 299982"/>
                <a:gd name="csX253" fmla="*/ 205150 w 305780"/>
                <a:gd name="csY253" fmla="*/ 242104 h 299982"/>
                <a:gd name="csX254" fmla="*/ 204389 w 305780"/>
                <a:gd name="csY254" fmla="*/ 241777 h 299982"/>
                <a:gd name="csX255" fmla="*/ 203948 w 305780"/>
                <a:gd name="csY255" fmla="*/ 241891 h 299982"/>
                <a:gd name="csX256" fmla="*/ 203986 w 305780"/>
                <a:gd name="csY256" fmla="*/ 242546 h 299982"/>
                <a:gd name="csX257" fmla="*/ 202342 w 305780"/>
                <a:gd name="csY257" fmla="*/ 242713 h 299982"/>
                <a:gd name="csX258" fmla="*/ 200554 w 305780"/>
                <a:gd name="csY258" fmla="*/ 242310 h 299982"/>
                <a:gd name="csX259" fmla="*/ 195875 w 305780"/>
                <a:gd name="csY259" fmla="*/ 240552 h 299982"/>
                <a:gd name="csX260" fmla="*/ 195160 w 305780"/>
                <a:gd name="csY260" fmla="*/ 240278 h 299982"/>
                <a:gd name="csX261" fmla="*/ 191911 w 305780"/>
                <a:gd name="csY261" fmla="*/ 239601 h 299982"/>
                <a:gd name="csX262" fmla="*/ 190602 w 305780"/>
                <a:gd name="csY262" fmla="*/ 238894 h 299982"/>
                <a:gd name="csX263" fmla="*/ 189537 w 305780"/>
                <a:gd name="csY263" fmla="*/ 237151 h 299982"/>
                <a:gd name="csX264" fmla="*/ 188730 w 305780"/>
                <a:gd name="csY264" fmla="*/ 236603 h 299982"/>
                <a:gd name="csX265" fmla="*/ 188251 w 305780"/>
                <a:gd name="csY265" fmla="*/ 236276 h 299982"/>
                <a:gd name="csX266" fmla="*/ 185223 w 305780"/>
                <a:gd name="csY266" fmla="*/ 237159 h 299982"/>
                <a:gd name="csX267" fmla="*/ 184173 w 305780"/>
                <a:gd name="csY267" fmla="*/ 238528 h 299982"/>
                <a:gd name="csX268" fmla="*/ 182537 w 305780"/>
                <a:gd name="csY268" fmla="*/ 240134 h 299982"/>
                <a:gd name="csX269" fmla="*/ 171307 w 305780"/>
                <a:gd name="csY269" fmla="*/ 247986 h 299982"/>
                <a:gd name="csX270" fmla="*/ 169253 w 305780"/>
                <a:gd name="csY270" fmla="*/ 251265 h 299982"/>
                <a:gd name="csX271" fmla="*/ 166879 w 305780"/>
                <a:gd name="csY271" fmla="*/ 256081 h 299982"/>
                <a:gd name="csX272" fmla="*/ 166696 w 305780"/>
                <a:gd name="csY272" fmla="*/ 258326 h 299982"/>
                <a:gd name="csX273" fmla="*/ 167716 w 305780"/>
                <a:gd name="csY273" fmla="*/ 265478 h 299982"/>
                <a:gd name="csX274" fmla="*/ 169998 w 305780"/>
                <a:gd name="csY274" fmla="*/ 269221 h 299982"/>
                <a:gd name="csX275" fmla="*/ 170287 w 305780"/>
                <a:gd name="csY275" fmla="*/ 270089 h 299982"/>
                <a:gd name="csX276" fmla="*/ 169017 w 305780"/>
                <a:gd name="csY276" fmla="*/ 270096 h 299982"/>
                <a:gd name="csX277" fmla="*/ 166894 w 305780"/>
                <a:gd name="csY277" fmla="*/ 269625 h 299982"/>
                <a:gd name="csX278" fmla="*/ 165136 w 305780"/>
                <a:gd name="csY278" fmla="*/ 269046 h 299982"/>
                <a:gd name="csX279" fmla="*/ 163455 w 305780"/>
                <a:gd name="csY279" fmla="*/ 269366 h 299982"/>
                <a:gd name="csX280" fmla="*/ 161842 w 305780"/>
                <a:gd name="csY280" fmla="*/ 270142 h 299982"/>
                <a:gd name="csX281" fmla="*/ 160427 w 305780"/>
                <a:gd name="csY281" fmla="*/ 270614 h 299982"/>
                <a:gd name="csX282" fmla="*/ 159407 w 305780"/>
                <a:gd name="csY282" fmla="*/ 270743 h 299982"/>
                <a:gd name="csX283" fmla="*/ 158730 w 305780"/>
                <a:gd name="csY283" fmla="*/ 271192 h 299982"/>
                <a:gd name="csX284" fmla="*/ 158403 w 305780"/>
                <a:gd name="csY284" fmla="*/ 272082 h 299982"/>
                <a:gd name="csX285" fmla="*/ 158342 w 305780"/>
                <a:gd name="csY285" fmla="*/ 272706 h 299982"/>
                <a:gd name="csX286" fmla="*/ 156554 w 305780"/>
                <a:gd name="csY286" fmla="*/ 272554 h 299982"/>
                <a:gd name="csX287" fmla="*/ 152422 w 305780"/>
                <a:gd name="csY287" fmla="*/ 271276 h 299982"/>
                <a:gd name="csX288" fmla="*/ 148709 w 305780"/>
                <a:gd name="csY288" fmla="*/ 270393 h 299982"/>
                <a:gd name="csX289" fmla="*/ 146526 w 305780"/>
                <a:gd name="csY289" fmla="*/ 271397 h 299982"/>
                <a:gd name="csX290" fmla="*/ 145126 w 305780"/>
                <a:gd name="csY290" fmla="*/ 272333 h 299982"/>
                <a:gd name="csX291" fmla="*/ 144144 w 305780"/>
                <a:gd name="csY291" fmla="*/ 272189 h 299982"/>
                <a:gd name="csX292" fmla="*/ 143391 w 305780"/>
                <a:gd name="csY292" fmla="*/ 271200 h 299982"/>
                <a:gd name="csX293" fmla="*/ 142889 w 305780"/>
                <a:gd name="csY293" fmla="*/ 270233 h 299982"/>
                <a:gd name="csX294" fmla="*/ 141436 w 305780"/>
                <a:gd name="csY294" fmla="*/ 269343 h 299982"/>
                <a:gd name="csX295" fmla="*/ 138149 w 305780"/>
                <a:gd name="csY295" fmla="*/ 268012 h 299982"/>
                <a:gd name="csX296" fmla="*/ 138316 w 305780"/>
                <a:gd name="csY296" fmla="*/ 267373 h 299982"/>
                <a:gd name="csX297" fmla="*/ 138879 w 305780"/>
                <a:gd name="csY297" fmla="*/ 266475 h 299982"/>
                <a:gd name="csX298" fmla="*/ 138864 w 305780"/>
                <a:gd name="csY298" fmla="*/ 265919 h 299982"/>
                <a:gd name="csX299" fmla="*/ 138232 w 305780"/>
                <a:gd name="csY299" fmla="*/ 265097 h 299982"/>
                <a:gd name="csX300" fmla="*/ 135204 w 305780"/>
                <a:gd name="csY300" fmla="*/ 264215 h 299982"/>
                <a:gd name="csX301" fmla="*/ 133774 w 305780"/>
                <a:gd name="csY301" fmla="*/ 263994 h 299982"/>
                <a:gd name="csX302" fmla="*/ 132868 w 305780"/>
                <a:gd name="csY302" fmla="*/ 264603 h 299982"/>
                <a:gd name="csX303" fmla="*/ 132214 w 305780"/>
                <a:gd name="csY303" fmla="*/ 265348 h 299982"/>
                <a:gd name="csX304" fmla="*/ 130533 w 305780"/>
                <a:gd name="csY304" fmla="*/ 262610 h 299982"/>
                <a:gd name="csX305" fmla="*/ 129330 w 305780"/>
                <a:gd name="csY305" fmla="*/ 262046 h 299982"/>
                <a:gd name="csX306" fmla="*/ 127519 w 305780"/>
                <a:gd name="csY306" fmla="*/ 261955 h 299982"/>
                <a:gd name="csX307" fmla="*/ 125442 w 305780"/>
                <a:gd name="csY307" fmla="*/ 261118 h 299982"/>
                <a:gd name="csX308" fmla="*/ 123282 w 305780"/>
                <a:gd name="csY308" fmla="*/ 260045 h 299982"/>
                <a:gd name="csX309" fmla="*/ 118039 w 305780"/>
                <a:gd name="csY309" fmla="*/ 258333 h 299982"/>
                <a:gd name="csX310" fmla="*/ 116601 w 305780"/>
                <a:gd name="csY310" fmla="*/ 258128 h 299982"/>
                <a:gd name="csX311" fmla="*/ 116023 w 305780"/>
                <a:gd name="csY311" fmla="*/ 258402 h 299982"/>
                <a:gd name="csX312" fmla="*/ 115635 w 305780"/>
                <a:gd name="csY312" fmla="*/ 259429 h 299982"/>
                <a:gd name="csX313" fmla="*/ 115430 w 305780"/>
                <a:gd name="csY313" fmla="*/ 262320 h 299982"/>
                <a:gd name="csX314" fmla="*/ 115209 w 305780"/>
                <a:gd name="csY314" fmla="*/ 262640 h 299982"/>
                <a:gd name="csX315" fmla="*/ 112774 w 305780"/>
                <a:gd name="csY315" fmla="*/ 262739 h 299982"/>
                <a:gd name="csX316" fmla="*/ 109776 w 305780"/>
                <a:gd name="csY316" fmla="*/ 262336 h 299982"/>
                <a:gd name="csX317" fmla="*/ 108399 w 305780"/>
                <a:gd name="csY317" fmla="*/ 262533 h 299982"/>
                <a:gd name="csX318" fmla="*/ 107174 w 305780"/>
                <a:gd name="csY318" fmla="*/ 262541 h 299982"/>
                <a:gd name="csX319" fmla="*/ 106018 w 305780"/>
                <a:gd name="csY319" fmla="*/ 261772 h 299982"/>
                <a:gd name="csX320" fmla="*/ 100836 w 305780"/>
                <a:gd name="csY320" fmla="*/ 262648 h 299982"/>
                <a:gd name="csX321" fmla="*/ 99976 w 305780"/>
                <a:gd name="csY321" fmla="*/ 262222 h 299982"/>
                <a:gd name="csX322" fmla="*/ 98729 w 305780"/>
                <a:gd name="csY322" fmla="*/ 260920 h 299982"/>
                <a:gd name="csX323" fmla="*/ 97329 w 305780"/>
                <a:gd name="csY323" fmla="*/ 259863 h 299982"/>
                <a:gd name="csX324" fmla="*/ 96248 w 305780"/>
                <a:gd name="csY324" fmla="*/ 259323 h 299982"/>
                <a:gd name="csX325" fmla="*/ 95320 w 305780"/>
                <a:gd name="csY325" fmla="*/ 258699 h 299982"/>
                <a:gd name="csX326" fmla="*/ 94483 w 305780"/>
                <a:gd name="csY326" fmla="*/ 258600 h 299982"/>
                <a:gd name="csX327" fmla="*/ 93205 w 305780"/>
                <a:gd name="csY327" fmla="*/ 259201 h 299982"/>
                <a:gd name="csX328" fmla="*/ 91440 w 305780"/>
                <a:gd name="csY328" fmla="*/ 259460 h 299982"/>
                <a:gd name="csX329" fmla="*/ 89979 w 305780"/>
                <a:gd name="csY329" fmla="*/ 259383 h 299982"/>
                <a:gd name="csX330" fmla="*/ 89195 w 305780"/>
                <a:gd name="csY330" fmla="*/ 259467 h 299982"/>
                <a:gd name="csX331" fmla="*/ 85908 w 305780"/>
                <a:gd name="csY331" fmla="*/ 256256 h 299982"/>
                <a:gd name="csX332" fmla="*/ 85429 w 305780"/>
                <a:gd name="csY332" fmla="*/ 255381 h 299982"/>
                <a:gd name="csX333" fmla="*/ 83793 w 305780"/>
                <a:gd name="csY333" fmla="*/ 255138 h 299982"/>
                <a:gd name="csX334" fmla="*/ 81769 w 305780"/>
                <a:gd name="csY334" fmla="*/ 255100 h 299982"/>
                <a:gd name="csX335" fmla="*/ 76611 w 305780"/>
                <a:gd name="csY335" fmla="*/ 253015 h 299982"/>
                <a:gd name="csX336" fmla="*/ 74259 w 305780"/>
                <a:gd name="csY336" fmla="*/ 251897 h 299982"/>
                <a:gd name="csX337" fmla="*/ 73917 w 305780"/>
                <a:gd name="csY337" fmla="*/ 251227 h 299982"/>
                <a:gd name="csX338" fmla="*/ 73948 w 305780"/>
                <a:gd name="csY338" fmla="*/ 250687 h 299982"/>
                <a:gd name="csX339" fmla="*/ 73544 w 305780"/>
                <a:gd name="csY339" fmla="*/ 250809 h 299982"/>
                <a:gd name="csX340" fmla="*/ 72821 w 305780"/>
                <a:gd name="csY340" fmla="*/ 251760 h 299982"/>
                <a:gd name="csX341" fmla="*/ 72441 w 305780"/>
                <a:gd name="csY341" fmla="*/ 252536 h 299982"/>
                <a:gd name="csX342" fmla="*/ 71939 w 305780"/>
                <a:gd name="csY342" fmla="*/ 252680 h 299982"/>
                <a:gd name="csX343" fmla="*/ 71201 w 305780"/>
                <a:gd name="csY343" fmla="*/ 252559 h 299982"/>
                <a:gd name="csX344" fmla="*/ 70516 w 305780"/>
                <a:gd name="csY344" fmla="*/ 252117 h 299982"/>
                <a:gd name="csX345" fmla="*/ 70098 w 305780"/>
                <a:gd name="csY345" fmla="*/ 251554 h 299982"/>
                <a:gd name="csX346" fmla="*/ 70547 w 305780"/>
                <a:gd name="csY346" fmla="*/ 250573 h 299982"/>
                <a:gd name="csX347" fmla="*/ 71338 w 305780"/>
                <a:gd name="csY347" fmla="*/ 249287 h 299982"/>
                <a:gd name="csX348" fmla="*/ 71665 w 305780"/>
                <a:gd name="csY348" fmla="*/ 247887 h 299982"/>
                <a:gd name="csX349" fmla="*/ 71589 w 305780"/>
                <a:gd name="csY349" fmla="*/ 246631 h 299982"/>
                <a:gd name="csX350" fmla="*/ 70288 w 305780"/>
                <a:gd name="csY350" fmla="*/ 245825 h 299982"/>
                <a:gd name="csX351" fmla="*/ 68371 w 305780"/>
                <a:gd name="csY351" fmla="*/ 245490 h 299982"/>
                <a:gd name="csX352" fmla="*/ 66963 w 305780"/>
                <a:gd name="csY352" fmla="*/ 245391 h 299982"/>
                <a:gd name="csX353" fmla="*/ 65137 w 305780"/>
                <a:gd name="csY353" fmla="*/ 244676 h 299982"/>
                <a:gd name="csX354" fmla="*/ 64270 w 305780"/>
                <a:gd name="csY354" fmla="*/ 244159 h 299982"/>
                <a:gd name="csX355" fmla="*/ 63433 w 305780"/>
                <a:gd name="csY355" fmla="*/ 242759 h 299982"/>
                <a:gd name="csX356" fmla="*/ 63402 w 305780"/>
                <a:gd name="csY356" fmla="*/ 241739 h 299982"/>
                <a:gd name="csX357" fmla="*/ 66879 w 305780"/>
                <a:gd name="csY357" fmla="*/ 240841 h 299982"/>
                <a:gd name="csX358" fmla="*/ 70006 w 305780"/>
                <a:gd name="csY358" fmla="*/ 237151 h 299982"/>
                <a:gd name="csX359" fmla="*/ 72974 w 305780"/>
                <a:gd name="csY359" fmla="*/ 223699 h 299982"/>
                <a:gd name="csX360" fmla="*/ 75119 w 305780"/>
                <a:gd name="csY360" fmla="*/ 207653 h 299982"/>
                <a:gd name="csX361" fmla="*/ 76710 w 305780"/>
                <a:gd name="csY361" fmla="*/ 204609 h 299982"/>
                <a:gd name="csX362" fmla="*/ 78718 w 305780"/>
                <a:gd name="csY362" fmla="*/ 203773 h 299982"/>
                <a:gd name="csX363" fmla="*/ 77098 w 305780"/>
                <a:gd name="csY363" fmla="*/ 201551 h 299982"/>
                <a:gd name="csX364" fmla="*/ 76086 w 305780"/>
                <a:gd name="csY364" fmla="*/ 202677 h 299982"/>
                <a:gd name="csX365" fmla="*/ 75660 w 305780"/>
                <a:gd name="csY365" fmla="*/ 203871 h 299982"/>
                <a:gd name="csX366" fmla="*/ 75127 w 305780"/>
                <a:gd name="csY366" fmla="*/ 204473 h 299982"/>
                <a:gd name="csX367" fmla="*/ 76322 w 305780"/>
                <a:gd name="csY367" fmla="*/ 189598 h 299982"/>
                <a:gd name="csX368" fmla="*/ 77174 w 305780"/>
                <a:gd name="csY368" fmla="*/ 184120 h 299982"/>
                <a:gd name="csX369" fmla="*/ 78627 w 305780"/>
                <a:gd name="csY369" fmla="*/ 178367 h 299982"/>
                <a:gd name="csX370" fmla="*/ 81602 w 305780"/>
                <a:gd name="csY370" fmla="*/ 180650 h 299982"/>
                <a:gd name="csX371" fmla="*/ 84067 w 305780"/>
                <a:gd name="csY371" fmla="*/ 182971 h 299982"/>
                <a:gd name="csX372" fmla="*/ 85338 w 305780"/>
                <a:gd name="csY372" fmla="*/ 184979 h 299982"/>
                <a:gd name="csX373" fmla="*/ 86951 w 305780"/>
                <a:gd name="csY373" fmla="*/ 191645 h 299982"/>
                <a:gd name="csX374" fmla="*/ 88176 w 305780"/>
                <a:gd name="csY374" fmla="*/ 193044 h 299982"/>
                <a:gd name="csX375" fmla="*/ 90002 w 305780"/>
                <a:gd name="csY375" fmla="*/ 194444 h 299982"/>
                <a:gd name="csX376" fmla="*/ 89279 w 305780"/>
                <a:gd name="csY376" fmla="*/ 192915 h 299982"/>
                <a:gd name="csX377" fmla="*/ 88024 w 305780"/>
                <a:gd name="csY377" fmla="*/ 191743 h 299982"/>
                <a:gd name="csX378" fmla="*/ 86061 w 305780"/>
                <a:gd name="csY378" fmla="*/ 182849 h 299982"/>
                <a:gd name="csX379" fmla="*/ 84828 w 305780"/>
                <a:gd name="csY379" fmla="*/ 180315 h 299982"/>
                <a:gd name="csX380" fmla="*/ 82911 w 305780"/>
                <a:gd name="csY380" fmla="*/ 178185 h 299982"/>
                <a:gd name="csX381" fmla="*/ 76732 w 305780"/>
                <a:gd name="csY381" fmla="*/ 173688 h 299982"/>
                <a:gd name="csX382" fmla="*/ 76177 w 305780"/>
                <a:gd name="csY382" fmla="*/ 172813 h 299982"/>
                <a:gd name="csX383" fmla="*/ 75873 w 305780"/>
                <a:gd name="csY383" fmla="*/ 171094 h 299982"/>
                <a:gd name="csX384" fmla="*/ 77919 w 305780"/>
                <a:gd name="csY384" fmla="*/ 171170 h 299982"/>
                <a:gd name="csX385" fmla="*/ 79684 w 305780"/>
                <a:gd name="csY385" fmla="*/ 172007 h 299982"/>
                <a:gd name="csX386" fmla="*/ 79479 w 305780"/>
                <a:gd name="csY386" fmla="*/ 171048 h 299982"/>
                <a:gd name="csX387" fmla="*/ 78954 w 305780"/>
                <a:gd name="csY387" fmla="*/ 170044 h 299982"/>
                <a:gd name="csX388" fmla="*/ 78132 w 305780"/>
                <a:gd name="csY388" fmla="*/ 166384 h 299982"/>
                <a:gd name="csX389" fmla="*/ 77448 w 305780"/>
                <a:gd name="csY389" fmla="*/ 157809 h 299982"/>
                <a:gd name="csX390" fmla="*/ 77539 w 305780"/>
                <a:gd name="csY390" fmla="*/ 156341 h 299982"/>
                <a:gd name="csX391" fmla="*/ 77235 w 305780"/>
                <a:gd name="csY391" fmla="*/ 154530 h 299982"/>
                <a:gd name="csX392" fmla="*/ 75256 w 305780"/>
                <a:gd name="csY392" fmla="*/ 154127 h 299982"/>
                <a:gd name="csX393" fmla="*/ 73674 w 305780"/>
                <a:gd name="csY393" fmla="*/ 154058 h 299982"/>
                <a:gd name="csX394" fmla="*/ 71969 w 305780"/>
                <a:gd name="csY394" fmla="*/ 153343 h 299982"/>
                <a:gd name="csX395" fmla="*/ 63554 w 305780"/>
                <a:gd name="csY395" fmla="*/ 148261 h 299982"/>
                <a:gd name="csX396" fmla="*/ 60678 w 305780"/>
                <a:gd name="csY396" fmla="*/ 142995 h 299982"/>
                <a:gd name="csX397" fmla="*/ 57734 w 305780"/>
                <a:gd name="csY397" fmla="*/ 139100 h 299982"/>
                <a:gd name="csX398" fmla="*/ 57026 w 305780"/>
                <a:gd name="csY398" fmla="*/ 137395 h 299982"/>
                <a:gd name="csX399" fmla="*/ 57072 w 305780"/>
                <a:gd name="csY399" fmla="*/ 135668 h 299982"/>
                <a:gd name="csX400" fmla="*/ 58601 w 305780"/>
                <a:gd name="csY400" fmla="*/ 132016 h 299982"/>
                <a:gd name="csX401" fmla="*/ 57254 w 305780"/>
                <a:gd name="csY401" fmla="*/ 129703 h 299982"/>
                <a:gd name="csX402" fmla="*/ 55938 w 305780"/>
                <a:gd name="csY402" fmla="*/ 129247 h 299982"/>
                <a:gd name="csX403" fmla="*/ 54797 w 305780"/>
                <a:gd name="csY403" fmla="*/ 128098 h 299982"/>
                <a:gd name="csX404" fmla="*/ 55832 w 305780"/>
                <a:gd name="csY404" fmla="*/ 126188 h 299982"/>
                <a:gd name="csX405" fmla="*/ 56691 w 305780"/>
                <a:gd name="csY405" fmla="*/ 124963 h 299982"/>
                <a:gd name="csX406" fmla="*/ 58418 w 305780"/>
                <a:gd name="csY406" fmla="*/ 124636 h 299982"/>
                <a:gd name="csX407" fmla="*/ 60678 w 305780"/>
                <a:gd name="csY407" fmla="*/ 125039 h 299982"/>
                <a:gd name="csX408" fmla="*/ 62824 w 305780"/>
                <a:gd name="csY408" fmla="*/ 126150 h 299982"/>
                <a:gd name="csX409" fmla="*/ 64505 w 305780"/>
                <a:gd name="csY409" fmla="*/ 126447 h 299982"/>
                <a:gd name="csX410" fmla="*/ 59537 w 305780"/>
                <a:gd name="csY410" fmla="*/ 123472 h 299982"/>
                <a:gd name="csX411" fmla="*/ 51472 w 305780"/>
                <a:gd name="csY411" fmla="*/ 124476 h 299982"/>
                <a:gd name="csX412" fmla="*/ 49729 w 305780"/>
                <a:gd name="csY412" fmla="*/ 124096 h 299982"/>
                <a:gd name="csX413" fmla="*/ 48269 w 305780"/>
                <a:gd name="csY413" fmla="*/ 123434 h 299982"/>
                <a:gd name="csX414" fmla="*/ 47691 w 305780"/>
                <a:gd name="csY414" fmla="*/ 121242 h 299982"/>
                <a:gd name="csX415" fmla="*/ 48839 w 305780"/>
                <a:gd name="csY415" fmla="*/ 120261 h 299982"/>
                <a:gd name="csX416" fmla="*/ 49874 w 305780"/>
                <a:gd name="csY416" fmla="*/ 118435 h 299982"/>
                <a:gd name="csX417" fmla="*/ 48702 w 305780"/>
                <a:gd name="csY417" fmla="*/ 117157 h 299982"/>
                <a:gd name="csX418" fmla="*/ 47181 w 305780"/>
                <a:gd name="csY418" fmla="*/ 116670 h 299982"/>
                <a:gd name="csX419" fmla="*/ 44792 w 305780"/>
                <a:gd name="csY419" fmla="*/ 116693 h 299982"/>
                <a:gd name="csX420" fmla="*/ 42562 w 305780"/>
                <a:gd name="csY420" fmla="*/ 117081 h 299982"/>
                <a:gd name="csX421" fmla="*/ 41999 w 305780"/>
                <a:gd name="csY421" fmla="*/ 116343 h 299982"/>
                <a:gd name="csX422" fmla="*/ 43361 w 305780"/>
                <a:gd name="csY422" fmla="*/ 114303 h 299982"/>
                <a:gd name="csX423" fmla="*/ 42205 w 305780"/>
                <a:gd name="csY423" fmla="*/ 113558 h 299982"/>
                <a:gd name="csX424" fmla="*/ 40660 w 305780"/>
                <a:gd name="csY424" fmla="*/ 113908 h 299982"/>
                <a:gd name="csX425" fmla="*/ 38423 w 305780"/>
                <a:gd name="csY425" fmla="*/ 114326 h 299982"/>
                <a:gd name="csX426" fmla="*/ 36285 w 305780"/>
                <a:gd name="csY426" fmla="*/ 113687 h 299982"/>
                <a:gd name="csX427" fmla="*/ 34261 w 305780"/>
                <a:gd name="csY427" fmla="*/ 111366 h 299982"/>
                <a:gd name="csX428" fmla="*/ 32922 w 305780"/>
                <a:gd name="csY428" fmla="*/ 111382 h 299982"/>
                <a:gd name="csX429" fmla="*/ 32002 w 305780"/>
                <a:gd name="csY429" fmla="*/ 111671 h 299982"/>
                <a:gd name="csX430" fmla="*/ 30640 w 305780"/>
                <a:gd name="csY430" fmla="*/ 110773 h 299982"/>
                <a:gd name="csX431" fmla="*/ 29202 w 305780"/>
                <a:gd name="csY431" fmla="*/ 110552 h 299982"/>
                <a:gd name="csX432" fmla="*/ 28175 w 305780"/>
                <a:gd name="csY432" fmla="*/ 110849 h 299982"/>
                <a:gd name="csX433" fmla="*/ 26812 w 305780"/>
                <a:gd name="csY433" fmla="*/ 109518 h 299982"/>
                <a:gd name="csX434" fmla="*/ 18413 w 305780"/>
                <a:gd name="csY434" fmla="*/ 106840 h 299982"/>
                <a:gd name="csX435" fmla="*/ 14791 w 305780"/>
                <a:gd name="csY435" fmla="*/ 106512 h 299982"/>
                <a:gd name="csX436" fmla="*/ 11466 w 305780"/>
                <a:gd name="csY436" fmla="*/ 107722 h 299982"/>
                <a:gd name="csX437" fmla="*/ 9632 w 305780"/>
                <a:gd name="csY437" fmla="*/ 107303 h 299982"/>
                <a:gd name="csX438" fmla="*/ 8286 w 305780"/>
                <a:gd name="csY438" fmla="*/ 105569 h 299982"/>
                <a:gd name="csX439" fmla="*/ 7160 w 305780"/>
                <a:gd name="csY439" fmla="*/ 102662 h 299982"/>
                <a:gd name="csX440" fmla="*/ 1803 w 305780"/>
                <a:gd name="csY440" fmla="*/ 100418 h 299982"/>
                <a:gd name="csX441" fmla="*/ 2861 w 305780"/>
                <a:gd name="csY441" fmla="*/ 98942 h 299982"/>
                <a:gd name="csX442" fmla="*/ 5356 w 305780"/>
                <a:gd name="csY442" fmla="*/ 98592 h 299982"/>
                <a:gd name="csX443" fmla="*/ 8225 w 305780"/>
                <a:gd name="csY443" fmla="*/ 97572 h 299982"/>
                <a:gd name="csX444" fmla="*/ 9259 w 305780"/>
                <a:gd name="csY444" fmla="*/ 96256 h 299982"/>
                <a:gd name="csX445" fmla="*/ 7015 w 305780"/>
                <a:gd name="csY445" fmla="*/ 94727 h 299982"/>
                <a:gd name="csX446" fmla="*/ 5356 w 305780"/>
                <a:gd name="csY446" fmla="*/ 94346 h 299982"/>
                <a:gd name="csX447" fmla="*/ 4672 w 305780"/>
                <a:gd name="csY447" fmla="*/ 93798 h 299982"/>
                <a:gd name="csX448" fmla="*/ 3972 w 305780"/>
                <a:gd name="csY448" fmla="*/ 92421 h 299982"/>
                <a:gd name="csX449" fmla="*/ 4961 w 305780"/>
                <a:gd name="csY449" fmla="*/ 91790 h 299982"/>
                <a:gd name="csX450" fmla="*/ 5661 w 305780"/>
                <a:gd name="csY450" fmla="*/ 92124 h 299982"/>
                <a:gd name="csX451" fmla="*/ 7684 w 305780"/>
                <a:gd name="csY451" fmla="*/ 92322 h 299982"/>
                <a:gd name="csX452" fmla="*/ 11139 w 305780"/>
                <a:gd name="csY452" fmla="*/ 91987 h 299982"/>
                <a:gd name="csX453" fmla="*/ 9853 w 305780"/>
                <a:gd name="csY453" fmla="*/ 90595 h 299982"/>
                <a:gd name="csX454" fmla="*/ 8514 w 305780"/>
                <a:gd name="csY454" fmla="*/ 90283 h 299982"/>
                <a:gd name="csX455" fmla="*/ 7898 w 305780"/>
                <a:gd name="csY455" fmla="*/ 89933 h 299982"/>
                <a:gd name="csX456" fmla="*/ 5083 w 305780"/>
                <a:gd name="csY456" fmla="*/ 89781 h 299982"/>
                <a:gd name="csX457" fmla="*/ 3804 w 305780"/>
                <a:gd name="csY457" fmla="*/ 90260 h 299982"/>
                <a:gd name="csX458" fmla="*/ 928 w 305780"/>
                <a:gd name="csY458" fmla="*/ 90078 h 299982"/>
                <a:gd name="csX459" fmla="*/ 304 w 305780"/>
                <a:gd name="csY459" fmla="*/ 88579 h 299982"/>
                <a:gd name="csX460" fmla="*/ 0 w 305780"/>
                <a:gd name="csY460" fmla="*/ 87286 h 299982"/>
                <a:gd name="csX461" fmla="*/ 890 w 305780"/>
                <a:gd name="csY461" fmla="*/ 84409 h 299982"/>
                <a:gd name="csX462" fmla="*/ 4938 w 305780"/>
                <a:gd name="csY462" fmla="*/ 81830 h 299982"/>
                <a:gd name="csX463" fmla="*/ 15027 w 305780"/>
                <a:gd name="csY463" fmla="*/ 79007 h 299982"/>
                <a:gd name="csX464" fmla="*/ 19364 w 305780"/>
                <a:gd name="csY464" fmla="*/ 79418 h 299982"/>
                <a:gd name="csX465" fmla="*/ 22369 w 305780"/>
                <a:gd name="csY465" fmla="*/ 78908 h 299982"/>
                <a:gd name="csX466" fmla="*/ 25976 w 305780"/>
                <a:gd name="csY466" fmla="*/ 77128 h 299982"/>
                <a:gd name="csX467" fmla="*/ 27566 w 305780"/>
                <a:gd name="csY467" fmla="*/ 75599 h 299982"/>
                <a:gd name="csX468" fmla="*/ 32694 w 305780"/>
                <a:gd name="csY468" fmla="*/ 74701 h 299982"/>
                <a:gd name="csX469" fmla="*/ 37563 w 305780"/>
                <a:gd name="csY469" fmla="*/ 76321 h 299982"/>
                <a:gd name="csX470" fmla="*/ 42052 w 305780"/>
                <a:gd name="csY470" fmla="*/ 82439 h 299982"/>
                <a:gd name="csX471" fmla="*/ 44198 w 305780"/>
                <a:gd name="csY471" fmla="*/ 84508 h 299982"/>
                <a:gd name="csX472" fmla="*/ 49456 w 305780"/>
                <a:gd name="csY472" fmla="*/ 80917 h 299982"/>
                <a:gd name="csX473" fmla="*/ 57285 w 305780"/>
                <a:gd name="csY473" fmla="*/ 81024 h 299982"/>
                <a:gd name="csX474" fmla="*/ 58898 w 305780"/>
                <a:gd name="csY474" fmla="*/ 83047 h 299982"/>
                <a:gd name="csX475" fmla="*/ 59552 w 305780"/>
                <a:gd name="csY475" fmla="*/ 81343 h 299982"/>
                <a:gd name="csX476" fmla="*/ 60990 w 305780"/>
                <a:gd name="csY476" fmla="*/ 79342 h 299982"/>
                <a:gd name="csX477" fmla="*/ 62139 w 305780"/>
                <a:gd name="csY477" fmla="*/ 80255 h 299982"/>
                <a:gd name="csX478" fmla="*/ 62725 w 305780"/>
                <a:gd name="csY478" fmla="*/ 81495 h 299982"/>
                <a:gd name="csX479" fmla="*/ 70988 w 305780"/>
                <a:gd name="csY479" fmla="*/ 81145 h 299982"/>
                <a:gd name="csX480" fmla="*/ 72289 w 305780"/>
                <a:gd name="csY480" fmla="*/ 80788 h 299982"/>
                <a:gd name="csX481" fmla="*/ 70067 w 305780"/>
                <a:gd name="csY481" fmla="*/ 79334 h 299982"/>
                <a:gd name="csX482" fmla="*/ 68256 w 305780"/>
                <a:gd name="csY482" fmla="*/ 75850 h 299982"/>
                <a:gd name="csX483" fmla="*/ 67876 w 305780"/>
                <a:gd name="csY483" fmla="*/ 62968 h 299982"/>
                <a:gd name="csX484" fmla="*/ 65586 w 305780"/>
                <a:gd name="csY484" fmla="*/ 59354 h 299982"/>
                <a:gd name="csX485" fmla="*/ 62961 w 305780"/>
                <a:gd name="csY485" fmla="*/ 53564 h 299982"/>
                <a:gd name="csX486" fmla="*/ 61751 w 305780"/>
                <a:gd name="csY486" fmla="*/ 50118 h 299982"/>
                <a:gd name="csX487" fmla="*/ 61637 w 305780"/>
                <a:gd name="csY487" fmla="*/ 48923 h 299982"/>
                <a:gd name="csX488" fmla="*/ 62040 w 305780"/>
                <a:gd name="csY488" fmla="*/ 47196 h 299982"/>
                <a:gd name="csX489" fmla="*/ 65266 w 305780"/>
                <a:gd name="csY489" fmla="*/ 47287 h 299982"/>
                <a:gd name="csX490" fmla="*/ 67762 w 305780"/>
                <a:gd name="csY490" fmla="*/ 47729 h 299982"/>
                <a:gd name="csX491" fmla="*/ 72517 w 305780"/>
                <a:gd name="csY491" fmla="*/ 46428 h 299982"/>
                <a:gd name="csX492" fmla="*/ 74800 w 305780"/>
                <a:gd name="csY492" fmla="*/ 47318 h 299982"/>
                <a:gd name="csX493" fmla="*/ 74663 w 305780"/>
                <a:gd name="csY493" fmla="*/ 50011 h 299982"/>
                <a:gd name="csX494" fmla="*/ 75363 w 305780"/>
                <a:gd name="csY494" fmla="*/ 53405 h 299982"/>
                <a:gd name="csX495" fmla="*/ 76154 w 305780"/>
                <a:gd name="csY495" fmla="*/ 55048 h 299982"/>
                <a:gd name="csX496" fmla="*/ 77364 w 305780"/>
                <a:gd name="csY496" fmla="*/ 56912 h 299982"/>
                <a:gd name="csX497" fmla="*/ 81191 w 305780"/>
                <a:gd name="csY497" fmla="*/ 56745 h 299982"/>
                <a:gd name="csX498" fmla="*/ 85322 w 305780"/>
                <a:gd name="csY498" fmla="*/ 57840 h 299982"/>
                <a:gd name="csX499" fmla="*/ 90550 w 305780"/>
                <a:gd name="csY499" fmla="*/ 58008 h 299982"/>
                <a:gd name="csX500" fmla="*/ 98181 w 305780"/>
                <a:gd name="csY500" fmla="*/ 59895 h 299982"/>
                <a:gd name="csX501" fmla="*/ 101430 w 305780"/>
                <a:gd name="csY501" fmla="*/ 58799 h 299982"/>
                <a:gd name="csX502" fmla="*/ 104580 w 305780"/>
                <a:gd name="csY502" fmla="*/ 56463 h 299982"/>
                <a:gd name="csX503" fmla="*/ 110575 w 305780"/>
                <a:gd name="csY503" fmla="*/ 54926 h 299982"/>
                <a:gd name="csX504" fmla="*/ 111054 w 305780"/>
                <a:gd name="csY504" fmla="*/ 54120 h 299982"/>
                <a:gd name="csX505" fmla="*/ 107600 w 305780"/>
                <a:gd name="csY505" fmla="*/ 54439 h 299982"/>
                <a:gd name="csX506" fmla="*/ 104435 w 305780"/>
                <a:gd name="csY506" fmla="*/ 52956 h 299982"/>
                <a:gd name="csX507" fmla="*/ 104009 w 305780"/>
                <a:gd name="csY507" fmla="*/ 51350 h 299982"/>
                <a:gd name="csX508" fmla="*/ 104374 w 305780"/>
                <a:gd name="csY508" fmla="*/ 49905 h 299982"/>
                <a:gd name="csX509" fmla="*/ 105660 w 305780"/>
                <a:gd name="csY509" fmla="*/ 46572 h 299982"/>
                <a:gd name="csX510" fmla="*/ 114836 w 305780"/>
                <a:gd name="csY510" fmla="*/ 41299 h 299982"/>
                <a:gd name="csX511" fmla="*/ 121410 w 305780"/>
                <a:gd name="csY511" fmla="*/ 39740 h 299982"/>
                <a:gd name="csX512" fmla="*/ 128273 w 305780"/>
                <a:gd name="csY512" fmla="*/ 36825 h 299982"/>
                <a:gd name="csX513" fmla="*/ 131727 w 305780"/>
                <a:gd name="csY513" fmla="*/ 33835 h 299982"/>
                <a:gd name="csX514" fmla="*/ 134010 w 305780"/>
                <a:gd name="csY514" fmla="*/ 29963 h 299982"/>
                <a:gd name="csX515" fmla="*/ 134748 w 305780"/>
                <a:gd name="csY515" fmla="*/ 29110 h 299982"/>
                <a:gd name="csX516" fmla="*/ 135699 w 305780"/>
                <a:gd name="csY516" fmla="*/ 28395 h 299982"/>
                <a:gd name="csX517" fmla="*/ 134816 w 305780"/>
                <a:gd name="csY517" fmla="*/ 27003 h 299982"/>
                <a:gd name="csX518" fmla="*/ 135410 w 305780"/>
                <a:gd name="csY518" fmla="*/ 12090 h 299982"/>
                <a:gd name="csX519" fmla="*/ 136049 w 305780"/>
                <a:gd name="csY519" fmla="*/ 9389 h 299982"/>
                <a:gd name="csX520" fmla="*/ 137388 w 305780"/>
                <a:gd name="csY520" fmla="*/ 7175 h 299982"/>
                <a:gd name="csX521" fmla="*/ 139427 w 305780"/>
                <a:gd name="csY521" fmla="*/ 5463 h 299982"/>
                <a:gd name="csX522" fmla="*/ 142516 w 305780"/>
                <a:gd name="csY522" fmla="*/ 3606 h 299982"/>
                <a:gd name="csX523" fmla="*/ 153906 w 305780"/>
                <a:gd name="csY523" fmla="*/ 1042 h 299982"/>
                <a:gd name="csX524" fmla="*/ 155595 w 305780"/>
                <a:gd name="csY524" fmla="*/ 0 h 299982"/>
                <a:gd name="csX525" fmla="*/ 155831 w 305780"/>
                <a:gd name="csY525" fmla="*/ 1613 h 299982"/>
                <a:gd name="csX526" fmla="*/ 156660 w 305780"/>
                <a:gd name="csY526" fmla="*/ 3675 h 299982"/>
                <a:gd name="csX527" fmla="*/ 157231 w 305780"/>
                <a:gd name="csY527" fmla="*/ 4801 h 299982"/>
                <a:gd name="csX528" fmla="*/ 156752 w 305780"/>
                <a:gd name="csY528" fmla="*/ 6269 h 299982"/>
                <a:gd name="csX529" fmla="*/ 157125 w 305780"/>
                <a:gd name="csY529" fmla="*/ 7479 h 299982"/>
                <a:gd name="csX530" fmla="*/ 158669 w 305780"/>
                <a:gd name="csY530" fmla="*/ 9655 h 299982"/>
                <a:gd name="csX531" fmla="*/ 160594 w 305780"/>
                <a:gd name="csY531" fmla="*/ 11702 h 299982"/>
                <a:gd name="csX532" fmla="*/ 162313 w 305780"/>
                <a:gd name="csY532" fmla="*/ 13011 h 299982"/>
                <a:gd name="csX533" fmla="*/ 162838 w 305780"/>
                <a:gd name="csY533" fmla="*/ 12813 h 299982"/>
                <a:gd name="csX534" fmla="*/ 76557 w 305780"/>
                <a:gd name="csY534" fmla="*/ 167008 h 299982"/>
                <a:gd name="csX535" fmla="*/ 75804 w 305780"/>
                <a:gd name="csY535" fmla="*/ 169686 h 299982"/>
                <a:gd name="csX536" fmla="*/ 74374 w 305780"/>
                <a:gd name="csY536" fmla="*/ 167221 h 299982"/>
                <a:gd name="csX537" fmla="*/ 72487 w 305780"/>
                <a:gd name="csY537" fmla="*/ 165060 h 299982"/>
                <a:gd name="csX538" fmla="*/ 72053 w 305780"/>
                <a:gd name="csY538" fmla="*/ 163059 h 299982"/>
                <a:gd name="csX539" fmla="*/ 72053 w 305780"/>
                <a:gd name="csY539" fmla="*/ 162527 h 299982"/>
                <a:gd name="csX540" fmla="*/ 74267 w 305780"/>
                <a:gd name="csY540" fmla="*/ 163987 h 299982"/>
                <a:gd name="csX541" fmla="*/ 76557 w 305780"/>
                <a:gd name="csY541" fmla="*/ 167008 h 299982"/>
                <a:gd name="csX542" fmla="*/ 304153 w 305780"/>
                <a:gd name="csY542" fmla="*/ 259262 h 299982"/>
                <a:gd name="csX543" fmla="*/ 303597 w 305780"/>
                <a:gd name="csY543" fmla="*/ 263515 h 299982"/>
                <a:gd name="csX544" fmla="*/ 304000 w 305780"/>
                <a:gd name="csY544" fmla="*/ 264755 h 299982"/>
                <a:gd name="csX545" fmla="*/ 304776 w 305780"/>
                <a:gd name="csY545" fmla="*/ 265622 h 299982"/>
                <a:gd name="csX546" fmla="*/ 305134 w 305780"/>
                <a:gd name="csY546" fmla="*/ 266574 h 299982"/>
                <a:gd name="csX547" fmla="*/ 305781 w 305780"/>
                <a:gd name="csY547" fmla="*/ 277849 h 299982"/>
                <a:gd name="csX548" fmla="*/ 305659 w 305780"/>
                <a:gd name="csY548" fmla="*/ 278747 h 299982"/>
                <a:gd name="csX549" fmla="*/ 303049 w 305780"/>
                <a:gd name="csY549" fmla="*/ 283259 h 299982"/>
                <a:gd name="csX550" fmla="*/ 302463 w 305780"/>
                <a:gd name="csY550" fmla="*/ 284575 h 299982"/>
                <a:gd name="csX551" fmla="*/ 302334 w 305780"/>
                <a:gd name="csY551" fmla="*/ 290145 h 299982"/>
                <a:gd name="csX552" fmla="*/ 301893 w 305780"/>
                <a:gd name="csY552" fmla="*/ 291636 h 299982"/>
                <a:gd name="csX553" fmla="*/ 300965 w 305780"/>
                <a:gd name="csY553" fmla="*/ 293105 h 299982"/>
                <a:gd name="csX554" fmla="*/ 299313 w 305780"/>
                <a:gd name="csY554" fmla="*/ 297852 h 299982"/>
                <a:gd name="csX555" fmla="*/ 297883 w 305780"/>
                <a:gd name="csY555" fmla="*/ 299983 h 299982"/>
                <a:gd name="csX556" fmla="*/ 293972 w 305780"/>
                <a:gd name="csY556" fmla="*/ 297381 h 299982"/>
                <a:gd name="csX557" fmla="*/ 291667 w 305780"/>
                <a:gd name="csY557" fmla="*/ 296255 h 299982"/>
                <a:gd name="csX558" fmla="*/ 290541 w 305780"/>
                <a:gd name="csY558" fmla="*/ 295045 h 299982"/>
                <a:gd name="csX559" fmla="*/ 289803 w 305780"/>
                <a:gd name="csY559" fmla="*/ 294208 h 299982"/>
                <a:gd name="csX560" fmla="*/ 290282 w 305780"/>
                <a:gd name="csY560" fmla="*/ 293089 h 299982"/>
                <a:gd name="csX561" fmla="*/ 291332 w 305780"/>
                <a:gd name="csY561" fmla="*/ 291925 h 299982"/>
                <a:gd name="csX562" fmla="*/ 291499 w 305780"/>
                <a:gd name="csY562" fmla="*/ 291005 h 299982"/>
                <a:gd name="csX563" fmla="*/ 289027 w 305780"/>
                <a:gd name="csY563" fmla="*/ 289970 h 299982"/>
                <a:gd name="csX564" fmla="*/ 287893 w 305780"/>
                <a:gd name="csY564" fmla="*/ 289278 h 299982"/>
                <a:gd name="csX565" fmla="*/ 287908 w 305780"/>
                <a:gd name="csY565" fmla="*/ 288060 h 299982"/>
                <a:gd name="csX566" fmla="*/ 288760 w 305780"/>
                <a:gd name="csY566" fmla="*/ 286166 h 299982"/>
                <a:gd name="csX567" fmla="*/ 288372 w 305780"/>
                <a:gd name="csY567" fmla="*/ 284598 h 299982"/>
                <a:gd name="csX568" fmla="*/ 286942 w 305780"/>
                <a:gd name="csY568" fmla="*/ 284674 h 299982"/>
                <a:gd name="csX569" fmla="*/ 285831 w 305780"/>
                <a:gd name="csY569" fmla="*/ 284438 h 299982"/>
                <a:gd name="csX570" fmla="*/ 285687 w 305780"/>
                <a:gd name="csY570" fmla="*/ 283624 h 299982"/>
                <a:gd name="csX571" fmla="*/ 286501 w 305780"/>
                <a:gd name="csY571" fmla="*/ 282582 h 299982"/>
                <a:gd name="csX572" fmla="*/ 287551 w 305780"/>
                <a:gd name="csY572" fmla="*/ 281220 h 299982"/>
                <a:gd name="csX573" fmla="*/ 287520 w 305780"/>
                <a:gd name="csY573" fmla="*/ 279713 h 299982"/>
                <a:gd name="csX574" fmla="*/ 286249 w 305780"/>
                <a:gd name="csY574" fmla="*/ 279067 h 299982"/>
                <a:gd name="csX575" fmla="*/ 285101 w 305780"/>
                <a:gd name="csY575" fmla="*/ 277842 h 299982"/>
                <a:gd name="csX576" fmla="*/ 284637 w 305780"/>
                <a:gd name="csY576" fmla="*/ 276176 h 299982"/>
                <a:gd name="csX577" fmla="*/ 285527 w 305780"/>
                <a:gd name="csY577" fmla="*/ 275034 h 299982"/>
                <a:gd name="csX578" fmla="*/ 286972 w 305780"/>
                <a:gd name="csY578" fmla="*/ 274304 h 299982"/>
                <a:gd name="csX579" fmla="*/ 285907 w 305780"/>
                <a:gd name="csY579" fmla="*/ 272592 h 299982"/>
                <a:gd name="csX580" fmla="*/ 285192 w 305780"/>
                <a:gd name="csY580" fmla="*/ 272554 h 299982"/>
                <a:gd name="csX581" fmla="*/ 284621 w 305780"/>
                <a:gd name="csY581" fmla="*/ 272181 h 299982"/>
                <a:gd name="csX582" fmla="*/ 285093 w 305780"/>
                <a:gd name="csY582" fmla="*/ 271390 h 299982"/>
                <a:gd name="csX583" fmla="*/ 286212 w 305780"/>
                <a:gd name="csY583" fmla="*/ 270203 h 299982"/>
                <a:gd name="csX584" fmla="*/ 287771 w 305780"/>
                <a:gd name="csY584" fmla="*/ 266650 h 299982"/>
                <a:gd name="csX585" fmla="*/ 289940 w 305780"/>
                <a:gd name="csY585" fmla="*/ 264968 h 299982"/>
                <a:gd name="csX586" fmla="*/ 293790 w 305780"/>
                <a:gd name="csY586" fmla="*/ 263888 h 299982"/>
                <a:gd name="csX587" fmla="*/ 294832 w 305780"/>
                <a:gd name="csY587" fmla="*/ 263408 h 299982"/>
                <a:gd name="csX588" fmla="*/ 295783 w 305780"/>
                <a:gd name="csY588" fmla="*/ 262153 h 299982"/>
                <a:gd name="csX589" fmla="*/ 296841 w 305780"/>
                <a:gd name="csY589" fmla="*/ 261346 h 299982"/>
                <a:gd name="csX590" fmla="*/ 298126 w 305780"/>
                <a:gd name="csY590" fmla="*/ 261453 h 299982"/>
                <a:gd name="csX591" fmla="*/ 299313 w 305780"/>
                <a:gd name="csY591" fmla="*/ 261932 h 299982"/>
                <a:gd name="csX592" fmla="*/ 300044 w 305780"/>
                <a:gd name="csY592" fmla="*/ 262450 h 299982"/>
                <a:gd name="csX593" fmla="*/ 300592 w 305780"/>
                <a:gd name="csY593" fmla="*/ 261909 h 299982"/>
                <a:gd name="csX594" fmla="*/ 301124 w 305780"/>
                <a:gd name="csY594" fmla="*/ 260350 h 299982"/>
                <a:gd name="csX595" fmla="*/ 300797 w 305780"/>
                <a:gd name="csY595" fmla="*/ 258980 h 299982"/>
                <a:gd name="csX596" fmla="*/ 300965 w 305780"/>
                <a:gd name="csY596" fmla="*/ 255214 h 299982"/>
                <a:gd name="csX597" fmla="*/ 301649 w 305780"/>
                <a:gd name="csY597" fmla="*/ 253076 h 299982"/>
                <a:gd name="csX598" fmla="*/ 302760 w 305780"/>
                <a:gd name="csY598" fmla="*/ 252954 h 299982"/>
                <a:gd name="csX599" fmla="*/ 303780 w 305780"/>
                <a:gd name="csY599" fmla="*/ 254133 h 299982"/>
                <a:gd name="csX600" fmla="*/ 303734 w 305780"/>
                <a:gd name="csY600" fmla="*/ 255176 h 299982"/>
                <a:gd name="csX601" fmla="*/ 304114 w 305780"/>
                <a:gd name="csY601" fmla="*/ 257641 h 299982"/>
                <a:gd name="csX602" fmla="*/ 304153 w 305780"/>
                <a:gd name="csY602" fmla="*/ 259262 h 2999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Lst>
              <a:rect l="l" t="t" r="r" b="b"/>
              <a:pathLst>
                <a:path w="305780" h="299982">
                  <a:moveTo>
                    <a:pt x="162838" y="12813"/>
                  </a:moveTo>
                  <a:lnTo>
                    <a:pt x="164109" y="12440"/>
                  </a:lnTo>
                  <a:lnTo>
                    <a:pt x="166262" y="11101"/>
                  </a:lnTo>
                  <a:lnTo>
                    <a:pt x="168058" y="10675"/>
                  </a:lnTo>
                  <a:lnTo>
                    <a:pt x="169085" y="11702"/>
                  </a:lnTo>
                  <a:lnTo>
                    <a:pt x="169663" y="12288"/>
                  </a:lnTo>
                  <a:lnTo>
                    <a:pt x="170789" y="14601"/>
                  </a:lnTo>
                  <a:lnTo>
                    <a:pt x="171109" y="17005"/>
                  </a:lnTo>
                  <a:lnTo>
                    <a:pt x="171611" y="19006"/>
                  </a:lnTo>
                  <a:lnTo>
                    <a:pt x="172524" y="19813"/>
                  </a:lnTo>
                  <a:lnTo>
                    <a:pt x="175956" y="20079"/>
                  </a:lnTo>
                  <a:lnTo>
                    <a:pt x="178489" y="20817"/>
                  </a:lnTo>
                  <a:lnTo>
                    <a:pt x="179159" y="21487"/>
                  </a:lnTo>
                  <a:lnTo>
                    <a:pt x="180026" y="25915"/>
                  </a:lnTo>
                  <a:lnTo>
                    <a:pt x="180498" y="26539"/>
                  </a:lnTo>
                  <a:lnTo>
                    <a:pt x="181130" y="26021"/>
                  </a:lnTo>
                  <a:lnTo>
                    <a:pt x="181753" y="25291"/>
                  </a:lnTo>
                  <a:lnTo>
                    <a:pt x="182621" y="25177"/>
                  </a:lnTo>
                  <a:lnTo>
                    <a:pt x="184104" y="25458"/>
                  </a:lnTo>
                  <a:lnTo>
                    <a:pt x="186060" y="25550"/>
                  </a:lnTo>
                  <a:lnTo>
                    <a:pt x="188076" y="26036"/>
                  </a:lnTo>
                  <a:lnTo>
                    <a:pt x="190861" y="28532"/>
                  </a:lnTo>
                  <a:lnTo>
                    <a:pt x="190754" y="29354"/>
                  </a:lnTo>
                  <a:lnTo>
                    <a:pt x="190214" y="30792"/>
                  </a:lnTo>
                  <a:lnTo>
                    <a:pt x="190024" y="31941"/>
                  </a:lnTo>
                  <a:lnTo>
                    <a:pt x="190503" y="32405"/>
                  </a:lnTo>
                  <a:lnTo>
                    <a:pt x="191241" y="33592"/>
                  </a:lnTo>
                  <a:lnTo>
                    <a:pt x="191066" y="34961"/>
                  </a:lnTo>
                  <a:lnTo>
                    <a:pt x="190351" y="35920"/>
                  </a:lnTo>
                  <a:lnTo>
                    <a:pt x="190062" y="36711"/>
                  </a:lnTo>
                  <a:lnTo>
                    <a:pt x="190062" y="37221"/>
                  </a:lnTo>
                  <a:lnTo>
                    <a:pt x="190328" y="37647"/>
                  </a:lnTo>
                  <a:lnTo>
                    <a:pt x="190899" y="38020"/>
                  </a:lnTo>
                  <a:lnTo>
                    <a:pt x="195015" y="38522"/>
                  </a:lnTo>
                  <a:lnTo>
                    <a:pt x="198782" y="38020"/>
                  </a:lnTo>
                  <a:lnTo>
                    <a:pt x="201155" y="36620"/>
                  </a:lnTo>
                  <a:lnTo>
                    <a:pt x="201559" y="35144"/>
                  </a:lnTo>
                  <a:lnTo>
                    <a:pt x="202228" y="33485"/>
                  </a:lnTo>
                  <a:lnTo>
                    <a:pt x="203643" y="32085"/>
                  </a:lnTo>
                  <a:lnTo>
                    <a:pt x="204617" y="31614"/>
                  </a:lnTo>
                  <a:lnTo>
                    <a:pt x="205515" y="32184"/>
                  </a:lnTo>
                  <a:lnTo>
                    <a:pt x="204008" y="38035"/>
                  </a:lnTo>
                  <a:lnTo>
                    <a:pt x="205112" y="39527"/>
                  </a:lnTo>
                  <a:lnTo>
                    <a:pt x="205272" y="41748"/>
                  </a:lnTo>
                  <a:lnTo>
                    <a:pt x="205667" y="43696"/>
                  </a:lnTo>
                  <a:lnTo>
                    <a:pt x="207014" y="43658"/>
                  </a:lnTo>
                  <a:lnTo>
                    <a:pt x="208642" y="44016"/>
                  </a:lnTo>
                  <a:lnTo>
                    <a:pt x="209799" y="44731"/>
                  </a:lnTo>
                  <a:lnTo>
                    <a:pt x="211145" y="45887"/>
                  </a:lnTo>
                  <a:lnTo>
                    <a:pt x="213085" y="46953"/>
                  </a:lnTo>
                  <a:lnTo>
                    <a:pt x="214447" y="47325"/>
                  </a:lnTo>
                  <a:lnTo>
                    <a:pt x="214942" y="48208"/>
                  </a:lnTo>
                  <a:lnTo>
                    <a:pt x="216045" y="49235"/>
                  </a:lnTo>
                  <a:lnTo>
                    <a:pt x="217780" y="51381"/>
                  </a:lnTo>
                  <a:lnTo>
                    <a:pt x="219332" y="52811"/>
                  </a:lnTo>
                  <a:lnTo>
                    <a:pt x="220085" y="52811"/>
                  </a:lnTo>
                  <a:lnTo>
                    <a:pt x="221531" y="52248"/>
                  </a:lnTo>
                  <a:lnTo>
                    <a:pt x="223677" y="51890"/>
                  </a:lnTo>
                  <a:lnTo>
                    <a:pt x="225366" y="51921"/>
                  </a:lnTo>
                  <a:lnTo>
                    <a:pt x="226089" y="53009"/>
                  </a:lnTo>
                  <a:lnTo>
                    <a:pt x="227755" y="53511"/>
                  </a:lnTo>
                  <a:lnTo>
                    <a:pt x="228341" y="53914"/>
                  </a:lnTo>
                  <a:lnTo>
                    <a:pt x="228995" y="54667"/>
                  </a:lnTo>
                  <a:lnTo>
                    <a:pt x="230106" y="54972"/>
                  </a:lnTo>
                  <a:lnTo>
                    <a:pt x="231445" y="54667"/>
                  </a:lnTo>
                  <a:lnTo>
                    <a:pt x="232419" y="53671"/>
                  </a:lnTo>
                  <a:lnTo>
                    <a:pt x="233720" y="53214"/>
                  </a:lnTo>
                  <a:lnTo>
                    <a:pt x="235029" y="53366"/>
                  </a:lnTo>
                  <a:lnTo>
                    <a:pt x="235782" y="53914"/>
                  </a:lnTo>
                  <a:lnTo>
                    <a:pt x="237212" y="54728"/>
                  </a:lnTo>
                  <a:lnTo>
                    <a:pt x="238019" y="54553"/>
                  </a:lnTo>
                  <a:lnTo>
                    <a:pt x="239639" y="55056"/>
                  </a:lnTo>
                  <a:lnTo>
                    <a:pt x="241268" y="56638"/>
                  </a:lnTo>
                  <a:lnTo>
                    <a:pt x="241952" y="58221"/>
                  </a:lnTo>
                  <a:lnTo>
                    <a:pt x="242127" y="59088"/>
                  </a:lnTo>
                  <a:lnTo>
                    <a:pt x="242827" y="60032"/>
                  </a:lnTo>
                  <a:lnTo>
                    <a:pt x="245559" y="64277"/>
                  </a:lnTo>
                  <a:lnTo>
                    <a:pt x="246426" y="64483"/>
                  </a:lnTo>
                  <a:lnTo>
                    <a:pt x="247377" y="63844"/>
                  </a:lnTo>
                  <a:lnTo>
                    <a:pt x="247994" y="62930"/>
                  </a:lnTo>
                  <a:lnTo>
                    <a:pt x="248884" y="62748"/>
                  </a:lnTo>
                  <a:lnTo>
                    <a:pt x="250314" y="63174"/>
                  </a:lnTo>
                  <a:lnTo>
                    <a:pt x="251235" y="63653"/>
                  </a:lnTo>
                  <a:lnTo>
                    <a:pt x="251676" y="65487"/>
                  </a:lnTo>
                  <a:lnTo>
                    <a:pt x="251988" y="65837"/>
                  </a:lnTo>
                  <a:lnTo>
                    <a:pt x="252604" y="65441"/>
                  </a:lnTo>
                  <a:lnTo>
                    <a:pt x="253708" y="65357"/>
                  </a:lnTo>
                  <a:lnTo>
                    <a:pt x="255473" y="65807"/>
                  </a:lnTo>
                  <a:lnTo>
                    <a:pt x="257892" y="65289"/>
                  </a:lnTo>
                  <a:lnTo>
                    <a:pt x="259833" y="64521"/>
                  </a:lnTo>
                  <a:lnTo>
                    <a:pt x="260822" y="64551"/>
                  </a:lnTo>
                  <a:lnTo>
                    <a:pt x="262419" y="66689"/>
                  </a:lnTo>
                  <a:lnTo>
                    <a:pt x="264245" y="67488"/>
                  </a:lnTo>
                  <a:lnTo>
                    <a:pt x="268263" y="68135"/>
                  </a:lnTo>
                  <a:lnTo>
                    <a:pt x="272577" y="69139"/>
                  </a:lnTo>
                  <a:lnTo>
                    <a:pt x="274274" y="69953"/>
                  </a:lnTo>
                  <a:lnTo>
                    <a:pt x="275430" y="70356"/>
                  </a:lnTo>
                  <a:lnTo>
                    <a:pt x="275552" y="73179"/>
                  </a:lnTo>
                  <a:lnTo>
                    <a:pt x="275202" y="73605"/>
                  </a:lnTo>
                  <a:lnTo>
                    <a:pt x="270903" y="79251"/>
                  </a:lnTo>
                  <a:lnTo>
                    <a:pt x="269092" y="81267"/>
                  </a:lnTo>
                  <a:lnTo>
                    <a:pt x="268172" y="84136"/>
                  </a:lnTo>
                  <a:lnTo>
                    <a:pt x="267540" y="88533"/>
                  </a:lnTo>
                  <a:lnTo>
                    <a:pt x="266269" y="92695"/>
                  </a:lnTo>
                  <a:lnTo>
                    <a:pt x="264367" y="96636"/>
                  </a:lnTo>
                  <a:lnTo>
                    <a:pt x="263675" y="99589"/>
                  </a:lnTo>
                  <a:lnTo>
                    <a:pt x="264192" y="101552"/>
                  </a:lnTo>
                  <a:lnTo>
                    <a:pt x="263865" y="104633"/>
                  </a:lnTo>
                  <a:lnTo>
                    <a:pt x="262701" y="108825"/>
                  </a:lnTo>
                  <a:lnTo>
                    <a:pt x="262503" y="111983"/>
                  </a:lnTo>
                  <a:lnTo>
                    <a:pt x="263279" y="114113"/>
                  </a:lnTo>
                  <a:lnTo>
                    <a:pt x="264352" y="114547"/>
                  </a:lnTo>
                  <a:lnTo>
                    <a:pt x="261773" y="115977"/>
                  </a:lnTo>
                  <a:lnTo>
                    <a:pt x="261187" y="117233"/>
                  </a:lnTo>
                  <a:lnTo>
                    <a:pt x="260175" y="118884"/>
                  </a:lnTo>
                  <a:lnTo>
                    <a:pt x="258532" y="119576"/>
                  </a:lnTo>
                  <a:lnTo>
                    <a:pt x="256880" y="119804"/>
                  </a:lnTo>
                  <a:lnTo>
                    <a:pt x="255541" y="119591"/>
                  </a:lnTo>
                  <a:lnTo>
                    <a:pt x="254780" y="118929"/>
                  </a:lnTo>
                  <a:lnTo>
                    <a:pt x="254819" y="118313"/>
                  </a:lnTo>
                  <a:lnTo>
                    <a:pt x="254111" y="117788"/>
                  </a:lnTo>
                  <a:lnTo>
                    <a:pt x="252353" y="117803"/>
                  </a:lnTo>
                  <a:lnTo>
                    <a:pt x="250535" y="118937"/>
                  </a:lnTo>
                  <a:lnTo>
                    <a:pt x="249082" y="120794"/>
                  </a:lnTo>
                  <a:lnTo>
                    <a:pt x="249531" y="121828"/>
                  </a:lnTo>
                  <a:lnTo>
                    <a:pt x="250870" y="122102"/>
                  </a:lnTo>
                  <a:lnTo>
                    <a:pt x="251220" y="122513"/>
                  </a:lnTo>
                  <a:lnTo>
                    <a:pt x="251220" y="123046"/>
                  </a:lnTo>
                  <a:lnTo>
                    <a:pt x="250748" y="123685"/>
                  </a:lnTo>
                  <a:lnTo>
                    <a:pt x="250185" y="124780"/>
                  </a:lnTo>
                  <a:lnTo>
                    <a:pt x="247377" y="128037"/>
                  </a:lnTo>
                  <a:lnTo>
                    <a:pt x="244547" y="131316"/>
                  </a:lnTo>
                  <a:lnTo>
                    <a:pt x="244090" y="132305"/>
                  </a:lnTo>
                  <a:lnTo>
                    <a:pt x="243193" y="132998"/>
                  </a:lnTo>
                  <a:lnTo>
                    <a:pt x="239594" y="134748"/>
                  </a:lnTo>
                  <a:lnTo>
                    <a:pt x="239221" y="135448"/>
                  </a:lnTo>
                  <a:lnTo>
                    <a:pt x="239016" y="138362"/>
                  </a:lnTo>
                  <a:lnTo>
                    <a:pt x="238612" y="140751"/>
                  </a:lnTo>
                  <a:lnTo>
                    <a:pt x="235942" y="142995"/>
                  </a:lnTo>
                  <a:lnTo>
                    <a:pt x="233286" y="145225"/>
                  </a:lnTo>
                  <a:lnTo>
                    <a:pt x="232624" y="146587"/>
                  </a:lnTo>
                  <a:lnTo>
                    <a:pt x="232145" y="148162"/>
                  </a:lnTo>
                  <a:lnTo>
                    <a:pt x="231316" y="149942"/>
                  </a:lnTo>
                  <a:lnTo>
                    <a:pt x="231148" y="150885"/>
                  </a:lnTo>
                  <a:lnTo>
                    <a:pt x="232495" y="152415"/>
                  </a:lnTo>
                  <a:lnTo>
                    <a:pt x="232335" y="153678"/>
                  </a:lnTo>
                  <a:lnTo>
                    <a:pt x="231909" y="155473"/>
                  </a:lnTo>
                  <a:lnTo>
                    <a:pt x="230638" y="156744"/>
                  </a:lnTo>
                  <a:lnTo>
                    <a:pt x="229223" y="157467"/>
                  </a:lnTo>
                  <a:lnTo>
                    <a:pt x="229254" y="159414"/>
                  </a:lnTo>
                  <a:lnTo>
                    <a:pt x="230007" y="159688"/>
                  </a:lnTo>
                  <a:lnTo>
                    <a:pt x="231711" y="159544"/>
                  </a:lnTo>
                  <a:lnTo>
                    <a:pt x="234123" y="158129"/>
                  </a:lnTo>
                  <a:lnTo>
                    <a:pt x="235698" y="156303"/>
                  </a:lnTo>
                  <a:lnTo>
                    <a:pt x="234770" y="154576"/>
                  </a:lnTo>
                  <a:lnTo>
                    <a:pt x="234656" y="154241"/>
                  </a:lnTo>
                  <a:lnTo>
                    <a:pt x="234884" y="153830"/>
                  </a:lnTo>
                  <a:lnTo>
                    <a:pt x="236748" y="151943"/>
                  </a:lnTo>
                  <a:lnTo>
                    <a:pt x="239031" y="150809"/>
                  </a:lnTo>
                  <a:lnTo>
                    <a:pt x="242219" y="150596"/>
                  </a:lnTo>
                  <a:lnTo>
                    <a:pt x="246061" y="151266"/>
                  </a:lnTo>
                  <a:lnTo>
                    <a:pt x="246441" y="151547"/>
                  </a:lnTo>
                  <a:lnTo>
                    <a:pt x="246259" y="152704"/>
                  </a:lnTo>
                  <a:lnTo>
                    <a:pt x="246616" y="154408"/>
                  </a:lnTo>
                  <a:lnTo>
                    <a:pt x="247309" y="155603"/>
                  </a:lnTo>
                  <a:lnTo>
                    <a:pt x="246358" y="158988"/>
                  </a:lnTo>
                  <a:lnTo>
                    <a:pt x="247081" y="160046"/>
                  </a:lnTo>
                  <a:lnTo>
                    <a:pt x="248199" y="161317"/>
                  </a:lnTo>
                  <a:lnTo>
                    <a:pt x="249036" y="162473"/>
                  </a:lnTo>
                  <a:lnTo>
                    <a:pt x="250238" y="163531"/>
                  </a:lnTo>
                  <a:lnTo>
                    <a:pt x="251311" y="165319"/>
                  </a:lnTo>
                  <a:lnTo>
                    <a:pt x="251676" y="166331"/>
                  </a:lnTo>
                  <a:lnTo>
                    <a:pt x="249957" y="168081"/>
                  </a:lnTo>
                  <a:lnTo>
                    <a:pt x="247050" y="169724"/>
                  </a:lnTo>
                  <a:lnTo>
                    <a:pt x="246723" y="170782"/>
                  </a:lnTo>
                  <a:lnTo>
                    <a:pt x="246761" y="171976"/>
                  </a:lnTo>
                  <a:lnTo>
                    <a:pt x="247088" y="172920"/>
                  </a:lnTo>
                  <a:lnTo>
                    <a:pt x="248694" y="174130"/>
                  </a:lnTo>
                  <a:lnTo>
                    <a:pt x="250421" y="176861"/>
                  </a:lnTo>
                  <a:lnTo>
                    <a:pt x="251516" y="179296"/>
                  </a:lnTo>
                  <a:lnTo>
                    <a:pt x="253913" y="181624"/>
                  </a:lnTo>
                  <a:lnTo>
                    <a:pt x="254499" y="182316"/>
                  </a:lnTo>
                  <a:lnTo>
                    <a:pt x="254347" y="182894"/>
                  </a:lnTo>
                  <a:lnTo>
                    <a:pt x="253715" y="183884"/>
                  </a:lnTo>
                  <a:lnTo>
                    <a:pt x="252894" y="187186"/>
                  </a:lnTo>
                  <a:lnTo>
                    <a:pt x="251912" y="187703"/>
                  </a:lnTo>
                  <a:lnTo>
                    <a:pt x="250816" y="187916"/>
                  </a:lnTo>
                  <a:lnTo>
                    <a:pt x="247849" y="190328"/>
                  </a:lnTo>
                  <a:lnTo>
                    <a:pt x="246525" y="190031"/>
                  </a:lnTo>
                  <a:lnTo>
                    <a:pt x="244646" y="190062"/>
                  </a:lnTo>
                  <a:lnTo>
                    <a:pt x="243269" y="190853"/>
                  </a:lnTo>
                  <a:lnTo>
                    <a:pt x="243421" y="192352"/>
                  </a:lnTo>
                  <a:lnTo>
                    <a:pt x="244631" y="193722"/>
                  </a:lnTo>
                  <a:lnTo>
                    <a:pt x="245338" y="195213"/>
                  </a:lnTo>
                  <a:lnTo>
                    <a:pt x="245627" y="196765"/>
                  </a:lnTo>
                  <a:lnTo>
                    <a:pt x="246966" y="197914"/>
                  </a:lnTo>
                  <a:lnTo>
                    <a:pt x="248853" y="198599"/>
                  </a:lnTo>
                  <a:lnTo>
                    <a:pt x="249934" y="198644"/>
                  </a:lnTo>
                  <a:lnTo>
                    <a:pt x="250634" y="199055"/>
                  </a:lnTo>
                  <a:lnTo>
                    <a:pt x="251060" y="199588"/>
                  </a:lnTo>
                  <a:lnTo>
                    <a:pt x="251874" y="202905"/>
                  </a:lnTo>
                  <a:lnTo>
                    <a:pt x="251387" y="203734"/>
                  </a:lnTo>
                  <a:lnTo>
                    <a:pt x="250368" y="204084"/>
                  </a:lnTo>
                  <a:lnTo>
                    <a:pt x="249759" y="205446"/>
                  </a:lnTo>
                  <a:lnTo>
                    <a:pt x="248549" y="207447"/>
                  </a:lnTo>
                  <a:lnTo>
                    <a:pt x="247864" y="209053"/>
                  </a:lnTo>
                  <a:lnTo>
                    <a:pt x="248625" y="210468"/>
                  </a:lnTo>
                  <a:lnTo>
                    <a:pt x="248945" y="211518"/>
                  </a:lnTo>
                  <a:lnTo>
                    <a:pt x="248541" y="212598"/>
                  </a:lnTo>
                  <a:lnTo>
                    <a:pt x="249082" y="214272"/>
                  </a:lnTo>
                  <a:lnTo>
                    <a:pt x="250512" y="215931"/>
                  </a:lnTo>
                  <a:lnTo>
                    <a:pt x="254400" y="218259"/>
                  </a:lnTo>
                  <a:lnTo>
                    <a:pt x="258014" y="220154"/>
                  </a:lnTo>
                  <a:lnTo>
                    <a:pt x="259132" y="220466"/>
                  </a:lnTo>
                  <a:lnTo>
                    <a:pt x="264017" y="219248"/>
                  </a:lnTo>
                  <a:lnTo>
                    <a:pt x="264824" y="219355"/>
                  </a:lnTo>
                  <a:lnTo>
                    <a:pt x="265417" y="220801"/>
                  </a:lnTo>
                  <a:lnTo>
                    <a:pt x="265676" y="221774"/>
                  </a:lnTo>
                  <a:lnTo>
                    <a:pt x="265128" y="223235"/>
                  </a:lnTo>
                  <a:lnTo>
                    <a:pt x="263782" y="225297"/>
                  </a:lnTo>
                  <a:lnTo>
                    <a:pt x="262351" y="226903"/>
                  </a:lnTo>
                  <a:lnTo>
                    <a:pt x="261484" y="228264"/>
                  </a:lnTo>
                  <a:lnTo>
                    <a:pt x="261666" y="229505"/>
                  </a:lnTo>
                  <a:lnTo>
                    <a:pt x="261719" y="231148"/>
                  </a:lnTo>
                  <a:lnTo>
                    <a:pt x="260555" y="231635"/>
                  </a:lnTo>
                  <a:lnTo>
                    <a:pt x="260517" y="231315"/>
                  </a:lnTo>
                  <a:lnTo>
                    <a:pt x="260038" y="231034"/>
                  </a:lnTo>
                  <a:lnTo>
                    <a:pt x="259627" y="231194"/>
                  </a:lnTo>
                  <a:lnTo>
                    <a:pt x="259308" y="231551"/>
                  </a:lnTo>
                  <a:lnTo>
                    <a:pt x="259262" y="232183"/>
                  </a:lnTo>
                  <a:lnTo>
                    <a:pt x="256782" y="233233"/>
                  </a:lnTo>
                  <a:lnTo>
                    <a:pt x="255070" y="234321"/>
                  </a:lnTo>
                  <a:lnTo>
                    <a:pt x="248305" y="240803"/>
                  </a:lnTo>
                  <a:lnTo>
                    <a:pt x="245140" y="242698"/>
                  </a:lnTo>
                  <a:lnTo>
                    <a:pt x="244517" y="243839"/>
                  </a:lnTo>
                  <a:lnTo>
                    <a:pt x="243870" y="245970"/>
                  </a:lnTo>
                  <a:lnTo>
                    <a:pt x="242013" y="247795"/>
                  </a:lnTo>
                  <a:lnTo>
                    <a:pt x="240385" y="248663"/>
                  </a:lnTo>
                  <a:lnTo>
                    <a:pt x="236360" y="249553"/>
                  </a:lnTo>
                  <a:lnTo>
                    <a:pt x="232312" y="251486"/>
                  </a:lnTo>
                  <a:lnTo>
                    <a:pt x="230486" y="250649"/>
                  </a:lnTo>
                  <a:lnTo>
                    <a:pt x="225769" y="250740"/>
                  </a:lnTo>
                  <a:lnTo>
                    <a:pt x="222824" y="248412"/>
                  </a:lnTo>
                  <a:lnTo>
                    <a:pt x="217164" y="246936"/>
                  </a:lnTo>
                  <a:lnTo>
                    <a:pt x="215322" y="243535"/>
                  </a:lnTo>
                  <a:lnTo>
                    <a:pt x="212743" y="243314"/>
                  </a:lnTo>
                  <a:lnTo>
                    <a:pt x="211054" y="243421"/>
                  </a:lnTo>
                  <a:lnTo>
                    <a:pt x="210042" y="242903"/>
                  </a:lnTo>
                  <a:lnTo>
                    <a:pt x="209783" y="241739"/>
                  </a:lnTo>
                  <a:lnTo>
                    <a:pt x="209761" y="240621"/>
                  </a:lnTo>
                  <a:lnTo>
                    <a:pt x="207972" y="241138"/>
                  </a:lnTo>
                  <a:lnTo>
                    <a:pt x="206603" y="241138"/>
                  </a:lnTo>
                  <a:lnTo>
                    <a:pt x="205789" y="241587"/>
                  </a:lnTo>
                  <a:lnTo>
                    <a:pt x="205150" y="242104"/>
                  </a:lnTo>
                  <a:lnTo>
                    <a:pt x="204389" y="241777"/>
                  </a:lnTo>
                  <a:lnTo>
                    <a:pt x="203948" y="241891"/>
                  </a:lnTo>
                  <a:lnTo>
                    <a:pt x="203986" y="242546"/>
                  </a:lnTo>
                  <a:lnTo>
                    <a:pt x="202342" y="242713"/>
                  </a:lnTo>
                  <a:lnTo>
                    <a:pt x="200554" y="242310"/>
                  </a:lnTo>
                  <a:lnTo>
                    <a:pt x="195875" y="240552"/>
                  </a:lnTo>
                  <a:lnTo>
                    <a:pt x="195160" y="240278"/>
                  </a:lnTo>
                  <a:lnTo>
                    <a:pt x="191911" y="239601"/>
                  </a:lnTo>
                  <a:lnTo>
                    <a:pt x="190602" y="238894"/>
                  </a:lnTo>
                  <a:lnTo>
                    <a:pt x="189537" y="237151"/>
                  </a:lnTo>
                  <a:lnTo>
                    <a:pt x="188730" y="236603"/>
                  </a:lnTo>
                  <a:lnTo>
                    <a:pt x="188251" y="236276"/>
                  </a:lnTo>
                  <a:lnTo>
                    <a:pt x="185223" y="237159"/>
                  </a:lnTo>
                  <a:lnTo>
                    <a:pt x="184173" y="238528"/>
                  </a:lnTo>
                  <a:lnTo>
                    <a:pt x="182537" y="240134"/>
                  </a:lnTo>
                  <a:lnTo>
                    <a:pt x="171307" y="247986"/>
                  </a:lnTo>
                  <a:lnTo>
                    <a:pt x="169253" y="251265"/>
                  </a:lnTo>
                  <a:lnTo>
                    <a:pt x="166879" y="256081"/>
                  </a:lnTo>
                  <a:lnTo>
                    <a:pt x="166696" y="258326"/>
                  </a:lnTo>
                  <a:lnTo>
                    <a:pt x="167716" y="265478"/>
                  </a:lnTo>
                  <a:lnTo>
                    <a:pt x="169998" y="269221"/>
                  </a:lnTo>
                  <a:lnTo>
                    <a:pt x="170287" y="270089"/>
                  </a:lnTo>
                  <a:lnTo>
                    <a:pt x="169017" y="270096"/>
                  </a:lnTo>
                  <a:lnTo>
                    <a:pt x="166894" y="269625"/>
                  </a:lnTo>
                  <a:lnTo>
                    <a:pt x="165136" y="269046"/>
                  </a:lnTo>
                  <a:lnTo>
                    <a:pt x="163455" y="269366"/>
                  </a:lnTo>
                  <a:lnTo>
                    <a:pt x="161842" y="270142"/>
                  </a:lnTo>
                  <a:lnTo>
                    <a:pt x="160427" y="270614"/>
                  </a:lnTo>
                  <a:lnTo>
                    <a:pt x="159407" y="270743"/>
                  </a:lnTo>
                  <a:lnTo>
                    <a:pt x="158730" y="271192"/>
                  </a:lnTo>
                  <a:lnTo>
                    <a:pt x="158403" y="272082"/>
                  </a:lnTo>
                  <a:lnTo>
                    <a:pt x="158342" y="272706"/>
                  </a:lnTo>
                  <a:lnTo>
                    <a:pt x="156554" y="272554"/>
                  </a:lnTo>
                  <a:lnTo>
                    <a:pt x="152422" y="271276"/>
                  </a:lnTo>
                  <a:lnTo>
                    <a:pt x="148709" y="270393"/>
                  </a:lnTo>
                  <a:lnTo>
                    <a:pt x="146526" y="271397"/>
                  </a:lnTo>
                  <a:lnTo>
                    <a:pt x="145126" y="272333"/>
                  </a:lnTo>
                  <a:lnTo>
                    <a:pt x="144144" y="272189"/>
                  </a:lnTo>
                  <a:lnTo>
                    <a:pt x="143391" y="271200"/>
                  </a:lnTo>
                  <a:lnTo>
                    <a:pt x="142889" y="270233"/>
                  </a:lnTo>
                  <a:lnTo>
                    <a:pt x="141436" y="269343"/>
                  </a:lnTo>
                  <a:lnTo>
                    <a:pt x="138149" y="268012"/>
                  </a:lnTo>
                  <a:lnTo>
                    <a:pt x="138316" y="267373"/>
                  </a:lnTo>
                  <a:lnTo>
                    <a:pt x="138879" y="266475"/>
                  </a:lnTo>
                  <a:lnTo>
                    <a:pt x="138864" y="265919"/>
                  </a:lnTo>
                  <a:lnTo>
                    <a:pt x="138232" y="265097"/>
                  </a:lnTo>
                  <a:lnTo>
                    <a:pt x="135204" y="264215"/>
                  </a:lnTo>
                  <a:lnTo>
                    <a:pt x="133774" y="263994"/>
                  </a:lnTo>
                  <a:lnTo>
                    <a:pt x="132868" y="264603"/>
                  </a:lnTo>
                  <a:lnTo>
                    <a:pt x="132214" y="265348"/>
                  </a:lnTo>
                  <a:lnTo>
                    <a:pt x="130533" y="262610"/>
                  </a:lnTo>
                  <a:lnTo>
                    <a:pt x="129330" y="262046"/>
                  </a:lnTo>
                  <a:lnTo>
                    <a:pt x="127519" y="261955"/>
                  </a:lnTo>
                  <a:lnTo>
                    <a:pt x="125442" y="261118"/>
                  </a:lnTo>
                  <a:lnTo>
                    <a:pt x="123282" y="260045"/>
                  </a:lnTo>
                  <a:lnTo>
                    <a:pt x="118039" y="258333"/>
                  </a:lnTo>
                  <a:lnTo>
                    <a:pt x="116601" y="258128"/>
                  </a:lnTo>
                  <a:lnTo>
                    <a:pt x="116023" y="258402"/>
                  </a:lnTo>
                  <a:lnTo>
                    <a:pt x="115635" y="259429"/>
                  </a:lnTo>
                  <a:lnTo>
                    <a:pt x="115430" y="262320"/>
                  </a:lnTo>
                  <a:lnTo>
                    <a:pt x="115209" y="262640"/>
                  </a:lnTo>
                  <a:lnTo>
                    <a:pt x="112774" y="262739"/>
                  </a:lnTo>
                  <a:lnTo>
                    <a:pt x="109776" y="262336"/>
                  </a:lnTo>
                  <a:lnTo>
                    <a:pt x="108399" y="262533"/>
                  </a:lnTo>
                  <a:lnTo>
                    <a:pt x="107174" y="262541"/>
                  </a:lnTo>
                  <a:lnTo>
                    <a:pt x="106018" y="261772"/>
                  </a:lnTo>
                  <a:lnTo>
                    <a:pt x="100836" y="262648"/>
                  </a:lnTo>
                  <a:lnTo>
                    <a:pt x="99976" y="262222"/>
                  </a:lnTo>
                  <a:lnTo>
                    <a:pt x="98729" y="260920"/>
                  </a:lnTo>
                  <a:lnTo>
                    <a:pt x="97329" y="259863"/>
                  </a:lnTo>
                  <a:lnTo>
                    <a:pt x="96248" y="259323"/>
                  </a:lnTo>
                  <a:lnTo>
                    <a:pt x="95320" y="258699"/>
                  </a:lnTo>
                  <a:lnTo>
                    <a:pt x="94483" y="258600"/>
                  </a:lnTo>
                  <a:lnTo>
                    <a:pt x="93205" y="259201"/>
                  </a:lnTo>
                  <a:lnTo>
                    <a:pt x="91440" y="259460"/>
                  </a:lnTo>
                  <a:lnTo>
                    <a:pt x="89979" y="259383"/>
                  </a:lnTo>
                  <a:lnTo>
                    <a:pt x="89195" y="259467"/>
                  </a:lnTo>
                  <a:lnTo>
                    <a:pt x="85908" y="256256"/>
                  </a:lnTo>
                  <a:lnTo>
                    <a:pt x="85429" y="255381"/>
                  </a:lnTo>
                  <a:lnTo>
                    <a:pt x="83793" y="255138"/>
                  </a:lnTo>
                  <a:lnTo>
                    <a:pt x="81769" y="255100"/>
                  </a:lnTo>
                  <a:lnTo>
                    <a:pt x="76611" y="253015"/>
                  </a:lnTo>
                  <a:lnTo>
                    <a:pt x="74259" y="251897"/>
                  </a:lnTo>
                  <a:lnTo>
                    <a:pt x="73917" y="251227"/>
                  </a:lnTo>
                  <a:lnTo>
                    <a:pt x="73948" y="250687"/>
                  </a:lnTo>
                  <a:lnTo>
                    <a:pt x="73544" y="250809"/>
                  </a:lnTo>
                  <a:lnTo>
                    <a:pt x="72821" y="251760"/>
                  </a:lnTo>
                  <a:lnTo>
                    <a:pt x="72441" y="252536"/>
                  </a:lnTo>
                  <a:lnTo>
                    <a:pt x="71939" y="252680"/>
                  </a:lnTo>
                  <a:lnTo>
                    <a:pt x="71201" y="252559"/>
                  </a:lnTo>
                  <a:lnTo>
                    <a:pt x="70516" y="252117"/>
                  </a:lnTo>
                  <a:lnTo>
                    <a:pt x="70098" y="251554"/>
                  </a:lnTo>
                  <a:lnTo>
                    <a:pt x="70547" y="250573"/>
                  </a:lnTo>
                  <a:lnTo>
                    <a:pt x="71338" y="249287"/>
                  </a:lnTo>
                  <a:lnTo>
                    <a:pt x="71665" y="247887"/>
                  </a:lnTo>
                  <a:lnTo>
                    <a:pt x="71589" y="246631"/>
                  </a:lnTo>
                  <a:lnTo>
                    <a:pt x="70288" y="245825"/>
                  </a:lnTo>
                  <a:lnTo>
                    <a:pt x="68371" y="245490"/>
                  </a:lnTo>
                  <a:lnTo>
                    <a:pt x="66963" y="245391"/>
                  </a:lnTo>
                  <a:lnTo>
                    <a:pt x="65137" y="244676"/>
                  </a:lnTo>
                  <a:lnTo>
                    <a:pt x="64270" y="244159"/>
                  </a:lnTo>
                  <a:lnTo>
                    <a:pt x="63433" y="242759"/>
                  </a:lnTo>
                  <a:lnTo>
                    <a:pt x="63402" y="241739"/>
                  </a:lnTo>
                  <a:lnTo>
                    <a:pt x="66879" y="240841"/>
                  </a:lnTo>
                  <a:lnTo>
                    <a:pt x="70006" y="237151"/>
                  </a:lnTo>
                  <a:lnTo>
                    <a:pt x="72974" y="223699"/>
                  </a:lnTo>
                  <a:lnTo>
                    <a:pt x="75119" y="207653"/>
                  </a:lnTo>
                  <a:lnTo>
                    <a:pt x="76710" y="204609"/>
                  </a:lnTo>
                  <a:lnTo>
                    <a:pt x="78718" y="203773"/>
                  </a:lnTo>
                  <a:lnTo>
                    <a:pt x="77098" y="201551"/>
                  </a:lnTo>
                  <a:lnTo>
                    <a:pt x="76086" y="202677"/>
                  </a:lnTo>
                  <a:lnTo>
                    <a:pt x="75660" y="203871"/>
                  </a:lnTo>
                  <a:lnTo>
                    <a:pt x="75127" y="204473"/>
                  </a:lnTo>
                  <a:lnTo>
                    <a:pt x="76322" y="189598"/>
                  </a:lnTo>
                  <a:lnTo>
                    <a:pt x="77174" y="184120"/>
                  </a:lnTo>
                  <a:lnTo>
                    <a:pt x="78627" y="178367"/>
                  </a:lnTo>
                  <a:lnTo>
                    <a:pt x="81602" y="180650"/>
                  </a:lnTo>
                  <a:lnTo>
                    <a:pt x="84067" y="182971"/>
                  </a:lnTo>
                  <a:lnTo>
                    <a:pt x="85338" y="184979"/>
                  </a:lnTo>
                  <a:lnTo>
                    <a:pt x="86951" y="191645"/>
                  </a:lnTo>
                  <a:lnTo>
                    <a:pt x="88176" y="193044"/>
                  </a:lnTo>
                  <a:lnTo>
                    <a:pt x="90002" y="194444"/>
                  </a:lnTo>
                  <a:lnTo>
                    <a:pt x="89279" y="192915"/>
                  </a:lnTo>
                  <a:lnTo>
                    <a:pt x="88024" y="191743"/>
                  </a:lnTo>
                  <a:lnTo>
                    <a:pt x="86061" y="182849"/>
                  </a:lnTo>
                  <a:lnTo>
                    <a:pt x="84828" y="180315"/>
                  </a:lnTo>
                  <a:lnTo>
                    <a:pt x="82911" y="178185"/>
                  </a:lnTo>
                  <a:lnTo>
                    <a:pt x="76732" y="173688"/>
                  </a:lnTo>
                  <a:lnTo>
                    <a:pt x="76177" y="172813"/>
                  </a:lnTo>
                  <a:lnTo>
                    <a:pt x="75873" y="171094"/>
                  </a:lnTo>
                  <a:lnTo>
                    <a:pt x="77919" y="171170"/>
                  </a:lnTo>
                  <a:lnTo>
                    <a:pt x="79684" y="172007"/>
                  </a:lnTo>
                  <a:lnTo>
                    <a:pt x="79479" y="171048"/>
                  </a:lnTo>
                  <a:lnTo>
                    <a:pt x="78954" y="170044"/>
                  </a:lnTo>
                  <a:lnTo>
                    <a:pt x="78132" y="166384"/>
                  </a:lnTo>
                  <a:lnTo>
                    <a:pt x="77448" y="157809"/>
                  </a:lnTo>
                  <a:lnTo>
                    <a:pt x="77539" y="156341"/>
                  </a:lnTo>
                  <a:lnTo>
                    <a:pt x="77235" y="154530"/>
                  </a:lnTo>
                  <a:lnTo>
                    <a:pt x="75256" y="154127"/>
                  </a:lnTo>
                  <a:lnTo>
                    <a:pt x="73674" y="154058"/>
                  </a:lnTo>
                  <a:lnTo>
                    <a:pt x="71969" y="153343"/>
                  </a:lnTo>
                  <a:lnTo>
                    <a:pt x="63554" y="148261"/>
                  </a:lnTo>
                  <a:lnTo>
                    <a:pt x="60678" y="142995"/>
                  </a:lnTo>
                  <a:lnTo>
                    <a:pt x="57734" y="139100"/>
                  </a:lnTo>
                  <a:lnTo>
                    <a:pt x="57026" y="137395"/>
                  </a:lnTo>
                  <a:lnTo>
                    <a:pt x="57072" y="135668"/>
                  </a:lnTo>
                  <a:lnTo>
                    <a:pt x="58601" y="132016"/>
                  </a:lnTo>
                  <a:lnTo>
                    <a:pt x="57254" y="129703"/>
                  </a:lnTo>
                  <a:lnTo>
                    <a:pt x="55938" y="129247"/>
                  </a:lnTo>
                  <a:lnTo>
                    <a:pt x="54797" y="128098"/>
                  </a:lnTo>
                  <a:lnTo>
                    <a:pt x="55832" y="126188"/>
                  </a:lnTo>
                  <a:lnTo>
                    <a:pt x="56691" y="124963"/>
                  </a:lnTo>
                  <a:lnTo>
                    <a:pt x="58418" y="124636"/>
                  </a:lnTo>
                  <a:lnTo>
                    <a:pt x="60678" y="125039"/>
                  </a:lnTo>
                  <a:lnTo>
                    <a:pt x="62824" y="126150"/>
                  </a:lnTo>
                  <a:lnTo>
                    <a:pt x="64505" y="126447"/>
                  </a:lnTo>
                  <a:lnTo>
                    <a:pt x="59537" y="123472"/>
                  </a:lnTo>
                  <a:lnTo>
                    <a:pt x="51472" y="124476"/>
                  </a:lnTo>
                  <a:lnTo>
                    <a:pt x="49729" y="124096"/>
                  </a:lnTo>
                  <a:lnTo>
                    <a:pt x="48269" y="123434"/>
                  </a:lnTo>
                  <a:lnTo>
                    <a:pt x="47691" y="121242"/>
                  </a:lnTo>
                  <a:lnTo>
                    <a:pt x="48839" y="120261"/>
                  </a:lnTo>
                  <a:lnTo>
                    <a:pt x="49874" y="118435"/>
                  </a:lnTo>
                  <a:lnTo>
                    <a:pt x="48702" y="117157"/>
                  </a:lnTo>
                  <a:lnTo>
                    <a:pt x="47181" y="116670"/>
                  </a:lnTo>
                  <a:lnTo>
                    <a:pt x="44792" y="116693"/>
                  </a:lnTo>
                  <a:lnTo>
                    <a:pt x="42562" y="117081"/>
                  </a:lnTo>
                  <a:lnTo>
                    <a:pt x="41999" y="116343"/>
                  </a:lnTo>
                  <a:lnTo>
                    <a:pt x="43361" y="114303"/>
                  </a:lnTo>
                  <a:lnTo>
                    <a:pt x="42205" y="113558"/>
                  </a:lnTo>
                  <a:lnTo>
                    <a:pt x="40660" y="113908"/>
                  </a:lnTo>
                  <a:lnTo>
                    <a:pt x="38423" y="114326"/>
                  </a:lnTo>
                  <a:lnTo>
                    <a:pt x="36285" y="113687"/>
                  </a:lnTo>
                  <a:lnTo>
                    <a:pt x="34261" y="111366"/>
                  </a:lnTo>
                  <a:lnTo>
                    <a:pt x="32922" y="111382"/>
                  </a:lnTo>
                  <a:lnTo>
                    <a:pt x="32002" y="111671"/>
                  </a:lnTo>
                  <a:lnTo>
                    <a:pt x="30640" y="110773"/>
                  </a:lnTo>
                  <a:lnTo>
                    <a:pt x="29202" y="110552"/>
                  </a:lnTo>
                  <a:lnTo>
                    <a:pt x="28175" y="110849"/>
                  </a:lnTo>
                  <a:lnTo>
                    <a:pt x="26812" y="109518"/>
                  </a:lnTo>
                  <a:lnTo>
                    <a:pt x="18413" y="106840"/>
                  </a:lnTo>
                  <a:lnTo>
                    <a:pt x="14791" y="106512"/>
                  </a:lnTo>
                  <a:lnTo>
                    <a:pt x="11466" y="107722"/>
                  </a:lnTo>
                  <a:lnTo>
                    <a:pt x="9632" y="107303"/>
                  </a:lnTo>
                  <a:lnTo>
                    <a:pt x="8286" y="105569"/>
                  </a:lnTo>
                  <a:lnTo>
                    <a:pt x="7160" y="102662"/>
                  </a:lnTo>
                  <a:lnTo>
                    <a:pt x="1803" y="100418"/>
                  </a:lnTo>
                  <a:lnTo>
                    <a:pt x="2861" y="98942"/>
                  </a:lnTo>
                  <a:lnTo>
                    <a:pt x="5356" y="98592"/>
                  </a:lnTo>
                  <a:lnTo>
                    <a:pt x="8225" y="97572"/>
                  </a:lnTo>
                  <a:lnTo>
                    <a:pt x="9259" y="96256"/>
                  </a:lnTo>
                  <a:lnTo>
                    <a:pt x="7015" y="94727"/>
                  </a:lnTo>
                  <a:lnTo>
                    <a:pt x="5356" y="94346"/>
                  </a:lnTo>
                  <a:lnTo>
                    <a:pt x="4672" y="93798"/>
                  </a:lnTo>
                  <a:lnTo>
                    <a:pt x="3972" y="92421"/>
                  </a:lnTo>
                  <a:lnTo>
                    <a:pt x="4961" y="91790"/>
                  </a:lnTo>
                  <a:lnTo>
                    <a:pt x="5661" y="92124"/>
                  </a:lnTo>
                  <a:lnTo>
                    <a:pt x="7684" y="92322"/>
                  </a:lnTo>
                  <a:lnTo>
                    <a:pt x="11139" y="91987"/>
                  </a:lnTo>
                  <a:lnTo>
                    <a:pt x="9853" y="90595"/>
                  </a:lnTo>
                  <a:lnTo>
                    <a:pt x="8514" y="90283"/>
                  </a:lnTo>
                  <a:lnTo>
                    <a:pt x="7898" y="89933"/>
                  </a:lnTo>
                  <a:lnTo>
                    <a:pt x="5083" y="89781"/>
                  </a:lnTo>
                  <a:lnTo>
                    <a:pt x="3804" y="90260"/>
                  </a:lnTo>
                  <a:lnTo>
                    <a:pt x="928" y="90078"/>
                  </a:lnTo>
                  <a:lnTo>
                    <a:pt x="304" y="88579"/>
                  </a:lnTo>
                  <a:lnTo>
                    <a:pt x="0" y="87286"/>
                  </a:lnTo>
                  <a:lnTo>
                    <a:pt x="890" y="84409"/>
                  </a:lnTo>
                  <a:lnTo>
                    <a:pt x="4938" y="81830"/>
                  </a:lnTo>
                  <a:lnTo>
                    <a:pt x="15027" y="79007"/>
                  </a:lnTo>
                  <a:lnTo>
                    <a:pt x="19364" y="79418"/>
                  </a:lnTo>
                  <a:lnTo>
                    <a:pt x="22369" y="78908"/>
                  </a:lnTo>
                  <a:lnTo>
                    <a:pt x="25976" y="77128"/>
                  </a:lnTo>
                  <a:lnTo>
                    <a:pt x="27566" y="75599"/>
                  </a:lnTo>
                  <a:lnTo>
                    <a:pt x="32694" y="74701"/>
                  </a:lnTo>
                  <a:lnTo>
                    <a:pt x="37563" y="76321"/>
                  </a:lnTo>
                  <a:lnTo>
                    <a:pt x="42052" y="82439"/>
                  </a:lnTo>
                  <a:lnTo>
                    <a:pt x="44198" y="84508"/>
                  </a:lnTo>
                  <a:lnTo>
                    <a:pt x="49456" y="80917"/>
                  </a:lnTo>
                  <a:lnTo>
                    <a:pt x="57285" y="81024"/>
                  </a:lnTo>
                  <a:lnTo>
                    <a:pt x="58898" y="83047"/>
                  </a:lnTo>
                  <a:lnTo>
                    <a:pt x="59552" y="81343"/>
                  </a:lnTo>
                  <a:lnTo>
                    <a:pt x="60990" y="79342"/>
                  </a:lnTo>
                  <a:lnTo>
                    <a:pt x="62139" y="80255"/>
                  </a:lnTo>
                  <a:lnTo>
                    <a:pt x="62725" y="81495"/>
                  </a:lnTo>
                  <a:lnTo>
                    <a:pt x="70988" y="81145"/>
                  </a:lnTo>
                  <a:lnTo>
                    <a:pt x="72289" y="80788"/>
                  </a:lnTo>
                  <a:lnTo>
                    <a:pt x="70067" y="79334"/>
                  </a:lnTo>
                  <a:lnTo>
                    <a:pt x="68256" y="75850"/>
                  </a:lnTo>
                  <a:lnTo>
                    <a:pt x="67876" y="62968"/>
                  </a:lnTo>
                  <a:lnTo>
                    <a:pt x="65586" y="59354"/>
                  </a:lnTo>
                  <a:lnTo>
                    <a:pt x="62961" y="53564"/>
                  </a:lnTo>
                  <a:lnTo>
                    <a:pt x="61751" y="50118"/>
                  </a:lnTo>
                  <a:lnTo>
                    <a:pt x="61637" y="48923"/>
                  </a:lnTo>
                  <a:lnTo>
                    <a:pt x="62040" y="47196"/>
                  </a:lnTo>
                  <a:lnTo>
                    <a:pt x="65266" y="47287"/>
                  </a:lnTo>
                  <a:lnTo>
                    <a:pt x="67762" y="47729"/>
                  </a:lnTo>
                  <a:lnTo>
                    <a:pt x="72517" y="46428"/>
                  </a:lnTo>
                  <a:lnTo>
                    <a:pt x="74800" y="47318"/>
                  </a:lnTo>
                  <a:lnTo>
                    <a:pt x="74663" y="50011"/>
                  </a:lnTo>
                  <a:lnTo>
                    <a:pt x="75363" y="53405"/>
                  </a:lnTo>
                  <a:lnTo>
                    <a:pt x="76154" y="55048"/>
                  </a:lnTo>
                  <a:lnTo>
                    <a:pt x="77364" y="56912"/>
                  </a:lnTo>
                  <a:lnTo>
                    <a:pt x="81191" y="56745"/>
                  </a:lnTo>
                  <a:lnTo>
                    <a:pt x="85322" y="57840"/>
                  </a:lnTo>
                  <a:lnTo>
                    <a:pt x="90550" y="58008"/>
                  </a:lnTo>
                  <a:lnTo>
                    <a:pt x="98181" y="59895"/>
                  </a:lnTo>
                  <a:lnTo>
                    <a:pt x="101430" y="58799"/>
                  </a:lnTo>
                  <a:lnTo>
                    <a:pt x="104580" y="56463"/>
                  </a:lnTo>
                  <a:lnTo>
                    <a:pt x="110575" y="54926"/>
                  </a:lnTo>
                  <a:lnTo>
                    <a:pt x="111054" y="54120"/>
                  </a:lnTo>
                  <a:lnTo>
                    <a:pt x="107600" y="54439"/>
                  </a:lnTo>
                  <a:lnTo>
                    <a:pt x="104435" y="52956"/>
                  </a:lnTo>
                  <a:lnTo>
                    <a:pt x="104009" y="51350"/>
                  </a:lnTo>
                  <a:lnTo>
                    <a:pt x="104374" y="49905"/>
                  </a:lnTo>
                  <a:lnTo>
                    <a:pt x="105660" y="46572"/>
                  </a:lnTo>
                  <a:lnTo>
                    <a:pt x="114836" y="41299"/>
                  </a:lnTo>
                  <a:lnTo>
                    <a:pt x="121410" y="39740"/>
                  </a:lnTo>
                  <a:lnTo>
                    <a:pt x="128273" y="36825"/>
                  </a:lnTo>
                  <a:lnTo>
                    <a:pt x="131727" y="33835"/>
                  </a:lnTo>
                  <a:lnTo>
                    <a:pt x="134010" y="29963"/>
                  </a:lnTo>
                  <a:lnTo>
                    <a:pt x="134748" y="29110"/>
                  </a:lnTo>
                  <a:lnTo>
                    <a:pt x="135699" y="28395"/>
                  </a:lnTo>
                  <a:lnTo>
                    <a:pt x="134816" y="27003"/>
                  </a:lnTo>
                  <a:lnTo>
                    <a:pt x="135410" y="12090"/>
                  </a:lnTo>
                  <a:lnTo>
                    <a:pt x="136049" y="9389"/>
                  </a:lnTo>
                  <a:lnTo>
                    <a:pt x="137388" y="7175"/>
                  </a:lnTo>
                  <a:lnTo>
                    <a:pt x="139427" y="5463"/>
                  </a:lnTo>
                  <a:lnTo>
                    <a:pt x="142516" y="3606"/>
                  </a:lnTo>
                  <a:lnTo>
                    <a:pt x="153906" y="1042"/>
                  </a:lnTo>
                  <a:lnTo>
                    <a:pt x="155595" y="0"/>
                  </a:lnTo>
                  <a:lnTo>
                    <a:pt x="155831" y="1613"/>
                  </a:lnTo>
                  <a:lnTo>
                    <a:pt x="156660" y="3675"/>
                  </a:lnTo>
                  <a:lnTo>
                    <a:pt x="157231" y="4801"/>
                  </a:lnTo>
                  <a:lnTo>
                    <a:pt x="156752" y="6269"/>
                  </a:lnTo>
                  <a:lnTo>
                    <a:pt x="157125" y="7479"/>
                  </a:lnTo>
                  <a:lnTo>
                    <a:pt x="158669" y="9655"/>
                  </a:lnTo>
                  <a:lnTo>
                    <a:pt x="160594" y="11702"/>
                  </a:lnTo>
                  <a:lnTo>
                    <a:pt x="162313" y="13011"/>
                  </a:lnTo>
                  <a:lnTo>
                    <a:pt x="162838" y="12813"/>
                  </a:lnTo>
                  <a:close/>
                  <a:moveTo>
                    <a:pt x="76557" y="167008"/>
                  </a:moveTo>
                  <a:lnTo>
                    <a:pt x="75804" y="169686"/>
                  </a:lnTo>
                  <a:lnTo>
                    <a:pt x="74374" y="167221"/>
                  </a:lnTo>
                  <a:lnTo>
                    <a:pt x="72487" y="165060"/>
                  </a:lnTo>
                  <a:lnTo>
                    <a:pt x="72053" y="163059"/>
                  </a:lnTo>
                  <a:lnTo>
                    <a:pt x="72053" y="162527"/>
                  </a:lnTo>
                  <a:lnTo>
                    <a:pt x="74267" y="163987"/>
                  </a:lnTo>
                  <a:lnTo>
                    <a:pt x="76557" y="167008"/>
                  </a:lnTo>
                  <a:close/>
                  <a:moveTo>
                    <a:pt x="304153" y="259262"/>
                  </a:moveTo>
                  <a:lnTo>
                    <a:pt x="303597" y="263515"/>
                  </a:lnTo>
                  <a:lnTo>
                    <a:pt x="304000" y="264755"/>
                  </a:lnTo>
                  <a:lnTo>
                    <a:pt x="304776" y="265622"/>
                  </a:lnTo>
                  <a:lnTo>
                    <a:pt x="305134" y="266574"/>
                  </a:lnTo>
                  <a:lnTo>
                    <a:pt x="305781" y="277849"/>
                  </a:lnTo>
                  <a:lnTo>
                    <a:pt x="305659" y="278747"/>
                  </a:lnTo>
                  <a:lnTo>
                    <a:pt x="303049" y="283259"/>
                  </a:lnTo>
                  <a:lnTo>
                    <a:pt x="302463" y="284575"/>
                  </a:lnTo>
                  <a:lnTo>
                    <a:pt x="302334" y="290145"/>
                  </a:lnTo>
                  <a:lnTo>
                    <a:pt x="301893" y="291636"/>
                  </a:lnTo>
                  <a:lnTo>
                    <a:pt x="300965" y="293105"/>
                  </a:lnTo>
                  <a:lnTo>
                    <a:pt x="299313" y="297852"/>
                  </a:lnTo>
                  <a:lnTo>
                    <a:pt x="297883" y="299983"/>
                  </a:lnTo>
                  <a:lnTo>
                    <a:pt x="293972" y="297381"/>
                  </a:lnTo>
                  <a:lnTo>
                    <a:pt x="291667" y="296255"/>
                  </a:lnTo>
                  <a:lnTo>
                    <a:pt x="290541" y="295045"/>
                  </a:lnTo>
                  <a:lnTo>
                    <a:pt x="289803" y="294208"/>
                  </a:lnTo>
                  <a:lnTo>
                    <a:pt x="290282" y="293089"/>
                  </a:lnTo>
                  <a:lnTo>
                    <a:pt x="291332" y="291925"/>
                  </a:lnTo>
                  <a:lnTo>
                    <a:pt x="291499" y="291005"/>
                  </a:lnTo>
                  <a:lnTo>
                    <a:pt x="289027" y="289970"/>
                  </a:lnTo>
                  <a:lnTo>
                    <a:pt x="287893" y="289278"/>
                  </a:lnTo>
                  <a:lnTo>
                    <a:pt x="287908" y="288060"/>
                  </a:lnTo>
                  <a:lnTo>
                    <a:pt x="288760" y="286166"/>
                  </a:lnTo>
                  <a:lnTo>
                    <a:pt x="288372" y="284598"/>
                  </a:lnTo>
                  <a:lnTo>
                    <a:pt x="286942" y="284674"/>
                  </a:lnTo>
                  <a:lnTo>
                    <a:pt x="285831" y="284438"/>
                  </a:lnTo>
                  <a:lnTo>
                    <a:pt x="285687" y="283624"/>
                  </a:lnTo>
                  <a:lnTo>
                    <a:pt x="286501" y="282582"/>
                  </a:lnTo>
                  <a:lnTo>
                    <a:pt x="287551" y="281220"/>
                  </a:lnTo>
                  <a:lnTo>
                    <a:pt x="287520" y="279713"/>
                  </a:lnTo>
                  <a:lnTo>
                    <a:pt x="286249" y="279067"/>
                  </a:lnTo>
                  <a:lnTo>
                    <a:pt x="285101" y="277842"/>
                  </a:lnTo>
                  <a:lnTo>
                    <a:pt x="284637" y="276176"/>
                  </a:lnTo>
                  <a:lnTo>
                    <a:pt x="285527" y="275034"/>
                  </a:lnTo>
                  <a:lnTo>
                    <a:pt x="286972" y="274304"/>
                  </a:lnTo>
                  <a:lnTo>
                    <a:pt x="285907" y="272592"/>
                  </a:lnTo>
                  <a:lnTo>
                    <a:pt x="285192" y="272554"/>
                  </a:lnTo>
                  <a:lnTo>
                    <a:pt x="284621" y="272181"/>
                  </a:lnTo>
                  <a:lnTo>
                    <a:pt x="285093" y="271390"/>
                  </a:lnTo>
                  <a:lnTo>
                    <a:pt x="286212" y="270203"/>
                  </a:lnTo>
                  <a:lnTo>
                    <a:pt x="287771" y="266650"/>
                  </a:lnTo>
                  <a:lnTo>
                    <a:pt x="289940" y="264968"/>
                  </a:lnTo>
                  <a:lnTo>
                    <a:pt x="293790" y="263888"/>
                  </a:lnTo>
                  <a:lnTo>
                    <a:pt x="294832" y="263408"/>
                  </a:lnTo>
                  <a:lnTo>
                    <a:pt x="295783" y="262153"/>
                  </a:lnTo>
                  <a:lnTo>
                    <a:pt x="296841" y="261346"/>
                  </a:lnTo>
                  <a:lnTo>
                    <a:pt x="298126" y="261453"/>
                  </a:lnTo>
                  <a:lnTo>
                    <a:pt x="299313" y="261932"/>
                  </a:lnTo>
                  <a:lnTo>
                    <a:pt x="300044" y="262450"/>
                  </a:lnTo>
                  <a:lnTo>
                    <a:pt x="300592" y="261909"/>
                  </a:lnTo>
                  <a:lnTo>
                    <a:pt x="301124" y="260350"/>
                  </a:lnTo>
                  <a:lnTo>
                    <a:pt x="300797" y="258980"/>
                  </a:lnTo>
                  <a:lnTo>
                    <a:pt x="300965" y="255214"/>
                  </a:lnTo>
                  <a:lnTo>
                    <a:pt x="301649" y="253076"/>
                  </a:lnTo>
                  <a:lnTo>
                    <a:pt x="302760" y="252954"/>
                  </a:lnTo>
                  <a:lnTo>
                    <a:pt x="303780" y="254133"/>
                  </a:lnTo>
                  <a:lnTo>
                    <a:pt x="303734" y="255176"/>
                  </a:lnTo>
                  <a:lnTo>
                    <a:pt x="304114" y="257641"/>
                  </a:lnTo>
                  <a:lnTo>
                    <a:pt x="304153" y="259262"/>
                  </a:lnTo>
                  <a:close/>
                </a:path>
              </a:pathLst>
            </a:custGeom>
            <a:solidFill>
              <a:srgbClr val="2562E8"/>
            </a:solidFill>
            <a:ln w="6168" cap="flat">
              <a:solidFill>
                <a:srgbClr val="2562E8"/>
              </a:solidFill>
              <a:prstDash val="solid"/>
              <a:miter/>
            </a:ln>
          </p:spPr>
          <p:txBody>
            <a:bodyPr/>
            <a:lstStyle/>
            <a:p>
              <a:endParaRPr lang="en-US"/>
            </a:p>
          </p:txBody>
        </p:sp>
        <p:sp>
          <p:nvSpPr>
            <p:cNvPr id="1036" name="Freeform: Shape 1035">
              <a:extLst>
                <a:ext uri="{FF2B5EF4-FFF2-40B4-BE49-F238E27FC236}">
                  <a16:creationId xmlns:a16="http://schemas.microsoft.com/office/drawing/2014/main" id="{78C1FC82-896F-14B6-1B2A-395707B5C35C}"/>
                </a:ext>
              </a:extLst>
            </p:cNvPr>
            <p:cNvSpPr/>
            <p:nvPr/>
          </p:nvSpPr>
          <p:spPr>
            <a:xfrm>
              <a:off x="9759709" y="4955406"/>
              <a:ext cx="123365" cy="131977"/>
            </a:xfrm>
            <a:custGeom>
              <a:avLst/>
              <a:gdLst>
                <a:gd name="csX0" fmla="*/ 98021 w 123365"/>
                <a:gd name="csY0" fmla="*/ 2983 h 131977"/>
                <a:gd name="csX1" fmla="*/ 97915 w 123365"/>
                <a:gd name="csY1" fmla="*/ 4466 h 131977"/>
                <a:gd name="csX2" fmla="*/ 96218 w 123365"/>
                <a:gd name="csY2" fmla="*/ 8103 h 131977"/>
                <a:gd name="csX3" fmla="*/ 95427 w 123365"/>
                <a:gd name="csY3" fmla="*/ 10903 h 131977"/>
                <a:gd name="csX4" fmla="*/ 95229 w 123365"/>
                <a:gd name="csY4" fmla="*/ 13878 h 131977"/>
                <a:gd name="csX5" fmla="*/ 95693 w 123365"/>
                <a:gd name="csY5" fmla="*/ 16282 h 131977"/>
                <a:gd name="csX6" fmla="*/ 96507 w 123365"/>
                <a:gd name="csY6" fmla="*/ 17987 h 131977"/>
                <a:gd name="csX7" fmla="*/ 97032 w 123365"/>
                <a:gd name="csY7" fmla="*/ 19851 h 131977"/>
                <a:gd name="csX8" fmla="*/ 96629 w 123365"/>
                <a:gd name="csY8" fmla="*/ 21152 h 131977"/>
                <a:gd name="csX9" fmla="*/ 95807 w 123365"/>
                <a:gd name="csY9" fmla="*/ 21707 h 131977"/>
                <a:gd name="csX10" fmla="*/ 96370 w 123365"/>
                <a:gd name="csY10" fmla="*/ 22362 h 131977"/>
                <a:gd name="csX11" fmla="*/ 97603 w 123365"/>
                <a:gd name="csY11" fmla="*/ 22514 h 131977"/>
                <a:gd name="csX12" fmla="*/ 99702 w 123365"/>
                <a:gd name="csY12" fmla="*/ 21951 h 131977"/>
                <a:gd name="csX13" fmla="*/ 102929 w 123365"/>
                <a:gd name="csY13" fmla="*/ 20954 h 131977"/>
                <a:gd name="csX14" fmla="*/ 107151 w 123365"/>
                <a:gd name="csY14" fmla="*/ 19516 h 131977"/>
                <a:gd name="csX15" fmla="*/ 109928 w 123365"/>
                <a:gd name="csY15" fmla="*/ 18747 h 131977"/>
                <a:gd name="csX16" fmla="*/ 114517 w 123365"/>
                <a:gd name="csY16" fmla="*/ 19234 h 131977"/>
                <a:gd name="csX17" fmla="*/ 116966 w 123365"/>
                <a:gd name="csY17" fmla="*/ 19782 h 131977"/>
                <a:gd name="csX18" fmla="*/ 118222 w 123365"/>
                <a:gd name="csY18" fmla="*/ 20787 h 131977"/>
                <a:gd name="csX19" fmla="*/ 119576 w 123365"/>
                <a:gd name="csY19" fmla="*/ 25062 h 131977"/>
                <a:gd name="csX20" fmla="*/ 120246 w 123365"/>
                <a:gd name="csY20" fmla="*/ 25717 h 131977"/>
                <a:gd name="csX21" fmla="*/ 121357 w 123365"/>
                <a:gd name="csY21" fmla="*/ 27535 h 131977"/>
                <a:gd name="csX22" fmla="*/ 122285 w 123365"/>
                <a:gd name="csY22" fmla="*/ 29719 h 131977"/>
                <a:gd name="csX23" fmla="*/ 122483 w 123365"/>
                <a:gd name="csY23" fmla="*/ 30830 h 131977"/>
                <a:gd name="csX24" fmla="*/ 122376 w 123365"/>
                <a:gd name="csY24" fmla="*/ 31629 h 131977"/>
                <a:gd name="csX25" fmla="*/ 121448 w 123365"/>
                <a:gd name="csY25" fmla="*/ 32808 h 131977"/>
                <a:gd name="csX26" fmla="*/ 120398 w 123365"/>
                <a:gd name="csY26" fmla="*/ 34550 h 131977"/>
                <a:gd name="csX27" fmla="*/ 120025 w 123365"/>
                <a:gd name="csY27" fmla="*/ 35600 h 131977"/>
                <a:gd name="csX28" fmla="*/ 119150 w 123365"/>
                <a:gd name="csY28" fmla="*/ 36384 h 131977"/>
                <a:gd name="csX29" fmla="*/ 118039 w 123365"/>
                <a:gd name="csY29" fmla="*/ 37153 h 131977"/>
                <a:gd name="csX30" fmla="*/ 114973 w 123365"/>
                <a:gd name="csY30" fmla="*/ 37464 h 131977"/>
                <a:gd name="csX31" fmla="*/ 114501 w 123365"/>
                <a:gd name="csY31" fmla="*/ 37921 h 131977"/>
                <a:gd name="csX32" fmla="*/ 113649 w 123365"/>
                <a:gd name="csY32" fmla="*/ 39770 h 131977"/>
                <a:gd name="csX33" fmla="*/ 112028 w 123365"/>
                <a:gd name="csY33" fmla="*/ 41337 h 131977"/>
                <a:gd name="csX34" fmla="*/ 111290 w 123365"/>
                <a:gd name="csY34" fmla="*/ 42821 h 131977"/>
                <a:gd name="csX35" fmla="*/ 110644 w 123365"/>
                <a:gd name="csY35" fmla="*/ 44799 h 131977"/>
                <a:gd name="csX36" fmla="*/ 110773 w 123365"/>
                <a:gd name="csY36" fmla="*/ 47241 h 131977"/>
                <a:gd name="csX37" fmla="*/ 110446 w 123365"/>
                <a:gd name="csY37" fmla="*/ 50764 h 131977"/>
                <a:gd name="csX38" fmla="*/ 110119 w 123365"/>
                <a:gd name="csY38" fmla="*/ 53153 h 131977"/>
                <a:gd name="csX39" fmla="*/ 110925 w 123365"/>
                <a:gd name="csY39" fmla="*/ 53990 h 131977"/>
                <a:gd name="csX40" fmla="*/ 114593 w 123365"/>
                <a:gd name="csY40" fmla="*/ 54569 h 131977"/>
                <a:gd name="csX41" fmla="*/ 115300 w 123365"/>
                <a:gd name="csY41" fmla="*/ 55040 h 131977"/>
                <a:gd name="csX42" fmla="*/ 116274 w 123365"/>
                <a:gd name="csY42" fmla="*/ 56516 h 131977"/>
                <a:gd name="csX43" fmla="*/ 117522 w 123365"/>
                <a:gd name="csY43" fmla="*/ 57909 h 131977"/>
                <a:gd name="csX44" fmla="*/ 120869 w 123365"/>
                <a:gd name="csY44" fmla="*/ 58784 h 131977"/>
                <a:gd name="csX45" fmla="*/ 122171 w 123365"/>
                <a:gd name="csY45" fmla="*/ 59841 h 131977"/>
                <a:gd name="csX46" fmla="*/ 123228 w 123365"/>
                <a:gd name="csY46" fmla="*/ 61005 h 131977"/>
                <a:gd name="csX47" fmla="*/ 123365 w 123365"/>
                <a:gd name="csY47" fmla="*/ 61956 h 131977"/>
                <a:gd name="csX48" fmla="*/ 122604 w 123365"/>
                <a:gd name="csY48" fmla="*/ 65784 h 131977"/>
                <a:gd name="csX49" fmla="*/ 121874 w 123365"/>
                <a:gd name="csY49" fmla="*/ 69459 h 131977"/>
                <a:gd name="csX50" fmla="*/ 122163 w 123365"/>
                <a:gd name="csY50" fmla="*/ 72258 h 131977"/>
                <a:gd name="csX51" fmla="*/ 122429 w 123365"/>
                <a:gd name="csY51" fmla="*/ 74929 h 131977"/>
                <a:gd name="csX52" fmla="*/ 122833 w 123365"/>
                <a:gd name="csY52" fmla="*/ 78817 h 131977"/>
                <a:gd name="csX53" fmla="*/ 122658 w 123365"/>
                <a:gd name="csY53" fmla="*/ 81191 h 131977"/>
                <a:gd name="csX54" fmla="*/ 121707 w 123365"/>
                <a:gd name="csY54" fmla="*/ 82644 h 131977"/>
                <a:gd name="csX55" fmla="*/ 121707 w 123365"/>
                <a:gd name="csY55" fmla="*/ 83778 h 131977"/>
                <a:gd name="csX56" fmla="*/ 122140 w 123365"/>
                <a:gd name="csY56" fmla="*/ 85147 h 131977"/>
                <a:gd name="csX57" fmla="*/ 121303 w 123365"/>
                <a:gd name="csY57" fmla="*/ 88936 h 131977"/>
                <a:gd name="csX58" fmla="*/ 120763 w 123365"/>
                <a:gd name="csY58" fmla="*/ 89575 h 131977"/>
                <a:gd name="csX59" fmla="*/ 119264 w 123365"/>
                <a:gd name="csY59" fmla="*/ 90283 h 131977"/>
                <a:gd name="csX60" fmla="*/ 118473 w 123365"/>
                <a:gd name="csY60" fmla="*/ 91303 h 131977"/>
                <a:gd name="csX61" fmla="*/ 118222 w 123365"/>
                <a:gd name="csY61" fmla="*/ 92900 h 131977"/>
                <a:gd name="csX62" fmla="*/ 117415 w 123365"/>
                <a:gd name="csY62" fmla="*/ 95092 h 131977"/>
                <a:gd name="csX63" fmla="*/ 116578 w 123365"/>
                <a:gd name="csY63" fmla="*/ 95891 h 131977"/>
                <a:gd name="csX64" fmla="*/ 116578 w 123365"/>
                <a:gd name="csY64" fmla="*/ 96910 h 131977"/>
                <a:gd name="csX65" fmla="*/ 117385 w 123365"/>
                <a:gd name="csY65" fmla="*/ 97648 h 131977"/>
                <a:gd name="csX66" fmla="*/ 117370 w 123365"/>
                <a:gd name="csY66" fmla="*/ 98789 h 131977"/>
                <a:gd name="csX67" fmla="*/ 115871 w 123365"/>
                <a:gd name="csY67" fmla="*/ 100144 h 131977"/>
                <a:gd name="csX68" fmla="*/ 114973 w 123365"/>
                <a:gd name="csY68" fmla="*/ 101178 h 131977"/>
                <a:gd name="csX69" fmla="*/ 112972 w 123365"/>
                <a:gd name="csY69" fmla="*/ 101688 h 131977"/>
                <a:gd name="csX70" fmla="*/ 110689 w 123365"/>
                <a:gd name="csY70" fmla="*/ 101148 h 131977"/>
                <a:gd name="csX71" fmla="*/ 110157 w 123365"/>
                <a:gd name="csY71" fmla="*/ 100395 h 131977"/>
                <a:gd name="csX72" fmla="*/ 110704 w 123365"/>
                <a:gd name="csY72" fmla="*/ 99223 h 131977"/>
                <a:gd name="csX73" fmla="*/ 110507 w 123365"/>
                <a:gd name="csY73" fmla="*/ 98280 h 131977"/>
                <a:gd name="csX74" fmla="*/ 109723 w 123365"/>
                <a:gd name="csY74" fmla="*/ 97291 h 131977"/>
                <a:gd name="csX75" fmla="*/ 108498 w 123365"/>
                <a:gd name="csY75" fmla="*/ 94749 h 131977"/>
                <a:gd name="csX76" fmla="*/ 107418 w 123365"/>
                <a:gd name="csY76" fmla="*/ 94209 h 131977"/>
                <a:gd name="csX77" fmla="*/ 106816 w 123365"/>
                <a:gd name="csY77" fmla="*/ 95251 h 131977"/>
                <a:gd name="csX78" fmla="*/ 104960 w 123365"/>
                <a:gd name="csY78" fmla="*/ 97184 h 131977"/>
                <a:gd name="csX79" fmla="*/ 101681 w 123365"/>
                <a:gd name="csY79" fmla="*/ 99665 h 131977"/>
                <a:gd name="csX80" fmla="*/ 99383 w 123365"/>
                <a:gd name="csY80" fmla="*/ 99862 h 131977"/>
                <a:gd name="csX81" fmla="*/ 95138 w 123365"/>
                <a:gd name="csY81" fmla="*/ 99109 h 131977"/>
                <a:gd name="csX82" fmla="*/ 91584 w 123365"/>
                <a:gd name="csY82" fmla="*/ 97922 h 131977"/>
                <a:gd name="csX83" fmla="*/ 89903 w 123365"/>
                <a:gd name="csY83" fmla="*/ 95016 h 131977"/>
                <a:gd name="csX84" fmla="*/ 88860 w 123365"/>
                <a:gd name="csY84" fmla="*/ 92611 h 131977"/>
                <a:gd name="csX85" fmla="*/ 87339 w 123365"/>
                <a:gd name="csY85" fmla="*/ 89827 h 131977"/>
                <a:gd name="csX86" fmla="*/ 85634 w 123365"/>
                <a:gd name="csY86" fmla="*/ 88503 h 131977"/>
                <a:gd name="csX87" fmla="*/ 83816 w 123365"/>
                <a:gd name="csY87" fmla="*/ 87651 h 131977"/>
                <a:gd name="csX88" fmla="*/ 83009 w 123365"/>
                <a:gd name="csY88" fmla="*/ 87597 h 131977"/>
                <a:gd name="csX89" fmla="*/ 80407 w 123365"/>
                <a:gd name="csY89" fmla="*/ 89149 h 131977"/>
                <a:gd name="csX90" fmla="*/ 79624 w 123365"/>
                <a:gd name="csY90" fmla="*/ 89766 h 131977"/>
                <a:gd name="csX91" fmla="*/ 79631 w 123365"/>
                <a:gd name="csY91" fmla="*/ 91067 h 131977"/>
                <a:gd name="csX92" fmla="*/ 79875 w 123365"/>
                <a:gd name="csY92" fmla="*/ 92284 h 131977"/>
                <a:gd name="csX93" fmla="*/ 80278 w 123365"/>
                <a:gd name="csY93" fmla="*/ 92870 h 131977"/>
                <a:gd name="csX94" fmla="*/ 80613 w 123365"/>
                <a:gd name="csY94" fmla="*/ 93654 h 131977"/>
                <a:gd name="csX95" fmla="*/ 80552 w 123365"/>
                <a:gd name="csY95" fmla="*/ 94863 h 131977"/>
                <a:gd name="csX96" fmla="*/ 80088 w 123365"/>
                <a:gd name="csY96" fmla="*/ 96484 h 131977"/>
                <a:gd name="csX97" fmla="*/ 79928 w 123365"/>
                <a:gd name="csY97" fmla="*/ 98272 h 131977"/>
                <a:gd name="csX98" fmla="*/ 71772 w 123365"/>
                <a:gd name="csY98" fmla="*/ 100030 h 131977"/>
                <a:gd name="csX99" fmla="*/ 70364 w 123365"/>
                <a:gd name="csY99" fmla="*/ 99398 h 131977"/>
                <a:gd name="csX100" fmla="*/ 69337 w 123365"/>
                <a:gd name="csY100" fmla="*/ 98592 h 131977"/>
                <a:gd name="csX101" fmla="*/ 68104 w 123365"/>
                <a:gd name="csY101" fmla="*/ 98736 h 131977"/>
                <a:gd name="csX102" fmla="*/ 64559 w 123365"/>
                <a:gd name="csY102" fmla="*/ 99649 h 131977"/>
                <a:gd name="csX103" fmla="*/ 63258 w 123365"/>
                <a:gd name="csY103" fmla="*/ 99010 h 131977"/>
                <a:gd name="csX104" fmla="*/ 61972 w 123365"/>
                <a:gd name="csY104" fmla="*/ 98546 h 131977"/>
                <a:gd name="csX105" fmla="*/ 61378 w 123365"/>
                <a:gd name="csY105" fmla="*/ 98934 h 131977"/>
                <a:gd name="csX106" fmla="*/ 61332 w 123365"/>
                <a:gd name="csY106" fmla="*/ 99695 h 131977"/>
                <a:gd name="csX107" fmla="*/ 61934 w 123365"/>
                <a:gd name="csY107" fmla="*/ 103910 h 131977"/>
                <a:gd name="csX108" fmla="*/ 61736 w 123365"/>
                <a:gd name="csY108" fmla="*/ 105515 h 131977"/>
                <a:gd name="csX109" fmla="*/ 60944 w 123365"/>
                <a:gd name="csY109" fmla="*/ 107615 h 131977"/>
                <a:gd name="csX110" fmla="*/ 60526 w 123365"/>
                <a:gd name="csY110" fmla="*/ 109038 h 131977"/>
                <a:gd name="csX111" fmla="*/ 62695 w 123365"/>
                <a:gd name="csY111" fmla="*/ 109434 h 131977"/>
                <a:gd name="csX112" fmla="*/ 63471 w 123365"/>
                <a:gd name="csY112" fmla="*/ 110096 h 131977"/>
                <a:gd name="csX113" fmla="*/ 64231 w 123365"/>
                <a:gd name="csY113" fmla="*/ 111153 h 131977"/>
                <a:gd name="csX114" fmla="*/ 65274 w 123365"/>
                <a:gd name="csY114" fmla="*/ 112142 h 131977"/>
                <a:gd name="csX115" fmla="*/ 65342 w 123365"/>
                <a:gd name="csY115" fmla="*/ 112744 h 131977"/>
                <a:gd name="csX116" fmla="*/ 64163 w 123365"/>
                <a:gd name="csY116" fmla="*/ 113847 h 131977"/>
                <a:gd name="csX117" fmla="*/ 63760 w 123365"/>
                <a:gd name="csY117" fmla="*/ 115201 h 131977"/>
                <a:gd name="csX118" fmla="*/ 64323 w 123365"/>
                <a:gd name="csY118" fmla="*/ 116259 h 131977"/>
                <a:gd name="csX119" fmla="*/ 65791 w 123365"/>
                <a:gd name="csY119" fmla="*/ 117370 h 131977"/>
                <a:gd name="csX120" fmla="*/ 67944 w 123365"/>
                <a:gd name="csY120" fmla="*/ 118518 h 131977"/>
                <a:gd name="csX121" fmla="*/ 68994 w 123365"/>
                <a:gd name="csY121" fmla="*/ 119272 h 131977"/>
                <a:gd name="csX122" fmla="*/ 68888 w 123365"/>
                <a:gd name="csY122" fmla="*/ 119964 h 131977"/>
                <a:gd name="csX123" fmla="*/ 67891 w 123365"/>
                <a:gd name="csY123" fmla="*/ 121425 h 131977"/>
                <a:gd name="csX124" fmla="*/ 67511 w 123365"/>
                <a:gd name="csY124" fmla="*/ 122673 h 131977"/>
                <a:gd name="csX125" fmla="*/ 66826 w 123365"/>
                <a:gd name="csY125" fmla="*/ 123791 h 131977"/>
                <a:gd name="csX126" fmla="*/ 66970 w 123365"/>
                <a:gd name="csY126" fmla="*/ 124826 h 131977"/>
                <a:gd name="csX127" fmla="*/ 67937 w 123365"/>
                <a:gd name="csY127" fmla="*/ 125792 h 131977"/>
                <a:gd name="csX128" fmla="*/ 67838 w 123365"/>
                <a:gd name="csY128" fmla="*/ 126652 h 131977"/>
                <a:gd name="csX129" fmla="*/ 67176 w 123365"/>
                <a:gd name="csY129" fmla="*/ 127306 h 131977"/>
                <a:gd name="csX130" fmla="*/ 65837 w 123365"/>
                <a:gd name="csY130" fmla="*/ 127169 h 131977"/>
                <a:gd name="csX131" fmla="*/ 64703 w 123365"/>
                <a:gd name="csY131" fmla="*/ 127261 h 131977"/>
                <a:gd name="csX132" fmla="*/ 63691 w 123365"/>
                <a:gd name="csY132" fmla="*/ 126994 h 131977"/>
                <a:gd name="csX133" fmla="*/ 60511 w 123365"/>
                <a:gd name="csY133" fmla="*/ 123654 h 131977"/>
                <a:gd name="csX134" fmla="*/ 59811 w 123365"/>
                <a:gd name="csY134" fmla="*/ 123555 h 131977"/>
                <a:gd name="csX135" fmla="*/ 55200 w 123365"/>
                <a:gd name="csY135" fmla="*/ 126127 h 131977"/>
                <a:gd name="csX136" fmla="*/ 54051 w 123365"/>
                <a:gd name="csY136" fmla="*/ 127177 h 131977"/>
                <a:gd name="csX137" fmla="*/ 53100 w 123365"/>
                <a:gd name="csY137" fmla="*/ 128699 h 131977"/>
                <a:gd name="csX138" fmla="*/ 51822 w 123365"/>
                <a:gd name="csY138" fmla="*/ 131978 h 131977"/>
                <a:gd name="csX139" fmla="*/ 49729 w 123365"/>
                <a:gd name="csY139" fmla="*/ 130068 h 131977"/>
                <a:gd name="csX140" fmla="*/ 47919 w 123365"/>
                <a:gd name="csY140" fmla="*/ 126576 h 131977"/>
                <a:gd name="csX141" fmla="*/ 45811 w 123365"/>
                <a:gd name="csY141" fmla="*/ 124423 h 131977"/>
                <a:gd name="csX142" fmla="*/ 41375 w 123365"/>
                <a:gd name="csY142" fmla="*/ 120961 h 131977"/>
                <a:gd name="csX143" fmla="*/ 40188 w 123365"/>
                <a:gd name="csY143" fmla="*/ 118404 h 131977"/>
                <a:gd name="csX144" fmla="*/ 35113 w 123365"/>
                <a:gd name="csY144" fmla="*/ 112782 h 131977"/>
                <a:gd name="csX145" fmla="*/ 27824 w 123365"/>
                <a:gd name="csY145" fmla="*/ 107159 h 131977"/>
                <a:gd name="csX146" fmla="*/ 22552 w 123365"/>
                <a:gd name="csY146" fmla="*/ 102282 h 131977"/>
                <a:gd name="csX147" fmla="*/ 21753 w 123365"/>
                <a:gd name="csY147" fmla="*/ 101201 h 131977"/>
                <a:gd name="csX148" fmla="*/ 22643 w 123365"/>
                <a:gd name="csY148" fmla="*/ 101331 h 131977"/>
                <a:gd name="csX149" fmla="*/ 27733 w 123365"/>
                <a:gd name="csY149" fmla="*/ 103766 h 131977"/>
                <a:gd name="csX150" fmla="*/ 28426 w 123365"/>
                <a:gd name="csY150" fmla="*/ 103492 h 131977"/>
                <a:gd name="csX151" fmla="*/ 29011 w 123365"/>
                <a:gd name="csY151" fmla="*/ 102944 h 131977"/>
                <a:gd name="csX152" fmla="*/ 26820 w 123365"/>
                <a:gd name="csY152" fmla="*/ 101666 h 131977"/>
                <a:gd name="csX153" fmla="*/ 24720 w 123365"/>
                <a:gd name="csY153" fmla="*/ 100661 h 131977"/>
                <a:gd name="csX154" fmla="*/ 22750 w 123365"/>
                <a:gd name="csY154" fmla="*/ 100037 h 131977"/>
                <a:gd name="csX155" fmla="*/ 20779 w 123365"/>
                <a:gd name="csY155" fmla="*/ 100091 h 131977"/>
                <a:gd name="csX156" fmla="*/ 19676 w 123365"/>
                <a:gd name="csY156" fmla="*/ 99063 h 131977"/>
                <a:gd name="csX157" fmla="*/ 18960 w 123365"/>
                <a:gd name="csY157" fmla="*/ 97496 h 131977"/>
                <a:gd name="csX158" fmla="*/ 18595 w 123365"/>
                <a:gd name="csY158" fmla="*/ 96157 h 131977"/>
                <a:gd name="csX159" fmla="*/ 17720 w 123365"/>
                <a:gd name="csY159" fmla="*/ 94749 h 131977"/>
                <a:gd name="csX160" fmla="*/ 14928 w 123365"/>
                <a:gd name="csY160" fmla="*/ 91858 h 131977"/>
                <a:gd name="csX161" fmla="*/ 14251 w 123365"/>
                <a:gd name="csY161" fmla="*/ 90740 h 131977"/>
                <a:gd name="csX162" fmla="*/ 12722 w 123365"/>
                <a:gd name="csY162" fmla="*/ 89218 h 131977"/>
                <a:gd name="csX163" fmla="*/ 13650 w 123365"/>
                <a:gd name="csY163" fmla="*/ 89012 h 131977"/>
                <a:gd name="csX164" fmla="*/ 16647 w 123365"/>
                <a:gd name="csY164" fmla="*/ 90473 h 131977"/>
                <a:gd name="csX165" fmla="*/ 16914 w 123365"/>
                <a:gd name="csY165" fmla="*/ 89887 h 131977"/>
                <a:gd name="csX166" fmla="*/ 16655 w 123365"/>
                <a:gd name="csY166" fmla="*/ 89035 h 131977"/>
                <a:gd name="csX167" fmla="*/ 13642 w 123365"/>
                <a:gd name="csY167" fmla="*/ 87651 h 131977"/>
                <a:gd name="csX168" fmla="*/ 12014 w 123365"/>
                <a:gd name="csY168" fmla="*/ 87559 h 131977"/>
                <a:gd name="csX169" fmla="*/ 11633 w 123365"/>
                <a:gd name="csY169" fmla="*/ 86585 h 131977"/>
                <a:gd name="csX170" fmla="*/ 11854 w 123365"/>
                <a:gd name="csY170" fmla="*/ 85459 h 131977"/>
                <a:gd name="csX171" fmla="*/ 9701 w 123365"/>
                <a:gd name="csY171" fmla="*/ 81252 h 131977"/>
                <a:gd name="csX172" fmla="*/ 7464 w 123365"/>
                <a:gd name="csY172" fmla="*/ 78094 h 131977"/>
                <a:gd name="csX173" fmla="*/ 7114 w 123365"/>
                <a:gd name="csY173" fmla="*/ 76603 h 131977"/>
                <a:gd name="csX174" fmla="*/ 13148 w 123365"/>
                <a:gd name="csY174" fmla="*/ 83466 h 131977"/>
                <a:gd name="csX175" fmla="*/ 13954 w 123365"/>
                <a:gd name="csY175" fmla="*/ 83580 h 131977"/>
                <a:gd name="csX176" fmla="*/ 15019 w 123365"/>
                <a:gd name="csY176" fmla="*/ 83519 h 131977"/>
                <a:gd name="csX177" fmla="*/ 17515 w 123365"/>
                <a:gd name="csY177" fmla="*/ 82751 h 131977"/>
                <a:gd name="csX178" fmla="*/ 17035 w 123365"/>
                <a:gd name="csY178" fmla="*/ 81830 h 131977"/>
                <a:gd name="csX179" fmla="*/ 15909 w 123365"/>
                <a:gd name="csY179" fmla="*/ 80848 h 131977"/>
                <a:gd name="csX180" fmla="*/ 14821 w 123365"/>
                <a:gd name="csY180" fmla="*/ 81305 h 131977"/>
                <a:gd name="csX181" fmla="*/ 13399 w 123365"/>
                <a:gd name="csY181" fmla="*/ 81396 h 131977"/>
                <a:gd name="csX182" fmla="*/ 12653 w 123365"/>
                <a:gd name="csY182" fmla="*/ 80985 h 131977"/>
                <a:gd name="csX183" fmla="*/ 12318 w 123365"/>
                <a:gd name="csY183" fmla="*/ 80278 h 131977"/>
                <a:gd name="csX184" fmla="*/ 13741 w 123365"/>
                <a:gd name="csY184" fmla="*/ 76945 h 131977"/>
                <a:gd name="csX185" fmla="*/ 13125 w 123365"/>
                <a:gd name="csY185" fmla="*/ 77120 h 131977"/>
                <a:gd name="csX186" fmla="*/ 12676 w 123365"/>
                <a:gd name="csY186" fmla="*/ 77706 h 131977"/>
                <a:gd name="csX187" fmla="*/ 11892 w 123365"/>
                <a:gd name="csY187" fmla="*/ 77995 h 131977"/>
                <a:gd name="csX188" fmla="*/ 10690 w 123365"/>
                <a:gd name="csY188" fmla="*/ 78163 h 131977"/>
                <a:gd name="csX189" fmla="*/ 7715 w 123365"/>
                <a:gd name="csY189" fmla="*/ 76382 h 131977"/>
                <a:gd name="csX190" fmla="*/ 5098 w 123365"/>
                <a:gd name="csY190" fmla="*/ 71574 h 131977"/>
                <a:gd name="csX191" fmla="*/ 4405 w 123365"/>
                <a:gd name="csY191" fmla="*/ 70584 h 131977"/>
                <a:gd name="csX192" fmla="*/ 3705 w 123365"/>
                <a:gd name="csY192" fmla="*/ 68911 h 131977"/>
                <a:gd name="csX193" fmla="*/ 3013 w 123365"/>
                <a:gd name="csY193" fmla="*/ 68218 h 131977"/>
                <a:gd name="csX194" fmla="*/ 0 w 123365"/>
                <a:gd name="csY194" fmla="*/ 61378 h 131977"/>
                <a:gd name="csX195" fmla="*/ 1149 w 123365"/>
                <a:gd name="csY195" fmla="*/ 61888 h 131977"/>
                <a:gd name="csX196" fmla="*/ 2526 w 123365"/>
                <a:gd name="csY196" fmla="*/ 63866 h 131977"/>
                <a:gd name="csX197" fmla="*/ 5197 w 123365"/>
                <a:gd name="csY197" fmla="*/ 63448 h 131977"/>
                <a:gd name="csX198" fmla="*/ 6239 w 123365"/>
                <a:gd name="csY198" fmla="*/ 62306 h 131977"/>
                <a:gd name="csX199" fmla="*/ 7144 w 123365"/>
                <a:gd name="csY199" fmla="*/ 62345 h 131977"/>
                <a:gd name="csX200" fmla="*/ 8080 w 123365"/>
                <a:gd name="csY200" fmla="*/ 62086 h 131977"/>
                <a:gd name="csX201" fmla="*/ 9252 w 123365"/>
                <a:gd name="csY201" fmla="*/ 61005 h 131977"/>
                <a:gd name="csX202" fmla="*/ 12676 w 123365"/>
                <a:gd name="csY202" fmla="*/ 56288 h 131977"/>
                <a:gd name="csX203" fmla="*/ 13581 w 123365"/>
                <a:gd name="csY203" fmla="*/ 50080 h 131977"/>
                <a:gd name="csX204" fmla="*/ 13284 w 123365"/>
                <a:gd name="csY204" fmla="*/ 46389 h 131977"/>
                <a:gd name="csX205" fmla="*/ 12782 w 123365"/>
                <a:gd name="csY205" fmla="*/ 42722 h 131977"/>
                <a:gd name="csX206" fmla="*/ 13916 w 123365"/>
                <a:gd name="csY206" fmla="*/ 41550 h 131977"/>
                <a:gd name="csX207" fmla="*/ 14365 w 123365"/>
                <a:gd name="csY207" fmla="*/ 42326 h 131977"/>
                <a:gd name="csX208" fmla="*/ 14586 w 123365"/>
                <a:gd name="csY208" fmla="*/ 43627 h 131977"/>
                <a:gd name="csX209" fmla="*/ 15118 w 123365"/>
                <a:gd name="csY209" fmla="*/ 44594 h 131977"/>
                <a:gd name="csX210" fmla="*/ 16335 w 123365"/>
                <a:gd name="csY210" fmla="*/ 45454 h 131977"/>
                <a:gd name="csX211" fmla="*/ 18603 w 123365"/>
                <a:gd name="csY211" fmla="*/ 45682 h 131977"/>
                <a:gd name="csX212" fmla="*/ 22103 w 123365"/>
                <a:gd name="csY212" fmla="*/ 47044 h 131977"/>
                <a:gd name="csX213" fmla="*/ 23351 w 123365"/>
                <a:gd name="csY213" fmla="*/ 47903 h 131977"/>
                <a:gd name="csX214" fmla="*/ 23693 w 123365"/>
                <a:gd name="csY214" fmla="*/ 46176 h 131977"/>
                <a:gd name="csX215" fmla="*/ 27725 w 123365"/>
                <a:gd name="csY215" fmla="*/ 44708 h 131977"/>
                <a:gd name="csX216" fmla="*/ 26500 w 123365"/>
                <a:gd name="csY216" fmla="*/ 44183 h 131977"/>
                <a:gd name="csX217" fmla="*/ 22925 w 123365"/>
                <a:gd name="csY217" fmla="*/ 44761 h 131977"/>
                <a:gd name="csX218" fmla="*/ 18009 w 123365"/>
                <a:gd name="csY218" fmla="*/ 42562 h 131977"/>
                <a:gd name="csX219" fmla="*/ 16373 w 123365"/>
                <a:gd name="csY219" fmla="*/ 41170 h 131977"/>
                <a:gd name="csX220" fmla="*/ 14852 w 123365"/>
                <a:gd name="csY220" fmla="*/ 38514 h 131977"/>
                <a:gd name="csX221" fmla="*/ 13277 w 123365"/>
                <a:gd name="csY221" fmla="*/ 37130 h 131977"/>
                <a:gd name="csX222" fmla="*/ 13383 w 123365"/>
                <a:gd name="csY222" fmla="*/ 35889 h 131977"/>
                <a:gd name="csX223" fmla="*/ 16914 w 123365"/>
                <a:gd name="csY223" fmla="*/ 34741 h 131977"/>
                <a:gd name="csX224" fmla="*/ 17850 w 123365"/>
                <a:gd name="csY224" fmla="*/ 34870 h 131977"/>
                <a:gd name="csX225" fmla="*/ 18222 w 123365"/>
                <a:gd name="csY225" fmla="*/ 36240 h 131977"/>
                <a:gd name="csX226" fmla="*/ 19174 w 123365"/>
                <a:gd name="csY226" fmla="*/ 36802 h 131977"/>
                <a:gd name="csX227" fmla="*/ 19531 w 123365"/>
                <a:gd name="csY227" fmla="*/ 36612 h 131977"/>
                <a:gd name="csX228" fmla="*/ 19691 w 123365"/>
                <a:gd name="csY228" fmla="*/ 35448 h 131977"/>
                <a:gd name="csX229" fmla="*/ 19699 w 123365"/>
                <a:gd name="csY229" fmla="*/ 32313 h 131977"/>
                <a:gd name="csX230" fmla="*/ 18626 w 123365"/>
                <a:gd name="csY230" fmla="*/ 27817 h 131977"/>
                <a:gd name="csX231" fmla="*/ 18953 w 123365"/>
                <a:gd name="csY231" fmla="*/ 26949 h 131977"/>
                <a:gd name="csX232" fmla="*/ 19919 w 123365"/>
                <a:gd name="csY232" fmla="*/ 26637 h 131977"/>
                <a:gd name="csX233" fmla="*/ 20779 w 123365"/>
                <a:gd name="csY233" fmla="*/ 26044 h 131977"/>
                <a:gd name="csX234" fmla="*/ 21380 w 123365"/>
                <a:gd name="csY234" fmla="*/ 25938 h 131977"/>
                <a:gd name="csX235" fmla="*/ 22574 w 123365"/>
                <a:gd name="csY235" fmla="*/ 26044 h 131977"/>
                <a:gd name="csX236" fmla="*/ 23176 w 123365"/>
                <a:gd name="csY236" fmla="*/ 27086 h 131977"/>
                <a:gd name="csX237" fmla="*/ 23503 w 123365"/>
                <a:gd name="csY237" fmla="*/ 27657 h 131977"/>
                <a:gd name="csX238" fmla="*/ 24713 w 123365"/>
                <a:gd name="csY238" fmla="*/ 27923 h 131977"/>
                <a:gd name="csX239" fmla="*/ 25702 w 123365"/>
                <a:gd name="csY239" fmla="*/ 28479 h 131977"/>
                <a:gd name="csX240" fmla="*/ 26554 w 123365"/>
                <a:gd name="csY240" fmla="*/ 28327 h 131977"/>
                <a:gd name="csX241" fmla="*/ 27261 w 123365"/>
                <a:gd name="csY241" fmla="*/ 27680 h 131977"/>
                <a:gd name="csX242" fmla="*/ 28296 w 123365"/>
                <a:gd name="csY242" fmla="*/ 27543 h 131977"/>
                <a:gd name="csX243" fmla="*/ 31515 w 123365"/>
                <a:gd name="csY243" fmla="*/ 27558 h 131977"/>
                <a:gd name="csX244" fmla="*/ 34429 w 123365"/>
                <a:gd name="csY244" fmla="*/ 27566 h 131977"/>
                <a:gd name="csX245" fmla="*/ 40226 w 123365"/>
                <a:gd name="csY245" fmla="*/ 27581 h 131977"/>
                <a:gd name="csX246" fmla="*/ 46032 w 123365"/>
                <a:gd name="csY246" fmla="*/ 27604 h 131977"/>
                <a:gd name="csX247" fmla="*/ 51837 w 123365"/>
                <a:gd name="csY247" fmla="*/ 27619 h 131977"/>
                <a:gd name="csX248" fmla="*/ 56204 w 123365"/>
                <a:gd name="csY248" fmla="*/ 27634 h 131977"/>
                <a:gd name="csX249" fmla="*/ 56189 w 123365"/>
                <a:gd name="csY249" fmla="*/ 25070 h 131977"/>
                <a:gd name="csX250" fmla="*/ 56166 w 123365"/>
                <a:gd name="csY250" fmla="*/ 21106 h 131977"/>
                <a:gd name="csX251" fmla="*/ 56144 w 123365"/>
                <a:gd name="csY251" fmla="*/ 16419 h 131977"/>
                <a:gd name="csX252" fmla="*/ 56113 w 123365"/>
                <a:gd name="csY252" fmla="*/ 11923 h 131977"/>
                <a:gd name="csX253" fmla="*/ 56090 w 123365"/>
                <a:gd name="csY253" fmla="*/ 7768 h 131977"/>
                <a:gd name="csX254" fmla="*/ 56067 w 123365"/>
                <a:gd name="csY254" fmla="*/ 2861 h 131977"/>
                <a:gd name="csX255" fmla="*/ 56303 w 123365"/>
                <a:gd name="csY255" fmla="*/ 1445 h 131977"/>
                <a:gd name="csX256" fmla="*/ 56592 w 123365"/>
                <a:gd name="csY256" fmla="*/ 867 h 131977"/>
                <a:gd name="csX257" fmla="*/ 56486 w 123365"/>
                <a:gd name="csY257" fmla="*/ 53 h 131977"/>
                <a:gd name="csX258" fmla="*/ 60983 w 123365"/>
                <a:gd name="csY258" fmla="*/ 0 h 131977"/>
                <a:gd name="csX259" fmla="*/ 69108 w 123365"/>
                <a:gd name="csY259" fmla="*/ 358 h 131977"/>
                <a:gd name="csX260" fmla="*/ 72662 w 123365"/>
                <a:gd name="csY260" fmla="*/ 312 h 131977"/>
                <a:gd name="csX261" fmla="*/ 73674 w 123365"/>
                <a:gd name="csY261" fmla="*/ 380 h 131977"/>
                <a:gd name="csX262" fmla="*/ 78117 w 123365"/>
                <a:gd name="csY262" fmla="*/ 129 h 131977"/>
                <a:gd name="csX263" fmla="*/ 81708 w 123365"/>
                <a:gd name="csY263" fmla="*/ 441 h 131977"/>
                <a:gd name="csX264" fmla="*/ 83238 w 123365"/>
                <a:gd name="csY264" fmla="*/ 784 h 131977"/>
                <a:gd name="csX265" fmla="*/ 84615 w 123365"/>
                <a:gd name="csY265" fmla="*/ 959 h 131977"/>
                <a:gd name="csX266" fmla="*/ 88921 w 123365"/>
                <a:gd name="csY266" fmla="*/ 1172 h 131977"/>
                <a:gd name="csX267" fmla="*/ 94544 w 123365"/>
                <a:gd name="csY267" fmla="*/ 905 h 131977"/>
                <a:gd name="csX268" fmla="*/ 96454 w 123365"/>
                <a:gd name="csY268" fmla="*/ 966 h 131977"/>
                <a:gd name="csX269" fmla="*/ 97511 w 123365"/>
                <a:gd name="csY269" fmla="*/ 1651 h 1319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Lst>
              <a:rect l="l" t="t" r="r" b="b"/>
              <a:pathLst>
                <a:path w="123365" h="131977">
                  <a:moveTo>
                    <a:pt x="98021" y="2983"/>
                  </a:moveTo>
                  <a:lnTo>
                    <a:pt x="97915" y="4466"/>
                  </a:lnTo>
                  <a:lnTo>
                    <a:pt x="96218" y="8103"/>
                  </a:lnTo>
                  <a:lnTo>
                    <a:pt x="95427" y="10903"/>
                  </a:lnTo>
                  <a:lnTo>
                    <a:pt x="95229" y="13878"/>
                  </a:lnTo>
                  <a:lnTo>
                    <a:pt x="95693" y="16282"/>
                  </a:lnTo>
                  <a:lnTo>
                    <a:pt x="96507" y="17987"/>
                  </a:lnTo>
                  <a:lnTo>
                    <a:pt x="97032" y="19851"/>
                  </a:lnTo>
                  <a:lnTo>
                    <a:pt x="96629" y="21152"/>
                  </a:lnTo>
                  <a:lnTo>
                    <a:pt x="95807" y="21707"/>
                  </a:lnTo>
                  <a:lnTo>
                    <a:pt x="96370" y="22362"/>
                  </a:lnTo>
                  <a:lnTo>
                    <a:pt x="97603" y="22514"/>
                  </a:lnTo>
                  <a:lnTo>
                    <a:pt x="99702" y="21951"/>
                  </a:lnTo>
                  <a:lnTo>
                    <a:pt x="102929" y="20954"/>
                  </a:lnTo>
                  <a:lnTo>
                    <a:pt x="107151" y="19516"/>
                  </a:lnTo>
                  <a:lnTo>
                    <a:pt x="109928" y="18747"/>
                  </a:lnTo>
                  <a:lnTo>
                    <a:pt x="114517" y="19234"/>
                  </a:lnTo>
                  <a:lnTo>
                    <a:pt x="116966" y="19782"/>
                  </a:lnTo>
                  <a:lnTo>
                    <a:pt x="118222" y="20787"/>
                  </a:lnTo>
                  <a:lnTo>
                    <a:pt x="119576" y="25062"/>
                  </a:lnTo>
                  <a:lnTo>
                    <a:pt x="120246" y="25717"/>
                  </a:lnTo>
                  <a:lnTo>
                    <a:pt x="121357" y="27535"/>
                  </a:lnTo>
                  <a:lnTo>
                    <a:pt x="122285" y="29719"/>
                  </a:lnTo>
                  <a:lnTo>
                    <a:pt x="122483" y="30830"/>
                  </a:lnTo>
                  <a:lnTo>
                    <a:pt x="122376" y="31629"/>
                  </a:lnTo>
                  <a:lnTo>
                    <a:pt x="121448" y="32808"/>
                  </a:lnTo>
                  <a:lnTo>
                    <a:pt x="120398" y="34550"/>
                  </a:lnTo>
                  <a:lnTo>
                    <a:pt x="120025" y="35600"/>
                  </a:lnTo>
                  <a:lnTo>
                    <a:pt x="119150" y="36384"/>
                  </a:lnTo>
                  <a:lnTo>
                    <a:pt x="118039" y="37153"/>
                  </a:lnTo>
                  <a:lnTo>
                    <a:pt x="114973" y="37464"/>
                  </a:lnTo>
                  <a:lnTo>
                    <a:pt x="114501" y="37921"/>
                  </a:lnTo>
                  <a:lnTo>
                    <a:pt x="113649" y="39770"/>
                  </a:lnTo>
                  <a:lnTo>
                    <a:pt x="112028" y="41337"/>
                  </a:lnTo>
                  <a:lnTo>
                    <a:pt x="111290" y="42821"/>
                  </a:lnTo>
                  <a:lnTo>
                    <a:pt x="110644" y="44799"/>
                  </a:lnTo>
                  <a:lnTo>
                    <a:pt x="110773" y="47241"/>
                  </a:lnTo>
                  <a:lnTo>
                    <a:pt x="110446" y="50764"/>
                  </a:lnTo>
                  <a:lnTo>
                    <a:pt x="110119" y="53153"/>
                  </a:lnTo>
                  <a:lnTo>
                    <a:pt x="110925" y="53990"/>
                  </a:lnTo>
                  <a:lnTo>
                    <a:pt x="114593" y="54569"/>
                  </a:lnTo>
                  <a:lnTo>
                    <a:pt x="115300" y="55040"/>
                  </a:lnTo>
                  <a:lnTo>
                    <a:pt x="116274" y="56516"/>
                  </a:lnTo>
                  <a:lnTo>
                    <a:pt x="117522" y="57909"/>
                  </a:lnTo>
                  <a:lnTo>
                    <a:pt x="120869" y="58784"/>
                  </a:lnTo>
                  <a:lnTo>
                    <a:pt x="122171" y="59841"/>
                  </a:lnTo>
                  <a:lnTo>
                    <a:pt x="123228" y="61005"/>
                  </a:lnTo>
                  <a:lnTo>
                    <a:pt x="123365" y="61956"/>
                  </a:lnTo>
                  <a:lnTo>
                    <a:pt x="122604" y="65784"/>
                  </a:lnTo>
                  <a:lnTo>
                    <a:pt x="121874" y="69459"/>
                  </a:lnTo>
                  <a:lnTo>
                    <a:pt x="122163" y="72258"/>
                  </a:lnTo>
                  <a:lnTo>
                    <a:pt x="122429" y="74929"/>
                  </a:lnTo>
                  <a:lnTo>
                    <a:pt x="122833" y="78817"/>
                  </a:lnTo>
                  <a:lnTo>
                    <a:pt x="122658" y="81191"/>
                  </a:lnTo>
                  <a:lnTo>
                    <a:pt x="121707" y="82644"/>
                  </a:lnTo>
                  <a:lnTo>
                    <a:pt x="121707" y="83778"/>
                  </a:lnTo>
                  <a:lnTo>
                    <a:pt x="122140" y="85147"/>
                  </a:lnTo>
                  <a:lnTo>
                    <a:pt x="121303" y="88936"/>
                  </a:lnTo>
                  <a:lnTo>
                    <a:pt x="120763" y="89575"/>
                  </a:lnTo>
                  <a:lnTo>
                    <a:pt x="119264" y="90283"/>
                  </a:lnTo>
                  <a:lnTo>
                    <a:pt x="118473" y="91303"/>
                  </a:lnTo>
                  <a:lnTo>
                    <a:pt x="118222" y="92900"/>
                  </a:lnTo>
                  <a:lnTo>
                    <a:pt x="117415" y="95092"/>
                  </a:lnTo>
                  <a:lnTo>
                    <a:pt x="116578" y="95891"/>
                  </a:lnTo>
                  <a:lnTo>
                    <a:pt x="116578" y="96910"/>
                  </a:lnTo>
                  <a:lnTo>
                    <a:pt x="117385" y="97648"/>
                  </a:lnTo>
                  <a:lnTo>
                    <a:pt x="117370" y="98789"/>
                  </a:lnTo>
                  <a:lnTo>
                    <a:pt x="115871" y="100144"/>
                  </a:lnTo>
                  <a:lnTo>
                    <a:pt x="114973" y="101178"/>
                  </a:lnTo>
                  <a:lnTo>
                    <a:pt x="112972" y="101688"/>
                  </a:lnTo>
                  <a:lnTo>
                    <a:pt x="110689" y="101148"/>
                  </a:lnTo>
                  <a:lnTo>
                    <a:pt x="110157" y="100395"/>
                  </a:lnTo>
                  <a:lnTo>
                    <a:pt x="110704" y="99223"/>
                  </a:lnTo>
                  <a:lnTo>
                    <a:pt x="110507" y="98280"/>
                  </a:lnTo>
                  <a:lnTo>
                    <a:pt x="109723" y="97291"/>
                  </a:lnTo>
                  <a:lnTo>
                    <a:pt x="108498" y="94749"/>
                  </a:lnTo>
                  <a:lnTo>
                    <a:pt x="107418" y="94209"/>
                  </a:lnTo>
                  <a:lnTo>
                    <a:pt x="106816" y="95251"/>
                  </a:lnTo>
                  <a:lnTo>
                    <a:pt x="104960" y="97184"/>
                  </a:lnTo>
                  <a:lnTo>
                    <a:pt x="101681" y="99665"/>
                  </a:lnTo>
                  <a:lnTo>
                    <a:pt x="99383" y="99862"/>
                  </a:lnTo>
                  <a:lnTo>
                    <a:pt x="95138" y="99109"/>
                  </a:lnTo>
                  <a:lnTo>
                    <a:pt x="91584" y="97922"/>
                  </a:lnTo>
                  <a:lnTo>
                    <a:pt x="89903" y="95016"/>
                  </a:lnTo>
                  <a:lnTo>
                    <a:pt x="88860" y="92611"/>
                  </a:lnTo>
                  <a:lnTo>
                    <a:pt x="87339" y="89827"/>
                  </a:lnTo>
                  <a:lnTo>
                    <a:pt x="85634" y="88503"/>
                  </a:lnTo>
                  <a:lnTo>
                    <a:pt x="83816" y="87651"/>
                  </a:lnTo>
                  <a:lnTo>
                    <a:pt x="83009" y="87597"/>
                  </a:lnTo>
                  <a:lnTo>
                    <a:pt x="80407" y="89149"/>
                  </a:lnTo>
                  <a:lnTo>
                    <a:pt x="79624" y="89766"/>
                  </a:lnTo>
                  <a:lnTo>
                    <a:pt x="79631" y="91067"/>
                  </a:lnTo>
                  <a:lnTo>
                    <a:pt x="79875" y="92284"/>
                  </a:lnTo>
                  <a:lnTo>
                    <a:pt x="80278" y="92870"/>
                  </a:lnTo>
                  <a:lnTo>
                    <a:pt x="80613" y="93654"/>
                  </a:lnTo>
                  <a:lnTo>
                    <a:pt x="80552" y="94863"/>
                  </a:lnTo>
                  <a:lnTo>
                    <a:pt x="80088" y="96484"/>
                  </a:lnTo>
                  <a:lnTo>
                    <a:pt x="79928" y="98272"/>
                  </a:lnTo>
                  <a:lnTo>
                    <a:pt x="71772" y="100030"/>
                  </a:lnTo>
                  <a:lnTo>
                    <a:pt x="70364" y="99398"/>
                  </a:lnTo>
                  <a:lnTo>
                    <a:pt x="69337" y="98592"/>
                  </a:lnTo>
                  <a:lnTo>
                    <a:pt x="68104" y="98736"/>
                  </a:lnTo>
                  <a:lnTo>
                    <a:pt x="64559" y="99649"/>
                  </a:lnTo>
                  <a:lnTo>
                    <a:pt x="63258" y="99010"/>
                  </a:lnTo>
                  <a:lnTo>
                    <a:pt x="61972" y="98546"/>
                  </a:lnTo>
                  <a:lnTo>
                    <a:pt x="61378" y="98934"/>
                  </a:lnTo>
                  <a:lnTo>
                    <a:pt x="61332" y="99695"/>
                  </a:lnTo>
                  <a:lnTo>
                    <a:pt x="61934" y="103910"/>
                  </a:lnTo>
                  <a:lnTo>
                    <a:pt x="61736" y="105515"/>
                  </a:lnTo>
                  <a:lnTo>
                    <a:pt x="60944" y="107615"/>
                  </a:lnTo>
                  <a:lnTo>
                    <a:pt x="60526" y="109038"/>
                  </a:lnTo>
                  <a:lnTo>
                    <a:pt x="62695" y="109434"/>
                  </a:lnTo>
                  <a:lnTo>
                    <a:pt x="63471" y="110096"/>
                  </a:lnTo>
                  <a:lnTo>
                    <a:pt x="64231" y="111153"/>
                  </a:lnTo>
                  <a:lnTo>
                    <a:pt x="65274" y="112142"/>
                  </a:lnTo>
                  <a:lnTo>
                    <a:pt x="65342" y="112744"/>
                  </a:lnTo>
                  <a:lnTo>
                    <a:pt x="64163" y="113847"/>
                  </a:lnTo>
                  <a:lnTo>
                    <a:pt x="63760" y="115201"/>
                  </a:lnTo>
                  <a:lnTo>
                    <a:pt x="64323" y="116259"/>
                  </a:lnTo>
                  <a:lnTo>
                    <a:pt x="65791" y="117370"/>
                  </a:lnTo>
                  <a:lnTo>
                    <a:pt x="67944" y="118518"/>
                  </a:lnTo>
                  <a:lnTo>
                    <a:pt x="68994" y="119272"/>
                  </a:lnTo>
                  <a:lnTo>
                    <a:pt x="68888" y="119964"/>
                  </a:lnTo>
                  <a:lnTo>
                    <a:pt x="67891" y="121425"/>
                  </a:lnTo>
                  <a:lnTo>
                    <a:pt x="67511" y="122673"/>
                  </a:lnTo>
                  <a:lnTo>
                    <a:pt x="66826" y="123791"/>
                  </a:lnTo>
                  <a:lnTo>
                    <a:pt x="66970" y="124826"/>
                  </a:lnTo>
                  <a:lnTo>
                    <a:pt x="67937" y="125792"/>
                  </a:lnTo>
                  <a:lnTo>
                    <a:pt x="67838" y="126652"/>
                  </a:lnTo>
                  <a:lnTo>
                    <a:pt x="67176" y="127306"/>
                  </a:lnTo>
                  <a:lnTo>
                    <a:pt x="65837" y="127169"/>
                  </a:lnTo>
                  <a:lnTo>
                    <a:pt x="64703" y="127261"/>
                  </a:lnTo>
                  <a:lnTo>
                    <a:pt x="63691" y="126994"/>
                  </a:lnTo>
                  <a:lnTo>
                    <a:pt x="60511" y="123654"/>
                  </a:lnTo>
                  <a:lnTo>
                    <a:pt x="59811" y="123555"/>
                  </a:lnTo>
                  <a:lnTo>
                    <a:pt x="55200" y="126127"/>
                  </a:lnTo>
                  <a:lnTo>
                    <a:pt x="54051" y="127177"/>
                  </a:lnTo>
                  <a:lnTo>
                    <a:pt x="53100" y="128699"/>
                  </a:lnTo>
                  <a:lnTo>
                    <a:pt x="51822" y="131978"/>
                  </a:lnTo>
                  <a:lnTo>
                    <a:pt x="49729" y="130068"/>
                  </a:lnTo>
                  <a:lnTo>
                    <a:pt x="47919" y="126576"/>
                  </a:lnTo>
                  <a:lnTo>
                    <a:pt x="45811" y="124423"/>
                  </a:lnTo>
                  <a:lnTo>
                    <a:pt x="41375" y="120961"/>
                  </a:lnTo>
                  <a:lnTo>
                    <a:pt x="40188" y="118404"/>
                  </a:lnTo>
                  <a:lnTo>
                    <a:pt x="35113" y="112782"/>
                  </a:lnTo>
                  <a:lnTo>
                    <a:pt x="27824" y="107159"/>
                  </a:lnTo>
                  <a:lnTo>
                    <a:pt x="22552" y="102282"/>
                  </a:lnTo>
                  <a:lnTo>
                    <a:pt x="21753" y="101201"/>
                  </a:lnTo>
                  <a:lnTo>
                    <a:pt x="22643" y="101331"/>
                  </a:lnTo>
                  <a:lnTo>
                    <a:pt x="27733" y="103766"/>
                  </a:lnTo>
                  <a:lnTo>
                    <a:pt x="28426" y="103492"/>
                  </a:lnTo>
                  <a:lnTo>
                    <a:pt x="29011" y="102944"/>
                  </a:lnTo>
                  <a:lnTo>
                    <a:pt x="26820" y="101666"/>
                  </a:lnTo>
                  <a:lnTo>
                    <a:pt x="24720" y="100661"/>
                  </a:lnTo>
                  <a:lnTo>
                    <a:pt x="22750" y="100037"/>
                  </a:lnTo>
                  <a:lnTo>
                    <a:pt x="20779" y="100091"/>
                  </a:lnTo>
                  <a:lnTo>
                    <a:pt x="19676" y="99063"/>
                  </a:lnTo>
                  <a:lnTo>
                    <a:pt x="18960" y="97496"/>
                  </a:lnTo>
                  <a:lnTo>
                    <a:pt x="18595" y="96157"/>
                  </a:lnTo>
                  <a:lnTo>
                    <a:pt x="17720" y="94749"/>
                  </a:lnTo>
                  <a:lnTo>
                    <a:pt x="14928" y="91858"/>
                  </a:lnTo>
                  <a:lnTo>
                    <a:pt x="14251" y="90740"/>
                  </a:lnTo>
                  <a:lnTo>
                    <a:pt x="12722" y="89218"/>
                  </a:lnTo>
                  <a:lnTo>
                    <a:pt x="13650" y="89012"/>
                  </a:lnTo>
                  <a:lnTo>
                    <a:pt x="16647" y="90473"/>
                  </a:lnTo>
                  <a:lnTo>
                    <a:pt x="16914" y="89887"/>
                  </a:lnTo>
                  <a:lnTo>
                    <a:pt x="16655" y="89035"/>
                  </a:lnTo>
                  <a:lnTo>
                    <a:pt x="13642" y="87651"/>
                  </a:lnTo>
                  <a:lnTo>
                    <a:pt x="12014" y="87559"/>
                  </a:lnTo>
                  <a:lnTo>
                    <a:pt x="11633" y="86585"/>
                  </a:lnTo>
                  <a:lnTo>
                    <a:pt x="11854" y="85459"/>
                  </a:lnTo>
                  <a:lnTo>
                    <a:pt x="9701" y="81252"/>
                  </a:lnTo>
                  <a:lnTo>
                    <a:pt x="7464" y="78094"/>
                  </a:lnTo>
                  <a:lnTo>
                    <a:pt x="7114" y="76603"/>
                  </a:lnTo>
                  <a:lnTo>
                    <a:pt x="13148" y="83466"/>
                  </a:lnTo>
                  <a:lnTo>
                    <a:pt x="13954" y="83580"/>
                  </a:lnTo>
                  <a:lnTo>
                    <a:pt x="15019" y="83519"/>
                  </a:lnTo>
                  <a:lnTo>
                    <a:pt x="17515" y="82751"/>
                  </a:lnTo>
                  <a:lnTo>
                    <a:pt x="17035" y="81830"/>
                  </a:lnTo>
                  <a:lnTo>
                    <a:pt x="15909" y="80848"/>
                  </a:lnTo>
                  <a:lnTo>
                    <a:pt x="14821" y="81305"/>
                  </a:lnTo>
                  <a:lnTo>
                    <a:pt x="13399" y="81396"/>
                  </a:lnTo>
                  <a:lnTo>
                    <a:pt x="12653" y="80985"/>
                  </a:lnTo>
                  <a:lnTo>
                    <a:pt x="12318" y="80278"/>
                  </a:lnTo>
                  <a:lnTo>
                    <a:pt x="13741" y="76945"/>
                  </a:lnTo>
                  <a:lnTo>
                    <a:pt x="13125" y="77120"/>
                  </a:lnTo>
                  <a:lnTo>
                    <a:pt x="12676" y="77706"/>
                  </a:lnTo>
                  <a:lnTo>
                    <a:pt x="11892" y="77995"/>
                  </a:lnTo>
                  <a:lnTo>
                    <a:pt x="10690" y="78163"/>
                  </a:lnTo>
                  <a:lnTo>
                    <a:pt x="7715" y="76382"/>
                  </a:lnTo>
                  <a:lnTo>
                    <a:pt x="5098" y="71574"/>
                  </a:lnTo>
                  <a:lnTo>
                    <a:pt x="4405" y="70584"/>
                  </a:lnTo>
                  <a:lnTo>
                    <a:pt x="3705" y="68911"/>
                  </a:lnTo>
                  <a:lnTo>
                    <a:pt x="3013" y="68218"/>
                  </a:lnTo>
                  <a:lnTo>
                    <a:pt x="0" y="61378"/>
                  </a:lnTo>
                  <a:lnTo>
                    <a:pt x="1149" y="61888"/>
                  </a:lnTo>
                  <a:lnTo>
                    <a:pt x="2526" y="63866"/>
                  </a:lnTo>
                  <a:lnTo>
                    <a:pt x="5197" y="63448"/>
                  </a:lnTo>
                  <a:lnTo>
                    <a:pt x="6239" y="62306"/>
                  </a:lnTo>
                  <a:lnTo>
                    <a:pt x="7144" y="62345"/>
                  </a:lnTo>
                  <a:lnTo>
                    <a:pt x="8080" y="62086"/>
                  </a:lnTo>
                  <a:lnTo>
                    <a:pt x="9252" y="61005"/>
                  </a:lnTo>
                  <a:lnTo>
                    <a:pt x="12676" y="56288"/>
                  </a:lnTo>
                  <a:lnTo>
                    <a:pt x="13581" y="50080"/>
                  </a:lnTo>
                  <a:lnTo>
                    <a:pt x="13284" y="46389"/>
                  </a:lnTo>
                  <a:lnTo>
                    <a:pt x="12782" y="42722"/>
                  </a:lnTo>
                  <a:lnTo>
                    <a:pt x="13916" y="41550"/>
                  </a:lnTo>
                  <a:lnTo>
                    <a:pt x="14365" y="42326"/>
                  </a:lnTo>
                  <a:lnTo>
                    <a:pt x="14586" y="43627"/>
                  </a:lnTo>
                  <a:lnTo>
                    <a:pt x="15118" y="44594"/>
                  </a:lnTo>
                  <a:lnTo>
                    <a:pt x="16335" y="45454"/>
                  </a:lnTo>
                  <a:lnTo>
                    <a:pt x="18603" y="45682"/>
                  </a:lnTo>
                  <a:lnTo>
                    <a:pt x="22103" y="47044"/>
                  </a:lnTo>
                  <a:lnTo>
                    <a:pt x="23351" y="47903"/>
                  </a:lnTo>
                  <a:lnTo>
                    <a:pt x="23693" y="46176"/>
                  </a:lnTo>
                  <a:lnTo>
                    <a:pt x="27725" y="44708"/>
                  </a:lnTo>
                  <a:lnTo>
                    <a:pt x="26500" y="44183"/>
                  </a:lnTo>
                  <a:lnTo>
                    <a:pt x="22925" y="44761"/>
                  </a:lnTo>
                  <a:lnTo>
                    <a:pt x="18009" y="42562"/>
                  </a:lnTo>
                  <a:lnTo>
                    <a:pt x="16373" y="41170"/>
                  </a:lnTo>
                  <a:lnTo>
                    <a:pt x="14852" y="38514"/>
                  </a:lnTo>
                  <a:lnTo>
                    <a:pt x="13277" y="37130"/>
                  </a:lnTo>
                  <a:lnTo>
                    <a:pt x="13383" y="35889"/>
                  </a:lnTo>
                  <a:lnTo>
                    <a:pt x="16914" y="34741"/>
                  </a:lnTo>
                  <a:lnTo>
                    <a:pt x="17850" y="34870"/>
                  </a:lnTo>
                  <a:lnTo>
                    <a:pt x="18222" y="36240"/>
                  </a:lnTo>
                  <a:lnTo>
                    <a:pt x="19174" y="36802"/>
                  </a:lnTo>
                  <a:lnTo>
                    <a:pt x="19531" y="36612"/>
                  </a:lnTo>
                  <a:lnTo>
                    <a:pt x="19691" y="35448"/>
                  </a:lnTo>
                  <a:lnTo>
                    <a:pt x="19699" y="32313"/>
                  </a:lnTo>
                  <a:lnTo>
                    <a:pt x="18626" y="27817"/>
                  </a:lnTo>
                  <a:lnTo>
                    <a:pt x="18953" y="26949"/>
                  </a:lnTo>
                  <a:lnTo>
                    <a:pt x="19919" y="26637"/>
                  </a:lnTo>
                  <a:lnTo>
                    <a:pt x="20779" y="26044"/>
                  </a:lnTo>
                  <a:lnTo>
                    <a:pt x="21380" y="25938"/>
                  </a:lnTo>
                  <a:lnTo>
                    <a:pt x="22574" y="26044"/>
                  </a:lnTo>
                  <a:lnTo>
                    <a:pt x="23176" y="27086"/>
                  </a:lnTo>
                  <a:lnTo>
                    <a:pt x="23503" y="27657"/>
                  </a:lnTo>
                  <a:lnTo>
                    <a:pt x="24713" y="27923"/>
                  </a:lnTo>
                  <a:lnTo>
                    <a:pt x="25702" y="28479"/>
                  </a:lnTo>
                  <a:lnTo>
                    <a:pt x="26554" y="28327"/>
                  </a:lnTo>
                  <a:lnTo>
                    <a:pt x="27261" y="27680"/>
                  </a:lnTo>
                  <a:lnTo>
                    <a:pt x="28296" y="27543"/>
                  </a:lnTo>
                  <a:lnTo>
                    <a:pt x="31515" y="27558"/>
                  </a:lnTo>
                  <a:lnTo>
                    <a:pt x="34429" y="27566"/>
                  </a:lnTo>
                  <a:lnTo>
                    <a:pt x="40226" y="27581"/>
                  </a:lnTo>
                  <a:lnTo>
                    <a:pt x="46032" y="27604"/>
                  </a:lnTo>
                  <a:lnTo>
                    <a:pt x="51837" y="27619"/>
                  </a:lnTo>
                  <a:lnTo>
                    <a:pt x="56204" y="27634"/>
                  </a:lnTo>
                  <a:lnTo>
                    <a:pt x="56189" y="25070"/>
                  </a:lnTo>
                  <a:lnTo>
                    <a:pt x="56166" y="21106"/>
                  </a:lnTo>
                  <a:lnTo>
                    <a:pt x="56144" y="16419"/>
                  </a:lnTo>
                  <a:lnTo>
                    <a:pt x="56113" y="11923"/>
                  </a:lnTo>
                  <a:lnTo>
                    <a:pt x="56090" y="7768"/>
                  </a:lnTo>
                  <a:lnTo>
                    <a:pt x="56067" y="2861"/>
                  </a:lnTo>
                  <a:lnTo>
                    <a:pt x="56303" y="1445"/>
                  </a:lnTo>
                  <a:lnTo>
                    <a:pt x="56592" y="867"/>
                  </a:lnTo>
                  <a:lnTo>
                    <a:pt x="56486" y="53"/>
                  </a:lnTo>
                  <a:lnTo>
                    <a:pt x="60983" y="0"/>
                  </a:lnTo>
                  <a:lnTo>
                    <a:pt x="69108" y="358"/>
                  </a:lnTo>
                  <a:lnTo>
                    <a:pt x="72662" y="312"/>
                  </a:lnTo>
                  <a:lnTo>
                    <a:pt x="73674" y="380"/>
                  </a:lnTo>
                  <a:lnTo>
                    <a:pt x="78117" y="129"/>
                  </a:lnTo>
                  <a:lnTo>
                    <a:pt x="81708" y="441"/>
                  </a:lnTo>
                  <a:lnTo>
                    <a:pt x="83238" y="784"/>
                  </a:lnTo>
                  <a:lnTo>
                    <a:pt x="84615" y="959"/>
                  </a:lnTo>
                  <a:lnTo>
                    <a:pt x="88921" y="1172"/>
                  </a:lnTo>
                  <a:lnTo>
                    <a:pt x="94544" y="905"/>
                  </a:lnTo>
                  <a:lnTo>
                    <a:pt x="96454" y="966"/>
                  </a:lnTo>
                  <a:lnTo>
                    <a:pt x="97511" y="165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37" name="Freeform: Shape 1036">
              <a:extLst>
                <a:ext uri="{FF2B5EF4-FFF2-40B4-BE49-F238E27FC236}">
                  <a16:creationId xmlns:a16="http://schemas.microsoft.com/office/drawing/2014/main" id="{811F7278-9989-124E-27A0-663DDE320174}"/>
                </a:ext>
              </a:extLst>
            </p:cNvPr>
            <p:cNvSpPr/>
            <p:nvPr/>
          </p:nvSpPr>
          <p:spPr>
            <a:xfrm>
              <a:off x="9399922" y="3364190"/>
              <a:ext cx="211252" cy="409112"/>
            </a:xfrm>
            <a:custGeom>
              <a:avLst/>
              <a:gdLst>
                <a:gd name="csX0" fmla="*/ 151190 w 211252"/>
                <a:gd name="csY0" fmla="*/ 386781 h 409112"/>
                <a:gd name="csX1" fmla="*/ 149402 w 211252"/>
                <a:gd name="csY1" fmla="*/ 387938 h 409112"/>
                <a:gd name="csX2" fmla="*/ 148839 w 211252"/>
                <a:gd name="csY2" fmla="*/ 389299 h 409112"/>
                <a:gd name="csX3" fmla="*/ 148405 w 211252"/>
                <a:gd name="csY3" fmla="*/ 389832 h 409112"/>
                <a:gd name="csX4" fmla="*/ 147226 w 211252"/>
                <a:gd name="csY4" fmla="*/ 390182 h 409112"/>
                <a:gd name="csX5" fmla="*/ 146054 w 211252"/>
                <a:gd name="csY5" fmla="*/ 390190 h 409112"/>
                <a:gd name="csX6" fmla="*/ 141596 w 211252"/>
                <a:gd name="csY6" fmla="*/ 387466 h 409112"/>
                <a:gd name="csX7" fmla="*/ 140568 w 211252"/>
                <a:gd name="csY7" fmla="*/ 387588 h 409112"/>
                <a:gd name="csX8" fmla="*/ 141588 w 211252"/>
                <a:gd name="csY8" fmla="*/ 386340 h 409112"/>
                <a:gd name="csX9" fmla="*/ 144357 w 211252"/>
                <a:gd name="csY9" fmla="*/ 385320 h 409112"/>
                <a:gd name="csX10" fmla="*/ 145917 w 211252"/>
                <a:gd name="csY10" fmla="*/ 383974 h 409112"/>
                <a:gd name="csX11" fmla="*/ 149516 w 211252"/>
                <a:gd name="csY11" fmla="*/ 385275 h 409112"/>
                <a:gd name="csX12" fmla="*/ 151190 w 211252"/>
                <a:gd name="csY12" fmla="*/ 386781 h 409112"/>
                <a:gd name="csX13" fmla="*/ 84326 w 211252"/>
                <a:gd name="csY13" fmla="*/ 295707 h 409112"/>
                <a:gd name="csX14" fmla="*/ 85223 w 211252"/>
                <a:gd name="csY14" fmla="*/ 296369 h 409112"/>
                <a:gd name="csX15" fmla="*/ 87476 w 211252"/>
                <a:gd name="csY15" fmla="*/ 296262 h 409112"/>
                <a:gd name="csX16" fmla="*/ 86730 w 211252"/>
                <a:gd name="csY16" fmla="*/ 297738 h 409112"/>
                <a:gd name="csX17" fmla="*/ 84250 w 211252"/>
                <a:gd name="csY17" fmla="*/ 299382 h 409112"/>
                <a:gd name="csX18" fmla="*/ 82583 w 211252"/>
                <a:gd name="csY18" fmla="*/ 301002 h 409112"/>
                <a:gd name="csX19" fmla="*/ 80567 w 211252"/>
                <a:gd name="csY19" fmla="*/ 302356 h 409112"/>
                <a:gd name="csX20" fmla="*/ 79593 w 211252"/>
                <a:gd name="csY20" fmla="*/ 300797 h 409112"/>
                <a:gd name="csX21" fmla="*/ 78460 w 211252"/>
                <a:gd name="csY21" fmla="*/ 300858 h 409112"/>
                <a:gd name="csX22" fmla="*/ 76725 w 211252"/>
                <a:gd name="csY22" fmla="*/ 297860 h 409112"/>
                <a:gd name="csX23" fmla="*/ 76413 w 211252"/>
                <a:gd name="csY23" fmla="*/ 293371 h 409112"/>
                <a:gd name="csX24" fmla="*/ 78680 w 211252"/>
                <a:gd name="csY24" fmla="*/ 292199 h 409112"/>
                <a:gd name="csX25" fmla="*/ 81815 w 211252"/>
                <a:gd name="csY25" fmla="*/ 292268 h 409112"/>
                <a:gd name="csX26" fmla="*/ 84326 w 211252"/>
                <a:gd name="csY26" fmla="*/ 295707 h 409112"/>
                <a:gd name="csX27" fmla="*/ 37815 w 211252"/>
                <a:gd name="csY27" fmla="*/ 225616 h 409112"/>
                <a:gd name="csX28" fmla="*/ 40828 w 211252"/>
                <a:gd name="csY28" fmla="*/ 226552 h 409112"/>
                <a:gd name="csX29" fmla="*/ 43072 w 211252"/>
                <a:gd name="csY29" fmla="*/ 226537 h 409112"/>
                <a:gd name="csX30" fmla="*/ 45066 w 211252"/>
                <a:gd name="csY30" fmla="*/ 229253 h 409112"/>
                <a:gd name="csX31" fmla="*/ 46131 w 211252"/>
                <a:gd name="csY31" fmla="*/ 233529 h 409112"/>
                <a:gd name="csX32" fmla="*/ 48619 w 211252"/>
                <a:gd name="csY32" fmla="*/ 237745 h 409112"/>
                <a:gd name="csX33" fmla="*/ 51875 w 211252"/>
                <a:gd name="csY33" fmla="*/ 241397 h 409112"/>
                <a:gd name="csX34" fmla="*/ 52005 w 211252"/>
                <a:gd name="csY34" fmla="*/ 243626 h 409112"/>
                <a:gd name="csX35" fmla="*/ 50841 w 211252"/>
                <a:gd name="csY35" fmla="*/ 244821 h 409112"/>
                <a:gd name="csX36" fmla="*/ 48413 w 211252"/>
                <a:gd name="csY36" fmla="*/ 246304 h 409112"/>
                <a:gd name="csX37" fmla="*/ 48421 w 211252"/>
                <a:gd name="csY37" fmla="*/ 247894 h 409112"/>
                <a:gd name="csX38" fmla="*/ 50026 w 211252"/>
                <a:gd name="csY38" fmla="*/ 247095 h 409112"/>
                <a:gd name="csX39" fmla="*/ 51411 w 211252"/>
                <a:gd name="csY39" fmla="*/ 246730 h 409112"/>
                <a:gd name="csX40" fmla="*/ 54744 w 211252"/>
                <a:gd name="csY40" fmla="*/ 247080 h 409112"/>
                <a:gd name="csX41" fmla="*/ 55908 w 211252"/>
                <a:gd name="csY41" fmla="*/ 248693 h 409112"/>
                <a:gd name="csX42" fmla="*/ 56714 w 211252"/>
                <a:gd name="csY42" fmla="*/ 251105 h 409112"/>
                <a:gd name="csX43" fmla="*/ 57140 w 211252"/>
                <a:gd name="csY43" fmla="*/ 253083 h 409112"/>
                <a:gd name="csX44" fmla="*/ 56851 w 211252"/>
                <a:gd name="csY44" fmla="*/ 255229 h 409112"/>
                <a:gd name="csX45" fmla="*/ 55953 w 211252"/>
                <a:gd name="csY45" fmla="*/ 254544 h 409112"/>
                <a:gd name="csX46" fmla="*/ 55040 w 211252"/>
                <a:gd name="csY46" fmla="*/ 252627 h 409112"/>
                <a:gd name="csX47" fmla="*/ 54029 w 211252"/>
                <a:gd name="csY47" fmla="*/ 251744 h 409112"/>
                <a:gd name="csX48" fmla="*/ 52849 w 211252"/>
                <a:gd name="csY48" fmla="*/ 251265 h 409112"/>
                <a:gd name="csX49" fmla="*/ 53382 w 211252"/>
                <a:gd name="csY49" fmla="*/ 253905 h 409112"/>
                <a:gd name="csX50" fmla="*/ 53169 w 211252"/>
                <a:gd name="csY50" fmla="*/ 257428 h 409112"/>
                <a:gd name="csX51" fmla="*/ 53678 w 211252"/>
                <a:gd name="csY51" fmla="*/ 257755 h 409112"/>
                <a:gd name="csX52" fmla="*/ 55261 w 211252"/>
                <a:gd name="csY52" fmla="*/ 257816 h 409112"/>
                <a:gd name="csX53" fmla="*/ 54219 w 211252"/>
                <a:gd name="csY53" fmla="*/ 261407 h 409112"/>
                <a:gd name="csX54" fmla="*/ 52050 w 211252"/>
                <a:gd name="csY54" fmla="*/ 262381 h 409112"/>
                <a:gd name="csX55" fmla="*/ 49532 w 211252"/>
                <a:gd name="csY55" fmla="*/ 262746 h 409112"/>
                <a:gd name="csX56" fmla="*/ 48923 w 211252"/>
                <a:gd name="csY56" fmla="*/ 264017 h 409112"/>
                <a:gd name="csX57" fmla="*/ 48467 w 211252"/>
                <a:gd name="csY57" fmla="*/ 265653 h 409112"/>
                <a:gd name="csX58" fmla="*/ 47150 w 211252"/>
                <a:gd name="csY58" fmla="*/ 268087 h 409112"/>
                <a:gd name="csX59" fmla="*/ 45416 w 211252"/>
                <a:gd name="csY59" fmla="*/ 269465 h 409112"/>
                <a:gd name="csX60" fmla="*/ 43270 w 211252"/>
                <a:gd name="csY60" fmla="*/ 269183 h 409112"/>
                <a:gd name="csX61" fmla="*/ 41170 w 211252"/>
                <a:gd name="csY61" fmla="*/ 268095 h 409112"/>
                <a:gd name="csX62" fmla="*/ 39336 w 211252"/>
                <a:gd name="csY62" fmla="*/ 267875 h 409112"/>
                <a:gd name="csX63" fmla="*/ 38058 w 211252"/>
                <a:gd name="csY63" fmla="*/ 268521 h 409112"/>
                <a:gd name="csX64" fmla="*/ 37229 w 211252"/>
                <a:gd name="csY64" fmla="*/ 269122 h 409112"/>
                <a:gd name="csX65" fmla="*/ 36422 w 211252"/>
                <a:gd name="csY65" fmla="*/ 269016 h 409112"/>
                <a:gd name="csX66" fmla="*/ 34117 w 211252"/>
                <a:gd name="csY66" fmla="*/ 269244 h 409112"/>
                <a:gd name="csX67" fmla="*/ 31948 w 211252"/>
                <a:gd name="csY67" fmla="*/ 269198 h 409112"/>
                <a:gd name="csX68" fmla="*/ 31636 w 211252"/>
                <a:gd name="csY68" fmla="*/ 268247 h 409112"/>
                <a:gd name="csX69" fmla="*/ 32009 w 211252"/>
                <a:gd name="csY69" fmla="*/ 265387 h 409112"/>
                <a:gd name="csX70" fmla="*/ 31522 w 211252"/>
                <a:gd name="csY70" fmla="*/ 264610 h 409112"/>
                <a:gd name="csX71" fmla="*/ 29453 w 211252"/>
                <a:gd name="csY71" fmla="*/ 264215 h 409112"/>
                <a:gd name="csX72" fmla="*/ 28684 w 211252"/>
                <a:gd name="csY72" fmla="*/ 263530 h 409112"/>
                <a:gd name="csX73" fmla="*/ 27490 w 211252"/>
                <a:gd name="csY73" fmla="*/ 261552 h 409112"/>
                <a:gd name="csX74" fmla="*/ 27254 w 211252"/>
                <a:gd name="csY74" fmla="*/ 260624 h 409112"/>
                <a:gd name="csX75" fmla="*/ 27086 w 211252"/>
                <a:gd name="csY75" fmla="*/ 259345 h 409112"/>
                <a:gd name="csX76" fmla="*/ 25824 w 211252"/>
                <a:gd name="csY76" fmla="*/ 257694 h 409112"/>
                <a:gd name="csX77" fmla="*/ 24294 w 211252"/>
                <a:gd name="csY77" fmla="*/ 256507 h 409112"/>
                <a:gd name="csX78" fmla="*/ 23396 w 211252"/>
                <a:gd name="csY78" fmla="*/ 256446 h 409112"/>
                <a:gd name="csX79" fmla="*/ 21608 w 211252"/>
                <a:gd name="csY79" fmla="*/ 258379 h 409112"/>
                <a:gd name="csX80" fmla="*/ 20132 w 211252"/>
                <a:gd name="csY80" fmla="*/ 260334 h 409112"/>
                <a:gd name="csX81" fmla="*/ 20650 w 211252"/>
                <a:gd name="csY81" fmla="*/ 261316 h 409112"/>
                <a:gd name="csX82" fmla="*/ 21129 w 211252"/>
                <a:gd name="csY82" fmla="*/ 262602 h 409112"/>
                <a:gd name="csX83" fmla="*/ 20330 w 211252"/>
                <a:gd name="csY83" fmla="*/ 263530 h 409112"/>
                <a:gd name="csX84" fmla="*/ 17903 w 211252"/>
                <a:gd name="csY84" fmla="*/ 265645 h 409112"/>
                <a:gd name="csX85" fmla="*/ 17523 w 211252"/>
                <a:gd name="csY85" fmla="*/ 266467 h 409112"/>
                <a:gd name="csX86" fmla="*/ 16868 w 211252"/>
                <a:gd name="csY86" fmla="*/ 266916 h 409112"/>
                <a:gd name="csX87" fmla="*/ 15712 w 211252"/>
                <a:gd name="csY87" fmla="*/ 266330 h 409112"/>
                <a:gd name="csX88" fmla="*/ 12828 w 211252"/>
                <a:gd name="csY88" fmla="*/ 266467 h 409112"/>
                <a:gd name="csX89" fmla="*/ 11504 w 211252"/>
                <a:gd name="csY89" fmla="*/ 266094 h 409112"/>
                <a:gd name="csX90" fmla="*/ 9960 w 211252"/>
                <a:gd name="csY90" fmla="*/ 264534 h 409112"/>
                <a:gd name="csX91" fmla="*/ 6193 w 211252"/>
                <a:gd name="csY91" fmla="*/ 263492 h 409112"/>
                <a:gd name="csX92" fmla="*/ 5562 w 211252"/>
                <a:gd name="csY92" fmla="*/ 260989 h 409112"/>
                <a:gd name="csX93" fmla="*/ 4839 w 211252"/>
                <a:gd name="csY93" fmla="*/ 260517 h 409112"/>
                <a:gd name="csX94" fmla="*/ 571 w 211252"/>
                <a:gd name="csY94" fmla="*/ 256218 h 409112"/>
                <a:gd name="csX95" fmla="*/ 0 w 211252"/>
                <a:gd name="csY95" fmla="*/ 254780 h 409112"/>
                <a:gd name="csX96" fmla="*/ 555 w 211252"/>
                <a:gd name="csY96" fmla="*/ 253920 h 409112"/>
                <a:gd name="csX97" fmla="*/ 2146 w 211252"/>
                <a:gd name="csY97" fmla="*/ 252619 h 409112"/>
                <a:gd name="csX98" fmla="*/ 7495 w 211252"/>
                <a:gd name="csY98" fmla="*/ 250459 h 409112"/>
                <a:gd name="csX99" fmla="*/ 8339 w 211252"/>
                <a:gd name="csY99" fmla="*/ 249591 h 409112"/>
                <a:gd name="csX100" fmla="*/ 8514 w 211252"/>
                <a:gd name="csY100" fmla="*/ 248823 h 409112"/>
                <a:gd name="csX101" fmla="*/ 6939 w 211252"/>
                <a:gd name="csY101" fmla="*/ 247948 h 409112"/>
                <a:gd name="csX102" fmla="*/ 5524 w 211252"/>
                <a:gd name="csY102" fmla="*/ 246974 h 409112"/>
                <a:gd name="csX103" fmla="*/ 5044 w 211252"/>
                <a:gd name="csY103" fmla="*/ 246342 h 409112"/>
                <a:gd name="csX104" fmla="*/ 5006 w 211252"/>
                <a:gd name="csY104" fmla="*/ 245787 h 409112"/>
                <a:gd name="csX105" fmla="*/ 5813 w 211252"/>
                <a:gd name="csY105" fmla="*/ 245064 h 409112"/>
                <a:gd name="csX106" fmla="*/ 7426 w 211252"/>
                <a:gd name="csY106" fmla="*/ 245011 h 409112"/>
                <a:gd name="csX107" fmla="*/ 8704 w 211252"/>
                <a:gd name="csY107" fmla="*/ 245338 h 409112"/>
                <a:gd name="csX108" fmla="*/ 9716 w 211252"/>
                <a:gd name="csY108" fmla="*/ 244691 h 409112"/>
                <a:gd name="csX109" fmla="*/ 11497 w 211252"/>
                <a:gd name="csY109" fmla="*/ 244037 h 409112"/>
                <a:gd name="csX110" fmla="*/ 12691 w 211252"/>
                <a:gd name="csY110" fmla="*/ 243215 h 409112"/>
                <a:gd name="csX111" fmla="*/ 13718 w 211252"/>
                <a:gd name="csY111" fmla="*/ 241092 h 409112"/>
                <a:gd name="csX112" fmla="*/ 14806 w 211252"/>
                <a:gd name="csY112" fmla="*/ 239183 h 409112"/>
                <a:gd name="csX113" fmla="*/ 14920 w 211252"/>
                <a:gd name="csY113" fmla="*/ 238148 h 409112"/>
                <a:gd name="csX114" fmla="*/ 15871 w 211252"/>
                <a:gd name="csY114" fmla="*/ 234503 h 409112"/>
                <a:gd name="csX115" fmla="*/ 16396 w 211252"/>
                <a:gd name="csY115" fmla="*/ 233598 h 409112"/>
                <a:gd name="csX116" fmla="*/ 19775 w 211252"/>
                <a:gd name="csY116" fmla="*/ 231209 h 409112"/>
                <a:gd name="csX117" fmla="*/ 20627 w 211252"/>
                <a:gd name="csY117" fmla="*/ 232518 h 409112"/>
                <a:gd name="csX118" fmla="*/ 22293 w 211252"/>
                <a:gd name="csY118" fmla="*/ 232837 h 409112"/>
                <a:gd name="csX119" fmla="*/ 23784 w 211252"/>
                <a:gd name="csY119" fmla="*/ 231635 h 409112"/>
                <a:gd name="csX120" fmla="*/ 25572 w 211252"/>
                <a:gd name="csY120" fmla="*/ 227838 h 409112"/>
                <a:gd name="csX121" fmla="*/ 26813 w 211252"/>
                <a:gd name="csY121" fmla="*/ 227602 h 409112"/>
                <a:gd name="csX122" fmla="*/ 28182 w 211252"/>
                <a:gd name="csY122" fmla="*/ 227914 h 409112"/>
                <a:gd name="csX123" fmla="*/ 30876 w 211252"/>
                <a:gd name="csY123" fmla="*/ 227435 h 409112"/>
                <a:gd name="csX124" fmla="*/ 35654 w 211252"/>
                <a:gd name="csY124" fmla="*/ 225662 h 409112"/>
                <a:gd name="csX125" fmla="*/ 37815 w 211252"/>
                <a:gd name="csY125" fmla="*/ 225616 h 409112"/>
                <a:gd name="csX126" fmla="*/ 64924 w 211252"/>
                <a:gd name="csY126" fmla="*/ 217856 h 409112"/>
                <a:gd name="csX127" fmla="*/ 62231 w 211252"/>
                <a:gd name="csY127" fmla="*/ 217886 h 409112"/>
                <a:gd name="csX128" fmla="*/ 61257 w 211252"/>
                <a:gd name="csY128" fmla="*/ 217559 h 409112"/>
                <a:gd name="csX129" fmla="*/ 60093 w 211252"/>
                <a:gd name="csY129" fmla="*/ 216646 h 409112"/>
                <a:gd name="csX130" fmla="*/ 58784 w 211252"/>
                <a:gd name="csY130" fmla="*/ 211472 h 409112"/>
                <a:gd name="csX131" fmla="*/ 59255 w 211252"/>
                <a:gd name="csY131" fmla="*/ 209639 h 409112"/>
                <a:gd name="csX132" fmla="*/ 59788 w 211252"/>
                <a:gd name="csY132" fmla="*/ 208741 h 409112"/>
                <a:gd name="csX133" fmla="*/ 60382 w 211252"/>
                <a:gd name="csY133" fmla="*/ 208041 h 409112"/>
                <a:gd name="csX134" fmla="*/ 61805 w 211252"/>
                <a:gd name="csY134" fmla="*/ 207752 h 409112"/>
                <a:gd name="csX135" fmla="*/ 63220 w 211252"/>
                <a:gd name="csY135" fmla="*/ 208733 h 409112"/>
                <a:gd name="csX136" fmla="*/ 63752 w 211252"/>
                <a:gd name="csY136" fmla="*/ 209646 h 409112"/>
                <a:gd name="csX137" fmla="*/ 64939 w 211252"/>
                <a:gd name="csY137" fmla="*/ 213146 h 409112"/>
                <a:gd name="csX138" fmla="*/ 65160 w 211252"/>
                <a:gd name="csY138" fmla="*/ 216144 h 409112"/>
                <a:gd name="csX139" fmla="*/ 64924 w 211252"/>
                <a:gd name="csY139" fmla="*/ 217856 h 409112"/>
                <a:gd name="csX140" fmla="*/ 43072 w 211252"/>
                <a:gd name="csY140" fmla="*/ 199641 h 409112"/>
                <a:gd name="csX141" fmla="*/ 43841 w 211252"/>
                <a:gd name="csY141" fmla="*/ 204518 h 409112"/>
                <a:gd name="csX142" fmla="*/ 44594 w 211252"/>
                <a:gd name="csY142" fmla="*/ 207531 h 409112"/>
                <a:gd name="csX143" fmla="*/ 44647 w 211252"/>
                <a:gd name="csY143" fmla="*/ 208558 h 409112"/>
                <a:gd name="csX144" fmla="*/ 43939 w 211252"/>
                <a:gd name="csY144" fmla="*/ 209989 h 409112"/>
                <a:gd name="csX145" fmla="*/ 40417 w 211252"/>
                <a:gd name="csY145" fmla="*/ 211891 h 409112"/>
                <a:gd name="csX146" fmla="*/ 39306 w 211252"/>
                <a:gd name="csY146" fmla="*/ 211898 h 409112"/>
                <a:gd name="csX147" fmla="*/ 39260 w 211252"/>
                <a:gd name="csY147" fmla="*/ 211434 h 409112"/>
                <a:gd name="csX148" fmla="*/ 40052 w 211252"/>
                <a:gd name="csY148" fmla="*/ 209502 h 409112"/>
                <a:gd name="csX149" fmla="*/ 39367 w 211252"/>
                <a:gd name="csY149" fmla="*/ 207303 h 409112"/>
                <a:gd name="csX150" fmla="*/ 39702 w 211252"/>
                <a:gd name="csY150" fmla="*/ 205629 h 409112"/>
                <a:gd name="csX151" fmla="*/ 39374 w 211252"/>
                <a:gd name="csY151" fmla="*/ 205325 h 409112"/>
                <a:gd name="csX152" fmla="*/ 38690 w 211252"/>
                <a:gd name="csY152" fmla="*/ 205560 h 409112"/>
                <a:gd name="csX153" fmla="*/ 36163 w 211252"/>
                <a:gd name="csY153" fmla="*/ 208216 h 409112"/>
                <a:gd name="csX154" fmla="*/ 35319 w 211252"/>
                <a:gd name="csY154" fmla="*/ 208474 h 409112"/>
                <a:gd name="csX155" fmla="*/ 35228 w 211252"/>
                <a:gd name="csY155" fmla="*/ 207934 h 409112"/>
                <a:gd name="csX156" fmla="*/ 35852 w 211252"/>
                <a:gd name="csY156" fmla="*/ 205758 h 409112"/>
                <a:gd name="csX157" fmla="*/ 35928 w 211252"/>
                <a:gd name="csY157" fmla="*/ 204267 h 409112"/>
                <a:gd name="csX158" fmla="*/ 36300 w 211252"/>
                <a:gd name="csY158" fmla="*/ 203354 h 409112"/>
                <a:gd name="csX159" fmla="*/ 36985 w 211252"/>
                <a:gd name="csY159" fmla="*/ 202509 h 409112"/>
                <a:gd name="csX160" fmla="*/ 37800 w 211252"/>
                <a:gd name="csY160" fmla="*/ 201878 h 409112"/>
                <a:gd name="csX161" fmla="*/ 38461 w 211252"/>
                <a:gd name="csY161" fmla="*/ 201787 h 409112"/>
                <a:gd name="csX162" fmla="*/ 39161 w 211252"/>
                <a:gd name="csY162" fmla="*/ 202441 h 409112"/>
                <a:gd name="csX163" fmla="*/ 41200 w 211252"/>
                <a:gd name="csY163" fmla="*/ 200615 h 409112"/>
                <a:gd name="csX164" fmla="*/ 43072 w 211252"/>
                <a:gd name="csY164" fmla="*/ 199641 h 409112"/>
                <a:gd name="csX165" fmla="*/ 46465 w 211252"/>
                <a:gd name="csY165" fmla="*/ 204054 h 409112"/>
                <a:gd name="csX166" fmla="*/ 46017 w 211252"/>
                <a:gd name="csY166" fmla="*/ 204457 h 409112"/>
                <a:gd name="csX167" fmla="*/ 44936 w 211252"/>
                <a:gd name="csY167" fmla="*/ 204343 h 409112"/>
                <a:gd name="csX168" fmla="*/ 44533 w 211252"/>
                <a:gd name="csY168" fmla="*/ 203727 h 409112"/>
                <a:gd name="csX169" fmla="*/ 44312 w 211252"/>
                <a:gd name="csY169" fmla="*/ 202783 h 409112"/>
                <a:gd name="csX170" fmla="*/ 44290 w 211252"/>
                <a:gd name="csY170" fmla="*/ 201056 h 409112"/>
                <a:gd name="csX171" fmla="*/ 44944 w 211252"/>
                <a:gd name="csY171" fmla="*/ 199816 h 409112"/>
                <a:gd name="csX172" fmla="*/ 47713 w 211252"/>
                <a:gd name="csY172" fmla="*/ 197944 h 409112"/>
                <a:gd name="csX173" fmla="*/ 46458 w 211252"/>
                <a:gd name="csY173" fmla="*/ 197282 h 409112"/>
                <a:gd name="csX174" fmla="*/ 46412 w 211252"/>
                <a:gd name="csY174" fmla="*/ 196811 h 409112"/>
                <a:gd name="csX175" fmla="*/ 47127 w 211252"/>
                <a:gd name="csY175" fmla="*/ 195251 h 409112"/>
                <a:gd name="csX176" fmla="*/ 50102 w 211252"/>
                <a:gd name="csY176" fmla="*/ 192824 h 409112"/>
                <a:gd name="csX177" fmla="*/ 50901 w 211252"/>
                <a:gd name="csY177" fmla="*/ 192382 h 409112"/>
                <a:gd name="csX178" fmla="*/ 51693 w 211252"/>
                <a:gd name="csY178" fmla="*/ 192451 h 409112"/>
                <a:gd name="csX179" fmla="*/ 50156 w 211252"/>
                <a:gd name="csY179" fmla="*/ 196757 h 409112"/>
                <a:gd name="csX180" fmla="*/ 46465 w 211252"/>
                <a:gd name="csY180" fmla="*/ 204054 h 409112"/>
                <a:gd name="csX181" fmla="*/ 50567 w 211252"/>
                <a:gd name="csY181" fmla="*/ 183823 h 409112"/>
                <a:gd name="csX182" fmla="*/ 42060 w 211252"/>
                <a:gd name="csY182" fmla="*/ 185961 h 409112"/>
                <a:gd name="csX183" fmla="*/ 39131 w 211252"/>
                <a:gd name="csY183" fmla="*/ 185770 h 409112"/>
                <a:gd name="csX184" fmla="*/ 38865 w 211252"/>
                <a:gd name="csY184" fmla="*/ 184720 h 409112"/>
                <a:gd name="csX185" fmla="*/ 39450 w 211252"/>
                <a:gd name="csY185" fmla="*/ 184021 h 409112"/>
                <a:gd name="csX186" fmla="*/ 41878 w 211252"/>
                <a:gd name="csY186" fmla="*/ 183343 h 409112"/>
                <a:gd name="csX187" fmla="*/ 42859 w 211252"/>
                <a:gd name="csY187" fmla="*/ 178192 h 409112"/>
                <a:gd name="csX188" fmla="*/ 39192 w 211252"/>
                <a:gd name="csY188" fmla="*/ 175811 h 409112"/>
                <a:gd name="csX189" fmla="*/ 39002 w 211252"/>
                <a:gd name="csY189" fmla="*/ 175149 h 409112"/>
                <a:gd name="csX190" fmla="*/ 39291 w 211252"/>
                <a:gd name="csY190" fmla="*/ 174015 h 409112"/>
                <a:gd name="csX191" fmla="*/ 39717 w 211252"/>
                <a:gd name="csY191" fmla="*/ 173505 h 409112"/>
                <a:gd name="csX192" fmla="*/ 41938 w 211252"/>
                <a:gd name="csY192" fmla="*/ 172303 h 409112"/>
                <a:gd name="csX193" fmla="*/ 42874 w 211252"/>
                <a:gd name="csY193" fmla="*/ 172037 h 409112"/>
                <a:gd name="csX194" fmla="*/ 43635 w 211252"/>
                <a:gd name="csY194" fmla="*/ 172197 h 409112"/>
                <a:gd name="csX195" fmla="*/ 45203 w 211252"/>
                <a:gd name="csY195" fmla="*/ 173589 h 409112"/>
                <a:gd name="csX196" fmla="*/ 46968 w 211252"/>
                <a:gd name="csY196" fmla="*/ 176503 h 409112"/>
                <a:gd name="csX197" fmla="*/ 49334 w 211252"/>
                <a:gd name="csY197" fmla="*/ 176967 h 409112"/>
                <a:gd name="csX198" fmla="*/ 50939 w 211252"/>
                <a:gd name="csY198" fmla="*/ 178200 h 409112"/>
                <a:gd name="csX199" fmla="*/ 50567 w 211252"/>
                <a:gd name="csY199" fmla="*/ 183823 h 409112"/>
                <a:gd name="csX200" fmla="*/ 32846 w 211252"/>
                <a:gd name="csY200" fmla="*/ 174540 h 409112"/>
                <a:gd name="csX201" fmla="*/ 31636 w 211252"/>
                <a:gd name="csY201" fmla="*/ 174753 h 409112"/>
                <a:gd name="csX202" fmla="*/ 31545 w 211252"/>
                <a:gd name="csY202" fmla="*/ 174206 h 409112"/>
                <a:gd name="csX203" fmla="*/ 33653 w 211252"/>
                <a:gd name="csY203" fmla="*/ 171588 h 409112"/>
                <a:gd name="csX204" fmla="*/ 35015 w 211252"/>
                <a:gd name="csY204" fmla="*/ 171154 h 409112"/>
                <a:gd name="csX205" fmla="*/ 35494 w 211252"/>
                <a:gd name="csY205" fmla="*/ 171413 h 409112"/>
                <a:gd name="csX206" fmla="*/ 34505 w 211252"/>
                <a:gd name="csY206" fmla="*/ 172935 h 409112"/>
                <a:gd name="csX207" fmla="*/ 32846 w 211252"/>
                <a:gd name="csY207" fmla="*/ 174540 h 409112"/>
                <a:gd name="csX208" fmla="*/ 15567 w 211252"/>
                <a:gd name="csY208" fmla="*/ 159742 h 409112"/>
                <a:gd name="csX209" fmla="*/ 13688 w 211252"/>
                <a:gd name="csY209" fmla="*/ 160274 h 409112"/>
                <a:gd name="csX210" fmla="*/ 12995 w 211252"/>
                <a:gd name="csY210" fmla="*/ 159962 h 409112"/>
                <a:gd name="csX211" fmla="*/ 12874 w 211252"/>
                <a:gd name="csY211" fmla="*/ 159468 h 409112"/>
                <a:gd name="csX212" fmla="*/ 13300 w 211252"/>
                <a:gd name="csY212" fmla="*/ 158121 h 409112"/>
                <a:gd name="csX213" fmla="*/ 14738 w 211252"/>
                <a:gd name="csY213" fmla="*/ 157642 h 409112"/>
                <a:gd name="csX214" fmla="*/ 15780 w 211252"/>
                <a:gd name="csY214" fmla="*/ 158372 h 409112"/>
                <a:gd name="csX215" fmla="*/ 15948 w 211252"/>
                <a:gd name="csY215" fmla="*/ 159034 h 409112"/>
                <a:gd name="csX216" fmla="*/ 15567 w 211252"/>
                <a:gd name="csY216" fmla="*/ 159742 h 409112"/>
                <a:gd name="csX217" fmla="*/ 39869 w 211252"/>
                <a:gd name="csY217" fmla="*/ 159772 h 409112"/>
                <a:gd name="csX218" fmla="*/ 39237 w 211252"/>
                <a:gd name="csY218" fmla="*/ 160274 h 409112"/>
                <a:gd name="csX219" fmla="*/ 38439 w 211252"/>
                <a:gd name="csY219" fmla="*/ 160175 h 409112"/>
                <a:gd name="csX220" fmla="*/ 37647 w 211252"/>
                <a:gd name="csY220" fmla="*/ 159529 h 409112"/>
                <a:gd name="csX221" fmla="*/ 36597 w 211252"/>
                <a:gd name="csY221" fmla="*/ 157687 h 409112"/>
                <a:gd name="csX222" fmla="*/ 38956 w 211252"/>
                <a:gd name="csY222" fmla="*/ 156409 h 409112"/>
                <a:gd name="csX223" fmla="*/ 39899 w 211252"/>
                <a:gd name="csY223" fmla="*/ 157162 h 409112"/>
                <a:gd name="csX224" fmla="*/ 40257 w 211252"/>
                <a:gd name="csY224" fmla="*/ 158022 h 409112"/>
                <a:gd name="csX225" fmla="*/ 40272 w 211252"/>
                <a:gd name="csY225" fmla="*/ 158973 h 409112"/>
                <a:gd name="csX226" fmla="*/ 39869 w 211252"/>
                <a:gd name="csY226" fmla="*/ 159772 h 409112"/>
                <a:gd name="csX227" fmla="*/ 19136 w 211252"/>
                <a:gd name="csY227" fmla="*/ 153868 h 409112"/>
                <a:gd name="csX228" fmla="*/ 18230 w 211252"/>
                <a:gd name="csY228" fmla="*/ 154088 h 409112"/>
                <a:gd name="csX229" fmla="*/ 17051 w 211252"/>
                <a:gd name="csY229" fmla="*/ 153875 h 409112"/>
                <a:gd name="csX230" fmla="*/ 16320 w 211252"/>
                <a:gd name="csY230" fmla="*/ 153267 h 409112"/>
                <a:gd name="csX231" fmla="*/ 15582 w 211252"/>
                <a:gd name="csY231" fmla="*/ 150855 h 409112"/>
                <a:gd name="csX232" fmla="*/ 15445 w 211252"/>
                <a:gd name="csY232" fmla="*/ 149394 h 409112"/>
                <a:gd name="csX233" fmla="*/ 15773 w 211252"/>
                <a:gd name="csY233" fmla="*/ 146670 h 409112"/>
                <a:gd name="csX234" fmla="*/ 15696 w 211252"/>
                <a:gd name="csY234" fmla="*/ 143406 h 409112"/>
                <a:gd name="csX235" fmla="*/ 18131 w 211252"/>
                <a:gd name="csY235" fmla="*/ 143307 h 409112"/>
                <a:gd name="csX236" fmla="*/ 18763 w 211252"/>
                <a:gd name="csY236" fmla="*/ 143779 h 409112"/>
                <a:gd name="csX237" fmla="*/ 19181 w 211252"/>
                <a:gd name="csY237" fmla="*/ 153449 h 409112"/>
                <a:gd name="csX238" fmla="*/ 19136 w 211252"/>
                <a:gd name="csY238" fmla="*/ 153868 h 409112"/>
                <a:gd name="csX239" fmla="*/ 42737 w 211252"/>
                <a:gd name="csY239" fmla="*/ 138499 h 409112"/>
                <a:gd name="csX240" fmla="*/ 42707 w 211252"/>
                <a:gd name="csY240" fmla="*/ 140248 h 409112"/>
                <a:gd name="csX241" fmla="*/ 42326 w 211252"/>
                <a:gd name="csY241" fmla="*/ 142311 h 409112"/>
                <a:gd name="csX242" fmla="*/ 42814 w 211252"/>
                <a:gd name="csY242" fmla="*/ 144494 h 409112"/>
                <a:gd name="csX243" fmla="*/ 42928 w 211252"/>
                <a:gd name="csY243" fmla="*/ 146054 h 409112"/>
                <a:gd name="csX244" fmla="*/ 43825 w 211252"/>
                <a:gd name="csY244" fmla="*/ 146548 h 409112"/>
                <a:gd name="csX245" fmla="*/ 44373 w 211252"/>
                <a:gd name="csY245" fmla="*/ 147264 h 409112"/>
                <a:gd name="csX246" fmla="*/ 48375 w 211252"/>
                <a:gd name="csY246" fmla="*/ 148062 h 409112"/>
                <a:gd name="csX247" fmla="*/ 52096 w 211252"/>
                <a:gd name="csY247" fmla="*/ 147834 h 409112"/>
                <a:gd name="csX248" fmla="*/ 52811 w 211252"/>
                <a:gd name="csY248" fmla="*/ 148473 h 409112"/>
                <a:gd name="csX249" fmla="*/ 52895 w 211252"/>
                <a:gd name="csY249" fmla="*/ 149493 h 409112"/>
                <a:gd name="csX250" fmla="*/ 52309 w 211252"/>
                <a:gd name="csY250" fmla="*/ 150611 h 409112"/>
                <a:gd name="csX251" fmla="*/ 50186 w 211252"/>
                <a:gd name="csY251" fmla="*/ 152650 h 409112"/>
                <a:gd name="csX252" fmla="*/ 47660 w 211252"/>
                <a:gd name="csY252" fmla="*/ 155945 h 409112"/>
                <a:gd name="csX253" fmla="*/ 46907 w 211252"/>
                <a:gd name="csY253" fmla="*/ 156630 h 409112"/>
                <a:gd name="csX254" fmla="*/ 46093 w 211252"/>
                <a:gd name="csY254" fmla="*/ 156660 h 409112"/>
                <a:gd name="csX255" fmla="*/ 45507 w 211252"/>
                <a:gd name="csY255" fmla="*/ 156363 h 409112"/>
                <a:gd name="csX256" fmla="*/ 45088 w 211252"/>
                <a:gd name="csY256" fmla="*/ 150505 h 409112"/>
                <a:gd name="csX257" fmla="*/ 42349 w 211252"/>
                <a:gd name="csY257" fmla="*/ 151258 h 409112"/>
                <a:gd name="csX258" fmla="*/ 40143 w 211252"/>
                <a:gd name="csY258" fmla="*/ 151174 h 409112"/>
                <a:gd name="csX259" fmla="*/ 38933 w 211252"/>
                <a:gd name="csY259" fmla="*/ 150459 h 409112"/>
                <a:gd name="csX260" fmla="*/ 38089 w 211252"/>
                <a:gd name="csY260" fmla="*/ 149082 h 409112"/>
                <a:gd name="csX261" fmla="*/ 36377 w 211252"/>
                <a:gd name="csY261" fmla="*/ 145536 h 409112"/>
                <a:gd name="csX262" fmla="*/ 31401 w 211252"/>
                <a:gd name="csY262" fmla="*/ 144137 h 409112"/>
                <a:gd name="csX263" fmla="*/ 29993 w 211252"/>
                <a:gd name="csY263" fmla="*/ 142174 h 409112"/>
                <a:gd name="csX264" fmla="*/ 29567 w 211252"/>
                <a:gd name="csY264" fmla="*/ 140987 h 409112"/>
                <a:gd name="csX265" fmla="*/ 29742 w 211252"/>
                <a:gd name="csY265" fmla="*/ 140332 h 409112"/>
                <a:gd name="csX266" fmla="*/ 30777 w 211252"/>
                <a:gd name="csY266" fmla="*/ 138871 h 409112"/>
                <a:gd name="csX267" fmla="*/ 32070 w 211252"/>
                <a:gd name="csY267" fmla="*/ 139389 h 409112"/>
                <a:gd name="csX268" fmla="*/ 32869 w 211252"/>
                <a:gd name="csY268" fmla="*/ 139069 h 409112"/>
                <a:gd name="csX269" fmla="*/ 33356 w 211252"/>
                <a:gd name="csY269" fmla="*/ 138415 h 409112"/>
                <a:gd name="csX270" fmla="*/ 33348 w 211252"/>
                <a:gd name="csY270" fmla="*/ 137875 h 409112"/>
                <a:gd name="csX271" fmla="*/ 32671 w 211252"/>
                <a:gd name="csY271" fmla="*/ 136604 h 409112"/>
                <a:gd name="csX272" fmla="*/ 32641 w 211252"/>
                <a:gd name="csY272" fmla="*/ 136208 h 409112"/>
                <a:gd name="csX273" fmla="*/ 37731 w 211252"/>
                <a:gd name="csY273" fmla="*/ 134595 h 409112"/>
                <a:gd name="csX274" fmla="*/ 38180 w 211252"/>
                <a:gd name="csY274" fmla="*/ 132069 h 409112"/>
                <a:gd name="csX275" fmla="*/ 39283 w 211252"/>
                <a:gd name="csY275" fmla="*/ 131864 h 409112"/>
                <a:gd name="csX276" fmla="*/ 40546 w 211252"/>
                <a:gd name="csY276" fmla="*/ 132693 h 409112"/>
                <a:gd name="csX277" fmla="*/ 42273 w 211252"/>
                <a:gd name="csY277" fmla="*/ 135318 h 409112"/>
                <a:gd name="csX278" fmla="*/ 42737 w 211252"/>
                <a:gd name="csY278" fmla="*/ 138499 h 409112"/>
                <a:gd name="csX279" fmla="*/ 20079 w 211252"/>
                <a:gd name="csY279" fmla="*/ 131423 h 409112"/>
                <a:gd name="csX280" fmla="*/ 22491 w 211252"/>
                <a:gd name="csY280" fmla="*/ 133659 h 409112"/>
                <a:gd name="csX281" fmla="*/ 20574 w 211252"/>
                <a:gd name="csY281" fmla="*/ 137372 h 409112"/>
                <a:gd name="csX282" fmla="*/ 17629 w 211252"/>
                <a:gd name="csY282" fmla="*/ 137357 h 409112"/>
                <a:gd name="csX283" fmla="*/ 13482 w 211252"/>
                <a:gd name="csY283" fmla="*/ 134649 h 409112"/>
                <a:gd name="csX284" fmla="*/ 13467 w 211252"/>
                <a:gd name="csY284" fmla="*/ 134093 h 409112"/>
                <a:gd name="csX285" fmla="*/ 13810 w 211252"/>
                <a:gd name="csY285" fmla="*/ 133279 h 409112"/>
                <a:gd name="csX286" fmla="*/ 14433 w 211252"/>
                <a:gd name="csY286" fmla="*/ 132632 h 409112"/>
                <a:gd name="csX287" fmla="*/ 15080 w 211252"/>
                <a:gd name="csY287" fmla="*/ 132480 h 409112"/>
                <a:gd name="csX288" fmla="*/ 16107 w 211252"/>
                <a:gd name="csY288" fmla="*/ 132922 h 409112"/>
                <a:gd name="csX289" fmla="*/ 17538 w 211252"/>
                <a:gd name="csY289" fmla="*/ 132206 h 409112"/>
                <a:gd name="csX290" fmla="*/ 18679 w 211252"/>
                <a:gd name="csY290" fmla="*/ 132435 h 409112"/>
                <a:gd name="csX291" fmla="*/ 20079 w 211252"/>
                <a:gd name="csY291" fmla="*/ 131423 h 409112"/>
                <a:gd name="csX292" fmla="*/ 41581 w 211252"/>
                <a:gd name="csY292" fmla="*/ 104039 h 409112"/>
                <a:gd name="csX293" fmla="*/ 38865 w 211252"/>
                <a:gd name="csY293" fmla="*/ 111108 h 409112"/>
                <a:gd name="csX294" fmla="*/ 37800 w 211252"/>
                <a:gd name="csY294" fmla="*/ 111283 h 409112"/>
                <a:gd name="csX295" fmla="*/ 36864 w 211252"/>
                <a:gd name="csY295" fmla="*/ 113048 h 409112"/>
                <a:gd name="csX296" fmla="*/ 33972 w 211252"/>
                <a:gd name="csY296" fmla="*/ 114988 h 409112"/>
                <a:gd name="csX297" fmla="*/ 36498 w 211252"/>
                <a:gd name="csY297" fmla="*/ 115026 h 409112"/>
                <a:gd name="csX298" fmla="*/ 37206 w 211252"/>
                <a:gd name="csY298" fmla="*/ 115673 h 409112"/>
                <a:gd name="csX299" fmla="*/ 37221 w 211252"/>
                <a:gd name="csY299" fmla="*/ 117065 h 409112"/>
                <a:gd name="csX300" fmla="*/ 36742 w 211252"/>
                <a:gd name="csY300" fmla="*/ 117872 h 409112"/>
                <a:gd name="csX301" fmla="*/ 33478 w 211252"/>
                <a:gd name="csY301" fmla="*/ 121083 h 409112"/>
                <a:gd name="csX302" fmla="*/ 31233 w 211252"/>
                <a:gd name="csY302" fmla="*/ 122300 h 409112"/>
                <a:gd name="csX303" fmla="*/ 28814 w 211252"/>
                <a:gd name="csY303" fmla="*/ 125648 h 409112"/>
                <a:gd name="csX304" fmla="*/ 27589 w 211252"/>
                <a:gd name="csY304" fmla="*/ 125686 h 409112"/>
                <a:gd name="csX305" fmla="*/ 26379 w 211252"/>
                <a:gd name="csY305" fmla="*/ 127809 h 409112"/>
                <a:gd name="csX306" fmla="*/ 25390 w 211252"/>
                <a:gd name="csY306" fmla="*/ 128744 h 409112"/>
                <a:gd name="csX307" fmla="*/ 24827 w 211252"/>
                <a:gd name="csY307" fmla="*/ 128744 h 409112"/>
                <a:gd name="csX308" fmla="*/ 24188 w 211252"/>
                <a:gd name="csY308" fmla="*/ 128273 h 409112"/>
                <a:gd name="csX309" fmla="*/ 22689 w 211252"/>
                <a:gd name="csY309" fmla="*/ 126196 h 409112"/>
                <a:gd name="csX310" fmla="*/ 25413 w 211252"/>
                <a:gd name="csY310" fmla="*/ 124149 h 409112"/>
                <a:gd name="csX311" fmla="*/ 25664 w 211252"/>
                <a:gd name="csY311" fmla="*/ 123000 h 409112"/>
                <a:gd name="csX312" fmla="*/ 27528 w 211252"/>
                <a:gd name="csY312" fmla="*/ 121798 h 409112"/>
                <a:gd name="csX313" fmla="*/ 27368 w 211252"/>
                <a:gd name="csY313" fmla="*/ 121425 h 409112"/>
                <a:gd name="csX314" fmla="*/ 24408 w 211252"/>
                <a:gd name="csY314" fmla="*/ 119736 h 409112"/>
                <a:gd name="csX315" fmla="*/ 23244 w 211252"/>
                <a:gd name="csY315" fmla="*/ 118602 h 409112"/>
                <a:gd name="csX316" fmla="*/ 23351 w 211252"/>
                <a:gd name="csY316" fmla="*/ 118009 h 409112"/>
                <a:gd name="csX317" fmla="*/ 24774 w 211252"/>
                <a:gd name="csY317" fmla="*/ 116700 h 409112"/>
                <a:gd name="csX318" fmla="*/ 24104 w 211252"/>
                <a:gd name="csY318" fmla="*/ 116533 h 409112"/>
                <a:gd name="csX319" fmla="*/ 23647 w 211252"/>
                <a:gd name="csY319" fmla="*/ 115825 h 409112"/>
                <a:gd name="csX320" fmla="*/ 22826 w 211252"/>
                <a:gd name="csY320" fmla="*/ 115551 h 409112"/>
                <a:gd name="csX321" fmla="*/ 22575 w 211252"/>
                <a:gd name="csY321" fmla="*/ 114897 h 409112"/>
                <a:gd name="csX322" fmla="*/ 22422 w 211252"/>
                <a:gd name="csY322" fmla="*/ 113162 h 409112"/>
                <a:gd name="csX323" fmla="*/ 22643 w 211252"/>
                <a:gd name="csY323" fmla="*/ 111389 h 409112"/>
                <a:gd name="csX324" fmla="*/ 23503 w 211252"/>
                <a:gd name="csY324" fmla="*/ 110606 h 409112"/>
                <a:gd name="csX325" fmla="*/ 23853 w 211252"/>
                <a:gd name="csY325" fmla="*/ 109769 h 409112"/>
                <a:gd name="csX326" fmla="*/ 24203 w 211252"/>
                <a:gd name="csY326" fmla="*/ 109510 h 409112"/>
                <a:gd name="csX327" fmla="*/ 25534 w 211252"/>
                <a:gd name="csY327" fmla="*/ 109959 h 409112"/>
                <a:gd name="csX328" fmla="*/ 26889 w 211252"/>
                <a:gd name="csY328" fmla="*/ 111382 h 409112"/>
                <a:gd name="csX329" fmla="*/ 28471 w 211252"/>
                <a:gd name="csY329" fmla="*/ 110834 h 409112"/>
                <a:gd name="csX330" fmla="*/ 30305 w 211252"/>
                <a:gd name="csY330" fmla="*/ 111100 h 409112"/>
                <a:gd name="csX331" fmla="*/ 30343 w 211252"/>
                <a:gd name="csY331" fmla="*/ 110773 h 409112"/>
                <a:gd name="csX332" fmla="*/ 28996 w 211252"/>
                <a:gd name="csY332" fmla="*/ 107281 h 409112"/>
                <a:gd name="csX333" fmla="*/ 29240 w 211252"/>
                <a:gd name="csY333" fmla="*/ 106565 h 409112"/>
                <a:gd name="csX334" fmla="*/ 29970 w 211252"/>
                <a:gd name="csY334" fmla="*/ 105751 h 409112"/>
                <a:gd name="csX335" fmla="*/ 34200 w 211252"/>
                <a:gd name="csY335" fmla="*/ 103248 h 409112"/>
                <a:gd name="csX336" fmla="*/ 39473 w 211252"/>
                <a:gd name="csY336" fmla="*/ 99033 h 409112"/>
                <a:gd name="csX337" fmla="*/ 40752 w 211252"/>
                <a:gd name="csY337" fmla="*/ 98371 h 409112"/>
                <a:gd name="csX338" fmla="*/ 41140 w 211252"/>
                <a:gd name="csY338" fmla="*/ 98949 h 409112"/>
                <a:gd name="csX339" fmla="*/ 41672 w 211252"/>
                <a:gd name="csY339" fmla="*/ 101133 h 409112"/>
                <a:gd name="csX340" fmla="*/ 41581 w 211252"/>
                <a:gd name="csY340" fmla="*/ 104039 h 409112"/>
                <a:gd name="csX341" fmla="*/ 107540 w 211252"/>
                <a:gd name="csY341" fmla="*/ 97839 h 409112"/>
                <a:gd name="csX342" fmla="*/ 107722 w 211252"/>
                <a:gd name="csY342" fmla="*/ 101171 h 409112"/>
                <a:gd name="csX343" fmla="*/ 107471 w 211252"/>
                <a:gd name="csY343" fmla="*/ 102183 h 409112"/>
                <a:gd name="csX344" fmla="*/ 106961 w 211252"/>
                <a:gd name="csY344" fmla="*/ 103431 h 409112"/>
                <a:gd name="csX345" fmla="*/ 105348 w 211252"/>
                <a:gd name="csY345" fmla="*/ 105751 h 409112"/>
                <a:gd name="csX346" fmla="*/ 101103 w 211252"/>
                <a:gd name="csY346" fmla="*/ 109061 h 409112"/>
                <a:gd name="csX347" fmla="*/ 93334 w 211252"/>
                <a:gd name="csY347" fmla="*/ 116639 h 409112"/>
                <a:gd name="csX348" fmla="*/ 88739 w 211252"/>
                <a:gd name="csY348" fmla="*/ 120383 h 409112"/>
                <a:gd name="csX349" fmla="*/ 88107 w 211252"/>
                <a:gd name="csY349" fmla="*/ 122178 h 409112"/>
                <a:gd name="csX350" fmla="*/ 87765 w 211252"/>
                <a:gd name="csY350" fmla="*/ 124674 h 409112"/>
                <a:gd name="csX351" fmla="*/ 90512 w 211252"/>
                <a:gd name="csY351" fmla="*/ 125168 h 409112"/>
                <a:gd name="csX352" fmla="*/ 91577 w 211252"/>
                <a:gd name="csY352" fmla="*/ 126013 h 409112"/>
                <a:gd name="csX353" fmla="*/ 90922 w 211252"/>
                <a:gd name="csY353" fmla="*/ 127276 h 409112"/>
                <a:gd name="csX354" fmla="*/ 86852 w 211252"/>
                <a:gd name="csY354" fmla="*/ 131666 h 409112"/>
                <a:gd name="csX355" fmla="*/ 85657 w 211252"/>
                <a:gd name="csY355" fmla="*/ 135622 h 409112"/>
                <a:gd name="csX356" fmla="*/ 88777 w 211252"/>
                <a:gd name="csY356" fmla="*/ 135478 h 409112"/>
                <a:gd name="csX357" fmla="*/ 91349 w 211252"/>
                <a:gd name="csY357" fmla="*/ 134717 h 409112"/>
                <a:gd name="csX358" fmla="*/ 96469 w 211252"/>
                <a:gd name="csY358" fmla="*/ 132252 h 409112"/>
                <a:gd name="csX359" fmla="*/ 101285 w 211252"/>
                <a:gd name="csY359" fmla="*/ 130418 h 409112"/>
                <a:gd name="csX360" fmla="*/ 103598 w 211252"/>
                <a:gd name="csY360" fmla="*/ 130342 h 409112"/>
                <a:gd name="csX361" fmla="*/ 108095 w 211252"/>
                <a:gd name="csY361" fmla="*/ 131803 h 409112"/>
                <a:gd name="csX362" fmla="*/ 109115 w 211252"/>
                <a:gd name="csY362" fmla="*/ 131849 h 409112"/>
                <a:gd name="csX363" fmla="*/ 111024 w 211252"/>
                <a:gd name="csY363" fmla="*/ 131171 h 409112"/>
                <a:gd name="csX364" fmla="*/ 112957 w 211252"/>
                <a:gd name="csY364" fmla="*/ 131050 h 409112"/>
                <a:gd name="csX365" fmla="*/ 126028 w 211252"/>
                <a:gd name="csY365" fmla="*/ 131506 h 409112"/>
                <a:gd name="csX366" fmla="*/ 129665 w 211252"/>
                <a:gd name="csY366" fmla="*/ 130646 h 409112"/>
                <a:gd name="csX367" fmla="*/ 132070 w 211252"/>
                <a:gd name="csY367" fmla="*/ 131674 h 409112"/>
                <a:gd name="csX368" fmla="*/ 134078 w 211252"/>
                <a:gd name="csY368" fmla="*/ 134230 h 409112"/>
                <a:gd name="csX369" fmla="*/ 135988 w 211252"/>
                <a:gd name="csY369" fmla="*/ 138940 h 409112"/>
                <a:gd name="csX370" fmla="*/ 135927 w 211252"/>
                <a:gd name="csY370" fmla="*/ 139723 h 409112"/>
                <a:gd name="csX371" fmla="*/ 134771 w 211252"/>
                <a:gd name="csY371" fmla="*/ 141861 h 409112"/>
                <a:gd name="csX372" fmla="*/ 132640 w 211252"/>
                <a:gd name="csY372" fmla="*/ 144540 h 409112"/>
                <a:gd name="csX373" fmla="*/ 130807 w 211252"/>
                <a:gd name="csY373" fmla="*/ 148222 h 409112"/>
                <a:gd name="csX374" fmla="*/ 130274 w 211252"/>
                <a:gd name="csY374" fmla="*/ 150201 h 409112"/>
                <a:gd name="csX375" fmla="*/ 129916 w 211252"/>
                <a:gd name="csY375" fmla="*/ 152369 h 409112"/>
                <a:gd name="csX376" fmla="*/ 129338 w 211252"/>
                <a:gd name="csY376" fmla="*/ 154370 h 409112"/>
                <a:gd name="csX377" fmla="*/ 125693 w 211252"/>
                <a:gd name="csY377" fmla="*/ 163728 h 409112"/>
                <a:gd name="csX378" fmla="*/ 122140 w 211252"/>
                <a:gd name="csY378" fmla="*/ 168887 h 409112"/>
                <a:gd name="csX379" fmla="*/ 120558 w 211252"/>
                <a:gd name="csY379" fmla="*/ 172539 h 409112"/>
                <a:gd name="csX380" fmla="*/ 118602 w 211252"/>
                <a:gd name="csY380" fmla="*/ 175438 h 409112"/>
                <a:gd name="csX381" fmla="*/ 116715 w 211252"/>
                <a:gd name="csY381" fmla="*/ 177264 h 409112"/>
                <a:gd name="csX382" fmla="*/ 114707 w 211252"/>
                <a:gd name="csY382" fmla="*/ 178482 h 409112"/>
                <a:gd name="csX383" fmla="*/ 108894 w 211252"/>
                <a:gd name="csY383" fmla="*/ 179775 h 409112"/>
                <a:gd name="csX384" fmla="*/ 107266 w 211252"/>
                <a:gd name="csY384" fmla="*/ 180703 h 409112"/>
                <a:gd name="csX385" fmla="*/ 105326 w 211252"/>
                <a:gd name="csY385" fmla="*/ 182293 h 409112"/>
                <a:gd name="csX386" fmla="*/ 103286 w 211252"/>
                <a:gd name="csY386" fmla="*/ 183085 h 409112"/>
                <a:gd name="csX387" fmla="*/ 105675 w 211252"/>
                <a:gd name="csY387" fmla="*/ 182986 h 409112"/>
                <a:gd name="csX388" fmla="*/ 108042 w 211252"/>
                <a:gd name="csY388" fmla="*/ 182103 h 409112"/>
                <a:gd name="csX389" fmla="*/ 112356 w 211252"/>
                <a:gd name="csY389" fmla="*/ 181784 h 409112"/>
                <a:gd name="csX390" fmla="*/ 117317 w 211252"/>
                <a:gd name="csY390" fmla="*/ 184827 h 409112"/>
                <a:gd name="csX391" fmla="*/ 116852 w 211252"/>
                <a:gd name="csY391" fmla="*/ 187315 h 409112"/>
                <a:gd name="csX392" fmla="*/ 114859 w 211252"/>
                <a:gd name="csY392" fmla="*/ 189278 h 409112"/>
                <a:gd name="csX393" fmla="*/ 110324 w 211252"/>
                <a:gd name="csY393" fmla="*/ 189590 h 409112"/>
                <a:gd name="csX394" fmla="*/ 106086 w 211252"/>
                <a:gd name="csY394" fmla="*/ 193950 h 409112"/>
                <a:gd name="csX395" fmla="*/ 104177 w 211252"/>
                <a:gd name="csY395" fmla="*/ 195289 h 409112"/>
                <a:gd name="csX396" fmla="*/ 102153 w 211252"/>
                <a:gd name="csY396" fmla="*/ 195951 h 409112"/>
                <a:gd name="csX397" fmla="*/ 99627 w 211252"/>
                <a:gd name="csY397" fmla="*/ 195753 h 409112"/>
                <a:gd name="csX398" fmla="*/ 95039 w 211252"/>
                <a:gd name="csY398" fmla="*/ 194589 h 409112"/>
                <a:gd name="csX399" fmla="*/ 93030 w 211252"/>
                <a:gd name="csY399" fmla="*/ 193372 h 409112"/>
                <a:gd name="csX400" fmla="*/ 94841 w 211252"/>
                <a:gd name="csY400" fmla="*/ 195357 h 409112"/>
                <a:gd name="csX401" fmla="*/ 96903 w 211252"/>
                <a:gd name="csY401" fmla="*/ 196392 h 409112"/>
                <a:gd name="csX402" fmla="*/ 108841 w 211252"/>
                <a:gd name="csY402" fmla="*/ 198834 h 409112"/>
                <a:gd name="csX403" fmla="*/ 109563 w 211252"/>
                <a:gd name="csY403" fmla="*/ 198576 h 409112"/>
                <a:gd name="csX404" fmla="*/ 113368 w 211252"/>
                <a:gd name="csY404" fmla="*/ 196004 h 409112"/>
                <a:gd name="csX405" fmla="*/ 118443 w 211252"/>
                <a:gd name="csY405" fmla="*/ 195966 h 409112"/>
                <a:gd name="csX406" fmla="*/ 128098 w 211252"/>
                <a:gd name="csY406" fmla="*/ 200698 h 409112"/>
                <a:gd name="csX407" fmla="*/ 130875 w 211252"/>
                <a:gd name="csY407" fmla="*/ 204313 h 409112"/>
                <a:gd name="csX408" fmla="*/ 134862 w 211252"/>
                <a:gd name="csY408" fmla="*/ 209464 h 409112"/>
                <a:gd name="csX409" fmla="*/ 137030 w 211252"/>
                <a:gd name="csY409" fmla="*/ 211472 h 409112"/>
                <a:gd name="csX410" fmla="*/ 138598 w 211252"/>
                <a:gd name="csY410" fmla="*/ 213291 h 409112"/>
                <a:gd name="csX411" fmla="*/ 139564 w 211252"/>
                <a:gd name="csY411" fmla="*/ 216007 h 409112"/>
                <a:gd name="csX412" fmla="*/ 141436 w 211252"/>
                <a:gd name="csY412" fmla="*/ 224955 h 409112"/>
                <a:gd name="csX413" fmla="*/ 143574 w 211252"/>
                <a:gd name="csY413" fmla="*/ 233644 h 409112"/>
                <a:gd name="csX414" fmla="*/ 146366 w 211252"/>
                <a:gd name="csY414" fmla="*/ 243002 h 409112"/>
                <a:gd name="csX415" fmla="*/ 147637 w 211252"/>
                <a:gd name="csY415" fmla="*/ 245589 h 409112"/>
                <a:gd name="csX416" fmla="*/ 149303 w 211252"/>
                <a:gd name="csY416" fmla="*/ 247400 h 409112"/>
                <a:gd name="csX417" fmla="*/ 157733 w 211252"/>
                <a:gd name="csY417" fmla="*/ 251554 h 409112"/>
                <a:gd name="csX418" fmla="*/ 159613 w 211252"/>
                <a:gd name="csY418" fmla="*/ 252931 h 409112"/>
                <a:gd name="csX419" fmla="*/ 162884 w 211252"/>
                <a:gd name="csY419" fmla="*/ 256918 h 409112"/>
                <a:gd name="csX420" fmla="*/ 166042 w 211252"/>
                <a:gd name="csY420" fmla="*/ 261156 h 409112"/>
                <a:gd name="csX421" fmla="*/ 168979 w 211252"/>
                <a:gd name="csY421" fmla="*/ 264405 h 409112"/>
                <a:gd name="csX422" fmla="*/ 172152 w 211252"/>
                <a:gd name="csY422" fmla="*/ 267030 h 409112"/>
                <a:gd name="csX423" fmla="*/ 170615 w 211252"/>
                <a:gd name="csY423" fmla="*/ 268392 h 409112"/>
                <a:gd name="csX424" fmla="*/ 169565 w 211252"/>
                <a:gd name="csY424" fmla="*/ 270530 h 409112"/>
                <a:gd name="csX425" fmla="*/ 170356 w 211252"/>
                <a:gd name="csY425" fmla="*/ 273429 h 409112"/>
                <a:gd name="csX426" fmla="*/ 171642 w 211252"/>
                <a:gd name="csY426" fmla="*/ 276191 h 409112"/>
                <a:gd name="csX427" fmla="*/ 174175 w 211252"/>
                <a:gd name="csY427" fmla="*/ 280604 h 409112"/>
                <a:gd name="csX428" fmla="*/ 176412 w 211252"/>
                <a:gd name="csY428" fmla="*/ 285405 h 409112"/>
                <a:gd name="csX429" fmla="*/ 175591 w 211252"/>
                <a:gd name="csY429" fmla="*/ 284682 h 409112"/>
                <a:gd name="csX430" fmla="*/ 174723 w 211252"/>
                <a:gd name="csY430" fmla="*/ 284286 h 409112"/>
                <a:gd name="csX431" fmla="*/ 173536 w 211252"/>
                <a:gd name="csY431" fmla="*/ 284408 h 409112"/>
                <a:gd name="csX432" fmla="*/ 172380 w 211252"/>
                <a:gd name="csY432" fmla="*/ 284180 h 409112"/>
                <a:gd name="csX433" fmla="*/ 170242 w 211252"/>
                <a:gd name="csY433" fmla="*/ 282673 h 409112"/>
                <a:gd name="csX434" fmla="*/ 168187 w 211252"/>
                <a:gd name="csY434" fmla="*/ 280824 h 409112"/>
                <a:gd name="csX435" fmla="*/ 164102 w 211252"/>
                <a:gd name="csY435" fmla="*/ 281570 h 409112"/>
                <a:gd name="csX436" fmla="*/ 161834 w 211252"/>
                <a:gd name="csY436" fmla="*/ 281235 h 409112"/>
                <a:gd name="csX437" fmla="*/ 159864 w 211252"/>
                <a:gd name="csY437" fmla="*/ 281288 h 409112"/>
                <a:gd name="csX438" fmla="*/ 163600 w 211252"/>
                <a:gd name="csY438" fmla="*/ 282354 h 409112"/>
                <a:gd name="csX439" fmla="*/ 167685 w 211252"/>
                <a:gd name="csY439" fmla="*/ 282430 h 409112"/>
                <a:gd name="csX440" fmla="*/ 176694 w 211252"/>
                <a:gd name="csY440" fmla="*/ 290472 h 409112"/>
                <a:gd name="csX441" fmla="*/ 179737 w 211252"/>
                <a:gd name="csY441" fmla="*/ 295220 h 409112"/>
                <a:gd name="csX442" fmla="*/ 181548 w 211252"/>
                <a:gd name="csY442" fmla="*/ 301466 h 409112"/>
                <a:gd name="csX443" fmla="*/ 180316 w 211252"/>
                <a:gd name="csY443" fmla="*/ 304266 h 409112"/>
                <a:gd name="csX444" fmla="*/ 178398 w 211252"/>
                <a:gd name="csY444" fmla="*/ 306077 h 409112"/>
                <a:gd name="csX445" fmla="*/ 176610 w 211252"/>
                <a:gd name="csY445" fmla="*/ 308139 h 409112"/>
                <a:gd name="csX446" fmla="*/ 174929 w 211252"/>
                <a:gd name="csY446" fmla="*/ 310475 h 409112"/>
                <a:gd name="csX447" fmla="*/ 179928 w 211252"/>
                <a:gd name="csY447" fmla="*/ 313891 h 409112"/>
                <a:gd name="csX448" fmla="*/ 181008 w 211252"/>
                <a:gd name="csY448" fmla="*/ 313792 h 409112"/>
                <a:gd name="csX449" fmla="*/ 182111 w 211252"/>
                <a:gd name="csY449" fmla="*/ 313313 h 409112"/>
                <a:gd name="csX450" fmla="*/ 183176 w 211252"/>
                <a:gd name="csY450" fmla="*/ 312149 h 409112"/>
                <a:gd name="csX451" fmla="*/ 184964 w 211252"/>
                <a:gd name="csY451" fmla="*/ 309311 h 409112"/>
                <a:gd name="csX452" fmla="*/ 185885 w 211252"/>
                <a:gd name="csY452" fmla="*/ 308306 h 409112"/>
                <a:gd name="csX453" fmla="*/ 188997 w 211252"/>
                <a:gd name="csY453" fmla="*/ 307941 h 409112"/>
                <a:gd name="csX454" fmla="*/ 191607 w 211252"/>
                <a:gd name="csY454" fmla="*/ 308162 h 409112"/>
                <a:gd name="csX455" fmla="*/ 194201 w 211252"/>
                <a:gd name="csY455" fmla="*/ 308793 h 409112"/>
                <a:gd name="csX456" fmla="*/ 196491 w 211252"/>
                <a:gd name="csY456" fmla="*/ 308595 h 409112"/>
                <a:gd name="csX457" fmla="*/ 201094 w 211252"/>
                <a:gd name="csY457" fmla="*/ 309813 h 409112"/>
                <a:gd name="csX458" fmla="*/ 203461 w 211252"/>
                <a:gd name="csY458" fmla="*/ 310909 h 409112"/>
                <a:gd name="csX459" fmla="*/ 209327 w 211252"/>
                <a:gd name="csY459" fmla="*/ 315831 h 409112"/>
                <a:gd name="csX460" fmla="*/ 210598 w 211252"/>
                <a:gd name="csY460" fmla="*/ 318525 h 409112"/>
                <a:gd name="csX461" fmla="*/ 211184 w 211252"/>
                <a:gd name="csY461" fmla="*/ 321994 h 409112"/>
                <a:gd name="csX462" fmla="*/ 211252 w 211252"/>
                <a:gd name="csY462" fmla="*/ 325829 h 409112"/>
                <a:gd name="csX463" fmla="*/ 210263 w 211252"/>
                <a:gd name="csY463" fmla="*/ 329321 h 409112"/>
                <a:gd name="csX464" fmla="*/ 209129 w 211252"/>
                <a:gd name="csY464" fmla="*/ 332471 h 409112"/>
                <a:gd name="csX465" fmla="*/ 208429 w 211252"/>
                <a:gd name="csY465" fmla="*/ 336526 h 409112"/>
                <a:gd name="csX466" fmla="*/ 207935 w 211252"/>
                <a:gd name="csY466" fmla="*/ 337987 h 409112"/>
                <a:gd name="csX467" fmla="*/ 207242 w 211252"/>
                <a:gd name="csY467" fmla="*/ 339129 h 409112"/>
                <a:gd name="csX468" fmla="*/ 204138 w 211252"/>
                <a:gd name="csY468" fmla="*/ 342317 h 409112"/>
                <a:gd name="csX469" fmla="*/ 202076 w 211252"/>
                <a:gd name="csY469" fmla="*/ 343625 h 409112"/>
                <a:gd name="csX470" fmla="*/ 201209 w 211252"/>
                <a:gd name="csY470" fmla="*/ 343055 h 409112"/>
                <a:gd name="csX471" fmla="*/ 200273 w 211252"/>
                <a:gd name="csY471" fmla="*/ 343131 h 409112"/>
                <a:gd name="csX472" fmla="*/ 200174 w 211252"/>
                <a:gd name="csY472" fmla="*/ 343899 h 409112"/>
                <a:gd name="csX473" fmla="*/ 201155 w 211252"/>
                <a:gd name="csY473" fmla="*/ 345520 h 409112"/>
                <a:gd name="csX474" fmla="*/ 201163 w 211252"/>
                <a:gd name="csY474" fmla="*/ 347475 h 409112"/>
                <a:gd name="csX475" fmla="*/ 199329 w 211252"/>
                <a:gd name="csY475" fmla="*/ 348921 h 409112"/>
                <a:gd name="csX476" fmla="*/ 197465 w 211252"/>
                <a:gd name="csY476" fmla="*/ 349537 h 409112"/>
                <a:gd name="csX477" fmla="*/ 194346 w 211252"/>
                <a:gd name="csY477" fmla="*/ 348769 h 409112"/>
                <a:gd name="csX478" fmla="*/ 190016 w 211252"/>
                <a:gd name="csY478" fmla="*/ 351462 h 409112"/>
                <a:gd name="csX479" fmla="*/ 193128 w 211252"/>
                <a:gd name="csY479" fmla="*/ 352847 h 409112"/>
                <a:gd name="csX480" fmla="*/ 193760 w 211252"/>
                <a:gd name="csY480" fmla="*/ 354315 h 409112"/>
                <a:gd name="csX481" fmla="*/ 192984 w 211252"/>
                <a:gd name="csY481" fmla="*/ 356895 h 409112"/>
                <a:gd name="csX482" fmla="*/ 191028 w 211252"/>
                <a:gd name="csY482" fmla="*/ 358043 h 409112"/>
                <a:gd name="csX483" fmla="*/ 188852 w 211252"/>
                <a:gd name="csY483" fmla="*/ 358553 h 409112"/>
                <a:gd name="csX484" fmla="*/ 186631 w 211252"/>
                <a:gd name="csY484" fmla="*/ 358675 h 409112"/>
                <a:gd name="csX485" fmla="*/ 184789 w 211252"/>
                <a:gd name="csY485" fmla="*/ 359307 h 409112"/>
                <a:gd name="csX486" fmla="*/ 183024 w 211252"/>
                <a:gd name="csY486" fmla="*/ 360524 h 409112"/>
                <a:gd name="csX487" fmla="*/ 185238 w 211252"/>
                <a:gd name="csY487" fmla="*/ 359885 h 409112"/>
                <a:gd name="csX488" fmla="*/ 186775 w 211252"/>
                <a:gd name="csY488" fmla="*/ 360448 h 409112"/>
                <a:gd name="csX489" fmla="*/ 187742 w 211252"/>
                <a:gd name="csY489" fmla="*/ 362609 h 409112"/>
                <a:gd name="csX490" fmla="*/ 188616 w 211252"/>
                <a:gd name="csY490" fmla="*/ 363233 h 409112"/>
                <a:gd name="csX491" fmla="*/ 192953 w 211252"/>
                <a:gd name="csY491" fmla="*/ 364153 h 409112"/>
                <a:gd name="csX492" fmla="*/ 195632 w 211252"/>
                <a:gd name="csY492" fmla="*/ 364146 h 409112"/>
                <a:gd name="csX493" fmla="*/ 200805 w 211252"/>
                <a:gd name="csY493" fmla="*/ 363621 h 409112"/>
                <a:gd name="csX494" fmla="*/ 203293 w 211252"/>
                <a:gd name="csY494" fmla="*/ 363628 h 409112"/>
                <a:gd name="csX495" fmla="*/ 204176 w 211252"/>
                <a:gd name="csY495" fmla="*/ 364024 h 409112"/>
                <a:gd name="csX496" fmla="*/ 204191 w 211252"/>
                <a:gd name="csY496" fmla="*/ 365812 h 409112"/>
                <a:gd name="csX497" fmla="*/ 203811 w 211252"/>
                <a:gd name="csY497" fmla="*/ 370194 h 409112"/>
                <a:gd name="csX498" fmla="*/ 203126 w 211252"/>
                <a:gd name="csY498" fmla="*/ 371100 h 409112"/>
                <a:gd name="csX499" fmla="*/ 196271 w 211252"/>
                <a:gd name="csY499" fmla="*/ 374767 h 409112"/>
                <a:gd name="csX500" fmla="*/ 194863 w 211252"/>
                <a:gd name="csY500" fmla="*/ 377324 h 409112"/>
                <a:gd name="csX501" fmla="*/ 194475 w 211252"/>
                <a:gd name="csY501" fmla="*/ 378868 h 409112"/>
                <a:gd name="csX502" fmla="*/ 190465 w 211252"/>
                <a:gd name="csY502" fmla="*/ 378594 h 409112"/>
                <a:gd name="csX503" fmla="*/ 188586 w 211252"/>
                <a:gd name="csY503" fmla="*/ 380230 h 409112"/>
                <a:gd name="csX504" fmla="*/ 185337 w 211252"/>
                <a:gd name="csY504" fmla="*/ 381318 h 409112"/>
                <a:gd name="csX505" fmla="*/ 182826 w 211252"/>
                <a:gd name="csY505" fmla="*/ 382467 h 409112"/>
                <a:gd name="csX506" fmla="*/ 180369 w 211252"/>
                <a:gd name="csY506" fmla="*/ 383920 h 409112"/>
                <a:gd name="csX507" fmla="*/ 178345 w 211252"/>
                <a:gd name="csY507" fmla="*/ 384354 h 409112"/>
                <a:gd name="csX508" fmla="*/ 169618 w 211252"/>
                <a:gd name="csY508" fmla="*/ 382627 h 409112"/>
                <a:gd name="csX509" fmla="*/ 164345 w 211252"/>
                <a:gd name="csY509" fmla="*/ 382771 h 409112"/>
                <a:gd name="csX510" fmla="*/ 157201 w 211252"/>
                <a:gd name="csY510" fmla="*/ 384278 h 409112"/>
                <a:gd name="csX511" fmla="*/ 155359 w 211252"/>
                <a:gd name="csY511" fmla="*/ 384027 h 409112"/>
                <a:gd name="csX512" fmla="*/ 152605 w 211252"/>
                <a:gd name="csY512" fmla="*/ 382589 h 409112"/>
                <a:gd name="csX513" fmla="*/ 149775 w 211252"/>
                <a:gd name="csY513" fmla="*/ 381615 h 409112"/>
                <a:gd name="csX514" fmla="*/ 146526 w 211252"/>
                <a:gd name="csY514" fmla="*/ 381189 h 409112"/>
                <a:gd name="csX515" fmla="*/ 143718 w 211252"/>
                <a:gd name="csY515" fmla="*/ 379850 h 409112"/>
                <a:gd name="csX516" fmla="*/ 145468 w 211252"/>
                <a:gd name="csY516" fmla="*/ 382414 h 409112"/>
                <a:gd name="csX517" fmla="*/ 141580 w 211252"/>
                <a:gd name="csY517" fmla="*/ 384887 h 409112"/>
                <a:gd name="csX518" fmla="*/ 139785 w 211252"/>
                <a:gd name="csY518" fmla="*/ 385373 h 409112"/>
                <a:gd name="csX519" fmla="*/ 137921 w 211252"/>
                <a:gd name="csY519" fmla="*/ 385297 h 409112"/>
                <a:gd name="csX520" fmla="*/ 134116 w 211252"/>
                <a:gd name="csY520" fmla="*/ 385967 h 409112"/>
                <a:gd name="csX521" fmla="*/ 130578 w 211252"/>
                <a:gd name="csY521" fmla="*/ 385602 h 409112"/>
                <a:gd name="csX522" fmla="*/ 131111 w 211252"/>
                <a:gd name="csY522" fmla="*/ 387352 h 409112"/>
                <a:gd name="csX523" fmla="*/ 132054 w 211252"/>
                <a:gd name="csY523" fmla="*/ 388881 h 409112"/>
                <a:gd name="csX524" fmla="*/ 131286 w 211252"/>
                <a:gd name="csY524" fmla="*/ 389543 h 409112"/>
                <a:gd name="csX525" fmla="*/ 130479 w 211252"/>
                <a:gd name="csY525" fmla="*/ 389710 h 409112"/>
                <a:gd name="csX526" fmla="*/ 123769 w 211252"/>
                <a:gd name="csY526" fmla="*/ 388561 h 409112"/>
                <a:gd name="csX527" fmla="*/ 122817 w 211252"/>
                <a:gd name="csY527" fmla="*/ 388774 h 409112"/>
                <a:gd name="csX528" fmla="*/ 121988 w 211252"/>
                <a:gd name="csY528" fmla="*/ 389840 h 409112"/>
                <a:gd name="csX529" fmla="*/ 119546 w 211252"/>
                <a:gd name="csY529" fmla="*/ 389269 h 409112"/>
                <a:gd name="csX530" fmla="*/ 117172 w 211252"/>
                <a:gd name="csY530" fmla="*/ 387481 h 409112"/>
                <a:gd name="csX531" fmla="*/ 114654 w 211252"/>
                <a:gd name="csY531" fmla="*/ 386271 h 409112"/>
                <a:gd name="csX532" fmla="*/ 112006 w 211252"/>
                <a:gd name="csY532" fmla="*/ 385701 h 409112"/>
                <a:gd name="csX533" fmla="*/ 109906 w 211252"/>
                <a:gd name="csY533" fmla="*/ 385898 h 409112"/>
                <a:gd name="csX534" fmla="*/ 101255 w 211252"/>
                <a:gd name="csY534" fmla="*/ 388729 h 409112"/>
                <a:gd name="csX535" fmla="*/ 99528 w 211252"/>
                <a:gd name="csY535" fmla="*/ 391559 h 409112"/>
                <a:gd name="csX536" fmla="*/ 98660 w 211252"/>
                <a:gd name="csY536" fmla="*/ 395569 h 409112"/>
                <a:gd name="csX537" fmla="*/ 97413 w 211252"/>
                <a:gd name="csY537" fmla="*/ 399122 h 409112"/>
                <a:gd name="csX538" fmla="*/ 95373 w 211252"/>
                <a:gd name="csY538" fmla="*/ 401854 h 409112"/>
                <a:gd name="csX539" fmla="*/ 92946 w 211252"/>
                <a:gd name="csY539" fmla="*/ 402211 h 409112"/>
                <a:gd name="csX540" fmla="*/ 90664 w 211252"/>
                <a:gd name="csY540" fmla="*/ 400317 h 409112"/>
                <a:gd name="csX541" fmla="*/ 86327 w 211252"/>
                <a:gd name="csY541" fmla="*/ 398232 h 409112"/>
                <a:gd name="csX542" fmla="*/ 84851 w 211252"/>
                <a:gd name="csY542" fmla="*/ 396817 h 409112"/>
                <a:gd name="csX543" fmla="*/ 84379 w 211252"/>
                <a:gd name="csY543" fmla="*/ 396733 h 409112"/>
                <a:gd name="csX544" fmla="*/ 83892 w 211252"/>
                <a:gd name="csY544" fmla="*/ 397235 h 409112"/>
                <a:gd name="csX545" fmla="*/ 82188 w 211252"/>
                <a:gd name="csY545" fmla="*/ 397874 h 409112"/>
                <a:gd name="csX546" fmla="*/ 80430 w 211252"/>
                <a:gd name="csY546" fmla="*/ 397905 h 409112"/>
                <a:gd name="csX547" fmla="*/ 77714 w 211252"/>
                <a:gd name="csY547" fmla="*/ 398468 h 409112"/>
                <a:gd name="csX548" fmla="*/ 72989 w 211252"/>
                <a:gd name="csY548" fmla="*/ 400164 h 409112"/>
                <a:gd name="csX549" fmla="*/ 71079 w 211252"/>
                <a:gd name="csY549" fmla="*/ 401313 h 409112"/>
                <a:gd name="csX550" fmla="*/ 66978 w 211252"/>
                <a:gd name="csY550" fmla="*/ 404486 h 409112"/>
                <a:gd name="csX551" fmla="*/ 66141 w 211252"/>
                <a:gd name="csY551" fmla="*/ 405361 h 409112"/>
                <a:gd name="csX552" fmla="*/ 64650 w 211252"/>
                <a:gd name="csY552" fmla="*/ 408549 h 409112"/>
                <a:gd name="csX553" fmla="*/ 62375 w 211252"/>
                <a:gd name="csY553" fmla="*/ 409112 h 409112"/>
                <a:gd name="csX554" fmla="*/ 60290 w 211252"/>
                <a:gd name="csY554" fmla="*/ 407073 h 409112"/>
                <a:gd name="csX555" fmla="*/ 57916 w 211252"/>
                <a:gd name="csY555" fmla="*/ 406358 h 409112"/>
                <a:gd name="csX556" fmla="*/ 55413 w 211252"/>
                <a:gd name="csY556" fmla="*/ 407050 h 409112"/>
                <a:gd name="csX557" fmla="*/ 53899 w 211252"/>
                <a:gd name="csY557" fmla="*/ 408138 h 409112"/>
                <a:gd name="csX558" fmla="*/ 53191 w 211252"/>
                <a:gd name="csY558" fmla="*/ 407256 h 409112"/>
                <a:gd name="csX559" fmla="*/ 53169 w 211252"/>
                <a:gd name="csY559" fmla="*/ 405445 h 409112"/>
                <a:gd name="csX560" fmla="*/ 54995 w 211252"/>
                <a:gd name="csY560" fmla="*/ 403284 h 409112"/>
                <a:gd name="csX561" fmla="*/ 59872 w 211252"/>
                <a:gd name="csY561" fmla="*/ 401648 h 409112"/>
                <a:gd name="csX562" fmla="*/ 64156 w 211252"/>
                <a:gd name="csY562" fmla="*/ 397395 h 409112"/>
                <a:gd name="csX563" fmla="*/ 66255 w 211252"/>
                <a:gd name="csY563" fmla="*/ 394801 h 409112"/>
                <a:gd name="csX564" fmla="*/ 67092 w 211252"/>
                <a:gd name="csY564" fmla="*/ 393332 h 409112"/>
                <a:gd name="csX565" fmla="*/ 68120 w 211252"/>
                <a:gd name="csY565" fmla="*/ 392396 h 409112"/>
                <a:gd name="csX566" fmla="*/ 69459 w 211252"/>
                <a:gd name="csY566" fmla="*/ 392046 h 409112"/>
                <a:gd name="csX567" fmla="*/ 70151 w 211252"/>
                <a:gd name="csY567" fmla="*/ 390426 h 409112"/>
                <a:gd name="csX568" fmla="*/ 76093 w 211252"/>
                <a:gd name="csY568" fmla="*/ 383897 h 409112"/>
                <a:gd name="csX569" fmla="*/ 76580 w 211252"/>
                <a:gd name="csY569" fmla="*/ 382399 h 409112"/>
                <a:gd name="csX570" fmla="*/ 76877 w 211252"/>
                <a:gd name="csY570" fmla="*/ 379705 h 409112"/>
                <a:gd name="csX571" fmla="*/ 77364 w 211252"/>
                <a:gd name="csY571" fmla="*/ 377111 h 409112"/>
                <a:gd name="csX572" fmla="*/ 82203 w 211252"/>
                <a:gd name="csY572" fmla="*/ 375429 h 409112"/>
                <a:gd name="csX573" fmla="*/ 84516 w 211252"/>
                <a:gd name="csY573" fmla="*/ 369959 h 409112"/>
                <a:gd name="csX574" fmla="*/ 85155 w 211252"/>
                <a:gd name="csY574" fmla="*/ 369525 h 409112"/>
                <a:gd name="csX575" fmla="*/ 91904 w 211252"/>
                <a:gd name="csY575" fmla="*/ 368521 h 409112"/>
                <a:gd name="csX576" fmla="*/ 96910 w 211252"/>
                <a:gd name="csY576" fmla="*/ 368604 h 409112"/>
                <a:gd name="csX577" fmla="*/ 101886 w 211252"/>
                <a:gd name="csY577" fmla="*/ 369677 h 409112"/>
                <a:gd name="csX578" fmla="*/ 104435 w 211252"/>
                <a:gd name="csY578" fmla="*/ 369776 h 409112"/>
                <a:gd name="csX579" fmla="*/ 106992 w 211252"/>
                <a:gd name="csY579" fmla="*/ 369403 h 409112"/>
                <a:gd name="csX580" fmla="*/ 109000 w 211252"/>
                <a:gd name="csY580" fmla="*/ 367919 h 409112"/>
                <a:gd name="csX581" fmla="*/ 112432 w 211252"/>
                <a:gd name="csY581" fmla="*/ 362563 h 409112"/>
                <a:gd name="csX582" fmla="*/ 114364 w 211252"/>
                <a:gd name="csY582" fmla="*/ 360197 h 409112"/>
                <a:gd name="csX583" fmla="*/ 116578 w 211252"/>
                <a:gd name="csY583" fmla="*/ 358059 h 409112"/>
                <a:gd name="csX584" fmla="*/ 118648 w 211252"/>
                <a:gd name="csY584" fmla="*/ 355616 h 409112"/>
                <a:gd name="csX585" fmla="*/ 122003 w 211252"/>
                <a:gd name="csY585" fmla="*/ 351082 h 409112"/>
                <a:gd name="csX586" fmla="*/ 119736 w 211252"/>
                <a:gd name="csY586" fmla="*/ 352649 h 409112"/>
                <a:gd name="csX587" fmla="*/ 116997 w 211252"/>
                <a:gd name="csY587" fmla="*/ 355129 h 409112"/>
                <a:gd name="csX588" fmla="*/ 115407 w 211252"/>
                <a:gd name="csY588" fmla="*/ 356567 h 409112"/>
                <a:gd name="csX589" fmla="*/ 110355 w 211252"/>
                <a:gd name="csY589" fmla="*/ 358013 h 409112"/>
                <a:gd name="csX590" fmla="*/ 108179 w 211252"/>
                <a:gd name="csY590" fmla="*/ 359489 h 409112"/>
                <a:gd name="csX591" fmla="*/ 104367 w 211252"/>
                <a:gd name="csY591" fmla="*/ 362814 h 409112"/>
                <a:gd name="csX592" fmla="*/ 103636 w 211252"/>
                <a:gd name="csY592" fmla="*/ 363088 h 409112"/>
                <a:gd name="csX593" fmla="*/ 97884 w 211252"/>
                <a:gd name="csY593" fmla="*/ 362289 h 409112"/>
                <a:gd name="csX594" fmla="*/ 93608 w 211252"/>
                <a:gd name="csY594" fmla="*/ 357975 h 409112"/>
                <a:gd name="csX595" fmla="*/ 90877 w 211252"/>
                <a:gd name="csY595" fmla="*/ 356210 h 409112"/>
                <a:gd name="csX596" fmla="*/ 89751 w 211252"/>
                <a:gd name="csY596" fmla="*/ 356005 h 409112"/>
                <a:gd name="csX597" fmla="*/ 88579 w 211252"/>
                <a:gd name="csY597" fmla="*/ 356530 h 409112"/>
                <a:gd name="csX598" fmla="*/ 86083 w 211252"/>
                <a:gd name="csY598" fmla="*/ 357070 h 409112"/>
                <a:gd name="csX599" fmla="*/ 83542 w 211252"/>
                <a:gd name="csY599" fmla="*/ 356978 h 409112"/>
                <a:gd name="csX600" fmla="*/ 84843 w 211252"/>
                <a:gd name="csY600" fmla="*/ 354977 h 409112"/>
                <a:gd name="csX601" fmla="*/ 86608 w 211252"/>
                <a:gd name="csY601" fmla="*/ 353859 h 409112"/>
                <a:gd name="csX602" fmla="*/ 82652 w 211252"/>
                <a:gd name="csY602" fmla="*/ 353083 h 409112"/>
                <a:gd name="csX603" fmla="*/ 81549 w 211252"/>
                <a:gd name="csY603" fmla="*/ 352474 h 409112"/>
                <a:gd name="csX604" fmla="*/ 80293 w 211252"/>
                <a:gd name="csY604" fmla="*/ 351066 h 409112"/>
                <a:gd name="csX605" fmla="*/ 77189 w 211252"/>
                <a:gd name="csY605" fmla="*/ 350831 h 409112"/>
                <a:gd name="csX606" fmla="*/ 75713 w 211252"/>
                <a:gd name="csY606" fmla="*/ 351188 h 409112"/>
                <a:gd name="csX607" fmla="*/ 73217 w 211252"/>
                <a:gd name="csY607" fmla="*/ 353045 h 409112"/>
                <a:gd name="csX608" fmla="*/ 69276 w 211252"/>
                <a:gd name="csY608" fmla="*/ 355015 h 409112"/>
                <a:gd name="csX609" fmla="*/ 64521 w 211252"/>
                <a:gd name="csY609" fmla="*/ 352284 h 409112"/>
                <a:gd name="csX610" fmla="*/ 63592 w 211252"/>
                <a:gd name="csY610" fmla="*/ 351089 h 409112"/>
                <a:gd name="csX611" fmla="*/ 63615 w 211252"/>
                <a:gd name="csY611" fmla="*/ 348769 h 409112"/>
                <a:gd name="csX612" fmla="*/ 62900 w 211252"/>
                <a:gd name="csY612" fmla="*/ 346927 h 409112"/>
                <a:gd name="csX613" fmla="*/ 61584 w 211252"/>
                <a:gd name="csY613" fmla="*/ 346281 h 409112"/>
                <a:gd name="csX614" fmla="*/ 63265 w 211252"/>
                <a:gd name="csY614" fmla="*/ 343884 h 409112"/>
                <a:gd name="csX615" fmla="*/ 65304 w 211252"/>
                <a:gd name="csY615" fmla="*/ 342286 h 409112"/>
                <a:gd name="csX616" fmla="*/ 69778 w 211252"/>
                <a:gd name="csY616" fmla="*/ 340696 h 409112"/>
                <a:gd name="csX617" fmla="*/ 76558 w 211252"/>
                <a:gd name="csY617" fmla="*/ 336915 h 409112"/>
                <a:gd name="csX618" fmla="*/ 80362 w 211252"/>
                <a:gd name="csY618" fmla="*/ 335302 h 409112"/>
                <a:gd name="csX619" fmla="*/ 83892 w 211252"/>
                <a:gd name="csY619" fmla="*/ 332517 h 409112"/>
                <a:gd name="csX620" fmla="*/ 85353 w 211252"/>
                <a:gd name="csY620" fmla="*/ 330813 h 409112"/>
                <a:gd name="csX621" fmla="*/ 86410 w 211252"/>
                <a:gd name="csY621" fmla="*/ 328477 h 409112"/>
                <a:gd name="csX622" fmla="*/ 87460 w 211252"/>
                <a:gd name="csY622" fmla="*/ 325616 h 409112"/>
                <a:gd name="csX623" fmla="*/ 88960 w 211252"/>
                <a:gd name="csY623" fmla="*/ 323280 h 409112"/>
                <a:gd name="csX624" fmla="*/ 87506 w 211252"/>
                <a:gd name="csY624" fmla="*/ 322725 h 409112"/>
                <a:gd name="csX625" fmla="*/ 86852 w 211252"/>
                <a:gd name="csY625" fmla="*/ 320967 h 409112"/>
                <a:gd name="csX626" fmla="*/ 87027 w 211252"/>
                <a:gd name="csY626" fmla="*/ 319179 h 409112"/>
                <a:gd name="csX627" fmla="*/ 87696 w 211252"/>
                <a:gd name="csY627" fmla="*/ 317589 h 409112"/>
                <a:gd name="csX628" fmla="*/ 87095 w 211252"/>
                <a:gd name="csY628" fmla="*/ 315595 h 409112"/>
                <a:gd name="csX629" fmla="*/ 86022 w 211252"/>
                <a:gd name="csY629" fmla="*/ 313511 h 409112"/>
                <a:gd name="csX630" fmla="*/ 86083 w 211252"/>
                <a:gd name="csY630" fmla="*/ 311882 h 409112"/>
                <a:gd name="csX631" fmla="*/ 86372 w 211252"/>
                <a:gd name="csY631" fmla="*/ 310140 h 409112"/>
                <a:gd name="csX632" fmla="*/ 83649 w 211252"/>
                <a:gd name="csY632" fmla="*/ 310231 h 409112"/>
                <a:gd name="csX633" fmla="*/ 80932 w 211252"/>
                <a:gd name="csY633" fmla="*/ 310779 h 409112"/>
                <a:gd name="csX634" fmla="*/ 78467 w 211252"/>
                <a:gd name="csY634" fmla="*/ 312012 h 409112"/>
                <a:gd name="csX635" fmla="*/ 76078 w 211252"/>
                <a:gd name="csY635" fmla="*/ 313686 h 409112"/>
                <a:gd name="csX636" fmla="*/ 73955 w 211252"/>
                <a:gd name="csY636" fmla="*/ 313997 h 409112"/>
                <a:gd name="csX637" fmla="*/ 73986 w 211252"/>
                <a:gd name="csY637" fmla="*/ 312658 h 409112"/>
                <a:gd name="csX638" fmla="*/ 74906 w 211252"/>
                <a:gd name="csY638" fmla="*/ 311000 h 409112"/>
                <a:gd name="csX639" fmla="*/ 77311 w 211252"/>
                <a:gd name="csY639" fmla="*/ 308626 h 409112"/>
                <a:gd name="csX640" fmla="*/ 79882 w 211252"/>
                <a:gd name="csY640" fmla="*/ 306655 h 409112"/>
                <a:gd name="csX641" fmla="*/ 80796 w 211252"/>
                <a:gd name="csY641" fmla="*/ 305156 h 409112"/>
                <a:gd name="csX642" fmla="*/ 81518 w 211252"/>
                <a:gd name="csY642" fmla="*/ 303414 h 409112"/>
                <a:gd name="csX643" fmla="*/ 82796 w 211252"/>
                <a:gd name="csY643" fmla="*/ 302014 h 409112"/>
                <a:gd name="csX644" fmla="*/ 86159 w 211252"/>
                <a:gd name="csY644" fmla="*/ 299366 h 409112"/>
                <a:gd name="csX645" fmla="*/ 92604 w 211252"/>
                <a:gd name="csY645" fmla="*/ 296384 h 409112"/>
                <a:gd name="csX646" fmla="*/ 93563 w 211252"/>
                <a:gd name="csY646" fmla="*/ 296209 h 409112"/>
                <a:gd name="csX647" fmla="*/ 96089 w 211252"/>
                <a:gd name="csY647" fmla="*/ 296559 h 409112"/>
                <a:gd name="csX648" fmla="*/ 98577 w 211252"/>
                <a:gd name="csY648" fmla="*/ 296102 h 409112"/>
                <a:gd name="csX649" fmla="*/ 100753 w 211252"/>
                <a:gd name="csY649" fmla="*/ 295029 h 409112"/>
                <a:gd name="csX650" fmla="*/ 102921 w 211252"/>
                <a:gd name="csY650" fmla="*/ 294801 h 409112"/>
                <a:gd name="csX651" fmla="*/ 107806 w 211252"/>
                <a:gd name="csY651" fmla="*/ 297898 h 409112"/>
                <a:gd name="csX652" fmla="*/ 106353 w 211252"/>
                <a:gd name="csY652" fmla="*/ 293105 h 409112"/>
                <a:gd name="csX653" fmla="*/ 108506 w 211252"/>
                <a:gd name="csY653" fmla="*/ 291956 h 409112"/>
                <a:gd name="csX654" fmla="*/ 111625 w 211252"/>
                <a:gd name="csY654" fmla="*/ 296292 h 409112"/>
                <a:gd name="csX655" fmla="*/ 112782 w 211252"/>
                <a:gd name="csY655" fmla="*/ 296749 h 409112"/>
                <a:gd name="csX656" fmla="*/ 115232 w 211252"/>
                <a:gd name="csY656" fmla="*/ 296118 h 409112"/>
                <a:gd name="csX657" fmla="*/ 114288 w 211252"/>
                <a:gd name="csY657" fmla="*/ 295387 h 409112"/>
                <a:gd name="csX658" fmla="*/ 113185 w 211252"/>
                <a:gd name="csY658" fmla="*/ 295341 h 409112"/>
                <a:gd name="csX659" fmla="*/ 111739 w 211252"/>
                <a:gd name="csY659" fmla="*/ 294687 h 409112"/>
                <a:gd name="csX660" fmla="*/ 110522 w 211252"/>
                <a:gd name="csY660" fmla="*/ 293295 h 409112"/>
                <a:gd name="csX661" fmla="*/ 108498 w 211252"/>
                <a:gd name="csY661" fmla="*/ 288867 h 409112"/>
                <a:gd name="csX662" fmla="*/ 108612 w 211252"/>
                <a:gd name="csY662" fmla="*/ 286234 h 409112"/>
                <a:gd name="csX663" fmla="*/ 109974 w 211252"/>
                <a:gd name="csY663" fmla="*/ 283495 h 409112"/>
                <a:gd name="csX664" fmla="*/ 111481 w 211252"/>
                <a:gd name="csY664" fmla="*/ 280969 h 409112"/>
                <a:gd name="csX665" fmla="*/ 110218 w 211252"/>
                <a:gd name="csY665" fmla="*/ 280467 h 409112"/>
                <a:gd name="csX666" fmla="*/ 109206 w 211252"/>
                <a:gd name="csY666" fmla="*/ 279500 h 409112"/>
                <a:gd name="csX667" fmla="*/ 108917 w 211252"/>
                <a:gd name="csY667" fmla="*/ 276967 h 409112"/>
                <a:gd name="csX668" fmla="*/ 109312 w 211252"/>
                <a:gd name="csY668" fmla="*/ 274722 h 409112"/>
                <a:gd name="csX669" fmla="*/ 112021 w 211252"/>
                <a:gd name="csY669" fmla="*/ 272744 h 409112"/>
                <a:gd name="csX670" fmla="*/ 112820 w 211252"/>
                <a:gd name="csY670" fmla="*/ 269731 h 409112"/>
                <a:gd name="csX671" fmla="*/ 113155 w 211252"/>
                <a:gd name="csY671" fmla="*/ 266406 h 409112"/>
                <a:gd name="csX672" fmla="*/ 112706 w 211252"/>
                <a:gd name="csY672" fmla="*/ 264877 h 409112"/>
                <a:gd name="csX673" fmla="*/ 110012 w 211252"/>
                <a:gd name="csY673" fmla="*/ 265120 h 409112"/>
                <a:gd name="csX674" fmla="*/ 108704 w 211252"/>
                <a:gd name="csY674" fmla="*/ 265744 h 409112"/>
                <a:gd name="csX675" fmla="*/ 107532 w 211252"/>
                <a:gd name="csY675" fmla="*/ 266726 h 409112"/>
                <a:gd name="csX676" fmla="*/ 106330 w 211252"/>
                <a:gd name="csY676" fmla="*/ 266665 h 409112"/>
                <a:gd name="csX677" fmla="*/ 103005 w 211252"/>
                <a:gd name="csY677" fmla="*/ 262982 h 409112"/>
                <a:gd name="csX678" fmla="*/ 101110 w 211252"/>
                <a:gd name="csY678" fmla="*/ 260190 h 409112"/>
                <a:gd name="csX679" fmla="*/ 97709 w 211252"/>
                <a:gd name="csY679" fmla="*/ 254270 h 409112"/>
                <a:gd name="csX680" fmla="*/ 97230 w 211252"/>
                <a:gd name="csY680" fmla="*/ 250717 h 409112"/>
                <a:gd name="csX681" fmla="*/ 99946 w 211252"/>
                <a:gd name="csY681" fmla="*/ 243032 h 409112"/>
                <a:gd name="csX682" fmla="*/ 104146 w 211252"/>
                <a:gd name="csY682" fmla="*/ 238095 h 409112"/>
                <a:gd name="csX683" fmla="*/ 109092 w 211252"/>
                <a:gd name="csY683" fmla="*/ 236368 h 409112"/>
                <a:gd name="csX684" fmla="*/ 108133 w 211252"/>
                <a:gd name="csY684" fmla="*/ 236040 h 409112"/>
                <a:gd name="csX685" fmla="*/ 100593 w 211252"/>
                <a:gd name="csY685" fmla="*/ 235972 h 409112"/>
                <a:gd name="csX686" fmla="*/ 98105 w 211252"/>
                <a:gd name="csY686" fmla="*/ 236580 h 409112"/>
                <a:gd name="csX687" fmla="*/ 95800 w 211252"/>
                <a:gd name="csY687" fmla="*/ 238604 h 409112"/>
                <a:gd name="csX688" fmla="*/ 94499 w 211252"/>
                <a:gd name="csY688" fmla="*/ 239228 h 409112"/>
                <a:gd name="csX689" fmla="*/ 93129 w 211252"/>
                <a:gd name="csY689" fmla="*/ 239456 h 409112"/>
                <a:gd name="csX690" fmla="*/ 91881 w 211252"/>
                <a:gd name="csY690" fmla="*/ 240461 h 409112"/>
                <a:gd name="csX691" fmla="*/ 90664 w 211252"/>
                <a:gd name="csY691" fmla="*/ 241853 h 409112"/>
                <a:gd name="csX692" fmla="*/ 89393 w 211252"/>
                <a:gd name="csY692" fmla="*/ 242751 h 409112"/>
                <a:gd name="csX693" fmla="*/ 86875 w 211252"/>
                <a:gd name="csY693" fmla="*/ 242515 h 409112"/>
                <a:gd name="csX694" fmla="*/ 85657 w 211252"/>
                <a:gd name="csY694" fmla="*/ 242812 h 409112"/>
                <a:gd name="csX695" fmla="*/ 84782 w 211252"/>
                <a:gd name="csY695" fmla="*/ 242005 h 409112"/>
                <a:gd name="csX696" fmla="*/ 84044 w 211252"/>
                <a:gd name="csY696" fmla="*/ 240674 h 409112"/>
                <a:gd name="csX697" fmla="*/ 83086 w 211252"/>
                <a:gd name="csY697" fmla="*/ 240316 h 409112"/>
                <a:gd name="csX698" fmla="*/ 82013 w 211252"/>
                <a:gd name="csY698" fmla="*/ 240727 h 409112"/>
                <a:gd name="csX699" fmla="*/ 79746 w 211252"/>
                <a:gd name="csY699" fmla="*/ 242523 h 409112"/>
                <a:gd name="csX700" fmla="*/ 77448 w 211252"/>
                <a:gd name="csY700" fmla="*/ 243580 h 409112"/>
                <a:gd name="csX701" fmla="*/ 74670 w 211252"/>
                <a:gd name="csY701" fmla="*/ 242447 h 409112"/>
                <a:gd name="csX702" fmla="*/ 71026 w 211252"/>
                <a:gd name="csY702" fmla="*/ 240332 h 409112"/>
                <a:gd name="csX703" fmla="*/ 70311 w 211252"/>
                <a:gd name="csY703" fmla="*/ 241108 h 409112"/>
                <a:gd name="csX704" fmla="*/ 69504 w 211252"/>
                <a:gd name="csY704" fmla="*/ 243071 h 409112"/>
                <a:gd name="csX705" fmla="*/ 69040 w 211252"/>
                <a:gd name="csY705" fmla="*/ 246122 h 409112"/>
                <a:gd name="csX706" fmla="*/ 66453 w 211252"/>
                <a:gd name="csY706" fmla="*/ 243466 h 409112"/>
                <a:gd name="csX707" fmla="*/ 64254 w 211252"/>
                <a:gd name="csY707" fmla="*/ 239913 h 409112"/>
                <a:gd name="csX708" fmla="*/ 63509 w 211252"/>
                <a:gd name="csY708" fmla="*/ 237676 h 409112"/>
                <a:gd name="csX709" fmla="*/ 63455 w 211252"/>
                <a:gd name="csY709" fmla="*/ 235150 h 409112"/>
                <a:gd name="csX710" fmla="*/ 64650 w 211252"/>
                <a:gd name="csY710" fmla="*/ 234169 h 409112"/>
                <a:gd name="csX711" fmla="*/ 65951 w 211252"/>
                <a:gd name="csY711" fmla="*/ 235066 h 409112"/>
                <a:gd name="csX712" fmla="*/ 67884 w 211252"/>
                <a:gd name="csY712" fmla="*/ 229063 h 409112"/>
                <a:gd name="csX713" fmla="*/ 71734 w 211252"/>
                <a:gd name="csY713" fmla="*/ 221211 h 409112"/>
                <a:gd name="csX714" fmla="*/ 73095 w 211252"/>
                <a:gd name="csY714" fmla="*/ 218906 h 409112"/>
                <a:gd name="csX715" fmla="*/ 74047 w 211252"/>
                <a:gd name="csY715" fmla="*/ 215885 h 409112"/>
                <a:gd name="csX716" fmla="*/ 73887 w 211252"/>
                <a:gd name="csY716" fmla="*/ 213907 h 409112"/>
                <a:gd name="csX717" fmla="*/ 73042 w 211252"/>
                <a:gd name="csY717" fmla="*/ 212233 h 409112"/>
                <a:gd name="csX718" fmla="*/ 69459 w 211252"/>
                <a:gd name="csY718" fmla="*/ 208429 h 409112"/>
                <a:gd name="csX719" fmla="*/ 69504 w 211252"/>
                <a:gd name="csY719" fmla="*/ 205317 h 409112"/>
                <a:gd name="csX720" fmla="*/ 69885 w 211252"/>
                <a:gd name="csY720" fmla="*/ 201802 h 409112"/>
                <a:gd name="csX721" fmla="*/ 70859 w 211252"/>
                <a:gd name="csY721" fmla="*/ 199687 h 409112"/>
                <a:gd name="csX722" fmla="*/ 71269 w 211252"/>
                <a:gd name="csY722" fmla="*/ 199283 h 409112"/>
                <a:gd name="csX723" fmla="*/ 76025 w 211252"/>
                <a:gd name="csY723" fmla="*/ 199337 h 409112"/>
                <a:gd name="csX724" fmla="*/ 74168 w 211252"/>
                <a:gd name="csY724" fmla="*/ 198241 h 409112"/>
                <a:gd name="csX725" fmla="*/ 70471 w 211252"/>
                <a:gd name="csY725" fmla="*/ 195053 h 409112"/>
                <a:gd name="csX726" fmla="*/ 70539 w 211252"/>
                <a:gd name="csY726" fmla="*/ 193919 h 409112"/>
                <a:gd name="csX727" fmla="*/ 71406 w 211252"/>
                <a:gd name="csY727" fmla="*/ 190960 h 409112"/>
                <a:gd name="csX728" fmla="*/ 71003 w 211252"/>
                <a:gd name="csY728" fmla="*/ 191256 h 409112"/>
                <a:gd name="csX729" fmla="*/ 70212 w 211252"/>
                <a:gd name="csY729" fmla="*/ 192626 h 409112"/>
                <a:gd name="csX730" fmla="*/ 68698 w 211252"/>
                <a:gd name="csY730" fmla="*/ 195935 h 409112"/>
                <a:gd name="csX731" fmla="*/ 67777 w 211252"/>
                <a:gd name="csY731" fmla="*/ 196704 h 409112"/>
                <a:gd name="csX732" fmla="*/ 65160 w 211252"/>
                <a:gd name="csY732" fmla="*/ 197488 h 409112"/>
                <a:gd name="csX733" fmla="*/ 64680 w 211252"/>
                <a:gd name="csY733" fmla="*/ 199108 h 409112"/>
                <a:gd name="csX734" fmla="*/ 64262 w 211252"/>
                <a:gd name="csY734" fmla="*/ 199535 h 409112"/>
                <a:gd name="csX735" fmla="*/ 62961 w 211252"/>
                <a:gd name="csY735" fmla="*/ 199717 h 409112"/>
                <a:gd name="csX736" fmla="*/ 62558 w 211252"/>
                <a:gd name="csY736" fmla="*/ 201231 h 409112"/>
                <a:gd name="csX737" fmla="*/ 62268 w 211252"/>
                <a:gd name="csY737" fmla="*/ 201330 h 409112"/>
                <a:gd name="csX738" fmla="*/ 61896 w 211252"/>
                <a:gd name="csY738" fmla="*/ 199702 h 409112"/>
                <a:gd name="csX739" fmla="*/ 61858 w 211252"/>
                <a:gd name="csY739" fmla="*/ 196993 h 409112"/>
                <a:gd name="csX740" fmla="*/ 62375 w 211252"/>
                <a:gd name="csY740" fmla="*/ 194498 h 409112"/>
                <a:gd name="csX741" fmla="*/ 63364 w 211252"/>
                <a:gd name="csY741" fmla="*/ 192542 h 409112"/>
                <a:gd name="csX742" fmla="*/ 67199 w 211252"/>
                <a:gd name="csY742" fmla="*/ 188091 h 409112"/>
                <a:gd name="csX743" fmla="*/ 65335 w 211252"/>
                <a:gd name="csY743" fmla="*/ 189468 h 409112"/>
                <a:gd name="csX744" fmla="*/ 61104 w 211252"/>
                <a:gd name="csY744" fmla="*/ 193585 h 409112"/>
                <a:gd name="csX745" fmla="*/ 58944 w 211252"/>
                <a:gd name="csY745" fmla="*/ 196286 h 409112"/>
                <a:gd name="csX746" fmla="*/ 58365 w 211252"/>
                <a:gd name="csY746" fmla="*/ 197199 h 409112"/>
                <a:gd name="csX747" fmla="*/ 58190 w 211252"/>
                <a:gd name="csY747" fmla="*/ 197967 h 409112"/>
                <a:gd name="csX748" fmla="*/ 58198 w 211252"/>
                <a:gd name="csY748" fmla="*/ 198850 h 409112"/>
                <a:gd name="csX749" fmla="*/ 59164 w 211252"/>
                <a:gd name="csY749" fmla="*/ 203574 h 409112"/>
                <a:gd name="csX750" fmla="*/ 58883 w 211252"/>
                <a:gd name="csY750" fmla="*/ 205758 h 409112"/>
                <a:gd name="csX751" fmla="*/ 55238 w 211252"/>
                <a:gd name="csY751" fmla="*/ 220100 h 409112"/>
                <a:gd name="csX752" fmla="*/ 54546 w 211252"/>
                <a:gd name="csY752" fmla="*/ 221531 h 409112"/>
                <a:gd name="csX753" fmla="*/ 53914 w 211252"/>
                <a:gd name="csY753" fmla="*/ 222276 h 409112"/>
                <a:gd name="csX754" fmla="*/ 53313 w 211252"/>
                <a:gd name="csY754" fmla="*/ 222451 h 409112"/>
                <a:gd name="csX755" fmla="*/ 51518 w 211252"/>
                <a:gd name="csY755" fmla="*/ 222177 h 409112"/>
                <a:gd name="csX756" fmla="*/ 50719 w 211252"/>
                <a:gd name="csY756" fmla="*/ 221105 h 409112"/>
                <a:gd name="csX757" fmla="*/ 50726 w 211252"/>
                <a:gd name="csY757" fmla="*/ 219895 h 409112"/>
                <a:gd name="csX758" fmla="*/ 51061 w 211252"/>
                <a:gd name="csY758" fmla="*/ 218076 h 409112"/>
                <a:gd name="csX759" fmla="*/ 52575 w 211252"/>
                <a:gd name="csY759" fmla="*/ 211282 h 409112"/>
                <a:gd name="csX760" fmla="*/ 53230 w 211252"/>
                <a:gd name="csY760" fmla="*/ 209387 h 409112"/>
                <a:gd name="csX761" fmla="*/ 54203 w 211252"/>
                <a:gd name="csY761" fmla="*/ 207622 h 409112"/>
                <a:gd name="csX762" fmla="*/ 56349 w 211252"/>
                <a:gd name="csY762" fmla="*/ 204533 h 409112"/>
                <a:gd name="csX763" fmla="*/ 56296 w 211252"/>
                <a:gd name="csY763" fmla="*/ 204328 h 409112"/>
                <a:gd name="csX764" fmla="*/ 54865 w 211252"/>
                <a:gd name="csY764" fmla="*/ 204937 h 409112"/>
                <a:gd name="csX765" fmla="*/ 54257 w 211252"/>
                <a:gd name="csY765" fmla="*/ 204739 h 409112"/>
                <a:gd name="csX766" fmla="*/ 53815 w 211252"/>
                <a:gd name="csY766" fmla="*/ 204122 h 409112"/>
                <a:gd name="csX767" fmla="*/ 54097 w 211252"/>
                <a:gd name="csY767" fmla="*/ 194908 h 409112"/>
                <a:gd name="csX768" fmla="*/ 55261 w 211252"/>
                <a:gd name="csY768" fmla="*/ 191865 h 409112"/>
                <a:gd name="csX769" fmla="*/ 55695 w 211252"/>
                <a:gd name="csY769" fmla="*/ 187429 h 409112"/>
                <a:gd name="csX770" fmla="*/ 56699 w 211252"/>
                <a:gd name="csY770" fmla="*/ 183617 h 409112"/>
                <a:gd name="csX771" fmla="*/ 57863 w 211252"/>
                <a:gd name="csY771" fmla="*/ 180833 h 409112"/>
                <a:gd name="csX772" fmla="*/ 58753 w 211252"/>
                <a:gd name="csY772" fmla="*/ 177264 h 409112"/>
                <a:gd name="csX773" fmla="*/ 60085 w 211252"/>
                <a:gd name="csY773" fmla="*/ 175674 h 409112"/>
                <a:gd name="csX774" fmla="*/ 60442 w 211252"/>
                <a:gd name="csY774" fmla="*/ 173239 h 409112"/>
                <a:gd name="csX775" fmla="*/ 61941 w 211252"/>
                <a:gd name="csY775" fmla="*/ 170599 h 409112"/>
                <a:gd name="csX776" fmla="*/ 63098 w 211252"/>
                <a:gd name="csY776" fmla="*/ 167837 h 409112"/>
                <a:gd name="csX777" fmla="*/ 62474 w 211252"/>
                <a:gd name="csY777" fmla="*/ 168111 h 409112"/>
                <a:gd name="csX778" fmla="*/ 55071 w 211252"/>
                <a:gd name="csY778" fmla="*/ 175294 h 409112"/>
                <a:gd name="csX779" fmla="*/ 53184 w 211252"/>
                <a:gd name="csY779" fmla="*/ 176595 h 409112"/>
                <a:gd name="csX780" fmla="*/ 50612 w 211252"/>
                <a:gd name="csY780" fmla="*/ 176245 h 409112"/>
                <a:gd name="csX781" fmla="*/ 48649 w 211252"/>
                <a:gd name="csY781" fmla="*/ 175438 h 409112"/>
                <a:gd name="csX782" fmla="*/ 47112 w 211252"/>
                <a:gd name="csY782" fmla="*/ 173741 h 409112"/>
                <a:gd name="csX783" fmla="*/ 46427 w 211252"/>
                <a:gd name="csY783" fmla="*/ 170477 h 409112"/>
                <a:gd name="csX784" fmla="*/ 44533 w 211252"/>
                <a:gd name="csY784" fmla="*/ 170394 h 409112"/>
                <a:gd name="csX785" fmla="*/ 42912 w 211252"/>
                <a:gd name="csY785" fmla="*/ 169831 h 409112"/>
                <a:gd name="csX786" fmla="*/ 42928 w 211252"/>
                <a:gd name="csY786" fmla="*/ 169389 h 409112"/>
                <a:gd name="csX787" fmla="*/ 45020 w 211252"/>
                <a:gd name="csY787" fmla="*/ 167609 h 409112"/>
                <a:gd name="csX788" fmla="*/ 48375 w 211252"/>
                <a:gd name="csY788" fmla="*/ 167000 h 409112"/>
                <a:gd name="csX789" fmla="*/ 51518 w 211252"/>
                <a:gd name="csY789" fmla="*/ 164139 h 409112"/>
                <a:gd name="csX790" fmla="*/ 48725 w 211252"/>
                <a:gd name="csY790" fmla="*/ 162207 h 409112"/>
                <a:gd name="csX791" fmla="*/ 48961 w 211252"/>
                <a:gd name="csY791" fmla="*/ 161591 h 409112"/>
                <a:gd name="csX792" fmla="*/ 51396 w 211252"/>
                <a:gd name="csY792" fmla="*/ 159939 h 409112"/>
                <a:gd name="csX793" fmla="*/ 54493 w 211252"/>
                <a:gd name="csY793" fmla="*/ 154393 h 409112"/>
                <a:gd name="csX794" fmla="*/ 55117 w 211252"/>
                <a:gd name="csY794" fmla="*/ 149272 h 409112"/>
                <a:gd name="csX795" fmla="*/ 53641 w 211252"/>
                <a:gd name="csY795" fmla="*/ 146860 h 409112"/>
                <a:gd name="csX796" fmla="*/ 53108 w 211252"/>
                <a:gd name="csY796" fmla="*/ 145278 h 409112"/>
                <a:gd name="csX797" fmla="*/ 50148 w 211252"/>
                <a:gd name="csY797" fmla="*/ 143513 h 409112"/>
                <a:gd name="csX798" fmla="*/ 49654 w 211252"/>
                <a:gd name="csY798" fmla="*/ 141253 h 409112"/>
                <a:gd name="csX799" fmla="*/ 49996 w 211252"/>
                <a:gd name="csY799" fmla="*/ 139982 h 409112"/>
                <a:gd name="csX800" fmla="*/ 50962 w 211252"/>
                <a:gd name="csY800" fmla="*/ 138742 h 409112"/>
                <a:gd name="csX801" fmla="*/ 52415 w 211252"/>
                <a:gd name="csY801" fmla="*/ 137783 h 409112"/>
                <a:gd name="csX802" fmla="*/ 54698 w 211252"/>
                <a:gd name="csY802" fmla="*/ 136855 h 409112"/>
                <a:gd name="csX803" fmla="*/ 52628 w 211252"/>
                <a:gd name="csY803" fmla="*/ 135866 h 409112"/>
                <a:gd name="csX804" fmla="*/ 51852 w 211252"/>
                <a:gd name="csY804" fmla="*/ 134694 h 409112"/>
                <a:gd name="csX805" fmla="*/ 51267 w 211252"/>
                <a:gd name="csY805" fmla="*/ 132997 h 409112"/>
                <a:gd name="csX806" fmla="*/ 51213 w 211252"/>
                <a:gd name="csY806" fmla="*/ 132016 h 409112"/>
                <a:gd name="csX807" fmla="*/ 52286 w 211252"/>
                <a:gd name="csY807" fmla="*/ 127634 h 409112"/>
                <a:gd name="csX808" fmla="*/ 52910 w 211252"/>
                <a:gd name="csY808" fmla="*/ 125823 h 409112"/>
                <a:gd name="csX809" fmla="*/ 54135 w 211252"/>
                <a:gd name="csY809" fmla="*/ 123510 h 409112"/>
                <a:gd name="csX810" fmla="*/ 59674 w 211252"/>
                <a:gd name="csY810" fmla="*/ 123639 h 409112"/>
                <a:gd name="csX811" fmla="*/ 60313 w 211252"/>
                <a:gd name="csY811" fmla="*/ 122620 h 409112"/>
                <a:gd name="csX812" fmla="*/ 60945 w 211252"/>
                <a:gd name="csY812" fmla="*/ 122581 h 409112"/>
                <a:gd name="csX813" fmla="*/ 63775 w 211252"/>
                <a:gd name="csY813" fmla="*/ 123517 h 409112"/>
                <a:gd name="csX814" fmla="*/ 63357 w 211252"/>
                <a:gd name="csY814" fmla="*/ 122513 h 409112"/>
                <a:gd name="csX815" fmla="*/ 58723 w 211252"/>
                <a:gd name="csY815" fmla="*/ 116997 h 409112"/>
                <a:gd name="csX816" fmla="*/ 58304 w 211252"/>
                <a:gd name="csY816" fmla="*/ 115947 h 409112"/>
                <a:gd name="csX817" fmla="*/ 59628 w 211252"/>
                <a:gd name="csY817" fmla="*/ 112964 h 409112"/>
                <a:gd name="csX818" fmla="*/ 59720 w 211252"/>
                <a:gd name="csY818" fmla="*/ 111633 h 409112"/>
                <a:gd name="csX819" fmla="*/ 59529 w 211252"/>
                <a:gd name="csY819" fmla="*/ 110210 h 409112"/>
                <a:gd name="csX820" fmla="*/ 59910 w 211252"/>
                <a:gd name="csY820" fmla="*/ 109122 h 409112"/>
                <a:gd name="csX821" fmla="*/ 61378 w 211252"/>
                <a:gd name="csY821" fmla="*/ 108612 h 409112"/>
                <a:gd name="csX822" fmla="*/ 65852 w 211252"/>
                <a:gd name="csY822" fmla="*/ 108658 h 409112"/>
                <a:gd name="csX823" fmla="*/ 66956 w 211252"/>
                <a:gd name="csY823" fmla="*/ 108156 h 409112"/>
                <a:gd name="csX824" fmla="*/ 66453 w 211252"/>
                <a:gd name="csY824" fmla="*/ 106710 h 409112"/>
                <a:gd name="csX825" fmla="*/ 65411 w 211252"/>
                <a:gd name="csY825" fmla="*/ 104808 h 409112"/>
                <a:gd name="csX826" fmla="*/ 65205 w 211252"/>
                <a:gd name="csY826" fmla="*/ 103210 h 409112"/>
                <a:gd name="csX827" fmla="*/ 65449 w 211252"/>
                <a:gd name="csY827" fmla="*/ 101795 h 409112"/>
                <a:gd name="csX828" fmla="*/ 65502 w 211252"/>
                <a:gd name="csY828" fmla="*/ 98942 h 409112"/>
                <a:gd name="csX829" fmla="*/ 65708 w 211252"/>
                <a:gd name="csY829" fmla="*/ 97679 h 409112"/>
                <a:gd name="csX830" fmla="*/ 66773 w 211252"/>
                <a:gd name="csY830" fmla="*/ 95784 h 409112"/>
                <a:gd name="csX831" fmla="*/ 67648 w 211252"/>
                <a:gd name="csY831" fmla="*/ 95221 h 409112"/>
                <a:gd name="csX832" fmla="*/ 68736 w 211252"/>
                <a:gd name="csY832" fmla="*/ 94894 h 409112"/>
                <a:gd name="csX833" fmla="*/ 71193 w 211252"/>
                <a:gd name="csY833" fmla="*/ 95525 h 409112"/>
                <a:gd name="csX834" fmla="*/ 72129 w 211252"/>
                <a:gd name="csY834" fmla="*/ 96286 h 409112"/>
                <a:gd name="csX835" fmla="*/ 73210 w 211252"/>
                <a:gd name="csY835" fmla="*/ 98090 h 409112"/>
                <a:gd name="csX836" fmla="*/ 74001 w 211252"/>
                <a:gd name="csY836" fmla="*/ 97945 h 409112"/>
                <a:gd name="csX837" fmla="*/ 77060 w 211252"/>
                <a:gd name="csY837" fmla="*/ 95982 h 409112"/>
                <a:gd name="csX838" fmla="*/ 77980 w 211252"/>
                <a:gd name="csY838" fmla="*/ 95700 h 409112"/>
                <a:gd name="csX839" fmla="*/ 79236 w 211252"/>
                <a:gd name="csY839" fmla="*/ 97975 h 409112"/>
                <a:gd name="csX840" fmla="*/ 84463 w 211252"/>
                <a:gd name="csY840" fmla="*/ 96165 h 409112"/>
                <a:gd name="csX841" fmla="*/ 91486 w 211252"/>
                <a:gd name="csY841" fmla="*/ 95358 h 409112"/>
                <a:gd name="csX842" fmla="*/ 95708 w 211252"/>
                <a:gd name="csY842" fmla="*/ 94164 h 409112"/>
                <a:gd name="csX843" fmla="*/ 100152 w 211252"/>
                <a:gd name="csY843" fmla="*/ 93730 h 409112"/>
                <a:gd name="csX844" fmla="*/ 104298 w 211252"/>
                <a:gd name="csY844" fmla="*/ 92368 h 409112"/>
                <a:gd name="csX845" fmla="*/ 108696 w 211252"/>
                <a:gd name="csY845" fmla="*/ 92992 h 409112"/>
                <a:gd name="csX846" fmla="*/ 108848 w 211252"/>
                <a:gd name="csY846" fmla="*/ 93783 h 409112"/>
                <a:gd name="csX847" fmla="*/ 108620 w 211252"/>
                <a:gd name="csY847" fmla="*/ 94879 h 409112"/>
                <a:gd name="csX848" fmla="*/ 107540 w 211252"/>
                <a:gd name="csY848" fmla="*/ 97839 h 409112"/>
                <a:gd name="csX849" fmla="*/ 111397 w 211252"/>
                <a:gd name="csY849" fmla="*/ 88579 h 409112"/>
                <a:gd name="csX850" fmla="*/ 111192 w 211252"/>
                <a:gd name="csY850" fmla="*/ 88700 h 409112"/>
                <a:gd name="csX851" fmla="*/ 110408 w 211252"/>
                <a:gd name="csY851" fmla="*/ 87947 h 409112"/>
                <a:gd name="csX852" fmla="*/ 109130 w 211252"/>
                <a:gd name="csY852" fmla="*/ 85246 h 409112"/>
                <a:gd name="csX853" fmla="*/ 111146 w 211252"/>
                <a:gd name="csY853" fmla="*/ 84706 h 409112"/>
                <a:gd name="csX854" fmla="*/ 112097 w 211252"/>
                <a:gd name="csY854" fmla="*/ 85041 h 409112"/>
                <a:gd name="csX855" fmla="*/ 111739 w 211252"/>
                <a:gd name="csY855" fmla="*/ 86190 h 409112"/>
                <a:gd name="csX856" fmla="*/ 111397 w 211252"/>
                <a:gd name="csY856" fmla="*/ 88579 h 409112"/>
                <a:gd name="csX857" fmla="*/ 106360 w 211252"/>
                <a:gd name="csY857" fmla="*/ 86418 h 409112"/>
                <a:gd name="csX858" fmla="*/ 105135 w 211252"/>
                <a:gd name="csY858" fmla="*/ 86966 h 409112"/>
                <a:gd name="csX859" fmla="*/ 103925 w 211252"/>
                <a:gd name="csY859" fmla="*/ 86928 h 409112"/>
                <a:gd name="csX860" fmla="*/ 102039 w 211252"/>
                <a:gd name="csY860" fmla="*/ 84546 h 409112"/>
                <a:gd name="csX861" fmla="*/ 101323 w 211252"/>
                <a:gd name="csY861" fmla="*/ 82812 h 409112"/>
                <a:gd name="csX862" fmla="*/ 101453 w 211252"/>
                <a:gd name="csY862" fmla="*/ 81663 h 409112"/>
                <a:gd name="csX863" fmla="*/ 102244 w 211252"/>
                <a:gd name="csY863" fmla="*/ 81275 h 409112"/>
                <a:gd name="csX864" fmla="*/ 104070 w 211252"/>
                <a:gd name="csY864" fmla="*/ 81838 h 409112"/>
                <a:gd name="csX865" fmla="*/ 105013 w 211252"/>
                <a:gd name="csY865" fmla="*/ 83823 h 409112"/>
                <a:gd name="csX866" fmla="*/ 105135 w 211252"/>
                <a:gd name="csY866" fmla="*/ 85109 h 409112"/>
                <a:gd name="csX867" fmla="*/ 105356 w 211252"/>
                <a:gd name="csY867" fmla="*/ 85611 h 409112"/>
                <a:gd name="csX868" fmla="*/ 106490 w 211252"/>
                <a:gd name="csY868" fmla="*/ 86121 h 409112"/>
                <a:gd name="csX869" fmla="*/ 106360 w 211252"/>
                <a:gd name="csY869" fmla="*/ 86418 h 409112"/>
                <a:gd name="csX870" fmla="*/ 108658 w 211252"/>
                <a:gd name="csY870" fmla="*/ 76702 h 409112"/>
                <a:gd name="csX871" fmla="*/ 108369 w 211252"/>
                <a:gd name="csY871" fmla="*/ 77721 h 409112"/>
                <a:gd name="csX872" fmla="*/ 109989 w 211252"/>
                <a:gd name="csY872" fmla="*/ 77699 h 409112"/>
                <a:gd name="csX873" fmla="*/ 112341 w 211252"/>
                <a:gd name="csY873" fmla="*/ 78566 h 409112"/>
                <a:gd name="csX874" fmla="*/ 113763 w 211252"/>
                <a:gd name="csY874" fmla="*/ 78672 h 409112"/>
                <a:gd name="csX875" fmla="*/ 114950 w 211252"/>
                <a:gd name="csY875" fmla="*/ 79753 h 409112"/>
                <a:gd name="csX876" fmla="*/ 114296 w 211252"/>
                <a:gd name="csY876" fmla="*/ 81769 h 409112"/>
                <a:gd name="csX877" fmla="*/ 113588 w 211252"/>
                <a:gd name="csY877" fmla="*/ 82340 h 409112"/>
                <a:gd name="csX878" fmla="*/ 112789 w 211252"/>
                <a:gd name="csY878" fmla="*/ 82454 h 409112"/>
                <a:gd name="csX879" fmla="*/ 109989 w 211252"/>
                <a:gd name="csY879" fmla="*/ 80438 h 409112"/>
                <a:gd name="csX880" fmla="*/ 106322 w 211252"/>
                <a:gd name="csY880" fmla="*/ 81275 h 409112"/>
                <a:gd name="csX881" fmla="*/ 105592 w 211252"/>
                <a:gd name="csY881" fmla="*/ 81016 h 409112"/>
                <a:gd name="csX882" fmla="*/ 105112 w 211252"/>
                <a:gd name="csY882" fmla="*/ 80460 h 409112"/>
                <a:gd name="csX883" fmla="*/ 104915 w 211252"/>
                <a:gd name="csY883" fmla="*/ 79768 h 409112"/>
                <a:gd name="csX884" fmla="*/ 104915 w 211252"/>
                <a:gd name="csY884" fmla="*/ 78353 h 409112"/>
                <a:gd name="csX885" fmla="*/ 104717 w 211252"/>
                <a:gd name="csY885" fmla="*/ 77934 h 409112"/>
                <a:gd name="csX886" fmla="*/ 103385 w 211252"/>
                <a:gd name="csY886" fmla="*/ 79274 h 409112"/>
                <a:gd name="csX887" fmla="*/ 102807 w 211252"/>
                <a:gd name="csY887" fmla="*/ 79114 h 409112"/>
                <a:gd name="csX888" fmla="*/ 102480 w 211252"/>
                <a:gd name="csY888" fmla="*/ 78475 h 409112"/>
                <a:gd name="csX889" fmla="*/ 102335 w 211252"/>
                <a:gd name="csY889" fmla="*/ 77151 h 409112"/>
                <a:gd name="csX890" fmla="*/ 102480 w 211252"/>
                <a:gd name="csY890" fmla="*/ 75241 h 409112"/>
                <a:gd name="csX891" fmla="*/ 103263 w 211252"/>
                <a:gd name="csY891" fmla="*/ 72510 h 409112"/>
                <a:gd name="csX892" fmla="*/ 104580 w 211252"/>
                <a:gd name="csY892" fmla="*/ 71962 h 409112"/>
                <a:gd name="csX893" fmla="*/ 106543 w 211252"/>
                <a:gd name="csY893" fmla="*/ 72281 h 409112"/>
                <a:gd name="csX894" fmla="*/ 108795 w 211252"/>
                <a:gd name="csY894" fmla="*/ 73826 h 409112"/>
                <a:gd name="csX895" fmla="*/ 109472 w 211252"/>
                <a:gd name="csY895" fmla="*/ 74777 h 409112"/>
                <a:gd name="csX896" fmla="*/ 109457 w 211252"/>
                <a:gd name="csY896" fmla="*/ 75538 h 409112"/>
                <a:gd name="csX897" fmla="*/ 108658 w 211252"/>
                <a:gd name="csY897" fmla="*/ 76702 h 409112"/>
                <a:gd name="csX898" fmla="*/ 119515 w 211252"/>
                <a:gd name="csY898" fmla="*/ 68317 h 409112"/>
                <a:gd name="csX899" fmla="*/ 117103 w 211252"/>
                <a:gd name="csY899" fmla="*/ 68363 h 409112"/>
                <a:gd name="csX900" fmla="*/ 118351 w 211252"/>
                <a:gd name="csY900" fmla="*/ 65898 h 409112"/>
                <a:gd name="csX901" fmla="*/ 119805 w 211252"/>
                <a:gd name="csY901" fmla="*/ 65274 h 409112"/>
                <a:gd name="csX902" fmla="*/ 122551 w 211252"/>
                <a:gd name="csY902" fmla="*/ 65548 h 409112"/>
                <a:gd name="csX903" fmla="*/ 122064 w 211252"/>
                <a:gd name="csY903" fmla="*/ 66658 h 409112"/>
                <a:gd name="csX904" fmla="*/ 119515 w 211252"/>
                <a:gd name="csY904" fmla="*/ 68317 h 409112"/>
                <a:gd name="csX905" fmla="*/ 115665 w 211252"/>
                <a:gd name="csY905" fmla="*/ 70174 h 409112"/>
                <a:gd name="csX906" fmla="*/ 113832 w 211252"/>
                <a:gd name="csY906" fmla="*/ 71209 h 409112"/>
                <a:gd name="csX907" fmla="*/ 113048 w 211252"/>
                <a:gd name="csY907" fmla="*/ 70356 h 409112"/>
                <a:gd name="csX908" fmla="*/ 112843 w 211252"/>
                <a:gd name="csY908" fmla="*/ 67678 h 409112"/>
                <a:gd name="csX909" fmla="*/ 110659 w 211252"/>
                <a:gd name="csY909" fmla="*/ 66529 h 409112"/>
                <a:gd name="csX910" fmla="*/ 109594 w 211252"/>
                <a:gd name="csY910" fmla="*/ 65814 h 409112"/>
                <a:gd name="csX911" fmla="*/ 108772 w 211252"/>
                <a:gd name="csY911" fmla="*/ 64460 h 409112"/>
                <a:gd name="csX912" fmla="*/ 108978 w 211252"/>
                <a:gd name="csY912" fmla="*/ 64041 h 409112"/>
                <a:gd name="csX913" fmla="*/ 110400 w 211252"/>
                <a:gd name="csY913" fmla="*/ 63486 h 409112"/>
                <a:gd name="csX914" fmla="*/ 112835 w 211252"/>
                <a:gd name="csY914" fmla="*/ 65943 h 409112"/>
                <a:gd name="csX915" fmla="*/ 113832 w 211252"/>
                <a:gd name="csY915" fmla="*/ 67922 h 409112"/>
                <a:gd name="csX916" fmla="*/ 115635 w 211252"/>
                <a:gd name="csY916" fmla="*/ 68507 h 409112"/>
                <a:gd name="csX917" fmla="*/ 115863 w 211252"/>
                <a:gd name="csY917" fmla="*/ 68812 h 409112"/>
                <a:gd name="csX918" fmla="*/ 115665 w 211252"/>
                <a:gd name="csY918" fmla="*/ 70174 h 409112"/>
                <a:gd name="csX919" fmla="*/ 146008 w 211252"/>
                <a:gd name="csY919" fmla="*/ 12820 h 409112"/>
                <a:gd name="csX920" fmla="*/ 146450 w 211252"/>
                <a:gd name="csY920" fmla="*/ 15871 h 409112"/>
                <a:gd name="csX921" fmla="*/ 147553 w 211252"/>
                <a:gd name="csY921" fmla="*/ 15080 h 409112"/>
                <a:gd name="csX922" fmla="*/ 149219 w 211252"/>
                <a:gd name="csY922" fmla="*/ 18002 h 409112"/>
                <a:gd name="csX923" fmla="*/ 150071 w 211252"/>
                <a:gd name="csY923" fmla="*/ 18002 h 409112"/>
                <a:gd name="csX924" fmla="*/ 151471 w 211252"/>
                <a:gd name="csY924" fmla="*/ 16845 h 409112"/>
                <a:gd name="csX925" fmla="*/ 151190 w 211252"/>
                <a:gd name="csY925" fmla="*/ 19562 h 409112"/>
                <a:gd name="csX926" fmla="*/ 149737 w 211252"/>
                <a:gd name="csY926" fmla="*/ 27071 h 409112"/>
                <a:gd name="csX927" fmla="*/ 149326 w 211252"/>
                <a:gd name="csY927" fmla="*/ 28342 h 409112"/>
                <a:gd name="csX928" fmla="*/ 149052 w 211252"/>
                <a:gd name="csY928" fmla="*/ 30617 h 409112"/>
                <a:gd name="csX929" fmla="*/ 148763 w 211252"/>
                <a:gd name="csY929" fmla="*/ 31066 h 409112"/>
                <a:gd name="csX930" fmla="*/ 148337 w 211252"/>
                <a:gd name="csY930" fmla="*/ 35654 h 409112"/>
                <a:gd name="csX931" fmla="*/ 147355 w 211252"/>
                <a:gd name="csY931" fmla="*/ 37160 h 409112"/>
                <a:gd name="csX932" fmla="*/ 146533 w 211252"/>
                <a:gd name="csY932" fmla="*/ 40751 h 409112"/>
                <a:gd name="csX933" fmla="*/ 146199 w 211252"/>
                <a:gd name="csY933" fmla="*/ 41101 h 409112"/>
                <a:gd name="csX934" fmla="*/ 144997 w 211252"/>
                <a:gd name="csY934" fmla="*/ 39724 h 409112"/>
                <a:gd name="csX935" fmla="*/ 146199 w 211252"/>
                <a:gd name="csY935" fmla="*/ 34239 h 409112"/>
                <a:gd name="csX936" fmla="*/ 146693 w 211252"/>
                <a:gd name="csY936" fmla="*/ 31043 h 409112"/>
                <a:gd name="csX937" fmla="*/ 146374 w 211252"/>
                <a:gd name="csY937" fmla="*/ 29384 h 409112"/>
                <a:gd name="csX938" fmla="*/ 145697 w 211252"/>
                <a:gd name="csY938" fmla="*/ 27885 h 409112"/>
                <a:gd name="csX939" fmla="*/ 143855 w 211252"/>
                <a:gd name="csY939" fmla="*/ 27840 h 409112"/>
                <a:gd name="csX940" fmla="*/ 142303 w 211252"/>
                <a:gd name="csY940" fmla="*/ 28532 h 409112"/>
                <a:gd name="csX941" fmla="*/ 141976 w 211252"/>
                <a:gd name="csY941" fmla="*/ 27650 h 409112"/>
                <a:gd name="csX942" fmla="*/ 141930 w 211252"/>
                <a:gd name="csY942" fmla="*/ 26463 h 409112"/>
                <a:gd name="csX943" fmla="*/ 141558 w 211252"/>
                <a:gd name="csY943" fmla="*/ 26067 h 409112"/>
                <a:gd name="csX944" fmla="*/ 139496 w 211252"/>
                <a:gd name="csY944" fmla="*/ 26151 h 409112"/>
                <a:gd name="csX945" fmla="*/ 138887 w 211252"/>
                <a:gd name="csY945" fmla="*/ 25823 h 409112"/>
                <a:gd name="csX946" fmla="*/ 138483 w 211252"/>
                <a:gd name="csY946" fmla="*/ 24728 h 409112"/>
                <a:gd name="csX947" fmla="*/ 138408 w 211252"/>
                <a:gd name="csY947" fmla="*/ 23853 h 409112"/>
                <a:gd name="csX948" fmla="*/ 140272 w 211252"/>
                <a:gd name="csY948" fmla="*/ 23168 h 409112"/>
                <a:gd name="csX949" fmla="*/ 142022 w 211252"/>
                <a:gd name="csY949" fmla="*/ 23427 h 409112"/>
                <a:gd name="csX950" fmla="*/ 144578 w 211252"/>
                <a:gd name="csY950" fmla="*/ 21684 h 409112"/>
                <a:gd name="csX951" fmla="*/ 142980 w 211252"/>
                <a:gd name="csY951" fmla="*/ 15833 h 409112"/>
                <a:gd name="csX952" fmla="*/ 140857 w 211252"/>
                <a:gd name="csY952" fmla="*/ 15278 h 409112"/>
                <a:gd name="csX953" fmla="*/ 140371 w 211252"/>
                <a:gd name="csY953" fmla="*/ 14707 h 409112"/>
                <a:gd name="csX954" fmla="*/ 140781 w 211252"/>
                <a:gd name="csY954" fmla="*/ 13711 h 409112"/>
                <a:gd name="csX955" fmla="*/ 141946 w 211252"/>
                <a:gd name="csY955" fmla="*/ 13170 h 409112"/>
                <a:gd name="csX956" fmla="*/ 143733 w 211252"/>
                <a:gd name="csY956" fmla="*/ 10180 h 409112"/>
                <a:gd name="csX957" fmla="*/ 144806 w 211252"/>
                <a:gd name="csY957" fmla="*/ 9709 h 409112"/>
                <a:gd name="csX958" fmla="*/ 146138 w 211252"/>
                <a:gd name="csY958" fmla="*/ 9792 h 409112"/>
                <a:gd name="csX959" fmla="*/ 146008 w 211252"/>
                <a:gd name="csY959" fmla="*/ 12820 h 409112"/>
                <a:gd name="csX960" fmla="*/ 151684 w 211252"/>
                <a:gd name="csY960" fmla="*/ 13848 h 409112"/>
                <a:gd name="csX961" fmla="*/ 151144 w 211252"/>
                <a:gd name="csY961" fmla="*/ 14342 h 409112"/>
                <a:gd name="csX962" fmla="*/ 149059 w 211252"/>
                <a:gd name="csY962" fmla="*/ 9937 h 409112"/>
                <a:gd name="csX963" fmla="*/ 150604 w 211252"/>
                <a:gd name="csY963" fmla="*/ 4877 h 409112"/>
                <a:gd name="csX964" fmla="*/ 152476 w 211252"/>
                <a:gd name="csY964" fmla="*/ 5037 h 409112"/>
                <a:gd name="csX965" fmla="*/ 152773 w 211252"/>
                <a:gd name="csY965" fmla="*/ 6361 h 409112"/>
                <a:gd name="csX966" fmla="*/ 152590 w 211252"/>
                <a:gd name="csY966" fmla="*/ 7586 h 409112"/>
                <a:gd name="csX967" fmla="*/ 151639 w 211252"/>
                <a:gd name="csY967" fmla="*/ 7692 h 409112"/>
                <a:gd name="csX968" fmla="*/ 151555 w 211252"/>
                <a:gd name="csY968" fmla="*/ 8065 h 409112"/>
                <a:gd name="csX969" fmla="*/ 151852 w 211252"/>
                <a:gd name="csY969" fmla="*/ 10416 h 409112"/>
                <a:gd name="csX970" fmla="*/ 151867 w 211252"/>
                <a:gd name="csY970" fmla="*/ 13140 h 409112"/>
                <a:gd name="csX971" fmla="*/ 151684 w 211252"/>
                <a:gd name="csY971" fmla="*/ 13848 h 409112"/>
                <a:gd name="csX972" fmla="*/ 157406 w 211252"/>
                <a:gd name="csY972" fmla="*/ 867 h 409112"/>
                <a:gd name="csX973" fmla="*/ 157406 w 211252"/>
                <a:gd name="csY973" fmla="*/ 1369 h 409112"/>
                <a:gd name="csX974" fmla="*/ 156295 w 211252"/>
                <a:gd name="csY974" fmla="*/ 5052 h 409112"/>
                <a:gd name="csX975" fmla="*/ 156310 w 211252"/>
                <a:gd name="csY975" fmla="*/ 6460 h 409112"/>
                <a:gd name="csX976" fmla="*/ 154522 w 211252"/>
                <a:gd name="csY976" fmla="*/ 6323 h 409112"/>
                <a:gd name="csX977" fmla="*/ 154241 w 211252"/>
                <a:gd name="csY977" fmla="*/ 5874 h 409112"/>
                <a:gd name="csX978" fmla="*/ 153906 w 211252"/>
                <a:gd name="csY978" fmla="*/ 3766 h 409112"/>
                <a:gd name="csX979" fmla="*/ 154134 w 211252"/>
                <a:gd name="csY979" fmla="*/ 1522 h 409112"/>
                <a:gd name="csX980" fmla="*/ 154386 w 211252"/>
                <a:gd name="csY980" fmla="*/ 936 h 409112"/>
                <a:gd name="csX981" fmla="*/ 154903 w 211252"/>
                <a:gd name="csY981" fmla="*/ 700 h 409112"/>
                <a:gd name="csX982" fmla="*/ 155466 w 211252"/>
                <a:gd name="csY982" fmla="*/ 1141 h 409112"/>
                <a:gd name="csX983" fmla="*/ 156356 w 211252"/>
                <a:gd name="csY983" fmla="*/ 0 h 409112"/>
                <a:gd name="csX984" fmla="*/ 156820 w 211252"/>
                <a:gd name="csY984" fmla="*/ 23 h 409112"/>
                <a:gd name="csX985" fmla="*/ 157406 w 211252"/>
                <a:gd name="csY985" fmla="*/ 867 h 4091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Lst>
              <a:rect l="l" t="t" r="r" b="b"/>
              <a:pathLst>
                <a:path w="211252" h="409112">
                  <a:moveTo>
                    <a:pt x="151190" y="386781"/>
                  </a:moveTo>
                  <a:lnTo>
                    <a:pt x="149402" y="387938"/>
                  </a:lnTo>
                  <a:lnTo>
                    <a:pt x="148839" y="389299"/>
                  </a:lnTo>
                  <a:lnTo>
                    <a:pt x="148405" y="389832"/>
                  </a:lnTo>
                  <a:lnTo>
                    <a:pt x="147226" y="390182"/>
                  </a:lnTo>
                  <a:lnTo>
                    <a:pt x="146054" y="390190"/>
                  </a:lnTo>
                  <a:lnTo>
                    <a:pt x="141596" y="387466"/>
                  </a:lnTo>
                  <a:lnTo>
                    <a:pt x="140568" y="387588"/>
                  </a:lnTo>
                  <a:lnTo>
                    <a:pt x="141588" y="386340"/>
                  </a:lnTo>
                  <a:lnTo>
                    <a:pt x="144357" y="385320"/>
                  </a:lnTo>
                  <a:lnTo>
                    <a:pt x="145917" y="383974"/>
                  </a:lnTo>
                  <a:lnTo>
                    <a:pt x="149516" y="385275"/>
                  </a:lnTo>
                  <a:lnTo>
                    <a:pt x="151190" y="386781"/>
                  </a:lnTo>
                  <a:close/>
                  <a:moveTo>
                    <a:pt x="84326" y="295707"/>
                  </a:moveTo>
                  <a:lnTo>
                    <a:pt x="85223" y="296369"/>
                  </a:lnTo>
                  <a:lnTo>
                    <a:pt x="87476" y="296262"/>
                  </a:lnTo>
                  <a:lnTo>
                    <a:pt x="86730" y="297738"/>
                  </a:lnTo>
                  <a:lnTo>
                    <a:pt x="84250" y="299382"/>
                  </a:lnTo>
                  <a:lnTo>
                    <a:pt x="82583" y="301002"/>
                  </a:lnTo>
                  <a:lnTo>
                    <a:pt x="80567" y="302356"/>
                  </a:lnTo>
                  <a:lnTo>
                    <a:pt x="79593" y="300797"/>
                  </a:lnTo>
                  <a:lnTo>
                    <a:pt x="78460" y="300858"/>
                  </a:lnTo>
                  <a:lnTo>
                    <a:pt x="76725" y="297860"/>
                  </a:lnTo>
                  <a:lnTo>
                    <a:pt x="76413" y="293371"/>
                  </a:lnTo>
                  <a:lnTo>
                    <a:pt x="78680" y="292199"/>
                  </a:lnTo>
                  <a:lnTo>
                    <a:pt x="81815" y="292268"/>
                  </a:lnTo>
                  <a:lnTo>
                    <a:pt x="84326" y="295707"/>
                  </a:lnTo>
                  <a:close/>
                  <a:moveTo>
                    <a:pt x="37815" y="225616"/>
                  </a:moveTo>
                  <a:lnTo>
                    <a:pt x="40828" y="226552"/>
                  </a:lnTo>
                  <a:lnTo>
                    <a:pt x="43072" y="226537"/>
                  </a:lnTo>
                  <a:lnTo>
                    <a:pt x="45066" y="229253"/>
                  </a:lnTo>
                  <a:lnTo>
                    <a:pt x="46131" y="233529"/>
                  </a:lnTo>
                  <a:lnTo>
                    <a:pt x="48619" y="237745"/>
                  </a:lnTo>
                  <a:lnTo>
                    <a:pt x="51875" y="241397"/>
                  </a:lnTo>
                  <a:lnTo>
                    <a:pt x="52005" y="243626"/>
                  </a:lnTo>
                  <a:lnTo>
                    <a:pt x="50841" y="244821"/>
                  </a:lnTo>
                  <a:lnTo>
                    <a:pt x="48413" y="246304"/>
                  </a:lnTo>
                  <a:lnTo>
                    <a:pt x="48421" y="247894"/>
                  </a:lnTo>
                  <a:lnTo>
                    <a:pt x="50026" y="247095"/>
                  </a:lnTo>
                  <a:lnTo>
                    <a:pt x="51411" y="246730"/>
                  </a:lnTo>
                  <a:lnTo>
                    <a:pt x="54744" y="247080"/>
                  </a:lnTo>
                  <a:lnTo>
                    <a:pt x="55908" y="248693"/>
                  </a:lnTo>
                  <a:lnTo>
                    <a:pt x="56714" y="251105"/>
                  </a:lnTo>
                  <a:lnTo>
                    <a:pt x="57140" y="253083"/>
                  </a:lnTo>
                  <a:lnTo>
                    <a:pt x="56851" y="255229"/>
                  </a:lnTo>
                  <a:lnTo>
                    <a:pt x="55953" y="254544"/>
                  </a:lnTo>
                  <a:lnTo>
                    <a:pt x="55040" y="252627"/>
                  </a:lnTo>
                  <a:lnTo>
                    <a:pt x="54029" y="251744"/>
                  </a:lnTo>
                  <a:lnTo>
                    <a:pt x="52849" y="251265"/>
                  </a:lnTo>
                  <a:lnTo>
                    <a:pt x="53382" y="253905"/>
                  </a:lnTo>
                  <a:lnTo>
                    <a:pt x="53169" y="257428"/>
                  </a:lnTo>
                  <a:lnTo>
                    <a:pt x="53678" y="257755"/>
                  </a:lnTo>
                  <a:lnTo>
                    <a:pt x="55261" y="257816"/>
                  </a:lnTo>
                  <a:lnTo>
                    <a:pt x="54219" y="261407"/>
                  </a:lnTo>
                  <a:lnTo>
                    <a:pt x="52050" y="262381"/>
                  </a:lnTo>
                  <a:lnTo>
                    <a:pt x="49532" y="262746"/>
                  </a:lnTo>
                  <a:lnTo>
                    <a:pt x="48923" y="264017"/>
                  </a:lnTo>
                  <a:lnTo>
                    <a:pt x="48467" y="265653"/>
                  </a:lnTo>
                  <a:lnTo>
                    <a:pt x="47150" y="268087"/>
                  </a:lnTo>
                  <a:lnTo>
                    <a:pt x="45416" y="269465"/>
                  </a:lnTo>
                  <a:lnTo>
                    <a:pt x="43270" y="269183"/>
                  </a:lnTo>
                  <a:lnTo>
                    <a:pt x="41170" y="268095"/>
                  </a:lnTo>
                  <a:lnTo>
                    <a:pt x="39336" y="267875"/>
                  </a:lnTo>
                  <a:lnTo>
                    <a:pt x="38058" y="268521"/>
                  </a:lnTo>
                  <a:lnTo>
                    <a:pt x="37229" y="269122"/>
                  </a:lnTo>
                  <a:lnTo>
                    <a:pt x="36422" y="269016"/>
                  </a:lnTo>
                  <a:lnTo>
                    <a:pt x="34117" y="269244"/>
                  </a:lnTo>
                  <a:lnTo>
                    <a:pt x="31948" y="269198"/>
                  </a:lnTo>
                  <a:lnTo>
                    <a:pt x="31636" y="268247"/>
                  </a:lnTo>
                  <a:lnTo>
                    <a:pt x="32009" y="265387"/>
                  </a:lnTo>
                  <a:lnTo>
                    <a:pt x="31522" y="264610"/>
                  </a:lnTo>
                  <a:lnTo>
                    <a:pt x="29453" y="264215"/>
                  </a:lnTo>
                  <a:lnTo>
                    <a:pt x="28684" y="263530"/>
                  </a:lnTo>
                  <a:lnTo>
                    <a:pt x="27490" y="261552"/>
                  </a:lnTo>
                  <a:lnTo>
                    <a:pt x="27254" y="260624"/>
                  </a:lnTo>
                  <a:lnTo>
                    <a:pt x="27086" y="259345"/>
                  </a:lnTo>
                  <a:lnTo>
                    <a:pt x="25824" y="257694"/>
                  </a:lnTo>
                  <a:lnTo>
                    <a:pt x="24294" y="256507"/>
                  </a:lnTo>
                  <a:lnTo>
                    <a:pt x="23396" y="256446"/>
                  </a:lnTo>
                  <a:lnTo>
                    <a:pt x="21608" y="258379"/>
                  </a:lnTo>
                  <a:lnTo>
                    <a:pt x="20132" y="260334"/>
                  </a:lnTo>
                  <a:lnTo>
                    <a:pt x="20650" y="261316"/>
                  </a:lnTo>
                  <a:lnTo>
                    <a:pt x="21129" y="262602"/>
                  </a:lnTo>
                  <a:lnTo>
                    <a:pt x="20330" y="263530"/>
                  </a:lnTo>
                  <a:lnTo>
                    <a:pt x="17903" y="265645"/>
                  </a:lnTo>
                  <a:lnTo>
                    <a:pt x="17523" y="266467"/>
                  </a:lnTo>
                  <a:lnTo>
                    <a:pt x="16868" y="266916"/>
                  </a:lnTo>
                  <a:lnTo>
                    <a:pt x="15712" y="266330"/>
                  </a:lnTo>
                  <a:lnTo>
                    <a:pt x="12828" y="266467"/>
                  </a:lnTo>
                  <a:lnTo>
                    <a:pt x="11504" y="266094"/>
                  </a:lnTo>
                  <a:lnTo>
                    <a:pt x="9960" y="264534"/>
                  </a:lnTo>
                  <a:lnTo>
                    <a:pt x="6193" y="263492"/>
                  </a:lnTo>
                  <a:lnTo>
                    <a:pt x="5562" y="260989"/>
                  </a:lnTo>
                  <a:lnTo>
                    <a:pt x="4839" y="260517"/>
                  </a:lnTo>
                  <a:lnTo>
                    <a:pt x="571" y="256218"/>
                  </a:lnTo>
                  <a:lnTo>
                    <a:pt x="0" y="254780"/>
                  </a:lnTo>
                  <a:lnTo>
                    <a:pt x="555" y="253920"/>
                  </a:lnTo>
                  <a:lnTo>
                    <a:pt x="2146" y="252619"/>
                  </a:lnTo>
                  <a:lnTo>
                    <a:pt x="7495" y="250459"/>
                  </a:lnTo>
                  <a:lnTo>
                    <a:pt x="8339" y="249591"/>
                  </a:lnTo>
                  <a:lnTo>
                    <a:pt x="8514" y="248823"/>
                  </a:lnTo>
                  <a:lnTo>
                    <a:pt x="6939" y="247948"/>
                  </a:lnTo>
                  <a:lnTo>
                    <a:pt x="5524" y="246974"/>
                  </a:lnTo>
                  <a:lnTo>
                    <a:pt x="5044" y="246342"/>
                  </a:lnTo>
                  <a:lnTo>
                    <a:pt x="5006" y="245787"/>
                  </a:lnTo>
                  <a:lnTo>
                    <a:pt x="5813" y="245064"/>
                  </a:lnTo>
                  <a:lnTo>
                    <a:pt x="7426" y="245011"/>
                  </a:lnTo>
                  <a:lnTo>
                    <a:pt x="8704" y="245338"/>
                  </a:lnTo>
                  <a:lnTo>
                    <a:pt x="9716" y="244691"/>
                  </a:lnTo>
                  <a:lnTo>
                    <a:pt x="11497" y="244037"/>
                  </a:lnTo>
                  <a:lnTo>
                    <a:pt x="12691" y="243215"/>
                  </a:lnTo>
                  <a:lnTo>
                    <a:pt x="13718" y="241092"/>
                  </a:lnTo>
                  <a:lnTo>
                    <a:pt x="14806" y="239183"/>
                  </a:lnTo>
                  <a:lnTo>
                    <a:pt x="14920" y="238148"/>
                  </a:lnTo>
                  <a:lnTo>
                    <a:pt x="15871" y="234503"/>
                  </a:lnTo>
                  <a:lnTo>
                    <a:pt x="16396" y="233598"/>
                  </a:lnTo>
                  <a:lnTo>
                    <a:pt x="19775" y="231209"/>
                  </a:lnTo>
                  <a:lnTo>
                    <a:pt x="20627" y="232518"/>
                  </a:lnTo>
                  <a:lnTo>
                    <a:pt x="22293" y="232837"/>
                  </a:lnTo>
                  <a:lnTo>
                    <a:pt x="23784" y="231635"/>
                  </a:lnTo>
                  <a:lnTo>
                    <a:pt x="25572" y="227838"/>
                  </a:lnTo>
                  <a:lnTo>
                    <a:pt x="26813" y="227602"/>
                  </a:lnTo>
                  <a:lnTo>
                    <a:pt x="28182" y="227914"/>
                  </a:lnTo>
                  <a:lnTo>
                    <a:pt x="30876" y="227435"/>
                  </a:lnTo>
                  <a:lnTo>
                    <a:pt x="35654" y="225662"/>
                  </a:lnTo>
                  <a:lnTo>
                    <a:pt x="37815" y="225616"/>
                  </a:lnTo>
                  <a:close/>
                  <a:moveTo>
                    <a:pt x="64924" y="217856"/>
                  </a:moveTo>
                  <a:lnTo>
                    <a:pt x="62231" y="217886"/>
                  </a:lnTo>
                  <a:lnTo>
                    <a:pt x="61257" y="217559"/>
                  </a:lnTo>
                  <a:lnTo>
                    <a:pt x="60093" y="216646"/>
                  </a:lnTo>
                  <a:lnTo>
                    <a:pt x="58784" y="211472"/>
                  </a:lnTo>
                  <a:lnTo>
                    <a:pt x="59255" y="209639"/>
                  </a:lnTo>
                  <a:lnTo>
                    <a:pt x="59788" y="208741"/>
                  </a:lnTo>
                  <a:lnTo>
                    <a:pt x="60382" y="208041"/>
                  </a:lnTo>
                  <a:lnTo>
                    <a:pt x="61805" y="207752"/>
                  </a:lnTo>
                  <a:lnTo>
                    <a:pt x="63220" y="208733"/>
                  </a:lnTo>
                  <a:lnTo>
                    <a:pt x="63752" y="209646"/>
                  </a:lnTo>
                  <a:lnTo>
                    <a:pt x="64939" y="213146"/>
                  </a:lnTo>
                  <a:lnTo>
                    <a:pt x="65160" y="216144"/>
                  </a:lnTo>
                  <a:lnTo>
                    <a:pt x="64924" y="217856"/>
                  </a:lnTo>
                  <a:close/>
                  <a:moveTo>
                    <a:pt x="43072" y="199641"/>
                  </a:moveTo>
                  <a:lnTo>
                    <a:pt x="43841" y="204518"/>
                  </a:lnTo>
                  <a:lnTo>
                    <a:pt x="44594" y="207531"/>
                  </a:lnTo>
                  <a:lnTo>
                    <a:pt x="44647" y="208558"/>
                  </a:lnTo>
                  <a:lnTo>
                    <a:pt x="43939" y="209989"/>
                  </a:lnTo>
                  <a:lnTo>
                    <a:pt x="40417" y="211891"/>
                  </a:lnTo>
                  <a:lnTo>
                    <a:pt x="39306" y="211898"/>
                  </a:lnTo>
                  <a:lnTo>
                    <a:pt x="39260" y="211434"/>
                  </a:lnTo>
                  <a:lnTo>
                    <a:pt x="40052" y="209502"/>
                  </a:lnTo>
                  <a:lnTo>
                    <a:pt x="39367" y="207303"/>
                  </a:lnTo>
                  <a:lnTo>
                    <a:pt x="39702" y="205629"/>
                  </a:lnTo>
                  <a:lnTo>
                    <a:pt x="39374" y="205325"/>
                  </a:lnTo>
                  <a:lnTo>
                    <a:pt x="38690" y="205560"/>
                  </a:lnTo>
                  <a:lnTo>
                    <a:pt x="36163" y="208216"/>
                  </a:lnTo>
                  <a:lnTo>
                    <a:pt x="35319" y="208474"/>
                  </a:lnTo>
                  <a:lnTo>
                    <a:pt x="35228" y="207934"/>
                  </a:lnTo>
                  <a:lnTo>
                    <a:pt x="35852" y="205758"/>
                  </a:lnTo>
                  <a:lnTo>
                    <a:pt x="35928" y="204267"/>
                  </a:lnTo>
                  <a:lnTo>
                    <a:pt x="36300" y="203354"/>
                  </a:lnTo>
                  <a:lnTo>
                    <a:pt x="36985" y="202509"/>
                  </a:lnTo>
                  <a:lnTo>
                    <a:pt x="37800" y="201878"/>
                  </a:lnTo>
                  <a:lnTo>
                    <a:pt x="38461" y="201787"/>
                  </a:lnTo>
                  <a:lnTo>
                    <a:pt x="39161" y="202441"/>
                  </a:lnTo>
                  <a:lnTo>
                    <a:pt x="41200" y="200615"/>
                  </a:lnTo>
                  <a:lnTo>
                    <a:pt x="43072" y="199641"/>
                  </a:lnTo>
                  <a:close/>
                  <a:moveTo>
                    <a:pt x="46465" y="204054"/>
                  </a:moveTo>
                  <a:lnTo>
                    <a:pt x="46017" y="204457"/>
                  </a:lnTo>
                  <a:lnTo>
                    <a:pt x="44936" y="204343"/>
                  </a:lnTo>
                  <a:lnTo>
                    <a:pt x="44533" y="203727"/>
                  </a:lnTo>
                  <a:lnTo>
                    <a:pt x="44312" y="202783"/>
                  </a:lnTo>
                  <a:lnTo>
                    <a:pt x="44290" y="201056"/>
                  </a:lnTo>
                  <a:lnTo>
                    <a:pt x="44944" y="199816"/>
                  </a:lnTo>
                  <a:lnTo>
                    <a:pt x="47713" y="197944"/>
                  </a:lnTo>
                  <a:lnTo>
                    <a:pt x="46458" y="197282"/>
                  </a:lnTo>
                  <a:lnTo>
                    <a:pt x="46412" y="196811"/>
                  </a:lnTo>
                  <a:lnTo>
                    <a:pt x="47127" y="195251"/>
                  </a:lnTo>
                  <a:lnTo>
                    <a:pt x="50102" y="192824"/>
                  </a:lnTo>
                  <a:lnTo>
                    <a:pt x="50901" y="192382"/>
                  </a:lnTo>
                  <a:lnTo>
                    <a:pt x="51693" y="192451"/>
                  </a:lnTo>
                  <a:lnTo>
                    <a:pt x="50156" y="196757"/>
                  </a:lnTo>
                  <a:lnTo>
                    <a:pt x="46465" y="204054"/>
                  </a:lnTo>
                  <a:close/>
                  <a:moveTo>
                    <a:pt x="50567" y="183823"/>
                  </a:moveTo>
                  <a:lnTo>
                    <a:pt x="42060" y="185961"/>
                  </a:lnTo>
                  <a:lnTo>
                    <a:pt x="39131" y="185770"/>
                  </a:lnTo>
                  <a:lnTo>
                    <a:pt x="38865" y="184720"/>
                  </a:lnTo>
                  <a:lnTo>
                    <a:pt x="39450" y="184021"/>
                  </a:lnTo>
                  <a:lnTo>
                    <a:pt x="41878" y="183343"/>
                  </a:lnTo>
                  <a:lnTo>
                    <a:pt x="42859" y="178192"/>
                  </a:lnTo>
                  <a:lnTo>
                    <a:pt x="39192" y="175811"/>
                  </a:lnTo>
                  <a:lnTo>
                    <a:pt x="39002" y="175149"/>
                  </a:lnTo>
                  <a:lnTo>
                    <a:pt x="39291" y="174015"/>
                  </a:lnTo>
                  <a:lnTo>
                    <a:pt x="39717" y="173505"/>
                  </a:lnTo>
                  <a:lnTo>
                    <a:pt x="41938" y="172303"/>
                  </a:lnTo>
                  <a:lnTo>
                    <a:pt x="42874" y="172037"/>
                  </a:lnTo>
                  <a:lnTo>
                    <a:pt x="43635" y="172197"/>
                  </a:lnTo>
                  <a:lnTo>
                    <a:pt x="45203" y="173589"/>
                  </a:lnTo>
                  <a:lnTo>
                    <a:pt x="46968" y="176503"/>
                  </a:lnTo>
                  <a:lnTo>
                    <a:pt x="49334" y="176967"/>
                  </a:lnTo>
                  <a:lnTo>
                    <a:pt x="50939" y="178200"/>
                  </a:lnTo>
                  <a:lnTo>
                    <a:pt x="50567" y="183823"/>
                  </a:lnTo>
                  <a:close/>
                  <a:moveTo>
                    <a:pt x="32846" y="174540"/>
                  </a:moveTo>
                  <a:lnTo>
                    <a:pt x="31636" y="174753"/>
                  </a:lnTo>
                  <a:lnTo>
                    <a:pt x="31545" y="174206"/>
                  </a:lnTo>
                  <a:lnTo>
                    <a:pt x="33653" y="171588"/>
                  </a:lnTo>
                  <a:lnTo>
                    <a:pt x="35015" y="171154"/>
                  </a:lnTo>
                  <a:lnTo>
                    <a:pt x="35494" y="171413"/>
                  </a:lnTo>
                  <a:lnTo>
                    <a:pt x="34505" y="172935"/>
                  </a:lnTo>
                  <a:lnTo>
                    <a:pt x="32846" y="174540"/>
                  </a:lnTo>
                  <a:close/>
                  <a:moveTo>
                    <a:pt x="15567" y="159742"/>
                  </a:moveTo>
                  <a:lnTo>
                    <a:pt x="13688" y="160274"/>
                  </a:lnTo>
                  <a:lnTo>
                    <a:pt x="12995" y="159962"/>
                  </a:lnTo>
                  <a:lnTo>
                    <a:pt x="12874" y="159468"/>
                  </a:lnTo>
                  <a:lnTo>
                    <a:pt x="13300" y="158121"/>
                  </a:lnTo>
                  <a:lnTo>
                    <a:pt x="14738" y="157642"/>
                  </a:lnTo>
                  <a:lnTo>
                    <a:pt x="15780" y="158372"/>
                  </a:lnTo>
                  <a:lnTo>
                    <a:pt x="15948" y="159034"/>
                  </a:lnTo>
                  <a:lnTo>
                    <a:pt x="15567" y="159742"/>
                  </a:lnTo>
                  <a:close/>
                  <a:moveTo>
                    <a:pt x="39869" y="159772"/>
                  </a:moveTo>
                  <a:lnTo>
                    <a:pt x="39237" y="160274"/>
                  </a:lnTo>
                  <a:lnTo>
                    <a:pt x="38439" y="160175"/>
                  </a:lnTo>
                  <a:lnTo>
                    <a:pt x="37647" y="159529"/>
                  </a:lnTo>
                  <a:lnTo>
                    <a:pt x="36597" y="157687"/>
                  </a:lnTo>
                  <a:lnTo>
                    <a:pt x="38956" y="156409"/>
                  </a:lnTo>
                  <a:lnTo>
                    <a:pt x="39899" y="157162"/>
                  </a:lnTo>
                  <a:lnTo>
                    <a:pt x="40257" y="158022"/>
                  </a:lnTo>
                  <a:lnTo>
                    <a:pt x="40272" y="158973"/>
                  </a:lnTo>
                  <a:lnTo>
                    <a:pt x="39869" y="159772"/>
                  </a:lnTo>
                  <a:close/>
                  <a:moveTo>
                    <a:pt x="19136" y="153868"/>
                  </a:moveTo>
                  <a:lnTo>
                    <a:pt x="18230" y="154088"/>
                  </a:lnTo>
                  <a:lnTo>
                    <a:pt x="17051" y="153875"/>
                  </a:lnTo>
                  <a:lnTo>
                    <a:pt x="16320" y="153267"/>
                  </a:lnTo>
                  <a:lnTo>
                    <a:pt x="15582" y="150855"/>
                  </a:lnTo>
                  <a:lnTo>
                    <a:pt x="15445" y="149394"/>
                  </a:lnTo>
                  <a:lnTo>
                    <a:pt x="15773" y="146670"/>
                  </a:lnTo>
                  <a:lnTo>
                    <a:pt x="15696" y="143406"/>
                  </a:lnTo>
                  <a:lnTo>
                    <a:pt x="18131" y="143307"/>
                  </a:lnTo>
                  <a:lnTo>
                    <a:pt x="18763" y="143779"/>
                  </a:lnTo>
                  <a:lnTo>
                    <a:pt x="19181" y="153449"/>
                  </a:lnTo>
                  <a:lnTo>
                    <a:pt x="19136" y="153868"/>
                  </a:lnTo>
                  <a:close/>
                  <a:moveTo>
                    <a:pt x="42737" y="138499"/>
                  </a:moveTo>
                  <a:lnTo>
                    <a:pt x="42707" y="140248"/>
                  </a:lnTo>
                  <a:lnTo>
                    <a:pt x="42326" y="142311"/>
                  </a:lnTo>
                  <a:lnTo>
                    <a:pt x="42814" y="144494"/>
                  </a:lnTo>
                  <a:lnTo>
                    <a:pt x="42928" y="146054"/>
                  </a:lnTo>
                  <a:lnTo>
                    <a:pt x="43825" y="146548"/>
                  </a:lnTo>
                  <a:lnTo>
                    <a:pt x="44373" y="147264"/>
                  </a:lnTo>
                  <a:lnTo>
                    <a:pt x="48375" y="148062"/>
                  </a:lnTo>
                  <a:lnTo>
                    <a:pt x="52096" y="147834"/>
                  </a:lnTo>
                  <a:lnTo>
                    <a:pt x="52811" y="148473"/>
                  </a:lnTo>
                  <a:lnTo>
                    <a:pt x="52895" y="149493"/>
                  </a:lnTo>
                  <a:lnTo>
                    <a:pt x="52309" y="150611"/>
                  </a:lnTo>
                  <a:lnTo>
                    <a:pt x="50186" y="152650"/>
                  </a:lnTo>
                  <a:lnTo>
                    <a:pt x="47660" y="155945"/>
                  </a:lnTo>
                  <a:lnTo>
                    <a:pt x="46907" y="156630"/>
                  </a:lnTo>
                  <a:lnTo>
                    <a:pt x="46093" y="156660"/>
                  </a:lnTo>
                  <a:lnTo>
                    <a:pt x="45507" y="156363"/>
                  </a:lnTo>
                  <a:lnTo>
                    <a:pt x="45088" y="150505"/>
                  </a:lnTo>
                  <a:lnTo>
                    <a:pt x="42349" y="151258"/>
                  </a:lnTo>
                  <a:lnTo>
                    <a:pt x="40143" y="151174"/>
                  </a:lnTo>
                  <a:lnTo>
                    <a:pt x="38933" y="150459"/>
                  </a:lnTo>
                  <a:lnTo>
                    <a:pt x="38089" y="149082"/>
                  </a:lnTo>
                  <a:lnTo>
                    <a:pt x="36377" y="145536"/>
                  </a:lnTo>
                  <a:lnTo>
                    <a:pt x="31401" y="144137"/>
                  </a:lnTo>
                  <a:lnTo>
                    <a:pt x="29993" y="142174"/>
                  </a:lnTo>
                  <a:lnTo>
                    <a:pt x="29567" y="140987"/>
                  </a:lnTo>
                  <a:lnTo>
                    <a:pt x="29742" y="140332"/>
                  </a:lnTo>
                  <a:lnTo>
                    <a:pt x="30777" y="138871"/>
                  </a:lnTo>
                  <a:lnTo>
                    <a:pt x="32070" y="139389"/>
                  </a:lnTo>
                  <a:lnTo>
                    <a:pt x="32869" y="139069"/>
                  </a:lnTo>
                  <a:lnTo>
                    <a:pt x="33356" y="138415"/>
                  </a:lnTo>
                  <a:lnTo>
                    <a:pt x="33348" y="137875"/>
                  </a:lnTo>
                  <a:lnTo>
                    <a:pt x="32671" y="136604"/>
                  </a:lnTo>
                  <a:lnTo>
                    <a:pt x="32641" y="136208"/>
                  </a:lnTo>
                  <a:lnTo>
                    <a:pt x="37731" y="134595"/>
                  </a:lnTo>
                  <a:lnTo>
                    <a:pt x="38180" y="132069"/>
                  </a:lnTo>
                  <a:lnTo>
                    <a:pt x="39283" y="131864"/>
                  </a:lnTo>
                  <a:lnTo>
                    <a:pt x="40546" y="132693"/>
                  </a:lnTo>
                  <a:lnTo>
                    <a:pt x="42273" y="135318"/>
                  </a:lnTo>
                  <a:lnTo>
                    <a:pt x="42737" y="138499"/>
                  </a:lnTo>
                  <a:close/>
                  <a:moveTo>
                    <a:pt x="20079" y="131423"/>
                  </a:moveTo>
                  <a:lnTo>
                    <a:pt x="22491" y="133659"/>
                  </a:lnTo>
                  <a:lnTo>
                    <a:pt x="20574" y="137372"/>
                  </a:lnTo>
                  <a:lnTo>
                    <a:pt x="17629" y="137357"/>
                  </a:lnTo>
                  <a:lnTo>
                    <a:pt x="13482" y="134649"/>
                  </a:lnTo>
                  <a:lnTo>
                    <a:pt x="13467" y="134093"/>
                  </a:lnTo>
                  <a:lnTo>
                    <a:pt x="13810" y="133279"/>
                  </a:lnTo>
                  <a:lnTo>
                    <a:pt x="14433" y="132632"/>
                  </a:lnTo>
                  <a:lnTo>
                    <a:pt x="15080" y="132480"/>
                  </a:lnTo>
                  <a:lnTo>
                    <a:pt x="16107" y="132922"/>
                  </a:lnTo>
                  <a:lnTo>
                    <a:pt x="17538" y="132206"/>
                  </a:lnTo>
                  <a:lnTo>
                    <a:pt x="18679" y="132435"/>
                  </a:lnTo>
                  <a:lnTo>
                    <a:pt x="20079" y="131423"/>
                  </a:lnTo>
                  <a:close/>
                  <a:moveTo>
                    <a:pt x="41581" y="104039"/>
                  </a:moveTo>
                  <a:lnTo>
                    <a:pt x="38865" y="111108"/>
                  </a:lnTo>
                  <a:lnTo>
                    <a:pt x="37800" y="111283"/>
                  </a:lnTo>
                  <a:lnTo>
                    <a:pt x="36864" y="113048"/>
                  </a:lnTo>
                  <a:lnTo>
                    <a:pt x="33972" y="114988"/>
                  </a:lnTo>
                  <a:lnTo>
                    <a:pt x="36498" y="115026"/>
                  </a:lnTo>
                  <a:lnTo>
                    <a:pt x="37206" y="115673"/>
                  </a:lnTo>
                  <a:lnTo>
                    <a:pt x="37221" y="117065"/>
                  </a:lnTo>
                  <a:lnTo>
                    <a:pt x="36742" y="117872"/>
                  </a:lnTo>
                  <a:lnTo>
                    <a:pt x="33478" y="121083"/>
                  </a:lnTo>
                  <a:lnTo>
                    <a:pt x="31233" y="122300"/>
                  </a:lnTo>
                  <a:lnTo>
                    <a:pt x="28814" y="125648"/>
                  </a:lnTo>
                  <a:lnTo>
                    <a:pt x="27589" y="125686"/>
                  </a:lnTo>
                  <a:lnTo>
                    <a:pt x="26379" y="127809"/>
                  </a:lnTo>
                  <a:lnTo>
                    <a:pt x="25390" y="128744"/>
                  </a:lnTo>
                  <a:lnTo>
                    <a:pt x="24827" y="128744"/>
                  </a:lnTo>
                  <a:lnTo>
                    <a:pt x="24188" y="128273"/>
                  </a:lnTo>
                  <a:lnTo>
                    <a:pt x="22689" y="126196"/>
                  </a:lnTo>
                  <a:lnTo>
                    <a:pt x="25413" y="124149"/>
                  </a:lnTo>
                  <a:lnTo>
                    <a:pt x="25664" y="123000"/>
                  </a:lnTo>
                  <a:lnTo>
                    <a:pt x="27528" y="121798"/>
                  </a:lnTo>
                  <a:lnTo>
                    <a:pt x="27368" y="121425"/>
                  </a:lnTo>
                  <a:lnTo>
                    <a:pt x="24408" y="119736"/>
                  </a:lnTo>
                  <a:lnTo>
                    <a:pt x="23244" y="118602"/>
                  </a:lnTo>
                  <a:lnTo>
                    <a:pt x="23351" y="118009"/>
                  </a:lnTo>
                  <a:lnTo>
                    <a:pt x="24774" y="116700"/>
                  </a:lnTo>
                  <a:lnTo>
                    <a:pt x="24104" y="116533"/>
                  </a:lnTo>
                  <a:lnTo>
                    <a:pt x="23647" y="115825"/>
                  </a:lnTo>
                  <a:lnTo>
                    <a:pt x="22826" y="115551"/>
                  </a:lnTo>
                  <a:lnTo>
                    <a:pt x="22575" y="114897"/>
                  </a:lnTo>
                  <a:lnTo>
                    <a:pt x="22422" y="113162"/>
                  </a:lnTo>
                  <a:lnTo>
                    <a:pt x="22643" y="111389"/>
                  </a:lnTo>
                  <a:lnTo>
                    <a:pt x="23503" y="110606"/>
                  </a:lnTo>
                  <a:lnTo>
                    <a:pt x="23853" y="109769"/>
                  </a:lnTo>
                  <a:lnTo>
                    <a:pt x="24203" y="109510"/>
                  </a:lnTo>
                  <a:lnTo>
                    <a:pt x="25534" y="109959"/>
                  </a:lnTo>
                  <a:lnTo>
                    <a:pt x="26889" y="111382"/>
                  </a:lnTo>
                  <a:lnTo>
                    <a:pt x="28471" y="110834"/>
                  </a:lnTo>
                  <a:lnTo>
                    <a:pt x="30305" y="111100"/>
                  </a:lnTo>
                  <a:lnTo>
                    <a:pt x="30343" y="110773"/>
                  </a:lnTo>
                  <a:lnTo>
                    <a:pt x="28996" y="107281"/>
                  </a:lnTo>
                  <a:lnTo>
                    <a:pt x="29240" y="106565"/>
                  </a:lnTo>
                  <a:lnTo>
                    <a:pt x="29970" y="105751"/>
                  </a:lnTo>
                  <a:lnTo>
                    <a:pt x="34200" y="103248"/>
                  </a:lnTo>
                  <a:lnTo>
                    <a:pt x="39473" y="99033"/>
                  </a:lnTo>
                  <a:lnTo>
                    <a:pt x="40752" y="98371"/>
                  </a:lnTo>
                  <a:lnTo>
                    <a:pt x="41140" y="98949"/>
                  </a:lnTo>
                  <a:lnTo>
                    <a:pt x="41672" y="101133"/>
                  </a:lnTo>
                  <a:lnTo>
                    <a:pt x="41581" y="104039"/>
                  </a:lnTo>
                  <a:close/>
                  <a:moveTo>
                    <a:pt x="107540" y="97839"/>
                  </a:moveTo>
                  <a:lnTo>
                    <a:pt x="107722" y="101171"/>
                  </a:lnTo>
                  <a:lnTo>
                    <a:pt x="107471" y="102183"/>
                  </a:lnTo>
                  <a:lnTo>
                    <a:pt x="106961" y="103431"/>
                  </a:lnTo>
                  <a:lnTo>
                    <a:pt x="105348" y="105751"/>
                  </a:lnTo>
                  <a:lnTo>
                    <a:pt x="101103" y="109061"/>
                  </a:lnTo>
                  <a:lnTo>
                    <a:pt x="93334" y="116639"/>
                  </a:lnTo>
                  <a:lnTo>
                    <a:pt x="88739" y="120383"/>
                  </a:lnTo>
                  <a:lnTo>
                    <a:pt x="88107" y="122178"/>
                  </a:lnTo>
                  <a:lnTo>
                    <a:pt x="87765" y="124674"/>
                  </a:lnTo>
                  <a:lnTo>
                    <a:pt x="90512" y="125168"/>
                  </a:lnTo>
                  <a:lnTo>
                    <a:pt x="91577" y="126013"/>
                  </a:lnTo>
                  <a:lnTo>
                    <a:pt x="90922" y="127276"/>
                  </a:lnTo>
                  <a:lnTo>
                    <a:pt x="86852" y="131666"/>
                  </a:lnTo>
                  <a:lnTo>
                    <a:pt x="85657" y="135622"/>
                  </a:lnTo>
                  <a:lnTo>
                    <a:pt x="88777" y="135478"/>
                  </a:lnTo>
                  <a:lnTo>
                    <a:pt x="91349" y="134717"/>
                  </a:lnTo>
                  <a:lnTo>
                    <a:pt x="96469" y="132252"/>
                  </a:lnTo>
                  <a:lnTo>
                    <a:pt x="101285" y="130418"/>
                  </a:lnTo>
                  <a:lnTo>
                    <a:pt x="103598" y="130342"/>
                  </a:lnTo>
                  <a:lnTo>
                    <a:pt x="108095" y="131803"/>
                  </a:lnTo>
                  <a:lnTo>
                    <a:pt x="109115" y="131849"/>
                  </a:lnTo>
                  <a:lnTo>
                    <a:pt x="111024" y="131171"/>
                  </a:lnTo>
                  <a:lnTo>
                    <a:pt x="112957" y="131050"/>
                  </a:lnTo>
                  <a:lnTo>
                    <a:pt x="126028" y="131506"/>
                  </a:lnTo>
                  <a:lnTo>
                    <a:pt x="129665" y="130646"/>
                  </a:lnTo>
                  <a:lnTo>
                    <a:pt x="132070" y="131674"/>
                  </a:lnTo>
                  <a:lnTo>
                    <a:pt x="134078" y="134230"/>
                  </a:lnTo>
                  <a:lnTo>
                    <a:pt x="135988" y="138940"/>
                  </a:lnTo>
                  <a:lnTo>
                    <a:pt x="135927" y="139723"/>
                  </a:lnTo>
                  <a:lnTo>
                    <a:pt x="134771" y="141861"/>
                  </a:lnTo>
                  <a:lnTo>
                    <a:pt x="132640" y="144540"/>
                  </a:lnTo>
                  <a:lnTo>
                    <a:pt x="130807" y="148222"/>
                  </a:lnTo>
                  <a:lnTo>
                    <a:pt x="130274" y="150201"/>
                  </a:lnTo>
                  <a:lnTo>
                    <a:pt x="129916" y="152369"/>
                  </a:lnTo>
                  <a:lnTo>
                    <a:pt x="129338" y="154370"/>
                  </a:lnTo>
                  <a:lnTo>
                    <a:pt x="125693" y="163728"/>
                  </a:lnTo>
                  <a:lnTo>
                    <a:pt x="122140" y="168887"/>
                  </a:lnTo>
                  <a:lnTo>
                    <a:pt x="120558" y="172539"/>
                  </a:lnTo>
                  <a:lnTo>
                    <a:pt x="118602" y="175438"/>
                  </a:lnTo>
                  <a:lnTo>
                    <a:pt x="116715" y="177264"/>
                  </a:lnTo>
                  <a:lnTo>
                    <a:pt x="114707" y="178482"/>
                  </a:lnTo>
                  <a:lnTo>
                    <a:pt x="108894" y="179775"/>
                  </a:lnTo>
                  <a:lnTo>
                    <a:pt x="107266" y="180703"/>
                  </a:lnTo>
                  <a:lnTo>
                    <a:pt x="105326" y="182293"/>
                  </a:lnTo>
                  <a:lnTo>
                    <a:pt x="103286" y="183085"/>
                  </a:lnTo>
                  <a:lnTo>
                    <a:pt x="105675" y="182986"/>
                  </a:lnTo>
                  <a:lnTo>
                    <a:pt x="108042" y="182103"/>
                  </a:lnTo>
                  <a:lnTo>
                    <a:pt x="112356" y="181784"/>
                  </a:lnTo>
                  <a:lnTo>
                    <a:pt x="117317" y="184827"/>
                  </a:lnTo>
                  <a:lnTo>
                    <a:pt x="116852" y="187315"/>
                  </a:lnTo>
                  <a:lnTo>
                    <a:pt x="114859" y="189278"/>
                  </a:lnTo>
                  <a:lnTo>
                    <a:pt x="110324" y="189590"/>
                  </a:lnTo>
                  <a:lnTo>
                    <a:pt x="106086" y="193950"/>
                  </a:lnTo>
                  <a:lnTo>
                    <a:pt x="104177" y="195289"/>
                  </a:lnTo>
                  <a:lnTo>
                    <a:pt x="102153" y="195951"/>
                  </a:lnTo>
                  <a:lnTo>
                    <a:pt x="99627" y="195753"/>
                  </a:lnTo>
                  <a:lnTo>
                    <a:pt x="95039" y="194589"/>
                  </a:lnTo>
                  <a:lnTo>
                    <a:pt x="93030" y="193372"/>
                  </a:lnTo>
                  <a:lnTo>
                    <a:pt x="94841" y="195357"/>
                  </a:lnTo>
                  <a:lnTo>
                    <a:pt x="96903" y="196392"/>
                  </a:lnTo>
                  <a:lnTo>
                    <a:pt x="108841" y="198834"/>
                  </a:lnTo>
                  <a:lnTo>
                    <a:pt x="109563" y="198576"/>
                  </a:lnTo>
                  <a:lnTo>
                    <a:pt x="113368" y="196004"/>
                  </a:lnTo>
                  <a:lnTo>
                    <a:pt x="118443" y="195966"/>
                  </a:lnTo>
                  <a:lnTo>
                    <a:pt x="128098" y="200698"/>
                  </a:lnTo>
                  <a:lnTo>
                    <a:pt x="130875" y="204313"/>
                  </a:lnTo>
                  <a:lnTo>
                    <a:pt x="134862" y="209464"/>
                  </a:lnTo>
                  <a:lnTo>
                    <a:pt x="137030" y="211472"/>
                  </a:lnTo>
                  <a:lnTo>
                    <a:pt x="138598" y="213291"/>
                  </a:lnTo>
                  <a:lnTo>
                    <a:pt x="139564" y="216007"/>
                  </a:lnTo>
                  <a:lnTo>
                    <a:pt x="141436" y="224955"/>
                  </a:lnTo>
                  <a:lnTo>
                    <a:pt x="143574" y="233644"/>
                  </a:lnTo>
                  <a:lnTo>
                    <a:pt x="146366" y="243002"/>
                  </a:lnTo>
                  <a:lnTo>
                    <a:pt x="147637" y="245589"/>
                  </a:lnTo>
                  <a:lnTo>
                    <a:pt x="149303" y="247400"/>
                  </a:lnTo>
                  <a:lnTo>
                    <a:pt x="157733" y="251554"/>
                  </a:lnTo>
                  <a:lnTo>
                    <a:pt x="159613" y="252931"/>
                  </a:lnTo>
                  <a:lnTo>
                    <a:pt x="162884" y="256918"/>
                  </a:lnTo>
                  <a:lnTo>
                    <a:pt x="166042" y="261156"/>
                  </a:lnTo>
                  <a:lnTo>
                    <a:pt x="168979" y="264405"/>
                  </a:lnTo>
                  <a:lnTo>
                    <a:pt x="172152" y="267030"/>
                  </a:lnTo>
                  <a:lnTo>
                    <a:pt x="170615" y="268392"/>
                  </a:lnTo>
                  <a:lnTo>
                    <a:pt x="169565" y="270530"/>
                  </a:lnTo>
                  <a:lnTo>
                    <a:pt x="170356" y="273429"/>
                  </a:lnTo>
                  <a:lnTo>
                    <a:pt x="171642" y="276191"/>
                  </a:lnTo>
                  <a:lnTo>
                    <a:pt x="174175" y="280604"/>
                  </a:lnTo>
                  <a:lnTo>
                    <a:pt x="176412" y="285405"/>
                  </a:lnTo>
                  <a:lnTo>
                    <a:pt x="175591" y="284682"/>
                  </a:lnTo>
                  <a:lnTo>
                    <a:pt x="174723" y="284286"/>
                  </a:lnTo>
                  <a:lnTo>
                    <a:pt x="173536" y="284408"/>
                  </a:lnTo>
                  <a:lnTo>
                    <a:pt x="172380" y="284180"/>
                  </a:lnTo>
                  <a:lnTo>
                    <a:pt x="170242" y="282673"/>
                  </a:lnTo>
                  <a:lnTo>
                    <a:pt x="168187" y="280824"/>
                  </a:lnTo>
                  <a:lnTo>
                    <a:pt x="164102" y="281570"/>
                  </a:lnTo>
                  <a:lnTo>
                    <a:pt x="161834" y="281235"/>
                  </a:lnTo>
                  <a:lnTo>
                    <a:pt x="159864" y="281288"/>
                  </a:lnTo>
                  <a:lnTo>
                    <a:pt x="163600" y="282354"/>
                  </a:lnTo>
                  <a:lnTo>
                    <a:pt x="167685" y="282430"/>
                  </a:lnTo>
                  <a:lnTo>
                    <a:pt x="176694" y="290472"/>
                  </a:lnTo>
                  <a:lnTo>
                    <a:pt x="179737" y="295220"/>
                  </a:lnTo>
                  <a:lnTo>
                    <a:pt x="181548" y="301466"/>
                  </a:lnTo>
                  <a:lnTo>
                    <a:pt x="180316" y="304266"/>
                  </a:lnTo>
                  <a:lnTo>
                    <a:pt x="178398" y="306077"/>
                  </a:lnTo>
                  <a:lnTo>
                    <a:pt x="176610" y="308139"/>
                  </a:lnTo>
                  <a:lnTo>
                    <a:pt x="174929" y="310475"/>
                  </a:lnTo>
                  <a:lnTo>
                    <a:pt x="179928" y="313891"/>
                  </a:lnTo>
                  <a:lnTo>
                    <a:pt x="181008" y="313792"/>
                  </a:lnTo>
                  <a:lnTo>
                    <a:pt x="182111" y="313313"/>
                  </a:lnTo>
                  <a:lnTo>
                    <a:pt x="183176" y="312149"/>
                  </a:lnTo>
                  <a:lnTo>
                    <a:pt x="184964" y="309311"/>
                  </a:lnTo>
                  <a:lnTo>
                    <a:pt x="185885" y="308306"/>
                  </a:lnTo>
                  <a:lnTo>
                    <a:pt x="188997" y="307941"/>
                  </a:lnTo>
                  <a:lnTo>
                    <a:pt x="191607" y="308162"/>
                  </a:lnTo>
                  <a:lnTo>
                    <a:pt x="194201" y="308793"/>
                  </a:lnTo>
                  <a:lnTo>
                    <a:pt x="196491" y="308595"/>
                  </a:lnTo>
                  <a:lnTo>
                    <a:pt x="201094" y="309813"/>
                  </a:lnTo>
                  <a:lnTo>
                    <a:pt x="203461" y="310909"/>
                  </a:lnTo>
                  <a:lnTo>
                    <a:pt x="209327" y="315831"/>
                  </a:lnTo>
                  <a:lnTo>
                    <a:pt x="210598" y="318525"/>
                  </a:lnTo>
                  <a:lnTo>
                    <a:pt x="211184" y="321994"/>
                  </a:lnTo>
                  <a:lnTo>
                    <a:pt x="211252" y="325829"/>
                  </a:lnTo>
                  <a:lnTo>
                    <a:pt x="210263" y="329321"/>
                  </a:lnTo>
                  <a:lnTo>
                    <a:pt x="209129" y="332471"/>
                  </a:lnTo>
                  <a:lnTo>
                    <a:pt x="208429" y="336526"/>
                  </a:lnTo>
                  <a:lnTo>
                    <a:pt x="207935" y="337987"/>
                  </a:lnTo>
                  <a:lnTo>
                    <a:pt x="207242" y="339129"/>
                  </a:lnTo>
                  <a:lnTo>
                    <a:pt x="204138" y="342317"/>
                  </a:lnTo>
                  <a:lnTo>
                    <a:pt x="202076" y="343625"/>
                  </a:lnTo>
                  <a:lnTo>
                    <a:pt x="201209" y="343055"/>
                  </a:lnTo>
                  <a:lnTo>
                    <a:pt x="200273" y="343131"/>
                  </a:lnTo>
                  <a:lnTo>
                    <a:pt x="200174" y="343899"/>
                  </a:lnTo>
                  <a:lnTo>
                    <a:pt x="201155" y="345520"/>
                  </a:lnTo>
                  <a:lnTo>
                    <a:pt x="201163" y="347475"/>
                  </a:lnTo>
                  <a:lnTo>
                    <a:pt x="199329" y="348921"/>
                  </a:lnTo>
                  <a:lnTo>
                    <a:pt x="197465" y="349537"/>
                  </a:lnTo>
                  <a:lnTo>
                    <a:pt x="194346" y="348769"/>
                  </a:lnTo>
                  <a:lnTo>
                    <a:pt x="190016" y="351462"/>
                  </a:lnTo>
                  <a:lnTo>
                    <a:pt x="193128" y="352847"/>
                  </a:lnTo>
                  <a:lnTo>
                    <a:pt x="193760" y="354315"/>
                  </a:lnTo>
                  <a:lnTo>
                    <a:pt x="192984" y="356895"/>
                  </a:lnTo>
                  <a:lnTo>
                    <a:pt x="191028" y="358043"/>
                  </a:lnTo>
                  <a:lnTo>
                    <a:pt x="188852" y="358553"/>
                  </a:lnTo>
                  <a:lnTo>
                    <a:pt x="186631" y="358675"/>
                  </a:lnTo>
                  <a:lnTo>
                    <a:pt x="184789" y="359307"/>
                  </a:lnTo>
                  <a:lnTo>
                    <a:pt x="183024" y="360524"/>
                  </a:lnTo>
                  <a:lnTo>
                    <a:pt x="185238" y="359885"/>
                  </a:lnTo>
                  <a:lnTo>
                    <a:pt x="186775" y="360448"/>
                  </a:lnTo>
                  <a:lnTo>
                    <a:pt x="187742" y="362609"/>
                  </a:lnTo>
                  <a:lnTo>
                    <a:pt x="188616" y="363233"/>
                  </a:lnTo>
                  <a:lnTo>
                    <a:pt x="192953" y="364153"/>
                  </a:lnTo>
                  <a:lnTo>
                    <a:pt x="195632" y="364146"/>
                  </a:lnTo>
                  <a:lnTo>
                    <a:pt x="200805" y="363621"/>
                  </a:lnTo>
                  <a:lnTo>
                    <a:pt x="203293" y="363628"/>
                  </a:lnTo>
                  <a:lnTo>
                    <a:pt x="204176" y="364024"/>
                  </a:lnTo>
                  <a:lnTo>
                    <a:pt x="204191" y="365812"/>
                  </a:lnTo>
                  <a:lnTo>
                    <a:pt x="203811" y="370194"/>
                  </a:lnTo>
                  <a:lnTo>
                    <a:pt x="203126" y="371100"/>
                  </a:lnTo>
                  <a:lnTo>
                    <a:pt x="196271" y="374767"/>
                  </a:lnTo>
                  <a:lnTo>
                    <a:pt x="194863" y="377324"/>
                  </a:lnTo>
                  <a:lnTo>
                    <a:pt x="194475" y="378868"/>
                  </a:lnTo>
                  <a:lnTo>
                    <a:pt x="190465" y="378594"/>
                  </a:lnTo>
                  <a:lnTo>
                    <a:pt x="188586" y="380230"/>
                  </a:lnTo>
                  <a:lnTo>
                    <a:pt x="185337" y="381318"/>
                  </a:lnTo>
                  <a:lnTo>
                    <a:pt x="182826" y="382467"/>
                  </a:lnTo>
                  <a:lnTo>
                    <a:pt x="180369" y="383920"/>
                  </a:lnTo>
                  <a:lnTo>
                    <a:pt x="178345" y="384354"/>
                  </a:lnTo>
                  <a:lnTo>
                    <a:pt x="169618" y="382627"/>
                  </a:lnTo>
                  <a:lnTo>
                    <a:pt x="164345" y="382771"/>
                  </a:lnTo>
                  <a:lnTo>
                    <a:pt x="157201" y="384278"/>
                  </a:lnTo>
                  <a:lnTo>
                    <a:pt x="155359" y="384027"/>
                  </a:lnTo>
                  <a:lnTo>
                    <a:pt x="152605" y="382589"/>
                  </a:lnTo>
                  <a:lnTo>
                    <a:pt x="149775" y="381615"/>
                  </a:lnTo>
                  <a:lnTo>
                    <a:pt x="146526" y="381189"/>
                  </a:lnTo>
                  <a:lnTo>
                    <a:pt x="143718" y="379850"/>
                  </a:lnTo>
                  <a:lnTo>
                    <a:pt x="145468" y="382414"/>
                  </a:lnTo>
                  <a:lnTo>
                    <a:pt x="141580" y="384887"/>
                  </a:lnTo>
                  <a:lnTo>
                    <a:pt x="139785" y="385373"/>
                  </a:lnTo>
                  <a:lnTo>
                    <a:pt x="137921" y="385297"/>
                  </a:lnTo>
                  <a:lnTo>
                    <a:pt x="134116" y="385967"/>
                  </a:lnTo>
                  <a:lnTo>
                    <a:pt x="130578" y="385602"/>
                  </a:lnTo>
                  <a:lnTo>
                    <a:pt x="131111" y="387352"/>
                  </a:lnTo>
                  <a:lnTo>
                    <a:pt x="132054" y="388881"/>
                  </a:lnTo>
                  <a:lnTo>
                    <a:pt x="131286" y="389543"/>
                  </a:lnTo>
                  <a:lnTo>
                    <a:pt x="130479" y="389710"/>
                  </a:lnTo>
                  <a:lnTo>
                    <a:pt x="123769" y="388561"/>
                  </a:lnTo>
                  <a:lnTo>
                    <a:pt x="122817" y="388774"/>
                  </a:lnTo>
                  <a:lnTo>
                    <a:pt x="121988" y="389840"/>
                  </a:lnTo>
                  <a:lnTo>
                    <a:pt x="119546" y="389269"/>
                  </a:lnTo>
                  <a:lnTo>
                    <a:pt x="117172" y="387481"/>
                  </a:lnTo>
                  <a:lnTo>
                    <a:pt x="114654" y="386271"/>
                  </a:lnTo>
                  <a:lnTo>
                    <a:pt x="112006" y="385701"/>
                  </a:lnTo>
                  <a:lnTo>
                    <a:pt x="109906" y="385898"/>
                  </a:lnTo>
                  <a:lnTo>
                    <a:pt x="101255" y="388729"/>
                  </a:lnTo>
                  <a:lnTo>
                    <a:pt x="99528" y="391559"/>
                  </a:lnTo>
                  <a:lnTo>
                    <a:pt x="98660" y="395569"/>
                  </a:lnTo>
                  <a:lnTo>
                    <a:pt x="97413" y="399122"/>
                  </a:lnTo>
                  <a:lnTo>
                    <a:pt x="95373" y="401854"/>
                  </a:lnTo>
                  <a:lnTo>
                    <a:pt x="92946" y="402211"/>
                  </a:lnTo>
                  <a:lnTo>
                    <a:pt x="90664" y="400317"/>
                  </a:lnTo>
                  <a:lnTo>
                    <a:pt x="86327" y="398232"/>
                  </a:lnTo>
                  <a:lnTo>
                    <a:pt x="84851" y="396817"/>
                  </a:lnTo>
                  <a:lnTo>
                    <a:pt x="84379" y="396733"/>
                  </a:lnTo>
                  <a:lnTo>
                    <a:pt x="83892" y="397235"/>
                  </a:lnTo>
                  <a:lnTo>
                    <a:pt x="82188" y="397874"/>
                  </a:lnTo>
                  <a:lnTo>
                    <a:pt x="80430" y="397905"/>
                  </a:lnTo>
                  <a:lnTo>
                    <a:pt x="77714" y="398468"/>
                  </a:lnTo>
                  <a:lnTo>
                    <a:pt x="72989" y="400164"/>
                  </a:lnTo>
                  <a:lnTo>
                    <a:pt x="71079" y="401313"/>
                  </a:lnTo>
                  <a:lnTo>
                    <a:pt x="66978" y="404486"/>
                  </a:lnTo>
                  <a:lnTo>
                    <a:pt x="66141" y="405361"/>
                  </a:lnTo>
                  <a:lnTo>
                    <a:pt x="64650" y="408549"/>
                  </a:lnTo>
                  <a:lnTo>
                    <a:pt x="62375" y="409112"/>
                  </a:lnTo>
                  <a:lnTo>
                    <a:pt x="60290" y="407073"/>
                  </a:lnTo>
                  <a:lnTo>
                    <a:pt x="57916" y="406358"/>
                  </a:lnTo>
                  <a:lnTo>
                    <a:pt x="55413" y="407050"/>
                  </a:lnTo>
                  <a:lnTo>
                    <a:pt x="53899" y="408138"/>
                  </a:lnTo>
                  <a:lnTo>
                    <a:pt x="53191" y="407256"/>
                  </a:lnTo>
                  <a:lnTo>
                    <a:pt x="53169" y="405445"/>
                  </a:lnTo>
                  <a:lnTo>
                    <a:pt x="54995" y="403284"/>
                  </a:lnTo>
                  <a:lnTo>
                    <a:pt x="59872" y="401648"/>
                  </a:lnTo>
                  <a:lnTo>
                    <a:pt x="64156" y="397395"/>
                  </a:lnTo>
                  <a:lnTo>
                    <a:pt x="66255" y="394801"/>
                  </a:lnTo>
                  <a:lnTo>
                    <a:pt x="67092" y="393332"/>
                  </a:lnTo>
                  <a:lnTo>
                    <a:pt x="68120" y="392396"/>
                  </a:lnTo>
                  <a:lnTo>
                    <a:pt x="69459" y="392046"/>
                  </a:lnTo>
                  <a:lnTo>
                    <a:pt x="70151" y="390426"/>
                  </a:lnTo>
                  <a:lnTo>
                    <a:pt x="76093" y="383897"/>
                  </a:lnTo>
                  <a:lnTo>
                    <a:pt x="76580" y="382399"/>
                  </a:lnTo>
                  <a:lnTo>
                    <a:pt x="76877" y="379705"/>
                  </a:lnTo>
                  <a:lnTo>
                    <a:pt x="77364" y="377111"/>
                  </a:lnTo>
                  <a:lnTo>
                    <a:pt x="82203" y="375429"/>
                  </a:lnTo>
                  <a:lnTo>
                    <a:pt x="84516" y="369959"/>
                  </a:lnTo>
                  <a:lnTo>
                    <a:pt x="85155" y="369525"/>
                  </a:lnTo>
                  <a:lnTo>
                    <a:pt x="91904" y="368521"/>
                  </a:lnTo>
                  <a:lnTo>
                    <a:pt x="96910" y="368604"/>
                  </a:lnTo>
                  <a:lnTo>
                    <a:pt x="101886" y="369677"/>
                  </a:lnTo>
                  <a:lnTo>
                    <a:pt x="104435" y="369776"/>
                  </a:lnTo>
                  <a:lnTo>
                    <a:pt x="106992" y="369403"/>
                  </a:lnTo>
                  <a:lnTo>
                    <a:pt x="109000" y="367919"/>
                  </a:lnTo>
                  <a:lnTo>
                    <a:pt x="112432" y="362563"/>
                  </a:lnTo>
                  <a:lnTo>
                    <a:pt x="114364" y="360197"/>
                  </a:lnTo>
                  <a:lnTo>
                    <a:pt x="116578" y="358059"/>
                  </a:lnTo>
                  <a:lnTo>
                    <a:pt x="118648" y="355616"/>
                  </a:lnTo>
                  <a:lnTo>
                    <a:pt x="122003" y="351082"/>
                  </a:lnTo>
                  <a:lnTo>
                    <a:pt x="119736" y="352649"/>
                  </a:lnTo>
                  <a:lnTo>
                    <a:pt x="116997" y="355129"/>
                  </a:lnTo>
                  <a:lnTo>
                    <a:pt x="115407" y="356567"/>
                  </a:lnTo>
                  <a:lnTo>
                    <a:pt x="110355" y="358013"/>
                  </a:lnTo>
                  <a:lnTo>
                    <a:pt x="108179" y="359489"/>
                  </a:lnTo>
                  <a:lnTo>
                    <a:pt x="104367" y="362814"/>
                  </a:lnTo>
                  <a:lnTo>
                    <a:pt x="103636" y="363088"/>
                  </a:lnTo>
                  <a:lnTo>
                    <a:pt x="97884" y="362289"/>
                  </a:lnTo>
                  <a:lnTo>
                    <a:pt x="93608" y="357975"/>
                  </a:lnTo>
                  <a:lnTo>
                    <a:pt x="90877" y="356210"/>
                  </a:lnTo>
                  <a:lnTo>
                    <a:pt x="89751" y="356005"/>
                  </a:lnTo>
                  <a:lnTo>
                    <a:pt x="88579" y="356530"/>
                  </a:lnTo>
                  <a:lnTo>
                    <a:pt x="86083" y="357070"/>
                  </a:lnTo>
                  <a:lnTo>
                    <a:pt x="83542" y="356978"/>
                  </a:lnTo>
                  <a:lnTo>
                    <a:pt x="84843" y="354977"/>
                  </a:lnTo>
                  <a:lnTo>
                    <a:pt x="86608" y="353859"/>
                  </a:lnTo>
                  <a:lnTo>
                    <a:pt x="82652" y="353083"/>
                  </a:lnTo>
                  <a:lnTo>
                    <a:pt x="81549" y="352474"/>
                  </a:lnTo>
                  <a:lnTo>
                    <a:pt x="80293" y="351066"/>
                  </a:lnTo>
                  <a:lnTo>
                    <a:pt x="77189" y="350831"/>
                  </a:lnTo>
                  <a:lnTo>
                    <a:pt x="75713" y="351188"/>
                  </a:lnTo>
                  <a:lnTo>
                    <a:pt x="73217" y="353045"/>
                  </a:lnTo>
                  <a:lnTo>
                    <a:pt x="69276" y="355015"/>
                  </a:lnTo>
                  <a:lnTo>
                    <a:pt x="64521" y="352284"/>
                  </a:lnTo>
                  <a:lnTo>
                    <a:pt x="63592" y="351089"/>
                  </a:lnTo>
                  <a:lnTo>
                    <a:pt x="63615" y="348769"/>
                  </a:lnTo>
                  <a:lnTo>
                    <a:pt x="62900" y="346927"/>
                  </a:lnTo>
                  <a:lnTo>
                    <a:pt x="61584" y="346281"/>
                  </a:lnTo>
                  <a:lnTo>
                    <a:pt x="63265" y="343884"/>
                  </a:lnTo>
                  <a:lnTo>
                    <a:pt x="65304" y="342286"/>
                  </a:lnTo>
                  <a:lnTo>
                    <a:pt x="69778" y="340696"/>
                  </a:lnTo>
                  <a:lnTo>
                    <a:pt x="76558" y="336915"/>
                  </a:lnTo>
                  <a:lnTo>
                    <a:pt x="80362" y="335302"/>
                  </a:lnTo>
                  <a:lnTo>
                    <a:pt x="83892" y="332517"/>
                  </a:lnTo>
                  <a:lnTo>
                    <a:pt x="85353" y="330813"/>
                  </a:lnTo>
                  <a:lnTo>
                    <a:pt x="86410" y="328477"/>
                  </a:lnTo>
                  <a:lnTo>
                    <a:pt x="87460" y="325616"/>
                  </a:lnTo>
                  <a:lnTo>
                    <a:pt x="88960" y="323280"/>
                  </a:lnTo>
                  <a:lnTo>
                    <a:pt x="87506" y="322725"/>
                  </a:lnTo>
                  <a:lnTo>
                    <a:pt x="86852" y="320967"/>
                  </a:lnTo>
                  <a:lnTo>
                    <a:pt x="87027" y="319179"/>
                  </a:lnTo>
                  <a:lnTo>
                    <a:pt x="87696" y="317589"/>
                  </a:lnTo>
                  <a:lnTo>
                    <a:pt x="87095" y="315595"/>
                  </a:lnTo>
                  <a:lnTo>
                    <a:pt x="86022" y="313511"/>
                  </a:lnTo>
                  <a:lnTo>
                    <a:pt x="86083" y="311882"/>
                  </a:lnTo>
                  <a:lnTo>
                    <a:pt x="86372" y="310140"/>
                  </a:lnTo>
                  <a:lnTo>
                    <a:pt x="83649" y="310231"/>
                  </a:lnTo>
                  <a:lnTo>
                    <a:pt x="80932" y="310779"/>
                  </a:lnTo>
                  <a:lnTo>
                    <a:pt x="78467" y="312012"/>
                  </a:lnTo>
                  <a:lnTo>
                    <a:pt x="76078" y="313686"/>
                  </a:lnTo>
                  <a:lnTo>
                    <a:pt x="73955" y="313997"/>
                  </a:lnTo>
                  <a:lnTo>
                    <a:pt x="73986" y="312658"/>
                  </a:lnTo>
                  <a:lnTo>
                    <a:pt x="74906" y="311000"/>
                  </a:lnTo>
                  <a:lnTo>
                    <a:pt x="77311" y="308626"/>
                  </a:lnTo>
                  <a:lnTo>
                    <a:pt x="79882" y="306655"/>
                  </a:lnTo>
                  <a:lnTo>
                    <a:pt x="80796" y="305156"/>
                  </a:lnTo>
                  <a:lnTo>
                    <a:pt x="81518" y="303414"/>
                  </a:lnTo>
                  <a:lnTo>
                    <a:pt x="82796" y="302014"/>
                  </a:lnTo>
                  <a:lnTo>
                    <a:pt x="86159" y="299366"/>
                  </a:lnTo>
                  <a:lnTo>
                    <a:pt x="92604" y="296384"/>
                  </a:lnTo>
                  <a:lnTo>
                    <a:pt x="93563" y="296209"/>
                  </a:lnTo>
                  <a:lnTo>
                    <a:pt x="96089" y="296559"/>
                  </a:lnTo>
                  <a:lnTo>
                    <a:pt x="98577" y="296102"/>
                  </a:lnTo>
                  <a:lnTo>
                    <a:pt x="100753" y="295029"/>
                  </a:lnTo>
                  <a:lnTo>
                    <a:pt x="102921" y="294801"/>
                  </a:lnTo>
                  <a:lnTo>
                    <a:pt x="107806" y="297898"/>
                  </a:lnTo>
                  <a:lnTo>
                    <a:pt x="106353" y="293105"/>
                  </a:lnTo>
                  <a:lnTo>
                    <a:pt x="108506" y="291956"/>
                  </a:lnTo>
                  <a:lnTo>
                    <a:pt x="111625" y="296292"/>
                  </a:lnTo>
                  <a:lnTo>
                    <a:pt x="112782" y="296749"/>
                  </a:lnTo>
                  <a:lnTo>
                    <a:pt x="115232" y="296118"/>
                  </a:lnTo>
                  <a:lnTo>
                    <a:pt x="114288" y="295387"/>
                  </a:lnTo>
                  <a:lnTo>
                    <a:pt x="113185" y="295341"/>
                  </a:lnTo>
                  <a:lnTo>
                    <a:pt x="111739" y="294687"/>
                  </a:lnTo>
                  <a:lnTo>
                    <a:pt x="110522" y="293295"/>
                  </a:lnTo>
                  <a:lnTo>
                    <a:pt x="108498" y="288867"/>
                  </a:lnTo>
                  <a:lnTo>
                    <a:pt x="108612" y="286234"/>
                  </a:lnTo>
                  <a:lnTo>
                    <a:pt x="109974" y="283495"/>
                  </a:lnTo>
                  <a:lnTo>
                    <a:pt x="111481" y="280969"/>
                  </a:lnTo>
                  <a:lnTo>
                    <a:pt x="110218" y="280467"/>
                  </a:lnTo>
                  <a:lnTo>
                    <a:pt x="109206" y="279500"/>
                  </a:lnTo>
                  <a:lnTo>
                    <a:pt x="108917" y="276967"/>
                  </a:lnTo>
                  <a:lnTo>
                    <a:pt x="109312" y="274722"/>
                  </a:lnTo>
                  <a:lnTo>
                    <a:pt x="112021" y="272744"/>
                  </a:lnTo>
                  <a:lnTo>
                    <a:pt x="112820" y="269731"/>
                  </a:lnTo>
                  <a:lnTo>
                    <a:pt x="113155" y="266406"/>
                  </a:lnTo>
                  <a:lnTo>
                    <a:pt x="112706" y="264877"/>
                  </a:lnTo>
                  <a:lnTo>
                    <a:pt x="110012" y="265120"/>
                  </a:lnTo>
                  <a:lnTo>
                    <a:pt x="108704" y="265744"/>
                  </a:lnTo>
                  <a:lnTo>
                    <a:pt x="107532" y="266726"/>
                  </a:lnTo>
                  <a:lnTo>
                    <a:pt x="106330" y="266665"/>
                  </a:lnTo>
                  <a:lnTo>
                    <a:pt x="103005" y="262982"/>
                  </a:lnTo>
                  <a:lnTo>
                    <a:pt x="101110" y="260190"/>
                  </a:lnTo>
                  <a:lnTo>
                    <a:pt x="97709" y="254270"/>
                  </a:lnTo>
                  <a:lnTo>
                    <a:pt x="97230" y="250717"/>
                  </a:lnTo>
                  <a:lnTo>
                    <a:pt x="99946" y="243032"/>
                  </a:lnTo>
                  <a:lnTo>
                    <a:pt x="104146" y="238095"/>
                  </a:lnTo>
                  <a:lnTo>
                    <a:pt x="109092" y="236368"/>
                  </a:lnTo>
                  <a:lnTo>
                    <a:pt x="108133" y="236040"/>
                  </a:lnTo>
                  <a:lnTo>
                    <a:pt x="100593" y="235972"/>
                  </a:lnTo>
                  <a:lnTo>
                    <a:pt x="98105" y="236580"/>
                  </a:lnTo>
                  <a:lnTo>
                    <a:pt x="95800" y="238604"/>
                  </a:lnTo>
                  <a:lnTo>
                    <a:pt x="94499" y="239228"/>
                  </a:lnTo>
                  <a:lnTo>
                    <a:pt x="93129" y="239456"/>
                  </a:lnTo>
                  <a:lnTo>
                    <a:pt x="91881" y="240461"/>
                  </a:lnTo>
                  <a:lnTo>
                    <a:pt x="90664" y="241853"/>
                  </a:lnTo>
                  <a:lnTo>
                    <a:pt x="89393" y="242751"/>
                  </a:lnTo>
                  <a:lnTo>
                    <a:pt x="86875" y="242515"/>
                  </a:lnTo>
                  <a:lnTo>
                    <a:pt x="85657" y="242812"/>
                  </a:lnTo>
                  <a:lnTo>
                    <a:pt x="84782" y="242005"/>
                  </a:lnTo>
                  <a:lnTo>
                    <a:pt x="84044" y="240674"/>
                  </a:lnTo>
                  <a:lnTo>
                    <a:pt x="83086" y="240316"/>
                  </a:lnTo>
                  <a:lnTo>
                    <a:pt x="82013" y="240727"/>
                  </a:lnTo>
                  <a:lnTo>
                    <a:pt x="79746" y="242523"/>
                  </a:lnTo>
                  <a:lnTo>
                    <a:pt x="77448" y="243580"/>
                  </a:lnTo>
                  <a:lnTo>
                    <a:pt x="74670" y="242447"/>
                  </a:lnTo>
                  <a:lnTo>
                    <a:pt x="71026" y="240332"/>
                  </a:lnTo>
                  <a:lnTo>
                    <a:pt x="70311" y="241108"/>
                  </a:lnTo>
                  <a:lnTo>
                    <a:pt x="69504" y="243071"/>
                  </a:lnTo>
                  <a:lnTo>
                    <a:pt x="69040" y="246122"/>
                  </a:lnTo>
                  <a:lnTo>
                    <a:pt x="66453" y="243466"/>
                  </a:lnTo>
                  <a:lnTo>
                    <a:pt x="64254" y="239913"/>
                  </a:lnTo>
                  <a:lnTo>
                    <a:pt x="63509" y="237676"/>
                  </a:lnTo>
                  <a:lnTo>
                    <a:pt x="63455" y="235150"/>
                  </a:lnTo>
                  <a:lnTo>
                    <a:pt x="64650" y="234169"/>
                  </a:lnTo>
                  <a:lnTo>
                    <a:pt x="65951" y="235066"/>
                  </a:lnTo>
                  <a:lnTo>
                    <a:pt x="67884" y="229063"/>
                  </a:lnTo>
                  <a:lnTo>
                    <a:pt x="71734" y="221211"/>
                  </a:lnTo>
                  <a:lnTo>
                    <a:pt x="73095" y="218906"/>
                  </a:lnTo>
                  <a:lnTo>
                    <a:pt x="74047" y="215885"/>
                  </a:lnTo>
                  <a:lnTo>
                    <a:pt x="73887" y="213907"/>
                  </a:lnTo>
                  <a:lnTo>
                    <a:pt x="73042" y="212233"/>
                  </a:lnTo>
                  <a:lnTo>
                    <a:pt x="69459" y="208429"/>
                  </a:lnTo>
                  <a:lnTo>
                    <a:pt x="69504" y="205317"/>
                  </a:lnTo>
                  <a:lnTo>
                    <a:pt x="69885" y="201802"/>
                  </a:lnTo>
                  <a:lnTo>
                    <a:pt x="70859" y="199687"/>
                  </a:lnTo>
                  <a:lnTo>
                    <a:pt x="71269" y="199283"/>
                  </a:lnTo>
                  <a:lnTo>
                    <a:pt x="76025" y="199337"/>
                  </a:lnTo>
                  <a:lnTo>
                    <a:pt x="74168" y="198241"/>
                  </a:lnTo>
                  <a:lnTo>
                    <a:pt x="70471" y="195053"/>
                  </a:lnTo>
                  <a:lnTo>
                    <a:pt x="70539" y="193919"/>
                  </a:lnTo>
                  <a:lnTo>
                    <a:pt x="71406" y="190960"/>
                  </a:lnTo>
                  <a:lnTo>
                    <a:pt x="71003" y="191256"/>
                  </a:lnTo>
                  <a:lnTo>
                    <a:pt x="70212" y="192626"/>
                  </a:lnTo>
                  <a:lnTo>
                    <a:pt x="68698" y="195935"/>
                  </a:lnTo>
                  <a:lnTo>
                    <a:pt x="67777" y="196704"/>
                  </a:lnTo>
                  <a:lnTo>
                    <a:pt x="65160" y="197488"/>
                  </a:lnTo>
                  <a:lnTo>
                    <a:pt x="64680" y="199108"/>
                  </a:lnTo>
                  <a:lnTo>
                    <a:pt x="64262" y="199535"/>
                  </a:lnTo>
                  <a:lnTo>
                    <a:pt x="62961" y="199717"/>
                  </a:lnTo>
                  <a:lnTo>
                    <a:pt x="62558" y="201231"/>
                  </a:lnTo>
                  <a:lnTo>
                    <a:pt x="62268" y="201330"/>
                  </a:lnTo>
                  <a:lnTo>
                    <a:pt x="61896" y="199702"/>
                  </a:lnTo>
                  <a:lnTo>
                    <a:pt x="61858" y="196993"/>
                  </a:lnTo>
                  <a:lnTo>
                    <a:pt x="62375" y="194498"/>
                  </a:lnTo>
                  <a:lnTo>
                    <a:pt x="63364" y="192542"/>
                  </a:lnTo>
                  <a:lnTo>
                    <a:pt x="67199" y="188091"/>
                  </a:lnTo>
                  <a:lnTo>
                    <a:pt x="65335" y="189468"/>
                  </a:lnTo>
                  <a:lnTo>
                    <a:pt x="61104" y="193585"/>
                  </a:lnTo>
                  <a:lnTo>
                    <a:pt x="58944" y="196286"/>
                  </a:lnTo>
                  <a:lnTo>
                    <a:pt x="58365" y="197199"/>
                  </a:lnTo>
                  <a:lnTo>
                    <a:pt x="58190" y="197967"/>
                  </a:lnTo>
                  <a:lnTo>
                    <a:pt x="58198" y="198850"/>
                  </a:lnTo>
                  <a:lnTo>
                    <a:pt x="59164" y="203574"/>
                  </a:lnTo>
                  <a:lnTo>
                    <a:pt x="58883" y="205758"/>
                  </a:lnTo>
                  <a:lnTo>
                    <a:pt x="55238" y="220100"/>
                  </a:lnTo>
                  <a:lnTo>
                    <a:pt x="54546" y="221531"/>
                  </a:lnTo>
                  <a:lnTo>
                    <a:pt x="53914" y="222276"/>
                  </a:lnTo>
                  <a:lnTo>
                    <a:pt x="53313" y="222451"/>
                  </a:lnTo>
                  <a:lnTo>
                    <a:pt x="51518" y="222177"/>
                  </a:lnTo>
                  <a:lnTo>
                    <a:pt x="50719" y="221105"/>
                  </a:lnTo>
                  <a:lnTo>
                    <a:pt x="50726" y="219895"/>
                  </a:lnTo>
                  <a:lnTo>
                    <a:pt x="51061" y="218076"/>
                  </a:lnTo>
                  <a:lnTo>
                    <a:pt x="52575" y="211282"/>
                  </a:lnTo>
                  <a:lnTo>
                    <a:pt x="53230" y="209387"/>
                  </a:lnTo>
                  <a:lnTo>
                    <a:pt x="54203" y="207622"/>
                  </a:lnTo>
                  <a:lnTo>
                    <a:pt x="56349" y="204533"/>
                  </a:lnTo>
                  <a:lnTo>
                    <a:pt x="56296" y="204328"/>
                  </a:lnTo>
                  <a:lnTo>
                    <a:pt x="54865" y="204937"/>
                  </a:lnTo>
                  <a:lnTo>
                    <a:pt x="54257" y="204739"/>
                  </a:lnTo>
                  <a:lnTo>
                    <a:pt x="53815" y="204122"/>
                  </a:lnTo>
                  <a:lnTo>
                    <a:pt x="54097" y="194908"/>
                  </a:lnTo>
                  <a:lnTo>
                    <a:pt x="55261" y="191865"/>
                  </a:lnTo>
                  <a:lnTo>
                    <a:pt x="55695" y="187429"/>
                  </a:lnTo>
                  <a:lnTo>
                    <a:pt x="56699" y="183617"/>
                  </a:lnTo>
                  <a:lnTo>
                    <a:pt x="57863" y="180833"/>
                  </a:lnTo>
                  <a:lnTo>
                    <a:pt x="58753" y="177264"/>
                  </a:lnTo>
                  <a:lnTo>
                    <a:pt x="60085" y="175674"/>
                  </a:lnTo>
                  <a:lnTo>
                    <a:pt x="60442" y="173239"/>
                  </a:lnTo>
                  <a:lnTo>
                    <a:pt x="61941" y="170599"/>
                  </a:lnTo>
                  <a:lnTo>
                    <a:pt x="63098" y="167837"/>
                  </a:lnTo>
                  <a:lnTo>
                    <a:pt x="62474" y="168111"/>
                  </a:lnTo>
                  <a:lnTo>
                    <a:pt x="55071" y="175294"/>
                  </a:lnTo>
                  <a:lnTo>
                    <a:pt x="53184" y="176595"/>
                  </a:lnTo>
                  <a:lnTo>
                    <a:pt x="50612" y="176245"/>
                  </a:lnTo>
                  <a:lnTo>
                    <a:pt x="48649" y="175438"/>
                  </a:lnTo>
                  <a:lnTo>
                    <a:pt x="47112" y="173741"/>
                  </a:lnTo>
                  <a:lnTo>
                    <a:pt x="46427" y="170477"/>
                  </a:lnTo>
                  <a:lnTo>
                    <a:pt x="44533" y="170394"/>
                  </a:lnTo>
                  <a:lnTo>
                    <a:pt x="42912" y="169831"/>
                  </a:lnTo>
                  <a:lnTo>
                    <a:pt x="42928" y="169389"/>
                  </a:lnTo>
                  <a:lnTo>
                    <a:pt x="45020" y="167609"/>
                  </a:lnTo>
                  <a:lnTo>
                    <a:pt x="48375" y="167000"/>
                  </a:lnTo>
                  <a:lnTo>
                    <a:pt x="51518" y="164139"/>
                  </a:lnTo>
                  <a:lnTo>
                    <a:pt x="48725" y="162207"/>
                  </a:lnTo>
                  <a:lnTo>
                    <a:pt x="48961" y="161591"/>
                  </a:lnTo>
                  <a:lnTo>
                    <a:pt x="51396" y="159939"/>
                  </a:lnTo>
                  <a:lnTo>
                    <a:pt x="54493" y="154393"/>
                  </a:lnTo>
                  <a:lnTo>
                    <a:pt x="55117" y="149272"/>
                  </a:lnTo>
                  <a:lnTo>
                    <a:pt x="53641" y="146860"/>
                  </a:lnTo>
                  <a:lnTo>
                    <a:pt x="53108" y="145278"/>
                  </a:lnTo>
                  <a:lnTo>
                    <a:pt x="50148" y="143513"/>
                  </a:lnTo>
                  <a:lnTo>
                    <a:pt x="49654" y="141253"/>
                  </a:lnTo>
                  <a:lnTo>
                    <a:pt x="49996" y="139982"/>
                  </a:lnTo>
                  <a:lnTo>
                    <a:pt x="50962" y="138742"/>
                  </a:lnTo>
                  <a:lnTo>
                    <a:pt x="52415" y="137783"/>
                  </a:lnTo>
                  <a:lnTo>
                    <a:pt x="54698" y="136855"/>
                  </a:lnTo>
                  <a:lnTo>
                    <a:pt x="52628" y="135866"/>
                  </a:lnTo>
                  <a:lnTo>
                    <a:pt x="51852" y="134694"/>
                  </a:lnTo>
                  <a:lnTo>
                    <a:pt x="51267" y="132997"/>
                  </a:lnTo>
                  <a:lnTo>
                    <a:pt x="51213" y="132016"/>
                  </a:lnTo>
                  <a:lnTo>
                    <a:pt x="52286" y="127634"/>
                  </a:lnTo>
                  <a:lnTo>
                    <a:pt x="52910" y="125823"/>
                  </a:lnTo>
                  <a:lnTo>
                    <a:pt x="54135" y="123510"/>
                  </a:lnTo>
                  <a:lnTo>
                    <a:pt x="59674" y="123639"/>
                  </a:lnTo>
                  <a:lnTo>
                    <a:pt x="60313" y="122620"/>
                  </a:lnTo>
                  <a:lnTo>
                    <a:pt x="60945" y="122581"/>
                  </a:lnTo>
                  <a:lnTo>
                    <a:pt x="63775" y="123517"/>
                  </a:lnTo>
                  <a:lnTo>
                    <a:pt x="63357" y="122513"/>
                  </a:lnTo>
                  <a:lnTo>
                    <a:pt x="58723" y="116997"/>
                  </a:lnTo>
                  <a:lnTo>
                    <a:pt x="58304" y="115947"/>
                  </a:lnTo>
                  <a:lnTo>
                    <a:pt x="59628" y="112964"/>
                  </a:lnTo>
                  <a:lnTo>
                    <a:pt x="59720" y="111633"/>
                  </a:lnTo>
                  <a:lnTo>
                    <a:pt x="59529" y="110210"/>
                  </a:lnTo>
                  <a:lnTo>
                    <a:pt x="59910" y="109122"/>
                  </a:lnTo>
                  <a:lnTo>
                    <a:pt x="61378" y="108612"/>
                  </a:lnTo>
                  <a:lnTo>
                    <a:pt x="65852" y="108658"/>
                  </a:lnTo>
                  <a:lnTo>
                    <a:pt x="66956" y="108156"/>
                  </a:lnTo>
                  <a:lnTo>
                    <a:pt x="66453" y="106710"/>
                  </a:lnTo>
                  <a:lnTo>
                    <a:pt x="65411" y="104808"/>
                  </a:lnTo>
                  <a:lnTo>
                    <a:pt x="65205" y="103210"/>
                  </a:lnTo>
                  <a:lnTo>
                    <a:pt x="65449" y="101795"/>
                  </a:lnTo>
                  <a:lnTo>
                    <a:pt x="65502" y="98942"/>
                  </a:lnTo>
                  <a:lnTo>
                    <a:pt x="65708" y="97679"/>
                  </a:lnTo>
                  <a:lnTo>
                    <a:pt x="66773" y="95784"/>
                  </a:lnTo>
                  <a:lnTo>
                    <a:pt x="67648" y="95221"/>
                  </a:lnTo>
                  <a:lnTo>
                    <a:pt x="68736" y="94894"/>
                  </a:lnTo>
                  <a:lnTo>
                    <a:pt x="71193" y="95525"/>
                  </a:lnTo>
                  <a:lnTo>
                    <a:pt x="72129" y="96286"/>
                  </a:lnTo>
                  <a:lnTo>
                    <a:pt x="73210" y="98090"/>
                  </a:lnTo>
                  <a:lnTo>
                    <a:pt x="74001" y="97945"/>
                  </a:lnTo>
                  <a:lnTo>
                    <a:pt x="77060" y="95982"/>
                  </a:lnTo>
                  <a:lnTo>
                    <a:pt x="77980" y="95700"/>
                  </a:lnTo>
                  <a:lnTo>
                    <a:pt x="79236" y="97975"/>
                  </a:lnTo>
                  <a:lnTo>
                    <a:pt x="84463" y="96165"/>
                  </a:lnTo>
                  <a:lnTo>
                    <a:pt x="91486" y="95358"/>
                  </a:lnTo>
                  <a:lnTo>
                    <a:pt x="95708" y="94164"/>
                  </a:lnTo>
                  <a:lnTo>
                    <a:pt x="100152" y="93730"/>
                  </a:lnTo>
                  <a:lnTo>
                    <a:pt x="104298" y="92368"/>
                  </a:lnTo>
                  <a:lnTo>
                    <a:pt x="108696" y="92992"/>
                  </a:lnTo>
                  <a:lnTo>
                    <a:pt x="108848" y="93783"/>
                  </a:lnTo>
                  <a:lnTo>
                    <a:pt x="108620" y="94879"/>
                  </a:lnTo>
                  <a:lnTo>
                    <a:pt x="107540" y="97839"/>
                  </a:lnTo>
                  <a:close/>
                  <a:moveTo>
                    <a:pt x="111397" y="88579"/>
                  </a:moveTo>
                  <a:lnTo>
                    <a:pt x="111192" y="88700"/>
                  </a:lnTo>
                  <a:lnTo>
                    <a:pt x="110408" y="87947"/>
                  </a:lnTo>
                  <a:lnTo>
                    <a:pt x="109130" y="85246"/>
                  </a:lnTo>
                  <a:lnTo>
                    <a:pt x="111146" y="84706"/>
                  </a:lnTo>
                  <a:lnTo>
                    <a:pt x="112097" y="85041"/>
                  </a:lnTo>
                  <a:lnTo>
                    <a:pt x="111739" y="86190"/>
                  </a:lnTo>
                  <a:lnTo>
                    <a:pt x="111397" y="88579"/>
                  </a:lnTo>
                  <a:close/>
                  <a:moveTo>
                    <a:pt x="106360" y="86418"/>
                  </a:moveTo>
                  <a:lnTo>
                    <a:pt x="105135" y="86966"/>
                  </a:lnTo>
                  <a:lnTo>
                    <a:pt x="103925" y="86928"/>
                  </a:lnTo>
                  <a:lnTo>
                    <a:pt x="102039" y="84546"/>
                  </a:lnTo>
                  <a:lnTo>
                    <a:pt x="101323" y="82812"/>
                  </a:lnTo>
                  <a:lnTo>
                    <a:pt x="101453" y="81663"/>
                  </a:lnTo>
                  <a:lnTo>
                    <a:pt x="102244" y="81275"/>
                  </a:lnTo>
                  <a:lnTo>
                    <a:pt x="104070" y="81838"/>
                  </a:lnTo>
                  <a:lnTo>
                    <a:pt x="105013" y="83823"/>
                  </a:lnTo>
                  <a:lnTo>
                    <a:pt x="105135" y="85109"/>
                  </a:lnTo>
                  <a:lnTo>
                    <a:pt x="105356" y="85611"/>
                  </a:lnTo>
                  <a:lnTo>
                    <a:pt x="106490" y="86121"/>
                  </a:lnTo>
                  <a:lnTo>
                    <a:pt x="106360" y="86418"/>
                  </a:lnTo>
                  <a:close/>
                  <a:moveTo>
                    <a:pt x="108658" y="76702"/>
                  </a:moveTo>
                  <a:lnTo>
                    <a:pt x="108369" y="77721"/>
                  </a:lnTo>
                  <a:lnTo>
                    <a:pt x="109989" y="77699"/>
                  </a:lnTo>
                  <a:lnTo>
                    <a:pt x="112341" y="78566"/>
                  </a:lnTo>
                  <a:lnTo>
                    <a:pt x="113763" y="78672"/>
                  </a:lnTo>
                  <a:lnTo>
                    <a:pt x="114950" y="79753"/>
                  </a:lnTo>
                  <a:lnTo>
                    <a:pt x="114296" y="81769"/>
                  </a:lnTo>
                  <a:lnTo>
                    <a:pt x="113588" y="82340"/>
                  </a:lnTo>
                  <a:lnTo>
                    <a:pt x="112789" y="82454"/>
                  </a:lnTo>
                  <a:lnTo>
                    <a:pt x="109989" y="80438"/>
                  </a:lnTo>
                  <a:lnTo>
                    <a:pt x="106322" y="81275"/>
                  </a:lnTo>
                  <a:lnTo>
                    <a:pt x="105592" y="81016"/>
                  </a:lnTo>
                  <a:lnTo>
                    <a:pt x="105112" y="80460"/>
                  </a:lnTo>
                  <a:lnTo>
                    <a:pt x="104915" y="79768"/>
                  </a:lnTo>
                  <a:lnTo>
                    <a:pt x="104915" y="78353"/>
                  </a:lnTo>
                  <a:lnTo>
                    <a:pt x="104717" y="77934"/>
                  </a:lnTo>
                  <a:lnTo>
                    <a:pt x="103385" y="79274"/>
                  </a:lnTo>
                  <a:lnTo>
                    <a:pt x="102807" y="79114"/>
                  </a:lnTo>
                  <a:lnTo>
                    <a:pt x="102480" y="78475"/>
                  </a:lnTo>
                  <a:lnTo>
                    <a:pt x="102335" y="77151"/>
                  </a:lnTo>
                  <a:lnTo>
                    <a:pt x="102480" y="75241"/>
                  </a:lnTo>
                  <a:lnTo>
                    <a:pt x="103263" y="72510"/>
                  </a:lnTo>
                  <a:lnTo>
                    <a:pt x="104580" y="71962"/>
                  </a:lnTo>
                  <a:lnTo>
                    <a:pt x="106543" y="72281"/>
                  </a:lnTo>
                  <a:lnTo>
                    <a:pt x="108795" y="73826"/>
                  </a:lnTo>
                  <a:lnTo>
                    <a:pt x="109472" y="74777"/>
                  </a:lnTo>
                  <a:lnTo>
                    <a:pt x="109457" y="75538"/>
                  </a:lnTo>
                  <a:lnTo>
                    <a:pt x="108658" y="76702"/>
                  </a:lnTo>
                  <a:close/>
                  <a:moveTo>
                    <a:pt x="119515" y="68317"/>
                  </a:moveTo>
                  <a:lnTo>
                    <a:pt x="117103" y="68363"/>
                  </a:lnTo>
                  <a:lnTo>
                    <a:pt x="118351" y="65898"/>
                  </a:lnTo>
                  <a:lnTo>
                    <a:pt x="119805" y="65274"/>
                  </a:lnTo>
                  <a:lnTo>
                    <a:pt x="122551" y="65548"/>
                  </a:lnTo>
                  <a:lnTo>
                    <a:pt x="122064" y="66658"/>
                  </a:lnTo>
                  <a:lnTo>
                    <a:pt x="119515" y="68317"/>
                  </a:lnTo>
                  <a:close/>
                  <a:moveTo>
                    <a:pt x="115665" y="70174"/>
                  </a:moveTo>
                  <a:lnTo>
                    <a:pt x="113832" y="71209"/>
                  </a:lnTo>
                  <a:lnTo>
                    <a:pt x="113048" y="70356"/>
                  </a:lnTo>
                  <a:lnTo>
                    <a:pt x="112843" y="67678"/>
                  </a:lnTo>
                  <a:lnTo>
                    <a:pt x="110659" y="66529"/>
                  </a:lnTo>
                  <a:lnTo>
                    <a:pt x="109594" y="65814"/>
                  </a:lnTo>
                  <a:lnTo>
                    <a:pt x="108772" y="64460"/>
                  </a:lnTo>
                  <a:lnTo>
                    <a:pt x="108978" y="64041"/>
                  </a:lnTo>
                  <a:lnTo>
                    <a:pt x="110400" y="63486"/>
                  </a:lnTo>
                  <a:lnTo>
                    <a:pt x="112835" y="65943"/>
                  </a:lnTo>
                  <a:lnTo>
                    <a:pt x="113832" y="67922"/>
                  </a:lnTo>
                  <a:lnTo>
                    <a:pt x="115635" y="68507"/>
                  </a:lnTo>
                  <a:lnTo>
                    <a:pt x="115863" y="68812"/>
                  </a:lnTo>
                  <a:lnTo>
                    <a:pt x="115665" y="70174"/>
                  </a:lnTo>
                  <a:close/>
                  <a:moveTo>
                    <a:pt x="146008" y="12820"/>
                  </a:moveTo>
                  <a:lnTo>
                    <a:pt x="146450" y="15871"/>
                  </a:lnTo>
                  <a:lnTo>
                    <a:pt x="147553" y="15080"/>
                  </a:lnTo>
                  <a:lnTo>
                    <a:pt x="149219" y="18002"/>
                  </a:lnTo>
                  <a:lnTo>
                    <a:pt x="150071" y="18002"/>
                  </a:lnTo>
                  <a:lnTo>
                    <a:pt x="151471" y="16845"/>
                  </a:lnTo>
                  <a:lnTo>
                    <a:pt x="151190" y="19562"/>
                  </a:lnTo>
                  <a:lnTo>
                    <a:pt x="149737" y="27071"/>
                  </a:lnTo>
                  <a:lnTo>
                    <a:pt x="149326" y="28342"/>
                  </a:lnTo>
                  <a:lnTo>
                    <a:pt x="149052" y="30617"/>
                  </a:lnTo>
                  <a:lnTo>
                    <a:pt x="148763" y="31066"/>
                  </a:lnTo>
                  <a:lnTo>
                    <a:pt x="148337" y="35654"/>
                  </a:lnTo>
                  <a:lnTo>
                    <a:pt x="147355" y="37160"/>
                  </a:lnTo>
                  <a:lnTo>
                    <a:pt x="146533" y="40751"/>
                  </a:lnTo>
                  <a:lnTo>
                    <a:pt x="146199" y="41101"/>
                  </a:lnTo>
                  <a:lnTo>
                    <a:pt x="144997" y="39724"/>
                  </a:lnTo>
                  <a:lnTo>
                    <a:pt x="146199" y="34239"/>
                  </a:lnTo>
                  <a:lnTo>
                    <a:pt x="146693" y="31043"/>
                  </a:lnTo>
                  <a:lnTo>
                    <a:pt x="146374" y="29384"/>
                  </a:lnTo>
                  <a:lnTo>
                    <a:pt x="145697" y="27885"/>
                  </a:lnTo>
                  <a:lnTo>
                    <a:pt x="143855" y="27840"/>
                  </a:lnTo>
                  <a:lnTo>
                    <a:pt x="142303" y="28532"/>
                  </a:lnTo>
                  <a:lnTo>
                    <a:pt x="141976" y="27650"/>
                  </a:lnTo>
                  <a:lnTo>
                    <a:pt x="141930" y="26463"/>
                  </a:lnTo>
                  <a:lnTo>
                    <a:pt x="141558" y="26067"/>
                  </a:lnTo>
                  <a:lnTo>
                    <a:pt x="139496" y="26151"/>
                  </a:lnTo>
                  <a:lnTo>
                    <a:pt x="138887" y="25823"/>
                  </a:lnTo>
                  <a:lnTo>
                    <a:pt x="138483" y="24728"/>
                  </a:lnTo>
                  <a:lnTo>
                    <a:pt x="138408" y="23853"/>
                  </a:lnTo>
                  <a:lnTo>
                    <a:pt x="140272" y="23168"/>
                  </a:lnTo>
                  <a:lnTo>
                    <a:pt x="142022" y="23427"/>
                  </a:lnTo>
                  <a:lnTo>
                    <a:pt x="144578" y="21684"/>
                  </a:lnTo>
                  <a:lnTo>
                    <a:pt x="142980" y="15833"/>
                  </a:lnTo>
                  <a:lnTo>
                    <a:pt x="140857" y="15278"/>
                  </a:lnTo>
                  <a:lnTo>
                    <a:pt x="140371" y="14707"/>
                  </a:lnTo>
                  <a:lnTo>
                    <a:pt x="140781" y="13711"/>
                  </a:lnTo>
                  <a:lnTo>
                    <a:pt x="141946" y="13170"/>
                  </a:lnTo>
                  <a:lnTo>
                    <a:pt x="143733" y="10180"/>
                  </a:lnTo>
                  <a:lnTo>
                    <a:pt x="144806" y="9709"/>
                  </a:lnTo>
                  <a:lnTo>
                    <a:pt x="146138" y="9792"/>
                  </a:lnTo>
                  <a:lnTo>
                    <a:pt x="146008" y="12820"/>
                  </a:lnTo>
                  <a:close/>
                  <a:moveTo>
                    <a:pt x="151684" y="13848"/>
                  </a:moveTo>
                  <a:lnTo>
                    <a:pt x="151144" y="14342"/>
                  </a:lnTo>
                  <a:lnTo>
                    <a:pt x="149059" y="9937"/>
                  </a:lnTo>
                  <a:lnTo>
                    <a:pt x="150604" y="4877"/>
                  </a:lnTo>
                  <a:lnTo>
                    <a:pt x="152476" y="5037"/>
                  </a:lnTo>
                  <a:lnTo>
                    <a:pt x="152773" y="6361"/>
                  </a:lnTo>
                  <a:lnTo>
                    <a:pt x="152590" y="7586"/>
                  </a:lnTo>
                  <a:lnTo>
                    <a:pt x="151639" y="7692"/>
                  </a:lnTo>
                  <a:lnTo>
                    <a:pt x="151555" y="8065"/>
                  </a:lnTo>
                  <a:lnTo>
                    <a:pt x="151852" y="10416"/>
                  </a:lnTo>
                  <a:lnTo>
                    <a:pt x="151867" y="13140"/>
                  </a:lnTo>
                  <a:lnTo>
                    <a:pt x="151684" y="13848"/>
                  </a:lnTo>
                  <a:close/>
                  <a:moveTo>
                    <a:pt x="157406" y="867"/>
                  </a:moveTo>
                  <a:lnTo>
                    <a:pt x="157406" y="1369"/>
                  </a:lnTo>
                  <a:lnTo>
                    <a:pt x="156295" y="5052"/>
                  </a:lnTo>
                  <a:lnTo>
                    <a:pt x="156310" y="6460"/>
                  </a:lnTo>
                  <a:lnTo>
                    <a:pt x="154522" y="6323"/>
                  </a:lnTo>
                  <a:lnTo>
                    <a:pt x="154241" y="5874"/>
                  </a:lnTo>
                  <a:lnTo>
                    <a:pt x="153906" y="3766"/>
                  </a:lnTo>
                  <a:lnTo>
                    <a:pt x="154134" y="1522"/>
                  </a:lnTo>
                  <a:lnTo>
                    <a:pt x="154386" y="936"/>
                  </a:lnTo>
                  <a:lnTo>
                    <a:pt x="154903" y="700"/>
                  </a:lnTo>
                  <a:lnTo>
                    <a:pt x="155466" y="1141"/>
                  </a:lnTo>
                  <a:lnTo>
                    <a:pt x="156356" y="0"/>
                  </a:lnTo>
                  <a:lnTo>
                    <a:pt x="156820" y="23"/>
                  </a:lnTo>
                  <a:lnTo>
                    <a:pt x="157406" y="867"/>
                  </a:lnTo>
                  <a:close/>
                </a:path>
              </a:pathLst>
            </a:custGeom>
            <a:solidFill>
              <a:srgbClr val="2562E8"/>
            </a:solidFill>
            <a:ln w="6168" cap="flat">
              <a:solidFill>
                <a:srgbClr val="2562E8"/>
              </a:solidFill>
              <a:prstDash val="solid"/>
              <a:miter/>
            </a:ln>
          </p:spPr>
          <p:txBody>
            <a:bodyPr/>
            <a:lstStyle/>
            <a:p>
              <a:endParaRPr lang="en-US"/>
            </a:p>
          </p:txBody>
        </p:sp>
        <p:sp>
          <p:nvSpPr>
            <p:cNvPr id="1038" name="Freeform: Shape 1037">
              <a:extLst>
                <a:ext uri="{FF2B5EF4-FFF2-40B4-BE49-F238E27FC236}">
                  <a16:creationId xmlns:a16="http://schemas.microsoft.com/office/drawing/2014/main" id="{6A45F9EF-BF3B-0D00-85D5-34634FFF94C1}"/>
                </a:ext>
              </a:extLst>
            </p:cNvPr>
            <p:cNvSpPr/>
            <p:nvPr/>
          </p:nvSpPr>
          <p:spPr>
            <a:xfrm>
              <a:off x="10427535" y="3974244"/>
              <a:ext cx="142949" cy="71931"/>
            </a:xfrm>
            <a:custGeom>
              <a:avLst/>
              <a:gdLst>
                <a:gd name="csX0" fmla="*/ 137761 w 142949"/>
                <a:gd name="csY0" fmla="*/ 48634 h 71931"/>
                <a:gd name="csX1" fmla="*/ 137244 w 142949"/>
                <a:gd name="csY1" fmla="*/ 49653 h 71931"/>
                <a:gd name="csX2" fmla="*/ 136018 w 142949"/>
                <a:gd name="csY2" fmla="*/ 51502 h 71931"/>
                <a:gd name="csX3" fmla="*/ 135045 w 142949"/>
                <a:gd name="csY3" fmla="*/ 52446 h 71931"/>
                <a:gd name="csX4" fmla="*/ 133964 w 142949"/>
                <a:gd name="csY4" fmla="*/ 52598 h 71931"/>
                <a:gd name="csX5" fmla="*/ 132891 w 142949"/>
                <a:gd name="csY5" fmla="*/ 53032 h 71931"/>
                <a:gd name="csX6" fmla="*/ 132518 w 142949"/>
                <a:gd name="csY6" fmla="*/ 54021 h 71931"/>
                <a:gd name="csX7" fmla="*/ 132473 w 142949"/>
                <a:gd name="csY7" fmla="*/ 55299 h 71931"/>
                <a:gd name="csX8" fmla="*/ 132655 w 142949"/>
                <a:gd name="csY8" fmla="*/ 56220 h 71931"/>
                <a:gd name="csX9" fmla="*/ 132929 w 142949"/>
                <a:gd name="csY9" fmla="*/ 56562 h 71931"/>
                <a:gd name="csX10" fmla="*/ 134025 w 142949"/>
                <a:gd name="csY10" fmla="*/ 56866 h 71931"/>
                <a:gd name="csX11" fmla="*/ 135105 w 142949"/>
                <a:gd name="csY11" fmla="*/ 59552 h 71931"/>
                <a:gd name="csX12" fmla="*/ 136802 w 142949"/>
                <a:gd name="csY12" fmla="*/ 60907 h 71931"/>
                <a:gd name="csX13" fmla="*/ 139450 w 142949"/>
                <a:gd name="csY13" fmla="*/ 62443 h 71931"/>
                <a:gd name="csX14" fmla="*/ 141801 w 142949"/>
                <a:gd name="csY14" fmla="*/ 64201 h 71931"/>
                <a:gd name="csX15" fmla="*/ 142950 w 142949"/>
                <a:gd name="csY15" fmla="*/ 65814 h 71931"/>
                <a:gd name="csX16" fmla="*/ 142729 w 142949"/>
                <a:gd name="csY16" fmla="*/ 66986 h 71931"/>
                <a:gd name="csX17" fmla="*/ 141961 w 142949"/>
                <a:gd name="csY17" fmla="*/ 69405 h 71931"/>
                <a:gd name="csX18" fmla="*/ 139998 w 142949"/>
                <a:gd name="csY18" fmla="*/ 71421 h 71931"/>
                <a:gd name="csX19" fmla="*/ 138362 w 142949"/>
                <a:gd name="csY19" fmla="*/ 71931 h 71931"/>
                <a:gd name="csX20" fmla="*/ 137784 w 142949"/>
                <a:gd name="csY20" fmla="*/ 71741 h 71931"/>
                <a:gd name="csX21" fmla="*/ 136718 w 142949"/>
                <a:gd name="csY21" fmla="*/ 71117 h 71931"/>
                <a:gd name="csX22" fmla="*/ 134565 w 142949"/>
                <a:gd name="csY22" fmla="*/ 69557 h 71931"/>
                <a:gd name="csX23" fmla="*/ 132230 w 142949"/>
                <a:gd name="csY23" fmla="*/ 68325 h 71931"/>
                <a:gd name="csX24" fmla="*/ 130434 w 142949"/>
                <a:gd name="csY24" fmla="*/ 68728 h 71931"/>
                <a:gd name="csX25" fmla="*/ 129254 w 142949"/>
                <a:gd name="csY25" fmla="*/ 69192 h 71931"/>
                <a:gd name="csX26" fmla="*/ 126919 w 142949"/>
                <a:gd name="csY26" fmla="*/ 68644 h 71931"/>
                <a:gd name="csX27" fmla="*/ 124157 w 142949"/>
                <a:gd name="csY27" fmla="*/ 67579 h 71931"/>
                <a:gd name="csX28" fmla="*/ 122719 w 142949"/>
                <a:gd name="csY28" fmla="*/ 66529 h 71931"/>
                <a:gd name="csX29" fmla="*/ 122087 w 142949"/>
                <a:gd name="csY29" fmla="*/ 65753 h 71931"/>
                <a:gd name="csX30" fmla="*/ 122513 w 142949"/>
                <a:gd name="csY30" fmla="*/ 64376 h 71931"/>
                <a:gd name="csX31" fmla="*/ 116251 w 142949"/>
                <a:gd name="csY31" fmla="*/ 61888 h 71931"/>
                <a:gd name="csX32" fmla="*/ 113231 w 142949"/>
                <a:gd name="csY32" fmla="*/ 61196 h 71931"/>
                <a:gd name="csX33" fmla="*/ 111869 w 142949"/>
                <a:gd name="csY33" fmla="*/ 61949 h 71931"/>
                <a:gd name="csX34" fmla="*/ 107266 w 142949"/>
                <a:gd name="csY34" fmla="*/ 65692 h 71931"/>
                <a:gd name="csX35" fmla="*/ 106718 w 142949"/>
                <a:gd name="csY35" fmla="*/ 66073 h 71931"/>
                <a:gd name="csX36" fmla="*/ 103203 w 142949"/>
                <a:gd name="csY36" fmla="*/ 66590 h 71931"/>
                <a:gd name="csX37" fmla="*/ 103195 w 142949"/>
                <a:gd name="csY37" fmla="*/ 66894 h 71931"/>
                <a:gd name="csX38" fmla="*/ 103994 w 142949"/>
                <a:gd name="csY38" fmla="*/ 67701 h 71931"/>
                <a:gd name="csX39" fmla="*/ 103842 w 142949"/>
                <a:gd name="csY39" fmla="*/ 67952 h 71931"/>
                <a:gd name="csX40" fmla="*/ 97945 w 142949"/>
                <a:gd name="csY40" fmla="*/ 68036 h 71931"/>
                <a:gd name="csX41" fmla="*/ 95982 w 142949"/>
                <a:gd name="csY41" fmla="*/ 68523 h 71931"/>
                <a:gd name="csX42" fmla="*/ 90732 w 142949"/>
                <a:gd name="csY42" fmla="*/ 67891 h 71931"/>
                <a:gd name="csX43" fmla="*/ 89005 w 142949"/>
                <a:gd name="csY43" fmla="*/ 68173 h 71931"/>
                <a:gd name="csX44" fmla="*/ 87529 w 142949"/>
                <a:gd name="csY44" fmla="*/ 68759 h 71931"/>
                <a:gd name="csX45" fmla="*/ 83938 w 142949"/>
                <a:gd name="csY45" fmla="*/ 69428 h 71931"/>
                <a:gd name="csX46" fmla="*/ 81457 w 142949"/>
                <a:gd name="csY46" fmla="*/ 70212 h 71931"/>
                <a:gd name="csX47" fmla="*/ 78292 w 142949"/>
                <a:gd name="csY47" fmla="*/ 70623 h 71931"/>
                <a:gd name="csX48" fmla="*/ 75028 w 142949"/>
                <a:gd name="csY48" fmla="*/ 70661 h 71931"/>
                <a:gd name="csX49" fmla="*/ 73910 w 142949"/>
                <a:gd name="csY49" fmla="*/ 70897 h 71931"/>
                <a:gd name="csX50" fmla="*/ 73956 w 142949"/>
                <a:gd name="csY50" fmla="*/ 70356 h 71931"/>
                <a:gd name="csX51" fmla="*/ 73780 w 142949"/>
                <a:gd name="csY51" fmla="*/ 69527 h 71931"/>
                <a:gd name="csX52" fmla="*/ 73118 w 142949"/>
                <a:gd name="csY52" fmla="*/ 68926 h 71931"/>
                <a:gd name="csX53" fmla="*/ 72190 w 142949"/>
                <a:gd name="csY53" fmla="*/ 68546 h 71931"/>
                <a:gd name="csX54" fmla="*/ 70486 w 142949"/>
                <a:gd name="csY54" fmla="*/ 68690 h 71931"/>
                <a:gd name="csX55" fmla="*/ 68911 w 142949"/>
                <a:gd name="csY55" fmla="*/ 68287 h 71931"/>
                <a:gd name="csX56" fmla="*/ 67793 w 142949"/>
                <a:gd name="csY56" fmla="*/ 67237 h 71931"/>
                <a:gd name="csX57" fmla="*/ 67533 w 142949"/>
                <a:gd name="csY57" fmla="*/ 66430 h 71931"/>
                <a:gd name="csX58" fmla="*/ 68180 w 142949"/>
                <a:gd name="csY58" fmla="*/ 65776 h 71931"/>
                <a:gd name="csX59" fmla="*/ 67709 w 142949"/>
                <a:gd name="csY59" fmla="*/ 65236 h 71931"/>
                <a:gd name="csX60" fmla="*/ 65746 w 142949"/>
                <a:gd name="csY60" fmla="*/ 63942 h 71931"/>
                <a:gd name="csX61" fmla="*/ 62535 w 142949"/>
                <a:gd name="csY61" fmla="*/ 60709 h 71931"/>
                <a:gd name="csX62" fmla="*/ 60716 w 142949"/>
                <a:gd name="csY62" fmla="*/ 59986 h 71931"/>
                <a:gd name="csX63" fmla="*/ 59994 w 142949"/>
                <a:gd name="csY63" fmla="*/ 57954 h 71931"/>
                <a:gd name="csX64" fmla="*/ 59271 w 142949"/>
                <a:gd name="csY64" fmla="*/ 57521 h 71931"/>
                <a:gd name="csX65" fmla="*/ 57741 w 142949"/>
                <a:gd name="csY65" fmla="*/ 57331 h 71931"/>
                <a:gd name="csX66" fmla="*/ 56129 w 142949"/>
                <a:gd name="csY66" fmla="*/ 57528 h 71931"/>
                <a:gd name="csX67" fmla="*/ 55778 w 142949"/>
                <a:gd name="csY67" fmla="*/ 57757 h 71931"/>
                <a:gd name="csX68" fmla="*/ 55284 w 142949"/>
                <a:gd name="csY68" fmla="*/ 58084 h 71931"/>
                <a:gd name="csX69" fmla="*/ 54021 w 142949"/>
                <a:gd name="csY69" fmla="*/ 60617 h 71931"/>
                <a:gd name="csX70" fmla="*/ 53131 w 142949"/>
                <a:gd name="csY70" fmla="*/ 61477 h 71931"/>
                <a:gd name="csX71" fmla="*/ 50955 w 142949"/>
                <a:gd name="csY71" fmla="*/ 61074 h 71931"/>
                <a:gd name="csX72" fmla="*/ 49152 w 142949"/>
                <a:gd name="csY72" fmla="*/ 60480 h 71931"/>
                <a:gd name="csX73" fmla="*/ 47683 w 142949"/>
                <a:gd name="csY73" fmla="*/ 60146 h 71931"/>
                <a:gd name="csX74" fmla="*/ 44830 w 142949"/>
                <a:gd name="csY74" fmla="*/ 59933 h 71931"/>
                <a:gd name="csX75" fmla="*/ 41588 w 142949"/>
                <a:gd name="csY75" fmla="*/ 59887 h 71931"/>
                <a:gd name="csX76" fmla="*/ 39405 w 142949"/>
                <a:gd name="csY76" fmla="*/ 61690 h 71931"/>
                <a:gd name="csX77" fmla="*/ 38461 w 142949"/>
                <a:gd name="csY77" fmla="*/ 61454 h 71931"/>
                <a:gd name="csX78" fmla="*/ 36803 w 142949"/>
                <a:gd name="csY78" fmla="*/ 60572 h 71931"/>
                <a:gd name="csX79" fmla="*/ 34124 w 142949"/>
                <a:gd name="csY79" fmla="*/ 59841 h 71931"/>
                <a:gd name="csX80" fmla="*/ 32709 w 142949"/>
                <a:gd name="csY80" fmla="*/ 59271 h 71931"/>
                <a:gd name="csX81" fmla="*/ 36803 w 142949"/>
                <a:gd name="csY81" fmla="*/ 53922 h 71931"/>
                <a:gd name="csX82" fmla="*/ 38020 w 142949"/>
                <a:gd name="csY82" fmla="*/ 50734 h 71931"/>
                <a:gd name="csX83" fmla="*/ 38058 w 142949"/>
                <a:gd name="csY83" fmla="*/ 48801 h 71931"/>
                <a:gd name="csX84" fmla="*/ 38112 w 142949"/>
                <a:gd name="csY84" fmla="*/ 46367 h 71931"/>
                <a:gd name="csX85" fmla="*/ 35981 w 142949"/>
                <a:gd name="csY85" fmla="*/ 41299 h 71931"/>
                <a:gd name="csX86" fmla="*/ 34155 w 142949"/>
                <a:gd name="csY86" fmla="*/ 34086 h 71931"/>
                <a:gd name="csX87" fmla="*/ 32253 w 142949"/>
                <a:gd name="csY87" fmla="*/ 26539 h 71931"/>
                <a:gd name="csX88" fmla="*/ 30769 w 142949"/>
                <a:gd name="csY88" fmla="*/ 24271 h 71931"/>
                <a:gd name="csX89" fmla="*/ 24568 w 142949"/>
                <a:gd name="csY89" fmla="*/ 21646 h 71931"/>
                <a:gd name="csX90" fmla="*/ 23130 w 142949"/>
                <a:gd name="csY90" fmla="*/ 18664 h 71931"/>
                <a:gd name="csX91" fmla="*/ 18329 w 142949"/>
                <a:gd name="csY91" fmla="*/ 14806 h 71931"/>
                <a:gd name="csX92" fmla="*/ 11656 w 142949"/>
                <a:gd name="csY92" fmla="*/ 13125 h 71931"/>
                <a:gd name="csX93" fmla="*/ 10333 w 142949"/>
                <a:gd name="csY93" fmla="*/ 12410 h 71931"/>
                <a:gd name="csX94" fmla="*/ 4535 w 142949"/>
                <a:gd name="csY94" fmla="*/ 7540 h 71931"/>
                <a:gd name="csX95" fmla="*/ 0 w 142949"/>
                <a:gd name="csY95" fmla="*/ 4398 h 71931"/>
                <a:gd name="csX96" fmla="*/ 974 w 142949"/>
                <a:gd name="csY96" fmla="*/ 2496 h 71931"/>
                <a:gd name="csX97" fmla="*/ 2268 w 142949"/>
                <a:gd name="csY97" fmla="*/ 487 h 71931"/>
                <a:gd name="csX98" fmla="*/ 3667 w 142949"/>
                <a:gd name="csY98" fmla="*/ 0 h 71931"/>
                <a:gd name="csX99" fmla="*/ 7768 w 142949"/>
                <a:gd name="csY99" fmla="*/ 791 h 71931"/>
                <a:gd name="csX100" fmla="*/ 11550 w 142949"/>
                <a:gd name="csY100" fmla="*/ 1697 h 71931"/>
                <a:gd name="csX101" fmla="*/ 14304 w 142949"/>
                <a:gd name="csY101" fmla="*/ 1050 h 71931"/>
                <a:gd name="csX102" fmla="*/ 17584 w 142949"/>
                <a:gd name="csY102" fmla="*/ 2633 h 71931"/>
                <a:gd name="csX103" fmla="*/ 20581 w 142949"/>
                <a:gd name="csY103" fmla="*/ 4444 h 71931"/>
                <a:gd name="csX104" fmla="*/ 23594 w 142949"/>
                <a:gd name="csY104" fmla="*/ 5722 h 71931"/>
                <a:gd name="csX105" fmla="*/ 29468 w 142949"/>
                <a:gd name="csY105" fmla="*/ 6931 h 71931"/>
                <a:gd name="csX106" fmla="*/ 31659 w 142949"/>
                <a:gd name="csY106" fmla="*/ 8598 h 71931"/>
                <a:gd name="csX107" fmla="*/ 34216 w 142949"/>
                <a:gd name="csY107" fmla="*/ 10264 h 71931"/>
                <a:gd name="csX108" fmla="*/ 44236 w 142949"/>
                <a:gd name="csY108" fmla="*/ 11108 h 71931"/>
                <a:gd name="csX109" fmla="*/ 45043 w 142949"/>
                <a:gd name="csY109" fmla="*/ 10850 h 71931"/>
                <a:gd name="csX110" fmla="*/ 45781 w 142949"/>
                <a:gd name="csY110" fmla="*/ 10606 h 71931"/>
                <a:gd name="csX111" fmla="*/ 49144 w 142949"/>
                <a:gd name="csY111" fmla="*/ 10005 h 71931"/>
                <a:gd name="csX112" fmla="*/ 52119 w 142949"/>
                <a:gd name="csY112" fmla="*/ 10112 h 71931"/>
                <a:gd name="csX113" fmla="*/ 55261 w 142949"/>
                <a:gd name="csY113" fmla="*/ 12136 h 71931"/>
                <a:gd name="csX114" fmla="*/ 57270 w 142949"/>
                <a:gd name="csY114" fmla="*/ 12014 h 71931"/>
                <a:gd name="csX115" fmla="*/ 59415 w 142949"/>
                <a:gd name="csY115" fmla="*/ 11710 h 71931"/>
                <a:gd name="csX116" fmla="*/ 62177 w 142949"/>
                <a:gd name="csY116" fmla="*/ 12790 h 71931"/>
                <a:gd name="csX117" fmla="*/ 64346 w 142949"/>
                <a:gd name="csY117" fmla="*/ 13992 h 71931"/>
                <a:gd name="csX118" fmla="*/ 64528 w 142949"/>
                <a:gd name="csY118" fmla="*/ 15202 h 71931"/>
                <a:gd name="csX119" fmla="*/ 66431 w 142949"/>
                <a:gd name="csY119" fmla="*/ 16967 h 71931"/>
                <a:gd name="csX120" fmla="*/ 71954 w 142949"/>
                <a:gd name="csY120" fmla="*/ 19653 h 71931"/>
                <a:gd name="csX121" fmla="*/ 76436 w 142949"/>
                <a:gd name="csY121" fmla="*/ 21175 h 71931"/>
                <a:gd name="csX122" fmla="*/ 77828 w 142949"/>
                <a:gd name="csY122" fmla="*/ 22240 h 71931"/>
                <a:gd name="csX123" fmla="*/ 81237 w 142949"/>
                <a:gd name="csY123" fmla="*/ 23997 h 71931"/>
                <a:gd name="csX124" fmla="*/ 81579 w 142949"/>
                <a:gd name="csY124" fmla="*/ 24553 h 71931"/>
                <a:gd name="csX125" fmla="*/ 81511 w 142949"/>
                <a:gd name="csY125" fmla="*/ 25276 h 71931"/>
                <a:gd name="csX126" fmla="*/ 80537 w 142949"/>
                <a:gd name="csY126" fmla="*/ 26592 h 71931"/>
                <a:gd name="csX127" fmla="*/ 80293 w 142949"/>
                <a:gd name="csY127" fmla="*/ 27756 h 71931"/>
                <a:gd name="csX128" fmla="*/ 80750 w 142949"/>
                <a:gd name="csY128" fmla="*/ 28433 h 71931"/>
                <a:gd name="csX129" fmla="*/ 82165 w 142949"/>
                <a:gd name="csY129" fmla="*/ 29072 h 71931"/>
                <a:gd name="csX130" fmla="*/ 84965 w 142949"/>
                <a:gd name="csY130" fmla="*/ 29217 h 71931"/>
                <a:gd name="csX131" fmla="*/ 85977 w 142949"/>
                <a:gd name="csY131" fmla="*/ 28380 h 71931"/>
                <a:gd name="csX132" fmla="*/ 88069 w 142949"/>
                <a:gd name="csY132" fmla="*/ 27779 h 71931"/>
                <a:gd name="csX133" fmla="*/ 90146 w 142949"/>
                <a:gd name="csY133" fmla="*/ 26698 h 71931"/>
                <a:gd name="csX134" fmla="*/ 92916 w 142949"/>
                <a:gd name="csY134" fmla="*/ 25260 h 71931"/>
                <a:gd name="csX135" fmla="*/ 96682 w 142949"/>
                <a:gd name="csY135" fmla="*/ 23952 h 71931"/>
                <a:gd name="csX136" fmla="*/ 98189 w 142949"/>
                <a:gd name="csY136" fmla="*/ 23952 h 71931"/>
                <a:gd name="csX137" fmla="*/ 99634 w 142949"/>
                <a:gd name="csY137" fmla="*/ 24355 h 71931"/>
                <a:gd name="csX138" fmla="*/ 100646 w 142949"/>
                <a:gd name="csY138" fmla="*/ 25078 h 71931"/>
                <a:gd name="csX139" fmla="*/ 102343 w 142949"/>
                <a:gd name="csY139" fmla="*/ 27764 h 71931"/>
                <a:gd name="csX140" fmla="*/ 104040 w 142949"/>
                <a:gd name="csY140" fmla="*/ 24005 h 71931"/>
                <a:gd name="csX141" fmla="*/ 104473 w 142949"/>
                <a:gd name="csY141" fmla="*/ 23724 h 71931"/>
                <a:gd name="csX142" fmla="*/ 106025 w 142949"/>
                <a:gd name="csY142" fmla="*/ 24484 h 71931"/>
                <a:gd name="csX143" fmla="*/ 108757 w 142949"/>
                <a:gd name="csY143" fmla="*/ 25527 h 71931"/>
                <a:gd name="csX144" fmla="*/ 110652 w 142949"/>
                <a:gd name="csY144" fmla="*/ 26082 h 71931"/>
                <a:gd name="csX145" fmla="*/ 111678 w 142949"/>
                <a:gd name="csY145" fmla="*/ 26858 h 71931"/>
                <a:gd name="csX146" fmla="*/ 114570 w 142949"/>
                <a:gd name="csY146" fmla="*/ 30282 h 71931"/>
                <a:gd name="csX147" fmla="*/ 119249 w 142949"/>
                <a:gd name="csY147" fmla="*/ 30107 h 71931"/>
                <a:gd name="csX148" fmla="*/ 121227 w 142949"/>
                <a:gd name="csY148" fmla="*/ 30632 h 71931"/>
                <a:gd name="csX149" fmla="*/ 122293 w 142949"/>
                <a:gd name="csY149" fmla="*/ 31195 h 71931"/>
                <a:gd name="csX150" fmla="*/ 122764 w 142949"/>
                <a:gd name="csY150" fmla="*/ 31857 h 71931"/>
                <a:gd name="csX151" fmla="*/ 121927 w 142949"/>
                <a:gd name="csY151" fmla="*/ 35250 h 71931"/>
                <a:gd name="csX152" fmla="*/ 120771 w 142949"/>
                <a:gd name="csY152" fmla="*/ 38781 h 71931"/>
                <a:gd name="csX153" fmla="*/ 120870 w 142949"/>
                <a:gd name="csY153" fmla="*/ 39625 h 71931"/>
                <a:gd name="csX154" fmla="*/ 122742 w 142949"/>
                <a:gd name="csY154" fmla="*/ 40957 h 71931"/>
                <a:gd name="csX155" fmla="*/ 125298 w 142949"/>
                <a:gd name="csY155" fmla="*/ 42357 h 71931"/>
                <a:gd name="csX156" fmla="*/ 126668 w 142949"/>
                <a:gd name="csY156" fmla="*/ 43483 h 71931"/>
                <a:gd name="csX157" fmla="*/ 127603 w 142949"/>
                <a:gd name="csY157" fmla="*/ 44495 h 71931"/>
                <a:gd name="csX158" fmla="*/ 129620 w 142949"/>
                <a:gd name="csY158" fmla="*/ 45263 h 71931"/>
                <a:gd name="csX159" fmla="*/ 132001 w 142949"/>
                <a:gd name="csY159" fmla="*/ 45735 h 71931"/>
                <a:gd name="csX160" fmla="*/ 133127 w 142949"/>
                <a:gd name="csY160" fmla="*/ 45796 h 71931"/>
                <a:gd name="csX161" fmla="*/ 134306 w 142949"/>
                <a:gd name="csY161" fmla="*/ 46648 h 71931"/>
                <a:gd name="csX162" fmla="*/ 137373 w 142949"/>
                <a:gd name="csY162" fmla="*/ 48238 h 71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Lst>
              <a:rect l="l" t="t" r="r" b="b"/>
              <a:pathLst>
                <a:path w="142949" h="71931">
                  <a:moveTo>
                    <a:pt x="137761" y="48634"/>
                  </a:moveTo>
                  <a:lnTo>
                    <a:pt x="137244" y="49653"/>
                  </a:lnTo>
                  <a:lnTo>
                    <a:pt x="136018" y="51502"/>
                  </a:lnTo>
                  <a:lnTo>
                    <a:pt x="135045" y="52446"/>
                  </a:lnTo>
                  <a:lnTo>
                    <a:pt x="133964" y="52598"/>
                  </a:lnTo>
                  <a:lnTo>
                    <a:pt x="132891" y="53032"/>
                  </a:lnTo>
                  <a:lnTo>
                    <a:pt x="132518" y="54021"/>
                  </a:lnTo>
                  <a:lnTo>
                    <a:pt x="132473" y="55299"/>
                  </a:lnTo>
                  <a:lnTo>
                    <a:pt x="132655" y="56220"/>
                  </a:lnTo>
                  <a:lnTo>
                    <a:pt x="132929" y="56562"/>
                  </a:lnTo>
                  <a:lnTo>
                    <a:pt x="134025" y="56866"/>
                  </a:lnTo>
                  <a:lnTo>
                    <a:pt x="135105" y="59552"/>
                  </a:lnTo>
                  <a:lnTo>
                    <a:pt x="136802" y="60907"/>
                  </a:lnTo>
                  <a:lnTo>
                    <a:pt x="139450" y="62443"/>
                  </a:lnTo>
                  <a:lnTo>
                    <a:pt x="141801" y="64201"/>
                  </a:lnTo>
                  <a:lnTo>
                    <a:pt x="142950" y="65814"/>
                  </a:lnTo>
                  <a:lnTo>
                    <a:pt x="142729" y="66986"/>
                  </a:lnTo>
                  <a:lnTo>
                    <a:pt x="141961" y="69405"/>
                  </a:lnTo>
                  <a:lnTo>
                    <a:pt x="139998" y="71421"/>
                  </a:lnTo>
                  <a:lnTo>
                    <a:pt x="138362" y="71931"/>
                  </a:lnTo>
                  <a:lnTo>
                    <a:pt x="137784" y="71741"/>
                  </a:lnTo>
                  <a:lnTo>
                    <a:pt x="136718" y="71117"/>
                  </a:lnTo>
                  <a:lnTo>
                    <a:pt x="134565" y="69557"/>
                  </a:lnTo>
                  <a:lnTo>
                    <a:pt x="132230" y="68325"/>
                  </a:lnTo>
                  <a:lnTo>
                    <a:pt x="130434" y="68728"/>
                  </a:lnTo>
                  <a:lnTo>
                    <a:pt x="129254" y="69192"/>
                  </a:lnTo>
                  <a:lnTo>
                    <a:pt x="126919" y="68644"/>
                  </a:lnTo>
                  <a:lnTo>
                    <a:pt x="124157" y="67579"/>
                  </a:lnTo>
                  <a:lnTo>
                    <a:pt x="122719" y="66529"/>
                  </a:lnTo>
                  <a:lnTo>
                    <a:pt x="122087" y="65753"/>
                  </a:lnTo>
                  <a:lnTo>
                    <a:pt x="122513" y="64376"/>
                  </a:lnTo>
                  <a:lnTo>
                    <a:pt x="116251" y="61888"/>
                  </a:lnTo>
                  <a:lnTo>
                    <a:pt x="113231" y="61196"/>
                  </a:lnTo>
                  <a:lnTo>
                    <a:pt x="111869" y="61949"/>
                  </a:lnTo>
                  <a:lnTo>
                    <a:pt x="107266" y="65692"/>
                  </a:lnTo>
                  <a:lnTo>
                    <a:pt x="106718" y="66073"/>
                  </a:lnTo>
                  <a:lnTo>
                    <a:pt x="103203" y="66590"/>
                  </a:lnTo>
                  <a:lnTo>
                    <a:pt x="103195" y="66894"/>
                  </a:lnTo>
                  <a:lnTo>
                    <a:pt x="103994" y="67701"/>
                  </a:lnTo>
                  <a:lnTo>
                    <a:pt x="103842" y="67952"/>
                  </a:lnTo>
                  <a:lnTo>
                    <a:pt x="97945" y="68036"/>
                  </a:lnTo>
                  <a:lnTo>
                    <a:pt x="95982" y="68523"/>
                  </a:lnTo>
                  <a:lnTo>
                    <a:pt x="90732" y="67891"/>
                  </a:lnTo>
                  <a:lnTo>
                    <a:pt x="89005" y="68173"/>
                  </a:lnTo>
                  <a:lnTo>
                    <a:pt x="87529" y="68759"/>
                  </a:lnTo>
                  <a:lnTo>
                    <a:pt x="83938" y="69428"/>
                  </a:lnTo>
                  <a:lnTo>
                    <a:pt x="81457" y="70212"/>
                  </a:lnTo>
                  <a:lnTo>
                    <a:pt x="78292" y="70623"/>
                  </a:lnTo>
                  <a:lnTo>
                    <a:pt x="75028" y="70661"/>
                  </a:lnTo>
                  <a:lnTo>
                    <a:pt x="73910" y="70897"/>
                  </a:lnTo>
                  <a:lnTo>
                    <a:pt x="73956" y="70356"/>
                  </a:lnTo>
                  <a:lnTo>
                    <a:pt x="73780" y="69527"/>
                  </a:lnTo>
                  <a:lnTo>
                    <a:pt x="73118" y="68926"/>
                  </a:lnTo>
                  <a:lnTo>
                    <a:pt x="72190" y="68546"/>
                  </a:lnTo>
                  <a:lnTo>
                    <a:pt x="70486" y="68690"/>
                  </a:lnTo>
                  <a:lnTo>
                    <a:pt x="68911" y="68287"/>
                  </a:lnTo>
                  <a:lnTo>
                    <a:pt x="67793" y="67237"/>
                  </a:lnTo>
                  <a:lnTo>
                    <a:pt x="67533" y="66430"/>
                  </a:lnTo>
                  <a:lnTo>
                    <a:pt x="68180" y="65776"/>
                  </a:lnTo>
                  <a:lnTo>
                    <a:pt x="67709" y="65236"/>
                  </a:lnTo>
                  <a:lnTo>
                    <a:pt x="65746" y="63942"/>
                  </a:lnTo>
                  <a:lnTo>
                    <a:pt x="62535" y="60709"/>
                  </a:lnTo>
                  <a:lnTo>
                    <a:pt x="60716" y="59986"/>
                  </a:lnTo>
                  <a:lnTo>
                    <a:pt x="59994" y="57954"/>
                  </a:lnTo>
                  <a:lnTo>
                    <a:pt x="59271" y="57521"/>
                  </a:lnTo>
                  <a:lnTo>
                    <a:pt x="57741" y="57331"/>
                  </a:lnTo>
                  <a:lnTo>
                    <a:pt x="56129" y="57528"/>
                  </a:lnTo>
                  <a:lnTo>
                    <a:pt x="55778" y="57757"/>
                  </a:lnTo>
                  <a:lnTo>
                    <a:pt x="55284" y="58084"/>
                  </a:lnTo>
                  <a:lnTo>
                    <a:pt x="54021" y="60617"/>
                  </a:lnTo>
                  <a:lnTo>
                    <a:pt x="53131" y="61477"/>
                  </a:lnTo>
                  <a:lnTo>
                    <a:pt x="50955" y="61074"/>
                  </a:lnTo>
                  <a:lnTo>
                    <a:pt x="49152" y="60480"/>
                  </a:lnTo>
                  <a:lnTo>
                    <a:pt x="47683" y="60146"/>
                  </a:lnTo>
                  <a:lnTo>
                    <a:pt x="44830" y="59933"/>
                  </a:lnTo>
                  <a:lnTo>
                    <a:pt x="41588" y="59887"/>
                  </a:lnTo>
                  <a:lnTo>
                    <a:pt x="39405" y="61690"/>
                  </a:lnTo>
                  <a:lnTo>
                    <a:pt x="38461" y="61454"/>
                  </a:lnTo>
                  <a:lnTo>
                    <a:pt x="36803" y="60572"/>
                  </a:lnTo>
                  <a:lnTo>
                    <a:pt x="34124" y="59841"/>
                  </a:lnTo>
                  <a:lnTo>
                    <a:pt x="32709" y="59271"/>
                  </a:lnTo>
                  <a:lnTo>
                    <a:pt x="36803" y="53922"/>
                  </a:lnTo>
                  <a:lnTo>
                    <a:pt x="38020" y="50734"/>
                  </a:lnTo>
                  <a:lnTo>
                    <a:pt x="38058" y="48801"/>
                  </a:lnTo>
                  <a:lnTo>
                    <a:pt x="38112" y="46367"/>
                  </a:lnTo>
                  <a:lnTo>
                    <a:pt x="35981" y="41299"/>
                  </a:lnTo>
                  <a:lnTo>
                    <a:pt x="34155" y="34086"/>
                  </a:lnTo>
                  <a:lnTo>
                    <a:pt x="32253" y="26539"/>
                  </a:lnTo>
                  <a:lnTo>
                    <a:pt x="30769" y="24271"/>
                  </a:lnTo>
                  <a:lnTo>
                    <a:pt x="24568" y="21646"/>
                  </a:lnTo>
                  <a:lnTo>
                    <a:pt x="23130" y="18664"/>
                  </a:lnTo>
                  <a:lnTo>
                    <a:pt x="18329" y="14806"/>
                  </a:lnTo>
                  <a:lnTo>
                    <a:pt x="11656" y="13125"/>
                  </a:lnTo>
                  <a:lnTo>
                    <a:pt x="10333" y="12410"/>
                  </a:lnTo>
                  <a:lnTo>
                    <a:pt x="4535" y="7540"/>
                  </a:lnTo>
                  <a:lnTo>
                    <a:pt x="0" y="4398"/>
                  </a:lnTo>
                  <a:lnTo>
                    <a:pt x="974" y="2496"/>
                  </a:lnTo>
                  <a:lnTo>
                    <a:pt x="2268" y="487"/>
                  </a:lnTo>
                  <a:lnTo>
                    <a:pt x="3667" y="0"/>
                  </a:lnTo>
                  <a:lnTo>
                    <a:pt x="7768" y="791"/>
                  </a:lnTo>
                  <a:lnTo>
                    <a:pt x="11550" y="1697"/>
                  </a:lnTo>
                  <a:lnTo>
                    <a:pt x="14304" y="1050"/>
                  </a:lnTo>
                  <a:lnTo>
                    <a:pt x="17584" y="2633"/>
                  </a:lnTo>
                  <a:lnTo>
                    <a:pt x="20581" y="4444"/>
                  </a:lnTo>
                  <a:lnTo>
                    <a:pt x="23594" y="5722"/>
                  </a:lnTo>
                  <a:lnTo>
                    <a:pt x="29468" y="6931"/>
                  </a:lnTo>
                  <a:lnTo>
                    <a:pt x="31659" y="8598"/>
                  </a:lnTo>
                  <a:lnTo>
                    <a:pt x="34216" y="10264"/>
                  </a:lnTo>
                  <a:lnTo>
                    <a:pt x="44236" y="11108"/>
                  </a:lnTo>
                  <a:lnTo>
                    <a:pt x="45043" y="10850"/>
                  </a:lnTo>
                  <a:lnTo>
                    <a:pt x="45781" y="10606"/>
                  </a:lnTo>
                  <a:lnTo>
                    <a:pt x="49144" y="10005"/>
                  </a:lnTo>
                  <a:lnTo>
                    <a:pt x="52119" y="10112"/>
                  </a:lnTo>
                  <a:lnTo>
                    <a:pt x="55261" y="12136"/>
                  </a:lnTo>
                  <a:lnTo>
                    <a:pt x="57270" y="12014"/>
                  </a:lnTo>
                  <a:lnTo>
                    <a:pt x="59415" y="11710"/>
                  </a:lnTo>
                  <a:lnTo>
                    <a:pt x="62177" y="12790"/>
                  </a:lnTo>
                  <a:lnTo>
                    <a:pt x="64346" y="13992"/>
                  </a:lnTo>
                  <a:lnTo>
                    <a:pt x="64528" y="15202"/>
                  </a:lnTo>
                  <a:lnTo>
                    <a:pt x="66431" y="16967"/>
                  </a:lnTo>
                  <a:lnTo>
                    <a:pt x="71954" y="19653"/>
                  </a:lnTo>
                  <a:lnTo>
                    <a:pt x="76436" y="21175"/>
                  </a:lnTo>
                  <a:lnTo>
                    <a:pt x="77828" y="22240"/>
                  </a:lnTo>
                  <a:lnTo>
                    <a:pt x="81237" y="23997"/>
                  </a:lnTo>
                  <a:lnTo>
                    <a:pt x="81579" y="24553"/>
                  </a:lnTo>
                  <a:lnTo>
                    <a:pt x="81511" y="25276"/>
                  </a:lnTo>
                  <a:lnTo>
                    <a:pt x="80537" y="26592"/>
                  </a:lnTo>
                  <a:lnTo>
                    <a:pt x="80293" y="27756"/>
                  </a:lnTo>
                  <a:lnTo>
                    <a:pt x="80750" y="28433"/>
                  </a:lnTo>
                  <a:lnTo>
                    <a:pt x="82165" y="29072"/>
                  </a:lnTo>
                  <a:lnTo>
                    <a:pt x="84965" y="29217"/>
                  </a:lnTo>
                  <a:lnTo>
                    <a:pt x="85977" y="28380"/>
                  </a:lnTo>
                  <a:lnTo>
                    <a:pt x="88069" y="27779"/>
                  </a:lnTo>
                  <a:lnTo>
                    <a:pt x="90146" y="26698"/>
                  </a:lnTo>
                  <a:lnTo>
                    <a:pt x="92916" y="25260"/>
                  </a:lnTo>
                  <a:lnTo>
                    <a:pt x="96682" y="23952"/>
                  </a:lnTo>
                  <a:lnTo>
                    <a:pt x="98189" y="23952"/>
                  </a:lnTo>
                  <a:lnTo>
                    <a:pt x="99634" y="24355"/>
                  </a:lnTo>
                  <a:lnTo>
                    <a:pt x="100646" y="25078"/>
                  </a:lnTo>
                  <a:lnTo>
                    <a:pt x="102343" y="27764"/>
                  </a:lnTo>
                  <a:lnTo>
                    <a:pt x="104040" y="24005"/>
                  </a:lnTo>
                  <a:lnTo>
                    <a:pt x="104473" y="23724"/>
                  </a:lnTo>
                  <a:lnTo>
                    <a:pt x="106025" y="24484"/>
                  </a:lnTo>
                  <a:lnTo>
                    <a:pt x="108757" y="25527"/>
                  </a:lnTo>
                  <a:lnTo>
                    <a:pt x="110652" y="26082"/>
                  </a:lnTo>
                  <a:lnTo>
                    <a:pt x="111678" y="26858"/>
                  </a:lnTo>
                  <a:lnTo>
                    <a:pt x="114570" y="30282"/>
                  </a:lnTo>
                  <a:lnTo>
                    <a:pt x="119249" y="30107"/>
                  </a:lnTo>
                  <a:lnTo>
                    <a:pt x="121227" y="30632"/>
                  </a:lnTo>
                  <a:lnTo>
                    <a:pt x="122293" y="31195"/>
                  </a:lnTo>
                  <a:lnTo>
                    <a:pt x="122764" y="31857"/>
                  </a:lnTo>
                  <a:lnTo>
                    <a:pt x="121927" y="35250"/>
                  </a:lnTo>
                  <a:lnTo>
                    <a:pt x="120771" y="38781"/>
                  </a:lnTo>
                  <a:lnTo>
                    <a:pt x="120870" y="39625"/>
                  </a:lnTo>
                  <a:lnTo>
                    <a:pt x="122742" y="40957"/>
                  </a:lnTo>
                  <a:lnTo>
                    <a:pt x="125298" y="42357"/>
                  </a:lnTo>
                  <a:lnTo>
                    <a:pt x="126668" y="43483"/>
                  </a:lnTo>
                  <a:lnTo>
                    <a:pt x="127603" y="44495"/>
                  </a:lnTo>
                  <a:lnTo>
                    <a:pt x="129620" y="45263"/>
                  </a:lnTo>
                  <a:lnTo>
                    <a:pt x="132001" y="45735"/>
                  </a:lnTo>
                  <a:lnTo>
                    <a:pt x="133127" y="45796"/>
                  </a:lnTo>
                  <a:lnTo>
                    <a:pt x="134306" y="46648"/>
                  </a:lnTo>
                  <a:lnTo>
                    <a:pt x="137373" y="4823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39" name="Freeform: Shape 1038">
              <a:extLst>
                <a:ext uri="{FF2B5EF4-FFF2-40B4-BE49-F238E27FC236}">
                  <a16:creationId xmlns:a16="http://schemas.microsoft.com/office/drawing/2014/main" id="{6DD2F09A-D4C9-BA53-28C1-CE489F11243E}"/>
                </a:ext>
              </a:extLst>
            </p:cNvPr>
            <p:cNvSpPr/>
            <p:nvPr/>
          </p:nvSpPr>
          <p:spPr>
            <a:xfrm>
              <a:off x="8254612" y="4742678"/>
              <a:ext cx="3735" cy="4953"/>
            </a:xfrm>
            <a:custGeom>
              <a:avLst/>
              <a:gdLst>
                <a:gd name="csX0" fmla="*/ 1423 w 3735"/>
                <a:gd name="csY0" fmla="*/ 4870 h 4953"/>
                <a:gd name="csX1" fmla="*/ 0 w 3735"/>
                <a:gd name="csY1" fmla="*/ 4953 h 4953"/>
                <a:gd name="csX2" fmla="*/ 563 w 3735"/>
                <a:gd name="csY2" fmla="*/ 4154 h 4953"/>
                <a:gd name="csX3" fmla="*/ 685 w 3735"/>
                <a:gd name="csY3" fmla="*/ 2785 h 4953"/>
                <a:gd name="csX4" fmla="*/ 1430 w 3735"/>
                <a:gd name="csY4" fmla="*/ 1118 h 4953"/>
                <a:gd name="csX5" fmla="*/ 2595 w 3735"/>
                <a:gd name="csY5" fmla="*/ 0 h 4953"/>
                <a:gd name="csX6" fmla="*/ 3736 w 3735"/>
                <a:gd name="csY6" fmla="*/ 297 h 4953"/>
                <a:gd name="csX7" fmla="*/ 3310 w 3735"/>
                <a:gd name="csY7" fmla="*/ 3964 h 49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735" h="4953">
                  <a:moveTo>
                    <a:pt x="1423" y="4870"/>
                  </a:moveTo>
                  <a:lnTo>
                    <a:pt x="0" y="4953"/>
                  </a:lnTo>
                  <a:lnTo>
                    <a:pt x="563" y="4154"/>
                  </a:lnTo>
                  <a:lnTo>
                    <a:pt x="685" y="2785"/>
                  </a:lnTo>
                  <a:lnTo>
                    <a:pt x="1430" y="1118"/>
                  </a:lnTo>
                  <a:lnTo>
                    <a:pt x="2595" y="0"/>
                  </a:lnTo>
                  <a:lnTo>
                    <a:pt x="3736" y="297"/>
                  </a:lnTo>
                  <a:lnTo>
                    <a:pt x="3310" y="396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40" name="Freeform: Shape 1039">
              <a:extLst>
                <a:ext uri="{FF2B5EF4-FFF2-40B4-BE49-F238E27FC236}">
                  <a16:creationId xmlns:a16="http://schemas.microsoft.com/office/drawing/2014/main" id="{6B68BFFA-3CF2-133D-3B0F-2FFD74416AA4}"/>
                </a:ext>
              </a:extLst>
            </p:cNvPr>
            <p:cNvSpPr/>
            <p:nvPr/>
          </p:nvSpPr>
          <p:spPr>
            <a:xfrm>
              <a:off x="8407628" y="4881390"/>
              <a:ext cx="63280" cy="77858"/>
            </a:xfrm>
            <a:custGeom>
              <a:avLst/>
              <a:gdLst>
                <a:gd name="csX0" fmla="*/ 63281 w 63280"/>
                <a:gd name="csY0" fmla="*/ 36643 h 77858"/>
                <a:gd name="csX1" fmla="*/ 62619 w 63280"/>
                <a:gd name="csY1" fmla="*/ 37099 h 77858"/>
                <a:gd name="csX2" fmla="*/ 60838 w 63280"/>
                <a:gd name="csY2" fmla="*/ 38104 h 77858"/>
                <a:gd name="csX3" fmla="*/ 60024 w 63280"/>
                <a:gd name="csY3" fmla="*/ 39435 h 77858"/>
                <a:gd name="csX4" fmla="*/ 59545 w 63280"/>
                <a:gd name="csY4" fmla="*/ 40721 h 77858"/>
                <a:gd name="csX5" fmla="*/ 58441 w 63280"/>
                <a:gd name="csY5" fmla="*/ 41588 h 77858"/>
                <a:gd name="csX6" fmla="*/ 57384 w 63280"/>
                <a:gd name="csY6" fmla="*/ 42692 h 77858"/>
                <a:gd name="csX7" fmla="*/ 57049 w 63280"/>
                <a:gd name="csY7" fmla="*/ 43574 h 77858"/>
                <a:gd name="csX8" fmla="*/ 56067 w 63280"/>
                <a:gd name="csY8" fmla="*/ 44282 h 77858"/>
                <a:gd name="csX9" fmla="*/ 55877 w 63280"/>
                <a:gd name="csY9" fmla="*/ 45454 h 77858"/>
                <a:gd name="csX10" fmla="*/ 53389 w 63280"/>
                <a:gd name="csY10" fmla="*/ 49593 h 77858"/>
                <a:gd name="csX11" fmla="*/ 52393 w 63280"/>
                <a:gd name="csY11" fmla="*/ 51449 h 77858"/>
                <a:gd name="csX12" fmla="*/ 50962 w 63280"/>
                <a:gd name="csY12" fmla="*/ 53427 h 77858"/>
                <a:gd name="csX13" fmla="*/ 50072 w 63280"/>
                <a:gd name="csY13" fmla="*/ 54165 h 77858"/>
                <a:gd name="csX14" fmla="*/ 48862 w 63280"/>
                <a:gd name="csY14" fmla="*/ 55337 h 77858"/>
                <a:gd name="csX15" fmla="*/ 48246 w 63280"/>
                <a:gd name="csY15" fmla="*/ 56699 h 77858"/>
                <a:gd name="csX16" fmla="*/ 48246 w 63280"/>
                <a:gd name="csY16" fmla="*/ 58107 h 77858"/>
                <a:gd name="csX17" fmla="*/ 47401 w 63280"/>
                <a:gd name="csY17" fmla="*/ 59788 h 77858"/>
                <a:gd name="csX18" fmla="*/ 46930 w 63280"/>
                <a:gd name="csY18" fmla="*/ 61241 h 77858"/>
                <a:gd name="csX19" fmla="*/ 46131 w 63280"/>
                <a:gd name="csY19" fmla="*/ 62086 h 77858"/>
                <a:gd name="csX20" fmla="*/ 44023 w 63280"/>
                <a:gd name="csY20" fmla="*/ 66681 h 77858"/>
                <a:gd name="csX21" fmla="*/ 43917 w 63280"/>
                <a:gd name="csY21" fmla="*/ 68264 h 77858"/>
                <a:gd name="csX22" fmla="*/ 43414 w 63280"/>
                <a:gd name="csY22" fmla="*/ 69200 h 77858"/>
                <a:gd name="csX23" fmla="*/ 41916 w 63280"/>
                <a:gd name="csY23" fmla="*/ 71391 h 77858"/>
                <a:gd name="csX24" fmla="*/ 40904 w 63280"/>
                <a:gd name="csY24" fmla="*/ 72707 h 77858"/>
                <a:gd name="csX25" fmla="*/ 39131 w 63280"/>
                <a:gd name="csY25" fmla="*/ 73697 h 77858"/>
                <a:gd name="csX26" fmla="*/ 37275 w 63280"/>
                <a:gd name="csY26" fmla="*/ 74770 h 77858"/>
                <a:gd name="csX27" fmla="*/ 36574 w 63280"/>
                <a:gd name="csY27" fmla="*/ 75941 h 77858"/>
                <a:gd name="csX28" fmla="*/ 35258 w 63280"/>
                <a:gd name="csY28" fmla="*/ 76535 h 77858"/>
                <a:gd name="csX29" fmla="*/ 34299 w 63280"/>
                <a:gd name="csY29" fmla="*/ 76573 h 77858"/>
                <a:gd name="csX30" fmla="*/ 32755 w 63280"/>
                <a:gd name="csY30" fmla="*/ 76147 h 77858"/>
                <a:gd name="csX31" fmla="*/ 30663 w 63280"/>
                <a:gd name="csY31" fmla="*/ 75941 h 77858"/>
                <a:gd name="csX32" fmla="*/ 29605 w 63280"/>
                <a:gd name="csY32" fmla="*/ 76078 h 77858"/>
                <a:gd name="csX33" fmla="*/ 29126 w 63280"/>
                <a:gd name="csY33" fmla="*/ 75500 h 77858"/>
                <a:gd name="csX34" fmla="*/ 28410 w 63280"/>
                <a:gd name="csY34" fmla="*/ 74168 h 77858"/>
                <a:gd name="csX35" fmla="*/ 27368 w 63280"/>
                <a:gd name="csY35" fmla="*/ 73217 h 77858"/>
                <a:gd name="csX36" fmla="*/ 26698 w 63280"/>
                <a:gd name="csY36" fmla="*/ 73544 h 77858"/>
                <a:gd name="csX37" fmla="*/ 25291 w 63280"/>
                <a:gd name="csY37" fmla="*/ 74496 h 77858"/>
                <a:gd name="csX38" fmla="*/ 23640 w 63280"/>
                <a:gd name="csY38" fmla="*/ 75059 h 77858"/>
                <a:gd name="csX39" fmla="*/ 22468 w 63280"/>
                <a:gd name="csY39" fmla="*/ 74868 h 77858"/>
                <a:gd name="csX40" fmla="*/ 19912 w 63280"/>
                <a:gd name="csY40" fmla="*/ 74214 h 77858"/>
                <a:gd name="csX41" fmla="*/ 18824 w 63280"/>
                <a:gd name="csY41" fmla="*/ 73879 h 77858"/>
                <a:gd name="csX42" fmla="*/ 18496 w 63280"/>
                <a:gd name="csY42" fmla="*/ 73316 h 77858"/>
                <a:gd name="csX43" fmla="*/ 18116 w 63280"/>
                <a:gd name="csY43" fmla="*/ 72898 h 77858"/>
                <a:gd name="csX44" fmla="*/ 17553 w 63280"/>
                <a:gd name="csY44" fmla="*/ 73080 h 77858"/>
                <a:gd name="csX45" fmla="*/ 16800 w 63280"/>
                <a:gd name="csY45" fmla="*/ 73788 h 77858"/>
                <a:gd name="csX46" fmla="*/ 15795 w 63280"/>
                <a:gd name="csY46" fmla="*/ 74518 h 77858"/>
                <a:gd name="csX47" fmla="*/ 14304 w 63280"/>
                <a:gd name="csY47" fmla="*/ 75492 h 77858"/>
                <a:gd name="csX48" fmla="*/ 11238 w 63280"/>
                <a:gd name="csY48" fmla="*/ 77234 h 77858"/>
                <a:gd name="csX49" fmla="*/ 10378 w 63280"/>
                <a:gd name="csY49" fmla="*/ 77858 h 77858"/>
                <a:gd name="csX50" fmla="*/ 9587 w 63280"/>
                <a:gd name="csY50" fmla="*/ 77516 h 77858"/>
                <a:gd name="csX51" fmla="*/ 8286 w 63280"/>
                <a:gd name="csY51" fmla="*/ 77174 h 77858"/>
                <a:gd name="csX52" fmla="*/ 6901 w 63280"/>
                <a:gd name="csY52" fmla="*/ 77159 h 77858"/>
                <a:gd name="csX53" fmla="*/ 3911 w 63280"/>
                <a:gd name="csY53" fmla="*/ 76025 h 77858"/>
                <a:gd name="csX54" fmla="*/ 2161 w 63280"/>
                <a:gd name="csY54" fmla="*/ 75218 h 77858"/>
                <a:gd name="csX55" fmla="*/ 1400 w 63280"/>
                <a:gd name="csY55" fmla="*/ 74206 h 77858"/>
                <a:gd name="csX56" fmla="*/ 517 w 63280"/>
                <a:gd name="csY56" fmla="*/ 73773 h 77858"/>
                <a:gd name="csX57" fmla="*/ 0 w 63280"/>
                <a:gd name="csY57" fmla="*/ 73491 h 77858"/>
                <a:gd name="csX58" fmla="*/ 244 w 63280"/>
                <a:gd name="csY58" fmla="*/ 73301 h 77858"/>
                <a:gd name="csX59" fmla="*/ 1020 w 63280"/>
                <a:gd name="csY59" fmla="*/ 73156 h 77858"/>
                <a:gd name="csX60" fmla="*/ 1712 w 63280"/>
                <a:gd name="csY60" fmla="*/ 73141 h 77858"/>
                <a:gd name="csX61" fmla="*/ 2792 w 63280"/>
                <a:gd name="csY61" fmla="*/ 71597 h 77858"/>
                <a:gd name="csX62" fmla="*/ 4573 w 63280"/>
                <a:gd name="csY62" fmla="*/ 70630 h 77858"/>
                <a:gd name="csX63" fmla="*/ 7677 w 63280"/>
                <a:gd name="csY63" fmla="*/ 65282 h 77858"/>
                <a:gd name="csX64" fmla="*/ 8986 w 63280"/>
                <a:gd name="csY64" fmla="*/ 63067 h 77858"/>
                <a:gd name="csX65" fmla="*/ 9145 w 63280"/>
                <a:gd name="csY65" fmla="*/ 61858 h 77858"/>
                <a:gd name="csX66" fmla="*/ 9511 w 63280"/>
                <a:gd name="csY66" fmla="*/ 59332 h 77858"/>
                <a:gd name="csX67" fmla="*/ 8818 w 63280"/>
                <a:gd name="csY67" fmla="*/ 56258 h 77858"/>
                <a:gd name="csX68" fmla="*/ 9145 w 63280"/>
                <a:gd name="csY68" fmla="*/ 55398 h 77858"/>
                <a:gd name="csX69" fmla="*/ 11809 w 63280"/>
                <a:gd name="csY69" fmla="*/ 51693 h 77858"/>
                <a:gd name="csX70" fmla="*/ 12957 w 63280"/>
                <a:gd name="csY70" fmla="*/ 49669 h 77858"/>
                <a:gd name="csX71" fmla="*/ 13026 w 63280"/>
                <a:gd name="csY71" fmla="*/ 47926 h 77858"/>
                <a:gd name="csX72" fmla="*/ 13361 w 63280"/>
                <a:gd name="csY72" fmla="*/ 46671 h 77858"/>
                <a:gd name="csX73" fmla="*/ 13034 w 63280"/>
                <a:gd name="csY73" fmla="*/ 46017 h 77858"/>
                <a:gd name="csX74" fmla="*/ 12425 w 63280"/>
                <a:gd name="csY74" fmla="*/ 45826 h 77858"/>
                <a:gd name="csX75" fmla="*/ 11405 w 63280"/>
                <a:gd name="csY75" fmla="*/ 44198 h 77858"/>
                <a:gd name="csX76" fmla="*/ 10751 w 63280"/>
                <a:gd name="csY76" fmla="*/ 42852 h 77858"/>
                <a:gd name="csX77" fmla="*/ 8940 w 63280"/>
                <a:gd name="csY77" fmla="*/ 41467 h 77858"/>
                <a:gd name="csX78" fmla="*/ 7700 w 63280"/>
                <a:gd name="csY78" fmla="*/ 40052 h 77858"/>
                <a:gd name="csX79" fmla="*/ 5668 w 63280"/>
                <a:gd name="csY79" fmla="*/ 36795 h 77858"/>
                <a:gd name="csX80" fmla="*/ 5851 w 63280"/>
                <a:gd name="csY80" fmla="*/ 34969 h 77858"/>
                <a:gd name="csX81" fmla="*/ 5273 w 63280"/>
                <a:gd name="csY81" fmla="*/ 34315 h 77858"/>
                <a:gd name="csX82" fmla="*/ 4649 w 63280"/>
                <a:gd name="csY82" fmla="*/ 33638 h 77858"/>
                <a:gd name="csX83" fmla="*/ 4695 w 63280"/>
                <a:gd name="csY83" fmla="*/ 32816 h 77858"/>
                <a:gd name="csX84" fmla="*/ 4268 w 63280"/>
                <a:gd name="csY84" fmla="*/ 30761 h 77858"/>
                <a:gd name="csX85" fmla="*/ 3751 w 63280"/>
                <a:gd name="csY85" fmla="*/ 28844 h 77858"/>
                <a:gd name="csX86" fmla="*/ 3553 w 63280"/>
                <a:gd name="csY86" fmla="*/ 27627 h 77858"/>
                <a:gd name="csX87" fmla="*/ 4063 w 63280"/>
                <a:gd name="csY87" fmla="*/ 25542 h 77858"/>
                <a:gd name="csX88" fmla="*/ 3759 w 63280"/>
                <a:gd name="csY88" fmla="*/ 23229 h 77858"/>
                <a:gd name="csX89" fmla="*/ 3097 w 63280"/>
                <a:gd name="csY89" fmla="*/ 22012 h 77858"/>
                <a:gd name="csX90" fmla="*/ 2914 w 63280"/>
                <a:gd name="csY90" fmla="*/ 20148 h 77858"/>
                <a:gd name="csX91" fmla="*/ 3051 w 63280"/>
                <a:gd name="csY91" fmla="*/ 18489 h 77858"/>
                <a:gd name="csX92" fmla="*/ 3614 w 63280"/>
                <a:gd name="csY92" fmla="*/ 17545 h 77858"/>
                <a:gd name="csX93" fmla="*/ 3500 w 63280"/>
                <a:gd name="csY93" fmla="*/ 16381 h 77858"/>
                <a:gd name="csX94" fmla="*/ 6072 w 63280"/>
                <a:gd name="csY94" fmla="*/ 12676 h 77858"/>
                <a:gd name="csX95" fmla="*/ 8027 w 63280"/>
                <a:gd name="csY95" fmla="*/ 10530 h 77858"/>
                <a:gd name="csX96" fmla="*/ 9823 w 63280"/>
                <a:gd name="csY96" fmla="*/ 9024 h 77858"/>
                <a:gd name="csX97" fmla="*/ 11337 w 63280"/>
                <a:gd name="csY97" fmla="*/ 7898 h 77858"/>
                <a:gd name="csX98" fmla="*/ 13383 w 63280"/>
                <a:gd name="csY98" fmla="*/ 2267 h 77858"/>
                <a:gd name="csX99" fmla="*/ 14867 w 63280"/>
                <a:gd name="csY99" fmla="*/ 289 h 77858"/>
                <a:gd name="csX100" fmla="*/ 16419 w 63280"/>
                <a:gd name="csY100" fmla="*/ 0 h 77858"/>
                <a:gd name="csX101" fmla="*/ 24804 w 63280"/>
                <a:gd name="csY101" fmla="*/ 4664 h 77858"/>
                <a:gd name="csX102" fmla="*/ 28738 w 63280"/>
                <a:gd name="csY102" fmla="*/ 5098 h 77858"/>
                <a:gd name="csX103" fmla="*/ 36658 w 63280"/>
                <a:gd name="csY103" fmla="*/ 7616 h 77858"/>
                <a:gd name="csX104" fmla="*/ 39527 w 63280"/>
                <a:gd name="csY104" fmla="*/ 10842 h 77858"/>
                <a:gd name="csX105" fmla="*/ 46169 w 63280"/>
                <a:gd name="csY105" fmla="*/ 16214 h 77858"/>
                <a:gd name="csX106" fmla="*/ 49661 w 63280"/>
                <a:gd name="csY106" fmla="*/ 17903 h 77858"/>
                <a:gd name="csX107" fmla="*/ 49692 w 63280"/>
                <a:gd name="csY107" fmla="*/ 19311 h 77858"/>
                <a:gd name="csX108" fmla="*/ 48931 w 63280"/>
                <a:gd name="csY108" fmla="*/ 21547 h 77858"/>
                <a:gd name="csX109" fmla="*/ 51168 w 63280"/>
                <a:gd name="csY109" fmla="*/ 19592 h 77858"/>
                <a:gd name="csX110" fmla="*/ 54622 w 63280"/>
                <a:gd name="csY110" fmla="*/ 22689 h 77858"/>
                <a:gd name="csX111" fmla="*/ 55604 w 63280"/>
                <a:gd name="csY111" fmla="*/ 24203 h 77858"/>
                <a:gd name="csX112" fmla="*/ 56676 w 63280"/>
                <a:gd name="csY112" fmla="*/ 27003 h 77858"/>
                <a:gd name="csX113" fmla="*/ 56303 w 63280"/>
                <a:gd name="csY113" fmla="*/ 28806 h 77858"/>
                <a:gd name="csX114" fmla="*/ 55824 w 63280"/>
                <a:gd name="csY114" fmla="*/ 29734 h 77858"/>
                <a:gd name="csX115" fmla="*/ 55801 w 63280"/>
                <a:gd name="csY115" fmla="*/ 30457 h 77858"/>
                <a:gd name="csX116" fmla="*/ 56828 w 63280"/>
                <a:gd name="csY116" fmla="*/ 29460 h 77858"/>
                <a:gd name="csX117" fmla="*/ 57407 w 63280"/>
                <a:gd name="csY117" fmla="*/ 28677 h 77858"/>
                <a:gd name="csX118" fmla="*/ 57582 w 63280"/>
                <a:gd name="csY118" fmla="*/ 26797 h 77858"/>
                <a:gd name="csX119" fmla="*/ 58419 w 63280"/>
                <a:gd name="csY119" fmla="*/ 24469 h 77858"/>
                <a:gd name="csX120" fmla="*/ 59545 w 63280"/>
                <a:gd name="csY120" fmla="*/ 24424 h 77858"/>
                <a:gd name="csX121" fmla="*/ 60442 w 63280"/>
                <a:gd name="csY121" fmla="*/ 25816 h 77858"/>
                <a:gd name="csX122" fmla="*/ 62299 w 63280"/>
                <a:gd name="csY122" fmla="*/ 31849 h 77858"/>
                <a:gd name="csX123" fmla="*/ 62999 w 63280"/>
                <a:gd name="csY123" fmla="*/ 33082 h 77858"/>
                <a:gd name="csX124" fmla="*/ 63265 w 63280"/>
                <a:gd name="csY124" fmla="*/ 34999 h 77858"/>
                <a:gd name="csX125" fmla="*/ 63166 w 63280"/>
                <a:gd name="csY125" fmla="*/ 35852 h 778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63280" h="77858">
                  <a:moveTo>
                    <a:pt x="63281" y="36643"/>
                  </a:moveTo>
                  <a:lnTo>
                    <a:pt x="62619" y="37099"/>
                  </a:lnTo>
                  <a:lnTo>
                    <a:pt x="60838" y="38104"/>
                  </a:lnTo>
                  <a:lnTo>
                    <a:pt x="60024" y="39435"/>
                  </a:lnTo>
                  <a:lnTo>
                    <a:pt x="59545" y="40721"/>
                  </a:lnTo>
                  <a:lnTo>
                    <a:pt x="58441" y="41588"/>
                  </a:lnTo>
                  <a:lnTo>
                    <a:pt x="57384" y="42692"/>
                  </a:lnTo>
                  <a:lnTo>
                    <a:pt x="57049" y="43574"/>
                  </a:lnTo>
                  <a:lnTo>
                    <a:pt x="56067" y="44282"/>
                  </a:lnTo>
                  <a:lnTo>
                    <a:pt x="55877" y="45454"/>
                  </a:lnTo>
                  <a:lnTo>
                    <a:pt x="53389" y="49593"/>
                  </a:lnTo>
                  <a:lnTo>
                    <a:pt x="52393" y="51449"/>
                  </a:lnTo>
                  <a:lnTo>
                    <a:pt x="50962" y="53427"/>
                  </a:lnTo>
                  <a:lnTo>
                    <a:pt x="50072" y="54165"/>
                  </a:lnTo>
                  <a:lnTo>
                    <a:pt x="48862" y="55337"/>
                  </a:lnTo>
                  <a:lnTo>
                    <a:pt x="48246" y="56699"/>
                  </a:lnTo>
                  <a:lnTo>
                    <a:pt x="48246" y="58107"/>
                  </a:lnTo>
                  <a:lnTo>
                    <a:pt x="47401" y="59788"/>
                  </a:lnTo>
                  <a:lnTo>
                    <a:pt x="46930" y="61241"/>
                  </a:lnTo>
                  <a:lnTo>
                    <a:pt x="46131" y="62086"/>
                  </a:lnTo>
                  <a:lnTo>
                    <a:pt x="44023" y="66681"/>
                  </a:lnTo>
                  <a:lnTo>
                    <a:pt x="43917" y="68264"/>
                  </a:lnTo>
                  <a:lnTo>
                    <a:pt x="43414" y="69200"/>
                  </a:lnTo>
                  <a:lnTo>
                    <a:pt x="41916" y="71391"/>
                  </a:lnTo>
                  <a:lnTo>
                    <a:pt x="40904" y="72707"/>
                  </a:lnTo>
                  <a:lnTo>
                    <a:pt x="39131" y="73697"/>
                  </a:lnTo>
                  <a:lnTo>
                    <a:pt x="37275" y="74770"/>
                  </a:lnTo>
                  <a:lnTo>
                    <a:pt x="36574" y="75941"/>
                  </a:lnTo>
                  <a:lnTo>
                    <a:pt x="35258" y="76535"/>
                  </a:lnTo>
                  <a:lnTo>
                    <a:pt x="34299" y="76573"/>
                  </a:lnTo>
                  <a:lnTo>
                    <a:pt x="32755" y="76147"/>
                  </a:lnTo>
                  <a:lnTo>
                    <a:pt x="30663" y="75941"/>
                  </a:lnTo>
                  <a:lnTo>
                    <a:pt x="29605" y="76078"/>
                  </a:lnTo>
                  <a:lnTo>
                    <a:pt x="29126" y="75500"/>
                  </a:lnTo>
                  <a:lnTo>
                    <a:pt x="28410" y="74168"/>
                  </a:lnTo>
                  <a:lnTo>
                    <a:pt x="27368" y="73217"/>
                  </a:lnTo>
                  <a:lnTo>
                    <a:pt x="26698" y="73544"/>
                  </a:lnTo>
                  <a:lnTo>
                    <a:pt x="25291" y="74496"/>
                  </a:lnTo>
                  <a:lnTo>
                    <a:pt x="23640" y="75059"/>
                  </a:lnTo>
                  <a:lnTo>
                    <a:pt x="22468" y="74868"/>
                  </a:lnTo>
                  <a:lnTo>
                    <a:pt x="19912" y="74214"/>
                  </a:lnTo>
                  <a:lnTo>
                    <a:pt x="18824" y="73879"/>
                  </a:lnTo>
                  <a:lnTo>
                    <a:pt x="18496" y="73316"/>
                  </a:lnTo>
                  <a:lnTo>
                    <a:pt x="18116" y="72898"/>
                  </a:lnTo>
                  <a:lnTo>
                    <a:pt x="17553" y="73080"/>
                  </a:lnTo>
                  <a:lnTo>
                    <a:pt x="16800" y="73788"/>
                  </a:lnTo>
                  <a:lnTo>
                    <a:pt x="15795" y="74518"/>
                  </a:lnTo>
                  <a:lnTo>
                    <a:pt x="14304" y="75492"/>
                  </a:lnTo>
                  <a:lnTo>
                    <a:pt x="11238" y="77234"/>
                  </a:lnTo>
                  <a:lnTo>
                    <a:pt x="10378" y="77858"/>
                  </a:lnTo>
                  <a:lnTo>
                    <a:pt x="9587" y="77516"/>
                  </a:lnTo>
                  <a:lnTo>
                    <a:pt x="8286" y="77174"/>
                  </a:lnTo>
                  <a:lnTo>
                    <a:pt x="6901" y="77159"/>
                  </a:lnTo>
                  <a:lnTo>
                    <a:pt x="3911" y="76025"/>
                  </a:lnTo>
                  <a:lnTo>
                    <a:pt x="2161" y="75218"/>
                  </a:lnTo>
                  <a:lnTo>
                    <a:pt x="1400" y="74206"/>
                  </a:lnTo>
                  <a:lnTo>
                    <a:pt x="517" y="73773"/>
                  </a:lnTo>
                  <a:lnTo>
                    <a:pt x="0" y="73491"/>
                  </a:lnTo>
                  <a:lnTo>
                    <a:pt x="244" y="73301"/>
                  </a:lnTo>
                  <a:lnTo>
                    <a:pt x="1020" y="73156"/>
                  </a:lnTo>
                  <a:lnTo>
                    <a:pt x="1712" y="73141"/>
                  </a:lnTo>
                  <a:lnTo>
                    <a:pt x="2792" y="71597"/>
                  </a:lnTo>
                  <a:lnTo>
                    <a:pt x="4573" y="70630"/>
                  </a:lnTo>
                  <a:lnTo>
                    <a:pt x="7677" y="65282"/>
                  </a:lnTo>
                  <a:lnTo>
                    <a:pt x="8986" y="63067"/>
                  </a:lnTo>
                  <a:lnTo>
                    <a:pt x="9145" y="61858"/>
                  </a:lnTo>
                  <a:lnTo>
                    <a:pt x="9511" y="59332"/>
                  </a:lnTo>
                  <a:lnTo>
                    <a:pt x="8818" y="56258"/>
                  </a:lnTo>
                  <a:lnTo>
                    <a:pt x="9145" y="55398"/>
                  </a:lnTo>
                  <a:lnTo>
                    <a:pt x="11809" y="51693"/>
                  </a:lnTo>
                  <a:lnTo>
                    <a:pt x="12957" y="49669"/>
                  </a:lnTo>
                  <a:lnTo>
                    <a:pt x="13026" y="47926"/>
                  </a:lnTo>
                  <a:lnTo>
                    <a:pt x="13361" y="46671"/>
                  </a:lnTo>
                  <a:lnTo>
                    <a:pt x="13034" y="46017"/>
                  </a:lnTo>
                  <a:lnTo>
                    <a:pt x="12425" y="45826"/>
                  </a:lnTo>
                  <a:lnTo>
                    <a:pt x="11405" y="44198"/>
                  </a:lnTo>
                  <a:lnTo>
                    <a:pt x="10751" y="42852"/>
                  </a:lnTo>
                  <a:lnTo>
                    <a:pt x="8940" y="41467"/>
                  </a:lnTo>
                  <a:lnTo>
                    <a:pt x="7700" y="40052"/>
                  </a:lnTo>
                  <a:lnTo>
                    <a:pt x="5668" y="36795"/>
                  </a:lnTo>
                  <a:lnTo>
                    <a:pt x="5851" y="34969"/>
                  </a:lnTo>
                  <a:lnTo>
                    <a:pt x="5273" y="34315"/>
                  </a:lnTo>
                  <a:lnTo>
                    <a:pt x="4649" y="33638"/>
                  </a:lnTo>
                  <a:lnTo>
                    <a:pt x="4695" y="32816"/>
                  </a:lnTo>
                  <a:lnTo>
                    <a:pt x="4268" y="30761"/>
                  </a:lnTo>
                  <a:lnTo>
                    <a:pt x="3751" y="28844"/>
                  </a:lnTo>
                  <a:lnTo>
                    <a:pt x="3553" y="27627"/>
                  </a:lnTo>
                  <a:lnTo>
                    <a:pt x="4063" y="25542"/>
                  </a:lnTo>
                  <a:lnTo>
                    <a:pt x="3759" y="23229"/>
                  </a:lnTo>
                  <a:lnTo>
                    <a:pt x="3097" y="22012"/>
                  </a:lnTo>
                  <a:lnTo>
                    <a:pt x="2914" y="20148"/>
                  </a:lnTo>
                  <a:lnTo>
                    <a:pt x="3051" y="18489"/>
                  </a:lnTo>
                  <a:lnTo>
                    <a:pt x="3614" y="17545"/>
                  </a:lnTo>
                  <a:lnTo>
                    <a:pt x="3500" y="16381"/>
                  </a:lnTo>
                  <a:lnTo>
                    <a:pt x="6072" y="12676"/>
                  </a:lnTo>
                  <a:lnTo>
                    <a:pt x="8027" y="10530"/>
                  </a:lnTo>
                  <a:lnTo>
                    <a:pt x="9823" y="9024"/>
                  </a:lnTo>
                  <a:lnTo>
                    <a:pt x="11337" y="7898"/>
                  </a:lnTo>
                  <a:lnTo>
                    <a:pt x="13383" y="2267"/>
                  </a:lnTo>
                  <a:lnTo>
                    <a:pt x="14867" y="289"/>
                  </a:lnTo>
                  <a:lnTo>
                    <a:pt x="16419" y="0"/>
                  </a:lnTo>
                  <a:lnTo>
                    <a:pt x="24804" y="4664"/>
                  </a:lnTo>
                  <a:lnTo>
                    <a:pt x="28738" y="5098"/>
                  </a:lnTo>
                  <a:lnTo>
                    <a:pt x="36658" y="7616"/>
                  </a:lnTo>
                  <a:lnTo>
                    <a:pt x="39527" y="10842"/>
                  </a:lnTo>
                  <a:lnTo>
                    <a:pt x="46169" y="16214"/>
                  </a:lnTo>
                  <a:lnTo>
                    <a:pt x="49661" y="17903"/>
                  </a:lnTo>
                  <a:lnTo>
                    <a:pt x="49692" y="19311"/>
                  </a:lnTo>
                  <a:lnTo>
                    <a:pt x="48931" y="21547"/>
                  </a:lnTo>
                  <a:lnTo>
                    <a:pt x="51168" y="19592"/>
                  </a:lnTo>
                  <a:lnTo>
                    <a:pt x="54622" y="22689"/>
                  </a:lnTo>
                  <a:lnTo>
                    <a:pt x="55604" y="24203"/>
                  </a:lnTo>
                  <a:lnTo>
                    <a:pt x="56676" y="27003"/>
                  </a:lnTo>
                  <a:lnTo>
                    <a:pt x="56303" y="28806"/>
                  </a:lnTo>
                  <a:lnTo>
                    <a:pt x="55824" y="29734"/>
                  </a:lnTo>
                  <a:lnTo>
                    <a:pt x="55801" y="30457"/>
                  </a:lnTo>
                  <a:lnTo>
                    <a:pt x="56828" y="29460"/>
                  </a:lnTo>
                  <a:lnTo>
                    <a:pt x="57407" y="28677"/>
                  </a:lnTo>
                  <a:lnTo>
                    <a:pt x="57582" y="26797"/>
                  </a:lnTo>
                  <a:lnTo>
                    <a:pt x="58419" y="24469"/>
                  </a:lnTo>
                  <a:lnTo>
                    <a:pt x="59545" y="24424"/>
                  </a:lnTo>
                  <a:lnTo>
                    <a:pt x="60442" y="25816"/>
                  </a:lnTo>
                  <a:lnTo>
                    <a:pt x="62299" y="31849"/>
                  </a:lnTo>
                  <a:lnTo>
                    <a:pt x="62999" y="33082"/>
                  </a:lnTo>
                  <a:lnTo>
                    <a:pt x="63265" y="34999"/>
                  </a:lnTo>
                  <a:lnTo>
                    <a:pt x="63166" y="3585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41" name="Freeform: Shape 1040">
              <a:extLst>
                <a:ext uri="{FF2B5EF4-FFF2-40B4-BE49-F238E27FC236}">
                  <a16:creationId xmlns:a16="http://schemas.microsoft.com/office/drawing/2014/main" id="{F85CF042-1FA6-6BC7-C976-AC5298373E9F}"/>
                </a:ext>
              </a:extLst>
            </p:cNvPr>
            <p:cNvSpPr/>
            <p:nvPr/>
          </p:nvSpPr>
          <p:spPr>
            <a:xfrm>
              <a:off x="9517360" y="3790269"/>
              <a:ext cx="2860" cy="2548"/>
            </a:xfrm>
            <a:custGeom>
              <a:avLst/>
              <a:gdLst>
                <a:gd name="csX0" fmla="*/ 2861 w 2860"/>
                <a:gd name="csY0" fmla="*/ 388 h 2548"/>
                <a:gd name="csX1" fmla="*/ 2108 w 2860"/>
                <a:gd name="csY1" fmla="*/ 2549 h 2548"/>
                <a:gd name="csX2" fmla="*/ 152 w 2860"/>
                <a:gd name="csY2" fmla="*/ 1818 h 2548"/>
                <a:gd name="csX3" fmla="*/ 0 w 2860"/>
                <a:gd name="csY3" fmla="*/ 1255 h 2548"/>
                <a:gd name="csX4" fmla="*/ 2222 w 2860"/>
                <a:gd name="csY4" fmla="*/ 0 h 2548"/>
                <a:gd name="csX5" fmla="*/ 2678 w 2860"/>
                <a:gd name="csY5" fmla="*/ 8 h 2548"/>
              </a:gdLst>
              <a:ahLst/>
              <a:cxnLst>
                <a:cxn ang="0">
                  <a:pos x="csX0" y="csY0"/>
                </a:cxn>
                <a:cxn ang="0">
                  <a:pos x="csX1" y="csY1"/>
                </a:cxn>
                <a:cxn ang="0">
                  <a:pos x="csX2" y="csY2"/>
                </a:cxn>
                <a:cxn ang="0">
                  <a:pos x="csX3" y="csY3"/>
                </a:cxn>
                <a:cxn ang="0">
                  <a:pos x="csX4" y="csY4"/>
                </a:cxn>
                <a:cxn ang="0">
                  <a:pos x="csX5" y="csY5"/>
                </a:cxn>
              </a:cxnLst>
              <a:rect l="l" t="t" r="r" b="b"/>
              <a:pathLst>
                <a:path w="2860" h="2548">
                  <a:moveTo>
                    <a:pt x="2861" y="388"/>
                  </a:moveTo>
                  <a:lnTo>
                    <a:pt x="2108" y="2549"/>
                  </a:lnTo>
                  <a:lnTo>
                    <a:pt x="152" y="1818"/>
                  </a:lnTo>
                  <a:lnTo>
                    <a:pt x="0" y="1255"/>
                  </a:lnTo>
                  <a:lnTo>
                    <a:pt x="2222" y="0"/>
                  </a:lnTo>
                  <a:lnTo>
                    <a:pt x="2678" y="8"/>
                  </a:lnTo>
                  <a:close/>
                </a:path>
              </a:pathLst>
            </a:custGeom>
            <a:solidFill>
              <a:srgbClr val="2562E8"/>
            </a:solidFill>
            <a:ln w="6168" cap="flat">
              <a:solidFill>
                <a:srgbClr val="2562E8"/>
              </a:solidFill>
              <a:prstDash val="solid"/>
              <a:miter/>
            </a:ln>
          </p:spPr>
          <p:txBody>
            <a:bodyPr/>
            <a:lstStyle/>
            <a:p>
              <a:endParaRPr lang="en-US"/>
            </a:p>
          </p:txBody>
        </p:sp>
        <p:sp>
          <p:nvSpPr>
            <p:cNvPr id="1042" name="Freeform: Shape 1041">
              <a:extLst>
                <a:ext uri="{FF2B5EF4-FFF2-40B4-BE49-F238E27FC236}">
                  <a16:creationId xmlns:a16="http://schemas.microsoft.com/office/drawing/2014/main" id="{E269E305-AE5E-960F-88CE-D8415211F56D}"/>
                </a:ext>
              </a:extLst>
            </p:cNvPr>
            <p:cNvSpPr/>
            <p:nvPr/>
          </p:nvSpPr>
          <p:spPr>
            <a:xfrm>
              <a:off x="9504601" y="4765861"/>
              <a:ext cx="94620" cy="137250"/>
            </a:xfrm>
            <a:custGeom>
              <a:avLst/>
              <a:gdLst>
                <a:gd name="csX0" fmla="*/ 67800 w 94620"/>
                <a:gd name="csY0" fmla="*/ 1103 h 137250"/>
                <a:gd name="csX1" fmla="*/ 69162 w 94620"/>
                <a:gd name="csY1" fmla="*/ 2404 h 137250"/>
                <a:gd name="csX2" fmla="*/ 69466 w 94620"/>
                <a:gd name="csY2" fmla="*/ 3150 h 137250"/>
                <a:gd name="csX3" fmla="*/ 68972 w 94620"/>
                <a:gd name="csY3" fmla="*/ 5957 h 137250"/>
                <a:gd name="csX4" fmla="*/ 67967 w 94620"/>
                <a:gd name="csY4" fmla="*/ 7913 h 137250"/>
                <a:gd name="csX5" fmla="*/ 67336 w 94620"/>
                <a:gd name="csY5" fmla="*/ 9754 h 137250"/>
                <a:gd name="csX6" fmla="*/ 67427 w 94620"/>
                <a:gd name="csY6" fmla="*/ 10667 h 137250"/>
                <a:gd name="csX7" fmla="*/ 68036 w 94620"/>
                <a:gd name="csY7" fmla="*/ 11588 h 137250"/>
                <a:gd name="csX8" fmla="*/ 70113 w 94620"/>
                <a:gd name="csY8" fmla="*/ 13026 h 137250"/>
                <a:gd name="csX9" fmla="*/ 71171 w 94620"/>
                <a:gd name="csY9" fmla="*/ 13962 h 137250"/>
                <a:gd name="csX10" fmla="*/ 72434 w 94620"/>
                <a:gd name="csY10" fmla="*/ 15377 h 137250"/>
                <a:gd name="csX11" fmla="*/ 73879 w 94620"/>
                <a:gd name="csY11" fmla="*/ 16762 h 137250"/>
                <a:gd name="csX12" fmla="*/ 76352 w 94620"/>
                <a:gd name="csY12" fmla="*/ 18565 h 137250"/>
                <a:gd name="csX13" fmla="*/ 77402 w 94620"/>
                <a:gd name="csY13" fmla="*/ 18892 h 137250"/>
                <a:gd name="csX14" fmla="*/ 77349 w 94620"/>
                <a:gd name="csY14" fmla="*/ 19394 h 137250"/>
                <a:gd name="csX15" fmla="*/ 77006 w 94620"/>
                <a:gd name="csY15" fmla="*/ 20087 h 137250"/>
                <a:gd name="csX16" fmla="*/ 76778 w 94620"/>
                <a:gd name="csY16" fmla="*/ 26797 h 137250"/>
                <a:gd name="csX17" fmla="*/ 76588 w 94620"/>
                <a:gd name="csY17" fmla="*/ 28532 h 137250"/>
                <a:gd name="csX18" fmla="*/ 76413 w 94620"/>
                <a:gd name="csY18" fmla="*/ 29407 h 137250"/>
                <a:gd name="csX19" fmla="*/ 76177 w 94620"/>
                <a:gd name="csY19" fmla="*/ 31910 h 137250"/>
                <a:gd name="csX20" fmla="*/ 75918 w 94620"/>
                <a:gd name="csY20" fmla="*/ 32268 h 137250"/>
                <a:gd name="csX21" fmla="*/ 75454 w 94620"/>
                <a:gd name="csY21" fmla="*/ 32237 h 137250"/>
                <a:gd name="csX22" fmla="*/ 75021 w 94620"/>
                <a:gd name="csY22" fmla="*/ 32336 h 137250"/>
                <a:gd name="csX23" fmla="*/ 74914 w 94620"/>
                <a:gd name="csY23" fmla="*/ 32831 h 137250"/>
                <a:gd name="csX24" fmla="*/ 75089 w 94620"/>
                <a:gd name="csY24" fmla="*/ 33348 h 137250"/>
                <a:gd name="csX25" fmla="*/ 76580 w 94620"/>
                <a:gd name="csY25" fmla="*/ 33706 h 137250"/>
                <a:gd name="csX26" fmla="*/ 76253 w 94620"/>
                <a:gd name="csY26" fmla="*/ 34086 h 137250"/>
                <a:gd name="csX27" fmla="*/ 75150 w 94620"/>
                <a:gd name="csY27" fmla="*/ 34429 h 137250"/>
                <a:gd name="csX28" fmla="*/ 74633 w 94620"/>
                <a:gd name="csY28" fmla="*/ 35182 h 137250"/>
                <a:gd name="csX29" fmla="*/ 74861 w 94620"/>
                <a:gd name="csY29" fmla="*/ 36042 h 137250"/>
                <a:gd name="csX30" fmla="*/ 74244 w 94620"/>
                <a:gd name="csY30" fmla="*/ 36734 h 137250"/>
                <a:gd name="csX31" fmla="*/ 74419 w 94620"/>
                <a:gd name="csY31" fmla="*/ 37198 h 137250"/>
                <a:gd name="csX32" fmla="*/ 74815 w 94620"/>
                <a:gd name="csY32" fmla="*/ 37533 h 137250"/>
                <a:gd name="csX33" fmla="*/ 75447 w 94620"/>
                <a:gd name="csY33" fmla="*/ 37411 h 137250"/>
                <a:gd name="csX34" fmla="*/ 77189 w 94620"/>
                <a:gd name="csY34" fmla="*/ 36255 h 137250"/>
                <a:gd name="csX35" fmla="*/ 77919 w 94620"/>
                <a:gd name="csY35" fmla="*/ 36133 h 137250"/>
                <a:gd name="csX36" fmla="*/ 78825 w 94620"/>
                <a:gd name="csY36" fmla="*/ 36369 h 137250"/>
                <a:gd name="csX37" fmla="*/ 80491 w 94620"/>
                <a:gd name="csY37" fmla="*/ 38134 h 137250"/>
                <a:gd name="csX38" fmla="*/ 80560 w 94620"/>
                <a:gd name="csY38" fmla="*/ 38994 h 137250"/>
                <a:gd name="csX39" fmla="*/ 79882 w 94620"/>
                <a:gd name="csY39" fmla="*/ 41938 h 137250"/>
                <a:gd name="csX40" fmla="*/ 79221 w 94620"/>
                <a:gd name="csY40" fmla="*/ 44213 h 137250"/>
                <a:gd name="csX41" fmla="*/ 79099 w 94620"/>
                <a:gd name="csY41" fmla="*/ 47249 h 137250"/>
                <a:gd name="csX42" fmla="*/ 79799 w 94620"/>
                <a:gd name="csY42" fmla="*/ 48946 h 137250"/>
                <a:gd name="csX43" fmla="*/ 79700 w 94620"/>
                <a:gd name="csY43" fmla="*/ 49882 h 137250"/>
                <a:gd name="csX44" fmla="*/ 78939 w 94620"/>
                <a:gd name="csY44" fmla="*/ 50688 h 137250"/>
                <a:gd name="csX45" fmla="*/ 77219 w 94620"/>
                <a:gd name="csY45" fmla="*/ 51860 h 137250"/>
                <a:gd name="csX46" fmla="*/ 77349 w 94620"/>
                <a:gd name="csY46" fmla="*/ 52659 h 137250"/>
                <a:gd name="csX47" fmla="*/ 78132 w 94620"/>
                <a:gd name="csY47" fmla="*/ 54150 h 137250"/>
                <a:gd name="csX48" fmla="*/ 79586 w 94620"/>
                <a:gd name="csY48" fmla="*/ 55809 h 137250"/>
                <a:gd name="csX49" fmla="*/ 82424 w 94620"/>
                <a:gd name="csY49" fmla="*/ 57863 h 137250"/>
                <a:gd name="csX50" fmla="*/ 83915 w 94620"/>
                <a:gd name="csY50" fmla="*/ 60534 h 137250"/>
                <a:gd name="csX51" fmla="*/ 83953 w 94620"/>
                <a:gd name="csY51" fmla="*/ 61622 h 137250"/>
                <a:gd name="csX52" fmla="*/ 83086 w 94620"/>
                <a:gd name="csY52" fmla="*/ 62710 h 137250"/>
                <a:gd name="csX53" fmla="*/ 82058 w 94620"/>
                <a:gd name="csY53" fmla="*/ 63653 h 137250"/>
                <a:gd name="csX54" fmla="*/ 81724 w 94620"/>
                <a:gd name="csY54" fmla="*/ 65015 h 137250"/>
                <a:gd name="csX55" fmla="*/ 82188 w 94620"/>
                <a:gd name="csY55" fmla="*/ 73963 h 137250"/>
                <a:gd name="csX56" fmla="*/ 79943 w 94620"/>
                <a:gd name="csY56" fmla="*/ 77843 h 137250"/>
                <a:gd name="csX57" fmla="*/ 79920 w 94620"/>
                <a:gd name="csY57" fmla="*/ 78954 h 137250"/>
                <a:gd name="csX58" fmla="*/ 80149 w 94620"/>
                <a:gd name="csY58" fmla="*/ 80232 h 137250"/>
                <a:gd name="csX59" fmla="*/ 80742 w 94620"/>
                <a:gd name="csY59" fmla="*/ 81016 h 137250"/>
                <a:gd name="csX60" fmla="*/ 81883 w 94620"/>
                <a:gd name="csY60" fmla="*/ 81229 h 137250"/>
                <a:gd name="csX61" fmla="*/ 82819 w 94620"/>
                <a:gd name="csY61" fmla="*/ 81975 h 137250"/>
                <a:gd name="csX62" fmla="*/ 82492 w 94620"/>
                <a:gd name="csY62" fmla="*/ 84698 h 137250"/>
                <a:gd name="csX63" fmla="*/ 81998 w 94620"/>
                <a:gd name="csY63" fmla="*/ 87468 h 137250"/>
                <a:gd name="csX64" fmla="*/ 81914 w 94620"/>
                <a:gd name="csY64" fmla="*/ 88815 h 137250"/>
                <a:gd name="csX65" fmla="*/ 81640 w 94620"/>
                <a:gd name="csY65" fmla="*/ 89454 h 137250"/>
                <a:gd name="csX66" fmla="*/ 80750 w 94620"/>
                <a:gd name="csY66" fmla="*/ 89971 h 137250"/>
                <a:gd name="csX67" fmla="*/ 80430 w 94620"/>
                <a:gd name="csY67" fmla="*/ 90846 h 137250"/>
                <a:gd name="csX68" fmla="*/ 80659 w 94620"/>
                <a:gd name="csY68" fmla="*/ 91927 h 137250"/>
                <a:gd name="csX69" fmla="*/ 80491 w 94620"/>
                <a:gd name="csY69" fmla="*/ 92726 h 137250"/>
                <a:gd name="csX70" fmla="*/ 80963 w 94620"/>
                <a:gd name="csY70" fmla="*/ 93760 h 137250"/>
                <a:gd name="csX71" fmla="*/ 81990 w 94620"/>
                <a:gd name="csY71" fmla="*/ 95046 h 137250"/>
                <a:gd name="csX72" fmla="*/ 83633 w 94620"/>
                <a:gd name="csY72" fmla="*/ 98242 h 137250"/>
                <a:gd name="csX73" fmla="*/ 84257 w 94620"/>
                <a:gd name="csY73" fmla="*/ 98493 h 137250"/>
                <a:gd name="csX74" fmla="*/ 84546 w 94620"/>
                <a:gd name="csY74" fmla="*/ 99170 h 137250"/>
                <a:gd name="csX75" fmla="*/ 84364 w 94620"/>
                <a:gd name="csY75" fmla="*/ 99817 h 137250"/>
                <a:gd name="csX76" fmla="*/ 85003 w 94620"/>
                <a:gd name="csY76" fmla="*/ 101232 h 137250"/>
                <a:gd name="csX77" fmla="*/ 86829 w 94620"/>
                <a:gd name="csY77" fmla="*/ 102647 h 137250"/>
                <a:gd name="csX78" fmla="*/ 88746 w 94620"/>
                <a:gd name="csY78" fmla="*/ 103880 h 137250"/>
                <a:gd name="csX79" fmla="*/ 90299 w 94620"/>
                <a:gd name="csY79" fmla="*/ 104055 h 137250"/>
                <a:gd name="csX80" fmla="*/ 90664 w 94620"/>
                <a:gd name="csY80" fmla="*/ 105158 h 137250"/>
                <a:gd name="csX81" fmla="*/ 91683 w 94620"/>
                <a:gd name="csY81" fmla="*/ 106566 h 137250"/>
                <a:gd name="csX82" fmla="*/ 92421 w 94620"/>
                <a:gd name="csY82" fmla="*/ 107182 h 137250"/>
                <a:gd name="csX83" fmla="*/ 93601 w 94620"/>
                <a:gd name="csY83" fmla="*/ 107585 h 137250"/>
                <a:gd name="csX84" fmla="*/ 94567 w 94620"/>
                <a:gd name="csY84" fmla="*/ 107798 h 137250"/>
                <a:gd name="csX85" fmla="*/ 94620 w 94620"/>
                <a:gd name="csY85" fmla="*/ 108985 h 137250"/>
                <a:gd name="csX86" fmla="*/ 92870 w 94620"/>
                <a:gd name="csY86" fmla="*/ 109791 h 137250"/>
                <a:gd name="csX87" fmla="*/ 91691 w 94620"/>
                <a:gd name="csY87" fmla="*/ 111017 h 137250"/>
                <a:gd name="csX88" fmla="*/ 90793 w 94620"/>
                <a:gd name="csY88" fmla="*/ 112881 h 137250"/>
                <a:gd name="csX89" fmla="*/ 89545 w 94620"/>
                <a:gd name="csY89" fmla="*/ 114935 h 137250"/>
                <a:gd name="csX90" fmla="*/ 85254 w 94620"/>
                <a:gd name="csY90" fmla="*/ 116000 h 137250"/>
                <a:gd name="csX91" fmla="*/ 83611 w 94620"/>
                <a:gd name="csY91" fmla="*/ 116008 h 137250"/>
                <a:gd name="csX92" fmla="*/ 74807 w 94620"/>
                <a:gd name="csY92" fmla="*/ 116061 h 137250"/>
                <a:gd name="csX93" fmla="*/ 66567 w 94620"/>
                <a:gd name="csY93" fmla="*/ 120093 h 137250"/>
                <a:gd name="csX94" fmla="*/ 61820 w 94620"/>
                <a:gd name="csY94" fmla="*/ 121531 h 137250"/>
                <a:gd name="csX95" fmla="*/ 58898 w 94620"/>
                <a:gd name="csY95" fmla="*/ 123799 h 137250"/>
                <a:gd name="csX96" fmla="*/ 54972 w 94620"/>
                <a:gd name="csY96" fmla="*/ 125412 h 137250"/>
                <a:gd name="csX97" fmla="*/ 52233 w 94620"/>
                <a:gd name="csY97" fmla="*/ 127375 h 137250"/>
                <a:gd name="csX98" fmla="*/ 46534 w 94620"/>
                <a:gd name="csY98" fmla="*/ 128311 h 137250"/>
                <a:gd name="csX99" fmla="*/ 37198 w 94620"/>
                <a:gd name="csY99" fmla="*/ 131385 h 137250"/>
                <a:gd name="csX100" fmla="*/ 34277 w 94620"/>
                <a:gd name="csY100" fmla="*/ 132610 h 137250"/>
                <a:gd name="csX101" fmla="*/ 31325 w 94620"/>
                <a:gd name="csY101" fmla="*/ 134748 h 137250"/>
                <a:gd name="csX102" fmla="*/ 26524 w 94620"/>
                <a:gd name="csY102" fmla="*/ 137251 h 137250"/>
                <a:gd name="csX103" fmla="*/ 24629 w 94620"/>
                <a:gd name="csY103" fmla="*/ 137220 h 137250"/>
                <a:gd name="csX104" fmla="*/ 20870 w 94620"/>
                <a:gd name="csY104" fmla="*/ 134877 h 137250"/>
                <a:gd name="csX105" fmla="*/ 18040 w 94620"/>
                <a:gd name="csY105" fmla="*/ 133705 h 137250"/>
                <a:gd name="csX106" fmla="*/ 11116 w 94620"/>
                <a:gd name="csY106" fmla="*/ 131910 h 137250"/>
                <a:gd name="csX107" fmla="*/ 5950 w 94620"/>
                <a:gd name="csY107" fmla="*/ 131210 h 137250"/>
                <a:gd name="csX108" fmla="*/ 3454 w 94620"/>
                <a:gd name="csY108" fmla="*/ 130441 h 137250"/>
                <a:gd name="csX109" fmla="*/ 2770 w 94620"/>
                <a:gd name="csY109" fmla="*/ 130312 h 137250"/>
                <a:gd name="csX110" fmla="*/ 3355 w 94620"/>
                <a:gd name="csY110" fmla="*/ 129467 h 137250"/>
                <a:gd name="csX111" fmla="*/ 4801 w 94620"/>
                <a:gd name="csY111" fmla="*/ 129414 h 137250"/>
                <a:gd name="csX112" fmla="*/ 6308 w 94620"/>
                <a:gd name="csY112" fmla="*/ 129665 h 137250"/>
                <a:gd name="csX113" fmla="*/ 7456 w 94620"/>
                <a:gd name="csY113" fmla="*/ 129026 h 137250"/>
                <a:gd name="csX114" fmla="*/ 9138 w 94620"/>
                <a:gd name="csY114" fmla="*/ 128942 h 137250"/>
                <a:gd name="csX115" fmla="*/ 9579 w 94620"/>
                <a:gd name="csY115" fmla="*/ 128265 h 137250"/>
                <a:gd name="csX116" fmla="*/ 9716 w 94620"/>
                <a:gd name="csY116" fmla="*/ 126576 h 137250"/>
                <a:gd name="csX117" fmla="*/ 9701 w 94620"/>
                <a:gd name="csY117" fmla="*/ 125206 h 137250"/>
                <a:gd name="csX118" fmla="*/ 10287 w 94620"/>
                <a:gd name="csY118" fmla="*/ 124598 h 137250"/>
                <a:gd name="csX119" fmla="*/ 10439 w 94620"/>
                <a:gd name="csY119" fmla="*/ 122985 h 137250"/>
                <a:gd name="csX120" fmla="*/ 9610 w 94620"/>
                <a:gd name="csY120" fmla="*/ 119416 h 137250"/>
                <a:gd name="csX121" fmla="*/ 9024 w 94620"/>
                <a:gd name="csY121" fmla="*/ 119005 h 137250"/>
                <a:gd name="csX122" fmla="*/ 6011 w 94620"/>
                <a:gd name="csY122" fmla="*/ 118503 h 137250"/>
                <a:gd name="csX123" fmla="*/ 5783 w 94620"/>
                <a:gd name="csY123" fmla="*/ 117788 h 137250"/>
                <a:gd name="csX124" fmla="*/ 5242 w 94620"/>
                <a:gd name="csY124" fmla="*/ 117042 h 137250"/>
                <a:gd name="csX125" fmla="*/ 4664 w 94620"/>
                <a:gd name="csY125" fmla="*/ 115201 h 137250"/>
                <a:gd name="csX126" fmla="*/ 4010 w 94620"/>
                <a:gd name="csY126" fmla="*/ 112462 h 137250"/>
                <a:gd name="csX127" fmla="*/ 2952 w 94620"/>
                <a:gd name="csY127" fmla="*/ 109061 h 137250"/>
                <a:gd name="csX128" fmla="*/ 921 w 94620"/>
                <a:gd name="csY128" fmla="*/ 103461 h 137250"/>
                <a:gd name="csX129" fmla="*/ 418 w 94620"/>
                <a:gd name="csY129" fmla="*/ 101475 h 137250"/>
                <a:gd name="csX130" fmla="*/ 76 w 94620"/>
                <a:gd name="csY130" fmla="*/ 99459 h 137250"/>
                <a:gd name="csX131" fmla="*/ 0 w 94620"/>
                <a:gd name="csY131" fmla="*/ 97047 h 137250"/>
                <a:gd name="csX132" fmla="*/ 418 w 94620"/>
                <a:gd name="csY132" fmla="*/ 96149 h 137250"/>
                <a:gd name="csX133" fmla="*/ 358 w 94620"/>
                <a:gd name="csY133" fmla="*/ 94901 h 137250"/>
                <a:gd name="csX134" fmla="*/ 167 w 94620"/>
                <a:gd name="csY134" fmla="*/ 93654 h 137250"/>
                <a:gd name="csX135" fmla="*/ 1598 w 94620"/>
                <a:gd name="csY135" fmla="*/ 90800 h 137250"/>
                <a:gd name="csX136" fmla="*/ 4398 w 94620"/>
                <a:gd name="csY136" fmla="*/ 87301 h 137250"/>
                <a:gd name="csX137" fmla="*/ 4984 w 94620"/>
                <a:gd name="csY137" fmla="*/ 86038 h 137250"/>
                <a:gd name="csX138" fmla="*/ 5509 w 94620"/>
                <a:gd name="csY138" fmla="*/ 85163 h 137250"/>
                <a:gd name="csX139" fmla="*/ 5585 w 94620"/>
                <a:gd name="csY139" fmla="*/ 83900 h 137250"/>
                <a:gd name="csX140" fmla="*/ 6079 w 94620"/>
                <a:gd name="csY140" fmla="*/ 79821 h 137250"/>
                <a:gd name="csX141" fmla="*/ 7418 w 94620"/>
                <a:gd name="csY141" fmla="*/ 74891 h 137250"/>
                <a:gd name="csX142" fmla="*/ 8263 w 94620"/>
                <a:gd name="csY142" fmla="*/ 73027 h 137250"/>
                <a:gd name="csX143" fmla="*/ 8834 w 94620"/>
                <a:gd name="csY143" fmla="*/ 72015 h 137250"/>
                <a:gd name="csX144" fmla="*/ 9518 w 94620"/>
                <a:gd name="csY144" fmla="*/ 70372 h 137250"/>
                <a:gd name="csX145" fmla="*/ 9693 w 94620"/>
                <a:gd name="csY145" fmla="*/ 69603 h 137250"/>
                <a:gd name="csX146" fmla="*/ 12273 w 94620"/>
                <a:gd name="csY146" fmla="*/ 67663 h 137250"/>
                <a:gd name="csX147" fmla="*/ 13460 w 94620"/>
                <a:gd name="csY147" fmla="*/ 67146 h 137250"/>
                <a:gd name="csX148" fmla="*/ 13726 w 94620"/>
                <a:gd name="csY148" fmla="*/ 66377 h 137250"/>
                <a:gd name="csX149" fmla="*/ 13323 w 94620"/>
                <a:gd name="csY149" fmla="*/ 65548 h 137250"/>
                <a:gd name="csX150" fmla="*/ 13498 w 94620"/>
                <a:gd name="csY150" fmla="*/ 64977 h 137250"/>
                <a:gd name="csX151" fmla="*/ 14114 w 94620"/>
                <a:gd name="csY151" fmla="*/ 64696 h 137250"/>
                <a:gd name="csX152" fmla="*/ 15065 w 94620"/>
                <a:gd name="csY152" fmla="*/ 64467 h 137250"/>
                <a:gd name="csX153" fmla="*/ 15757 w 94620"/>
                <a:gd name="csY153" fmla="*/ 63669 h 137250"/>
                <a:gd name="csX154" fmla="*/ 14669 w 94620"/>
                <a:gd name="csY154" fmla="*/ 57574 h 137250"/>
                <a:gd name="csX155" fmla="*/ 13787 w 94620"/>
                <a:gd name="csY155" fmla="*/ 51495 h 137250"/>
                <a:gd name="csX156" fmla="*/ 13733 w 94620"/>
                <a:gd name="csY156" fmla="*/ 50977 h 137250"/>
                <a:gd name="csX157" fmla="*/ 13216 w 94620"/>
                <a:gd name="csY157" fmla="*/ 50140 h 137250"/>
                <a:gd name="csX158" fmla="*/ 12699 w 94620"/>
                <a:gd name="csY158" fmla="*/ 47630 h 137250"/>
                <a:gd name="csX159" fmla="*/ 11824 w 94620"/>
                <a:gd name="csY159" fmla="*/ 46154 h 137250"/>
                <a:gd name="csX160" fmla="*/ 10606 w 94620"/>
                <a:gd name="csY160" fmla="*/ 45728 h 137250"/>
                <a:gd name="csX161" fmla="*/ 10614 w 94620"/>
                <a:gd name="csY161" fmla="*/ 44343 h 137250"/>
                <a:gd name="csX162" fmla="*/ 11839 w 94620"/>
                <a:gd name="csY162" fmla="*/ 41992 h 137250"/>
                <a:gd name="csX163" fmla="*/ 12159 w 94620"/>
                <a:gd name="csY163" fmla="*/ 40622 h 137250"/>
                <a:gd name="csX164" fmla="*/ 11573 w 94620"/>
                <a:gd name="csY164" fmla="*/ 40211 h 137250"/>
                <a:gd name="csX165" fmla="*/ 11489 w 94620"/>
                <a:gd name="csY165" fmla="*/ 39139 h 137250"/>
                <a:gd name="csX166" fmla="*/ 11907 w 94620"/>
                <a:gd name="csY166" fmla="*/ 37411 h 137250"/>
                <a:gd name="csX167" fmla="*/ 11702 w 94620"/>
                <a:gd name="csY167" fmla="*/ 36346 h 137250"/>
                <a:gd name="csX168" fmla="*/ 11474 w 94620"/>
                <a:gd name="csY168" fmla="*/ 35220 h 137250"/>
                <a:gd name="csX169" fmla="*/ 10203 w 94620"/>
                <a:gd name="csY169" fmla="*/ 32550 h 137250"/>
                <a:gd name="csX170" fmla="*/ 9891 w 94620"/>
                <a:gd name="csY170" fmla="*/ 30655 h 137250"/>
                <a:gd name="csX171" fmla="*/ 10546 w 94620"/>
                <a:gd name="csY171" fmla="*/ 29552 h 137250"/>
                <a:gd name="csX172" fmla="*/ 10523 w 94620"/>
                <a:gd name="csY172" fmla="*/ 27132 h 137250"/>
                <a:gd name="csX173" fmla="*/ 9838 w 94620"/>
                <a:gd name="csY173" fmla="*/ 23396 h 137250"/>
                <a:gd name="csX174" fmla="*/ 9724 w 94620"/>
                <a:gd name="csY174" fmla="*/ 21038 h 137250"/>
                <a:gd name="csX175" fmla="*/ 10195 w 94620"/>
                <a:gd name="csY175" fmla="*/ 20056 h 137250"/>
                <a:gd name="csX176" fmla="*/ 9967 w 94620"/>
                <a:gd name="csY176" fmla="*/ 19113 h 137250"/>
                <a:gd name="csX177" fmla="*/ 9039 w 94620"/>
                <a:gd name="csY177" fmla="*/ 18222 h 137250"/>
                <a:gd name="csX178" fmla="*/ 8971 w 94620"/>
                <a:gd name="csY178" fmla="*/ 17363 h 137250"/>
                <a:gd name="csX179" fmla="*/ 9762 w 94620"/>
                <a:gd name="csY179" fmla="*/ 16518 h 137250"/>
                <a:gd name="csX180" fmla="*/ 9663 w 94620"/>
                <a:gd name="csY180" fmla="*/ 15864 h 137250"/>
                <a:gd name="csX181" fmla="*/ 8682 w 94620"/>
                <a:gd name="csY181" fmla="*/ 15385 h 137250"/>
                <a:gd name="csX182" fmla="*/ 7806 w 94620"/>
                <a:gd name="csY182" fmla="*/ 14228 h 137250"/>
                <a:gd name="csX183" fmla="*/ 7023 w 94620"/>
                <a:gd name="csY183" fmla="*/ 12410 h 137250"/>
                <a:gd name="csX184" fmla="*/ 7182 w 94620"/>
                <a:gd name="csY184" fmla="*/ 9480 h 137250"/>
                <a:gd name="csX185" fmla="*/ 8651 w 94620"/>
                <a:gd name="csY185" fmla="*/ 4093 h 137250"/>
                <a:gd name="csX186" fmla="*/ 8834 w 94620"/>
                <a:gd name="csY186" fmla="*/ 3645 h 137250"/>
                <a:gd name="csX187" fmla="*/ 10500 w 94620"/>
                <a:gd name="csY187" fmla="*/ 3675 h 137250"/>
                <a:gd name="csX188" fmla="*/ 10508 w 94620"/>
                <a:gd name="csY188" fmla="*/ 3903 h 137250"/>
                <a:gd name="csX189" fmla="*/ 15689 w 94620"/>
                <a:gd name="csY189" fmla="*/ 3850 h 137250"/>
                <a:gd name="csX190" fmla="*/ 21608 w 94620"/>
                <a:gd name="csY190" fmla="*/ 3789 h 137250"/>
                <a:gd name="csX191" fmla="*/ 28677 w 94620"/>
                <a:gd name="csY191" fmla="*/ 3721 h 137250"/>
                <a:gd name="csX192" fmla="*/ 35106 w 94620"/>
                <a:gd name="csY192" fmla="*/ 3660 h 137250"/>
                <a:gd name="csX193" fmla="*/ 35387 w 94620"/>
                <a:gd name="csY193" fmla="*/ 3416 h 137250"/>
                <a:gd name="csX194" fmla="*/ 36453 w 94620"/>
                <a:gd name="csY194" fmla="*/ 3120 h 137250"/>
                <a:gd name="csX195" fmla="*/ 42943 w 94620"/>
                <a:gd name="csY195" fmla="*/ 3667 h 137250"/>
                <a:gd name="csX196" fmla="*/ 47006 w 94620"/>
                <a:gd name="csY196" fmla="*/ 3394 h 137250"/>
                <a:gd name="csX197" fmla="*/ 48725 w 94620"/>
                <a:gd name="csY197" fmla="*/ 3568 h 137250"/>
                <a:gd name="csX198" fmla="*/ 49988 w 94620"/>
                <a:gd name="csY198" fmla="*/ 3934 h 137250"/>
                <a:gd name="csX199" fmla="*/ 52788 w 94620"/>
                <a:gd name="csY199" fmla="*/ 3713 h 137250"/>
                <a:gd name="csX200" fmla="*/ 54287 w 94620"/>
                <a:gd name="csY200" fmla="*/ 3850 h 137250"/>
                <a:gd name="csX201" fmla="*/ 55413 w 94620"/>
                <a:gd name="csY201" fmla="*/ 5189 h 137250"/>
                <a:gd name="csX202" fmla="*/ 55870 w 94620"/>
                <a:gd name="csY202" fmla="*/ 5181 h 137250"/>
                <a:gd name="csX203" fmla="*/ 56501 w 94620"/>
                <a:gd name="csY203" fmla="*/ 4611 h 137250"/>
                <a:gd name="csX204" fmla="*/ 57620 w 94620"/>
                <a:gd name="csY204" fmla="*/ 3956 h 137250"/>
                <a:gd name="csX205" fmla="*/ 58761 w 94620"/>
                <a:gd name="csY205" fmla="*/ 3447 h 137250"/>
                <a:gd name="csX206" fmla="*/ 59583 w 94620"/>
                <a:gd name="csY206" fmla="*/ 2389 h 137250"/>
                <a:gd name="csX207" fmla="*/ 60077 w 94620"/>
                <a:gd name="csY207" fmla="*/ 1590 h 137250"/>
                <a:gd name="csX208" fmla="*/ 60815 w 94620"/>
                <a:gd name="csY208" fmla="*/ 1750 h 137250"/>
                <a:gd name="csX209" fmla="*/ 61880 w 94620"/>
                <a:gd name="csY209" fmla="*/ 1704 h 137250"/>
                <a:gd name="csX210" fmla="*/ 62588 w 94620"/>
                <a:gd name="csY210" fmla="*/ 1035 h 137250"/>
                <a:gd name="csX211" fmla="*/ 62870 w 94620"/>
                <a:gd name="csY211" fmla="*/ 0 h 1372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Lst>
              <a:rect l="l" t="t" r="r" b="b"/>
              <a:pathLst>
                <a:path w="94620" h="137250">
                  <a:moveTo>
                    <a:pt x="67800" y="1103"/>
                  </a:moveTo>
                  <a:lnTo>
                    <a:pt x="69162" y="2404"/>
                  </a:lnTo>
                  <a:lnTo>
                    <a:pt x="69466" y="3150"/>
                  </a:lnTo>
                  <a:lnTo>
                    <a:pt x="68972" y="5957"/>
                  </a:lnTo>
                  <a:lnTo>
                    <a:pt x="67967" y="7913"/>
                  </a:lnTo>
                  <a:lnTo>
                    <a:pt x="67336" y="9754"/>
                  </a:lnTo>
                  <a:lnTo>
                    <a:pt x="67427" y="10667"/>
                  </a:lnTo>
                  <a:lnTo>
                    <a:pt x="68036" y="11588"/>
                  </a:lnTo>
                  <a:lnTo>
                    <a:pt x="70113" y="13026"/>
                  </a:lnTo>
                  <a:lnTo>
                    <a:pt x="71171" y="13962"/>
                  </a:lnTo>
                  <a:lnTo>
                    <a:pt x="72434" y="15377"/>
                  </a:lnTo>
                  <a:lnTo>
                    <a:pt x="73879" y="16762"/>
                  </a:lnTo>
                  <a:lnTo>
                    <a:pt x="76352" y="18565"/>
                  </a:lnTo>
                  <a:lnTo>
                    <a:pt x="77402" y="18892"/>
                  </a:lnTo>
                  <a:lnTo>
                    <a:pt x="77349" y="19394"/>
                  </a:lnTo>
                  <a:lnTo>
                    <a:pt x="77006" y="20087"/>
                  </a:lnTo>
                  <a:lnTo>
                    <a:pt x="76778" y="26797"/>
                  </a:lnTo>
                  <a:lnTo>
                    <a:pt x="76588" y="28532"/>
                  </a:lnTo>
                  <a:lnTo>
                    <a:pt x="76413" y="29407"/>
                  </a:lnTo>
                  <a:lnTo>
                    <a:pt x="76177" y="31910"/>
                  </a:lnTo>
                  <a:lnTo>
                    <a:pt x="75918" y="32268"/>
                  </a:lnTo>
                  <a:lnTo>
                    <a:pt x="75454" y="32237"/>
                  </a:lnTo>
                  <a:lnTo>
                    <a:pt x="75021" y="32336"/>
                  </a:lnTo>
                  <a:lnTo>
                    <a:pt x="74914" y="32831"/>
                  </a:lnTo>
                  <a:lnTo>
                    <a:pt x="75089" y="33348"/>
                  </a:lnTo>
                  <a:lnTo>
                    <a:pt x="76580" y="33706"/>
                  </a:lnTo>
                  <a:lnTo>
                    <a:pt x="76253" y="34086"/>
                  </a:lnTo>
                  <a:lnTo>
                    <a:pt x="75150" y="34429"/>
                  </a:lnTo>
                  <a:lnTo>
                    <a:pt x="74633" y="35182"/>
                  </a:lnTo>
                  <a:lnTo>
                    <a:pt x="74861" y="36042"/>
                  </a:lnTo>
                  <a:lnTo>
                    <a:pt x="74244" y="36734"/>
                  </a:lnTo>
                  <a:lnTo>
                    <a:pt x="74419" y="37198"/>
                  </a:lnTo>
                  <a:lnTo>
                    <a:pt x="74815" y="37533"/>
                  </a:lnTo>
                  <a:lnTo>
                    <a:pt x="75447" y="37411"/>
                  </a:lnTo>
                  <a:lnTo>
                    <a:pt x="77189" y="36255"/>
                  </a:lnTo>
                  <a:lnTo>
                    <a:pt x="77919" y="36133"/>
                  </a:lnTo>
                  <a:lnTo>
                    <a:pt x="78825" y="36369"/>
                  </a:lnTo>
                  <a:lnTo>
                    <a:pt x="80491" y="38134"/>
                  </a:lnTo>
                  <a:lnTo>
                    <a:pt x="80560" y="38994"/>
                  </a:lnTo>
                  <a:lnTo>
                    <a:pt x="79882" y="41938"/>
                  </a:lnTo>
                  <a:lnTo>
                    <a:pt x="79221" y="44213"/>
                  </a:lnTo>
                  <a:lnTo>
                    <a:pt x="79099" y="47249"/>
                  </a:lnTo>
                  <a:lnTo>
                    <a:pt x="79799" y="48946"/>
                  </a:lnTo>
                  <a:lnTo>
                    <a:pt x="79700" y="49882"/>
                  </a:lnTo>
                  <a:lnTo>
                    <a:pt x="78939" y="50688"/>
                  </a:lnTo>
                  <a:lnTo>
                    <a:pt x="77219" y="51860"/>
                  </a:lnTo>
                  <a:lnTo>
                    <a:pt x="77349" y="52659"/>
                  </a:lnTo>
                  <a:lnTo>
                    <a:pt x="78132" y="54150"/>
                  </a:lnTo>
                  <a:lnTo>
                    <a:pt x="79586" y="55809"/>
                  </a:lnTo>
                  <a:lnTo>
                    <a:pt x="82424" y="57863"/>
                  </a:lnTo>
                  <a:lnTo>
                    <a:pt x="83915" y="60534"/>
                  </a:lnTo>
                  <a:lnTo>
                    <a:pt x="83953" y="61622"/>
                  </a:lnTo>
                  <a:lnTo>
                    <a:pt x="83086" y="62710"/>
                  </a:lnTo>
                  <a:lnTo>
                    <a:pt x="82058" y="63653"/>
                  </a:lnTo>
                  <a:lnTo>
                    <a:pt x="81724" y="65015"/>
                  </a:lnTo>
                  <a:lnTo>
                    <a:pt x="82188" y="73963"/>
                  </a:lnTo>
                  <a:lnTo>
                    <a:pt x="79943" y="77843"/>
                  </a:lnTo>
                  <a:lnTo>
                    <a:pt x="79920" y="78954"/>
                  </a:lnTo>
                  <a:lnTo>
                    <a:pt x="80149" y="80232"/>
                  </a:lnTo>
                  <a:lnTo>
                    <a:pt x="80742" y="81016"/>
                  </a:lnTo>
                  <a:lnTo>
                    <a:pt x="81883" y="81229"/>
                  </a:lnTo>
                  <a:lnTo>
                    <a:pt x="82819" y="81975"/>
                  </a:lnTo>
                  <a:lnTo>
                    <a:pt x="82492" y="84698"/>
                  </a:lnTo>
                  <a:lnTo>
                    <a:pt x="81998" y="87468"/>
                  </a:lnTo>
                  <a:lnTo>
                    <a:pt x="81914" y="88815"/>
                  </a:lnTo>
                  <a:lnTo>
                    <a:pt x="81640" y="89454"/>
                  </a:lnTo>
                  <a:lnTo>
                    <a:pt x="80750" y="89971"/>
                  </a:lnTo>
                  <a:lnTo>
                    <a:pt x="80430" y="90846"/>
                  </a:lnTo>
                  <a:lnTo>
                    <a:pt x="80659" y="91927"/>
                  </a:lnTo>
                  <a:lnTo>
                    <a:pt x="80491" y="92726"/>
                  </a:lnTo>
                  <a:lnTo>
                    <a:pt x="80963" y="93760"/>
                  </a:lnTo>
                  <a:lnTo>
                    <a:pt x="81990" y="95046"/>
                  </a:lnTo>
                  <a:lnTo>
                    <a:pt x="83633" y="98242"/>
                  </a:lnTo>
                  <a:lnTo>
                    <a:pt x="84257" y="98493"/>
                  </a:lnTo>
                  <a:lnTo>
                    <a:pt x="84546" y="99170"/>
                  </a:lnTo>
                  <a:lnTo>
                    <a:pt x="84364" y="99817"/>
                  </a:lnTo>
                  <a:lnTo>
                    <a:pt x="85003" y="101232"/>
                  </a:lnTo>
                  <a:lnTo>
                    <a:pt x="86829" y="102647"/>
                  </a:lnTo>
                  <a:lnTo>
                    <a:pt x="88746" y="103880"/>
                  </a:lnTo>
                  <a:lnTo>
                    <a:pt x="90299" y="104055"/>
                  </a:lnTo>
                  <a:lnTo>
                    <a:pt x="90664" y="105158"/>
                  </a:lnTo>
                  <a:lnTo>
                    <a:pt x="91683" y="106566"/>
                  </a:lnTo>
                  <a:lnTo>
                    <a:pt x="92421" y="107182"/>
                  </a:lnTo>
                  <a:lnTo>
                    <a:pt x="93601" y="107585"/>
                  </a:lnTo>
                  <a:lnTo>
                    <a:pt x="94567" y="107798"/>
                  </a:lnTo>
                  <a:lnTo>
                    <a:pt x="94620" y="108985"/>
                  </a:lnTo>
                  <a:lnTo>
                    <a:pt x="92870" y="109791"/>
                  </a:lnTo>
                  <a:lnTo>
                    <a:pt x="91691" y="111017"/>
                  </a:lnTo>
                  <a:lnTo>
                    <a:pt x="90793" y="112881"/>
                  </a:lnTo>
                  <a:lnTo>
                    <a:pt x="89545" y="114935"/>
                  </a:lnTo>
                  <a:lnTo>
                    <a:pt x="85254" y="116000"/>
                  </a:lnTo>
                  <a:lnTo>
                    <a:pt x="83611" y="116008"/>
                  </a:lnTo>
                  <a:lnTo>
                    <a:pt x="74807" y="116061"/>
                  </a:lnTo>
                  <a:lnTo>
                    <a:pt x="66567" y="120093"/>
                  </a:lnTo>
                  <a:lnTo>
                    <a:pt x="61820" y="121531"/>
                  </a:lnTo>
                  <a:lnTo>
                    <a:pt x="58898" y="123799"/>
                  </a:lnTo>
                  <a:lnTo>
                    <a:pt x="54972" y="125412"/>
                  </a:lnTo>
                  <a:lnTo>
                    <a:pt x="52233" y="127375"/>
                  </a:lnTo>
                  <a:lnTo>
                    <a:pt x="46534" y="128311"/>
                  </a:lnTo>
                  <a:lnTo>
                    <a:pt x="37198" y="131385"/>
                  </a:lnTo>
                  <a:lnTo>
                    <a:pt x="34277" y="132610"/>
                  </a:lnTo>
                  <a:lnTo>
                    <a:pt x="31325" y="134748"/>
                  </a:lnTo>
                  <a:lnTo>
                    <a:pt x="26524" y="137251"/>
                  </a:lnTo>
                  <a:lnTo>
                    <a:pt x="24629" y="137220"/>
                  </a:lnTo>
                  <a:lnTo>
                    <a:pt x="20870" y="134877"/>
                  </a:lnTo>
                  <a:lnTo>
                    <a:pt x="18040" y="133705"/>
                  </a:lnTo>
                  <a:lnTo>
                    <a:pt x="11116" y="131910"/>
                  </a:lnTo>
                  <a:lnTo>
                    <a:pt x="5950" y="131210"/>
                  </a:lnTo>
                  <a:lnTo>
                    <a:pt x="3454" y="130441"/>
                  </a:lnTo>
                  <a:lnTo>
                    <a:pt x="2770" y="130312"/>
                  </a:lnTo>
                  <a:lnTo>
                    <a:pt x="3355" y="129467"/>
                  </a:lnTo>
                  <a:lnTo>
                    <a:pt x="4801" y="129414"/>
                  </a:lnTo>
                  <a:lnTo>
                    <a:pt x="6308" y="129665"/>
                  </a:lnTo>
                  <a:lnTo>
                    <a:pt x="7456" y="129026"/>
                  </a:lnTo>
                  <a:lnTo>
                    <a:pt x="9138" y="128942"/>
                  </a:lnTo>
                  <a:lnTo>
                    <a:pt x="9579" y="128265"/>
                  </a:lnTo>
                  <a:lnTo>
                    <a:pt x="9716" y="126576"/>
                  </a:lnTo>
                  <a:lnTo>
                    <a:pt x="9701" y="125206"/>
                  </a:lnTo>
                  <a:lnTo>
                    <a:pt x="10287" y="124598"/>
                  </a:lnTo>
                  <a:lnTo>
                    <a:pt x="10439" y="122985"/>
                  </a:lnTo>
                  <a:lnTo>
                    <a:pt x="9610" y="119416"/>
                  </a:lnTo>
                  <a:lnTo>
                    <a:pt x="9024" y="119005"/>
                  </a:lnTo>
                  <a:lnTo>
                    <a:pt x="6011" y="118503"/>
                  </a:lnTo>
                  <a:lnTo>
                    <a:pt x="5783" y="117788"/>
                  </a:lnTo>
                  <a:lnTo>
                    <a:pt x="5242" y="117042"/>
                  </a:lnTo>
                  <a:lnTo>
                    <a:pt x="4664" y="115201"/>
                  </a:lnTo>
                  <a:lnTo>
                    <a:pt x="4010" y="112462"/>
                  </a:lnTo>
                  <a:lnTo>
                    <a:pt x="2952" y="109061"/>
                  </a:lnTo>
                  <a:lnTo>
                    <a:pt x="921" y="103461"/>
                  </a:lnTo>
                  <a:lnTo>
                    <a:pt x="418" y="101475"/>
                  </a:lnTo>
                  <a:lnTo>
                    <a:pt x="76" y="99459"/>
                  </a:lnTo>
                  <a:lnTo>
                    <a:pt x="0" y="97047"/>
                  </a:lnTo>
                  <a:lnTo>
                    <a:pt x="418" y="96149"/>
                  </a:lnTo>
                  <a:lnTo>
                    <a:pt x="358" y="94901"/>
                  </a:lnTo>
                  <a:lnTo>
                    <a:pt x="167" y="93654"/>
                  </a:lnTo>
                  <a:lnTo>
                    <a:pt x="1598" y="90800"/>
                  </a:lnTo>
                  <a:lnTo>
                    <a:pt x="4398" y="87301"/>
                  </a:lnTo>
                  <a:lnTo>
                    <a:pt x="4984" y="86038"/>
                  </a:lnTo>
                  <a:lnTo>
                    <a:pt x="5509" y="85163"/>
                  </a:lnTo>
                  <a:lnTo>
                    <a:pt x="5585" y="83900"/>
                  </a:lnTo>
                  <a:lnTo>
                    <a:pt x="6079" y="79821"/>
                  </a:lnTo>
                  <a:lnTo>
                    <a:pt x="7418" y="74891"/>
                  </a:lnTo>
                  <a:lnTo>
                    <a:pt x="8263" y="73027"/>
                  </a:lnTo>
                  <a:lnTo>
                    <a:pt x="8834" y="72015"/>
                  </a:lnTo>
                  <a:lnTo>
                    <a:pt x="9518" y="70372"/>
                  </a:lnTo>
                  <a:lnTo>
                    <a:pt x="9693" y="69603"/>
                  </a:lnTo>
                  <a:lnTo>
                    <a:pt x="12273" y="67663"/>
                  </a:lnTo>
                  <a:lnTo>
                    <a:pt x="13460" y="67146"/>
                  </a:lnTo>
                  <a:lnTo>
                    <a:pt x="13726" y="66377"/>
                  </a:lnTo>
                  <a:lnTo>
                    <a:pt x="13323" y="65548"/>
                  </a:lnTo>
                  <a:lnTo>
                    <a:pt x="13498" y="64977"/>
                  </a:lnTo>
                  <a:lnTo>
                    <a:pt x="14114" y="64696"/>
                  </a:lnTo>
                  <a:lnTo>
                    <a:pt x="15065" y="64467"/>
                  </a:lnTo>
                  <a:lnTo>
                    <a:pt x="15757" y="63669"/>
                  </a:lnTo>
                  <a:lnTo>
                    <a:pt x="14669" y="57574"/>
                  </a:lnTo>
                  <a:lnTo>
                    <a:pt x="13787" y="51495"/>
                  </a:lnTo>
                  <a:lnTo>
                    <a:pt x="13733" y="50977"/>
                  </a:lnTo>
                  <a:lnTo>
                    <a:pt x="13216" y="50140"/>
                  </a:lnTo>
                  <a:lnTo>
                    <a:pt x="12699" y="47630"/>
                  </a:lnTo>
                  <a:lnTo>
                    <a:pt x="11824" y="46154"/>
                  </a:lnTo>
                  <a:lnTo>
                    <a:pt x="10606" y="45728"/>
                  </a:lnTo>
                  <a:lnTo>
                    <a:pt x="10614" y="44343"/>
                  </a:lnTo>
                  <a:lnTo>
                    <a:pt x="11839" y="41992"/>
                  </a:lnTo>
                  <a:lnTo>
                    <a:pt x="12159" y="40622"/>
                  </a:lnTo>
                  <a:lnTo>
                    <a:pt x="11573" y="40211"/>
                  </a:lnTo>
                  <a:lnTo>
                    <a:pt x="11489" y="39139"/>
                  </a:lnTo>
                  <a:lnTo>
                    <a:pt x="11907" y="37411"/>
                  </a:lnTo>
                  <a:lnTo>
                    <a:pt x="11702" y="36346"/>
                  </a:lnTo>
                  <a:lnTo>
                    <a:pt x="11474" y="35220"/>
                  </a:lnTo>
                  <a:lnTo>
                    <a:pt x="10203" y="32550"/>
                  </a:lnTo>
                  <a:lnTo>
                    <a:pt x="9891" y="30655"/>
                  </a:lnTo>
                  <a:lnTo>
                    <a:pt x="10546" y="29552"/>
                  </a:lnTo>
                  <a:lnTo>
                    <a:pt x="10523" y="27132"/>
                  </a:lnTo>
                  <a:lnTo>
                    <a:pt x="9838" y="23396"/>
                  </a:lnTo>
                  <a:lnTo>
                    <a:pt x="9724" y="21038"/>
                  </a:lnTo>
                  <a:lnTo>
                    <a:pt x="10195" y="20056"/>
                  </a:lnTo>
                  <a:lnTo>
                    <a:pt x="9967" y="19113"/>
                  </a:lnTo>
                  <a:lnTo>
                    <a:pt x="9039" y="18222"/>
                  </a:lnTo>
                  <a:lnTo>
                    <a:pt x="8971" y="17363"/>
                  </a:lnTo>
                  <a:lnTo>
                    <a:pt x="9762" y="16518"/>
                  </a:lnTo>
                  <a:lnTo>
                    <a:pt x="9663" y="15864"/>
                  </a:lnTo>
                  <a:lnTo>
                    <a:pt x="8682" y="15385"/>
                  </a:lnTo>
                  <a:lnTo>
                    <a:pt x="7806" y="14228"/>
                  </a:lnTo>
                  <a:lnTo>
                    <a:pt x="7023" y="12410"/>
                  </a:lnTo>
                  <a:lnTo>
                    <a:pt x="7182" y="9480"/>
                  </a:lnTo>
                  <a:lnTo>
                    <a:pt x="8651" y="4093"/>
                  </a:lnTo>
                  <a:lnTo>
                    <a:pt x="8834" y="3645"/>
                  </a:lnTo>
                  <a:lnTo>
                    <a:pt x="10500" y="3675"/>
                  </a:lnTo>
                  <a:lnTo>
                    <a:pt x="10508" y="3903"/>
                  </a:lnTo>
                  <a:lnTo>
                    <a:pt x="15689" y="3850"/>
                  </a:lnTo>
                  <a:lnTo>
                    <a:pt x="21608" y="3789"/>
                  </a:lnTo>
                  <a:lnTo>
                    <a:pt x="28677" y="3721"/>
                  </a:lnTo>
                  <a:lnTo>
                    <a:pt x="35106" y="3660"/>
                  </a:lnTo>
                  <a:lnTo>
                    <a:pt x="35387" y="3416"/>
                  </a:lnTo>
                  <a:lnTo>
                    <a:pt x="36453" y="3120"/>
                  </a:lnTo>
                  <a:lnTo>
                    <a:pt x="42943" y="3667"/>
                  </a:lnTo>
                  <a:lnTo>
                    <a:pt x="47006" y="3394"/>
                  </a:lnTo>
                  <a:lnTo>
                    <a:pt x="48725" y="3568"/>
                  </a:lnTo>
                  <a:lnTo>
                    <a:pt x="49988" y="3934"/>
                  </a:lnTo>
                  <a:lnTo>
                    <a:pt x="52788" y="3713"/>
                  </a:lnTo>
                  <a:lnTo>
                    <a:pt x="54287" y="3850"/>
                  </a:lnTo>
                  <a:lnTo>
                    <a:pt x="55413" y="5189"/>
                  </a:lnTo>
                  <a:lnTo>
                    <a:pt x="55870" y="5181"/>
                  </a:lnTo>
                  <a:lnTo>
                    <a:pt x="56501" y="4611"/>
                  </a:lnTo>
                  <a:lnTo>
                    <a:pt x="57620" y="3956"/>
                  </a:lnTo>
                  <a:lnTo>
                    <a:pt x="58761" y="3447"/>
                  </a:lnTo>
                  <a:lnTo>
                    <a:pt x="59583" y="2389"/>
                  </a:lnTo>
                  <a:lnTo>
                    <a:pt x="60077" y="1590"/>
                  </a:lnTo>
                  <a:lnTo>
                    <a:pt x="60815" y="1750"/>
                  </a:lnTo>
                  <a:lnTo>
                    <a:pt x="61880" y="1704"/>
                  </a:lnTo>
                  <a:lnTo>
                    <a:pt x="62588" y="1035"/>
                  </a:lnTo>
                  <a:lnTo>
                    <a:pt x="62870" y="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1043" name="Freeform: Shape 1042">
              <a:extLst>
                <a:ext uri="{FF2B5EF4-FFF2-40B4-BE49-F238E27FC236}">
                  <a16:creationId xmlns:a16="http://schemas.microsoft.com/office/drawing/2014/main" id="{5DA239C5-2F25-331E-A7DF-C282752A27C4}"/>
                </a:ext>
              </a:extLst>
            </p:cNvPr>
            <p:cNvSpPr/>
            <p:nvPr/>
          </p:nvSpPr>
          <p:spPr>
            <a:xfrm>
              <a:off x="9459490" y="4179843"/>
              <a:ext cx="471" cy="1331"/>
            </a:xfrm>
            <a:custGeom>
              <a:avLst/>
              <a:gdLst>
                <a:gd name="csX0" fmla="*/ 472 w 471"/>
                <a:gd name="csY0" fmla="*/ 0 h 1331"/>
                <a:gd name="csX1" fmla="*/ 403 w 471"/>
                <a:gd name="csY1" fmla="*/ 358 h 1331"/>
                <a:gd name="csX2" fmla="*/ 441 w 471"/>
                <a:gd name="csY2" fmla="*/ 616 h 1331"/>
                <a:gd name="csX3" fmla="*/ 388 w 471"/>
                <a:gd name="csY3" fmla="*/ 1331 h 1331"/>
                <a:gd name="csX4" fmla="*/ 243 w 471"/>
                <a:gd name="csY4" fmla="*/ 1316 h 1331"/>
                <a:gd name="csX5" fmla="*/ 0 w 471"/>
                <a:gd name="csY5" fmla="*/ 951 h 1331"/>
                <a:gd name="csX6" fmla="*/ 23 w 471"/>
                <a:gd name="csY6" fmla="*/ 456 h 1331"/>
                <a:gd name="csX7" fmla="*/ 259 w 471"/>
                <a:gd name="csY7" fmla="*/ 327 h 1331"/>
                <a:gd name="csX8" fmla="*/ 99 w 471"/>
                <a:gd name="csY8" fmla="*/ 23 h 1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1" h="1331">
                  <a:moveTo>
                    <a:pt x="472" y="0"/>
                  </a:moveTo>
                  <a:lnTo>
                    <a:pt x="403" y="358"/>
                  </a:lnTo>
                  <a:lnTo>
                    <a:pt x="441" y="616"/>
                  </a:lnTo>
                  <a:lnTo>
                    <a:pt x="388" y="1331"/>
                  </a:lnTo>
                  <a:lnTo>
                    <a:pt x="243" y="1316"/>
                  </a:lnTo>
                  <a:lnTo>
                    <a:pt x="0" y="951"/>
                  </a:lnTo>
                  <a:lnTo>
                    <a:pt x="23" y="456"/>
                  </a:lnTo>
                  <a:lnTo>
                    <a:pt x="259" y="327"/>
                  </a:lnTo>
                  <a:lnTo>
                    <a:pt x="99" y="23"/>
                  </a:lnTo>
                  <a:close/>
                </a:path>
              </a:pathLst>
            </a:custGeom>
            <a:solidFill>
              <a:srgbClr val="2562E8"/>
            </a:solidFill>
            <a:ln w="6168" cap="flat">
              <a:solidFill>
                <a:srgbClr val="2562E8"/>
              </a:solidFill>
              <a:prstDash val="solid"/>
              <a:miter/>
            </a:ln>
          </p:spPr>
          <p:txBody>
            <a:bodyPr/>
            <a:lstStyle/>
            <a:p>
              <a:endParaRPr lang="en-US"/>
            </a:p>
          </p:txBody>
        </p:sp>
        <p:sp>
          <p:nvSpPr>
            <p:cNvPr id="2208" name="Freeform: Shape 2207">
              <a:extLst>
                <a:ext uri="{FF2B5EF4-FFF2-40B4-BE49-F238E27FC236}">
                  <a16:creationId xmlns:a16="http://schemas.microsoft.com/office/drawing/2014/main" id="{876C0FB6-1124-A329-D1B3-4F5F4FB2576E}"/>
                </a:ext>
              </a:extLst>
            </p:cNvPr>
            <p:cNvSpPr/>
            <p:nvPr/>
          </p:nvSpPr>
          <p:spPr>
            <a:xfrm>
              <a:off x="8018959" y="1483996"/>
              <a:ext cx="1310926" cy="1923942"/>
            </a:xfrm>
            <a:custGeom>
              <a:avLst/>
              <a:gdLst>
                <a:gd name="csX0" fmla="*/ 915311 w 1310926"/>
                <a:gd name="csY0" fmla="*/ 6642 h 1923942"/>
                <a:gd name="csX1" fmla="*/ 935831 w 1310926"/>
                <a:gd name="csY1" fmla="*/ 18032 h 1923942"/>
                <a:gd name="csX2" fmla="*/ 946681 w 1310926"/>
                <a:gd name="csY2" fmla="*/ 31149 h 1923942"/>
                <a:gd name="csX3" fmla="*/ 948956 w 1310926"/>
                <a:gd name="csY3" fmla="*/ 30716 h 1923942"/>
                <a:gd name="csX4" fmla="*/ 963663 w 1310926"/>
                <a:gd name="csY4" fmla="*/ 35715 h 1923942"/>
                <a:gd name="csX5" fmla="*/ 977625 w 1310926"/>
                <a:gd name="csY5" fmla="*/ 41931 h 1923942"/>
                <a:gd name="csX6" fmla="*/ 1000839 w 1310926"/>
                <a:gd name="csY6" fmla="*/ 57985 h 1923942"/>
                <a:gd name="csX7" fmla="*/ 1004095 w 1310926"/>
                <a:gd name="csY7" fmla="*/ 63212 h 1923942"/>
                <a:gd name="csX8" fmla="*/ 1001584 w 1310926"/>
                <a:gd name="csY8" fmla="*/ 67473 h 1923942"/>
                <a:gd name="csX9" fmla="*/ 995817 w 1310926"/>
                <a:gd name="csY9" fmla="*/ 70394 h 1923942"/>
                <a:gd name="csX10" fmla="*/ 966151 w 1310926"/>
                <a:gd name="csY10" fmla="*/ 75583 h 1923942"/>
                <a:gd name="csX11" fmla="*/ 912336 w 1310926"/>
                <a:gd name="csY11" fmla="*/ 81921 h 1923942"/>
                <a:gd name="csX12" fmla="*/ 881544 w 1310926"/>
                <a:gd name="csY12" fmla="*/ 94133 h 1923942"/>
                <a:gd name="csX13" fmla="*/ 871752 w 1310926"/>
                <a:gd name="csY13" fmla="*/ 94757 h 1923942"/>
                <a:gd name="csX14" fmla="*/ 870900 w 1310926"/>
                <a:gd name="csY14" fmla="*/ 112698 h 1923942"/>
                <a:gd name="csX15" fmla="*/ 875084 w 1310926"/>
                <a:gd name="csY15" fmla="*/ 113672 h 1923942"/>
                <a:gd name="csX16" fmla="*/ 881940 w 1310926"/>
                <a:gd name="csY16" fmla="*/ 111275 h 1923942"/>
                <a:gd name="csX17" fmla="*/ 906059 w 1310926"/>
                <a:gd name="csY17" fmla="*/ 93281 h 1923942"/>
                <a:gd name="csX18" fmla="*/ 915083 w 1310926"/>
                <a:gd name="csY18" fmla="*/ 90298 h 1923942"/>
                <a:gd name="csX19" fmla="*/ 931920 w 1310926"/>
                <a:gd name="csY19" fmla="*/ 91805 h 1923942"/>
                <a:gd name="csX20" fmla="*/ 953780 w 1310926"/>
                <a:gd name="csY20" fmla="*/ 98592 h 1923942"/>
                <a:gd name="csX21" fmla="*/ 962598 w 1310926"/>
                <a:gd name="csY21" fmla="*/ 96210 h 1923942"/>
                <a:gd name="csX22" fmla="*/ 978325 w 1310926"/>
                <a:gd name="csY22" fmla="*/ 97983 h 1923942"/>
                <a:gd name="csX23" fmla="*/ 996715 w 1310926"/>
                <a:gd name="csY23" fmla="*/ 92794 h 1923942"/>
                <a:gd name="csX24" fmla="*/ 1018437 w 1310926"/>
                <a:gd name="csY24" fmla="*/ 81526 h 1923942"/>
                <a:gd name="csX25" fmla="*/ 1024380 w 1310926"/>
                <a:gd name="csY25" fmla="*/ 106558 h 1923942"/>
                <a:gd name="csX26" fmla="*/ 1032384 w 1310926"/>
                <a:gd name="csY26" fmla="*/ 131111 h 1923942"/>
                <a:gd name="csX27" fmla="*/ 1038722 w 1310926"/>
                <a:gd name="csY27" fmla="*/ 128417 h 1923942"/>
                <a:gd name="csX28" fmla="*/ 1044147 w 1310926"/>
                <a:gd name="csY28" fmla="*/ 129787 h 1923942"/>
                <a:gd name="csX29" fmla="*/ 1045980 w 1310926"/>
                <a:gd name="csY29" fmla="*/ 137745 h 1923942"/>
                <a:gd name="csX30" fmla="*/ 1048948 w 1310926"/>
                <a:gd name="csY30" fmla="*/ 141101 h 1923942"/>
                <a:gd name="csX31" fmla="*/ 1055095 w 1310926"/>
                <a:gd name="csY31" fmla="*/ 139305 h 1923942"/>
                <a:gd name="csX32" fmla="*/ 1073927 w 1310926"/>
                <a:gd name="csY32" fmla="*/ 146206 h 1923942"/>
                <a:gd name="csX33" fmla="*/ 1086854 w 1310926"/>
                <a:gd name="csY33" fmla="*/ 158524 h 1923942"/>
                <a:gd name="csX34" fmla="*/ 1091723 w 1310926"/>
                <a:gd name="csY34" fmla="*/ 164223 h 1923942"/>
                <a:gd name="csX35" fmla="*/ 1094059 w 1310926"/>
                <a:gd name="csY35" fmla="*/ 172303 h 1923942"/>
                <a:gd name="csX36" fmla="*/ 1095383 w 1310926"/>
                <a:gd name="csY36" fmla="*/ 178740 h 1923942"/>
                <a:gd name="csX37" fmla="*/ 1093351 w 1310926"/>
                <a:gd name="csY37" fmla="*/ 186615 h 1923942"/>
                <a:gd name="csX38" fmla="*/ 1085271 w 1310926"/>
                <a:gd name="csY38" fmla="*/ 200524 h 1923942"/>
                <a:gd name="csX39" fmla="*/ 1075053 w 1310926"/>
                <a:gd name="csY39" fmla="*/ 213161 h 1923942"/>
                <a:gd name="csX40" fmla="*/ 1061266 w 1310926"/>
                <a:gd name="csY40" fmla="*/ 222801 h 1923942"/>
                <a:gd name="csX41" fmla="*/ 1045379 w 1310926"/>
                <a:gd name="csY41" fmla="*/ 228805 h 1923942"/>
                <a:gd name="csX42" fmla="*/ 923300 w 1310926"/>
                <a:gd name="csY42" fmla="*/ 248671 h 1923942"/>
                <a:gd name="csX43" fmla="*/ 919168 w 1310926"/>
                <a:gd name="csY43" fmla="*/ 253350 h 1923942"/>
                <a:gd name="csX44" fmla="*/ 916718 w 1310926"/>
                <a:gd name="csY44" fmla="*/ 265212 h 1923942"/>
                <a:gd name="csX45" fmla="*/ 918347 w 1310926"/>
                <a:gd name="csY45" fmla="*/ 280459 h 1923942"/>
                <a:gd name="csX46" fmla="*/ 924053 w 1310926"/>
                <a:gd name="csY46" fmla="*/ 282825 h 1923942"/>
                <a:gd name="csX47" fmla="*/ 937383 w 1310926"/>
                <a:gd name="csY47" fmla="*/ 274281 h 1923942"/>
                <a:gd name="csX48" fmla="*/ 960445 w 1310926"/>
                <a:gd name="csY48" fmla="*/ 266125 h 1923942"/>
                <a:gd name="csX49" fmla="*/ 977389 w 1310926"/>
                <a:gd name="csY49" fmla="*/ 266513 h 1923942"/>
                <a:gd name="csX50" fmla="*/ 1017897 w 1310926"/>
                <a:gd name="csY50" fmla="*/ 273474 h 1923942"/>
                <a:gd name="csX51" fmla="*/ 1029850 w 1310926"/>
                <a:gd name="csY51" fmla="*/ 291499 h 1923942"/>
                <a:gd name="csX52" fmla="*/ 1036173 w 1310926"/>
                <a:gd name="csY52" fmla="*/ 318692 h 1923942"/>
                <a:gd name="csX53" fmla="*/ 1050188 w 1310926"/>
                <a:gd name="csY53" fmla="*/ 312636 h 1923942"/>
                <a:gd name="csX54" fmla="*/ 1053186 w 1310926"/>
                <a:gd name="csY54" fmla="*/ 307987 h 1923942"/>
                <a:gd name="csX55" fmla="*/ 1055392 w 1310926"/>
                <a:gd name="csY55" fmla="*/ 299884 h 1923942"/>
                <a:gd name="csX56" fmla="*/ 1057150 w 1310926"/>
                <a:gd name="csY56" fmla="*/ 291126 h 1923942"/>
                <a:gd name="csX57" fmla="*/ 1058466 w 1310926"/>
                <a:gd name="csY57" fmla="*/ 281722 h 1923942"/>
                <a:gd name="csX58" fmla="*/ 1059935 w 1310926"/>
                <a:gd name="csY58" fmla="*/ 275278 h 1923942"/>
                <a:gd name="csX59" fmla="*/ 1061563 w 1310926"/>
                <a:gd name="csY59" fmla="*/ 271846 h 1923942"/>
                <a:gd name="csX60" fmla="*/ 1065055 w 1310926"/>
                <a:gd name="csY60" fmla="*/ 268970 h 1923942"/>
                <a:gd name="csX61" fmla="*/ 1073097 w 1310926"/>
                <a:gd name="csY61" fmla="*/ 265493 h 1923942"/>
                <a:gd name="csX62" fmla="*/ 1094188 w 1310926"/>
                <a:gd name="csY62" fmla="*/ 262107 h 1923942"/>
                <a:gd name="csX63" fmla="*/ 1099263 w 1310926"/>
                <a:gd name="csY63" fmla="*/ 263074 h 1923942"/>
                <a:gd name="csX64" fmla="*/ 1102908 w 1310926"/>
                <a:gd name="csY64" fmla="*/ 276137 h 1923942"/>
                <a:gd name="csX65" fmla="*/ 1103699 w 1310926"/>
                <a:gd name="csY65" fmla="*/ 283708 h 1923942"/>
                <a:gd name="csX66" fmla="*/ 1103965 w 1310926"/>
                <a:gd name="csY66" fmla="*/ 293500 h 1923942"/>
                <a:gd name="csX67" fmla="*/ 1103851 w 1310926"/>
                <a:gd name="csY67" fmla="*/ 305476 h 1923942"/>
                <a:gd name="csX68" fmla="*/ 1103357 w 1310926"/>
                <a:gd name="csY68" fmla="*/ 319567 h 1923942"/>
                <a:gd name="csX69" fmla="*/ 1101561 w 1310926"/>
                <a:gd name="csY69" fmla="*/ 333354 h 1923942"/>
                <a:gd name="csX70" fmla="*/ 1095725 w 1310926"/>
                <a:gd name="csY70" fmla="*/ 357077 h 1923942"/>
                <a:gd name="csX71" fmla="*/ 1091031 w 1310926"/>
                <a:gd name="csY71" fmla="*/ 369806 h 1923942"/>
                <a:gd name="csX72" fmla="*/ 1085963 w 1310926"/>
                <a:gd name="csY72" fmla="*/ 378906 h 1923942"/>
                <a:gd name="csX73" fmla="*/ 1076263 w 1310926"/>
                <a:gd name="csY73" fmla="*/ 399419 h 1923942"/>
                <a:gd name="csX74" fmla="*/ 1072900 w 1310926"/>
                <a:gd name="csY74" fmla="*/ 404844 h 1923942"/>
                <a:gd name="csX75" fmla="*/ 1062232 w 1310926"/>
                <a:gd name="csY75" fmla="*/ 428240 h 1923942"/>
                <a:gd name="csX76" fmla="*/ 1059585 w 1310926"/>
                <a:gd name="csY76" fmla="*/ 438938 h 1923942"/>
                <a:gd name="csX77" fmla="*/ 1059425 w 1310926"/>
                <a:gd name="csY77" fmla="*/ 446706 h 1923942"/>
                <a:gd name="csX78" fmla="*/ 1061259 w 1310926"/>
                <a:gd name="csY78" fmla="*/ 448182 h 1923942"/>
                <a:gd name="csX79" fmla="*/ 1064355 w 1310926"/>
                <a:gd name="csY79" fmla="*/ 440886 h 1923942"/>
                <a:gd name="csX80" fmla="*/ 1065504 w 1310926"/>
                <a:gd name="csY80" fmla="*/ 435651 h 1923942"/>
                <a:gd name="csX81" fmla="*/ 1067497 w 1310926"/>
                <a:gd name="csY81" fmla="*/ 430142 h 1923942"/>
                <a:gd name="csX82" fmla="*/ 1083217 w 1310926"/>
                <a:gd name="csY82" fmla="*/ 415511 h 1923942"/>
                <a:gd name="csX83" fmla="*/ 1086587 w 1310926"/>
                <a:gd name="csY83" fmla="*/ 411402 h 1923942"/>
                <a:gd name="csX84" fmla="*/ 1096874 w 1310926"/>
                <a:gd name="csY84" fmla="*/ 393705 h 1923942"/>
                <a:gd name="csX85" fmla="*/ 1103440 w 1310926"/>
                <a:gd name="csY85" fmla="*/ 387017 h 1923942"/>
                <a:gd name="csX86" fmla="*/ 1108835 w 1310926"/>
                <a:gd name="csY86" fmla="*/ 379964 h 1923942"/>
                <a:gd name="csX87" fmla="*/ 1111696 w 1310926"/>
                <a:gd name="csY87" fmla="*/ 374942 h 1923942"/>
                <a:gd name="csX88" fmla="*/ 1127499 w 1310926"/>
                <a:gd name="csY88" fmla="*/ 338748 h 1923942"/>
                <a:gd name="csX89" fmla="*/ 1135739 w 1310926"/>
                <a:gd name="csY89" fmla="*/ 327708 h 1923942"/>
                <a:gd name="csX90" fmla="*/ 1144390 w 1310926"/>
                <a:gd name="csY90" fmla="*/ 327685 h 1923942"/>
                <a:gd name="csX91" fmla="*/ 1145919 w 1310926"/>
                <a:gd name="csY91" fmla="*/ 346319 h 1923942"/>
                <a:gd name="csX92" fmla="*/ 1156290 w 1310926"/>
                <a:gd name="csY92" fmla="*/ 349172 h 1923942"/>
                <a:gd name="csX93" fmla="*/ 1160794 w 1310926"/>
                <a:gd name="csY93" fmla="*/ 348373 h 1923942"/>
                <a:gd name="csX94" fmla="*/ 1168030 w 1310926"/>
                <a:gd name="csY94" fmla="*/ 352862 h 1923942"/>
                <a:gd name="csX95" fmla="*/ 1171202 w 1310926"/>
                <a:gd name="csY95" fmla="*/ 356545 h 1923942"/>
                <a:gd name="csX96" fmla="*/ 1176597 w 1310926"/>
                <a:gd name="csY96" fmla="*/ 358416 h 1923942"/>
                <a:gd name="csX97" fmla="*/ 1182159 w 1310926"/>
                <a:gd name="csY97" fmla="*/ 362768 h 1923942"/>
                <a:gd name="csX98" fmla="*/ 1187066 w 1310926"/>
                <a:gd name="csY98" fmla="*/ 358089 h 1923942"/>
                <a:gd name="csX99" fmla="*/ 1188497 w 1310926"/>
                <a:gd name="csY99" fmla="*/ 355145 h 1923942"/>
                <a:gd name="csX100" fmla="*/ 1193237 w 1310926"/>
                <a:gd name="csY100" fmla="*/ 341716 h 1923942"/>
                <a:gd name="csX101" fmla="*/ 1199643 w 1310926"/>
                <a:gd name="csY101" fmla="*/ 329702 h 1923942"/>
                <a:gd name="csX102" fmla="*/ 1205578 w 1310926"/>
                <a:gd name="csY102" fmla="*/ 314538 h 1923942"/>
                <a:gd name="csX103" fmla="*/ 1207548 w 1310926"/>
                <a:gd name="csY103" fmla="*/ 310832 h 1923942"/>
                <a:gd name="csX104" fmla="*/ 1210668 w 1310926"/>
                <a:gd name="csY104" fmla="*/ 307462 h 1923942"/>
                <a:gd name="csX105" fmla="*/ 1213909 w 1310926"/>
                <a:gd name="csY105" fmla="*/ 306130 h 1923942"/>
                <a:gd name="csX106" fmla="*/ 1222735 w 1310926"/>
                <a:gd name="csY106" fmla="*/ 298925 h 1923942"/>
                <a:gd name="csX107" fmla="*/ 1224972 w 1310926"/>
                <a:gd name="csY107" fmla="*/ 298423 h 1923942"/>
                <a:gd name="csX108" fmla="*/ 1229735 w 1310926"/>
                <a:gd name="csY108" fmla="*/ 300705 h 1923942"/>
                <a:gd name="csX109" fmla="*/ 1250780 w 1310926"/>
                <a:gd name="csY109" fmla="*/ 301892 h 1923942"/>
                <a:gd name="csX110" fmla="*/ 1262262 w 1310926"/>
                <a:gd name="csY110" fmla="*/ 305605 h 1923942"/>
                <a:gd name="csX111" fmla="*/ 1278247 w 1310926"/>
                <a:gd name="csY111" fmla="*/ 315854 h 1923942"/>
                <a:gd name="csX112" fmla="*/ 1289386 w 1310926"/>
                <a:gd name="csY112" fmla="*/ 321431 h 1923942"/>
                <a:gd name="csX113" fmla="*/ 1294545 w 1310926"/>
                <a:gd name="csY113" fmla="*/ 326346 h 1923942"/>
                <a:gd name="csX114" fmla="*/ 1302054 w 1310926"/>
                <a:gd name="csY114" fmla="*/ 336823 h 1923942"/>
                <a:gd name="csX115" fmla="*/ 1308111 w 1310926"/>
                <a:gd name="csY115" fmla="*/ 347696 h 1923942"/>
                <a:gd name="csX116" fmla="*/ 1310926 w 1310926"/>
                <a:gd name="csY116" fmla="*/ 350869 h 1923942"/>
                <a:gd name="csX117" fmla="*/ 1310820 w 1310926"/>
                <a:gd name="csY117" fmla="*/ 354293 h 1923942"/>
                <a:gd name="csX118" fmla="*/ 1308727 w 1310926"/>
                <a:gd name="csY118" fmla="*/ 359002 h 1923942"/>
                <a:gd name="csX119" fmla="*/ 1293723 w 1310926"/>
                <a:gd name="csY119" fmla="*/ 375330 h 1923942"/>
                <a:gd name="csX120" fmla="*/ 1288808 w 1310926"/>
                <a:gd name="csY120" fmla="*/ 386127 h 1923942"/>
                <a:gd name="csX121" fmla="*/ 1274610 w 1310926"/>
                <a:gd name="csY121" fmla="*/ 406229 h 1923942"/>
                <a:gd name="csX122" fmla="*/ 1267671 w 1310926"/>
                <a:gd name="csY122" fmla="*/ 413061 h 1923942"/>
                <a:gd name="csX123" fmla="*/ 1260131 w 1310926"/>
                <a:gd name="csY123" fmla="*/ 415732 h 1923942"/>
                <a:gd name="csX124" fmla="*/ 1251739 w 1310926"/>
                <a:gd name="csY124" fmla="*/ 416371 h 1923942"/>
                <a:gd name="csX125" fmla="*/ 1246291 w 1310926"/>
                <a:gd name="csY125" fmla="*/ 419216 h 1923942"/>
                <a:gd name="csX126" fmla="*/ 1245485 w 1310926"/>
                <a:gd name="csY126" fmla="*/ 421917 h 1923942"/>
                <a:gd name="csX127" fmla="*/ 1249365 w 1310926"/>
                <a:gd name="csY127" fmla="*/ 430059 h 1923942"/>
                <a:gd name="csX128" fmla="*/ 1251069 w 1310926"/>
                <a:gd name="csY128" fmla="*/ 435826 h 1923942"/>
                <a:gd name="csX129" fmla="*/ 1250826 w 1310926"/>
                <a:gd name="csY129" fmla="*/ 440931 h 1923942"/>
                <a:gd name="csX130" fmla="*/ 1246740 w 1310926"/>
                <a:gd name="csY130" fmla="*/ 448464 h 1923942"/>
                <a:gd name="csX131" fmla="*/ 1245196 w 1310926"/>
                <a:gd name="csY131" fmla="*/ 450160 h 1923942"/>
                <a:gd name="csX132" fmla="*/ 1230450 w 1310926"/>
                <a:gd name="csY132" fmla="*/ 455715 h 1923942"/>
                <a:gd name="csX133" fmla="*/ 1223009 w 1310926"/>
                <a:gd name="csY133" fmla="*/ 465088 h 1923942"/>
                <a:gd name="csX134" fmla="*/ 1213300 w 1310926"/>
                <a:gd name="csY134" fmla="*/ 466222 h 1923942"/>
                <a:gd name="csX135" fmla="*/ 1206438 w 1310926"/>
                <a:gd name="csY135" fmla="*/ 465157 h 1923942"/>
                <a:gd name="csX136" fmla="*/ 1197003 w 1310926"/>
                <a:gd name="csY136" fmla="*/ 475162 h 1923942"/>
                <a:gd name="csX137" fmla="*/ 1200693 w 1310926"/>
                <a:gd name="csY137" fmla="*/ 483242 h 1923942"/>
                <a:gd name="csX138" fmla="*/ 1204071 w 1310926"/>
                <a:gd name="csY138" fmla="*/ 486727 h 1923942"/>
                <a:gd name="csX139" fmla="*/ 1214579 w 1310926"/>
                <a:gd name="csY139" fmla="*/ 494016 h 1923942"/>
                <a:gd name="csX140" fmla="*/ 1214678 w 1310926"/>
                <a:gd name="csY140" fmla="*/ 498186 h 1923942"/>
                <a:gd name="csX141" fmla="*/ 1209656 w 1310926"/>
                <a:gd name="csY141" fmla="*/ 506563 h 1923942"/>
                <a:gd name="csX142" fmla="*/ 1202801 w 1310926"/>
                <a:gd name="csY142" fmla="*/ 516370 h 1923942"/>
                <a:gd name="csX143" fmla="*/ 1194698 w 1310926"/>
                <a:gd name="csY143" fmla="*/ 523126 h 1923942"/>
                <a:gd name="csX144" fmla="*/ 1191654 w 1310926"/>
                <a:gd name="csY144" fmla="*/ 524131 h 1923942"/>
                <a:gd name="csX145" fmla="*/ 1187812 w 1310926"/>
                <a:gd name="csY145" fmla="*/ 522434 h 1923942"/>
                <a:gd name="csX146" fmla="*/ 1184266 w 1310926"/>
                <a:gd name="csY146" fmla="*/ 522799 h 1923942"/>
                <a:gd name="csX147" fmla="*/ 1176460 w 1310926"/>
                <a:gd name="csY147" fmla="*/ 525904 h 1923942"/>
                <a:gd name="csX148" fmla="*/ 1169026 w 1310926"/>
                <a:gd name="csY148" fmla="*/ 526398 h 1923942"/>
                <a:gd name="csX149" fmla="*/ 1155749 w 1310926"/>
                <a:gd name="csY149" fmla="*/ 522008 h 1923942"/>
                <a:gd name="csX150" fmla="*/ 1148567 w 1310926"/>
                <a:gd name="csY150" fmla="*/ 516910 h 1923942"/>
                <a:gd name="csX151" fmla="*/ 1144785 w 1310926"/>
                <a:gd name="csY151" fmla="*/ 515145 h 1923942"/>
                <a:gd name="csX152" fmla="*/ 1140022 w 1310926"/>
                <a:gd name="csY152" fmla="*/ 515632 h 1923942"/>
                <a:gd name="csX153" fmla="*/ 1138189 w 1310926"/>
                <a:gd name="csY153" fmla="*/ 517694 h 1923942"/>
                <a:gd name="csX154" fmla="*/ 1130679 w 1310926"/>
                <a:gd name="csY154" fmla="*/ 529814 h 1923942"/>
                <a:gd name="csX155" fmla="*/ 1126996 w 1310926"/>
                <a:gd name="csY155" fmla="*/ 538016 h 1923942"/>
                <a:gd name="csX156" fmla="*/ 1124630 w 1310926"/>
                <a:gd name="csY156" fmla="*/ 546355 h 1923942"/>
                <a:gd name="csX157" fmla="*/ 1123618 w 1310926"/>
                <a:gd name="csY157" fmla="*/ 555379 h 1923942"/>
                <a:gd name="csX158" fmla="*/ 1123961 w 1310926"/>
                <a:gd name="csY158" fmla="*/ 565072 h 1923942"/>
                <a:gd name="csX159" fmla="*/ 1124874 w 1310926"/>
                <a:gd name="csY159" fmla="*/ 571677 h 1923942"/>
                <a:gd name="csX160" fmla="*/ 1126357 w 1310926"/>
                <a:gd name="csY160" fmla="*/ 575237 h 1923942"/>
                <a:gd name="csX161" fmla="*/ 1128138 w 1310926"/>
                <a:gd name="csY161" fmla="*/ 577391 h 1923942"/>
                <a:gd name="csX162" fmla="*/ 1131257 w 1310926"/>
                <a:gd name="csY162" fmla="*/ 578517 h 1923942"/>
                <a:gd name="csX163" fmla="*/ 1138120 w 1310926"/>
                <a:gd name="csY163" fmla="*/ 577452 h 1923942"/>
                <a:gd name="csX164" fmla="*/ 1140814 w 1310926"/>
                <a:gd name="csY164" fmla="*/ 578060 h 1923942"/>
                <a:gd name="csX165" fmla="*/ 1141635 w 1310926"/>
                <a:gd name="csY165" fmla="*/ 579993 h 1923942"/>
                <a:gd name="csX166" fmla="*/ 1143119 w 1310926"/>
                <a:gd name="csY166" fmla="*/ 586095 h 1923942"/>
                <a:gd name="csX167" fmla="*/ 1142860 w 1310926"/>
                <a:gd name="csY167" fmla="*/ 591817 h 1923942"/>
                <a:gd name="csX168" fmla="*/ 1141612 w 1310926"/>
                <a:gd name="csY168" fmla="*/ 599821 h 1923942"/>
                <a:gd name="csX169" fmla="*/ 1140654 w 1310926"/>
                <a:gd name="csY169" fmla="*/ 609096 h 1923942"/>
                <a:gd name="csX170" fmla="*/ 1139969 w 1310926"/>
                <a:gd name="csY170" fmla="*/ 619611 h 1923942"/>
                <a:gd name="csX171" fmla="*/ 1140334 w 1310926"/>
                <a:gd name="csY171" fmla="*/ 625317 h 1923942"/>
                <a:gd name="csX172" fmla="*/ 1143112 w 1310926"/>
                <a:gd name="csY172" fmla="*/ 626565 h 1923942"/>
                <a:gd name="csX173" fmla="*/ 1144412 w 1310926"/>
                <a:gd name="csY173" fmla="*/ 626154 h 1923942"/>
                <a:gd name="csX174" fmla="*/ 1145927 w 1310926"/>
                <a:gd name="csY174" fmla="*/ 628026 h 1923942"/>
                <a:gd name="csX175" fmla="*/ 1147646 w 1310926"/>
                <a:gd name="csY175" fmla="*/ 632157 h 1923942"/>
                <a:gd name="csX176" fmla="*/ 1148940 w 1310926"/>
                <a:gd name="csY176" fmla="*/ 636517 h 1923942"/>
                <a:gd name="csX177" fmla="*/ 1149799 w 1310926"/>
                <a:gd name="csY177" fmla="*/ 641097 h 1923942"/>
                <a:gd name="csX178" fmla="*/ 1149350 w 1310926"/>
                <a:gd name="csY178" fmla="*/ 644863 h 1923942"/>
                <a:gd name="csX179" fmla="*/ 1147578 w 1310926"/>
                <a:gd name="csY179" fmla="*/ 647816 h 1923942"/>
                <a:gd name="csX180" fmla="*/ 1143583 w 1310926"/>
                <a:gd name="csY180" fmla="*/ 651140 h 1923942"/>
                <a:gd name="csX181" fmla="*/ 1133745 w 1310926"/>
                <a:gd name="csY181" fmla="*/ 657676 h 1923942"/>
                <a:gd name="csX182" fmla="*/ 1132749 w 1310926"/>
                <a:gd name="csY182" fmla="*/ 659662 h 1923942"/>
                <a:gd name="csX183" fmla="*/ 1131972 w 1310926"/>
                <a:gd name="csY183" fmla="*/ 663618 h 1923942"/>
                <a:gd name="csX184" fmla="*/ 1131425 w 1310926"/>
                <a:gd name="csY184" fmla="*/ 669538 h 1923942"/>
                <a:gd name="csX185" fmla="*/ 1130238 w 1310926"/>
                <a:gd name="csY185" fmla="*/ 674902 h 1923942"/>
                <a:gd name="csX186" fmla="*/ 1128412 w 1310926"/>
                <a:gd name="csY186" fmla="*/ 679695 h 1923942"/>
                <a:gd name="csX187" fmla="*/ 1126753 w 1310926"/>
                <a:gd name="csY187" fmla="*/ 682549 h 1923942"/>
                <a:gd name="csX188" fmla="*/ 1123565 w 1310926"/>
                <a:gd name="csY188" fmla="*/ 683812 h 1923942"/>
                <a:gd name="csX189" fmla="*/ 1119388 w 1310926"/>
                <a:gd name="csY189" fmla="*/ 683979 h 1923942"/>
                <a:gd name="csX190" fmla="*/ 1114693 w 1310926"/>
                <a:gd name="csY190" fmla="*/ 686718 h 1923942"/>
                <a:gd name="csX191" fmla="*/ 1103631 w 1310926"/>
                <a:gd name="csY191" fmla="*/ 702582 h 1923942"/>
                <a:gd name="csX192" fmla="*/ 1103463 w 1310926"/>
                <a:gd name="csY192" fmla="*/ 704332 h 1923942"/>
                <a:gd name="csX193" fmla="*/ 1107602 w 1310926"/>
                <a:gd name="csY193" fmla="*/ 709376 h 1923942"/>
                <a:gd name="csX194" fmla="*/ 1107427 w 1310926"/>
                <a:gd name="csY194" fmla="*/ 713774 h 1923942"/>
                <a:gd name="csX195" fmla="*/ 1102322 w 1310926"/>
                <a:gd name="csY195" fmla="*/ 732484 h 1923942"/>
                <a:gd name="csX196" fmla="*/ 1100922 w 1310926"/>
                <a:gd name="csY196" fmla="*/ 741652 h 1923942"/>
                <a:gd name="csX197" fmla="*/ 1099811 w 1310926"/>
                <a:gd name="csY197" fmla="*/ 754115 h 1923942"/>
                <a:gd name="csX198" fmla="*/ 1097993 w 1310926"/>
                <a:gd name="csY198" fmla="*/ 764528 h 1923942"/>
                <a:gd name="csX199" fmla="*/ 1095459 w 1310926"/>
                <a:gd name="csY199" fmla="*/ 772943 h 1923942"/>
                <a:gd name="csX200" fmla="*/ 1092963 w 1310926"/>
                <a:gd name="csY200" fmla="*/ 782590 h 1923942"/>
                <a:gd name="csX201" fmla="*/ 1090513 w 1310926"/>
                <a:gd name="csY201" fmla="*/ 793425 h 1923942"/>
                <a:gd name="csX202" fmla="*/ 1090894 w 1310926"/>
                <a:gd name="csY202" fmla="*/ 801680 h 1923942"/>
                <a:gd name="csX203" fmla="*/ 1094112 w 1310926"/>
                <a:gd name="csY203" fmla="*/ 807394 h 1923942"/>
                <a:gd name="csX204" fmla="*/ 1098365 w 1310926"/>
                <a:gd name="csY204" fmla="*/ 802776 h 1923942"/>
                <a:gd name="csX205" fmla="*/ 1103653 w 1310926"/>
                <a:gd name="csY205" fmla="*/ 787696 h 1923942"/>
                <a:gd name="csX206" fmla="*/ 1109405 w 1310926"/>
                <a:gd name="csY206" fmla="*/ 781122 h 1923942"/>
                <a:gd name="csX207" fmla="*/ 1115614 w 1310926"/>
                <a:gd name="csY207" fmla="*/ 783184 h 1923942"/>
                <a:gd name="csX208" fmla="*/ 1121024 w 1310926"/>
                <a:gd name="csY208" fmla="*/ 786197 h 1923942"/>
                <a:gd name="csX209" fmla="*/ 1127932 w 1310926"/>
                <a:gd name="csY209" fmla="*/ 792124 h 1923942"/>
                <a:gd name="csX210" fmla="*/ 1133715 w 1310926"/>
                <a:gd name="csY210" fmla="*/ 795807 h 1923942"/>
                <a:gd name="csX211" fmla="*/ 1138706 w 1310926"/>
                <a:gd name="csY211" fmla="*/ 800638 h 1923942"/>
                <a:gd name="csX212" fmla="*/ 1140768 w 1310926"/>
                <a:gd name="csY212" fmla="*/ 804693 h 1923942"/>
                <a:gd name="csX213" fmla="*/ 1142838 w 1310926"/>
                <a:gd name="csY213" fmla="*/ 810392 h 1923942"/>
                <a:gd name="csX214" fmla="*/ 1142853 w 1310926"/>
                <a:gd name="csY214" fmla="*/ 813976 h 1923942"/>
                <a:gd name="csX215" fmla="*/ 1139193 w 1310926"/>
                <a:gd name="csY215" fmla="*/ 815901 h 1923942"/>
                <a:gd name="csX216" fmla="*/ 1137983 w 1310926"/>
                <a:gd name="csY216" fmla="*/ 815284 h 1923942"/>
                <a:gd name="csX217" fmla="*/ 1128822 w 1310926"/>
                <a:gd name="csY217" fmla="*/ 805888 h 1923942"/>
                <a:gd name="csX218" fmla="*/ 1124364 w 1310926"/>
                <a:gd name="csY218" fmla="*/ 803537 h 1923942"/>
                <a:gd name="csX219" fmla="*/ 1118444 w 1310926"/>
                <a:gd name="csY219" fmla="*/ 806367 h 1923942"/>
                <a:gd name="csX220" fmla="*/ 1113286 w 1310926"/>
                <a:gd name="csY220" fmla="*/ 810620 h 1923942"/>
                <a:gd name="csX221" fmla="*/ 1117920 w 1310926"/>
                <a:gd name="csY221" fmla="*/ 827595 h 1923942"/>
                <a:gd name="csX222" fmla="*/ 1122873 w 1310926"/>
                <a:gd name="csY222" fmla="*/ 835325 h 1923942"/>
                <a:gd name="csX223" fmla="*/ 1131912 w 1310926"/>
                <a:gd name="csY223" fmla="*/ 838833 h 1923942"/>
                <a:gd name="csX224" fmla="*/ 1136629 w 1310926"/>
                <a:gd name="csY224" fmla="*/ 842515 h 1923942"/>
                <a:gd name="csX225" fmla="*/ 1140076 w 1310926"/>
                <a:gd name="csY225" fmla="*/ 847210 h 1923942"/>
                <a:gd name="csX226" fmla="*/ 1142769 w 1310926"/>
                <a:gd name="csY226" fmla="*/ 849493 h 1923942"/>
                <a:gd name="csX227" fmla="*/ 1146383 w 1310926"/>
                <a:gd name="csY227" fmla="*/ 848488 h 1923942"/>
                <a:gd name="csX228" fmla="*/ 1151245 w 1310926"/>
                <a:gd name="csY228" fmla="*/ 843877 h 1923942"/>
                <a:gd name="csX229" fmla="*/ 1158024 w 1310926"/>
                <a:gd name="csY229" fmla="*/ 843626 h 1923942"/>
                <a:gd name="csX230" fmla="*/ 1161083 w 1310926"/>
                <a:gd name="csY230" fmla="*/ 845917 h 1923942"/>
                <a:gd name="csX231" fmla="*/ 1163297 w 1310926"/>
                <a:gd name="csY231" fmla="*/ 850177 h 1923942"/>
                <a:gd name="csX232" fmla="*/ 1164294 w 1310926"/>
                <a:gd name="csY232" fmla="*/ 858105 h 1923942"/>
                <a:gd name="csX233" fmla="*/ 1164073 w 1310926"/>
                <a:gd name="csY233" fmla="*/ 869625 h 1923942"/>
                <a:gd name="csX234" fmla="*/ 1163335 w 1310926"/>
                <a:gd name="csY234" fmla="*/ 878230 h 1923942"/>
                <a:gd name="csX235" fmla="*/ 1162080 w 1310926"/>
                <a:gd name="csY235" fmla="*/ 883982 h 1923942"/>
                <a:gd name="csX236" fmla="*/ 1159637 w 1310926"/>
                <a:gd name="csY236" fmla="*/ 891652 h 1923942"/>
                <a:gd name="csX237" fmla="*/ 1157598 w 1310926"/>
                <a:gd name="csY237" fmla="*/ 893044 h 1923942"/>
                <a:gd name="csX238" fmla="*/ 1154730 w 1310926"/>
                <a:gd name="csY238" fmla="*/ 892625 h 1923942"/>
                <a:gd name="csX239" fmla="*/ 1152059 w 1310926"/>
                <a:gd name="csY239" fmla="*/ 891058 h 1923942"/>
                <a:gd name="csX240" fmla="*/ 1149586 w 1310926"/>
                <a:gd name="csY240" fmla="*/ 888327 h 1923942"/>
                <a:gd name="csX241" fmla="*/ 1145843 w 1310926"/>
                <a:gd name="csY241" fmla="*/ 886196 h 1923942"/>
                <a:gd name="csX242" fmla="*/ 1138318 w 1310926"/>
                <a:gd name="csY242" fmla="*/ 883891 h 1923942"/>
                <a:gd name="csX243" fmla="*/ 1130710 w 1310926"/>
                <a:gd name="csY243" fmla="*/ 878869 h 1923942"/>
                <a:gd name="csX244" fmla="*/ 1126449 w 1310926"/>
                <a:gd name="csY244" fmla="*/ 877629 h 1923942"/>
                <a:gd name="csX245" fmla="*/ 1117433 w 1310926"/>
                <a:gd name="csY245" fmla="*/ 878268 h 1923942"/>
                <a:gd name="csX246" fmla="*/ 1107709 w 1310926"/>
                <a:gd name="csY246" fmla="*/ 881448 h 1923942"/>
                <a:gd name="csX247" fmla="*/ 1107328 w 1310926"/>
                <a:gd name="csY247" fmla="*/ 885610 h 1923942"/>
                <a:gd name="csX248" fmla="*/ 1093344 w 1310926"/>
                <a:gd name="csY248" fmla="*/ 900044 h 1923942"/>
                <a:gd name="csX249" fmla="*/ 1090475 w 1310926"/>
                <a:gd name="csY249" fmla="*/ 899846 h 1923942"/>
                <a:gd name="csX250" fmla="*/ 1086595 w 1310926"/>
                <a:gd name="csY250" fmla="*/ 894908 h 1923942"/>
                <a:gd name="csX251" fmla="*/ 1081163 w 1310926"/>
                <a:gd name="csY251" fmla="*/ 890160 h 1923942"/>
                <a:gd name="csX252" fmla="*/ 1077982 w 1310926"/>
                <a:gd name="csY252" fmla="*/ 890191 h 1923942"/>
                <a:gd name="csX253" fmla="*/ 1073280 w 1310926"/>
                <a:gd name="csY253" fmla="*/ 896201 h 1923942"/>
                <a:gd name="csX254" fmla="*/ 1072108 w 1310926"/>
                <a:gd name="csY254" fmla="*/ 898522 h 1923942"/>
                <a:gd name="csX255" fmla="*/ 1072169 w 1310926"/>
                <a:gd name="csY255" fmla="*/ 900706 h 1923942"/>
                <a:gd name="csX256" fmla="*/ 1075631 w 1310926"/>
                <a:gd name="csY256" fmla="*/ 905857 h 1923942"/>
                <a:gd name="csX257" fmla="*/ 1077039 w 1310926"/>
                <a:gd name="csY257" fmla="*/ 907036 h 1923942"/>
                <a:gd name="csX258" fmla="*/ 1078827 w 1310926"/>
                <a:gd name="csY258" fmla="*/ 908025 h 1923942"/>
                <a:gd name="csX259" fmla="*/ 1085043 w 1310926"/>
                <a:gd name="csY259" fmla="*/ 909258 h 1923942"/>
                <a:gd name="csX260" fmla="*/ 1087744 w 1310926"/>
                <a:gd name="csY260" fmla="*/ 910604 h 1923942"/>
                <a:gd name="csX261" fmla="*/ 1090285 w 1310926"/>
                <a:gd name="csY261" fmla="*/ 926400 h 1923942"/>
                <a:gd name="csX262" fmla="*/ 1094318 w 1310926"/>
                <a:gd name="csY262" fmla="*/ 936063 h 1923942"/>
                <a:gd name="csX263" fmla="*/ 1096045 w 1310926"/>
                <a:gd name="csY263" fmla="*/ 938026 h 1923942"/>
                <a:gd name="csX264" fmla="*/ 1097566 w 1310926"/>
                <a:gd name="csY264" fmla="*/ 938733 h 1923942"/>
                <a:gd name="csX265" fmla="*/ 1102512 w 1310926"/>
                <a:gd name="csY265" fmla="*/ 938383 h 1923942"/>
                <a:gd name="csX266" fmla="*/ 1108873 w 1310926"/>
                <a:gd name="csY266" fmla="*/ 935134 h 1923942"/>
                <a:gd name="csX267" fmla="*/ 1111095 w 1310926"/>
                <a:gd name="csY267" fmla="*/ 937737 h 1923942"/>
                <a:gd name="csX268" fmla="*/ 1115781 w 1310926"/>
                <a:gd name="csY268" fmla="*/ 940909 h 1923942"/>
                <a:gd name="csX269" fmla="*/ 1118520 w 1310926"/>
                <a:gd name="csY269" fmla="*/ 941701 h 1923942"/>
                <a:gd name="csX270" fmla="*/ 1121853 w 1310926"/>
                <a:gd name="csY270" fmla="*/ 941571 h 1923942"/>
                <a:gd name="csX271" fmla="*/ 1125604 w 1310926"/>
                <a:gd name="csY271" fmla="*/ 942773 h 1923942"/>
                <a:gd name="csX272" fmla="*/ 1130748 w 1310926"/>
                <a:gd name="csY272" fmla="*/ 951561 h 1923942"/>
                <a:gd name="csX273" fmla="*/ 1128724 w 1310926"/>
                <a:gd name="csY273" fmla="*/ 962548 h 1923942"/>
                <a:gd name="csX274" fmla="*/ 1131942 w 1310926"/>
                <a:gd name="csY274" fmla="*/ 971275 h 1923942"/>
                <a:gd name="csX275" fmla="*/ 1137085 w 1310926"/>
                <a:gd name="csY275" fmla="*/ 980215 h 1923942"/>
                <a:gd name="csX276" fmla="*/ 1138303 w 1310926"/>
                <a:gd name="csY276" fmla="*/ 983472 h 1923942"/>
                <a:gd name="csX277" fmla="*/ 1138797 w 1310926"/>
                <a:gd name="csY277" fmla="*/ 989345 h 1923942"/>
                <a:gd name="csX278" fmla="*/ 1138912 w 1310926"/>
                <a:gd name="csY278" fmla="*/ 993203 h 1923942"/>
                <a:gd name="csX279" fmla="*/ 1139300 w 1310926"/>
                <a:gd name="csY279" fmla="*/ 996726 h 1923942"/>
                <a:gd name="csX280" fmla="*/ 1139954 w 1310926"/>
                <a:gd name="csY280" fmla="*/ 999891 h 1923942"/>
                <a:gd name="csX281" fmla="*/ 1140631 w 1310926"/>
                <a:gd name="csY281" fmla="*/ 1006084 h 1923942"/>
                <a:gd name="csX282" fmla="*/ 1141339 w 1310926"/>
                <a:gd name="csY282" fmla="*/ 1015260 h 1923942"/>
                <a:gd name="csX283" fmla="*/ 1141156 w 1310926"/>
                <a:gd name="csY283" fmla="*/ 1022701 h 1923942"/>
                <a:gd name="csX284" fmla="*/ 1140068 w 1310926"/>
                <a:gd name="csY284" fmla="*/ 1028438 h 1923942"/>
                <a:gd name="csX285" fmla="*/ 1137922 w 1310926"/>
                <a:gd name="csY285" fmla="*/ 1032585 h 1923942"/>
                <a:gd name="csX286" fmla="*/ 1134727 w 1310926"/>
                <a:gd name="csY286" fmla="*/ 1035157 h 1923942"/>
                <a:gd name="csX287" fmla="*/ 1132117 w 1310926"/>
                <a:gd name="csY287" fmla="*/ 1034479 h 1923942"/>
                <a:gd name="csX288" fmla="*/ 1130093 w 1310926"/>
                <a:gd name="csY288" fmla="*/ 1030553 h 1923942"/>
                <a:gd name="csX289" fmla="*/ 1127240 w 1310926"/>
                <a:gd name="csY289" fmla="*/ 1026353 h 1923942"/>
                <a:gd name="csX290" fmla="*/ 1123565 w 1310926"/>
                <a:gd name="csY290" fmla="*/ 1021880 h 1923942"/>
                <a:gd name="csX291" fmla="*/ 1117455 w 1310926"/>
                <a:gd name="csY291" fmla="*/ 1021355 h 1923942"/>
                <a:gd name="csX292" fmla="*/ 1108462 w 1310926"/>
                <a:gd name="csY292" fmla="*/ 1034533 h 1923942"/>
                <a:gd name="csX293" fmla="*/ 1104452 w 1310926"/>
                <a:gd name="csY293" fmla="*/ 1035187 h 1923942"/>
                <a:gd name="csX294" fmla="*/ 1101188 w 1310926"/>
                <a:gd name="csY294" fmla="*/ 1036488 h 1923942"/>
                <a:gd name="csX295" fmla="*/ 1097711 w 1310926"/>
                <a:gd name="csY295" fmla="*/ 1042187 h 1923942"/>
                <a:gd name="csX296" fmla="*/ 1092591 w 1310926"/>
                <a:gd name="csY296" fmla="*/ 1045603 h 1923942"/>
                <a:gd name="csX297" fmla="*/ 1088071 w 1310926"/>
                <a:gd name="csY297" fmla="*/ 1044249 h 1923942"/>
                <a:gd name="csX298" fmla="*/ 1080135 w 1310926"/>
                <a:gd name="csY298" fmla="*/ 1037629 h 1923942"/>
                <a:gd name="csX299" fmla="*/ 1083019 w 1310926"/>
                <a:gd name="csY299" fmla="*/ 1042058 h 1923942"/>
                <a:gd name="csX300" fmla="*/ 1087143 w 1310926"/>
                <a:gd name="csY300" fmla="*/ 1047224 h 1923942"/>
                <a:gd name="csX301" fmla="*/ 1089715 w 1310926"/>
                <a:gd name="csY301" fmla="*/ 1049894 h 1923942"/>
                <a:gd name="csX302" fmla="*/ 1091609 w 1310926"/>
                <a:gd name="csY302" fmla="*/ 1050473 h 1923942"/>
                <a:gd name="csX303" fmla="*/ 1093686 w 1310926"/>
                <a:gd name="csY303" fmla="*/ 1049856 h 1923942"/>
                <a:gd name="csX304" fmla="*/ 1096684 w 1310926"/>
                <a:gd name="csY304" fmla="*/ 1047749 h 1923942"/>
                <a:gd name="csX305" fmla="*/ 1103448 w 1310926"/>
                <a:gd name="csY305" fmla="*/ 1041883 h 1923942"/>
                <a:gd name="csX306" fmla="*/ 1105236 w 1310926"/>
                <a:gd name="csY306" fmla="*/ 1040985 h 1923942"/>
                <a:gd name="csX307" fmla="*/ 1106750 w 1310926"/>
                <a:gd name="csY307" fmla="*/ 1041403 h 1923942"/>
                <a:gd name="csX308" fmla="*/ 1107990 w 1310926"/>
                <a:gd name="csY308" fmla="*/ 1043138 h 1923942"/>
                <a:gd name="csX309" fmla="*/ 1109421 w 1310926"/>
                <a:gd name="csY309" fmla="*/ 1048167 h 1923942"/>
                <a:gd name="csX310" fmla="*/ 1111026 w 1310926"/>
                <a:gd name="csY310" fmla="*/ 1056445 h 1923942"/>
                <a:gd name="csX311" fmla="*/ 1110821 w 1310926"/>
                <a:gd name="csY311" fmla="*/ 1063453 h 1923942"/>
                <a:gd name="csX312" fmla="*/ 1108797 w 1310926"/>
                <a:gd name="csY312" fmla="*/ 1069197 h 1923942"/>
                <a:gd name="csX313" fmla="*/ 1107062 w 1310926"/>
                <a:gd name="csY313" fmla="*/ 1072872 h 1923942"/>
                <a:gd name="csX314" fmla="*/ 1105624 w 1310926"/>
                <a:gd name="csY314" fmla="*/ 1074485 h 1923942"/>
                <a:gd name="csX315" fmla="*/ 1105624 w 1310926"/>
                <a:gd name="csY315" fmla="*/ 1075756 h 1923942"/>
                <a:gd name="csX316" fmla="*/ 1109405 w 1310926"/>
                <a:gd name="csY316" fmla="*/ 1077217 h 1923942"/>
                <a:gd name="csX317" fmla="*/ 1114754 w 1310926"/>
                <a:gd name="csY317" fmla="*/ 1069768 h 1923942"/>
                <a:gd name="csX318" fmla="*/ 1116451 w 1310926"/>
                <a:gd name="csY318" fmla="*/ 1060440 h 1923942"/>
                <a:gd name="csX319" fmla="*/ 1118901 w 1310926"/>
                <a:gd name="csY319" fmla="*/ 1049598 h 1923942"/>
                <a:gd name="csX320" fmla="*/ 1123230 w 1310926"/>
                <a:gd name="csY320" fmla="*/ 1045968 h 1923942"/>
                <a:gd name="csX321" fmla="*/ 1128130 w 1310926"/>
                <a:gd name="csY321" fmla="*/ 1049598 h 1923942"/>
                <a:gd name="csX322" fmla="*/ 1132087 w 1310926"/>
                <a:gd name="csY322" fmla="*/ 1059725 h 1923942"/>
                <a:gd name="csX323" fmla="*/ 1137679 w 1310926"/>
                <a:gd name="csY323" fmla="*/ 1078145 h 1923942"/>
                <a:gd name="csX324" fmla="*/ 1140037 w 1310926"/>
                <a:gd name="csY324" fmla="*/ 1080047 h 1923942"/>
                <a:gd name="csX325" fmla="*/ 1143035 w 1310926"/>
                <a:gd name="csY325" fmla="*/ 1084422 h 1923942"/>
                <a:gd name="csX326" fmla="*/ 1144359 w 1310926"/>
                <a:gd name="csY326" fmla="*/ 1089771 h 1923942"/>
                <a:gd name="csX327" fmla="*/ 1144009 w 1310926"/>
                <a:gd name="csY327" fmla="*/ 1096078 h 1923942"/>
                <a:gd name="csX328" fmla="*/ 1143370 w 1310926"/>
                <a:gd name="csY328" fmla="*/ 1100644 h 1923942"/>
                <a:gd name="csX329" fmla="*/ 1142442 w 1310926"/>
                <a:gd name="csY329" fmla="*/ 1103474 h 1923942"/>
                <a:gd name="csX330" fmla="*/ 1141285 w 1310926"/>
                <a:gd name="csY330" fmla="*/ 1105270 h 1923942"/>
                <a:gd name="csX331" fmla="*/ 1139201 w 1310926"/>
                <a:gd name="csY331" fmla="*/ 1106411 h 1923942"/>
                <a:gd name="csX332" fmla="*/ 1135366 w 1310926"/>
                <a:gd name="csY332" fmla="*/ 1107324 h 1923942"/>
                <a:gd name="csX333" fmla="*/ 1126799 w 1310926"/>
                <a:gd name="csY333" fmla="*/ 1105414 h 1923942"/>
                <a:gd name="csX334" fmla="*/ 1122340 w 1310926"/>
                <a:gd name="csY334" fmla="*/ 1105368 h 1923942"/>
                <a:gd name="csX335" fmla="*/ 1122895 w 1310926"/>
                <a:gd name="csY335" fmla="*/ 1111516 h 1923942"/>
                <a:gd name="csX336" fmla="*/ 1113872 w 1310926"/>
                <a:gd name="csY336" fmla="*/ 1116781 h 1923942"/>
                <a:gd name="csX337" fmla="*/ 1103699 w 1310926"/>
                <a:gd name="csY337" fmla="*/ 1118843 h 1923942"/>
                <a:gd name="csX338" fmla="*/ 1094067 w 1310926"/>
                <a:gd name="csY338" fmla="*/ 1114734 h 1923942"/>
                <a:gd name="csX339" fmla="*/ 1086070 w 1310926"/>
                <a:gd name="csY339" fmla="*/ 1108397 h 1923942"/>
                <a:gd name="csX340" fmla="*/ 1088695 w 1310926"/>
                <a:gd name="csY340" fmla="*/ 1099487 h 1923942"/>
                <a:gd name="csX341" fmla="*/ 1090194 w 1310926"/>
                <a:gd name="csY341" fmla="*/ 1089520 h 1923942"/>
                <a:gd name="csX342" fmla="*/ 1086329 w 1310926"/>
                <a:gd name="csY342" fmla="*/ 1082877 h 1923942"/>
                <a:gd name="csX343" fmla="*/ 1085484 w 1310926"/>
                <a:gd name="csY343" fmla="*/ 1082733 h 1923942"/>
                <a:gd name="csX344" fmla="*/ 1086816 w 1310926"/>
                <a:gd name="csY344" fmla="*/ 1092982 h 1923942"/>
                <a:gd name="csX345" fmla="*/ 1085697 w 1310926"/>
                <a:gd name="csY345" fmla="*/ 1096885 h 1923942"/>
                <a:gd name="csX346" fmla="*/ 1081330 w 1310926"/>
                <a:gd name="csY346" fmla="*/ 1101625 h 1923942"/>
                <a:gd name="csX347" fmla="*/ 1078248 w 1310926"/>
                <a:gd name="csY347" fmla="*/ 1103809 h 1923942"/>
                <a:gd name="csX348" fmla="*/ 1077975 w 1310926"/>
                <a:gd name="csY348" fmla="*/ 1105079 h 1923942"/>
                <a:gd name="csX349" fmla="*/ 1079489 w 1310926"/>
                <a:gd name="csY349" fmla="*/ 1106183 h 1923942"/>
                <a:gd name="csX350" fmla="*/ 1080470 w 1310926"/>
                <a:gd name="csY350" fmla="*/ 1108298 h 1923942"/>
                <a:gd name="csX351" fmla="*/ 1080934 w 1310926"/>
                <a:gd name="csY351" fmla="*/ 1111425 h 1923942"/>
                <a:gd name="csX352" fmla="*/ 1080417 w 1310926"/>
                <a:gd name="csY352" fmla="*/ 1114575 h 1923942"/>
                <a:gd name="csX353" fmla="*/ 1078910 w 1310926"/>
                <a:gd name="csY353" fmla="*/ 1117748 h 1923942"/>
                <a:gd name="csX354" fmla="*/ 1078089 w 1310926"/>
                <a:gd name="csY354" fmla="*/ 1120403 h 1923942"/>
                <a:gd name="csX355" fmla="*/ 1077952 w 1310926"/>
                <a:gd name="csY355" fmla="*/ 1122549 h 1923942"/>
                <a:gd name="csX356" fmla="*/ 1079329 w 1310926"/>
                <a:gd name="csY356" fmla="*/ 1125151 h 1923942"/>
                <a:gd name="csX357" fmla="*/ 1082228 w 1310926"/>
                <a:gd name="csY357" fmla="*/ 1128202 h 1923942"/>
                <a:gd name="csX358" fmla="*/ 1085370 w 1310926"/>
                <a:gd name="csY358" fmla="*/ 1129708 h 1923942"/>
                <a:gd name="csX359" fmla="*/ 1100092 w 1310926"/>
                <a:gd name="csY359" fmla="*/ 1130362 h 1923942"/>
                <a:gd name="csX360" fmla="*/ 1105989 w 1310926"/>
                <a:gd name="csY360" fmla="*/ 1131998 h 1923942"/>
                <a:gd name="csX361" fmla="*/ 1119974 w 1310926"/>
                <a:gd name="csY361" fmla="*/ 1139158 h 1923942"/>
                <a:gd name="csX362" fmla="*/ 1120598 w 1310926"/>
                <a:gd name="csY362" fmla="*/ 1141349 h 1923942"/>
                <a:gd name="csX363" fmla="*/ 1118231 w 1310926"/>
                <a:gd name="csY363" fmla="*/ 1154048 h 1923942"/>
                <a:gd name="csX364" fmla="*/ 1116938 w 1310926"/>
                <a:gd name="csY364" fmla="*/ 1166130 h 1923942"/>
                <a:gd name="csX365" fmla="*/ 1114222 w 1310926"/>
                <a:gd name="csY365" fmla="*/ 1168329 h 1923942"/>
                <a:gd name="csX366" fmla="*/ 1099507 w 1310926"/>
                <a:gd name="csY366" fmla="*/ 1168847 h 1923942"/>
                <a:gd name="csX367" fmla="*/ 1094767 w 1310926"/>
                <a:gd name="csY367" fmla="*/ 1170718 h 1923942"/>
                <a:gd name="csX368" fmla="*/ 1087827 w 1310926"/>
                <a:gd name="csY368" fmla="*/ 1176212 h 1923942"/>
                <a:gd name="csX369" fmla="*/ 1081163 w 1310926"/>
                <a:gd name="csY369" fmla="*/ 1182770 h 1923942"/>
                <a:gd name="csX370" fmla="*/ 1077708 w 1310926"/>
                <a:gd name="csY370" fmla="*/ 1182816 h 1923942"/>
                <a:gd name="csX371" fmla="*/ 1064028 w 1310926"/>
                <a:gd name="csY371" fmla="*/ 1177094 h 1923942"/>
                <a:gd name="csX372" fmla="*/ 1058786 w 1310926"/>
                <a:gd name="csY372" fmla="*/ 1173260 h 1923942"/>
                <a:gd name="csX373" fmla="*/ 1047525 w 1310926"/>
                <a:gd name="csY373" fmla="*/ 1162349 h 1923942"/>
                <a:gd name="csX374" fmla="*/ 1039049 w 1310926"/>
                <a:gd name="csY374" fmla="*/ 1145564 h 1923942"/>
                <a:gd name="csX375" fmla="*/ 1035161 w 1310926"/>
                <a:gd name="csY375" fmla="*/ 1152572 h 1923942"/>
                <a:gd name="csX376" fmla="*/ 1032780 w 1310926"/>
                <a:gd name="csY376" fmla="*/ 1155904 h 1923942"/>
                <a:gd name="csX377" fmla="*/ 1030322 w 1310926"/>
                <a:gd name="csY377" fmla="*/ 1157632 h 1923942"/>
                <a:gd name="csX378" fmla="*/ 1027956 w 1310926"/>
                <a:gd name="csY378" fmla="*/ 1157898 h 1923942"/>
                <a:gd name="csX379" fmla="*/ 1025673 w 1310926"/>
                <a:gd name="csY379" fmla="*/ 1156703 h 1923942"/>
                <a:gd name="csX380" fmla="*/ 1023086 w 1310926"/>
                <a:gd name="csY380" fmla="*/ 1154063 h 1923942"/>
                <a:gd name="csX381" fmla="*/ 1018742 w 1310926"/>
                <a:gd name="csY381" fmla="*/ 1147915 h 1923942"/>
                <a:gd name="csX382" fmla="*/ 1013560 w 1310926"/>
                <a:gd name="csY382" fmla="*/ 1141806 h 1923942"/>
                <a:gd name="csX383" fmla="*/ 1009931 w 1310926"/>
                <a:gd name="csY383" fmla="*/ 1138892 h 1923942"/>
                <a:gd name="csX384" fmla="*/ 1009794 w 1310926"/>
                <a:gd name="csY384" fmla="*/ 1139721 h 1923942"/>
                <a:gd name="csX385" fmla="*/ 1011940 w 1310926"/>
                <a:gd name="csY385" fmla="*/ 1143320 h 1923942"/>
                <a:gd name="csX386" fmla="*/ 1015074 w 1310926"/>
                <a:gd name="csY386" fmla="*/ 1147459 h 1923942"/>
                <a:gd name="csX387" fmla="*/ 1023010 w 1310926"/>
                <a:gd name="csY387" fmla="*/ 1159549 h 1923942"/>
                <a:gd name="csX388" fmla="*/ 1025803 w 1310926"/>
                <a:gd name="csY388" fmla="*/ 1162585 h 1923942"/>
                <a:gd name="csX389" fmla="*/ 1025521 w 1310926"/>
                <a:gd name="csY389" fmla="*/ 1164738 h 1923942"/>
                <a:gd name="csX390" fmla="*/ 1020515 w 1310926"/>
                <a:gd name="csY390" fmla="*/ 1166648 h 1923942"/>
                <a:gd name="csX391" fmla="*/ 1014428 w 1310926"/>
                <a:gd name="csY391" fmla="*/ 1170756 h 1923942"/>
                <a:gd name="csX392" fmla="*/ 1011453 w 1310926"/>
                <a:gd name="csY392" fmla="*/ 1173769 h 1923942"/>
                <a:gd name="csX393" fmla="*/ 1006857 w 1310926"/>
                <a:gd name="csY393" fmla="*/ 1181058 h 1923942"/>
                <a:gd name="csX394" fmla="*/ 1005259 w 1310926"/>
                <a:gd name="csY394" fmla="*/ 1182184 h 1923942"/>
                <a:gd name="csX395" fmla="*/ 998381 w 1310926"/>
                <a:gd name="csY395" fmla="*/ 1184010 h 1923942"/>
                <a:gd name="csX396" fmla="*/ 996114 w 1310926"/>
                <a:gd name="csY396" fmla="*/ 1183569 h 1923942"/>
                <a:gd name="csX397" fmla="*/ 991031 w 1310926"/>
                <a:gd name="csY397" fmla="*/ 1179567 h 1923942"/>
                <a:gd name="csX398" fmla="*/ 983370 w 1310926"/>
                <a:gd name="csY398" fmla="*/ 1176942 h 1923942"/>
                <a:gd name="csX399" fmla="*/ 978858 w 1310926"/>
                <a:gd name="csY399" fmla="*/ 1174606 h 1923942"/>
                <a:gd name="csX400" fmla="*/ 972588 w 1310926"/>
                <a:gd name="csY400" fmla="*/ 1170361 h 1923942"/>
                <a:gd name="csX401" fmla="*/ 974749 w 1310926"/>
                <a:gd name="csY401" fmla="*/ 1175002 h 1923942"/>
                <a:gd name="csX402" fmla="*/ 986824 w 1310926"/>
                <a:gd name="csY402" fmla="*/ 1182040 h 1923942"/>
                <a:gd name="csX403" fmla="*/ 988148 w 1310926"/>
                <a:gd name="csY403" fmla="*/ 1184300 h 1923942"/>
                <a:gd name="csX404" fmla="*/ 985675 w 1310926"/>
                <a:gd name="csY404" fmla="*/ 1188500 h 1923942"/>
                <a:gd name="csX405" fmla="*/ 984161 w 1310926"/>
                <a:gd name="csY405" fmla="*/ 1190029 h 1923942"/>
                <a:gd name="csX406" fmla="*/ 981285 w 1310926"/>
                <a:gd name="csY406" fmla="*/ 1190348 h 1923942"/>
                <a:gd name="csX407" fmla="*/ 977047 w 1310926"/>
                <a:gd name="csY407" fmla="*/ 1189473 h 1923942"/>
                <a:gd name="csX408" fmla="*/ 972710 w 1310926"/>
                <a:gd name="csY408" fmla="*/ 1189648 h 1923942"/>
                <a:gd name="csX409" fmla="*/ 968274 w 1310926"/>
                <a:gd name="csY409" fmla="*/ 1190881 h 1923942"/>
                <a:gd name="csX410" fmla="*/ 966372 w 1310926"/>
                <a:gd name="csY410" fmla="*/ 1192448 h 1923942"/>
                <a:gd name="csX411" fmla="*/ 966996 w 1310926"/>
                <a:gd name="csY411" fmla="*/ 1194358 h 1923942"/>
                <a:gd name="csX412" fmla="*/ 968054 w 1310926"/>
                <a:gd name="csY412" fmla="*/ 1196093 h 1923942"/>
                <a:gd name="csX413" fmla="*/ 969545 w 1310926"/>
                <a:gd name="csY413" fmla="*/ 1197660 h 1923942"/>
                <a:gd name="csX414" fmla="*/ 970945 w 1310926"/>
                <a:gd name="csY414" fmla="*/ 1197645 h 1923942"/>
                <a:gd name="csX415" fmla="*/ 974323 w 1310926"/>
                <a:gd name="csY415" fmla="*/ 1192905 h 1923942"/>
                <a:gd name="csX416" fmla="*/ 976879 w 1310926"/>
                <a:gd name="csY416" fmla="*/ 1192570 h 1923942"/>
                <a:gd name="csX417" fmla="*/ 983643 w 1310926"/>
                <a:gd name="csY417" fmla="*/ 1193742 h 1923942"/>
                <a:gd name="csX418" fmla="*/ 990484 w 1310926"/>
                <a:gd name="csY418" fmla="*/ 1190036 h 1923942"/>
                <a:gd name="csX419" fmla="*/ 995414 w 1310926"/>
                <a:gd name="csY419" fmla="*/ 1188431 h 1923942"/>
                <a:gd name="csX420" fmla="*/ 999112 w 1310926"/>
                <a:gd name="csY420" fmla="*/ 1188020 h 1923942"/>
                <a:gd name="csX421" fmla="*/ 1012556 w 1310926"/>
                <a:gd name="csY421" fmla="*/ 1182321 h 1923942"/>
                <a:gd name="csX422" fmla="*/ 1015348 w 1310926"/>
                <a:gd name="csY422" fmla="*/ 1175915 h 1923942"/>
                <a:gd name="csX423" fmla="*/ 1019860 w 1310926"/>
                <a:gd name="csY423" fmla="*/ 1173336 h 1923942"/>
                <a:gd name="csX424" fmla="*/ 1029888 w 1310926"/>
                <a:gd name="csY424" fmla="*/ 1171357 h 1923942"/>
                <a:gd name="csX425" fmla="*/ 1039597 w 1310926"/>
                <a:gd name="csY425" fmla="*/ 1172369 h 1923942"/>
                <a:gd name="csX426" fmla="*/ 1044588 w 1310926"/>
                <a:gd name="csY426" fmla="*/ 1173199 h 1923942"/>
                <a:gd name="csX427" fmla="*/ 1048628 w 1310926"/>
                <a:gd name="csY427" fmla="*/ 1179270 h 1923942"/>
                <a:gd name="csX428" fmla="*/ 1054045 w 1310926"/>
                <a:gd name="csY428" fmla="*/ 1183554 h 1923942"/>
                <a:gd name="csX429" fmla="*/ 1058565 w 1310926"/>
                <a:gd name="csY429" fmla="*/ 1188423 h 1923942"/>
                <a:gd name="csX430" fmla="*/ 1063861 w 1310926"/>
                <a:gd name="csY430" fmla="*/ 1190021 h 1923942"/>
                <a:gd name="csX431" fmla="*/ 1066927 w 1310926"/>
                <a:gd name="csY431" fmla="*/ 1196466 h 1923942"/>
                <a:gd name="csX432" fmla="*/ 1075509 w 1310926"/>
                <a:gd name="csY432" fmla="*/ 1203625 h 1923942"/>
                <a:gd name="csX433" fmla="*/ 1080972 w 1310926"/>
                <a:gd name="csY433" fmla="*/ 1205162 h 1923942"/>
                <a:gd name="csX434" fmla="*/ 1084343 w 1310926"/>
                <a:gd name="csY434" fmla="*/ 1208556 h 1923942"/>
                <a:gd name="csX435" fmla="*/ 1084617 w 1310926"/>
                <a:gd name="csY435" fmla="*/ 1222837 h 1923942"/>
                <a:gd name="csX436" fmla="*/ 1084974 w 1310926"/>
                <a:gd name="csY436" fmla="*/ 1228954 h 1923942"/>
                <a:gd name="csX437" fmla="*/ 1083521 w 1310926"/>
                <a:gd name="csY437" fmla="*/ 1245739 h 1923942"/>
                <a:gd name="csX438" fmla="*/ 1079131 w 1310926"/>
                <a:gd name="csY438" fmla="*/ 1249573 h 1923942"/>
                <a:gd name="csX439" fmla="*/ 1080006 w 1310926"/>
                <a:gd name="csY439" fmla="*/ 1258308 h 1923942"/>
                <a:gd name="csX440" fmla="*/ 1078857 w 1310926"/>
                <a:gd name="csY440" fmla="*/ 1265323 h 1923942"/>
                <a:gd name="csX441" fmla="*/ 1074497 w 1310926"/>
                <a:gd name="csY441" fmla="*/ 1262668 h 1923942"/>
                <a:gd name="csX442" fmla="*/ 1070031 w 1310926"/>
                <a:gd name="csY442" fmla="*/ 1258049 h 1923942"/>
                <a:gd name="csX443" fmla="*/ 1059326 w 1310926"/>
                <a:gd name="csY443" fmla="*/ 1250852 h 1923942"/>
                <a:gd name="csX444" fmla="*/ 1049366 w 1310926"/>
                <a:gd name="csY444" fmla="*/ 1246203 h 1923942"/>
                <a:gd name="csX445" fmla="*/ 1045493 w 1310926"/>
                <a:gd name="csY445" fmla="*/ 1241972 h 1923942"/>
                <a:gd name="csX446" fmla="*/ 1040936 w 1310926"/>
                <a:gd name="csY446" fmla="*/ 1238686 h 1923942"/>
                <a:gd name="csX447" fmla="*/ 1034750 w 1310926"/>
                <a:gd name="csY447" fmla="*/ 1225234 h 1923942"/>
                <a:gd name="csX448" fmla="*/ 1030725 w 1310926"/>
                <a:gd name="csY448" fmla="*/ 1208305 h 1923942"/>
                <a:gd name="csX449" fmla="*/ 1028960 w 1310926"/>
                <a:gd name="csY449" fmla="*/ 1199852 h 1923942"/>
                <a:gd name="csX450" fmla="*/ 1025574 w 1310926"/>
                <a:gd name="csY450" fmla="*/ 1199380 h 1923942"/>
                <a:gd name="csX451" fmla="*/ 1021222 w 1310926"/>
                <a:gd name="csY451" fmla="*/ 1201647 h 1923942"/>
                <a:gd name="csX452" fmla="*/ 1017418 w 1310926"/>
                <a:gd name="csY452" fmla="*/ 1204044 h 1923942"/>
                <a:gd name="csX453" fmla="*/ 1015599 w 1310926"/>
                <a:gd name="csY453" fmla="*/ 1208130 h 1923942"/>
                <a:gd name="csX454" fmla="*/ 1002680 w 1310926"/>
                <a:gd name="csY454" fmla="*/ 1213729 h 1923942"/>
                <a:gd name="csX455" fmla="*/ 997986 w 1310926"/>
                <a:gd name="csY455" fmla="*/ 1217549 h 1923942"/>
                <a:gd name="csX456" fmla="*/ 995307 w 1310926"/>
                <a:gd name="csY456" fmla="*/ 1217435 h 1923942"/>
                <a:gd name="csX457" fmla="*/ 985660 w 1310926"/>
                <a:gd name="csY457" fmla="*/ 1223172 h 1923942"/>
                <a:gd name="csX458" fmla="*/ 989525 w 1310926"/>
                <a:gd name="csY458" fmla="*/ 1225911 h 1923942"/>
                <a:gd name="csX459" fmla="*/ 991328 w 1310926"/>
                <a:gd name="csY459" fmla="*/ 1226253 h 1923942"/>
                <a:gd name="csX460" fmla="*/ 995231 w 1310926"/>
                <a:gd name="csY460" fmla="*/ 1224709 h 1923942"/>
                <a:gd name="csX461" fmla="*/ 997575 w 1310926"/>
                <a:gd name="csY461" fmla="*/ 1222730 h 1923942"/>
                <a:gd name="csX462" fmla="*/ 1006370 w 1310926"/>
                <a:gd name="csY462" fmla="*/ 1217298 h 1923942"/>
                <a:gd name="csX463" fmla="*/ 1013431 w 1310926"/>
                <a:gd name="csY463" fmla="*/ 1216362 h 1923942"/>
                <a:gd name="csX464" fmla="*/ 1015995 w 1310926"/>
                <a:gd name="csY464" fmla="*/ 1214011 h 1923942"/>
                <a:gd name="csX465" fmla="*/ 1021389 w 1310926"/>
                <a:gd name="csY465" fmla="*/ 1210648 h 1923942"/>
                <a:gd name="csX466" fmla="*/ 1025049 w 1310926"/>
                <a:gd name="csY466" fmla="*/ 1209758 h 1923942"/>
                <a:gd name="csX467" fmla="*/ 1025559 w 1310926"/>
                <a:gd name="csY467" fmla="*/ 1210610 h 1923942"/>
                <a:gd name="csX468" fmla="*/ 1025955 w 1310926"/>
                <a:gd name="csY468" fmla="*/ 1212147 h 1923942"/>
                <a:gd name="csX469" fmla="*/ 1028534 w 1310926"/>
                <a:gd name="csY469" fmla="*/ 1232713 h 1923942"/>
                <a:gd name="csX470" fmla="*/ 1027453 w 1310926"/>
                <a:gd name="csY470" fmla="*/ 1238130 h 1923942"/>
                <a:gd name="csX471" fmla="*/ 1024547 w 1310926"/>
                <a:gd name="csY471" fmla="*/ 1240474 h 1923942"/>
                <a:gd name="csX472" fmla="*/ 1018331 w 1310926"/>
                <a:gd name="csY472" fmla="*/ 1244301 h 1923942"/>
                <a:gd name="csX473" fmla="*/ 1016718 w 1310926"/>
                <a:gd name="csY473" fmla="*/ 1246157 h 1923942"/>
                <a:gd name="csX474" fmla="*/ 1018552 w 1310926"/>
                <a:gd name="csY474" fmla="*/ 1249398 h 1923942"/>
                <a:gd name="csX475" fmla="*/ 1024395 w 1310926"/>
                <a:gd name="csY475" fmla="*/ 1246347 h 1923942"/>
                <a:gd name="csX476" fmla="*/ 1028184 w 1310926"/>
                <a:gd name="csY476" fmla="*/ 1243022 h 1923942"/>
                <a:gd name="csX477" fmla="*/ 1030208 w 1310926"/>
                <a:gd name="csY477" fmla="*/ 1244232 h 1923942"/>
                <a:gd name="csX478" fmla="*/ 1033517 w 1310926"/>
                <a:gd name="csY478" fmla="*/ 1249307 h 1923942"/>
                <a:gd name="csX479" fmla="*/ 1037253 w 1310926"/>
                <a:gd name="csY479" fmla="*/ 1251902 h 1923942"/>
                <a:gd name="csX480" fmla="*/ 1046749 w 1310926"/>
                <a:gd name="csY480" fmla="*/ 1259647 h 1923942"/>
                <a:gd name="csX481" fmla="*/ 1051246 w 1310926"/>
                <a:gd name="csY481" fmla="*/ 1263893 h 1923942"/>
                <a:gd name="csX482" fmla="*/ 1057576 w 1310926"/>
                <a:gd name="csY482" fmla="*/ 1267979 h 1923942"/>
                <a:gd name="csX483" fmla="*/ 1064728 w 1310926"/>
                <a:gd name="csY483" fmla="*/ 1273624 h 1923942"/>
                <a:gd name="csX484" fmla="*/ 1066592 w 1310926"/>
                <a:gd name="csY484" fmla="*/ 1275610 h 1923942"/>
                <a:gd name="csX485" fmla="*/ 1073128 w 1310926"/>
                <a:gd name="csY485" fmla="*/ 1278524 h 1923942"/>
                <a:gd name="csX486" fmla="*/ 1074528 w 1310926"/>
                <a:gd name="csY486" fmla="*/ 1279521 h 1923942"/>
                <a:gd name="csX487" fmla="*/ 1077229 w 1310926"/>
                <a:gd name="csY487" fmla="*/ 1289381 h 1923942"/>
                <a:gd name="csX488" fmla="*/ 1079481 w 1310926"/>
                <a:gd name="csY488" fmla="*/ 1290477 h 1923942"/>
                <a:gd name="csX489" fmla="*/ 1085986 w 1310926"/>
                <a:gd name="csY489" fmla="*/ 1291101 h 1923942"/>
                <a:gd name="csX490" fmla="*/ 1084845 w 1310926"/>
                <a:gd name="csY490" fmla="*/ 1294905 h 1923942"/>
                <a:gd name="csX491" fmla="*/ 1078492 w 1310926"/>
                <a:gd name="csY491" fmla="*/ 1303313 h 1923942"/>
                <a:gd name="csX492" fmla="*/ 1075205 w 1310926"/>
                <a:gd name="csY492" fmla="*/ 1305991 h 1923942"/>
                <a:gd name="csX493" fmla="*/ 1074391 w 1310926"/>
                <a:gd name="csY493" fmla="*/ 1307634 h 1923942"/>
                <a:gd name="csX494" fmla="*/ 1074703 w 1310926"/>
                <a:gd name="csY494" fmla="*/ 1310571 h 1923942"/>
                <a:gd name="csX495" fmla="*/ 1074893 w 1310926"/>
                <a:gd name="csY495" fmla="*/ 1315479 h 1923942"/>
                <a:gd name="csX496" fmla="*/ 1076217 w 1310926"/>
                <a:gd name="csY496" fmla="*/ 1324457 h 1923942"/>
                <a:gd name="csX497" fmla="*/ 1077708 w 1310926"/>
                <a:gd name="csY497" fmla="*/ 1316148 h 1923942"/>
                <a:gd name="csX498" fmla="*/ 1078751 w 1310926"/>
                <a:gd name="csY498" fmla="*/ 1312207 h 1923942"/>
                <a:gd name="csX499" fmla="*/ 1080143 w 1310926"/>
                <a:gd name="csY499" fmla="*/ 1311028 h 1923942"/>
                <a:gd name="csX500" fmla="*/ 1081512 w 1310926"/>
                <a:gd name="csY500" fmla="*/ 1310853 h 1923942"/>
                <a:gd name="csX501" fmla="*/ 1085956 w 1310926"/>
                <a:gd name="csY501" fmla="*/ 1307109 h 1923942"/>
                <a:gd name="csX502" fmla="*/ 1090422 w 1310926"/>
                <a:gd name="csY502" fmla="*/ 1309118 h 1923942"/>
                <a:gd name="csX503" fmla="*/ 1091579 w 1310926"/>
                <a:gd name="csY503" fmla="*/ 1318545 h 1923942"/>
                <a:gd name="csX504" fmla="*/ 1092149 w 1310926"/>
                <a:gd name="csY504" fmla="*/ 1327280 h 1923942"/>
                <a:gd name="csX505" fmla="*/ 1091761 w 1310926"/>
                <a:gd name="csY505" fmla="*/ 1334782 h 1923942"/>
                <a:gd name="csX506" fmla="*/ 1092248 w 1310926"/>
                <a:gd name="csY506" fmla="*/ 1346354 h 1923942"/>
                <a:gd name="csX507" fmla="*/ 1092081 w 1310926"/>
                <a:gd name="csY507" fmla="*/ 1350242 h 1923942"/>
                <a:gd name="csX508" fmla="*/ 1093138 w 1310926"/>
                <a:gd name="csY508" fmla="*/ 1353598 h 1923942"/>
                <a:gd name="csX509" fmla="*/ 1094234 w 1310926"/>
                <a:gd name="csY509" fmla="*/ 1367415 h 1923942"/>
                <a:gd name="csX510" fmla="*/ 1095330 w 1310926"/>
                <a:gd name="csY510" fmla="*/ 1371539 h 1923942"/>
                <a:gd name="csX511" fmla="*/ 1093131 w 1310926"/>
                <a:gd name="csY511" fmla="*/ 1375221 h 1923942"/>
                <a:gd name="csX512" fmla="*/ 1086336 w 1310926"/>
                <a:gd name="csY512" fmla="*/ 1376819 h 1923942"/>
                <a:gd name="csX513" fmla="*/ 1083651 w 1310926"/>
                <a:gd name="csY513" fmla="*/ 1375008 h 1923942"/>
                <a:gd name="csX514" fmla="*/ 1076932 w 1310926"/>
                <a:gd name="csY514" fmla="*/ 1375617 h 1923942"/>
                <a:gd name="csX515" fmla="*/ 1076925 w 1310926"/>
                <a:gd name="csY515" fmla="*/ 1372375 h 1923942"/>
                <a:gd name="csX516" fmla="*/ 1076597 w 1310926"/>
                <a:gd name="csY516" fmla="*/ 1368647 h 1923942"/>
                <a:gd name="csX517" fmla="*/ 1076575 w 1310926"/>
                <a:gd name="csY517" fmla="*/ 1366038 h 1923942"/>
                <a:gd name="csX518" fmla="*/ 1076126 w 1310926"/>
                <a:gd name="csY518" fmla="*/ 1363671 h 1923942"/>
                <a:gd name="csX519" fmla="*/ 1075806 w 1310926"/>
                <a:gd name="csY519" fmla="*/ 1349991 h 1923942"/>
                <a:gd name="csX520" fmla="*/ 1073904 w 1310926"/>
                <a:gd name="csY520" fmla="*/ 1353385 h 1923942"/>
                <a:gd name="csX521" fmla="*/ 1073790 w 1310926"/>
                <a:gd name="csY521" fmla="*/ 1356162 h 1923942"/>
                <a:gd name="csX522" fmla="*/ 1073288 w 1310926"/>
                <a:gd name="csY522" fmla="*/ 1358984 h 1923942"/>
                <a:gd name="csX523" fmla="*/ 1072123 w 1310926"/>
                <a:gd name="csY523" fmla="*/ 1373646 h 1923942"/>
                <a:gd name="csX524" fmla="*/ 1070389 w 1310926"/>
                <a:gd name="csY524" fmla="*/ 1377222 h 1923942"/>
                <a:gd name="csX525" fmla="*/ 1065009 w 1310926"/>
                <a:gd name="csY525" fmla="*/ 1376362 h 1923942"/>
                <a:gd name="csX526" fmla="*/ 1059714 w 1310926"/>
                <a:gd name="csY526" fmla="*/ 1376887 h 1923942"/>
                <a:gd name="csX527" fmla="*/ 1056785 w 1310926"/>
                <a:gd name="csY527" fmla="*/ 1376347 h 1923942"/>
                <a:gd name="csX528" fmla="*/ 1046878 w 1310926"/>
                <a:gd name="csY528" fmla="*/ 1369690 h 1923942"/>
                <a:gd name="csX529" fmla="*/ 1043044 w 1310926"/>
                <a:gd name="csY529" fmla="*/ 1363633 h 1923942"/>
                <a:gd name="csX530" fmla="*/ 1039650 w 1310926"/>
                <a:gd name="csY530" fmla="*/ 1354480 h 1923942"/>
                <a:gd name="csX531" fmla="*/ 1037558 w 1310926"/>
                <a:gd name="csY531" fmla="*/ 1345875 h 1923942"/>
                <a:gd name="csX532" fmla="*/ 1036766 w 1310926"/>
                <a:gd name="csY532" fmla="*/ 1337817 h 1923942"/>
                <a:gd name="csX533" fmla="*/ 1034385 w 1310926"/>
                <a:gd name="csY533" fmla="*/ 1331228 h 1923942"/>
                <a:gd name="csX534" fmla="*/ 1030429 w 1310926"/>
                <a:gd name="csY534" fmla="*/ 1326123 h 1923942"/>
                <a:gd name="csX535" fmla="*/ 1025757 w 1310926"/>
                <a:gd name="csY535" fmla="*/ 1321976 h 1923942"/>
                <a:gd name="csX536" fmla="*/ 1020370 w 1310926"/>
                <a:gd name="csY536" fmla="*/ 1318788 h 1923942"/>
                <a:gd name="csX537" fmla="*/ 1015638 w 1310926"/>
                <a:gd name="csY537" fmla="*/ 1314665 h 1923942"/>
                <a:gd name="csX538" fmla="*/ 1011559 w 1310926"/>
                <a:gd name="csY538" fmla="*/ 1309597 h 1923942"/>
                <a:gd name="csX539" fmla="*/ 1007078 w 1310926"/>
                <a:gd name="csY539" fmla="*/ 1305641 h 1923942"/>
                <a:gd name="csX540" fmla="*/ 1002178 w 1310926"/>
                <a:gd name="csY540" fmla="*/ 1302811 h 1923942"/>
                <a:gd name="csX541" fmla="*/ 995209 w 1310926"/>
                <a:gd name="csY541" fmla="*/ 1301593 h 1923942"/>
                <a:gd name="csX542" fmla="*/ 985021 w 1310926"/>
                <a:gd name="csY542" fmla="*/ 1302042 h 1923942"/>
                <a:gd name="csX543" fmla="*/ 978142 w 1310926"/>
                <a:gd name="csY543" fmla="*/ 1298846 h 1923942"/>
                <a:gd name="csX544" fmla="*/ 976507 w 1310926"/>
                <a:gd name="csY544" fmla="*/ 1299120 h 1923942"/>
                <a:gd name="csX545" fmla="*/ 974901 w 1310926"/>
                <a:gd name="csY545" fmla="*/ 1300771 h 1923942"/>
                <a:gd name="csX546" fmla="*/ 976081 w 1310926"/>
                <a:gd name="csY546" fmla="*/ 1305466 h 1923942"/>
                <a:gd name="csX547" fmla="*/ 983978 w 1310926"/>
                <a:gd name="csY547" fmla="*/ 1307611 h 1923942"/>
                <a:gd name="csX548" fmla="*/ 990065 w 1310926"/>
                <a:gd name="csY548" fmla="*/ 1308098 h 1923942"/>
                <a:gd name="csX549" fmla="*/ 998138 w 1310926"/>
                <a:gd name="csY549" fmla="*/ 1307794 h 1923942"/>
                <a:gd name="csX550" fmla="*/ 1003076 w 1310926"/>
                <a:gd name="csY550" fmla="*/ 1308996 h 1923942"/>
                <a:gd name="csX551" fmla="*/ 1004886 w 1310926"/>
                <a:gd name="csY551" fmla="*/ 1311697 h 1923942"/>
                <a:gd name="csX552" fmla="*/ 1006134 w 1310926"/>
                <a:gd name="csY552" fmla="*/ 1316491 h 1923942"/>
                <a:gd name="csX553" fmla="*/ 1006819 w 1310926"/>
                <a:gd name="csY553" fmla="*/ 1323354 h 1923942"/>
                <a:gd name="csX554" fmla="*/ 1005221 w 1310926"/>
                <a:gd name="csY554" fmla="*/ 1328771 h 1923942"/>
                <a:gd name="csX555" fmla="*/ 999416 w 1310926"/>
                <a:gd name="csY555" fmla="*/ 1334759 h 1923942"/>
                <a:gd name="csX556" fmla="*/ 996357 w 1310926"/>
                <a:gd name="csY556" fmla="*/ 1337559 h 1923942"/>
                <a:gd name="csX557" fmla="*/ 987417 w 1310926"/>
                <a:gd name="csY557" fmla="*/ 1342915 h 1923942"/>
                <a:gd name="csX558" fmla="*/ 984389 w 1310926"/>
                <a:gd name="csY558" fmla="*/ 1344102 h 1923942"/>
                <a:gd name="csX559" fmla="*/ 976933 w 1310926"/>
                <a:gd name="csY559" fmla="*/ 1344467 h 1923942"/>
                <a:gd name="csX560" fmla="*/ 971203 w 1310926"/>
                <a:gd name="csY560" fmla="*/ 1343958 h 1923942"/>
                <a:gd name="csX561" fmla="*/ 963663 w 1310926"/>
                <a:gd name="csY561" fmla="*/ 1341295 h 1923942"/>
                <a:gd name="csX562" fmla="*/ 959387 w 1310926"/>
                <a:gd name="csY562" fmla="*/ 1340754 h 1923942"/>
                <a:gd name="csX563" fmla="*/ 950539 w 1310926"/>
                <a:gd name="csY563" fmla="*/ 1340397 h 1923942"/>
                <a:gd name="csX564" fmla="*/ 948507 w 1310926"/>
                <a:gd name="csY564" fmla="*/ 1341287 h 1923942"/>
                <a:gd name="csX565" fmla="*/ 950790 w 1310926"/>
                <a:gd name="csY565" fmla="*/ 1344140 h 1923942"/>
                <a:gd name="csX566" fmla="*/ 954541 w 1310926"/>
                <a:gd name="csY566" fmla="*/ 1345753 h 1923942"/>
                <a:gd name="csX567" fmla="*/ 957181 w 1310926"/>
                <a:gd name="csY567" fmla="*/ 1347671 h 1923942"/>
                <a:gd name="csX568" fmla="*/ 957455 w 1310926"/>
                <a:gd name="csY568" fmla="*/ 1351300 h 1923942"/>
                <a:gd name="csX569" fmla="*/ 956504 w 1310926"/>
                <a:gd name="csY569" fmla="*/ 1356664 h 1923942"/>
                <a:gd name="csX570" fmla="*/ 955522 w 1310926"/>
                <a:gd name="csY570" fmla="*/ 1360400 h 1923942"/>
                <a:gd name="csX571" fmla="*/ 953902 w 1310926"/>
                <a:gd name="csY571" fmla="*/ 1363200 h 1923942"/>
                <a:gd name="csX572" fmla="*/ 948096 w 1310926"/>
                <a:gd name="csY572" fmla="*/ 1368480 h 1923942"/>
                <a:gd name="csX573" fmla="*/ 945692 w 1310926"/>
                <a:gd name="csY573" fmla="*/ 1370146 h 1923942"/>
                <a:gd name="csX574" fmla="*/ 934872 w 1310926"/>
                <a:gd name="csY574" fmla="*/ 1375647 h 1923942"/>
                <a:gd name="csX575" fmla="*/ 934119 w 1310926"/>
                <a:gd name="csY575" fmla="*/ 1376705 h 1923942"/>
                <a:gd name="csX576" fmla="*/ 936653 w 1310926"/>
                <a:gd name="csY576" fmla="*/ 1376560 h 1923942"/>
                <a:gd name="csX577" fmla="*/ 943493 w 1310926"/>
                <a:gd name="csY577" fmla="*/ 1374612 h 1923942"/>
                <a:gd name="csX578" fmla="*/ 945464 w 1310926"/>
                <a:gd name="csY578" fmla="*/ 1374666 h 1923942"/>
                <a:gd name="csX579" fmla="*/ 956694 w 1310926"/>
                <a:gd name="csY579" fmla="*/ 1379421 h 1923942"/>
                <a:gd name="csX580" fmla="*/ 965642 w 1310926"/>
                <a:gd name="csY580" fmla="*/ 1379140 h 1923942"/>
                <a:gd name="csX581" fmla="*/ 983765 w 1310926"/>
                <a:gd name="csY581" fmla="*/ 1374749 h 1923942"/>
                <a:gd name="csX582" fmla="*/ 985256 w 1310926"/>
                <a:gd name="csY582" fmla="*/ 1374833 h 1923942"/>
                <a:gd name="csX583" fmla="*/ 986443 w 1310926"/>
                <a:gd name="csY583" fmla="*/ 1375525 h 1923942"/>
                <a:gd name="csX584" fmla="*/ 987645 w 1310926"/>
                <a:gd name="csY584" fmla="*/ 1377169 h 1923942"/>
                <a:gd name="csX585" fmla="*/ 988863 w 1310926"/>
                <a:gd name="csY585" fmla="*/ 1379771 h 1923942"/>
                <a:gd name="csX586" fmla="*/ 987402 w 1310926"/>
                <a:gd name="csY586" fmla="*/ 1382290 h 1923942"/>
                <a:gd name="csX587" fmla="*/ 983263 w 1310926"/>
                <a:gd name="csY587" fmla="*/ 1384709 h 1923942"/>
                <a:gd name="csX588" fmla="*/ 976818 w 1310926"/>
                <a:gd name="csY588" fmla="*/ 1387090 h 1923942"/>
                <a:gd name="csX589" fmla="*/ 974026 w 1310926"/>
                <a:gd name="csY589" fmla="*/ 1388696 h 1923942"/>
                <a:gd name="csX590" fmla="*/ 971356 w 1310926"/>
                <a:gd name="csY590" fmla="*/ 1391131 h 1923942"/>
                <a:gd name="csX591" fmla="*/ 966387 w 1310926"/>
                <a:gd name="csY591" fmla="*/ 1396966 h 1923942"/>
                <a:gd name="csX592" fmla="*/ 964934 w 1310926"/>
                <a:gd name="csY592" fmla="*/ 1402992 h 1923942"/>
                <a:gd name="csX593" fmla="*/ 970161 w 1310926"/>
                <a:gd name="csY593" fmla="*/ 1405275 h 1923942"/>
                <a:gd name="csX594" fmla="*/ 972512 w 1310926"/>
                <a:gd name="csY594" fmla="*/ 1402384 h 1923942"/>
                <a:gd name="csX595" fmla="*/ 975282 w 1310926"/>
                <a:gd name="csY595" fmla="*/ 1395939 h 1923942"/>
                <a:gd name="csX596" fmla="*/ 977777 w 1310926"/>
                <a:gd name="csY596" fmla="*/ 1392143 h 1923942"/>
                <a:gd name="csX597" fmla="*/ 983659 w 1310926"/>
                <a:gd name="csY597" fmla="*/ 1389563 h 1923942"/>
                <a:gd name="csX598" fmla="*/ 990841 w 1310926"/>
                <a:gd name="csY598" fmla="*/ 1390872 h 1923942"/>
                <a:gd name="csX599" fmla="*/ 996388 w 1310926"/>
                <a:gd name="csY599" fmla="*/ 1389343 h 1923942"/>
                <a:gd name="csX600" fmla="*/ 1007725 w 1310926"/>
                <a:gd name="csY600" fmla="*/ 1382929 h 1923942"/>
                <a:gd name="csX601" fmla="*/ 1009756 w 1310926"/>
                <a:gd name="csY601" fmla="*/ 1382533 h 1923942"/>
                <a:gd name="csX602" fmla="*/ 1026434 w 1310926"/>
                <a:gd name="csY602" fmla="*/ 1386208 h 1923942"/>
                <a:gd name="csX603" fmla="*/ 1041552 w 1310926"/>
                <a:gd name="csY603" fmla="*/ 1393398 h 1923942"/>
                <a:gd name="csX604" fmla="*/ 1049526 w 1310926"/>
                <a:gd name="csY604" fmla="*/ 1396031 h 1923942"/>
                <a:gd name="csX605" fmla="*/ 1060079 w 1310926"/>
                <a:gd name="csY605" fmla="*/ 1397583 h 1923942"/>
                <a:gd name="csX606" fmla="*/ 1079055 w 1310926"/>
                <a:gd name="csY606" fmla="*/ 1396875 h 1923942"/>
                <a:gd name="csX607" fmla="*/ 1080721 w 1310926"/>
                <a:gd name="csY607" fmla="*/ 1398001 h 1923942"/>
                <a:gd name="csX608" fmla="*/ 1080105 w 1310926"/>
                <a:gd name="csY608" fmla="*/ 1400535 h 1923942"/>
                <a:gd name="csX609" fmla="*/ 1079002 w 1310926"/>
                <a:gd name="csY609" fmla="*/ 1402673 h 1923942"/>
                <a:gd name="csX610" fmla="*/ 1075836 w 1310926"/>
                <a:gd name="csY610" fmla="*/ 1405648 h 1923942"/>
                <a:gd name="csX611" fmla="*/ 1071994 w 1310926"/>
                <a:gd name="csY611" fmla="*/ 1407611 h 1923942"/>
                <a:gd name="csX612" fmla="*/ 1069620 w 1310926"/>
                <a:gd name="csY612" fmla="*/ 1408166 h 1923942"/>
                <a:gd name="csX613" fmla="*/ 1067596 w 1310926"/>
                <a:gd name="csY613" fmla="*/ 1409566 h 1923942"/>
                <a:gd name="csX614" fmla="*/ 1063054 w 1310926"/>
                <a:gd name="csY614" fmla="*/ 1410936 h 1923942"/>
                <a:gd name="csX615" fmla="*/ 1061890 w 1310926"/>
                <a:gd name="csY615" fmla="*/ 1412047 h 1923942"/>
                <a:gd name="csX616" fmla="*/ 1063465 w 1310926"/>
                <a:gd name="csY616" fmla="*/ 1416886 h 1923942"/>
                <a:gd name="csX617" fmla="*/ 1062719 w 1310926"/>
                <a:gd name="csY617" fmla="*/ 1417631 h 1923942"/>
                <a:gd name="csX618" fmla="*/ 1058717 w 1310926"/>
                <a:gd name="csY618" fmla="*/ 1417715 h 1923942"/>
                <a:gd name="csX619" fmla="*/ 1051976 w 1310926"/>
                <a:gd name="csY619" fmla="*/ 1420857 h 1923942"/>
                <a:gd name="csX620" fmla="*/ 1046444 w 1310926"/>
                <a:gd name="csY620" fmla="*/ 1420637 h 1923942"/>
                <a:gd name="csX621" fmla="*/ 1045288 w 1310926"/>
                <a:gd name="csY621" fmla="*/ 1421093 h 1923942"/>
                <a:gd name="csX622" fmla="*/ 1046338 w 1310926"/>
                <a:gd name="csY622" fmla="*/ 1422257 h 1923942"/>
                <a:gd name="csX623" fmla="*/ 1047449 w 1310926"/>
                <a:gd name="csY623" fmla="*/ 1424502 h 1923942"/>
                <a:gd name="csX624" fmla="*/ 1048628 w 1310926"/>
                <a:gd name="csY624" fmla="*/ 1427819 h 1923942"/>
                <a:gd name="csX625" fmla="*/ 1047981 w 1310926"/>
                <a:gd name="csY625" fmla="*/ 1430185 h 1923942"/>
                <a:gd name="csX626" fmla="*/ 1045501 w 1310926"/>
                <a:gd name="csY626" fmla="*/ 1431593 h 1923942"/>
                <a:gd name="csX627" fmla="*/ 1043622 w 1310926"/>
                <a:gd name="csY627" fmla="*/ 1432049 h 1923942"/>
                <a:gd name="csX628" fmla="*/ 1037132 w 1310926"/>
                <a:gd name="csY628" fmla="*/ 1430079 h 1923942"/>
                <a:gd name="csX629" fmla="*/ 1036082 w 1310926"/>
                <a:gd name="csY629" fmla="*/ 1430376 h 1923942"/>
                <a:gd name="csX630" fmla="*/ 1037033 w 1310926"/>
                <a:gd name="csY630" fmla="*/ 1431798 h 1923942"/>
                <a:gd name="csX631" fmla="*/ 1037573 w 1310926"/>
                <a:gd name="csY631" fmla="*/ 1433959 h 1923942"/>
                <a:gd name="csX632" fmla="*/ 1037702 w 1310926"/>
                <a:gd name="csY632" fmla="*/ 1436866 h 1923942"/>
                <a:gd name="csX633" fmla="*/ 1036112 w 1310926"/>
                <a:gd name="csY633" fmla="*/ 1439293 h 1923942"/>
                <a:gd name="csX634" fmla="*/ 1032795 w 1310926"/>
                <a:gd name="csY634" fmla="*/ 1441248 h 1923942"/>
                <a:gd name="csX635" fmla="*/ 1026609 w 1310926"/>
                <a:gd name="csY635" fmla="*/ 1446620 h 1923942"/>
                <a:gd name="csX636" fmla="*/ 1023916 w 1310926"/>
                <a:gd name="csY636" fmla="*/ 1448149 h 1923942"/>
                <a:gd name="csX637" fmla="*/ 1018240 w 1310926"/>
                <a:gd name="csY637" fmla="*/ 1449412 h 1923942"/>
                <a:gd name="csX638" fmla="*/ 1017045 w 1310926"/>
                <a:gd name="csY638" fmla="*/ 1450112 h 1923942"/>
                <a:gd name="csX639" fmla="*/ 1019350 w 1310926"/>
                <a:gd name="csY639" fmla="*/ 1454206 h 1923942"/>
                <a:gd name="csX640" fmla="*/ 1019092 w 1310926"/>
                <a:gd name="csY640" fmla="*/ 1455841 h 1923942"/>
                <a:gd name="csX641" fmla="*/ 1015257 w 1310926"/>
                <a:gd name="csY641" fmla="*/ 1460247 h 1923942"/>
                <a:gd name="csX642" fmla="*/ 1009452 w 1310926"/>
                <a:gd name="csY642" fmla="*/ 1462986 h 1923942"/>
                <a:gd name="csX643" fmla="*/ 1008660 w 1310926"/>
                <a:gd name="csY643" fmla="*/ 1464462 h 1923942"/>
                <a:gd name="csX644" fmla="*/ 1008128 w 1310926"/>
                <a:gd name="csY644" fmla="*/ 1468418 h 1923942"/>
                <a:gd name="csX645" fmla="*/ 1007702 w 1310926"/>
                <a:gd name="csY645" fmla="*/ 1469993 h 1923942"/>
                <a:gd name="csX646" fmla="*/ 1006165 w 1310926"/>
                <a:gd name="csY646" fmla="*/ 1472253 h 1923942"/>
                <a:gd name="csX647" fmla="*/ 1000656 w 1310926"/>
                <a:gd name="csY647" fmla="*/ 1476544 h 1923942"/>
                <a:gd name="csX648" fmla="*/ 996753 w 1310926"/>
                <a:gd name="csY648" fmla="*/ 1478675 h 1923942"/>
                <a:gd name="csX649" fmla="*/ 994820 w 1310926"/>
                <a:gd name="csY649" fmla="*/ 1480417 h 1923942"/>
                <a:gd name="csX650" fmla="*/ 992424 w 1310926"/>
                <a:gd name="csY650" fmla="*/ 1483323 h 1923942"/>
                <a:gd name="csX651" fmla="*/ 989403 w 1310926"/>
                <a:gd name="csY651" fmla="*/ 1484861 h 1923942"/>
                <a:gd name="csX652" fmla="*/ 985759 w 1310926"/>
                <a:gd name="csY652" fmla="*/ 1485035 h 1923942"/>
                <a:gd name="csX653" fmla="*/ 982304 w 1310926"/>
                <a:gd name="csY653" fmla="*/ 1486124 h 1923942"/>
                <a:gd name="csX654" fmla="*/ 976628 w 1310926"/>
                <a:gd name="csY654" fmla="*/ 1489205 h 1923942"/>
                <a:gd name="csX655" fmla="*/ 972672 w 1310926"/>
                <a:gd name="csY655" fmla="*/ 1490225 h 1923942"/>
                <a:gd name="csX656" fmla="*/ 960179 w 1310926"/>
                <a:gd name="csY656" fmla="*/ 1495520 h 1923942"/>
                <a:gd name="csX657" fmla="*/ 954305 w 1310926"/>
                <a:gd name="csY657" fmla="*/ 1496365 h 1923942"/>
                <a:gd name="csX658" fmla="*/ 949222 w 1310926"/>
                <a:gd name="csY658" fmla="*/ 1498252 h 1923942"/>
                <a:gd name="csX659" fmla="*/ 938761 w 1310926"/>
                <a:gd name="csY659" fmla="*/ 1503281 h 1923942"/>
                <a:gd name="csX660" fmla="*/ 933777 w 1310926"/>
                <a:gd name="csY660" fmla="*/ 1504894 h 1923942"/>
                <a:gd name="csX661" fmla="*/ 930323 w 1310926"/>
                <a:gd name="csY661" fmla="*/ 1506804 h 1923942"/>
                <a:gd name="csX662" fmla="*/ 926549 w 1310926"/>
                <a:gd name="csY662" fmla="*/ 1507351 h 1923942"/>
                <a:gd name="csX663" fmla="*/ 920409 w 1310926"/>
                <a:gd name="csY663" fmla="*/ 1506111 h 1923942"/>
                <a:gd name="csX664" fmla="*/ 917099 w 1310926"/>
                <a:gd name="csY664" fmla="*/ 1506066 h 1923942"/>
                <a:gd name="csX665" fmla="*/ 915060 w 1310926"/>
                <a:gd name="csY665" fmla="*/ 1506819 h 1923942"/>
                <a:gd name="csX666" fmla="*/ 913196 w 1310926"/>
                <a:gd name="csY666" fmla="*/ 1508356 h 1923942"/>
                <a:gd name="csX667" fmla="*/ 910114 w 1310926"/>
                <a:gd name="csY667" fmla="*/ 1512556 h 1923942"/>
                <a:gd name="csX668" fmla="*/ 907497 w 1310926"/>
                <a:gd name="csY668" fmla="*/ 1512875 h 1923942"/>
                <a:gd name="csX669" fmla="*/ 898914 w 1310926"/>
                <a:gd name="csY669" fmla="*/ 1509550 h 1923942"/>
                <a:gd name="csX670" fmla="*/ 899089 w 1310926"/>
                <a:gd name="csY670" fmla="*/ 1511057 h 1923942"/>
                <a:gd name="csX671" fmla="*/ 901357 w 1310926"/>
                <a:gd name="csY671" fmla="*/ 1514656 h 1923942"/>
                <a:gd name="csX672" fmla="*/ 901250 w 1310926"/>
                <a:gd name="csY672" fmla="*/ 1517197 h 1923942"/>
                <a:gd name="csX673" fmla="*/ 896145 w 1310926"/>
                <a:gd name="csY673" fmla="*/ 1519776 h 1923942"/>
                <a:gd name="csX674" fmla="*/ 893398 w 1310926"/>
                <a:gd name="csY674" fmla="*/ 1520430 h 1923942"/>
                <a:gd name="csX675" fmla="*/ 889343 w 1310926"/>
                <a:gd name="csY675" fmla="*/ 1519373 h 1923942"/>
                <a:gd name="csX676" fmla="*/ 883979 w 1310926"/>
                <a:gd name="csY676" fmla="*/ 1516588 h 1923942"/>
                <a:gd name="csX677" fmla="*/ 877093 w 1310926"/>
                <a:gd name="csY677" fmla="*/ 1510760 h 1923942"/>
                <a:gd name="csX678" fmla="*/ 868655 w 1310926"/>
                <a:gd name="csY678" fmla="*/ 1501820 h 1923942"/>
                <a:gd name="csX679" fmla="*/ 864592 w 1310926"/>
                <a:gd name="csY679" fmla="*/ 1498784 h 1923942"/>
                <a:gd name="csX680" fmla="*/ 864889 w 1310926"/>
                <a:gd name="csY680" fmla="*/ 1501668 h 1923942"/>
                <a:gd name="csX681" fmla="*/ 865832 w 1310926"/>
                <a:gd name="csY681" fmla="*/ 1504483 h 1923942"/>
                <a:gd name="csX682" fmla="*/ 867423 w 1310926"/>
                <a:gd name="csY682" fmla="*/ 1507214 h 1923942"/>
                <a:gd name="csX683" fmla="*/ 867742 w 1310926"/>
                <a:gd name="csY683" fmla="*/ 1509193 h 1923942"/>
                <a:gd name="csX684" fmla="*/ 866799 w 1310926"/>
                <a:gd name="csY684" fmla="*/ 1510418 h 1923942"/>
                <a:gd name="csX685" fmla="*/ 865558 w 1310926"/>
                <a:gd name="csY685" fmla="*/ 1511034 h 1923942"/>
                <a:gd name="csX686" fmla="*/ 864014 w 1310926"/>
                <a:gd name="csY686" fmla="*/ 1511042 h 1923942"/>
                <a:gd name="csX687" fmla="*/ 863748 w 1310926"/>
                <a:gd name="csY687" fmla="*/ 1511734 h 1923942"/>
                <a:gd name="csX688" fmla="*/ 866266 w 1310926"/>
                <a:gd name="csY688" fmla="*/ 1515979 h 1923942"/>
                <a:gd name="csX689" fmla="*/ 868252 w 1310926"/>
                <a:gd name="csY689" fmla="*/ 1520324 h 1923942"/>
                <a:gd name="csX690" fmla="*/ 868069 w 1310926"/>
                <a:gd name="csY690" fmla="*/ 1524433 h 1923942"/>
                <a:gd name="csX691" fmla="*/ 865711 w 1310926"/>
                <a:gd name="csY691" fmla="*/ 1528313 h 1923942"/>
                <a:gd name="csX692" fmla="*/ 863687 w 1310926"/>
                <a:gd name="csY692" fmla="*/ 1530580 h 1923942"/>
                <a:gd name="csX693" fmla="*/ 861998 w 1310926"/>
                <a:gd name="csY693" fmla="*/ 1531250 h 1923942"/>
                <a:gd name="csX694" fmla="*/ 851977 w 1310926"/>
                <a:gd name="csY694" fmla="*/ 1540852 h 1923942"/>
                <a:gd name="csX695" fmla="*/ 849185 w 1310926"/>
                <a:gd name="csY695" fmla="*/ 1542062 h 1923942"/>
                <a:gd name="csX696" fmla="*/ 847914 w 1310926"/>
                <a:gd name="csY696" fmla="*/ 1543241 h 1923942"/>
                <a:gd name="csX697" fmla="*/ 846872 w 1310926"/>
                <a:gd name="csY697" fmla="*/ 1545006 h 1923942"/>
                <a:gd name="csX698" fmla="*/ 843958 w 1310926"/>
                <a:gd name="csY698" fmla="*/ 1552881 h 1923942"/>
                <a:gd name="csX699" fmla="*/ 842778 w 1310926"/>
                <a:gd name="csY699" fmla="*/ 1555278 h 1923942"/>
                <a:gd name="csX700" fmla="*/ 840435 w 1310926"/>
                <a:gd name="csY700" fmla="*/ 1558390 h 1923942"/>
                <a:gd name="csX701" fmla="*/ 839453 w 1310926"/>
                <a:gd name="csY701" fmla="*/ 1558930 h 1923942"/>
                <a:gd name="csX702" fmla="*/ 839172 w 1310926"/>
                <a:gd name="csY702" fmla="*/ 1560200 h 1923942"/>
                <a:gd name="csX703" fmla="*/ 839598 w 1310926"/>
                <a:gd name="csY703" fmla="*/ 1562194 h 1923942"/>
                <a:gd name="csX704" fmla="*/ 838951 w 1310926"/>
                <a:gd name="csY704" fmla="*/ 1565511 h 1923942"/>
                <a:gd name="csX705" fmla="*/ 837239 w 1310926"/>
                <a:gd name="csY705" fmla="*/ 1570137 h 1923942"/>
                <a:gd name="csX706" fmla="*/ 831404 w 1310926"/>
                <a:gd name="csY706" fmla="*/ 1582828 h 1923942"/>
                <a:gd name="csX707" fmla="*/ 826702 w 1310926"/>
                <a:gd name="csY707" fmla="*/ 1594561 h 1923942"/>
                <a:gd name="csX708" fmla="*/ 824639 w 1310926"/>
                <a:gd name="csY708" fmla="*/ 1598380 h 1923942"/>
                <a:gd name="csX709" fmla="*/ 823133 w 1310926"/>
                <a:gd name="csY709" fmla="*/ 1599993 h 1923942"/>
                <a:gd name="csX710" fmla="*/ 822182 w 1310926"/>
                <a:gd name="csY710" fmla="*/ 1599415 h 1923942"/>
                <a:gd name="csX711" fmla="*/ 819846 w 1310926"/>
                <a:gd name="csY711" fmla="*/ 1599712 h 1923942"/>
                <a:gd name="csX712" fmla="*/ 818712 w 1310926"/>
                <a:gd name="csY712" fmla="*/ 1601758 h 1923942"/>
                <a:gd name="csX713" fmla="*/ 817685 w 1310926"/>
                <a:gd name="csY713" fmla="*/ 1605449 h 1923942"/>
                <a:gd name="csX714" fmla="*/ 816567 w 1310926"/>
                <a:gd name="csY714" fmla="*/ 1608256 h 1923942"/>
                <a:gd name="csX715" fmla="*/ 815357 w 1310926"/>
                <a:gd name="csY715" fmla="*/ 1610181 h 1923942"/>
                <a:gd name="csX716" fmla="*/ 805922 w 1310926"/>
                <a:gd name="csY716" fmla="*/ 1618459 h 1923942"/>
                <a:gd name="csX717" fmla="*/ 803495 w 1310926"/>
                <a:gd name="csY717" fmla="*/ 1619988 h 1923942"/>
                <a:gd name="csX718" fmla="*/ 801312 w 1310926"/>
                <a:gd name="csY718" fmla="*/ 1619022 h 1923942"/>
                <a:gd name="csX719" fmla="*/ 798732 w 1310926"/>
                <a:gd name="csY719" fmla="*/ 1619395 h 1923942"/>
                <a:gd name="csX720" fmla="*/ 793384 w 1310926"/>
                <a:gd name="csY720" fmla="*/ 1615035 h 1923942"/>
                <a:gd name="csX721" fmla="*/ 792455 w 1310926"/>
                <a:gd name="csY721" fmla="*/ 1613430 h 1923942"/>
                <a:gd name="csX722" fmla="*/ 789001 w 1310926"/>
                <a:gd name="csY722" fmla="*/ 1609831 h 1923942"/>
                <a:gd name="csX723" fmla="*/ 789115 w 1310926"/>
                <a:gd name="csY723" fmla="*/ 1611710 h 1923942"/>
                <a:gd name="csX724" fmla="*/ 789693 w 1310926"/>
                <a:gd name="csY724" fmla="*/ 1612745 h 1923942"/>
                <a:gd name="csX725" fmla="*/ 790173 w 1310926"/>
                <a:gd name="csY725" fmla="*/ 1614259 h 1923942"/>
                <a:gd name="csX726" fmla="*/ 791383 w 1310926"/>
                <a:gd name="csY726" fmla="*/ 1616116 h 1923942"/>
                <a:gd name="csX727" fmla="*/ 794061 w 1310926"/>
                <a:gd name="csY727" fmla="*/ 1625832 h 1923942"/>
                <a:gd name="csX728" fmla="*/ 791945 w 1310926"/>
                <a:gd name="csY728" fmla="*/ 1627818 h 1923942"/>
                <a:gd name="csX729" fmla="*/ 790051 w 1310926"/>
                <a:gd name="csY729" fmla="*/ 1630077 h 1923942"/>
                <a:gd name="csX730" fmla="*/ 785219 w 1310926"/>
                <a:gd name="csY730" fmla="*/ 1633889 h 1923942"/>
                <a:gd name="csX731" fmla="*/ 779993 w 1310926"/>
                <a:gd name="csY731" fmla="*/ 1640250 h 1923942"/>
                <a:gd name="csX732" fmla="*/ 778068 w 1310926"/>
                <a:gd name="csY732" fmla="*/ 1642023 h 1923942"/>
                <a:gd name="csX733" fmla="*/ 777634 w 1310926"/>
                <a:gd name="csY733" fmla="*/ 1636841 h 1923942"/>
                <a:gd name="csX734" fmla="*/ 777854 w 1310926"/>
                <a:gd name="csY734" fmla="*/ 1635289 h 1923942"/>
                <a:gd name="csX735" fmla="*/ 774902 w 1310926"/>
                <a:gd name="csY735" fmla="*/ 1632771 h 1923942"/>
                <a:gd name="csX736" fmla="*/ 774994 w 1310926"/>
                <a:gd name="csY736" fmla="*/ 1634582 h 1923942"/>
                <a:gd name="csX737" fmla="*/ 774689 w 1310926"/>
                <a:gd name="csY737" fmla="*/ 1636271 h 1923942"/>
                <a:gd name="csX738" fmla="*/ 772551 w 1310926"/>
                <a:gd name="csY738" fmla="*/ 1642982 h 1923942"/>
                <a:gd name="csX739" fmla="*/ 771958 w 1310926"/>
                <a:gd name="csY739" fmla="*/ 1644138 h 1923942"/>
                <a:gd name="csX740" fmla="*/ 770900 w 1310926"/>
                <a:gd name="csY740" fmla="*/ 1643879 h 1923942"/>
                <a:gd name="csX741" fmla="*/ 768602 w 1310926"/>
                <a:gd name="csY741" fmla="*/ 1645112 h 1923942"/>
                <a:gd name="csX742" fmla="*/ 766251 w 1310926"/>
                <a:gd name="csY742" fmla="*/ 1644526 h 1923942"/>
                <a:gd name="csX743" fmla="*/ 764250 w 1310926"/>
                <a:gd name="csY743" fmla="*/ 1641483 h 1923942"/>
                <a:gd name="csX744" fmla="*/ 763459 w 1310926"/>
                <a:gd name="csY744" fmla="*/ 1639900 h 1923942"/>
                <a:gd name="csX745" fmla="*/ 759822 w 1310926"/>
                <a:gd name="csY745" fmla="*/ 1644245 h 1923942"/>
                <a:gd name="csX746" fmla="*/ 758057 w 1310926"/>
                <a:gd name="csY746" fmla="*/ 1644130 h 1923942"/>
                <a:gd name="csX747" fmla="*/ 757760 w 1310926"/>
                <a:gd name="csY747" fmla="*/ 1647767 h 1923942"/>
                <a:gd name="csX748" fmla="*/ 756048 w 1310926"/>
                <a:gd name="csY748" fmla="*/ 1651077 h 1923942"/>
                <a:gd name="csX749" fmla="*/ 753789 w 1310926"/>
                <a:gd name="csY749" fmla="*/ 1652507 h 1923942"/>
                <a:gd name="csX750" fmla="*/ 750631 w 1310926"/>
                <a:gd name="csY750" fmla="*/ 1652393 h 1923942"/>
                <a:gd name="csX751" fmla="*/ 748698 w 1310926"/>
                <a:gd name="csY751" fmla="*/ 1654349 h 1923942"/>
                <a:gd name="csX752" fmla="*/ 744415 w 1310926"/>
                <a:gd name="csY752" fmla="*/ 1652256 h 1923942"/>
                <a:gd name="csX753" fmla="*/ 743426 w 1310926"/>
                <a:gd name="csY753" fmla="*/ 1648323 h 1923942"/>
                <a:gd name="csX754" fmla="*/ 746819 w 1310926"/>
                <a:gd name="csY754" fmla="*/ 1642913 h 1923942"/>
                <a:gd name="csX755" fmla="*/ 747778 w 1310926"/>
                <a:gd name="csY755" fmla="*/ 1640676 h 1923942"/>
                <a:gd name="csX756" fmla="*/ 747154 w 1310926"/>
                <a:gd name="csY756" fmla="*/ 1637914 h 1923942"/>
                <a:gd name="csX757" fmla="*/ 747976 w 1310926"/>
                <a:gd name="csY757" fmla="*/ 1634338 h 1923942"/>
                <a:gd name="csX758" fmla="*/ 754458 w 1310926"/>
                <a:gd name="csY758" fmla="*/ 1622933 h 1923942"/>
                <a:gd name="csX759" fmla="*/ 758848 w 1310926"/>
                <a:gd name="csY759" fmla="*/ 1617120 h 1923942"/>
                <a:gd name="csX760" fmla="*/ 758597 w 1310926"/>
                <a:gd name="csY760" fmla="*/ 1616078 h 1923942"/>
                <a:gd name="csX761" fmla="*/ 752632 w 1310926"/>
                <a:gd name="csY761" fmla="*/ 1614807 h 1923942"/>
                <a:gd name="csX762" fmla="*/ 747420 w 1310926"/>
                <a:gd name="csY762" fmla="*/ 1612806 h 1923942"/>
                <a:gd name="csX763" fmla="*/ 742345 w 1310926"/>
                <a:gd name="csY763" fmla="*/ 1612121 h 1923942"/>
                <a:gd name="csX764" fmla="*/ 740101 w 1310926"/>
                <a:gd name="csY764" fmla="*/ 1612798 h 1923942"/>
                <a:gd name="csX765" fmla="*/ 743677 w 1310926"/>
                <a:gd name="csY765" fmla="*/ 1616146 h 1923942"/>
                <a:gd name="csX766" fmla="*/ 748737 w 1310926"/>
                <a:gd name="csY766" fmla="*/ 1619387 h 1923942"/>
                <a:gd name="csX767" fmla="*/ 746249 w 1310926"/>
                <a:gd name="csY767" fmla="*/ 1622476 h 1923942"/>
                <a:gd name="csX768" fmla="*/ 744103 w 1310926"/>
                <a:gd name="csY768" fmla="*/ 1625748 h 1923942"/>
                <a:gd name="csX769" fmla="*/ 741881 w 1310926"/>
                <a:gd name="csY769" fmla="*/ 1634612 h 1923942"/>
                <a:gd name="csX770" fmla="*/ 740458 w 1310926"/>
                <a:gd name="csY770" fmla="*/ 1638226 h 1923942"/>
                <a:gd name="csX771" fmla="*/ 734942 w 1310926"/>
                <a:gd name="csY771" fmla="*/ 1634080 h 1923942"/>
                <a:gd name="csX772" fmla="*/ 732332 w 1310926"/>
                <a:gd name="csY772" fmla="*/ 1632672 h 1923942"/>
                <a:gd name="csX773" fmla="*/ 733991 w 1310926"/>
                <a:gd name="csY773" fmla="*/ 1637275 h 1923942"/>
                <a:gd name="csX774" fmla="*/ 738822 w 1310926"/>
                <a:gd name="csY774" fmla="*/ 1641627 h 1923942"/>
                <a:gd name="csX775" fmla="*/ 739135 w 1310926"/>
                <a:gd name="csY775" fmla="*/ 1643058 h 1923942"/>
                <a:gd name="csX776" fmla="*/ 739104 w 1310926"/>
                <a:gd name="csY776" fmla="*/ 1648209 h 1923942"/>
                <a:gd name="csX777" fmla="*/ 729852 w 1310926"/>
                <a:gd name="csY777" fmla="*/ 1652736 h 1923942"/>
                <a:gd name="csX778" fmla="*/ 720197 w 1310926"/>
                <a:gd name="csY778" fmla="*/ 1653420 h 1923942"/>
                <a:gd name="csX779" fmla="*/ 713265 w 1310926"/>
                <a:gd name="csY779" fmla="*/ 1654699 h 1923942"/>
                <a:gd name="csX780" fmla="*/ 701571 w 1310926"/>
                <a:gd name="csY780" fmla="*/ 1656251 h 1923942"/>
                <a:gd name="csX781" fmla="*/ 697029 w 1310926"/>
                <a:gd name="csY781" fmla="*/ 1656251 h 1923942"/>
                <a:gd name="csX782" fmla="*/ 696641 w 1310926"/>
                <a:gd name="csY782" fmla="*/ 1657986 h 1923942"/>
                <a:gd name="csX783" fmla="*/ 708076 w 1310926"/>
                <a:gd name="csY783" fmla="*/ 1665868 h 1923942"/>
                <a:gd name="csX784" fmla="*/ 709743 w 1310926"/>
                <a:gd name="csY784" fmla="*/ 1667306 h 1923942"/>
                <a:gd name="csX785" fmla="*/ 708152 w 1310926"/>
                <a:gd name="csY785" fmla="*/ 1670007 h 1923942"/>
                <a:gd name="csX786" fmla="*/ 705786 w 1310926"/>
                <a:gd name="csY786" fmla="*/ 1671681 h 1923942"/>
                <a:gd name="csX787" fmla="*/ 702073 w 1310926"/>
                <a:gd name="csY787" fmla="*/ 1677441 h 1923942"/>
                <a:gd name="csX788" fmla="*/ 700133 w 1310926"/>
                <a:gd name="csY788" fmla="*/ 1679419 h 1923942"/>
                <a:gd name="csX789" fmla="*/ 695324 w 1310926"/>
                <a:gd name="csY789" fmla="*/ 1682135 h 1923942"/>
                <a:gd name="csX790" fmla="*/ 686475 w 1310926"/>
                <a:gd name="csY790" fmla="*/ 1679107 h 1923942"/>
                <a:gd name="csX791" fmla="*/ 681926 w 1310926"/>
                <a:gd name="csY791" fmla="*/ 1680461 h 1923942"/>
                <a:gd name="csX792" fmla="*/ 677574 w 1310926"/>
                <a:gd name="csY792" fmla="*/ 1679510 h 1923942"/>
                <a:gd name="csX793" fmla="*/ 677482 w 1310926"/>
                <a:gd name="csY793" fmla="*/ 1682820 h 1923942"/>
                <a:gd name="csX794" fmla="*/ 678783 w 1310926"/>
                <a:gd name="csY794" fmla="*/ 1685232 h 1923942"/>
                <a:gd name="csX795" fmla="*/ 680100 w 1310926"/>
                <a:gd name="csY795" fmla="*/ 1691205 h 1923942"/>
                <a:gd name="csX796" fmla="*/ 683021 w 1310926"/>
                <a:gd name="csY796" fmla="*/ 1690740 h 1923942"/>
                <a:gd name="csX797" fmla="*/ 686734 w 1310926"/>
                <a:gd name="csY797" fmla="*/ 1688861 h 1923942"/>
                <a:gd name="csX798" fmla="*/ 689603 w 1310926"/>
                <a:gd name="csY798" fmla="*/ 1693373 h 1923942"/>
                <a:gd name="csX799" fmla="*/ 691490 w 1310926"/>
                <a:gd name="csY799" fmla="*/ 1700982 h 1923942"/>
                <a:gd name="csX800" fmla="*/ 694784 w 1310926"/>
                <a:gd name="csY800" fmla="*/ 1704824 h 1923942"/>
                <a:gd name="csX801" fmla="*/ 696245 w 1310926"/>
                <a:gd name="csY801" fmla="*/ 1707791 h 1923942"/>
                <a:gd name="csX802" fmla="*/ 696838 w 1310926"/>
                <a:gd name="csY802" fmla="*/ 1710584 h 1923942"/>
                <a:gd name="csX803" fmla="*/ 694784 w 1310926"/>
                <a:gd name="csY803" fmla="*/ 1713361 h 1923942"/>
                <a:gd name="csX804" fmla="*/ 690531 w 1310926"/>
                <a:gd name="csY804" fmla="*/ 1717271 h 1923942"/>
                <a:gd name="csX805" fmla="*/ 685814 w 1310926"/>
                <a:gd name="csY805" fmla="*/ 1718002 h 1923942"/>
                <a:gd name="csX806" fmla="*/ 686072 w 1310926"/>
                <a:gd name="csY806" fmla="*/ 1721091 h 1923942"/>
                <a:gd name="csX807" fmla="*/ 684033 w 1310926"/>
                <a:gd name="csY807" fmla="*/ 1723305 h 1923942"/>
                <a:gd name="csX808" fmla="*/ 679704 w 1310926"/>
                <a:gd name="csY808" fmla="*/ 1722658 h 1923942"/>
                <a:gd name="csX809" fmla="*/ 677680 w 1310926"/>
                <a:gd name="csY809" fmla="*/ 1721106 h 1923942"/>
                <a:gd name="csX810" fmla="*/ 675580 w 1310926"/>
                <a:gd name="csY810" fmla="*/ 1720376 h 1923942"/>
                <a:gd name="csX811" fmla="*/ 666967 w 1310926"/>
                <a:gd name="csY811" fmla="*/ 1719547 h 1923942"/>
                <a:gd name="csX812" fmla="*/ 675641 w 1310926"/>
                <a:gd name="csY812" fmla="*/ 1725481 h 1923942"/>
                <a:gd name="csX813" fmla="*/ 678722 w 1310926"/>
                <a:gd name="csY813" fmla="*/ 1728235 h 1923942"/>
                <a:gd name="csX814" fmla="*/ 680092 w 1310926"/>
                <a:gd name="csY814" fmla="*/ 1726607 h 1923942"/>
                <a:gd name="csX815" fmla="*/ 683097 w 1310926"/>
                <a:gd name="csY815" fmla="*/ 1726212 h 1923942"/>
                <a:gd name="csX816" fmla="*/ 687533 w 1310926"/>
                <a:gd name="csY816" fmla="*/ 1727718 h 1923942"/>
                <a:gd name="csX817" fmla="*/ 686795 w 1310926"/>
                <a:gd name="csY817" fmla="*/ 1737655 h 1923942"/>
                <a:gd name="csX818" fmla="*/ 688735 w 1310926"/>
                <a:gd name="csY818" fmla="*/ 1745651 h 1923942"/>
                <a:gd name="csX819" fmla="*/ 688971 w 1310926"/>
                <a:gd name="csY819" fmla="*/ 1747439 h 1923942"/>
                <a:gd name="csX820" fmla="*/ 684246 w 1310926"/>
                <a:gd name="csY820" fmla="*/ 1752202 h 1923942"/>
                <a:gd name="csX821" fmla="*/ 684170 w 1310926"/>
                <a:gd name="csY821" fmla="*/ 1756638 h 1923942"/>
                <a:gd name="csX822" fmla="*/ 681355 w 1310926"/>
                <a:gd name="csY822" fmla="*/ 1757871 h 1923942"/>
                <a:gd name="csX823" fmla="*/ 678327 w 1310926"/>
                <a:gd name="csY823" fmla="*/ 1757589 h 1923942"/>
                <a:gd name="csX824" fmla="*/ 678167 w 1310926"/>
                <a:gd name="csY824" fmla="*/ 1762436 h 1923942"/>
                <a:gd name="csX825" fmla="*/ 676113 w 1310926"/>
                <a:gd name="csY825" fmla="*/ 1765449 h 1923942"/>
                <a:gd name="csX826" fmla="*/ 676478 w 1310926"/>
                <a:gd name="csY826" fmla="*/ 1767336 h 1923942"/>
                <a:gd name="csX827" fmla="*/ 677064 w 1310926"/>
                <a:gd name="csY827" fmla="*/ 1769017 h 1923942"/>
                <a:gd name="csX828" fmla="*/ 675192 w 1310926"/>
                <a:gd name="csY828" fmla="*/ 1772076 h 1923942"/>
                <a:gd name="csX829" fmla="*/ 673503 w 1310926"/>
                <a:gd name="csY829" fmla="*/ 1775789 h 1923942"/>
                <a:gd name="csX830" fmla="*/ 671084 w 1310926"/>
                <a:gd name="csY830" fmla="*/ 1779030 h 1923942"/>
                <a:gd name="csX831" fmla="*/ 669805 w 1310926"/>
                <a:gd name="csY831" fmla="*/ 1778695 h 1923942"/>
                <a:gd name="csX832" fmla="*/ 665963 w 1310926"/>
                <a:gd name="csY832" fmla="*/ 1778908 h 1923942"/>
                <a:gd name="csX833" fmla="*/ 661345 w 1310926"/>
                <a:gd name="csY833" fmla="*/ 1778634 h 1923942"/>
                <a:gd name="csX834" fmla="*/ 657601 w 1310926"/>
                <a:gd name="csY834" fmla="*/ 1774419 h 1923942"/>
                <a:gd name="csX835" fmla="*/ 656049 w 1310926"/>
                <a:gd name="csY835" fmla="*/ 1773012 h 1923942"/>
                <a:gd name="csX836" fmla="*/ 654299 w 1310926"/>
                <a:gd name="csY836" fmla="*/ 1772091 h 1923942"/>
                <a:gd name="csX837" fmla="*/ 654968 w 1310926"/>
                <a:gd name="csY837" fmla="*/ 1774807 h 1923942"/>
                <a:gd name="csX838" fmla="*/ 656018 w 1310926"/>
                <a:gd name="csY838" fmla="*/ 1776436 h 1923942"/>
                <a:gd name="csX839" fmla="*/ 659473 w 1310926"/>
                <a:gd name="csY839" fmla="*/ 1779479 h 1923942"/>
                <a:gd name="csX840" fmla="*/ 665834 w 1310926"/>
                <a:gd name="csY840" fmla="*/ 1783230 h 1923942"/>
                <a:gd name="csX841" fmla="*/ 665636 w 1310926"/>
                <a:gd name="csY841" fmla="*/ 1785885 h 1923942"/>
                <a:gd name="csX842" fmla="*/ 663939 w 1310926"/>
                <a:gd name="csY842" fmla="*/ 1787034 h 1923942"/>
                <a:gd name="csX843" fmla="*/ 659975 w 1310926"/>
                <a:gd name="csY843" fmla="*/ 1794224 h 1923942"/>
                <a:gd name="csX844" fmla="*/ 658567 w 1310926"/>
                <a:gd name="csY844" fmla="*/ 1794384 h 1923942"/>
                <a:gd name="csX845" fmla="*/ 656787 w 1310926"/>
                <a:gd name="csY845" fmla="*/ 1796233 h 1923942"/>
                <a:gd name="csX846" fmla="*/ 651294 w 1310926"/>
                <a:gd name="csY846" fmla="*/ 1795609 h 1923942"/>
                <a:gd name="csX847" fmla="*/ 648988 w 1310926"/>
                <a:gd name="csY847" fmla="*/ 1794871 h 1923942"/>
                <a:gd name="csX848" fmla="*/ 642209 w 1310926"/>
                <a:gd name="csY848" fmla="*/ 1795343 h 1923942"/>
                <a:gd name="csX849" fmla="*/ 639903 w 1310926"/>
                <a:gd name="csY849" fmla="*/ 1794711 h 1923942"/>
                <a:gd name="csX850" fmla="*/ 637925 w 1310926"/>
                <a:gd name="csY850" fmla="*/ 1795016 h 1923942"/>
                <a:gd name="csX851" fmla="*/ 639767 w 1310926"/>
                <a:gd name="csY851" fmla="*/ 1797040 h 1923942"/>
                <a:gd name="csX852" fmla="*/ 643647 w 1310926"/>
                <a:gd name="csY852" fmla="*/ 1798858 h 1923942"/>
                <a:gd name="csX853" fmla="*/ 648060 w 1310926"/>
                <a:gd name="csY853" fmla="*/ 1800684 h 1923942"/>
                <a:gd name="csX854" fmla="*/ 654771 w 1310926"/>
                <a:gd name="csY854" fmla="*/ 1802061 h 1923942"/>
                <a:gd name="csX855" fmla="*/ 654527 w 1310926"/>
                <a:gd name="csY855" fmla="*/ 1804663 h 1923942"/>
                <a:gd name="csX856" fmla="*/ 652846 w 1310926"/>
                <a:gd name="csY856" fmla="*/ 1806794 h 1923942"/>
                <a:gd name="csX857" fmla="*/ 653812 w 1310926"/>
                <a:gd name="csY857" fmla="*/ 1809967 h 1923942"/>
                <a:gd name="csX858" fmla="*/ 653059 w 1310926"/>
                <a:gd name="csY858" fmla="*/ 1812234 h 1923942"/>
                <a:gd name="csX859" fmla="*/ 652739 w 1310926"/>
                <a:gd name="csY859" fmla="*/ 1814927 h 1923942"/>
                <a:gd name="csX860" fmla="*/ 651172 w 1310926"/>
                <a:gd name="csY860" fmla="*/ 1821166 h 1923942"/>
                <a:gd name="csX861" fmla="*/ 652998 w 1310926"/>
                <a:gd name="csY861" fmla="*/ 1825427 h 1923942"/>
                <a:gd name="csX862" fmla="*/ 654984 w 1310926"/>
                <a:gd name="csY862" fmla="*/ 1827504 h 1923942"/>
                <a:gd name="csX863" fmla="*/ 654756 w 1310926"/>
                <a:gd name="csY863" fmla="*/ 1830236 h 1923942"/>
                <a:gd name="csX864" fmla="*/ 655691 w 1310926"/>
                <a:gd name="csY864" fmla="*/ 1834588 h 1923942"/>
                <a:gd name="csX865" fmla="*/ 652709 w 1310926"/>
                <a:gd name="csY865" fmla="*/ 1838461 h 1923942"/>
                <a:gd name="csX866" fmla="*/ 650236 w 1310926"/>
                <a:gd name="csY866" fmla="*/ 1838316 h 1923942"/>
                <a:gd name="csX867" fmla="*/ 646713 w 1310926"/>
                <a:gd name="csY867" fmla="*/ 1839183 h 1923942"/>
                <a:gd name="csX868" fmla="*/ 645542 w 1310926"/>
                <a:gd name="csY868" fmla="*/ 1840888 h 1923942"/>
                <a:gd name="csX869" fmla="*/ 651126 w 1310926"/>
                <a:gd name="csY869" fmla="*/ 1842493 h 1923942"/>
                <a:gd name="csX870" fmla="*/ 650616 w 1310926"/>
                <a:gd name="csY870" fmla="*/ 1845377 h 1923942"/>
                <a:gd name="csX871" fmla="*/ 649095 w 1310926"/>
                <a:gd name="csY871" fmla="*/ 1848983 h 1923942"/>
                <a:gd name="csX872" fmla="*/ 647497 w 1310926"/>
                <a:gd name="csY872" fmla="*/ 1856752 h 1923942"/>
                <a:gd name="csX873" fmla="*/ 644248 w 1310926"/>
                <a:gd name="csY873" fmla="*/ 1869975 h 1923942"/>
                <a:gd name="csX874" fmla="*/ 642726 w 1310926"/>
                <a:gd name="csY874" fmla="*/ 1882986 h 1923942"/>
                <a:gd name="csX875" fmla="*/ 635749 w 1310926"/>
                <a:gd name="csY875" fmla="*/ 1893592 h 1923942"/>
                <a:gd name="csX876" fmla="*/ 633277 w 1310926"/>
                <a:gd name="csY876" fmla="*/ 1893889 h 1923942"/>
                <a:gd name="csX877" fmla="*/ 632653 w 1310926"/>
                <a:gd name="csY877" fmla="*/ 1894307 h 1923942"/>
                <a:gd name="csX878" fmla="*/ 629251 w 1310926"/>
                <a:gd name="csY878" fmla="*/ 1893767 h 1923942"/>
                <a:gd name="csX879" fmla="*/ 623910 w 1310926"/>
                <a:gd name="csY879" fmla="*/ 1891325 h 1923942"/>
                <a:gd name="csX880" fmla="*/ 619779 w 1310926"/>
                <a:gd name="csY880" fmla="*/ 1890518 h 1923942"/>
                <a:gd name="csX881" fmla="*/ 616986 w 1310926"/>
                <a:gd name="csY881" fmla="*/ 1890488 h 1923942"/>
                <a:gd name="csX882" fmla="*/ 616629 w 1310926"/>
                <a:gd name="csY882" fmla="*/ 1891705 h 1923942"/>
                <a:gd name="csX883" fmla="*/ 618942 w 1310926"/>
                <a:gd name="csY883" fmla="*/ 1893668 h 1923942"/>
                <a:gd name="csX884" fmla="*/ 622480 w 1310926"/>
                <a:gd name="csY884" fmla="*/ 1894490 h 1923942"/>
                <a:gd name="csX885" fmla="*/ 625310 w 1310926"/>
                <a:gd name="csY885" fmla="*/ 1895791 h 1923942"/>
                <a:gd name="csX886" fmla="*/ 630385 w 1310926"/>
                <a:gd name="csY886" fmla="*/ 1897001 h 1923942"/>
                <a:gd name="csX887" fmla="*/ 632150 w 1310926"/>
                <a:gd name="csY887" fmla="*/ 1899344 h 1923942"/>
                <a:gd name="csX888" fmla="*/ 633360 w 1310926"/>
                <a:gd name="csY888" fmla="*/ 1901840 h 1923942"/>
                <a:gd name="csX889" fmla="*/ 633185 w 1310926"/>
                <a:gd name="csY889" fmla="*/ 1903209 h 1923942"/>
                <a:gd name="csX890" fmla="*/ 633178 w 1310926"/>
                <a:gd name="csY890" fmla="*/ 1904822 h 1923942"/>
                <a:gd name="csX891" fmla="*/ 634083 w 1310926"/>
                <a:gd name="csY891" fmla="*/ 1913489 h 1923942"/>
                <a:gd name="csX892" fmla="*/ 631694 w 1310926"/>
                <a:gd name="csY892" fmla="*/ 1916471 h 1923942"/>
                <a:gd name="csX893" fmla="*/ 629868 w 1310926"/>
                <a:gd name="csY893" fmla="*/ 1919165 h 1923942"/>
                <a:gd name="csX894" fmla="*/ 623530 w 1310926"/>
                <a:gd name="csY894" fmla="*/ 1918792 h 1923942"/>
                <a:gd name="csX895" fmla="*/ 622427 w 1310926"/>
                <a:gd name="csY895" fmla="*/ 1917848 h 1923942"/>
                <a:gd name="csX896" fmla="*/ 616309 w 1310926"/>
                <a:gd name="csY896" fmla="*/ 1915010 h 1923942"/>
                <a:gd name="csX897" fmla="*/ 616682 w 1310926"/>
                <a:gd name="csY897" fmla="*/ 1916342 h 1923942"/>
                <a:gd name="csX898" fmla="*/ 621110 w 1310926"/>
                <a:gd name="csY898" fmla="*/ 1920192 h 1923942"/>
                <a:gd name="csX899" fmla="*/ 622655 w 1310926"/>
                <a:gd name="csY899" fmla="*/ 1922109 h 1923942"/>
                <a:gd name="csX900" fmla="*/ 621620 w 1310926"/>
                <a:gd name="csY900" fmla="*/ 1922505 h 1923942"/>
                <a:gd name="csX901" fmla="*/ 619832 w 1310926"/>
                <a:gd name="csY901" fmla="*/ 1922649 h 1923942"/>
                <a:gd name="csX902" fmla="*/ 617344 w 1310926"/>
                <a:gd name="csY902" fmla="*/ 1923943 h 1923942"/>
                <a:gd name="csX903" fmla="*/ 612847 w 1310926"/>
                <a:gd name="csY903" fmla="*/ 1923243 h 1923942"/>
                <a:gd name="csX904" fmla="*/ 613099 w 1310926"/>
                <a:gd name="csY904" fmla="*/ 1921303 h 1923942"/>
                <a:gd name="csX905" fmla="*/ 613951 w 1310926"/>
                <a:gd name="csY905" fmla="*/ 1919302 h 1923942"/>
                <a:gd name="csX906" fmla="*/ 611896 w 1310926"/>
                <a:gd name="csY906" fmla="*/ 1919644 h 1923942"/>
                <a:gd name="csX907" fmla="*/ 609606 w 1310926"/>
                <a:gd name="csY907" fmla="*/ 1920656 h 1923942"/>
                <a:gd name="csX908" fmla="*/ 608275 w 1310926"/>
                <a:gd name="csY908" fmla="*/ 1920283 h 1923942"/>
                <a:gd name="csX909" fmla="*/ 607164 w 1310926"/>
                <a:gd name="csY909" fmla="*/ 1920397 h 1923942"/>
                <a:gd name="csX910" fmla="*/ 606532 w 1310926"/>
                <a:gd name="csY910" fmla="*/ 1919393 h 1923942"/>
                <a:gd name="csX911" fmla="*/ 605665 w 1310926"/>
                <a:gd name="csY911" fmla="*/ 1915474 h 1923942"/>
                <a:gd name="csX912" fmla="*/ 606700 w 1310926"/>
                <a:gd name="csY912" fmla="*/ 1913504 h 1923942"/>
                <a:gd name="csX913" fmla="*/ 610405 w 1310926"/>
                <a:gd name="csY913" fmla="*/ 1908391 h 1923942"/>
                <a:gd name="csX914" fmla="*/ 611584 w 1310926"/>
                <a:gd name="csY914" fmla="*/ 1905637 h 1923942"/>
                <a:gd name="csX915" fmla="*/ 610557 w 1310926"/>
                <a:gd name="csY915" fmla="*/ 1904381 h 1923942"/>
                <a:gd name="csX916" fmla="*/ 607909 w 1310926"/>
                <a:gd name="csY916" fmla="*/ 1907333 h 1923942"/>
                <a:gd name="csX917" fmla="*/ 605178 w 1310926"/>
                <a:gd name="csY917" fmla="*/ 1912013 h 1923942"/>
                <a:gd name="csX918" fmla="*/ 603961 w 1310926"/>
                <a:gd name="csY918" fmla="*/ 1914835 h 1923942"/>
                <a:gd name="csX919" fmla="*/ 602249 w 1310926"/>
                <a:gd name="csY919" fmla="*/ 1915383 h 1923942"/>
                <a:gd name="csX920" fmla="*/ 597995 w 1310926"/>
                <a:gd name="csY920" fmla="*/ 1913960 h 1923942"/>
                <a:gd name="csX921" fmla="*/ 585890 w 1310926"/>
                <a:gd name="csY921" fmla="*/ 1907409 h 1923942"/>
                <a:gd name="csX922" fmla="*/ 586248 w 1310926"/>
                <a:gd name="csY922" fmla="*/ 1903415 h 1923942"/>
                <a:gd name="csX923" fmla="*/ 586134 w 1310926"/>
                <a:gd name="csY923" fmla="*/ 1900098 h 1923942"/>
                <a:gd name="csX924" fmla="*/ 589664 w 1310926"/>
                <a:gd name="csY924" fmla="*/ 1899679 h 1923942"/>
                <a:gd name="csX925" fmla="*/ 592228 w 1310926"/>
                <a:gd name="csY925" fmla="*/ 1898234 h 1923942"/>
                <a:gd name="csX926" fmla="*/ 594526 w 1310926"/>
                <a:gd name="csY926" fmla="*/ 1896461 h 1923942"/>
                <a:gd name="csX927" fmla="*/ 597113 w 1310926"/>
                <a:gd name="csY927" fmla="*/ 1893227 h 1923942"/>
                <a:gd name="csX928" fmla="*/ 599487 w 1310926"/>
                <a:gd name="csY928" fmla="*/ 1887871 h 1923942"/>
                <a:gd name="csX929" fmla="*/ 599182 w 1310926"/>
                <a:gd name="csY929" fmla="*/ 1887460 h 1923942"/>
                <a:gd name="csX930" fmla="*/ 592221 w 1310926"/>
                <a:gd name="csY930" fmla="*/ 1894292 h 1923942"/>
                <a:gd name="csX931" fmla="*/ 587937 w 1310926"/>
                <a:gd name="csY931" fmla="*/ 1896567 h 1923942"/>
                <a:gd name="csX932" fmla="*/ 585867 w 1310926"/>
                <a:gd name="csY932" fmla="*/ 1896986 h 1923942"/>
                <a:gd name="csX933" fmla="*/ 584833 w 1310926"/>
                <a:gd name="csY933" fmla="*/ 1895981 h 1923942"/>
                <a:gd name="csX934" fmla="*/ 581386 w 1310926"/>
                <a:gd name="csY934" fmla="*/ 1893790 h 1923942"/>
                <a:gd name="csX935" fmla="*/ 579149 w 1310926"/>
                <a:gd name="csY935" fmla="*/ 1892793 h 1923942"/>
                <a:gd name="csX936" fmla="*/ 574044 w 1310926"/>
                <a:gd name="csY936" fmla="*/ 1891165 h 1923942"/>
                <a:gd name="csX937" fmla="*/ 573138 w 1310926"/>
                <a:gd name="csY937" fmla="*/ 1890290 h 1923942"/>
                <a:gd name="csX938" fmla="*/ 571639 w 1310926"/>
                <a:gd name="csY938" fmla="*/ 1889590 h 1923942"/>
                <a:gd name="csX939" fmla="*/ 569600 w 1310926"/>
                <a:gd name="csY939" fmla="*/ 1882590 h 1923942"/>
                <a:gd name="csX940" fmla="*/ 572233 w 1310926"/>
                <a:gd name="csY940" fmla="*/ 1874038 h 1923942"/>
                <a:gd name="csX941" fmla="*/ 574044 w 1310926"/>
                <a:gd name="csY941" fmla="*/ 1871543 h 1923942"/>
                <a:gd name="csX942" fmla="*/ 575193 w 1310926"/>
                <a:gd name="csY942" fmla="*/ 1868651 h 1923942"/>
                <a:gd name="csX943" fmla="*/ 575839 w 1310926"/>
                <a:gd name="csY943" fmla="*/ 1864809 h 1923942"/>
                <a:gd name="csX944" fmla="*/ 575391 w 1310926"/>
                <a:gd name="csY944" fmla="*/ 1863166 h 1923942"/>
                <a:gd name="csX945" fmla="*/ 573853 w 1310926"/>
                <a:gd name="csY945" fmla="*/ 1863729 h 1923942"/>
                <a:gd name="csX946" fmla="*/ 573138 w 1310926"/>
                <a:gd name="csY946" fmla="*/ 1865045 h 1923942"/>
                <a:gd name="csX947" fmla="*/ 573253 w 1310926"/>
                <a:gd name="csY947" fmla="*/ 1867107 h 1923942"/>
                <a:gd name="csX948" fmla="*/ 572370 w 1310926"/>
                <a:gd name="csY948" fmla="*/ 1868537 h 1923942"/>
                <a:gd name="csX949" fmla="*/ 566283 w 1310926"/>
                <a:gd name="csY949" fmla="*/ 1871817 h 1923942"/>
                <a:gd name="csX950" fmla="*/ 560181 w 1310926"/>
                <a:gd name="csY950" fmla="*/ 1874472 h 1923942"/>
                <a:gd name="csX951" fmla="*/ 557290 w 1310926"/>
                <a:gd name="csY951" fmla="*/ 1876983 h 1923942"/>
                <a:gd name="csX952" fmla="*/ 555410 w 1310926"/>
                <a:gd name="csY952" fmla="*/ 1878938 h 1923942"/>
                <a:gd name="csX953" fmla="*/ 553942 w 1310926"/>
                <a:gd name="csY953" fmla="*/ 1880855 h 1923942"/>
                <a:gd name="csX954" fmla="*/ 551697 w 1310926"/>
                <a:gd name="csY954" fmla="*/ 1880688 h 1923942"/>
                <a:gd name="csX955" fmla="*/ 548601 w 1310926"/>
                <a:gd name="csY955" fmla="*/ 1881076 h 1923942"/>
                <a:gd name="csX956" fmla="*/ 546478 w 1310926"/>
                <a:gd name="csY956" fmla="*/ 1882324 h 1923942"/>
                <a:gd name="csX957" fmla="*/ 543374 w 1310926"/>
                <a:gd name="csY957" fmla="*/ 1881556 h 1923942"/>
                <a:gd name="csX958" fmla="*/ 541350 w 1310926"/>
                <a:gd name="csY958" fmla="*/ 1879707 h 1923942"/>
                <a:gd name="csX959" fmla="*/ 538907 w 1310926"/>
                <a:gd name="csY959" fmla="*/ 1879494 h 1923942"/>
                <a:gd name="csX960" fmla="*/ 536168 w 1310926"/>
                <a:gd name="csY960" fmla="*/ 1880384 h 1923942"/>
                <a:gd name="csX961" fmla="*/ 534274 w 1310926"/>
                <a:gd name="csY961" fmla="*/ 1880308 h 1923942"/>
                <a:gd name="csX962" fmla="*/ 534433 w 1310926"/>
                <a:gd name="csY962" fmla="*/ 1881563 h 1923942"/>
                <a:gd name="csX963" fmla="*/ 535697 w 1310926"/>
                <a:gd name="csY963" fmla="*/ 1884645 h 1923942"/>
                <a:gd name="csX964" fmla="*/ 533604 w 1310926"/>
                <a:gd name="csY964" fmla="*/ 1884850 h 1923942"/>
                <a:gd name="csX965" fmla="*/ 529633 w 1310926"/>
                <a:gd name="csY965" fmla="*/ 1884972 h 1923942"/>
                <a:gd name="csX966" fmla="*/ 527632 w 1310926"/>
                <a:gd name="csY966" fmla="*/ 1884074 h 1923942"/>
                <a:gd name="csX967" fmla="*/ 526064 w 1310926"/>
                <a:gd name="csY967" fmla="*/ 1882902 h 1923942"/>
                <a:gd name="csX968" fmla="*/ 524763 w 1310926"/>
                <a:gd name="csY968" fmla="*/ 1881266 h 1923942"/>
                <a:gd name="csX969" fmla="*/ 525547 w 1310926"/>
                <a:gd name="csY969" fmla="*/ 1879121 h 1923942"/>
                <a:gd name="csX970" fmla="*/ 531938 w 1310926"/>
                <a:gd name="csY970" fmla="*/ 1875179 h 1923942"/>
                <a:gd name="csX971" fmla="*/ 534837 w 1310926"/>
                <a:gd name="csY971" fmla="*/ 1872889 h 1923942"/>
                <a:gd name="csX972" fmla="*/ 532942 w 1310926"/>
                <a:gd name="csY972" fmla="*/ 1872106 h 1923942"/>
                <a:gd name="csX973" fmla="*/ 526810 w 1310926"/>
                <a:gd name="csY973" fmla="*/ 1872813 h 1923942"/>
                <a:gd name="csX974" fmla="*/ 525790 w 1310926"/>
                <a:gd name="csY974" fmla="*/ 1872220 h 1923942"/>
                <a:gd name="csX975" fmla="*/ 521682 w 1310926"/>
                <a:gd name="csY975" fmla="*/ 1872577 h 1923942"/>
                <a:gd name="csX976" fmla="*/ 521857 w 1310926"/>
                <a:gd name="csY976" fmla="*/ 1866681 h 1923942"/>
                <a:gd name="csX977" fmla="*/ 520860 w 1310926"/>
                <a:gd name="csY977" fmla="*/ 1865212 h 1923942"/>
                <a:gd name="csX978" fmla="*/ 520791 w 1310926"/>
                <a:gd name="csY978" fmla="*/ 1864520 h 1923942"/>
                <a:gd name="csX979" fmla="*/ 519369 w 1310926"/>
                <a:gd name="csY979" fmla="*/ 1862869 h 1923942"/>
                <a:gd name="csX980" fmla="*/ 518022 w 1310926"/>
                <a:gd name="csY980" fmla="*/ 1862458 h 1923942"/>
                <a:gd name="csX981" fmla="*/ 517185 w 1310926"/>
                <a:gd name="csY981" fmla="*/ 1861864 h 1923942"/>
                <a:gd name="csX982" fmla="*/ 510246 w 1310926"/>
                <a:gd name="csY982" fmla="*/ 1860533 h 1923942"/>
                <a:gd name="csX983" fmla="*/ 509341 w 1310926"/>
                <a:gd name="csY983" fmla="*/ 1857223 h 1923942"/>
                <a:gd name="csX984" fmla="*/ 508861 w 1310926"/>
                <a:gd name="csY984" fmla="*/ 1853807 h 1923942"/>
                <a:gd name="csX985" fmla="*/ 507537 w 1310926"/>
                <a:gd name="csY985" fmla="*/ 1849554 h 1923942"/>
                <a:gd name="csX986" fmla="*/ 504212 w 1310926"/>
                <a:gd name="csY986" fmla="*/ 1848443 h 1923942"/>
                <a:gd name="csX987" fmla="*/ 502417 w 1310926"/>
                <a:gd name="csY987" fmla="*/ 1846594 h 1923942"/>
                <a:gd name="csX988" fmla="*/ 503847 w 1310926"/>
                <a:gd name="csY988" fmla="*/ 1844700 h 1923942"/>
                <a:gd name="csX989" fmla="*/ 504471 w 1310926"/>
                <a:gd name="csY989" fmla="*/ 1842295 h 1923942"/>
                <a:gd name="csX990" fmla="*/ 502934 w 1310926"/>
                <a:gd name="csY990" fmla="*/ 1841192 h 1923942"/>
                <a:gd name="csX991" fmla="*/ 501953 w 1310926"/>
                <a:gd name="csY991" fmla="*/ 1839495 h 1923942"/>
                <a:gd name="csX992" fmla="*/ 502097 w 1310926"/>
                <a:gd name="csY992" fmla="*/ 1838392 h 1923942"/>
                <a:gd name="csX993" fmla="*/ 500849 w 1310926"/>
                <a:gd name="csY993" fmla="*/ 1835402 h 1923942"/>
                <a:gd name="csX994" fmla="*/ 500477 w 1310926"/>
                <a:gd name="csY994" fmla="*/ 1833066 h 1923942"/>
                <a:gd name="csX995" fmla="*/ 501907 w 1310926"/>
                <a:gd name="csY995" fmla="*/ 1830867 h 1923942"/>
                <a:gd name="csX996" fmla="*/ 505833 w 1310926"/>
                <a:gd name="csY996" fmla="*/ 1828379 h 1923942"/>
                <a:gd name="csX997" fmla="*/ 507104 w 1310926"/>
                <a:gd name="csY997" fmla="*/ 1827375 h 1923942"/>
                <a:gd name="csX998" fmla="*/ 507758 w 1310926"/>
                <a:gd name="csY998" fmla="*/ 1826287 h 1923942"/>
                <a:gd name="csX999" fmla="*/ 512262 w 1310926"/>
                <a:gd name="csY999" fmla="*/ 1824453 h 1923942"/>
                <a:gd name="csX1000" fmla="*/ 508427 w 1310926"/>
                <a:gd name="csY1000" fmla="*/ 1823160 h 1923942"/>
                <a:gd name="csX1001" fmla="*/ 506031 w 1310926"/>
                <a:gd name="csY1001" fmla="*/ 1822962 h 1923942"/>
                <a:gd name="csX1002" fmla="*/ 504281 w 1310926"/>
                <a:gd name="csY1002" fmla="*/ 1823571 h 1923942"/>
                <a:gd name="csX1003" fmla="*/ 502668 w 1310926"/>
                <a:gd name="csY1003" fmla="*/ 1826005 h 1923942"/>
                <a:gd name="csX1004" fmla="*/ 501161 w 1310926"/>
                <a:gd name="csY1004" fmla="*/ 1827618 h 1923942"/>
                <a:gd name="csX1005" fmla="*/ 495287 w 1310926"/>
                <a:gd name="csY1005" fmla="*/ 1828143 h 1923942"/>
                <a:gd name="csX1006" fmla="*/ 494420 w 1310926"/>
                <a:gd name="csY1006" fmla="*/ 1827306 h 1923942"/>
                <a:gd name="csX1007" fmla="*/ 494009 w 1310926"/>
                <a:gd name="csY1007" fmla="*/ 1823867 h 1923942"/>
                <a:gd name="csX1008" fmla="*/ 494344 w 1310926"/>
                <a:gd name="csY1008" fmla="*/ 1821212 h 1923942"/>
                <a:gd name="csX1009" fmla="*/ 496786 w 1310926"/>
                <a:gd name="csY1009" fmla="*/ 1817469 h 1923942"/>
                <a:gd name="csX1010" fmla="*/ 493971 w 1310926"/>
                <a:gd name="csY1010" fmla="*/ 1815612 h 1923942"/>
                <a:gd name="csX1011" fmla="*/ 491392 w 1310926"/>
                <a:gd name="csY1011" fmla="*/ 1815003 h 1923942"/>
                <a:gd name="csX1012" fmla="*/ 488463 w 1310926"/>
                <a:gd name="csY1012" fmla="*/ 1813261 h 1923942"/>
                <a:gd name="csX1013" fmla="*/ 485754 w 1310926"/>
                <a:gd name="csY1013" fmla="*/ 1811420 h 1923942"/>
                <a:gd name="csX1014" fmla="*/ 483426 w 1310926"/>
                <a:gd name="csY1014" fmla="*/ 1809274 h 1923942"/>
                <a:gd name="csX1015" fmla="*/ 481158 w 1310926"/>
                <a:gd name="csY1015" fmla="*/ 1806741 h 1923942"/>
                <a:gd name="csX1016" fmla="*/ 480436 w 1310926"/>
                <a:gd name="csY1016" fmla="*/ 1806421 h 1923942"/>
                <a:gd name="csX1017" fmla="*/ 481250 w 1310926"/>
                <a:gd name="csY1017" fmla="*/ 1803766 h 1923942"/>
                <a:gd name="csX1018" fmla="*/ 481714 w 1310926"/>
                <a:gd name="csY1018" fmla="*/ 1801574 h 1923942"/>
                <a:gd name="csX1019" fmla="*/ 481782 w 1310926"/>
                <a:gd name="csY1019" fmla="*/ 1796857 h 1923942"/>
                <a:gd name="csX1020" fmla="*/ 480869 w 1310926"/>
                <a:gd name="csY1020" fmla="*/ 1794894 h 1923942"/>
                <a:gd name="csX1021" fmla="*/ 482901 w 1310926"/>
                <a:gd name="csY1021" fmla="*/ 1790846 h 1923942"/>
                <a:gd name="csX1022" fmla="*/ 485632 w 1310926"/>
                <a:gd name="csY1022" fmla="*/ 1786410 h 1923942"/>
                <a:gd name="csX1023" fmla="*/ 491673 w 1310926"/>
                <a:gd name="csY1023" fmla="*/ 1779799 h 1923942"/>
                <a:gd name="csX1024" fmla="*/ 485282 w 1310926"/>
                <a:gd name="csY1024" fmla="*/ 1782987 h 1923942"/>
                <a:gd name="csX1025" fmla="*/ 480032 w 1310926"/>
                <a:gd name="csY1025" fmla="*/ 1789918 h 1923942"/>
                <a:gd name="csX1026" fmla="*/ 478921 w 1310926"/>
                <a:gd name="csY1026" fmla="*/ 1790238 h 1923942"/>
                <a:gd name="csX1027" fmla="*/ 478533 w 1310926"/>
                <a:gd name="csY1027" fmla="*/ 1788982 h 1923942"/>
                <a:gd name="csX1028" fmla="*/ 476540 w 1310926"/>
                <a:gd name="csY1028" fmla="*/ 1784485 h 1923942"/>
                <a:gd name="csX1029" fmla="*/ 475041 w 1310926"/>
                <a:gd name="csY1029" fmla="*/ 1783253 h 1923942"/>
                <a:gd name="csX1030" fmla="*/ 474372 w 1310926"/>
                <a:gd name="csY1030" fmla="*/ 1781899 h 1923942"/>
                <a:gd name="csX1031" fmla="*/ 471381 w 1310926"/>
                <a:gd name="csY1031" fmla="*/ 1779487 h 1923942"/>
                <a:gd name="csX1032" fmla="*/ 470088 w 1310926"/>
                <a:gd name="csY1032" fmla="*/ 1777630 h 1923942"/>
                <a:gd name="csX1033" fmla="*/ 468247 w 1310926"/>
                <a:gd name="csY1033" fmla="*/ 1774039 h 1923942"/>
                <a:gd name="csX1034" fmla="*/ 465629 w 1310926"/>
                <a:gd name="csY1034" fmla="*/ 1769748 h 1923942"/>
                <a:gd name="csX1035" fmla="*/ 461909 w 1310926"/>
                <a:gd name="csY1035" fmla="*/ 1761249 h 1923942"/>
                <a:gd name="csX1036" fmla="*/ 455898 w 1310926"/>
                <a:gd name="csY1036" fmla="*/ 1751396 h 1923942"/>
                <a:gd name="csX1037" fmla="*/ 454414 w 1310926"/>
                <a:gd name="csY1037" fmla="*/ 1745826 h 1923942"/>
                <a:gd name="csX1038" fmla="*/ 456278 w 1310926"/>
                <a:gd name="csY1038" fmla="*/ 1738728 h 1923942"/>
                <a:gd name="csX1039" fmla="*/ 454216 w 1310926"/>
                <a:gd name="csY1039" fmla="*/ 1733813 h 1923942"/>
                <a:gd name="csX1040" fmla="*/ 459923 w 1310926"/>
                <a:gd name="csY1040" fmla="*/ 1731530 h 1923942"/>
                <a:gd name="csX1041" fmla="*/ 468087 w 1310926"/>
                <a:gd name="csY1041" fmla="*/ 1728966 h 1923942"/>
                <a:gd name="csX1042" fmla="*/ 472325 w 1310926"/>
                <a:gd name="csY1042" fmla="*/ 1726828 h 1923942"/>
                <a:gd name="csX1043" fmla="*/ 474767 w 1310926"/>
                <a:gd name="csY1043" fmla="*/ 1726189 h 1923942"/>
                <a:gd name="csX1044" fmla="*/ 479956 w 1310926"/>
                <a:gd name="csY1044" fmla="*/ 1725793 h 1923942"/>
                <a:gd name="csX1045" fmla="*/ 481691 w 1310926"/>
                <a:gd name="csY1045" fmla="*/ 1723640 h 1923942"/>
                <a:gd name="csX1046" fmla="*/ 478807 w 1310926"/>
                <a:gd name="csY1046" fmla="*/ 1724188 h 1923942"/>
                <a:gd name="csX1047" fmla="*/ 476867 w 1310926"/>
                <a:gd name="csY1047" fmla="*/ 1723906 h 1923942"/>
                <a:gd name="csX1048" fmla="*/ 476745 w 1310926"/>
                <a:gd name="csY1048" fmla="*/ 1722902 h 1923942"/>
                <a:gd name="csX1049" fmla="*/ 477461 w 1310926"/>
                <a:gd name="csY1049" fmla="*/ 1721114 h 1923942"/>
                <a:gd name="csX1050" fmla="*/ 477925 w 1310926"/>
                <a:gd name="csY1050" fmla="*/ 1718801 h 1923942"/>
                <a:gd name="csX1051" fmla="*/ 476936 w 1310926"/>
                <a:gd name="csY1051" fmla="*/ 1719219 h 1923942"/>
                <a:gd name="csX1052" fmla="*/ 471861 w 1310926"/>
                <a:gd name="csY1052" fmla="*/ 1723199 h 1923942"/>
                <a:gd name="csX1053" fmla="*/ 464359 w 1310926"/>
                <a:gd name="csY1053" fmla="*/ 1726349 h 1923942"/>
                <a:gd name="csX1054" fmla="*/ 458500 w 1310926"/>
                <a:gd name="csY1054" fmla="*/ 1728098 h 1923942"/>
                <a:gd name="csX1055" fmla="*/ 457549 w 1310926"/>
                <a:gd name="csY1055" fmla="*/ 1728007 h 1923942"/>
                <a:gd name="csX1056" fmla="*/ 455495 w 1310926"/>
                <a:gd name="csY1056" fmla="*/ 1729065 h 1923942"/>
                <a:gd name="csX1057" fmla="*/ 454315 w 1310926"/>
                <a:gd name="csY1057" fmla="*/ 1729369 h 1923942"/>
                <a:gd name="csX1058" fmla="*/ 453402 w 1310926"/>
                <a:gd name="csY1058" fmla="*/ 1729065 h 1923942"/>
                <a:gd name="csX1059" fmla="*/ 451333 w 1310926"/>
                <a:gd name="csY1059" fmla="*/ 1726052 h 1923942"/>
                <a:gd name="csX1060" fmla="*/ 450777 w 1310926"/>
                <a:gd name="csY1060" fmla="*/ 1724081 h 1923942"/>
                <a:gd name="csX1061" fmla="*/ 454498 w 1310926"/>
                <a:gd name="csY1061" fmla="*/ 1718717 h 1923942"/>
                <a:gd name="csX1062" fmla="*/ 457275 w 1310926"/>
                <a:gd name="csY1062" fmla="*/ 1711367 h 1923942"/>
                <a:gd name="csX1063" fmla="*/ 460950 w 1310926"/>
                <a:gd name="csY1063" fmla="*/ 1706536 h 1923942"/>
                <a:gd name="csX1064" fmla="*/ 463545 w 1310926"/>
                <a:gd name="csY1064" fmla="*/ 1705927 h 1923942"/>
                <a:gd name="csX1065" fmla="*/ 467889 w 1310926"/>
                <a:gd name="csY1065" fmla="*/ 1706186 h 1923942"/>
                <a:gd name="csX1066" fmla="*/ 469418 w 1310926"/>
                <a:gd name="csY1066" fmla="*/ 1706612 h 1923942"/>
                <a:gd name="csX1067" fmla="*/ 468931 w 1310926"/>
                <a:gd name="csY1067" fmla="*/ 1703743 h 1923942"/>
                <a:gd name="csX1068" fmla="*/ 469114 w 1310926"/>
                <a:gd name="csY1068" fmla="*/ 1702351 h 1923942"/>
                <a:gd name="csX1069" fmla="*/ 472637 w 1310926"/>
                <a:gd name="csY1069" fmla="*/ 1700677 h 1923942"/>
                <a:gd name="csX1070" fmla="*/ 476745 w 1310926"/>
                <a:gd name="csY1070" fmla="*/ 1699932 h 1923942"/>
                <a:gd name="csX1071" fmla="*/ 479667 w 1310926"/>
                <a:gd name="csY1071" fmla="*/ 1700457 h 1923942"/>
                <a:gd name="csX1072" fmla="*/ 481508 w 1310926"/>
                <a:gd name="csY1072" fmla="*/ 1703835 h 1923942"/>
                <a:gd name="csX1073" fmla="*/ 483875 w 1310926"/>
                <a:gd name="csY1073" fmla="*/ 1710043 h 1923942"/>
                <a:gd name="csX1074" fmla="*/ 487063 w 1310926"/>
                <a:gd name="csY1074" fmla="*/ 1712136 h 1923942"/>
                <a:gd name="csX1075" fmla="*/ 486918 w 1310926"/>
                <a:gd name="csY1075" fmla="*/ 1709161 h 1923942"/>
                <a:gd name="csX1076" fmla="*/ 485267 w 1310926"/>
                <a:gd name="csY1076" fmla="*/ 1705318 h 1923942"/>
                <a:gd name="csX1077" fmla="*/ 484651 w 1310926"/>
                <a:gd name="csY1077" fmla="*/ 1699399 h 1923942"/>
                <a:gd name="csX1078" fmla="*/ 482551 w 1310926"/>
                <a:gd name="csY1078" fmla="*/ 1696896 h 1923942"/>
                <a:gd name="csX1079" fmla="*/ 480869 w 1310926"/>
                <a:gd name="csY1079" fmla="*/ 1695663 h 1923942"/>
                <a:gd name="csX1080" fmla="*/ 476213 w 1310926"/>
                <a:gd name="csY1080" fmla="*/ 1696264 h 1923942"/>
                <a:gd name="csX1081" fmla="*/ 473413 w 1310926"/>
                <a:gd name="csY1081" fmla="*/ 1691912 h 1923942"/>
                <a:gd name="csX1082" fmla="*/ 472781 w 1310926"/>
                <a:gd name="csY1082" fmla="*/ 1690314 h 1923942"/>
                <a:gd name="csX1083" fmla="*/ 472713 w 1310926"/>
                <a:gd name="csY1083" fmla="*/ 1688184 h 1923942"/>
                <a:gd name="csX1084" fmla="*/ 469913 w 1310926"/>
                <a:gd name="csY1084" fmla="*/ 1681915 h 1923942"/>
                <a:gd name="csX1085" fmla="*/ 469015 w 1310926"/>
                <a:gd name="csY1085" fmla="*/ 1678765 h 1923942"/>
                <a:gd name="csX1086" fmla="*/ 467531 w 1310926"/>
                <a:gd name="csY1086" fmla="*/ 1674565 h 1923942"/>
                <a:gd name="csX1087" fmla="*/ 466740 w 1310926"/>
                <a:gd name="csY1087" fmla="*/ 1674336 h 1923942"/>
                <a:gd name="csX1088" fmla="*/ 467744 w 1310926"/>
                <a:gd name="csY1088" fmla="*/ 1679624 h 1923942"/>
                <a:gd name="csX1089" fmla="*/ 469053 w 1310926"/>
                <a:gd name="csY1089" fmla="*/ 1683330 h 1923942"/>
                <a:gd name="csX1090" fmla="*/ 470925 w 1310926"/>
                <a:gd name="csY1090" fmla="*/ 1691440 h 1923942"/>
                <a:gd name="csX1091" fmla="*/ 471853 w 1310926"/>
                <a:gd name="csY1091" fmla="*/ 1694697 h 1923942"/>
                <a:gd name="csX1092" fmla="*/ 470598 w 1310926"/>
                <a:gd name="csY1092" fmla="*/ 1697269 h 1923942"/>
                <a:gd name="csX1093" fmla="*/ 468231 w 1310926"/>
                <a:gd name="csY1093" fmla="*/ 1699810 h 1923942"/>
                <a:gd name="csX1094" fmla="*/ 466139 w 1310926"/>
                <a:gd name="csY1094" fmla="*/ 1701324 h 1923942"/>
                <a:gd name="csX1095" fmla="*/ 461194 w 1310926"/>
                <a:gd name="csY1095" fmla="*/ 1703135 h 1923942"/>
                <a:gd name="csX1096" fmla="*/ 462259 w 1310926"/>
                <a:gd name="csY1096" fmla="*/ 1699178 h 1923942"/>
                <a:gd name="csX1097" fmla="*/ 462936 w 1310926"/>
                <a:gd name="csY1097" fmla="*/ 1695283 h 1923942"/>
                <a:gd name="csX1098" fmla="*/ 460448 w 1310926"/>
                <a:gd name="csY1098" fmla="*/ 1696668 h 1923942"/>
                <a:gd name="csX1099" fmla="*/ 458135 w 1310926"/>
                <a:gd name="csY1099" fmla="*/ 1699498 h 1923942"/>
                <a:gd name="csX1100" fmla="*/ 457336 w 1310926"/>
                <a:gd name="csY1100" fmla="*/ 1703409 h 1923942"/>
                <a:gd name="csX1101" fmla="*/ 455852 w 1310926"/>
                <a:gd name="csY1101" fmla="*/ 1706947 h 1923942"/>
                <a:gd name="csX1102" fmla="*/ 451447 w 1310926"/>
                <a:gd name="csY1102" fmla="*/ 1715598 h 1923942"/>
                <a:gd name="csX1103" fmla="*/ 449712 w 1310926"/>
                <a:gd name="csY1103" fmla="*/ 1720376 h 1923942"/>
                <a:gd name="csX1104" fmla="*/ 448069 w 1310926"/>
                <a:gd name="csY1104" fmla="*/ 1722727 h 1923942"/>
                <a:gd name="csX1105" fmla="*/ 446197 w 1310926"/>
                <a:gd name="csY1105" fmla="*/ 1723374 h 1923942"/>
                <a:gd name="csX1106" fmla="*/ 444576 w 1310926"/>
                <a:gd name="csY1106" fmla="*/ 1721509 h 1923942"/>
                <a:gd name="csX1107" fmla="*/ 443199 w 1310926"/>
                <a:gd name="csY1107" fmla="*/ 1717119 h 1923942"/>
                <a:gd name="csX1108" fmla="*/ 442552 w 1310926"/>
                <a:gd name="csY1108" fmla="*/ 1713673 h 1923942"/>
                <a:gd name="csX1109" fmla="*/ 442476 w 1310926"/>
                <a:gd name="csY1109" fmla="*/ 1704695 h 1923942"/>
                <a:gd name="csX1110" fmla="*/ 442651 w 1310926"/>
                <a:gd name="csY1110" fmla="*/ 1700487 h 1923942"/>
                <a:gd name="csX1111" fmla="*/ 441898 w 1310926"/>
                <a:gd name="csY1111" fmla="*/ 1694796 h 1923942"/>
                <a:gd name="csX1112" fmla="*/ 439517 w 1310926"/>
                <a:gd name="csY1112" fmla="*/ 1681458 h 1923942"/>
                <a:gd name="csX1113" fmla="*/ 439014 w 1310926"/>
                <a:gd name="csY1113" fmla="*/ 1676672 h 1923942"/>
                <a:gd name="csX1114" fmla="*/ 434990 w 1310926"/>
                <a:gd name="csY1114" fmla="*/ 1674123 h 1923942"/>
                <a:gd name="csX1115" fmla="*/ 434929 w 1310926"/>
                <a:gd name="csY1115" fmla="*/ 1673302 h 1923942"/>
                <a:gd name="csX1116" fmla="*/ 433879 w 1310926"/>
                <a:gd name="csY1116" fmla="*/ 1670563 h 1923942"/>
                <a:gd name="csX1117" fmla="*/ 433064 w 1310926"/>
                <a:gd name="csY1117" fmla="*/ 1667816 h 1923942"/>
                <a:gd name="csX1118" fmla="*/ 433734 w 1310926"/>
                <a:gd name="csY1118" fmla="*/ 1666812 h 1923942"/>
                <a:gd name="csX1119" fmla="*/ 434693 w 1310926"/>
                <a:gd name="csY1119" fmla="*/ 1666089 h 1923942"/>
                <a:gd name="csX1120" fmla="*/ 440711 w 1310926"/>
                <a:gd name="csY1120" fmla="*/ 1662026 h 1923942"/>
                <a:gd name="csX1121" fmla="*/ 445170 w 1310926"/>
                <a:gd name="csY1121" fmla="*/ 1657461 h 1923942"/>
                <a:gd name="csX1122" fmla="*/ 450504 w 1310926"/>
                <a:gd name="csY1122" fmla="*/ 1650270 h 1923942"/>
                <a:gd name="csX1123" fmla="*/ 452679 w 1310926"/>
                <a:gd name="csY1123" fmla="*/ 1648034 h 1923942"/>
                <a:gd name="csX1124" fmla="*/ 460501 w 1310926"/>
                <a:gd name="csY1124" fmla="*/ 1646306 h 1923942"/>
                <a:gd name="csX1125" fmla="*/ 463971 w 1310926"/>
                <a:gd name="csY1125" fmla="*/ 1646071 h 1923942"/>
                <a:gd name="csX1126" fmla="*/ 463940 w 1310926"/>
                <a:gd name="csY1126" fmla="*/ 1644785 h 1923942"/>
                <a:gd name="csX1127" fmla="*/ 462776 w 1310926"/>
                <a:gd name="csY1127" fmla="*/ 1644275 h 1923942"/>
                <a:gd name="csX1128" fmla="*/ 457496 w 1310926"/>
                <a:gd name="csY1128" fmla="*/ 1644610 h 1923942"/>
                <a:gd name="csX1129" fmla="*/ 450458 w 1310926"/>
                <a:gd name="csY1129" fmla="*/ 1647501 h 1923942"/>
                <a:gd name="csX1130" fmla="*/ 449248 w 1310926"/>
                <a:gd name="csY1130" fmla="*/ 1648543 h 1923942"/>
                <a:gd name="csX1131" fmla="*/ 446167 w 1310926"/>
                <a:gd name="csY1131" fmla="*/ 1653025 h 1923942"/>
                <a:gd name="csX1132" fmla="*/ 443793 w 1310926"/>
                <a:gd name="csY1132" fmla="*/ 1655467 h 1923942"/>
                <a:gd name="csX1133" fmla="*/ 437112 w 1310926"/>
                <a:gd name="csY1133" fmla="*/ 1661029 h 1923942"/>
                <a:gd name="csX1134" fmla="*/ 432775 w 1310926"/>
                <a:gd name="csY1134" fmla="*/ 1661029 h 1923942"/>
                <a:gd name="csX1135" fmla="*/ 428302 w 1310926"/>
                <a:gd name="csY1135" fmla="*/ 1654364 h 1923942"/>
                <a:gd name="csX1136" fmla="*/ 423303 w 1310926"/>
                <a:gd name="csY1136" fmla="*/ 1655642 h 1923942"/>
                <a:gd name="csX1137" fmla="*/ 419932 w 1310926"/>
                <a:gd name="csY1137" fmla="*/ 1655201 h 1923942"/>
                <a:gd name="csX1138" fmla="*/ 418951 w 1310926"/>
                <a:gd name="csY1138" fmla="*/ 1654197 h 1923942"/>
                <a:gd name="csX1139" fmla="*/ 418205 w 1310926"/>
                <a:gd name="csY1139" fmla="*/ 1645036 h 1923942"/>
                <a:gd name="csX1140" fmla="*/ 420921 w 1310926"/>
                <a:gd name="csY1140" fmla="*/ 1634270 h 1923942"/>
                <a:gd name="csX1141" fmla="*/ 417984 w 1310926"/>
                <a:gd name="csY1141" fmla="*/ 1634163 h 1923942"/>
                <a:gd name="csX1142" fmla="*/ 417376 w 1310926"/>
                <a:gd name="csY1142" fmla="*/ 1633730 h 1923942"/>
                <a:gd name="csX1143" fmla="*/ 415824 w 1310926"/>
                <a:gd name="csY1143" fmla="*/ 1631264 h 1923942"/>
                <a:gd name="csX1144" fmla="*/ 414812 w 1310926"/>
                <a:gd name="csY1144" fmla="*/ 1630526 h 1923942"/>
                <a:gd name="csX1145" fmla="*/ 415565 w 1310926"/>
                <a:gd name="csY1145" fmla="*/ 1629218 h 1923942"/>
                <a:gd name="csX1146" fmla="*/ 422801 w 1310926"/>
                <a:gd name="csY1146" fmla="*/ 1624074 h 1923942"/>
                <a:gd name="csX1147" fmla="*/ 433628 w 1310926"/>
                <a:gd name="csY1147" fmla="*/ 1613924 h 1923942"/>
                <a:gd name="csX1148" fmla="*/ 438284 w 1310926"/>
                <a:gd name="csY1148" fmla="*/ 1609915 h 1923942"/>
                <a:gd name="csX1149" fmla="*/ 441160 w 1310926"/>
                <a:gd name="csY1149" fmla="*/ 1608180 h 1923942"/>
                <a:gd name="csX1150" fmla="*/ 443336 w 1310926"/>
                <a:gd name="csY1150" fmla="*/ 1606194 h 1923942"/>
                <a:gd name="csX1151" fmla="*/ 445984 w 1310926"/>
                <a:gd name="csY1151" fmla="*/ 1601873 h 1923942"/>
                <a:gd name="csX1152" fmla="*/ 446859 w 1310926"/>
                <a:gd name="csY1152" fmla="*/ 1599978 h 1923942"/>
                <a:gd name="csX1153" fmla="*/ 448335 w 1310926"/>
                <a:gd name="csY1153" fmla="*/ 1598449 h 1923942"/>
                <a:gd name="csX1154" fmla="*/ 451447 w 1310926"/>
                <a:gd name="csY1154" fmla="*/ 1596721 h 1923942"/>
                <a:gd name="csX1155" fmla="*/ 454848 w 1310926"/>
                <a:gd name="csY1155" fmla="*/ 1594104 h 1923942"/>
                <a:gd name="csX1156" fmla="*/ 460364 w 1310926"/>
                <a:gd name="csY1156" fmla="*/ 1588200 h 1923942"/>
                <a:gd name="csX1157" fmla="*/ 461087 w 1310926"/>
                <a:gd name="csY1157" fmla="*/ 1586009 h 1923942"/>
                <a:gd name="csX1158" fmla="*/ 459885 w 1310926"/>
                <a:gd name="csY1158" fmla="*/ 1585499 h 1923942"/>
                <a:gd name="csX1159" fmla="*/ 457305 w 1310926"/>
                <a:gd name="csY1159" fmla="*/ 1587523 h 1923942"/>
                <a:gd name="csX1160" fmla="*/ 452063 w 1310926"/>
                <a:gd name="csY1160" fmla="*/ 1592925 h 1923942"/>
                <a:gd name="csX1161" fmla="*/ 448320 w 1310926"/>
                <a:gd name="csY1161" fmla="*/ 1595953 h 1923942"/>
                <a:gd name="csX1162" fmla="*/ 435545 w 1310926"/>
                <a:gd name="csY1162" fmla="*/ 1609428 h 1923942"/>
                <a:gd name="csX1163" fmla="*/ 430105 w 1310926"/>
                <a:gd name="csY1163" fmla="*/ 1614297 h 1923942"/>
                <a:gd name="csX1164" fmla="*/ 427145 w 1310926"/>
                <a:gd name="csY1164" fmla="*/ 1617402 h 1923942"/>
                <a:gd name="csX1165" fmla="*/ 424847 w 1310926"/>
                <a:gd name="csY1165" fmla="*/ 1620354 h 1923942"/>
                <a:gd name="csX1166" fmla="*/ 422420 w 1310926"/>
                <a:gd name="csY1166" fmla="*/ 1622454 h 1923942"/>
                <a:gd name="csX1167" fmla="*/ 419848 w 1310926"/>
                <a:gd name="csY1167" fmla="*/ 1623709 h 1923942"/>
                <a:gd name="csX1168" fmla="*/ 414370 w 1310926"/>
                <a:gd name="csY1168" fmla="*/ 1624645 h 1923942"/>
                <a:gd name="csX1169" fmla="*/ 411677 w 1310926"/>
                <a:gd name="csY1169" fmla="*/ 1625733 h 1923942"/>
                <a:gd name="csX1170" fmla="*/ 410056 w 1310926"/>
                <a:gd name="csY1170" fmla="*/ 1624942 h 1923942"/>
                <a:gd name="csX1171" fmla="*/ 409341 w 1310926"/>
                <a:gd name="csY1171" fmla="*/ 1618642 h 1923942"/>
                <a:gd name="csX1172" fmla="*/ 409889 w 1310926"/>
                <a:gd name="csY1172" fmla="*/ 1614898 h 1923942"/>
                <a:gd name="csX1173" fmla="*/ 409630 w 1310926"/>
                <a:gd name="csY1173" fmla="*/ 1611193 h 1923942"/>
                <a:gd name="csX1174" fmla="*/ 411000 w 1310926"/>
                <a:gd name="csY1174" fmla="*/ 1605867 h 1923942"/>
                <a:gd name="csX1175" fmla="*/ 413031 w 1310926"/>
                <a:gd name="csY1175" fmla="*/ 1602086 h 1923942"/>
                <a:gd name="csX1176" fmla="*/ 413883 w 1310926"/>
                <a:gd name="csY1176" fmla="*/ 1600024 h 1923942"/>
                <a:gd name="csX1177" fmla="*/ 414241 w 1310926"/>
                <a:gd name="csY1177" fmla="*/ 1598608 h 1923942"/>
                <a:gd name="csX1178" fmla="*/ 418426 w 1310926"/>
                <a:gd name="csY1178" fmla="*/ 1594675 h 1923942"/>
                <a:gd name="csX1179" fmla="*/ 420731 w 1310926"/>
                <a:gd name="csY1179" fmla="*/ 1592932 h 1923942"/>
                <a:gd name="csX1180" fmla="*/ 422359 w 1310926"/>
                <a:gd name="csY1180" fmla="*/ 1588976 h 1923942"/>
                <a:gd name="csX1181" fmla="*/ 431649 w 1310926"/>
                <a:gd name="csY1181" fmla="*/ 1587568 h 1923942"/>
                <a:gd name="csX1182" fmla="*/ 434046 w 1310926"/>
                <a:gd name="csY1182" fmla="*/ 1587713 h 1923942"/>
                <a:gd name="csX1183" fmla="*/ 435317 w 1310926"/>
                <a:gd name="csY1183" fmla="*/ 1587180 h 1923942"/>
                <a:gd name="csX1184" fmla="*/ 436268 w 1310926"/>
                <a:gd name="csY1184" fmla="*/ 1586031 h 1923942"/>
                <a:gd name="csX1185" fmla="*/ 435347 w 1310926"/>
                <a:gd name="csY1185" fmla="*/ 1585141 h 1923942"/>
                <a:gd name="csX1186" fmla="*/ 432562 w 1310926"/>
                <a:gd name="csY1186" fmla="*/ 1584510 h 1923942"/>
                <a:gd name="csX1187" fmla="*/ 425159 w 1310926"/>
                <a:gd name="csY1187" fmla="*/ 1584631 h 1923942"/>
                <a:gd name="csX1188" fmla="*/ 418319 w 1310926"/>
                <a:gd name="csY1188" fmla="*/ 1583954 h 1923942"/>
                <a:gd name="csX1189" fmla="*/ 415200 w 1310926"/>
                <a:gd name="csY1189" fmla="*/ 1583270 h 1923942"/>
                <a:gd name="csX1190" fmla="*/ 413693 w 1310926"/>
                <a:gd name="csY1190" fmla="*/ 1583665 h 1923942"/>
                <a:gd name="csX1191" fmla="*/ 411205 w 1310926"/>
                <a:gd name="csY1191" fmla="*/ 1582509 h 1923942"/>
                <a:gd name="csX1192" fmla="*/ 408489 w 1310926"/>
                <a:gd name="csY1192" fmla="*/ 1580295 h 1923942"/>
                <a:gd name="csX1193" fmla="*/ 404274 w 1310926"/>
                <a:gd name="csY1193" fmla="*/ 1572138 h 1923942"/>
                <a:gd name="csX1194" fmla="*/ 405963 w 1310926"/>
                <a:gd name="csY1194" fmla="*/ 1561593 h 1923942"/>
                <a:gd name="csX1195" fmla="*/ 406107 w 1310926"/>
                <a:gd name="csY1195" fmla="*/ 1556525 h 1923942"/>
                <a:gd name="csX1196" fmla="*/ 411464 w 1310926"/>
                <a:gd name="csY1196" fmla="*/ 1552075 h 1923942"/>
                <a:gd name="csX1197" fmla="*/ 414325 w 1310926"/>
                <a:gd name="csY1197" fmla="*/ 1550598 h 1923942"/>
                <a:gd name="csX1198" fmla="*/ 418388 w 1310926"/>
                <a:gd name="csY1198" fmla="*/ 1547235 h 1923942"/>
                <a:gd name="csX1199" fmla="*/ 423812 w 1310926"/>
                <a:gd name="csY1199" fmla="*/ 1541499 h 1923942"/>
                <a:gd name="csX1200" fmla="*/ 430287 w 1310926"/>
                <a:gd name="csY1200" fmla="*/ 1537983 h 1923942"/>
                <a:gd name="csX1201" fmla="*/ 433589 w 1310926"/>
                <a:gd name="csY1201" fmla="*/ 1537329 h 1923942"/>
                <a:gd name="csX1202" fmla="*/ 436329 w 1310926"/>
                <a:gd name="csY1202" fmla="*/ 1537831 h 1923942"/>
                <a:gd name="csX1203" fmla="*/ 446463 w 1310926"/>
                <a:gd name="csY1203" fmla="*/ 1542815 h 1923942"/>
                <a:gd name="csX1204" fmla="*/ 451675 w 1310926"/>
                <a:gd name="csY1204" fmla="*/ 1543789 h 1923942"/>
                <a:gd name="csX1205" fmla="*/ 456255 w 1310926"/>
                <a:gd name="csY1205" fmla="*/ 1542594 h 1923942"/>
                <a:gd name="csX1206" fmla="*/ 462000 w 1310926"/>
                <a:gd name="csY1206" fmla="*/ 1544337 h 1923942"/>
                <a:gd name="csX1207" fmla="*/ 472165 w 1310926"/>
                <a:gd name="csY1207" fmla="*/ 1551473 h 1923942"/>
                <a:gd name="csX1208" fmla="*/ 474128 w 1310926"/>
                <a:gd name="csY1208" fmla="*/ 1550416 h 1923942"/>
                <a:gd name="csX1209" fmla="*/ 473557 w 1310926"/>
                <a:gd name="csY1209" fmla="*/ 1548689 h 1923942"/>
                <a:gd name="csX1210" fmla="*/ 462221 w 1310926"/>
                <a:gd name="csY1210" fmla="*/ 1541133 h 1923942"/>
                <a:gd name="csX1211" fmla="*/ 462281 w 1310926"/>
                <a:gd name="csY1211" fmla="*/ 1538866 h 1923942"/>
                <a:gd name="csX1212" fmla="*/ 465180 w 1310926"/>
                <a:gd name="csY1212" fmla="*/ 1538273 h 1923942"/>
                <a:gd name="csX1213" fmla="*/ 468277 w 1310926"/>
                <a:gd name="csY1213" fmla="*/ 1536066 h 1923942"/>
                <a:gd name="csX1214" fmla="*/ 466535 w 1310926"/>
                <a:gd name="csY1214" fmla="*/ 1534757 h 1923942"/>
                <a:gd name="csX1215" fmla="*/ 459002 w 1310926"/>
                <a:gd name="csY1215" fmla="*/ 1535891 h 1923942"/>
                <a:gd name="csX1216" fmla="*/ 456826 w 1310926"/>
                <a:gd name="csY1216" fmla="*/ 1537702 h 1923942"/>
                <a:gd name="csX1217" fmla="*/ 449522 w 1310926"/>
                <a:gd name="csY1217" fmla="*/ 1538638 h 1923942"/>
                <a:gd name="csX1218" fmla="*/ 445710 w 1310926"/>
                <a:gd name="csY1218" fmla="*/ 1537101 h 1923942"/>
                <a:gd name="csX1219" fmla="*/ 442286 w 1310926"/>
                <a:gd name="csY1219" fmla="*/ 1536332 h 1923942"/>
                <a:gd name="csX1220" fmla="*/ 437150 w 1310926"/>
                <a:gd name="csY1220" fmla="*/ 1533045 h 1923942"/>
                <a:gd name="csX1221" fmla="*/ 432852 w 1310926"/>
                <a:gd name="csY1221" fmla="*/ 1534118 h 1923942"/>
                <a:gd name="csX1222" fmla="*/ 430135 w 1310926"/>
                <a:gd name="csY1222" fmla="*/ 1535412 h 1923942"/>
                <a:gd name="csX1223" fmla="*/ 425334 w 1310926"/>
                <a:gd name="csY1223" fmla="*/ 1536637 h 1923942"/>
                <a:gd name="csX1224" fmla="*/ 423600 w 1310926"/>
                <a:gd name="csY1224" fmla="*/ 1537512 h 1923942"/>
                <a:gd name="csX1225" fmla="*/ 414218 w 1310926"/>
                <a:gd name="csY1225" fmla="*/ 1547798 h 1923942"/>
                <a:gd name="csX1226" fmla="*/ 410269 w 1310926"/>
                <a:gd name="csY1226" fmla="*/ 1549929 h 1923942"/>
                <a:gd name="csX1227" fmla="*/ 407462 w 1310926"/>
                <a:gd name="csY1227" fmla="*/ 1549229 h 1923942"/>
                <a:gd name="csX1228" fmla="*/ 409432 w 1310926"/>
                <a:gd name="csY1228" fmla="*/ 1542549 h 1923942"/>
                <a:gd name="csX1229" fmla="*/ 410003 w 1310926"/>
                <a:gd name="csY1229" fmla="*/ 1539901 h 1923942"/>
                <a:gd name="csX1230" fmla="*/ 410003 w 1310926"/>
                <a:gd name="csY1230" fmla="*/ 1537017 h 1923942"/>
                <a:gd name="csX1231" fmla="*/ 410817 w 1310926"/>
                <a:gd name="csY1231" fmla="*/ 1533053 h 1923942"/>
                <a:gd name="csX1232" fmla="*/ 415626 w 1310926"/>
                <a:gd name="csY1232" fmla="*/ 1525467 h 1923942"/>
                <a:gd name="csX1233" fmla="*/ 418646 w 1310926"/>
                <a:gd name="csY1233" fmla="*/ 1517113 h 1923942"/>
                <a:gd name="csX1234" fmla="*/ 419925 w 1310926"/>
                <a:gd name="csY1234" fmla="*/ 1511901 h 1923942"/>
                <a:gd name="csX1235" fmla="*/ 422291 w 1310926"/>
                <a:gd name="csY1235" fmla="*/ 1511315 h 1923942"/>
                <a:gd name="csX1236" fmla="*/ 425517 w 1310926"/>
                <a:gd name="csY1236" fmla="*/ 1512084 h 1923942"/>
                <a:gd name="csX1237" fmla="*/ 435210 w 1310926"/>
                <a:gd name="csY1237" fmla="*/ 1515462 h 1923942"/>
                <a:gd name="csX1238" fmla="*/ 443275 w 1310926"/>
                <a:gd name="csY1238" fmla="*/ 1519479 h 1923942"/>
                <a:gd name="csX1239" fmla="*/ 449225 w 1310926"/>
                <a:gd name="csY1239" fmla="*/ 1520552 h 1923942"/>
                <a:gd name="csX1240" fmla="*/ 453136 w 1310926"/>
                <a:gd name="csY1240" fmla="*/ 1520666 h 1923942"/>
                <a:gd name="csX1241" fmla="*/ 454810 w 1310926"/>
                <a:gd name="csY1241" fmla="*/ 1519388 h 1923942"/>
                <a:gd name="csX1242" fmla="*/ 456134 w 1310926"/>
                <a:gd name="csY1242" fmla="*/ 1517159 h 1923942"/>
                <a:gd name="csX1243" fmla="*/ 456643 w 1310926"/>
                <a:gd name="csY1243" fmla="*/ 1515614 h 1923942"/>
                <a:gd name="csX1244" fmla="*/ 457024 w 1310926"/>
                <a:gd name="csY1244" fmla="*/ 1512449 h 1923942"/>
                <a:gd name="csX1245" fmla="*/ 457473 w 1310926"/>
                <a:gd name="csY1245" fmla="*/ 1511323 h 1923942"/>
                <a:gd name="csX1246" fmla="*/ 458781 w 1310926"/>
                <a:gd name="csY1246" fmla="*/ 1509938 h 1923942"/>
                <a:gd name="csX1247" fmla="*/ 461452 w 1310926"/>
                <a:gd name="csY1247" fmla="*/ 1505107 h 1923942"/>
                <a:gd name="csX1248" fmla="*/ 462266 w 1310926"/>
                <a:gd name="csY1248" fmla="*/ 1501660 h 1923942"/>
                <a:gd name="csX1249" fmla="*/ 461391 w 1310926"/>
                <a:gd name="csY1249" fmla="*/ 1499644 h 1923942"/>
                <a:gd name="csX1250" fmla="*/ 459611 w 1310926"/>
                <a:gd name="csY1250" fmla="*/ 1499849 h 1923942"/>
                <a:gd name="csX1251" fmla="*/ 456134 w 1310926"/>
                <a:gd name="csY1251" fmla="*/ 1501173 h 1923942"/>
                <a:gd name="csX1252" fmla="*/ 455662 w 1310926"/>
                <a:gd name="csY1252" fmla="*/ 1501721 h 1923942"/>
                <a:gd name="csX1253" fmla="*/ 455723 w 1310926"/>
                <a:gd name="csY1253" fmla="*/ 1502801 h 1923942"/>
                <a:gd name="csX1254" fmla="*/ 452368 w 1310926"/>
                <a:gd name="csY1254" fmla="*/ 1508135 h 1923942"/>
                <a:gd name="csX1255" fmla="*/ 448708 w 1310926"/>
                <a:gd name="csY1255" fmla="*/ 1509360 h 1923942"/>
                <a:gd name="csX1256" fmla="*/ 440285 w 1310926"/>
                <a:gd name="csY1256" fmla="*/ 1511140 h 1923942"/>
                <a:gd name="csX1257" fmla="*/ 436443 w 1310926"/>
                <a:gd name="csY1257" fmla="*/ 1511270 h 1923942"/>
                <a:gd name="csX1258" fmla="*/ 429610 w 1310926"/>
                <a:gd name="csY1258" fmla="*/ 1508797 h 1923942"/>
                <a:gd name="csX1259" fmla="*/ 428575 w 1310926"/>
                <a:gd name="csY1259" fmla="*/ 1507831 h 1923942"/>
                <a:gd name="csX1260" fmla="*/ 427868 w 1310926"/>
                <a:gd name="csY1260" fmla="*/ 1506012 h 1923942"/>
                <a:gd name="csX1261" fmla="*/ 419483 w 1310926"/>
                <a:gd name="csY1261" fmla="*/ 1506423 h 1923942"/>
                <a:gd name="csX1262" fmla="*/ 416980 w 1310926"/>
                <a:gd name="csY1262" fmla="*/ 1506971 h 1923942"/>
                <a:gd name="csX1263" fmla="*/ 414987 w 1310926"/>
                <a:gd name="csY1263" fmla="*/ 1506735 h 1923942"/>
                <a:gd name="csX1264" fmla="*/ 415961 w 1310926"/>
                <a:gd name="csY1264" fmla="*/ 1503570 h 1923942"/>
                <a:gd name="csX1265" fmla="*/ 418608 w 1310926"/>
                <a:gd name="csY1265" fmla="*/ 1500047 h 1923942"/>
                <a:gd name="csX1266" fmla="*/ 422321 w 1310926"/>
                <a:gd name="csY1266" fmla="*/ 1488520 h 1923942"/>
                <a:gd name="csX1267" fmla="*/ 425433 w 1310926"/>
                <a:gd name="csY1267" fmla="*/ 1485553 h 1923942"/>
                <a:gd name="csX1268" fmla="*/ 431611 w 1310926"/>
                <a:gd name="csY1268" fmla="*/ 1482783 h 1923942"/>
                <a:gd name="csX1269" fmla="*/ 438056 w 1310926"/>
                <a:gd name="csY1269" fmla="*/ 1483232 h 1923942"/>
                <a:gd name="csX1270" fmla="*/ 449202 w 1310926"/>
                <a:gd name="csY1270" fmla="*/ 1492188 h 1923942"/>
                <a:gd name="csX1271" fmla="*/ 452565 w 1310926"/>
                <a:gd name="csY1271" fmla="*/ 1492964 h 1923942"/>
                <a:gd name="csX1272" fmla="*/ 455647 w 1310926"/>
                <a:gd name="csY1272" fmla="*/ 1492241 h 1923942"/>
                <a:gd name="csX1273" fmla="*/ 463020 w 1310926"/>
                <a:gd name="csY1273" fmla="*/ 1489251 h 1923942"/>
                <a:gd name="csX1274" fmla="*/ 464374 w 1310926"/>
                <a:gd name="csY1274" fmla="*/ 1488033 h 1923942"/>
                <a:gd name="csX1275" fmla="*/ 467029 w 1310926"/>
                <a:gd name="csY1275" fmla="*/ 1484313 h 1923942"/>
                <a:gd name="csX1276" fmla="*/ 470126 w 1310926"/>
                <a:gd name="csY1276" fmla="*/ 1477921 h 1923942"/>
                <a:gd name="csX1277" fmla="*/ 469974 w 1310926"/>
                <a:gd name="csY1277" fmla="*/ 1476407 h 1923942"/>
                <a:gd name="csX1278" fmla="*/ 465218 w 1310926"/>
                <a:gd name="csY1278" fmla="*/ 1479983 h 1923942"/>
                <a:gd name="csX1279" fmla="*/ 462685 w 1310926"/>
                <a:gd name="csY1279" fmla="*/ 1480942 h 1923942"/>
                <a:gd name="csX1280" fmla="*/ 460539 w 1310926"/>
                <a:gd name="csY1280" fmla="*/ 1480942 h 1923942"/>
                <a:gd name="csX1281" fmla="*/ 462533 w 1310926"/>
                <a:gd name="csY1281" fmla="*/ 1469210 h 1923942"/>
                <a:gd name="csX1282" fmla="*/ 463309 w 1310926"/>
                <a:gd name="csY1282" fmla="*/ 1460155 h 1923942"/>
                <a:gd name="csX1283" fmla="*/ 464054 w 1310926"/>
                <a:gd name="csY1283" fmla="*/ 1457896 h 1923942"/>
                <a:gd name="csX1284" fmla="*/ 470301 w 1310926"/>
                <a:gd name="csY1284" fmla="*/ 1458573 h 1923942"/>
                <a:gd name="csX1285" fmla="*/ 478838 w 1310926"/>
                <a:gd name="csY1285" fmla="*/ 1457340 h 1923942"/>
                <a:gd name="csX1286" fmla="*/ 480869 w 1310926"/>
                <a:gd name="csY1286" fmla="*/ 1455347 h 1923942"/>
                <a:gd name="csX1287" fmla="*/ 480839 w 1310926"/>
                <a:gd name="csY1287" fmla="*/ 1454464 h 1923942"/>
                <a:gd name="csX1288" fmla="*/ 477415 w 1310926"/>
                <a:gd name="csY1288" fmla="*/ 1453254 h 1923942"/>
                <a:gd name="csX1289" fmla="*/ 475764 w 1310926"/>
                <a:gd name="csY1289" fmla="*/ 1450706 h 1923942"/>
                <a:gd name="csX1290" fmla="*/ 472895 w 1310926"/>
                <a:gd name="csY1290" fmla="*/ 1451512 h 1923942"/>
                <a:gd name="csX1291" fmla="*/ 469053 w 1310926"/>
                <a:gd name="csY1291" fmla="*/ 1453209 h 1923942"/>
                <a:gd name="csX1292" fmla="*/ 464229 w 1310926"/>
                <a:gd name="csY1292" fmla="*/ 1453019 h 1923942"/>
                <a:gd name="csX1293" fmla="*/ 464633 w 1310926"/>
                <a:gd name="csY1293" fmla="*/ 1449085 h 1923942"/>
                <a:gd name="csX1294" fmla="*/ 468171 w 1310926"/>
                <a:gd name="csY1294" fmla="*/ 1440799 h 1923942"/>
                <a:gd name="csX1295" fmla="*/ 468536 w 1310926"/>
                <a:gd name="csY1295" fmla="*/ 1437003 h 1923942"/>
                <a:gd name="csX1296" fmla="*/ 469913 w 1310926"/>
                <a:gd name="csY1296" fmla="*/ 1429386 h 1923942"/>
                <a:gd name="csX1297" fmla="*/ 470057 w 1310926"/>
                <a:gd name="csY1297" fmla="*/ 1425460 h 1923942"/>
                <a:gd name="csX1298" fmla="*/ 471845 w 1310926"/>
                <a:gd name="csY1298" fmla="*/ 1421633 h 1923942"/>
                <a:gd name="csX1299" fmla="*/ 477423 w 1310926"/>
                <a:gd name="csY1299" fmla="*/ 1418902 h 1923942"/>
                <a:gd name="csX1300" fmla="*/ 479766 w 1310926"/>
                <a:gd name="csY1300" fmla="*/ 1417266 h 1923942"/>
                <a:gd name="csX1301" fmla="*/ 479895 w 1310926"/>
                <a:gd name="csY1301" fmla="*/ 1415470 h 1923942"/>
                <a:gd name="csX1302" fmla="*/ 476555 w 1310926"/>
                <a:gd name="csY1302" fmla="*/ 1408615 h 1923942"/>
                <a:gd name="csX1303" fmla="*/ 477400 w 1310926"/>
                <a:gd name="csY1303" fmla="*/ 1406713 h 1923942"/>
                <a:gd name="csX1304" fmla="*/ 480025 w 1310926"/>
                <a:gd name="csY1304" fmla="*/ 1404978 h 1923942"/>
                <a:gd name="csX1305" fmla="*/ 480999 w 1310926"/>
                <a:gd name="csY1305" fmla="*/ 1403708 h 1923942"/>
                <a:gd name="csX1306" fmla="*/ 480329 w 1310926"/>
                <a:gd name="csY1306" fmla="*/ 1402916 h 1923942"/>
                <a:gd name="csX1307" fmla="*/ 477917 w 1310926"/>
                <a:gd name="csY1307" fmla="*/ 1402155 h 1923942"/>
                <a:gd name="csX1308" fmla="*/ 474204 w 1310926"/>
                <a:gd name="csY1308" fmla="*/ 1403677 h 1923942"/>
                <a:gd name="csX1309" fmla="*/ 470095 w 1310926"/>
                <a:gd name="csY1309" fmla="*/ 1404408 h 1923942"/>
                <a:gd name="csX1310" fmla="*/ 466459 w 1310926"/>
                <a:gd name="csY1310" fmla="*/ 1402117 h 1923942"/>
                <a:gd name="csX1311" fmla="*/ 463613 w 1310926"/>
                <a:gd name="csY1311" fmla="*/ 1401014 h 1923942"/>
                <a:gd name="csX1312" fmla="*/ 461817 w 1310926"/>
                <a:gd name="csY1312" fmla="*/ 1401357 h 1923942"/>
                <a:gd name="csX1313" fmla="*/ 456925 w 1310926"/>
                <a:gd name="csY1313" fmla="*/ 1405275 h 1923942"/>
                <a:gd name="csX1314" fmla="*/ 455213 w 1310926"/>
                <a:gd name="csY1314" fmla="*/ 1405404 h 1923942"/>
                <a:gd name="csX1315" fmla="*/ 453098 w 1310926"/>
                <a:gd name="csY1315" fmla="*/ 1404316 h 1923942"/>
                <a:gd name="csX1316" fmla="*/ 439083 w 1310926"/>
                <a:gd name="csY1316" fmla="*/ 1400923 h 1923942"/>
                <a:gd name="csX1317" fmla="*/ 437341 w 1310926"/>
                <a:gd name="csY1317" fmla="*/ 1399721 h 1923942"/>
                <a:gd name="csX1318" fmla="*/ 432319 w 1310926"/>
                <a:gd name="csY1318" fmla="*/ 1393824 h 1923942"/>
                <a:gd name="csX1319" fmla="*/ 428180 w 1310926"/>
                <a:gd name="csY1319" fmla="*/ 1389913 h 1923942"/>
                <a:gd name="csX1320" fmla="*/ 422671 w 1310926"/>
                <a:gd name="csY1320" fmla="*/ 1385630 h 1923942"/>
                <a:gd name="csX1321" fmla="*/ 415527 w 1310926"/>
                <a:gd name="csY1321" fmla="*/ 1382366 h 1923942"/>
                <a:gd name="csX1322" fmla="*/ 406754 w 1310926"/>
                <a:gd name="csY1322" fmla="*/ 1380129 h 1923942"/>
                <a:gd name="csX1323" fmla="*/ 401504 w 1310926"/>
                <a:gd name="csY1323" fmla="*/ 1378021 h 1923942"/>
                <a:gd name="csX1324" fmla="*/ 398917 w 1310926"/>
                <a:gd name="csY1324" fmla="*/ 1375039 h 1923942"/>
                <a:gd name="csX1325" fmla="*/ 394482 w 1310926"/>
                <a:gd name="csY1325" fmla="*/ 1368457 h 1923942"/>
                <a:gd name="csX1326" fmla="*/ 391111 w 1310926"/>
                <a:gd name="csY1326" fmla="*/ 1362948 h 1923942"/>
                <a:gd name="csX1327" fmla="*/ 390479 w 1310926"/>
                <a:gd name="csY1327" fmla="*/ 1360217 h 1923942"/>
                <a:gd name="csX1328" fmla="*/ 392458 w 1310926"/>
                <a:gd name="csY1328" fmla="*/ 1356831 h 1923942"/>
                <a:gd name="csX1329" fmla="*/ 394474 w 1310926"/>
                <a:gd name="csY1329" fmla="*/ 1354397 h 1923942"/>
                <a:gd name="csX1330" fmla="*/ 398271 w 1310926"/>
                <a:gd name="csY1330" fmla="*/ 1352395 h 1923942"/>
                <a:gd name="csX1331" fmla="*/ 404822 w 1310926"/>
                <a:gd name="csY1331" fmla="*/ 1353057 h 1923942"/>
                <a:gd name="csX1332" fmla="*/ 408337 w 1310926"/>
                <a:gd name="csY1332" fmla="*/ 1353948 h 1923942"/>
                <a:gd name="csX1333" fmla="*/ 412209 w 1310926"/>
                <a:gd name="csY1333" fmla="*/ 1355857 h 1923942"/>
                <a:gd name="csX1334" fmla="*/ 415139 w 1310926"/>
                <a:gd name="csY1334" fmla="*/ 1356215 h 1923942"/>
                <a:gd name="csX1335" fmla="*/ 421218 w 1310926"/>
                <a:gd name="csY1335" fmla="*/ 1355675 h 1923942"/>
                <a:gd name="csX1336" fmla="*/ 427404 w 1310926"/>
                <a:gd name="csY1336" fmla="*/ 1356892 h 1923942"/>
                <a:gd name="csX1337" fmla="*/ 431063 w 1310926"/>
                <a:gd name="csY1337" fmla="*/ 1358231 h 1923942"/>
                <a:gd name="csX1338" fmla="*/ 435872 w 1310926"/>
                <a:gd name="csY1338" fmla="*/ 1361016 h 1923942"/>
                <a:gd name="csX1339" fmla="*/ 449141 w 1310926"/>
                <a:gd name="csY1339" fmla="*/ 1372802 h 1923942"/>
                <a:gd name="csX1340" fmla="*/ 454680 w 1310926"/>
                <a:gd name="csY1340" fmla="*/ 1376872 h 1923942"/>
                <a:gd name="csX1341" fmla="*/ 457085 w 1310926"/>
                <a:gd name="csY1341" fmla="*/ 1377359 h 1923942"/>
                <a:gd name="csX1342" fmla="*/ 467014 w 1310926"/>
                <a:gd name="csY1342" fmla="*/ 1381696 h 1923942"/>
                <a:gd name="csX1343" fmla="*/ 468604 w 1310926"/>
                <a:gd name="csY1343" fmla="*/ 1381612 h 1923942"/>
                <a:gd name="csX1344" fmla="*/ 472667 w 1310926"/>
                <a:gd name="csY1344" fmla="*/ 1379581 h 1923942"/>
                <a:gd name="csX1345" fmla="*/ 473071 w 1310926"/>
                <a:gd name="csY1345" fmla="*/ 1378265 h 1923942"/>
                <a:gd name="csX1346" fmla="*/ 471701 w 1310926"/>
                <a:gd name="csY1346" fmla="*/ 1376964 h 1923942"/>
                <a:gd name="csX1347" fmla="*/ 467318 w 1310926"/>
                <a:gd name="csY1347" fmla="*/ 1375952 h 1923942"/>
                <a:gd name="csX1348" fmla="*/ 462175 w 1310926"/>
                <a:gd name="csY1348" fmla="*/ 1371143 h 1923942"/>
                <a:gd name="csX1349" fmla="*/ 458987 w 1310926"/>
                <a:gd name="csY1349" fmla="*/ 1367316 h 1923942"/>
                <a:gd name="csX1350" fmla="*/ 458622 w 1310926"/>
                <a:gd name="csY1350" fmla="*/ 1360963 h 1923942"/>
                <a:gd name="csX1351" fmla="*/ 459040 w 1310926"/>
                <a:gd name="csY1351" fmla="*/ 1357387 h 1923942"/>
                <a:gd name="csX1352" fmla="*/ 459839 w 1310926"/>
                <a:gd name="csY1352" fmla="*/ 1355758 h 1923942"/>
                <a:gd name="csX1353" fmla="*/ 460402 w 1310926"/>
                <a:gd name="csY1353" fmla="*/ 1350257 h 1923942"/>
                <a:gd name="csX1354" fmla="*/ 457420 w 1310926"/>
                <a:gd name="csY1354" fmla="*/ 1346978 h 1923942"/>
                <a:gd name="csX1355" fmla="*/ 455342 w 1310926"/>
                <a:gd name="csY1355" fmla="*/ 1345943 h 1923942"/>
                <a:gd name="csX1356" fmla="*/ 449811 w 1310926"/>
                <a:gd name="csY1356" fmla="*/ 1341142 h 1923942"/>
                <a:gd name="csX1357" fmla="*/ 449347 w 1310926"/>
                <a:gd name="csY1357" fmla="*/ 1339948 h 1923942"/>
                <a:gd name="csX1358" fmla="*/ 452002 w 1310926"/>
                <a:gd name="csY1358" fmla="*/ 1339385 h 1923942"/>
                <a:gd name="csX1359" fmla="*/ 454605 w 1310926"/>
                <a:gd name="csY1359" fmla="*/ 1339712 h 1923942"/>
                <a:gd name="csX1360" fmla="*/ 460182 w 1310926"/>
                <a:gd name="csY1360" fmla="*/ 1342147 h 1923942"/>
                <a:gd name="csX1361" fmla="*/ 463103 w 1310926"/>
                <a:gd name="csY1361" fmla="*/ 1342482 h 1923942"/>
                <a:gd name="csX1362" fmla="*/ 465233 w 1310926"/>
                <a:gd name="csY1362" fmla="*/ 1341530 h 1923942"/>
                <a:gd name="csX1363" fmla="*/ 465477 w 1310926"/>
                <a:gd name="csY1363" fmla="*/ 1340549 h 1923942"/>
                <a:gd name="csX1364" fmla="*/ 462084 w 1310926"/>
                <a:gd name="csY1364" fmla="*/ 1337779 h 1923942"/>
                <a:gd name="csX1365" fmla="*/ 457838 w 1310926"/>
                <a:gd name="csY1365" fmla="*/ 1332811 h 1923942"/>
                <a:gd name="csX1366" fmla="*/ 448966 w 1310926"/>
                <a:gd name="csY1366" fmla="*/ 1332073 h 1923942"/>
                <a:gd name="csX1367" fmla="*/ 443214 w 1310926"/>
                <a:gd name="csY1367" fmla="*/ 1332636 h 1923942"/>
                <a:gd name="csX1368" fmla="*/ 439539 w 1310926"/>
                <a:gd name="csY1368" fmla="*/ 1330924 h 1923942"/>
                <a:gd name="csX1369" fmla="*/ 435629 w 1310926"/>
                <a:gd name="csY1369" fmla="*/ 1328139 h 1923942"/>
                <a:gd name="csX1370" fmla="*/ 433110 w 1310926"/>
                <a:gd name="csY1370" fmla="*/ 1327424 h 1923942"/>
                <a:gd name="csX1371" fmla="*/ 427975 w 1310926"/>
                <a:gd name="csY1371" fmla="*/ 1329174 h 1923942"/>
                <a:gd name="csX1372" fmla="*/ 425380 w 1310926"/>
                <a:gd name="csY1372" fmla="*/ 1329395 h 1923942"/>
                <a:gd name="csX1373" fmla="*/ 423014 w 1310926"/>
                <a:gd name="csY1373" fmla="*/ 1328778 h 1923942"/>
                <a:gd name="csX1374" fmla="*/ 420678 w 1310926"/>
                <a:gd name="csY1374" fmla="*/ 1319953 h 1923942"/>
                <a:gd name="csX1375" fmla="*/ 421302 w 1310926"/>
                <a:gd name="csY1375" fmla="*/ 1317297 h 1923942"/>
                <a:gd name="csX1376" fmla="*/ 423135 w 1310926"/>
                <a:gd name="csY1376" fmla="*/ 1316148 h 1923942"/>
                <a:gd name="csX1377" fmla="*/ 424520 w 1310926"/>
                <a:gd name="csY1377" fmla="*/ 1313280 h 1923942"/>
                <a:gd name="csX1378" fmla="*/ 425486 w 1310926"/>
                <a:gd name="csY1378" fmla="*/ 1310275 h 1923942"/>
                <a:gd name="csX1379" fmla="*/ 428530 w 1310926"/>
                <a:gd name="csY1379" fmla="*/ 1307330 h 1923942"/>
                <a:gd name="csX1380" fmla="*/ 445231 w 1310926"/>
                <a:gd name="csY1380" fmla="*/ 1300749 h 1923942"/>
                <a:gd name="csX1381" fmla="*/ 449446 w 1310926"/>
                <a:gd name="csY1381" fmla="*/ 1295833 h 1923942"/>
                <a:gd name="csX1382" fmla="*/ 449263 w 1310926"/>
                <a:gd name="csY1382" fmla="*/ 1295073 h 1923942"/>
                <a:gd name="csX1383" fmla="*/ 446418 w 1310926"/>
                <a:gd name="csY1383" fmla="*/ 1295986 h 1923942"/>
                <a:gd name="csX1384" fmla="*/ 442781 w 1310926"/>
                <a:gd name="csY1384" fmla="*/ 1298207 h 1923942"/>
                <a:gd name="csX1385" fmla="*/ 440354 w 1310926"/>
                <a:gd name="csY1385" fmla="*/ 1298664 h 1923942"/>
                <a:gd name="csX1386" fmla="*/ 430523 w 1310926"/>
                <a:gd name="csY1386" fmla="*/ 1295795 h 1923942"/>
                <a:gd name="csX1387" fmla="*/ 428986 w 1310926"/>
                <a:gd name="csY1387" fmla="*/ 1296450 h 1923942"/>
                <a:gd name="csX1388" fmla="*/ 425007 w 1310926"/>
                <a:gd name="csY1388" fmla="*/ 1300566 h 1923942"/>
                <a:gd name="csX1389" fmla="*/ 419605 w 1310926"/>
                <a:gd name="csY1389" fmla="*/ 1305017 h 1923942"/>
                <a:gd name="csX1390" fmla="*/ 417117 w 1310926"/>
                <a:gd name="csY1390" fmla="*/ 1304743 h 1923942"/>
                <a:gd name="csX1391" fmla="*/ 413784 w 1310926"/>
                <a:gd name="csY1391" fmla="*/ 1302111 h 1923942"/>
                <a:gd name="csX1392" fmla="*/ 413259 w 1310926"/>
                <a:gd name="csY1392" fmla="*/ 1300231 h 1923942"/>
                <a:gd name="csX1393" fmla="*/ 413016 w 1310926"/>
                <a:gd name="csY1393" fmla="*/ 1297971 h 1923942"/>
                <a:gd name="csX1394" fmla="*/ 416676 w 1310926"/>
                <a:gd name="csY1394" fmla="*/ 1294867 h 1923942"/>
                <a:gd name="csX1395" fmla="*/ 417847 w 1310926"/>
                <a:gd name="csY1395" fmla="*/ 1293224 h 1923942"/>
                <a:gd name="csX1396" fmla="*/ 420214 w 1310926"/>
                <a:gd name="csY1396" fmla="*/ 1288788 h 1923942"/>
                <a:gd name="csX1397" fmla="*/ 420092 w 1310926"/>
                <a:gd name="csY1397" fmla="*/ 1286589 h 1923942"/>
                <a:gd name="csX1398" fmla="*/ 416052 w 1310926"/>
                <a:gd name="csY1398" fmla="*/ 1287799 h 1923942"/>
                <a:gd name="csX1399" fmla="*/ 415527 w 1310926"/>
                <a:gd name="csY1399" fmla="*/ 1285752 h 1923942"/>
                <a:gd name="csX1400" fmla="*/ 415588 w 1310926"/>
                <a:gd name="csY1400" fmla="*/ 1282245 h 1923942"/>
                <a:gd name="csX1401" fmla="*/ 415200 w 1310926"/>
                <a:gd name="csY1401" fmla="*/ 1277793 h 1923942"/>
                <a:gd name="csX1402" fmla="*/ 414210 w 1310926"/>
                <a:gd name="csY1402" fmla="*/ 1273381 h 1923942"/>
                <a:gd name="csX1403" fmla="*/ 410893 w 1310926"/>
                <a:gd name="csY1403" fmla="*/ 1266571 h 1923942"/>
                <a:gd name="csX1404" fmla="*/ 409516 w 1310926"/>
                <a:gd name="csY1404" fmla="*/ 1264821 h 1923942"/>
                <a:gd name="csX1405" fmla="*/ 408382 w 1310926"/>
                <a:gd name="csY1405" fmla="*/ 1262287 h 1923942"/>
                <a:gd name="csX1406" fmla="*/ 405879 w 1310926"/>
                <a:gd name="csY1406" fmla="*/ 1252997 h 1923942"/>
                <a:gd name="csX1407" fmla="*/ 406602 w 1310926"/>
                <a:gd name="csY1407" fmla="*/ 1250661 h 1923942"/>
                <a:gd name="csX1408" fmla="*/ 408824 w 1310926"/>
                <a:gd name="csY1408" fmla="*/ 1248889 h 1923942"/>
                <a:gd name="csX1409" fmla="*/ 409250 w 1310926"/>
                <a:gd name="csY1409" fmla="*/ 1248075 h 1923942"/>
                <a:gd name="csX1410" fmla="*/ 403947 w 1310926"/>
                <a:gd name="csY1410" fmla="*/ 1249543 h 1923942"/>
                <a:gd name="csX1411" fmla="*/ 403368 w 1310926"/>
                <a:gd name="csY1411" fmla="*/ 1251156 h 1923942"/>
                <a:gd name="csX1412" fmla="*/ 404365 w 1310926"/>
                <a:gd name="csY1412" fmla="*/ 1253537 h 1923942"/>
                <a:gd name="csX1413" fmla="*/ 405080 w 1310926"/>
                <a:gd name="csY1413" fmla="*/ 1256703 h 1923942"/>
                <a:gd name="csX1414" fmla="*/ 405506 w 1310926"/>
                <a:gd name="csY1414" fmla="*/ 1260644 h 1923942"/>
                <a:gd name="csX1415" fmla="*/ 406244 w 1310926"/>
                <a:gd name="csY1415" fmla="*/ 1264083 h 1923942"/>
                <a:gd name="csX1416" fmla="*/ 408162 w 1310926"/>
                <a:gd name="csY1416" fmla="*/ 1267842 h 1923942"/>
                <a:gd name="csX1417" fmla="*/ 409699 w 1310926"/>
                <a:gd name="csY1417" fmla="*/ 1269812 h 1923942"/>
                <a:gd name="csX1418" fmla="*/ 412202 w 1310926"/>
                <a:gd name="csY1418" fmla="*/ 1275016 h 1923942"/>
                <a:gd name="csX1419" fmla="*/ 413297 w 1310926"/>
                <a:gd name="csY1419" fmla="*/ 1280715 h 1923942"/>
                <a:gd name="csX1420" fmla="*/ 412978 w 1310926"/>
                <a:gd name="csY1420" fmla="*/ 1283705 h 1923942"/>
                <a:gd name="csX1421" fmla="*/ 411038 w 1310926"/>
                <a:gd name="csY1421" fmla="*/ 1286741 h 1923942"/>
                <a:gd name="csX1422" fmla="*/ 407903 w 1310926"/>
                <a:gd name="csY1422" fmla="*/ 1290005 h 1923942"/>
                <a:gd name="csX1423" fmla="*/ 406952 w 1310926"/>
                <a:gd name="csY1423" fmla="*/ 1292706 h 1923942"/>
                <a:gd name="csX1424" fmla="*/ 406526 w 1310926"/>
                <a:gd name="csY1424" fmla="*/ 1295392 h 1923942"/>
                <a:gd name="csX1425" fmla="*/ 404084 w 1310926"/>
                <a:gd name="csY1425" fmla="*/ 1297873 h 1923942"/>
                <a:gd name="csX1426" fmla="*/ 402585 w 1310926"/>
                <a:gd name="csY1426" fmla="*/ 1296944 h 1923942"/>
                <a:gd name="csX1427" fmla="*/ 401398 w 1310926"/>
                <a:gd name="csY1427" fmla="*/ 1296800 h 1923942"/>
                <a:gd name="csX1428" fmla="*/ 402798 w 1310926"/>
                <a:gd name="csY1428" fmla="*/ 1301213 h 1923942"/>
                <a:gd name="csX1429" fmla="*/ 403703 w 1310926"/>
                <a:gd name="csY1429" fmla="*/ 1305717 h 1923942"/>
                <a:gd name="csX1430" fmla="*/ 402615 w 1310926"/>
                <a:gd name="csY1430" fmla="*/ 1310214 h 1923942"/>
                <a:gd name="csX1431" fmla="*/ 399716 w 1310926"/>
                <a:gd name="csY1431" fmla="*/ 1312930 h 1923942"/>
                <a:gd name="csX1432" fmla="*/ 398141 w 1310926"/>
                <a:gd name="csY1432" fmla="*/ 1313014 h 1923942"/>
                <a:gd name="csX1433" fmla="*/ 395045 w 1310926"/>
                <a:gd name="csY1433" fmla="*/ 1315212 h 1923942"/>
                <a:gd name="csX1434" fmla="*/ 387116 w 1310926"/>
                <a:gd name="csY1434" fmla="*/ 1316361 h 1923942"/>
                <a:gd name="csX1435" fmla="*/ 384355 w 1310926"/>
                <a:gd name="csY1435" fmla="*/ 1315821 h 1923942"/>
                <a:gd name="csX1436" fmla="*/ 379295 w 1310926"/>
                <a:gd name="csY1436" fmla="*/ 1313592 h 1923942"/>
                <a:gd name="csX1437" fmla="*/ 373292 w 1310926"/>
                <a:gd name="csY1437" fmla="*/ 1312374 h 1923942"/>
                <a:gd name="csX1438" fmla="*/ 370910 w 1310926"/>
                <a:gd name="csY1438" fmla="*/ 1309361 h 1923942"/>
                <a:gd name="csX1439" fmla="*/ 367791 w 1310926"/>
                <a:gd name="csY1439" fmla="*/ 1303860 h 1923942"/>
                <a:gd name="csX1440" fmla="*/ 366216 w 1310926"/>
                <a:gd name="csY1440" fmla="*/ 1298915 h 1923942"/>
                <a:gd name="csX1441" fmla="*/ 366185 w 1310926"/>
                <a:gd name="csY1441" fmla="*/ 1294525 h 1923942"/>
                <a:gd name="csX1442" fmla="*/ 367030 w 1310926"/>
                <a:gd name="csY1442" fmla="*/ 1291322 h 1923942"/>
                <a:gd name="csX1443" fmla="*/ 368749 w 1310926"/>
                <a:gd name="csY1443" fmla="*/ 1289298 h 1923942"/>
                <a:gd name="csX1444" fmla="*/ 370819 w 1310926"/>
                <a:gd name="csY1444" fmla="*/ 1276310 h 1923942"/>
                <a:gd name="csX1445" fmla="*/ 373741 w 1310926"/>
                <a:gd name="csY1445" fmla="*/ 1265726 h 1923942"/>
                <a:gd name="csX1446" fmla="*/ 381098 w 1310926"/>
                <a:gd name="csY1446" fmla="*/ 1254724 h 1923942"/>
                <a:gd name="csX1447" fmla="*/ 383198 w 1310926"/>
                <a:gd name="csY1447" fmla="*/ 1250722 h 1923942"/>
                <a:gd name="csX1448" fmla="*/ 383890 w 1310926"/>
                <a:gd name="csY1448" fmla="*/ 1248569 h 1923942"/>
                <a:gd name="csX1449" fmla="*/ 383883 w 1310926"/>
                <a:gd name="csY1449" fmla="*/ 1246926 h 1923942"/>
                <a:gd name="csX1450" fmla="*/ 382696 w 1310926"/>
                <a:gd name="csY1450" fmla="*/ 1245883 h 1923942"/>
                <a:gd name="csX1451" fmla="*/ 373649 w 1310926"/>
                <a:gd name="csY1451" fmla="*/ 1259541 h 1923942"/>
                <a:gd name="csX1452" fmla="*/ 368072 w 1310926"/>
                <a:gd name="csY1452" fmla="*/ 1260986 h 1923942"/>
                <a:gd name="csX1453" fmla="*/ 366406 w 1310926"/>
                <a:gd name="csY1453" fmla="*/ 1257928 h 1923942"/>
                <a:gd name="csX1454" fmla="*/ 366908 w 1310926"/>
                <a:gd name="csY1454" fmla="*/ 1252480 h 1923942"/>
                <a:gd name="csX1455" fmla="*/ 367905 w 1310926"/>
                <a:gd name="csY1455" fmla="*/ 1251209 h 1923942"/>
                <a:gd name="csX1456" fmla="*/ 372417 w 1310926"/>
                <a:gd name="csY1456" fmla="*/ 1251727 h 1923942"/>
                <a:gd name="csX1457" fmla="*/ 374167 w 1310926"/>
                <a:gd name="csY1457" fmla="*/ 1248683 h 1923942"/>
                <a:gd name="csX1458" fmla="*/ 371344 w 1310926"/>
                <a:gd name="csY1458" fmla="*/ 1244072 h 1923942"/>
                <a:gd name="csX1459" fmla="*/ 368338 w 1310926"/>
                <a:gd name="csY1459" fmla="*/ 1242855 h 1923942"/>
                <a:gd name="csX1460" fmla="*/ 367638 w 1310926"/>
                <a:gd name="csY1460" fmla="*/ 1241691 h 1923942"/>
                <a:gd name="csX1461" fmla="*/ 370728 w 1310926"/>
                <a:gd name="csY1461" fmla="*/ 1238161 h 1923942"/>
                <a:gd name="csX1462" fmla="*/ 377880 w 1310926"/>
                <a:gd name="csY1462" fmla="*/ 1238419 h 1923942"/>
                <a:gd name="csX1463" fmla="*/ 379493 w 1310926"/>
                <a:gd name="csY1463" fmla="*/ 1235946 h 1923942"/>
                <a:gd name="csX1464" fmla="*/ 382080 w 1310926"/>
                <a:gd name="csY1464" fmla="*/ 1233276 h 1923942"/>
                <a:gd name="csX1465" fmla="*/ 384956 w 1310926"/>
                <a:gd name="csY1465" fmla="*/ 1228300 h 1923942"/>
                <a:gd name="csX1466" fmla="*/ 386029 w 1310926"/>
                <a:gd name="csY1466" fmla="*/ 1224100 h 1923942"/>
                <a:gd name="csX1467" fmla="*/ 386272 w 1310926"/>
                <a:gd name="csY1467" fmla="*/ 1220486 h 1923942"/>
                <a:gd name="csX1468" fmla="*/ 385648 w 1310926"/>
                <a:gd name="csY1468" fmla="*/ 1217564 h 1923942"/>
                <a:gd name="csX1469" fmla="*/ 385587 w 1310926"/>
                <a:gd name="csY1469" fmla="*/ 1214627 h 1923942"/>
                <a:gd name="csX1470" fmla="*/ 386074 w 1310926"/>
                <a:gd name="csY1470" fmla="*/ 1211675 h 1923942"/>
                <a:gd name="csX1471" fmla="*/ 385321 w 1310926"/>
                <a:gd name="csY1471" fmla="*/ 1208403 h 1923942"/>
                <a:gd name="csX1472" fmla="*/ 383335 w 1310926"/>
                <a:gd name="csY1472" fmla="*/ 1204812 h 1923942"/>
                <a:gd name="csX1473" fmla="*/ 378915 w 1310926"/>
                <a:gd name="csY1473" fmla="*/ 1201297 h 1923942"/>
                <a:gd name="csX1474" fmla="*/ 377613 w 1310926"/>
                <a:gd name="csY1474" fmla="*/ 1205269 h 1923942"/>
                <a:gd name="csX1475" fmla="*/ 376236 w 1310926"/>
                <a:gd name="csY1475" fmla="*/ 1206897 h 1923942"/>
                <a:gd name="csX1476" fmla="*/ 374304 w 1310926"/>
                <a:gd name="csY1476" fmla="*/ 1207262 h 1923942"/>
                <a:gd name="csX1477" fmla="*/ 372523 w 1310926"/>
                <a:gd name="csY1477" fmla="*/ 1205588 h 1923942"/>
                <a:gd name="csX1478" fmla="*/ 370659 w 1310926"/>
                <a:gd name="csY1478" fmla="*/ 1204987 h 1923942"/>
                <a:gd name="csX1479" fmla="*/ 368833 w 1310926"/>
                <a:gd name="csY1479" fmla="*/ 1203496 h 1923942"/>
                <a:gd name="csX1480" fmla="*/ 366931 w 1310926"/>
                <a:gd name="csY1480" fmla="*/ 1203017 h 1923942"/>
                <a:gd name="csX1481" fmla="*/ 366193 w 1310926"/>
                <a:gd name="csY1481" fmla="*/ 1201814 h 1923942"/>
                <a:gd name="csX1482" fmla="*/ 365714 w 1310926"/>
                <a:gd name="csY1482" fmla="*/ 1198436 h 1923942"/>
                <a:gd name="csX1483" fmla="*/ 365675 w 1310926"/>
                <a:gd name="csY1483" fmla="*/ 1194130 h 1923942"/>
                <a:gd name="csX1484" fmla="*/ 367821 w 1310926"/>
                <a:gd name="csY1484" fmla="*/ 1192106 h 1923942"/>
                <a:gd name="csX1485" fmla="*/ 370811 w 1310926"/>
                <a:gd name="csY1485" fmla="*/ 1190516 h 1923942"/>
                <a:gd name="csX1486" fmla="*/ 372812 w 1310926"/>
                <a:gd name="csY1486" fmla="*/ 1187495 h 1923942"/>
                <a:gd name="csX1487" fmla="*/ 374129 w 1310926"/>
                <a:gd name="csY1487" fmla="*/ 1183105 h 1923942"/>
                <a:gd name="csX1488" fmla="*/ 374319 w 1310926"/>
                <a:gd name="csY1488" fmla="*/ 1178289 h 1923942"/>
                <a:gd name="csX1489" fmla="*/ 373383 w 1310926"/>
                <a:gd name="csY1489" fmla="*/ 1173054 h 1923942"/>
                <a:gd name="csX1490" fmla="*/ 370956 w 1310926"/>
                <a:gd name="csY1490" fmla="*/ 1168329 h 1923942"/>
                <a:gd name="csX1491" fmla="*/ 366459 w 1310926"/>
                <a:gd name="csY1491" fmla="*/ 1172925 h 1923942"/>
                <a:gd name="csX1492" fmla="*/ 364694 w 1310926"/>
                <a:gd name="csY1492" fmla="*/ 1174051 h 1923942"/>
                <a:gd name="csX1493" fmla="*/ 364291 w 1310926"/>
                <a:gd name="csY1493" fmla="*/ 1170764 h 1923942"/>
                <a:gd name="csX1494" fmla="*/ 363667 w 1310926"/>
                <a:gd name="csY1494" fmla="*/ 1168329 h 1923942"/>
                <a:gd name="csX1495" fmla="*/ 361780 w 1310926"/>
                <a:gd name="csY1495" fmla="*/ 1165012 h 1923942"/>
                <a:gd name="csX1496" fmla="*/ 359292 w 1310926"/>
                <a:gd name="csY1496" fmla="*/ 1162592 h 1923942"/>
                <a:gd name="csX1497" fmla="*/ 356903 w 1310926"/>
                <a:gd name="csY1497" fmla="*/ 1160979 h 1923942"/>
                <a:gd name="csX1498" fmla="*/ 356796 w 1310926"/>
                <a:gd name="csY1498" fmla="*/ 1158522 h 1923942"/>
                <a:gd name="csX1499" fmla="*/ 357359 w 1310926"/>
                <a:gd name="csY1499" fmla="*/ 1155745 h 1923942"/>
                <a:gd name="csX1500" fmla="*/ 358424 w 1310926"/>
                <a:gd name="csY1500" fmla="*/ 1152503 h 1923942"/>
                <a:gd name="csX1501" fmla="*/ 359802 w 1310926"/>
                <a:gd name="csY1501" fmla="*/ 1145709 h 1923942"/>
                <a:gd name="csX1502" fmla="*/ 361316 w 1310926"/>
                <a:gd name="csY1502" fmla="*/ 1146318 h 1923942"/>
                <a:gd name="csX1503" fmla="*/ 362579 w 1310926"/>
                <a:gd name="csY1503" fmla="*/ 1145694 h 1923942"/>
                <a:gd name="csX1504" fmla="*/ 361848 w 1310926"/>
                <a:gd name="csY1504" fmla="*/ 1140056 h 1923942"/>
                <a:gd name="csX1505" fmla="*/ 360631 w 1310926"/>
                <a:gd name="csY1505" fmla="*/ 1135300 h 1923942"/>
                <a:gd name="csX1506" fmla="*/ 359201 w 1310926"/>
                <a:gd name="csY1506" fmla="*/ 1132584 h 1923942"/>
                <a:gd name="csX1507" fmla="*/ 359147 w 1310926"/>
                <a:gd name="csY1507" fmla="*/ 1131405 h 1923942"/>
                <a:gd name="csX1508" fmla="*/ 358820 w 1310926"/>
                <a:gd name="csY1508" fmla="*/ 1130020 h 1923942"/>
                <a:gd name="csX1509" fmla="*/ 357717 w 1310926"/>
                <a:gd name="csY1509" fmla="*/ 1126665 h 1923942"/>
                <a:gd name="csX1510" fmla="*/ 356477 w 1310926"/>
                <a:gd name="csY1510" fmla="*/ 1124200 h 1923942"/>
                <a:gd name="csX1511" fmla="*/ 354316 w 1310926"/>
                <a:gd name="csY1511" fmla="*/ 1117192 h 1923942"/>
                <a:gd name="csX1512" fmla="*/ 352756 w 1310926"/>
                <a:gd name="csY1512" fmla="*/ 1114506 h 1923942"/>
                <a:gd name="csX1513" fmla="*/ 350755 w 1310926"/>
                <a:gd name="csY1513" fmla="*/ 1113114 h 1923942"/>
                <a:gd name="csX1514" fmla="*/ 348602 w 1310926"/>
                <a:gd name="csY1514" fmla="*/ 1113038 h 1923942"/>
                <a:gd name="csX1515" fmla="*/ 345140 w 1310926"/>
                <a:gd name="csY1515" fmla="*/ 1114894 h 1923942"/>
                <a:gd name="csX1516" fmla="*/ 338756 w 1310926"/>
                <a:gd name="csY1516" fmla="*/ 1117025 h 1923942"/>
                <a:gd name="csX1517" fmla="*/ 333697 w 1310926"/>
                <a:gd name="csY1517" fmla="*/ 1118037 h 1923942"/>
                <a:gd name="csX1518" fmla="*/ 332852 w 1310926"/>
                <a:gd name="csY1518" fmla="*/ 1117481 h 1923942"/>
                <a:gd name="csX1519" fmla="*/ 335386 w 1310926"/>
                <a:gd name="csY1519" fmla="*/ 1114811 h 1923942"/>
                <a:gd name="csX1520" fmla="*/ 339114 w 1310926"/>
                <a:gd name="csY1520" fmla="*/ 1112026 h 1923942"/>
                <a:gd name="csX1521" fmla="*/ 344044 w 1310926"/>
                <a:gd name="csY1521" fmla="*/ 1110131 h 1923942"/>
                <a:gd name="csX1522" fmla="*/ 345482 w 1310926"/>
                <a:gd name="csY1522" fmla="*/ 1105475 h 1923942"/>
                <a:gd name="csX1523" fmla="*/ 344950 w 1310926"/>
                <a:gd name="csY1523" fmla="*/ 1101435 h 1923942"/>
                <a:gd name="csX1524" fmla="*/ 345155 w 1310926"/>
                <a:gd name="csY1524" fmla="*/ 1097592 h 1923942"/>
                <a:gd name="csX1525" fmla="*/ 343801 w 1310926"/>
                <a:gd name="csY1525" fmla="*/ 1093537 h 1923942"/>
                <a:gd name="csX1526" fmla="*/ 345117 w 1310926"/>
                <a:gd name="csY1526" fmla="*/ 1091285 h 1923942"/>
                <a:gd name="csX1527" fmla="*/ 349606 w 1310926"/>
                <a:gd name="csY1527" fmla="*/ 1089010 h 1923942"/>
                <a:gd name="csX1528" fmla="*/ 351645 w 1310926"/>
                <a:gd name="csY1528" fmla="*/ 1088660 h 1923942"/>
                <a:gd name="csX1529" fmla="*/ 353669 w 1310926"/>
                <a:gd name="csY1529" fmla="*/ 1085761 h 1923942"/>
                <a:gd name="csX1530" fmla="*/ 347978 w 1310926"/>
                <a:gd name="csY1530" fmla="*/ 1078738 h 1923942"/>
                <a:gd name="csX1531" fmla="*/ 342013 w 1310926"/>
                <a:gd name="csY1531" fmla="*/ 1074120 h 1923942"/>
                <a:gd name="csX1532" fmla="*/ 340522 w 1310926"/>
                <a:gd name="csY1532" fmla="*/ 1072233 h 1923942"/>
                <a:gd name="csX1533" fmla="*/ 339213 w 1310926"/>
                <a:gd name="csY1533" fmla="*/ 1069129 h 1923942"/>
                <a:gd name="csX1534" fmla="*/ 338087 w 1310926"/>
                <a:gd name="csY1534" fmla="*/ 1064792 h 1923942"/>
                <a:gd name="csX1535" fmla="*/ 336246 w 1310926"/>
                <a:gd name="csY1535" fmla="*/ 1060440 h 1923942"/>
                <a:gd name="csX1536" fmla="*/ 333704 w 1310926"/>
                <a:gd name="csY1536" fmla="*/ 1056057 h 1923942"/>
                <a:gd name="csX1537" fmla="*/ 329991 w 1310926"/>
                <a:gd name="csY1537" fmla="*/ 1051819 h 1923942"/>
                <a:gd name="csX1538" fmla="*/ 320420 w 1310926"/>
                <a:gd name="csY1538" fmla="*/ 1044028 h 1923942"/>
                <a:gd name="csX1539" fmla="*/ 317133 w 1310926"/>
                <a:gd name="csY1539" fmla="*/ 1038626 h 1923942"/>
                <a:gd name="csX1540" fmla="*/ 314105 w 1310926"/>
                <a:gd name="csY1540" fmla="*/ 1030318 h 1923942"/>
                <a:gd name="csX1541" fmla="*/ 312591 w 1310926"/>
                <a:gd name="csY1541" fmla="*/ 1026757 h 1923942"/>
                <a:gd name="csX1542" fmla="*/ 311016 w 1310926"/>
                <a:gd name="csY1542" fmla="*/ 1024117 h 1923942"/>
                <a:gd name="csX1543" fmla="*/ 304350 w 1310926"/>
                <a:gd name="csY1543" fmla="*/ 1017908 h 1923942"/>
                <a:gd name="csX1544" fmla="*/ 303544 w 1310926"/>
                <a:gd name="csY1544" fmla="*/ 1015154 h 1923942"/>
                <a:gd name="csX1545" fmla="*/ 310430 w 1310926"/>
                <a:gd name="csY1545" fmla="*/ 1007789 h 1923942"/>
                <a:gd name="csX1546" fmla="*/ 311099 w 1310926"/>
                <a:gd name="csY1546" fmla="*/ 1004836 h 1923942"/>
                <a:gd name="csX1547" fmla="*/ 308284 w 1310926"/>
                <a:gd name="csY1547" fmla="*/ 995820 h 1923942"/>
                <a:gd name="csX1548" fmla="*/ 305408 w 1310926"/>
                <a:gd name="csY1548" fmla="*/ 989186 h 1923942"/>
                <a:gd name="csX1549" fmla="*/ 302273 w 1310926"/>
                <a:gd name="csY1549" fmla="*/ 986819 h 1923942"/>
                <a:gd name="csX1550" fmla="*/ 297609 w 1310926"/>
                <a:gd name="csY1550" fmla="*/ 985602 h 1923942"/>
                <a:gd name="csX1551" fmla="*/ 293333 w 1310926"/>
                <a:gd name="csY1551" fmla="*/ 982635 h 1923942"/>
                <a:gd name="csX1552" fmla="*/ 289445 w 1310926"/>
                <a:gd name="csY1552" fmla="*/ 977917 h 1923942"/>
                <a:gd name="csX1553" fmla="*/ 285565 w 1310926"/>
                <a:gd name="csY1553" fmla="*/ 974455 h 1923942"/>
                <a:gd name="csX1554" fmla="*/ 279752 w 1310926"/>
                <a:gd name="csY1554" fmla="*/ 971153 h 1923942"/>
                <a:gd name="csX1555" fmla="*/ 270028 w 1310926"/>
                <a:gd name="csY1555" fmla="*/ 962624 h 1923942"/>
                <a:gd name="csX1556" fmla="*/ 255039 w 1310926"/>
                <a:gd name="csY1556" fmla="*/ 953433 h 1923942"/>
                <a:gd name="csX1557" fmla="*/ 248344 w 1310926"/>
                <a:gd name="csY1557" fmla="*/ 948031 h 1923942"/>
                <a:gd name="csX1558" fmla="*/ 244357 w 1310926"/>
                <a:gd name="csY1558" fmla="*/ 946060 h 1923942"/>
                <a:gd name="csX1559" fmla="*/ 239107 w 1310926"/>
                <a:gd name="csY1559" fmla="*/ 945558 h 1923942"/>
                <a:gd name="csX1560" fmla="*/ 228949 w 1310926"/>
                <a:gd name="csY1560" fmla="*/ 940483 h 1923942"/>
                <a:gd name="csX1561" fmla="*/ 220413 w 1310926"/>
                <a:gd name="csY1561" fmla="*/ 938855 h 1923942"/>
                <a:gd name="csX1562" fmla="*/ 215148 w 1310926"/>
                <a:gd name="csY1562" fmla="*/ 939601 h 1923942"/>
                <a:gd name="csX1563" fmla="*/ 213428 w 1310926"/>
                <a:gd name="csY1563" fmla="*/ 938756 h 1923942"/>
                <a:gd name="csX1564" fmla="*/ 209532 w 1310926"/>
                <a:gd name="csY1564" fmla="*/ 933575 h 1923942"/>
                <a:gd name="csX1565" fmla="*/ 203438 w 1310926"/>
                <a:gd name="csY1565" fmla="*/ 930592 h 1923942"/>
                <a:gd name="csX1566" fmla="*/ 200288 w 1310926"/>
                <a:gd name="csY1566" fmla="*/ 931726 h 1923942"/>
                <a:gd name="csX1567" fmla="*/ 196377 w 1310926"/>
                <a:gd name="csY1567" fmla="*/ 937280 h 1923942"/>
                <a:gd name="csX1568" fmla="*/ 191660 w 1310926"/>
                <a:gd name="csY1568" fmla="*/ 942735 h 1923942"/>
                <a:gd name="csX1569" fmla="*/ 189149 w 1310926"/>
                <a:gd name="csY1569" fmla="*/ 943473 h 1923942"/>
                <a:gd name="csX1570" fmla="*/ 185421 w 1310926"/>
                <a:gd name="csY1570" fmla="*/ 938490 h 1923942"/>
                <a:gd name="csX1571" fmla="*/ 183542 w 1310926"/>
                <a:gd name="csY1571" fmla="*/ 934998 h 1923942"/>
                <a:gd name="csX1572" fmla="*/ 181746 w 1310926"/>
                <a:gd name="csY1572" fmla="*/ 933803 h 1923942"/>
                <a:gd name="csX1573" fmla="*/ 180034 w 1310926"/>
                <a:gd name="csY1573" fmla="*/ 934929 h 1923942"/>
                <a:gd name="csX1574" fmla="*/ 176701 w 1310926"/>
                <a:gd name="csY1574" fmla="*/ 939517 h 1923942"/>
                <a:gd name="csX1575" fmla="*/ 173529 w 1310926"/>
                <a:gd name="csY1575" fmla="*/ 942819 h 1923942"/>
                <a:gd name="csX1576" fmla="*/ 168834 w 1310926"/>
                <a:gd name="csY1576" fmla="*/ 946730 h 1923942"/>
                <a:gd name="csX1577" fmla="*/ 165083 w 1310926"/>
                <a:gd name="csY1577" fmla="*/ 948602 h 1923942"/>
                <a:gd name="csX1578" fmla="*/ 160267 w 1310926"/>
                <a:gd name="csY1578" fmla="*/ 949058 h 1923942"/>
                <a:gd name="csX1579" fmla="*/ 159057 w 1310926"/>
                <a:gd name="csY1579" fmla="*/ 950473 h 1923942"/>
                <a:gd name="csX1580" fmla="*/ 157201 w 1310926"/>
                <a:gd name="csY1580" fmla="*/ 950534 h 1923942"/>
                <a:gd name="csX1581" fmla="*/ 154705 w 1310926"/>
                <a:gd name="csY1581" fmla="*/ 949256 h 1923942"/>
                <a:gd name="csX1582" fmla="*/ 152362 w 1310926"/>
                <a:gd name="csY1582" fmla="*/ 946715 h 1923942"/>
                <a:gd name="csX1583" fmla="*/ 150178 w 1310926"/>
                <a:gd name="csY1583" fmla="*/ 942903 h 1923942"/>
                <a:gd name="csX1584" fmla="*/ 148253 w 1310926"/>
                <a:gd name="csY1584" fmla="*/ 940841 h 1923942"/>
                <a:gd name="csX1585" fmla="*/ 146579 w 1310926"/>
                <a:gd name="csY1585" fmla="*/ 940537 h 1923942"/>
                <a:gd name="csX1586" fmla="*/ 142737 w 1310926"/>
                <a:gd name="csY1586" fmla="*/ 942515 h 1923942"/>
                <a:gd name="csX1587" fmla="*/ 137875 w 1310926"/>
                <a:gd name="csY1587" fmla="*/ 948312 h 1923942"/>
                <a:gd name="csX1588" fmla="*/ 135653 w 1310926"/>
                <a:gd name="csY1588" fmla="*/ 949705 h 1923942"/>
                <a:gd name="csX1589" fmla="*/ 133789 w 1310926"/>
                <a:gd name="csY1589" fmla="*/ 949104 h 1923942"/>
                <a:gd name="csX1590" fmla="*/ 131506 w 1310926"/>
                <a:gd name="csY1590" fmla="*/ 947301 h 1923942"/>
                <a:gd name="csX1591" fmla="*/ 126934 w 1310926"/>
                <a:gd name="csY1591" fmla="*/ 942675 h 1923942"/>
                <a:gd name="csX1592" fmla="*/ 124400 w 1310926"/>
                <a:gd name="csY1592" fmla="*/ 943123 h 1923942"/>
                <a:gd name="csX1593" fmla="*/ 122559 w 1310926"/>
                <a:gd name="csY1593" fmla="*/ 944744 h 1923942"/>
                <a:gd name="csX1594" fmla="*/ 123069 w 1310926"/>
                <a:gd name="csY1594" fmla="*/ 948579 h 1923942"/>
                <a:gd name="csX1595" fmla="*/ 127352 w 1310926"/>
                <a:gd name="csY1595" fmla="*/ 957633 h 1923942"/>
                <a:gd name="csX1596" fmla="*/ 131179 w 1310926"/>
                <a:gd name="csY1596" fmla="*/ 964047 h 1923942"/>
                <a:gd name="csX1597" fmla="*/ 127946 w 1310926"/>
                <a:gd name="csY1597" fmla="*/ 964800 h 1923942"/>
                <a:gd name="csX1598" fmla="*/ 99703 w 1310926"/>
                <a:gd name="csY1598" fmla="*/ 956119 h 1923942"/>
                <a:gd name="csX1599" fmla="*/ 96104 w 1310926"/>
                <a:gd name="csY1599" fmla="*/ 954019 h 1923942"/>
                <a:gd name="csX1600" fmla="*/ 90907 w 1310926"/>
                <a:gd name="csY1600" fmla="*/ 948731 h 1923942"/>
                <a:gd name="csX1601" fmla="*/ 86586 w 1310926"/>
                <a:gd name="csY1601" fmla="*/ 945474 h 1923942"/>
                <a:gd name="csX1602" fmla="*/ 79228 w 1310926"/>
                <a:gd name="csY1602" fmla="*/ 937021 h 1923942"/>
                <a:gd name="csX1603" fmla="*/ 73560 w 1310926"/>
                <a:gd name="csY1603" fmla="*/ 932426 h 1923942"/>
                <a:gd name="csX1604" fmla="*/ 71680 w 1310926"/>
                <a:gd name="csY1604" fmla="*/ 928819 h 1923942"/>
                <a:gd name="csX1605" fmla="*/ 71186 w 1310926"/>
                <a:gd name="csY1605" fmla="*/ 926331 h 1923942"/>
                <a:gd name="csX1606" fmla="*/ 72989 w 1310926"/>
                <a:gd name="csY1606" fmla="*/ 922961 h 1923942"/>
                <a:gd name="csX1607" fmla="*/ 84402 w 1310926"/>
                <a:gd name="csY1607" fmla="*/ 911525 h 1923942"/>
                <a:gd name="csX1608" fmla="*/ 88762 w 1310926"/>
                <a:gd name="csY1608" fmla="*/ 909205 h 1923942"/>
                <a:gd name="csX1609" fmla="*/ 97633 w 1310926"/>
                <a:gd name="csY1609" fmla="*/ 906427 h 1923942"/>
                <a:gd name="csX1610" fmla="*/ 99726 w 1310926"/>
                <a:gd name="csY1610" fmla="*/ 904685 h 1923942"/>
                <a:gd name="csX1611" fmla="*/ 100426 w 1310926"/>
                <a:gd name="csY1611" fmla="*/ 903300 h 1923942"/>
                <a:gd name="csX1612" fmla="*/ 98097 w 1310926"/>
                <a:gd name="csY1612" fmla="*/ 900797 h 1923942"/>
                <a:gd name="csX1613" fmla="*/ 86479 w 1310926"/>
                <a:gd name="csY1613" fmla="*/ 901695 h 1923942"/>
                <a:gd name="csX1614" fmla="*/ 76131 w 1310926"/>
                <a:gd name="csY1614" fmla="*/ 900021 h 1923942"/>
                <a:gd name="csX1615" fmla="*/ 67123 w 1310926"/>
                <a:gd name="csY1615" fmla="*/ 895403 h 1923942"/>
                <a:gd name="csX1616" fmla="*/ 65555 w 1310926"/>
                <a:gd name="csY1616" fmla="*/ 893866 h 1923942"/>
                <a:gd name="csX1617" fmla="*/ 64026 w 1310926"/>
                <a:gd name="csY1617" fmla="*/ 891028 h 1923942"/>
                <a:gd name="csX1618" fmla="*/ 62542 w 1310926"/>
                <a:gd name="csY1618" fmla="*/ 886889 h 1923942"/>
                <a:gd name="csX1619" fmla="*/ 62877 w 1310926"/>
                <a:gd name="csY1619" fmla="*/ 882240 h 1923942"/>
                <a:gd name="csX1620" fmla="*/ 65038 w 1310926"/>
                <a:gd name="csY1620" fmla="*/ 877074 h 1923942"/>
                <a:gd name="csX1621" fmla="*/ 66309 w 1310926"/>
                <a:gd name="csY1621" fmla="*/ 873513 h 1923942"/>
                <a:gd name="csX1622" fmla="*/ 66682 w 1310926"/>
                <a:gd name="csY1622" fmla="*/ 871580 h 1923942"/>
                <a:gd name="csX1623" fmla="*/ 55360 w 1310926"/>
                <a:gd name="csY1623" fmla="*/ 884302 h 1923942"/>
                <a:gd name="csX1624" fmla="*/ 50734 w 1310926"/>
                <a:gd name="csY1624" fmla="*/ 888730 h 1923942"/>
                <a:gd name="csX1625" fmla="*/ 47067 w 1310926"/>
                <a:gd name="csY1625" fmla="*/ 887376 h 1923942"/>
                <a:gd name="csX1626" fmla="*/ 44495 w 1310926"/>
                <a:gd name="csY1626" fmla="*/ 885283 h 1923942"/>
                <a:gd name="csX1627" fmla="*/ 43232 w 1310926"/>
                <a:gd name="csY1627" fmla="*/ 882947 h 1923942"/>
                <a:gd name="csX1628" fmla="*/ 43278 w 1310926"/>
                <a:gd name="csY1628" fmla="*/ 880368 h 1923942"/>
                <a:gd name="csX1629" fmla="*/ 43696 w 1310926"/>
                <a:gd name="csY1629" fmla="*/ 878481 h 1923942"/>
                <a:gd name="csX1630" fmla="*/ 44480 w 1310926"/>
                <a:gd name="csY1630" fmla="*/ 877302 h 1923942"/>
                <a:gd name="csX1631" fmla="*/ 38492 w 1310926"/>
                <a:gd name="csY1631" fmla="*/ 872021 h 1923942"/>
                <a:gd name="csX1632" fmla="*/ 35798 w 1310926"/>
                <a:gd name="csY1632" fmla="*/ 867860 h 1923942"/>
                <a:gd name="csX1633" fmla="*/ 35509 w 1310926"/>
                <a:gd name="csY1633" fmla="*/ 863553 h 1923942"/>
                <a:gd name="csX1634" fmla="*/ 37632 w 1310926"/>
                <a:gd name="csY1634" fmla="*/ 859095 h 1923942"/>
                <a:gd name="csX1635" fmla="*/ 39709 w 1310926"/>
                <a:gd name="csY1635" fmla="*/ 855853 h 1923942"/>
                <a:gd name="csX1636" fmla="*/ 41741 w 1310926"/>
                <a:gd name="csY1636" fmla="*/ 853822 h 1923942"/>
                <a:gd name="csX1637" fmla="*/ 47280 w 1310926"/>
                <a:gd name="csY1637" fmla="*/ 852057 h 1923942"/>
                <a:gd name="csX1638" fmla="*/ 67503 w 1310926"/>
                <a:gd name="csY1638" fmla="*/ 848671 h 1923942"/>
                <a:gd name="csX1639" fmla="*/ 81983 w 1310926"/>
                <a:gd name="csY1639" fmla="*/ 851920 h 1923942"/>
                <a:gd name="csX1640" fmla="*/ 86913 w 1310926"/>
                <a:gd name="csY1640" fmla="*/ 841123 h 1923942"/>
                <a:gd name="csX1641" fmla="*/ 90245 w 1310926"/>
                <a:gd name="csY1641" fmla="*/ 837661 h 1923942"/>
                <a:gd name="csX1642" fmla="*/ 99984 w 1310926"/>
                <a:gd name="csY1642" fmla="*/ 834047 h 1923942"/>
                <a:gd name="csX1643" fmla="*/ 114973 w 1310926"/>
                <a:gd name="csY1643" fmla="*/ 833545 h 1923942"/>
                <a:gd name="csX1644" fmla="*/ 125557 w 1310926"/>
                <a:gd name="csY1644" fmla="*/ 835546 h 1923942"/>
                <a:gd name="csX1645" fmla="*/ 130518 w 1310926"/>
                <a:gd name="csY1645" fmla="*/ 838095 h 1923942"/>
                <a:gd name="csX1646" fmla="*/ 137274 w 1310926"/>
                <a:gd name="csY1646" fmla="*/ 843702 h 1923942"/>
                <a:gd name="csX1647" fmla="*/ 137662 w 1310926"/>
                <a:gd name="csY1647" fmla="*/ 842013 h 1923942"/>
                <a:gd name="csX1648" fmla="*/ 136034 w 1310926"/>
                <a:gd name="csY1648" fmla="*/ 836946 h 1923942"/>
                <a:gd name="csX1649" fmla="*/ 135920 w 1310926"/>
                <a:gd name="csY1649" fmla="*/ 832723 h 1923942"/>
                <a:gd name="csX1650" fmla="*/ 138651 w 1310926"/>
                <a:gd name="csY1650" fmla="*/ 825351 h 1923942"/>
                <a:gd name="csX1651" fmla="*/ 139906 w 1310926"/>
                <a:gd name="csY1651" fmla="*/ 820702 h 1923942"/>
                <a:gd name="csX1652" fmla="*/ 139054 w 1310926"/>
                <a:gd name="csY1652" fmla="*/ 815840 h 1923942"/>
                <a:gd name="csX1653" fmla="*/ 136087 w 1310926"/>
                <a:gd name="csY1653" fmla="*/ 810765 h 1923942"/>
                <a:gd name="csX1654" fmla="*/ 130837 w 1310926"/>
                <a:gd name="csY1654" fmla="*/ 804222 h 1923942"/>
                <a:gd name="csX1655" fmla="*/ 128007 w 1310926"/>
                <a:gd name="csY1655" fmla="*/ 803681 h 1923942"/>
                <a:gd name="csX1656" fmla="*/ 124864 w 1310926"/>
                <a:gd name="csY1656" fmla="*/ 805264 h 1923942"/>
                <a:gd name="csX1657" fmla="*/ 121090 w 1310926"/>
                <a:gd name="csY1657" fmla="*/ 808893 h 1923942"/>
                <a:gd name="csX1658" fmla="*/ 113246 w 1310926"/>
                <a:gd name="csY1658" fmla="*/ 817993 h 1923942"/>
                <a:gd name="csX1659" fmla="*/ 109541 w 1310926"/>
                <a:gd name="csY1659" fmla="*/ 819888 h 1923942"/>
                <a:gd name="csX1660" fmla="*/ 103363 w 1310926"/>
                <a:gd name="csY1660" fmla="*/ 820367 h 1923942"/>
                <a:gd name="csX1661" fmla="*/ 99946 w 1310926"/>
                <a:gd name="csY1661" fmla="*/ 819226 h 1923942"/>
                <a:gd name="csX1662" fmla="*/ 96644 w 1310926"/>
                <a:gd name="csY1662" fmla="*/ 817864 h 1923942"/>
                <a:gd name="csX1663" fmla="*/ 91486 w 1310926"/>
                <a:gd name="csY1663" fmla="*/ 813048 h 1923942"/>
                <a:gd name="csX1664" fmla="*/ 89606 w 1310926"/>
                <a:gd name="csY1664" fmla="*/ 812142 h 1923942"/>
                <a:gd name="csX1665" fmla="*/ 87324 w 1310926"/>
                <a:gd name="csY1665" fmla="*/ 814257 h 1923942"/>
                <a:gd name="csX1666" fmla="*/ 84645 w 1310926"/>
                <a:gd name="csY1666" fmla="*/ 819378 h 1923942"/>
                <a:gd name="csX1667" fmla="*/ 82066 w 1310926"/>
                <a:gd name="csY1667" fmla="*/ 822954 h 1923942"/>
                <a:gd name="csX1668" fmla="*/ 79578 w 1310926"/>
                <a:gd name="csY1668" fmla="*/ 824993 h 1923942"/>
                <a:gd name="csX1669" fmla="*/ 77258 w 1310926"/>
                <a:gd name="csY1669" fmla="*/ 825876 h 1923942"/>
                <a:gd name="csX1670" fmla="*/ 74016 w 1310926"/>
                <a:gd name="csY1670" fmla="*/ 825457 h 1923942"/>
                <a:gd name="csX1671" fmla="*/ 60663 w 1310926"/>
                <a:gd name="csY1671" fmla="*/ 817514 h 1923942"/>
                <a:gd name="csX1672" fmla="*/ 57650 w 1310926"/>
                <a:gd name="csY1672" fmla="*/ 813961 h 1923942"/>
                <a:gd name="csX1673" fmla="*/ 57475 w 1310926"/>
                <a:gd name="csY1673" fmla="*/ 808559 h 1923942"/>
                <a:gd name="csX1674" fmla="*/ 53374 w 1310926"/>
                <a:gd name="csY1674" fmla="*/ 803301 h 1923942"/>
                <a:gd name="csX1675" fmla="*/ 48741 w 1310926"/>
                <a:gd name="csY1675" fmla="*/ 802380 h 1923942"/>
                <a:gd name="csX1676" fmla="*/ 48177 w 1310926"/>
                <a:gd name="csY1676" fmla="*/ 800615 h 1923942"/>
                <a:gd name="csX1677" fmla="*/ 54051 w 1310926"/>
                <a:gd name="csY1677" fmla="*/ 792451 h 1923942"/>
                <a:gd name="csX1678" fmla="*/ 58434 w 1310926"/>
                <a:gd name="csY1678" fmla="*/ 789103 h 1923942"/>
                <a:gd name="csX1679" fmla="*/ 57734 w 1310926"/>
                <a:gd name="csY1679" fmla="*/ 788091 h 1923942"/>
                <a:gd name="csX1680" fmla="*/ 51373 w 1310926"/>
                <a:gd name="csY1680" fmla="*/ 787916 h 1923942"/>
                <a:gd name="csX1681" fmla="*/ 47082 w 1310926"/>
                <a:gd name="csY1681" fmla="*/ 792276 h 1923942"/>
                <a:gd name="csX1682" fmla="*/ 44624 w 1310926"/>
                <a:gd name="csY1682" fmla="*/ 793014 h 1923942"/>
                <a:gd name="csX1683" fmla="*/ 38971 w 1310926"/>
                <a:gd name="csY1683" fmla="*/ 793136 h 1923942"/>
                <a:gd name="csX1684" fmla="*/ 33036 w 1310926"/>
                <a:gd name="csY1684" fmla="*/ 790952 h 1923942"/>
                <a:gd name="csX1685" fmla="*/ 30510 w 1310926"/>
                <a:gd name="csY1685" fmla="*/ 789043 h 1923942"/>
                <a:gd name="csX1686" fmla="*/ 27893 w 1310926"/>
                <a:gd name="csY1686" fmla="*/ 784645 h 1923942"/>
                <a:gd name="csX1687" fmla="*/ 24956 w 1310926"/>
                <a:gd name="csY1687" fmla="*/ 782164 h 1923942"/>
                <a:gd name="csX1688" fmla="*/ 16092 w 1310926"/>
                <a:gd name="csY1688" fmla="*/ 778391 h 1923942"/>
                <a:gd name="csX1689" fmla="*/ 14091 w 1310926"/>
                <a:gd name="csY1689" fmla="*/ 776329 h 1923942"/>
                <a:gd name="csX1690" fmla="*/ 12197 w 1310926"/>
                <a:gd name="csY1690" fmla="*/ 772897 h 1923942"/>
                <a:gd name="csX1691" fmla="*/ 4953 w 1310926"/>
                <a:gd name="csY1691" fmla="*/ 763135 h 1923942"/>
                <a:gd name="csX1692" fmla="*/ 571 w 1310926"/>
                <a:gd name="csY1692" fmla="*/ 755918 h 1923942"/>
                <a:gd name="csX1693" fmla="*/ 0 w 1310926"/>
                <a:gd name="csY1693" fmla="*/ 751802 h 1923942"/>
                <a:gd name="csX1694" fmla="*/ 5060 w 1310926"/>
                <a:gd name="csY1694" fmla="*/ 742923 h 1923942"/>
                <a:gd name="csX1695" fmla="*/ 5280 w 1310926"/>
                <a:gd name="csY1695" fmla="*/ 740861 h 1923942"/>
                <a:gd name="csX1696" fmla="*/ 3112 w 1310926"/>
                <a:gd name="csY1696" fmla="*/ 737003 h 1923942"/>
                <a:gd name="csX1697" fmla="*/ 2207 w 1310926"/>
                <a:gd name="csY1697" fmla="*/ 734150 h 1923942"/>
                <a:gd name="csX1698" fmla="*/ 2952 w 1310926"/>
                <a:gd name="csY1698" fmla="*/ 730201 h 1923942"/>
                <a:gd name="csX1699" fmla="*/ 7380 w 1310926"/>
                <a:gd name="csY1699" fmla="*/ 721413 h 1923942"/>
                <a:gd name="csX1700" fmla="*/ 9024 w 1310926"/>
                <a:gd name="csY1700" fmla="*/ 719024 h 1923942"/>
                <a:gd name="csX1701" fmla="*/ 16960 w 1310926"/>
                <a:gd name="csY1701" fmla="*/ 713827 h 1923942"/>
                <a:gd name="csX1702" fmla="*/ 24911 w 1310926"/>
                <a:gd name="csY1702" fmla="*/ 706234 h 1923942"/>
                <a:gd name="csX1703" fmla="*/ 27802 w 1310926"/>
                <a:gd name="csY1703" fmla="*/ 704522 h 1923942"/>
                <a:gd name="csX1704" fmla="*/ 30381 w 1310926"/>
                <a:gd name="csY1704" fmla="*/ 704126 h 1923942"/>
                <a:gd name="csX1705" fmla="*/ 40828 w 1310926"/>
                <a:gd name="csY1705" fmla="*/ 704583 h 1923942"/>
                <a:gd name="csX1706" fmla="*/ 44061 w 1310926"/>
                <a:gd name="csY1706" fmla="*/ 702704 h 1923942"/>
                <a:gd name="csX1707" fmla="*/ 46808 w 1310926"/>
                <a:gd name="csY1707" fmla="*/ 698975 h 1923942"/>
                <a:gd name="csX1708" fmla="*/ 51320 w 1310926"/>
                <a:gd name="csY1708" fmla="*/ 695186 h 1923942"/>
                <a:gd name="csX1709" fmla="*/ 60732 w 1310926"/>
                <a:gd name="csY1709" fmla="*/ 689411 h 1923942"/>
                <a:gd name="csX1710" fmla="*/ 81655 w 1310926"/>
                <a:gd name="csY1710" fmla="*/ 680631 h 1923942"/>
                <a:gd name="csX1711" fmla="*/ 83017 w 1310926"/>
                <a:gd name="csY1711" fmla="*/ 679589 h 1923942"/>
                <a:gd name="csX1712" fmla="*/ 83139 w 1310926"/>
                <a:gd name="csY1712" fmla="*/ 677915 h 1923942"/>
                <a:gd name="csX1713" fmla="*/ 81260 w 1310926"/>
                <a:gd name="csY1713" fmla="*/ 673357 h 1923942"/>
                <a:gd name="csX1714" fmla="*/ 80864 w 1310926"/>
                <a:gd name="csY1714" fmla="*/ 671151 h 1923942"/>
                <a:gd name="csX1715" fmla="*/ 85148 w 1310926"/>
                <a:gd name="csY1715" fmla="*/ 667042 h 1923942"/>
                <a:gd name="csX1716" fmla="*/ 94818 w 1310926"/>
                <a:gd name="csY1716" fmla="*/ 660537 h 1923942"/>
                <a:gd name="csX1717" fmla="*/ 101430 w 1310926"/>
                <a:gd name="csY1717" fmla="*/ 657395 h 1923942"/>
                <a:gd name="csX1718" fmla="*/ 105683 w 1310926"/>
                <a:gd name="csY1718" fmla="*/ 657166 h 1923942"/>
                <a:gd name="csX1719" fmla="*/ 109115 w 1310926"/>
                <a:gd name="csY1719" fmla="*/ 655759 h 1923942"/>
                <a:gd name="csX1720" fmla="*/ 113931 w 1310926"/>
                <a:gd name="csY1720" fmla="*/ 651635 h 1923942"/>
                <a:gd name="csX1721" fmla="*/ 116655 w 1310926"/>
                <a:gd name="csY1721" fmla="*/ 650905 h 1923942"/>
                <a:gd name="csX1722" fmla="*/ 133112 w 1310926"/>
                <a:gd name="csY1722" fmla="*/ 649284 h 1923942"/>
                <a:gd name="csX1723" fmla="*/ 140393 w 1310926"/>
                <a:gd name="csY1723" fmla="*/ 651536 h 1923942"/>
                <a:gd name="csX1724" fmla="*/ 143969 w 1310926"/>
                <a:gd name="csY1724" fmla="*/ 651490 h 1923942"/>
                <a:gd name="csX1725" fmla="*/ 146267 w 1310926"/>
                <a:gd name="csY1725" fmla="*/ 649893 h 1923942"/>
                <a:gd name="csX1726" fmla="*/ 149303 w 1310926"/>
                <a:gd name="csY1726" fmla="*/ 645198 h 1923942"/>
                <a:gd name="csX1727" fmla="*/ 154979 w 1310926"/>
                <a:gd name="csY1727" fmla="*/ 633466 h 1923942"/>
                <a:gd name="csX1728" fmla="*/ 157969 w 1310926"/>
                <a:gd name="csY1728" fmla="*/ 626124 h 1923942"/>
                <a:gd name="csX1729" fmla="*/ 160792 w 1310926"/>
                <a:gd name="csY1729" fmla="*/ 614870 h 1923942"/>
                <a:gd name="csX1730" fmla="*/ 164436 w 1310926"/>
                <a:gd name="csY1730" fmla="*/ 597082 h 1923942"/>
                <a:gd name="csX1731" fmla="*/ 167160 w 1310926"/>
                <a:gd name="csY1731" fmla="*/ 579483 h 1923942"/>
                <a:gd name="csX1732" fmla="*/ 168963 w 1310926"/>
                <a:gd name="csY1732" fmla="*/ 562067 h 1923942"/>
                <a:gd name="csX1733" fmla="*/ 170371 w 1310926"/>
                <a:gd name="csY1733" fmla="*/ 551339 h 1923942"/>
                <a:gd name="csX1734" fmla="*/ 171368 w 1310926"/>
                <a:gd name="csY1734" fmla="*/ 547474 h 1923942"/>
                <a:gd name="csX1735" fmla="*/ 174784 w 1310926"/>
                <a:gd name="csY1735" fmla="*/ 542559 h 1923942"/>
                <a:gd name="csX1736" fmla="*/ 178345 w 1310926"/>
                <a:gd name="csY1736" fmla="*/ 538709 h 1923942"/>
                <a:gd name="csX1737" fmla="*/ 184462 w 1310926"/>
                <a:gd name="csY1737" fmla="*/ 535293 h 1923942"/>
                <a:gd name="csX1738" fmla="*/ 183907 w 1310926"/>
                <a:gd name="csY1738" fmla="*/ 533695 h 1923942"/>
                <a:gd name="csX1739" fmla="*/ 181312 w 1310926"/>
                <a:gd name="csY1739" fmla="*/ 531017 h 1923942"/>
                <a:gd name="csX1740" fmla="*/ 178900 w 1310926"/>
                <a:gd name="csY1740" fmla="*/ 529989 h 1923942"/>
                <a:gd name="csX1741" fmla="*/ 176671 w 1310926"/>
                <a:gd name="csY1741" fmla="*/ 530606 h 1923942"/>
                <a:gd name="csX1742" fmla="*/ 172600 w 1310926"/>
                <a:gd name="csY1742" fmla="*/ 534646 h 1923942"/>
                <a:gd name="csX1743" fmla="*/ 167328 w 1310926"/>
                <a:gd name="csY1743" fmla="*/ 537377 h 1923942"/>
                <a:gd name="csX1744" fmla="*/ 162207 w 1310926"/>
                <a:gd name="csY1744" fmla="*/ 536951 h 1923942"/>
                <a:gd name="csX1745" fmla="*/ 158517 w 1310926"/>
                <a:gd name="csY1745" fmla="*/ 537963 h 1923942"/>
                <a:gd name="csX1746" fmla="*/ 155131 w 1310926"/>
                <a:gd name="csY1746" fmla="*/ 541646 h 1923942"/>
                <a:gd name="csX1747" fmla="*/ 149645 w 1310926"/>
                <a:gd name="csY1747" fmla="*/ 544598 h 1923942"/>
                <a:gd name="csX1748" fmla="*/ 145986 w 1310926"/>
                <a:gd name="csY1748" fmla="*/ 543928 h 1923942"/>
                <a:gd name="csX1749" fmla="*/ 139374 w 1310926"/>
                <a:gd name="csY1749" fmla="*/ 538640 h 1923942"/>
                <a:gd name="csX1750" fmla="*/ 136041 w 1310926"/>
                <a:gd name="csY1750" fmla="*/ 537651 h 1923942"/>
                <a:gd name="csX1751" fmla="*/ 127588 w 1310926"/>
                <a:gd name="csY1751" fmla="*/ 538153 h 1923942"/>
                <a:gd name="csX1752" fmla="*/ 125115 w 1310926"/>
                <a:gd name="csY1752" fmla="*/ 536183 h 1923942"/>
                <a:gd name="csX1753" fmla="*/ 122954 w 1310926"/>
                <a:gd name="csY1753" fmla="*/ 532325 h 1923942"/>
                <a:gd name="csX1754" fmla="*/ 121235 w 1310926"/>
                <a:gd name="csY1754" fmla="*/ 526923 h 1923942"/>
                <a:gd name="csX1755" fmla="*/ 119949 w 1310926"/>
                <a:gd name="csY1755" fmla="*/ 519938 h 1923942"/>
                <a:gd name="csX1756" fmla="*/ 120124 w 1310926"/>
                <a:gd name="csY1756" fmla="*/ 512642 h 1923942"/>
                <a:gd name="csX1757" fmla="*/ 123168 w 1310926"/>
                <a:gd name="csY1757" fmla="*/ 499357 h 1923942"/>
                <a:gd name="csX1758" fmla="*/ 124332 w 1310926"/>
                <a:gd name="csY1758" fmla="*/ 495713 h 1923942"/>
                <a:gd name="csX1759" fmla="*/ 132572 w 1310926"/>
                <a:gd name="csY1759" fmla="*/ 480671 h 1923942"/>
                <a:gd name="csX1760" fmla="*/ 137647 w 1310926"/>
                <a:gd name="csY1760" fmla="*/ 473572 h 1923942"/>
                <a:gd name="csX1761" fmla="*/ 142699 w 1310926"/>
                <a:gd name="csY1761" fmla="*/ 468231 h 1923942"/>
                <a:gd name="csX1762" fmla="*/ 146374 w 1310926"/>
                <a:gd name="csY1762" fmla="*/ 465081 h 1923942"/>
                <a:gd name="csX1763" fmla="*/ 149843 w 1310926"/>
                <a:gd name="csY1763" fmla="*/ 463666 h 1923942"/>
                <a:gd name="csX1764" fmla="*/ 153176 w 1310926"/>
                <a:gd name="csY1764" fmla="*/ 460333 h 1923942"/>
                <a:gd name="csX1765" fmla="*/ 159301 w 1310926"/>
                <a:gd name="csY1765" fmla="*/ 449544 h 1923942"/>
                <a:gd name="csX1766" fmla="*/ 165623 w 1310926"/>
                <a:gd name="csY1766" fmla="*/ 440224 h 1923942"/>
                <a:gd name="csX1767" fmla="*/ 173491 w 1310926"/>
                <a:gd name="csY1767" fmla="*/ 422716 h 1923942"/>
                <a:gd name="csX1768" fmla="*/ 177295 w 1310926"/>
                <a:gd name="csY1768" fmla="*/ 418083 h 1923942"/>
                <a:gd name="csX1769" fmla="*/ 190618 w 1310926"/>
                <a:gd name="csY1769" fmla="*/ 410352 h 1923942"/>
                <a:gd name="csX1770" fmla="*/ 194239 w 1310926"/>
                <a:gd name="csY1770" fmla="*/ 410231 h 1923942"/>
                <a:gd name="csX1771" fmla="*/ 197313 w 1310926"/>
                <a:gd name="csY1771" fmla="*/ 412156 h 1923942"/>
                <a:gd name="csX1772" fmla="*/ 200227 w 1310926"/>
                <a:gd name="csY1772" fmla="*/ 416181 h 1923942"/>
                <a:gd name="csX1773" fmla="*/ 208406 w 1310926"/>
                <a:gd name="csY1773" fmla="*/ 433589 h 1923942"/>
                <a:gd name="csX1774" fmla="*/ 209045 w 1310926"/>
                <a:gd name="csY1774" fmla="*/ 433056 h 1923942"/>
                <a:gd name="csX1775" fmla="*/ 207615 w 1310926"/>
                <a:gd name="csY1775" fmla="*/ 426490 h 1923942"/>
                <a:gd name="csX1776" fmla="*/ 204633 w 1310926"/>
                <a:gd name="csY1776" fmla="*/ 406639 h 1923942"/>
                <a:gd name="csX1777" fmla="*/ 205112 w 1310926"/>
                <a:gd name="csY1777" fmla="*/ 398384 h 1923942"/>
                <a:gd name="csX1778" fmla="*/ 209791 w 1310926"/>
                <a:gd name="csY1778" fmla="*/ 389497 h 1923942"/>
                <a:gd name="csX1779" fmla="*/ 211709 w 1310926"/>
                <a:gd name="csY1779" fmla="*/ 387907 h 1923942"/>
                <a:gd name="csX1780" fmla="*/ 216646 w 1310926"/>
                <a:gd name="csY1780" fmla="*/ 388501 h 1923942"/>
                <a:gd name="csX1781" fmla="*/ 224613 w 1310926"/>
                <a:gd name="csY1781" fmla="*/ 391255 h 1923942"/>
                <a:gd name="csX1782" fmla="*/ 229939 w 1310926"/>
                <a:gd name="csY1782" fmla="*/ 394268 h 1923942"/>
                <a:gd name="csX1783" fmla="*/ 233979 w 1310926"/>
                <a:gd name="csY1783" fmla="*/ 399153 h 1923942"/>
                <a:gd name="csX1784" fmla="*/ 238780 w 1310926"/>
                <a:gd name="csY1784" fmla="*/ 402173 h 1923942"/>
                <a:gd name="csX1785" fmla="*/ 241268 w 1310926"/>
                <a:gd name="csY1785" fmla="*/ 402021 h 1923942"/>
                <a:gd name="csX1786" fmla="*/ 243041 w 1310926"/>
                <a:gd name="csY1786" fmla="*/ 399693 h 1923942"/>
                <a:gd name="csX1787" fmla="*/ 245582 w 1310926"/>
                <a:gd name="csY1787" fmla="*/ 392069 h 1923942"/>
                <a:gd name="csX1788" fmla="*/ 248892 w 1310926"/>
                <a:gd name="csY1788" fmla="*/ 379036 h 1923942"/>
                <a:gd name="csX1789" fmla="*/ 250216 w 1310926"/>
                <a:gd name="csY1789" fmla="*/ 362784 h 1923942"/>
                <a:gd name="csX1790" fmla="*/ 249561 w 1310926"/>
                <a:gd name="csY1790" fmla="*/ 343184 h 1923942"/>
                <a:gd name="csX1791" fmla="*/ 248602 w 1310926"/>
                <a:gd name="csY1791" fmla="*/ 328667 h 1923942"/>
                <a:gd name="csX1792" fmla="*/ 247324 w 1310926"/>
                <a:gd name="csY1792" fmla="*/ 319430 h 1923942"/>
                <a:gd name="csX1793" fmla="*/ 248024 w 1310926"/>
                <a:gd name="csY1793" fmla="*/ 311677 h 1923942"/>
                <a:gd name="csX1794" fmla="*/ 252034 w 1310926"/>
                <a:gd name="csY1794" fmla="*/ 302311 h 1923942"/>
                <a:gd name="csX1795" fmla="*/ 255709 w 1310926"/>
                <a:gd name="csY1795" fmla="*/ 295425 h 1923942"/>
                <a:gd name="csX1796" fmla="*/ 264474 w 1310926"/>
                <a:gd name="csY1796" fmla="*/ 285625 h 1923942"/>
                <a:gd name="csX1797" fmla="*/ 271588 w 1310926"/>
                <a:gd name="csY1797" fmla="*/ 283008 h 1923942"/>
                <a:gd name="csX1798" fmla="*/ 275803 w 1310926"/>
                <a:gd name="csY1798" fmla="*/ 283670 h 1923942"/>
                <a:gd name="csX1799" fmla="*/ 281350 w 1310926"/>
                <a:gd name="csY1799" fmla="*/ 288281 h 1923942"/>
                <a:gd name="csX1800" fmla="*/ 289042 w 1310926"/>
                <a:gd name="csY1800" fmla="*/ 291103 h 1923942"/>
                <a:gd name="csX1801" fmla="*/ 295989 w 1310926"/>
                <a:gd name="csY1801" fmla="*/ 299967 h 1923942"/>
                <a:gd name="csX1802" fmla="*/ 307242 w 1310926"/>
                <a:gd name="csY1802" fmla="*/ 320092 h 1923942"/>
                <a:gd name="csX1803" fmla="*/ 314706 w 1310926"/>
                <a:gd name="csY1803" fmla="*/ 330074 h 1923942"/>
                <a:gd name="csX1804" fmla="*/ 320892 w 1310926"/>
                <a:gd name="csY1804" fmla="*/ 334533 h 1923942"/>
                <a:gd name="csX1805" fmla="*/ 326986 w 1310926"/>
                <a:gd name="csY1805" fmla="*/ 342088 h 1923942"/>
                <a:gd name="csX1806" fmla="*/ 335994 w 1310926"/>
                <a:gd name="csY1806" fmla="*/ 357945 h 1923942"/>
                <a:gd name="csX1807" fmla="*/ 340712 w 1310926"/>
                <a:gd name="csY1807" fmla="*/ 364686 h 1923942"/>
                <a:gd name="csX1808" fmla="*/ 343512 w 1310926"/>
                <a:gd name="csY1808" fmla="*/ 367121 h 1923942"/>
                <a:gd name="csX1809" fmla="*/ 345985 w 1310926"/>
                <a:gd name="csY1809" fmla="*/ 367509 h 1923942"/>
                <a:gd name="csX1810" fmla="*/ 345064 w 1310926"/>
                <a:gd name="csY1810" fmla="*/ 363035 h 1923942"/>
                <a:gd name="csX1811" fmla="*/ 340757 w 1310926"/>
                <a:gd name="csY1811" fmla="*/ 353638 h 1923942"/>
                <a:gd name="csX1812" fmla="*/ 334168 w 1310926"/>
                <a:gd name="csY1812" fmla="*/ 343207 h 1923942"/>
                <a:gd name="csX1813" fmla="*/ 319552 w 1310926"/>
                <a:gd name="csY1813" fmla="*/ 324239 h 1923942"/>
                <a:gd name="csX1814" fmla="*/ 311495 w 1310926"/>
                <a:gd name="csY1814" fmla="*/ 310665 h 1923942"/>
                <a:gd name="csX1815" fmla="*/ 304274 w 1310926"/>
                <a:gd name="csY1815" fmla="*/ 295007 h 1923942"/>
                <a:gd name="csX1816" fmla="*/ 298963 w 1310926"/>
                <a:gd name="csY1816" fmla="*/ 285595 h 1923942"/>
                <a:gd name="csX1817" fmla="*/ 289331 w 1310926"/>
                <a:gd name="csY1817" fmla="*/ 276191 h 1923942"/>
                <a:gd name="csX1818" fmla="*/ 289460 w 1310926"/>
                <a:gd name="csY1818" fmla="*/ 272424 h 1923942"/>
                <a:gd name="csX1819" fmla="*/ 301086 w 1310926"/>
                <a:gd name="csY1819" fmla="*/ 259079 h 1923942"/>
                <a:gd name="csX1820" fmla="*/ 322451 w 1310926"/>
                <a:gd name="csY1820" fmla="*/ 247347 h 1923942"/>
                <a:gd name="csX1821" fmla="*/ 346532 w 1310926"/>
                <a:gd name="csY1821" fmla="*/ 238095 h 1923942"/>
                <a:gd name="csX1822" fmla="*/ 354590 w 1310926"/>
                <a:gd name="csY1822" fmla="*/ 239046 h 1923942"/>
                <a:gd name="csX1823" fmla="*/ 368749 w 1310926"/>
                <a:gd name="csY1823" fmla="*/ 235158 h 1923942"/>
                <a:gd name="csX1824" fmla="*/ 370081 w 1310926"/>
                <a:gd name="csY1824" fmla="*/ 229261 h 1923942"/>
                <a:gd name="csX1825" fmla="*/ 373124 w 1310926"/>
                <a:gd name="csY1825" fmla="*/ 226606 h 1923942"/>
                <a:gd name="csX1826" fmla="*/ 386310 w 1310926"/>
                <a:gd name="csY1826" fmla="*/ 218328 h 1923942"/>
                <a:gd name="csX1827" fmla="*/ 390091 w 1310926"/>
                <a:gd name="csY1827" fmla="*/ 218442 h 1923942"/>
                <a:gd name="csX1828" fmla="*/ 395897 w 1310926"/>
                <a:gd name="csY1828" fmla="*/ 222375 h 1923942"/>
                <a:gd name="csX1829" fmla="*/ 402082 w 1310926"/>
                <a:gd name="csY1829" fmla="*/ 229839 h 1923942"/>
                <a:gd name="csX1830" fmla="*/ 404943 w 1310926"/>
                <a:gd name="csY1830" fmla="*/ 236558 h 1923942"/>
                <a:gd name="csX1831" fmla="*/ 408831 w 1310926"/>
                <a:gd name="csY1831" fmla="*/ 248009 h 1923942"/>
                <a:gd name="csX1832" fmla="*/ 410733 w 1310926"/>
                <a:gd name="csY1832" fmla="*/ 263956 h 1923942"/>
                <a:gd name="csX1833" fmla="*/ 410444 w 1310926"/>
                <a:gd name="csY1833" fmla="*/ 312986 h 1923942"/>
                <a:gd name="csX1834" fmla="*/ 410551 w 1310926"/>
                <a:gd name="csY1834" fmla="*/ 322040 h 1923942"/>
                <a:gd name="csX1835" fmla="*/ 411296 w 1310926"/>
                <a:gd name="csY1835" fmla="*/ 325517 h 1923942"/>
                <a:gd name="csX1836" fmla="*/ 413982 w 1310926"/>
                <a:gd name="csY1836" fmla="*/ 320336 h 1923942"/>
                <a:gd name="csX1837" fmla="*/ 417186 w 1310926"/>
                <a:gd name="csY1837" fmla="*/ 310665 h 1923942"/>
                <a:gd name="csX1838" fmla="*/ 420069 w 1310926"/>
                <a:gd name="csY1838" fmla="*/ 303779 h 1923942"/>
                <a:gd name="csX1839" fmla="*/ 422283 w 1310926"/>
                <a:gd name="csY1839" fmla="*/ 293074 h 1923942"/>
                <a:gd name="csX1840" fmla="*/ 423835 w 1310926"/>
                <a:gd name="csY1840" fmla="*/ 278466 h 1923942"/>
                <a:gd name="csX1841" fmla="*/ 424756 w 1310926"/>
                <a:gd name="csY1841" fmla="*/ 267525 h 1923942"/>
                <a:gd name="csX1842" fmla="*/ 420990 w 1310926"/>
                <a:gd name="csY1842" fmla="*/ 255046 h 1923942"/>
                <a:gd name="csX1843" fmla="*/ 420807 w 1310926"/>
                <a:gd name="csY1843" fmla="*/ 234275 h 1923942"/>
                <a:gd name="csX1844" fmla="*/ 422694 w 1310926"/>
                <a:gd name="csY1844" fmla="*/ 223060 h 1923942"/>
                <a:gd name="csX1845" fmla="*/ 427967 w 1310926"/>
                <a:gd name="csY1845" fmla="*/ 223060 h 1923942"/>
                <a:gd name="csX1846" fmla="*/ 449781 w 1310926"/>
                <a:gd name="csY1846" fmla="*/ 261369 h 1923942"/>
                <a:gd name="csX1847" fmla="*/ 458363 w 1310926"/>
                <a:gd name="csY1847" fmla="*/ 269488 h 1923942"/>
                <a:gd name="csX1848" fmla="*/ 468132 w 1310926"/>
                <a:gd name="csY1848" fmla="*/ 289399 h 1923942"/>
                <a:gd name="csX1849" fmla="*/ 479545 w 1310926"/>
                <a:gd name="csY1849" fmla="*/ 287299 h 1923942"/>
                <a:gd name="csX1850" fmla="*/ 490076 w 1310926"/>
                <a:gd name="csY1850" fmla="*/ 289726 h 1923942"/>
                <a:gd name="csX1851" fmla="*/ 494732 w 1310926"/>
                <a:gd name="csY1851" fmla="*/ 289003 h 1923942"/>
                <a:gd name="csX1852" fmla="*/ 497030 w 1310926"/>
                <a:gd name="csY1852" fmla="*/ 285930 h 1923942"/>
                <a:gd name="csX1853" fmla="*/ 493758 w 1310926"/>
                <a:gd name="csY1853" fmla="*/ 277690 h 1923942"/>
                <a:gd name="csX1854" fmla="*/ 478800 w 1310926"/>
                <a:gd name="csY1854" fmla="*/ 254757 h 1923942"/>
                <a:gd name="csX1855" fmla="*/ 472005 w 1310926"/>
                <a:gd name="csY1855" fmla="*/ 236459 h 1923942"/>
                <a:gd name="csX1856" fmla="*/ 467250 w 1310926"/>
                <a:gd name="csY1856" fmla="*/ 213245 h 1923942"/>
                <a:gd name="csX1857" fmla="*/ 466093 w 1310926"/>
                <a:gd name="csY1857" fmla="*/ 200729 h 1923942"/>
                <a:gd name="csX1858" fmla="*/ 469730 w 1310926"/>
                <a:gd name="csY1858" fmla="*/ 198462 h 1923942"/>
                <a:gd name="csX1859" fmla="*/ 486439 w 1310926"/>
                <a:gd name="csY1859" fmla="*/ 198728 h 1923942"/>
                <a:gd name="csX1860" fmla="*/ 511547 w 1310926"/>
                <a:gd name="csY1860" fmla="*/ 209601 h 1923942"/>
                <a:gd name="csX1861" fmla="*/ 543655 w 1310926"/>
                <a:gd name="csY1861" fmla="*/ 246487 h 1923942"/>
                <a:gd name="csX1862" fmla="*/ 559458 w 1310926"/>
                <a:gd name="csY1862" fmla="*/ 258455 h 1923942"/>
                <a:gd name="csX1863" fmla="*/ 587777 w 1310926"/>
                <a:gd name="csY1863" fmla="*/ 299404 h 1923942"/>
                <a:gd name="csX1864" fmla="*/ 596322 w 1310926"/>
                <a:gd name="csY1864" fmla="*/ 305476 h 1923942"/>
                <a:gd name="csX1865" fmla="*/ 599768 w 1310926"/>
                <a:gd name="csY1865" fmla="*/ 306747 h 1923942"/>
                <a:gd name="csX1866" fmla="*/ 602370 w 1310926"/>
                <a:gd name="csY1866" fmla="*/ 301793 h 1923942"/>
                <a:gd name="csX1867" fmla="*/ 603976 w 1310926"/>
                <a:gd name="csY1867" fmla="*/ 296391 h 1923942"/>
                <a:gd name="csX1868" fmla="*/ 604098 w 1310926"/>
                <a:gd name="csY1868" fmla="*/ 289156 h 1923942"/>
                <a:gd name="csX1869" fmla="*/ 602728 w 1310926"/>
                <a:gd name="csY1869" fmla="*/ 280056 h 1923942"/>
                <a:gd name="csX1870" fmla="*/ 601937 w 1310926"/>
                <a:gd name="csY1870" fmla="*/ 269450 h 1923942"/>
                <a:gd name="csX1871" fmla="*/ 601739 w 1310926"/>
                <a:gd name="csY1871" fmla="*/ 257299 h 1923942"/>
                <a:gd name="csX1872" fmla="*/ 603656 w 1310926"/>
                <a:gd name="csY1872" fmla="*/ 232875 h 1923942"/>
                <a:gd name="csX1873" fmla="*/ 608221 w 1310926"/>
                <a:gd name="csY1873" fmla="*/ 224802 h 1923942"/>
                <a:gd name="csX1874" fmla="*/ 610238 w 1310926"/>
                <a:gd name="csY1874" fmla="*/ 215611 h 1923942"/>
                <a:gd name="csX1875" fmla="*/ 608358 w 1310926"/>
                <a:gd name="csY1875" fmla="*/ 198850 h 1923942"/>
                <a:gd name="csX1876" fmla="*/ 603009 w 1310926"/>
                <a:gd name="csY1876" fmla="*/ 187239 h 1923942"/>
                <a:gd name="csX1877" fmla="*/ 582185 w 1310926"/>
                <a:gd name="csY1877" fmla="*/ 156828 h 1923942"/>
                <a:gd name="csX1878" fmla="*/ 582101 w 1310926"/>
                <a:gd name="csY1878" fmla="*/ 153153 h 1923942"/>
                <a:gd name="csX1879" fmla="*/ 586309 w 1310926"/>
                <a:gd name="csY1879" fmla="*/ 149097 h 1923942"/>
                <a:gd name="csX1880" fmla="*/ 592548 w 1310926"/>
                <a:gd name="csY1880" fmla="*/ 146716 h 1923942"/>
                <a:gd name="csX1881" fmla="*/ 644157 w 1310926"/>
                <a:gd name="csY1881" fmla="*/ 154089 h 1923942"/>
                <a:gd name="csX1882" fmla="*/ 653074 w 1310926"/>
                <a:gd name="csY1882" fmla="*/ 156782 h 1923942"/>
                <a:gd name="csX1883" fmla="*/ 656878 w 1310926"/>
                <a:gd name="csY1883" fmla="*/ 159422 h 1923942"/>
                <a:gd name="csX1884" fmla="*/ 658545 w 1310926"/>
                <a:gd name="csY1884" fmla="*/ 162899 h 1923942"/>
                <a:gd name="csX1885" fmla="*/ 660683 w 1310926"/>
                <a:gd name="csY1885" fmla="*/ 164383 h 1923942"/>
                <a:gd name="csX1886" fmla="*/ 671768 w 1310926"/>
                <a:gd name="csY1886" fmla="*/ 160244 h 1923942"/>
                <a:gd name="csX1887" fmla="*/ 671502 w 1310926"/>
                <a:gd name="csY1887" fmla="*/ 152651 h 1923942"/>
                <a:gd name="csX1888" fmla="*/ 670117 w 1310926"/>
                <a:gd name="csY1888" fmla="*/ 147796 h 1923942"/>
                <a:gd name="csX1889" fmla="*/ 610222 w 1310926"/>
                <a:gd name="csY1889" fmla="*/ 134443 h 1923942"/>
                <a:gd name="csX1890" fmla="*/ 599061 w 1310926"/>
                <a:gd name="csY1890" fmla="*/ 129848 h 1923942"/>
                <a:gd name="csX1891" fmla="*/ 593377 w 1310926"/>
                <a:gd name="csY1891" fmla="*/ 129498 h 1923942"/>
                <a:gd name="csX1892" fmla="*/ 587503 w 1310926"/>
                <a:gd name="csY1892" fmla="*/ 133028 h 1923942"/>
                <a:gd name="csX1893" fmla="*/ 575322 w 1310926"/>
                <a:gd name="csY1893" fmla="*/ 134770 h 1923942"/>
                <a:gd name="csX1894" fmla="*/ 569699 w 1310926"/>
                <a:gd name="csY1894" fmla="*/ 134101 h 1923942"/>
                <a:gd name="csX1895" fmla="*/ 562410 w 1310926"/>
                <a:gd name="csY1895" fmla="*/ 118009 h 1923942"/>
                <a:gd name="csX1896" fmla="*/ 569007 w 1310926"/>
                <a:gd name="csY1896" fmla="*/ 98363 h 1923942"/>
                <a:gd name="csX1897" fmla="*/ 574561 w 1310926"/>
                <a:gd name="csY1897" fmla="*/ 98812 h 1923942"/>
                <a:gd name="csX1898" fmla="*/ 585114 w 1310926"/>
                <a:gd name="csY1898" fmla="*/ 106505 h 1923942"/>
                <a:gd name="csX1899" fmla="*/ 591368 w 1310926"/>
                <a:gd name="csY1899" fmla="*/ 95746 h 1923942"/>
                <a:gd name="csX1900" fmla="*/ 601290 w 1310926"/>
                <a:gd name="csY1900" fmla="*/ 86783 h 1923942"/>
                <a:gd name="csX1901" fmla="*/ 611105 w 1310926"/>
                <a:gd name="csY1901" fmla="*/ 83610 h 1923942"/>
                <a:gd name="csX1902" fmla="*/ 632516 w 1310926"/>
                <a:gd name="csY1902" fmla="*/ 64079 h 1923942"/>
                <a:gd name="csX1903" fmla="*/ 636472 w 1310926"/>
                <a:gd name="csY1903" fmla="*/ 62360 h 1923942"/>
                <a:gd name="csX1904" fmla="*/ 641463 w 1310926"/>
                <a:gd name="csY1904" fmla="*/ 63410 h 1923942"/>
                <a:gd name="csX1905" fmla="*/ 652526 w 1310926"/>
                <a:gd name="csY1905" fmla="*/ 68477 h 1923942"/>
                <a:gd name="csX1906" fmla="*/ 656901 w 1310926"/>
                <a:gd name="csY1906" fmla="*/ 73324 h 1923942"/>
                <a:gd name="csX1907" fmla="*/ 661915 w 1310926"/>
                <a:gd name="csY1907" fmla="*/ 83633 h 1923942"/>
                <a:gd name="csX1908" fmla="*/ 664822 w 1310926"/>
                <a:gd name="csY1908" fmla="*/ 86806 h 1923942"/>
                <a:gd name="csX1909" fmla="*/ 668276 w 1310926"/>
                <a:gd name="csY1909" fmla="*/ 87392 h 1923942"/>
                <a:gd name="csX1910" fmla="*/ 673008 w 1310926"/>
                <a:gd name="csY1910" fmla="*/ 92018 h 1923942"/>
                <a:gd name="csX1911" fmla="*/ 679856 w 1310926"/>
                <a:gd name="csY1911" fmla="*/ 76976 h 1923942"/>
                <a:gd name="csX1912" fmla="*/ 686042 w 1310926"/>
                <a:gd name="csY1912" fmla="*/ 60625 h 1923942"/>
                <a:gd name="csX1913" fmla="*/ 693148 w 1310926"/>
                <a:gd name="csY1913" fmla="*/ 50178 h 1923942"/>
                <a:gd name="csX1914" fmla="*/ 703199 w 1310926"/>
                <a:gd name="csY1914" fmla="*/ 56280 h 1923942"/>
                <a:gd name="csX1915" fmla="*/ 709560 w 1310926"/>
                <a:gd name="csY1915" fmla="*/ 64186 h 1923942"/>
                <a:gd name="csX1916" fmla="*/ 715373 w 1310926"/>
                <a:gd name="csY1916" fmla="*/ 73544 h 1923942"/>
                <a:gd name="csX1917" fmla="*/ 723598 w 1310926"/>
                <a:gd name="csY1917" fmla="*/ 78688 h 1923942"/>
                <a:gd name="csX1918" fmla="*/ 737537 w 1310926"/>
                <a:gd name="csY1918" fmla="*/ 109997 h 1923942"/>
                <a:gd name="csX1919" fmla="*/ 740139 w 1310926"/>
                <a:gd name="csY1919" fmla="*/ 110027 h 1923942"/>
                <a:gd name="csX1920" fmla="*/ 741371 w 1310926"/>
                <a:gd name="csY1920" fmla="*/ 107410 h 1923942"/>
                <a:gd name="csX1921" fmla="*/ 742688 w 1310926"/>
                <a:gd name="csY1921" fmla="*/ 101658 h 1923942"/>
                <a:gd name="csX1922" fmla="*/ 743159 w 1310926"/>
                <a:gd name="csY1922" fmla="*/ 93068 h 1923942"/>
                <a:gd name="csX1923" fmla="*/ 744871 w 1310926"/>
                <a:gd name="csY1923" fmla="*/ 81305 h 1923942"/>
                <a:gd name="csX1924" fmla="*/ 743631 w 1310926"/>
                <a:gd name="csY1924" fmla="*/ 76930 h 1923942"/>
                <a:gd name="csX1925" fmla="*/ 731952 w 1310926"/>
                <a:gd name="csY1925" fmla="*/ 63714 h 1923942"/>
                <a:gd name="csX1926" fmla="*/ 729745 w 1310926"/>
                <a:gd name="csY1926" fmla="*/ 58593 h 1923942"/>
                <a:gd name="csX1927" fmla="*/ 727509 w 1310926"/>
                <a:gd name="csY1927" fmla="*/ 50110 h 1923942"/>
                <a:gd name="csX1928" fmla="*/ 727470 w 1310926"/>
                <a:gd name="csY1928" fmla="*/ 43057 h 1923942"/>
                <a:gd name="csX1929" fmla="*/ 729639 w 1310926"/>
                <a:gd name="csY1929" fmla="*/ 37465 h 1923942"/>
                <a:gd name="csX1930" fmla="*/ 731922 w 1310926"/>
                <a:gd name="csY1930" fmla="*/ 34900 h 1923942"/>
                <a:gd name="csX1931" fmla="*/ 739469 w 1310926"/>
                <a:gd name="csY1931" fmla="*/ 37229 h 1923942"/>
                <a:gd name="csX1932" fmla="*/ 741965 w 1310926"/>
                <a:gd name="csY1932" fmla="*/ 35403 h 1923942"/>
                <a:gd name="csX1933" fmla="*/ 744323 w 1310926"/>
                <a:gd name="csY1933" fmla="*/ 30640 h 1923942"/>
                <a:gd name="csX1934" fmla="*/ 747162 w 1310926"/>
                <a:gd name="csY1934" fmla="*/ 21654 h 1923942"/>
                <a:gd name="csX1935" fmla="*/ 749398 w 1310926"/>
                <a:gd name="csY1935" fmla="*/ 19356 h 1923942"/>
                <a:gd name="csX1936" fmla="*/ 754451 w 1310926"/>
                <a:gd name="csY1936" fmla="*/ 19090 h 1923942"/>
                <a:gd name="csX1937" fmla="*/ 762219 w 1310926"/>
                <a:gd name="csY1937" fmla="*/ 24872 h 1923942"/>
                <a:gd name="csX1938" fmla="*/ 769021 w 1310926"/>
                <a:gd name="csY1938" fmla="*/ 25359 h 1923942"/>
                <a:gd name="csX1939" fmla="*/ 771471 w 1310926"/>
                <a:gd name="csY1939" fmla="*/ 22704 h 1923942"/>
                <a:gd name="csX1940" fmla="*/ 771844 w 1310926"/>
                <a:gd name="csY1940" fmla="*/ 17058 h 1923942"/>
                <a:gd name="csX1941" fmla="*/ 772437 w 1310926"/>
                <a:gd name="csY1941" fmla="*/ 13452 h 1923942"/>
                <a:gd name="csX1942" fmla="*/ 773244 w 1310926"/>
                <a:gd name="csY1942" fmla="*/ 11930 h 1923942"/>
                <a:gd name="csX1943" fmla="*/ 797895 w 1310926"/>
                <a:gd name="csY1943" fmla="*/ 11618 h 1923942"/>
                <a:gd name="csX1944" fmla="*/ 804013 w 1310926"/>
                <a:gd name="csY1944" fmla="*/ 10264 h 1923942"/>
                <a:gd name="csX1945" fmla="*/ 808791 w 1310926"/>
                <a:gd name="csY1945" fmla="*/ 5950 h 1923942"/>
                <a:gd name="csX1946" fmla="*/ 814642 w 1310926"/>
                <a:gd name="csY1946" fmla="*/ 5440 h 1923942"/>
                <a:gd name="csX1947" fmla="*/ 819755 w 1310926"/>
                <a:gd name="csY1947" fmla="*/ 8019 h 1923942"/>
                <a:gd name="csX1948" fmla="*/ 826085 w 1310926"/>
                <a:gd name="csY1948" fmla="*/ 13513 h 1923942"/>
                <a:gd name="csX1949" fmla="*/ 832378 w 1310926"/>
                <a:gd name="csY1949" fmla="*/ 13254 h 1923942"/>
                <a:gd name="csX1950" fmla="*/ 841751 w 1310926"/>
                <a:gd name="csY1950" fmla="*/ 4276 h 1923942"/>
                <a:gd name="csX1951" fmla="*/ 850577 w 1310926"/>
                <a:gd name="csY1951" fmla="*/ 0 h 1923942"/>
                <a:gd name="csX1952" fmla="*/ 899295 w 1310926"/>
                <a:gd name="csY1952" fmla="*/ 1187 h 1923942"/>
                <a:gd name="csX1953" fmla="*/ 915311 w 1310926"/>
                <a:gd name="csY1953" fmla="*/ 6642 h 1923942"/>
                <a:gd name="csX1954" fmla="*/ 596900 w 1310926"/>
                <a:gd name="csY1954" fmla="*/ 260722 h 1923942"/>
                <a:gd name="csX1955" fmla="*/ 592571 w 1310926"/>
                <a:gd name="csY1955" fmla="*/ 263446 h 1923942"/>
                <a:gd name="csX1956" fmla="*/ 583532 w 1310926"/>
                <a:gd name="csY1956" fmla="*/ 246966 h 1923942"/>
                <a:gd name="csX1957" fmla="*/ 569220 w 1310926"/>
                <a:gd name="csY1957" fmla="*/ 230265 h 1923942"/>
                <a:gd name="csX1958" fmla="*/ 556597 w 1310926"/>
                <a:gd name="csY1958" fmla="*/ 219005 h 1923942"/>
                <a:gd name="csX1959" fmla="*/ 544735 w 1310926"/>
                <a:gd name="csY1959" fmla="*/ 188943 h 1923942"/>
                <a:gd name="csX1960" fmla="*/ 543800 w 1310926"/>
                <a:gd name="csY1960" fmla="*/ 178086 h 1923942"/>
                <a:gd name="csX1961" fmla="*/ 545481 w 1310926"/>
                <a:gd name="csY1961" fmla="*/ 168484 h 1923942"/>
                <a:gd name="csX1962" fmla="*/ 555836 w 1310926"/>
                <a:gd name="csY1962" fmla="*/ 167015 h 1923942"/>
                <a:gd name="csX1963" fmla="*/ 564122 w 1310926"/>
                <a:gd name="csY1963" fmla="*/ 162580 h 1923942"/>
                <a:gd name="csX1964" fmla="*/ 585213 w 1310926"/>
                <a:gd name="csY1964" fmla="*/ 181670 h 1923942"/>
                <a:gd name="csX1965" fmla="*/ 595759 w 1310926"/>
                <a:gd name="csY1965" fmla="*/ 197609 h 1923942"/>
                <a:gd name="csX1966" fmla="*/ 599335 w 1310926"/>
                <a:gd name="csY1966" fmla="*/ 210491 h 1923942"/>
                <a:gd name="csX1967" fmla="*/ 598779 w 1310926"/>
                <a:gd name="csY1967" fmla="*/ 235865 h 1923942"/>
                <a:gd name="csX1968" fmla="*/ 596900 w 1310926"/>
                <a:gd name="csY1968" fmla="*/ 260722 h 1923942"/>
                <a:gd name="csX1969" fmla="*/ 1156350 w 1310926"/>
                <a:gd name="csY1969" fmla="*/ 296947 h 1923942"/>
                <a:gd name="csX1970" fmla="*/ 1154151 w 1310926"/>
                <a:gd name="csY1970" fmla="*/ 301778 h 1923942"/>
                <a:gd name="csX1971" fmla="*/ 1148521 w 1310926"/>
                <a:gd name="csY1971" fmla="*/ 299846 h 1923942"/>
                <a:gd name="csX1972" fmla="*/ 1141308 w 1310926"/>
                <a:gd name="csY1972" fmla="*/ 286234 h 1923942"/>
                <a:gd name="csX1973" fmla="*/ 1136500 w 1310926"/>
                <a:gd name="csY1973" fmla="*/ 274950 h 1923942"/>
                <a:gd name="csX1974" fmla="*/ 1136157 w 1310926"/>
                <a:gd name="csY1974" fmla="*/ 261567 h 1923942"/>
                <a:gd name="csX1975" fmla="*/ 1138630 w 1310926"/>
                <a:gd name="csY1975" fmla="*/ 255571 h 1923942"/>
                <a:gd name="csX1976" fmla="*/ 1142480 w 1310926"/>
                <a:gd name="csY1976" fmla="*/ 254567 h 1923942"/>
                <a:gd name="csX1977" fmla="*/ 1147768 w 1310926"/>
                <a:gd name="csY1977" fmla="*/ 266041 h 1923942"/>
                <a:gd name="csX1978" fmla="*/ 1153193 w 1310926"/>
                <a:gd name="csY1978" fmla="*/ 281342 h 1923942"/>
                <a:gd name="csX1979" fmla="*/ 1156350 w 1310926"/>
                <a:gd name="csY1979" fmla="*/ 296947 h 1923942"/>
                <a:gd name="csX1980" fmla="*/ 1178826 w 1310926"/>
                <a:gd name="csY1980" fmla="*/ 568922 h 1923942"/>
                <a:gd name="csX1981" fmla="*/ 1169787 w 1310926"/>
                <a:gd name="csY1981" fmla="*/ 582701 h 1923942"/>
                <a:gd name="csX1982" fmla="*/ 1156419 w 1310926"/>
                <a:gd name="csY1982" fmla="*/ 581644 h 1923942"/>
                <a:gd name="csX1983" fmla="*/ 1148506 w 1310926"/>
                <a:gd name="csY1983" fmla="*/ 575298 h 1923942"/>
                <a:gd name="csX1984" fmla="*/ 1146246 w 1310926"/>
                <a:gd name="csY1984" fmla="*/ 565719 h 1923942"/>
                <a:gd name="csX1985" fmla="*/ 1149259 w 1310926"/>
                <a:gd name="csY1985" fmla="*/ 554991 h 1923942"/>
                <a:gd name="csX1986" fmla="*/ 1158861 w 1310926"/>
                <a:gd name="csY1986" fmla="*/ 546333 h 1923942"/>
                <a:gd name="csX1987" fmla="*/ 1170913 w 1310926"/>
                <a:gd name="csY1987" fmla="*/ 540892 h 1923942"/>
                <a:gd name="csX1988" fmla="*/ 1181839 w 1310926"/>
                <a:gd name="csY1988" fmla="*/ 544164 h 1923942"/>
                <a:gd name="csX1989" fmla="*/ 1183346 w 1310926"/>
                <a:gd name="csY1989" fmla="*/ 554991 h 1923942"/>
                <a:gd name="csX1990" fmla="*/ 1178826 w 1310926"/>
                <a:gd name="csY1990" fmla="*/ 568922 h 1923942"/>
                <a:gd name="csX1991" fmla="*/ 1149251 w 1310926"/>
                <a:gd name="csY1991" fmla="*/ 774769 h 1923942"/>
                <a:gd name="csX1992" fmla="*/ 1146421 w 1310926"/>
                <a:gd name="csY1992" fmla="*/ 778375 h 1923942"/>
                <a:gd name="csX1993" fmla="*/ 1144542 w 1310926"/>
                <a:gd name="csY1993" fmla="*/ 767518 h 1923942"/>
                <a:gd name="csX1994" fmla="*/ 1142845 w 1310926"/>
                <a:gd name="csY1994" fmla="*/ 752897 h 1923942"/>
                <a:gd name="csX1995" fmla="*/ 1142465 w 1310926"/>
                <a:gd name="csY1995" fmla="*/ 736235 h 1923942"/>
                <a:gd name="csX1996" fmla="*/ 1146794 w 1310926"/>
                <a:gd name="csY1996" fmla="*/ 727820 h 1923942"/>
                <a:gd name="csX1997" fmla="*/ 1149054 w 1310926"/>
                <a:gd name="csY1997" fmla="*/ 725940 h 1923942"/>
                <a:gd name="csX1998" fmla="*/ 1150560 w 1310926"/>
                <a:gd name="csY1998" fmla="*/ 727820 h 1923942"/>
                <a:gd name="csX1999" fmla="*/ 1150180 w 1310926"/>
                <a:gd name="csY1999" fmla="*/ 735306 h 1923942"/>
                <a:gd name="csX2000" fmla="*/ 1150180 w 1310926"/>
                <a:gd name="csY2000" fmla="*/ 750135 h 1923942"/>
                <a:gd name="csX2001" fmla="*/ 1151686 w 1310926"/>
                <a:gd name="csY2001" fmla="*/ 760237 h 1923942"/>
                <a:gd name="csX2002" fmla="*/ 1149251 w 1310926"/>
                <a:gd name="csY2002" fmla="*/ 774769 h 1923942"/>
                <a:gd name="csX2003" fmla="*/ 1171537 w 1310926"/>
                <a:gd name="csY2003" fmla="*/ 808269 h 1923942"/>
                <a:gd name="csX2004" fmla="*/ 1167390 w 1310926"/>
                <a:gd name="csY2004" fmla="*/ 808269 h 1923942"/>
                <a:gd name="csX2005" fmla="*/ 1165853 w 1310926"/>
                <a:gd name="csY2005" fmla="*/ 805675 h 1923942"/>
                <a:gd name="csX2006" fmla="*/ 1166835 w 1310926"/>
                <a:gd name="csY2006" fmla="*/ 801072 h 1923942"/>
                <a:gd name="csX2007" fmla="*/ 1172610 w 1310926"/>
                <a:gd name="csY2007" fmla="*/ 786113 h 1923942"/>
                <a:gd name="csX2008" fmla="*/ 1174535 w 1310926"/>
                <a:gd name="csY2008" fmla="*/ 784888 h 1923942"/>
                <a:gd name="csX2009" fmla="*/ 1177357 w 1310926"/>
                <a:gd name="csY2009" fmla="*/ 786517 h 1923942"/>
                <a:gd name="csX2010" fmla="*/ 1178217 w 1310926"/>
                <a:gd name="csY2010" fmla="*/ 794216 h 1923942"/>
                <a:gd name="csX2011" fmla="*/ 1176330 w 1310926"/>
                <a:gd name="csY2011" fmla="*/ 801863 h 1923942"/>
                <a:gd name="csX2012" fmla="*/ 1171537 w 1310926"/>
                <a:gd name="csY2012" fmla="*/ 808269 h 1923942"/>
                <a:gd name="csX2013" fmla="*/ 24568 w 1310926"/>
                <a:gd name="csY2013" fmla="*/ 839502 h 1923942"/>
                <a:gd name="csX2014" fmla="*/ 16960 w 1310926"/>
                <a:gd name="csY2014" fmla="*/ 840362 h 1923942"/>
                <a:gd name="csX2015" fmla="*/ 9465 w 1310926"/>
                <a:gd name="csY2015" fmla="*/ 836566 h 1923942"/>
                <a:gd name="csX2016" fmla="*/ 6893 w 1310926"/>
                <a:gd name="csY2016" fmla="*/ 833621 h 1923942"/>
                <a:gd name="csX2017" fmla="*/ 7008 w 1310926"/>
                <a:gd name="csY2017" fmla="*/ 829109 h 1923942"/>
                <a:gd name="csX2018" fmla="*/ 8141 w 1310926"/>
                <a:gd name="csY2018" fmla="*/ 827542 h 1923942"/>
                <a:gd name="csX2019" fmla="*/ 12189 w 1310926"/>
                <a:gd name="csY2019" fmla="*/ 825974 h 1923942"/>
                <a:gd name="csX2020" fmla="*/ 15552 w 1310926"/>
                <a:gd name="csY2020" fmla="*/ 825624 h 1923942"/>
                <a:gd name="csX2021" fmla="*/ 17819 w 1310926"/>
                <a:gd name="csY2021" fmla="*/ 826324 h 1923942"/>
                <a:gd name="csX2022" fmla="*/ 23153 w 1310926"/>
                <a:gd name="csY2022" fmla="*/ 829109 h 1923942"/>
                <a:gd name="csX2023" fmla="*/ 27011 w 1310926"/>
                <a:gd name="csY2023" fmla="*/ 831886 h 1923942"/>
                <a:gd name="csX2024" fmla="*/ 29544 w 1310926"/>
                <a:gd name="csY2024" fmla="*/ 832754 h 1923942"/>
                <a:gd name="csX2025" fmla="*/ 28821 w 1310926"/>
                <a:gd name="csY2025" fmla="*/ 836733 h 1923942"/>
                <a:gd name="csX2026" fmla="*/ 24568 w 1310926"/>
                <a:gd name="csY2026" fmla="*/ 839502 h 1923942"/>
                <a:gd name="csX2027" fmla="*/ 1158108 w 1310926"/>
                <a:gd name="csY2027" fmla="*/ 958493 h 1923942"/>
                <a:gd name="csX2028" fmla="*/ 1155658 w 1310926"/>
                <a:gd name="csY2028" fmla="*/ 960829 h 1923942"/>
                <a:gd name="csX2029" fmla="*/ 1147372 w 1310926"/>
                <a:gd name="csY2029" fmla="*/ 923676 h 1923942"/>
                <a:gd name="csX2030" fmla="*/ 1147372 w 1310926"/>
                <a:gd name="csY2030" fmla="*/ 909958 h 1923942"/>
                <a:gd name="csX2031" fmla="*/ 1147935 w 1310926"/>
                <a:gd name="csY2031" fmla="*/ 899367 h 1923942"/>
                <a:gd name="csX2032" fmla="*/ 1151702 w 1310926"/>
                <a:gd name="csY2032" fmla="*/ 898545 h 1923942"/>
                <a:gd name="csX2033" fmla="*/ 1154905 w 1310926"/>
                <a:gd name="csY2033" fmla="*/ 904259 h 1923942"/>
                <a:gd name="csX2034" fmla="*/ 1156411 w 1310926"/>
                <a:gd name="csY2034" fmla="*/ 926073 h 1923942"/>
                <a:gd name="csX2035" fmla="*/ 1158108 w 1310926"/>
                <a:gd name="csY2035" fmla="*/ 958493 h 1923942"/>
                <a:gd name="csX2036" fmla="*/ 1170533 w 1310926"/>
                <a:gd name="csY2036" fmla="*/ 1013472 h 1923942"/>
                <a:gd name="csX2037" fmla="*/ 1172229 w 1310926"/>
                <a:gd name="csY2037" fmla="*/ 1022405 h 1923942"/>
                <a:gd name="csX2038" fmla="*/ 1172983 w 1310926"/>
                <a:gd name="csY2038" fmla="*/ 1030538 h 1923942"/>
                <a:gd name="csX2039" fmla="*/ 1175623 w 1310926"/>
                <a:gd name="csY2039" fmla="*/ 1035682 h 1923942"/>
                <a:gd name="csX2040" fmla="*/ 1181276 w 1310926"/>
                <a:gd name="csY2040" fmla="*/ 1034951 h 1923942"/>
                <a:gd name="csX2041" fmla="*/ 1183536 w 1310926"/>
                <a:gd name="csY2041" fmla="*/ 1044462 h 1923942"/>
                <a:gd name="csX2042" fmla="*/ 1179397 w 1310926"/>
                <a:gd name="csY2042" fmla="*/ 1048106 h 1923942"/>
                <a:gd name="csX2043" fmla="*/ 1163016 w 1310926"/>
                <a:gd name="csY2043" fmla="*/ 1046653 h 1923942"/>
                <a:gd name="csX2044" fmla="*/ 1156236 w 1310926"/>
                <a:gd name="csY2044" fmla="*/ 1047376 h 1923942"/>
                <a:gd name="csX2045" fmla="*/ 1151526 w 1310926"/>
                <a:gd name="csY2045" fmla="*/ 1041548 h 1923942"/>
                <a:gd name="csX2046" fmla="*/ 1151717 w 1310926"/>
                <a:gd name="csY2046" fmla="*/ 1031276 h 1923942"/>
                <a:gd name="csX2047" fmla="*/ 1152280 w 1310926"/>
                <a:gd name="csY2047" fmla="*/ 1020921 h 1923942"/>
                <a:gd name="csX2048" fmla="*/ 1156989 w 1310926"/>
                <a:gd name="csY2048" fmla="*/ 1014971 h 1923942"/>
                <a:gd name="csX2049" fmla="*/ 1160946 w 1310926"/>
                <a:gd name="csY2049" fmla="*/ 1020183 h 1923942"/>
                <a:gd name="csX2050" fmla="*/ 1165656 w 1310926"/>
                <a:gd name="csY2050" fmla="*/ 1016462 h 1923942"/>
                <a:gd name="csX2051" fmla="*/ 1170533 w 1310926"/>
                <a:gd name="csY2051" fmla="*/ 1013472 h 1923942"/>
                <a:gd name="csX2052" fmla="*/ 380109 w 1310926"/>
                <a:gd name="csY2052" fmla="*/ 1217732 h 1923942"/>
                <a:gd name="csX2053" fmla="*/ 377088 w 1310926"/>
                <a:gd name="csY2053" fmla="*/ 1222616 h 1923942"/>
                <a:gd name="csX2054" fmla="*/ 374631 w 1310926"/>
                <a:gd name="csY2054" fmla="*/ 1225409 h 1923942"/>
                <a:gd name="csX2055" fmla="*/ 369290 w 1310926"/>
                <a:gd name="csY2055" fmla="*/ 1233694 h 1923942"/>
                <a:gd name="csX2056" fmla="*/ 368369 w 1310926"/>
                <a:gd name="csY2056" fmla="*/ 1233983 h 1923942"/>
                <a:gd name="csX2057" fmla="*/ 366931 w 1310926"/>
                <a:gd name="csY2057" fmla="*/ 1232911 h 1923942"/>
                <a:gd name="csX2058" fmla="*/ 365812 w 1310926"/>
                <a:gd name="csY2058" fmla="*/ 1230735 h 1923942"/>
                <a:gd name="csX2059" fmla="*/ 363796 w 1310926"/>
                <a:gd name="csY2059" fmla="*/ 1230210 h 1923942"/>
                <a:gd name="csX2060" fmla="*/ 363096 w 1310926"/>
                <a:gd name="csY2060" fmla="*/ 1228832 h 1923942"/>
                <a:gd name="csX2061" fmla="*/ 362815 w 1310926"/>
                <a:gd name="csY2061" fmla="*/ 1227714 h 1923942"/>
                <a:gd name="csX2062" fmla="*/ 361917 w 1310926"/>
                <a:gd name="csY2062" fmla="*/ 1226999 h 1923942"/>
                <a:gd name="csX2063" fmla="*/ 360494 w 1310926"/>
                <a:gd name="csY2063" fmla="*/ 1226550 h 1923942"/>
                <a:gd name="csX2064" fmla="*/ 358212 w 1310926"/>
                <a:gd name="csY2064" fmla="*/ 1227402 h 1923942"/>
                <a:gd name="csX2065" fmla="*/ 356119 w 1310926"/>
                <a:gd name="csY2065" fmla="*/ 1226550 h 1923942"/>
                <a:gd name="csX2066" fmla="*/ 354537 w 1310926"/>
                <a:gd name="csY2066" fmla="*/ 1222905 h 1923942"/>
                <a:gd name="csX2067" fmla="*/ 357458 w 1310926"/>
                <a:gd name="csY2067" fmla="*/ 1220455 h 1923942"/>
                <a:gd name="csX2068" fmla="*/ 359262 w 1310926"/>
                <a:gd name="csY2068" fmla="*/ 1218363 h 1923942"/>
                <a:gd name="csX2069" fmla="*/ 366239 w 1310926"/>
                <a:gd name="csY2069" fmla="*/ 1217541 h 1923942"/>
                <a:gd name="csX2070" fmla="*/ 368209 w 1310926"/>
                <a:gd name="csY2070" fmla="*/ 1218500 h 1923942"/>
                <a:gd name="csX2071" fmla="*/ 369449 w 1310926"/>
                <a:gd name="csY2071" fmla="*/ 1218477 h 1923942"/>
                <a:gd name="csX2072" fmla="*/ 371336 w 1310926"/>
                <a:gd name="csY2072" fmla="*/ 1217907 h 1923942"/>
                <a:gd name="csX2073" fmla="*/ 375460 w 1310926"/>
                <a:gd name="csY2073" fmla="*/ 1215297 h 1923942"/>
                <a:gd name="csX2074" fmla="*/ 376076 w 1310926"/>
                <a:gd name="csY2074" fmla="*/ 1214079 h 1923942"/>
                <a:gd name="csX2075" fmla="*/ 379767 w 1310926"/>
                <a:gd name="csY2075" fmla="*/ 1215609 h 1923942"/>
                <a:gd name="csX2076" fmla="*/ 380109 w 1310926"/>
                <a:gd name="csY2076" fmla="*/ 1217732 h 1923942"/>
                <a:gd name="csX2077" fmla="*/ 411753 w 1310926"/>
                <a:gd name="csY2077" fmla="*/ 1338145 h 1923942"/>
                <a:gd name="csX2078" fmla="*/ 409752 w 1310926"/>
                <a:gd name="csY2078" fmla="*/ 1338578 h 1923942"/>
                <a:gd name="csX2079" fmla="*/ 404015 w 1310926"/>
                <a:gd name="csY2079" fmla="*/ 1335238 h 1923942"/>
                <a:gd name="csX2080" fmla="*/ 403079 w 1310926"/>
                <a:gd name="csY2080" fmla="*/ 1333975 h 1923942"/>
                <a:gd name="csX2081" fmla="*/ 402722 w 1310926"/>
                <a:gd name="csY2081" fmla="*/ 1332431 h 1923942"/>
                <a:gd name="csX2082" fmla="*/ 402942 w 1310926"/>
                <a:gd name="csY2082" fmla="*/ 1330597 h 1923942"/>
                <a:gd name="csX2083" fmla="*/ 404768 w 1310926"/>
                <a:gd name="csY2083" fmla="*/ 1327173 h 1923942"/>
                <a:gd name="csX2084" fmla="*/ 408200 w 1310926"/>
                <a:gd name="csY2084" fmla="*/ 1322144 h 1923942"/>
                <a:gd name="csX2085" fmla="*/ 410688 w 1310926"/>
                <a:gd name="csY2085" fmla="*/ 1321200 h 1923942"/>
                <a:gd name="csX2086" fmla="*/ 412232 w 1310926"/>
                <a:gd name="csY2086" fmla="*/ 1324358 h 1923942"/>
                <a:gd name="csX2087" fmla="*/ 413746 w 1310926"/>
                <a:gd name="csY2087" fmla="*/ 1328588 h 1923942"/>
                <a:gd name="csX2088" fmla="*/ 413944 w 1310926"/>
                <a:gd name="csY2088" fmla="*/ 1330726 h 1923942"/>
                <a:gd name="csX2089" fmla="*/ 413845 w 1310926"/>
                <a:gd name="csY2089" fmla="*/ 1333245 h 1923942"/>
                <a:gd name="csX2090" fmla="*/ 413450 w 1310926"/>
                <a:gd name="csY2090" fmla="*/ 1335375 h 1923942"/>
                <a:gd name="csX2091" fmla="*/ 412757 w 1310926"/>
                <a:gd name="csY2091" fmla="*/ 1337125 h 1923942"/>
                <a:gd name="csX2092" fmla="*/ 411753 w 1310926"/>
                <a:gd name="csY2092" fmla="*/ 1338145 h 1923942"/>
                <a:gd name="csX2093" fmla="*/ 1011841 w 1310926"/>
                <a:gd name="csY2093" fmla="*/ 1345966 h 1923942"/>
                <a:gd name="csX2094" fmla="*/ 1012594 w 1310926"/>
                <a:gd name="csY2094" fmla="*/ 1349809 h 1923942"/>
                <a:gd name="csX2095" fmla="*/ 1012670 w 1310926"/>
                <a:gd name="csY2095" fmla="*/ 1351619 h 1923942"/>
                <a:gd name="csX2096" fmla="*/ 1012510 w 1310926"/>
                <a:gd name="csY2096" fmla="*/ 1353134 h 1923942"/>
                <a:gd name="csX2097" fmla="*/ 1012092 w 1310926"/>
                <a:gd name="csY2097" fmla="*/ 1354222 h 1923942"/>
                <a:gd name="csX2098" fmla="*/ 1011087 w 1310926"/>
                <a:gd name="csY2098" fmla="*/ 1355180 h 1923942"/>
                <a:gd name="csX2099" fmla="*/ 1012959 w 1310926"/>
                <a:gd name="csY2099" fmla="*/ 1357714 h 1923942"/>
                <a:gd name="csX2100" fmla="*/ 1013568 w 1310926"/>
                <a:gd name="csY2100" fmla="*/ 1359418 h 1923942"/>
                <a:gd name="csX2101" fmla="*/ 1013682 w 1310926"/>
                <a:gd name="csY2101" fmla="*/ 1360772 h 1923942"/>
                <a:gd name="csX2102" fmla="*/ 1012488 w 1310926"/>
                <a:gd name="csY2102" fmla="*/ 1363390 h 1923942"/>
                <a:gd name="csX2103" fmla="*/ 1003981 w 1310926"/>
                <a:gd name="csY2103" fmla="*/ 1366844 h 1923942"/>
                <a:gd name="csX2104" fmla="*/ 1001615 w 1310926"/>
                <a:gd name="csY2104" fmla="*/ 1368503 h 1923942"/>
                <a:gd name="csX2105" fmla="*/ 998663 w 1310926"/>
                <a:gd name="csY2105" fmla="*/ 1372604 h 1923942"/>
                <a:gd name="csX2106" fmla="*/ 995072 w 1310926"/>
                <a:gd name="csY2106" fmla="*/ 1376119 h 1923942"/>
                <a:gd name="csX2107" fmla="*/ 993877 w 1310926"/>
                <a:gd name="csY2107" fmla="*/ 1376104 h 1923942"/>
                <a:gd name="csX2108" fmla="*/ 992485 w 1310926"/>
                <a:gd name="csY2108" fmla="*/ 1372459 h 1923942"/>
                <a:gd name="csX2109" fmla="*/ 986809 w 1310926"/>
                <a:gd name="csY2109" fmla="*/ 1369773 h 1923942"/>
                <a:gd name="csX2110" fmla="*/ 976134 w 1310926"/>
                <a:gd name="csY2110" fmla="*/ 1371173 h 1923942"/>
                <a:gd name="csX2111" fmla="*/ 963633 w 1310926"/>
                <a:gd name="csY2111" fmla="*/ 1374552 h 1923942"/>
                <a:gd name="csX2112" fmla="*/ 959197 w 1310926"/>
                <a:gd name="csY2112" fmla="*/ 1376127 h 1923942"/>
                <a:gd name="csX2113" fmla="*/ 956953 w 1310926"/>
                <a:gd name="csY2113" fmla="*/ 1375290 h 1923942"/>
                <a:gd name="csX2114" fmla="*/ 956268 w 1310926"/>
                <a:gd name="csY2114" fmla="*/ 1374027 h 1923942"/>
                <a:gd name="csX2115" fmla="*/ 956237 w 1310926"/>
                <a:gd name="csY2115" fmla="*/ 1372269 h 1923942"/>
                <a:gd name="csX2116" fmla="*/ 957713 w 1310926"/>
                <a:gd name="csY2116" fmla="*/ 1367110 h 1923942"/>
                <a:gd name="csX2117" fmla="*/ 958314 w 1310926"/>
                <a:gd name="csY2117" fmla="*/ 1365794 h 1923942"/>
                <a:gd name="csX2118" fmla="*/ 961183 w 1310926"/>
                <a:gd name="csY2118" fmla="*/ 1364075 h 1923942"/>
                <a:gd name="csX2119" fmla="*/ 963123 w 1310926"/>
                <a:gd name="csY2119" fmla="*/ 1359509 h 1923942"/>
                <a:gd name="csX2120" fmla="*/ 962492 w 1310926"/>
                <a:gd name="csY2120" fmla="*/ 1354526 h 1923942"/>
                <a:gd name="csX2121" fmla="*/ 963237 w 1310926"/>
                <a:gd name="csY2121" fmla="*/ 1347549 h 1923942"/>
                <a:gd name="csX2122" fmla="*/ 965200 w 1310926"/>
                <a:gd name="csY2122" fmla="*/ 1346461 h 1923942"/>
                <a:gd name="csX2123" fmla="*/ 970108 w 1310926"/>
                <a:gd name="csY2123" fmla="*/ 1348949 h 1923942"/>
                <a:gd name="csX2124" fmla="*/ 973281 w 1310926"/>
                <a:gd name="csY2124" fmla="*/ 1349474 h 1923942"/>
                <a:gd name="csX2125" fmla="*/ 978903 w 1310926"/>
                <a:gd name="csY2125" fmla="*/ 1349793 h 1923942"/>
                <a:gd name="csX2126" fmla="*/ 986459 w 1310926"/>
                <a:gd name="csY2126" fmla="*/ 1348956 h 1923942"/>
                <a:gd name="csX2127" fmla="*/ 992530 w 1310926"/>
                <a:gd name="csY2127" fmla="*/ 1346111 h 1923942"/>
                <a:gd name="csX2128" fmla="*/ 1003608 w 1310926"/>
                <a:gd name="csY2128" fmla="*/ 1337970 h 1923942"/>
                <a:gd name="csX2129" fmla="*/ 1005571 w 1310926"/>
                <a:gd name="csY2129" fmla="*/ 1338076 h 1923942"/>
                <a:gd name="csX2130" fmla="*/ 1006979 w 1310926"/>
                <a:gd name="csY2130" fmla="*/ 1340967 h 1923942"/>
                <a:gd name="csX2131" fmla="*/ 1008014 w 1310926"/>
                <a:gd name="csY2131" fmla="*/ 1342383 h 1923942"/>
                <a:gd name="csX2132" fmla="*/ 1011308 w 1310926"/>
                <a:gd name="csY2132" fmla="*/ 1344597 h 1923942"/>
                <a:gd name="csX2133" fmla="*/ 1011841 w 1310926"/>
                <a:gd name="csY2133" fmla="*/ 1345966 h 1923942"/>
                <a:gd name="csX2134" fmla="*/ 451470 w 1310926"/>
                <a:gd name="csY2134" fmla="*/ 1350280 h 1923942"/>
                <a:gd name="csX2135" fmla="*/ 448616 w 1310926"/>
                <a:gd name="csY2135" fmla="*/ 1350455 h 1923942"/>
                <a:gd name="csX2136" fmla="*/ 441982 w 1310926"/>
                <a:gd name="csY2136" fmla="*/ 1349276 h 1923942"/>
                <a:gd name="csX2137" fmla="*/ 441449 w 1310926"/>
                <a:gd name="csY2137" fmla="*/ 1348515 h 1923942"/>
                <a:gd name="csX2138" fmla="*/ 441365 w 1310926"/>
                <a:gd name="csY2138" fmla="*/ 1347077 h 1923942"/>
                <a:gd name="csX2139" fmla="*/ 442248 w 1310926"/>
                <a:gd name="csY2139" fmla="*/ 1342923 h 1923942"/>
                <a:gd name="csX2140" fmla="*/ 445170 w 1310926"/>
                <a:gd name="csY2140" fmla="*/ 1342367 h 1923942"/>
                <a:gd name="csX2141" fmla="*/ 448647 w 1310926"/>
                <a:gd name="csY2141" fmla="*/ 1344642 h 1923942"/>
                <a:gd name="csX2142" fmla="*/ 452398 w 1310926"/>
                <a:gd name="csY2142" fmla="*/ 1347876 h 1923942"/>
                <a:gd name="csX2143" fmla="*/ 452915 w 1310926"/>
                <a:gd name="csY2143" fmla="*/ 1349398 h 1923942"/>
                <a:gd name="csX2144" fmla="*/ 451470 w 1310926"/>
                <a:gd name="csY2144" fmla="*/ 1350280 h 1923942"/>
                <a:gd name="csX2145" fmla="*/ 428918 w 1310926"/>
                <a:gd name="csY2145" fmla="*/ 1408204 h 1923942"/>
                <a:gd name="csX2146" fmla="*/ 436032 w 1310926"/>
                <a:gd name="csY2146" fmla="*/ 1413256 h 1923942"/>
                <a:gd name="csX2147" fmla="*/ 443572 w 1310926"/>
                <a:gd name="csY2147" fmla="*/ 1416733 h 1923942"/>
                <a:gd name="csX2148" fmla="*/ 444310 w 1310926"/>
                <a:gd name="csY2148" fmla="*/ 1418316 h 1923942"/>
                <a:gd name="csX2149" fmla="*/ 444896 w 1310926"/>
                <a:gd name="csY2149" fmla="*/ 1420713 h 1923942"/>
                <a:gd name="csX2150" fmla="*/ 445033 w 1310926"/>
                <a:gd name="csY2150" fmla="*/ 1421961 h 1923942"/>
                <a:gd name="csX2151" fmla="*/ 444866 w 1310926"/>
                <a:gd name="csY2151" fmla="*/ 1423117 h 1923942"/>
                <a:gd name="csX2152" fmla="*/ 444386 w 1310926"/>
                <a:gd name="csY2152" fmla="*/ 1424182 h 1923942"/>
                <a:gd name="csX2153" fmla="*/ 444934 w 1310926"/>
                <a:gd name="csY2153" fmla="*/ 1425552 h 1923942"/>
                <a:gd name="csX2154" fmla="*/ 446516 w 1310926"/>
                <a:gd name="csY2154" fmla="*/ 1427226 h 1923942"/>
                <a:gd name="csX2155" fmla="*/ 446676 w 1310926"/>
                <a:gd name="csY2155" fmla="*/ 1429181 h 1923942"/>
                <a:gd name="csX2156" fmla="*/ 444789 w 1310926"/>
                <a:gd name="csY2156" fmla="*/ 1432529 h 1923942"/>
                <a:gd name="csX2157" fmla="*/ 442134 w 1310926"/>
                <a:gd name="csY2157" fmla="*/ 1436242 h 1923942"/>
                <a:gd name="csX2158" fmla="*/ 428089 w 1310926"/>
                <a:gd name="csY2158" fmla="*/ 1443843 h 1923942"/>
                <a:gd name="csX2159" fmla="*/ 423120 w 1310926"/>
                <a:gd name="csY2159" fmla="*/ 1445129 h 1923942"/>
                <a:gd name="csX2160" fmla="*/ 410840 w 1310926"/>
                <a:gd name="csY2160" fmla="*/ 1450318 h 1923942"/>
                <a:gd name="csX2161" fmla="*/ 407081 w 1310926"/>
                <a:gd name="csY2161" fmla="*/ 1450105 h 1923942"/>
                <a:gd name="csX2162" fmla="*/ 406252 w 1310926"/>
                <a:gd name="csY2162" fmla="*/ 1449861 h 1923942"/>
                <a:gd name="csX2163" fmla="*/ 403931 w 1310926"/>
                <a:gd name="csY2163" fmla="*/ 1447578 h 1923942"/>
                <a:gd name="csX2164" fmla="*/ 400751 w 1310926"/>
                <a:gd name="csY2164" fmla="*/ 1445456 h 1923942"/>
                <a:gd name="csX2165" fmla="*/ 399260 w 1310926"/>
                <a:gd name="csY2165" fmla="*/ 1443805 h 1923942"/>
                <a:gd name="csX2166" fmla="*/ 397943 w 1310926"/>
                <a:gd name="csY2166" fmla="*/ 1441431 h 1923942"/>
                <a:gd name="csX2167" fmla="*/ 398468 w 1310926"/>
                <a:gd name="csY2167" fmla="*/ 1439962 h 1923942"/>
                <a:gd name="csX2168" fmla="*/ 400835 w 1310926"/>
                <a:gd name="csY2168" fmla="*/ 1439384 h 1923942"/>
                <a:gd name="csX2169" fmla="*/ 404198 w 1310926"/>
                <a:gd name="csY2169" fmla="*/ 1439422 h 1923942"/>
                <a:gd name="csX2170" fmla="*/ 409136 w 1310926"/>
                <a:gd name="csY2170" fmla="*/ 1437695 h 1923942"/>
                <a:gd name="csX2171" fmla="*/ 407766 w 1310926"/>
                <a:gd name="csY2171" fmla="*/ 1436135 h 1923942"/>
                <a:gd name="csX2172" fmla="*/ 406473 w 1310926"/>
                <a:gd name="csY2172" fmla="*/ 1435184 h 1923942"/>
                <a:gd name="csX2173" fmla="*/ 405575 w 1310926"/>
                <a:gd name="csY2173" fmla="*/ 1433115 h 1923942"/>
                <a:gd name="csX2174" fmla="*/ 403513 w 1310926"/>
                <a:gd name="csY2174" fmla="*/ 1433518 h 1923942"/>
                <a:gd name="csX2175" fmla="*/ 401968 w 1310926"/>
                <a:gd name="csY2175" fmla="*/ 1432331 h 1923942"/>
                <a:gd name="csX2176" fmla="*/ 398993 w 1310926"/>
                <a:gd name="csY2176" fmla="*/ 1431578 h 1923942"/>
                <a:gd name="csX2177" fmla="*/ 391225 w 1310926"/>
                <a:gd name="csY2177" fmla="*/ 1430863 h 1923942"/>
                <a:gd name="csX2178" fmla="*/ 386158 w 1310926"/>
                <a:gd name="csY2178" fmla="*/ 1428823 h 1923942"/>
                <a:gd name="csX2179" fmla="*/ 384666 w 1310926"/>
                <a:gd name="csY2179" fmla="*/ 1427598 h 1923942"/>
                <a:gd name="csX2180" fmla="*/ 383350 w 1310926"/>
                <a:gd name="csY2180" fmla="*/ 1425483 h 1923942"/>
                <a:gd name="csX2181" fmla="*/ 382209 w 1310926"/>
                <a:gd name="csY2181" fmla="*/ 1422501 h 1923942"/>
                <a:gd name="csX2182" fmla="*/ 383867 w 1310926"/>
                <a:gd name="csY2182" fmla="*/ 1410860 h 1923942"/>
                <a:gd name="csX2183" fmla="*/ 385009 w 1310926"/>
                <a:gd name="csY2183" fmla="*/ 1407877 h 1923942"/>
                <a:gd name="csX2184" fmla="*/ 387641 w 1310926"/>
                <a:gd name="csY2184" fmla="*/ 1406896 h 1923942"/>
                <a:gd name="csX2185" fmla="*/ 394078 w 1310926"/>
                <a:gd name="csY2185" fmla="*/ 1409498 h 1923942"/>
                <a:gd name="csX2186" fmla="*/ 394946 w 1310926"/>
                <a:gd name="csY2186" fmla="*/ 1408379 h 1923942"/>
                <a:gd name="csX2187" fmla="*/ 387900 w 1310926"/>
                <a:gd name="csY2187" fmla="*/ 1404058 h 1923942"/>
                <a:gd name="csX2188" fmla="*/ 385313 w 1310926"/>
                <a:gd name="csY2188" fmla="*/ 1401478 h 1923942"/>
                <a:gd name="csX2189" fmla="*/ 384552 w 1310926"/>
                <a:gd name="csY2189" fmla="*/ 1399439 h 1923942"/>
                <a:gd name="csX2190" fmla="*/ 384096 w 1310926"/>
                <a:gd name="csY2190" fmla="*/ 1396434 h 1923942"/>
                <a:gd name="csX2191" fmla="*/ 384096 w 1310926"/>
                <a:gd name="csY2191" fmla="*/ 1394669 h 1923942"/>
                <a:gd name="csX2192" fmla="*/ 384415 w 1310926"/>
                <a:gd name="csY2192" fmla="*/ 1392888 h 1923942"/>
                <a:gd name="csX2193" fmla="*/ 385047 w 1310926"/>
                <a:gd name="csY2193" fmla="*/ 1391100 h 1923942"/>
                <a:gd name="csX2194" fmla="*/ 386759 w 1310926"/>
                <a:gd name="csY2194" fmla="*/ 1388681 h 1923942"/>
                <a:gd name="csX2195" fmla="*/ 393896 w 1310926"/>
                <a:gd name="csY2195" fmla="*/ 1384816 h 1923942"/>
                <a:gd name="csX2196" fmla="*/ 401672 w 1310926"/>
                <a:gd name="csY2196" fmla="*/ 1386139 h 1923942"/>
                <a:gd name="csX2197" fmla="*/ 415169 w 1310926"/>
                <a:gd name="csY2197" fmla="*/ 1390887 h 1923942"/>
                <a:gd name="csX2198" fmla="*/ 416843 w 1310926"/>
                <a:gd name="csY2198" fmla="*/ 1391891 h 1923942"/>
                <a:gd name="csX2199" fmla="*/ 420982 w 1310926"/>
                <a:gd name="csY2199" fmla="*/ 1395947 h 1923942"/>
                <a:gd name="csX2200" fmla="*/ 428918 w 1310926"/>
                <a:gd name="csY2200" fmla="*/ 1408204 h 1923942"/>
                <a:gd name="csX2201" fmla="*/ 465591 w 1310926"/>
                <a:gd name="csY2201" fmla="*/ 1432384 h 1923942"/>
                <a:gd name="csX2202" fmla="*/ 462244 w 1310926"/>
                <a:gd name="csY2202" fmla="*/ 1434538 h 1923942"/>
                <a:gd name="csX2203" fmla="*/ 461566 w 1310926"/>
                <a:gd name="csY2203" fmla="*/ 1434058 h 1923942"/>
                <a:gd name="csX2204" fmla="*/ 460889 w 1310926"/>
                <a:gd name="csY2204" fmla="*/ 1432415 h 1923942"/>
                <a:gd name="csX2205" fmla="*/ 459162 w 1310926"/>
                <a:gd name="csY2205" fmla="*/ 1424928 h 1923942"/>
                <a:gd name="csX2206" fmla="*/ 458652 w 1310926"/>
                <a:gd name="csY2206" fmla="*/ 1421367 h 1923942"/>
                <a:gd name="csX2207" fmla="*/ 459078 w 1310926"/>
                <a:gd name="csY2207" fmla="*/ 1416924 h 1923942"/>
                <a:gd name="csX2208" fmla="*/ 458409 w 1310926"/>
                <a:gd name="csY2208" fmla="*/ 1413781 h 1923942"/>
                <a:gd name="csX2209" fmla="*/ 461429 w 1310926"/>
                <a:gd name="csY2209" fmla="*/ 1410114 h 1923942"/>
                <a:gd name="csX2210" fmla="*/ 463872 w 1310926"/>
                <a:gd name="csY2210" fmla="*/ 1409483 h 1923942"/>
                <a:gd name="csX2211" fmla="*/ 467166 w 1310926"/>
                <a:gd name="csY2211" fmla="*/ 1410441 h 1923942"/>
                <a:gd name="csX2212" fmla="*/ 472743 w 1310926"/>
                <a:gd name="csY2212" fmla="*/ 1414169 h 1923942"/>
                <a:gd name="csX2213" fmla="*/ 472340 w 1310926"/>
                <a:gd name="csY2213" fmla="*/ 1415379 h 1923942"/>
                <a:gd name="csX2214" fmla="*/ 471130 w 1310926"/>
                <a:gd name="csY2214" fmla="*/ 1417319 h 1923942"/>
                <a:gd name="csX2215" fmla="*/ 467775 w 1310926"/>
                <a:gd name="csY2215" fmla="*/ 1419853 h 1923942"/>
                <a:gd name="csX2216" fmla="*/ 466588 w 1310926"/>
                <a:gd name="csY2216" fmla="*/ 1425544 h 1923942"/>
                <a:gd name="csX2217" fmla="*/ 466360 w 1310926"/>
                <a:gd name="csY2217" fmla="*/ 1428390 h 1923942"/>
                <a:gd name="csX2218" fmla="*/ 466519 w 1310926"/>
                <a:gd name="csY2218" fmla="*/ 1430520 h 1923942"/>
                <a:gd name="csX2219" fmla="*/ 465591 w 1310926"/>
                <a:gd name="csY2219" fmla="*/ 1432384 h 1923942"/>
                <a:gd name="csX2220" fmla="*/ 764167 w 1310926"/>
                <a:gd name="csY2220" fmla="*/ 1657491 h 1923942"/>
                <a:gd name="csX2221" fmla="*/ 760842 w 1310926"/>
                <a:gd name="csY2221" fmla="*/ 1657521 h 1923942"/>
                <a:gd name="csX2222" fmla="*/ 759738 w 1310926"/>
                <a:gd name="csY2222" fmla="*/ 1653474 h 1923942"/>
                <a:gd name="csX2223" fmla="*/ 760066 w 1310926"/>
                <a:gd name="csY2223" fmla="*/ 1649046 h 1923942"/>
                <a:gd name="csX2224" fmla="*/ 763809 w 1310926"/>
                <a:gd name="csY2224" fmla="*/ 1647653 h 1923942"/>
                <a:gd name="csX2225" fmla="*/ 765825 w 1310926"/>
                <a:gd name="csY2225" fmla="*/ 1650704 h 1923942"/>
                <a:gd name="csX2226" fmla="*/ 765103 w 1310926"/>
                <a:gd name="csY2226" fmla="*/ 1655239 h 1923942"/>
                <a:gd name="csX2227" fmla="*/ 764167 w 1310926"/>
                <a:gd name="csY2227" fmla="*/ 1657491 h 1923942"/>
                <a:gd name="csX2228" fmla="*/ 566960 w 1310926"/>
                <a:gd name="csY2228" fmla="*/ 1882400 h 1923942"/>
                <a:gd name="csX2229" fmla="*/ 564510 w 1310926"/>
                <a:gd name="csY2229" fmla="*/ 1887680 h 1923942"/>
                <a:gd name="csX2230" fmla="*/ 562060 w 1310926"/>
                <a:gd name="csY2230" fmla="*/ 1886531 h 1923942"/>
                <a:gd name="csX2231" fmla="*/ 560851 w 1310926"/>
                <a:gd name="csY2231" fmla="*/ 1884173 h 1923942"/>
                <a:gd name="csX2232" fmla="*/ 558438 w 1310926"/>
                <a:gd name="csY2232" fmla="*/ 1883077 h 1923942"/>
                <a:gd name="csX2233" fmla="*/ 555836 w 1310926"/>
                <a:gd name="csY2233" fmla="*/ 1883404 h 1923942"/>
                <a:gd name="csX2234" fmla="*/ 555798 w 1310926"/>
                <a:gd name="csY2234" fmla="*/ 1882469 h 1923942"/>
                <a:gd name="csX2235" fmla="*/ 564251 w 1310926"/>
                <a:gd name="csY2235" fmla="*/ 1876823 h 1923942"/>
                <a:gd name="csX2236" fmla="*/ 568284 w 1310926"/>
                <a:gd name="csY2236" fmla="*/ 1875301 h 1923942"/>
                <a:gd name="csX2237" fmla="*/ 567995 w 1310926"/>
                <a:gd name="csY2237" fmla="*/ 1877683 h 1923942"/>
                <a:gd name="csX2238" fmla="*/ 567227 w 1310926"/>
                <a:gd name="csY2238" fmla="*/ 1879768 h 1923942"/>
                <a:gd name="csX2239" fmla="*/ 566960 w 1310926"/>
                <a:gd name="csY2239" fmla="*/ 1882400 h 19239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Lst>
              <a:rect l="l" t="t" r="r" b="b"/>
              <a:pathLst>
                <a:path w="1310926" h="1923942">
                  <a:moveTo>
                    <a:pt x="915311" y="6642"/>
                  </a:moveTo>
                  <a:lnTo>
                    <a:pt x="935831" y="18032"/>
                  </a:lnTo>
                  <a:lnTo>
                    <a:pt x="946681" y="31149"/>
                  </a:lnTo>
                  <a:lnTo>
                    <a:pt x="948956" y="30716"/>
                  </a:lnTo>
                  <a:lnTo>
                    <a:pt x="963663" y="35715"/>
                  </a:lnTo>
                  <a:lnTo>
                    <a:pt x="977625" y="41931"/>
                  </a:lnTo>
                  <a:lnTo>
                    <a:pt x="1000839" y="57985"/>
                  </a:lnTo>
                  <a:lnTo>
                    <a:pt x="1004095" y="63212"/>
                  </a:lnTo>
                  <a:lnTo>
                    <a:pt x="1001584" y="67473"/>
                  </a:lnTo>
                  <a:lnTo>
                    <a:pt x="995817" y="70394"/>
                  </a:lnTo>
                  <a:lnTo>
                    <a:pt x="966151" y="75583"/>
                  </a:lnTo>
                  <a:lnTo>
                    <a:pt x="912336" y="81921"/>
                  </a:lnTo>
                  <a:lnTo>
                    <a:pt x="881544" y="94133"/>
                  </a:lnTo>
                  <a:lnTo>
                    <a:pt x="871752" y="94757"/>
                  </a:lnTo>
                  <a:lnTo>
                    <a:pt x="870900" y="112698"/>
                  </a:lnTo>
                  <a:lnTo>
                    <a:pt x="875084" y="113672"/>
                  </a:lnTo>
                  <a:lnTo>
                    <a:pt x="881940" y="111275"/>
                  </a:lnTo>
                  <a:lnTo>
                    <a:pt x="906059" y="93281"/>
                  </a:lnTo>
                  <a:lnTo>
                    <a:pt x="915083" y="90298"/>
                  </a:lnTo>
                  <a:lnTo>
                    <a:pt x="931920" y="91805"/>
                  </a:lnTo>
                  <a:lnTo>
                    <a:pt x="953780" y="98592"/>
                  </a:lnTo>
                  <a:lnTo>
                    <a:pt x="962598" y="96210"/>
                  </a:lnTo>
                  <a:lnTo>
                    <a:pt x="978325" y="97983"/>
                  </a:lnTo>
                  <a:lnTo>
                    <a:pt x="996715" y="92794"/>
                  </a:lnTo>
                  <a:lnTo>
                    <a:pt x="1018437" y="81526"/>
                  </a:lnTo>
                  <a:lnTo>
                    <a:pt x="1024380" y="106558"/>
                  </a:lnTo>
                  <a:lnTo>
                    <a:pt x="1032384" y="131111"/>
                  </a:lnTo>
                  <a:lnTo>
                    <a:pt x="1038722" y="128417"/>
                  </a:lnTo>
                  <a:lnTo>
                    <a:pt x="1044147" y="129787"/>
                  </a:lnTo>
                  <a:lnTo>
                    <a:pt x="1045980" y="137745"/>
                  </a:lnTo>
                  <a:lnTo>
                    <a:pt x="1048948" y="141101"/>
                  </a:lnTo>
                  <a:lnTo>
                    <a:pt x="1055095" y="139305"/>
                  </a:lnTo>
                  <a:lnTo>
                    <a:pt x="1073927" y="146206"/>
                  </a:lnTo>
                  <a:lnTo>
                    <a:pt x="1086854" y="158524"/>
                  </a:lnTo>
                  <a:lnTo>
                    <a:pt x="1091723" y="164223"/>
                  </a:lnTo>
                  <a:lnTo>
                    <a:pt x="1094059" y="172303"/>
                  </a:lnTo>
                  <a:lnTo>
                    <a:pt x="1095383" y="178740"/>
                  </a:lnTo>
                  <a:lnTo>
                    <a:pt x="1093351" y="186615"/>
                  </a:lnTo>
                  <a:lnTo>
                    <a:pt x="1085271" y="200524"/>
                  </a:lnTo>
                  <a:lnTo>
                    <a:pt x="1075053" y="213161"/>
                  </a:lnTo>
                  <a:lnTo>
                    <a:pt x="1061266" y="222801"/>
                  </a:lnTo>
                  <a:lnTo>
                    <a:pt x="1045379" y="228805"/>
                  </a:lnTo>
                  <a:lnTo>
                    <a:pt x="923300" y="248671"/>
                  </a:lnTo>
                  <a:lnTo>
                    <a:pt x="919168" y="253350"/>
                  </a:lnTo>
                  <a:lnTo>
                    <a:pt x="916718" y="265212"/>
                  </a:lnTo>
                  <a:lnTo>
                    <a:pt x="918347" y="280459"/>
                  </a:lnTo>
                  <a:lnTo>
                    <a:pt x="924053" y="282825"/>
                  </a:lnTo>
                  <a:lnTo>
                    <a:pt x="937383" y="274281"/>
                  </a:lnTo>
                  <a:lnTo>
                    <a:pt x="960445" y="266125"/>
                  </a:lnTo>
                  <a:lnTo>
                    <a:pt x="977389" y="266513"/>
                  </a:lnTo>
                  <a:lnTo>
                    <a:pt x="1017897" y="273474"/>
                  </a:lnTo>
                  <a:lnTo>
                    <a:pt x="1029850" y="291499"/>
                  </a:lnTo>
                  <a:lnTo>
                    <a:pt x="1036173" y="318692"/>
                  </a:lnTo>
                  <a:lnTo>
                    <a:pt x="1050188" y="312636"/>
                  </a:lnTo>
                  <a:lnTo>
                    <a:pt x="1053186" y="307987"/>
                  </a:lnTo>
                  <a:lnTo>
                    <a:pt x="1055392" y="299884"/>
                  </a:lnTo>
                  <a:lnTo>
                    <a:pt x="1057150" y="291126"/>
                  </a:lnTo>
                  <a:lnTo>
                    <a:pt x="1058466" y="281722"/>
                  </a:lnTo>
                  <a:lnTo>
                    <a:pt x="1059935" y="275278"/>
                  </a:lnTo>
                  <a:lnTo>
                    <a:pt x="1061563" y="271846"/>
                  </a:lnTo>
                  <a:lnTo>
                    <a:pt x="1065055" y="268970"/>
                  </a:lnTo>
                  <a:lnTo>
                    <a:pt x="1073097" y="265493"/>
                  </a:lnTo>
                  <a:lnTo>
                    <a:pt x="1094188" y="262107"/>
                  </a:lnTo>
                  <a:lnTo>
                    <a:pt x="1099263" y="263074"/>
                  </a:lnTo>
                  <a:lnTo>
                    <a:pt x="1102908" y="276137"/>
                  </a:lnTo>
                  <a:lnTo>
                    <a:pt x="1103699" y="283708"/>
                  </a:lnTo>
                  <a:lnTo>
                    <a:pt x="1103965" y="293500"/>
                  </a:lnTo>
                  <a:lnTo>
                    <a:pt x="1103851" y="305476"/>
                  </a:lnTo>
                  <a:lnTo>
                    <a:pt x="1103357" y="319567"/>
                  </a:lnTo>
                  <a:lnTo>
                    <a:pt x="1101561" y="333354"/>
                  </a:lnTo>
                  <a:lnTo>
                    <a:pt x="1095725" y="357077"/>
                  </a:lnTo>
                  <a:lnTo>
                    <a:pt x="1091031" y="369806"/>
                  </a:lnTo>
                  <a:lnTo>
                    <a:pt x="1085963" y="378906"/>
                  </a:lnTo>
                  <a:lnTo>
                    <a:pt x="1076263" y="399419"/>
                  </a:lnTo>
                  <a:lnTo>
                    <a:pt x="1072900" y="404844"/>
                  </a:lnTo>
                  <a:lnTo>
                    <a:pt x="1062232" y="428240"/>
                  </a:lnTo>
                  <a:lnTo>
                    <a:pt x="1059585" y="438938"/>
                  </a:lnTo>
                  <a:lnTo>
                    <a:pt x="1059425" y="446706"/>
                  </a:lnTo>
                  <a:lnTo>
                    <a:pt x="1061259" y="448182"/>
                  </a:lnTo>
                  <a:lnTo>
                    <a:pt x="1064355" y="440886"/>
                  </a:lnTo>
                  <a:lnTo>
                    <a:pt x="1065504" y="435651"/>
                  </a:lnTo>
                  <a:lnTo>
                    <a:pt x="1067497" y="430142"/>
                  </a:lnTo>
                  <a:lnTo>
                    <a:pt x="1083217" y="415511"/>
                  </a:lnTo>
                  <a:lnTo>
                    <a:pt x="1086587" y="411402"/>
                  </a:lnTo>
                  <a:lnTo>
                    <a:pt x="1096874" y="393705"/>
                  </a:lnTo>
                  <a:lnTo>
                    <a:pt x="1103440" y="387017"/>
                  </a:lnTo>
                  <a:lnTo>
                    <a:pt x="1108835" y="379964"/>
                  </a:lnTo>
                  <a:lnTo>
                    <a:pt x="1111696" y="374942"/>
                  </a:lnTo>
                  <a:lnTo>
                    <a:pt x="1127499" y="338748"/>
                  </a:lnTo>
                  <a:lnTo>
                    <a:pt x="1135739" y="327708"/>
                  </a:lnTo>
                  <a:lnTo>
                    <a:pt x="1144390" y="327685"/>
                  </a:lnTo>
                  <a:lnTo>
                    <a:pt x="1145919" y="346319"/>
                  </a:lnTo>
                  <a:lnTo>
                    <a:pt x="1156290" y="349172"/>
                  </a:lnTo>
                  <a:lnTo>
                    <a:pt x="1160794" y="348373"/>
                  </a:lnTo>
                  <a:lnTo>
                    <a:pt x="1168030" y="352862"/>
                  </a:lnTo>
                  <a:lnTo>
                    <a:pt x="1171202" y="356545"/>
                  </a:lnTo>
                  <a:lnTo>
                    <a:pt x="1176597" y="358416"/>
                  </a:lnTo>
                  <a:lnTo>
                    <a:pt x="1182159" y="362768"/>
                  </a:lnTo>
                  <a:lnTo>
                    <a:pt x="1187066" y="358089"/>
                  </a:lnTo>
                  <a:lnTo>
                    <a:pt x="1188497" y="355145"/>
                  </a:lnTo>
                  <a:lnTo>
                    <a:pt x="1193237" y="341716"/>
                  </a:lnTo>
                  <a:lnTo>
                    <a:pt x="1199643" y="329702"/>
                  </a:lnTo>
                  <a:lnTo>
                    <a:pt x="1205578" y="314538"/>
                  </a:lnTo>
                  <a:lnTo>
                    <a:pt x="1207548" y="310832"/>
                  </a:lnTo>
                  <a:lnTo>
                    <a:pt x="1210668" y="307462"/>
                  </a:lnTo>
                  <a:lnTo>
                    <a:pt x="1213909" y="306130"/>
                  </a:lnTo>
                  <a:lnTo>
                    <a:pt x="1222735" y="298925"/>
                  </a:lnTo>
                  <a:lnTo>
                    <a:pt x="1224972" y="298423"/>
                  </a:lnTo>
                  <a:lnTo>
                    <a:pt x="1229735" y="300705"/>
                  </a:lnTo>
                  <a:lnTo>
                    <a:pt x="1250780" y="301892"/>
                  </a:lnTo>
                  <a:lnTo>
                    <a:pt x="1262262" y="305605"/>
                  </a:lnTo>
                  <a:lnTo>
                    <a:pt x="1278247" y="315854"/>
                  </a:lnTo>
                  <a:lnTo>
                    <a:pt x="1289386" y="321431"/>
                  </a:lnTo>
                  <a:lnTo>
                    <a:pt x="1294545" y="326346"/>
                  </a:lnTo>
                  <a:lnTo>
                    <a:pt x="1302054" y="336823"/>
                  </a:lnTo>
                  <a:lnTo>
                    <a:pt x="1308111" y="347696"/>
                  </a:lnTo>
                  <a:lnTo>
                    <a:pt x="1310926" y="350869"/>
                  </a:lnTo>
                  <a:lnTo>
                    <a:pt x="1310820" y="354293"/>
                  </a:lnTo>
                  <a:lnTo>
                    <a:pt x="1308727" y="359002"/>
                  </a:lnTo>
                  <a:lnTo>
                    <a:pt x="1293723" y="375330"/>
                  </a:lnTo>
                  <a:lnTo>
                    <a:pt x="1288808" y="386127"/>
                  </a:lnTo>
                  <a:lnTo>
                    <a:pt x="1274610" y="406229"/>
                  </a:lnTo>
                  <a:lnTo>
                    <a:pt x="1267671" y="413061"/>
                  </a:lnTo>
                  <a:lnTo>
                    <a:pt x="1260131" y="415732"/>
                  </a:lnTo>
                  <a:lnTo>
                    <a:pt x="1251739" y="416371"/>
                  </a:lnTo>
                  <a:lnTo>
                    <a:pt x="1246291" y="419216"/>
                  </a:lnTo>
                  <a:lnTo>
                    <a:pt x="1245485" y="421917"/>
                  </a:lnTo>
                  <a:lnTo>
                    <a:pt x="1249365" y="430059"/>
                  </a:lnTo>
                  <a:lnTo>
                    <a:pt x="1251069" y="435826"/>
                  </a:lnTo>
                  <a:lnTo>
                    <a:pt x="1250826" y="440931"/>
                  </a:lnTo>
                  <a:lnTo>
                    <a:pt x="1246740" y="448464"/>
                  </a:lnTo>
                  <a:lnTo>
                    <a:pt x="1245196" y="450160"/>
                  </a:lnTo>
                  <a:lnTo>
                    <a:pt x="1230450" y="455715"/>
                  </a:lnTo>
                  <a:lnTo>
                    <a:pt x="1223009" y="465088"/>
                  </a:lnTo>
                  <a:lnTo>
                    <a:pt x="1213300" y="466222"/>
                  </a:lnTo>
                  <a:lnTo>
                    <a:pt x="1206438" y="465157"/>
                  </a:lnTo>
                  <a:lnTo>
                    <a:pt x="1197003" y="475162"/>
                  </a:lnTo>
                  <a:lnTo>
                    <a:pt x="1200693" y="483242"/>
                  </a:lnTo>
                  <a:lnTo>
                    <a:pt x="1204071" y="486727"/>
                  </a:lnTo>
                  <a:lnTo>
                    <a:pt x="1214579" y="494016"/>
                  </a:lnTo>
                  <a:lnTo>
                    <a:pt x="1214678" y="498186"/>
                  </a:lnTo>
                  <a:lnTo>
                    <a:pt x="1209656" y="506563"/>
                  </a:lnTo>
                  <a:lnTo>
                    <a:pt x="1202801" y="516370"/>
                  </a:lnTo>
                  <a:lnTo>
                    <a:pt x="1194698" y="523126"/>
                  </a:lnTo>
                  <a:lnTo>
                    <a:pt x="1191654" y="524131"/>
                  </a:lnTo>
                  <a:lnTo>
                    <a:pt x="1187812" y="522434"/>
                  </a:lnTo>
                  <a:lnTo>
                    <a:pt x="1184266" y="522799"/>
                  </a:lnTo>
                  <a:lnTo>
                    <a:pt x="1176460" y="525904"/>
                  </a:lnTo>
                  <a:lnTo>
                    <a:pt x="1169026" y="526398"/>
                  </a:lnTo>
                  <a:lnTo>
                    <a:pt x="1155749" y="522008"/>
                  </a:lnTo>
                  <a:lnTo>
                    <a:pt x="1148567" y="516910"/>
                  </a:lnTo>
                  <a:lnTo>
                    <a:pt x="1144785" y="515145"/>
                  </a:lnTo>
                  <a:lnTo>
                    <a:pt x="1140022" y="515632"/>
                  </a:lnTo>
                  <a:lnTo>
                    <a:pt x="1138189" y="517694"/>
                  </a:lnTo>
                  <a:lnTo>
                    <a:pt x="1130679" y="529814"/>
                  </a:lnTo>
                  <a:lnTo>
                    <a:pt x="1126996" y="538016"/>
                  </a:lnTo>
                  <a:lnTo>
                    <a:pt x="1124630" y="546355"/>
                  </a:lnTo>
                  <a:lnTo>
                    <a:pt x="1123618" y="555379"/>
                  </a:lnTo>
                  <a:lnTo>
                    <a:pt x="1123961" y="565072"/>
                  </a:lnTo>
                  <a:lnTo>
                    <a:pt x="1124874" y="571677"/>
                  </a:lnTo>
                  <a:lnTo>
                    <a:pt x="1126357" y="575237"/>
                  </a:lnTo>
                  <a:lnTo>
                    <a:pt x="1128138" y="577391"/>
                  </a:lnTo>
                  <a:lnTo>
                    <a:pt x="1131257" y="578517"/>
                  </a:lnTo>
                  <a:lnTo>
                    <a:pt x="1138120" y="577452"/>
                  </a:lnTo>
                  <a:lnTo>
                    <a:pt x="1140814" y="578060"/>
                  </a:lnTo>
                  <a:lnTo>
                    <a:pt x="1141635" y="579993"/>
                  </a:lnTo>
                  <a:lnTo>
                    <a:pt x="1143119" y="586095"/>
                  </a:lnTo>
                  <a:lnTo>
                    <a:pt x="1142860" y="591817"/>
                  </a:lnTo>
                  <a:lnTo>
                    <a:pt x="1141612" y="599821"/>
                  </a:lnTo>
                  <a:lnTo>
                    <a:pt x="1140654" y="609096"/>
                  </a:lnTo>
                  <a:lnTo>
                    <a:pt x="1139969" y="619611"/>
                  </a:lnTo>
                  <a:lnTo>
                    <a:pt x="1140334" y="625317"/>
                  </a:lnTo>
                  <a:lnTo>
                    <a:pt x="1143112" y="626565"/>
                  </a:lnTo>
                  <a:lnTo>
                    <a:pt x="1144412" y="626154"/>
                  </a:lnTo>
                  <a:lnTo>
                    <a:pt x="1145927" y="628026"/>
                  </a:lnTo>
                  <a:lnTo>
                    <a:pt x="1147646" y="632157"/>
                  </a:lnTo>
                  <a:lnTo>
                    <a:pt x="1148940" y="636517"/>
                  </a:lnTo>
                  <a:lnTo>
                    <a:pt x="1149799" y="641097"/>
                  </a:lnTo>
                  <a:lnTo>
                    <a:pt x="1149350" y="644863"/>
                  </a:lnTo>
                  <a:lnTo>
                    <a:pt x="1147578" y="647816"/>
                  </a:lnTo>
                  <a:lnTo>
                    <a:pt x="1143583" y="651140"/>
                  </a:lnTo>
                  <a:lnTo>
                    <a:pt x="1133745" y="657676"/>
                  </a:lnTo>
                  <a:lnTo>
                    <a:pt x="1132749" y="659662"/>
                  </a:lnTo>
                  <a:lnTo>
                    <a:pt x="1131972" y="663618"/>
                  </a:lnTo>
                  <a:lnTo>
                    <a:pt x="1131425" y="669538"/>
                  </a:lnTo>
                  <a:lnTo>
                    <a:pt x="1130238" y="674902"/>
                  </a:lnTo>
                  <a:lnTo>
                    <a:pt x="1128412" y="679695"/>
                  </a:lnTo>
                  <a:lnTo>
                    <a:pt x="1126753" y="682549"/>
                  </a:lnTo>
                  <a:lnTo>
                    <a:pt x="1123565" y="683812"/>
                  </a:lnTo>
                  <a:lnTo>
                    <a:pt x="1119388" y="683979"/>
                  </a:lnTo>
                  <a:lnTo>
                    <a:pt x="1114693" y="686718"/>
                  </a:lnTo>
                  <a:lnTo>
                    <a:pt x="1103631" y="702582"/>
                  </a:lnTo>
                  <a:lnTo>
                    <a:pt x="1103463" y="704332"/>
                  </a:lnTo>
                  <a:lnTo>
                    <a:pt x="1107602" y="709376"/>
                  </a:lnTo>
                  <a:lnTo>
                    <a:pt x="1107427" y="713774"/>
                  </a:lnTo>
                  <a:lnTo>
                    <a:pt x="1102322" y="732484"/>
                  </a:lnTo>
                  <a:lnTo>
                    <a:pt x="1100922" y="741652"/>
                  </a:lnTo>
                  <a:lnTo>
                    <a:pt x="1099811" y="754115"/>
                  </a:lnTo>
                  <a:lnTo>
                    <a:pt x="1097993" y="764528"/>
                  </a:lnTo>
                  <a:lnTo>
                    <a:pt x="1095459" y="772943"/>
                  </a:lnTo>
                  <a:lnTo>
                    <a:pt x="1092963" y="782590"/>
                  </a:lnTo>
                  <a:lnTo>
                    <a:pt x="1090513" y="793425"/>
                  </a:lnTo>
                  <a:lnTo>
                    <a:pt x="1090894" y="801680"/>
                  </a:lnTo>
                  <a:lnTo>
                    <a:pt x="1094112" y="807394"/>
                  </a:lnTo>
                  <a:lnTo>
                    <a:pt x="1098365" y="802776"/>
                  </a:lnTo>
                  <a:lnTo>
                    <a:pt x="1103653" y="787696"/>
                  </a:lnTo>
                  <a:lnTo>
                    <a:pt x="1109405" y="781122"/>
                  </a:lnTo>
                  <a:lnTo>
                    <a:pt x="1115614" y="783184"/>
                  </a:lnTo>
                  <a:lnTo>
                    <a:pt x="1121024" y="786197"/>
                  </a:lnTo>
                  <a:lnTo>
                    <a:pt x="1127932" y="792124"/>
                  </a:lnTo>
                  <a:lnTo>
                    <a:pt x="1133715" y="795807"/>
                  </a:lnTo>
                  <a:lnTo>
                    <a:pt x="1138706" y="800638"/>
                  </a:lnTo>
                  <a:lnTo>
                    <a:pt x="1140768" y="804693"/>
                  </a:lnTo>
                  <a:lnTo>
                    <a:pt x="1142838" y="810392"/>
                  </a:lnTo>
                  <a:lnTo>
                    <a:pt x="1142853" y="813976"/>
                  </a:lnTo>
                  <a:lnTo>
                    <a:pt x="1139193" y="815901"/>
                  </a:lnTo>
                  <a:lnTo>
                    <a:pt x="1137983" y="815284"/>
                  </a:lnTo>
                  <a:lnTo>
                    <a:pt x="1128822" y="805888"/>
                  </a:lnTo>
                  <a:lnTo>
                    <a:pt x="1124364" y="803537"/>
                  </a:lnTo>
                  <a:lnTo>
                    <a:pt x="1118444" y="806367"/>
                  </a:lnTo>
                  <a:lnTo>
                    <a:pt x="1113286" y="810620"/>
                  </a:lnTo>
                  <a:lnTo>
                    <a:pt x="1117920" y="827595"/>
                  </a:lnTo>
                  <a:lnTo>
                    <a:pt x="1122873" y="835325"/>
                  </a:lnTo>
                  <a:lnTo>
                    <a:pt x="1131912" y="838833"/>
                  </a:lnTo>
                  <a:lnTo>
                    <a:pt x="1136629" y="842515"/>
                  </a:lnTo>
                  <a:lnTo>
                    <a:pt x="1140076" y="847210"/>
                  </a:lnTo>
                  <a:lnTo>
                    <a:pt x="1142769" y="849493"/>
                  </a:lnTo>
                  <a:lnTo>
                    <a:pt x="1146383" y="848488"/>
                  </a:lnTo>
                  <a:lnTo>
                    <a:pt x="1151245" y="843877"/>
                  </a:lnTo>
                  <a:lnTo>
                    <a:pt x="1158024" y="843626"/>
                  </a:lnTo>
                  <a:lnTo>
                    <a:pt x="1161083" y="845917"/>
                  </a:lnTo>
                  <a:lnTo>
                    <a:pt x="1163297" y="850177"/>
                  </a:lnTo>
                  <a:lnTo>
                    <a:pt x="1164294" y="858105"/>
                  </a:lnTo>
                  <a:lnTo>
                    <a:pt x="1164073" y="869625"/>
                  </a:lnTo>
                  <a:lnTo>
                    <a:pt x="1163335" y="878230"/>
                  </a:lnTo>
                  <a:lnTo>
                    <a:pt x="1162080" y="883982"/>
                  </a:lnTo>
                  <a:lnTo>
                    <a:pt x="1159637" y="891652"/>
                  </a:lnTo>
                  <a:lnTo>
                    <a:pt x="1157598" y="893044"/>
                  </a:lnTo>
                  <a:lnTo>
                    <a:pt x="1154730" y="892625"/>
                  </a:lnTo>
                  <a:lnTo>
                    <a:pt x="1152059" y="891058"/>
                  </a:lnTo>
                  <a:lnTo>
                    <a:pt x="1149586" y="888327"/>
                  </a:lnTo>
                  <a:lnTo>
                    <a:pt x="1145843" y="886196"/>
                  </a:lnTo>
                  <a:lnTo>
                    <a:pt x="1138318" y="883891"/>
                  </a:lnTo>
                  <a:lnTo>
                    <a:pt x="1130710" y="878869"/>
                  </a:lnTo>
                  <a:lnTo>
                    <a:pt x="1126449" y="877629"/>
                  </a:lnTo>
                  <a:lnTo>
                    <a:pt x="1117433" y="878268"/>
                  </a:lnTo>
                  <a:lnTo>
                    <a:pt x="1107709" y="881448"/>
                  </a:lnTo>
                  <a:lnTo>
                    <a:pt x="1107328" y="885610"/>
                  </a:lnTo>
                  <a:lnTo>
                    <a:pt x="1093344" y="900044"/>
                  </a:lnTo>
                  <a:lnTo>
                    <a:pt x="1090475" y="899846"/>
                  </a:lnTo>
                  <a:lnTo>
                    <a:pt x="1086595" y="894908"/>
                  </a:lnTo>
                  <a:lnTo>
                    <a:pt x="1081163" y="890160"/>
                  </a:lnTo>
                  <a:lnTo>
                    <a:pt x="1077982" y="890191"/>
                  </a:lnTo>
                  <a:lnTo>
                    <a:pt x="1073280" y="896201"/>
                  </a:lnTo>
                  <a:lnTo>
                    <a:pt x="1072108" y="898522"/>
                  </a:lnTo>
                  <a:lnTo>
                    <a:pt x="1072169" y="900706"/>
                  </a:lnTo>
                  <a:lnTo>
                    <a:pt x="1075631" y="905857"/>
                  </a:lnTo>
                  <a:lnTo>
                    <a:pt x="1077039" y="907036"/>
                  </a:lnTo>
                  <a:lnTo>
                    <a:pt x="1078827" y="908025"/>
                  </a:lnTo>
                  <a:lnTo>
                    <a:pt x="1085043" y="909258"/>
                  </a:lnTo>
                  <a:lnTo>
                    <a:pt x="1087744" y="910604"/>
                  </a:lnTo>
                  <a:lnTo>
                    <a:pt x="1090285" y="926400"/>
                  </a:lnTo>
                  <a:lnTo>
                    <a:pt x="1094318" y="936063"/>
                  </a:lnTo>
                  <a:lnTo>
                    <a:pt x="1096045" y="938026"/>
                  </a:lnTo>
                  <a:lnTo>
                    <a:pt x="1097566" y="938733"/>
                  </a:lnTo>
                  <a:lnTo>
                    <a:pt x="1102512" y="938383"/>
                  </a:lnTo>
                  <a:lnTo>
                    <a:pt x="1108873" y="935134"/>
                  </a:lnTo>
                  <a:lnTo>
                    <a:pt x="1111095" y="937737"/>
                  </a:lnTo>
                  <a:lnTo>
                    <a:pt x="1115781" y="940909"/>
                  </a:lnTo>
                  <a:lnTo>
                    <a:pt x="1118520" y="941701"/>
                  </a:lnTo>
                  <a:lnTo>
                    <a:pt x="1121853" y="941571"/>
                  </a:lnTo>
                  <a:lnTo>
                    <a:pt x="1125604" y="942773"/>
                  </a:lnTo>
                  <a:lnTo>
                    <a:pt x="1130748" y="951561"/>
                  </a:lnTo>
                  <a:lnTo>
                    <a:pt x="1128724" y="962548"/>
                  </a:lnTo>
                  <a:lnTo>
                    <a:pt x="1131942" y="971275"/>
                  </a:lnTo>
                  <a:lnTo>
                    <a:pt x="1137085" y="980215"/>
                  </a:lnTo>
                  <a:lnTo>
                    <a:pt x="1138303" y="983472"/>
                  </a:lnTo>
                  <a:lnTo>
                    <a:pt x="1138797" y="989345"/>
                  </a:lnTo>
                  <a:lnTo>
                    <a:pt x="1138912" y="993203"/>
                  </a:lnTo>
                  <a:lnTo>
                    <a:pt x="1139300" y="996726"/>
                  </a:lnTo>
                  <a:lnTo>
                    <a:pt x="1139954" y="999891"/>
                  </a:lnTo>
                  <a:lnTo>
                    <a:pt x="1140631" y="1006084"/>
                  </a:lnTo>
                  <a:lnTo>
                    <a:pt x="1141339" y="1015260"/>
                  </a:lnTo>
                  <a:lnTo>
                    <a:pt x="1141156" y="1022701"/>
                  </a:lnTo>
                  <a:lnTo>
                    <a:pt x="1140068" y="1028438"/>
                  </a:lnTo>
                  <a:lnTo>
                    <a:pt x="1137922" y="1032585"/>
                  </a:lnTo>
                  <a:lnTo>
                    <a:pt x="1134727" y="1035157"/>
                  </a:lnTo>
                  <a:lnTo>
                    <a:pt x="1132117" y="1034479"/>
                  </a:lnTo>
                  <a:lnTo>
                    <a:pt x="1130093" y="1030553"/>
                  </a:lnTo>
                  <a:lnTo>
                    <a:pt x="1127240" y="1026353"/>
                  </a:lnTo>
                  <a:lnTo>
                    <a:pt x="1123565" y="1021880"/>
                  </a:lnTo>
                  <a:lnTo>
                    <a:pt x="1117455" y="1021355"/>
                  </a:lnTo>
                  <a:lnTo>
                    <a:pt x="1108462" y="1034533"/>
                  </a:lnTo>
                  <a:lnTo>
                    <a:pt x="1104452" y="1035187"/>
                  </a:lnTo>
                  <a:lnTo>
                    <a:pt x="1101188" y="1036488"/>
                  </a:lnTo>
                  <a:lnTo>
                    <a:pt x="1097711" y="1042187"/>
                  </a:lnTo>
                  <a:lnTo>
                    <a:pt x="1092591" y="1045603"/>
                  </a:lnTo>
                  <a:lnTo>
                    <a:pt x="1088071" y="1044249"/>
                  </a:lnTo>
                  <a:lnTo>
                    <a:pt x="1080135" y="1037629"/>
                  </a:lnTo>
                  <a:lnTo>
                    <a:pt x="1083019" y="1042058"/>
                  </a:lnTo>
                  <a:lnTo>
                    <a:pt x="1087143" y="1047224"/>
                  </a:lnTo>
                  <a:lnTo>
                    <a:pt x="1089715" y="1049894"/>
                  </a:lnTo>
                  <a:lnTo>
                    <a:pt x="1091609" y="1050473"/>
                  </a:lnTo>
                  <a:lnTo>
                    <a:pt x="1093686" y="1049856"/>
                  </a:lnTo>
                  <a:lnTo>
                    <a:pt x="1096684" y="1047749"/>
                  </a:lnTo>
                  <a:lnTo>
                    <a:pt x="1103448" y="1041883"/>
                  </a:lnTo>
                  <a:lnTo>
                    <a:pt x="1105236" y="1040985"/>
                  </a:lnTo>
                  <a:lnTo>
                    <a:pt x="1106750" y="1041403"/>
                  </a:lnTo>
                  <a:lnTo>
                    <a:pt x="1107990" y="1043138"/>
                  </a:lnTo>
                  <a:lnTo>
                    <a:pt x="1109421" y="1048167"/>
                  </a:lnTo>
                  <a:lnTo>
                    <a:pt x="1111026" y="1056445"/>
                  </a:lnTo>
                  <a:lnTo>
                    <a:pt x="1110821" y="1063453"/>
                  </a:lnTo>
                  <a:lnTo>
                    <a:pt x="1108797" y="1069197"/>
                  </a:lnTo>
                  <a:lnTo>
                    <a:pt x="1107062" y="1072872"/>
                  </a:lnTo>
                  <a:lnTo>
                    <a:pt x="1105624" y="1074485"/>
                  </a:lnTo>
                  <a:lnTo>
                    <a:pt x="1105624" y="1075756"/>
                  </a:lnTo>
                  <a:lnTo>
                    <a:pt x="1109405" y="1077217"/>
                  </a:lnTo>
                  <a:lnTo>
                    <a:pt x="1114754" y="1069768"/>
                  </a:lnTo>
                  <a:lnTo>
                    <a:pt x="1116451" y="1060440"/>
                  </a:lnTo>
                  <a:lnTo>
                    <a:pt x="1118901" y="1049598"/>
                  </a:lnTo>
                  <a:lnTo>
                    <a:pt x="1123230" y="1045968"/>
                  </a:lnTo>
                  <a:lnTo>
                    <a:pt x="1128130" y="1049598"/>
                  </a:lnTo>
                  <a:lnTo>
                    <a:pt x="1132087" y="1059725"/>
                  </a:lnTo>
                  <a:lnTo>
                    <a:pt x="1137679" y="1078145"/>
                  </a:lnTo>
                  <a:lnTo>
                    <a:pt x="1140037" y="1080047"/>
                  </a:lnTo>
                  <a:lnTo>
                    <a:pt x="1143035" y="1084422"/>
                  </a:lnTo>
                  <a:lnTo>
                    <a:pt x="1144359" y="1089771"/>
                  </a:lnTo>
                  <a:lnTo>
                    <a:pt x="1144009" y="1096078"/>
                  </a:lnTo>
                  <a:lnTo>
                    <a:pt x="1143370" y="1100644"/>
                  </a:lnTo>
                  <a:lnTo>
                    <a:pt x="1142442" y="1103474"/>
                  </a:lnTo>
                  <a:lnTo>
                    <a:pt x="1141285" y="1105270"/>
                  </a:lnTo>
                  <a:lnTo>
                    <a:pt x="1139201" y="1106411"/>
                  </a:lnTo>
                  <a:lnTo>
                    <a:pt x="1135366" y="1107324"/>
                  </a:lnTo>
                  <a:lnTo>
                    <a:pt x="1126799" y="1105414"/>
                  </a:lnTo>
                  <a:lnTo>
                    <a:pt x="1122340" y="1105368"/>
                  </a:lnTo>
                  <a:lnTo>
                    <a:pt x="1122895" y="1111516"/>
                  </a:lnTo>
                  <a:lnTo>
                    <a:pt x="1113872" y="1116781"/>
                  </a:lnTo>
                  <a:lnTo>
                    <a:pt x="1103699" y="1118843"/>
                  </a:lnTo>
                  <a:lnTo>
                    <a:pt x="1094067" y="1114734"/>
                  </a:lnTo>
                  <a:lnTo>
                    <a:pt x="1086070" y="1108397"/>
                  </a:lnTo>
                  <a:lnTo>
                    <a:pt x="1088695" y="1099487"/>
                  </a:lnTo>
                  <a:lnTo>
                    <a:pt x="1090194" y="1089520"/>
                  </a:lnTo>
                  <a:lnTo>
                    <a:pt x="1086329" y="1082877"/>
                  </a:lnTo>
                  <a:lnTo>
                    <a:pt x="1085484" y="1082733"/>
                  </a:lnTo>
                  <a:lnTo>
                    <a:pt x="1086816" y="1092982"/>
                  </a:lnTo>
                  <a:lnTo>
                    <a:pt x="1085697" y="1096885"/>
                  </a:lnTo>
                  <a:lnTo>
                    <a:pt x="1081330" y="1101625"/>
                  </a:lnTo>
                  <a:lnTo>
                    <a:pt x="1078248" y="1103809"/>
                  </a:lnTo>
                  <a:lnTo>
                    <a:pt x="1077975" y="1105079"/>
                  </a:lnTo>
                  <a:lnTo>
                    <a:pt x="1079489" y="1106183"/>
                  </a:lnTo>
                  <a:lnTo>
                    <a:pt x="1080470" y="1108298"/>
                  </a:lnTo>
                  <a:lnTo>
                    <a:pt x="1080934" y="1111425"/>
                  </a:lnTo>
                  <a:lnTo>
                    <a:pt x="1080417" y="1114575"/>
                  </a:lnTo>
                  <a:lnTo>
                    <a:pt x="1078910" y="1117748"/>
                  </a:lnTo>
                  <a:lnTo>
                    <a:pt x="1078089" y="1120403"/>
                  </a:lnTo>
                  <a:lnTo>
                    <a:pt x="1077952" y="1122549"/>
                  </a:lnTo>
                  <a:lnTo>
                    <a:pt x="1079329" y="1125151"/>
                  </a:lnTo>
                  <a:lnTo>
                    <a:pt x="1082228" y="1128202"/>
                  </a:lnTo>
                  <a:lnTo>
                    <a:pt x="1085370" y="1129708"/>
                  </a:lnTo>
                  <a:lnTo>
                    <a:pt x="1100092" y="1130362"/>
                  </a:lnTo>
                  <a:lnTo>
                    <a:pt x="1105989" y="1131998"/>
                  </a:lnTo>
                  <a:lnTo>
                    <a:pt x="1119974" y="1139158"/>
                  </a:lnTo>
                  <a:lnTo>
                    <a:pt x="1120598" y="1141349"/>
                  </a:lnTo>
                  <a:lnTo>
                    <a:pt x="1118231" y="1154048"/>
                  </a:lnTo>
                  <a:lnTo>
                    <a:pt x="1116938" y="1166130"/>
                  </a:lnTo>
                  <a:lnTo>
                    <a:pt x="1114222" y="1168329"/>
                  </a:lnTo>
                  <a:lnTo>
                    <a:pt x="1099507" y="1168847"/>
                  </a:lnTo>
                  <a:lnTo>
                    <a:pt x="1094767" y="1170718"/>
                  </a:lnTo>
                  <a:lnTo>
                    <a:pt x="1087827" y="1176212"/>
                  </a:lnTo>
                  <a:lnTo>
                    <a:pt x="1081163" y="1182770"/>
                  </a:lnTo>
                  <a:lnTo>
                    <a:pt x="1077708" y="1182816"/>
                  </a:lnTo>
                  <a:lnTo>
                    <a:pt x="1064028" y="1177094"/>
                  </a:lnTo>
                  <a:lnTo>
                    <a:pt x="1058786" y="1173260"/>
                  </a:lnTo>
                  <a:lnTo>
                    <a:pt x="1047525" y="1162349"/>
                  </a:lnTo>
                  <a:lnTo>
                    <a:pt x="1039049" y="1145564"/>
                  </a:lnTo>
                  <a:lnTo>
                    <a:pt x="1035161" y="1152572"/>
                  </a:lnTo>
                  <a:lnTo>
                    <a:pt x="1032780" y="1155904"/>
                  </a:lnTo>
                  <a:lnTo>
                    <a:pt x="1030322" y="1157632"/>
                  </a:lnTo>
                  <a:lnTo>
                    <a:pt x="1027956" y="1157898"/>
                  </a:lnTo>
                  <a:lnTo>
                    <a:pt x="1025673" y="1156703"/>
                  </a:lnTo>
                  <a:lnTo>
                    <a:pt x="1023086" y="1154063"/>
                  </a:lnTo>
                  <a:lnTo>
                    <a:pt x="1018742" y="1147915"/>
                  </a:lnTo>
                  <a:lnTo>
                    <a:pt x="1013560" y="1141806"/>
                  </a:lnTo>
                  <a:lnTo>
                    <a:pt x="1009931" y="1138892"/>
                  </a:lnTo>
                  <a:lnTo>
                    <a:pt x="1009794" y="1139721"/>
                  </a:lnTo>
                  <a:lnTo>
                    <a:pt x="1011940" y="1143320"/>
                  </a:lnTo>
                  <a:lnTo>
                    <a:pt x="1015074" y="1147459"/>
                  </a:lnTo>
                  <a:lnTo>
                    <a:pt x="1023010" y="1159549"/>
                  </a:lnTo>
                  <a:lnTo>
                    <a:pt x="1025803" y="1162585"/>
                  </a:lnTo>
                  <a:lnTo>
                    <a:pt x="1025521" y="1164738"/>
                  </a:lnTo>
                  <a:lnTo>
                    <a:pt x="1020515" y="1166648"/>
                  </a:lnTo>
                  <a:lnTo>
                    <a:pt x="1014428" y="1170756"/>
                  </a:lnTo>
                  <a:lnTo>
                    <a:pt x="1011453" y="1173769"/>
                  </a:lnTo>
                  <a:lnTo>
                    <a:pt x="1006857" y="1181058"/>
                  </a:lnTo>
                  <a:lnTo>
                    <a:pt x="1005259" y="1182184"/>
                  </a:lnTo>
                  <a:lnTo>
                    <a:pt x="998381" y="1184010"/>
                  </a:lnTo>
                  <a:lnTo>
                    <a:pt x="996114" y="1183569"/>
                  </a:lnTo>
                  <a:lnTo>
                    <a:pt x="991031" y="1179567"/>
                  </a:lnTo>
                  <a:lnTo>
                    <a:pt x="983370" y="1176942"/>
                  </a:lnTo>
                  <a:lnTo>
                    <a:pt x="978858" y="1174606"/>
                  </a:lnTo>
                  <a:lnTo>
                    <a:pt x="972588" y="1170361"/>
                  </a:lnTo>
                  <a:lnTo>
                    <a:pt x="974749" y="1175002"/>
                  </a:lnTo>
                  <a:lnTo>
                    <a:pt x="986824" y="1182040"/>
                  </a:lnTo>
                  <a:lnTo>
                    <a:pt x="988148" y="1184300"/>
                  </a:lnTo>
                  <a:lnTo>
                    <a:pt x="985675" y="1188500"/>
                  </a:lnTo>
                  <a:lnTo>
                    <a:pt x="984161" y="1190029"/>
                  </a:lnTo>
                  <a:lnTo>
                    <a:pt x="981285" y="1190348"/>
                  </a:lnTo>
                  <a:lnTo>
                    <a:pt x="977047" y="1189473"/>
                  </a:lnTo>
                  <a:lnTo>
                    <a:pt x="972710" y="1189648"/>
                  </a:lnTo>
                  <a:lnTo>
                    <a:pt x="968274" y="1190881"/>
                  </a:lnTo>
                  <a:lnTo>
                    <a:pt x="966372" y="1192448"/>
                  </a:lnTo>
                  <a:lnTo>
                    <a:pt x="966996" y="1194358"/>
                  </a:lnTo>
                  <a:lnTo>
                    <a:pt x="968054" y="1196093"/>
                  </a:lnTo>
                  <a:lnTo>
                    <a:pt x="969545" y="1197660"/>
                  </a:lnTo>
                  <a:lnTo>
                    <a:pt x="970945" y="1197645"/>
                  </a:lnTo>
                  <a:lnTo>
                    <a:pt x="974323" y="1192905"/>
                  </a:lnTo>
                  <a:lnTo>
                    <a:pt x="976879" y="1192570"/>
                  </a:lnTo>
                  <a:lnTo>
                    <a:pt x="983643" y="1193742"/>
                  </a:lnTo>
                  <a:lnTo>
                    <a:pt x="990484" y="1190036"/>
                  </a:lnTo>
                  <a:lnTo>
                    <a:pt x="995414" y="1188431"/>
                  </a:lnTo>
                  <a:lnTo>
                    <a:pt x="999112" y="1188020"/>
                  </a:lnTo>
                  <a:lnTo>
                    <a:pt x="1012556" y="1182321"/>
                  </a:lnTo>
                  <a:lnTo>
                    <a:pt x="1015348" y="1175915"/>
                  </a:lnTo>
                  <a:lnTo>
                    <a:pt x="1019860" y="1173336"/>
                  </a:lnTo>
                  <a:lnTo>
                    <a:pt x="1029888" y="1171357"/>
                  </a:lnTo>
                  <a:lnTo>
                    <a:pt x="1039597" y="1172369"/>
                  </a:lnTo>
                  <a:lnTo>
                    <a:pt x="1044588" y="1173199"/>
                  </a:lnTo>
                  <a:lnTo>
                    <a:pt x="1048628" y="1179270"/>
                  </a:lnTo>
                  <a:lnTo>
                    <a:pt x="1054045" y="1183554"/>
                  </a:lnTo>
                  <a:lnTo>
                    <a:pt x="1058565" y="1188423"/>
                  </a:lnTo>
                  <a:lnTo>
                    <a:pt x="1063861" y="1190021"/>
                  </a:lnTo>
                  <a:lnTo>
                    <a:pt x="1066927" y="1196466"/>
                  </a:lnTo>
                  <a:lnTo>
                    <a:pt x="1075509" y="1203625"/>
                  </a:lnTo>
                  <a:lnTo>
                    <a:pt x="1080972" y="1205162"/>
                  </a:lnTo>
                  <a:lnTo>
                    <a:pt x="1084343" y="1208556"/>
                  </a:lnTo>
                  <a:lnTo>
                    <a:pt x="1084617" y="1222837"/>
                  </a:lnTo>
                  <a:lnTo>
                    <a:pt x="1084974" y="1228954"/>
                  </a:lnTo>
                  <a:lnTo>
                    <a:pt x="1083521" y="1245739"/>
                  </a:lnTo>
                  <a:lnTo>
                    <a:pt x="1079131" y="1249573"/>
                  </a:lnTo>
                  <a:lnTo>
                    <a:pt x="1080006" y="1258308"/>
                  </a:lnTo>
                  <a:lnTo>
                    <a:pt x="1078857" y="1265323"/>
                  </a:lnTo>
                  <a:lnTo>
                    <a:pt x="1074497" y="1262668"/>
                  </a:lnTo>
                  <a:lnTo>
                    <a:pt x="1070031" y="1258049"/>
                  </a:lnTo>
                  <a:lnTo>
                    <a:pt x="1059326" y="1250852"/>
                  </a:lnTo>
                  <a:lnTo>
                    <a:pt x="1049366" y="1246203"/>
                  </a:lnTo>
                  <a:lnTo>
                    <a:pt x="1045493" y="1241972"/>
                  </a:lnTo>
                  <a:lnTo>
                    <a:pt x="1040936" y="1238686"/>
                  </a:lnTo>
                  <a:lnTo>
                    <a:pt x="1034750" y="1225234"/>
                  </a:lnTo>
                  <a:lnTo>
                    <a:pt x="1030725" y="1208305"/>
                  </a:lnTo>
                  <a:lnTo>
                    <a:pt x="1028960" y="1199852"/>
                  </a:lnTo>
                  <a:lnTo>
                    <a:pt x="1025574" y="1199380"/>
                  </a:lnTo>
                  <a:lnTo>
                    <a:pt x="1021222" y="1201647"/>
                  </a:lnTo>
                  <a:lnTo>
                    <a:pt x="1017418" y="1204044"/>
                  </a:lnTo>
                  <a:lnTo>
                    <a:pt x="1015599" y="1208130"/>
                  </a:lnTo>
                  <a:lnTo>
                    <a:pt x="1002680" y="1213729"/>
                  </a:lnTo>
                  <a:lnTo>
                    <a:pt x="997986" y="1217549"/>
                  </a:lnTo>
                  <a:lnTo>
                    <a:pt x="995307" y="1217435"/>
                  </a:lnTo>
                  <a:lnTo>
                    <a:pt x="985660" y="1223172"/>
                  </a:lnTo>
                  <a:lnTo>
                    <a:pt x="989525" y="1225911"/>
                  </a:lnTo>
                  <a:lnTo>
                    <a:pt x="991328" y="1226253"/>
                  </a:lnTo>
                  <a:lnTo>
                    <a:pt x="995231" y="1224709"/>
                  </a:lnTo>
                  <a:lnTo>
                    <a:pt x="997575" y="1222730"/>
                  </a:lnTo>
                  <a:lnTo>
                    <a:pt x="1006370" y="1217298"/>
                  </a:lnTo>
                  <a:lnTo>
                    <a:pt x="1013431" y="1216362"/>
                  </a:lnTo>
                  <a:lnTo>
                    <a:pt x="1015995" y="1214011"/>
                  </a:lnTo>
                  <a:lnTo>
                    <a:pt x="1021389" y="1210648"/>
                  </a:lnTo>
                  <a:lnTo>
                    <a:pt x="1025049" y="1209758"/>
                  </a:lnTo>
                  <a:lnTo>
                    <a:pt x="1025559" y="1210610"/>
                  </a:lnTo>
                  <a:lnTo>
                    <a:pt x="1025955" y="1212147"/>
                  </a:lnTo>
                  <a:lnTo>
                    <a:pt x="1028534" y="1232713"/>
                  </a:lnTo>
                  <a:lnTo>
                    <a:pt x="1027453" y="1238130"/>
                  </a:lnTo>
                  <a:lnTo>
                    <a:pt x="1024547" y="1240474"/>
                  </a:lnTo>
                  <a:lnTo>
                    <a:pt x="1018331" y="1244301"/>
                  </a:lnTo>
                  <a:lnTo>
                    <a:pt x="1016718" y="1246157"/>
                  </a:lnTo>
                  <a:lnTo>
                    <a:pt x="1018552" y="1249398"/>
                  </a:lnTo>
                  <a:lnTo>
                    <a:pt x="1024395" y="1246347"/>
                  </a:lnTo>
                  <a:lnTo>
                    <a:pt x="1028184" y="1243022"/>
                  </a:lnTo>
                  <a:lnTo>
                    <a:pt x="1030208" y="1244232"/>
                  </a:lnTo>
                  <a:lnTo>
                    <a:pt x="1033517" y="1249307"/>
                  </a:lnTo>
                  <a:lnTo>
                    <a:pt x="1037253" y="1251902"/>
                  </a:lnTo>
                  <a:lnTo>
                    <a:pt x="1046749" y="1259647"/>
                  </a:lnTo>
                  <a:lnTo>
                    <a:pt x="1051246" y="1263893"/>
                  </a:lnTo>
                  <a:lnTo>
                    <a:pt x="1057576" y="1267979"/>
                  </a:lnTo>
                  <a:lnTo>
                    <a:pt x="1064728" y="1273624"/>
                  </a:lnTo>
                  <a:lnTo>
                    <a:pt x="1066592" y="1275610"/>
                  </a:lnTo>
                  <a:lnTo>
                    <a:pt x="1073128" y="1278524"/>
                  </a:lnTo>
                  <a:lnTo>
                    <a:pt x="1074528" y="1279521"/>
                  </a:lnTo>
                  <a:lnTo>
                    <a:pt x="1077229" y="1289381"/>
                  </a:lnTo>
                  <a:lnTo>
                    <a:pt x="1079481" y="1290477"/>
                  </a:lnTo>
                  <a:lnTo>
                    <a:pt x="1085986" y="1291101"/>
                  </a:lnTo>
                  <a:lnTo>
                    <a:pt x="1084845" y="1294905"/>
                  </a:lnTo>
                  <a:lnTo>
                    <a:pt x="1078492" y="1303313"/>
                  </a:lnTo>
                  <a:lnTo>
                    <a:pt x="1075205" y="1305991"/>
                  </a:lnTo>
                  <a:lnTo>
                    <a:pt x="1074391" y="1307634"/>
                  </a:lnTo>
                  <a:lnTo>
                    <a:pt x="1074703" y="1310571"/>
                  </a:lnTo>
                  <a:lnTo>
                    <a:pt x="1074893" y="1315479"/>
                  </a:lnTo>
                  <a:lnTo>
                    <a:pt x="1076217" y="1324457"/>
                  </a:lnTo>
                  <a:lnTo>
                    <a:pt x="1077708" y="1316148"/>
                  </a:lnTo>
                  <a:lnTo>
                    <a:pt x="1078751" y="1312207"/>
                  </a:lnTo>
                  <a:lnTo>
                    <a:pt x="1080143" y="1311028"/>
                  </a:lnTo>
                  <a:lnTo>
                    <a:pt x="1081512" y="1310853"/>
                  </a:lnTo>
                  <a:lnTo>
                    <a:pt x="1085956" y="1307109"/>
                  </a:lnTo>
                  <a:lnTo>
                    <a:pt x="1090422" y="1309118"/>
                  </a:lnTo>
                  <a:lnTo>
                    <a:pt x="1091579" y="1318545"/>
                  </a:lnTo>
                  <a:lnTo>
                    <a:pt x="1092149" y="1327280"/>
                  </a:lnTo>
                  <a:lnTo>
                    <a:pt x="1091761" y="1334782"/>
                  </a:lnTo>
                  <a:lnTo>
                    <a:pt x="1092248" y="1346354"/>
                  </a:lnTo>
                  <a:lnTo>
                    <a:pt x="1092081" y="1350242"/>
                  </a:lnTo>
                  <a:lnTo>
                    <a:pt x="1093138" y="1353598"/>
                  </a:lnTo>
                  <a:lnTo>
                    <a:pt x="1094234" y="1367415"/>
                  </a:lnTo>
                  <a:lnTo>
                    <a:pt x="1095330" y="1371539"/>
                  </a:lnTo>
                  <a:lnTo>
                    <a:pt x="1093131" y="1375221"/>
                  </a:lnTo>
                  <a:lnTo>
                    <a:pt x="1086336" y="1376819"/>
                  </a:lnTo>
                  <a:lnTo>
                    <a:pt x="1083651" y="1375008"/>
                  </a:lnTo>
                  <a:lnTo>
                    <a:pt x="1076932" y="1375617"/>
                  </a:lnTo>
                  <a:lnTo>
                    <a:pt x="1076925" y="1372375"/>
                  </a:lnTo>
                  <a:lnTo>
                    <a:pt x="1076597" y="1368647"/>
                  </a:lnTo>
                  <a:lnTo>
                    <a:pt x="1076575" y="1366038"/>
                  </a:lnTo>
                  <a:lnTo>
                    <a:pt x="1076126" y="1363671"/>
                  </a:lnTo>
                  <a:lnTo>
                    <a:pt x="1075806" y="1349991"/>
                  </a:lnTo>
                  <a:lnTo>
                    <a:pt x="1073904" y="1353385"/>
                  </a:lnTo>
                  <a:lnTo>
                    <a:pt x="1073790" y="1356162"/>
                  </a:lnTo>
                  <a:lnTo>
                    <a:pt x="1073288" y="1358984"/>
                  </a:lnTo>
                  <a:lnTo>
                    <a:pt x="1072123" y="1373646"/>
                  </a:lnTo>
                  <a:lnTo>
                    <a:pt x="1070389" y="1377222"/>
                  </a:lnTo>
                  <a:lnTo>
                    <a:pt x="1065009" y="1376362"/>
                  </a:lnTo>
                  <a:lnTo>
                    <a:pt x="1059714" y="1376887"/>
                  </a:lnTo>
                  <a:lnTo>
                    <a:pt x="1056785" y="1376347"/>
                  </a:lnTo>
                  <a:lnTo>
                    <a:pt x="1046878" y="1369690"/>
                  </a:lnTo>
                  <a:lnTo>
                    <a:pt x="1043044" y="1363633"/>
                  </a:lnTo>
                  <a:lnTo>
                    <a:pt x="1039650" y="1354480"/>
                  </a:lnTo>
                  <a:lnTo>
                    <a:pt x="1037558" y="1345875"/>
                  </a:lnTo>
                  <a:lnTo>
                    <a:pt x="1036766" y="1337817"/>
                  </a:lnTo>
                  <a:lnTo>
                    <a:pt x="1034385" y="1331228"/>
                  </a:lnTo>
                  <a:lnTo>
                    <a:pt x="1030429" y="1326123"/>
                  </a:lnTo>
                  <a:lnTo>
                    <a:pt x="1025757" y="1321976"/>
                  </a:lnTo>
                  <a:lnTo>
                    <a:pt x="1020370" y="1318788"/>
                  </a:lnTo>
                  <a:lnTo>
                    <a:pt x="1015638" y="1314665"/>
                  </a:lnTo>
                  <a:lnTo>
                    <a:pt x="1011559" y="1309597"/>
                  </a:lnTo>
                  <a:lnTo>
                    <a:pt x="1007078" y="1305641"/>
                  </a:lnTo>
                  <a:lnTo>
                    <a:pt x="1002178" y="1302811"/>
                  </a:lnTo>
                  <a:lnTo>
                    <a:pt x="995209" y="1301593"/>
                  </a:lnTo>
                  <a:lnTo>
                    <a:pt x="985021" y="1302042"/>
                  </a:lnTo>
                  <a:lnTo>
                    <a:pt x="978142" y="1298846"/>
                  </a:lnTo>
                  <a:lnTo>
                    <a:pt x="976507" y="1299120"/>
                  </a:lnTo>
                  <a:lnTo>
                    <a:pt x="974901" y="1300771"/>
                  </a:lnTo>
                  <a:lnTo>
                    <a:pt x="976081" y="1305466"/>
                  </a:lnTo>
                  <a:lnTo>
                    <a:pt x="983978" y="1307611"/>
                  </a:lnTo>
                  <a:lnTo>
                    <a:pt x="990065" y="1308098"/>
                  </a:lnTo>
                  <a:lnTo>
                    <a:pt x="998138" y="1307794"/>
                  </a:lnTo>
                  <a:lnTo>
                    <a:pt x="1003076" y="1308996"/>
                  </a:lnTo>
                  <a:lnTo>
                    <a:pt x="1004886" y="1311697"/>
                  </a:lnTo>
                  <a:lnTo>
                    <a:pt x="1006134" y="1316491"/>
                  </a:lnTo>
                  <a:lnTo>
                    <a:pt x="1006819" y="1323354"/>
                  </a:lnTo>
                  <a:lnTo>
                    <a:pt x="1005221" y="1328771"/>
                  </a:lnTo>
                  <a:lnTo>
                    <a:pt x="999416" y="1334759"/>
                  </a:lnTo>
                  <a:lnTo>
                    <a:pt x="996357" y="1337559"/>
                  </a:lnTo>
                  <a:lnTo>
                    <a:pt x="987417" y="1342915"/>
                  </a:lnTo>
                  <a:lnTo>
                    <a:pt x="984389" y="1344102"/>
                  </a:lnTo>
                  <a:lnTo>
                    <a:pt x="976933" y="1344467"/>
                  </a:lnTo>
                  <a:lnTo>
                    <a:pt x="971203" y="1343958"/>
                  </a:lnTo>
                  <a:lnTo>
                    <a:pt x="963663" y="1341295"/>
                  </a:lnTo>
                  <a:lnTo>
                    <a:pt x="959387" y="1340754"/>
                  </a:lnTo>
                  <a:lnTo>
                    <a:pt x="950539" y="1340397"/>
                  </a:lnTo>
                  <a:lnTo>
                    <a:pt x="948507" y="1341287"/>
                  </a:lnTo>
                  <a:lnTo>
                    <a:pt x="950790" y="1344140"/>
                  </a:lnTo>
                  <a:lnTo>
                    <a:pt x="954541" y="1345753"/>
                  </a:lnTo>
                  <a:lnTo>
                    <a:pt x="957181" y="1347671"/>
                  </a:lnTo>
                  <a:lnTo>
                    <a:pt x="957455" y="1351300"/>
                  </a:lnTo>
                  <a:lnTo>
                    <a:pt x="956504" y="1356664"/>
                  </a:lnTo>
                  <a:lnTo>
                    <a:pt x="955522" y="1360400"/>
                  </a:lnTo>
                  <a:lnTo>
                    <a:pt x="953902" y="1363200"/>
                  </a:lnTo>
                  <a:lnTo>
                    <a:pt x="948096" y="1368480"/>
                  </a:lnTo>
                  <a:lnTo>
                    <a:pt x="945692" y="1370146"/>
                  </a:lnTo>
                  <a:lnTo>
                    <a:pt x="934872" y="1375647"/>
                  </a:lnTo>
                  <a:lnTo>
                    <a:pt x="934119" y="1376705"/>
                  </a:lnTo>
                  <a:lnTo>
                    <a:pt x="936653" y="1376560"/>
                  </a:lnTo>
                  <a:lnTo>
                    <a:pt x="943493" y="1374612"/>
                  </a:lnTo>
                  <a:lnTo>
                    <a:pt x="945464" y="1374666"/>
                  </a:lnTo>
                  <a:lnTo>
                    <a:pt x="956694" y="1379421"/>
                  </a:lnTo>
                  <a:lnTo>
                    <a:pt x="965642" y="1379140"/>
                  </a:lnTo>
                  <a:lnTo>
                    <a:pt x="983765" y="1374749"/>
                  </a:lnTo>
                  <a:lnTo>
                    <a:pt x="985256" y="1374833"/>
                  </a:lnTo>
                  <a:lnTo>
                    <a:pt x="986443" y="1375525"/>
                  </a:lnTo>
                  <a:lnTo>
                    <a:pt x="987645" y="1377169"/>
                  </a:lnTo>
                  <a:lnTo>
                    <a:pt x="988863" y="1379771"/>
                  </a:lnTo>
                  <a:lnTo>
                    <a:pt x="987402" y="1382290"/>
                  </a:lnTo>
                  <a:lnTo>
                    <a:pt x="983263" y="1384709"/>
                  </a:lnTo>
                  <a:lnTo>
                    <a:pt x="976818" y="1387090"/>
                  </a:lnTo>
                  <a:lnTo>
                    <a:pt x="974026" y="1388696"/>
                  </a:lnTo>
                  <a:lnTo>
                    <a:pt x="971356" y="1391131"/>
                  </a:lnTo>
                  <a:lnTo>
                    <a:pt x="966387" y="1396966"/>
                  </a:lnTo>
                  <a:lnTo>
                    <a:pt x="964934" y="1402992"/>
                  </a:lnTo>
                  <a:lnTo>
                    <a:pt x="970161" y="1405275"/>
                  </a:lnTo>
                  <a:lnTo>
                    <a:pt x="972512" y="1402384"/>
                  </a:lnTo>
                  <a:lnTo>
                    <a:pt x="975282" y="1395939"/>
                  </a:lnTo>
                  <a:lnTo>
                    <a:pt x="977777" y="1392143"/>
                  </a:lnTo>
                  <a:lnTo>
                    <a:pt x="983659" y="1389563"/>
                  </a:lnTo>
                  <a:lnTo>
                    <a:pt x="990841" y="1390872"/>
                  </a:lnTo>
                  <a:lnTo>
                    <a:pt x="996388" y="1389343"/>
                  </a:lnTo>
                  <a:lnTo>
                    <a:pt x="1007725" y="1382929"/>
                  </a:lnTo>
                  <a:lnTo>
                    <a:pt x="1009756" y="1382533"/>
                  </a:lnTo>
                  <a:lnTo>
                    <a:pt x="1026434" y="1386208"/>
                  </a:lnTo>
                  <a:lnTo>
                    <a:pt x="1041552" y="1393398"/>
                  </a:lnTo>
                  <a:lnTo>
                    <a:pt x="1049526" y="1396031"/>
                  </a:lnTo>
                  <a:lnTo>
                    <a:pt x="1060079" y="1397583"/>
                  </a:lnTo>
                  <a:lnTo>
                    <a:pt x="1079055" y="1396875"/>
                  </a:lnTo>
                  <a:lnTo>
                    <a:pt x="1080721" y="1398001"/>
                  </a:lnTo>
                  <a:lnTo>
                    <a:pt x="1080105" y="1400535"/>
                  </a:lnTo>
                  <a:lnTo>
                    <a:pt x="1079002" y="1402673"/>
                  </a:lnTo>
                  <a:lnTo>
                    <a:pt x="1075836" y="1405648"/>
                  </a:lnTo>
                  <a:lnTo>
                    <a:pt x="1071994" y="1407611"/>
                  </a:lnTo>
                  <a:lnTo>
                    <a:pt x="1069620" y="1408166"/>
                  </a:lnTo>
                  <a:lnTo>
                    <a:pt x="1067596" y="1409566"/>
                  </a:lnTo>
                  <a:lnTo>
                    <a:pt x="1063054" y="1410936"/>
                  </a:lnTo>
                  <a:lnTo>
                    <a:pt x="1061890" y="1412047"/>
                  </a:lnTo>
                  <a:lnTo>
                    <a:pt x="1063465" y="1416886"/>
                  </a:lnTo>
                  <a:lnTo>
                    <a:pt x="1062719" y="1417631"/>
                  </a:lnTo>
                  <a:lnTo>
                    <a:pt x="1058717" y="1417715"/>
                  </a:lnTo>
                  <a:lnTo>
                    <a:pt x="1051976" y="1420857"/>
                  </a:lnTo>
                  <a:lnTo>
                    <a:pt x="1046444" y="1420637"/>
                  </a:lnTo>
                  <a:lnTo>
                    <a:pt x="1045288" y="1421093"/>
                  </a:lnTo>
                  <a:lnTo>
                    <a:pt x="1046338" y="1422257"/>
                  </a:lnTo>
                  <a:lnTo>
                    <a:pt x="1047449" y="1424502"/>
                  </a:lnTo>
                  <a:lnTo>
                    <a:pt x="1048628" y="1427819"/>
                  </a:lnTo>
                  <a:lnTo>
                    <a:pt x="1047981" y="1430185"/>
                  </a:lnTo>
                  <a:lnTo>
                    <a:pt x="1045501" y="1431593"/>
                  </a:lnTo>
                  <a:lnTo>
                    <a:pt x="1043622" y="1432049"/>
                  </a:lnTo>
                  <a:lnTo>
                    <a:pt x="1037132" y="1430079"/>
                  </a:lnTo>
                  <a:lnTo>
                    <a:pt x="1036082" y="1430376"/>
                  </a:lnTo>
                  <a:lnTo>
                    <a:pt x="1037033" y="1431798"/>
                  </a:lnTo>
                  <a:lnTo>
                    <a:pt x="1037573" y="1433959"/>
                  </a:lnTo>
                  <a:lnTo>
                    <a:pt x="1037702" y="1436866"/>
                  </a:lnTo>
                  <a:lnTo>
                    <a:pt x="1036112" y="1439293"/>
                  </a:lnTo>
                  <a:lnTo>
                    <a:pt x="1032795" y="1441248"/>
                  </a:lnTo>
                  <a:lnTo>
                    <a:pt x="1026609" y="1446620"/>
                  </a:lnTo>
                  <a:lnTo>
                    <a:pt x="1023916" y="1448149"/>
                  </a:lnTo>
                  <a:lnTo>
                    <a:pt x="1018240" y="1449412"/>
                  </a:lnTo>
                  <a:lnTo>
                    <a:pt x="1017045" y="1450112"/>
                  </a:lnTo>
                  <a:lnTo>
                    <a:pt x="1019350" y="1454206"/>
                  </a:lnTo>
                  <a:lnTo>
                    <a:pt x="1019092" y="1455841"/>
                  </a:lnTo>
                  <a:lnTo>
                    <a:pt x="1015257" y="1460247"/>
                  </a:lnTo>
                  <a:lnTo>
                    <a:pt x="1009452" y="1462986"/>
                  </a:lnTo>
                  <a:lnTo>
                    <a:pt x="1008660" y="1464462"/>
                  </a:lnTo>
                  <a:lnTo>
                    <a:pt x="1008128" y="1468418"/>
                  </a:lnTo>
                  <a:lnTo>
                    <a:pt x="1007702" y="1469993"/>
                  </a:lnTo>
                  <a:lnTo>
                    <a:pt x="1006165" y="1472253"/>
                  </a:lnTo>
                  <a:lnTo>
                    <a:pt x="1000656" y="1476544"/>
                  </a:lnTo>
                  <a:lnTo>
                    <a:pt x="996753" y="1478675"/>
                  </a:lnTo>
                  <a:lnTo>
                    <a:pt x="994820" y="1480417"/>
                  </a:lnTo>
                  <a:lnTo>
                    <a:pt x="992424" y="1483323"/>
                  </a:lnTo>
                  <a:lnTo>
                    <a:pt x="989403" y="1484861"/>
                  </a:lnTo>
                  <a:lnTo>
                    <a:pt x="985759" y="1485035"/>
                  </a:lnTo>
                  <a:lnTo>
                    <a:pt x="982304" y="1486124"/>
                  </a:lnTo>
                  <a:lnTo>
                    <a:pt x="976628" y="1489205"/>
                  </a:lnTo>
                  <a:lnTo>
                    <a:pt x="972672" y="1490225"/>
                  </a:lnTo>
                  <a:lnTo>
                    <a:pt x="960179" y="1495520"/>
                  </a:lnTo>
                  <a:lnTo>
                    <a:pt x="954305" y="1496365"/>
                  </a:lnTo>
                  <a:lnTo>
                    <a:pt x="949222" y="1498252"/>
                  </a:lnTo>
                  <a:lnTo>
                    <a:pt x="938761" y="1503281"/>
                  </a:lnTo>
                  <a:lnTo>
                    <a:pt x="933777" y="1504894"/>
                  </a:lnTo>
                  <a:lnTo>
                    <a:pt x="930323" y="1506804"/>
                  </a:lnTo>
                  <a:lnTo>
                    <a:pt x="926549" y="1507351"/>
                  </a:lnTo>
                  <a:lnTo>
                    <a:pt x="920409" y="1506111"/>
                  </a:lnTo>
                  <a:lnTo>
                    <a:pt x="917099" y="1506066"/>
                  </a:lnTo>
                  <a:lnTo>
                    <a:pt x="915060" y="1506819"/>
                  </a:lnTo>
                  <a:lnTo>
                    <a:pt x="913196" y="1508356"/>
                  </a:lnTo>
                  <a:lnTo>
                    <a:pt x="910114" y="1512556"/>
                  </a:lnTo>
                  <a:lnTo>
                    <a:pt x="907497" y="1512875"/>
                  </a:lnTo>
                  <a:lnTo>
                    <a:pt x="898914" y="1509550"/>
                  </a:lnTo>
                  <a:lnTo>
                    <a:pt x="899089" y="1511057"/>
                  </a:lnTo>
                  <a:lnTo>
                    <a:pt x="901357" y="1514656"/>
                  </a:lnTo>
                  <a:lnTo>
                    <a:pt x="901250" y="1517197"/>
                  </a:lnTo>
                  <a:lnTo>
                    <a:pt x="896145" y="1519776"/>
                  </a:lnTo>
                  <a:lnTo>
                    <a:pt x="893398" y="1520430"/>
                  </a:lnTo>
                  <a:lnTo>
                    <a:pt x="889343" y="1519373"/>
                  </a:lnTo>
                  <a:lnTo>
                    <a:pt x="883979" y="1516588"/>
                  </a:lnTo>
                  <a:lnTo>
                    <a:pt x="877093" y="1510760"/>
                  </a:lnTo>
                  <a:lnTo>
                    <a:pt x="868655" y="1501820"/>
                  </a:lnTo>
                  <a:lnTo>
                    <a:pt x="864592" y="1498784"/>
                  </a:lnTo>
                  <a:lnTo>
                    <a:pt x="864889" y="1501668"/>
                  </a:lnTo>
                  <a:lnTo>
                    <a:pt x="865832" y="1504483"/>
                  </a:lnTo>
                  <a:lnTo>
                    <a:pt x="867423" y="1507214"/>
                  </a:lnTo>
                  <a:lnTo>
                    <a:pt x="867742" y="1509193"/>
                  </a:lnTo>
                  <a:lnTo>
                    <a:pt x="866799" y="1510418"/>
                  </a:lnTo>
                  <a:lnTo>
                    <a:pt x="865558" y="1511034"/>
                  </a:lnTo>
                  <a:lnTo>
                    <a:pt x="864014" y="1511042"/>
                  </a:lnTo>
                  <a:lnTo>
                    <a:pt x="863748" y="1511734"/>
                  </a:lnTo>
                  <a:lnTo>
                    <a:pt x="866266" y="1515979"/>
                  </a:lnTo>
                  <a:lnTo>
                    <a:pt x="868252" y="1520324"/>
                  </a:lnTo>
                  <a:lnTo>
                    <a:pt x="868069" y="1524433"/>
                  </a:lnTo>
                  <a:lnTo>
                    <a:pt x="865711" y="1528313"/>
                  </a:lnTo>
                  <a:lnTo>
                    <a:pt x="863687" y="1530580"/>
                  </a:lnTo>
                  <a:lnTo>
                    <a:pt x="861998" y="1531250"/>
                  </a:lnTo>
                  <a:lnTo>
                    <a:pt x="851977" y="1540852"/>
                  </a:lnTo>
                  <a:lnTo>
                    <a:pt x="849185" y="1542062"/>
                  </a:lnTo>
                  <a:lnTo>
                    <a:pt x="847914" y="1543241"/>
                  </a:lnTo>
                  <a:lnTo>
                    <a:pt x="846872" y="1545006"/>
                  </a:lnTo>
                  <a:lnTo>
                    <a:pt x="843958" y="1552881"/>
                  </a:lnTo>
                  <a:lnTo>
                    <a:pt x="842778" y="1555278"/>
                  </a:lnTo>
                  <a:lnTo>
                    <a:pt x="840435" y="1558390"/>
                  </a:lnTo>
                  <a:lnTo>
                    <a:pt x="839453" y="1558930"/>
                  </a:lnTo>
                  <a:lnTo>
                    <a:pt x="839172" y="1560200"/>
                  </a:lnTo>
                  <a:lnTo>
                    <a:pt x="839598" y="1562194"/>
                  </a:lnTo>
                  <a:lnTo>
                    <a:pt x="838951" y="1565511"/>
                  </a:lnTo>
                  <a:lnTo>
                    <a:pt x="837239" y="1570137"/>
                  </a:lnTo>
                  <a:lnTo>
                    <a:pt x="831404" y="1582828"/>
                  </a:lnTo>
                  <a:lnTo>
                    <a:pt x="826702" y="1594561"/>
                  </a:lnTo>
                  <a:lnTo>
                    <a:pt x="824639" y="1598380"/>
                  </a:lnTo>
                  <a:lnTo>
                    <a:pt x="823133" y="1599993"/>
                  </a:lnTo>
                  <a:lnTo>
                    <a:pt x="822182" y="1599415"/>
                  </a:lnTo>
                  <a:lnTo>
                    <a:pt x="819846" y="1599712"/>
                  </a:lnTo>
                  <a:lnTo>
                    <a:pt x="818712" y="1601758"/>
                  </a:lnTo>
                  <a:lnTo>
                    <a:pt x="817685" y="1605449"/>
                  </a:lnTo>
                  <a:lnTo>
                    <a:pt x="816567" y="1608256"/>
                  </a:lnTo>
                  <a:lnTo>
                    <a:pt x="815357" y="1610181"/>
                  </a:lnTo>
                  <a:lnTo>
                    <a:pt x="805922" y="1618459"/>
                  </a:lnTo>
                  <a:lnTo>
                    <a:pt x="803495" y="1619988"/>
                  </a:lnTo>
                  <a:lnTo>
                    <a:pt x="801312" y="1619022"/>
                  </a:lnTo>
                  <a:lnTo>
                    <a:pt x="798732" y="1619395"/>
                  </a:lnTo>
                  <a:lnTo>
                    <a:pt x="793384" y="1615035"/>
                  </a:lnTo>
                  <a:lnTo>
                    <a:pt x="792455" y="1613430"/>
                  </a:lnTo>
                  <a:lnTo>
                    <a:pt x="789001" y="1609831"/>
                  </a:lnTo>
                  <a:lnTo>
                    <a:pt x="789115" y="1611710"/>
                  </a:lnTo>
                  <a:lnTo>
                    <a:pt x="789693" y="1612745"/>
                  </a:lnTo>
                  <a:lnTo>
                    <a:pt x="790173" y="1614259"/>
                  </a:lnTo>
                  <a:lnTo>
                    <a:pt x="791383" y="1616116"/>
                  </a:lnTo>
                  <a:lnTo>
                    <a:pt x="794061" y="1625832"/>
                  </a:lnTo>
                  <a:lnTo>
                    <a:pt x="791945" y="1627818"/>
                  </a:lnTo>
                  <a:lnTo>
                    <a:pt x="790051" y="1630077"/>
                  </a:lnTo>
                  <a:lnTo>
                    <a:pt x="785219" y="1633889"/>
                  </a:lnTo>
                  <a:lnTo>
                    <a:pt x="779993" y="1640250"/>
                  </a:lnTo>
                  <a:lnTo>
                    <a:pt x="778068" y="1642023"/>
                  </a:lnTo>
                  <a:lnTo>
                    <a:pt x="777634" y="1636841"/>
                  </a:lnTo>
                  <a:lnTo>
                    <a:pt x="777854" y="1635289"/>
                  </a:lnTo>
                  <a:lnTo>
                    <a:pt x="774902" y="1632771"/>
                  </a:lnTo>
                  <a:lnTo>
                    <a:pt x="774994" y="1634582"/>
                  </a:lnTo>
                  <a:lnTo>
                    <a:pt x="774689" y="1636271"/>
                  </a:lnTo>
                  <a:lnTo>
                    <a:pt x="772551" y="1642982"/>
                  </a:lnTo>
                  <a:lnTo>
                    <a:pt x="771958" y="1644138"/>
                  </a:lnTo>
                  <a:lnTo>
                    <a:pt x="770900" y="1643879"/>
                  </a:lnTo>
                  <a:lnTo>
                    <a:pt x="768602" y="1645112"/>
                  </a:lnTo>
                  <a:lnTo>
                    <a:pt x="766251" y="1644526"/>
                  </a:lnTo>
                  <a:lnTo>
                    <a:pt x="764250" y="1641483"/>
                  </a:lnTo>
                  <a:lnTo>
                    <a:pt x="763459" y="1639900"/>
                  </a:lnTo>
                  <a:lnTo>
                    <a:pt x="759822" y="1644245"/>
                  </a:lnTo>
                  <a:lnTo>
                    <a:pt x="758057" y="1644130"/>
                  </a:lnTo>
                  <a:lnTo>
                    <a:pt x="757760" y="1647767"/>
                  </a:lnTo>
                  <a:lnTo>
                    <a:pt x="756048" y="1651077"/>
                  </a:lnTo>
                  <a:lnTo>
                    <a:pt x="753789" y="1652507"/>
                  </a:lnTo>
                  <a:lnTo>
                    <a:pt x="750631" y="1652393"/>
                  </a:lnTo>
                  <a:lnTo>
                    <a:pt x="748698" y="1654349"/>
                  </a:lnTo>
                  <a:lnTo>
                    <a:pt x="744415" y="1652256"/>
                  </a:lnTo>
                  <a:lnTo>
                    <a:pt x="743426" y="1648323"/>
                  </a:lnTo>
                  <a:lnTo>
                    <a:pt x="746819" y="1642913"/>
                  </a:lnTo>
                  <a:lnTo>
                    <a:pt x="747778" y="1640676"/>
                  </a:lnTo>
                  <a:lnTo>
                    <a:pt x="747154" y="1637914"/>
                  </a:lnTo>
                  <a:lnTo>
                    <a:pt x="747976" y="1634338"/>
                  </a:lnTo>
                  <a:lnTo>
                    <a:pt x="754458" y="1622933"/>
                  </a:lnTo>
                  <a:lnTo>
                    <a:pt x="758848" y="1617120"/>
                  </a:lnTo>
                  <a:lnTo>
                    <a:pt x="758597" y="1616078"/>
                  </a:lnTo>
                  <a:lnTo>
                    <a:pt x="752632" y="1614807"/>
                  </a:lnTo>
                  <a:lnTo>
                    <a:pt x="747420" y="1612806"/>
                  </a:lnTo>
                  <a:lnTo>
                    <a:pt x="742345" y="1612121"/>
                  </a:lnTo>
                  <a:lnTo>
                    <a:pt x="740101" y="1612798"/>
                  </a:lnTo>
                  <a:lnTo>
                    <a:pt x="743677" y="1616146"/>
                  </a:lnTo>
                  <a:lnTo>
                    <a:pt x="748737" y="1619387"/>
                  </a:lnTo>
                  <a:lnTo>
                    <a:pt x="746249" y="1622476"/>
                  </a:lnTo>
                  <a:lnTo>
                    <a:pt x="744103" y="1625748"/>
                  </a:lnTo>
                  <a:lnTo>
                    <a:pt x="741881" y="1634612"/>
                  </a:lnTo>
                  <a:lnTo>
                    <a:pt x="740458" y="1638226"/>
                  </a:lnTo>
                  <a:lnTo>
                    <a:pt x="734942" y="1634080"/>
                  </a:lnTo>
                  <a:lnTo>
                    <a:pt x="732332" y="1632672"/>
                  </a:lnTo>
                  <a:lnTo>
                    <a:pt x="733991" y="1637275"/>
                  </a:lnTo>
                  <a:lnTo>
                    <a:pt x="738822" y="1641627"/>
                  </a:lnTo>
                  <a:lnTo>
                    <a:pt x="739135" y="1643058"/>
                  </a:lnTo>
                  <a:lnTo>
                    <a:pt x="739104" y="1648209"/>
                  </a:lnTo>
                  <a:lnTo>
                    <a:pt x="729852" y="1652736"/>
                  </a:lnTo>
                  <a:lnTo>
                    <a:pt x="720197" y="1653420"/>
                  </a:lnTo>
                  <a:lnTo>
                    <a:pt x="713265" y="1654699"/>
                  </a:lnTo>
                  <a:lnTo>
                    <a:pt x="701571" y="1656251"/>
                  </a:lnTo>
                  <a:lnTo>
                    <a:pt x="697029" y="1656251"/>
                  </a:lnTo>
                  <a:lnTo>
                    <a:pt x="696641" y="1657986"/>
                  </a:lnTo>
                  <a:lnTo>
                    <a:pt x="708076" y="1665868"/>
                  </a:lnTo>
                  <a:lnTo>
                    <a:pt x="709743" y="1667306"/>
                  </a:lnTo>
                  <a:lnTo>
                    <a:pt x="708152" y="1670007"/>
                  </a:lnTo>
                  <a:lnTo>
                    <a:pt x="705786" y="1671681"/>
                  </a:lnTo>
                  <a:lnTo>
                    <a:pt x="702073" y="1677441"/>
                  </a:lnTo>
                  <a:lnTo>
                    <a:pt x="700133" y="1679419"/>
                  </a:lnTo>
                  <a:lnTo>
                    <a:pt x="695324" y="1682135"/>
                  </a:lnTo>
                  <a:lnTo>
                    <a:pt x="686475" y="1679107"/>
                  </a:lnTo>
                  <a:lnTo>
                    <a:pt x="681926" y="1680461"/>
                  </a:lnTo>
                  <a:lnTo>
                    <a:pt x="677574" y="1679510"/>
                  </a:lnTo>
                  <a:lnTo>
                    <a:pt x="677482" y="1682820"/>
                  </a:lnTo>
                  <a:lnTo>
                    <a:pt x="678783" y="1685232"/>
                  </a:lnTo>
                  <a:lnTo>
                    <a:pt x="680100" y="1691205"/>
                  </a:lnTo>
                  <a:lnTo>
                    <a:pt x="683021" y="1690740"/>
                  </a:lnTo>
                  <a:lnTo>
                    <a:pt x="686734" y="1688861"/>
                  </a:lnTo>
                  <a:lnTo>
                    <a:pt x="689603" y="1693373"/>
                  </a:lnTo>
                  <a:lnTo>
                    <a:pt x="691490" y="1700982"/>
                  </a:lnTo>
                  <a:lnTo>
                    <a:pt x="694784" y="1704824"/>
                  </a:lnTo>
                  <a:lnTo>
                    <a:pt x="696245" y="1707791"/>
                  </a:lnTo>
                  <a:lnTo>
                    <a:pt x="696838" y="1710584"/>
                  </a:lnTo>
                  <a:lnTo>
                    <a:pt x="694784" y="1713361"/>
                  </a:lnTo>
                  <a:lnTo>
                    <a:pt x="690531" y="1717271"/>
                  </a:lnTo>
                  <a:lnTo>
                    <a:pt x="685814" y="1718002"/>
                  </a:lnTo>
                  <a:lnTo>
                    <a:pt x="686072" y="1721091"/>
                  </a:lnTo>
                  <a:lnTo>
                    <a:pt x="684033" y="1723305"/>
                  </a:lnTo>
                  <a:lnTo>
                    <a:pt x="679704" y="1722658"/>
                  </a:lnTo>
                  <a:lnTo>
                    <a:pt x="677680" y="1721106"/>
                  </a:lnTo>
                  <a:lnTo>
                    <a:pt x="675580" y="1720376"/>
                  </a:lnTo>
                  <a:lnTo>
                    <a:pt x="666967" y="1719547"/>
                  </a:lnTo>
                  <a:lnTo>
                    <a:pt x="675641" y="1725481"/>
                  </a:lnTo>
                  <a:lnTo>
                    <a:pt x="678722" y="1728235"/>
                  </a:lnTo>
                  <a:lnTo>
                    <a:pt x="680092" y="1726607"/>
                  </a:lnTo>
                  <a:lnTo>
                    <a:pt x="683097" y="1726212"/>
                  </a:lnTo>
                  <a:lnTo>
                    <a:pt x="687533" y="1727718"/>
                  </a:lnTo>
                  <a:lnTo>
                    <a:pt x="686795" y="1737655"/>
                  </a:lnTo>
                  <a:lnTo>
                    <a:pt x="688735" y="1745651"/>
                  </a:lnTo>
                  <a:lnTo>
                    <a:pt x="688971" y="1747439"/>
                  </a:lnTo>
                  <a:lnTo>
                    <a:pt x="684246" y="1752202"/>
                  </a:lnTo>
                  <a:lnTo>
                    <a:pt x="684170" y="1756638"/>
                  </a:lnTo>
                  <a:lnTo>
                    <a:pt x="681355" y="1757871"/>
                  </a:lnTo>
                  <a:lnTo>
                    <a:pt x="678327" y="1757589"/>
                  </a:lnTo>
                  <a:lnTo>
                    <a:pt x="678167" y="1762436"/>
                  </a:lnTo>
                  <a:lnTo>
                    <a:pt x="676113" y="1765449"/>
                  </a:lnTo>
                  <a:lnTo>
                    <a:pt x="676478" y="1767336"/>
                  </a:lnTo>
                  <a:lnTo>
                    <a:pt x="677064" y="1769017"/>
                  </a:lnTo>
                  <a:lnTo>
                    <a:pt x="675192" y="1772076"/>
                  </a:lnTo>
                  <a:lnTo>
                    <a:pt x="673503" y="1775789"/>
                  </a:lnTo>
                  <a:lnTo>
                    <a:pt x="671084" y="1779030"/>
                  </a:lnTo>
                  <a:lnTo>
                    <a:pt x="669805" y="1778695"/>
                  </a:lnTo>
                  <a:lnTo>
                    <a:pt x="665963" y="1778908"/>
                  </a:lnTo>
                  <a:lnTo>
                    <a:pt x="661345" y="1778634"/>
                  </a:lnTo>
                  <a:lnTo>
                    <a:pt x="657601" y="1774419"/>
                  </a:lnTo>
                  <a:lnTo>
                    <a:pt x="656049" y="1773012"/>
                  </a:lnTo>
                  <a:lnTo>
                    <a:pt x="654299" y="1772091"/>
                  </a:lnTo>
                  <a:lnTo>
                    <a:pt x="654968" y="1774807"/>
                  </a:lnTo>
                  <a:lnTo>
                    <a:pt x="656018" y="1776436"/>
                  </a:lnTo>
                  <a:lnTo>
                    <a:pt x="659473" y="1779479"/>
                  </a:lnTo>
                  <a:lnTo>
                    <a:pt x="665834" y="1783230"/>
                  </a:lnTo>
                  <a:lnTo>
                    <a:pt x="665636" y="1785885"/>
                  </a:lnTo>
                  <a:lnTo>
                    <a:pt x="663939" y="1787034"/>
                  </a:lnTo>
                  <a:lnTo>
                    <a:pt x="659975" y="1794224"/>
                  </a:lnTo>
                  <a:lnTo>
                    <a:pt x="658567" y="1794384"/>
                  </a:lnTo>
                  <a:lnTo>
                    <a:pt x="656787" y="1796233"/>
                  </a:lnTo>
                  <a:lnTo>
                    <a:pt x="651294" y="1795609"/>
                  </a:lnTo>
                  <a:lnTo>
                    <a:pt x="648988" y="1794871"/>
                  </a:lnTo>
                  <a:lnTo>
                    <a:pt x="642209" y="1795343"/>
                  </a:lnTo>
                  <a:lnTo>
                    <a:pt x="639903" y="1794711"/>
                  </a:lnTo>
                  <a:lnTo>
                    <a:pt x="637925" y="1795016"/>
                  </a:lnTo>
                  <a:lnTo>
                    <a:pt x="639767" y="1797040"/>
                  </a:lnTo>
                  <a:lnTo>
                    <a:pt x="643647" y="1798858"/>
                  </a:lnTo>
                  <a:lnTo>
                    <a:pt x="648060" y="1800684"/>
                  </a:lnTo>
                  <a:lnTo>
                    <a:pt x="654771" y="1802061"/>
                  </a:lnTo>
                  <a:lnTo>
                    <a:pt x="654527" y="1804663"/>
                  </a:lnTo>
                  <a:lnTo>
                    <a:pt x="652846" y="1806794"/>
                  </a:lnTo>
                  <a:lnTo>
                    <a:pt x="653812" y="1809967"/>
                  </a:lnTo>
                  <a:lnTo>
                    <a:pt x="653059" y="1812234"/>
                  </a:lnTo>
                  <a:lnTo>
                    <a:pt x="652739" y="1814927"/>
                  </a:lnTo>
                  <a:lnTo>
                    <a:pt x="651172" y="1821166"/>
                  </a:lnTo>
                  <a:lnTo>
                    <a:pt x="652998" y="1825427"/>
                  </a:lnTo>
                  <a:lnTo>
                    <a:pt x="654984" y="1827504"/>
                  </a:lnTo>
                  <a:lnTo>
                    <a:pt x="654756" y="1830236"/>
                  </a:lnTo>
                  <a:lnTo>
                    <a:pt x="655691" y="1834588"/>
                  </a:lnTo>
                  <a:lnTo>
                    <a:pt x="652709" y="1838461"/>
                  </a:lnTo>
                  <a:lnTo>
                    <a:pt x="650236" y="1838316"/>
                  </a:lnTo>
                  <a:lnTo>
                    <a:pt x="646713" y="1839183"/>
                  </a:lnTo>
                  <a:lnTo>
                    <a:pt x="645542" y="1840888"/>
                  </a:lnTo>
                  <a:lnTo>
                    <a:pt x="651126" y="1842493"/>
                  </a:lnTo>
                  <a:lnTo>
                    <a:pt x="650616" y="1845377"/>
                  </a:lnTo>
                  <a:lnTo>
                    <a:pt x="649095" y="1848983"/>
                  </a:lnTo>
                  <a:lnTo>
                    <a:pt x="647497" y="1856752"/>
                  </a:lnTo>
                  <a:lnTo>
                    <a:pt x="644248" y="1869975"/>
                  </a:lnTo>
                  <a:lnTo>
                    <a:pt x="642726" y="1882986"/>
                  </a:lnTo>
                  <a:lnTo>
                    <a:pt x="635749" y="1893592"/>
                  </a:lnTo>
                  <a:lnTo>
                    <a:pt x="633277" y="1893889"/>
                  </a:lnTo>
                  <a:lnTo>
                    <a:pt x="632653" y="1894307"/>
                  </a:lnTo>
                  <a:lnTo>
                    <a:pt x="629251" y="1893767"/>
                  </a:lnTo>
                  <a:lnTo>
                    <a:pt x="623910" y="1891325"/>
                  </a:lnTo>
                  <a:lnTo>
                    <a:pt x="619779" y="1890518"/>
                  </a:lnTo>
                  <a:lnTo>
                    <a:pt x="616986" y="1890488"/>
                  </a:lnTo>
                  <a:lnTo>
                    <a:pt x="616629" y="1891705"/>
                  </a:lnTo>
                  <a:lnTo>
                    <a:pt x="618942" y="1893668"/>
                  </a:lnTo>
                  <a:lnTo>
                    <a:pt x="622480" y="1894490"/>
                  </a:lnTo>
                  <a:lnTo>
                    <a:pt x="625310" y="1895791"/>
                  </a:lnTo>
                  <a:lnTo>
                    <a:pt x="630385" y="1897001"/>
                  </a:lnTo>
                  <a:lnTo>
                    <a:pt x="632150" y="1899344"/>
                  </a:lnTo>
                  <a:lnTo>
                    <a:pt x="633360" y="1901840"/>
                  </a:lnTo>
                  <a:lnTo>
                    <a:pt x="633185" y="1903209"/>
                  </a:lnTo>
                  <a:lnTo>
                    <a:pt x="633178" y="1904822"/>
                  </a:lnTo>
                  <a:lnTo>
                    <a:pt x="634083" y="1913489"/>
                  </a:lnTo>
                  <a:lnTo>
                    <a:pt x="631694" y="1916471"/>
                  </a:lnTo>
                  <a:lnTo>
                    <a:pt x="629868" y="1919165"/>
                  </a:lnTo>
                  <a:lnTo>
                    <a:pt x="623530" y="1918792"/>
                  </a:lnTo>
                  <a:lnTo>
                    <a:pt x="622427" y="1917848"/>
                  </a:lnTo>
                  <a:lnTo>
                    <a:pt x="616309" y="1915010"/>
                  </a:lnTo>
                  <a:lnTo>
                    <a:pt x="616682" y="1916342"/>
                  </a:lnTo>
                  <a:lnTo>
                    <a:pt x="621110" y="1920192"/>
                  </a:lnTo>
                  <a:lnTo>
                    <a:pt x="622655" y="1922109"/>
                  </a:lnTo>
                  <a:lnTo>
                    <a:pt x="621620" y="1922505"/>
                  </a:lnTo>
                  <a:lnTo>
                    <a:pt x="619832" y="1922649"/>
                  </a:lnTo>
                  <a:lnTo>
                    <a:pt x="617344" y="1923943"/>
                  </a:lnTo>
                  <a:lnTo>
                    <a:pt x="612847" y="1923243"/>
                  </a:lnTo>
                  <a:lnTo>
                    <a:pt x="613099" y="1921303"/>
                  </a:lnTo>
                  <a:lnTo>
                    <a:pt x="613951" y="1919302"/>
                  </a:lnTo>
                  <a:lnTo>
                    <a:pt x="611896" y="1919644"/>
                  </a:lnTo>
                  <a:lnTo>
                    <a:pt x="609606" y="1920656"/>
                  </a:lnTo>
                  <a:lnTo>
                    <a:pt x="608275" y="1920283"/>
                  </a:lnTo>
                  <a:lnTo>
                    <a:pt x="607164" y="1920397"/>
                  </a:lnTo>
                  <a:lnTo>
                    <a:pt x="606532" y="1919393"/>
                  </a:lnTo>
                  <a:lnTo>
                    <a:pt x="605665" y="1915474"/>
                  </a:lnTo>
                  <a:lnTo>
                    <a:pt x="606700" y="1913504"/>
                  </a:lnTo>
                  <a:lnTo>
                    <a:pt x="610405" y="1908391"/>
                  </a:lnTo>
                  <a:lnTo>
                    <a:pt x="611584" y="1905637"/>
                  </a:lnTo>
                  <a:lnTo>
                    <a:pt x="610557" y="1904381"/>
                  </a:lnTo>
                  <a:lnTo>
                    <a:pt x="607909" y="1907333"/>
                  </a:lnTo>
                  <a:lnTo>
                    <a:pt x="605178" y="1912013"/>
                  </a:lnTo>
                  <a:lnTo>
                    <a:pt x="603961" y="1914835"/>
                  </a:lnTo>
                  <a:lnTo>
                    <a:pt x="602249" y="1915383"/>
                  </a:lnTo>
                  <a:lnTo>
                    <a:pt x="597995" y="1913960"/>
                  </a:lnTo>
                  <a:lnTo>
                    <a:pt x="585890" y="1907409"/>
                  </a:lnTo>
                  <a:lnTo>
                    <a:pt x="586248" y="1903415"/>
                  </a:lnTo>
                  <a:lnTo>
                    <a:pt x="586134" y="1900098"/>
                  </a:lnTo>
                  <a:lnTo>
                    <a:pt x="589664" y="1899679"/>
                  </a:lnTo>
                  <a:lnTo>
                    <a:pt x="592228" y="1898234"/>
                  </a:lnTo>
                  <a:lnTo>
                    <a:pt x="594526" y="1896461"/>
                  </a:lnTo>
                  <a:lnTo>
                    <a:pt x="597113" y="1893227"/>
                  </a:lnTo>
                  <a:lnTo>
                    <a:pt x="599487" y="1887871"/>
                  </a:lnTo>
                  <a:lnTo>
                    <a:pt x="599182" y="1887460"/>
                  </a:lnTo>
                  <a:lnTo>
                    <a:pt x="592221" y="1894292"/>
                  </a:lnTo>
                  <a:lnTo>
                    <a:pt x="587937" y="1896567"/>
                  </a:lnTo>
                  <a:lnTo>
                    <a:pt x="585867" y="1896986"/>
                  </a:lnTo>
                  <a:lnTo>
                    <a:pt x="584833" y="1895981"/>
                  </a:lnTo>
                  <a:lnTo>
                    <a:pt x="581386" y="1893790"/>
                  </a:lnTo>
                  <a:lnTo>
                    <a:pt x="579149" y="1892793"/>
                  </a:lnTo>
                  <a:lnTo>
                    <a:pt x="574044" y="1891165"/>
                  </a:lnTo>
                  <a:lnTo>
                    <a:pt x="573138" y="1890290"/>
                  </a:lnTo>
                  <a:lnTo>
                    <a:pt x="571639" y="1889590"/>
                  </a:lnTo>
                  <a:lnTo>
                    <a:pt x="569600" y="1882590"/>
                  </a:lnTo>
                  <a:lnTo>
                    <a:pt x="572233" y="1874038"/>
                  </a:lnTo>
                  <a:lnTo>
                    <a:pt x="574044" y="1871543"/>
                  </a:lnTo>
                  <a:lnTo>
                    <a:pt x="575193" y="1868651"/>
                  </a:lnTo>
                  <a:lnTo>
                    <a:pt x="575839" y="1864809"/>
                  </a:lnTo>
                  <a:lnTo>
                    <a:pt x="575391" y="1863166"/>
                  </a:lnTo>
                  <a:lnTo>
                    <a:pt x="573853" y="1863729"/>
                  </a:lnTo>
                  <a:lnTo>
                    <a:pt x="573138" y="1865045"/>
                  </a:lnTo>
                  <a:lnTo>
                    <a:pt x="573253" y="1867107"/>
                  </a:lnTo>
                  <a:lnTo>
                    <a:pt x="572370" y="1868537"/>
                  </a:lnTo>
                  <a:lnTo>
                    <a:pt x="566283" y="1871817"/>
                  </a:lnTo>
                  <a:lnTo>
                    <a:pt x="560181" y="1874472"/>
                  </a:lnTo>
                  <a:lnTo>
                    <a:pt x="557290" y="1876983"/>
                  </a:lnTo>
                  <a:lnTo>
                    <a:pt x="555410" y="1878938"/>
                  </a:lnTo>
                  <a:lnTo>
                    <a:pt x="553942" y="1880855"/>
                  </a:lnTo>
                  <a:lnTo>
                    <a:pt x="551697" y="1880688"/>
                  </a:lnTo>
                  <a:lnTo>
                    <a:pt x="548601" y="1881076"/>
                  </a:lnTo>
                  <a:lnTo>
                    <a:pt x="546478" y="1882324"/>
                  </a:lnTo>
                  <a:lnTo>
                    <a:pt x="543374" y="1881556"/>
                  </a:lnTo>
                  <a:lnTo>
                    <a:pt x="541350" y="1879707"/>
                  </a:lnTo>
                  <a:lnTo>
                    <a:pt x="538907" y="1879494"/>
                  </a:lnTo>
                  <a:lnTo>
                    <a:pt x="536168" y="1880384"/>
                  </a:lnTo>
                  <a:lnTo>
                    <a:pt x="534274" y="1880308"/>
                  </a:lnTo>
                  <a:lnTo>
                    <a:pt x="534433" y="1881563"/>
                  </a:lnTo>
                  <a:lnTo>
                    <a:pt x="535697" y="1884645"/>
                  </a:lnTo>
                  <a:lnTo>
                    <a:pt x="533604" y="1884850"/>
                  </a:lnTo>
                  <a:lnTo>
                    <a:pt x="529633" y="1884972"/>
                  </a:lnTo>
                  <a:lnTo>
                    <a:pt x="527632" y="1884074"/>
                  </a:lnTo>
                  <a:lnTo>
                    <a:pt x="526064" y="1882902"/>
                  </a:lnTo>
                  <a:lnTo>
                    <a:pt x="524763" y="1881266"/>
                  </a:lnTo>
                  <a:lnTo>
                    <a:pt x="525547" y="1879121"/>
                  </a:lnTo>
                  <a:lnTo>
                    <a:pt x="531938" y="1875179"/>
                  </a:lnTo>
                  <a:lnTo>
                    <a:pt x="534837" y="1872889"/>
                  </a:lnTo>
                  <a:lnTo>
                    <a:pt x="532942" y="1872106"/>
                  </a:lnTo>
                  <a:lnTo>
                    <a:pt x="526810" y="1872813"/>
                  </a:lnTo>
                  <a:lnTo>
                    <a:pt x="525790" y="1872220"/>
                  </a:lnTo>
                  <a:lnTo>
                    <a:pt x="521682" y="1872577"/>
                  </a:lnTo>
                  <a:lnTo>
                    <a:pt x="521857" y="1866681"/>
                  </a:lnTo>
                  <a:lnTo>
                    <a:pt x="520860" y="1865212"/>
                  </a:lnTo>
                  <a:lnTo>
                    <a:pt x="520791" y="1864520"/>
                  </a:lnTo>
                  <a:lnTo>
                    <a:pt x="519369" y="1862869"/>
                  </a:lnTo>
                  <a:lnTo>
                    <a:pt x="518022" y="1862458"/>
                  </a:lnTo>
                  <a:lnTo>
                    <a:pt x="517185" y="1861864"/>
                  </a:lnTo>
                  <a:lnTo>
                    <a:pt x="510246" y="1860533"/>
                  </a:lnTo>
                  <a:lnTo>
                    <a:pt x="509341" y="1857223"/>
                  </a:lnTo>
                  <a:lnTo>
                    <a:pt x="508861" y="1853807"/>
                  </a:lnTo>
                  <a:lnTo>
                    <a:pt x="507537" y="1849554"/>
                  </a:lnTo>
                  <a:lnTo>
                    <a:pt x="504212" y="1848443"/>
                  </a:lnTo>
                  <a:lnTo>
                    <a:pt x="502417" y="1846594"/>
                  </a:lnTo>
                  <a:lnTo>
                    <a:pt x="503847" y="1844700"/>
                  </a:lnTo>
                  <a:lnTo>
                    <a:pt x="504471" y="1842295"/>
                  </a:lnTo>
                  <a:lnTo>
                    <a:pt x="502934" y="1841192"/>
                  </a:lnTo>
                  <a:lnTo>
                    <a:pt x="501953" y="1839495"/>
                  </a:lnTo>
                  <a:lnTo>
                    <a:pt x="502097" y="1838392"/>
                  </a:lnTo>
                  <a:lnTo>
                    <a:pt x="500849" y="1835402"/>
                  </a:lnTo>
                  <a:lnTo>
                    <a:pt x="500477" y="1833066"/>
                  </a:lnTo>
                  <a:lnTo>
                    <a:pt x="501907" y="1830867"/>
                  </a:lnTo>
                  <a:lnTo>
                    <a:pt x="505833" y="1828379"/>
                  </a:lnTo>
                  <a:lnTo>
                    <a:pt x="507104" y="1827375"/>
                  </a:lnTo>
                  <a:lnTo>
                    <a:pt x="507758" y="1826287"/>
                  </a:lnTo>
                  <a:lnTo>
                    <a:pt x="512262" y="1824453"/>
                  </a:lnTo>
                  <a:lnTo>
                    <a:pt x="508427" y="1823160"/>
                  </a:lnTo>
                  <a:lnTo>
                    <a:pt x="506031" y="1822962"/>
                  </a:lnTo>
                  <a:lnTo>
                    <a:pt x="504281" y="1823571"/>
                  </a:lnTo>
                  <a:lnTo>
                    <a:pt x="502668" y="1826005"/>
                  </a:lnTo>
                  <a:lnTo>
                    <a:pt x="501161" y="1827618"/>
                  </a:lnTo>
                  <a:lnTo>
                    <a:pt x="495287" y="1828143"/>
                  </a:lnTo>
                  <a:lnTo>
                    <a:pt x="494420" y="1827306"/>
                  </a:lnTo>
                  <a:lnTo>
                    <a:pt x="494009" y="1823867"/>
                  </a:lnTo>
                  <a:lnTo>
                    <a:pt x="494344" y="1821212"/>
                  </a:lnTo>
                  <a:lnTo>
                    <a:pt x="496786" y="1817469"/>
                  </a:lnTo>
                  <a:lnTo>
                    <a:pt x="493971" y="1815612"/>
                  </a:lnTo>
                  <a:lnTo>
                    <a:pt x="491392" y="1815003"/>
                  </a:lnTo>
                  <a:lnTo>
                    <a:pt x="488463" y="1813261"/>
                  </a:lnTo>
                  <a:lnTo>
                    <a:pt x="485754" y="1811420"/>
                  </a:lnTo>
                  <a:lnTo>
                    <a:pt x="483426" y="1809274"/>
                  </a:lnTo>
                  <a:lnTo>
                    <a:pt x="481158" y="1806741"/>
                  </a:lnTo>
                  <a:lnTo>
                    <a:pt x="480436" y="1806421"/>
                  </a:lnTo>
                  <a:lnTo>
                    <a:pt x="481250" y="1803766"/>
                  </a:lnTo>
                  <a:lnTo>
                    <a:pt x="481714" y="1801574"/>
                  </a:lnTo>
                  <a:lnTo>
                    <a:pt x="481782" y="1796857"/>
                  </a:lnTo>
                  <a:lnTo>
                    <a:pt x="480869" y="1794894"/>
                  </a:lnTo>
                  <a:lnTo>
                    <a:pt x="482901" y="1790846"/>
                  </a:lnTo>
                  <a:lnTo>
                    <a:pt x="485632" y="1786410"/>
                  </a:lnTo>
                  <a:lnTo>
                    <a:pt x="491673" y="1779799"/>
                  </a:lnTo>
                  <a:lnTo>
                    <a:pt x="485282" y="1782987"/>
                  </a:lnTo>
                  <a:lnTo>
                    <a:pt x="480032" y="1789918"/>
                  </a:lnTo>
                  <a:lnTo>
                    <a:pt x="478921" y="1790238"/>
                  </a:lnTo>
                  <a:lnTo>
                    <a:pt x="478533" y="1788982"/>
                  </a:lnTo>
                  <a:lnTo>
                    <a:pt x="476540" y="1784485"/>
                  </a:lnTo>
                  <a:lnTo>
                    <a:pt x="475041" y="1783253"/>
                  </a:lnTo>
                  <a:lnTo>
                    <a:pt x="474372" y="1781899"/>
                  </a:lnTo>
                  <a:lnTo>
                    <a:pt x="471381" y="1779487"/>
                  </a:lnTo>
                  <a:lnTo>
                    <a:pt x="470088" y="1777630"/>
                  </a:lnTo>
                  <a:lnTo>
                    <a:pt x="468247" y="1774039"/>
                  </a:lnTo>
                  <a:lnTo>
                    <a:pt x="465629" y="1769748"/>
                  </a:lnTo>
                  <a:lnTo>
                    <a:pt x="461909" y="1761249"/>
                  </a:lnTo>
                  <a:lnTo>
                    <a:pt x="455898" y="1751396"/>
                  </a:lnTo>
                  <a:lnTo>
                    <a:pt x="454414" y="1745826"/>
                  </a:lnTo>
                  <a:lnTo>
                    <a:pt x="456278" y="1738728"/>
                  </a:lnTo>
                  <a:lnTo>
                    <a:pt x="454216" y="1733813"/>
                  </a:lnTo>
                  <a:lnTo>
                    <a:pt x="459923" y="1731530"/>
                  </a:lnTo>
                  <a:lnTo>
                    <a:pt x="468087" y="1728966"/>
                  </a:lnTo>
                  <a:lnTo>
                    <a:pt x="472325" y="1726828"/>
                  </a:lnTo>
                  <a:lnTo>
                    <a:pt x="474767" y="1726189"/>
                  </a:lnTo>
                  <a:lnTo>
                    <a:pt x="479956" y="1725793"/>
                  </a:lnTo>
                  <a:lnTo>
                    <a:pt x="481691" y="1723640"/>
                  </a:lnTo>
                  <a:lnTo>
                    <a:pt x="478807" y="1724188"/>
                  </a:lnTo>
                  <a:lnTo>
                    <a:pt x="476867" y="1723906"/>
                  </a:lnTo>
                  <a:lnTo>
                    <a:pt x="476745" y="1722902"/>
                  </a:lnTo>
                  <a:lnTo>
                    <a:pt x="477461" y="1721114"/>
                  </a:lnTo>
                  <a:lnTo>
                    <a:pt x="477925" y="1718801"/>
                  </a:lnTo>
                  <a:lnTo>
                    <a:pt x="476936" y="1719219"/>
                  </a:lnTo>
                  <a:lnTo>
                    <a:pt x="471861" y="1723199"/>
                  </a:lnTo>
                  <a:lnTo>
                    <a:pt x="464359" y="1726349"/>
                  </a:lnTo>
                  <a:lnTo>
                    <a:pt x="458500" y="1728098"/>
                  </a:lnTo>
                  <a:lnTo>
                    <a:pt x="457549" y="1728007"/>
                  </a:lnTo>
                  <a:lnTo>
                    <a:pt x="455495" y="1729065"/>
                  </a:lnTo>
                  <a:lnTo>
                    <a:pt x="454315" y="1729369"/>
                  </a:lnTo>
                  <a:lnTo>
                    <a:pt x="453402" y="1729065"/>
                  </a:lnTo>
                  <a:lnTo>
                    <a:pt x="451333" y="1726052"/>
                  </a:lnTo>
                  <a:lnTo>
                    <a:pt x="450777" y="1724081"/>
                  </a:lnTo>
                  <a:lnTo>
                    <a:pt x="454498" y="1718717"/>
                  </a:lnTo>
                  <a:lnTo>
                    <a:pt x="457275" y="1711367"/>
                  </a:lnTo>
                  <a:lnTo>
                    <a:pt x="460950" y="1706536"/>
                  </a:lnTo>
                  <a:lnTo>
                    <a:pt x="463545" y="1705927"/>
                  </a:lnTo>
                  <a:lnTo>
                    <a:pt x="467889" y="1706186"/>
                  </a:lnTo>
                  <a:lnTo>
                    <a:pt x="469418" y="1706612"/>
                  </a:lnTo>
                  <a:lnTo>
                    <a:pt x="468931" y="1703743"/>
                  </a:lnTo>
                  <a:lnTo>
                    <a:pt x="469114" y="1702351"/>
                  </a:lnTo>
                  <a:lnTo>
                    <a:pt x="472637" y="1700677"/>
                  </a:lnTo>
                  <a:lnTo>
                    <a:pt x="476745" y="1699932"/>
                  </a:lnTo>
                  <a:lnTo>
                    <a:pt x="479667" y="1700457"/>
                  </a:lnTo>
                  <a:lnTo>
                    <a:pt x="481508" y="1703835"/>
                  </a:lnTo>
                  <a:lnTo>
                    <a:pt x="483875" y="1710043"/>
                  </a:lnTo>
                  <a:lnTo>
                    <a:pt x="487063" y="1712136"/>
                  </a:lnTo>
                  <a:lnTo>
                    <a:pt x="486918" y="1709161"/>
                  </a:lnTo>
                  <a:lnTo>
                    <a:pt x="485267" y="1705318"/>
                  </a:lnTo>
                  <a:lnTo>
                    <a:pt x="484651" y="1699399"/>
                  </a:lnTo>
                  <a:lnTo>
                    <a:pt x="482551" y="1696896"/>
                  </a:lnTo>
                  <a:lnTo>
                    <a:pt x="480869" y="1695663"/>
                  </a:lnTo>
                  <a:lnTo>
                    <a:pt x="476213" y="1696264"/>
                  </a:lnTo>
                  <a:lnTo>
                    <a:pt x="473413" y="1691912"/>
                  </a:lnTo>
                  <a:lnTo>
                    <a:pt x="472781" y="1690314"/>
                  </a:lnTo>
                  <a:lnTo>
                    <a:pt x="472713" y="1688184"/>
                  </a:lnTo>
                  <a:lnTo>
                    <a:pt x="469913" y="1681915"/>
                  </a:lnTo>
                  <a:lnTo>
                    <a:pt x="469015" y="1678765"/>
                  </a:lnTo>
                  <a:lnTo>
                    <a:pt x="467531" y="1674565"/>
                  </a:lnTo>
                  <a:lnTo>
                    <a:pt x="466740" y="1674336"/>
                  </a:lnTo>
                  <a:lnTo>
                    <a:pt x="467744" y="1679624"/>
                  </a:lnTo>
                  <a:lnTo>
                    <a:pt x="469053" y="1683330"/>
                  </a:lnTo>
                  <a:lnTo>
                    <a:pt x="470925" y="1691440"/>
                  </a:lnTo>
                  <a:lnTo>
                    <a:pt x="471853" y="1694697"/>
                  </a:lnTo>
                  <a:lnTo>
                    <a:pt x="470598" y="1697269"/>
                  </a:lnTo>
                  <a:lnTo>
                    <a:pt x="468231" y="1699810"/>
                  </a:lnTo>
                  <a:lnTo>
                    <a:pt x="466139" y="1701324"/>
                  </a:lnTo>
                  <a:lnTo>
                    <a:pt x="461194" y="1703135"/>
                  </a:lnTo>
                  <a:lnTo>
                    <a:pt x="462259" y="1699178"/>
                  </a:lnTo>
                  <a:lnTo>
                    <a:pt x="462936" y="1695283"/>
                  </a:lnTo>
                  <a:lnTo>
                    <a:pt x="460448" y="1696668"/>
                  </a:lnTo>
                  <a:lnTo>
                    <a:pt x="458135" y="1699498"/>
                  </a:lnTo>
                  <a:lnTo>
                    <a:pt x="457336" y="1703409"/>
                  </a:lnTo>
                  <a:lnTo>
                    <a:pt x="455852" y="1706947"/>
                  </a:lnTo>
                  <a:lnTo>
                    <a:pt x="451447" y="1715598"/>
                  </a:lnTo>
                  <a:lnTo>
                    <a:pt x="449712" y="1720376"/>
                  </a:lnTo>
                  <a:lnTo>
                    <a:pt x="448069" y="1722727"/>
                  </a:lnTo>
                  <a:lnTo>
                    <a:pt x="446197" y="1723374"/>
                  </a:lnTo>
                  <a:lnTo>
                    <a:pt x="444576" y="1721509"/>
                  </a:lnTo>
                  <a:lnTo>
                    <a:pt x="443199" y="1717119"/>
                  </a:lnTo>
                  <a:lnTo>
                    <a:pt x="442552" y="1713673"/>
                  </a:lnTo>
                  <a:lnTo>
                    <a:pt x="442476" y="1704695"/>
                  </a:lnTo>
                  <a:lnTo>
                    <a:pt x="442651" y="1700487"/>
                  </a:lnTo>
                  <a:lnTo>
                    <a:pt x="441898" y="1694796"/>
                  </a:lnTo>
                  <a:lnTo>
                    <a:pt x="439517" y="1681458"/>
                  </a:lnTo>
                  <a:lnTo>
                    <a:pt x="439014" y="1676672"/>
                  </a:lnTo>
                  <a:lnTo>
                    <a:pt x="434990" y="1674123"/>
                  </a:lnTo>
                  <a:lnTo>
                    <a:pt x="434929" y="1673302"/>
                  </a:lnTo>
                  <a:lnTo>
                    <a:pt x="433879" y="1670563"/>
                  </a:lnTo>
                  <a:lnTo>
                    <a:pt x="433064" y="1667816"/>
                  </a:lnTo>
                  <a:lnTo>
                    <a:pt x="433734" y="1666812"/>
                  </a:lnTo>
                  <a:lnTo>
                    <a:pt x="434693" y="1666089"/>
                  </a:lnTo>
                  <a:lnTo>
                    <a:pt x="440711" y="1662026"/>
                  </a:lnTo>
                  <a:lnTo>
                    <a:pt x="445170" y="1657461"/>
                  </a:lnTo>
                  <a:lnTo>
                    <a:pt x="450504" y="1650270"/>
                  </a:lnTo>
                  <a:lnTo>
                    <a:pt x="452679" y="1648034"/>
                  </a:lnTo>
                  <a:lnTo>
                    <a:pt x="460501" y="1646306"/>
                  </a:lnTo>
                  <a:lnTo>
                    <a:pt x="463971" y="1646071"/>
                  </a:lnTo>
                  <a:lnTo>
                    <a:pt x="463940" y="1644785"/>
                  </a:lnTo>
                  <a:lnTo>
                    <a:pt x="462776" y="1644275"/>
                  </a:lnTo>
                  <a:lnTo>
                    <a:pt x="457496" y="1644610"/>
                  </a:lnTo>
                  <a:lnTo>
                    <a:pt x="450458" y="1647501"/>
                  </a:lnTo>
                  <a:lnTo>
                    <a:pt x="449248" y="1648543"/>
                  </a:lnTo>
                  <a:lnTo>
                    <a:pt x="446167" y="1653025"/>
                  </a:lnTo>
                  <a:lnTo>
                    <a:pt x="443793" y="1655467"/>
                  </a:lnTo>
                  <a:lnTo>
                    <a:pt x="437112" y="1661029"/>
                  </a:lnTo>
                  <a:lnTo>
                    <a:pt x="432775" y="1661029"/>
                  </a:lnTo>
                  <a:lnTo>
                    <a:pt x="428302" y="1654364"/>
                  </a:lnTo>
                  <a:lnTo>
                    <a:pt x="423303" y="1655642"/>
                  </a:lnTo>
                  <a:lnTo>
                    <a:pt x="419932" y="1655201"/>
                  </a:lnTo>
                  <a:lnTo>
                    <a:pt x="418951" y="1654197"/>
                  </a:lnTo>
                  <a:lnTo>
                    <a:pt x="418205" y="1645036"/>
                  </a:lnTo>
                  <a:lnTo>
                    <a:pt x="420921" y="1634270"/>
                  </a:lnTo>
                  <a:lnTo>
                    <a:pt x="417984" y="1634163"/>
                  </a:lnTo>
                  <a:lnTo>
                    <a:pt x="417376" y="1633730"/>
                  </a:lnTo>
                  <a:lnTo>
                    <a:pt x="415824" y="1631264"/>
                  </a:lnTo>
                  <a:lnTo>
                    <a:pt x="414812" y="1630526"/>
                  </a:lnTo>
                  <a:lnTo>
                    <a:pt x="415565" y="1629218"/>
                  </a:lnTo>
                  <a:lnTo>
                    <a:pt x="422801" y="1624074"/>
                  </a:lnTo>
                  <a:lnTo>
                    <a:pt x="433628" y="1613924"/>
                  </a:lnTo>
                  <a:lnTo>
                    <a:pt x="438284" y="1609915"/>
                  </a:lnTo>
                  <a:lnTo>
                    <a:pt x="441160" y="1608180"/>
                  </a:lnTo>
                  <a:lnTo>
                    <a:pt x="443336" y="1606194"/>
                  </a:lnTo>
                  <a:lnTo>
                    <a:pt x="445984" y="1601873"/>
                  </a:lnTo>
                  <a:lnTo>
                    <a:pt x="446859" y="1599978"/>
                  </a:lnTo>
                  <a:lnTo>
                    <a:pt x="448335" y="1598449"/>
                  </a:lnTo>
                  <a:lnTo>
                    <a:pt x="451447" y="1596721"/>
                  </a:lnTo>
                  <a:lnTo>
                    <a:pt x="454848" y="1594104"/>
                  </a:lnTo>
                  <a:lnTo>
                    <a:pt x="460364" y="1588200"/>
                  </a:lnTo>
                  <a:lnTo>
                    <a:pt x="461087" y="1586009"/>
                  </a:lnTo>
                  <a:lnTo>
                    <a:pt x="459885" y="1585499"/>
                  </a:lnTo>
                  <a:lnTo>
                    <a:pt x="457305" y="1587523"/>
                  </a:lnTo>
                  <a:lnTo>
                    <a:pt x="452063" y="1592925"/>
                  </a:lnTo>
                  <a:lnTo>
                    <a:pt x="448320" y="1595953"/>
                  </a:lnTo>
                  <a:lnTo>
                    <a:pt x="435545" y="1609428"/>
                  </a:lnTo>
                  <a:lnTo>
                    <a:pt x="430105" y="1614297"/>
                  </a:lnTo>
                  <a:lnTo>
                    <a:pt x="427145" y="1617402"/>
                  </a:lnTo>
                  <a:lnTo>
                    <a:pt x="424847" y="1620354"/>
                  </a:lnTo>
                  <a:lnTo>
                    <a:pt x="422420" y="1622454"/>
                  </a:lnTo>
                  <a:lnTo>
                    <a:pt x="419848" y="1623709"/>
                  </a:lnTo>
                  <a:lnTo>
                    <a:pt x="414370" y="1624645"/>
                  </a:lnTo>
                  <a:lnTo>
                    <a:pt x="411677" y="1625733"/>
                  </a:lnTo>
                  <a:lnTo>
                    <a:pt x="410056" y="1624942"/>
                  </a:lnTo>
                  <a:lnTo>
                    <a:pt x="409341" y="1618642"/>
                  </a:lnTo>
                  <a:lnTo>
                    <a:pt x="409889" y="1614898"/>
                  </a:lnTo>
                  <a:lnTo>
                    <a:pt x="409630" y="1611193"/>
                  </a:lnTo>
                  <a:lnTo>
                    <a:pt x="411000" y="1605867"/>
                  </a:lnTo>
                  <a:lnTo>
                    <a:pt x="413031" y="1602086"/>
                  </a:lnTo>
                  <a:lnTo>
                    <a:pt x="413883" y="1600024"/>
                  </a:lnTo>
                  <a:lnTo>
                    <a:pt x="414241" y="1598608"/>
                  </a:lnTo>
                  <a:lnTo>
                    <a:pt x="418426" y="1594675"/>
                  </a:lnTo>
                  <a:lnTo>
                    <a:pt x="420731" y="1592932"/>
                  </a:lnTo>
                  <a:lnTo>
                    <a:pt x="422359" y="1588976"/>
                  </a:lnTo>
                  <a:lnTo>
                    <a:pt x="431649" y="1587568"/>
                  </a:lnTo>
                  <a:lnTo>
                    <a:pt x="434046" y="1587713"/>
                  </a:lnTo>
                  <a:lnTo>
                    <a:pt x="435317" y="1587180"/>
                  </a:lnTo>
                  <a:lnTo>
                    <a:pt x="436268" y="1586031"/>
                  </a:lnTo>
                  <a:lnTo>
                    <a:pt x="435347" y="1585141"/>
                  </a:lnTo>
                  <a:lnTo>
                    <a:pt x="432562" y="1584510"/>
                  </a:lnTo>
                  <a:lnTo>
                    <a:pt x="425159" y="1584631"/>
                  </a:lnTo>
                  <a:lnTo>
                    <a:pt x="418319" y="1583954"/>
                  </a:lnTo>
                  <a:lnTo>
                    <a:pt x="415200" y="1583270"/>
                  </a:lnTo>
                  <a:lnTo>
                    <a:pt x="413693" y="1583665"/>
                  </a:lnTo>
                  <a:lnTo>
                    <a:pt x="411205" y="1582509"/>
                  </a:lnTo>
                  <a:lnTo>
                    <a:pt x="408489" y="1580295"/>
                  </a:lnTo>
                  <a:lnTo>
                    <a:pt x="404274" y="1572138"/>
                  </a:lnTo>
                  <a:lnTo>
                    <a:pt x="405963" y="1561593"/>
                  </a:lnTo>
                  <a:lnTo>
                    <a:pt x="406107" y="1556525"/>
                  </a:lnTo>
                  <a:lnTo>
                    <a:pt x="411464" y="1552075"/>
                  </a:lnTo>
                  <a:lnTo>
                    <a:pt x="414325" y="1550598"/>
                  </a:lnTo>
                  <a:lnTo>
                    <a:pt x="418388" y="1547235"/>
                  </a:lnTo>
                  <a:lnTo>
                    <a:pt x="423812" y="1541499"/>
                  </a:lnTo>
                  <a:lnTo>
                    <a:pt x="430287" y="1537983"/>
                  </a:lnTo>
                  <a:lnTo>
                    <a:pt x="433589" y="1537329"/>
                  </a:lnTo>
                  <a:lnTo>
                    <a:pt x="436329" y="1537831"/>
                  </a:lnTo>
                  <a:lnTo>
                    <a:pt x="446463" y="1542815"/>
                  </a:lnTo>
                  <a:lnTo>
                    <a:pt x="451675" y="1543789"/>
                  </a:lnTo>
                  <a:lnTo>
                    <a:pt x="456255" y="1542594"/>
                  </a:lnTo>
                  <a:lnTo>
                    <a:pt x="462000" y="1544337"/>
                  </a:lnTo>
                  <a:lnTo>
                    <a:pt x="472165" y="1551473"/>
                  </a:lnTo>
                  <a:lnTo>
                    <a:pt x="474128" y="1550416"/>
                  </a:lnTo>
                  <a:lnTo>
                    <a:pt x="473557" y="1548689"/>
                  </a:lnTo>
                  <a:lnTo>
                    <a:pt x="462221" y="1541133"/>
                  </a:lnTo>
                  <a:lnTo>
                    <a:pt x="462281" y="1538866"/>
                  </a:lnTo>
                  <a:lnTo>
                    <a:pt x="465180" y="1538273"/>
                  </a:lnTo>
                  <a:lnTo>
                    <a:pt x="468277" y="1536066"/>
                  </a:lnTo>
                  <a:lnTo>
                    <a:pt x="466535" y="1534757"/>
                  </a:lnTo>
                  <a:lnTo>
                    <a:pt x="459002" y="1535891"/>
                  </a:lnTo>
                  <a:lnTo>
                    <a:pt x="456826" y="1537702"/>
                  </a:lnTo>
                  <a:lnTo>
                    <a:pt x="449522" y="1538638"/>
                  </a:lnTo>
                  <a:lnTo>
                    <a:pt x="445710" y="1537101"/>
                  </a:lnTo>
                  <a:lnTo>
                    <a:pt x="442286" y="1536332"/>
                  </a:lnTo>
                  <a:lnTo>
                    <a:pt x="437150" y="1533045"/>
                  </a:lnTo>
                  <a:lnTo>
                    <a:pt x="432852" y="1534118"/>
                  </a:lnTo>
                  <a:lnTo>
                    <a:pt x="430135" y="1535412"/>
                  </a:lnTo>
                  <a:lnTo>
                    <a:pt x="425334" y="1536637"/>
                  </a:lnTo>
                  <a:lnTo>
                    <a:pt x="423600" y="1537512"/>
                  </a:lnTo>
                  <a:lnTo>
                    <a:pt x="414218" y="1547798"/>
                  </a:lnTo>
                  <a:lnTo>
                    <a:pt x="410269" y="1549929"/>
                  </a:lnTo>
                  <a:lnTo>
                    <a:pt x="407462" y="1549229"/>
                  </a:lnTo>
                  <a:lnTo>
                    <a:pt x="409432" y="1542549"/>
                  </a:lnTo>
                  <a:lnTo>
                    <a:pt x="410003" y="1539901"/>
                  </a:lnTo>
                  <a:lnTo>
                    <a:pt x="410003" y="1537017"/>
                  </a:lnTo>
                  <a:lnTo>
                    <a:pt x="410817" y="1533053"/>
                  </a:lnTo>
                  <a:lnTo>
                    <a:pt x="415626" y="1525467"/>
                  </a:lnTo>
                  <a:lnTo>
                    <a:pt x="418646" y="1517113"/>
                  </a:lnTo>
                  <a:lnTo>
                    <a:pt x="419925" y="1511901"/>
                  </a:lnTo>
                  <a:lnTo>
                    <a:pt x="422291" y="1511315"/>
                  </a:lnTo>
                  <a:lnTo>
                    <a:pt x="425517" y="1512084"/>
                  </a:lnTo>
                  <a:lnTo>
                    <a:pt x="435210" y="1515462"/>
                  </a:lnTo>
                  <a:lnTo>
                    <a:pt x="443275" y="1519479"/>
                  </a:lnTo>
                  <a:lnTo>
                    <a:pt x="449225" y="1520552"/>
                  </a:lnTo>
                  <a:lnTo>
                    <a:pt x="453136" y="1520666"/>
                  </a:lnTo>
                  <a:lnTo>
                    <a:pt x="454810" y="1519388"/>
                  </a:lnTo>
                  <a:lnTo>
                    <a:pt x="456134" y="1517159"/>
                  </a:lnTo>
                  <a:lnTo>
                    <a:pt x="456643" y="1515614"/>
                  </a:lnTo>
                  <a:lnTo>
                    <a:pt x="457024" y="1512449"/>
                  </a:lnTo>
                  <a:lnTo>
                    <a:pt x="457473" y="1511323"/>
                  </a:lnTo>
                  <a:lnTo>
                    <a:pt x="458781" y="1509938"/>
                  </a:lnTo>
                  <a:lnTo>
                    <a:pt x="461452" y="1505107"/>
                  </a:lnTo>
                  <a:lnTo>
                    <a:pt x="462266" y="1501660"/>
                  </a:lnTo>
                  <a:lnTo>
                    <a:pt x="461391" y="1499644"/>
                  </a:lnTo>
                  <a:lnTo>
                    <a:pt x="459611" y="1499849"/>
                  </a:lnTo>
                  <a:lnTo>
                    <a:pt x="456134" y="1501173"/>
                  </a:lnTo>
                  <a:lnTo>
                    <a:pt x="455662" y="1501721"/>
                  </a:lnTo>
                  <a:lnTo>
                    <a:pt x="455723" y="1502801"/>
                  </a:lnTo>
                  <a:lnTo>
                    <a:pt x="452368" y="1508135"/>
                  </a:lnTo>
                  <a:lnTo>
                    <a:pt x="448708" y="1509360"/>
                  </a:lnTo>
                  <a:lnTo>
                    <a:pt x="440285" y="1511140"/>
                  </a:lnTo>
                  <a:lnTo>
                    <a:pt x="436443" y="1511270"/>
                  </a:lnTo>
                  <a:lnTo>
                    <a:pt x="429610" y="1508797"/>
                  </a:lnTo>
                  <a:lnTo>
                    <a:pt x="428575" y="1507831"/>
                  </a:lnTo>
                  <a:lnTo>
                    <a:pt x="427868" y="1506012"/>
                  </a:lnTo>
                  <a:lnTo>
                    <a:pt x="419483" y="1506423"/>
                  </a:lnTo>
                  <a:lnTo>
                    <a:pt x="416980" y="1506971"/>
                  </a:lnTo>
                  <a:lnTo>
                    <a:pt x="414987" y="1506735"/>
                  </a:lnTo>
                  <a:lnTo>
                    <a:pt x="415961" y="1503570"/>
                  </a:lnTo>
                  <a:lnTo>
                    <a:pt x="418608" y="1500047"/>
                  </a:lnTo>
                  <a:lnTo>
                    <a:pt x="422321" y="1488520"/>
                  </a:lnTo>
                  <a:lnTo>
                    <a:pt x="425433" y="1485553"/>
                  </a:lnTo>
                  <a:lnTo>
                    <a:pt x="431611" y="1482783"/>
                  </a:lnTo>
                  <a:lnTo>
                    <a:pt x="438056" y="1483232"/>
                  </a:lnTo>
                  <a:lnTo>
                    <a:pt x="449202" y="1492188"/>
                  </a:lnTo>
                  <a:lnTo>
                    <a:pt x="452565" y="1492964"/>
                  </a:lnTo>
                  <a:lnTo>
                    <a:pt x="455647" y="1492241"/>
                  </a:lnTo>
                  <a:lnTo>
                    <a:pt x="463020" y="1489251"/>
                  </a:lnTo>
                  <a:lnTo>
                    <a:pt x="464374" y="1488033"/>
                  </a:lnTo>
                  <a:lnTo>
                    <a:pt x="467029" y="1484313"/>
                  </a:lnTo>
                  <a:lnTo>
                    <a:pt x="470126" y="1477921"/>
                  </a:lnTo>
                  <a:lnTo>
                    <a:pt x="469974" y="1476407"/>
                  </a:lnTo>
                  <a:lnTo>
                    <a:pt x="465218" y="1479983"/>
                  </a:lnTo>
                  <a:lnTo>
                    <a:pt x="462685" y="1480942"/>
                  </a:lnTo>
                  <a:lnTo>
                    <a:pt x="460539" y="1480942"/>
                  </a:lnTo>
                  <a:lnTo>
                    <a:pt x="462533" y="1469210"/>
                  </a:lnTo>
                  <a:lnTo>
                    <a:pt x="463309" y="1460155"/>
                  </a:lnTo>
                  <a:lnTo>
                    <a:pt x="464054" y="1457896"/>
                  </a:lnTo>
                  <a:lnTo>
                    <a:pt x="470301" y="1458573"/>
                  </a:lnTo>
                  <a:lnTo>
                    <a:pt x="478838" y="1457340"/>
                  </a:lnTo>
                  <a:lnTo>
                    <a:pt x="480869" y="1455347"/>
                  </a:lnTo>
                  <a:lnTo>
                    <a:pt x="480839" y="1454464"/>
                  </a:lnTo>
                  <a:lnTo>
                    <a:pt x="477415" y="1453254"/>
                  </a:lnTo>
                  <a:lnTo>
                    <a:pt x="475764" y="1450706"/>
                  </a:lnTo>
                  <a:lnTo>
                    <a:pt x="472895" y="1451512"/>
                  </a:lnTo>
                  <a:lnTo>
                    <a:pt x="469053" y="1453209"/>
                  </a:lnTo>
                  <a:lnTo>
                    <a:pt x="464229" y="1453019"/>
                  </a:lnTo>
                  <a:lnTo>
                    <a:pt x="464633" y="1449085"/>
                  </a:lnTo>
                  <a:lnTo>
                    <a:pt x="468171" y="1440799"/>
                  </a:lnTo>
                  <a:lnTo>
                    <a:pt x="468536" y="1437003"/>
                  </a:lnTo>
                  <a:lnTo>
                    <a:pt x="469913" y="1429386"/>
                  </a:lnTo>
                  <a:lnTo>
                    <a:pt x="470057" y="1425460"/>
                  </a:lnTo>
                  <a:lnTo>
                    <a:pt x="471845" y="1421633"/>
                  </a:lnTo>
                  <a:lnTo>
                    <a:pt x="477423" y="1418902"/>
                  </a:lnTo>
                  <a:lnTo>
                    <a:pt x="479766" y="1417266"/>
                  </a:lnTo>
                  <a:lnTo>
                    <a:pt x="479895" y="1415470"/>
                  </a:lnTo>
                  <a:lnTo>
                    <a:pt x="476555" y="1408615"/>
                  </a:lnTo>
                  <a:lnTo>
                    <a:pt x="477400" y="1406713"/>
                  </a:lnTo>
                  <a:lnTo>
                    <a:pt x="480025" y="1404978"/>
                  </a:lnTo>
                  <a:lnTo>
                    <a:pt x="480999" y="1403708"/>
                  </a:lnTo>
                  <a:lnTo>
                    <a:pt x="480329" y="1402916"/>
                  </a:lnTo>
                  <a:lnTo>
                    <a:pt x="477917" y="1402155"/>
                  </a:lnTo>
                  <a:lnTo>
                    <a:pt x="474204" y="1403677"/>
                  </a:lnTo>
                  <a:lnTo>
                    <a:pt x="470095" y="1404408"/>
                  </a:lnTo>
                  <a:lnTo>
                    <a:pt x="466459" y="1402117"/>
                  </a:lnTo>
                  <a:lnTo>
                    <a:pt x="463613" y="1401014"/>
                  </a:lnTo>
                  <a:lnTo>
                    <a:pt x="461817" y="1401357"/>
                  </a:lnTo>
                  <a:lnTo>
                    <a:pt x="456925" y="1405275"/>
                  </a:lnTo>
                  <a:lnTo>
                    <a:pt x="455213" y="1405404"/>
                  </a:lnTo>
                  <a:lnTo>
                    <a:pt x="453098" y="1404316"/>
                  </a:lnTo>
                  <a:lnTo>
                    <a:pt x="439083" y="1400923"/>
                  </a:lnTo>
                  <a:lnTo>
                    <a:pt x="437341" y="1399721"/>
                  </a:lnTo>
                  <a:lnTo>
                    <a:pt x="432319" y="1393824"/>
                  </a:lnTo>
                  <a:lnTo>
                    <a:pt x="428180" y="1389913"/>
                  </a:lnTo>
                  <a:lnTo>
                    <a:pt x="422671" y="1385630"/>
                  </a:lnTo>
                  <a:lnTo>
                    <a:pt x="415527" y="1382366"/>
                  </a:lnTo>
                  <a:lnTo>
                    <a:pt x="406754" y="1380129"/>
                  </a:lnTo>
                  <a:lnTo>
                    <a:pt x="401504" y="1378021"/>
                  </a:lnTo>
                  <a:lnTo>
                    <a:pt x="398917" y="1375039"/>
                  </a:lnTo>
                  <a:lnTo>
                    <a:pt x="394482" y="1368457"/>
                  </a:lnTo>
                  <a:lnTo>
                    <a:pt x="391111" y="1362948"/>
                  </a:lnTo>
                  <a:lnTo>
                    <a:pt x="390479" y="1360217"/>
                  </a:lnTo>
                  <a:lnTo>
                    <a:pt x="392458" y="1356831"/>
                  </a:lnTo>
                  <a:lnTo>
                    <a:pt x="394474" y="1354397"/>
                  </a:lnTo>
                  <a:lnTo>
                    <a:pt x="398271" y="1352395"/>
                  </a:lnTo>
                  <a:lnTo>
                    <a:pt x="404822" y="1353057"/>
                  </a:lnTo>
                  <a:lnTo>
                    <a:pt x="408337" y="1353948"/>
                  </a:lnTo>
                  <a:lnTo>
                    <a:pt x="412209" y="1355857"/>
                  </a:lnTo>
                  <a:lnTo>
                    <a:pt x="415139" y="1356215"/>
                  </a:lnTo>
                  <a:lnTo>
                    <a:pt x="421218" y="1355675"/>
                  </a:lnTo>
                  <a:lnTo>
                    <a:pt x="427404" y="1356892"/>
                  </a:lnTo>
                  <a:lnTo>
                    <a:pt x="431063" y="1358231"/>
                  </a:lnTo>
                  <a:lnTo>
                    <a:pt x="435872" y="1361016"/>
                  </a:lnTo>
                  <a:lnTo>
                    <a:pt x="449141" y="1372802"/>
                  </a:lnTo>
                  <a:lnTo>
                    <a:pt x="454680" y="1376872"/>
                  </a:lnTo>
                  <a:lnTo>
                    <a:pt x="457085" y="1377359"/>
                  </a:lnTo>
                  <a:lnTo>
                    <a:pt x="467014" y="1381696"/>
                  </a:lnTo>
                  <a:lnTo>
                    <a:pt x="468604" y="1381612"/>
                  </a:lnTo>
                  <a:lnTo>
                    <a:pt x="472667" y="1379581"/>
                  </a:lnTo>
                  <a:lnTo>
                    <a:pt x="473071" y="1378265"/>
                  </a:lnTo>
                  <a:lnTo>
                    <a:pt x="471701" y="1376964"/>
                  </a:lnTo>
                  <a:lnTo>
                    <a:pt x="467318" y="1375952"/>
                  </a:lnTo>
                  <a:lnTo>
                    <a:pt x="462175" y="1371143"/>
                  </a:lnTo>
                  <a:lnTo>
                    <a:pt x="458987" y="1367316"/>
                  </a:lnTo>
                  <a:lnTo>
                    <a:pt x="458622" y="1360963"/>
                  </a:lnTo>
                  <a:lnTo>
                    <a:pt x="459040" y="1357387"/>
                  </a:lnTo>
                  <a:lnTo>
                    <a:pt x="459839" y="1355758"/>
                  </a:lnTo>
                  <a:lnTo>
                    <a:pt x="460402" y="1350257"/>
                  </a:lnTo>
                  <a:lnTo>
                    <a:pt x="457420" y="1346978"/>
                  </a:lnTo>
                  <a:lnTo>
                    <a:pt x="455342" y="1345943"/>
                  </a:lnTo>
                  <a:lnTo>
                    <a:pt x="449811" y="1341142"/>
                  </a:lnTo>
                  <a:lnTo>
                    <a:pt x="449347" y="1339948"/>
                  </a:lnTo>
                  <a:lnTo>
                    <a:pt x="452002" y="1339385"/>
                  </a:lnTo>
                  <a:lnTo>
                    <a:pt x="454605" y="1339712"/>
                  </a:lnTo>
                  <a:lnTo>
                    <a:pt x="460182" y="1342147"/>
                  </a:lnTo>
                  <a:lnTo>
                    <a:pt x="463103" y="1342482"/>
                  </a:lnTo>
                  <a:lnTo>
                    <a:pt x="465233" y="1341530"/>
                  </a:lnTo>
                  <a:lnTo>
                    <a:pt x="465477" y="1340549"/>
                  </a:lnTo>
                  <a:lnTo>
                    <a:pt x="462084" y="1337779"/>
                  </a:lnTo>
                  <a:lnTo>
                    <a:pt x="457838" y="1332811"/>
                  </a:lnTo>
                  <a:lnTo>
                    <a:pt x="448966" y="1332073"/>
                  </a:lnTo>
                  <a:lnTo>
                    <a:pt x="443214" y="1332636"/>
                  </a:lnTo>
                  <a:lnTo>
                    <a:pt x="439539" y="1330924"/>
                  </a:lnTo>
                  <a:lnTo>
                    <a:pt x="435629" y="1328139"/>
                  </a:lnTo>
                  <a:lnTo>
                    <a:pt x="433110" y="1327424"/>
                  </a:lnTo>
                  <a:lnTo>
                    <a:pt x="427975" y="1329174"/>
                  </a:lnTo>
                  <a:lnTo>
                    <a:pt x="425380" y="1329395"/>
                  </a:lnTo>
                  <a:lnTo>
                    <a:pt x="423014" y="1328778"/>
                  </a:lnTo>
                  <a:lnTo>
                    <a:pt x="420678" y="1319953"/>
                  </a:lnTo>
                  <a:lnTo>
                    <a:pt x="421302" y="1317297"/>
                  </a:lnTo>
                  <a:lnTo>
                    <a:pt x="423135" y="1316148"/>
                  </a:lnTo>
                  <a:lnTo>
                    <a:pt x="424520" y="1313280"/>
                  </a:lnTo>
                  <a:lnTo>
                    <a:pt x="425486" y="1310275"/>
                  </a:lnTo>
                  <a:lnTo>
                    <a:pt x="428530" y="1307330"/>
                  </a:lnTo>
                  <a:lnTo>
                    <a:pt x="445231" y="1300749"/>
                  </a:lnTo>
                  <a:lnTo>
                    <a:pt x="449446" y="1295833"/>
                  </a:lnTo>
                  <a:lnTo>
                    <a:pt x="449263" y="1295073"/>
                  </a:lnTo>
                  <a:lnTo>
                    <a:pt x="446418" y="1295986"/>
                  </a:lnTo>
                  <a:lnTo>
                    <a:pt x="442781" y="1298207"/>
                  </a:lnTo>
                  <a:lnTo>
                    <a:pt x="440354" y="1298664"/>
                  </a:lnTo>
                  <a:lnTo>
                    <a:pt x="430523" y="1295795"/>
                  </a:lnTo>
                  <a:lnTo>
                    <a:pt x="428986" y="1296450"/>
                  </a:lnTo>
                  <a:lnTo>
                    <a:pt x="425007" y="1300566"/>
                  </a:lnTo>
                  <a:lnTo>
                    <a:pt x="419605" y="1305017"/>
                  </a:lnTo>
                  <a:lnTo>
                    <a:pt x="417117" y="1304743"/>
                  </a:lnTo>
                  <a:lnTo>
                    <a:pt x="413784" y="1302111"/>
                  </a:lnTo>
                  <a:lnTo>
                    <a:pt x="413259" y="1300231"/>
                  </a:lnTo>
                  <a:lnTo>
                    <a:pt x="413016" y="1297971"/>
                  </a:lnTo>
                  <a:lnTo>
                    <a:pt x="416676" y="1294867"/>
                  </a:lnTo>
                  <a:lnTo>
                    <a:pt x="417847" y="1293224"/>
                  </a:lnTo>
                  <a:lnTo>
                    <a:pt x="420214" y="1288788"/>
                  </a:lnTo>
                  <a:lnTo>
                    <a:pt x="420092" y="1286589"/>
                  </a:lnTo>
                  <a:lnTo>
                    <a:pt x="416052" y="1287799"/>
                  </a:lnTo>
                  <a:lnTo>
                    <a:pt x="415527" y="1285752"/>
                  </a:lnTo>
                  <a:lnTo>
                    <a:pt x="415588" y="1282245"/>
                  </a:lnTo>
                  <a:lnTo>
                    <a:pt x="415200" y="1277793"/>
                  </a:lnTo>
                  <a:lnTo>
                    <a:pt x="414210" y="1273381"/>
                  </a:lnTo>
                  <a:lnTo>
                    <a:pt x="410893" y="1266571"/>
                  </a:lnTo>
                  <a:lnTo>
                    <a:pt x="409516" y="1264821"/>
                  </a:lnTo>
                  <a:lnTo>
                    <a:pt x="408382" y="1262287"/>
                  </a:lnTo>
                  <a:lnTo>
                    <a:pt x="405879" y="1252997"/>
                  </a:lnTo>
                  <a:lnTo>
                    <a:pt x="406602" y="1250661"/>
                  </a:lnTo>
                  <a:lnTo>
                    <a:pt x="408824" y="1248889"/>
                  </a:lnTo>
                  <a:lnTo>
                    <a:pt x="409250" y="1248075"/>
                  </a:lnTo>
                  <a:lnTo>
                    <a:pt x="403947" y="1249543"/>
                  </a:lnTo>
                  <a:lnTo>
                    <a:pt x="403368" y="1251156"/>
                  </a:lnTo>
                  <a:lnTo>
                    <a:pt x="404365" y="1253537"/>
                  </a:lnTo>
                  <a:lnTo>
                    <a:pt x="405080" y="1256703"/>
                  </a:lnTo>
                  <a:lnTo>
                    <a:pt x="405506" y="1260644"/>
                  </a:lnTo>
                  <a:lnTo>
                    <a:pt x="406244" y="1264083"/>
                  </a:lnTo>
                  <a:lnTo>
                    <a:pt x="408162" y="1267842"/>
                  </a:lnTo>
                  <a:lnTo>
                    <a:pt x="409699" y="1269812"/>
                  </a:lnTo>
                  <a:lnTo>
                    <a:pt x="412202" y="1275016"/>
                  </a:lnTo>
                  <a:lnTo>
                    <a:pt x="413297" y="1280715"/>
                  </a:lnTo>
                  <a:lnTo>
                    <a:pt x="412978" y="1283705"/>
                  </a:lnTo>
                  <a:lnTo>
                    <a:pt x="411038" y="1286741"/>
                  </a:lnTo>
                  <a:lnTo>
                    <a:pt x="407903" y="1290005"/>
                  </a:lnTo>
                  <a:lnTo>
                    <a:pt x="406952" y="1292706"/>
                  </a:lnTo>
                  <a:lnTo>
                    <a:pt x="406526" y="1295392"/>
                  </a:lnTo>
                  <a:lnTo>
                    <a:pt x="404084" y="1297873"/>
                  </a:lnTo>
                  <a:lnTo>
                    <a:pt x="402585" y="1296944"/>
                  </a:lnTo>
                  <a:lnTo>
                    <a:pt x="401398" y="1296800"/>
                  </a:lnTo>
                  <a:lnTo>
                    <a:pt x="402798" y="1301213"/>
                  </a:lnTo>
                  <a:lnTo>
                    <a:pt x="403703" y="1305717"/>
                  </a:lnTo>
                  <a:lnTo>
                    <a:pt x="402615" y="1310214"/>
                  </a:lnTo>
                  <a:lnTo>
                    <a:pt x="399716" y="1312930"/>
                  </a:lnTo>
                  <a:lnTo>
                    <a:pt x="398141" y="1313014"/>
                  </a:lnTo>
                  <a:lnTo>
                    <a:pt x="395045" y="1315212"/>
                  </a:lnTo>
                  <a:lnTo>
                    <a:pt x="387116" y="1316361"/>
                  </a:lnTo>
                  <a:lnTo>
                    <a:pt x="384355" y="1315821"/>
                  </a:lnTo>
                  <a:lnTo>
                    <a:pt x="379295" y="1313592"/>
                  </a:lnTo>
                  <a:lnTo>
                    <a:pt x="373292" y="1312374"/>
                  </a:lnTo>
                  <a:lnTo>
                    <a:pt x="370910" y="1309361"/>
                  </a:lnTo>
                  <a:lnTo>
                    <a:pt x="367791" y="1303860"/>
                  </a:lnTo>
                  <a:lnTo>
                    <a:pt x="366216" y="1298915"/>
                  </a:lnTo>
                  <a:lnTo>
                    <a:pt x="366185" y="1294525"/>
                  </a:lnTo>
                  <a:lnTo>
                    <a:pt x="367030" y="1291322"/>
                  </a:lnTo>
                  <a:lnTo>
                    <a:pt x="368749" y="1289298"/>
                  </a:lnTo>
                  <a:lnTo>
                    <a:pt x="370819" y="1276310"/>
                  </a:lnTo>
                  <a:lnTo>
                    <a:pt x="373741" y="1265726"/>
                  </a:lnTo>
                  <a:lnTo>
                    <a:pt x="381098" y="1254724"/>
                  </a:lnTo>
                  <a:lnTo>
                    <a:pt x="383198" y="1250722"/>
                  </a:lnTo>
                  <a:lnTo>
                    <a:pt x="383890" y="1248569"/>
                  </a:lnTo>
                  <a:lnTo>
                    <a:pt x="383883" y="1246926"/>
                  </a:lnTo>
                  <a:lnTo>
                    <a:pt x="382696" y="1245883"/>
                  </a:lnTo>
                  <a:lnTo>
                    <a:pt x="373649" y="1259541"/>
                  </a:lnTo>
                  <a:lnTo>
                    <a:pt x="368072" y="1260986"/>
                  </a:lnTo>
                  <a:lnTo>
                    <a:pt x="366406" y="1257928"/>
                  </a:lnTo>
                  <a:lnTo>
                    <a:pt x="366908" y="1252480"/>
                  </a:lnTo>
                  <a:lnTo>
                    <a:pt x="367905" y="1251209"/>
                  </a:lnTo>
                  <a:lnTo>
                    <a:pt x="372417" y="1251727"/>
                  </a:lnTo>
                  <a:lnTo>
                    <a:pt x="374167" y="1248683"/>
                  </a:lnTo>
                  <a:lnTo>
                    <a:pt x="371344" y="1244072"/>
                  </a:lnTo>
                  <a:lnTo>
                    <a:pt x="368338" y="1242855"/>
                  </a:lnTo>
                  <a:lnTo>
                    <a:pt x="367638" y="1241691"/>
                  </a:lnTo>
                  <a:lnTo>
                    <a:pt x="370728" y="1238161"/>
                  </a:lnTo>
                  <a:lnTo>
                    <a:pt x="377880" y="1238419"/>
                  </a:lnTo>
                  <a:lnTo>
                    <a:pt x="379493" y="1235946"/>
                  </a:lnTo>
                  <a:lnTo>
                    <a:pt x="382080" y="1233276"/>
                  </a:lnTo>
                  <a:lnTo>
                    <a:pt x="384956" y="1228300"/>
                  </a:lnTo>
                  <a:lnTo>
                    <a:pt x="386029" y="1224100"/>
                  </a:lnTo>
                  <a:lnTo>
                    <a:pt x="386272" y="1220486"/>
                  </a:lnTo>
                  <a:lnTo>
                    <a:pt x="385648" y="1217564"/>
                  </a:lnTo>
                  <a:lnTo>
                    <a:pt x="385587" y="1214627"/>
                  </a:lnTo>
                  <a:lnTo>
                    <a:pt x="386074" y="1211675"/>
                  </a:lnTo>
                  <a:lnTo>
                    <a:pt x="385321" y="1208403"/>
                  </a:lnTo>
                  <a:lnTo>
                    <a:pt x="383335" y="1204812"/>
                  </a:lnTo>
                  <a:lnTo>
                    <a:pt x="378915" y="1201297"/>
                  </a:lnTo>
                  <a:lnTo>
                    <a:pt x="377613" y="1205269"/>
                  </a:lnTo>
                  <a:lnTo>
                    <a:pt x="376236" y="1206897"/>
                  </a:lnTo>
                  <a:lnTo>
                    <a:pt x="374304" y="1207262"/>
                  </a:lnTo>
                  <a:lnTo>
                    <a:pt x="372523" y="1205588"/>
                  </a:lnTo>
                  <a:lnTo>
                    <a:pt x="370659" y="1204987"/>
                  </a:lnTo>
                  <a:lnTo>
                    <a:pt x="368833" y="1203496"/>
                  </a:lnTo>
                  <a:lnTo>
                    <a:pt x="366931" y="1203017"/>
                  </a:lnTo>
                  <a:lnTo>
                    <a:pt x="366193" y="1201814"/>
                  </a:lnTo>
                  <a:lnTo>
                    <a:pt x="365714" y="1198436"/>
                  </a:lnTo>
                  <a:lnTo>
                    <a:pt x="365675" y="1194130"/>
                  </a:lnTo>
                  <a:lnTo>
                    <a:pt x="367821" y="1192106"/>
                  </a:lnTo>
                  <a:lnTo>
                    <a:pt x="370811" y="1190516"/>
                  </a:lnTo>
                  <a:lnTo>
                    <a:pt x="372812" y="1187495"/>
                  </a:lnTo>
                  <a:lnTo>
                    <a:pt x="374129" y="1183105"/>
                  </a:lnTo>
                  <a:lnTo>
                    <a:pt x="374319" y="1178289"/>
                  </a:lnTo>
                  <a:lnTo>
                    <a:pt x="373383" y="1173054"/>
                  </a:lnTo>
                  <a:lnTo>
                    <a:pt x="370956" y="1168329"/>
                  </a:lnTo>
                  <a:lnTo>
                    <a:pt x="366459" y="1172925"/>
                  </a:lnTo>
                  <a:lnTo>
                    <a:pt x="364694" y="1174051"/>
                  </a:lnTo>
                  <a:lnTo>
                    <a:pt x="364291" y="1170764"/>
                  </a:lnTo>
                  <a:lnTo>
                    <a:pt x="363667" y="1168329"/>
                  </a:lnTo>
                  <a:lnTo>
                    <a:pt x="361780" y="1165012"/>
                  </a:lnTo>
                  <a:lnTo>
                    <a:pt x="359292" y="1162592"/>
                  </a:lnTo>
                  <a:lnTo>
                    <a:pt x="356903" y="1160979"/>
                  </a:lnTo>
                  <a:lnTo>
                    <a:pt x="356796" y="1158522"/>
                  </a:lnTo>
                  <a:lnTo>
                    <a:pt x="357359" y="1155745"/>
                  </a:lnTo>
                  <a:lnTo>
                    <a:pt x="358424" y="1152503"/>
                  </a:lnTo>
                  <a:lnTo>
                    <a:pt x="359802" y="1145709"/>
                  </a:lnTo>
                  <a:lnTo>
                    <a:pt x="361316" y="1146318"/>
                  </a:lnTo>
                  <a:lnTo>
                    <a:pt x="362579" y="1145694"/>
                  </a:lnTo>
                  <a:lnTo>
                    <a:pt x="361848" y="1140056"/>
                  </a:lnTo>
                  <a:lnTo>
                    <a:pt x="360631" y="1135300"/>
                  </a:lnTo>
                  <a:lnTo>
                    <a:pt x="359201" y="1132584"/>
                  </a:lnTo>
                  <a:lnTo>
                    <a:pt x="359147" y="1131405"/>
                  </a:lnTo>
                  <a:lnTo>
                    <a:pt x="358820" y="1130020"/>
                  </a:lnTo>
                  <a:lnTo>
                    <a:pt x="357717" y="1126665"/>
                  </a:lnTo>
                  <a:lnTo>
                    <a:pt x="356477" y="1124200"/>
                  </a:lnTo>
                  <a:lnTo>
                    <a:pt x="354316" y="1117192"/>
                  </a:lnTo>
                  <a:lnTo>
                    <a:pt x="352756" y="1114506"/>
                  </a:lnTo>
                  <a:lnTo>
                    <a:pt x="350755" y="1113114"/>
                  </a:lnTo>
                  <a:lnTo>
                    <a:pt x="348602" y="1113038"/>
                  </a:lnTo>
                  <a:lnTo>
                    <a:pt x="345140" y="1114894"/>
                  </a:lnTo>
                  <a:lnTo>
                    <a:pt x="338756" y="1117025"/>
                  </a:lnTo>
                  <a:lnTo>
                    <a:pt x="333697" y="1118037"/>
                  </a:lnTo>
                  <a:lnTo>
                    <a:pt x="332852" y="1117481"/>
                  </a:lnTo>
                  <a:lnTo>
                    <a:pt x="335386" y="1114811"/>
                  </a:lnTo>
                  <a:lnTo>
                    <a:pt x="339114" y="1112026"/>
                  </a:lnTo>
                  <a:lnTo>
                    <a:pt x="344044" y="1110131"/>
                  </a:lnTo>
                  <a:lnTo>
                    <a:pt x="345482" y="1105475"/>
                  </a:lnTo>
                  <a:lnTo>
                    <a:pt x="344950" y="1101435"/>
                  </a:lnTo>
                  <a:lnTo>
                    <a:pt x="345155" y="1097592"/>
                  </a:lnTo>
                  <a:lnTo>
                    <a:pt x="343801" y="1093537"/>
                  </a:lnTo>
                  <a:lnTo>
                    <a:pt x="345117" y="1091285"/>
                  </a:lnTo>
                  <a:lnTo>
                    <a:pt x="349606" y="1089010"/>
                  </a:lnTo>
                  <a:lnTo>
                    <a:pt x="351645" y="1088660"/>
                  </a:lnTo>
                  <a:lnTo>
                    <a:pt x="353669" y="1085761"/>
                  </a:lnTo>
                  <a:lnTo>
                    <a:pt x="347978" y="1078738"/>
                  </a:lnTo>
                  <a:lnTo>
                    <a:pt x="342013" y="1074120"/>
                  </a:lnTo>
                  <a:lnTo>
                    <a:pt x="340522" y="1072233"/>
                  </a:lnTo>
                  <a:lnTo>
                    <a:pt x="339213" y="1069129"/>
                  </a:lnTo>
                  <a:lnTo>
                    <a:pt x="338087" y="1064792"/>
                  </a:lnTo>
                  <a:lnTo>
                    <a:pt x="336246" y="1060440"/>
                  </a:lnTo>
                  <a:lnTo>
                    <a:pt x="333704" y="1056057"/>
                  </a:lnTo>
                  <a:lnTo>
                    <a:pt x="329991" y="1051819"/>
                  </a:lnTo>
                  <a:lnTo>
                    <a:pt x="320420" y="1044028"/>
                  </a:lnTo>
                  <a:lnTo>
                    <a:pt x="317133" y="1038626"/>
                  </a:lnTo>
                  <a:lnTo>
                    <a:pt x="314105" y="1030318"/>
                  </a:lnTo>
                  <a:lnTo>
                    <a:pt x="312591" y="1026757"/>
                  </a:lnTo>
                  <a:lnTo>
                    <a:pt x="311016" y="1024117"/>
                  </a:lnTo>
                  <a:lnTo>
                    <a:pt x="304350" y="1017908"/>
                  </a:lnTo>
                  <a:lnTo>
                    <a:pt x="303544" y="1015154"/>
                  </a:lnTo>
                  <a:lnTo>
                    <a:pt x="310430" y="1007789"/>
                  </a:lnTo>
                  <a:lnTo>
                    <a:pt x="311099" y="1004836"/>
                  </a:lnTo>
                  <a:lnTo>
                    <a:pt x="308284" y="995820"/>
                  </a:lnTo>
                  <a:lnTo>
                    <a:pt x="305408" y="989186"/>
                  </a:lnTo>
                  <a:lnTo>
                    <a:pt x="302273" y="986819"/>
                  </a:lnTo>
                  <a:lnTo>
                    <a:pt x="297609" y="985602"/>
                  </a:lnTo>
                  <a:lnTo>
                    <a:pt x="293333" y="982635"/>
                  </a:lnTo>
                  <a:lnTo>
                    <a:pt x="289445" y="977917"/>
                  </a:lnTo>
                  <a:lnTo>
                    <a:pt x="285565" y="974455"/>
                  </a:lnTo>
                  <a:lnTo>
                    <a:pt x="279752" y="971153"/>
                  </a:lnTo>
                  <a:lnTo>
                    <a:pt x="270028" y="962624"/>
                  </a:lnTo>
                  <a:lnTo>
                    <a:pt x="255039" y="953433"/>
                  </a:lnTo>
                  <a:lnTo>
                    <a:pt x="248344" y="948031"/>
                  </a:lnTo>
                  <a:lnTo>
                    <a:pt x="244357" y="946060"/>
                  </a:lnTo>
                  <a:lnTo>
                    <a:pt x="239107" y="945558"/>
                  </a:lnTo>
                  <a:lnTo>
                    <a:pt x="228949" y="940483"/>
                  </a:lnTo>
                  <a:lnTo>
                    <a:pt x="220413" y="938855"/>
                  </a:lnTo>
                  <a:lnTo>
                    <a:pt x="215148" y="939601"/>
                  </a:lnTo>
                  <a:lnTo>
                    <a:pt x="213428" y="938756"/>
                  </a:lnTo>
                  <a:lnTo>
                    <a:pt x="209532" y="933575"/>
                  </a:lnTo>
                  <a:lnTo>
                    <a:pt x="203438" y="930592"/>
                  </a:lnTo>
                  <a:lnTo>
                    <a:pt x="200288" y="931726"/>
                  </a:lnTo>
                  <a:lnTo>
                    <a:pt x="196377" y="937280"/>
                  </a:lnTo>
                  <a:lnTo>
                    <a:pt x="191660" y="942735"/>
                  </a:lnTo>
                  <a:lnTo>
                    <a:pt x="189149" y="943473"/>
                  </a:lnTo>
                  <a:lnTo>
                    <a:pt x="185421" y="938490"/>
                  </a:lnTo>
                  <a:lnTo>
                    <a:pt x="183542" y="934998"/>
                  </a:lnTo>
                  <a:lnTo>
                    <a:pt x="181746" y="933803"/>
                  </a:lnTo>
                  <a:lnTo>
                    <a:pt x="180034" y="934929"/>
                  </a:lnTo>
                  <a:lnTo>
                    <a:pt x="176701" y="939517"/>
                  </a:lnTo>
                  <a:lnTo>
                    <a:pt x="173529" y="942819"/>
                  </a:lnTo>
                  <a:lnTo>
                    <a:pt x="168834" y="946730"/>
                  </a:lnTo>
                  <a:lnTo>
                    <a:pt x="165083" y="948602"/>
                  </a:lnTo>
                  <a:lnTo>
                    <a:pt x="160267" y="949058"/>
                  </a:lnTo>
                  <a:lnTo>
                    <a:pt x="159057" y="950473"/>
                  </a:lnTo>
                  <a:lnTo>
                    <a:pt x="157201" y="950534"/>
                  </a:lnTo>
                  <a:lnTo>
                    <a:pt x="154705" y="949256"/>
                  </a:lnTo>
                  <a:lnTo>
                    <a:pt x="152362" y="946715"/>
                  </a:lnTo>
                  <a:lnTo>
                    <a:pt x="150178" y="942903"/>
                  </a:lnTo>
                  <a:lnTo>
                    <a:pt x="148253" y="940841"/>
                  </a:lnTo>
                  <a:lnTo>
                    <a:pt x="146579" y="940537"/>
                  </a:lnTo>
                  <a:lnTo>
                    <a:pt x="142737" y="942515"/>
                  </a:lnTo>
                  <a:lnTo>
                    <a:pt x="137875" y="948312"/>
                  </a:lnTo>
                  <a:lnTo>
                    <a:pt x="135653" y="949705"/>
                  </a:lnTo>
                  <a:lnTo>
                    <a:pt x="133789" y="949104"/>
                  </a:lnTo>
                  <a:lnTo>
                    <a:pt x="131506" y="947301"/>
                  </a:lnTo>
                  <a:lnTo>
                    <a:pt x="126934" y="942675"/>
                  </a:lnTo>
                  <a:lnTo>
                    <a:pt x="124400" y="943123"/>
                  </a:lnTo>
                  <a:lnTo>
                    <a:pt x="122559" y="944744"/>
                  </a:lnTo>
                  <a:lnTo>
                    <a:pt x="123069" y="948579"/>
                  </a:lnTo>
                  <a:lnTo>
                    <a:pt x="127352" y="957633"/>
                  </a:lnTo>
                  <a:lnTo>
                    <a:pt x="131179" y="964047"/>
                  </a:lnTo>
                  <a:lnTo>
                    <a:pt x="127946" y="964800"/>
                  </a:lnTo>
                  <a:lnTo>
                    <a:pt x="99703" y="956119"/>
                  </a:lnTo>
                  <a:lnTo>
                    <a:pt x="96104" y="954019"/>
                  </a:lnTo>
                  <a:lnTo>
                    <a:pt x="90907" y="948731"/>
                  </a:lnTo>
                  <a:lnTo>
                    <a:pt x="86586" y="945474"/>
                  </a:lnTo>
                  <a:lnTo>
                    <a:pt x="79228" y="937021"/>
                  </a:lnTo>
                  <a:lnTo>
                    <a:pt x="73560" y="932426"/>
                  </a:lnTo>
                  <a:lnTo>
                    <a:pt x="71680" y="928819"/>
                  </a:lnTo>
                  <a:lnTo>
                    <a:pt x="71186" y="926331"/>
                  </a:lnTo>
                  <a:lnTo>
                    <a:pt x="72989" y="922961"/>
                  </a:lnTo>
                  <a:lnTo>
                    <a:pt x="84402" y="911525"/>
                  </a:lnTo>
                  <a:lnTo>
                    <a:pt x="88762" y="909205"/>
                  </a:lnTo>
                  <a:lnTo>
                    <a:pt x="97633" y="906427"/>
                  </a:lnTo>
                  <a:lnTo>
                    <a:pt x="99726" y="904685"/>
                  </a:lnTo>
                  <a:lnTo>
                    <a:pt x="100426" y="903300"/>
                  </a:lnTo>
                  <a:lnTo>
                    <a:pt x="98097" y="900797"/>
                  </a:lnTo>
                  <a:lnTo>
                    <a:pt x="86479" y="901695"/>
                  </a:lnTo>
                  <a:lnTo>
                    <a:pt x="76131" y="900021"/>
                  </a:lnTo>
                  <a:lnTo>
                    <a:pt x="67123" y="895403"/>
                  </a:lnTo>
                  <a:lnTo>
                    <a:pt x="65555" y="893866"/>
                  </a:lnTo>
                  <a:lnTo>
                    <a:pt x="64026" y="891028"/>
                  </a:lnTo>
                  <a:lnTo>
                    <a:pt x="62542" y="886889"/>
                  </a:lnTo>
                  <a:lnTo>
                    <a:pt x="62877" y="882240"/>
                  </a:lnTo>
                  <a:lnTo>
                    <a:pt x="65038" y="877074"/>
                  </a:lnTo>
                  <a:lnTo>
                    <a:pt x="66309" y="873513"/>
                  </a:lnTo>
                  <a:lnTo>
                    <a:pt x="66682" y="871580"/>
                  </a:lnTo>
                  <a:lnTo>
                    <a:pt x="55360" y="884302"/>
                  </a:lnTo>
                  <a:lnTo>
                    <a:pt x="50734" y="888730"/>
                  </a:lnTo>
                  <a:lnTo>
                    <a:pt x="47067" y="887376"/>
                  </a:lnTo>
                  <a:lnTo>
                    <a:pt x="44495" y="885283"/>
                  </a:lnTo>
                  <a:lnTo>
                    <a:pt x="43232" y="882947"/>
                  </a:lnTo>
                  <a:lnTo>
                    <a:pt x="43278" y="880368"/>
                  </a:lnTo>
                  <a:lnTo>
                    <a:pt x="43696" y="878481"/>
                  </a:lnTo>
                  <a:lnTo>
                    <a:pt x="44480" y="877302"/>
                  </a:lnTo>
                  <a:lnTo>
                    <a:pt x="38492" y="872021"/>
                  </a:lnTo>
                  <a:lnTo>
                    <a:pt x="35798" y="867860"/>
                  </a:lnTo>
                  <a:lnTo>
                    <a:pt x="35509" y="863553"/>
                  </a:lnTo>
                  <a:lnTo>
                    <a:pt x="37632" y="859095"/>
                  </a:lnTo>
                  <a:lnTo>
                    <a:pt x="39709" y="855853"/>
                  </a:lnTo>
                  <a:lnTo>
                    <a:pt x="41741" y="853822"/>
                  </a:lnTo>
                  <a:lnTo>
                    <a:pt x="47280" y="852057"/>
                  </a:lnTo>
                  <a:lnTo>
                    <a:pt x="67503" y="848671"/>
                  </a:lnTo>
                  <a:lnTo>
                    <a:pt x="81983" y="851920"/>
                  </a:lnTo>
                  <a:lnTo>
                    <a:pt x="86913" y="841123"/>
                  </a:lnTo>
                  <a:lnTo>
                    <a:pt x="90245" y="837661"/>
                  </a:lnTo>
                  <a:lnTo>
                    <a:pt x="99984" y="834047"/>
                  </a:lnTo>
                  <a:lnTo>
                    <a:pt x="114973" y="833545"/>
                  </a:lnTo>
                  <a:lnTo>
                    <a:pt x="125557" y="835546"/>
                  </a:lnTo>
                  <a:lnTo>
                    <a:pt x="130518" y="838095"/>
                  </a:lnTo>
                  <a:lnTo>
                    <a:pt x="137274" y="843702"/>
                  </a:lnTo>
                  <a:lnTo>
                    <a:pt x="137662" y="842013"/>
                  </a:lnTo>
                  <a:lnTo>
                    <a:pt x="136034" y="836946"/>
                  </a:lnTo>
                  <a:lnTo>
                    <a:pt x="135920" y="832723"/>
                  </a:lnTo>
                  <a:lnTo>
                    <a:pt x="138651" y="825351"/>
                  </a:lnTo>
                  <a:lnTo>
                    <a:pt x="139906" y="820702"/>
                  </a:lnTo>
                  <a:lnTo>
                    <a:pt x="139054" y="815840"/>
                  </a:lnTo>
                  <a:lnTo>
                    <a:pt x="136087" y="810765"/>
                  </a:lnTo>
                  <a:lnTo>
                    <a:pt x="130837" y="804222"/>
                  </a:lnTo>
                  <a:lnTo>
                    <a:pt x="128007" y="803681"/>
                  </a:lnTo>
                  <a:lnTo>
                    <a:pt x="124864" y="805264"/>
                  </a:lnTo>
                  <a:lnTo>
                    <a:pt x="121090" y="808893"/>
                  </a:lnTo>
                  <a:lnTo>
                    <a:pt x="113246" y="817993"/>
                  </a:lnTo>
                  <a:lnTo>
                    <a:pt x="109541" y="819888"/>
                  </a:lnTo>
                  <a:lnTo>
                    <a:pt x="103363" y="820367"/>
                  </a:lnTo>
                  <a:lnTo>
                    <a:pt x="99946" y="819226"/>
                  </a:lnTo>
                  <a:lnTo>
                    <a:pt x="96644" y="817864"/>
                  </a:lnTo>
                  <a:lnTo>
                    <a:pt x="91486" y="813048"/>
                  </a:lnTo>
                  <a:lnTo>
                    <a:pt x="89606" y="812142"/>
                  </a:lnTo>
                  <a:lnTo>
                    <a:pt x="87324" y="814257"/>
                  </a:lnTo>
                  <a:lnTo>
                    <a:pt x="84645" y="819378"/>
                  </a:lnTo>
                  <a:lnTo>
                    <a:pt x="82066" y="822954"/>
                  </a:lnTo>
                  <a:lnTo>
                    <a:pt x="79578" y="824993"/>
                  </a:lnTo>
                  <a:lnTo>
                    <a:pt x="77258" y="825876"/>
                  </a:lnTo>
                  <a:lnTo>
                    <a:pt x="74016" y="825457"/>
                  </a:lnTo>
                  <a:lnTo>
                    <a:pt x="60663" y="817514"/>
                  </a:lnTo>
                  <a:lnTo>
                    <a:pt x="57650" y="813961"/>
                  </a:lnTo>
                  <a:lnTo>
                    <a:pt x="57475" y="808559"/>
                  </a:lnTo>
                  <a:lnTo>
                    <a:pt x="53374" y="803301"/>
                  </a:lnTo>
                  <a:lnTo>
                    <a:pt x="48741" y="802380"/>
                  </a:lnTo>
                  <a:lnTo>
                    <a:pt x="48177" y="800615"/>
                  </a:lnTo>
                  <a:lnTo>
                    <a:pt x="54051" y="792451"/>
                  </a:lnTo>
                  <a:lnTo>
                    <a:pt x="58434" y="789103"/>
                  </a:lnTo>
                  <a:lnTo>
                    <a:pt x="57734" y="788091"/>
                  </a:lnTo>
                  <a:lnTo>
                    <a:pt x="51373" y="787916"/>
                  </a:lnTo>
                  <a:lnTo>
                    <a:pt x="47082" y="792276"/>
                  </a:lnTo>
                  <a:lnTo>
                    <a:pt x="44624" y="793014"/>
                  </a:lnTo>
                  <a:lnTo>
                    <a:pt x="38971" y="793136"/>
                  </a:lnTo>
                  <a:lnTo>
                    <a:pt x="33036" y="790952"/>
                  </a:lnTo>
                  <a:lnTo>
                    <a:pt x="30510" y="789043"/>
                  </a:lnTo>
                  <a:lnTo>
                    <a:pt x="27893" y="784645"/>
                  </a:lnTo>
                  <a:lnTo>
                    <a:pt x="24956" y="782164"/>
                  </a:lnTo>
                  <a:lnTo>
                    <a:pt x="16092" y="778391"/>
                  </a:lnTo>
                  <a:lnTo>
                    <a:pt x="14091" y="776329"/>
                  </a:lnTo>
                  <a:lnTo>
                    <a:pt x="12197" y="772897"/>
                  </a:lnTo>
                  <a:lnTo>
                    <a:pt x="4953" y="763135"/>
                  </a:lnTo>
                  <a:lnTo>
                    <a:pt x="571" y="755918"/>
                  </a:lnTo>
                  <a:lnTo>
                    <a:pt x="0" y="751802"/>
                  </a:lnTo>
                  <a:lnTo>
                    <a:pt x="5060" y="742923"/>
                  </a:lnTo>
                  <a:lnTo>
                    <a:pt x="5280" y="740861"/>
                  </a:lnTo>
                  <a:lnTo>
                    <a:pt x="3112" y="737003"/>
                  </a:lnTo>
                  <a:lnTo>
                    <a:pt x="2207" y="734150"/>
                  </a:lnTo>
                  <a:lnTo>
                    <a:pt x="2952" y="730201"/>
                  </a:lnTo>
                  <a:lnTo>
                    <a:pt x="7380" y="721413"/>
                  </a:lnTo>
                  <a:lnTo>
                    <a:pt x="9024" y="719024"/>
                  </a:lnTo>
                  <a:lnTo>
                    <a:pt x="16960" y="713827"/>
                  </a:lnTo>
                  <a:lnTo>
                    <a:pt x="24911" y="706234"/>
                  </a:lnTo>
                  <a:lnTo>
                    <a:pt x="27802" y="704522"/>
                  </a:lnTo>
                  <a:lnTo>
                    <a:pt x="30381" y="704126"/>
                  </a:lnTo>
                  <a:lnTo>
                    <a:pt x="40828" y="704583"/>
                  </a:lnTo>
                  <a:lnTo>
                    <a:pt x="44061" y="702704"/>
                  </a:lnTo>
                  <a:lnTo>
                    <a:pt x="46808" y="698975"/>
                  </a:lnTo>
                  <a:lnTo>
                    <a:pt x="51320" y="695186"/>
                  </a:lnTo>
                  <a:lnTo>
                    <a:pt x="60732" y="689411"/>
                  </a:lnTo>
                  <a:lnTo>
                    <a:pt x="81655" y="680631"/>
                  </a:lnTo>
                  <a:lnTo>
                    <a:pt x="83017" y="679589"/>
                  </a:lnTo>
                  <a:lnTo>
                    <a:pt x="83139" y="677915"/>
                  </a:lnTo>
                  <a:lnTo>
                    <a:pt x="81260" y="673357"/>
                  </a:lnTo>
                  <a:lnTo>
                    <a:pt x="80864" y="671151"/>
                  </a:lnTo>
                  <a:lnTo>
                    <a:pt x="85148" y="667042"/>
                  </a:lnTo>
                  <a:lnTo>
                    <a:pt x="94818" y="660537"/>
                  </a:lnTo>
                  <a:lnTo>
                    <a:pt x="101430" y="657395"/>
                  </a:lnTo>
                  <a:lnTo>
                    <a:pt x="105683" y="657166"/>
                  </a:lnTo>
                  <a:lnTo>
                    <a:pt x="109115" y="655759"/>
                  </a:lnTo>
                  <a:lnTo>
                    <a:pt x="113931" y="651635"/>
                  </a:lnTo>
                  <a:lnTo>
                    <a:pt x="116655" y="650905"/>
                  </a:lnTo>
                  <a:lnTo>
                    <a:pt x="133112" y="649284"/>
                  </a:lnTo>
                  <a:lnTo>
                    <a:pt x="140393" y="651536"/>
                  </a:lnTo>
                  <a:lnTo>
                    <a:pt x="143969" y="651490"/>
                  </a:lnTo>
                  <a:lnTo>
                    <a:pt x="146267" y="649893"/>
                  </a:lnTo>
                  <a:lnTo>
                    <a:pt x="149303" y="645198"/>
                  </a:lnTo>
                  <a:lnTo>
                    <a:pt x="154979" y="633466"/>
                  </a:lnTo>
                  <a:lnTo>
                    <a:pt x="157969" y="626124"/>
                  </a:lnTo>
                  <a:lnTo>
                    <a:pt x="160792" y="614870"/>
                  </a:lnTo>
                  <a:lnTo>
                    <a:pt x="164436" y="597082"/>
                  </a:lnTo>
                  <a:lnTo>
                    <a:pt x="167160" y="579483"/>
                  </a:lnTo>
                  <a:lnTo>
                    <a:pt x="168963" y="562067"/>
                  </a:lnTo>
                  <a:lnTo>
                    <a:pt x="170371" y="551339"/>
                  </a:lnTo>
                  <a:lnTo>
                    <a:pt x="171368" y="547474"/>
                  </a:lnTo>
                  <a:lnTo>
                    <a:pt x="174784" y="542559"/>
                  </a:lnTo>
                  <a:lnTo>
                    <a:pt x="178345" y="538709"/>
                  </a:lnTo>
                  <a:lnTo>
                    <a:pt x="184462" y="535293"/>
                  </a:lnTo>
                  <a:lnTo>
                    <a:pt x="183907" y="533695"/>
                  </a:lnTo>
                  <a:lnTo>
                    <a:pt x="181312" y="531017"/>
                  </a:lnTo>
                  <a:lnTo>
                    <a:pt x="178900" y="529989"/>
                  </a:lnTo>
                  <a:lnTo>
                    <a:pt x="176671" y="530606"/>
                  </a:lnTo>
                  <a:lnTo>
                    <a:pt x="172600" y="534646"/>
                  </a:lnTo>
                  <a:lnTo>
                    <a:pt x="167328" y="537377"/>
                  </a:lnTo>
                  <a:lnTo>
                    <a:pt x="162207" y="536951"/>
                  </a:lnTo>
                  <a:lnTo>
                    <a:pt x="158517" y="537963"/>
                  </a:lnTo>
                  <a:lnTo>
                    <a:pt x="155131" y="541646"/>
                  </a:lnTo>
                  <a:lnTo>
                    <a:pt x="149645" y="544598"/>
                  </a:lnTo>
                  <a:lnTo>
                    <a:pt x="145986" y="543928"/>
                  </a:lnTo>
                  <a:lnTo>
                    <a:pt x="139374" y="538640"/>
                  </a:lnTo>
                  <a:lnTo>
                    <a:pt x="136041" y="537651"/>
                  </a:lnTo>
                  <a:lnTo>
                    <a:pt x="127588" y="538153"/>
                  </a:lnTo>
                  <a:lnTo>
                    <a:pt x="125115" y="536183"/>
                  </a:lnTo>
                  <a:lnTo>
                    <a:pt x="122954" y="532325"/>
                  </a:lnTo>
                  <a:lnTo>
                    <a:pt x="121235" y="526923"/>
                  </a:lnTo>
                  <a:lnTo>
                    <a:pt x="119949" y="519938"/>
                  </a:lnTo>
                  <a:lnTo>
                    <a:pt x="120124" y="512642"/>
                  </a:lnTo>
                  <a:lnTo>
                    <a:pt x="123168" y="499357"/>
                  </a:lnTo>
                  <a:lnTo>
                    <a:pt x="124332" y="495713"/>
                  </a:lnTo>
                  <a:lnTo>
                    <a:pt x="132572" y="480671"/>
                  </a:lnTo>
                  <a:lnTo>
                    <a:pt x="137647" y="473572"/>
                  </a:lnTo>
                  <a:lnTo>
                    <a:pt x="142699" y="468231"/>
                  </a:lnTo>
                  <a:lnTo>
                    <a:pt x="146374" y="465081"/>
                  </a:lnTo>
                  <a:lnTo>
                    <a:pt x="149843" y="463666"/>
                  </a:lnTo>
                  <a:lnTo>
                    <a:pt x="153176" y="460333"/>
                  </a:lnTo>
                  <a:lnTo>
                    <a:pt x="159301" y="449544"/>
                  </a:lnTo>
                  <a:lnTo>
                    <a:pt x="165623" y="440224"/>
                  </a:lnTo>
                  <a:lnTo>
                    <a:pt x="173491" y="422716"/>
                  </a:lnTo>
                  <a:lnTo>
                    <a:pt x="177295" y="418083"/>
                  </a:lnTo>
                  <a:lnTo>
                    <a:pt x="190618" y="410352"/>
                  </a:lnTo>
                  <a:lnTo>
                    <a:pt x="194239" y="410231"/>
                  </a:lnTo>
                  <a:lnTo>
                    <a:pt x="197313" y="412156"/>
                  </a:lnTo>
                  <a:lnTo>
                    <a:pt x="200227" y="416181"/>
                  </a:lnTo>
                  <a:lnTo>
                    <a:pt x="208406" y="433589"/>
                  </a:lnTo>
                  <a:lnTo>
                    <a:pt x="209045" y="433056"/>
                  </a:lnTo>
                  <a:lnTo>
                    <a:pt x="207615" y="426490"/>
                  </a:lnTo>
                  <a:lnTo>
                    <a:pt x="204633" y="406639"/>
                  </a:lnTo>
                  <a:lnTo>
                    <a:pt x="205112" y="398384"/>
                  </a:lnTo>
                  <a:lnTo>
                    <a:pt x="209791" y="389497"/>
                  </a:lnTo>
                  <a:lnTo>
                    <a:pt x="211709" y="387907"/>
                  </a:lnTo>
                  <a:lnTo>
                    <a:pt x="216646" y="388501"/>
                  </a:lnTo>
                  <a:lnTo>
                    <a:pt x="224613" y="391255"/>
                  </a:lnTo>
                  <a:lnTo>
                    <a:pt x="229939" y="394268"/>
                  </a:lnTo>
                  <a:lnTo>
                    <a:pt x="233979" y="399153"/>
                  </a:lnTo>
                  <a:lnTo>
                    <a:pt x="238780" y="402173"/>
                  </a:lnTo>
                  <a:lnTo>
                    <a:pt x="241268" y="402021"/>
                  </a:lnTo>
                  <a:lnTo>
                    <a:pt x="243041" y="399693"/>
                  </a:lnTo>
                  <a:lnTo>
                    <a:pt x="245582" y="392069"/>
                  </a:lnTo>
                  <a:lnTo>
                    <a:pt x="248892" y="379036"/>
                  </a:lnTo>
                  <a:lnTo>
                    <a:pt x="250216" y="362784"/>
                  </a:lnTo>
                  <a:lnTo>
                    <a:pt x="249561" y="343184"/>
                  </a:lnTo>
                  <a:lnTo>
                    <a:pt x="248602" y="328667"/>
                  </a:lnTo>
                  <a:lnTo>
                    <a:pt x="247324" y="319430"/>
                  </a:lnTo>
                  <a:lnTo>
                    <a:pt x="248024" y="311677"/>
                  </a:lnTo>
                  <a:lnTo>
                    <a:pt x="252034" y="302311"/>
                  </a:lnTo>
                  <a:lnTo>
                    <a:pt x="255709" y="295425"/>
                  </a:lnTo>
                  <a:lnTo>
                    <a:pt x="264474" y="285625"/>
                  </a:lnTo>
                  <a:lnTo>
                    <a:pt x="271588" y="283008"/>
                  </a:lnTo>
                  <a:lnTo>
                    <a:pt x="275803" y="283670"/>
                  </a:lnTo>
                  <a:lnTo>
                    <a:pt x="281350" y="288281"/>
                  </a:lnTo>
                  <a:lnTo>
                    <a:pt x="289042" y="291103"/>
                  </a:lnTo>
                  <a:lnTo>
                    <a:pt x="295989" y="299967"/>
                  </a:lnTo>
                  <a:lnTo>
                    <a:pt x="307242" y="320092"/>
                  </a:lnTo>
                  <a:lnTo>
                    <a:pt x="314706" y="330074"/>
                  </a:lnTo>
                  <a:lnTo>
                    <a:pt x="320892" y="334533"/>
                  </a:lnTo>
                  <a:lnTo>
                    <a:pt x="326986" y="342088"/>
                  </a:lnTo>
                  <a:lnTo>
                    <a:pt x="335994" y="357945"/>
                  </a:lnTo>
                  <a:lnTo>
                    <a:pt x="340712" y="364686"/>
                  </a:lnTo>
                  <a:lnTo>
                    <a:pt x="343512" y="367121"/>
                  </a:lnTo>
                  <a:lnTo>
                    <a:pt x="345985" y="367509"/>
                  </a:lnTo>
                  <a:lnTo>
                    <a:pt x="345064" y="363035"/>
                  </a:lnTo>
                  <a:lnTo>
                    <a:pt x="340757" y="353638"/>
                  </a:lnTo>
                  <a:lnTo>
                    <a:pt x="334168" y="343207"/>
                  </a:lnTo>
                  <a:lnTo>
                    <a:pt x="319552" y="324239"/>
                  </a:lnTo>
                  <a:lnTo>
                    <a:pt x="311495" y="310665"/>
                  </a:lnTo>
                  <a:lnTo>
                    <a:pt x="304274" y="295007"/>
                  </a:lnTo>
                  <a:lnTo>
                    <a:pt x="298963" y="285595"/>
                  </a:lnTo>
                  <a:lnTo>
                    <a:pt x="289331" y="276191"/>
                  </a:lnTo>
                  <a:lnTo>
                    <a:pt x="289460" y="272424"/>
                  </a:lnTo>
                  <a:lnTo>
                    <a:pt x="301086" y="259079"/>
                  </a:lnTo>
                  <a:lnTo>
                    <a:pt x="322451" y="247347"/>
                  </a:lnTo>
                  <a:lnTo>
                    <a:pt x="346532" y="238095"/>
                  </a:lnTo>
                  <a:lnTo>
                    <a:pt x="354590" y="239046"/>
                  </a:lnTo>
                  <a:lnTo>
                    <a:pt x="368749" y="235158"/>
                  </a:lnTo>
                  <a:lnTo>
                    <a:pt x="370081" y="229261"/>
                  </a:lnTo>
                  <a:lnTo>
                    <a:pt x="373124" y="226606"/>
                  </a:lnTo>
                  <a:lnTo>
                    <a:pt x="386310" y="218328"/>
                  </a:lnTo>
                  <a:lnTo>
                    <a:pt x="390091" y="218442"/>
                  </a:lnTo>
                  <a:lnTo>
                    <a:pt x="395897" y="222375"/>
                  </a:lnTo>
                  <a:lnTo>
                    <a:pt x="402082" y="229839"/>
                  </a:lnTo>
                  <a:lnTo>
                    <a:pt x="404943" y="236558"/>
                  </a:lnTo>
                  <a:lnTo>
                    <a:pt x="408831" y="248009"/>
                  </a:lnTo>
                  <a:lnTo>
                    <a:pt x="410733" y="263956"/>
                  </a:lnTo>
                  <a:lnTo>
                    <a:pt x="410444" y="312986"/>
                  </a:lnTo>
                  <a:lnTo>
                    <a:pt x="410551" y="322040"/>
                  </a:lnTo>
                  <a:lnTo>
                    <a:pt x="411296" y="325517"/>
                  </a:lnTo>
                  <a:lnTo>
                    <a:pt x="413982" y="320336"/>
                  </a:lnTo>
                  <a:lnTo>
                    <a:pt x="417186" y="310665"/>
                  </a:lnTo>
                  <a:lnTo>
                    <a:pt x="420069" y="303779"/>
                  </a:lnTo>
                  <a:lnTo>
                    <a:pt x="422283" y="293074"/>
                  </a:lnTo>
                  <a:lnTo>
                    <a:pt x="423835" y="278466"/>
                  </a:lnTo>
                  <a:lnTo>
                    <a:pt x="424756" y="267525"/>
                  </a:lnTo>
                  <a:lnTo>
                    <a:pt x="420990" y="255046"/>
                  </a:lnTo>
                  <a:lnTo>
                    <a:pt x="420807" y="234275"/>
                  </a:lnTo>
                  <a:lnTo>
                    <a:pt x="422694" y="223060"/>
                  </a:lnTo>
                  <a:lnTo>
                    <a:pt x="427967" y="223060"/>
                  </a:lnTo>
                  <a:lnTo>
                    <a:pt x="449781" y="261369"/>
                  </a:lnTo>
                  <a:lnTo>
                    <a:pt x="458363" y="269488"/>
                  </a:lnTo>
                  <a:lnTo>
                    <a:pt x="468132" y="289399"/>
                  </a:lnTo>
                  <a:lnTo>
                    <a:pt x="479545" y="287299"/>
                  </a:lnTo>
                  <a:lnTo>
                    <a:pt x="490076" y="289726"/>
                  </a:lnTo>
                  <a:lnTo>
                    <a:pt x="494732" y="289003"/>
                  </a:lnTo>
                  <a:lnTo>
                    <a:pt x="497030" y="285930"/>
                  </a:lnTo>
                  <a:lnTo>
                    <a:pt x="493758" y="277690"/>
                  </a:lnTo>
                  <a:lnTo>
                    <a:pt x="478800" y="254757"/>
                  </a:lnTo>
                  <a:lnTo>
                    <a:pt x="472005" y="236459"/>
                  </a:lnTo>
                  <a:lnTo>
                    <a:pt x="467250" y="213245"/>
                  </a:lnTo>
                  <a:lnTo>
                    <a:pt x="466093" y="200729"/>
                  </a:lnTo>
                  <a:lnTo>
                    <a:pt x="469730" y="198462"/>
                  </a:lnTo>
                  <a:lnTo>
                    <a:pt x="486439" y="198728"/>
                  </a:lnTo>
                  <a:lnTo>
                    <a:pt x="511547" y="209601"/>
                  </a:lnTo>
                  <a:lnTo>
                    <a:pt x="543655" y="246487"/>
                  </a:lnTo>
                  <a:lnTo>
                    <a:pt x="559458" y="258455"/>
                  </a:lnTo>
                  <a:lnTo>
                    <a:pt x="587777" y="299404"/>
                  </a:lnTo>
                  <a:lnTo>
                    <a:pt x="596322" y="305476"/>
                  </a:lnTo>
                  <a:lnTo>
                    <a:pt x="599768" y="306747"/>
                  </a:lnTo>
                  <a:lnTo>
                    <a:pt x="602370" y="301793"/>
                  </a:lnTo>
                  <a:lnTo>
                    <a:pt x="603976" y="296391"/>
                  </a:lnTo>
                  <a:lnTo>
                    <a:pt x="604098" y="289156"/>
                  </a:lnTo>
                  <a:lnTo>
                    <a:pt x="602728" y="280056"/>
                  </a:lnTo>
                  <a:lnTo>
                    <a:pt x="601937" y="269450"/>
                  </a:lnTo>
                  <a:lnTo>
                    <a:pt x="601739" y="257299"/>
                  </a:lnTo>
                  <a:lnTo>
                    <a:pt x="603656" y="232875"/>
                  </a:lnTo>
                  <a:lnTo>
                    <a:pt x="608221" y="224802"/>
                  </a:lnTo>
                  <a:lnTo>
                    <a:pt x="610238" y="215611"/>
                  </a:lnTo>
                  <a:lnTo>
                    <a:pt x="608358" y="198850"/>
                  </a:lnTo>
                  <a:lnTo>
                    <a:pt x="603009" y="187239"/>
                  </a:lnTo>
                  <a:lnTo>
                    <a:pt x="582185" y="156828"/>
                  </a:lnTo>
                  <a:lnTo>
                    <a:pt x="582101" y="153153"/>
                  </a:lnTo>
                  <a:lnTo>
                    <a:pt x="586309" y="149097"/>
                  </a:lnTo>
                  <a:lnTo>
                    <a:pt x="592548" y="146716"/>
                  </a:lnTo>
                  <a:lnTo>
                    <a:pt x="644157" y="154089"/>
                  </a:lnTo>
                  <a:lnTo>
                    <a:pt x="653074" y="156782"/>
                  </a:lnTo>
                  <a:lnTo>
                    <a:pt x="656878" y="159422"/>
                  </a:lnTo>
                  <a:lnTo>
                    <a:pt x="658545" y="162899"/>
                  </a:lnTo>
                  <a:lnTo>
                    <a:pt x="660683" y="164383"/>
                  </a:lnTo>
                  <a:lnTo>
                    <a:pt x="671768" y="160244"/>
                  </a:lnTo>
                  <a:lnTo>
                    <a:pt x="671502" y="152651"/>
                  </a:lnTo>
                  <a:lnTo>
                    <a:pt x="670117" y="147796"/>
                  </a:lnTo>
                  <a:lnTo>
                    <a:pt x="610222" y="134443"/>
                  </a:lnTo>
                  <a:lnTo>
                    <a:pt x="599061" y="129848"/>
                  </a:lnTo>
                  <a:lnTo>
                    <a:pt x="593377" y="129498"/>
                  </a:lnTo>
                  <a:lnTo>
                    <a:pt x="587503" y="133028"/>
                  </a:lnTo>
                  <a:lnTo>
                    <a:pt x="575322" y="134770"/>
                  </a:lnTo>
                  <a:lnTo>
                    <a:pt x="569699" y="134101"/>
                  </a:lnTo>
                  <a:lnTo>
                    <a:pt x="562410" y="118009"/>
                  </a:lnTo>
                  <a:lnTo>
                    <a:pt x="569007" y="98363"/>
                  </a:lnTo>
                  <a:lnTo>
                    <a:pt x="574561" y="98812"/>
                  </a:lnTo>
                  <a:lnTo>
                    <a:pt x="585114" y="106505"/>
                  </a:lnTo>
                  <a:lnTo>
                    <a:pt x="591368" y="95746"/>
                  </a:lnTo>
                  <a:lnTo>
                    <a:pt x="601290" y="86783"/>
                  </a:lnTo>
                  <a:lnTo>
                    <a:pt x="611105" y="83610"/>
                  </a:lnTo>
                  <a:lnTo>
                    <a:pt x="632516" y="64079"/>
                  </a:lnTo>
                  <a:lnTo>
                    <a:pt x="636472" y="62360"/>
                  </a:lnTo>
                  <a:lnTo>
                    <a:pt x="641463" y="63410"/>
                  </a:lnTo>
                  <a:lnTo>
                    <a:pt x="652526" y="68477"/>
                  </a:lnTo>
                  <a:lnTo>
                    <a:pt x="656901" y="73324"/>
                  </a:lnTo>
                  <a:lnTo>
                    <a:pt x="661915" y="83633"/>
                  </a:lnTo>
                  <a:lnTo>
                    <a:pt x="664822" y="86806"/>
                  </a:lnTo>
                  <a:lnTo>
                    <a:pt x="668276" y="87392"/>
                  </a:lnTo>
                  <a:lnTo>
                    <a:pt x="673008" y="92018"/>
                  </a:lnTo>
                  <a:lnTo>
                    <a:pt x="679856" y="76976"/>
                  </a:lnTo>
                  <a:lnTo>
                    <a:pt x="686042" y="60625"/>
                  </a:lnTo>
                  <a:lnTo>
                    <a:pt x="693148" y="50178"/>
                  </a:lnTo>
                  <a:lnTo>
                    <a:pt x="703199" y="56280"/>
                  </a:lnTo>
                  <a:lnTo>
                    <a:pt x="709560" y="64186"/>
                  </a:lnTo>
                  <a:lnTo>
                    <a:pt x="715373" y="73544"/>
                  </a:lnTo>
                  <a:lnTo>
                    <a:pt x="723598" y="78688"/>
                  </a:lnTo>
                  <a:lnTo>
                    <a:pt x="737537" y="109997"/>
                  </a:lnTo>
                  <a:lnTo>
                    <a:pt x="740139" y="110027"/>
                  </a:lnTo>
                  <a:lnTo>
                    <a:pt x="741371" y="107410"/>
                  </a:lnTo>
                  <a:lnTo>
                    <a:pt x="742688" y="101658"/>
                  </a:lnTo>
                  <a:lnTo>
                    <a:pt x="743159" y="93068"/>
                  </a:lnTo>
                  <a:lnTo>
                    <a:pt x="744871" y="81305"/>
                  </a:lnTo>
                  <a:lnTo>
                    <a:pt x="743631" y="76930"/>
                  </a:lnTo>
                  <a:lnTo>
                    <a:pt x="731952" y="63714"/>
                  </a:lnTo>
                  <a:lnTo>
                    <a:pt x="729745" y="58593"/>
                  </a:lnTo>
                  <a:lnTo>
                    <a:pt x="727509" y="50110"/>
                  </a:lnTo>
                  <a:lnTo>
                    <a:pt x="727470" y="43057"/>
                  </a:lnTo>
                  <a:lnTo>
                    <a:pt x="729639" y="37465"/>
                  </a:lnTo>
                  <a:lnTo>
                    <a:pt x="731922" y="34900"/>
                  </a:lnTo>
                  <a:lnTo>
                    <a:pt x="739469" y="37229"/>
                  </a:lnTo>
                  <a:lnTo>
                    <a:pt x="741965" y="35403"/>
                  </a:lnTo>
                  <a:lnTo>
                    <a:pt x="744323" y="30640"/>
                  </a:lnTo>
                  <a:lnTo>
                    <a:pt x="747162" y="21654"/>
                  </a:lnTo>
                  <a:lnTo>
                    <a:pt x="749398" y="19356"/>
                  </a:lnTo>
                  <a:lnTo>
                    <a:pt x="754451" y="19090"/>
                  </a:lnTo>
                  <a:lnTo>
                    <a:pt x="762219" y="24872"/>
                  </a:lnTo>
                  <a:lnTo>
                    <a:pt x="769021" y="25359"/>
                  </a:lnTo>
                  <a:lnTo>
                    <a:pt x="771471" y="22704"/>
                  </a:lnTo>
                  <a:lnTo>
                    <a:pt x="771844" y="17058"/>
                  </a:lnTo>
                  <a:lnTo>
                    <a:pt x="772437" y="13452"/>
                  </a:lnTo>
                  <a:lnTo>
                    <a:pt x="773244" y="11930"/>
                  </a:lnTo>
                  <a:lnTo>
                    <a:pt x="797895" y="11618"/>
                  </a:lnTo>
                  <a:lnTo>
                    <a:pt x="804013" y="10264"/>
                  </a:lnTo>
                  <a:lnTo>
                    <a:pt x="808791" y="5950"/>
                  </a:lnTo>
                  <a:lnTo>
                    <a:pt x="814642" y="5440"/>
                  </a:lnTo>
                  <a:lnTo>
                    <a:pt x="819755" y="8019"/>
                  </a:lnTo>
                  <a:lnTo>
                    <a:pt x="826085" y="13513"/>
                  </a:lnTo>
                  <a:lnTo>
                    <a:pt x="832378" y="13254"/>
                  </a:lnTo>
                  <a:lnTo>
                    <a:pt x="841751" y="4276"/>
                  </a:lnTo>
                  <a:lnTo>
                    <a:pt x="850577" y="0"/>
                  </a:lnTo>
                  <a:lnTo>
                    <a:pt x="899295" y="1187"/>
                  </a:lnTo>
                  <a:lnTo>
                    <a:pt x="915311" y="6642"/>
                  </a:lnTo>
                  <a:close/>
                  <a:moveTo>
                    <a:pt x="596900" y="260722"/>
                  </a:moveTo>
                  <a:lnTo>
                    <a:pt x="592571" y="263446"/>
                  </a:lnTo>
                  <a:lnTo>
                    <a:pt x="583532" y="246966"/>
                  </a:lnTo>
                  <a:lnTo>
                    <a:pt x="569220" y="230265"/>
                  </a:lnTo>
                  <a:lnTo>
                    <a:pt x="556597" y="219005"/>
                  </a:lnTo>
                  <a:lnTo>
                    <a:pt x="544735" y="188943"/>
                  </a:lnTo>
                  <a:lnTo>
                    <a:pt x="543800" y="178086"/>
                  </a:lnTo>
                  <a:lnTo>
                    <a:pt x="545481" y="168484"/>
                  </a:lnTo>
                  <a:lnTo>
                    <a:pt x="555836" y="167015"/>
                  </a:lnTo>
                  <a:lnTo>
                    <a:pt x="564122" y="162580"/>
                  </a:lnTo>
                  <a:lnTo>
                    <a:pt x="585213" y="181670"/>
                  </a:lnTo>
                  <a:lnTo>
                    <a:pt x="595759" y="197609"/>
                  </a:lnTo>
                  <a:lnTo>
                    <a:pt x="599335" y="210491"/>
                  </a:lnTo>
                  <a:lnTo>
                    <a:pt x="598779" y="235865"/>
                  </a:lnTo>
                  <a:lnTo>
                    <a:pt x="596900" y="260722"/>
                  </a:lnTo>
                  <a:close/>
                  <a:moveTo>
                    <a:pt x="1156350" y="296947"/>
                  </a:moveTo>
                  <a:lnTo>
                    <a:pt x="1154151" y="301778"/>
                  </a:lnTo>
                  <a:lnTo>
                    <a:pt x="1148521" y="299846"/>
                  </a:lnTo>
                  <a:lnTo>
                    <a:pt x="1141308" y="286234"/>
                  </a:lnTo>
                  <a:lnTo>
                    <a:pt x="1136500" y="274950"/>
                  </a:lnTo>
                  <a:lnTo>
                    <a:pt x="1136157" y="261567"/>
                  </a:lnTo>
                  <a:lnTo>
                    <a:pt x="1138630" y="255571"/>
                  </a:lnTo>
                  <a:lnTo>
                    <a:pt x="1142480" y="254567"/>
                  </a:lnTo>
                  <a:lnTo>
                    <a:pt x="1147768" y="266041"/>
                  </a:lnTo>
                  <a:lnTo>
                    <a:pt x="1153193" y="281342"/>
                  </a:lnTo>
                  <a:lnTo>
                    <a:pt x="1156350" y="296947"/>
                  </a:lnTo>
                  <a:close/>
                  <a:moveTo>
                    <a:pt x="1178826" y="568922"/>
                  </a:moveTo>
                  <a:lnTo>
                    <a:pt x="1169787" y="582701"/>
                  </a:lnTo>
                  <a:lnTo>
                    <a:pt x="1156419" y="581644"/>
                  </a:lnTo>
                  <a:lnTo>
                    <a:pt x="1148506" y="575298"/>
                  </a:lnTo>
                  <a:lnTo>
                    <a:pt x="1146246" y="565719"/>
                  </a:lnTo>
                  <a:lnTo>
                    <a:pt x="1149259" y="554991"/>
                  </a:lnTo>
                  <a:lnTo>
                    <a:pt x="1158861" y="546333"/>
                  </a:lnTo>
                  <a:lnTo>
                    <a:pt x="1170913" y="540892"/>
                  </a:lnTo>
                  <a:lnTo>
                    <a:pt x="1181839" y="544164"/>
                  </a:lnTo>
                  <a:lnTo>
                    <a:pt x="1183346" y="554991"/>
                  </a:lnTo>
                  <a:lnTo>
                    <a:pt x="1178826" y="568922"/>
                  </a:lnTo>
                  <a:close/>
                  <a:moveTo>
                    <a:pt x="1149251" y="774769"/>
                  </a:moveTo>
                  <a:lnTo>
                    <a:pt x="1146421" y="778375"/>
                  </a:lnTo>
                  <a:lnTo>
                    <a:pt x="1144542" y="767518"/>
                  </a:lnTo>
                  <a:lnTo>
                    <a:pt x="1142845" y="752897"/>
                  </a:lnTo>
                  <a:lnTo>
                    <a:pt x="1142465" y="736235"/>
                  </a:lnTo>
                  <a:lnTo>
                    <a:pt x="1146794" y="727820"/>
                  </a:lnTo>
                  <a:lnTo>
                    <a:pt x="1149054" y="725940"/>
                  </a:lnTo>
                  <a:lnTo>
                    <a:pt x="1150560" y="727820"/>
                  </a:lnTo>
                  <a:lnTo>
                    <a:pt x="1150180" y="735306"/>
                  </a:lnTo>
                  <a:lnTo>
                    <a:pt x="1150180" y="750135"/>
                  </a:lnTo>
                  <a:lnTo>
                    <a:pt x="1151686" y="760237"/>
                  </a:lnTo>
                  <a:lnTo>
                    <a:pt x="1149251" y="774769"/>
                  </a:lnTo>
                  <a:close/>
                  <a:moveTo>
                    <a:pt x="1171537" y="808269"/>
                  </a:moveTo>
                  <a:lnTo>
                    <a:pt x="1167390" y="808269"/>
                  </a:lnTo>
                  <a:lnTo>
                    <a:pt x="1165853" y="805675"/>
                  </a:lnTo>
                  <a:lnTo>
                    <a:pt x="1166835" y="801072"/>
                  </a:lnTo>
                  <a:lnTo>
                    <a:pt x="1172610" y="786113"/>
                  </a:lnTo>
                  <a:lnTo>
                    <a:pt x="1174535" y="784888"/>
                  </a:lnTo>
                  <a:lnTo>
                    <a:pt x="1177357" y="786517"/>
                  </a:lnTo>
                  <a:lnTo>
                    <a:pt x="1178217" y="794216"/>
                  </a:lnTo>
                  <a:lnTo>
                    <a:pt x="1176330" y="801863"/>
                  </a:lnTo>
                  <a:lnTo>
                    <a:pt x="1171537" y="808269"/>
                  </a:lnTo>
                  <a:close/>
                  <a:moveTo>
                    <a:pt x="24568" y="839502"/>
                  </a:moveTo>
                  <a:lnTo>
                    <a:pt x="16960" y="840362"/>
                  </a:lnTo>
                  <a:lnTo>
                    <a:pt x="9465" y="836566"/>
                  </a:lnTo>
                  <a:lnTo>
                    <a:pt x="6893" y="833621"/>
                  </a:lnTo>
                  <a:lnTo>
                    <a:pt x="7008" y="829109"/>
                  </a:lnTo>
                  <a:lnTo>
                    <a:pt x="8141" y="827542"/>
                  </a:lnTo>
                  <a:lnTo>
                    <a:pt x="12189" y="825974"/>
                  </a:lnTo>
                  <a:lnTo>
                    <a:pt x="15552" y="825624"/>
                  </a:lnTo>
                  <a:lnTo>
                    <a:pt x="17819" y="826324"/>
                  </a:lnTo>
                  <a:lnTo>
                    <a:pt x="23153" y="829109"/>
                  </a:lnTo>
                  <a:lnTo>
                    <a:pt x="27011" y="831886"/>
                  </a:lnTo>
                  <a:lnTo>
                    <a:pt x="29544" y="832754"/>
                  </a:lnTo>
                  <a:lnTo>
                    <a:pt x="28821" y="836733"/>
                  </a:lnTo>
                  <a:lnTo>
                    <a:pt x="24568" y="839502"/>
                  </a:lnTo>
                  <a:close/>
                  <a:moveTo>
                    <a:pt x="1158108" y="958493"/>
                  </a:moveTo>
                  <a:lnTo>
                    <a:pt x="1155658" y="960829"/>
                  </a:lnTo>
                  <a:lnTo>
                    <a:pt x="1147372" y="923676"/>
                  </a:lnTo>
                  <a:lnTo>
                    <a:pt x="1147372" y="909958"/>
                  </a:lnTo>
                  <a:lnTo>
                    <a:pt x="1147935" y="899367"/>
                  </a:lnTo>
                  <a:lnTo>
                    <a:pt x="1151702" y="898545"/>
                  </a:lnTo>
                  <a:lnTo>
                    <a:pt x="1154905" y="904259"/>
                  </a:lnTo>
                  <a:lnTo>
                    <a:pt x="1156411" y="926073"/>
                  </a:lnTo>
                  <a:lnTo>
                    <a:pt x="1158108" y="958493"/>
                  </a:lnTo>
                  <a:close/>
                  <a:moveTo>
                    <a:pt x="1170533" y="1013472"/>
                  </a:moveTo>
                  <a:lnTo>
                    <a:pt x="1172229" y="1022405"/>
                  </a:lnTo>
                  <a:lnTo>
                    <a:pt x="1172983" y="1030538"/>
                  </a:lnTo>
                  <a:lnTo>
                    <a:pt x="1175623" y="1035682"/>
                  </a:lnTo>
                  <a:lnTo>
                    <a:pt x="1181276" y="1034951"/>
                  </a:lnTo>
                  <a:lnTo>
                    <a:pt x="1183536" y="1044462"/>
                  </a:lnTo>
                  <a:lnTo>
                    <a:pt x="1179397" y="1048106"/>
                  </a:lnTo>
                  <a:lnTo>
                    <a:pt x="1163016" y="1046653"/>
                  </a:lnTo>
                  <a:lnTo>
                    <a:pt x="1156236" y="1047376"/>
                  </a:lnTo>
                  <a:lnTo>
                    <a:pt x="1151526" y="1041548"/>
                  </a:lnTo>
                  <a:lnTo>
                    <a:pt x="1151717" y="1031276"/>
                  </a:lnTo>
                  <a:lnTo>
                    <a:pt x="1152280" y="1020921"/>
                  </a:lnTo>
                  <a:lnTo>
                    <a:pt x="1156989" y="1014971"/>
                  </a:lnTo>
                  <a:lnTo>
                    <a:pt x="1160946" y="1020183"/>
                  </a:lnTo>
                  <a:lnTo>
                    <a:pt x="1165656" y="1016462"/>
                  </a:lnTo>
                  <a:lnTo>
                    <a:pt x="1170533" y="1013472"/>
                  </a:lnTo>
                  <a:close/>
                  <a:moveTo>
                    <a:pt x="380109" y="1217732"/>
                  </a:moveTo>
                  <a:lnTo>
                    <a:pt x="377088" y="1222616"/>
                  </a:lnTo>
                  <a:lnTo>
                    <a:pt x="374631" y="1225409"/>
                  </a:lnTo>
                  <a:lnTo>
                    <a:pt x="369290" y="1233694"/>
                  </a:lnTo>
                  <a:lnTo>
                    <a:pt x="368369" y="1233983"/>
                  </a:lnTo>
                  <a:lnTo>
                    <a:pt x="366931" y="1232911"/>
                  </a:lnTo>
                  <a:lnTo>
                    <a:pt x="365812" y="1230735"/>
                  </a:lnTo>
                  <a:lnTo>
                    <a:pt x="363796" y="1230210"/>
                  </a:lnTo>
                  <a:lnTo>
                    <a:pt x="363096" y="1228832"/>
                  </a:lnTo>
                  <a:lnTo>
                    <a:pt x="362815" y="1227714"/>
                  </a:lnTo>
                  <a:lnTo>
                    <a:pt x="361917" y="1226999"/>
                  </a:lnTo>
                  <a:lnTo>
                    <a:pt x="360494" y="1226550"/>
                  </a:lnTo>
                  <a:lnTo>
                    <a:pt x="358212" y="1227402"/>
                  </a:lnTo>
                  <a:lnTo>
                    <a:pt x="356119" y="1226550"/>
                  </a:lnTo>
                  <a:lnTo>
                    <a:pt x="354537" y="1222905"/>
                  </a:lnTo>
                  <a:lnTo>
                    <a:pt x="357458" y="1220455"/>
                  </a:lnTo>
                  <a:lnTo>
                    <a:pt x="359262" y="1218363"/>
                  </a:lnTo>
                  <a:lnTo>
                    <a:pt x="366239" y="1217541"/>
                  </a:lnTo>
                  <a:lnTo>
                    <a:pt x="368209" y="1218500"/>
                  </a:lnTo>
                  <a:lnTo>
                    <a:pt x="369449" y="1218477"/>
                  </a:lnTo>
                  <a:lnTo>
                    <a:pt x="371336" y="1217907"/>
                  </a:lnTo>
                  <a:lnTo>
                    <a:pt x="375460" y="1215297"/>
                  </a:lnTo>
                  <a:lnTo>
                    <a:pt x="376076" y="1214079"/>
                  </a:lnTo>
                  <a:lnTo>
                    <a:pt x="379767" y="1215609"/>
                  </a:lnTo>
                  <a:lnTo>
                    <a:pt x="380109" y="1217732"/>
                  </a:lnTo>
                  <a:close/>
                  <a:moveTo>
                    <a:pt x="411753" y="1338145"/>
                  </a:moveTo>
                  <a:lnTo>
                    <a:pt x="409752" y="1338578"/>
                  </a:lnTo>
                  <a:lnTo>
                    <a:pt x="404015" y="1335238"/>
                  </a:lnTo>
                  <a:lnTo>
                    <a:pt x="403079" y="1333975"/>
                  </a:lnTo>
                  <a:lnTo>
                    <a:pt x="402722" y="1332431"/>
                  </a:lnTo>
                  <a:lnTo>
                    <a:pt x="402942" y="1330597"/>
                  </a:lnTo>
                  <a:lnTo>
                    <a:pt x="404768" y="1327173"/>
                  </a:lnTo>
                  <a:lnTo>
                    <a:pt x="408200" y="1322144"/>
                  </a:lnTo>
                  <a:lnTo>
                    <a:pt x="410688" y="1321200"/>
                  </a:lnTo>
                  <a:lnTo>
                    <a:pt x="412232" y="1324358"/>
                  </a:lnTo>
                  <a:lnTo>
                    <a:pt x="413746" y="1328588"/>
                  </a:lnTo>
                  <a:lnTo>
                    <a:pt x="413944" y="1330726"/>
                  </a:lnTo>
                  <a:lnTo>
                    <a:pt x="413845" y="1333245"/>
                  </a:lnTo>
                  <a:lnTo>
                    <a:pt x="413450" y="1335375"/>
                  </a:lnTo>
                  <a:lnTo>
                    <a:pt x="412757" y="1337125"/>
                  </a:lnTo>
                  <a:lnTo>
                    <a:pt x="411753" y="1338145"/>
                  </a:lnTo>
                  <a:close/>
                  <a:moveTo>
                    <a:pt x="1011841" y="1345966"/>
                  </a:moveTo>
                  <a:lnTo>
                    <a:pt x="1012594" y="1349809"/>
                  </a:lnTo>
                  <a:lnTo>
                    <a:pt x="1012670" y="1351619"/>
                  </a:lnTo>
                  <a:lnTo>
                    <a:pt x="1012510" y="1353134"/>
                  </a:lnTo>
                  <a:lnTo>
                    <a:pt x="1012092" y="1354222"/>
                  </a:lnTo>
                  <a:lnTo>
                    <a:pt x="1011087" y="1355180"/>
                  </a:lnTo>
                  <a:lnTo>
                    <a:pt x="1012959" y="1357714"/>
                  </a:lnTo>
                  <a:lnTo>
                    <a:pt x="1013568" y="1359418"/>
                  </a:lnTo>
                  <a:lnTo>
                    <a:pt x="1013682" y="1360772"/>
                  </a:lnTo>
                  <a:lnTo>
                    <a:pt x="1012488" y="1363390"/>
                  </a:lnTo>
                  <a:lnTo>
                    <a:pt x="1003981" y="1366844"/>
                  </a:lnTo>
                  <a:lnTo>
                    <a:pt x="1001615" y="1368503"/>
                  </a:lnTo>
                  <a:lnTo>
                    <a:pt x="998663" y="1372604"/>
                  </a:lnTo>
                  <a:lnTo>
                    <a:pt x="995072" y="1376119"/>
                  </a:lnTo>
                  <a:lnTo>
                    <a:pt x="993877" y="1376104"/>
                  </a:lnTo>
                  <a:lnTo>
                    <a:pt x="992485" y="1372459"/>
                  </a:lnTo>
                  <a:lnTo>
                    <a:pt x="986809" y="1369773"/>
                  </a:lnTo>
                  <a:lnTo>
                    <a:pt x="976134" y="1371173"/>
                  </a:lnTo>
                  <a:lnTo>
                    <a:pt x="963633" y="1374552"/>
                  </a:lnTo>
                  <a:lnTo>
                    <a:pt x="959197" y="1376127"/>
                  </a:lnTo>
                  <a:lnTo>
                    <a:pt x="956953" y="1375290"/>
                  </a:lnTo>
                  <a:lnTo>
                    <a:pt x="956268" y="1374027"/>
                  </a:lnTo>
                  <a:lnTo>
                    <a:pt x="956237" y="1372269"/>
                  </a:lnTo>
                  <a:lnTo>
                    <a:pt x="957713" y="1367110"/>
                  </a:lnTo>
                  <a:lnTo>
                    <a:pt x="958314" y="1365794"/>
                  </a:lnTo>
                  <a:lnTo>
                    <a:pt x="961183" y="1364075"/>
                  </a:lnTo>
                  <a:lnTo>
                    <a:pt x="963123" y="1359509"/>
                  </a:lnTo>
                  <a:lnTo>
                    <a:pt x="962492" y="1354526"/>
                  </a:lnTo>
                  <a:lnTo>
                    <a:pt x="963237" y="1347549"/>
                  </a:lnTo>
                  <a:lnTo>
                    <a:pt x="965200" y="1346461"/>
                  </a:lnTo>
                  <a:lnTo>
                    <a:pt x="970108" y="1348949"/>
                  </a:lnTo>
                  <a:lnTo>
                    <a:pt x="973281" y="1349474"/>
                  </a:lnTo>
                  <a:lnTo>
                    <a:pt x="978903" y="1349793"/>
                  </a:lnTo>
                  <a:lnTo>
                    <a:pt x="986459" y="1348956"/>
                  </a:lnTo>
                  <a:lnTo>
                    <a:pt x="992530" y="1346111"/>
                  </a:lnTo>
                  <a:lnTo>
                    <a:pt x="1003608" y="1337970"/>
                  </a:lnTo>
                  <a:lnTo>
                    <a:pt x="1005571" y="1338076"/>
                  </a:lnTo>
                  <a:lnTo>
                    <a:pt x="1006979" y="1340967"/>
                  </a:lnTo>
                  <a:lnTo>
                    <a:pt x="1008014" y="1342383"/>
                  </a:lnTo>
                  <a:lnTo>
                    <a:pt x="1011308" y="1344597"/>
                  </a:lnTo>
                  <a:lnTo>
                    <a:pt x="1011841" y="1345966"/>
                  </a:lnTo>
                  <a:close/>
                  <a:moveTo>
                    <a:pt x="451470" y="1350280"/>
                  </a:moveTo>
                  <a:lnTo>
                    <a:pt x="448616" y="1350455"/>
                  </a:lnTo>
                  <a:lnTo>
                    <a:pt x="441982" y="1349276"/>
                  </a:lnTo>
                  <a:lnTo>
                    <a:pt x="441449" y="1348515"/>
                  </a:lnTo>
                  <a:lnTo>
                    <a:pt x="441365" y="1347077"/>
                  </a:lnTo>
                  <a:lnTo>
                    <a:pt x="442248" y="1342923"/>
                  </a:lnTo>
                  <a:lnTo>
                    <a:pt x="445170" y="1342367"/>
                  </a:lnTo>
                  <a:lnTo>
                    <a:pt x="448647" y="1344642"/>
                  </a:lnTo>
                  <a:lnTo>
                    <a:pt x="452398" y="1347876"/>
                  </a:lnTo>
                  <a:lnTo>
                    <a:pt x="452915" y="1349398"/>
                  </a:lnTo>
                  <a:lnTo>
                    <a:pt x="451470" y="1350280"/>
                  </a:lnTo>
                  <a:close/>
                  <a:moveTo>
                    <a:pt x="428918" y="1408204"/>
                  </a:moveTo>
                  <a:lnTo>
                    <a:pt x="436032" y="1413256"/>
                  </a:lnTo>
                  <a:lnTo>
                    <a:pt x="443572" y="1416733"/>
                  </a:lnTo>
                  <a:lnTo>
                    <a:pt x="444310" y="1418316"/>
                  </a:lnTo>
                  <a:lnTo>
                    <a:pt x="444896" y="1420713"/>
                  </a:lnTo>
                  <a:lnTo>
                    <a:pt x="445033" y="1421961"/>
                  </a:lnTo>
                  <a:lnTo>
                    <a:pt x="444866" y="1423117"/>
                  </a:lnTo>
                  <a:lnTo>
                    <a:pt x="444386" y="1424182"/>
                  </a:lnTo>
                  <a:lnTo>
                    <a:pt x="444934" y="1425552"/>
                  </a:lnTo>
                  <a:lnTo>
                    <a:pt x="446516" y="1427226"/>
                  </a:lnTo>
                  <a:lnTo>
                    <a:pt x="446676" y="1429181"/>
                  </a:lnTo>
                  <a:lnTo>
                    <a:pt x="444789" y="1432529"/>
                  </a:lnTo>
                  <a:lnTo>
                    <a:pt x="442134" y="1436242"/>
                  </a:lnTo>
                  <a:lnTo>
                    <a:pt x="428089" y="1443843"/>
                  </a:lnTo>
                  <a:lnTo>
                    <a:pt x="423120" y="1445129"/>
                  </a:lnTo>
                  <a:lnTo>
                    <a:pt x="410840" y="1450318"/>
                  </a:lnTo>
                  <a:lnTo>
                    <a:pt x="407081" y="1450105"/>
                  </a:lnTo>
                  <a:lnTo>
                    <a:pt x="406252" y="1449861"/>
                  </a:lnTo>
                  <a:lnTo>
                    <a:pt x="403931" y="1447578"/>
                  </a:lnTo>
                  <a:lnTo>
                    <a:pt x="400751" y="1445456"/>
                  </a:lnTo>
                  <a:lnTo>
                    <a:pt x="399260" y="1443805"/>
                  </a:lnTo>
                  <a:lnTo>
                    <a:pt x="397943" y="1441431"/>
                  </a:lnTo>
                  <a:lnTo>
                    <a:pt x="398468" y="1439962"/>
                  </a:lnTo>
                  <a:lnTo>
                    <a:pt x="400835" y="1439384"/>
                  </a:lnTo>
                  <a:lnTo>
                    <a:pt x="404198" y="1439422"/>
                  </a:lnTo>
                  <a:lnTo>
                    <a:pt x="409136" y="1437695"/>
                  </a:lnTo>
                  <a:lnTo>
                    <a:pt x="407766" y="1436135"/>
                  </a:lnTo>
                  <a:lnTo>
                    <a:pt x="406473" y="1435184"/>
                  </a:lnTo>
                  <a:lnTo>
                    <a:pt x="405575" y="1433115"/>
                  </a:lnTo>
                  <a:lnTo>
                    <a:pt x="403513" y="1433518"/>
                  </a:lnTo>
                  <a:lnTo>
                    <a:pt x="401968" y="1432331"/>
                  </a:lnTo>
                  <a:lnTo>
                    <a:pt x="398993" y="1431578"/>
                  </a:lnTo>
                  <a:lnTo>
                    <a:pt x="391225" y="1430863"/>
                  </a:lnTo>
                  <a:lnTo>
                    <a:pt x="386158" y="1428823"/>
                  </a:lnTo>
                  <a:lnTo>
                    <a:pt x="384666" y="1427598"/>
                  </a:lnTo>
                  <a:lnTo>
                    <a:pt x="383350" y="1425483"/>
                  </a:lnTo>
                  <a:lnTo>
                    <a:pt x="382209" y="1422501"/>
                  </a:lnTo>
                  <a:lnTo>
                    <a:pt x="383867" y="1410860"/>
                  </a:lnTo>
                  <a:lnTo>
                    <a:pt x="385009" y="1407877"/>
                  </a:lnTo>
                  <a:lnTo>
                    <a:pt x="387641" y="1406896"/>
                  </a:lnTo>
                  <a:lnTo>
                    <a:pt x="394078" y="1409498"/>
                  </a:lnTo>
                  <a:lnTo>
                    <a:pt x="394946" y="1408379"/>
                  </a:lnTo>
                  <a:lnTo>
                    <a:pt x="387900" y="1404058"/>
                  </a:lnTo>
                  <a:lnTo>
                    <a:pt x="385313" y="1401478"/>
                  </a:lnTo>
                  <a:lnTo>
                    <a:pt x="384552" y="1399439"/>
                  </a:lnTo>
                  <a:lnTo>
                    <a:pt x="384096" y="1396434"/>
                  </a:lnTo>
                  <a:lnTo>
                    <a:pt x="384096" y="1394669"/>
                  </a:lnTo>
                  <a:lnTo>
                    <a:pt x="384415" y="1392888"/>
                  </a:lnTo>
                  <a:lnTo>
                    <a:pt x="385047" y="1391100"/>
                  </a:lnTo>
                  <a:lnTo>
                    <a:pt x="386759" y="1388681"/>
                  </a:lnTo>
                  <a:lnTo>
                    <a:pt x="393896" y="1384816"/>
                  </a:lnTo>
                  <a:lnTo>
                    <a:pt x="401672" y="1386139"/>
                  </a:lnTo>
                  <a:lnTo>
                    <a:pt x="415169" y="1390887"/>
                  </a:lnTo>
                  <a:lnTo>
                    <a:pt x="416843" y="1391891"/>
                  </a:lnTo>
                  <a:lnTo>
                    <a:pt x="420982" y="1395947"/>
                  </a:lnTo>
                  <a:lnTo>
                    <a:pt x="428918" y="1408204"/>
                  </a:lnTo>
                  <a:close/>
                  <a:moveTo>
                    <a:pt x="465591" y="1432384"/>
                  </a:moveTo>
                  <a:lnTo>
                    <a:pt x="462244" y="1434538"/>
                  </a:lnTo>
                  <a:lnTo>
                    <a:pt x="461566" y="1434058"/>
                  </a:lnTo>
                  <a:lnTo>
                    <a:pt x="460889" y="1432415"/>
                  </a:lnTo>
                  <a:lnTo>
                    <a:pt x="459162" y="1424928"/>
                  </a:lnTo>
                  <a:lnTo>
                    <a:pt x="458652" y="1421367"/>
                  </a:lnTo>
                  <a:lnTo>
                    <a:pt x="459078" y="1416924"/>
                  </a:lnTo>
                  <a:lnTo>
                    <a:pt x="458409" y="1413781"/>
                  </a:lnTo>
                  <a:lnTo>
                    <a:pt x="461429" y="1410114"/>
                  </a:lnTo>
                  <a:lnTo>
                    <a:pt x="463872" y="1409483"/>
                  </a:lnTo>
                  <a:lnTo>
                    <a:pt x="467166" y="1410441"/>
                  </a:lnTo>
                  <a:lnTo>
                    <a:pt x="472743" y="1414169"/>
                  </a:lnTo>
                  <a:lnTo>
                    <a:pt x="472340" y="1415379"/>
                  </a:lnTo>
                  <a:lnTo>
                    <a:pt x="471130" y="1417319"/>
                  </a:lnTo>
                  <a:lnTo>
                    <a:pt x="467775" y="1419853"/>
                  </a:lnTo>
                  <a:lnTo>
                    <a:pt x="466588" y="1425544"/>
                  </a:lnTo>
                  <a:lnTo>
                    <a:pt x="466360" y="1428390"/>
                  </a:lnTo>
                  <a:lnTo>
                    <a:pt x="466519" y="1430520"/>
                  </a:lnTo>
                  <a:lnTo>
                    <a:pt x="465591" y="1432384"/>
                  </a:lnTo>
                  <a:close/>
                  <a:moveTo>
                    <a:pt x="764167" y="1657491"/>
                  </a:moveTo>
                  <a:lnTo>
                    <a:pt x="760842" y="1657521"/>
                  </a:lnTo>
                  <a:lnTo>
                    <a:pt x="759738" y="1653474"/>
                  </a:lnTo>
                  <a:lnTo>
                    <a:pt x="760066" y="1649046"/>
                  </a:lnTo>
                  <a:lnTo>
                    <a:pt x="763809" y="1647653"/>
                  </a:lnTo>
                  <a:lnTo>
                    <a:pt x="765825" y="1650704"/>
                  </a:lnTo>
                  <a:lnTo>
                    <a:pt x="765103" y="1655239"/>
                  </a:lnTo>
                  <a:lnTo>
                    <a:pt x="764167" y="1657491"/>
                  </a:lnTo>
                  <a:close/>
                  <a:moveTo>
                    <a:pt x="566960" y="1882400"/>
                  </a:moveTo>
                  <a:lnTo>
                    <a:pt x="564510" y="1887680"/>
                  </a:lnTo>
                  <a:lnTo>
                    <a:pt x="562060" y="1886531"/>
                  </a:lnTo>
                  <a:lnTo>
                    <a:pt x="560851" y="1884173"/>
                  </a:lnTo>
                  <a:lnTo>
                    <a:pt x="558438" y="1883077"/>
                  </a:lnTo>
                  <a:lnTo>
                    <a:pt x="555836" y="1883404"/>
                  </a:lnTo>
                  <a:lnTo>
                    <a:pt x="555798" y="1882469"/>
                  </a:lnTo>
                  <a:lnTo>
                    <a:pt x="564251" y="1876823"/>
                  </a:lnTo>
                  <a:lnTo>
                    <a:pt x="568284" y="1875301"/>
                  </a:lnTo>
                  <a:lnTo>
                    <a:pt x="567995" y="1877683"/>
                  </a:lnTo>
                  <a:lnTo>
                    <a:pt x="567227" y="1879768"/>
                  </a:lnTo>
                  <a:lnTo>
                    <a:pt x="566960" y="188240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09" name="Freeform: Shape 2208">
              <a:extLst>
                <a:ext uri="{FF2B5EF4-FFF2-40B4-BE49-F238E27FC236}">
                  <a16:creationId xmlns:a16="http://schemas.microsoft.com/office/drawing/2014/main" id="{E26BCFA8-209F-E531-D245-4F2EA72C4248}"/>
                </a:ext>
              </a:extLst>
            </p:cNvPr>
            <p:cNvSpPr/>
            <p:nvPr/>
          </p:nvSpPr>
          <p:spPr>
            <a:xfrm>
              <a:off x="9214600" y="4708371"/>
              <a:ext cx="64018" cy="16320"/>
            </a:xfrm>
            <a:custGeom>
              <a:avLst/>
              <a:gdLst>
                <a:gd name="csX0" fmla="*/ 1309 w 64018"/>
                <a:gd name="csY0" fmla="*/ 16320 h 16320"/>
                <a:gd name="csX1" fmla="*/ 1187 w 64018"/>
                <a:gd name="csY1" fmla="*/ 14479 h 16320"/>
                <a:gd name="csX2" fmla="*/ 0 w 64018"/>
                <a:gd name="csY2" fmla="*/ 10279 h 16320"/>
                <a:gd name="csX3" fmla="*/ 1590 w 64018"/>
                <a:gd name="csY3" fmla="*/ 8446 h 16320"/>
                <a:gd name="csX4" fmla="*/ 3317 w 64018"/>
                <a:gd name="csY4" fmla="*/ 7358 h 16320"/>
                <a:gd name="csX5" fmla="*/ 4481 w 64018"/>
                <a:gd name="csY5" fmla="*/ 8225 h 16320"/>
                <a:gd name="csX6" fmla="*/ 4832 w 64018"/>
                <a:gd name="csY6" fmla="*/ 9937 h 16320"/>
                <a:gd name="csX7" fmla="*/ 5729 w 64018"/>
                <a:gd name="csY7" fmla="*/ 11108 h 16320"/>
                <a:gd name="csX8" fmla="*/ 8788 w 64018"/>
                <a:gd name="csY8" fmla="*/ 11839 h 16320"/>
                <a:gd name="csX9" fmla="*/ 11809 w 64018"/>
                <a:gd name="csY9" fmla="*/ 11314 h 16320"/>
                <a:gd name="csX10" fmla="*/ 13657 w 64018"/>
                <a:gd name="csY10" fmla="*/ 11557 h 16320"/>
                <a:gd name="csX11" fmla="*/ 13604 w 64018"/>
                <a:gd name="csY11" fmla="*/ 10606 h 16320"/>
                <a:gd name="csX12" fmla="*/ 14228 w 64018"/>
                <a:gd name="csY12" fmla="*/ 9343 h 16320"/>
                <a:gd name="csX13" fmla="*/ 17903 w 64018"/>
                <a:gd name="csY13" fmla="*/ 8803 h 16320"/>
                <a:gd name="csX14" fmla="*/ 21783 w 64018"/>
                <a:gd name="csY14" fmla="*/ 8446 h 16320"/>
                <a:gd name="csX15" fmla="*/ 25778 w 64018"/>
                <a:gd name="csY15" fmla="*/ 7685 h 16320"/>
                <a:gd name="csX16" fmla="*/ 28905 w 64018"/>
                <a:gd name="csY16" fmla="*/ 7715 h 16320"/>
                <a:gd name="csX17" fmla="*/ 29833 w 64018"/>
                <a:gd name="csY17" fmla="*/ 7510 h 16320"/>
                <a:gd name="csX18" fmla="*/ 29613 w 64018"/>
                <a:gd name="csY18" fmla="*/ 7182 h 16320"/>
                <a:gd name="csX19" fmla="*/ 26805 w 64018"/>
                <a:gd name="csY19" fmla="*/ 6817 h 16320"/>
                <a:gd name="csX20" fmla="*/ 20817 w 64018"/>
                <a:gd name="csY20" fmla="*/ 7685 h 16320"/>
                <a:gd name="csX21" fmla="*/ 14723 w 64018"/>
                <a:gd name="csY21" fmla="*/ 7943 h 16320"/>
                <a:gd name="csX22" fmla="*/ 10104 w 64018"/>
                <a:gd name="csY22" fmla="*/ 10234 h 16320"/>
                <a:gd name="csX23" fmla="*/ 8210 w 64018"/>
                <a:gd name="csY23" fmla="*/ 10021 h 16320"/>
                <a:gd name="csX24" fmla="*/ 6292 w 64018"/>
                <a:gd name="csY24" fmla="*/ 7730 h 16320"/>
                <a:gd name="csX25" fmla="*/ 5608 w 64018"/>
                <a:gd name="csY25" fmla="*/ 4907 h 16320"/>
                <a:gd name="csX26" fmla="*/ 11017 w 64018"/>
                <a:gd name="csY26" fmla="*/ 4702 h 16320"/>
                <a:gd name="csX27" fmla="*/ 17576 w 64018"/>
                <a:gd name="csY27" fmla="*/ 4793 h 16320"/>
                <a:gd name="csX28" fmla="*/ 24720 w 64018"/>
                <a:gd name="csY28" fmla="*/ 4885 h 16320"/>
                <a:gd name="csX29" fmla="*/ 28083 w 64018"/>
                <a:gd name="csY29" fmla="*/ 4930 h 16320"/>
                <a:gd name="csX30" fmla="*/ 29848 w 64018"/>
                <a:gd name="csY30" fmla="*/ 1857 h 16320"/>
                <a:gd name="csX31" fmla="*/ 33211 w 64018"/>
                <a:gd name="csY31" fmla="*/ 502 h 16320"/>
                <a:gd name="csX32" fmla="*/ 36650 w 64018"/>
                <a:gd name="csY32" fmla="*/ 0 h 16320"/>
                <a:gd name="csX33" fmla="*/ 38446 w 64018"/>
                <a:gd name="csY33" fmla="*/ 129 h 16320"/>
                <a:gd name="csX34" fmla="*/ 40333 w 64018"/>
                <a:gd name="csY34" fmla="*/ 586 h 16320"/>
                <a:gd name="csX35" fmla="*/ 43962 w 64018"/>
                <a:gd name="csY35" fmla="*/ 3120 h 16320"/>
                <a:gd name="csX36" fmla="*/ 46222 w 64018"/>
                <a:gd name="csY36" fmla="*/ 3705 h 16320"/>
                <a:gd name="csX37" fmla="*/ 48132 w 64018"/>
                <a:gd name="csY37" fmla="*/ 4276 h 16320"/>
                <a:gd name="csX38" fmla="*/ 49494 w 64018"/>
                <a:gd name="csY38" fmla="*/ 5509 h 16320"/>
                <a:gd name="csX39" fmla="*/ 51662 w 64018"/>
                <a:gd name="csY39" fmla="*/ 6734 h 16320"/>
                <a:gd name="csX40" fmla="*/ 53367 w 64018"/>
                <a:gd name="csY40" fmla="*/ 7061 h 16320"/>
                <a:gd name="csX41" fmla="*/ 54378 w 64018"/>
                <a:gd name="csY41" fmla="*/ 6878 h 16320"/>
                <a:gd name="csX42" fmla="*/ 56067 w 64018"/>
                <a:gd name="csY42" fmla="*/ 6406 h 16320"/>
                <a:gd name="csX43" fmla="*/ 57178 w 64018"/>
                <a:gd name="csY43" fmla="*/ 6026 h 16320"/>
                <a:gd name="csX44" fmla="*/ 60800 w 64018"/>
                <a:gd name="csY44" fmla="*/ 5866 h 16320"/>
                <a:gd name="csX45" fmla="*/ 63463 w 64018"/>
                <a:gd name="csY45" fmla="*/ 7281 h 16320"/>
                <a:gd name="csX46" fmla="*/ 64019 w 64018"/>
                <a:gd name="csY46" fmla="*/ 8826 h 16320"/>
                <a:gd name="csX47" fmla="*/ 63577 w 64018"/>
                <a:gd name="csY47" fmla="*/ 10409 h 16320"/>
                <a:gd name="csX48" fmla="*/ 60001 w 64018"/>
                <a:gd name="csY48" fmla="*/ 11253 h 16320"/>
                <a:gd name="csX49" fmla="*/ 55048 w 64018"/>
                <a:gd name="csY49" fmla="*/ 12577 h 16320"/>
                <a:gd name="csX50" fmla="*/ 50955 w 64018"/>
                <a:gd name="csY50" fmla="*/ 11854 h 16320"/>
                <a:gd name="csX51" fmla="*/ 45971 w 64018"/>
                <a:gd name="csY51" fmla="*/ 10051 h 16320"/>
                <a:gd name="csX52" fmla="*/ 43057 w 64018"/>
                <a:gd name="csY52" fmla="*/ 8757 h 16320"/>
                <a:gd name="csX53" fmla="*/ 41847 w 64018"/>
                <a:gd name="csY53" fmla="*/ 8232 h 16320"/>
                <a:gd name="csX54" fmla="*/ 40029 w 64018"/>
                <a:gd name="csY54" fmla="*/ 7411 h 16320"/>
                <a:gd name="csX55" fmla="*/ 38439 w 64018"/>
                <a:gd name="csY55" fmla="*/ 6528 h 16320"/>
                <a:gd name="csX56" fmla="*/ 36909 w 64018"/>
                <a:gd name="csY56" fmla="*/ 5950 h 16320"/>
                <a:gd name="csX57" fmla="*/ 35737 w 64018"/>
                <a:gd name="csY57" fmla="*/ 5585 h 16320"/>
                <a:gd name="csX58" fmla="*/ 34870 w 64018"/>
                <a:gd name="csY58" fmla="*/ 6049 h 16320"/>
                <a:gd name="csX59" fmla="*/ 34436 w 64018"/>
                <a:gd name="csY59" fmla="*/ 7144 h 16320"/>
                <a:gd name="csX60" fmla="*/ 33744 w 64018"/>
                <a:gd name="csY60" fmla="*/ 8362 h 16320"/>
                <a:gd name="csX61" fmla="*/ 32854 w 64018"/>
                <a:gd name="csY61" fmla="*/ 9085 h 16320"/>
                <a:gd name="csX62" fmla="*/ 28677 w 64018"/>
                <a:gd name="csY62" fmla="*/ 9511 h 16320"/>
                <a:gd name="csX63" fmla="*/ 24926 w 64018"/>
                <a:gd name="csY63" fmla="*/ 9960 h 16320"/>
                <a:gd name="csX64" fmla="*/ 22917 w 64018"/>
                <a:gd name="csY64" fmla="*/ 10340 h 16320"/>
                <a:gd name="csX65" fmla="*/ 21570 w 64018"/>
                <a:gd name="csY65" fmla="*/ 10629 h 16320"/>
                <a:gd name="csX66" fmla="*/ 21152 w 64018"/>
                <a:gd name="csY66" fmla="*/ 14304 h 16320"/>
                <a:gd name="csX67" fmla="*/ 16906 w 64018"/>
                <a:gd name="csY67" fmla="*/ 14266 h 16320"/>
                <a:gd name="csX68" fmla="*/ 12737 w 64018"/>
                <a:gd name="csY68" fmla="*/ 14221 h 16320"/>
                <a:gd name="csX69" fmla="*/ 8408 w 64018"/>
                <a:gd name="csY69" fmla="*/ 14289 h 16320"/>
                <a:gd name="csX70" fmla="*/ 3759 w 64018"/>
                <a:gd name="csY70" fmla="*/ 14357 h 16320"/>
                <a:gd name="csX71" fmla="*/ 2564 w 64018"/>
                <a:gd name="csY71" fmla="*/ 15111 h 163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64018" h="16320">
                  <a:moveTo>
                    <a:pt x="1309" y="16320"/>
                  </a:moveTo>
                  <a:lnTo>
                    <a:pt x="1187" y="14479"/>
                  </a:lnTo>
                  <a:lnTo>
                    <a:pt x="0" y="10279"/>
                  </a:lnTo>
                  <a:lnTo>
                    <a:pt x="1590" y="8446"/>
                  </a:lnTo>
                  <a:lnTo>
                    <a:pt x="3317" y="7358"/>
                  </a:lnTo>
                  <a:lnTo>
                    <a:pt x="4481" y="8225"/>
                  </a:lnTo>
                  <a:lnTo>
                    <a:pt x="4832" y="9937"/>
                  </a:lnTo>
                  <a:lnTo>
                    <a:pt x="5729" y="11108"/>
                  </a:lnTo>
                  <a:lnTo>
                    <a:pt x="8788" y="11839"/>
                  </a:lnTo>
                  <a:lnTo>
                    <a:pt x="11809" y="11314"/>
                  </a:lnTo>
                  <a:lnTo>
                    <a:pt x="13657" y="11557"/>
                  </a:lnTo>
                  <a:lnTo>
                    <a:pt x="13604" y="10606"/>
                  </a:lnTo>
                  <a:lnTo>
                    <a:pt x="14228" y="9343"/>
                  </a:lnTo>
                  <a:lnTo>
                    <a:pt x="17903" y="8803"/>
                  </a:lnTo>
                  <a:lnTo>
                    <a:pt x="21783" y="8446"/>
                  </a:lnTo>
                  <a:lnTo>
                    <a:pt x="25778" y="7685"/>
                  </a:lnTo>
                  <a:lnTo>
                    <a:pt x="28905" y="7715"/>
                  </a:lnTo>
                  <a:lnTo>
                    <a:pt x="29833" y="7510"/>
                  </a:lnTo>
                  <a:lnTo>
                    <a:pt x="29613" y="7182"/>
                  </a:lnTo>
                  <a:lnTo>
                    <a:pt x="26805" y="6817"/>
                  </a:lnTo>
                  <a:lnTo>
                    <a:pt x="20817" y="7685"/>
                  </a:lnTo>
                  <a:lnTo>
                    <a:pt x="14723" y="7943"/>
                  </a:lnTo>
                  <a:lnTo>
                    <a:pt x="10104" y="10234"/>
                  </a:lnTo>
                  <a:lnTo>
                    <a:pt x="8210" y="10021"/>
                  </a:lnTo>
                  <a:lnTo>
                    <a:pt x="6292" y="7730"/>
                  </a:lnTo>
                  <a:lnTo>
                    <a:pt x="5608" y="4907"/>
                  </a:lnTo>
                  <a:lnTo>
                    <a:pt x="11017" y="4702"/>
                  </a:lnTo>
                  <a:lnTo>
                    <a:pt x="17576" y="4793"/>
                  </a:lnTo>
                  <a:lnTo>
                    <a:pt x="24720" y="4885"/>
                  </a:lnTo>
                  <a:lnTo>
                    <a:pt x="28083" y="4930"/>
                  </a:lnTo>
                  <a:lnTo>
                    <a:pt x="29848" y="1857"/>
                  </a:lnTo>
                  <a:lnTo>
                    <a:pt x="33211" y="502"/>
                  </a:lnTo>
                  <a:lnTo>
                    <a:pt x="36650" y="0"/>
                  </a:lnTo>
                  <a:lnTo>
                    <a:pt x="38446" y="129"/>
                  </a:lnTo>
                  <a:lnTo>
                    <a:pt x="40333" y="586"/>
                  </a:lnTo>
                  <a:lnTo>
                    <a:pt x="43962" y="3120"/>
                  </a:lnTo>
                  <a:lnTo>
                    <a:pt x="46222" y="3705"/>
                  </a:lnTo>
                  <a:lnTo>
                    <a:pt x="48132" y="4276"/>
                  </a:lnTo>
                  <a:lnTo>
                    <a:pt x="49494" y="5509"/>
                  </a:lnTo>
                  <a:lnTo>
                    <a:pt x="51662" y="6734"/>
                  </a:lnTo>
                  <a:lnTo>
                    <a:pt x="53367" y="7061"/>
                  </a:lnTo>
                  <a:lnTo>
                    <a:pt x="54378" y="6878"/>
                  </a:lnTo>
                  <a:lnTo>
                    <a:pt x="56067" y="6406"/>
                  </a:lnTo>
                  <a:lnTo>
                    <a:pt x="57178" y="6026"/>
                  </a:lnTo>
                  <a:lnTo>
                    <a:pt x="60800" y="5866"/>
                  </a:lnTo>
                  <a:lnTo>
                    <a:pt x="63463" y="7281"/>
                  </a:lnTo>
                  <a:lnTo>
                    <a:pt x="64019" y="8826"/>
                  </a:lnTo>
                  <a:lnTo>
                    <a:pt x="63577" y="10409"/>
                  </a:lnTo>
                  <a:lnTo>
                    <a:pt x="60001" y="11253"/>
                  </a:lnTo>
                  <a:lnTo>
                    <a:pt x="55048" y="12577"/>
                  </a:lnTo>
                  <a:lnTo>
                    <a:pt x="50955" y="11854"/>
                  </a:lnTo>
                  <a:lnTo>
                    <a:pt x="45971" y="10051"/>
                  </a:lnTo>
                  <a:lnTo>
                    <a:pt x="43057" y="8757"/>
                  </a:lnTo>
                  <a:lnTo>
                    <a:pt x="41847" y="8232"/>
                  </a:lnTo>
                  <a:lnTo>
                    <a:pt x="40029" y="7411"/>
                  </a:lnTo>
                  <a:lnTo>
                    <a:pt x="38439" y="6528"/>
                  </a:lnTo>
                  <a:lnTo>
                    <a:pt x="36909" y="5950"/>
                  </a:lnTo>
                  <a:lnTo>
                    <a:pt x="35737" y="5585"/>
                  </a:lnTo>
                  <a:lnTo>
                    <a:pt x="34870" y="6049"/>
                  </a:lnTo>
                  <a:lnTo>
                    <a:pt x="34436" y="7144"/>
                  </a:lnTo>
                  <a:lnTo>
                    <a:pt x="33744" y="8362"/>
                  </a:lnTo>
                  <a:lnTo>
                    <a:pt x="32854" y="9085"/>
                  </a:lnTo>
                  <a:lnTo>
                    <a:pt x="28677" y="9511"/>
                  </a:lnTo>
                  <a:lnTo>
                    <a:pt x="24926" y="9960"/>
                  </a:lnTo>
                  <a:lnTo>
                    <a:pt x="22917" y="10340"/>
                  </a:lnTo>
                  <a:lnTo>
                    <a:pt x="21570" y="10629"/>
                  </a:lnTo>
                  <a:lnTo>
                    <a:pt x="21152" y="14304"/>
                  </a:lnTo>
                  <a:lnTo>
                    <a:pt x="16906" y="14266"/>
                  </a:lnTo>
                  <a:lnTo>
                    <a:pt x="12737" y="14221"/>
                  </a:lnTo>
                  <a:lnTo>
                    <a:pt x="8408" y="14289"/>
                  </a:lnTo>
                  <a:lnTo>
                    <a:pt x="3759" y="14357"/>
                  </a:lnTo>
                  <a:lnTo>
                    <a:pt x="2564" y="1511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0" name="Freeform: Shape 2209">
              <a:extLst>
                <a:ext uri="{FF2B5EF4-FFF2-40B4-BE49-F238E27FC236}">
                  <a16:creationId xmlns:a16="http://schemas.microsoft.com/office/drawing/2014/main" id="{9B562CE1-7D5B-162C-E9C7-C49D041E3DE8}"/>
                </a:ext>
              </a:extLst>
            </p:cNvPr>
            <p:cNvSpPr/>
            <p:nvPr/>
          </p:nvSpPr>
          <p:spPr>
            <a:xfrm>
              <a:off x="9252468" y="4733183"/>
              <a:ext cx="157383" cy="117597"/>
            </a:xfrm>
            <a:custGeom>
              <a:avLst/>
              <a:gdLst>
                <a:gd name="csX0" fmla="*/ 78193 w 157383"/>
                <a:gd name="csY0" fmla="*/ 5851 h 117597"/>
                <a:gd name="csX1" fmla="*/ 77585 w 157383"/>
                <a:gd name="csY1" fmla="*/ 6437 h 117597"/>
                <a:gd name="csX2" fmla="*/ 76953 w 157383"/>
                <a:gd name="csY2" fmla="*/ 7707 h 117597"/>
                <a:gd name="csX3" fmla="*/ 76375 w 157383"/>
                <a:gd name="csY3" fmla="*/ 9275 h 117597"/>
                <a:gd name="csX4" fmla="*/ 75789 w 157383"/>
                <a:gd name="csY4" fmla="*/ 10325 h 117597"/>
                <a:gd name="csX5" fmla="*/ 75994 w 157383"/>
                <a:gd name="csY5" fmla="*/ 11010 h 117597"/>
                <a:gd name="csX6" fmla="*/ 77661 w 157383"/>
                <a:gd name="csY6" fmla="*/ 12379 h 117597"/>
                <a:gd name="csX7" fmla="*/ 79997 w 157383"/>
                <a:gd name="csY7" fmla="*/ 14296 h 117597"/>
                <a:gd name="csX8" fmla="*/ 80948 w 157383"/>
                <a:gd name="csY8" fmla="*/ 14547 h 117597"/>
                <a:gd name="csX9" fmla="*/ 82036 w 157383"/>
                <a:gd name="csY9" fmla="*/ 14091 h 117597"/>
                <a:gd name="csX10" fmla="*/ 83748 w 157383"/>
                <a:gd name="csY10" fmla="*/ 12569 h 117597"/>
                <a:gd name="csX11" fmla="*/ 85109 w 157383"/>
                <a:gd name="csY11" fmla="*/ 10926 h 117597"/>
                <a:gd name="csX12" fmla="*/ 86410 w 157383"/>
                <a:gd name="csY12" fmla="*/ 10127 h 117597"/>
                <a:gd name="csX13" fmla="*/ 87940 w 157383"/>
                <a:gd name="csY13" fmla="*/ 10180 h 117597"/>
                <a:gd name="csX14" fmla="*/ 89157 w 157383"/>
                <a:gd name="csY14" fmla="*/ 11337 h 117597"/>
                <a:gd name="csX15" fmla="*/ 90641 w 157383"/>
                <a:gd name="csY15" fmla="*/ 13893 h 117597"/>
                <a:gd name="csX16" fmla="*/ 91995 w 157383"/>
                <a:gd name="csY16" fmla="*/ 16214 h 117597"/>
                <a:gd name="csX17" fmla="*/ 92170 w 157383"/>
                <a:gd name="csY17" fmla="*/ 16450 h 117597"/>
                <a:gd name="csX18" fmla="*/ 92718 w 157383"/>
                <a:gd name="csY18" fmla="*/ 16830 h 117597"/>
                <a:gd name="csX19" fmla="*/ 93403 w 157383"/>
                <a:gd name="csY19" fmla="*/ 16815 h 117597"/>
                <a:gd name="csX20" fmla="*/ 94118 w 157383"/>
                <a:gd name="csY20" fmla="*/ 16252 h 117597"/>
                <a:gd name="csX21" fmla="*/ 94643 w 157383"/>
                <a:gd name="csY21" fmla="*/ 15909 h 117597"/>
                <a:gd name="csX22" fmla="*/ 95275 w 157383"/>
                <a:gd name="csY22" fmla="*/ 14844 h 117597"/>
                <a:gd name="csX23" fmla="*/ 97915 w 157383"/>
                <a:gd name="csY23" fmla="*/ 11626 h 117597"/>
                <a:gd name="csX24" fmla="*/ 99901 w 157383"/>
                <a:gd name="csY24" fmla="*/ 10743 h 117597"/>
                <a:gd name="csX25" fmla="*/ 100608 w 157383"/>
                <a:gd name="csY25" fmla="*/ 10507 h 117597"/>
                <a:gd name="csX26" fmla="*/ 101993 w 157383"/>
                <a:gd name="csY26" fmla="*/ 10020 h 117597"/>
                <a:gd name="csX27" fmla="*/ 104298 w 157383"/>
                <a:gd name="csY27" fmla="*/ 10781 h 117597"/>
                <a:gd name="csX28" fmla="*/ 107638 w 157383"/>
                <a:gd name="csY28" fmla="*/ 12105 h 117597"/>
                <a:gd name="csX29" fmla="*/ 111694 w 157383"/>
                <a:gd name="csY29" fmla="*/ 13710 h 117597"/>
                <a:gd name="csX30" fmla="*/ 113117 w 157383"/>
                <a:gd name="csY30" fmla="*/ 13984 h 117597"/>
                <a:gd name="csX31" fmla="*/ 113954 w 157383"/>
                <a:gd name="csY31" fmla="*/ 13710 h 117597"/>
                <a:gd name="csX32" fmla="*/ 115163 w 157383"/>
                <a:gd name="csY32" fmla="*/ 11535 h 117597"/>
                <a:gd name="csX33" fmla="*/ 116670 w 157383"/>
                <a:gd name="csY33" fmla="*/ 10675 h 117597"/>
                <a:gd name="csX34" fmla="*/ 118823 w 157383"/>
                <a:gd name="csY34" fmla="*/ 9670 h 117597"/>
                <a:gd name="csX35" fmla="*/ 120573 w 157383"/>
                <a:gd name="csY35" fmla="*/ 9161 h 117597"/>
                <a:gd name="csX36" fmla="*/ 121570 w 157383"/>
                <a:gd name="csY36" fmla="*/ 9092 h 117597"/>
                <a:gd name="csX37" fmla="*/ 121950 w 157383"/>
                <a:gd name="csY37" fmla="*/ 8499 h 117597"/>
                <a:gd name="csX38" fmla="*/ 122140 w 157383"/>
                <a:gd name="csY38" fmla="*/ 7609 h 117597"/>
                <a:gd name="csX39" fmla="*/ 121935 w 157383"/>
                <a:gd name="csY39" fmla="*/ 6688 h 117597"/>
                <a:gd name="csX40" fmla="*/ 120809 w 157383"/>
                <a:gd name="csY40" fmla="*/ 5037 h 117597"/>
                <a:gd name="csX41" fmla="*/ 120779 w 157383"/>
                <a:gd name="csY41" fmla="*/ 4550 h 117597"/>
                <a:gd name="csX42" fmla="*/ 121425 w 157383"/>
                <a:gd name="csY42" fmla="*/ 4230 h 117597"/>
                <a:gd name="csX43" fmla="*/ 122810 w 157383"/>
                <a:gd name="csY43" fmla="*/ 3987 h 117597"/>
                <a:gd name="csX44" fmla="*/ 124613 w 157383"/>
                <a:gd name="csY44" fmla="*/ 4154 h 117597"/>
                <a:gd name="csX45" fmla="*/ 126645 w 157383"/>
                <a:gd name="csY45" fmla="*/ 4869 h 117597"/>
                <a:gd name="csX46" fmla="*/ 128296 w 157383"/>
                <a:gd name="csY46" fmla="*/ 5897 h 117597"/>
                <a:gd name="csX47" fmla="*/ 129239 w 157383"/>
                <a:gd name="csY47" fmla="*/ 7121 h 117597"/>
                <a:gd name="csX48" fmla="*/ 130266 w 157383"/>
                <a:gd name="csY48" fmla="*/ 9739 h 117597"/>
                <a:gd name="csX49" fmla="*/ 131058 w 157383"/>
                <a:gd name="csY49" fmla="*/ 12280 h 117597"/>
                <a:gd name="csX50" fmla="*/ 133097 w 157383"/>
                <a:gd name="csY50" fmla="*/ 16313 h 117597"/>
                <a:gd name="csX51" fmla="*/ 133059 w 157383"/>
                <a:gd name="csY51" fmla="*/ 18816 h 117597"/>
                <a:gd name="csX52" fmla="*/ 133013 w 157383"/>
                <a:gd name="csY52" fmla="*/ 21715 h 117597"/>
                <a:gd name="csX53" fmla="*/ 133926 w 157383"/>
                <a:gd name="csY53" fmla="*/ 22263 h 117597"/>
                <a:gd name="csX54" fmla="*/ 134915 w 157383"/>
                <a:gd name="csY54" fmla="*/ 22491 h 117597"/>
                <a:gd name="csX55" fmla="*/ 135379 w 157383"/>
                <a:gd name="csY55" fmla="*/ 22917 h 117597"/>
                <a:gd name="csX56" fmla="*/ 136368 w 157383"/>
                <a:gd name="csY56" fmla="*/ 25146 h 117597"/>
                <a:gd name="csX57" fmla="*/ 137304 w 157383"/>
                <a:gd name="csY57" fmla="*/ 25793 h 117597"/>
                <a:gd name="csX58" fmla="*/ 138423 w 157383"/>
                <a:gd name="csY58" fmla="*/ 25945 h 117597"/>
                <a:gd name="csX59" fmla="*/ 140523 w 157383"/>
                <a:gd name="csY59" fmla="*/ 27368 h 117597"/>
                <a:gd name="csX60" fmla="*/ 141869 w 157383"/>
                <a:gd name="csY60" fmla="*/ 27931 h 117597"/>
                <a:gd name="csX61" fmla="*/ 142060 w 157383"/>
                <a:gd name="csY61" fmla="*/ 28357 h 117597"/>
                <a:gd name="csX62" fmla="*/ 142014 w 157383"/>
                <a:gd name="csY62" fmla="*/ 28951 h 117597"/>
                <a:gd name="csX63" fmla="*/ 141489 w 157383"/>
                <a:gd name="csY63" fmla="*/ 29696 h 117597"/>
                <a:gd name="csX64" fmla="*/ 140675 w 157383"/>
                <a:gd name="csY64" fmla="*/ 30213 h 117597"/>
                <a:gd name="csX65" fmla="*/ 139465 w 157383"/>
                <a:gd name="csY65" fmla="*/ 31187 h 117597"/>
                <a:gd name="csX66" fmla="*/ 138461 w 157383"/>
                <a:gd name="csY66" fmla="*/ 32458 h 117597"/>
                <a:gd name="csX67" fmla="*/ 136391 w 157383"/>
                <a:gd name="csY67" fmla="*/ 35509 h 117597"/>
                <a:gd name="csX68" fmla="*/ 136330 w 157383"/>
                <a:gd name="csY68" fmla="*/ 36080 h 117597"/>
                <a:gd name="csX69" fmla="*/ 136772 w 157383"/>
                <a:gd name="csY69" fmla="*/ 36491 h 117597"/>
                <a:gd name="csX70" fmla="*/ 137624 w 157383"/>
                <a:gd name="csY70" fmla="*/ 36567 h 117597"/>
                <a:gd name="csX71" fmla="*/ 138537 w 157383"/>
                <a:gd name="csY71" fmla="*/ 36354 h 117597"/>
                <a:gd name="csX72" fmla="*/ 140439 w 157383"/>
                <a:gd name="csY72" fmla="*/ 35243 h 117597"/>
                <a:gd name="csX73" fmla="*/ 141930 w 157383"/>
                <a:gd name="csY73" fmla="*/ 35638 h 117597"/>
                <a:gd name="csX74" fmla="*/ 143368 w 157383"/>
                <a:gd name="csY74" fmla="*/ 36491 h 117597"/>
                <a:gd name="csX75" fmla="*/ 143893 w 157383"/>
                <a:gd name="csY75" fmla="*/ 37373 h 117597"/>
                <a:gd name="csX76" fmla="*/ 144030 w 157383"/>
                <a:gd name="csY76" fmla="*/ 38530 h 117597"/>
                <a:gd name="csX77" fmla="*/ 143703 w 157383"/>
                <a:gd name="csY77" fmla="*/ 40029 h 117597"/>
                <a:gd name="csX78" fmla="*/ 143650 w 157383"/>
                <a:gd name="csY78" fmla="*/ 41695 h 117597"/>
                <a:gd name="csX79" fmla="*/ 144129 w 157383"/>
                <a:gd name="csY79" fmla="*/ 44540 h 117597"/>
                <a:gd name="csX80" fmla="*/ 144883 w 157383"/>
                <a:gd name="csY80" fmla="*/ 47386 h 117597"/>
                <a:gd name="csX81" fmla="*/ 145628 w 157383"/>
                <a:gd name="csY81" fmla="*/ 48421 h 117597"/>
                <a:gd name="csX82" fmla="*/ 150414 w 157383"/>
                <a:gd name="csY82" fmla="*/ 50924 h 117597"/>
                <a:gd name="csX83" fmla="*/ 150878 w 157383"/>
                <a:gd name="csY83" fmla="*/ 51860 h 117597"/>
                <a:gd name="csX84" fmla="*/ 151114 w 157383"/>
                <a:gd name="csY84" fmla="*/ 52917 h 117597"/>
                <a:gd name="csX85" fmla="*/ 150771 w 157383"/>
                <a:gd name="csY85" fmla="*/ 54355 h 117597"/>
                <a:gd name="csX86" fmla="*/ 150277 w 157383"/>
                <a:gd name="csY86" fmla="*/ 55162 h 117597"/>
                <a:gd name="csX87" fmla="*/ 148907 w 157383"/>
                <a:gd name="csY87" fmla="*/ 56417 h 117597"/>
                <a:gd name="csX88" fmla="*/ 147652 w 157383"/>
                <a:gd name="csY88" fmla="*/ 57384 h 117597"/>
                <a:gd name="csX89" fmla="*/ 147256 w 157383"/>
                <a:gd name="csY89" fmla="*/ 58441 h 117597"/>
                <a:gd name="csX90" fmla="*/ 147454 w 157383"/>
                <a:gd name="csY90" fmla="*/ 60412 h 117597"/>
                <a:gd name="csX91" fmla="*/ 147454 w 157383"/>
                <a:gd name="csY91" fmla="*/ 64863 h 117597"/>
                <a:gd name="csX92" fmla="*/ 147644 w 157383"/>
                <a:gd name="csY92" fmla="*/ 68720 h 117597"/>
                <a:gd name="csX93" fmla="*/ 148679 w 157383"/>
                <a:gd name="csY93" fmla="*/ 70113 h 117597"/>
                <a:gd name="csX94" fmla="*/ 149912 w 157383"/>
                <a:gd name="csY94" fmla="*/ 70828 h 117597"/>
                <a:gd name="csX95" fmla="*/ 151373 w 157383"/>
                <a:gd name="csY95" fmla="*/ 70691 h 117597"/>
                <a:gd name="csX96" fmla="*/ 152788 w 157383"/>
                <a:gd name="csY96" fmla="*/ 70432 h 117597"/>
                <a:gd name="csX97" fmla="*/ 152704 w 157383"/>
                <a:gd name="csY97" fmla="*/ 72738 h 117597"/>
                <a:gd name="csX98" fmla="*/ 152324 w 157383"/>
                <a:gd name="csY98" fmla="*/ 75317 h 117597"/>
                <a:gd name="csX99" fmla="*/ 153998 w 157383"/>
                <a:gd name="csY99" fmla="*/ 76116 h 117597"/>
                <a:gd name="csX100" fmla="*/ 154850 w 157383"/>
                <a:gd name="csY100" fmla="*/ 76900 h 117597"/>
                <a:gd name="csX101" fmla="*/ 155314 w 157383"/>
                <a:gd name="csY101" fmla="*/ 77638 h 117597"/>
                <a:gd name="csX102" fmla="*/ 152658 w 157383"/>
                <a:gd name="csY102" fmla="*/ 79007 h 117597"/>
                <a:gd name="csX103" fmla="*/ 151890 w 157383"/>
                <a:gd name="csY103" fmla="*/ 79806 h 117597"/>
                <a:gd name="csX104" fmla="*/ 151532 w 157383"/>
                <a:gd name="csY104" fmla="*/ 81959 h 117597"/>
                <a:gd name="csX105" fmla="*/ 151616 w 157383"/>
                <a:gd name="csY105" fmla="*/ 83953 h 117597"/>
                <a:gd name="csX106" fmla="*/ 155184 w 157383"/>
                <a:gd name="csY106" fmla="*/ 85368 h 117597"/>
                <a:gd name="csX107" fmla="*/ 156561 w 157383"/>
                <a:gd name="csY107" fmla="*/ 87034 h 117597"/>
                <a:gd name="csX108" fmla="*/ 157170 w 157383"/>
                <a:gd name="csY108" fmla="*/ 88761 h 117597"/>
                <a:gd name="csX109" fmla="*/ 157383 w 157383"/>
                <a:gd name="csY109" fmla="*/ 92026 h 117597"/>
                <a:gd name="csX110" fmla="*/ 157064 w 157383"/>
                <a:gd name="csY110" fmla="*/ 92771 h 117597"/>
                <a:gd name="csX111" fmla="*/ 156143 w 157383"/>
                <a:gd name="csY111" fmla="*/ 92779 h 117597"/>
                <a:gd name="csX112" fmla="*/ 155108 w 157383"/>
                <a:gd name="csY112" fmla="*/ 91774 h 117597"/>
                <a:gd name="csX113" fmla="*/ 154340 w 157383"/>
                <a:gd name="csY113" fmla="*/ 90800 h 117597"/>
                <a:gd name="csX114" fmla="*/ 153374 w 157383"/>
                <a:gd name="csY114" fmla="*/ 90800 h 117597"/>
                <a:gd name="csX115" fmla="*/ 151570 w 157383"/>
                <a:gd name="csY115" fmla="*/ 90580 h 117597"/>
                <a:gd name="csX116" fmla="*/ 149524 w 157383"/>
                <a:gd name="csY116" fmla="*/ 90199 h 117597"/>
                <a:gd name="csX117" fmla="*/ 146990 w 157383"/>
                <a:gd name="csY117" fmla="*/ 90306 h 117597"/>
                <a:gd name="csX118" fmla="*/ 146092 w 157383"/>
                <a:gd name="csY118" fmla="*/ 90466 h 117597"/>
                <a:gd name="csX119" fmla="*/ 145514 w 157383"/>
                <a:gd name="csY119" fmla="*/ 91051 h 117597"/>
                <a:gd name="csX120" fmla="*/ 145362 w 157383"/>
                <a:gd name="csY120" fmla="*/ 92079 h 117597"/>
                <a:gd name="csX121" fmla="*/ 145103 w 157383"/>
                <a:gd name="csY121" fmla="*/ 95388 h 117597"/>
                <a:gd name="csX122" fmla="*/ 145933 w 157383"/>
                <a:gd name="csY122" fmla="*/ 96111 h 117597"/>
                <a:gd name="csX123" fmla="*/ 147568 w 157383"/>
                <a:gd name="csY123" fmla="*/ 96933 h 117597"/>
                <a:gd name="csX124" fmla="*/ 148641 w 157383"/>
                <a:gd name="csY124" fmla="*/ 97283 h 117597"/>
                <a:gd name="csX125" fmla="*/ 149531 w 157383"/>
                <a:gd name="csY125" fmla="*/ 97184 h 117597"/>
                <a:gd name="csX126" fmla="*/ 150216 w 157383"/>
                <a:gd name="csY126" fmla="*/ 97717 h 117597"/>
                <a:gd name="csX127" fmla="*/ 150360 w 157383"/>
                <a:gd name="csY127" fmla="*/ 99140 h 117597"/>
                <a:gd name="csX128" fmla="*/ 149897 w 157383"/>
                <a:gd name="csY128" fmla="*/ 100182 h 117597"/>
                <a:gd name="csX129" fmla="*/ 148999 w 157383"/>
                <a:gd name="csY129" fmla="*/ 101156 h 117597"/>
                <a:gd name="csX130" fmla="*/ 147865 w 157383"/>
                <a:gd name="csY130" fmla="*/ 103651 h 117597"/>
                <a:gd name="csX131" fmla="*/ 148055 w 157383"/>
                <a:gd name="csY131" fmla="*/ 104595 h 117597"/>
                <a:gd name="csX132" fmla="*/ 148108 w 157383"/>
                <a:gd name="csY132" fmla="*/ 105941 h 117597"/>
                <a:gd name="csX133" fmla="*/ 146168 w 157383"/>
                <a:gd name="csY133" fmla="*/ 109594 h 117597"/>
                <a:gd name="csX134" fmla="*/ 145620 w 157383"/>
                <a:gd name="csY134" fmla="*/ 110309 h 117597"/>
                <a:gd name="csX135" fmla="*/ 143056 w 157383"/>
                <a:gd name="csY135" fmla="*/ 109586 h 117597"/>
                <a:gd name="csX136" fmla="*/ 141390 w 157383"/>
                <a:gd name="csY136" fmla="*/ 109350 h 117597"/>
                <a:gd name="csX137" fmla="*/ 140180 w 157383"/>
                <a:gd name="csY137" fmla="*/ 110271 h 117597"/>
                <a:gd name="csX138" fmla="*/ 139419 w 157383"/>
                <a:gd name="csY138" fmla="*/ 109693 h 117597"/>
                <a:gd name="csX139" fmla="*/ 138522 w 157383"/>
                <a:gd name="csY139" fmla="*/ 108848 h 117597"/>
                <a:gd name="csX140" fmla="*/ 138210 w 157383"/>
                <a:gd name="csY140" fmla="*/ 107737 h 117597"/>
                <a:gd name="csX141" fmla="*/ 137601 w 157383"/>
                <a:gd name="csY141" fmla="*/ 107501 h 117597"/>
                <a:gd name="csX142" fmla="*/ 136483 w 157383"/>
                <a:gd name="csY142" fmla="*/ 107494 h 117597"/>
                <a:gd name="csX143" fmla="*/ 135448 w 157383"/>
                <a:gd name="csY143" fmla="*/ 108125 h 117597"/>
                <a:gd name="csX144" fmla="*/ 134991 w 157383"/>
                <a:gd name="csY144" fmla="*/ 109274 h 117597"/>
                <a:gd name="csX145" fmla="*/ 134923 w 157383"/>
                <a:gd name="csY145" fmla="*/ 110598 h 117597"/>
                <a:gd name="csX146" fmla="*/ 134763 w 157383"/>
                <a:gd name="csY146" fmla="*/ 111617 h 117597"/>
                <a:gd name="csX147" fmla="*/ 134147 w 157383"/>
                <a:gd name="csY147" fmla="*/ 112234 h 117597"/>
                <a:gd name="csX148" fmla="*/ 132891 w 157383"/>
                <a:gd name="csY148" fmla="*/ 113839 h 117597"/>
                <a:gd name="csX149" fmla="*/ 132305 w 157383"/>
                <a:gd name="csY149" fmla="*/ 115315 h 117597"/>
                <a:gd name="csX150" fmla="*/ 131575 w 157383"/>
                <a:gd name="csY150" fmla="*/ 116601 h 117597"/>
                <a:gd name="csX151" fmla="*/ 130533 w 157383"/>
                <a:gd name="csY151" fmla="*/ 116525 h 117597"/>
                <a:gd name="csX152" fmla="*/ 130053 w 157383"/>
                <a:gd name="csY152" fmla="*/ 116342 h 117597"/>
                <a:gd name="csX153" fmla="*/ 129719 w 157383"/>
                <a:gd name="csY153" fmla="*/ 116685 h 117597"/>
                <a:gd name="csX154" fmla="*/ 128098 w 157383"/>
                <a:gd name="csY154" fmla="*/ 117400 h 117597"/>
                <a:gd name="csX155" fmla="*/ 126706 w 157383"/>
                <a:gd name="csY155" fmla="*/ 117598 h 117597"/>
                <a:gd name="csX156" fmla="*/ 126340 w 157383"/>
                <a:gd name="csY156" fmla="*/ 116860 h 117597"/>
                <a:gd name="csX157" fmla="*/ 125526 w 157383"/>
                <a:gd name="csY157" fmla="*/ 116266 h 117597"/>
                <a:gd name="csX158" fmla="*/ 124621 w 157383"/>
                <a:gd name="csY158" fmla="*/ 115087 h 117597"/>
                <a:gd name="csX159" fmla="*/ 123594 w 157383"/>
                <a:gd name="csY159" fmla="*/ 114143 h 117597"/>
                <a:gd name="csX160" fmla="*/ 121631 w 157383"/>
                <a:gd name="csY160" fmla="*/ 113474 h 117597"/>
                <a:gd name="csX161" fmla="*/ 120855 w 157383"/>
                <a:gd name="csY161" fmla="*/ 113778 h 117597"/>
                <a:gd name="csX162" fmla="*/ 119926 w 157383"/>
                <a:gd name="csY162" fmla="*/ 113695 h 117597"/>
                <a:gd name="csX163" fmla="*/ 119318 w 157383"/>
                <a:gd name="csY163" fmla="*/ 113322 h 117597"/>
                <a:gd name="csX164" fmla="*/ 119401 w 157383"/>
                <a:gd name="csY164" fmla="*/ 112751 h 117597"/>
                <a:gd name="csX165" fmla="*/ 120428 w 157383"/>
                <a:gd name="csY165" fmla="*/ 111313 h 117597"/>
                <a:gd name="csX166" fmla="*/ 121014 w 157383"/>
                <a:gd name="csY166" fmla="*/ 109989 h 117597"/>
                <a:gd name="csX167" fmla="*/ 121341 w 157383"/>
                <a:gd name="csY167" fmla="*/ 108544 h 117597"/>
                <a:gd name="csX168" fmla="*/ 121334 w 157383"/>
                <a:gd name="csY168" fmla="*/ 107159 h 117597"/>
                <a:gd name="csX169" fmla="*/ 120786 w 157383"/>
                <a:gd name="csY169" fmla="*/ 105219 h 117597"/>
                <a:gd name="csX170" fmla="*/ 119903 w 157383"/>
                <a:gd name="csY170" fmla="*/ 103674 h 117597"/>
                <a:gd name="csX171" fmla="*/ 119683 w 157383"/>
                <a:gd name="csY171" fmla="*/ 102784 h 117597"/>
                <a:gd name="csX172" fmla="*/ 119789 w 157383"/>
                <a:gd name="csY172" fmla="*/ 101506 h 117597"/>
                <a:gd name="csX173" fmla="*/ 119584 w 157383"/>
                <a:gd name="csY173" fmla="*/ 100319 h 117597"/>
                <a:gd name="csX174" fmla="*/ 119295 w 157383"/>
                <a:gd name="csY174" fmla="*/ 99702 h 117597"/>
                <a:gd name="csX175" fmla="*/ 119158 w 157383"/>
                <a:gd name="csY175" fmla="*/ 98531 h 117597"/>
                <a:gd name="csX176" fmla="*/ 118884 w 157383"/>
                <a:gd name="csY176" fmla="*/ 97458 h 117597"/>
                <a:gd name="csX177" fmla="*/ 118359 w 157383"/>
                <a:gd name="csY177" fmla="*/ 97047 h 117597"/>
                <a:gd name="csX178" fmla="*/ 118070 w 157383"/>
                <a:gd name="csY178" fmla="*/ 95251 h 117597"/>
                <a:gd name="csX179" fmla="*/ 118154 w 157383"/>
                <a:gd name="csY179" fmla="*/ 93403 h 117597"/>
                <a:gd name="csX180" fmla="*/ 117393 w 157383"/>
                <a:gd name="csY180" fmla="*/ 92710 h 117597"/>
                <a:gd name="csX181" fmla="*/ 116190 w 157383"/>
                <a:gd name="csY181" fmla="*/ 92200 h 117597"/>
                <a:gd name="csX182" fmla="*/ 115483 w 157383"/>
                <a:gd name="csY182" fmla="*/ 91470 h 117597"/>
                <a:gd name="csX183" fmla="*/ 115049 w 157383"/>
                <a:gd name="csY183" fmla="*/ 90671 h 117597"/>
                <a:gd name="csX184" fmla="*/ 114615 w 157383"/>
                <a:gd name="csY184" fmla="*/ 90435 h 117597"/>
                <a:gd name="csX185" fmla="*/ 114243 w 157383"/>
                <a:gd name="csY185" fmla="*/ 90488 h 117597"/>
                <a:gd name="csX186" fmla="*/ 113908 w 157383"/>
                <a:gd name="csY186" fmla="*/ 90983 h 117597"/>
                <a:gd name="csX187" fmla="*/ 113512 w 157383"/>
                <a:gd name="csY187" fmla="*/ 91090 h 117597"/>
                <a:gd name="csX188" fmla="*/ 112812 w 157383"/>
                <a:gd name="csY188" fmla="*/ 89362 h 117597"/>
                <a:gd name="csX189" fmla="*/ 112523 w 157383"/>
                <a:gd name="csY189" fmla="*/ 89294 h 117597"/>
                <a:gd name="csX190" fmla="*/ 112036 w 157383"/>
                <a:gd name="csY190" fmla="*/ 89690 h 117597"/>
                <a:gd name="csX191" fmla="*/ 106490 w 157383"/>
                <a:gd name="csY191" fmla="*/ 91607 h 117597"/>
                <a:gd name="csX192" fmla="*/ 106246 w 157383"/>
                <a:gd name="csY192" fmla="*/ 90861 h 117597"/>
                <a:gd name="csX193" fmla="*/ 105782 w 157383"/>
                <a:gd name="csY193" fmla="*/ 89979 h 117597"/>
                <a:gd name="csX194" fmla="*/ 104717 w 157383"/>
                <a:gd name="csY194" fmla="*/ 89682 h 117597"/>
                <a:gd name="csX195" fmla="*/ 102883 w 157383"/>
                <a:gd name="csY195" fmla="*/ 90344 h 117597"/>
                <a:gd name="csX196" fmla="*/ 101818 w 157383"/>
                <a:gd name="csY196" fmla="*/ 90420 h 117597"/>
                <a:gd name="csX197" fmla="*/ 100175 w 157383"/>
                <a:gd name="csY197" fmla="*/ 90199 h 117597"/>
                <a:gd name="csX198" fmla="*/ 99444 w 157383"/>
                <a:gd name="csY198" fmla="*/ 90511 h 117597"/>
                <a:gd name="csX199" fmla="*/ 97260 w 157383"/>
                <a:gd name="csY199" fmla="*/ 93060 h 117597"/>
                <a:gd name="csX200" fmla="*/ 95952 w 157383"/>
                <a:gd name="csY200" fmla="*/ 94057 h 117597"/>
                <a:gd name="csX201" fmla="*/ 94963 w 157383"/>
                <a:gd name="csY201" fmla="*/ 93973 h 117597"/>
                <a:gd name="csX202" fmla="*/ 93928 w 157383"/>
                <a:gd name="csY202" fmla="*/ 93745 h 117597"/>
                <a:gd name="csX203" fmla="*/ 93198 w 157383"/>
                <a:gd name="csY203" fmla="*/ 93928 h 117597"/>
                <a:gd name="csX204" fmla="*/ 92657 w 157383"/>
                <a:gd name="csY204" fmla="*/ 93638 h 117597"/>
                <a:gd name="csX205" fmla="*/ 92870 w 157383"/>
                <a:gd name="csY205" fmla="*/ 93014 h 117597"/>
                <a:gd name="csX206" fmla="*/ 93403 w 157383"/>
                <a:gd name="csY206" fmla="*/ 92238 h 117597"/>
                <a:gd name="csX207" fmla="*/ 94445 w 157383"/>
                <a:gd name="csY207" fmla="*/ 89461 h 117597"/>
                <a:gd name="csX208" fmla="*/ 97123 w 157383"/>
                <a:gd name="csY208" fmla="*/ 86669 h 117597"/>
                <a:gd name="csX209" fmla="*/ 97177 w 157383"/>
                <a:gd name="csY209" fmla="*/ 86076 h 117597"/>
                <a:gd name="csX210" fmla="*/ 96081 w 157383"/>
                <a:gd name="csY210" fmla="*/ 84447 h 117597"/>
                <a:gd name="csX211" fmla="*/ 94932 w 157383"/>
                <a:gd name="csY211" fmla="*/ 82218 h 117597"/>
                <a:gd name="csX212" fmla="*/ 94932 w 157383"/>
                <a:gd name="csY212" fmla="*/ 79829 h 117597"/>
                <a:gd name="csX213" fmla="*/ 94711 w 157383"/>
                <a:gd name="csY213" fmla="*/ 78102 h 117597"/>
                <a:gd name="csX214" fmla="*/ 92345 w 157383"/>
                <a:gd name="csY214" fmla="*/ 77615 h 117597"/>
                <a:gd name="csX215" fmla="*/ 91912 w 157383"/>
                <a:gd name="csY215" fmla="*/ 77326 h 117597"/>
                <a:gd name="csX216" fmla="*/ 91851 w 157383"/>
                <a:gd name="csY216" fmla="*/ 76740 h 117597"/>
                <a:gd name="csX217" fmla="*/ 92459 w 157383"/>
                <a:gd name="csY217" fmla="*/ 75195 h 117597"/>
                <a:gd name="csX218" fmla="*/ 93182 w 157383"/>
                <a:gd name="csY218" fmla="*/ 73757 h 117597"/>
                <a:gd name="csX219" fmla="*/ 93289 w 157383"/>
                <a:gd name="csY219" fmla="*/ 73156 h 117597"/>
                <a:gd name="csX220" fmla="*/ 93121 w 157383"/>
                <a:gd name="csY220" fmla="*/ 72616 h 117597"/>
                <a:gd name="csX221" fmla="*/ 91668 w 157383"/>
                <a:gd name="csY221" fmla="*/ 71094 h 117597"/>
                <a:gd name="csX222" fmla="*/ 89401 w 157383"/>
                <a:gd name="csY222" fmla="*/ 68272 h 117597"/>
                <a:gd name="csX223" fmla="*/ 87301 w 157383"/>
                <a:gd name="csY223" fmla="*/ 65144 h 117597"/>
                <a:gd name="csX224" fmla="*/ 85497 w 157383"/>
                <a:gd name="csY224" fmla="*/ 62466 h 117597"/>
                <a:gd name="csX225" fmla="*/ 84037 w 157383"/>
                <a:gd name="csY225" fmla="*/ 61241 h 117597"/>
                <a:gd name="csX226" fmla="*/ 82644 w 157383"/>
                <a:gd name="csY226" fmla="*/ 59468 h 117597"/>
                <a:gd name="csX227" fmla="*/ 82119 w 157383"/>
                <a:gd name="csY227" fmla="*/ 58342 h 117597"/>
                <a:gd name="csX228" fmla="*/ 80666 w 157383"/>
                <a:gd name="csY228" fmla="*/ 57939 h 117597"/>
                <a:gd name="csX229" fmla="*/ 76436 w 157383"/>
                <a:gd name="csY229" fmla="*/ 57962 h 117597"/>
                <a:gd name="csX230" fmla="*/ 71346 w 157383"/>
                <a:gd name="csY230" fmla="*/ 57992 h 117597"/>
                <a:gd name="csX231" fmla="*/ 67054 w 157383"/>
                <a:gd name="csY231" fmla="*/ 58008 h 117597"/>
                <a:gd name="csX232" fmla="*/ 66803 w 157383"/>
                <a:gd name="csY232" fmla="*/ 59529 h 117597"/>
                <a:gd name="csX233" fmla="*/ 62116 w 157383"/>
                <a:gd name="csY233" fmla="*/ 60541 h 117597"/>
                <a:gd name="csX234" fmla="*/ 59225 w 157383"/>
                <a:gd name="csY234" fmla="*/ 59377 h 117597"/>
                <a:gd name="csX235" fmla="*/ 56014 w 157383"/>
                <a:gd name="csY235" fmla="*/ 60062 h 117597"/>
                <a:gd name="csX236" fmla="*/ 54447 w 157383"/>
                <a:gd name="csY236" fmla="*/ 60830 h 117597"/>
                <a:gd name="csX237" fmla="*/ 53960 w 157383"/>
                <a:gd name="csY237" fmla="*/ 62443 h 117597"/>
                <a:gd name="csX238" fmla="*/ 53245 w 157383"/>
                <a:gd name="csY238" fmla="*/ 64216 h 117597"/>
                <a:gd name="csX239" fmla="*/ 52560 w 157383"/>
                <a:gd name="csY239" fmla="*/ 64947 h 117597"/>
                <a:gd name="csX240" fmla="*/ 52271 w 157383"/>
                <a:gd name="csY240" fmla="*/ 65738 h 117597"/>
                <a:gd name="csX241" fmla="*/ 51875 w 157383"/>
                <a:gd name="csY241" fmla="*/ 66461 h 117597"/>
                <a:gd name="csX242" fmla="*/ 51244 w 157383"/>
                <a:gd name="csY242" fmla="*/ 67298 h 117597"/>
                <a:gd name="csX243" fmla="*/ 50544 w 157383"/>
                <a:gd name="csY243" fmla="*/ 68964 h 117597"/>
                <a:gd name="csX244" fmla="*/ 49015 w 157383"/>
                <a:gd name="csY244" fmla="*/ 71345 h 117597"/>
                <a:gd name="csX245" fmla="*/ 47409 w 157383"/>
                <a:gd name="csY245" fmla="*/ 72882 h 117597"/>
                <a:gd name="csX246" fmla="*/ 44685 w 157383"/>
                <a:gd name="csY246" fmla="*/ 73712 h 117597"/>
                <a:gd name="csX247" fmla="*/ 43833 w 157383"/>
                <a:gd name="csY247" fmla="*/ 76215 h 117597"/>
                <a:gd name="csX248" fmla="*/ 43209 w 157383"/>
                <a:gd name="csY248" fmla="*/ 77151 h 117597"/>
                <a:gd name="csX249" fmla="*/ 42159 w 157383"/>
                <a:gd name="csY249" fmla="*/ 77873 h 117597"/>
                <a:gd name="csX250" fmla="*/ 41033 w 157383"/>
                <a:gd name="csY250" fmla="*/ 78353 h 117597"/>
                <a:gd name="csX251" fmla="*/ 39998 w 157383"/>
                <a:gd name="csY251" fmla="*/ 78064 h 117597"/>
                <a:gd name="csX252" fmla="*/ 38804 w 157383"/>
                <a:gd name="csY252" fmla="*/ 77866 h 117597"/>
                <a:gd name="csX253" fmla="*/ 37556 w 157383"/>
                <a:gd name="csY253" fmla="*/ 78315 h 117597"/>
                <a:gd name="csX254" fmla="*/ 37343 w 157383"/>
                <a:gd name="csY254" fmla="*/ 77691 h 117597"/>
                <a:gd name="csX255" fmla="*/ 38051 w 157383"/>
                <a:gd name="csY255" fmla="*/ 75705 h 117597"/>
                <a:gd name="csX256" fmla="*/ 37487 w 157383"/>
                <a:gd name="csY256" fmla="*/ 74678 h 117597"/>
                <a:gd name="csX257" fmla="*/ 35349 w 157383"/>
                <a:gd name="csY257" fmla="*/ 72616 h 117597"/>
                <a:gd name="csX258" fmla="*/ 35144 w 157383"/>
                <a:gd name="csY258" fmla="*/ 71627 h 117597"/>
                <a:gd name="csX259" fmla="*/ 34490 w 157383"/>
                <a:gd name="csY259" fmla="*/ 70341 h 117597"/>
                <a:gd name="csX260" fmla="*/ 31667 w 157383"/>
                <a:gd name="csY260" fmla="*/ 67686 h 117597"/>
                <a:gd name="csX261" fmla="*/ 29042 w 157383"/>
                <a:gd name="csY261" fmla="*/ 67853 h 117597"/>
                <a:gd name="csX262" fmla="*/ 29772 w 157383"/>
                <a:gd name="csY262" fmla="*/ 65631 h 117597"/>
                <a:gd name="csX263" fmla="*/ 29742 w 157383"/>
                <a:gd name="csY263" fmla="*/ 62679 h 117597"/>
                <a:gd name="csX264" fmla="*/ 28844 w 157383"/>
                <a:gd name="csY264" fmla="*/ 61066 h 117597"/>
                <a:gd name="csX265" fmla="*/ 29072 w 157383"/>
                <a:gd name="csY265" fmla="*/ 59423 h 117597"/>
                <a:gd name="csX266" fmla="*/ 28586 w 157383"/>
                <a:gd name="csY266" fmla="*/ 59522 h 117597"/>
                <a:gd name="csX267" fmla="*/ 27710 w 157383"/>
                <a:gd name="csY267" fmla="*/ 60655 h 117597"/>
                <a:gd name="csX268" fmla="*/ 26295 w 157383"/>
                <a:gd name="csY268" fmla="*/ 60290 h 117597"/>
                <a:gd name="csX269" fmla="*/ 23419 w 157383"/>
                <a:gd name="csY269" fmla="*/ 58533 h 117597"/>
                <a:gd name="csX270" fmla="*/ 21981 w 157383"/>
                <a:gd name="csY270" fmla="*/ 56836 h 117597"/>
                <a:gd name="csX271" fmla="*/ 21814 w 157383"/>
                <a:gd name="csY271" fmla="*/ 55383 h 117597"/>
                <a:gd name="csX272" fmla="*/ 21487 w 157383"/>
                <a:gd name="csY272" fmla="*/ 54820 h 117597"/>
                <a:gd name="csX273" fmla="*/ 20612 w 157383"/>
                <a:gd name="csY273" fmla="*/ 55124 h 117597"/>
                <a:gd name="csX274" fmla="*/ 18816 w 157383"/>
                <a:gd name="csY274" fmla="*/ 55094 h 117597"/>
                <a:gd name="csX275" fmla="*/ 13330 w 157383"/>
                <a:gd name="csY275" fmla="*/ 52507 h 117597"/>
                <a:gd name="csX276" fmla="*/ 9435 w 157383"/>
                <a:gd name="csY276" fmla="*/ 46009 h 117597"/>
                <a:gd name="csX277" fmla="*/ 9351 w 157383"/>
                <a:gd name="csY277" fmla="*/ 44540 h 117597"/>
                <a:gd name="csX278" fmla="*/ 9906 w 157383"/>
                <a:gd name="csY278" fmla="*/ 42014 h 117597"/>
                <a:gd name="csX279" fmla="*/ 9777 w 157383"/>
                <a:gd name="csY279" fmla="*/ 41330 h 117597"/>
                <a:gd name="csX280" fmla="*/ 7989 w 157383"/>
                <a:gd name="csY280" fmla="*/ 43003 h 117597"/>
                <a:gd name="csX281" fmla="*/ 7647 w 157383"/>
                <a:gd name="csY281" fmla="*/ 41877 h 117597"/>
                <a:gd name="csX282" fmla="*/ 6277 w 157383"/>
                <a:gd name="csY282" fmla="*/ 39268 h 117597"/>
                <a:gd name="csX283" fmla="*/ 5882 w 157383"/>
                <a:gd name="csY283" fmla="*/ 37761 h 117597"/>
                <a:gd name="csX284" fmla="*/ 4573 w 157383"/>
                <a:gd name="csY284" fmla="*/ 37092 h 117597"/>
                <a:gd name="csX285" fmla="*/ 3515 w 157383"/>
                <a:gd name="csY285" fmla="*/ 36977 h 117597"/>
                <a:gd name="csX286" fmla="*/ 2701 w 157383"/>
                <a:gd name="csY286" fmla="*/ 37480 h 117597"/>
                <a:gd name="csX287" fmla="*/ 1628 w 157383"/>
                <a:gd name="csY287" fmla="*/ 40531 h 117597"/>
                <a:gd name="csX288" fmla="*/ 829 w 157383"/>
                <a:gd name="csY288" fmla="*/ 40515 h 117597"/>
                <a:gd name="csX289" fmla="*/ 0 w 157383"/>
                <a:gd name="csY289" fmla="*/ 39861 h 117597"/>
                <a:gd name="csX290" fmla="*/ 175 w 157383"/>
                <a:gd name="csY290" fmla="*/ 37579 h 117597"/>
                <a:gd name="csX291" fmla="*/ 1118 w 157383"/>
                <a:gd name="csY291" fmla="*/ 36452 h 117597"/>
                <a:gd name="csX292" fmla="*/ 2283 w 157383"/>
                <a:gd name="csY292" fmla="*/ 34725 h 117597"/>
                <a:gd name="csX293" fmla="*/ 5813 w 157383"/>
                <a:gd name="csY293" fmla="*/ 27513 h 117597"/>
                <a:gd name="csX294" fmla="*/ 7068 w 157383"/>
                <a:gd name="csY294" fmla="*/ 25861 h 117597"/>
                <a:gd name="csX295" fmla="*/ 7867 w 157383"/>
                <a:gd name="csY295" fmla="*/ 25283 h 117597"/>
                <a:gd name="csX296" fmla="*/ 9534 w 157383"/>
                <a:gd name="csY296" fmla="*/ 25215 h 117597"/>
                <a:gd name="csX297" fmla="*/ 12790 w 157383"/>
                <a:gd name="csY297" fmla="*/ 24248 h 117597"/>
                <a:gd name="csX298" fmla="*/ 15453 w 157383"/>
                <a:gd name="csY298" fmla="*/ 22658 h 117597"/>
                <a:gd name="csX299" fmla="*/ 16784 w 157383"/>
                <a:gd name="csY299" fmla="*/ 22011 h 117597"/>
                <a:gd name="csX300" fmla="*/ 19835 w 157383"/>
                <a:gd name="csY300" fmla="*/ 22179 h 117597"/>
                <a:gd name="csX301" fmla="*/ 23450 w 157383"/>
                <a:gd name="csY301" fmla="*/ 21905 h 117597"/>
                <a:gd name="csX302" fmla="*/ 28159 w 157383"/>
                <a:gd name="csY302" fmla="*/ 20360 h 117597"/>
                <a:gd name="csX303" fmla="*/ 28243 w 157383"/>
                <a:gd name="csY303" fmla="*/ 18230 h 117597"/>
                <a:gd name="csX304" fmla="*/ 28205 w 157383"/>
                <a:gd name="csY304" fmla="*/ 15506 h 117597"/>
                <a:gd name="csX305" fmla="*/ 28045 w 157383"/>
                <a:gd name="csY305" fmla="*/ 14426 h 117597"/>
                <a:gd name="csX306" fmla="*/ 26371 w 157383"/>
                <a:gd name="csY306" fmla="*/ 13452 h 117597"/>
                <a:gd name="csX307" fmla="*/ 25397 w 157383"/>
                <a:gd name="csY307" fmla="*/ 12607 h 117597"/>
                <a:gd name="csX308" fmla="*/ 24560 w 157383"/>
                <a:gd name="csY308" fmla="*/ 11535 h 117597"/>
                <a:gd name="csX309" fmla="*/ 23541 w 157383"/>
                <a:gd name="csY309" fmla="*/ 10766 h 117597"/>
                <a:gd name="csX310" fmla="*/ 23579 w 157383"/>
                <a:gd name="csY310" fmla="*/ 9967 h 117597"/>
                <a:gd name="csX311" fmla="*/ 24857 w 157383"/>
                <a:gd name="csY311" fmla="*/ 9275 h 117597"/>
                <a:gd name="csX312" fmla="*/ 25664 w 157383"/>
                <a:gd name="csY312" fmla="*/ 8925 h 117597"/>
                <a:gd name="csX313" fmla="*/ 27581 w 157383"/>
                <a:gd name="csY313" fmla="*/ 8940 h 117597"/>
                <a:gd name="csX314" fmla="*/ 28213 w 157383"/>
                <a:gd name="csY314" fmla="*/ 8544 h 117597"/>
                <a:gd name="csX315" fmla="*/ 28692 w 157383"/>
                <a:gd name="csY315" fmla="*/ 7852 h 117597"/>
                <a:gd name="csX316" fmla="*/ 29232 w 157383"/>
                <a:gd name="csY316" fmla="*/ 6094 h 117597"/>
                <a:gd name="csX317" fmla="*/ 29422 w 157383"/>
                <a:gd name="csY317" fmla="*/ 4245 h 117597"/>
                <a:gd name="csX318" fmla="*/ 28159 w 157383"/>
                <a:gd name="csY318" fmla="*/ 1757 h 117597"/>
                <a:gd name="csX319" fmla="*/ 28228 w 157383"/>
                <a:gd name="csY319" fmla="*/ 0 h 117597"/>
                <a:gd name="csX320" fmla="*/ 35144 w 157383"/>
                <a:gd name="csY320" fmla="*/ 251 h 117597"/>
                <a:gd name="csX321" fmla="*/ 35844 w 157383"/>
                <a:gd name="csY321" fmla="*/ 441 h 117597"/>
                <a:gd name="csX322" fmla="*/ 38933 w 157383"/>
                <a:gd name="csY322" fmla="*/ 746 h 117597"/>
                <a:gd name="csX323" fmla="*/ 40851 w 157383"/>
                <a:gd name="csY323" fmla="*/ 746 h 117597"/>
                <a:gd name="csX324" fmla="*/ 42030 w 157383"/>
                <a:gd name="csY324" fmla="*/ 875 h 117597"/>
                <a:gd name="csX325" fmla="*/ 42524 w 157383"/>
                <a:gd name="csY325" fmla="*/ 1278 h 117597"/>
                <a:gd name="csX326" fmla="*/ 42433 w 157383"/>
                <a:gd name="csY326" fmla="*/ 2016 h 117597"/>
                <a:gd name="csX327" fmla="*/ 42098 w 157383"/>
                <a:gd name="csY327" fmla="*/ 2990 h 117597"/>
                <a:gd name="csX328" fmla="*/ 42494 w 157383"/>
                <a:gd name="csY328" fmla="*/ 3994 h 117597"/>
                <a:gd name="csX329" fmla="*/ 43551 w 157383"/>
                <a:gd name="csY329" fmla="*/ 4261 h 117597"/>
                <a:gd name="csX330" fmla="*/ 44107 w 157383"/>
                <a:gd name="csY330" fmla="*/ 3956 h 117597"/>
                <a:gd name="csX331" fmla="*/ 44647 w 157383"/>
                <a:gd name="csY331" fmla="*/ 3469 h 117597"/>
                <a:gd name="csX332" fmla="*/ 45286 w 157383"/>
                <a:gd name="csY332" fmla="*/ 3081 h 117597"/>
                <a:gd name="csX333" fmla="*/ 46192 w 157383"/>
                <a:gd name="csY333" fmla="*/ 3340 h 117597"/>
                <a:gd name="csX334" fmla="*/ 48132 w 157383"/>
                <a:gd name="csY334" fmla="*/ 4824 h 117597"/>
                <a:gd name="csX335" fmla="*/ 49935 w 157383"/>
                <a:gd name="csY335" fmla="*/ 5227 h 117597"/>
                <a:gd name="csX336" fmla="*/ 51898 w 157383"/>
                <a:gd name="csY336" fmla="*/ 6034 h 117597"/>
                <a:gd name="csX337" fmla="*/ 53747 w 157383"/>
                <a:gd name="csY337" fmla="*/ 6482 h 117597"/>
                <a:gd name="csX338" fmla="*/ 55390 w 157383"/>
                <a:gd name="csY338" fmla="*/ 6422 h 117597"/>
                <a:gd name="csX339" fmla="*/ 56638 w 157383"/>
                <a:gd name="csY339" fmla="*/ 7251 h 117597"/>
                <a:gd name="csX340" fmla="*/ 58944 w 157383"/>
                <a:gd name="csY340" fmla="*/ 7517 h 117597"/>
                <a:gd name="csX341" fmla="*/ 61911 w 157383"/>
                <a:gd name="csY341" fmla="*/ 6460 h 117597"/>
                <a:gd name="csX342" fmla="*/ 64254 w 157383"/>
                <a:gd name="csY342" fmla="*/ 5996 h 117597"/>
                <a:gd name="csX343" fmla="*/ 67534 w 157383"/>
                <a:gd name="csY343" fmla="*/ 5881 h 117597"/>
                <a:gd name="csX344" fmla="*/ 69261 w 157383"/>
                <a:gd name="csY344" fmla="*/ 6224 h 117597"/>
                <a:gd name="csX345" fmla="*/ 74260 w 157383"/>
                <a:gd name="csY345" fmla="*/ 5379 h 117597"/>
                <a:gd name="csX346" fmla="*/ 76755 w 157383"/>
                <a:gd name="csY346" fmla="*/ 5569 h 1175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Lst>
              <a:rect l="l" t="t" r="r" b="b"/>
              <a:pathLst>
                <a:path w="157383" h="117597">
                  <a:moveTo>
                    <a:pt x="78193" y="5851"/>
                  </a:moveTo>
                  <a:lnTo>
                    <a:pt x="77585" y="6437"/>
                  </a:lnTo>
                  <a:lnTo>
                    <a:pt x="76953" y="7707"/>
                  </a:lnTo>
                  <a:lnTo>
                    <a:pt x="76375" y="9275"/>
                  </a:lnTo>
                  <a:lnTo>
                    <a:pt x="75789" y="10325"/>
                  </a:lnTo>
                  <a:lnTo>
                    <a:pt x="75994" y="11010"/>
                  </a:lnTo>
                  <a:lnTo>
                    <a:pt x="77661" y="12379"/>
                  </a:lnTo>
                  <a:lnTo>
                    <a:pt x="79997" y="14296"/>
                  </a:lnTo>
                  <a:lnTo>
                    <a:pt x="80948" y="14547"/>
                  </a:lnTo>
                  <a:lnTo>
                    <a:pt x="82036" y="14091"/>
                  </a:lnTo>
                  <a:lnTo>
                    <a:pt x="83748" y="12569"/>
                  </a:lnTo>
                  <a:lnTo>
                    <a:pt x="85109" y="10926"/>
                  </a:lnTo>
                  <a:lnTo>
                    <a:pt x="86410" y="10127"/>
                  </a:lnTo>
                  <a:lnTo>
                    <a:pt x="87940" y="10180"/>
                  </a:lnTo>
                  <a:lnTo>
                    <a:pt x="89157" y="11337"/>
                  </a:lnTo>
                  <a:lnTo>
                    <a:pt x="90641" y="13893"/>
                  </a:lnTo>
                  <a:lnTo>
                    <a:pt x="91995" y="16214"/>
                  </a:lnTo>
                  <a:lnTo>
                    <a:pt x="92170" y="16450"/>
                  </a:lnTo>
                  <a:lnTo>
                    <a:pt x="92718" y="16830"/>
                  </a:lnTo>
                  <a:lnTo>
                    <a:pt x="93403" y="16815"/>
                  </a:lnTo>
                  <a:lnTo>
                    <a:pt x="94118" y="16252"/>
                  </a:lnTo>
                  <a:lnTo>
                    <a:pt x="94643" y="15909"/>
                  </a:lnTo>
                  <a:lnTo>
                    <a:pt x="95275" y="14844"/>
                  </a:lnTo>
                  <a:lnTo>
                    <a:pt x="97915" y="11626"/>
                  </a:lnTo>
                  <a:lnTo>
                    <a:pt x="99901" y="10743"/>
                  </a:lnTo>
                  <a:lnTo>
                    <a:pt x="100608" y="10507"/>
                  </a:lnTo>
                  <a:lnTo>
                    <a:pt x="101993" y="10020"/>
                  </a:lnTo>
                  <a:lnTo>
                    <a:pt x="104298" y="10781"/>
                  </a:lnTo>
                  <a:lnTo>
                    <a:pt x="107638" y="12105"/>
                  </a:lnTo>
                  <a:lnTo>
                    <a:pt x="111694" y="13710"/>
                  </a:lnTo>
                  <a:lnTo>
                    <a:pt x="113117" y="13984"/>
                  </a:lnTo>
                  <a:lnTo>
                    <a:pt x="113954" y="13710"/>
                  </a:lnTo>
                  <a:lnTo>
                    <a:pt x="115163" y="11535"/>
                  </a:lnTo>
                  <a:lnTo>
                    <a:pt x="116670" y="10675"/>
                  </a:lnTo>
                  <a:lnTo>
                    <a:pt x="118823" y="9670"/>
                  </a:lnTo>
                  <a:lnTo>
                    <a:pt x="120573" y="9161"/>
                  </a:lnTo>
                  <a:lnTo>
                    <a:pt x="121570" y="9092"/>
                  </a:lnTo>
                  <a:lnTo>
                    <a:pt x="121950" y="8499"/>
                  </a:lnTo>
                  <a:lnTo>
                    <a:pt x="122140" y="7609"/>
                  </a:lnTo>
                  <a:lnTo>
                    <a:pt x="121935" y="6688"/>
                  </a:lnTo>
                  <a:lnTo>
                    <a:pt x="120809" y="5037"/>
                  </a:lnTo>
                  <a:lnTo>
                    <a:pt x="120779" y="4550"/>
                  </a:lnTo>
                  <a:lnTo>
                    <a:pt x="121425" y="4230"/>
                  </a:lnTo>
                  <a:lnTo>
                    <a:pt x="122810" y="3987"/>
                  </a:lnTo>
                  <a:lnTo>
                    <a:pt x="124613" y="4154"/>
                  </a:lnTo>
                  <a:lnTo>
                    <a:pt x="126645" y="4869"/>
                  </a:lnTo>
                  <a:lnTo>
                    <a:pt x="128296" y="5897"/>
                  </a:lnTo>
                  <a:lnTo>
                    <a:pt x="129239" y="7121"/>
                  </a:lnTo>
                  <a:lnTo>
                    <a:pt x="130266" y="9739"/>
                  </a:lnTo>
                  <a:lnTo>
                    <a:pt x="131058" y="12280"/>
                  </a:lnTo>
                  <a:lnTo>
                    <a:pt x="133097" y="16313"/>
                  </a:lnTo>
                  <a:lnTo>
                    <a:pt x="133059" y="18816"/>
                  </a:lnTo>
                  <a:lnTo>
                    <a:pt x="133013" y="21715"/>
                  </a:lnTo>
                  <a:lnTo>
                    <a:pt x="133926" y="22263"/>
                  </a:lnTo>
                  <a:lnTo>
                    <a:pt x="134915" y="22491"/>
                  </a:lnTo>
                  <a:lnTo>
                    <a:pt x="135379" y="22917"/>
                  </a:lnTo>
                  <a:lnTo>
                    <a:pt x="136368" y="25146"/>
                  </a:lnTo>
                  <a:lnTo>
                    <a:pt x="137304" y="25793"/>
                  </a:lnTo>
                  <a:lnTo>
                    <a:pt x="138423" y="25945"/>
                  </a:lnTo>
                  <a:lnTo>
                    <a:pt x="140523" y="27368"/>
                  </a:lnTo>
                  <a:lnTo>
                    <a:pt x="141869" y="27931"/>
                  </a:lnTo>
                  <a:lnTo>
                    <a:pt x="142060" y="28357"/>
                  </a:lnTo>
                  <a:lnTo>
                    <a:pt x="142014" y="28951"/>
                  </a:lnTo>
                  <a:lnTo>
                    <a:pt x="141489" y="29696"/>
                  </a:lnTo>
                  <a:lnTo>
                    <a:pt x="140675" y="30213"/>
                  </a:lnTo>
                  <a:lnTo>
                    <a:pt x="139465" y="31187"/>
                  </a:lnTo>
                  <a:lnTo>
                    <a:pt x="138461" y="32458"/>
                  </a:lnTo>
                  <a:lnTo>
                    <a:pt x="136391" y="35509"/>
                  </a:lnTo>
                  <a:lnTo>
                    <a:pt x="136330" y="36080"/>
                  </a:lnTo>
                  <a:lnTo>
                    <a:pt x="136772" y="36491"/>
                  </a:lnTo>
                  <a:lnTo>
                    <a:pt x="137624" y="36567"/>
                  </a:lnTo>
                  <a:lnTo>
                    <a:pt x="138537" y="36354"/>
                  </a:lnTo>
                  <a:lnTo>
                    <a:pt x="140439" y="35243"/>
                  </a:lnTo>
                  <a:lnTo>
                    <a:pt x="141930" y="35638"/>
                  </a:lnTo>
                  <a:lnTo>
                    <a:pt x="143368" y="36491"/>
                  </a:lnTo>
                  <a:lnTo>
                    <a:pt x="143893" y="37373"/>
                  </a:lnTo>
                  <a:lnTo>
                    <a:pt x="144030" y="38530"/>
                  </a:lnTo>
                  <a:lnTo>
                    <a:pt x="143703" y="40029"/>
                  </a:lnTo>
                  <a:lnTo>
                    <a:pt x="143650" y="41695"/>
                  </a:lnTo>
                  <a:lnTo>
                    <a:pt x="144129" y="44540"/>
                  </a:lnTo>
                  <a:lnTo>
                    <a:pt x="144883" y="47386"/>
                  </a:lnTo>
                  <a:lnTo>
                    <a:pt x="145628" y="48421"/>
                  </a:lnTo>
                  <a:lnTo>
                    <a:pt x="150414" y="50924"/>
                  </a:lnTo>
                  <a:lnTo>
                    <a:pt x="150878" y="51860"/>
                  </a:lnTo>
                  <a:lnTo>
                    <a:pt x="151114" y="52917"/>
                  </a:lnTo>
                  <a:lnTo>
                    <a:pt x="150771" y="54355"/>
                  </a:lnTo>
                  <a:lnTo>
                    <a:pt x="150277" y="55162"/>
                  </a:lnTo>
                  <a:lnTo>
                    <a:pt x="148907" y="56417"/>
                  </a:lnTo>
                  <a:lnTo>
                    <a:pt x="147652" y="57384"/>
                  </a:lnTo>
                  <a:lnTo>
                    <a:pt x="147256" y="58441"/>
                  </a:lnTo>
                  <a:lnTo>
                    <a:pt x="147454" y="60412"/>
                  </a:lnTo>
                  <a:lnTo>
                    <a:pt x="147454" y="64863"/>
                  </a:lnTo>
                  <a:lnTo>
                    <a:pt x="147644" y="68720"/>
                  </a:lnTo>
                  <a:lnTo>
                    <a:pt x="148679" y="70113"/>
                  </a:lnTo>
                  <a:lnTo>
                    <a:pt x="149912" y="70828"/>
                  </a:lnTo>
                  <a:lnTo>
                    <a:pt x="151373" y="70691"/>
                  </a:lnTo>
                  <a:lnTo>
                    <a:pt x="152788" y="70432"/>
                  </a:lnTo>
                  <a:lnTo>
                    <a:pt x="152704" y="72738"/>
                  </a:lnTo>
                  <a:lnTo>
                    <a:pt x="152324" y="75317"/>
                  </a:lnTo>
                  <a:lnTo>
                    <a:pt x="153998" y="76116"/>
                  </a:lnTo>
                  <a:lnTo>
                    <a:pt x="154850" y="76900"/>
                  </a:lnTo>
                  <a:lnTo>
                    <a:pt x="155314" y="77638"/>
                  </a:lnTo>
                  <a:lnTo>
                    <a:pt x="152658" y="79007"/>
                  </a:lnTo>
                  <a:lnTo>
                    <a:pt x="151890" y="79806"/>
                  </a:lnTo>
                  <a:lnTo>
                    <a:pt x="151532" y="81959"/>
                  </a:lnTo>
                  <a:lnTo>
                    <a:pt x="151616" y="83953"/>
                  </a:lnTo>
                  <a:lnTo>
                    <a:pt x="155184" y="85368"/>
                  </a:lnTo>
                  <a:lnTo>
                    <a:pt x="156561" y="87034"/>
                  </a:lnTo>
                  <a:lnTo>
                    <a:pt x="157170" y="88761"/>
                  </a:lnTo>
                  <a:lnTo>
                    <a:pt x="157383" y="92026"/>
                  </a:lnTo>
                  <a:lnTo>
                    <a:pt x="157064" y="92771"/>
                  </a:lnTo>
                  <a:lnTo>
                    <a:pt x="156143" y="92779"/>
                  </a:lnTo>
                  <a:lnTo>
                    <a:pt x="155108" y="91774"/>
                  </a:lnTo>
                  <a:lnTo>
                    <a:pt x="154340" y="90800"/>
                  </a:lnTo>
                  <a:lnTo>
                    <a:pt x="153374" y="90800"/>
                  </a:lnTo>
                  <a:lnTo>
                    <a:pt x="151570" y="90580"/>
                  </a:lnTo>
                  <a:lnTo>
                    <a:pt x="149524" y="90199"/>
                  </a:lnTo>
                  <a:lnTo>
                    <a:pt x="146990" y="90306"/>
                  </a:lnTo>
                  <a:lnTo>
                    <a:pt x="146092" y="90466"/>
                  </a:lnTo>
                  <a:lnTo>
                    <a:pt x="145514" y="91051"/>
                  </a:lnTo>
                  <a:lnTo>
                    <a:pt x="145362" y="92079"/>
                  </a:lnTo>
                  <a:lnTo>
                    <a:pt x="145103" y="95388"/>
                  </a:lnTo>
                  <a:lnTo>
                    <a:pt x="145933" y="96111"/>
                  </a:lnTo>
                  <a:lnTo>
                    <a:pt x="147568" y="96933"/>
                  </a:lnTo>
                  <a:lnTo>
                    <a:pt x="148641" y="97283"/>
                  </a:lnTo>
                  <a:lnTo>
                    <a:pt x="149531" y="97184"/>
                  </a:lnTo>
                  <a:lnTo>
                    <a:pt x="150216" y="97717"/>
                  </a:lnTo>
                  <a:lnTo>
                    <a:pt x="150360" y="99140"/>
                  </a:lnTo>
                  <a:lnTo>
                    <a:pt x="149897" y="100182"/>
                  </a:lnTo>
                  <a:lnTo>
                    <a:pt x="148999" y="101156"/>
                  </a:lnTo>
                  <a:lnTo>
                    <a:pt x="147865" y="103651"/>
                  </a:lnTo>
                  <a:lnTo>
                    <a:pt x="148055" y="104595"/>
                  </a:lnTo>
                  <a:lnTo>
                    <a:pt x="148108" y="105941"/>
                  </a:lnTo>
                  <a:lnTo>
                    <a:pt x="146168" y="109594"/>
                  </a:lnTo>
                  <a:lnTo>
                    <a:pt x="145620" y="110309"/>
                  </a:lnTo>
                  <a:lnTo>
                    <a:pt x="143056" y="109586"/>
                  </a:lnTo>
                  <a:lnTo>
                    <a:pt x="141390" y="109350"/>
                  </a:lnTo>
                  <a:lnTo>
                    <a:pt x="140180" y="110271"/>
                  </a:lnTo>
                  <a:lnTo>
                    <a:pt x="139419" y="109693"/>
                  </a:lnTo>
                  <a:lnTo>
                    <a:pt x="138522" y="108848"/>
                  </a:lnTo>
                  <a:lnTo>
                    <a:pt x="138210" y="107737"/>
                  </a:lnTo>
                  <a:lnTo>
                    <a:pt x="137601" y="107501"/>
                  </a:lnTo>
                  <a:lnTo>
                    <a:pt x="136483" y="107494"/>
                  </a:lnTo>
                  <a:lnTo>
                    <a:pt x="135448" y="108125"/>
                  </a:lnTo>
                  <a:lnTo>
                    <a:pt x="134991" y="109274"/>
                  </a:lnTo>
                  <a:lnTo>
                    <a:pt x="134923" y="110598"/>
                  </a:lnTo>
                  <a:lnTo>
                    <a:pt x="134763" y="111617"/>
                  </a:lnTo>
                  <a:lnTo>
                    <a:pt x="134147" y="112234"/>
                  </a:lnTo>
                  <a:lnTo>
                    <a:pt x="132891" y="113839"/>
                  </a:lnTo>
                  <a:lnTo>
                    <a:pt x="132305" y="115315"/>
                  </a:lnTo>
                  <a:lnTo>
                    <a:pt x="131575" y="116601"/>
                  </a:lnTo>
                  <a:lnTo>
                    <a:pt x="130533" y="116525"/>
                  </a:lnTo>
                  <a:lnTo>
                    <a:pt x="130053" y="116342"/>
                  </a:lnTo>
                  <a:lnTo>
                    <a:pt x="129719" y="116685"/>
                  </a:lnTo>
                  <a:lnTo>
                    <a:pt x="128098" y="117400"/>
                  </a:lnTo>
                  <a:lnTo>
                    <a:pt x="126706" y="117598"/>
                  </a:lnTo>
                  <a:lnTo>
                    <a:pt x="126340" y="116860"/>
                  </a:lnTo>
                  <a:lnTo>
                    <a:pt x="125526" y="116266"/>
                  </a:lnTo>
                  <a:lnTo>
                    <a:pt x="124621" y="115087"/>
                  </a:lnTo>
                  <a:lnTo>
                    <a:pt x="123594" y="114143"/>
                  </a:lnTo>
                  <a:lnTo>
                    <a:pt x="121631" y="113474"/>
                  </a:lnTo>
                  <a:lnTo>
                    <a:pt x="120855" y="113778"/>
                  </a:lnTo>
                  <a:lnTo>
                    <a:pt x="119926" y="113695"/>
                  </a:lnTo>
                  <a:lnTo>
                    <a:pt x="119318" y="113322"/>
                  </a:lnTo>
                  <a:lnTo>
                    <a:pt x="119401" y="112751"/>
                  </a:lnTo>
                  <a:lnTo>
                    <a:pt x="120428" y="111313"/>
                  </a:lnTo>
                  <a:lnTo>
                    <a:pt x="121014" y="109989"/>
                  </a:lnTo>
                  <a:lnTo>
                    <a:pt x="121341" y="108544"/>
                  </a:lnTo>
                  <a:lnTo>
                    <a:pt x="121334" y="107159"/>
                  </a:lnTo>
                  <a:lnTo>
                    <a:pt x="120786" y="105219"/>
                  </a:lnTo>
                  <a:lnTo>
                    <a:pt x="119903" y="103674"/>
                  </a:lnTo>
                  <a:lnTo>
                    <a:pt x="119683" y="102784"/>
                  </a:lnTo>
                  <a:lnTo>
                    <a:pt x="119789" y="101506"/>
                  </a:lnTo>
                  <a:lnTo>
                    <a:pt x="119584" y="100319"/>
                  </a:lnTo>
                  <a:lnTo>
                    <a:pt x="119295" y="99702"/>
                  </a:lnTo>
                  <a:lnTo>
                    <a:pt x="119158" y="98531"/>
                  </a:lnTo>
                  <a:lnTo>
                    <a:pt x="118884" y="97458"/>
                  </a:lnTo>
                  <a:lnTo>
                    <a:pt x="118359" y="97047"/>
                  </a:lnTo>
                  <a:lnTo>
                    <a:pt x="118070" y="95251"/>
                  </a:lnTo>
                  <a:lnTo>
                    <a:pt x="118154" y="93403"/>
                  </a:lnTo>
                  <a:lnTo>
                    <a:pt x="117393" y="92710"/>
                  </a:lnTo>
                  <a:lnTo>
                    <a:pt x="116190" y="92200"/>
                  </a:lnTo>
                  <a:lnTo>
                    <a:pt x="115483" y="91470"/>
                  </a:lnTo>
                  <a:lnTo>
                    <a:pt x="115049" y="90671"/>
                  </a:lnTo>
                  <a:lnTo>
                    <a:pt x="114615" y="90435"/>
                  </a:lnTo>
                  <a:lnTo>
                    <a:pt x="114243" y="90488"/>
                  </a:lnTo>
                  <a:lnTo>
                    <a:pt x="113908" y="90983"/>
                  </a:lnTo>
                  <a:lnTo>
                    <a:pt x="113512" y="91090"/>
                  </a:lnTo>
                  <a:lnTo>
                    <a:pt x="112812" y="89362"/>
                  </a:lnTo>
                  <a:lnTo>
                    <a:pt x="112523" y="89294"/>
                  </a:lnTo>
                  <a:lnTo>
                    <a:pt x="112036" y="89690"/>
                  </a:lnTo>
                  <a:lnTo>
                    <a:pt x="106490" y="91607"/>
                  </a:lnTo>
                  <a:lnTo>
                    <a:pt x="106246" y="90861"/>
                  </a:lnTo>
                  <a:lnTo>
                    <a:pt x="105782" y="89979"/>
                  </a:lnTo>
                  <a:lnTo>
                    <a:pt x="104717" y="89682"/>
                  </a:lnTo>
                  <a:lnTo>
                    <a:pt x="102883" y="90344"/>
                  </a:lnTo>
                  <a:lnTo>
                    <a:pt x="101818" y="90420"/>
                  </a:lnTo>
                  <a:lnTo>
                    <a:pt x="100175" y="90199"/>
                  </a:lnTo>
                  <a:lnTo>
                    <a:pt x="99444" y="90511"/>
                  </a:lnTo>
                  <a:lnTo>
                    <a:pt x="97260" y="93060"/>
                  </a:lnTo>
                  <a:lnTo>
                    <a:pt x="95952" y="94057"/>
                  </a:lnTo>
                  <a:lnTo>
                    <a:pt x="94963" y="93973"/>
                  </a:lnTo>
                  <a:lnTo>
                    <a:pt x="93928" y="93745"/>
                  </a:lnTo>
                  <a:lnTo>
                    <a:pt x="93198" y="93928"/>
                  </a:lnTo>
                  <a:lnTo>
                    <a:pt x="92657" y="93638"/>
                  </a:lnTo>
                  <a:lnTo>
                    <a:pt x="92870" y="93014"/>
                  </a:lnTo>
                  <a:lnTo>
                    <a:pt x="93403" y="92238"/>
                  </a:lnTo>
                  <a:lnTo>
                    <a:pt x="94445" y="89461"/>
                  </a:lnTo>
                  <a:lnTo>
                    <a:pt x="97123" y="86669"/>
                  </a:lnTo>
                  <a:lnTo>
                    <a:pt x="97177" y="86076"/>
                  </a:lnTo>
                  <a:lnTo>
                    <a:pt x="96081" y="84447"/>
                  </a:lnTo>
                  <a:lnTo>
                    <a:pt x="94932" y="82218"/>
                  </a:lnTo>
                  <a:lnTo>
                    <a:pt x="94932" y="79829"/>
                  </a:lnTo>
                  <a:lnTo>
                    <a:pt x="94711" y="78102"/>
                  </a:lnTo>
                  <a:lnTo>
                    <a:pt x="92345" y="77615"/>
                  </a:lnTo>
                  <a:lnTo>
                    <a:pt x="91912" y="77326"/>
                  </a:lnTo>
                  <a:lnTo>
                    <a:pt x="91851" y="76740"/>
                  </a:lnTo>
                  <a:lnTo>
                    <a:pt x="92459" y="75195"/>
                  </a:lnTo>
                  <a:lnTo>
                    <a:pt x="93182" y="73757"/>
                  </a:lnTo>
                  <a:lnTo>
                    <a:pt x="93289" y="73156"/>
                  </a:lnTo>
                  <a:lnTo>
                    <a:pt x="93121" y="72616"/>
                  </a:lnTo>
                  <a:lnTo>
                    <a:pt x="91668" y="71094"/>
                  </a:lnTo>
                  <a:lnTo>
                    <a:pt x="89401" y="68272"/>
                  </a:lnTo>
                  <a:lnTo>
                    <a:pt x="87301" y="65144"/>
                  </a:lnTo>
                  <a:lnTo>
                    <a:pt x="85497" y="62466"/>
                  </a:lnTo>
                  <a:lnTo>
                    <a:pt x="84037" y="61241"/>
                  </a:lnTo>
                  <a:lnTo>
                    <a:pt x="82644" y="59468"/>
                  </a:lnTo>
                  <a:lnTo>
                    <a:pt x="82119" y="58342"/>
                  </a:lnTo>
                  <a:lnTo>
                    <a:pt x="80666" y="57939"/>
                  </a:lnTo>
                  <a:lnTo>
                    <a:pt x="76436" y="57962"/>
                  </a:lnTo>
                  <a:lnTo>
                    <a:pt x="71346" y="57992"/>
                  </a:lnTo>
                  <a:lnTo>
                    <a:pt x="67054" y="58008"/>
                  </a:lnTo>
                  <a:lnTo>
                    <a:pt x="66803" y="59529"/>
                  </a:lnTo>
                  <a:lnTo>
                    <a:pt x="62116" y="60541"/>
                  </a:lnTo>
                  <a:lnTo>
                    <a:pt x="59225" y="59377"/>
                  </a:lnTo>
                  <a:lnTo>
                    <a:pt x="56014" y="60062"/>
                  </a:lnTo>
                  <a:lnTo>
                    <a:pt x="54447" y="60830"/>
                  </a:lnTo>
                  <a:lnTo>
                    <a:pt x="53960" y="62443"/>
                  </a:lnTo>
                  <a:lnTo>
                    <a:pt x="53245" y="64216"/>
                  </a:lnTo>
                  <a:lnTo>
                    <a:pt x="52560" y="64947"/>
                  </a:lnTo>
                  <a:lnTo>
                    <a:pt x="52271" y="65738"/>
                  </a:lnTo>
                  <a:lnTo>
                    <a:pt x="51875" y="66461"/>
                  </a:lnTo>
                  <a:lnTo>
                    <a:pt x="51244" y="67298"/>
                  </a:lnTo>
                  <a:lnTo>
                    <a:pt x="50544" y="68964"/>
                  </a:lnTo>
                  <a:lnTo>
                    <a:pt x="49015" y="71345"/>
                  </a:lnTo>
                  <a:lnTo>
                    <a:pt x="47409" y="72882"/>
                  </a:lnTo>
                  <a:lnTo>
                    <a:pt x="44685" y="73712"/>
                  </a:lnTo>
                  <a:lnTo>
                    <a:pt x="43833" y="76215"/>
                  </a:lnTo>
                  <a:lnTo>
                    <a:pt x="43209" y="77151"/>
                  </a:lnTo>
                  <a:lnTo>
                    <a:pt x="42159" y="77873"/>
                  </a:lnTo>
                  <a:lnTo>
                    <a:pt x="41033" y="78353"/>
                  </a:lnTo>
                  <a:lnTo>
                    <a:pt x="39998" y="78064"/>
                  </a:lnTo>
                  <a:lnTo>
                    <a:pt x="38804" y="77866"/>
                  </a:lnTo>
                  <a:lnTo>
                    <a:pt x="37556" y="78315"/>
                  </a:lnTo>
                  <a:lnTo>
                    <a:pt x="37343" y="77691"/>
                  </a:lnTo>
                  <a:lnTo>
                    <a:pt x="38051" y="75705"/>
                  </a:lnTo>
                  <a:lnTo>
                    <a:pt x="37487" y="74678"/>
                  </a:lnTo>
                  <a:lnTo>
                    <a:pt x="35349" y="72616"/>
                  </a:lnTo>
                  <a:lnTo>
                    <a:pt x="35144" y="71627"/>
                  </a:lnTo>
                  <a:lnTo>
                    <a:pt x="34490" y="70341"/>
                  </a:lnTo>
                  <a:lnTo>
                    <a:pt x="31667" y="67686"/>
                  </a:lnTo>
                  <a:lnTo>
                    <a:pt x="29042" y="67853"/>
                  </a:lnTo>
                  <a:lnTo>
                    <a:pt x="29772" y="65631"/>
                  </a:lnTo>
                  <a:lnTo>
                    <a:pt x="29742" y="62679"/>
                  </a:lnTo>
                  <a:lnTo>
                    <a:pt x="28844" y="61066"/>
                  </a:lnTo>
                  <a:lnTo>
                    <a:pt x="29072" y="59423"/>
                  </a:lnTo>
                  <a:lnTo>
                    <a:pt x="28586" y="59522"/>
                  </a:lnTo>
                  <a:lnTo>
                    <a:pt x="27710" y="60655"/>
                  </a:lnTo>
                  <a:lnTo>
                    <a:pt x="26295" y="60290"/>
                  </a:lnTo>
                  <a:lnTo>
                    <a:pt x="23419" y="58533"/>
                  </a:lnTo>
                  <a:lnTo>
                    <a:pt x="21981" y="56836"/>
                  </a:lnTo>
                  <a:lnTo>
                    <a:pt x="21814" y="55383"/>
                  </a:lnTo>
                  <a:lnTo>
                    <a:pt x="21487" y="54820"/>
                  </a:lnTo>
                  <a:lnTo>
                    <a:pt x="20612" y="55124"/>
                  </a:lnTo>
                  <a:lnTo>
                    <a:pt x="18816" y="55094"/>
                  </a:lnTo>
                  <a:lnTo>
                    <a:pt x="13330" y="52507"/>
                  </a:lnTo>
                  <a:lnTo>
                    <a:pt x="9435" y="46009"/>
                  </a:lnTo>
                  <a:lnTo>
                    <a:pt x="9351" y="44540"/>
                  </a:lnTo>
                  <a:lnTo>
                    <a:pt x="9906" y="42014"/>
                  </a:lnTo>
                  <a:lnTo>
                    <a:pt x="9777" y="41330"/>
                  </a:lnTo>
                  <a:lnTo>
                    <a:pt x="7989" y="43003"/>
                  </a:lnTo>
                  <a:lnTo>
                    <a:pt x="7647" y="41877"/>
                  </a:lnTo>
                  <a:lnTo>
                    <a:pt x="6277" y="39268"/>
                  </a:lnTo>
                  <a:lnTo>
                    <a:pt x="5882" y="37761"/>
                  </a:lnTo>
                  <a:lnTo>
                    <a:pt x="4573" y="37092"/>
                  </a:lnTo>
                  <a:lnTo>
                    <a:pt x="3515" y="36977"/>
                  </a:lnTo>
                  <a:lnTo>
                    <a:pt x="2701" y="37480"/>
                  </a:lnTo>
                  <a:lnTo>
                    <a:pt x="1628" y="40531"/>
                  </a:lnTo>
                  <a:lnTo>
                    <a:pt x="829" y="40515"/>
                  </a:lnTo>
                  <a:lnTo>
                    <a:pt x="0" y="39861"/>
                  </a:lnTo>
                  <a:lnTo>
                    <a:pt x="175" y="37579"/>
                  </a:lnTo>
                  <a:lnTo>
                    <a:pt x="1118" y="36452"/>
                  </a:lnTo>
                  <a:lnTo>
                    <a:pt x="2283" y="34725"/>
                  </a:lnTo>
                  <a:lnTo>
                    <a:pt x="5813" y="27513"/>
                  </a:lnTo>
                  <a:lnTo>
                    <a:pt x="7068" y="25861"/>
                  </a:lnTo>
                  <a:lnTo>
                    <a:pt x="7867" y="25283"/>
                  </a:lnTo>
                  <a:lnTo>
                    <a:pt x="9534" y="25215"/>
                  </a:lnTo>
                  <a:lnTo>
                    <a:pt x="12790" y="24248"/>
                  </a:lnTo>
                  <a:lnTo>
                    <a:pt x="15453" y="22658"/>
                  </a:lnTo>
                  <a:lnTo>
                    <a:pt x="16784" y="22011"/>
                  </a:lnTo>
                  <a:lnTo>
                    <a:pt x="19835" y="22179"/>
                  </a:lnTo>
                  <a:lnTo>
                    <a:pt x="23450" y="21905"/>
                  </a:lnTo>
                  <a:lnTo>
                    <a:pt x="28159" y="20360"/>
                  </a:lnTo>
                  <a:lnTo>
                    <a:pt x="28243" y="18230"/>
                  </a:lnTo>
                  <a:lnTo>
                    <a:pt x="28205" y="15506"/>
                  </a:lnTo>
                  <a:lnTo>
                    <a:pt x="28045" y="14426"/>
                  </a:lnTo>
                  <a:lnTo>
                    <a:pt x="26371" y="13452"/>
                  </a:lnTo>
                  <a:lnTo>
                    <a:pt x="25397" y="12607"/>
                  </a:lnTo>
                  <a:lnTo>
                    <a:pt x="24560" y="11535"/>
                  </a:lnTo>
                  <a:lnTo>
                    <a:pt x="23541" y="10766"/>
                  </a:lnTo>
                  <a:lnTo>
                    <a:pt x="23579" y="9967"/>
                  </a:lnTo>
                  <a:lnTo>
                    <a:pt x="24857" y="9275"/>
                  </a:lnTo>
                  <a:lnTo>
                    <a:pt x="25664" y="8925"/>
                  </a:lnTo>
                  <a:lnTo>
                    <a:pt x="27581" y="8940"/>
                  </a:lnTo>
                  <a:lnTo>
                    <a:pt x="28213" y="8544"/>
                  </a:lnTo>
                  <a:lnTo>
                    <a:pt x="28692" y="7852"/>
                  </a:lnTo>
                  <a:lnTo>
                    <a:pt x="29232" y="6094"/>
                  </a:lnTo>
                  <a:lnTo>
                    <a:pt x="29422" y="4245"/>
                  </a:lnTo>
                  <a:lnTo>
                    <a:pt x="28159" y="1757"/>
                  </a:lnTo>
                  <a:lnTo>
                    <a:pt x="28228" y="0"/>
                  </a:lnTo>
                  <a:lnTo>
                    <a:pt x="35144" y="251"/>
                  </a:lnTo>
                  <a:lnTo>
                    <a:pt x="35844" y="441"/>
                  </a:lnTo>
                  <a:lnTo>
                    <a:pt x="38933" y="746"/>
                  </a:lnTo>
                  <a:lnTo>
                    <a:pt x="40851" y="746"/>
                  </a:lnTo>
                  <a:lnTo>
                    <a:pt x="42030" y="875"/>
                  </a:lnTo>
                  <a:lnTo>
                    <a:pt x="42524" y="1278"/>
                  </a:lnTo>
                  <a:lnTo>
                    <a:pt x="42433" y="2016"/>
                  </a:lnTo>
                  <a:lnTo>
                    <a:pt x="42098" y="2990"/>
                  </a:lnTo>
                  <a:lnTo>
                    <a:pt x="42494" y="3994"/>
                  </a:lnTo>
                  <a:lnTo>
                    <a:pt x="43551" y="4261"/>
                  </a:lnTo>
                  <a:lnTo>
                    <a:pt x="44107" y="3956"/>
                  </a:lnTo>
                  <a:lnTo>
                    <a:pt x="44647" y="3469"/>
                  </a:lnTo>
                  <a:lnTo>
                    <a:pt x="45286" y="3081"/>
                  </a:lnTo>
                  <a:lnTo>
                    <a:pt x="46192" y="3340"/>
                  </a:lnTo>
                  <a:lnTo>
                    <a:pt x="48132" y="4824"/>
                  </a:lnTo>
                  <a:lnTo>
                    <a:pt x="49935" y="5227"/>
                  </a:lnTo>
                  <a:lnTo>
                    <a:pt x="51898" y="6034"/>
                  </a:lnTo>
                  <a:lnTo>
                    <a:pt x="53747" y="6482"/>
                  </a:lnTo>
                  <a:lnTo>
                    <a:pt x="55390" y="6422"/>
                  </a:lnTo>
                  <a:lnTo>
                    <a:pt x="56638" y="7251"/>
                  </a:lnTo>
                  <a:lnTo>
                    <a:pt x="58944" y="7517"/>
                  </a:lnTo>
                  <a:lnTo>
                    <a:pt x="61911" y="6460"/>
                  </a:lnTo>
                  <a:lnTo>
                    <a:pt x="64254" y="5996"/>
                  </a:lnTo>
                  <a:lnTo>
                    <a:pt x="67534" y="5881"/>
                  </a:lnTo>
                  <a:lnTo>
                    <a:pt x="69261" y="6224"/>
                  </a:lnTo>
                  <a:lnTo>
                    <a:pt x="74260" y="5379"/>
                  </a:lnTo>
                  <a:lnTo>
                    <a:pt x="76755" y="556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1" name="Freeform: Shape 2210">
              <a:extLst>
                <a:ext uri="{FF2B5EF4-FFF2-40B4-BE49-F238E27FC236}">
                  <a16:creationId xmlns:a16="http://schemas.microsoft.com/office/drawing/2014/main" id="{57097DC4-D5CA-99B0-C03E-C7324F70FD37}"/>
                </a:ext>
              </a:extLst>
            </p:cNvPr>
            <p:cNvSpPr/>
            <p:nvPr/>
          </p:nvSpPr>
          <p:spPr>
            <a:xfrm>
              <a:off x="10583435" y="5251021"/>
              <a:ext cx="509" cy="509"/>
            </a:xfrm>
            <a:custGeom>
              <a:avLst/>
              <a:gdLst>
                <a:gd name="csX0" fmla="*/ 510 w 509"/>
                <a:gd name="csY0" fmla="*/ 449 h 509"/>
                <a:gd name="csX1" fmla="*/ 358 w 509"/>
                <a:gd name="csY1" fmla="*/ 510 h 509"/>
                <a:gd name="csX2" fmla="*/ 61 w 509"/>
                <a:gd name="csY2" fmla="*/ 441 h 509"/>
                <a:gd name="csX3" fmla="*/ 0 w 509"/>
                <a:gd name="csY3" fmla="*/ 68 h 509"/>
                <a:gd name="csX4" fmla="*/ 380 w 509"/>
                <a:gd name="csY4" fmla="*/ 0 h 509"/>
              </a:gdLst>
              <a:ahLst/>
              <a:cxnLst>
                <a:cxn ang="0">
                  <a:pos x="csX0" y="csY0"/>
                </a:cxn>
                <a:cxn ang="0">
                  <a:pos x="csX1" y="csY1"/>
                </a:cxn>
                <a:cxn ang="0">
                  <a:pos x="csX2" y="csY2"/>
                </a:cxn>
                <a:cxn ang="0">
                  <a:pos x="csX3" y="csY3"/>
                </a:cxn>
                <a:cxn ang="0">
                  <a:pos x="csX4" y="csY4"/>
                </a:cxn>
              </a:cxnLst>
              <a:rect l="l" t="t" r="r" b="b"/>
              <a:pathLst>
                <a:path w="509" h="509">
                  <a:moveTo>
                    <a:pt x="510" y="449"/>
                  </a:moveTo>
                  <a:lnTo>
                    <a:pt x="358" y="510"/>
                  </a:lnTo>
                  <a:lnTo>
                    <a:pt x="61" y="441"/>
                  </a:lnTo>
                  <a:lnTo>
                    <a:pt x="0" y="68"/>
                  </a:lnTo>
                  <a:lnTo>
                    <a:pt x="380" y="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2" name="Freeform: Shape 2211">
              <a:extLst>
                <a:ext uri="{FF2B5EF4-FFF2-40B4-BE49-F238E27FC236}">
                  <a16:creationId xmlns:a16="http://schemas.microsoft.com/office/drawing/2014/main" id="{FFD1A49B-F8DF-FE95-2177-59A51A259E60}"/>
                </a:ext>
              </a:extLst>
            </p:cNvPr>
            <p:cNvSpPr/>
            <p:nvPr/>
          </p:nvSpPr>
          <p:spPr>
            <a:xfrm>
              <a:off x="8254361" y="4649131"/>
              <a:ext cx="13261" cy="13710"/>
            </a:xfrm>
            <a:custGeom>
              <a:avLst/>
              <a:gdLst>
                <a:gd name="csX0" fmla="*/ 9960 w 13261"/>
                <a:gd name="csY0" fmla="*/ 6102 h 13710"/>
                <a:gd name="csX1" fmla="*/ 7449 w 13261"/>
                <a:gd name="csY1" fmla="*/ 6346 h 13710"/>
                <a:gd name="csX2" fmla="*/ 5798 w 13261"/>
                <a:gd name="csY2" fmla="*/ 6155 h 13710"/>
                <a:gd name="csX3" fmla="*/ 5417 w 13261"/>
                <a:gd name="csY3" fmla="*/ 4573 h 13710"/>
                <a:gd name="csX4" fmla="*/ 6262 w 13261"/>
                <a:gd name="csY4" fmla="*/ 3234 h 13710"/>
                <a:gd name="csX5" fmla="*/ 5653 w 13261"/>
                <a:gd name="csY5" fmla="*/ 1606 h 13710"/>
                <a:gd name="csX6" fmla="*/ 6041 w 13261"/>
                <a:gd name="csY6" fmla="*/ 639 h 13710"/>
                <a:gd name="csX7" fmla="*/ 6886 w 13261"/>
                <a:gd name="csY7" fmla="*/ 0 h 13710"/>
                <a:gd name="csX8" fmla="*/ 8271 w 13261"/>
                <a:gd name="csY8" fmla="*/ 852 h 13710"/>
                <a:gd name="csX9" fmla="*/ 8491 w 13261"/>
                <a:gd name="csY9" fmla="*/ 2070 h 13710"/>
                <a:gd name="csX10" fmla="*/ 9359 w 13261"/>
                <a:gd name="csY10" fmla="*/ 3180 h 13710"/>
                <a:gd name="csX11" fmla="*/ 13262 w 13261"/>
                <a:gd name="csY11" fmla="*/ 5554 h 13710"/>
                <a:gd name="csX12" fmla="*/ 9960 w 13261"/>
                <a:gd name="csY12" fmla="*/ 6102 h 13710"/>
                <a:gd name="csX13" fmla="*/ 4360 w 13261"/>
                <a:gd name="csY13" fmla="*/ 11040 h 13710"/>
                <a:gd name="csX14" fmla="*/ 2633 w 13261"/>
                <a:gd name="csY14" fmla="*/ 12029 h 13710"/>
                <a:gd name="csX15" fmla="*/ 1788 w 13261"/>
                <a:gd name="csY15" fmla="*/ 11725 h 13710"/>
                <a:gd name="csX16" fmla="*/ 738 w 13261"/>
                <a:gd name="csY16" fmla="*/ 9823 h 13710"/>
                <a:gd name="csX17" fmla="*/ 0 w 13261"/>
                <a:gd name="csY17" fmla="*/ 4542 h 13710"/>
                <a:gd name="csX18" fmla="*/ 571 w 13261"/>
                <a:gd name="csY18" fmla="*/ 3668 h 13710"/>
                <a:gd name="csX19" fmla="*/ 982 w 13261"/>
                <a:gd name="csY19" fmla="*/ 3340 h 13710"/>
                <a:gd name="csX20" fmla="*/ 3257 w 13261"/>
                <a:gd name="csY20" fmla="*/ 3987 h 13710"/>
                <a:gd name="csX21" fmla="*/ 4208 w 13261"/>
                <a:gd name="csY21" fmla="*/ 4733 h 13710"/>
                <a:gd name="csX22" fmla="*/ 5159 w 13261"/>
                <a:gd name="csY22" fmla="*/ 5204 h 13710"/>
                <a:gd name="csX23" fmla="*/ 4679 w 13261"/>
                <a:gd name="csY23" fmla="*/ 6171 h 13710"/>
                <a:gd name="csX24" fmla="*/ 4915 w 13261"/>
                <a:gd name="csY24" fmla="*/ 10135 h 13710"/>
                <a:gd name="csX25" fmla="*/ 4360 w 13261"/>
                <a:gd name="csY25" fmla="*/ 11040 h 13710"/>
                <a:gd name="csX26" fmla="*/ 12029 w 13261"/>
                <a:gd name="csY26" fmla="*/ 13627 h 13710"/>
                <a:gd name="csX27" fmla="*/ 10842 w 13261"/>
                <a:gd name="csY27" fmla="*/ 13711 h 13710"/>
                <a:gd name="csX28" fmla="*/ 10317 w 13261"/>
                <a:gd name="csY28" fmla="*/ 13520 h 13710"/>
                <a:gd name="csX29" fmla="*/ 10158 w 13261"/>
                <a:gd name="csY29" fmla="*/ 12197 h 13710"/>
                <a:gd name="csX30" fmla="*/ 11078 w 13261"/>
                <a:gd name="csY30" fmla="*/ 11284 h 13710"/>
                <a:gd name="csX31" fmla="*/ 11618 w 13261"/>
                <a:gd name="csY31" fmla="*/ 11063 h 13710"/>
                <a:gd name="csX32" fmla="*/ 12417 w 13261"/>
                <a:gd name="csY32" fmla="*/ 12090 h 13710"/>
                <a:gd name="csX33" fmla="*/ 12607 w 13261"/>
                <a:gd name="csY33" fmla="*/ 12942 h 13710"/>
                <a:gd name="csX34" fmla="*/ 12029 w 13261"/>
                <a:gd name="csY34" fmla="*/ 13627 h 13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3261" h="13710">
                  <a:moveTo>
                    <a:pt x="9960" y="6102"/>
                  </a:moveTo>
                  <a:lnTo>
                    <a:pt x="7449" y="6346"/>
                  </a:lnTo>
                  <a:lnTo>
                    <a:pt x="5798" y="6155"/>
                  </a:lnTo>
                  <a:lnTo>
                    <a:pt x="5417" y="4573"/>
                  </a:lnTo>
                  <a:lnTo>
                    <a:pt x="6262" y="3234"/>
                  </a:lnTo>
                  <a:lnTo>
                    <a:pt x="5653" y="1606"/>
                  </a:lnTo>
                  <a:lnTo>
                    <a:pt x="6041" y="639"/>
                  </a:lnTo>
                  <a:lnTo>
                    <a:pt x="6886" y="0"/>
                  </a:lnTo>
                  <a:lnTo>
                    <a:pt x="8271" y="852"/>
                  </a:lnTo>
                  <a:lnTo>
                    <a:pt x="8491" y="2070"/>
                  </a:lnTo>
                  <a:lnTo>
                    <a:pt x="9359" y="3180"/>
                  </a:lnTo>
                  <a:lnTo>
                    <a:pt x="13262" y="5554"/>
                  </a:lnTo>
                  <a:lnTo>
                    <a:pt x="9960" y="6102"/>
                  </a:lnTo>
                  <a:close/>
                  <a:moveTo>
                    <a:pt x="4360" y="11040"/>
                  </a:moveTo>
                  <a:lnTo>
                    <a:pt x="2633" y="12029"/>
                  </a:lnTo>
                  <a:lnTo>
                    <a:pt x="1788" y="11725"/>
                  </a:lnTo>
                  <a:lnTo>
                    <a:pt x="738" y="9823"/>
                  </a:lnTo>
                  <a:lnTo>
                    <a:pt x="0" y="4542"/>
                  </a:lnTo>
                  <a:lnTo>
                    <a:pt x="571" y="3668"/>
                  </a:lnTo>
                  <a:lnTo>
                    <a:pt x="982" y="3340"/>
                  </a:lnTo>
                  <a:lnTo>
                    <a:pt x="3257" y="3987"/>
                  </a:lnTo>
                  <a:lnTo>
                    <a:pt x="4208" y="4733"/>
                  </a:lnTo>
                  <a:lnTo>
                    <a:pt x="5159" y="5204"/>
                  </a:lnTo>
                  <a:lnTo>
                    <a:pt x="4679" y="6171"/>
                  </a:lnTo>
                  <a:lnTo>
                    <a:pt x="4915" y="10135"/>
                  </a:lnTo>
                  <a:lnTo>
                    <a:pt x="4360" y="11040"/>
                  </a:lnTo>
                  <a:close/>
                  <a:moveTo>
                    <a:pt x="12029" y="13627"/>
                  </a:moveTo>
                  <a:lnTo>
                    <a:pt x="10842" y="13711"/>
                  </a:lnTo>
                  <a:lnTo>
                    <a:pt x="10317" y="13520"/>
                  </a:lnTo>
                  <a:lnTo>
                    <a:pt x="10158" y="12197"/>
                  </a:lnTo>
                  <a:lnTo>
                    <a:pt x="11078" y="11284"/>
                  </a:lnTo>
                  <a:lnTo>
                    <a:pt x="11618" y="11063"/>
                  </a:lnTo>
                  <a:lnTo>
                    <a:pt x="12417" y="12090"/>
                  </a:lnTo>
                  <a:lnTo>
                    <a:pt x="12607" y="12942"/>
                  </a:lnTo>
                  <a:lnTo>
                    <a:pt x="12029" y="1362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3" name="Freeform: Shape 2212">
              <a:extLst>
                <a:ext uri="{FF2B5EF4-FFF2-40B4-BE49-F238E27FC236}">
                  <a16:creationId xmlns:a16="http://schemas.microsoft.com/office/drawing/2014/main" id="{9559F1CE-CF93-35C4-722E-0B2C3C7D4FAC}"/>
                </a:ext>
              </a:extLst>
            </p:cNvPr>
            <p:cNvSpPr/>
            <p:nvPr/>
          </p:nvSpPr>
          <p:spPr>
            <a:xfrm>
              <a:off x="9753956" y="4924477"/>
              <a:ext cx="61948" cy="59430"/>
            </a:xfrm>
            <a:custGeom>
              <a:avLst/>
              <a:gdLst>
                <a:gd name="csX0" fmla="*/ 6444 w 61948"/>
                <a:gd name="csY0" fmla="*/ 0 h 59430"/>
                <a:gd name="csX1" fmla="*/ 6969 w 61948"/>
                <a:gd name="csY1" fmla="*/ 84 h 59430"/>
                <a:gd name="csX2" fmla="*/ 10165 w 61948"/>
                <a:gd name="csY2" fmla="*/ 0 h 59430"/>
                <a:gd name="csX3" fmla="*/ 11033 w 61948"/>
                <a:gd name="csY3" fmla="*/ 1126 h 59430"/>
                <a:gd name="csX4" fmla="*/ 10934 w 61948"/>
                <a:gd name="csY4" fmla="*/ 2777 h 59430"/>
                <a:gd name="csX5" fmla="*/ 7647 w 61948"/>
                <a:gd name="csY5" fmla="*/ 7601 h 59430"/>
                <a:gd name="csX6" fmla="*/ 7030 w 61948"/>
                <a:gd name="csY6" fmla="*/ 9632 h 59430"/>
                <a:gd name="csX7" fmla="*/ 5760 w 61948"/>
                <a:gd name="csY7" fmla="*/ 11359 h 59430"/>
                <a:gd name="csX8" fmla="*/ 4656 w 61948"/>
                <a:gd name="csY8" fmla="*/ 11496 h 59430"/>
                <a:gd name="csX9" fmla="*/ 867 w 61948"/>
                <a:gd name="csY9" fmla="*/ 10485 h 59430"/>
                <a:gd name="csX10" fmla="*/ 228 w 61948"/>
                <a:gd name="csY10" fmla="*/ 9868 h 59430"/>
                <a:gd name="csX11" fmla="*/ 0 w 61948"/>
                <a:gd name="csY11" fmla="*/ 9047 h 59430"/>
                <a:gd name="csX12" fmla="*/ 373 w 61948"/>
                <a:gd name="csY12" fmla="*/ 7121 h 59430"/>
                <a:gd name="csX13" fmla="*/ 654 w 61948"/>
                <a:gd name="csY13" fmla="*/ 6536 h 59430"/>
                <a:gd name="csX14" fmla="*/ 2473 w 61948"/>
                <a:gd name="csY14" fmla="*/ 6170 h 59430"/>
                <a:gd name="csX15" fmla="*/ 3059 w 61948"/>
                <a:gd name="csY15" fmla="*/ 5859 h 59430"/>
                <a:gd name="csX16" fmla="*/ 4033 w 61948"/>
                <a:gd name="csY16" fmla="*/ 3789 h 59430"/>
                <a:gd name="csX17" fmla="*/ 4352 w 61948"/>
                <a:gd name="csY17" fmla="*/ 1894 h 59430"/>
                <a:gd name="csX18" fmla="*/ 5166 w 61948"/>
                <a:gd name="csY18" fmla="*/ 464 h 59430"/>
                <a:gd name="csX19" fmla="*/ 6444 w 61948"/>
                <a:gd name="csY19" fmla="*/ 0 h 59430"/>
                <a:gd name="csX20" fmla="*/ 61820 w 61948"/>
                <a:gd name="csY20" fmla="*/ 33789 h 59430"/>
                <a:gd name="csX21" fmla="*/ 61842 w 61948"/>
                <a:gd name="csY21" fmla="*/ 38705 h 59430"/>
                <a:gd name="csX22" fmla="*/ 61865 w 61948"/>
                <a:gd name="csY22" fmla="*/ 42859 h 59430"/>
                <a:gd name="csX23" fmla="*/ 61888 w 61948"/>
                <a:gd name="csY23" fmla="*/ 47356 h 59430"/>
                <a:gd name="csX24" fmla="*/ 61911 w 61948"/>
                <a:gd name="csY24" fmla="*/ 52043 h 59430"/>
                <a:gd name="csX25" fmla="*/ 61934 w 61948"/>
                <a:gd name="csY25" fmla="*/ 56007 h 59430"/>
                <a:gd name="csX26" fmla="*/ 61949 w 61948"/>
                <a:gd name="csY26" fmla="*/ 58571 h 59430"/>
                <a:gd name="csX27" fmla="*/ 57574 w 61948"/>
                <a:gd name="csY27" fmla="*/ 58555 h 59430"/>
                <a:gd name="csX28" fmla="*/ 51769 w 61948"/>
                <a:gd name="csY28" fmla="*/ 58540 h 59430"/>
                <a:gd name="csX29" fmla="*/ 45963 w 61948"/>
                <a:gd name="csY29" fmla="*/ 58525 h 59430"/>
                <a:gd name="csX30" fmla="*/ 40166 w 61948"/>
                <a:gd name="csY30" fmla="*/ 58510 h 59430"/>
                <a:gd name="csX31" fmla="*/ 37252 w 61948"/>
                <a:gd name="csY31" fmla="*/ 58502 h 59430"/>
                <a:gd name="csX32" fmla="*/ 34041 w 61948"/>
                <a:gd name="csY32" fmla="*/ 58495 h 59430"/>
                <a:gd name="csX33" fmla="*/ 32998 w 61948"/>
                <a:gd name="csY33" fmla="*/ 58632 h 59430"/>
                <a:gd name="csX34" fmla="*/ 32291 w 61948"/>
                <a:gd name="csY34" fmla="*/ 59278 h 59430"/>
                <a:gd name="csX35" fmla="*/ 31439 w 61948"/>
                <a:gd name="csY35" fmla="*/ 59430 h 59430"/>
                <a:gd name="csX36" fmla="*/ 30449 w 61948"/>
                <a:gd name="csY36" fmla="*/ 58875 h 59430"/>
                <a:gd name="csX37" fmla="*/ 29240 w 61948"/>
                <a:gd name="csY37" fmla="*/ 58609 h 59430"/>
                <a:gd name="csX38" fmla="*/ 28920 w 61948"/>
                <a:gd name="csY38" fmla="*/ 58038 h 59430"/>
                <a:gd name="csX39" fmla="*/ 28319 w 61948"/>
                <a:gd name="csY39" fmla="*/ 56996 h 59430"/>
                <a:gd name="csX40" fmla="*/ 27125 w 61948"/>
                <a:gd name="csY40" fmla="*/ 56881 h 59430"/>
                <a:gd name="csX41" fmla="*/ 26523 w 61948"/>
                <a:gd name="csY41" fmla="*/ 56996 h 59430"/>
                <a:gd name="csX42" fmla="*/ 25664 w 61948"/>
                <a:gd name="csY42" fmla="*/ 57589 h 59430"/>
                <a:gd name="csX43" fmla="*/ 24697 w 61948"/>
                <a:gd name="csY43" fmla="*/ 57901 h 59430"/>
                <a:gd name="csX44" fmla="*/ 24880 w 61948"/>
                <a:gd name="csY44" fmla="*/ 57422 h 59430"/>
                <a:gd name="csX45" fmla="*/ 22970 w 61948"/>
                <a:gd name="csY45" fmla="*/ 56144 h 59430"/>
                <a:gd name="csX46" fmla="*/ 21593 w 61948"/>
                <a:gd name="csY46" fmla="*/ 56014 h 59430"/>
                <a:gd name="csX47" fmla="*/ 20322 w 61948"/>
                <a:gd name="csY47" fmla="*/ 55619 h 59430"/>
                <a:gd name="csX48" fmla="*/ 21350 w 61948"/>
                <a:gd name="csY48" fmla="*/ 52286 h 59430"/>
                <a:gd name="csX49" fmla="*/ 22636 w 61948"/>
                <a:gd name="csY49" fmla="*/ 49341 h 59430"/>
                <a:gd name="csX50" fmla="*/ 24553 w 61948"/>
                <a:gd name="csY50" fmla="*/ 47112 h 59430"/>
                <a:gd name="csX51" fmla="*/ 25572 w 61948"/>
                <a:gd name="csY51" fmla="*/ 46579 h 59430"/>
                <a:gd name="csX52" fmla="*/ 25900 w 61948"/>
                <a:gd name="csY52" fmla="*/ 45476 h 59430"/>
                <a:gd name="csX53" fmla="*/ 27421 w 61948"/>
                <a:gd name="csY53" fmla="*/ 41839 h 59430"/>
                <a:gd name="csX54" fmla="*/ 29308 w 61948"/>
                <a:gd name="csY54" fmla="*/ 38895 h 59430"/>
                <a:gd name="csX55" fmla="*/ 28722 w 61948"/>
                <a:gd name="csY55" fmla="*/ 35912 h 59430"/>
                <a:gd name="csX56" fmla="*/ 29171 w 61948"/>
                <a:gd name="csY56" fmla="*/ 30898 h 59430"/>
                <a:gd name="csX57" fmla="*/ 29719 w 61948"/>
                <a:gd name="csY57" fmla="*/ 31043 h 59430"/>
                <a:gd name="csX58" fmla="*/ 29803 w 61948"/>
                <a:gd name="csY58" fmla="*/ 31515 h 59430"/>
                <a:gd name="csX59" fmla="*/ 29947 w 61948"/>
                <a:gd name="csY59" fmla="*/ 32214 h 59430"/>
                <a:gd name="csX60" fmla="*/ 30655 w 61948"/>
                <a:gd name="csY60" fmla="*/ 32838 h 59430"/>
                <a:gd name="csX61" fmla="*/ 32998 w 61948"/>
                <a:gd name="csY61" fmla="*/ 33805 h 59430"/>
                <a:gd name="csX62" fmla="*/ 39983 w 61948"/>
                <a:gd name="csY62" fmla="*/ 33805 h 59430"/>
                <a:gd name="csX63" fmla="*/ 44153 w 61948"/>
                <a:gd name="csY63" fmla="*/ 33805 h 59430"/>
                <a:gd name="csX64" fmla="*/ 50323 w 61948"/>
                <a:gd name="csY64" fmla="*/ 33805 h 59430"/>
                <a:gd name="csX65" fmla="*/ 56851 w 61948"/>
                <a:gd name="csY65" fmla="*/ 33805 h 59430"/>
                <a:gd name="csX66" fmla="*/ 61820 w 61948"/>
                <a:gd name="csY66" fmla="*/ 33789 h 59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Lst>
              <a:rect l="l" t="t" r="r" b="b"/>
              <a:pathLst>
                <a:path w="61948" h="59430">
                  <a:moveTo>
                    <a:pt x="6444" y="0"/>
                  </a:moveTo>
                  <a:lnTo>
                    <a:pt x="6969" y="84"/>
                  </a:lnTo>
                  <a:lnTo>
                    <a:pt x="10165" y="0"/>
                  </a:lnTo>
                  <a:lnTo>
                    <a:pt x="11033" y="1126"/>
                  </a:lnTo>
                  <a:lnTo>
                    <a:pt x="10934" y="2777"/>
                  </a:lnTo>
                  <a:lnTo>
                    <a:pt x="7647" y="7601"/>
                  </a:lnTo>
                  <a:lnTo>
                    <a:pt x="7030" y="9632"/>
                  </a:lnTo>
                  <a:lnTo>
                    <a:pt x="5760" y="11359"/>
                  </a:lnTo>
                  <a:lnTo>
                    <a:pt x="4656" y="11496"/>
                  </a:lnTo>
                  <a:lnTo>
                    <a:pt x="867" y="10485"/>
                  </a:lnTo>
                  <a:lnTo>
                    <a:pt x="228" y="9868"/>
                  </a:lnTo>
                  <a:lnTo>
                    <a:pt x="0" y="9047"/>
                  </a:lnTo>
                  <a:lnTo>
                    <a:pt x="373" y="7121"/>
                  </a:lnTo>
                  <a:lnTo>
                    <a:pt x="654" y="6536"/>
                  </a:lnTo>
                  <a:lnTo>
                    <a:pt x="2473" y="6170"/>
                  </a:lnTo>
                  <a:lnTo>
                    <a:pt x="3059" y="5859"/>
                  </a:lnTo>
                  <a:lnTo>
                    <a:pt x="4033" y="3789"/>
                  </a:lnTo>
                  <a:lnTo>
                    <a:pt x="4352" y="1894"/>
                  </a:lnTo>
                  <a:lnTo>
                    <a:pt x="5166" y="464"/>
                  </a:lnTo>
                  <a:lnTo>
                    <a:pt x="6444" y="0"/>
                  </a:lnTo>
                  <a:close/>
                  <a:moveTo>
                    <a:pt x="61820" y="33789"/>
                  </a:moveTo>
                  <a:lnTo>
                    <a:pt x="61842" y="38705"/>
                  </a:lnTo>
                  <a:lnTo>
                    <a:pt x="61865" y="42859"/>
                  </a:lnTo>
                  <a:lnTo>
                    <a:pt x="61888" y="47356"/>
                  </a:lnTo>
                  <a:lnTo>
                    <a:pt x="61911" y="52043"/>
                  </a:lnTo>
                  <a:lnTo>
                    <a:pt x="61934" y="56007"/>
                  </a:lnTo>
                  <a:lnTo>
                    <a:pt x="61949" y="58571"/>
                  </a:lnTo>
                  <a:lnTo>
                    <a:pt x="57574" y="58555"/>
                  </a:lnTo>
                  <a:lnTo>
                    <a:pt x="51769" y="58540"/>
                  </a:lnTo>
                  <a:lnTo>
                    <a:pt x="45963" y="58525"/>
                  </a:lnTo>
                  <a:lnTo>
                    <a:pt x="40166" y="58510"/>
                  </a:lnTo>
                  <a:lnTo>
                    <a:pt x="37252" y="58502"/>
                  </a:lnTo>
                  <a:lnTo>
                    <a:pt x="34041" y="58495"/>
                  </a:lnTo>
                  <a:lnTo>
                    <a:pt x="32998" y="58632"/>
                  </a:lnTo>
                  <a:lnTo>
                    <a:pt x="32291" y="59278"/>
                  </a:lnTo>
                  <a:lnTo>
                    <a:pt x="31439" y="59430"/>
                  </a:lnTo>
                  <a:lnTo>
                    <a:pt x="30449" y="58875"/>
                  </a:lnTo>
                  <a:lnTo>
                    <a:pt x="29240" y="58609"/>
                  </a:lnTo>
                  <a:lnTo>
                    <a:pt x="28920" y="58038"/>
                  </a:lnTo>
                  <a:lnTo>
                    <a:pt x="28319" y="56996"/>
                  </a:lnTo>
                  <a:lnTo>
                    <a:pt x="27125" y="56881"/>
                  </a:lnTo>
                  <a:lnTo>
                    <a:pt x="26523" y="56996"/>
                  </a:lnTo>
                  <a:lnTo>
                    <a:pt x="25664" y="57589"/>
                  </a:lnTo>
                  <a:lnTo>
                    <a:pt x="24697" y="57901"/>
                  </a:lnTo>
                  <a:lnTo>
                    <a:pt x="24880" y="57422"/>
                  </a:lnTo>
                  <a:lnTo>
                    <a:pt x="22970" y="56144"/>
                  </a:lnTo>
                  <a:lnTo>
                    <a:pt x="21593" y="56014"/>
                  </a:lnTo>
                  <a:lnTo>
                    <a:pt x="20322" y="55619"/>
                  </a:lnTo>
                  <a:lnTo>
                    <a:pt x="21350" y="52286"/>
                  </a:lnTo>
                  <a:lnTo>
                    <a:pt x="22636" y="49341"/>
                  </a:lnTo>
                  <a:lnTo>
                    <a:pt x="24553" y="47112"/>
                  </a:lnTo>
                  <a:lnTo>
                    <a:pt x="25572" y="46579"/>
                  </a:lnTo>
                  <a:lnTo>
                    <a:pt x="25900" y="45476"/>
                  </a:lnTo>
                  <a:lnTo>
                    <a:pt x="27421" y="41839"/>
                  </a:lnTo>
                  <a:lnTo>
                    <a:pt x="29308" y="38895"/>
                  </a:lnTo>
                  <a:lnTo>
                    <a:pt x="28722" y="35912"/>
                  </a:lnTo>
                  <a:lnTo>
                    <a:pt x="29171" y="30898"/>
                  </a:lnTo>
                  <a:lnTo>
                    <a:pt x="29719" y="31043"/>
                  </a:lnTo>
                  <a:lnTo>
                    <a:pt x="29803" y="31515"/>
                  </a:lnTo>
                  <a:lnTo>
                    <a:pt x="29947" y="32214"/>
                  </a:lnTo>
                  <a:lnTo>
                    <a:pt x="30655" y="32838"/>
                  </a:lnTo>
                  <a:lnTo>
                    <a:pt x="32998" y="33805"/>
                  </a:lnTo>
                  <a:lnTo>
                    <a:pt x="39983" y="33805"/>
                  </a:lnTo>
                  <a:lnTo>
                    <a:pt x="44153" y="33805"/>
                  </a:lnTo>
                  <a:lnTo>
                    <a:pt x="50323" y="33805"/>
                  </a:lnTo>
                  <a:lnTo>
                    <a:pt x="56851" y="33805"/>
                  </a:lnTo>
                  <a:lnTo>
                    <a:pt x="61820" y="3378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4" name="Freeform: Shape 2213">
              <a:extLst>
                <a:ext uri="{FF2B5EF4-FFF2-40B4-BE49-F238E27FC236}">
                  <a16:creationId xmlns:a16="http://schemas.microsoft.com/office/drawing/2014/main" id="{F04B0726-3503-81A8-1E1B-9CAC660C6840}"/>
                </a:ext>
              </a:extLst>
            </p:cNvPr>
            <p:cNvSpPr/>
            <p:nvPr/>
          </p:nvSpPr>
          <p:spPr>
            <a:xfrm>
              <a:off x="9993383" y="4026979"/>
              <a:ext cx="183328" cy="184956"/>
            </a:xfrm>
            <a:custGeom>
              <a:avLst/>
              <a:gdLst>
                <a:gd name="csX0" fmla="*/ 142524 w 183328"/>
                <a:gd name="csY0" fmla="*/ 867 h 184956"/>
                <a:gd name="csX1" fmla="*/ 144433 w 183328"/>
                <a:gd name="csY1" fmla="*/ 1446 h 184956"/>
                <a:gd name="csX2" fmla="*/ 145544 w 183328"/>
                <a:gd name="csY2" fmla="*/ 2381 h 184956"/>
                <a:gd name="csX3" fmla="*/ 146236 w 183328"/>
                <a:gd name="csY3" fmla="*/ 3241 h 184956"/>
                <a:gd name="csX4" fmla="*/ 147294 w 183328"/>
                <a:gd name="csY4" fmla="*/ 3979 h 184956"/>
                <a:gd name="csX5" fmla="*/ 148085 w 183328"/>
                <a:gd name="csY5" fmla="*/ 4147 h 184956"/>
                <a:gd name="csX6" fmla="*/ 148694 w 183328"/>
                <a:gd name="csY6" fmla="*/ 6680 h 184956"/>
                <a:gd name="csX7" fmla="*/ 149014 w 183328"/>
                <a:gd name="csY7" fmla="*/ 9815 h 184956"/>
                <a:gd name="csX8" fmla="*/ 148534 w 183328"/>
                <a:gd name="csY8" fmla="*/ 11169 h 184956"/>
                <a:gd name="csX9" fmla="*/ 147127 w 183328"/>
                <a:gd name="csY9" fmla="*/ 11481 h 184956"/>
                <a:gd name="csX10" fmla="*/ 142729 w 183328"/>
                <a:gd name="csY10" fmla="*/ 14433 h 184956"/>
                <a:gd name="csX11" fmla="*/ 142623 w 183328"/>
                <a:gd name="csY11" fmla="*/ 17135 h 184956"/>
                <a:gd name="csX12" fmla="*/ 142683 w 183328"/>
                <a:gd name="csY12" fmla="*/ 18436 h 184956"/>
                <a:gd name="csX13" fmla="*/ 142774 w 183328"/>
                <a:gd name="csY13" fmla="*/ 19364 h 184956"/>
                <a:gd name="csX14" fmla="*/ 143239 w 183328"/>
                <a:gd name="csY14" fmla="*/ 20140 h 184956"/>
                <a:gd name="csX15" fmla="*/ 143239 w 183328"/>
                <a:gd name="csY15" fmla="*/ 21258 h 184956"/>
                <a:gd name="csX16" fmla="*/ 142752 w 183328"/>
                <a:gd name="csY16" fmla="*/ 22460 h 184956"/>
                <a:gd name="csX17" fmla="*/ 140835 w 183328"/>
                <a:gd name="csY17" fmla="*/ 24469 h 184956"/>
                <a:gd name="csX18" fmla="*/ 139503 w 183328"/>
                <a:gd name="csY18" fmla="*/ 26059 h 184956"/>
                <a:gd name="csX19" fmla="*/ 138012 w 183328"/>
                <a:gd name="csY19" fmla="*/ 28220 h 184956"/>
                <a:gd name="csX20" fmla="*/ 137175 w 183328"/>
                <a:gd name="csY20" fmla="*/ 28486 h 184956"/>
                <a:gd name="csX21" fmla="*/ 136513 w 183328"/>
                <a:gd name="csY21" fmla="*/ 28867 h 184956"/>
                <a:gd name="csX22" fmla="*/ 135912 w 183328"/>
                <a:gd name="csY22" fmla="*/ 27680 h 184956"/>
                <a:gd name="csX23" fmla="*/ 132602 w 183328"/>
                <a:gd name="csY23" fmla="*/ 25572 h 184956"/>
                <a:gd name="csX24" fmla="*/ 124940 w 183328"/>
                <a:gd name="csY24" fmla="*/ 24340 h 184956"/>
                <a:gd name="csX25" fmla="*/ 121281 w 183328"/>
                <a:gd name="csY25" fmla="*/ 22780 h 184956"/>
                <a:gd name="csX26" fmla="*/ 119675 w 183328"/>
                <a:gd name="csY26" fmla="*/ 23069 h 184956"/>
                <a:gd name="csX27" fmla="*/ 116563 w 183328"/>
                <a:gd name="csY27" fmla="*/ 21327 h 184956"/>
                <a:gd name="csX28" fmla="*/ 114433 w 183328"/>
                <a:gd name="csY28" fmla="*/ 22095 h 184956"/>
                <a:gd name="csX29" fmla="*/ 109913 w 183328"/>
                <a:gd name="csY29" fmla="*/ 25192 h 184956"/>
                <a:gd name="csX30" fmla="*/ 107471 w 183328"/>
                <a:gd name="csY30" fmla="*/ 24857 h 184956"/>
                <a:gd name="csX31" fmla="*/ 104861 w 183328"/>
                <a:gd name="csY31" fmla="*/ 22993 h 184956"/>
                <a:gd name="csX32" fmla="*/ 103164 w 183328"/>
                <a:gd name="csY32" fmla="*/ 22651 h 184956"/>
                <a:gd name="csX33" fmla="*/ 101171 w 183328"/>
                <a:gd name="csY33" fmla="*/ 23632 h 184956"/>
                <a:gd name="csX34" fmla="*/ 97983 w 183328"/>
                <a:gd name="csY34" fmla="*/ 27193 h 184956"/>
                <a:gd name="csX35" fmla="*/ 94734 w 183328"/>
                <a:gd name="csY35" fmla="*/ 28935 h 184956"/>
                <a:gd name="csX36" fmla="*/ 91828 w 183328"/>
                <a:gd name="csY36" fmla="*/ 28258 h 184956"/>
                <a:gd name="csX37" fmla="*/ 87917 w 183328"/>
                <a:gd name="csY37" fmla="*/ 28273 h 184956"/>
                <a:gd name="csX38" fmla="*/ 87499 w 183328"/>
                <a:gd name="csY38" fmla="*/ 30259 h 184956"/>
                <a:gd name="csX39" fmla="*/ 88252 w 183328"/>
                <a:gd name="csY39" fmla="*/ 31636 h 184956"/>
                <a:gd name="csX40" fmla="*/ 90390 w 183328"/>
                <a:gd name="csY40" fmla="*/ 33980 h 184956"/>
                <a:gd name="csX41" fmla="*/ 89385 w 183328"/>
                <a:gd name="csY41" fmla="*/ 35737 h 184956"/>
                <a:gd name="csX42" fmla="*/ 90131 w 183328"/>
                <a:gd name="csY42" fmla="*/ 37495 h 184956"/>
                <a:gd name="csX43" fmla="*/ 91523 w 183328"/>
                <a:gd name="csY43" fmla="*/ 37853 h 184956"/>
                <a:gd name="csX44" fmla="*/ 93631 w 183328"/>
                <a:gd name="csY44" fmla="*/ 37754 h 184956"/>
                <a:gd name="csX45" fmla="*/ 97519 w 183328"/>
                <a:gd name="csY45" fmla="*/ 40029 h 184956"/>
                <a:gd name="csX46" fmla="*/ 99223 w 183328"/>
                <a:gd name="csY46" fmla="*/ 42425 h 184956"/>
                <a:gd name="csX47" fmla="*/ 100311 w 183328"/>
                <a:gd name="csY47" fmla="*/ 45043 h 184956"/>
                <a:gd name="csX48" fmla="*/ 97938 w 183328"/>
                <a:gd name="csY48" fmla="*/ 43163 h 184956"/>
                <a:gd name="csX49" fmla="*/ 96362 w 183328"/>
                <a:gd name="csY49" fmla="*/ 41352 h 184956"/>
                <a:gd name="csX50" fmla="*/ 94163 w 183328"/>
                <a:gd name="csY50" fmla="*/ 40698 h 184956"/>
                <a:gd name="csX51" fmla="*/ 91112 w 183328"/>
                <a:gd name="csY51" fmla="*/ 39154 h 184956"/>
                <a:gd name="csX52" fmla="*/ 89195 w 183328"/>
                <a:gd name="csY52" fmla="*/ 38895 h 184956"/>
                <a:gd name="csX53" fmla="*/ 87156 w 183328"/>
                <a:gd name="csY53" fmla="*/ 39968 h 184956"/>
                <a:gd name="csX54" fmla="*/ 86996 w 183328"/>
                <a:gd name="csY54" fmla="*/ 41178 h 184956"/>
                <a:gd name="csX55" fmla="*/ 89195 w 183328"/>
                <a:gd name="csY55" fmla="*/ 43437 h 184956"/>
                <a:gd name="csX56" fmla="*/ 91204 w 183328"/>
                <a:gd name="csY56" fmla="*/ 44830 h 184956"/>
                <a:gd name="csX57" fmla="*/ 92269 w 183328"/>
                <a:gd name="csY57" fmla="*/ 45956 h 184956"/>
                <a:gd name="csX58" fmla="*/ 92976 w 183328"/>
                <a:gd name="csY58" fmla="*/ 48459 h 184956"/>
                <a:gd name="csX59" fmla="*/ 92573 w 183328"/>
                <a:gd name="csY59" fmla="*/ 49304 h 184956"/>
                <a:gd name="csX60" fmla="*/ 91828 w 183328"/>
                <a:gd name="csY60" fmla="*/ 50095 h 184956"/>
                <a:gd name="csX61" fmla="*/ 89446 w 183328"/>
                <a:gd name="csY61" fmla="*/ 48520 h 184956"/>
                <a:gd name="csX62" fmla="*/ 85802 w 183328"/>
                <a:gd name="csY62" fmla="*/ 42912 h 184956"/>
                <a:gd name="csX63" fmla="*/ 80719 w 183328"/>
                <a:gd name="csY63" fmla="*/ 41794 h 184956"/>
                <a:gd name="csX64" fmla="*/ 79867 w 183328"/>
                <a:gd name="csY64" fmla="*/ 42966 h 184956"/>
                <a:gd name="csX65" fmla="*/ 80871 w 183328"/>
                <a:gd name="csY65" fmla="*/ 45933 h 184956"/>
                <a:gd name="csX66" fmla="*/ 81594 w 183328"/>
                <a:gd name="csY66" fmla="*/ 47082 h 184956"/>
                <a:gd name="csX67" fmla="*/ 86015 w 183328"/>
                <a:gd name="csY67" fmla="*/ 50277 h 184956"/>
                <a:gd name="csX68" fmla="*/ 85665 w 183328"/>
                <a:gd name="csY68" fmla="*/ 50954 h 184956"/>
                <a:gd name="csX69" fmla="*/ 85018 w 183328"/>
                <a:gd name="csY69" fmla="*/ 51244 h 184956"/>
                <a:gd name="csX70" fmla="*/ 80072 w 183328"/>
                <a:gd name="csY70" fmla="*/ 49418 h 184956"/>
                <a:gd name="csX71" fmla="*/ 78634 w 183328"/>
                <a:gd name="csY71" fmla="*/ 46641 h 184956"/>
                <a:gd name="csX72" fmla="*/ 78292 w 183328"/>
                <a:gd name="csY72" fmla="*/ 43118 h 184956"/>
                <a:gd name="csX73" fmla="*/ 73727 w 183328"/>
                <a:gd name="csY73" fmla="*/ 40668 h 184956"/>
                <a:gd name="csX74" fmla="*/ 69420 w 183328"/>
                <a:gd name="csY74" fmla="*/ 37997 h 184956"/>
                <a:gd name="csX75" fmla="*/ 68454 w 183328"/>
                <a:gd name="csY75" fmla="*/ 35464 h 184956"/>
                <a:gd name="csX76" fmla="*/ 69344 w 183328"/>
                <a:gd name="csY76" fmla="*/ 34520 h 184956"/>
                <a:gd name="csX77" fmla="*/ 69976 w 183328"/>
                <a:gd name="csY77" fmla="*/ 32656 h 184956"/>
                <a:gd name="csX78" fmla="*/ 67610 w 183328"/>
                <a:gd name="csY78" fmla="*/ 32998 h 184956"/>
                <a:gd name="csX79" fmla="*/ 66126 w 183328"/>
                <a:gd name="csY79" fmla="*/ 34178 h 184956"/>
                <a:gd name="csX80" fmla="*/ 63729 w 183328"/>
                <a:gd name="csY80" fmla="*/ 35319 h 184956"/>
                <a:gd name="csX81" fmla="*/ 63630 w 183328"/>
                <a:gd name="csY81" fmla="*/ 37191 h 184956"/>
                <a:gd name="csX82" fmla="*/ 64011 w 183328"/>
                <a:gd name="csY82" fmla="*/ 38925 h 184956"/>
                <a:gd name="csX83" fmla="*/ 63219 w 183328"/>
                <a:gd name="csY83" fmla="*/ 41444 h 184956"/>
                <a:gd name="csX84" fmla="*/ 62443 w 183328"/>
                <a:gd name="csY84" fmla="*/ 45819 h 184956"/>
                <a:gd name="csX85" fmla="*/ 62930 w 183328"/>
                <a:gd name="csY85" fmla="*/ 48109 h 184956"/>
                <a:gd name="csX86" fmla="*/ 68134 w 183328"/>
                <a:gd name="csY86" fmla="*/ 54660 h 184956"/>
                <a:gd name="csX87" fmla="*/ 69915 w 183328"/>
                <a:gd name="csY87" fmla="*/ 59408 h 184956"/>
                <a:gd name="csX88" fmla="*/ 71193 w 183328"/>
                <a:gd name="csY88" fmla="*/ 61203 h 184956"/>
                <a:gd name="csX89" fmla="*/ 73856 w 183328"/>
                <a:gd name="csY89" fmla="*/ 63182 h 184956"/>
                <a:gd name="csX90" fmla="*/ 76633 w 183328"/>
                <a:gd name="csY90" fmla="*/ 66857 h 184956"/>
                <a:gd name="csX91" fmla="*/ 77805 w 183328"/>
                <a:gd name="csY91" fmla="*/ 68766 h 184956"/>
                <a:gd name="csX92" fmla="*/ 78642 w 183328"/>
                <a:gd name="csY92" fmla="*/ 71893 h 184956"/>
                <a:gd name="csX93" fmla="*/ 76306 w 183328"/>
                <a:gd name="csY93" fmla="*/ 73826 h 184956"/>
                <a:gd name="csX94" fmla="*/ 74952 w 183328"/>
                <a:gd name="csY94" fmla="*/ 73902 h 184956"/>
                <a:gd name="csX95" fmla="*/ 74198 w 183328"/>
                <a:gd name="csY95" fmla="*/ 73050 h 184956"/>
                <a:gd name="csX96" fmla="*/ 75248 w 183328"/>
                <a:gd name="csY96" fmla="*/ 70919 h 184956"/>
                <a:gd name="csX97" fmla="*/ 75097 w 183328"/>
                <a:gd name="csY97" fmla="*/ 69618 h 184956"/>
                <a:gd name="csX98" fmla="*/ 71490 w 183328"/>
                <a:gd name="csY98" fmla="*/ 67602 h 184956"/>
                <a:gd name="csX99" fmla="*/ 69968 w 183328"/>
                <a:gd name="csY99" fmla="*/ 68279 h 184956"/>
                <a:gd name="csX100" fmla="*/ 68211 w 183328"/>
                <a:gd name="csY100" fmla="*/ 69588 h 184956"/>
                <a:gd name="csX101" fmla="*/ 69215 w 183328"/>
                <a:gd name="csY101" fmla="*/ 72023 h 184956"/>
                <a:gd name="csX102" fmla="*/ 70341 w 183328"/>
                <a:gd name="csY102" fmla="*/ 73628 h 184956"/>
                <a:gd name="csX103" fmla="*/ 70912 w 183328"/>
                <a:gd name="csY103" fmla="*/ 75835 h 184956"/>
                <a:gd name="csX104" fmla="*/ 73073 w 183328"/>
                <a:gd name="csY104" fmla="*/ 75644 h 184956"/>
                <a:gd name="csX105" fmla="*/ 70166 w 183328"/>
                <a:gd name="csY105" fmla="*/ 78117 h 184956"/>
                <a:gd name="csX106" fmla="*/ 67435 w 183328"/>
                <a:gd name="csY106" fmla="*/ 79380 h 184956"/>
                <a:gd name="csX107" fmla="*/ 64749 w 183328"/>
                <a:gd name="csY107" fmla="*/ 79456 h 184956"/>
                <a:gd name="csX108" fmla="*/ 63037 w 183328"/>
                <a:gd name="csY108" fmla="*/ 79684 h 184956"/>
                <a:gd name="csX109" fmla="*/ 62443 w 183328"/>
                <a:gd name="csY109" fmla="*/ 80316 h 184956"/>
                <a:gd name="csX110" fmla="*/ 63836 w 183328"/>
                <a:gd name="csY110" fmla="*/ 80772 h 184956"/>
                <a:gd name="csX111" fmla="*/ 64970 w 183328"/>
                <a:gd name="csY111" fmla="*/ 80818 h 184956"/>
                <a:gd name="csX112" fmla="*/ 66818 w 183328"/>
                <a:gd name="csY112" fmla="*/ 82150 h 184956"/>
                <a:gd name="csX113" fmla="*/ 72076 w 183328"/>
                <a:gd name="csY113" fmla="*/ 83740 h 184956"/>
                <a:gd name="csX114" fmla="*/ 74587 w 183328"/>
                <a:gd name="csY114" fmla="*/ 85756 h 184956"/>
                <a:gd name="csX115" fmla="*/ 77052 w 183328"/>
                <a:gd name="csY115" fmla="*/ 85939 h 184956"/>
                <a:gd name="csX116" fmla="*/ 79524 w 183328"/>
                <a:gd name="csY116" fmla="*/ 89629 h 184956"/>
                <a:gd name="csX117" fmla="*/ 83808 w 183328"/>
                <a:gd name="csY117" fmla="*/ 90610 h 184956"/>
                <a:gd name="csX118" fmla="*/ 86251 w 183328"/>
                <a:gd name="csY118" fmla="*/ 94331 h 184956"/>
                <a:gd name="csX119" fmla="*/ 89492 w 183328"/>
                <a:gd name="csY119" fmla="*/ 95061 h 184956"/>
                <a:gd name="csX120" fmla="*/ 92292 w 183328"/>
                <a:gd name="csY120" fmla="*/ 96431 h 184956"/>
                <a:gd name="csX121" fmla="*/ 93106 w 183328"/>
                <a:gd name="csY121" fmla="*/ 97732 h 184956"/>
                <a:gd name="csX122" fmla="*/ 93517 w 183328"/>
                <a:gd name="csY122" fmla="*/ 100091 h 184956"/>
                <a:gd name="csX123" fmla="*/ 93700 w 183328"/>
                <a:gd name="csY123" fmla="*/ 105074 h 184956"/>
                <a:gd name="csX124" fmla="*/ 94308 w 183328"/>
                <a:gd name="csY124" fmla="*/ 108772 h 184956"/>
                <a:gd name="csX125" fmla="*/ 94331 w 183328"/>
                <a:gd name="csY125" fmla="*/ 109936 h 184956"/>
                <a:gd name="csX126" fmla="*/ 94179 w 183328"/>
                <a:gd name="csY126" fmla="*/ 111678 h 184956"/>
                <a:gd name="csX127" fmla="*/ 93418 w 183328"/>
                <a:gd name="csY127" fmla="*/ 112531 h 184956"/>
                <a:gd name="csX128" fmla="*/ 92391 w 183328"/>
                <a:gd name="csY128" fmla="*/ 112561 h 184956"/>
                <a:gd name="csX129" fmla="*/ 90375 w 183328"/>
                <a:gd name="csY129" fmla="*/ 109845 h 184956"/>
                <a:gd name="csX130" fmla="*/ 87293 w 183328"/>
                <a:gd name="csY130" fmla="*/ 106984 h 184956"/>
                <a:gd name="csX131" fmla="*/ 84037 w 183328"/>
                <a:gd name="csY131" fmla="*/ 103575 h 184956"/>
                <a:gd name="csX132" fmla="*/ 83108 w 183328"/>
                <a:gd name="csY132" fmla="*/ 102974 h 184956"/>
                <a:gd name="csX133" fmla="*/ 82348 w 183328"/>
                <a:gd name="csY133" fmla="*/ 102921 h 184956"/>
                <a:gd name="csX134" fmla="*/ 80605 w 183328"/>
                <a:gd name="csY134" fmla="*/ 104070 h 184956"/>
                <a:gd name="csX135" fmla="*/ 75766 w 183328"/>
                <a:gd name="csY135" fmla="*/ 104960 h 184956"/>
                <a:gd name="csX136" fmla="*/ 73499 w 183328"/>
                <a:gd name="csY136" fmla="*/ 106208 h 184956"/>
                <a:gd name="csX137" fmla="*/ 72646 w 183328"/>
                <a:gd name="csY137" fmla="*/ 106482 h 184956"/>
                <a:gd name="csX138" fmla="*/ 72411 w 183328"/>
                <a:gd name="csY138" fmla="*/ 107136 h 184956"/>
                <a:gd name="csX139" fmla="*/ 73476 w 183328"/>
                <a:gd name="csY139" fmla="*/ 107813 h 184956"/>
                <a:gd name="csX140" fmla="*/ 74777 w 183328"/>
                <a:gd name="csY140" fmla="*/ 109373 h 184956"/>
                <a:gd name="csX141" fmla="*/ 74777 w 183328"/>
                <a:gd name="csY141" fmla="*/ 111496 h 184956"/>
                <a:gd name="csX142" fmla="*/ 75857 w 183328"/>
                <a:gd name="csY142" fmla="*/ 114075 h 184956"/>
                <a:gd name="csX143" fmla="*/ 77249 w 183328"/>
                <a:gd name="csY143" fmla="*/ 114737 h 184956"/>
                <a:gd name="csX144" fmla="*/ 79061 w 183328"/>
                <a:gd name="csY144" fmla="*/ 114684 h 184956"/>
                <a:gd name="csX145" fmla="*/ 80103 w 183328"/>
                <a:gd name="csY145" fmla="*/ 115163 h 184956"/>
                <a:gd name="csX146" fmla="*/ 80369 w 183328"/>
                <a:gd name="csY146" fmla="*/ 116190 h 184956"/>
                <a:gd name="csX147" fmla="*/ 81427 w 183328"/>
                <a:gd name="csY147" fmla="*/ 117385 h 184956"/>
                <a:gd name="csX148" fmla="*/ 82119 w 183328"/>
                <a:gd name="csY148" fmla="*/ 118275 h 184956"/>
                <a:gd name="csX149" fmla="*/ 82096 w 183328"/>
                <a:gd name="csY149" fmla="*/ 118906 h 184956"/>
                <a:gd name="csX150" fmla="*/ 77037 w 183328"/>
                <a:gd name="csY150" fmla="*/ 120588 h 184956"/>
                <a:gd name="csX151" fmla="*/ 75979 w 183328"/>
                <a:gd name="csY151" fmla="*/ 121357 h 184956"/>
                <a:gd name="csX152" fmla="*/ 75089 w 183328"/>
                <a:gd name="csY152" fmla="*/ 121752 h 184956"/>
                <a:gd name="csX153" fmla="*/ 73773 w 183328"/>
                <a:gd name="csY153" fmla="*/ 120953 h 184956"/>
                <a:gd name="csX154" fmla="*/ 73696 w 183328"/>
                <a:gd name="csY154" fmla="*/ 118899 h 184956"/>
                <a:gd name="csX155" fmla="*/ 71962 w 183328"/>
                <a:gd name="csY155" fmla="*/ 117796 h 184956"/>
                <a:gd name="csX156" fmla="*/ 70371 w 183328"/>
                <a:gd name="csY156" fmla="*/ 116845 h 184956"/>
                <a:gd name="csX157" fmla="*/ 68462 w 183328"/>
                <a:gd name="csY157" fmla="*/ 116442 h 184956"/>
                <a:gd name="csX158" fmla="*/ 66841 w 183328"/>
                <a:gd name="csY158" fmla="*/ 115019 h 184956"/>
                <a:gd name="csX159" fmla="*/ 65784 w 183328"/>
                <a:gd name="csY159" fmla="*/ 116168 h 184956"/>
                <a:gd name="csX160" fmla="*/ 66628 w 183328"/>
                <a:gd name="csY160" fmla="*/ 120154 h 184956"/>
                <a:gd name="csX161" fmla="*/ 68462 w 183328"/>
                <a:gd name="csY161" fmla="*/ 122894 h 184956"/>
                <a:gd name="csX162" fmla="*/ 71536 w 183328"/>
                <a:gd name="csY162" fmla="*/ 130228 h 184956"/>
                <a:gd name="csX163" fmla="*/ 72928 w 183328"/>
                <a:gd name="csY163" fmla="*/ 134542 h 184956"/>
                <a:gd name="csX164" fmla="*/ 73210 w 183328"/>
                <a:gd name="csY164" fmla="*/ 136627 h 184956"/>
                <a:gd name="csX165" fmla="*/ 72517 w 183328"/>
                <a:gd name="csY165" fmla="*/ 140089 h 184956"/>
                <a:gd name="csX166" fmla="*/ 74031 w 183328"/>
                <a:gd name="csY166" fmla="*/ 142653 h 184956"/>
                <a:gd name="csX167" fmla="*/ 75066 w 183328"/>
                <a:gd name="csY167" fmla="*/ 145285 h 184956"/>
                <a:gd name="csX168" fmla="*/ 73932 w 183328"/>
                <a:gd name="csY168" fmla="*/ 145187 h 184956"/>
                <a:gd name="csX169" fmla="*/ 72943 w 183328"/>
                <a:gd name="csY169" fmla="*/ 144258 h 184956"/>
                <a:gd name="csX170" fmla="*/ 71284 w 183328"/>
                <a:gd name="csY170" fmla="*/ 143163 h 184956"/>
                <a:gd name="csX171" fmla="*/ 68074 w 183328"/>
                <a:gd name="csY171" fmla="*/ 138955 h 184956"/>
                <a:gd name="csX172" fmla="*/ 66955 w 183328"/>
                <a:gd name="csY172" fmla="*/ 136330 h 184956"/>
                <a:gd name="csX173" fmla="*/ 65616 w 183328"/>
                <a:gd name="csY173" fmla="*/ 136125 h 184956"/>
                <a:gd name="csX174" fmla="*/ 63288 w 183328"/>
                <a:gd name="csY174" fmla="*/ 136505 h 184956"/>
                <a:gd name="csX175" fmla="*/ 60747 w 183328"/>
                <a:gd name="csY175" fmla="*/ 142113 h 184956"/>
                <a:gd name="csX176" fmla="*/ 60754 w 183328"/>
                <a:gd name="csY176" fmla="*/ 145316 h 184956"/>
                <a:gd name="csX177" fmla="*/ 59438 w 183328"/>
                <a:gd name="csY177" fmla="*/ 144555 h 184956"/>
                <a:gd name="csX178" fmla="*/ 58312 w 183328"/>
                <a:gd name="csY178" fmla="*/ 143558 h 184956"/>
                <a:gd name="csX179" fmla="*/ 58449 w 183328"/>
                <a:gd name="csY179" fmla="*/ 140051 h 184956"/>
                <a:gd name="csX180" fmla="*/ 58335 w 183328"/>
                <a:gd name="csY180" fmla="*/ 138575 h 184956"/>
                <a:gd name="csX181" fmla="*/ 55246 w 183328"/>
                <a:gd name="csY181" fmla="*/ 133781 h 184956"/>
                <a:gd name="csX182" fmla="*/ 53830 w 183328"/>
                <a:gd name="csY182" fmla="*/ 133241 h 184956"/>
                <a:gd name="csX183" fmla="*/ 53168 w 183328"/>
                <a:gd name="csY183" fmla="*/ 131621 h 184956"/>
                <a:gd name="csX184" fmla="*/ 52027 w 183328"/>
                <a:gd name="csY184" fmla="*/ 129886 h 184956"/>
                <a:gd name="csX185" fmla="*/ 50559 w 183328"/>
                <a:gd name="csY185" fmla="*/ 130213 h 184956"/>
                <a:gd name="csX186" fmla="*/ 49357 w 183328"/>
                <a:gd name="csY186" fmla="*/ 130913 h 184956"/>
                <a:gd name="csX187" fmla="*/ 49029 w 183328"/>
                <a:gd name="csY187" fmla="*/ 133530 h 184956"/>
                <a:gd name="csX188" fmla="*/ 48908 w 183328"/>
                <a:gd name="csY188" fmla="*/ 135874 h 184956"/>
                <a:gd name="csX189" fmla="*/ 48010 w 183328"/>
                <a:gd name="csY189" fmla="*/ 137631 h 184956"/>
                <a:gd name="csX190" fmla="*/ 44715 w 183328"/>
                <a:gd name="csY190" fmla="*/ 134291 h 184956"/>
                <a:gd name="csX191" fmla="*/ 41398 w 183328"/>
                <a:gd name="csY191" fmla="*/ 128493 h 184956"/>
                <a:gd name="csX192" fmla="*/ 41314 w 183328"/>
                <a:gd name="csY192" fmla="*/ 125313 h 184956"/>
                <a:gd name="csX193" fmla="*/ 43741 w 183328"/>
                <a:gd name="csY193" fmla="*/ 122399 h 184956"/>
                <a:gd name="csX194" fmla="*/ 43453 w 183328"/>
                <a:gd name="csY194" fmla="*/ 120314 h 184956"/>
                <a:gd name="csX195" fmla="*/ 41155 w 183328"/>
                <a:gd name="csY195" fmla="*/ 116190 h 184956"/>
                <a:gd name="csX196" fmla="*/ 37837 w 183328"/>
                <a:gd name="csY196" fmla="*/ 113535 h 184956"/>
                <a:gd name="csX197" fmla="*/ 35981 w 183328"/>
                <a:gd name="csY197" fmla="*/ 112744 h 184956"/>
                <a:gd name="csX198" fmla="*/ 35106 w 183328"/>
                <a:gd name="csY198" fmla="*/ 109913 h 184956"/>
                <a:gd name="csX199" fmla="*/ 33333 w 183328"/>
                <a:gd name="csY199" fmla="*/ 108452 h 184956"/>
                <a:gd name="csX200" fmla="*/ 31895 w 183328"/>
                <a:gd name="csY200" fmla="*/ 107768 h 184956"/>
                <a:gd name="csX201" fmla="*/ 31613 w 183328"/>
                <a:gd name="csY201" fmla="*/ 106763 h 184956"/>
                <a:gd name="csX202" fmla="*/ 32047 w 183328"/>
                <a:gd name="csY202" fmla="*/ 106018 h 184956"/>
                <a:gd name="csX203" fmla="*/ 35532 w 183328"/>
                <a:gd name="csY203" fmla="*/ 103104 h 184956"/>
                <a:gd name="csX204" fmla="*/ 37571 w 183328"/>
                <a:gd name="csY204" fmla="*/ 98523 h 184956"/>
                <a:gd name="csX205" fmla="*/ 38583 w 183328"/>
                <a:gd name="csY205" fmla="*/ 98310 h 184956"/>
                <a:gd name="csX206" fmla="*/ 40668 w 183328"/>
                <a:gd name="csY206" fmla="*/ 99398 h 184956"/>
                <a:gd name="csX207" fmla="*/ 43011 w 183328"/>
                <a:gd name="csY207" fmla="*/ 99117 h 184956"/>
                <a:gd name="csX208" fmla="*/ 44928 w 183328"/>
                <a:gd name="csY208" fmla="*/ 96431 h 184956"/>
                <a:gd name="csX209" fmla="*/ 46557 w 183328"/>
                <a:gd name="csY209" fmla="*/ 94970 h 184956"/>
                <a:gd name="csX210" fmla="*/ 49303 w 183328"/>
                <a:gd name="csY210" fmla="*/ 95160 h 184956"/>
                <a:gd name="csX211" fmla="*/ 55504 w 183328"/>
                <a:gd name="csY211" fmla="*/ 98744 h 184956"/>
                <a:gd name="csX212" fmla="*/ 62169 w 183328"/>
                <a:gd name="csY212" fmla="*/ 100791 h 184956"/>
                <a:gd name="csX213" fmla="*/ 65494 w 183328"/>
                <a:gd name="csY213" fmla="*/ 102579 h 184956"/>
                <a:gd name="csX214" fmla="*/ 67381 w 183328"/>
                <a:gd name="csY214" fmla="*/ 104351 h 184956"/>
                <a:gd name="csX215" fmla="*/ 68378 w 183328"/>
                <a:gd name="csY215" fmla="*/ 104717 h 184956"/>
                <a:gd name="csX216" fmla="*/ 69961 w 183328"/>
                <a:gd name="csY216" fmla="*/ 104968 h 184956"/>
                <a:gd name="csX217" fmla="*/ 69892 w 183328"/>
                <a:gd name="csY217" fmla="*/ 103644 h 184956"/>
                <a:gd name="csX218" fmla="*/ 69390 w 183328"/>
                <a:gd name="csY218" fmla="*/ 102472 h 184956"/>
                <a:gd name="csX219" fmla="*/ 70706 w 183328"/>
                <a:gd name="csY219" fmla="*/ 101833 h 184956"/>
                <a:gd name="csX220" fmla="*/ 74275 w 183328"/>
                <a:gd name="csY220" fmla="*/ 101863 h 184956"/>
                <a:gd name="csX221" fmla="*/ 74921 w 183328"/>
                <a:gd name="csY221" fmla="*/ 101239 h 184956"/>
                <a:gd name="csX222" fmla="*/ 75583 w 183328"/>
                <a:gd name="csY222" fmla="*/ 100235 h 184956"/>
                <a:gd name="csX223" fmla="*/ 74845 w 183328"/>
                <a:gd name="csY223" fmla="*/ 99086 h 184956"/>
                <a:gd name="csX224" fmla="*/ 73666 w 183328"/>
                <a:gd name="csY224" fmla="*/ 98538 h 184956"/>
                <a:gd name="csX225" fmla="*/ 72403 w 183328"/>
                <a:gd name="csY225" fmla="*/ 98386 h 184956"/>
                <a:gd name="csX226" fmla="*/ 71574 w 183328"/>
                <a:gd name="csY226" fmla="*/ 98021 h 184956"/>
                <a:gd name="csX227" fmla="*/ 70227 w 183328"/>
                <a:gd name="csY227" fmla="*/ 98386 h 184956"/>
                <a:gd name="csX228" fmla="*/ 68134 w 183328"/>
                <a:gd name="csY228" fmla="*/ 97496 h 184956"/>
                <a:gd name="csX229" fmla="*/ 67046 w 183328"/>
                <a:gd name="csY229" fmla="*/ 96766 h 184956"/>
                <a:gd name="csX230" fmla="*/ 66415 w 183328"/>
                <a:gd name="csY230" fmla="*/ 96012 h 184956"/>
                <a:gd name="csX231" fmla="*/ 62771 w 183328"/>
                <a:gd name="csY231" fmla="*/ 94513 h 184956"/>
                <a:gd name="csX232" fmla="*/ 59316 w 183328"/>
                <a:gd name="csY232" fmla="*/ 91972 h 184956"/>
                <a:gd name="csX233" fmla="*/ 58533 w 183328"/>
                <a:gd name="csY233" fmla="*/ 93410 h 184956"/>
                <a:gd name="csX234" fmla="*/ 57133 w 183328"/>
                <a:gd name="csY234" fmla="*/ 94186 h 184956"/>
                <a:gd name="csX235" fmla="*/ 55147 w 183328"/>
                <a:gd name="csY235" fmla="*/ 94301 h 184956"/>
                <a:gd name="csX236" fmla="*/ 49562 w 183328"/>
                <a:gd name="csY236" fmla="*/ 92688 h 184956"/>
                <a:gd name="csX237" fmla="*/ 46131 w 183328"/>
                <a:gd name="csY237" fmla="*/ 93920 h 184956"/>
                <a:gd name="csX238" fmla="*/ 44259 w 183328"/>
                <a:gd name="csY238" fmla="*/ 94240 h 184956"/>
                <a:gd name="csX239" fmla="*/ 42828 w 183328"/>
                <a:gd name="csY239" fmla="*/ 94270 h 184956"/>
                <a:gd name="csX240" fmla="*/ 41071 w 183328"/>
                <a:gd name="csY240" fmla="*/ 94818 h 184956"/>
                <a:gd name="csX241" fmla="*/ 39039 w 183328"/>
                <a:gd name="csY241" fmla="*/ 95145 h 184956"/>
                <a:gd name="csX242" fmla="*/ 37282 w 183328"/>
                <a:gd name="csY242" fmla="*/ 92802 h 184956"/>
                <a:gd name="csX243" fmla="*/ 36544 w 183328"/>
                <a:gd name="csY243" fmla="*/ 90983 h 184956"/>
                <a:gd name="csX244" fmla="*/ 36026 w 183328"/>
                <a:gd name="csY244" fmla="*/ 90641 h 184956"/>
                <a:gd name="csX245" fmla="*/ 36004 w 183328"/>
                <a:gd name="csY245" fmla="*/ 92353 h 184956"/>
                <a:gd name="csX246" fmla="*/ 35440 w 183328"/>
                <a:gd name="csY246" fmla="*/ 93722 h 184956"/>
                <a:gd name="csX247" fmla="*/ 32861 w 183328"/>
                <a:gd name="csY247" fmla="*/ 94491 h 184956"/>
                <a:gd name="csX248" fmla="*/ 31377 w 183328"/>
                <a:gd name="csY248" fmla="*/ 93425 h 184956"/>
                <a:gd name="csX249" fmla="*/ 30236 w 183328"/>
                <a:gd name="csY249" fmla="*/ 90207 h 184956"/>
                <a:gd name="csX250" fmla="*/ 28798 w 183328"/>
                <a:gd name="csY250" fmla="*/ 86106 h 184956"/>
                <a:gd name="csX251" fmla="*/ 26265 w 183328"/>
                <a:gd name="csY251" fmla="*/ 82789 h 184956"/>
                <a:gd name="csX252" fmla="*/ 24203 w 183328"/>
                <a:gd name="csY252" fmla="*/ 81921 h 184956"/>
                <a:gd name="csX253" fmla="*/ 24028 w 183328"/>
                <a:gd name="csY253" fmla="*/ 80095 h 184956"/>
                <a:gd name="csX254" fmla="*/ 24211 w 183328"/>
                <a:gd name="csY254" fmla="*/ 78634 h 184956"/>
                <a:gd name="csX255" fmla="*/ 26683 w 183328"/>
                <a:gd name="csY255" fmla="*/ 78269 h 184956"/>
                <a:gd name="csX256" fmla="*/ 30548 w 183328"/>
                <a:gd name="csY256" fmla="*/ 79799 h 184956"/>
                <a:gd name="csX257" fmla="*/ 31347 w 183328"/>
                <a:gd name="csY257" fmla="*/ 79494 h 184956"/>
                <a:gd name="csX258" fmla="*/ 32215 w 183328"/>
                <a:gd name="csY258" fmla="*/ 78787 h 184956"/>
                <a:gd name="csX259" fmla="*/ 32047 w 183328"/>
                <a:gd name="csY259" fmla="*/ 77227 h 184956"/>
                <a:gd name="csX260" fmla="*/ 31484 w 183328"/>
                <a:gd name="csY260" fmla="*/ 75835 h 184956"/>
                <a:gd name="csX261" fmla="*/ 30419 w 183328"/>
                <a:gd name="csY261" fmla="*/ 75774 h 184956"/>
                <a:gd name="csX262" fmla="*/ 29681 w 183328"/>
                <a:gd name="csY262" fmla="*/ 75934 h 184956"/>
                <a:gd name="csX263" fmla="*/ 27299 w 183328"/>
                <a:gd name="csY263" fmla="*/ 75644 h 184956"/>
                <a:gd name="csX264" fmla="*/ 24248 w 183328"/>
                <a:gd name="csY264" fmla="*/ 76420 h 184956"/>
                <a:gd name="csX265" fmla="*/ 22833 w 183328"/>
                <a:gd name="csY265" fmla="*/ 75690 h 184956"/>
                <a:gd name="csX266" fmla="*/ 22361 w 183328"/>
                <a:gd name="csY266" fmla="*/ 74800 h 184956"/>
                <a:gd name="csX267" fmla="*/ 19805 w 183328"/>
                <a:gd name="csY267" fmla="*/ 72601 h 184956"/>
                <a:gd name="csX268" fmla="*/ 17599 w 183328"/>
                <a:gd name="csY268" fmla="*/ 69649 h 184956"/>
                <a:gd name="csX269" fmla="*/ 14022 w 183328"/>
                <a:gd name="csY269" fmla="*/ 67678 h 184956"/>
                <a:gd name="csX270" fmla="*/ 11686 w 183328"/>
                <a:gd name="csY270" fmla="*/ 61652 h 184956"/>
                <a:gd name="csX271" fmla="*/ 9723 w 183328"/>
                <a:gd name="csY271" fmla="*/ 59020 h 184956"/>
                <a:gd name="csX272" fmla="*/ 7631 w 183328"/>
                <a:gd name="csY272" fmla="*/ 57133 h 184956"/>
                <a:gd name="csX273" fmla="*/ 8088 w 183328"/>
                <a:gd name="csY273" fmla="*/ 57102 h 184956"/>
                <a:gd name="csX274" fmla="*/ 8879 w 183328"/>
                <a:gd name="csY274" fmla="*/ 57422 h 184956"/>
                <a:gd name="csX275" fmla="*/ 10401 w 183328"/>
                <a:gd name="csY275" fmla="*/ 58457 h 184956"/>
                <a:gd name="csX276" fmla="*/ 12014 w 183328"/>
                <a:gd name="csY276" fmla="*/ 58677 h 184956"/>
                <a:gd name="csX277" fmla="*/ 12897 w 183328"/>
                <a:gd name="csY277" fmla="*/ 57993 h 184956"/>
                <a:gd name="csX278" fmla="*/ 13406 w 183328"/>
                <a:gd name="csY278" fmla="*/ 57361 h 184956"/>
                <a:gd name="csX279" fmla="*/ 13733 w 183328"/>
                <a:gd name="csY279" fmla="*/ 56326 h 184956"/>
                <a:gd name="csX280" fmla="*/ 13870 w 183328"/>
                <a:gd name="csY280" fmla="*/ 55116 h 184956"/>
                <a:gd name="csX281" fmla="*/ 14137 w 183328"/>
                <a:gd name="csY281" fmla="*/ 54713 h 184956"/>
                <a:gd name="csX282" fmla="*/ 15377 w 183328"/>
                <a:gd name="csY282" fmla="*/ 54858 h 184956"/>
                <a:gd name="csX283" fmla="*/ 15773 w 183328"/>
                <a:gd name="csY283" fmla="*/ 54553 h 184956"/>
                <a:gd name="csX284" fmla="*/ 15757 w 183328"/>
                <a:gd name="csY284" fmla="*/ 53465 h 184956"/>
                <a:gd name="csX285" fmla="*/ 14958 w 183328"/>
                <a:gd name="csY285" fmla="*/ 52111 h 184956"/>
                <a:gd name="csX286" fmla="*/ 14258 w 183328"/>
                <a:gd name="csY286" fmla="*/ 50445 h 184956"/>
                <a:gd name="csX287" fmla="*/ 14258 w 183328"/>
                <a:gd name="csY287" fmla="*/ 49653 h 184956"/>
                <a:gd name="csX288" fmla="*/ 14844 w 183328"/>
                <a:gd name="csY288" fmla="*/ 49334 h 184956"/>
                <a:gd name="csX289" fmla="*/ 15811 w 183328"/>
                <a:gd name="csY289" fmla="*/ 48611 h 184956"/>
                <a:gd name="csX290" fmla="*/ 16328 w 183328"/>
                <a:gd name="csY290" fmla="*/ 47713 h 184956"/>
                <a:gd name="csX291" fmla="*/ 17355 w 183328"/>
                <a:gd name="csY291" fmla="*/ 47264 h 184956"/>
                <a:gd name="csX292" fmla="*/ 18869 w 183328"/>
                <a:gd name="csY292" fmla="*/ 47181 h 184956"/>
                <a:gd name="csX293" fmla="*/ 20558 w 183328"/>
                <a:gd name="csY293" fmla="*/ 46785 h 184956"/>
                <a:gd name="csX294" fmla="*/ 21654 w 183328"/>
                <a:gd name="csY294" fmla="*/ 45819 h 184956"/>
                <a:gd name="csX295" fmla="*/ 21814 w 183328"/>
                <a:gd name="csY295" fmla="*/ 44868 h 184956"/>
                <a:gd name="csX296" fmla="*/ 22498 w 183328"/>
                <a:gd name="csY296" fmla="*/ 42235 h 184956"/>
                <a:gd name="csX297" fmla="*/ 22947 w 183328"/>
                <a:gd name="csY297" fmla="*/ 40942 h 184956"/>
                <a:gd name="csX298" fmla="*/ 23670 w 183328"/>
                <a:gd name="csY298" fmla="*/ 39762 h 184956"/>
                <a:gd name="csX299" fmla="*/ 24058 w 183328"/>
                <a:gd name="csY299" fmla="*/ 38172 h 184956"/>
                <a:gd name="csX300" fmla="*/ 24834 w 183328"/>
                <a:gd name="csY300" fmla="*/ 36673 h 184956"/>
                <a:gd name="csX301" fmla="*/ 26447 w 183328"/>
                <a:gd name="csY301" fmla="*/ 36042 h 184956"/>
                <a:gd name="csX302" fmla="*/ 27908 w 183328"/>
                <a:gd name="csY302" fmla="*/ 35304 h 184956"/>
                <a:gd name="csX303" fmla="*/ 29011 w 183328"/>
                <a:gd name="csY303" fmla="*/ 33371 h 184956"/>
                <a:gd name="csX304" fmla="*/ 29635 w 183328"/>
                <a:gd name="csY304" fmla="*/ 31720 h 184956"/>
                <a:gd name="csX305" fmla="*/ 29635 w 183328"/>
                <a:gd name="csY305" fmla="*/ 30708 h 184956"/>
                <a:gd name="csX306" fmla="*/ 28707 w 183328"/>
                <a:gd name="csY306" fmla="*/ 29049 h 184956"/>
                <a:gd name="csX307" fmla="*/ 28022 w 183328"/>
                <a:gd name="csY307" fmla="*/ 27437 h 184956"/>
                <a:gd name="csX308" fmla="*/ 28205 w 183328"/>
                <a:gd name="csY308" fmla="*/ 25337 h 184956"/>
                <a:gd name="csX309" fmla="*/ 31103 w 183328"/>
                <a:gd name="csY309" fmla="*/ 25162 h 184956"/>
                <a:gd name="csX310" fmla="*/ 32116 w 183328"/>
                <a:gd name="csY310" fmla="*/ 24964 h 184956"/>
                <a:gd name="csX311" fmla="*/ 35882 w 183328"/>
                <a:gd name="csY311" fmla="*/ 24849 h 184956"/>
                <a:gd name="csX312" fmla="*/ 37601 w 183328"/>
                <a:gd name="csY312" fmla="*/ 23724 h 184956"/>
                <a:gd name="csX313" fmla="*/ 38788 w 183328"/>
                <a:gd name="csY313" fmla="*/ 23830 h 184956"/>
                <a:gd name="csX314" fmla="*/ 41268 w 183328"/>
                <a:gd name="csY314" fmla="*/ 24804 h 184956"/>
                <a:gd name="csX315" fmla="*/ 42380 w 183328"/>
                <a:gd name="csY315" fmla="*/ 24035 h 184956"/>
                <a:gd name="csX316" fmla="*/ 45621 w 183328"/>
                <a:gd name="csY316" fmla="*/ 22514 h 184956"/>
                <a:gd name="csX317" fmla="*/ 48824 w 183328"/>
                <a:gd name="csY317" fmla="*/ 18086 h 184956"/>
                <a:gd name="csX318" fmla="*/ 50186 w 183328"/>
                <a:gd name="csY318" fmla="*/ 17424 h 184956"/>
                <a:gd name="csX319" fmla="*/ 53298 w 183328"/>
                <a:gd name="csY319" fmla="*/ 17150 h 184956"/>
                <a:gd name="csX320" fmla="*/ 54272 w 183328"/>
                <a:gd name="csY320" fmla="*/ 16640 h 184956"/>
                <a:gd name="csX321" fmla="*/ 55405 w 183328"/>
                <a:gd name="csY321" fmla="*/ 16739 h 184956"/>
                <a:gd name="csX322" fmla="*/ 58890 w 183328"/>
                <a:gd name="csY322" fmla="*/ 17637 h 184956"/>
                <a:gd name="csX323" fmla="*/ 60869 w 183328"/>
                <a:gd name="csY323" fmla="*/ 17774 h 184956"/>
                <a:gd name="csX324" fmla="*/ 63219 w 183328"/>
                <a:gd name="csY324" fmla="*/ 17157 h 184956"/>
                <a:gd name="csX325" fmla="*/ 65806 w 183328"/>
                <a:gd name="csY325" fmla="*/ 16077 h 184956"/>
                <a:gd name="csX326" fmla="*/ 66453 w 183328"/>
                <a:gd name="csY326" fmla="*/ 12280 h 184956"/>
                <a:gd name="csX327" fmla="*/ 67070 w 183328"/>
                <a:gd name="csY327" fmla="*/ 11732 h 184956"/>
                <a:gd name="csX328" fmla="*/ 68675 w 183328"/>
                <a:gd name="csY328" fmla="*/ 11580 h 184956"/>
                <a:gd name="csX329" fmla="*/ 69892 w 183328"/>
                <a:gd name="csY329" fmla="*/ 11611 h 184956"/>
                <a:gd name="csX330" fmla="*/ 72235 w 183328"/>
                <a:gd name="csY330" fmla="*/ 11915 h 184956"/>
                <a:gd name="csX331" fmla="*/ 75020 w 183328"/>
                <a:gd name="csY331" fmla="*/ 12014 h 184956"/>
                <a:gd name="csX332" fmla="*/ 76808 w 183328"/>
                <a:gd name="csY332" fmla="*/ 10234 h 184956"/>
                <a:gd name="csX333" fmla="*/ 79631 w 183328"/>
                <a:gd name="csY333" fmla="*/ 10104 h 184956"/>
                <a:gd name="csX334" fmla="*/ 80940 w 183328"/>
                <a:gd name="csY334" fmla="*/ 9846 h 184956"/>
                <a:gd name="csX335" fmla="*/ 83124 w 183328"/>
                <a:gd name="csY335" fmla="*/ 10203 h 184956"/>
                <a:gd name="csX336" fmla="*/ 85246 w 183328"/>
                <a:gd name="csY336" fmla="*/ 10188 h 184956"/>
                <a:gd name="csX337" fmla="*/ 87962 w 183328"/>
                <a:gd name="csY337" fmla="*/ 9442 h 184956"/>
                <a:gd name="csX338" fmla="*/ 90496 w 183328"/>
                <a:gd name="csY338" fmla="*/ 8217 h 184956"/>
                <a:gd name="csX339" fmla="*/ 92474 w 183328"/>
                <a:gd name="csY339" fmla="*/ 8324 h 184956"/>
                <a:gd name="csX340" fmla="*/ 93281 w 183328"/>
                <a:gd name="csY340" fmla="*/ 8103 h 184956"/>
                <a:gd name="csX341" fmla="*/ 93738 w 183328"/>
                <a:gd name="csY341" fmla="*/ 7844 h 184956"/>
                <a:gd name="csX342" fmla="*/ 94232 w 183328"/>
                <a:gd name="csY342" fmla="*/ 6193 h 184956"/>
                <a:gd name="csX343" fmla="*/ 97952 w 183328"/>
                <a:gd name="csY343" fmla="*/ 6087 h 184956"/>
                <a:gd name="csX344" fmla="*/ 99216 w 183328"/>
                <a:gd name="csY344" fmla="*/ 6247 h 184956"/>
                <a:gd name="csX345" fmla="*/ 101293 w 183328"/>
                <a:gd name="csY345" fmla="*/ 6292 h 184956"/>
                <a:gd name="csX346" fmla="*/ 103454 w 183328"/>
                <a:gd name="csY346" fmla="*/ 5387 h 184956"/>
                <a:gd name="csX347" fmla="*/ 104100 w 183328"/>
                <a:gd name="csY347" fmla="*/ 5463 h 184956"/>
                <a:gd name="csX348" fmla="*/ 105188 w 183328"/>
                <a:gd name="csY348" fmla="*/ 7883 h 184956"/>
                <a:gd name="csX349" fmla="*/ 105759 w 183328"/>
                <a:gd name="csY349" fmla="*/ 8582 h 184956"/>
                <a:gd name="csX350" fmla="*/ 106930 w 183328"/>
                <a:gd name="csY350" fmla="*/ 9229 h 184956"/>
                <a:gd name="csX351" fmla="*/ 109548 w 183328"/>
                <a:gd name="csY351" fmla="*/ 11040 h 184956"/>
                <a:gd name="csX352" fmla="*/ 110020 w 183328"/>
                <a:gd name="csY352" fmla="*/ 10561 h 184956"/>
                <a:gd name="csX353" fmla="*/ 111116 w 183328"/>
                <a:gd name="csY353" fmla="*/ 9952 h 184956"/>
                <a:gd name="csX354" fmla="*/ 114250 w 183328"/>
                <a:gd name="csY354" fmla="*/ 10781 h 184956"/>
                <a:gd name="csX355" fmla="*/ 117240 w 183328"/>
                <a:gd name="csY355" fmla="*/ 12174 h 184956"/>
                <a:gd name="csX356" fmla="*/ 119751 w 183328"/>
                <a:gd name="csY356" fmla="*/ 14220 h 184956"/>
                <a:gd name="csX357" fmla="*/ 122543 w 183328"/>
                <a:gd name="csY357" fmla="*/ 13627 h 184956"/>
                <a:gd name="csX358" fmla="*/ 125640 w 183328"/>
                <a:gd name="csY358" fmla="*/ 12623 h 184956"/>
                <a:gd name="csX359" fmla="*/ 127656 w 183328"/>
                <a:gd name="csY359" fmla="*/ 12333 h 184956"/>
                <a:gd name="csX360" fmla="*/ 129848 w 183328"/>
                <a:gd name="csY360" fmla="*/ 12189 h 184956"/>
                <a:gd name="csX361" fmla="*/ 131149 w 183328"/>
                <a:gd name="csY361" fmla="*/ 11755 h 184956"/>
                <a:gd name="csX362" fmla="*/ 134108 w 183328"/>
                <a:gd name="csY362" fmla="*/ 12280 h 184956"/>
                <a:gd name="csX363" fmla="*/ 137159 w 183328"/>
                <a:gd name="csY363" fmla="*/ 11177 h 184956"/>
                <a:gd name="csX364" fmla="*/ 138628 w 183328"/>
                <a:gd name="csY364" fmla="*/ 10188 h 184956"/>
                <a:gd name="csX365" fmla="*/ 139054 w 183328"/>
                <a:gd name="csY365" fmla="*/ 8788 h 184956"/>
                <a:gd name="csX366" fmla="*/ 138810 w 183328"/>
                <a:gd name="csY366" fmla="*/ 6330 h 184956"/>
                <a:gd name="csX367" fmla="*/ 138118 w 183328"/>
                <a:gd name="csY367" fmla="*/ 3865 h 184956"/>
                <a:gd name="csX368" fmla="*/ 137388 w 183328"/>
                <a:gd name="csY368" fmla="*/ 2952 h 184956"/>
                <a:gd name="csX369" fmla="*/ 137152 w 183328"/>
                <a:gd name="csY369" fmla="*/ 2009 h 184956"/>
                <a:gd name="csX370" fmla="*/ 137570 w 183328"/>
                <a:gd name="csY370" fmla="*/ 1126 h 184956"/>
                <a:gd name="csX371" fmla="*/ 138042 w 183328"/>
                <a:gd name="csY371" fmla="*/ 517 h 184956"/>
                <a:gd name="csX372" fmla="*/ 140035 w 183328"/>
                <a:gd name="csY372" fmla="*/ 0 h 184956"/>
                <a:gd name="csX373" fmla="*/ 142524 w 183328"/>
                <a:gd name="csY373" fmla="*/ 867 h 184956"/>
                <a:gd name="csX374" fmla="*/ 109495 w 183328"/>
                <a:gd name="csY374" fmla="*/ 31994 h 184956"/>
                <a:gd name="csX375" fmla="*/ 106756 w 183328"/>
                <a:gd name="csY375" fmla="*/ 32991 h 184956"/>
                <a:gd name="csX376" fmla="*/ 103971 w 183328"/>
                <a:gd name="csY376" fmla="*/ 31096 h 184956"/>
                <a:gd name="csX377" fmla="*/ 103994 w 183328"/>
                <a:gd name="csY377" fmla="*/ 29970 h 184956"/>
                <a:gd name="csX378" fmla="*/ 105462 w 183328"/>
                <a:gd name="csY378" fmla="*/ 27680 h 184956"/>
                <a:gd name="csX379" fmla="*/ 106269 w 183328"/>
                <a:gd name="csY379" fmla="*/ 27003 h 184956"/>
                <a:gd name="csX380" fmla="*/ 108315 w 183328"/>
                <a:gd name="csY380" fmla="*/ 27185 h 184956"/>
                <a:gd name="csX381" fmla="*/ 109480 w 183328"/>
                <a:gd name="csY381" fmla="*/ 28760 h 184956"/>
                <a:gd name="csX382" fmla="*/ 109754 w 183328"/>
                <a:gd name="csY382" fmla="*/ 29506 h 184956"/>
                <a:gd name="csX383" fmla="*/ 109373 w 183328"/>
                <a:gd name="csY383" fmla="*/ 30769 h 184956"/>
                <a:gd name="csX384" fmla="*/ 109495 w 183328"/>
                <a:gd name="csY384" fmla="*/ 31994 h 184956"/>
                <a:gd name="csX385" fmla="*/ 128965 w 183328"/>
                <a:gd name="csY385" fmla="*/ 37274 h 184956"/>
                <a:gd name="csX386" fmla="*/ 126545 w 183328"/>
                <a:gd name="csY386" fmla="*/ 38005 h 184956"/>
                <a:gd name="csX387" fmla="*/ 123883 w 183328"/>
                <a:gd name="csY387" fmla="*/ 35699 h 184956"/>
                <a:gd name="csX388" fmla="*/ 126454 w 183328"/>
                <a:gd name="csY388" fmla="*/ 34771 h 184956"/>
                <a:gd name="csX389" fmla="*/ 127649 w 183328"/>
                <a:gd name="csY389" fmla="*/ 35441 h 184956"/>
                <a:gd name="csX390" fmla="*/ 128501 w 183328"/>
                <a:gd name="csY390" fmla="*/ 36232 h 184956"/>
                <a:gd name="csX391" fmla="*/ 128965 w 183328"/>
                <a:gd name="csY391" fmla="*/ 37274 h 184956"/>
                <a:gd name="csX392" fmla="*/ 123662 w 183328"/>
                <a:gd name="csY392" fmla="*/ 49615 h 184956"/>
                <a:gd name="csX393" fmla="*/ 122855 w 183328"/>
                <a:gd name="csY393" fmla="*/ 50551 h 184956"/>
                <a:gd name="csX394" fmla="*/ 122254 w 183328"/>
                <a:gd name="csY394" fmla="*/ 52164 h 184956"/>
                <a:gd name="csX395" fmla="*/ 121935 w 183328"/>
                <a:gd name="csY395" fmla="*/ 54470 h 184956"/>
                <a:gd name="csX396" fmla="*/ 120687 w 183328"/>
                <a:gd name="csY396" fmla="*/ 54523 h 184956"/>
                <a:gd name="csX397" fmla="*/ 119934 w 183328"/>
                <a:gd name="csY397" fmla="*/ 54059 h 184956"/>
                <a:gd name="csX398" fmla="*/ 119683 w 183328"/>
                <a:gd name="csY398" fmla="*/ 53184 h 184956"/>
                <a:gd name="csX399" fmla="*/ 119637 w 183328"/>
                <a:gd name="csY399" fmla="*/ 52081 h 184956"/>
                <a:gd name="csX400" fmla="*/ 119089 w 183328"/>
                <a:gd name="csY400" fmla="*/ 52126 h 184956"/>
                <a:gd name="csX401" fmla="*/ 118648 w 183328"/>
                <a:gd name="csY401" fmla="*/ 53321 h 184956"/>
                <a:gd name="csX402" fmla="*/ 118260 w 183328"/>
                <a:gd name="csY402" fmla="*/ 53861 h 184956"/>
                <a:gd name="csX403" fmla="*/ 117004 w 183328"/>
                <a:gd name="csY403" fmla="*/ 53975 h 184956"/>
                <a:gd name="csX404" fmla="*/ 115627 w 183328"/>
                <a:gd name="csY404" fmla="*/ 53237 h 184956"/>
                <a:gd name="csX405" fmla="*/ 115696 w 183328"/>
                <a:gd name="csY405" fmla="*/ 51647 h 184956"/>
                <a:gd name="csX406" fmla="*/ 115422 w 183328"/>
                <a:gd name="csY406" fmla="*/ 49798 h 184956"/>
                <a:gd name="csX407" fmla="*/ 115544 w 183328"/>
                <a:gd name="csY407" fmla="*/ 49151 h 184956"/>
                <a:gd name="csX408" fmla="*/ 119310 w 183328"/>
                <a:gd name="csY408" fmla="*/ 48991 h 184956"/>
                <a:gd name="csX409" fmla="*/ 120413 w 183328"/>
                <a:gd name="csY409" fmla="*/ 50354 h 184956"/>
                <a:gd name="csX410" fmla="*/ 121745 w 183328"/>
                <a:gd name="csY410" fmla="*/ 49562 h 184956"/>
                <a:gd name="csX411" fmla="*/ 122293 w 183328"/>
                <a:gd name="csY411" fmla="*/ 48710 h 184956"/>
                <a:gd name="csX412" fmla="*/ 123905 w 183328"/>
                <a:gd name="csY412" fmla="*/ 48177 h 184956"/>
                <a:gd name="csX413" fmla="*/ 123662 w 183328"/>
                <a:gd name="csY413" fmla="*/ 49615 h 184956"/>
                <a:gd name="csX414" fmla="*/ 9214 w 183328"/>
                <a:gd name="csY414" fmla="*/ 64840 h 184956"/>
                <a:gd name="csX415" fmla="*/ 9678 w 183328"/>
                <a:gd name="csY415" fmla="*/ 66385 h 184956"/>
                <a:gd name="csX416" fmla="*/ 7015 w 183328"/>
                <a:gd name="csY416" fmla="*/ 65426 h 184956"/>
                <a:gd name="csX417" fmla="*/ 5075 w 183328"/>
                <a:gd name="csY417" fmla="*/ 64049 h 184956"/>
                <a:gd name="csX418" fmla="*/ 3469 w 183328"/>
                <a:gd name="csY418" fmla="*/ 60633 h 184956"/>
                <a:gd name="csX419" fmla="*/ 53 w 183328"/>
                <a:gd name="csY419" fmla="*/ 56745 h 184956"/>
                <a:gd name="csX420" fmla="*/ 0 w 183328"/>
                <a:gd name="csY420" fmla="*/ 55611 h 184956"/>
                <a:gd name="csX421" fmla="*/ 1301 w 183328"/>
                <a:gd name="csY421" fmla="*/ 54751 h 184956"/>
                <a:gd name="csX422" fmla="*/ 4108 w 183328"/>
                <a:gd name="csY422" fmla="*/ 54142 h 184956"/>
                <a:gd name="csX423" fmla="*/ 5242 w 183328"/>
                <a:gd name="csY423" fmla="*/ 54774 h 184956"/>
                <a:gd name="csX424" fmla="*/ 5973 w 183328"/>
                <a:gd name="csY424" fmla="*/ 55428 h 184956"/>
                <a:gd name="csX425" fmla="*/ 6201 w 183328"/>
                <a:gd name="csY425" fmla="*/ 56174 h 184956"/>
                <a:gd name="csX426" fmla="*/ 4610 w 183328"/>
                <a:gd name="csY426" fmla="*/ 57665 h 184956"/>
                <a:gd name="csX427" fmla="*/ 4284 w 183328"/>
                <a:gd name="csY427" fmla="*/ 58342 h 184956"/>
                <a:gd name="csX428" fmla="*/ 5509 w 183328"/>
                <a:gd name="csY428" fmla="*/ 59681 h 184956"/>
                <a:gd name="csX429" fmla="*/ 5493 w 183328"/>
                <a:gd name="csY429" fmla="*/ 60222 h 184956"/>
                <a:gd name="csX430" fmla="*/ 6003 w 183328"/>
                <a:gd name="csY430" fmla="*/ 62816 h 184956"/>
                <a:gd name="csX431" fmla="*/ 6604 w 183328"/>
                <a:gd name="csY431" fmla="*/ 63790 h 184956"/>
                <a:gd name="csX432" fmla="*/ 8149 w 183328"/>
                <a:gd name="csY432" fmla="*/ 64574 h 184956"/>
                <a:gd name="csX433" fmla="*/ 9214 w 183328"/>
                <a:gd name="csY433" fmla="*/ 64840 h 184956"/>
                <a:gd name="csX434" fmla="*/ 144426 w 183328"/>
                <a:gd name="csY434" fmla="*/ 67678 h 184956"/>
                <a:gd name="csX435" fmla="*/ 144053 w 183328"/>
                <a:gd name="csY435" fmla="*/ 69306 h 184956"/>
                <a:gd name="csX436" fmla="*/ 147005 w 183328"/>
                <a:gd name="csY436" fmla="*/ 72007 h 184956"/>
                <a:gd name="csX437" fmla="*/ 148010 w 183328"/>
                <a:gd name="csY437" fmla="*/ 73719 h 184956"/>
                <a:gd name="csX438" fmla="*/ 148382 w 183328"/>
                <a:gd name="csY438" fmla="*/ 75378 h 184956"/>
                <a:gd name="csX439" fmla="*/ 148131 w 183328"/>
                <a:gd name="csY439" fmla="*/ 75857 h 184956"/>
                <a:gd name="csX440" fmla="*/ 147012 w 183328"/>
                <a:gd name="csY440" fmla="*/ 74959 h 184956"/>
                <a:gd name="csX441" fmla="*/ 146092 w 183328"/>
                <a:gd name="csY441" fmla="*/ 74670 h 184956"/>
                <a:gd name="csX442" fmla="*/ 146404 w 183328"/>
                <a:gd name="csY442" fmla="*/ 75857 h 184956"/>
                <a:gd name="csX443" fmla="*/ 147347 w 183328"/>
                <a:gd name="csY443" fmla="*/ 76877 h 184956"/>
                <a:gd name="csX444" fmla="*/ 145674 w 183328"/>
                <a:gd name="csY444" fmla="*/ 77463 h 184956"/>
                <a:gd name="csX445" fmla="*/ 143999 w 183328"/>
                <a:gd name="csY445" fmla="*/ 77432 h 184956"/>
                <a:gd name="csX446" fmla="*/ 139100 w 183328"/>
                <a:gd name="csY446" fmla="*/ 76009 h 184956"/>
                <a:gd name="csX447" fmla="*/ 137974 w 183328"/>
                <a:gd name="csY447" fmla="*/ 74496 h 184956"/>
                <a:gd name="csX448" fmla="*/ 140903 w 183328"/>
                <a:gd name="csY448" fmla="*/ 72220 h 184956"/>
                <a:gd name="csX449" fmla="*/ 141496 w 183328"/>
                <a:gd name="csY449" fmla="*/ 71300 h 184956"/>
                <a:gd name="csX450" fmla="*/ 139427 w 183328"/>
                <a:gd name="csY450" fmla="*/ 71391 h 184956"/>
                <a:gd name="csX451" fmla="*/ 137213 w 183328"/>
                <a:gd name="csY451" fmla="*/ 74092 h 184956"/>
                <a:gd name="csX452" fmla="*/ 133667 w 183328"/>
                <a:gd name="csY452" fmla="*/ 72905 h 184956"/>
                <a:gd name="csX453" fmla="*/ 132579 w 183328"/>
                <a:gd name="csY453" fmla="*/ 71817 h 184956"/>
                <a:gd name="csX454" fmla="*/ 132336 w 183328"/>
                <a:gd name="csY454" fmla="*/ 71231 h 184956"/>
                <a:gd name="csX455" fmla="*/ 133736 w 183328"/>
                <a:gd name="csY455" fmla="*/ 68827 h 184956"/>
                <a:gd name="csX456" fmla="*/ 136231 w 183328"/>
                <a:gd name="csY456" fmla="*/ 68911 h 184956"/>
                <a:gd name="csX457" fmla="*/ 137548 w 183328"/>
                <a:gd name="csY457" fmla="*/ 68370 h 184956"/>
                <a:gd name="csX458" fmla="*/ 139183 w 183328"/>
                <a:gd name="csY458" fmla="*/ 67610 h 184956"/>
                <a:gd name="csX459" fmla="*/ 139199 w 183328"/>
                <a:gd name="csY459" fmla="*/ 66468 h 184956"/>
                <a:gd name="csX460" fmla="*/ 143094 w 183328"/>
                <a:gd name="csY460" fmla="*/ 66210 h 184956"/>
                <a:gd name="csX461" fmla="*/ 144426 w 183328"/>
                <a:gd name="csY461" fmla="*/ 67678 h 184956"/>
                <a:gd name="csX462" fmla="*/ 90572 w 183328"/>
                <a:gd name="csY462" fmla="*/ 72380 h 184956"/>
                <a:gd name="csX463" fmla="*/ 89576 w 183328"/>
                <a:gd name="csY463" fmla="*/ 72700 h 184956"/>
                <a:gd name="csX464" fmla="*/ 90572 w 183328"/>
                <a:gd name="csY464" fmla="*/ 70509 h 184956"/>
                <a:gd name="csX465" fmla="*/ 92337 w 183328"/>
                <a:gd name="csY465" fmla="*/ 69375 h 184956"/>
                <a:gd name="csX466" fmla="*/ 91675 w 183328"/>
                <a:gd name="csY466" fmla="*/ 71216 h 184956"/>
                <a:gd name="csX467" fmla="*/ 90572 w 183328"/>
                <a:gd name="csY467" fmla="*/ 72380 h 184956"/>
                <a:gd name="csX468" fmla="*/ 88259 w 183328"/>
                <a:gd name="csY468" fmla="*/ 73582 h 184956"/>
                <a:gd name="csX469" fmla="*/ 87308 w 183328"/>
                <a:gd name="csY469" fmla="*/ 74511 h 184956"/>
                <a:gd name="csX470" fmla="*/ 85832 w 183328"/>
                <a:gd name="csY470" fmla="*/ 74107 h 184956"/>
                <a:gd name="csX471" fmla="*/ 84288 w 183328"/>
                <a:gd name="csY471" fmla="*/ 71003 h 184956"/>
                <a:gd name="csX472" fmla="*/ 88259 w 183328"/>
                <a:gd name="csY472" fmla="*/ 73582 h 184956"/>
                <a:gd name="csX473" fmla="*/ 80483 w 183328"/>
                <a:gd name="csY473" fmla="*/ 77843 h 184956"/>
                <a:gd name="csX474" fmla="*/ 81693 w 183328"/>
                <a:gd name="csY474" fmla="*/ 80811 h 184956"/>
                <a:gd name="csX475" fmla="*/ 82827 w 183328"/>
                <a:gd name="csY475" fmla="*/ 81807 h 184956"/>
                <a:gd name="csX476" fmla="*/ 85201 w 183328"/>
                <a:gd name="csY476" fmla="*/ 82987 h 184956"/>
                <a:gd name="csX477" fmla="*/ 86319 w 183328"/>
                <a:gd name="csY477" fmla="*/ 83139 h 184956"/>
                <a:gd name="csX478" fmla="*/ 90375 w 183328"/>
                <a:gd name="csY478" fmla="*/ 85269 h 184956"/>
                <a:gd name="csX479" fmla="*/ 95084 w 183328"/>
                <a:gd name="csY479" fmla="*/ 85695 h 184956"/>
                <a:gd name="csX480" fmla="*/ 95693 w 183328"/>
                <a:gd name="csY480" fmla="*/ 86311 h 184956"/>
                <a:gd name="csX481" fmla="*/ 96271 w 183328"/>
                <a:gd name="csY481" fmla="*/ 87947 h 184956"/>
                <a:gd name="csX482" fmla="*/ 97230 w 183328"/>
                <a:gd name="csY482" fmla="*/ 89233 h 184956"/>
                <a:gd name="csX483" fmla="*/ 97473 w 183328"/>
                <a:gd name="csY483" fmla="*/ 90230 h 184956"/>
                <a:gd name="csX484" fmla="*/ 96971 w 183328"/>
                <a:gd name="csY484" fmla="*/ 91341 h 184956"/>
                <a:gd name="csX485" fmla="*/ 97664 w 183328"/>
                <a:gd name="csY485" fmla="*/ 94727 h 184956"/>
                <a:gd name="csX486" fmla="*/ 98851 w 183328"/>
                <a:gd name="csY486" fmla="*/ 97937 h 184956"/>
                <a:gd name="csX487" fmla="*/ 100638 w 183328"/>
                <a:gd name="csY487" fmla="*/ 99489 h 184956"/>
                <a:gd name="csX488" fmla="*/ 102868 w 183328"/>
                <a:gd name="csY488" fmla="*/ 99961 h 184956"/>
                <a:gd name="csX489" fmla="*/ 104990 w 183328"/>
                <a:gd name="csY489" fmla="*/ 99893 h 184956"/>
                <a:gd name="csX490" fmla="*/ 105523 w 183328"/>
                <a:gd name="csY490" fmla="*/ 100532 h 184956"/>
                <a:gd name="csX491" fmla="*/ 105310 w 183328"/>
                <a:gd name="csY491" fmla="*/ 103332 h 184956"/>
                <a:gd name="csX492" fmla="*/ 104412 w 183328"/>
                <a:gd name="csY492" fmla="*/ 104428 h 184956"/>
                <a:gd name="csX493" fmla="*/ 103682 w 183328"/>
                <a:gd name="csY493" fmla="*/ 104694 h 184956"/>
                <a:gd name="csX494" fmla="*/ 103051 w 183328"/>
                <a:gd name="csY494" fmla="*/ 104405 h 184956"/>
                <a:gd name="csX495" fmla="*/ 102472 w 183328"/>
                <a:gd name="csY495" fmla="*/ 103750 h 184956"/>
                <a:gd name="csX496" fmla="*/ 101848 w 183328"/>
                <a:gd name="csY496" fmla="*/ 103438 h 184956"/>
                <a:gd name="csX497" fmla="*/ 100631 w 183328"/>
                <a:gd name="csY497" fmla="*/ 103385 h 184956"/>
                <a:gd name="csX498" fmla="*/ 99741 w 183328"/>
                <a:gd name="csY498" fmla="*/ 102259 h 184956"/>
                <a:gd name="csX499" fmla="*/ 97481 w 183328"/>
                <a:gd name="csY499" fmla="*/ 100714 h 184956"/>
                <a:gd name="csX500" fmla="*/ 97062 w 183328"/>
                <a:gd name="csY500" fmla="*/ 99786 h 184956"/>
                <a:gd name="csX501" fmla="*/ 96986 w 183328"/>
                <a:gd name="csY501" fmla="*/ 98364 h 184956"/>
                <a:gd name="csX502" fmla="*/ 96028 w 183328"/>
                <a:gd name="csY502" fmla="*/ 97314 h 184956"/>
                <a:gd name="csX503" fmla="*/ 95145 w 183328"/>
                <a:gd name="csY503" fmla="*/ 95320 h 184956"/>
                <a:gd name="csX504" fmla="*/ 94308 w 183328"/>
                <a:gd name="csY504" fmla="*/ 94765 h 184956"/>
                <a:gd name="csX505" fmla="*/ 93844 w 183328"/>
                <a:gd name="csY505" fmla="*/ 93760 h 184956"/>
                <a:gd name="csX506" fmla="*/ 93806 w 183328"/>
                <a:gd name="csY506" fmla="*/ 93334 h 184956"/>
                <a:gd name="csX507" fmla="*/ 90519 w 183328"/>
                <a:gd name="csY507" fmla="*/ 93037 h 184956"/>
                <a:gd name="csX508" fmla="*/ 87803 w 183328"/>
                <a:gd name="csY508" fmla="*/ 93030 h 184956"/>
                <a:gd name="csX509" fmla="*/ 85497 w 183328"/>
                <a:gd name="csY509" fmla="*/ 91896 h 184956"/>
                <a:gd name="csX510" fmla="*/ 84782 w 183328"/>
                <a:gd name="csY510" fmla="*/ 88921 h 184956"/>
                <a:gd name="csX511" fmla="*/ 83412 w 183328"/>
                <a:gd name="csY511" fmla="*/ 88122 h 184956"/>
                <a:gd name="csX512" fmla="*/ 82386 w 183328"/>
                <a:gd name="csY512" fmla="*/ 87278 h 184956"/>
                <a:gd name="csX513" fmla="*/ 81533 w 183328"/>
                <a:gd name="csY513" fmla="*/ 86106 h 184956"/>
                <a:gd name="csX514" fmla="*/ 79373 w 183328"/>
                <a:gd name="csY514" fmla="*/ 83953 h 184956"/>
                <a:gd name="csX515" fmla="*/ 76983 w 183328"/>
                <a:gd name="csY515" fmla="*/ 82150 h 184956"/>
                <a:gd name="csX516" fmla="*/ 74670 w 183328"/>
                <a:gd name="csY516" fmla="*/ 80955 h 184956"/>
                <a:gd name="csX517" fmla="*/ 72221 w 183328"/>
                <a:gd name="csY517" fmla="*/ 80172 h 184956"/>
                <a:gd name="csX518" fmla="*/ 70227 w 183328"/>
                <a:gd name="csY518" fmla="*/ 81092 h 184956"/>
                <a:gd name="csX519" fmla="*/ 69063 w 183328"/>
                <a:gd name="csY519" fmla="*/ 80879 h 184956"/>
                <a:gd name="csX520" fmla="*/ 68827 w 183328"/>
                <a:gd name="csY520" fmla="*/ 80255 h 184956"/>
                <a:gd name="csX521" fmla="*/ 71308 w 183328"/>
                <a:gd name="csY521" fmla="*/ 79015 h 184956"/>
                <a:gd name="csX522" fmla="*/ 74716 w 183328"/>
                <a:gd name="csY522" fmla="*/ 76641 h 184956"/>
                <a:gd name="csX523" fmla="*/ 77113 w 183328"/>
                <a:gd name="csY523" fmla="*/ 75857 h 184956"/>
                <a:gd name="csX524" fmla="*/ 78277 w 183328"/>
                <a:gd name="csY524" fmla="*/ 75758 h 184956"/>
                <a:gd name="csX525" fmla="*/ 80483 w 183328"/>
                <a:gd name="csY525" fmla="*/ 77843 h 184956"/>
                <a:gd name="csX526" fmla="*/ 107372 w 183328"/>
                <a:gd name="csY526" fmla="*/ 81929 h 184956"/>
                <a:gd name="csX527" fmla="*/ 105120 w 183328"/>
                <a:gd name="csY527" fmla="*/ 82591 h 184956"/>
                <a:gd name="csX528" fmla="*/ 104519 w 183328"/>
                <a:gd name="csY528" fmla="*/ 82484 h 184956"/>
                <a:gd name="csX529" fmla="*/ 105021 w 183328"/>
                <a:gd name="csY529" fmla="*/ 81648 h 184956"/>
                <a:gd name="csX530" fmla="*/ 105059 w 183328"/>
                <a:gd name="csY530" fmla="*/ 81297 h 184956"/>
                <a:gd name="csX531" fmla="*/ 102807 w 183328"/>
                <a:gd name="csY531" fmla="*/ 79761 h 184956"/>
                <a:gd name="csX532" fmla="*/ 103073 w 183328"/>
                <a:gd name="csY532" fmla="*/ 77767 h 184956"/>
                <a:gd name="csX533" fmla="*/ 103339 w 183328"/>
                <a:gd name="csY533" fmla="*/ 77257 h 184956"/>
                <a:gd name="csX534" fmla="*/ 105013 w 183328"/>
                <a:gd name="csY534" fmla="*/ 78300 h 184956"/>
                <a:gd name="csX535" fmla="*/ 105378 w 183328"/>
                <a:gd name="csY535" fmla="*/ 80035 h 184956"/>
                <a:gd name="csX536" fmla="*/ 107372 w 183328"/>
                <a:gd name="csY536" fmla="*/ 81929 h 184956"/>
                <a:gd name="csX537" fmla="*/ 22217 w 183328"/>
                <a:gd name="csY537" fmla="*/ 87392 h 184956"/>
                <a:gd name="csX538" fmla="*/ 21387 w 183328"/>
                <a:gd name="csY538" fmla="*/ 87605 h 184956"/>
                <a:gd name="csX539" fmla="*/ 20672 w 183328"/>
                <a:gd name="csY539" fmla="*/ 87460 h 184956"/>
                <a:gd name="csX540" fmla="*/ 20025 w 183328"/>
                <a:gd name="csY540" fmla="*/ 87582 h 184956"/>
                <a:gd name="csX541" fmla="*/ 19394 w 183328"/>
                <a:gd name="csY541" fmla="*/ 88100 h 184956"/>
                <a:gd name="csX542" fmla="*/ 19463 w 183328"/>
                <a:gd name="csY542" fmla="*/ 85946 h 184956"/>
                <a:gd name="csX543" fmla="*/ 20201 w 183328"/>
                <a:gd name="csY543" fmla="*/ 83260 h 184956"/>
                <a:gd name="csX544" fmla="*/ 21099 w 183328"/>
                <a:gd name="csY544" fmla="*/ 81693 h 184956"/>
                <a:gd name="csX545" fmla="*/ 22369 w 183328"/>
                <a:gd name="csY545" fmla="*/ 80963 h 184956"/>
                <a:gd name="csX546" fmla="*/ 22909 w 183328"/>
                <a:gd name="csY546" fmla="*/ 82195 h 184956"/>
                <a:gd name="csX547" fmla="*/ 22810 w 183328"/>
                <a:gd name="csY547" fmla="*/ 86578 h 184956"/>
                <a:gd name="csX548" fmla="*/ 22217 w 183328"/>
                <a:gd name="csY548" fmla="*/ 87392 h 184956"/>
                <a:gd name="csX549" fmla="*/ 137677 w 183328"/>
                <a:gd name="csY549" fmla="*/ 97991 h 184956"/>
                <a:gd name="csX550" fmla="*/ 135638 w 183328"/>
                <a:gd name="csY550" fmla="*/ 99520 h 184956"/>
                <a:gd name="csX551" fmla="*/ 133363 w 183328"/>
                <a:gd name="csY551" fmla="*/ 97306 h 184956"/>
                <a:gd name="csX552" fmla="*/ 132990 w 183328"/>
                <a:gd name="csY552" fmla="*/ 96591 h 184956"/>
                <a:gd name="csX553" fmla="*/ 134664 w 183328"/>
                <a:gd name="csY553" fmla="*/ 95693 h 184956"/>
                <a:gd name="csX554" fmla="*/ 135493 w 183328"/>
                <a:gd name="csY554" fmla="*/ 94316 h 184956"/>
                <a:gd name="csX555" fmla="*/ 134824 w 183328"/>
                <a:gd name="csY555" fmla="*/ 92619 h 184956"/>
                <a:gd name="csX556" fmla="*/ 132503 w 183328"/>
                <a:gd name="csY556" fmla="*/ 90108 h 184956"/>
                <a:gd name="csX557" fmla="*/ 132389 w 183328"/>
                <a:gd name="csY557" fmla="*/ 88328 h 184956"/>
                <a:gd name="csX558" fmla="*/ 135942 w 183328"/>
                <a:gd name="csY558" fmla="*/ 87575 h 184956"/>
                <a:gd name="csX559" fmla="*/ 138034 w 183328"/>
                <a:gd name="csY559" fmla="*/ 89127 h 184956"/>
                <a:gd name="csX560" fmla="*/ 139100 w 183328"/>
                <a:gd name="csY560" fmla="*/ 89233 h 184956"/>
                <a:gd name="csX561" fmla="*/ 138689 w 183328"/>
                <a:gd name="csY561" fmla="*/ 90717 h 184956"/>
                <a:gd name="csX562" fmla="*/ 138871 w 183328"/>
                <a:gd name="csY562" fmla="*/ 91196 h 184956"/>
                <a:gd name="csX563" fmla="*/ 139031 w 183328"/>
                <a:gd name="csY563" fmla="*/ 95685 h 184956"/>
                <a:gd name="csX564" fmla="*/ 138042 w 183328"/>
                <a:gd name="csY564" fmla="*/ 96317 h 184956"/>
                <a:gd name="csX565" fmla="*/ 137883 w 183328"/>
                <a:gd name="csY565" fmla="*/ 97549 h 184956"/>
                <a:gd name="csX566" fmla="*/ 137677 w 183328"/>
                <a:gd name="csY566" fmla="*/ 97991 h 184956"/>
                <a:gd name="csX567" fmla="*/ 23746 w 183328"/>
                <a:gd name="csY567" fmla="*/ 94978 h 184956"/>
                <a:gd name="csX568" fmla="*/ 22689 w 183328"/>
                <a:gd name="csY568" fmla="*/ 95274 h 184956"/>
                <a:gd name="csX569" fmla="*/ 21349 w 183328"/>
                <a:gd name="csY569" fmla="*/ 92680 h 184956"/>
                <a:gd name="csX570" fmla="*/ 20863 w 183328"/>
                <a:gd name="csY570" fmla="*/ 90884 h 184956"/>
                <a:gd name="csX571" fmla="*/ 21426 w 183328"/>
                <a:gd name="csY571" fmla="*/ 90785 h 184956"/>
                <a:gd name="csX572" fmla="*/ 21958 w 183328"/>
                <a:gd name="csY572" fmla="*/ 90991 h 184956"/>
                <a:gd name="csX573" fmla="*/ 22521 w 183328"/>
                <a:gd name="csY573" fmla="*/ 91668 h 184956"/>
                <a:gd name="csX574" fmla="*/ 22521 w 183328"/>
                <a:gd name="csY574" fmla="*/ 92360 h 184956"/>
                <a:gd name="csX575" fmla="*/ 22750 w 183328"/>
                <a:gd name="csY575" fmla="*/ 93106 h 184956"/>
                <a:gd name="csX576" fmla="*/ 23335 w 183328"/>
                <a:gd name="csY576" fmla="*/ 93996 h 184956"/>
                <a:gd name="csX577" fmla="*/ 23746 w 183328"/>
                <a:gd name="csY577" fmla="*/ 94978 h 184956"/>
                <a:gd name="csX578" fmla="*/ 20627 w 183328"/>
                <a:gd name="csY578" fmla="*/ 93517 h 184956"/>
                <a:gd name="csX579" fmla="*/ 20893 w 183328"/>
                <a:gd name="csY579" fmla="*/ 96652 h 184956"/>
                <a:gd name="csX580" fmla="*/ 22399 w 183328"/>
                <a:gd name="csY580" fmla="*/ 97237 h 184956"/>
                <a:gd name="csX581" fmla="*/ 24400 w 183328"/>
                <a:gd name="csY581" fmla="*/ 100053 h 184956"/>
                <a:gd name="csX582" fmla="*/ 24233 w 183328"/>
                <a:gd name="csY582" fmla="*/ 101490 h 184956"/>
                <a:gd name="csX583" fmla="*/ 23815 w 183328"/>
                <a:gd name="csY583" fmla="*/ 101985 h 184956"/>
                <a:gd name="csX584" fmla="*/ 20497 w 183328"/>
                <a:gd name="csY584" fmla="*/ 100654 h 184956"/>
                <a:gd name="csX585" fmla="*/ 19706 w 183328"/>
                <a:gd name="csY585" fmla="*/ 101255 h 184956"/>
                <a:gd name="csX586" fmla="*/ 18740 w 183328"/>
                <a:gd name="csY586" fmla="*/ 101011 h 184956"/>
                <a:gd name="csX587" fmla="*/ 18139 w 183328"/>
                <a:gd name="csY587" fmla="*/ 99452 h 184956"/>
                <a:gd name="csX588" fmla="*/ 18207 w 183328"/>
                <a:gd name="csY588" fmla="*/ 98904 h 184956"/>
                <a:gd name="csX589" fmla="*/ 17667 w 183328"/>
                <a:gd name="csY589" fmla="*/ 97968 h 184956"/>
                <a:gd name="csX590" fmla="*/ 17210 w 183328"/>
                <a:gd name="csY590" fmla="*/ 97549 h 184956"/>
                <a:gd name="csX591" fmla="*/ 15910 w 183328"/>
                <a:gd name="csY591" fmla="*/ 98790 h 184956"/>
                <a:gd name="csX592" fmla="*/ 15088 w 183328"/>
                <a:gd name="csY592" fmla="*/ 99018 h 184956"/>
                <a:gd name="csX593" fmla="*/ 15088 w 183328"/>
                <a:gd name="csY593" fmla="*/ 97884 h 184956"/>
                <a:gd name="csX594" fmla="*/ 16297 w 183328"/>
                <a:gd name="csY594" fmla="*/ 94765 h 184956"/>
                <a:gd name="csX595" fmla="*/ 16861 w 183328"/>
                <a:gd name="csY595" fmla="*/ 94240 h 184956"/>
                <a:gd name="csX596" fmla="*/ 17850 w 183328"/>
                <a:gd name="csY596" fmla="*/ 95267 h 184956"/>
                <a:gd name="csX597" fmla="*/ 18664 w 183328"/>
                <a:gd name="csY597" fmla="*/ 94886 h 184956"/>
                <a:gd name="csX598" fmla="*/ 19280 w 183328"/>
                <a:gd name="csY598" fmla="*/ 93197 h 184956"/>
                <a:gd name="csX599" fmla="*/ 19318 w 183328"/>
                <a:gd name="csY599" fmla="*/ 91516 h 184956"/>
                <a:gd name="csX600" fmla="*/ 19600 w 183328"/>
                <a:gd name="csY600" fmla="*/ 91021 h 184956"/>
                <a:gd name="csX601" fmla="*/ 20627 w 183328"/>
                <a:gd name="csY601" fmla="*/ 93517 h 184956"/>
                <a:gd name="csX602" fmla="*/ 83375 w 183328"/>
                <a:gd name="csY602" fmla="*/ 105888 h 184956"/>
                <a:gd name="csX603" fmla="*/ 82530 w 183328"/>
                <a:gd name="csY603" fmla="*/ 106550 h 184956"/>
                <a:gd name="csX604" fmla="*/ 81579 w 183328"/>
                <a:gd name="csY604" fmla="*/ 106520 h 184956"/>
                <a:gd name="csX605" fmla="*/ 80902 w 183328"/>
                <a:gd name="csY605" fmla="*/ 106276 h 184956"/>
                <a:gd name="csX606" fmla="*/ 80567 w 183328"/>
                <a:gd name="csY606" fmla="*/ 105744 h 184956"/>
                <a:gd name="csX607" fmla="*/ 80985 w 183328"/>
                <a:gd name="csY607" fmla="*/ 105493 h 184956"/>
                <a:gd name="csX608" fmla="*/ 81480 w 183328"/>
                <a:gd name="csY608" fmla="*/ 104420 h 184956"/>
                <a:gd name="csX609" fmla="*/ 81937 w 183328"/>
                <a:gd name="csY609" fmla="*/ 104131 h 184956"/>
                <a:gd name="csX610" fmla="*/ 82614 w 183328"/>
                <a:gd name="csY610" fmla="*/ 104268 h 184956"/>
                <a:gd name="csX611" fmla="*/ 83032 w 183328"/>
                <a:gd name="csY611" fmla="*/ 104702 h 184956"/>
                <a:gd name="csX612" fmla="*/ 83375 w 183328"/>
                <a:gd name="csY612" fmla="*/ 105888 h 184956"/>
                <a:gd name="csX613" fmla="*/ 114136 w 183328"/>
                <a:gd name="csY613" fmla="*/ 110362 h 184956"/>
                <a:gd name="csX614" fmla="*/ 113504 w 183328"/>
                <a:gd name="csY614" fmla="*/ 112165 h 184956"/>
                <a:gd name="csX615" fmla="*/ 111838 w 183328"/>
                <a:gd name="csY615" fmla="*/ 110065 h 184956"/>
                <a:gd name="csX616" fmla="*/ 110012 w 183328"/>
                <a:gd name="csY616" fmla="*/ 108627 h 184956"/>
                <a:gd name="csX617" fmla="*/ 109327 w 183328"/>
                <a:gd name="csY617" fmla="*/ 107364 h 184956"/>
                <a:gd name="csX618" fmla="*/ 108216 w 183328"/>
                <a:gd name="csY618" fmla="*/ 106604 h 184956"/>
                <a:gd name="csX619" fmla="*/ 107912 w 183328"/>
                <a:gd name="csY619" fmla="*/ 104907 h 184956"/>
                <a:gd name="csX620" fmla="*/ 109259 w 183328"/>
                <a:gd name="csY620" fmla="*/ 104214 h 184956"/>
                <a:gd name="csX621" fmla="*/ 109837 w 183328"/>
                <a:gd name="csY621" fmla="*/ 104146 h 184956"/>
                <a:gd name="csX622" fmla="*/ 111222 w 183328"/>
                <a:gd name="csY622" fmla="*/ 106208 h 184956"/>
                <a:gd name="csX623" fmla="*/ 113383 w 183328"/>
                <a:gd name="csY623" fmla="*/ 106444 h 184956"/>
                <a:gd name="csX624" fmla="*/ 113216 w 183328"/>
                <a:gd name="csY624" fmla="*/ 107714 h 184956"/>
                <a:gd name="csX625" fmla="*/ 113900 w 183328"/>
                <a:gd name="csY625" fmla="*/ 109350 h 184956"/>
                <a:gd name="csX626" fmla="*/ 114136 w 183328"/>
                <a:gd name="csY626" fmla="*/ 110362 h 184956"/>
                <a:gd name="csX627" fmla="*/ 26523 w 183328"/>
                <a:gd name="csY627" fmla="*/ 109137 h 184956"/>
                <a:gd name="csX628" fmla="*/ 28775 w 183328"/>
                <a:gd name="csY628" fmla="*/ 111754 h 184956"/>
                <a:gd name="csX629" fmla="*/ 26957 w 183328"/>
                <a:gd name="csY629" fmla="*/ 111108 h 184956"/>
                <a:gd name="csX630" fmla="*/ 25025 w 183328"/>
                <a:gd name="csY630" fmla="*/ 112919 h 184956"/>
                <a:gd name="csX631" fmla="*/ 22574 w 183328"/>
                <a:gd name="csY631" fmla="*/ 110803 h 184956"/>
                <a:gd name="csX632" fmla="*/ 21106 w 183328"/>
                <a:gd name="csY632" fmla="*/ 108658 h 184956"/>
                <a:gd name="csX633" fmla="*/ 20779 w 183328"/>
                <a:gd name="csY633" fmla="*/ 107798 h 184956"/>
                <a:gd name="csX634" fmla="*/ 22316 w 183328"/>
                <a:gd name="csY634" fmla="*/ 105789 h 184956"/>
                <a:gd name="csX635" fmla="*/ 23746 w 183328"/>
                <a:gd name="csY635" fmla="*/ 107851 h 184956"/>
                <a:gd name="csX636" fmla="*/ 25481 w 183328"/>
                <a:gd name="csY636" fmla="*/ 108179 h 184956"/>
                <a:gd name="csX637" fmla="*/ 26523 w 183328"/>
                <a:gd name="csY637" fmla="*/ 109137 h 184956"/>
                <a:gd name="csX638" fmla="*/ 153274 w 183328"/>
                <a:gd name="csY638" fmla="*/ 108970 h 184956"/>
                <a:gd name="csX639" fmla="*/ 155899 w 183328"/>
                <a:gd name="csY639" fmla="*/ 109860 h 184956"/>
                <a:gd name="csX640" fmla="*/ 156630 w 183328"/>
                <a:gd name="csY640" fmla="*/ 109761 h 184956"/>
                <a:gd name="csX641" fmla="*/ 157870 w 183328"/>
                <a:gd name="csY641" fmla="*/ 110081 h 184956"/>
                <a:gd name="csX642" fmla="*/ 158197 w 183328"/>
                <a:gd name="csY642" fmla="*/ 111709 h 184956"/>
                <a:gd name="csX643" fmla="*/ 156554 w 183328"/>
                <a:gd name="csY643" fmla="*/ 111945 h 184956"/>
                <a:gd name="csX644" fmla="*/ 153708 w 183328"/>
                <a:gd name="csY644" fmla="*/ 113444 h 184956"/>
                <a:gd name="csX645" fmla="*/ 152498 w 183328"/>
                <a:gd name="csY645" fmla="*/ 113116 h 184956"/>
                <a:gd name="csX646" fmla="*/ 151053 w 183328"/>
                <a:gd name="csY646" fmla="*/ 111815 h 184956"/>
                <a:gd name="csX647" fmla="*/ 148755 w 183328"/>
                <a:gd name="csY647" fmla="*/ 111678 h 184956"/>
                <a:gd name="csX648" fmla="*/ 148078 w 183328"/>
                <a:gd name="csY648" fmla="*/ 111321 h 184956"/>
                <a:gd name="csX649" fmla="*/ 149310 w 183328"/>
                <a:gd name="csY649" fmla="*/ 109784 h 184956"/>
                <a:gd name="csX650" fmla="*/ 151547 w 183328"/>
                <a:gd name="csY650" fmla="*/ 109008 h 184956"/>
                <a:gd name="csX651" fmla="*/ 153274 w 183328"/>
                <a:gd name="csY651" fmla="*/ 108970 h 184956"/>
                <a:gd name="csX652" fmla="*/ 100562 w 183328"/>
                <a:gd name="csY652" fmla="*/ 115270 h 184956"/>
                <a:gd name="csX653" fmla="*/ 99132 w 183328"/>
                <a:gd name="csY653" fmla="*/ 116571 h 184956"/>
                <a:gd name="csX654" fmla="*/ 98889 w 183328"/>
                <a:gd name="csY654" fmla="*/ 114615 h 184956"/>
                <a:gd name="csX655" fmla="*/ 99809 w 183328"/>
                <a:gd name="csY655" fmla="*/ 112553 h 184956"/>
                <a:gd name="csX656" fmla="*/ 101064 w 183328"/>
                <a:gd name="csY656" fmla="*/ 112424 h 184956"/>
                <a:gd name="csX657" fmla="*/ 101529 w 183328"/>
                <a:gd name="csY657" fmla="*/ 113329 h 184956"/>
                <a:gd name="csX658" fmla="*/ 100562 w 183328"/>
                <a:gd name="csY658" fmla="*/ 115270 h 184956"/>
                <a:gd name="csX659" fmla="*/ 119782 w 183328"/>
                <a:gd name="csY659" fmla="*/ 114661 h 184956"/>
                <a:gd name="csX660" fmla="*/ 118990 w 183328"/>
                <a:gd name="csY660" fmla="*/ 116396 h 184956"/>
                <a:gd name="csX661" fmla="*/ 117659 w 183328"/>
                <a:gd name="csY661" fmla="*/ 116129 h 184956"/>
                <a:gd name="csX662" fmla="*/ 115429 w 183328"/>
                <a:gd name="csY662" fmla="*/ 114265 h 184956"/>
                <a:gd name="csX663" fmla="*/ 114669 w 183328"/>
                <a:gd name="csY663" fmla="*/ 113421 h 184956"/>
                <a:gd name="csX664" fmla="*/ 114250 w 183328"/>
                <a:gd name="csY664" fmla="*/ 112591 h 184956"/>
                <a:gd name="csX665" fmla="*/ 115163 w 183328"/>
                <a:gd name="csY665" fmla="*/ 112493 h 184956"/>
                <a:gd name="csX666" fmla="*/ 116281 w 183328"/>
                <a:gd name="csY666" fmla="*/ 113375 h 184956"/>
                <a:gd name="csX667" fmla="*/ 119135 w 183328"/>
                <a:gd name="csY667" fmla="*/ 113839 h 184956"/>
                <a:gd name="csX668" fmla="*/ 119782 w 183328"/>
                <a:gd name="csY668" fmla="*/ 114661 h 184956"/>
                <a:gd name="csX669" fmla="*/ 136292 w 183328"/>
                <a:gd name="csY669" fmla="*/ 116548 h 184956"/>
                <a:gd name="csX670" fmla="*/ 135295 w 183328"/>
                <a:gd name="csY670" fmla="*/ 116654 h 184956"/>
                <a:gd name="csX671" fmla="*/ 135600 w 183328"/>
                <a:gd name="csY671" fmla="*/ 115582 h 184956"/>
                <a:gd name="csX672" fmla="*/ 137510 w 183328"/>
                <a:gd name="csY672" fmla="*/ 113718 h 184956"/>
                <a:gd name="csX673" fmla="*/ 140188 w 183328"/>
                <a:gd name="csY673" fmla="*/ 113626 h 184956"/>
                <a:gd name="csX674" fmla="*/ 142623 w 183328"/>
                <a:gd name="csY674" fmla="*/ 112690 h 184956"/>
                <a:gd name="csX675" fmla="*/ 143170 w 183328"/>
                <a:gd name="csY675" fmla="*/ 112660 h 184956"/>
                <a:gd name="csX676" fmla="*/ 142006 w 183328"/>
                <a:gd name="csY676" fmla="*/ 114128 h 184956"/>
                <a:gd name="csX677" fmla="*/ 140043 w 183328"/>
                <a:gd name="csY677" fmla="*/ 115498 h 184956"/>
                <a:gd name="csX678" fmla="*/ 136292 w 183328"/>
                <a:gd name="csY678" fmla="*/ 116548 h 184956"/>
                <a:gd name="csX679" fmla="*/ 122916 w 183328"/>
                <a:gd name="csY679" fmla="*/ 119500 h 184956"/>
                <a:gd name="csX680" fmla="*/ 120870 w 183328"/>
                <a:gd name="csY680" fmla="*/ 119667 h 184956"/>
                <a:gd name="csX681" fmla="*/ 120991 w 183328"/>
                <a:gd name="csY681" fmla="*/ 117621 h 184956"/>
                <a:gd name="csX682" fmla="*/ 121752 w 183328"/>
                <a:gd name="csY682" fmla="*/ 117088 h 184956"/>
                <a:gd name="csX683" fmla="*/ 124202 w 183328"/>
                <a:gd name="csY683" fmla="*/ 118108 h 184956"/>
                <a:gd name="csX684" fmla="*/ 124080 w 183328"/>
                <a:gd name="csY684" fmla="*/ 118747 h 184956"/>
                <a:gd name="csX685" fmla="*/ 122916 w 183328"/>
                <a:gd name="csY685" fmla="*/ 119500 h 184956"/>
                <a:gd name="csX686" fmla="*/ 113101 w 183328"/>
                <a:gd name="csY686" fmla="*/ 117507 h 184956"/>
                <a:gd name="csX687" fmla="*/ 112994 w 183328"/>
                <a:gd name="csY687" fmla="*/ 120284 h 184956"/>
                <a:gd name="csX688" fmla="*/ 112432 w 183328"/>
                <a:gd name="csY688" fmla="*/ 120261 h 184956"/>
                <a:gd name="csX689" fmla="*/ 112105 w 183328"/>
                <a:gd name="csY689" fmla="*/ 119835 h 184956"/>
                <a:gd name="csX690" fmla="*/ 112089 w 183328"/>
                <a:gd name="csY690" fmla="*/ 118770 h 184956"/>
                <a:gd name="csX691" fmla="*/ 112333 w 183328"/>
                <a:gd name="csY691" fmla="*/ 117096 h 184956"/>
                <a:gd name="csX692" fmla="*/ 113101 w 183328"/>
                <a:gd name="csY692" fmla="*/ 117507 h 184956"/>
                <a:gd name="csX693" fmla="*/ 102267 w 183328"/>
                <a:gd name="csY693" fmla="*/ 121501 h 184956"/>
                <a:gd name="csX694" fmla="*/ 101049 w 183328"/>
                <a:gd name="csY694" fmla="*/ 122315 h 184956"/>
                <a:gd name="csX695" fmla="*/ 101453 w 183328"/>
                <a:gd name="csY695" fmla="*/ 120459 h 184956"/>
                <a:gd name="csX696" fmla="*/ 100852 w 183328"/>
                <a:gd name="csY696" fmla="*/ 119493 h 184956"/>
                <a:gd name="csX697" fmla="*/ 101384 w 183328"/>
                <a:gd name="csY697" fmla="*/ 118671 h 184956"/>
                <a:gd name="csX698" fmla="*/ 102168 w 183328"/>
                <a:gd name="csY698" fmla="*/ 118009 h 184956"/>
                <a:gd name="csX699" fmla="*/ 102533 w 183328"/>
                <a:gd name="csY699" fmla="*/ 118694 h 184956"/>
                <a:gd name="csX700" fmla="*/ 103233 w 183328"/>
                <a:gd name="csY700" fmla="*/ 119804 h 184956"/>
                <a:gd name="csX701" fmla="*/ 102267 w 183328"/>
                <a:gd name="csY701" fmla="*/ 121501 h 184956"/>
                <a:gd name="csX702" fmla="*/ 104138 w 183328"/>
                <a:gd name="csY702" fmla="*/ 127360 h 184956"/>
                <a:gd name="csX703" fmla="*/ 103347 w 183328"/>
                <a:gd name="csY703" fmla="*/ 127763 h 184956"/>
                <a:gd name="csX704" fmla="*/ 102031 w 183328"/>
                <a:gd name="csY704" fmla="*/ 127177 h 184956"/>
                <a:gd name="csX705" fmla="*/ 102381 w 183328"/>
                <a:gd name="csY705" fmla="*/ 125716 h 184956"/>
                <a:gd name="csX706" fmla="*/ 103294 w 183328"/>
                <a:gd name="csY706" fmla="*/ 125092 h 184956"/>
                <a:gd name="csX707" fmla="*/ 104260 w 183328"/>
                <a:gd name="csY707" fmla="*/ 125572 h 184956"/>
                <a:gd name="csX708" fmla="*/ 104405 w 183328"/>
                <a:gd name="csY708" fmla="*/ 126234 h 184956"/>
                <a:gd name="csX709" fmla="*/ 104138 w 183328"/>
                <a:gd name="csY709" fmla="*/ 127360 h 184956"/>
                <a:gd name="csX710" fmla="*/ 125975 w 183328"/>
                <a:gd name="csY710" fmla="*/ 131560 h 184956"/>
                <a:gd name="csX711" fmla="*/ 124073 w 183328"/>
                <a:gd name="csY711" fmla="*/ 132564 h 184956"/>
                <a:gd name="csX712" fmla="*/ 122772 w 183328"/>
                <a:gd name="csY712" fmla="*/ 131111 h 184956"/>
                <a:gd name="csX713" fmla="*/ 122049 w 183328"/>
                <a:gd name="csY713" fmla="*/ 128821 h 184956"/>
                <a:gd name="csX714" fmla="*/ 125533 w 183328"/>
                <a:gd name="csY714" fmla="*/ 125458 h 184956"/>
                <a:gd name="csX715" fmla="*/ 126371 w 183328"/>
                <a:gd name="csY715" fmla="*/ 125762 h 184956"/>
                <a:gd name="csX716" fmla="*/ 126873 w 183328"/>
                <a:gd name="csY716" fmla="*/ 126629 h 184956"/>
                <a:gd name="csX717" fmla="*/ 126797 w 183328"/>
                <a:gd name="csY717" fmla="*/ 129650 h 184956"/>
                <a:gd name="csX718" fmla="*/ 125975 w 183328"/>
                <a:gd name="csY718" fmla="*/ 131560 h 184956"/>
                <a:gd name="csX719" fmla="*/ 120276 w 183328"/>
                <a:gd name="csY719" fmla="*/ 128874 h 184956"/>
                <a:gd name="csX720" fmla="*/ 118579 w 183328"/>
                <a:gd name="csY720" fmla="*/ 130928 h 184956"/>
                <a:gd name="csX721" fmla="*/ 117164 w 183328"/>
                <a:gd name="csY721" fmla="*/ 130708 h 184956"/>
                <a:gd name="csX722" fmla="*/ 116571 w 183328"/>
                <a:gd name="csY722" fmla="*/ 129764 h 184956"/>
                <a:gd name="csX723" fmla="*/ 117446 w 183328"/>
                <a:gd name="csY723" fmla="*/ 127831 h 184956"/>
                <a:gd name="csX724" fmla="*/ 119340 w 183328"/>
                <a:gd name="csY724" fmla="*/ 126736 h 184956"/>
                <a:gd name="csX725" fmla="*/ 120200 w 183328"/>
                <a:gd name="csY725" fmla="*/ 127025 h 184956"/>
                <a:gd name="csX726" fmla="*/ 120116 w 183328"/>
                <a:gd name="csY726" fmla="*/ 128455 h 184956"/>
                <a:gd name="csX727" fmla="*/ 120276 w 183328"/>
                <a:gd name="csY727" fmla="*/ 128874 h 184956"/>
                <a:gd name="csX728" fmla="*/ 157444 w 183328"/>
                <a:gd name="csY728" fmla="*/ 131780 h 184956"/>
                <a:gd name="csX729" fmla="*/ 155313 w 183328"/>
                <a:gd name="csY729" fmla="*/ 132146 h 184956"/>
                <a:gd name="csX730" fmla="*/ 155694 w 183328"/>
                <a:gd name="csY730" fmla="*/ 130030 h 184956"/>
                <a:gd name="csX731" fmla="*/ 154652 w 183328"/>
                <a:gd name="csY731" fmla="*/ 128364 h 184956"/>
                <a:gd name="csX732" fmla="*/ 156310 w 183328"/>
                <a:gd name="csY732" fmla="*/ 129300 h 184956"/>
                <a:gd name="csX733" fmla="*/ 157368 w 183328"/>
                <a:gd name="csY733" fmla="*/ 130426 h 184956"/>
                <a:gd name="csX734" fmla="*/ 157885 w 183328"/>
                <a:gd name="csY734" fmla="*/ 130639 h 184956"/>
                <a:gd name="csX735" fmla="*/ 157764 w 183328"/>
                <a:gd name="csY735" fmla="*/ 131316 h 184956"/>
                <a:gd name="csX736" fmla="*/ 157444 w 183328"/>
                <a:gd name="csY736" fmla="*/ 131780 h 184956"/>
                <a:gd name="csX737" fmla="*/ 108361 w 183328"/>
                <a:gd name="csY737" fmla="*/ 132785 h 184956"/>
                <a:gd name="csX738" fmla="*/ 107973 w 183328"/>
                <a:gd name="csY738" fmla="*/ 132899 h 184956"/>
                <a:gd name="csX739" fmla="*/ 107410 w 183328"/>
                <a:gd name="csY739" fmla="*/ 131780 h 184956"/>
                <a:gd name="csX740" fmla="*/ 107296 w 183328"/>
                <a:gd name="csY740" fmla="*/ 130738 h 184956"/>
                <a:gd name="csX741" fmla="*/ 107517 w 183328"/>
                <a:gd name="csY741" fmla="*/ 130121 h 184956"/>
                <a:gd name="csX742" fmla="*/ 108254 w 183328"/>
                <a:gd name="csY742" fmla="*/ 130061 h 184956"/>
                <a:gd name="csX743" fmla="*/ 109259 w 183328"/>
                <a:gd name="csY743" fmla="*/ 132047 h 184956"/>
                <a:gd name="csX744" fmla="*/ 108361 w 183328"/>
                <a:gd name="csY744" fmla="*/ 132785 h 184956"/>
                <a:gd name="csX745" fmla="*/ 132663 w 183328"/>
                <a:gd name="csY745" fmla="*/ 136262 h 184956"/>
                <a:gd name="csX746" fmla="*/ 130776 w 183328"/>
                <a:gd name="csY746" fmla="*/ 136482 h 184956"/>
                <a:gd name="csX747" fmla="*/ 130175 w 183328"/>
                <a:gd name="csY747" fmla="*/ 136285 h 184956"/>
                <a:gd name="csX748" fmla="*/ 131324 w 183328"/>
                <a:gd name="csY748" fmla="*/ 135828 h 184956"/>
                <a:gd name="csX749" fmla="*/ 132123 w 183328"/>
                <a:gd name="csY749" fmla="*/ 135341 h 184956"/>
                <a:gd name="csX750" fmla="*/ 132510 w 183328"/>
                <a:gd name="csY750" fmla="*/ 134755 h 184956"/>
                <a:gd name="csX751" fmla="*/ 134421 w 183328"/>
                <a:gd name="csY751" fmla="*/ 133721 h 184956"/>
                <a:gd name="csX752" fmla="*/ 135676 w 183328"/>
                <a:gd name="csY752" fmla="*/ 132366 h 184956"/>
                <a:gd name="csX753" fmla="*/ 137038 w 183328"/>
                <a:gd name="csY753" fmla="*/ 133287 h 184956"/>
                <a:gd name="csX754" fmla="*/ 135334 w 183328"/>
                <a:gd name="csY754" fmla="*/ 133903 h 184956"/>
                <a:gd name="csX755" fmla="*/ 132663 w 183328"/>
                <a:gd name="csY755" fmla="*/ 136262 h 184956"/>
                <a:gd name="csX756" fmla="*/ 155945 w 183328"/>
                <a:gd name="csY756" fmla="*/ 137943 h 184956"/>
                <a:gd name="csX757" fmla="*/ 155283 w 183328"/>
                <a:gd name="csY757" fmla="*/ 137974 h 184956"/>
                <a:gd name="csX758" fmla="*/ 156075 w 183328"/>
                <a:gd name="csY758" fmla="*/ 136695 h 184956"/>
                <a:gd name="csX759" fmla="*/ 158326 w 183328"/>
                <a:gd name="csY759" fmla="*/ 134938 h 184956"/>
                <a:gd name="csX760" fmla="*/ 161606 w 183328"/>
                <a:gd name="csY760" fmla="*/ 133386 h 184956"/>
                <a:gd name="csX761" fmla="*/ 162694 w 183328"/>
                <a:gd name="csY761" fmla="*/ 133218 h 184956"/>
                <a:gd name="csX762" fmla="*/ 164543 w 183328"/>
                <a:gd name="csY762" fmla="*/ 134177 h 184956"/>
                <a:gd name="csX763" fmla="*/ 161149 w 183328"/>
                <a:gd name="csY763" fmla="*/ 135767 h 184956"/>
                <a:gd name="csX764" fmla="*/ 160244 w 183328"/>
                <a:gd name="csY764" fmla="*/ 136604 h 184956"/>
                <a:gd name="csX765" fmla="*/ 157741 w 183328"/>
                <a:gd name="csY765" fmla="*/ 136787 h 184956"/>
                <a:gd name="csX766" fmla="*/ 155945 w 183328"/>
                <a:gd name="csY766" fmla="*/ 137943 h 184956"/>
                <a:gd name="csX767" fmla="*/ 122468 w 183328"/>
                <a:gd name="csY767" fmla="*/ 139351 h 184956"/>
                <a:gd name="csX768" fmla="*/ 122095 w 183328"/>
                <a:gd name="csY768" fmla="*/ 139769 h 184956"/>
                <a:gd name="csX769" fmla="*/ 120481 w 183328"/>
                <a:gd name="csY769" fmla="*/ 138095 h 184956"/>
                <a:gd name="csX770" fmla="*/ 119865 w 183328"/>
                <a:gd name="csY770" fmla="*/ 137121 h 184956"/>
                <a:gd name="csX771" fmla="*/ 120634 w 183328"/>
                <a:gd name="csY771" fmla="*/ 136307 h 184956"/>
                <a:gd name="csX772" fmla="*/ 123008 w 183328"/>
                <a:gd name="csY772" fmla="*/ 138210 h 184956"/>
                <a:gd name="csX773" fmla="*/ 122468 w 183328"/>
                <a:gd name="csY773" fmla="*/ 139351 h 184956"/>
                <a:gd name="csX774" fmla="*/ 104405 w 183328"/>
                <a:gd name="csY774" fmla="*/ 136969 h 184956"/>
                <a:gd name="csX775" fmla="*/ 104443 w 183328"/>
                <a:gd name="csY775" fmla="*/ 138529 h 184956"/>
                <a:gd name="csX776" fmla="*/ 104290 w 183328"/>
                <a:gd name="csY776" fmla="*/ 139084 h 184956"/>
                <a:gd name="csX777" fmla="*/ 99923 w 183328"/>
                <a:gd name="csY777" fmla="*/ 139838 h 184956"/>
                <a:gd name="csX778" fmla="*/ 100326 w 183328"/>
                <a:gd name="csY778" fmla="*/ 138050 h 184956"/>
                <a:gd name="csX779" fmla="*/ 100593 w 183328"/>
                <a:gd name="csY779" fmla="*/ 137487 h 184956"/>
                <a:gd name="csX780" fmla="*/ 102038 w 183328"/>
                <a:gd name="csY780" fmla="*/ 138316 h 184956"/>
                <a:gd name="csX781" fmla="*/ 102571 w 183328"/>
                <a:gd name="csY781" fmla="*/ 137890 h 184956"/>
                <a:gd name="csX782" fmla="*/ 102784 w 183328"/>
                <a:gd name="csY782" fmla="*/ 137403 h 184956"/>
                <a:gd name="csX783" fmla="*/ 104405 w 183328"/>
                <a:gd name="csY783" fmla="*/ 136969 h 184956"/>
                <a:gd name="csX784" fmla="*/ 175393 w 183328"/>
                <a:gd name="csY784" fmla="*/ 142531 h 184956"/>
                <a:gd name="csX785" fmla="*/ 174928 w 183328"/>
                <a:gd name="csY785" fmla="*/ 142950 h 184956"/>
                <a:gd name="csX786" fmla="*/ 173856 w 183328"/>
                <a:gd name="csY786" fmla="*/ 141740 h 184956"/>
                <a:gd name="csX787" fmla="*/ 173802 w 183328"/>
                <a:gd name="csY787" fmla="*/ 141108 h 184956"/>
                <a:gd name="csX788" fmla="*/ 174898 w 183328"/>
                <a:gd name="csY788" fmla="*/ 140385 h 184956"/>
                <a:gd name="csX789" fmla="*/ 175446 w 183328"/>
                <a:gd name="csY789" fmla="*/ 140218 h 184956"/>
                <a:gd name="csX790" fmla="*/ 175605 w 183328"/>
                <a:gd name="csY790" fmla="*/ 140713 h 184956"/>
                <a:gd name="csX791" fmla="*/ 175591 w 183328"/>
                <a:gd name="csY791" fmla="*/ 141770 h 184956"/>
                <a:gd name="csX792" fmla="*/ 175393 w 183328"/>
                <a:gd name="csY792" fmla="*/ 142531 h 184956"/>
                <a:gd name="csX793" fmla="*/ 145506 w 183328"/>
                <a:gd name="csY793" fmla="*/ 141702 h 184956"/>
                <a:gd name="csX794" fmla="*/ 143817 w 183328"/>
                <a:gd name="csY794" fmla="*/ 142333 h 184956"/>
                <a:gd name="csX795" fmla="*/ 142744 w 183328"/>
                <a:gd name="csY795" fmla="*/ 143665 h 184956"/>
                <a:gd name="csX796" fmla="*/ 141436 w 183328"/>
                <a:gd name="csY796" fmla="*/ 142721 h 184956"/>
                <a:gd name="csX797" fmla="*/ 141436 w 183328"/>
                <a:gd name="csY797" fmla="*/ 141443 h 184956"/>
                <a:gd name="csX798" fmla="*/ 142866 w 183328"/>
                <a:gd name="csY798" fmla="*/ 141839 h 184956"/>
                <a:gd name="csX799" fmla="*/ 143870 w 183328"/>
                <a:gd name="csY799" fmla="*/ 141116 h 184956"/>
                <a:gd name="csX800" fmla="*/ 143566 w 183328"/>
                <a:gd name="csY800" fmla="*/ 140302 h 184956"/>
                <a:gd name="csX801" fmla="*/ 144662 w 183328"/>
                <a:gd name="csY801" fmla="*/ 140682 h 184956"/>
                <a:gd name="csX802" fmla="*/ 145506 w 183328"/>
                <a:gd name="csY802" fmla="*/ 141702 h 184956"/>
                <a:gd name="csX803" fmla="*/ 124620 w 183328"/>
                <a:gd name="csY803" fmla="*/ 146800 h 184956"/>
                <a:gd name="csX804" fmla="*/ 123631 w 183328"/>
                <a:gd name="csY804" fmla="*/ 148192 h 184956"/>
                <a:gd name="csX805" fmla="*/ 122232 w 183328"/>
                <a:gd name="csY805" fmla="*/ 147697 h 184956"/>
                <a:gd name="csX806" fmla="*/ 122802 w 183328"/>
                <a:gd name="csY806" fmla="*/ 147172 h 184956"/>
                <a:gd name="csX807" fmla="*/ 123137 w 183328"/>
                <a:gd name="csY807" fmla="*/ 146488 h 184956"/>
                <a:gd name="csX808" fmla="*/ 123175 w 183328"/>
                <a:gd name="csY808" fmla="*/ 145499 h 184956"/>
                <a:gd name="csX809" fmla="*/ 122795 w 183328"/>
                <a:gd name="csY809" fmla="*/ 144890 h 184956"/>
                <a:gd name="csX810" fmla="*/ 123053 w 183328"/>
                <a:gd name="csY810" fmla="*/ 144669 h 184956"/>
                <a:gd name="csX811" fmla="*/ 124301 w 183328"/>
                <a:gd name="csY811" fmla="*/ 145689 h 184956"/>
                <a:gd name="csX812" fmla="*/ 124620 w 183328"/>
                <a:gd name="csY812" fmla="*/ 146800 h 184956"/>
                <a:gd name="csX813" fmla="*/ 175020 w 183328"/>
                <a:gd name="csY813" fmla="*/ 158996 h 184956"/>
                <a:gd name="csX814" fmla="*/ 173483 w 183328"/>
                <a:gd name="csY814" fmla="*/ 159551 h 184956"/>
                <a:gd name="csX815" fmla="*/ 172950 w 183328"/>
                <a:gd name="csY815" fmla="*/ 159483 h 184956"/>
                <a:gd name="csX816" fmla="*/ 172311 w 183328"/>
                <a:gd name="csY816" fmla="*/ 158266 h 184956"/>
                <a:gd name="csX817" fmla="*/ 173201 w 183328"/>
                <a:gd name="csY817" fmla="*/ 155329 h 184956"/>
                <a:gd name="csX818" fmla="*/ 172380 w 183328"/>
                <a:gd name="csY818" fmla="*/ 153434 h 184956"/>
                <a:gd name="csX819" fmla="*/ 172326 w 183328"/>
                <a:gd name="csY819" fmla="*/ 152635 h 184956"/>
                <a:gd name="csX820" fmla="*/ 173574 w 183328"/>
                <a:gd name="csY820" fmla="*/ 151525 h 184956"/>
                <a:gd name="csX821" fmla="*/ 174442 w 183328"/>
                <a:gd name="csY821" fmla="*/ 149858 h 184956"/>
                <a:gd name="csX822" fmla="*/ 176556 w 183328"/>
                <a:gd name="csY822" fmla="*/ 148055 h 184956"/>
                <a:gd name="csX823" fmla="*/ 182042 w 183328"/>
                <a:gd name="csY823" fmla="*/ 145917 h 184956"/>
                <a:gd name="csX824" fmla="*/ 183328 w 183328"/>
                <a:gd name="csY824" fmla="*/ 145719 h 184956"/>
                <a:gd name="csX825" fmla="*/ 183290 w 183328"/>
                <a:gd name="csY825" fmla="*/ 147393 h 184956"/>
                <a:gd name="csX826" fmla="*/ 181457 w 183328"/>
                <a:gd name="csY826" fmla="*/ 151623 h 184956"/>
                <a:gd name="csX827" fmla="*/ 179829 w 183328"/>
                <a:gd name="csY827" fmla="*/ 153738 h 184956"/>
                <a:gd name="csX828" fmla="*/ 180262 w 183328"/>
                <a:gd name="csY828" fmla="*/ 155428 h 184956"/>
                <a:gd name="csX829" fmla="*/ 177652 w 183328"/>
                <a:gd name="csY829" fmla="*/ 155899 h 184956"/>
                <a:gd name="csX830" fmla="*/ 175020 w 183328"/>
                <a:gd name="csY830" fmla="*/ 158996 h 184956"/>
                <a:gd name="csX831" fmla="*/ 72761 w 183328"/>
                <a:gd name="csY831" fmla="*/ 152148 h 184956"/>
                <a:gd name="csX832" fmla="*/ 72509 w 183328"/>
                <a:gd name="csY832" fmla="*/ 153290 h 184956"/>
                <a:gd name="csX833" fmla="*/ 70311 w 183328"/>
                <a:gd name="csY833" fmla="*/ 152506 h 184956"/>
                <a:gd name="csX834" fmla="*/ 69702 w 183328"/>
                <a:gd name="csY834" fmla="*/ 151327 h 184956"/>
                <a:gd name="csX835" fmla="*/ 69588 w 183328"/>
                <a:gd name="csY835" fmla="*/ 148709 h 184956"/>
                <a:gd name="csX836" fmla="*/ 70166 w 183328"/>
                <a:gd name="csY836" fmla="*/ 147431 h 184956"/>
                <a:gd name="csX837" fmla="*/ 70546 w 183328"/>
                <a:gd name="csY837" fmla="*/ 147028 h 184956"/>
                <a:gd name="csX838" fmla="*/ 71558 w 183328"/>
                <a:gd name="csY838" fmla="*/ 148504 h 184956"/>
                <a:gd name="csX839" fmla="*/ 73681 w 183328"/>
                <a:gd name="csY839" fmla="*/ 150657 h 184956"/>
                <a:gd name="csX840" fmla="*/ 72761 w 183328"/>
                <a:gd name="csY840" fmla="*/ 152148 h 184956"/>
                <a:gd name="csX841" fmla="*/ 160784 w 183328"/>
                <a:gd name="csY841" fmla="*/ 171147 h 184956"/>
                <a:gd name="csX842" fmla="*/ 159970 w 183328"/>
                <a:gd name="csY842" fmla="*/ 172615 h 184956"/>
                <a:gd name="csX843" fmla="*/ 159140 w 183328"/>
                <a:gd name="csY843" fmla="*/ 171375 h 184956"/>
                <a:gd name="csX844" fmla="*/ 159498 w 183328"/>
                <a:gd name="csY844" fmla="*/ 169945 h 184956"/>
                <a:gd name="csX845" fmla="*/ 158540 w 183328"/>
                <a:gd name="csY845" fmla="*/ 167685 h 184956"/>
                <a:gd name="csX846" fmla="*/ 160358 w 183328"/>
                <a:gd name="csY846" fmla="*/ 164322 h 184956"/>
                <a:gd name="csX847" fmla="*/ 160396 w 183328"/>
                <a:gd name="csY847" fmla="*/ 162686 h 184956"/>
                <a:gd name="csX848" fmla="*/ 161788 w 183328"/>
                <a:gd name="csY848" fmla="*/ 161849 h 184956"/>
                <a:gd name="csX849" fmla="*/ 161446 w 183328"/>
                <a:gd name="csY849" fmla="*/ 164626 h 184956"/>
                <a:gd name="csX850" fmla="*/ 160381 w 183328"/>
                <a:gd name="csY850" fmla="*/ 166848 h 184956"/>
                <a:gd name="csX851" fmla="*/ 161484 w 183328"/>
                <a:gd name="csY851" fmla="*/ 168697 h 184956"/>
                <a:gd name="csX852" fmla="*/ 162009 w 183328"/>
                <a:gd name="csY852" fmla="*/ 170797 h 184956"/>
                <a:gd name="csX853" fmla="*/ 160784 w 183328"/>
                <a:gd name="csY853" fmla="*/ 171147 h 184956"/>
                <a:gd name="csX854" fmla="*/ 89811 w 183328"/>
                <a:gd name="csY854" fmla="*/ 169313 h 184956"/>
                <a:gd name="csX855" fmla="*/ 91272 w 183328"/>
                <a:gd name="csY855" fmla="*/ 169504 h 184956"/>
                <a:gd name="csX856" fmla="*/ 93250 w 183328"/>
                <a:gd name="csY856" fmla="*/ 169473 h 184956"/>
                <a:gd name="csX857" fmla="*/ 93700 w 183328"/>
                <a:gd name="csY857" fmla="*/ 169313 h 184956"/>
                <a:gd name="csX858" fmla="*/ 94962 w 183328"/>
                <a:gd name="csY858" fmla="*/ 167784 h 184956"/>
                <a:gd name="csX859" fmla="*/ 96515 w 183328"/>
                <a:gd name="csY859" fmla="*/ 167754 h 184956"/>
                <a:gd name="csX860" fmla="*/ 97192 w 183328"/>
                <a:gd name="csY860" fmla="*/ 169260 h 184956"/>
                <a:gd name="csX861" fmla="*/ 95617 w 183328"/>
                <a:gd name="csY861" fmla="*/ 169952 h 184956"/>
                <a:gd name="csX862" fmla="*/ 95297 w 183328"/>
                <a:gd name="csY862" fmla="*/ 170348 h 184956"/>
                <a:gd name="csX863" fmla="*/ 95602 w 183328"/>
                <a:gd name="csY863" fmla="*/ 170668 h 184956"/>
                <a:gd name="csX864" fmla="*/ 96781 w 183328"/>
                <a:gd name="csY864" fmla="*/ 171299 h 184956"/>
                <a:gd name="csX865" fmla="*/ 98424 w 183328"/>
                <a:gd name="csY865" fmla="*/ 171063 h 184956"/>
                <a:gd name="csX866" fmla="*/ 98470 w 183328"/>
                <a:gd name="csY866" fmla="*/ 172250 h 184956"/>
                <a:gd name="csX867" fmla="*/ 98835 w 183328"/>
                <a:gd name="csY867" fmla="*/ 173216 h 184956"/>
                <a:gd name="csX868" fmla="*/ 99642 w 183328"/>
                <a:gd name="csY868" fmla="*/ 173795 h 184956"/>
                <a:gd name="csX869" fmla="*/ 100524 w 183328"/>
                <a:gd name="csY869" fmla="*/ 173909 h 184956"/>
                <a:gd name="csX870" fmla="*/ 102464 w 183328"/>
                <a:gd name="csY870" fmla="*/ 173741 h 184956"/>
                <a:gd name="csX871" fmla="*/ 104374 w 183328"/>
                <a:gd name="csY871" fmla="*/ 173361 h 184956"/>
                <a:gd name="csX872" fmla="*/ 106345 w 183328"/>
                <a:gd name="csY872" fmla="*/ 172600 h 184956"/>
                <a:gd name="csX873" fmla="*/ 108361 w 183328"/>
                <a:gd name="csY873" fmla="*/ 172212 h 184956"/>
                <a:gd name="csX874" fmla="*/ 114379 w 183328"/>
                <a:gd name="csY874" fmla="*/ 172600 h 184956"/>
                <a:gd name="csX875" fmla="*/ 116540 w 183328"/>
                <a:gd name="csY875" fmla="*/ 174244 h 184956"/>
                <a:gd name="csX876" fmla="*/ 120656 w 183328"/>
                <a:gd name="csY876" fmla="*/ 174441 h 184956"/>
                <a:gd name="csX877" fmla="*/ 124476 w 183328"/>
                <a:gd name="csY877" fmla="*/ 175309 h 184956"/>
                <a:gd name="csX878" fmla="*/ 126485 w 183328"/>
                <a:gd name="csY878" fmla="*/ 174738 h 184956"/>
                <a:gd name="csX879" fmla="*/ 129916 w 183328"/>
                <a:gd name="csY879" fmla="*/ 174206 h 184956"/>
                <a:gd name="csX880" fmla="*/ 130464 w 183328"/>
                <a:gd name="csY880" fmla="*/ 174784 h 184956"/>
                <a:gd name="csX881" fmla="*/ 130023 w 183328"/>
                <a:gd name="csY881" fmla="*/ 178489 h 184956"/>
                <a:gd name="csX882" fmla="*/ 130236 w 183328"/>
                <a:gd name="csY882" fmla="*/ 179570 h 184956"/>
                <a:gd name="csX883" fmla="*/ 131225 w 183328"/>
                <a:gd name="csY883" fmla="*/ 180087 h 184956"/>
                <a:gd name="csX884" fmla="*/ 132199 w 183328"/>
                <a:gd name="csY884" fmla="*/ 179836 h 184956"/>
                <a:gd name="csX885" fmla="*/ 133401 w 183328"/>
                <a:gd name="csY885" fmla="*/ 178619 h 184956"/>
                <a:gd name="csX886" fmla="*/ 136277 w 183328"/>
                <a:gd name="csY886" fmla="*/ 177683 h 184956"/>
                <a:gd name="csX887" fmla="*/ 139259 w 183328"/>
                <a:gd name="csY887" fmla="*/ 177683 h 184956"/>
                <a:gd name="csX888" fmla="*/ 141778 w 183328"/>
                <a:gd name="csY888" fmla="*/ 175217 h 184956"/>
                <a:gd name="csX889" fmla="*/ 142516 w 183328"/>
                <a:gd name="csY889" fmla="*/ 175073 h 184956"/>
                <a:gd name="csX890" fmla="*/ 142052 w 183328"/>
                <a:gd name="csY890" fmla="*/ 176283 h 184956"/>
                <a:gd name="csX891" fmla="*/ 141672 w 183328"/>
                <a:gd name="csY891" fmla="*/ 179128 h 184956"/>
                <a:gd name="csX892" fmla="*/ 141139 w 183328"/>
                <a:gd name="csY892" fmla="*/ 180795 h 184956"/>
                <a:gd name="csX893" fmla="*/ 140896 w 183328"/>
                <a:gd name="csY893" fmla="*/ 182103 h 184956"/>
                <a:gd name="csX894" fmla="*/ 139214 w 183328"/>
                <a:gd name="csY894" fmla="*/ 182780 h 184956"/>
                <a:gd name="csX895" fmla="*/ 136680 w 183328"/>
                <a:gd name="csY895" fmla="*/ 182894 h 184956"/>
                <a:gd name="csX896" fmla="*/ 132047 w 183328"/>
                <a:gd name="csY896" fmla="*/ 182605 h 184956"/>
                <a:gd name="csX897" fmla="*/ 127375 w 183328"/>
                <a:gd name="csY897" fmla="*/ 183070 h 184956"/>
                <a:gd name="csX898" fmla="*/ 118724 w 183328"/>
                <a:gd name="csY898" fmla="*/ 184317 h 184956"/>
                <a:gd name="csX899" fmla="*/ 110058 w 183328"/>
                <a:gd name="csY899" fmla="*/ 184956 h 184956"/>
                <a:gd name="csX900" fmla="*/ 108893 w 183328"/>
                <a:gd name="csY900" fmla="*/ 184538 h 184956"/>
                <a:gd name="csX901" fmla="*/ 108871 w 183328"/>
                <a:gd name="csY901" fmla="*/ 182887 h 184956"/>
                <a:gd name="csX902" fmla="*/ 108688 w 183328"/>
                <a:gd name="csY902" fmla="*/ 181746 h 184956"/>
                <a:gd name="csX903" fmla="*/ 108125 w 183328"/>
                <a:gd name="csY903" fmla="*/ 180947 h 184956"/>
                <a:gd name="csX904" fmla="*/ 105447 w 183328"/>
                <a:gd name="csY904" fmla="*/ 180262 h 184956"/>
                <a:gd name="csX905" fmla="*/ 102891 w 183328"/>
                <a:gd name="csY905" fmla="*/ 179090 h 184956"/>
                <a:gd name="csX906" fmla="*/ 92870 w 183328"/>
                <a:gd name="csY906" fmla="*/ 177492 h 184956"/>
                <a:gd name="csX907" fmla="*/ 90504 w 183328"/>
                <a:gd name="csY907" fmla="*/ 176861 h 184956"/>
                <a:gd name="csX908" fmla="*/ 86669 w 183328"/>
                <a:gd name="csY908" fmla="*/ 177188 h 184956"/>
                <a:gd name="csX909" fmla="*/ 85262 w 183328"/>
                <a:gd name="csY909" fmla="*/ 177143 h 184956"/>
                <a:gd name="csX910" fmla="*/ 84295 w 183328"/>
                <a:gd name="csY910" fmla="*/ 176572 h 184956"/>
                <a:gd name="csX911" fmla="*/ 83626 w 183328"/>
                <a:gd name="csY911" fmla="*/ 175583 h 184956"/>
                <a:gd name="csX912" fmla="*/ 83321 w 183328"/>
                <a:gd name="csY912" fmla="*/ 172440 h 184956"/>
                <a:gd name="csX913" fmla="*/ 83801 w 183328"/>
                <a:gd name="csY913" fmla="*/ 169329 h 184956"/>
                <a:gd name="csX914" fmla="*/ 84630 w 183328"/>
                <a:gd name="csY914" fmla="*/ 168507 h 184956"/>
                <a:gd name="csX915" fmla="*/ 85010 w 183328"/>
                <a:gd name="csY915" fmla="*/ 169443 h 184956"/>
                <a:gd name="csX916" fmla="*/ 85992 w 183328"/>
                <a:gd name="csY916" fmla="*/ 169876 h 184956"/>
                <a:gd name="csX917" fmla="*/ 86905 w 183328"/>
                <a:gd name="csY917" fmla="*/ 168933 h 184956"/>
                <a:gd name="csX918" fmla="*/ 86897 w 183328"/>
                <a:gd name="csY918" fmla="*/ 167503 h 184956"/>
                <a:gd name="csX919" fmla="*/ 87362 w 183328"/>
                <a:gd name="csY919" fmla="*/ 166179 h 184956"/>
                <a:gd name="csX920" fmla="*/ 88084 w 183328"/>
                <a:gd name="csY920" fmla="*/ 166734 h 184956"/>
                <a:gd name="csX921" fmla="*/ 88563 w 183328"/>
                <a:gd name="csY921" fmla="*/ 168773 h 184956"/>
                <a:gd name="csX922" fmla="*/ 89811 w 183328"/>
                <a:gd name="csY922" fmla="*/ 169313 h 1849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Lst>
              <a:rect l="l" t="t" r="r" b="b"/>
              <a:pathLst>
                <a:path w="183328" h="184956">
                  <a:moveTo>
                    <a:pt x="142524" y="867"/>
                  </a:moveTo>
                  <a:lnTo>
                    <a:pt x="144433" y="1446"/>
                  </a:lnTo>
                  <a:lnTo>
                    <a:pt x="145544" y="2381"/>
                  </a:lnTo>
                  <a:lnTo>
                    <a:pt x="146236" y="3241"/>
                  </a:lnTo>
                  <a:lnTo>
                    <a:pt x="147294" y="3979"/>
                  </a:lnTo>
                  <a:lnTo>
                    <a:pt x="148085" y="4147"/>
                  </a:lnTo>
                  <a:lnTo>
                    <a:pt x="148694" y="6680"/>
                  </a:lnTo>
                  <a:lnTo>
                    <a:pt x="149014" y="9815"/>
                  </a:lnTo>
                  <a:lnTo>
                    <a:pt x="148534" y="11169"/>
                  </a:lnTo>
                  <a:lnTo>
                    <a:pt x="147127" y="11481"/>
                  </a:lnTo>
                  <a:lnTo>
                    <a:pt x="142729" y="14433"/>
                  </a:lnTo>
                  <a:lnTo>
                    <a:pt x="142623" y="17135"/>
                  </a:lnTo>
                  <a:lnTo>
                    <a:pt x="142683" y="18436"/>
                  </a:lnTo>
                  <a:lnTo>
                    <a:pt x="142774" y="19364"/>
                  </a:lnTo>
                  <a:lnTo>
                    <a:pt x="143239" y="20140"/>
                  </a:lnTo>
                  <a:lnTo>
                    <a:pt x="143239" y="21258"/>
                  </a:lnTo>
                  <a:lnTo>
                    <a:pt x="142752" y="22460"/>
                  </a:lnTo>
                  <a:lnTo>
                    <a:pt x="140835" y="24469"/>
                  </a:lnTo>
                  <a:lnTo>
                    <a:pt x="139503" y="26059"/>
                  </a:lnTo>
                  <a:lnTo>
                    <a:pt x="138012" y="28220"/>
                  </a:lnTo>
                  <a:lnTo>
                    <a:pt x="137175" y="28486"/>
                  </a:lnTo>
                  <a:lnTo>
                    <a:pt x="136513" y="28867"/>
                  </a:lnTo>
                  <a:lnTo>
                    <a:pt x="135912" y="27680"/>
                  </a:lnTo>
                  <a:lnTo>
                    <a:pt x="132602" y="25572"/>
                  </a:lnTo>
                  <a:lnTo>
                    <a:pt x="124940" y="24340"/>
                  </a:lnTo>
                  <a:lnTo>
                    <a:pt x="121281" y="22780"/>
                  </a:lnTo>
                  <a:lnTo>
                    <a:pt x="119675" y="23069"/>
                  </a:lnTo>
                  <a:lnTo>
                    <a:pt x="116563" y="21327"/>
                  </a:lnTo>
                  <a:lnTo>
                    <a:pt x="114433" y="22095"/>
                  </a:lnTo>
                  <a:lnTo>
                    <a:pt x="109913" y="25192"/>
                  </a:lnTo>
                  <a:lnTo>
                    <a:pt x="107471" y="24857"/>
                  </a:lnTo>
                  <a:lnTo>
                    <a:pt x="104861" y="22993"/>
                  </a:lnTo>
                  <a:lnTo>
                    <a:pt x="103164" y="22651"/>
                  </a:lnTo>
                  <a:lnTo>
                    <a:pt x="101171" y="23632"/>
                  </a:lnTo>
                  <a:lnTo>
                    <a:pt x="97983" y="27193"/>
                  </a:lnTo>
                  <a:lnTo>
                    <a:pt x="94734" y="28935"/>
                  </a:lnTo>
                  <a:lnTo>
                    <a:pt x="91828" y="28258"/>
                  </a:lnTo>
                  <a:lnTo>
                    <a:pt x="87917" y="28273"/>
                  </a:lnTo>
                  <a:lnTo>
                    <a:pt x="87499" y="30259"/>
                  </a:lnTo>
                  <a:lnTo>
                    <a:pt x="88252" y="31636"/>
                  </a:lnTo>
                  <a:lnTo>
                    <a:pt x="90390" y="33980"/>
                  </a:lnTo>
                  <a:lnTo>
                    <a:pt x="89385" y="35737"/>
                  </a:lnTo>
                  <a:lnTo>
                    <a:pt x="90131" y="37495"/>
                  </a:lnTo>
                  <a:lnTo>
                    <a:pt x="91523" y="37853"/>
                  </a:lnTo>
                  <a:lnTo>
                    <a:pt x="93631" y="37754"/>
                  </a:lnTo>
                  <a:lnTo>
                    <a:pt x="97519" y="40029"/>
                  </a:lnTo>
                  <a:lnTo>
                    <a:pt x="99223" y="42425"/>
                  </a:lnTo>
                  <a:lnTo>
                    <a:pt x="100311" y="45043"/>
                  </a:lnTo>
                  <a:lnTo>
                    <a:pt x="97938" y="43163"/>
                  </a:lnTo>
                  <a:lnTo>
                    <a:pt x="96362" y="41352"/>
                  </a:lnTo>
                  <a:lnTo>
                    <a:pt x="94163" y="40698"/>
                  </a:lnTo>
                  <a:lnTo>
                    <a:pt x="91112" y="39154"/>
                  </a:lnTo>
                  <a:lnTo>
                    <a:pt x="89195" y="38895"/>
                  </a:lnTo>
                  <a:lnTo>
                    <a:pt x="87156" y="39968"/>
                  </a:lnTo>
                  <a:lnTo>
                    <a:pt x="86996" y="41178"/>
                  </a:lnTo>
                  <a:lnTo>
                    <a:pt x="89195" y="43437"/>
                  </a:lnTo>
                  <a:lnTo>
                    <a:pt x="91204" y="44830"/>
                  </a:lnTo>
                  <a:lnTo>
                    <a:pt x="92269" y="45956"/>
                  </a:lnTo>
                  <a:lnTo>
                    <a:pt x="92976" y="48459"/>
                  </a:lnTo>
                  <a:lnTo>
                    <a:pt x="92573" y="49304"/>
                  </a:lnTo>
                  <a:lnTo>
                    <a:pt x="91828" y="50095"/>
                  </a:lnTo>
                  <a:lnTo>
                    <a:pt x="89446" y="48520"/>
                  </a:lnTo>
                  <a:lnTo>
                    <a:pt x="85802" y="42912"/>
                  </a:lnTo>
                  <a:lnTo>
                    <a:pt x="80719" y="41794"/>
                  </a:lnTo>
                  <a:lnTo>
                    <a:pt x="79867" y="42966"/>
                  </a:lnTo>
                  <a:lnTo>
                    <a:pt x="80871" y="45933"/>
                  </a:lnTo>
                  <a:lnTo>
                    <a:pt x="81594" y="47082"/>
                  </a:lnTo>
                  <a:lnTo>
                    <a:pt x="86015" y="50277"/>
                  </a:lnTo>
                  <a:lnTo>
                    <a:pt x="85665" y="50954"/>
                  </a:lnTo>
                  <a:lnTo>
                    <a:pt x="85018" y="51244"/>
                  </a:lnTo>
                  <a:lnTo>
                    <a:pt x="80072" y="49418"/>
                  </a:lnTo>
                  <a:lnTo>
                    <a:pt x="78634" y="46641"/>
                  </a:lnTo>
                  <a:lnTo>
                    <a:pt x="78292" y="43118"/>
                  </a:lnTo>
                  <a:lnTo>
                    <a:pt x="73727" y="40668"/>
                  </a:lnTo>
                  <a:lnTo>
                    <a:pt x="69420" y="37997"/>
                  </a:lnTo>
                  <a:lnTo>
                    <a:pt x="68454" y="35464"/>
                  </a:lnTo>
                  <a:lnTo>
                    <a:pt x="69344" y="34520"/>
                  </a:lnTo>
                  <a:lnTo>
                    <a:pt x="69976" y="32656"/>
                  </a:lnTo>
                  <a:lnTo>
                    <a:pt x="67610" y="32998"/>
                  </a:lnTo>
                  <a:lnTo>
                    <a:pt x="66126" y="34178"/>
                  </a:lnTo>
                  <a:lnTo>
                    <a:pt x="63729" y="35319"/>
                  </a:lnTo>
                  <a:lnTo>
                    <a:pt x="63630" y="37191"/>
                  </a:lnTo>
                  <a:lnTo>
                    <a:pt x="64011" y="38925"/>
                  </a:lnTo>
                  <a:lnTo>
                    <a:pt x="63219" y="41444"/>
                  </a:lnTo>
                  <a:lnTo>
                    <a:pt x="62443" y="45819"/>
                  </a:lnTo>
                  <a:lnTo>
                    <a:pt x="62930" y="48109"/>
                  </a:lnTo>
                  <a:lnTo>
                    <a:pt x="68134" y="54660"/>
                  </a:lnTo>
                  <a:lnTo>
                    <a:pt x="69915" y="59408"/>
                  </a:lnTo>
                  <a:lnTo>
                    <a:pt x="71193" y="61203"/>
                  </a:lnTo>
                  <a:lnTo>
                    <a:pt x="73856" y="63182"/>
                  </a:lnTo>
                  <a:lnTo>
                    <a:pt x="76633" y="66857"/>
                  </a:lnTo>
                  <a:lnTo>
                    <a:pt x="77805" y="68766"/>
                  </a:lnTo>
                  <a:lnTo>
                    <a:pt x="78642" y="71893"/>
                  </a:lnTo>
                  <a:lnTo>
                    <a:pt x="76306" y="73826"/>
                  </a:lnTo>
                  <a:lnTo>
                    <a:pt x="74952" y="73902"/>
                  </a:lnTo>
                  <a:lnTo>
                    <a:pt x="74198" y="73050"/>
                  </a:lnTo>
                  <a:lnTo>
                    <a:pt x="75248" y="70919"/>
                  </a:lnTo>
                  <a:lnTo>
                    <a:pt x="75097" y="69618"/>
                  </a:lnTo>
                  <a:lnTo>
                    <a:pt x="71490" y="67602"/>
                  </a:lnTo>
                  <a:lnTo>
                    <a:pt x="69968" y="68279"/>
                  </a:lnTo>
                  <a:lnTo>
                    <a:pt x="68211" y="69588"/>
                  </a:lnTo>
                  <a:lnTo>
                    <a:pt x="69215" y="72023"/>
                  </a:lnTo>
                  <a:lnTo>
                    <a:pt x="70341" y="73628"/>
                  </a:lnTo>
                  <a:lnTo>
                    <a:pt x="70912" y="75835"/>
                  </a:lnTo>
                  <a:lnTo>
                    <a:pt x="73073" y="75644"/>
                  </a:lnTo>
                  <a:lnTo>
                    <a:pt x="70166" y="78117"/>
                  </a:lnTo>
                  <a:lnTo>
                    <a:pt x="67435" y="79380"/>
                  </a:lnTo>
                  <a:lnTo>
                    <a:pt x="64749" y="79456"/>
                  </a:lnTo>
                  <a:lnTo>
                    <a:pt x="63037" y="79684"/>
                  </a:lnTo>
                  <a:lnTo>
                    <a:pt x="62443" y="80316"/>
                  </a:lnTo>
                  <a:lnTo>
                    <a:pt x="63836" y="80772"/>
                  </a:lnTo>
                  <a:lnTo>
                    <a:pt x="64970" y="80818"/>
                  </a:lnTo>
                  <a:lnTo>
                    <a:pt x="66818" y="82150"/>
                  </a:lnTo>
                  <a:lnTo>
                    <a:pt x="72076" y="83740"/>
                  </a:lnTo>
                  <a:lnTo>
                    <a:pt x="74587" y="85756"/>
                  </a:lnTo>
                  <a:lnTo>
                    <a:pt x="77052" y="85939"/>
                  </a:lnTo>
                  <a:lnTo>
                    <a:pt x="79524" y="89629"/>
                  </a:lnTo>
                  <a:lnTo>
                    <a:pt x="83808" y="90610"/>
                  </a:lnTo>
                  <a:lnTo>
                    <a:pt x="86251" y="94331"/>
                  </a:lnTo>
                  <a:lnTo>
                    <a:pt x="89492" y="95061"/>
                  </a:lnTo>
                  <a:lnTo>
                    <a:pt x="92292" y="96431"/>
                  </a:lnTo>
                  <a:lnTo>
                    <a:pt x="93106" y="97732"/>
                  </a:lnTo>
                  <a:lnTo>
                    <a:pt x="93517" y="100091"/>
                  </a:lnTo>
                  <a:lnTo>
                    <a:pt x="93700" y="105074"/>
                  </a:lnTo>
                  <a:lnTo>
                    <a:pt x="94308" y="108772"/>
                  </a:lnTo>
                  <a:lnTo>
                    <a:pt x="94331" y="109936"/>
                  </a:lnTo>
                  <a:lnTo>
                    <a:pt x="94179" y="111678"/>
                  </a:lnTo>
                  <a:lnTo>
                    <a:pt x="93418" y="112531"/>
                  </a:lnTo>
                  <a:lnTo>
                    <a:pt x="92391" y="112561"/>
                  </a:lnTo>
                  <a:lnTo>
                    <a:pt x="90375" y="109845"/>
                  </a:lnTo>
                  <a:lnTo>
                    <a:pt x="87293" y="106984"/>
                  </a:lnTo>
                  <a:lnTo>
                    <a:pt x="84037" y="103575"/>
                  </a:lnTo>
                  <a:lnTo>
                    <a:pt x="83108" y="102974"/>
                  </a:lnTo>
                  <a:lnTo>
                    <a:pt x="82348" y="102921"/>
                  </a:lnTo>
                  <a:lnTo>
                    <a:pt x="80605" y="104070"/>
                  </a:lnTo>
                  <a:lnTo>
                    <a:pt x="75766" y="104960"/>
                  </a:lnTo>
                  <a:lnTo>
                    <a:pt x="73499" y="106208"/>
                  </a:lnTo>
                  <a:lnTo>
                    <a:pt x="72646" y="106482"/>
                  </a:lnTo>
                  <a:lnTo>
                    <a:pt x="72411" y="107136"/>
                  </a:lnTo>
                  <a:lnTo>
                    <a:pt x="73476" y="107813"/>
                  </a:lnTo>
                  <a:lnTo>
                    <a:pt x="74777" y="109373"/>
                  </a:lnTo>
                  <a:lnTo>
                    <a:pt x="74777" y="111496"/>
                  </a:lnTo>
                  <a:lnTo>
                    <a:pt x="75857" y="114075"/>
                  </a:lnTo>
                  <a:lnTo>
                    <a:pt x="77249" y="114737"/>
                  </a:lnTo>
                  <a:lnTo>
                    <a:pt x="79061" y="114684"/>
                  </a:lnTo>
                  <a:lnTo>
                    <a:pt x="80103" y="115163"/>
                  </a:lnTo>
                  <a:lnTo>
                    <a:pt x="80369" y="116190"/>
                  </a:lnTo>
                  <a:lnTo>
                    <a:pt x="81427" y="117385"/>
                  </a:lnTo>
                  <a:lnTo>
                    <a:pt x="82119" y="118275"/>
                  </a:lnTo>
                  <a:lnTo>
                    <a:pt x="82096" y="118906"/>
                  </a:lnTo>
                  <a:lnTo>
                    <a:pt x="77037" y="120588"/>
                  </a:lnTo>
                  <a:lnTo>
                    <a:pt x="75979" y="121357"/>
                  </a:lnTo>
                  <a:lnTo>
                    <a:pt x="75089" y="121752"/>
                  </a:lnTo>
                  <a:lnTo>
                    <a:pt x="73773" y="120953"/>
                  </a:lnTo>
                  <a:lnTo>
                    <a:pt x="73696" y="118899"/>
                  </a:lnTo>
                  <a:lnTo>
                    <a:pt x="71962" y="117796"/>
                  </a:lnTo>
                  <a:lnTo>
                    <a:pt x="70371" y="116845"/>
                  </a:lnTo>
                  <a:lnTo>
                    <a:pt x="68462" y="116442"/>
                  </a:lnTo>
                  <a:lnTo>
                    <a:pt x="66841" y="115019"/>
                  </a:lnTo>
                  <a:lnTo>
                    <a:pt x="65784" y="116168"/>
                  </a:lnTo>
                  <a:lnTo>
                    <a:pt x="66628" y="120154"/>
                  </a:lnTo>
                  <a:lnTo>
                    <a:pt x="68462" y="122894"/>
                  </a:lnTo>
                  <a:lnTo>
                    <a:pt x="71536" y="130228"/>
                  </a:lnTo>
                  <a:lnTo>
                    <a:pt x="72928" y="134542"/>
                  </a:lnTo>
                  <a:lnTo>
                    <a:pt x="73210" y="136627"/>
                  </a:lnTo>
                  <a:lnTo>
                    <a:pt x="72517" y="140089"/>
                  </a:lnTo>
                  <a:lnTo>
                    <a:pt x="74031" y="142653"/>
                  </a:lnTo>
                  <a:lnTo>
                    <a:pt x="75066" y="145285"/>
                  </a:lnTo>
                  <a:lnTo>
                    <a:pt x="73932" y="145187"/>
                  </a:lnTo>
                  <a:lnTo>
                    <a:pt x="72943" y="144258"/>
                  </a:lnTo>
                  <a:lnTo>
                    <a:pt x="71284" y="143163"/>
                  </a:lnTo>
                  <a:lnTo>
                    <a:pt x="68074" y="138955"/>
                  </a:lnTo>
                  <a:lnTo>
                    <a:pt x="66955" y="136330"/>
                  </a:lnTo>
                  <a:lnTo>
                    <a:pt x="65616" y="136125"/>
                  </a:lnTo>
                  <a:lnTo>
                    <a:pt x="63288" y="136505"/>
                  </a:lnTo>
                  <a:lnTo>
                    <a:pt x="60747" y="142113"/>
                  </a:lnTo>
                  <a:lnTo>
                    <a:pt x="60754" y="145316"/>
                  </a:lnTo>
                  <a:lnTo>
                    <a:pt x="59438" y="144555"/>
                  </a:lnTo>
                  <a:lnTo>
                    <a:pt x="58312" y="143558"/>
                  </a:lnTo>
                  <a:lnTo>
                    <a:pt x="58449" y="140051"/>
                  </a:lnTo>
                  <a:lnTo>
                    <a:pt x="58335" y="138575"/>
                  </a:lnTo>
                  <a:lnTo>
                    <a:pt x="55246" y="133781"/>
                  </a:lnTo>
                  <a:lnTo>
                    <a:pt x="53830" y="133241"/>
                  </a:lnTo>
                  <a:lnTo>
                    <a:pt x="53168" y="131621"/>
                  </a:lnTo>
                  <a:lnTo>
                    <a:pt x="52027" y="129886"/>
                  </a:lnTo>
                  <a:lnTo>
                    <a:pt x="50559" y="130213"/>
                  </a:lnTo>
                  <a:lnTo>
                    <a:pt x="49357" y="130913"/>
                  </a:lnTo>
                  <a:lnTo>
                    <a:pt x="49029" y="133530"/>
                  </a:lnTo>
                  <a:lnTo>
                    <a:pt x="48908" y="135874"/>
                  </a:lnTo>
                  <a:lnTo>
                    <a:pt x="48010" y="137631"/>
                  </a:lnTo>
                  <a:lnTo>
                    <a:pt x="44715" y="134291"/>
                  </a:lnTo>
                  <a:lnTo>
                    <a:pt x="41398" y="128493"/>
                  </a:lnTo>
                  <a:lnTo>
                    <a:pt x="41314" y="125313"/>
                  </a:lnTo>
                  <a:lnTo>
                    <a:pt x="43741" y="122399"/>
                  </a:lnTo>
                  <a:lnTo>
                    <a:pt x="43453" y="120314"/>
                  </a:lnTo>
                  <a:lnTo>
                    <a:pt x="41155" y="116190"/>
                  </a:lnTo>
                  <a:lnTo>
                    <a:pt x="37837" y="113535"/>
                  </a:lnTo>
                  <a:lnTo>
                    <a:pt x="35981" y="112744"/>
                  </a:lnTo>
                  <a:lnTo>
                    <a:pt x="35106" y="109913"/>
                  </a:lnTo>
                  <a:lnTo>
                    <a:pt x="33333" y="108452"/>
                  </a:lnTo>
                  <a:lnTo>
                    <a:pt x="31895" y="107768"/>
                  </a:lnTo>
                  <a:lnTo>
                    <a:pt x="31613" y="106763"/>
                  </a:lnTo>
                  <a:lnTo>
                    <a:pt x="32047" y="106018"/>
                  </a:lnTo>
                  <a:lnTo>
                    <a:pt x="35532" y="103104"/>
                  </a:lnTo>
                  <a:lnTo>
                    <a:pt x="37571" y="98523"/>
                  </a:lnTo>
                  <a:lnTo>
                    <a:pt x="38583" y="98310"/>
                  </a:lnTo>
                  <a:lnTo>
                    <a:pt x="40668" y="99398"/>
                  </a:lnTo>
                  <a:lnTo>
                    <a:pt x="43011" y="99117"/>
                  </a:lnTo>
                  <a:lnTo>
                    <a:pt x="44928" y="96431"/>
                  </a:lnTo>
                  <a:lnTo>
                    <a:pt x="46557" y="94970"/>
                  </a:lnTo>
                  <a:lnTo>
                    <a:pt x="49303" y="95160"/>
                  </a:lnTo>
                  <a:lnTo>
                    <a:pt x="55504" y="98744"/>
                  </a:lnTo>
                  <a:lnTo>
                    <a:pt x="62169" y="100791"/>
                  </a:lnTo>
                  <a:lnTo>
                    <a:pt x="65494" y="102579"/>
                  </a:lnTo>
                  <a:lnTo>
                    <a:pt x="67381" y="104351"/>
                  </a:lnTo>
                  <a:lnTo>
                    <a:pt x="68378" y="104717"/>
                  </a:lnTo>
                  <a:lnTo>
                    <a:pt x="69961" y="104968"/>
                  </a:lnTo>
                  <a:lnTo>
                    <a:pt x="69892" y="103644"/>
                  </a:lnTo>
                  <a:lnTo>
                    <a:pt x="69390" y="102472"/>
                  </a:lnTo>
                  <a:lnTo>
                    <a:pt x="70706" y="101833"/>
                  </a:lnTo>
                  <a:lnTo>
                    <a:pt x="74275" y="101863"/>
                  </a:lnTo>
                  <a:lnTo>
                    <a:pt x="74921" y="101239"/>
                  </a:lnTo>
                  <a:lnTo>
                    <a:pt x="75583" y="100235"/>
                  </a:lnTo>
                  <a:lnTo>
                    <a:pt x="74845" y="99086"/>
                  </a:lnTo>
                  <a:lnTo>
                    <a:pt x="73666" y="98538"/>
                  </a:lnTo>
                  <a:lnTo>
                    <a:pt x="72403" y="98386"/>
                  </a:lnTo>
                  <a:lnTo>
                    <a:pt x="71574" y="98021"/>
                  </a:lnTo>
                  <a:lnTo>
                    <a:pt x="70227" y="98386"/>
                  </a:lnTo>
                  <a:lnTo>
                    <a:pt x="68134" y="97496"/>
                  </a:lnTo>
                  <a:lnTo>
                    <a:pt x="67046" y="96766"/>
                  </a:lnTo>
                  <a:lnTo>
                    <a:pt x="66415" y="96012"/>
                  </a:lnTo>
                  <a:lnTo>
                    <a:pt x="62771" y="94513"/>
                  </a:lnTo>
                  <a:lnTo>
                    <a:pt x="59316" y="91972"/>
                  </a:lnTo>
                  <a:lnTo>
                    <a:pt x="58533" y="93410"/>
                  </a:lnTo>
                  <a:lnTo>
                    <a:pt x="57133" y="94186"/>
                  </a:lnTo>
                  <a:lnTo>
                    <a:pt x="55147" y="94301"/>
                  </a:lnTo>
                  <a:lnTo>
                    <a:pt x="49562" y="92688"/>
                  </a:lnTo>
                  <a:lnTo>
                    <a:pt x="46131" y="93920"/>
                  </a:lnTo>
                  <a:lnTo>
                    <a:pt x="44259" y="94240"/>
                  </a:lnTo>
                  <a:lnTo>
                    <a:pt x="42828" y="94270"/>
                  </a:lnTo>
                  <a:lnTo>
                    <a:pt x="41071" y="94818"/>
                  </a:lnTo>
                  <a:lnTo>
                    <a:pt x="39039" y="95145"/>
                  </a:lnTo>
                  <a:lnTo>
                    <a:pt x="37282" y="92802"/>
                  </a:lnTo>
                  <a:lnTo>
                    <a:pt x="36544" y="90983"/>
                  </a:lnTo>
                  <a:lnTo>
                    <a:pt x="36026" y="90641"/>
                  </a:lnTo>
                  <a:lnTo>
                    <a:pt x="36004" y="92353"/>
                  </a:lnTo>
                  <a:lnTo>
                    <a:pt x="35440" y="93722"/>
                  </a:lnTo>
                  <a:lnTo>
                    <a:pt x="32861" y="94491"/>
                  </a:lnTo>
                  <a:lnTo>
                    <a:pt x="31377" y="93425"/>
                  </a:lnTo>
                  <a:lnTo>
                    <a:pt x="30236" y="90207"/>
                  </a:lnTo>
                  <a:lnTo>
                    <a:pt x="28798" y="86106"/>
                  </a:lnTo>
                  <a:lnTo>
                    <a:pt x="26265" y="82789"/>
                  </a:lnTo>
                  <a:lnTo>
                    <a:pt x="24203" y="81921"/>
                  </a:lnTo>
                  <a:lnTo>
                    <a:pt x="24028" y="80095"/>
                  </a:lnTo>
                  <a:lnTo>
                    <a:pt x="24211" y="78634"/>
                  </a:lnTo>
                  <a:lnTo>
                    <a:pt x="26683" y="78269"/>
                  </a:lnTo>
                  <a:lnTo>
                    <a:pt x="30548" y="79799"/>
                  </a:lnTo>
                  <a:lnTo>
                    <a:pt x="31347" y="79494"/>
                  </a:lnTo>
                  <a:lnTo>
                    <a:pt x="32215" y="78787"/>
                  </a:lnTo>
                  <a:lnTo>
                    <a:pt x="32047" y="77227"/>
                  </a:lnTo>
                  <a:lnTo>
                    <a:pt x="31484" y="75835"/>
                  </a:lnTo>
                  <a:lnTo>
                    <a:pt x="30419" y="75774"/>
                  </a:lnTo>
                  <a:lnTo>
                    <a:pt x="29681" y="75934"/>
                  </a:lnTo>
                  <a:lnTo>
                    <a:pt x="27299" y="75644"/>
                  </a:lnTo>
                  <a:lnTo>
                    <a:pt x="24248" y="76420"/>
                  </a:lnTo>
                  <a:lnTo>
                    <a:pt x="22833" y="75690"/>
                  </a:lnTo>
                  <a:lnTo>
                    <a:pt x="22361" y="74800"/>
                  </a:lnTo>
                  <a:lnTo>
                    <a:pt x="19805" y="72601"/>
                  </a:lnTo>
                  <a:lnTo>
                    <a:pt x="17599" y="69649"/>
                  </a:lnTo>
                  <a:lnTo>
                    <a:pt x="14022" y="67678"/>
                  </a:lnTo>
                  <a:lnTo>
                    <a:pt x="11686" y="61652"/>
                  </a:lnTo>
                  <a:lnTo>
                    <a:pt x="9723" y="59020"/>
                  </a:lnTo>
                  <a:lnTo>
                    <a:pt x="7631" y="57133"/>
                  </a:lnTo>
                  <a:lnTo>
                    <a:pt x="8088" y="57102"/>
                  </a:lnTo>
                  <a:lnTo>
                    <a:pt x="8879" y="57422"/>
                  </a:lnTo>
                  <a:lnTo>
                    <a:pt x="10401" y="58457"/>
                  </a:lnTo>
                  <a:lnTo>
                    <a:pt x="12014" y="58677"/>
                  </a:lnTo>
                  <a:lnTo>
                    <a:pt x="12897" y="57993"/>
                  </a:lnTo>
                  <a:lnTo>
                    <a:pt x="13406" y="57361"/>
                  </a:lnTo>
                  <a:lnTo>
                    <a:pt x="13733" y="56326"/>
                  </a:lnTo>
                  <a:lnTo>
                    <a:pt x="13870" y="55116"/>
                  </a:lnTo>
                  <a:lnTo>
                    <a:pt x="14137" y="54713"/>
                  </a:lnTo>
                  <a:lnTo>
                    <a:pt x="15377" y="54858"/>
                  </a:lnTo>
                  <a:lnTo>
                    <a:pt x="15773" y="54553"/>
                  </a:lnTo>
                  <a:lnTo>
                    <a:pt x="15757" y="53465"/>
                  </a:lnTo>
                  <a:lnTo>
                    <a:pt x="14958" y="52111"/>
                  </a:lnTo>
                  <a:lnTo>
                    <a:pt x="14258" y="50445"/>
                  </a:lnTo>
                  <a:lnTo>
                    <a:pt x="14258" y="49653"/>
                  </a:lnTo>
                  <a:lnTo>
                    <a:pt x="14844" y="49334"/>
                  </a:lnTo>
                  <a:lnTo>
                    <a:pt x="15811" y="48611"/>
                  </a:lnTo>
                  <a:lnTo>
                    <a:pt x="16328" y="47713"/>
                  </a:lnTo>
                  <a:lnTo>
                    <a:pt x="17355" y="47264"/>
                  </a:lnTo>
                  <a:lnTo>
                    <a:pt x="18869" y="47181"/>
                  </a:lnTo>
                  <a:lnTo>
                    <a:pt x="20558" y="46785"/>
                  </a:lnTo>
                  <a:lnTo>
                    <a:pt x="21654" y="45819"/>
                  </a:lnTo>
                  <a:lnTo>
                    <a:pt x="21814" y="44868"/>
                  </a:lnTo>
                  <a:lnTo>
                    <a:pt x="22498" y="42235"/>
                  </a:lnTo>
                  <a:lnTo>
                    <a:pt x="22947" y="40942"/>
                  </a:lnTo>
                  <a:lnTo>
                    <a:pt x="23670" y="39762"/>
                  </a:lnTo>
                  <a:lnTo>
                    <a:pt x="24058" y="38172"/>
                  </a:lnTo>
                  <a:lnTo>
                    <a:pt x="24834" y="36673"/>
                  </a:lnTo>
                  <a:lnTo>
                    <a:pt x="26447" y="36042"/>
                  </a:lnTo>
                  <a:lnTo>
                    <a:pt x="27908" y="35304"/>
                  </a:lnTo>
                  <a:lnTo>
                    <a:pt x="29011" y="33371"/>
                  </a:lnTo>
                  <a:lnTo>
                    <a:pt x="29635" y="31720"/>
                  </a:lnTo>
                  <a:lnTo>
                    <a:pt x="29635" y="30708"/>
                  </a:lnTo>
                  <a:lnTo>
                    <a:pt x="28707" y="29049"/>
                  </a:lnTo>
                  <a:lnTo>
                    <a:pt x="28022" y="27437"/>
                  </a:lnTo>
                  <a:lnTo>
                    <a:pt x="28205" y="25337"/>
                  </a:lnTo>
                  <a:lnTo>
                    <a:pt x="31103" y="25162"/>
                  </a:lnTo>
                  <a:lnTo>
                    <a:pt x="32116" y="24964"/>
                  </a:lnTo>
                  <a:lnTo>
                    <a:pt x="35882" y="24849"/>
                  </a:lnTo>
                  <a:lnTo>
                    <a:pt x="37601" y="23724"/>
                  </a:lnTo>
                  <a:lnTo>
                    <a:pt x="38788" y="23830"/>
                  </a:lnTo>
                  <a:lnTo>
                    <a:pt x="41268" y="24804"/>
                  </a:lnTo>
                  <a:lnTo>
                    <a:pt x="42380" y="24035"/>
                  </a:lnTo>
                  <a:lnTo>
                    <a:pt x="45621" y="22514"/>
                  </a:lnTo>
                  <a:lnTo>
                    <a:pt x="48824" y="18086"/>
                  </a:lnTo>
                  <a:lnTo>
                    <a:pt x="50186" y="17424"/>
                  </a:lnTo>
                  <a:lnTo>
                    <a:pt x="53298" y="17150"/>
                  </a:lnTo>
                  <a:lnTo>
                    <a:pt x="54272" y="16640"/>
                  </a:lnTo>
                  <a:lnTo>
                    <a:pt x="55405" y="16739"/>
                  </a:lnTo>
                  <a:lnTo>
                    <a:pt x="58890" y="17637"/>
                  </a:lnTo>
                  <a:lnTo>
                    <a:pt x="60869" y="17774"/>
                  </a:lnTo>
                  <a:lnTo>
                    <a:pt x="63219" y="17157"/>
                  </a:lnTo>
                  <a:lnTo>
                    <a:pt x="65806" y="16077"/>
                  </a:lnTo>
                  <a:lnTo>
                    <a:pt x="66453" y="12280"/>
                  </a:lnTo>
                  <a:lnTo>
                    <a:pt x="67070" y="11732"/>
                  </a:lnTo>
                  <a:lnTo>
                    <a:pt x="68675" y="11580"/>
                  </a:lnTo>
                  <a:lnTo>
                    <a:pt x="69892" y="11611"/>
                  </a:lnTo>
                  <a:lnTo>
                    <a:pt x="72235" y="11915"/>
                  </a:lnTo>
                  <a:lnTo>
                    <a:pt x="75020" y="12014"/>
                  </a:lnTo>
                  <a:lnTo>
                    <a:pt x="76808" y="10234"/>
                  </a:lnTo>
                  <a:lnTo>
                    <a:pt x="79631" y="10104"/>
                  </a:lnTo>
                  <a:lnTo>
                    <a:pt x="80940" y="9846"/>
                  </a:lnTo>
                  <a:lnTo>
                    <a:pt x="83124" y="10203"/>
                  </a:lnTo>
                  <a:lnTo>
                    <a:pt x="85246" y="10188"/>
                  </a:lnTo>
                  <a:lnTo>
                    <a:pt x="87962" y="9442"/>
                  </a:lnTo>
                  <a:lnTo>
                    <a:pt x="90496" y="8217"/>
                  </a:lnTo>
                  <a:lnTo>
                    <a:pt x="92474" y="8324"/>
                  </a:lnTo>
                  <a:lnTo>
                    <a:pt x="93281" y="8103"/>
                  </a:lnTo>
                  <a:lnTo>
                    <a:pt x="93738" y="7844"/>
                  </a:lnTo>
                  <a:lnTo>
                    <a:pt x="94232" y="6193"/>
                  </a:lnTo>
                  <a:lnTo>
                    <a:pt x="97952" y="6087"/>
                  </a:lnTo>
                  <a:lnTo>
                    <a:pt x="99216" y="6247"/>
                  </a:lnTo>
                  <a:lnTo>
                    <a:pt x="101293" y="6292"/>
                  </a:lnTo>
                  <a:lnTo>
                    <a:pt x="103454" y="5387"/>
                  </a:lnTo>
                  <a:lnTo>
                    <a:pt x="104100" y="5463"/>
                  </a:lnTo>
                  <a:lnTo>
                    <a:pt x="105188" y="7883"/>
                  </a:lnTo>
                  <a:lnTo>
                    <a:pt x="105759" y="8582"/>
                  </a:lnTo>
                  <a:lnTo>
                    <a:pt x="106930" y="9229"/>
                  </a:lnTo>
                  <a:lnTo>
                    <a:pt x="109548" y="11040"/>
                  </a:lnTo>
                  <a:lnTo>
                    <a:pt x="110020" y="10561"/>
                  </a:lnTo>
                  <a:lnTo>
                    <a:pt x="111116" y="9952"/>
                  </a:lnTo>
                  <a:lnTo>
                    <a:pt x="114250" y="10781"/>
                  </a:lnTo>
                  <a:lnTo>
                    <a:pt x="117240" y="12174"/>
                  </a:lnTo>
                  <a:lnTo>
                    <a:pt x="119751" y="14220"/>
                  </a:lnTo>
                  <a:lnTo>
                    <a:pt x="122543" y="13627"/>
                  </a:lnTo>
                  <a:lnTo>
                    <a:pt x="125640" y="12623"/>
                  </a:lnTo>
                  <a:lnTo>
                    <a:pt x="127656" y="12333"/>
                  </a:lnTo>
                  <a:lnTo>
                    <a:pt x="129848" y="12189"/>
                  </a:lnTo>
                  <a:lnTo>
                    <a:pt x="131149" y="11755"/>
                  </a:lnTo>
                  <a:lnTo>
                    <a:pt x="134108" y="12280"/>
                  </a:lnTo>
                  <a:lnTo>
                    <a:pt x="137159" y="11177"/>
                  </a:lnTo>
                  <a:lnTo>
                    <a:pt x="138628" y="10188"/>
                  </a:lnTo>
                  <a:lnTo>
                    <a:pt x="139054" y="8788"/>
                  </a:lnTo>
                  <a:lnTo>
                    <a:pt x="138810" y="6330"/>
                  </a:lnTo>
                  <a:lnTo>
                    <a:pt x="138118" y="3865"/>
                  </a:lnTo>
                  <a:lnTo>
                    <a:pt x="137388" y="2952"/>
                  </a:lnTo>
                  <a:lnTo>
                    <a:pt x="137152" y="2009"/>
                  </a:lnTo>
                  <a:lnTo>
                    <a:pt x="137570" y="1126"/>
                  </a:lnTo>
                  <a:lnTo>
                    <a:pt x="138042" y="517"/>
                  </a:lnTo>
                  <a:lnTo>
                    <a:pt x="140035" y="0"/>
                  </a:lnTo>
                  <a:lnTo>
                    <a:pt x="142524" y="867"/>
                  </a:lnTo>
                  <a:close/>
                  <a:moveTo>
                    <a:pt x="109495" y="31994"/>
                  </a:moveTo>
                  <a:lnTo>
                    <a:pt x="106756" y="32991"/>
                  </a:lnTo>
                  <a:lnTo>
                    <a:pt x="103971" y="31096"/>
                  </a:lnTo>
                  <a:lnTo>
                    <a:pt x="103994" y="29970"/>
                  </a:lnTo>
                  <a:lnTo>
                    <a:pt x="105462" y="27680"/>
                  </a:lnTo>
                  <a:lnTo>
                    <a:pt x="106269" y="27003"/>
                  </a:lnTo>
                  <a:lnTo>
                    <a:pt x="108315" y="27185"/>
                  </a:lnTo>
                  <a:lnTo>
                    <a:pt x="109480" y="28760"/>
                  </a:lnTo>
                  <a:lnTo>
                    <a:pt x="109754" y="29506"/>
                  </a:lnTo>
                  <a:lnTo>
                    <a:pt x="109373" y="30769"/>
                  </a:lnTo>
                  <a:lnTo>
                    <a:pt x="109495" y="31994"/>
                  </a:lnTo>
                  <a:close/>
                  <a:moveTo>
                    <a:pt x="128965" y="37274"/>
                  </a:moveTo>
                  <a:lnTo>
                    <a:pt x="126545" y="38005"/>
                  </a:lnTo>
                  <a:lnTo>
                    <a:pt x="123883" y="35699"/>
                  </a:lnTo>
                  <a:lnTo>
                    <a:pt x="126454" y="34771"/>
                  </a:lnTo>
                  <a:lnTo>
                    <a:pt x="127649" y="35441"/>
                  </a:lnTo>
                  <a:lnTo>
                    <a:pt x="128501" y="36232"/>
                  </a:lnTo>
                  <a:lnTo>
                    <a:pt x="128965" y="37274"/>
                  </a:lnTo>
                  <a:close/>
                  <a:moveTo>
                    <a:pt x="123662" y="49615"/>
                  </a:moveTo>
                  <a:lnTo>
                    <a:pt x="122855" y="50551"/>
                  </a:lnTo>
                  <a:lnTo>
                    <a:pt x="122254" y="52164"/>
                  </a:lnTo>
                  <a:lnTo>
                    <a:pt x="121935" y="54470"/>
                  </a:lnTo>
                  <a:lnTo>
                    <a:pt x="120687" y="54523"/>
                  </a:lnTo>
                  <a:lnTo>
                    <a:pt x="119934" y="54059"/>
                  </a:lnTo>
                  <a:lnTo>
                    <a:pt x="119683" y="53184"/>
                  </a:lnTo>
                  <a:lnTo>
                    <a:pt x="119637" y="52081"/>
                  </a:lnTo>
                  <a:lnTo>
                    <a:pt x="119089" y="52126"/>
                  </a:lnTo>
                  <a:lnTo>
                    <a:pt x="118648" y="53321"/>
                  </a:lnTo>
                  <a:lnTo>
                    <a:pt x="118260" y="53861"/>
                  </a:lnTo>
                  <a:lnTo>
                    <a:pt x="117004" y="53975"/>
                  </a:lnTo>
                  <a:lnTo>
                    <a:pt x="115627" y="53237"/>
                  </a:lnTo>
                  <a:lnTo>
                    <a:pt x="115696" y="51647"/>
                  </a:lnTo>
                  <a:lnTo>
                    <a:pt x="115422" y="49798"/>
                  </a:lnTo>
                  <a:lnTo>
                    <a:pt x="115544" y="49151"/>
                  </a:lnTo>
                  <a:lnTo>
                    <a:pt x="119310" y="48991"/>
                  </a:lnTo>
                  <a:lnTo>
                    <a:pt x="120413" y="50354"/>
                  </a:lnTo>
                  <a:lnTo>
                    <a:pt x="121745" y="49562"/>
                  </a:lnTo>
                  <a:lnTo>
                    <a:pt x="122293" y="48710"/>
                  </a:lnTo>
                  <a:lnTo>
                    <a:pt x="123905" y="48177"/>
                  </a:lnTo>
                  <a:lnTo>
                    <a:pt x="123662" y="49615"/>
                  </a:lnTo>
                  <a:close/>
                  <a:moveTo>
                    <a:pt x="9214" y="64840"/>
                  </a:moveTo>
                  <a:lnTo>
                    <a:pt x="9678" y="66385"/>
                  </a:lnTo>
                  <a:lnTo>
                    <a:pt x="7015" y="65426"/>
                  </a:lnTo>
                  <a:lnTo>
                    <a:pt x="5075" y="64049"/>
                  </a:lnTo>
                  <a:lnTo>
                    <a:pt x="3469" y="60633"/>
                  </a:lnTo>
                  <a:lnTo>
                    <a:pt x="53" y="56745"/>
                  </a:lnTo>
                  <a:lnTo>
                    <a:pt x="0" y="55611"/>
                  </a:lnTo>
                  <a:lnTo>
                    <a:pt x="1301" y="54751"/>
                  </a:lnTo>
                  <a:lnTo>
                    <a:pt x="4108" y="54142"/>
                  </a:lnTo>
                  <a:lnTo>
                    <a:pt x="5242" y="54774"/>
                  </a:lnTo>
                  <a:lnTo>
                    <a:pt x="5973" y="55428"/>
                  </a:lnTo>
                  <a:lnTo>
                    <a:pt x="6201" y="56174"/>
                  </a:lnTo>
                  <a:lnTo>
                    <a:pt x="4610" y="57665"/>
                  </a:lnTo>
                  <a:lnTo>
                    <a:pt x="4284" y="58342"/>
                  </a:lnTo>
                  <a:lnTo>
                    <a:pt x="5509" y="59681"/>
                  </a:lnTo>
                  <a:lnTo>
                    <a:pt x="5493" y="60222"/>
                  </a:lnTo>
                  <a:lnTo>
                    <a:pt x="6003" y="62816"/>
                  </a:lnTo>
                  <a:lnTo>
                    <a:pt x="6604" y="63790"/>
                  </a:lnTo>
                  <a:lnTo>
                    <a:pt x="8149" y="64574"/>
                  </a:lnTo>
                  <a:lnTo>
                    <a:pt x="9214" y="64840"/>
                  </a:lnTo>
                  <a:close/>
                  <a:moveTo>
                    <a:pt x="144426" y="67678"/>
                  </a:moveTo>
                  <a:lnTo>
                    <a:pt x="144053" y="69306"/>
                  </a:lnTo>
                  <a:lnTo>
                    <a:pt x="147005" y="72007"/>
                  </a:lnTo>
                  <a:lnTo>
                    <a:pt x="148010" y="73719"/>
                  </a:lnTo>
                  <a:lnTo>
                    <a:pt x="148382" y="75378"/>
                  </a:lnTo>
                  <a:lnTo>
                    <a:pt x="148131" y="75857"/>
                  </a:lnTo>
                  <a:lnTo>
                    <a:pt x="147012" y="74959"/>
                  </a:lnTo>
                  <a:lnTo>
                    <a:pt x="146092" y="74670"/>
                  </a:lnTo>
                  <a:lnTo>
                    <a:pt x="146404" y="75857"/>
                  </a:lnTo>
                  <a:lnTo>
                    <a:pt x="147347" y="76877"/>
                  </a:lnTo>
                  <a:lnTo>
                    <a:pt x="145674" y="77463"/>
                  </a:lnTo>
                  <a:lnTo>
                    <a:pt x="143999" y="77432"/>
                  </a:lnTo>
                  <a:lnTo>
                    <a:pt x="139100" y="76009"/>
                  </a:lnTo>
                  <a:lnTo>
                    <a:pt x="137974" y="74496"/>
                  </a:lnTo>
                  <a:lnTo>
                    <a:pt x="140903" y="72220"/>
                  </a:lnTo>
                  <a:lnTo>
                    <a:pt x="141496" y="71300"/>
                  </a:lnTo>
                  <a:lnTo>
                    <a:pt x="139427" y="71391"/>
                  </a:lnTo>
                  <a:lnTo>
                    <a:pt x="137213" y="74092"/>
                  </a:lnTo>
                  <a:lnTo>
                    <a:pt x="133667" y="72905"/>
                  </a:lnTo>
                  <a:lnTo>
                    <a:pt x="132579" y="71817"/>
                  </a:lnTo>
                  <a:lnTo>
                    <a:pt x="132336" y="71231"/>
                  </a:lnTo>
                  <a:lnTo>
                    <a:pt x="133736" y="68827"/>
                  </a:lnTo>
                  <a:lnTo>
                    <a:pt x="136231" y="68911"/>
                  </a:lnTo>
                  <a:lnTo>
                    <a:pt x="137548" y="68370"/>
                  </a:lnTo>
                  <a:lnTo>
                    <a:pt x="139183" y="67610"/>
                  </a:lnTo>
                  <a:lnTo>
                    <a:pt x="139199" y="66468"/>
                  </a:lnTo>
                  <a:lnTo>
                    <a:pt x="143094" y="66210"/>
                  </a:lnTo>
                  <a:lnTo>
                    <a:pt x="144426" y="67678"/>
                  </a:lnTo>
                  <a:close/>
                  <a:moveTo>
                    <a:pt x="90572" y="72380"/>
                  </a:moveTo>
                  <a:lnTo>
                    <a:pt x="89576" y="72700"/>
                  </a:lnTo>
                  <a:lnTo>
                    <a:pt x="90572" y="70509"/>
                  </a:lnTo>
                  <a:lnTo>
                    <a:pt x="92337" y="69375"/>
                  </a:lnTo>
                  <a:lnTo>
                    <a:pt x="91675" y="71216"/>
                  </a:lnTo>
                  <a:lnTo>
                    <a:pt x="90572" y="72380"/>
                  </a:lnTo>
                  <a:close/>
                  <a:moveTo>
                    <a:pt x="88259" y="73582"/>
                  </a:moveTo>
                  <a:lnTo>
                    <a:pt x="87308" y="74511"/>
                  </a:lnTo>
                  <a:lnTo>
                    <a:pt x="85832" y="74107"/>
                  </a:lnTo>
                  <a:lnTo>
                    <a:pt x="84288" y="71003"/>
                  </a:lnTo>
                  <a:lnTo>
                    <a:pt x="88259" y="73582"/>
                  </a:lnTo>
                  <a:close/>
                  <a:moveTo>
                    <a:pt x="80483" y="77843"/>
                  </a:moveTo>
                  <a:lnTo>
                    <a:pt x="81693" y="80811"/>
                  </a:lnTo>
                  <a:lnTo>
                    <a:pt x="82827" y="81807"/>
                  </a:lnTo>
                  <a:lnTo>
                    <a:pt x="85201" y="82987"/>
                  </a:lnTo>
                  <a:lnTo>
                    <a:pt x="86319" y="83139"/>
                  </a:lnTo>
                  <a:lnTo>
                    <a:pt x="90375" y="85269"/>
                  </a:lnTo>
                  <a:lnTo>
                    <a:pt x="95084" y="85695"/>
                  </a:lnTo>
                  <a:lnTo>
                    <a:pt x="95693" y="86311"/>
                  </a:lnTo>
                  <a:lnTo>
                    <a:pt x="96271" y="87947"/>
                  </a:lnTo>
                  <a:lnTo>
                    <a:pt x="97230" y="89233"/>
                  </a:lnTo>
                  <a:lnTo>
                    <a:pt x="97473" y="90230"/>
                  </a:lnTo>
                  <a:lnTo>
                    <a:pt x="96971" y="91341"/>
                  </a:lnTo>
                  <a:lnTo>
                    <a:pt x="97664" y="94727"/>
                  </a:lnTo>
                  <a:lnTo>
                    <a:pt x="98851" y="97937"/>
                  </a:lnTo>
                  <a:lnTo>
                    <a:pt x="100638" y="99489"/>
                  </a:lnTo>
                  <a:lnTo>
                    <a:pt x="102868" y="99961"/>
                  </a:lnTo>
                  <a:lnTo>
                    <a:pt x="104990" y="99893"/>
                  </a:lnTo>
                  <a:lnTo>
                    <a:pt x="105523" y="100532"/>
                  </a:lnTo>
                  <a:lnTo>
                    <a:pt x="105310" y="103332"/>
                  </a:lnTo>
                  <a:lnTo>
                    <a:pt x="104412" y="104428"/>
                  </a:lnTo>
                  <a:lnTo>
                    <a:pt x="103682" y="104694"/>
                  </a:lnTo>
                  <a:lnTo>
                    <a:pt x="103051" y="104405"/>
                  </a:lnTo>
                  <a:lnTo>
                    <a:pt x="102472" y="103750"/>
                  </a:lnTo>
                  <a:lnTo>
                    <a:pt x="101848" y="103438"/>
                  </a:lnTo>
                  <a:lnTo>
                    <a:pt x="100631" y="103385"/>
                  </a:lnTo>
                  <a:lnTo>
                    <a:pt x="99741" y="102259"/>
                  </a:lnTo>
                  <a:lnTo>
                    <a:pt x="97481" y="100714"/>
                  </a:lnTo>
                  <a:lnTo>
                    <a:pt x="97062" y="99786"/>
                  </a:lnTo>
                  <a:lnTo>
                    <a:pt x="96986" y="98364"/>
                  </a:lnTo>
                  <a:lnTo>
                    <a:pt x="96028" y="97314"/>
                  </a:lnTo>
                  <a:lnTo>
                    <a:pt x="95145" y="95320"/>
                  </a:lnTo>
                  <a:lnTo>
                    <a:pt x="94308" y="94765"/>
                  </a:lnTo>
                  <a:lnTo>
                    <a:pt x="93844" y="93760"/>
                  </a:lnTo>
                  <a:lnTo>
                    <a:pt x="93806" y="93334"/>
                  </a:lnTo>
                  <a:lnTo>
                    <a:pt x="90519" y="93037"/>
                  </a:lnTo>
                  <a:lnTo>
                    <a:pt x="87803" y="93030"/>
                  </a:lnTo>
                  <a:lnTo>
                    <a:pt x="85497" y="91896"/>
                  </a:lnTo>
                  <a:lnTo>
                    <a:pt x="84782" y="88921"/>
                  </a:lnTo>
                  <a:lnTo>
                    <a:pt x="83412" y="88122"/>
                  </a:lnTo>
                  <a:lnTo>
                    <a:pt x="82386" y="87278"/>
                  </a:lnTo>
                  <a:lnTo>
                    <a:pt x="81533" y="86106"/>
                  </a:lnTo>
                  <a:lnTo>
                    <a:pt x="79373" y="83953"/>
                  </a:lnTo>
                  <a:lnTo>
                    <a:pt x="76983" y="82150"/>
                  </a:lnTo>
                  <a:lnTo>
                    <a:pt x="74670" y="80955"/>
                  </a:lnTo>
                  <a:lnTo>
                    <a:pt x="72221" y="80172"/>
                  </a:lnTo>
                  <a:lnTo>
                    <a:pt x="70227" y="81092"/>
                  </a:lnTo>
                  <a:lnTo>
                    <a:pt x="69063" y="80879"/>
                  </a:lnTo>
                  <a:lnTo>
                    <a:pt x="68827" y="80255"/>
                  </a:lnTo>
                  <a:lnTo>
                    <a:pt x="71308" y="79015"/>
                  </a:lnTo>
                  <a:lnTo>
                    <a:pt x="74716" y="76641"/>
                  </a:lnTo>
                  <a:lnTo>
                    <a:pt x="77113" y="75857"/>
                  </a:lnTo>
                  <a:lnTo>
                    <a:pt x="78277" y="75758"/>
                  </a:lnTo>
                  <a:lnTo>
                    <a:pt x="80483" y="77843"/>
                  </a:lnTo>
                  <a:close/>
                  <a:moveTo>
                    <a:pt x="107372" y="81929"/>
                  </a:moveTo>
                  <a:lnTo>
                    <a:pt x="105120" y="82591"/>
                  </a:lnTo>
                  <a:lnTo>
                    <a:pt x="104519" y="82484"/>
                  </a:lnTo>
                  <a:lnTo>
                    <a:pt x="105021" y="81648"/>
                  </a:lnTo>
                  <a:lnTo>
                    <a:pt x="105059" y="81297"/>
                  </a:lnTo>
                  <a:lnTo>
                    <a:pt x="102807" y="79761"/>
                  </a:lnTo>
                  <a:lnTo>
                    <a:pt x="103073" y="77767"/>
                  </a:lnTo>
                  <a:lnTo>
                    <a:pt x="103339" y="77257"/>
                  </a:lnTo>
                  <a:lnTo>
                    <a:pt x="105013" y="78300"/>
                  </a:lnTo>
                  <a:lnTo>
                    <a:pt x="105378" y="80035"/>
                  </a:lnTo>
                  <a:lnTo>
                    <a:pt x="107372" y="81929"/>
                  </a:lnTo>
                  <a:close/>
                  <a:moveTo>
                    <a:pt x="22217" y="87392"/>
                  </a:moveTo>
                  <a:lnTo>
                    <a:pt x="21387" y="87605"/>
                  </a:lnTo>
                  <a:lnTo>
                    <a:pt x="20672" y="87460"/>
                  </a:lnTo>
                  <a:lnTo>
                    <a:pt x="20025" y="87582"/>
                  </a:lnTo>
                  <a:lnTo>
                    <a:pt x="19394" y="88100"/>
                  </a:lnTo>
                  <a:lnTo>
                    <a:pt x="19463" y="85946"/>
                  </a:lnTo>
                  <a:lnTo>
                    <a:pt x="20201" y="83260"/>
                  </a:lnTo>
                  <a:lnTo>
                    <a:pt x="21099" y="81693"/>
                  </a:lnTo>
                  <a:lnTo>
                    <a:pt x="22369" y="80963"/>
                  </a:lnTo>
                  <a:lnTo>
                    <a:pt x="22909" y="82195"/>
                  </a:lnTo>
                  <a:lnTo>
                    <a:pt x="22810" y="86578"/>
                  </a:lnTo>
                  <a:lnTo>
                    <a:pt x="22217" y="87392"/>
                  </a:lnTo>
                  <a:close/>
                  <a:moveTo>
                    <a:pt x="137677" y="97991"/>
                  </a:moveTo>
                  <a:lnTo>
                    <a:pt x="135638" y="99520"/>
                  </a:lnTo>
                  <a:lnTo>
                    <a:pt x="133363" y="97306"/>
                  </a:lnTo>
                  <a:lnTo>
                    <a:pt x="132990" y="96591"/>
                  </a:lnTo>
                  <a:lnTo>
                    <a:pt x="134664" y="95693"/>
                  </a:lnTo>
                  <a:lnTo>
                    <a:pt x="135493" y="94316"/>
                  </a:lnTo>
                  <a:lnTo>
                    <a:pt x="134824" y="92619"/>
                  </a:lnTo>
                  <a:lnTo>
                    <a:pt x="132503" y="90108"/>
                  </a:lnTo>
                  <a:lnTo>
                    <a:pt x="132389" y="88328"/>
                  </a:lnTo>
                  <a:lnTo>
                    <a:pt x="135942" y="87575"/>
                  </a:lnTo>
                  <a:lnTo>
                    <a:pt x="138034" y="89127"/>
                  </a:lnTo>
                  <a:lnTo>
                    <a:pt x="139100" y="89233"/>
                  </a:lnTo>
                  <a:lnTo>
                    <a:pt x="138689" y="90717"/>
                  </a:lnTo>
                  <a:lnTo>
                    <a:pt x="138871" y="91196"/>
                  </a:lnTo>
                  <a:lnTo>
                    <a:pt x="139031" y="95685"/>
                  </a:lnTo>
                  <a:lnTo>
                    <a:pt x="138042" y="96317"/>
                  </a:lnTo>
                  <a:lnTo>
                    <a:pt x="137883" y="97549"/>
                  </a:lnTo>
                  <a:lnTo>
                    <a:pt x="137677" y="97991"/>
                  </a:lnTo>
                  <a:close/>
                  <a:moveTo>
                    <a:pt x="23746" y="94978"/>
                  </a:moveTo>
                  <a:lnTo>
                    <a:pt x="22689" y="95274"/>
                  </a:lnTo>
                  <a:lnTo>
                    <a:pt x="21349" y="92680"/>
                  </a:lnTo>
                  <a:lnTo>
                    <a:pt x="20863" y="90884"/>
                  </a:lnTo>
                  <a:lnTo>
                    <a:pt x="21426" y="90785"/>
                  </a:lnTo>
                  <a:lnTo>
                    <a:pt x="21958" y="90991"/>
                  </a:lnTo>
                  <a:lnTo>
                    <a:pt x="22521" y="91668"/>
                  </a:lnTo>
                  <a:lnTo>
                    <a:pt x="22521" y="92360"/>
                  </a:lnTo>
                  <a:lnTo>
                    <a:pt x="22750" y="93106"/>
                  </a:lnTo>
                  <a:lnTo>
                    <a:pt x="23335" y="93996"/>
                  </a:lnTo>
                  <a:lnTo>
                    <a:pt x="23746" y="94978"/>
                  </a:lnTo>
                  <a:close/>
                  <a:moveTo>
                    <a:pt x="20627" y="93517"/>
                  </a:moveTo>
                  <a:lnTo>
                    <a:pt x="20893" y="96652"/>
                  </a:lnTo>
                  <a:lnTo>
                    <a:pt x="22399" y="97237"/>
                  </a:lnTo>
                  <a:lnTo>
                    <a:pt x="24400" y="100053"/>
                  </a:lnTo>
                  <a:lnTo>
                    <a:pt x="24233" y="101490"/>
                  </a:lnTo>
                  <a:lnTo>
                    <a:pt x="23815" y="101985"/>
                  </a:lnTo>
                  <a:lnTo>
                    <a:pt x="20497" y="100654"/>
                  </a:lnTo>
                  <a:lnTo>
                    <a:pt x="19706" y="101255"/>
                  </a:lnTo>
                  <a:lnTo>
                    <a:pt x="18740" y="101011"/>
                  </a:lnTo>
                  <a:lnTo>
                    <a:pt x="18139" y="99452"/>
                  </a:lnTo>
                  <a:lnTo>
                    <a:pt x="18207" y="98904"/>
                  </a:lnTo>
                  <a:lnTo>
                    <a:pt x="17667" y="97968"/>
                  </a:lnTo>
                  <a:lnTo>
                    <a:pt x="17210" y="97549"/>
                  </a:lnTo>
                  <a:lnTo>
                    <a:pt x="15910" y="98790"/>
                  </a:lnTo>
                  <a:lnTo>
                    <a:pt x="15088" y="99018"/>
                  </a:lnTo>
                  <a:lnTo>
                    <a:pt x="15088" y="97884"/>
                  </a:lnTo>
                  <a:lnTo>
                    <a:pt x="16297" y="94765"/>
                  </a:lnTo>
                  <a:lnTo>
                    <a:pt x="16861" y="94240"/>
                  </a:lnTo>
                  <a:lnTo>
                    <a:pt x="17850" y="95267"/>
                  </a:lnTo>
                  <a:lnTo>
                    <a:pt x="18664" y="94886"/>
                  </a:lnTo>
                  <a:lnTo>
                    <a:pt x="19280" y="93197"/>
                  </a:lnTo>
                  <a:lnTo>
                    <a:pt x="19318" y="91516"/>
                  </a:lnTo>
                  <a:lnTo>
                    <a:pt x="19600" y="91021"/>
                  </a:lnTo>
                  <a:lnTo>
                    <a:pt x="20627" y="93517"/>
                  </a:lnTo>
                  <a:close/>
                  <a:moveTo>
                    <a:pt x="83375" y="105888"/>
                  </a:moveTo>
                  <a:lnTo>
                    <a:pt x="82530" y="106550"/>
                  </a:lnTo>
                  <a:lnTo>
                    <a:pt x="81579" y="106520"/>
                  </a:lnTo>
                  <a:lnTo>
                    <a:pt x="80902" y="106276"/>
                  </a:lnTo>
                  <a:lnTo>
                    <a:pt x="80567" y="105744"/>
                  </a:lnTo>
                  <a:lnTo>
                    <a:pt x="80985" y="105493"/>
                  </a:lnTo>
                  <a:lnTo>
                    <a:pt x="81480" y="104420"/>
                  </a:lnTo>
                  <a:lnTo>
                    <a:pt x="81937" y="104131"/>
                  </a:lnTo>
                  <a:lnTo>
                    <a:pt x="82614" y="104268"/>
                  </a:lnTo>
                  <a:lnTo>
                    <a:pt x="83032" y="104702"/>
                  </a:lnTo>
                  <a:lnTo>
                    <a:pt x="83375" y="105888"/>
                  </a:lnTo>
                  <a:close/>
                  <a:moveTo>
                    <a:pt x="114136" y="110362"/>
                  </a:moveTo>
                  <a:lnTo>
                    <a:pt x="113504" y="112165"/>
                  </a:lnTo>
                  <a:lnTo>
                    <a:pt x="111838" y="110065"/>
                  </a:lnTo>
                  <a:lnTo>
                    <a:pt x="110012" y="108627"/>
                  </a:lnTo>
                  <a:lnTo>
                    <a:pt x="109327" y="107364"/>
                  </a:lnTo>
                  <a:lnTo>
                    <a:pt x="108216" y="106604"/>
                  </a:lnTo>
                  <a:lnTo>
                    <a:pt x="107912" y="104907"/>
                  </a:lnTo>
                  <a:lnTo>
                    <a:pt x="109259" y="104214"/>
                  </a:lnTo>
                  <a:lnTo>
                    <a:pt x="109837" y="104146"/>
                  </a:lnTo>
                  <a:lnTo>
                    <a:pt x="111222" y="106208"/>
                  </a:lnTo>
                  <a:lnTo>
                    <a:pt x="113383" y="106444"/>
                  </a:lnTo>
                  <a:lnTo>
                    <a:pt x="113216" y="107714"/>
                  </a:lnTo>
                  <a:lnTo>
                    <a:pt x="113900" y="109350"/>
                  </a:lnTo>
                  <a:lnTo>
                    <a:pt x="114136" y="110362"/>
                  </a:lnTo>
                  <a:close/>
                  <a:moveTo>
                    <a:pt x="26523" y="109137"/>
                  </a:moveTo>
                  <a:lnTo>
                    <a:pt x="28775" y="111754"/>
                  </a:lnTo>
                  <a:lnTo>
                    <a:pt x="26957" y="111108"/>
                  </a:lnTo>
                  <a:lnTo>
                    <a:pt x="25025" y="112919"/>
                  </a:lnTo>
                  <a:lnTo>
                    <a:pt x="22574" y="110803"/>
                  </a:lnTo>
                  <a:lnTo>
                    <a:pt x="21106" y="108658"/>
                  </a:lnTo>
                  <a:lnTo>
                    <a:pt x="20779" y="107798"/>
                  </a:lnTo>
                  <a:lnTo>
                    <a:pt x="22316" y="105789"/>
                  </a:lnTo>
                  <a:lnTo>
                    <a:pt x="23746" y="107851"/>
                  </a:lnTo>
                  <a:lnTo>
                    <a:pt x="25481" y="108179"/>
                  </a:lnTo>
                  <a:lnTo>
                    <a:pt x="26523" y="109137"/>
                  </a:lnTo>
                  <a:close/>
                  <a:moveTo>
                    <a:pt x="153274" y="108970"/>
                  </a:moveTo>
                  <a:lnTo>
                    <a:pt x="155899" y="109860"/>
                  </a:lnTo>
                  <a:lnTo>
                    <a:pt x="156630" y="109761"/>
                  </a:lnTo>
                  <a:lnTo>
                    <a:pt x="157870" y="110081"/>
                  </a:lnTo>
                  <a:lnTo>
                    <a:pt x="158197" y="111709"/>
                  </a:lnTo>
                  <a:lnTo>
                    <a:pt x="156554" y="111945"/>
                  </a:lnTo>
                  <a:lnTo>
                    <a:pt x="153708" y="113444"/>
                  </a:lnTo>
                  <a:lnTo>
                    <a:pt x="152498" y="113116"/>
                  </a:lnTo>
                  <a:lnTo>
                    <a:pt x="151053" y="111815"/>
                  </a:lnTo>
                  <a:lnTo>
                    <a:pt x="148755" y="111678"/>
                  </a:lnTo>
                  <a:lnTo>
                    <a:pt x="148078" y="111321"/>
                  </a:lnTo>
                  <a:lnTo>
                    <a:pt x="149310" y="109784"/>
                  </a:lnTo>
                  <a:lnTo>
                    <a:pt x="151547" y="109008"/>
                  </a:lnTo>
                  <a:lnTo>
                    <a:pt x="153274" y="108970"/>
                  </a:lnTo>
                  <a:close/>
                  <a:moveTo>
                    <a:pt x="100562" y="115270"/>
                  </a:moveTo>
                  <a:lnTo>
                    <a:pt x="99132" y="116571"/>
                  </a:lnTo>
                  <a:lnTo>
                    <a:pt x="98889" y="114615"/>
                  </a:lnTo>
                  <a:lnTo>
                    <a:pt x="99809" y="112553"/>
                  </a:lnTo>
                  <a:lnTo>
                    <a:pt x="101064" y="112424"/>
                  </a:lnTo>
                  <a:lnTo>
                    <a:pt x="101529" y="113329"/>
                  </a:lnTo>
                  <a:lnTo>
                    <a:pt x="100562" y="115270"/>
                  </a:lnTo>
                  <a:close/>
                  <a:moveTo>
                    <a:pt x="119782" y="114661"/>
                  </a:moveTo>
                  <a:lnTo>
                    <a:pt x="118990" y="116396"/>
                  </a:lnTo>
                  <a:lnTo>
                    <a:pt x="117659" y="116129"/>
                  </a:lnTo>
                  <a:lnTo>
                    <a:pt x="115429" y="114265"/>
                  </a:lnTo>
                  <a:lnTo>
                    <a:pt x="114669" y="113421"/>
                  </a:lnTo>
                  <a:lnTo>
                    <a:pt x="114250" y="112591"/>
                  </a:lnTo>
                  <a:lnTo>
                    <a:pt x="115163" y="112493"/>
                  </a:lnTo>
                  <a:lnTo>
                    <a:pt x="116281" y="113375"/>
                  </a:lnTo>
                  <a:lnTo>
                    <a:pt x="119135" y="113839"/>
                  </a:lnTo>
                  <a:lnTo>
                    <a:pt x="119782" y="114661"/>
                  </a:lnTo>
                  <a:close/>
                  <a:moveTo>
                    <a:pt x="136292" y="116548"/>
                  </a:moveTo>
                  <a:lnTo>
                    <a:pt x="135295" y="116654"/>
                  </a:lnTo>
                  <a:lnTo>
                    <a:pt x="135600" y="115582"/>
                  </a:lnTo>
                  <a:lnTo>
                    <a:pt x="137510" y="113718"/>
                  </a:lnTo>
                  <a:lnTo>
                    <a:pt x="140188" y="113626"/>
                  </a:lnTo>
                  <a:lnTo>
                    <a:pt x="142623" y="112690"/>
                  </a:lnTo>
                  <a:lnTo>
                    <a:pt x="143170" y="112660"/>
                  </a:lnTo>
                  <a:lnTo>
                    <a:pt x="142006" y="114128"/>
                  </a:lnTo>
                  <a:lnTo>
                    <a:pt x="140043" y="115498"/>
                  </a:lnTo>
                  <a:lnTo>
                    <a:pt x="136292" y="116548"/>
                  </a:lnTo>
                  <a:close/>
                  <a:moveTo>
                    <a:pt x="122916" y="119500"/>
                  </a:moveTo>
                  <a:lnTo>
                    <a:pt x="120870" y="119667"/>
                  </a:lnTo>
                  <a:lnTo>
                    <a:pt x="120991" y="117621"/>
                  </a:lnTo>
                  <a:lnTo>
                    <a:pt x="121752" y="117088"/>
                  </a:lnTo>
                  <a:lnTo>
                    <a:pt x="124202" y="118108"/>
                  </a:lnTo>
                  <a:lnTo>
                    <a:pt x="124080" y="118747"/>
                  </a:lnTo>
                  <a:lnTo>
                    <a:pt x="122916" y="119500"/>
                  </a:lnTo>
                  <a:close/>
                  <a:moveTo>
                    <a:pt x="113101" y="117507"/>
                  </a:moveTo>
                  <a:lnTo>
                    <a:pt x="112994" y="120284"/>
                  </a:lnTo>
                  <a:lnTo>
                    <a:pt x="112432" y="120261"/>
                  </a:lnTo>
                  <a:lnTo>
                    <a:pt x="112105" y="119835"/>
                  </a:lnTo>
                  <a:lnTo>
                    <a:pt x="112089" y="118770"/>
                  </a:lnTo>
                  <a:lnTo>
                    <a:pt x="112333" y="117096"/>
                  </a:lnTo>
                  <a:lnTo>
                    <a:pt x="113101" y="117507"/>
                  </a:lnTo>
                  <a:close/>
                  <a:moveTo>
                    <a:pt x="102267" y="121501"/>
                  </a:moveTo>
                  <a:lnTo>
                    <a:pt x="101049" y="122315"/>
                  </a:lnTo>
                  <a:lnTo>
                    <a:pt x="101453" y="120459"/>
                  </a:lnTo>
                  <a:lnTo>
                    <a:pt x="100852" y="119493"/>
                  </a:lnTo>
                  <a:lnTo>
                    <a:pt x="101384" y="118671"/>
                  </a:lnTo>
                  <a:lnTo>
                    <a:pt x="102168" y="118009"/>
                  </a:lnTo>
                  <a:lnTo>
                    <a:pt x="102533" y="118694"/>
                  </a:lnTo>
                  <a:lnTo>
                    <a:pt x="103233" y="119804"/>
                  </a:lnTo>
                  <a:lnTo>
                    <a:pt x="102267" y="121501"/>
                  </a:lnTo>
                  <a:close/>
                  <a:moveTo>
                    <a:pt x="104138" y="127360"/>
                  </a:moveTo>
                  <a:lnTo>
                    <a:pt x="103347" y="127763"/>
                  </a:lnTo>
                  <a:lnTo>
                    <a:pt x="102031" y="127177"/>
                  </a:lnTo>
                  <a:lnTo>
                    <a:pt x="102381" y="125716"/>
                  </a:lnTo>
                  <a:lnTo>
                    <a:pt x="103294" y="125092"/>
                  </a:lnTo>
                  <a:lnTo>
                    <a:pt x="104260" y="125572"/>
                  </a:lnTo>
                  <a:lnTo>
                    <a:pt x="104405" y="126234"/>
                  </a:lnTo>
                  <a:lnTo>
                    <a:pt x="104138" y="127360"/>
                  </a:lnTo>
                  <a:close/>
                  <a:moveTo>
                    <a:pt x="125975" y="131560"/>
                  </a:moveTo>
                  <a:lnTo>
                    <a:pt x="124073" y="132564"/>
                  </a:lnTo>
                  <a:lnTo>
                    <a:pt x="122772" y="131111"/>
                  </a:lnTo>
                  <a:lnTo>
                    <a:pt x="122049" y="128821"/>
                  </a:lnTo>
                  <a:lnTo>
                    <a:pt x="125533" y="125458"/>
                  </a:lnTo>
                  <a:lnTo>
                    <a:pt x="126371" y="125762"/>
                  </a:lnTo>
                  <a:lnTo>
                    <a:pt x="126873" y="126629"/>
                  </a:lnTo>
                  <a:lnTo>
                    <a:pt x="126797" y="129650"/>
                  </a:lnTo>
                  <a:lnTo>
                    <a:pt x="125975" y="131560"/>
                  </a:lnTo>
                  <a:close/>
                  <a:moveTo>
                    <a:pt x="120276" y="128874"/>
                  </a:moveTo>
                  <a:lnTo>
                    <a:pt x="118579" y="130928"/>
                  </a:lnTo>
                  <a:lnTo>
                    <a:pt x="117164" y="130708"/>
                  </a:lnTo>
                  <a:lnTo>
                    <a:pt x="116571" y="129764"/>
                  </a:lnTo>
                  <a:lnTo>
                    <a:pt x="117446" y="127831"/>
                  </a:lnTo>
                  <a:lnTo>
                    <a:pt x="119340" y="126736"/>
                  </a:lnTo>
                  <a:lnTo>
                    <a:pt x="120200" y="127025"/>
                  </a:lnTo>
                  <a:lnTo>
                    <a:pt x="120116" y="128455"/>
                  </a:lnTo>
                  <a:lnTo>
                    <a:pt x="120276" y="128874"/>
                  </a:lnTo>
                  <a:close/>
                  <a:moveTo>
                    <a:pt x="157444" y="131780"/>
                  </a:moveTo>
                  <a:lnTo>
                    <a:pt x="155313" y="132146"/>
                  </a:lnTo>
                  <a:lnTo>
                    <a:pt x="155694" y="130030"/>
                  </a:lnTo>
                  <a:lnTo>
                    <a:pt x="154652" y="128364"/>
                  </a:lnTo>
                  <a:lnTo>
                    <a:pt x="156310" y="129300"/>
                  </a:lnTo>
                  <a:lnTo>
                    <a:pt x="157368" y="130426"/>
                  </a:lnTo>
                  <a:lnTo>
                    <a:pt x="157885" y="130639"/>
                  </a:lnTo>
                  <a:lnTo>
                    <a:pt x="157764" y="131316"/>
                  </a:lnTo>
                  <a:lnTo>
                    <a:pt x="157444" y="131780"/>
                  </a:lnTo>
                  <a:close/>
                  <a:moveTo>
                    <a:pt x="108361" y="132785"/>
                  </a:moveTo>
                  <a:lnTo>
                    <a:pt x="107973" y="132899"/>
                  </a:lnTo>
                  <a:lnTo>
                    <a:pt x="107410" y="131780"/>
                  </a:lnTo>
                  <a:lnTo>
                    <a:pt x="107296" y="130738"/>
                  </a:lnTo>
                  <a:lnTo>
                    <a:pt x="107517" y="130121"/>
                  </a:lnTo>
                  <a:lnTo>
                    <a:pt x="108254" y="130061"/>
                  </a:lnTo>
                  <a:lnTo>
                    <a:pt x="109259" y="132047"/>
                  </a:lnTo>
                  <a:lnTo>
                    <a:pt x="108361" y="132785"/>
                  </a:lnTo>
                  <a:close/>
                  <a:moveTo>
                    <a:pt x="132663" y="136262"/>
                  </a:moveTo>
                  <a:lnTo>
                    <a:pt x="130776" y="136482"/>
                  </a:lnTo>
                  <a:lnTo>
                    <a:pt x="130175" y="136285"/>
                  </a:lnTo>
                  <a:lnTo>
                    <a:pt x="131324" y="135828"/>
                  </a:lnTo>
                  <a:lnTo>
                    <a:pt x="132123" y="135341"/>
                  </a:lnTo>
                  <a:lnTo>
                    <a:pt x="132510" y="134755"/>
                  </a:lnTo>
                  <a:lnTo>
                    <a:pt x="134421" y="133721"/>
                  </a:lnTo>
                  <a:lnTo>
                    <a:pt x="135676" y="132366"/>
                  </a:lnTo>
                  <a:lnTo>
                    <a:pt x="137038" y="133287"/>
                  </a:lnTo>
                  <a:lnTo>
                    <a:pt x="135334" y="133903"/>
                  </a:lnTo>
                  <a:lnTo>
                    <a:pt x="132663" y="136262"/>
                  </a:lnTo>
                  <a:close/>
                  <a:moveTo>
                    <a:pt x="155945" y="137943"/>
                  </a:moveTo>
                  <a:lnTo>
                    <a:pt x="155283" y="137974"/>
                  </a:lnTo>
                  <a:lnTo>
                    <a:pt x="156075" y="136695"/>
                  </a:lnTo>
                  <a:lnTo>
                    <a:pt x="158326" y="134938"/>
                  </a:lnTo>
                  <a:lnTo>
                    <a:pt x="161606" y="133386"/>
                  </a:lnTo>
                  <a:lnTo>
                    <a:pt x="162694" y="133218"/>
                  </a:lnTo>
                  <a:lnTo>
                    <a:pt x="164543" y="134177"/>
                  </a:lnTo>
                  <a:lnTo>
                    <a:pt x="161149" y="135767"/>
                  </a:lnTo>
                  <a:lnTo>
                    <a:pt x="160244" y="136604"/>
                  </a:lnTo>
                  <a:lnTo>
                    <a:pt x="157741" y="136787"/>
                  </a:lnTo>
                  <a:lnTo>
                    <a:pt x="155945" y="137943"/>
                  </a:lnTo>
                  <a:close/>
                  <a:moveTo>
                    <a:pt x="122468" y="139351"/>
                  </a:moveTo>
                  <a:lnTo>
                    <a:pt x="122095" y="139769"/>
                  </a:lnTo>
                  <a:lnTo>
                    <a:pt x="120481" y="138095"/>
                  </a:lnTo>
                  <a:lnTo>
                    <a:pt x="119865" y="137121"/>
                  </a:lnTo>
                  <a:lnTo>
                    <a:pt x="120634" y="136307"/>
                  </a:lnTo>
                  <a:lnTo>
                    <a:pt x="123008" y="138210"/>
                  </a:lnTo>
                  <a:lnTo>
                    <a:pt x="122468" y="139351"/>
                  </a:lnTo>
                  <a:close/>
                  <a:moveTo>
                    <a:pt x="104405" y="136969"/>
                  </a:moveTo>
                  <a:lnTo>
                    <a:pt x="104443" y="138529"/>
                  </a:lnTo>
                  <a:lnTo>
                    <a:pt x="104290" y="139084"/>
                  </a:lnTo>
                  <a:lnTo>
                    <a:pt x="99923" y="139838"/>
                  </a:lnTo>
                  <a:lnTo>
                    <a:pt x="100326" y="138050"/>
                  </a:lnTo>
                  <a:lnTo>
                    <a:pt x="100593" y="137487"/>
                  </a:lnTo>
                  <a:lnTo>
                    <a:pt x="102038" y="138316"/>
                  </a:lnTo>
                  <a:lnTo>
                    <a:pt x="102571" y="137890"/>
                  </a:lnTo>
                  <a:lnTo>
                    <a:pt x="102784" y="137403"/>
                  </a:lnTo>
                  <a:lnTo>
                    <a:pt x="104405" y="136969"/>
                  </a:lnTo>
                  <a:close/>
                  <a:moveTo>
                    <a:pt x="175393" y="142531"/>
                  </a:moveTo>
                  <a:lnTo>
                    <a:pt x="174928" y="142950"/>
                  </a:lnTo>
                  <a:lnTo>
                    <a:pt x="173856" y="141740"/>
                  </a:lnTo>
                  <a:lnTo>
                    <a:pt x="173802" y="141108"/>
                  </a:lnTo>
                  <a:lnTo>
                    <a:pt x="174898" y="140385"/>
                  </a:lnTo>
                  <a:lnTo>
                    <a:pt x="175446" y="140218"/>
                  </a:lnTo>
                  <a:lnTo>
                    <a:pt x="175605" y="140713"/>
                  </a:lnTo>
                  <a:lnTo>
                    <a:pt x="175591" y="141770"/>
                  </a:lnTo>
                  <a:lnTo>
                    <a:pt x="175393" y="142531"/>
                  </a:lnTo>
                  <a:close/>
                  <a:moveTo>
                    <a:pt x="145506" y="141702"/>
                  </a:moveTo>
                  <a:lnTo>
                    <a:pt x="143817" y="142333"/>
                  </a:lnTo>
                  <a:lnTo>
                    <a:pt x="142744" y="143665"/>
                  </a:lnTo>
                  <a:lnTo>
                    <a:pt x="141436" y="142721"/>
                  </a:lnTo>
                  <a:lnTo>
                    <a:pt x="141436" y="141443"/>
                  </a:lnTo>
                  <a:lnTo>
                    <a:pt x="142866" y="141839"/>
                  </a:lnTo>
                  <a:lnTo>
                    <a:pt x="143870" y="141116"/>
                  </a:lnTo>
                  <a:lnTo>
                    <a:pt x="143566" y="140302"/>
                  </a:lnTo>
                  <a:lnTo>
                    <a:pt x="144662" y="140682"/>
                  </a:lnTo>
                  <a:lnTo>
                    <a:pt x="145506" y="141702"/>
                  </a:lnTo>
                  <a:close/>
                  <a:moveTo>
                    <a:pt x="124620" y="146800"/>
                  </a:moveTo>
                  <a:lnTo>
                    <a:pt x="123631" y="148192"/>
                  </a:lnTo>
                  <a:lnTo>
                    <a:pt x="122232" y="147697"/>
                  </a:lnTo>
                  <a:lnTo>
                    <a:pt x="122802" y="147172"/>
                  </a:lnTo>
                  <a:lnTo>
                    <a:pt x="123137" y="146488"/>
                  </a:lnTo>
                  <a:lnTo>
                    <a:pt x="123175" y="145499"/>
                  </a:lnTo>
                  <a:lnTo>
                    <a:pt x="122795" y="144890"/>
                  </a:lnTo>
                  <a:lnTo>
                    <a:pt x="123053" y="144669"/>
                  </a:lnTo>
                  <a:lnTo>
                    <a:pt x="124301" y="145689"/>
                  </a:lnTo>
                  <a:lnTo>
                    <a:pt x="124620" y="146800"/>
                  </a:lnTo>
                  <a:close/>
                  <a:moveTo>
                    <a:pt x="175020" y="158996"/>
                  </a:moveTo>
                  <a:lnTo>
                    <a:pt x="173483" y="159551"/>
                  </a:lnTo>
                  <a:lnTo>
                    <a:pt x="172950" y="159483"/>
                  </a:lnTo>
                  <a:lnTo>
                    <a:pt x="172311" y="158266"/>
                  </a:lnTo>
                  <a:lnTo>
                    <a:pt x="173201" y="155329"/>
                  </a:lnTo>
                  <a:lnTo>
                    <a:pt x="172380" y="153434"/>
                  </a:lnTo>
                  <a:lnTo>
                    <a:pt x="172326" y="152635"/>
                  </a:lnTo>
                  <a:lnTo>
                    <a:pt x="173574" y="151525"/>
                  </a:lnTo>
                  <a:lnTo>
                    <a:pt x="174442" y="149858"/>
                  </a:lnTo>
                  <a:lnTo>
                    <a:pt x="176556" y="148055"/>
                  </a:lnTo>
                  <a:lnTo>
                    <a:pt x="182042" y="145917"/>
                  </a:lnTo>
                  <a:lnTo>
                    <a:pt x="183328" y="145719"/>
                  </a:lnTo>
                  <a:lnTo>
                    <a:pt x="183290" y="147393"/>
                  </a:lnTo>
                  <a:lnTo>
                    <a:pt x="181457" y="151623"/>
                  </a:lnTo>
                  <a:lnTo>
                    <a:pt x="179829" y="153738"/>
                  </a:lnTo>
                  <a:lnTo>
                    <a:pt x="180262" y="155428"/>
                  </a:lnTo>
                  <a:lnTo>
                    <a:pt x="177652" y="155899"/>
                  </a:lnTo>
                  <a:lnTo>
                    <a:pt x="175020" y="158996"/>
                  </a:lnTo>
                  <a:close/>
                  <a:moveTo>
                    <a:pt x="72761" y="152148"/>
                  </a:moveTo>
                  <a:lnTo>
                    <a:pt x="72509" y="153290"/>
                  </a:lnTo>
                  <a:lnTo>
                    <a:pt x="70311" y="152506"/>
                  </a:lnTo>
                  <a:lnTo>
                    <a:pt x="69702" y="151327"/>
                  </a:lnTo>
                  <a:lnTo>
                    <a:pt x="69588" y="148709"/>
                  </a:lnTo>
                  <a:lnTo>
                    <a:pt x="70166" y="147431"/>
                  </a:lnTo>
                  <a:lnTo>
                    <a:pt x="70546" y="147028"/>
                  </a:lnTo>
                  <a:lnTo>
                    <a:pt x="71558" y="148504"/>
                  </a:lnTo>
                  <a:lnTo>
                    <a:pt x="73681" y="150657"/>
                  </a:lnTo>
                  <a:lnTo>
                    <a:pt x="72761" y="152148"/>
                  </a:lnTo>
                  <a:close/>
                  <a:moveTo>
                    <a:pt x="160784" y="171147"/>
                  </a:moveTo>
                  <a:lnTo>
                    <a:pt x="159970" y="172615"/>
                  </a:lnTo>
                  <a:lnTo>
                    <a:pt x="159140" y="171375"/>
                  </a:lnTo>
                  <a:lnTo>
                    <a:pt x="159498" y="169945"/>
                  </a:lnTo>
                  <a:lnTo>
                    <a:pt x="158540" y="167685"/>
                  </a:lnTo>
                  <a:lnTo>
                    <a:pt x="160358" y="164322"/>
                  </a:lnTo>
                  <a:lnTo>
                    <a:pt x="160396" y="162686"/>
                  </a:lnTo>
                  <a:lnTo>
                    <a:pt x="161788" y="161849"/>
                  </a:lnTo>
                  <a:lnTo>
                    <a:pt x="161446" y="164626"/>
                  </a:lnTo>
                  <a:lnTo>
                    <a:pt x="160381" y="166848"/>
                  </a:lnTo>
                  <a:lnTo>
                    <a:pt x="161484" y="168697"/>
                  </a:lnTo>
                  <a:lnTo>
                    <a:pt x="162009" y="170797"/>
                  </a:lnTo>
                  <a:lnTo>
                    <a:pt x="160784" y="171147"/>
                  </a:lnTo>
                  <a:close/>
                  <a:moveTo>
                    <a:pt x="89811" y="169313"/>
                  </a:moveTo>
                  <a:lnTo>
                    <a:pt x="91272" y="169504"/>
                  </a:lnTo>
                  <a:lnTo>
                    <a:pt x="93250" y="169473"/>
                  </a:lnTo>
                  <a:lnTo>
                    <a:pt x="93700" y="169313"/>
                  </a:lnTo>
                  <a:lnTo>
                    <a:pt x="94962" y="167784"/>
                  </a:lnTo>
                  <a:lnTo>
                    <a:pt x="96515" y="167754"/>
                  </a:lnTo>
                  <a:lnTo>
                    <a:pt x="97192" y="169260"/>
                  </a:lnTo>
                  <a:lnTo>
                    <a:pt x="95617" y="169952"/>
                  </a:lnTo>
                  <a:lnTo>
                    <a:pt x="95297" y="170348"/>
                  </a:lnTo>
                  <a:lnTo>
                    <a:pt x="95602" y="170668"/>
                  </a:lnTo>
                  <a:lnTo>
                    <a:pt x="96781" y="171299"/>
                  </a:lnTo>
                  <a:lnTo>
                    <a:pt x="98424" y="171063"/>
                  </a:lnTo>
                  <a:lnTo>
                    <a:pt x="98470" y="172250"/>
                  </a:lnTo>
                  <a:lnTo>
                    <a:pt x="98835" y="173216"/>
                  </a:lnTo>
                  <a:lnTo>
                    <a:pt x="99642" y="173795"/>
                  </a:lnTo>
                  <a:lnTo>
                    <a:pt x="100524" y="173909"/>
                  </a:lnTo>
                  <a:lnTo>
                    <a:pt x="102464" y="173741"/>
                  </a:lnTo>
                  <a:lnTo>
                    <a:pt x="104374" y="173361"/>
                  </a:lnTo>
                  <a:lnTo>
                    <a:pt x="106345" y="172600"/>
                  </a:lnTo>
                  <a:lnTo>
                    <a:pt x="108361" y="172212"/>
                  </a:lnTo>
                  <a:lnTo>
                    <a:pt x="114379" y="172600"/>
                  </a:lnTo>
                  <a:lnTo>
                    <a:pt x="116540" y="174244"/>
                  </a:lnTo>
                  <a:lnTo>
                    <a:pt x="120656" y="174441"/>
                  </a:lnTo>
                  <a:lnTo>
                    <a:pt x="124476" y="175309"/>
                  </a:lnTo>
                  <a:lnTo>
                    <a:pt x="126485" y="174738"/>
                  </a:lnTo>
                  <a:lnTo>
                    <a:pt x="129916" y="174206"/>
                  </a:lnTo>
                  <a:lnTo>
                    <a:pt x="130464" y="174784"/>
                  </a:lnTo>
                  <a:lnTo>
                    <a:pt x="130023" y="178489"/>
                  </a:lnTo>
                  <a:lnTo>
                    <a:pt x="130236" y="179570"/>
                  </a:lnTo>
                  <a:lnTo>
                    <a:pt x="131225" y="180087"/>
                  </a:lnTo>
                  <a:lnTo>
                    <a:pt x="132199" y="179836"/>
                  </a:lnTo>
                  <a:lnTo>
                    <a:pt x="133401" y="178619"/>
                  </a:lnTo>
                  <a:lnTo>
                    <a:pt x="136277" y="177683"/>
                  </a:lnTo>
                  <a:lnTo>
                    <a:pt x="139259" y="177683"/>
                  </a:lnTo>
                  <a:lnTo>
                    <a:pt x="141778" y="175217"/>
                  </a:lnTo>
                  <a:lnTo>
                    <a:pt x="142516" y="175073"/>
                  </a:lnTo>
                  <a:lnTo>
                    <a:pt x="142052" y="176283"/>
                  </a:lnTo>
                  <a:lnTo>
                    <a:pt x="141672" y="179128"/>
                  </a:lnTo>
                  <a:lnTo>
                    <a:pt x="141139" y="180795"/>
                  </a:lnTo>
                  <a:lnTo>
                    <a:pt x="140896" y="182103"/>
                  </a:lnTo>
                  <a:lnTo>
                    <a:pt x="139214" y="182780"/>
                  </a:lnTo>
                  <a:lnTo>
                    <a:pt x="136680" y="182894"/>
                  </a:lnTo>
                  <a:lnTo>
                    <a:pt x="132047" y="182605"/>
                  </a:lnTo>
                  <a:lnTo>
                    <a:pt x="127375" y="183070"/>
                  </a:lnTo>
                  <a:lnTo>
                    <a:pt x="118724" y="184317"/>
                  </a:lnTo>
                  <a:lnTo>
                    <a:pt x="110058" y="184956"/>
                  </a:lnTo>
                  <a:lnTo>
                    <a:pt x="108893" y="184538"/>
                  </a:lnTo>
                  <a:lnTo>
                    <a:pt x="108871" y="182887"/>
                  </a:lnTo>
                  <a:lnTo>
                    <a:pt x="108688" y="181746"/>
                  </a:lnTo>
                  <a:lnTo>
                    <a:pt x="108125" y="180947"/>
                  </a:lnTo>
                  <a:lnTo>
                    <a:pt x="105447" y="180262"/>
                  </a:lnTo>
                  <a:lnTo>
                    <a:pt x="102891" y="179090"/>
                  </a:lnTo>
                  <a:lnTo>
                    <a:pt x="92870" y="177492"/>
                  </a:lnTo>
                  <a:lnTo>
                    <a:pt x="90504" y="176861"/>
                  </a:lnTo>
                  <a:lnTo>
                    <a:pt x="86669" y="177188"/>
                  </a:lnTo>
                  <a:lnTo>
                    <a:pt x="85262" y="177143"/>
                  </a:lnTo>
                  <a:lnTo>
                    <a:pt x="84295" y="176572"/>
                  </a:lnTo>
                  <a:lnTo>
                    <a:pt x="83626" y="175583"/>
                  </a:lnTo>
                  <a:lnTo>
                    <a:pt x="83321" y="172440"/>
                  </a:lnTo>
                  <a:lnTo>
                    <a:pt x="83801" y="169329"/>
                  </a:lnTo>
                  <a:lnTo>
                    <a:pt x="84630" y="168507"/>
                  </a:lnTo>
                  <a:lnTo>
                    <a:pt x="85010" y="169443"/>
                  </a:lnTo>
                  <a:lnTo>
                    <a:pt x="85992" y="169876"/>
                  </a:lnTo>
                  <a:lnTo>
                    <a:pt x="86905" y="168933"/>
                  </a:lnTo>
                  <a:lnTo>
                    <a:pt x="86897" y="167503"/>
                  </a:lnTo>
                  <a:lnTo>
                    <a:pt x="87362" y="166179"/>
                  </a:lnTo>
                  <a:lnTo>
                    <a:pt x="88084" y="166734"/>
                  </a:lnTo>
                  <a:lnTo>
                    <a:pt x="88563" y="168773"/>
                  </a:lnTo>
                  <a:lnTo>
                    <a:pt x="89811" y="169313"/>
                  </a:lnTo>
                  <a:close/>
                </a:path>
              </a:pathLst>
            </a:custGeom>
            <a:solidFill>
              <a:srgbClr val="2562E8"/>
            </a:solidFill>
            <a:ln w="6168" cap="flat">
              <a:solidFill>
                <a:srgbClr val="2562E8"/>
              </a:solidFill>
              <a:prstDash val="solid"/>
              <a:miter/>
            </a:ln>
          </p:spPr>
          <p:txBody>
            <a:bodyPr/>
            <a:lstStyle/>
            <a:p>
              <a:endParaRPr lang="en-US"/>
            </a:p>
          </p:txBody>
        </p:sp>
        <p:sp>
          <p:nvSpPr>
            <p:cNvPr id="2215" name="Freeform: Shape 2214">
              <a:extLst>
                <a:ext uri="{FF2B5EF4-FFF2-40B4-BE49-F238E27FC236}">
                  <a16:creationId xmlns:a16="http://schemas.microsoft.com/office/drawing/2014/main" id="{F07C9194-F6BA-AE67-2E63-2CDFC2D6606A}"/>
                </a:ext>
              </a:extLst>
            </p:cNvPr>
            <p:cNvSpPr/>
            <p:nvPr/>
          </p:nvSpPr>
          <p:spPr>
            <a:xfrm>
              <a:off x="7604338" y="4620028"/>
              <a:ext cx="85558" cy="89994"/>
            </a:xfrm>
            <a:custGeom>
              <a:avLst/>
              <a:gdLst>
                <a:gd name="csX0" fmla="*/ 65631 w 85558"/>
                <a:gd name="csY0" fmla="*/ 38 h 89994"/>
                <a:gd name="csX1" fmla="*/ 65426 w 85558"/>
                <a:gd name="csY1" fmla="*/ 5440 h 89994"/>
                <a:gd name="csX2" fmla="*/ 65190 w 85558"/>
                <a:gd name="csY2" fmla="*/ 11694 h 89994"/>
                <a:gd name="csX3" fmla="*/ 65015 w 85558"/>
                <a:gd name="csY3" fmla="*/ 16282 h 89994"/>
                <a:gd name="csX4" fmla="*/ 64779 w 85558"/>
                <a:gd name="csY4" fmla="*/ 22400 h 89994"/>
                <a:gd name="csX5" fmla="*/ 64543 w 85558"/>
                <a:gd name="csY5" fmla="*/ 28646 h 89994"/>
                <a:gd name="csX6" fmla="*/ 64216 w 85558"/>
                <a:gd name="csY6" fmla="*/ 37145 h 89994"/>
                <a:gd name="csX7" fmla="*/ 64011 w 85558"/>
                <a:gd name="csY7" fmla="*/ 42623 h 89994"/>
                <a:gd name="csX8" fmla="*/ 64110 w 85558"/>
                <a:gd name="csY8" fmla="*/ 42752 h 89994"/>
                <a:gd name="csX9" fmla="*/ 66659 w 85558"/>
                <a:gd name="csY9" fmla="*/ 42486 h 89994"/>
                <a:gd name="csX10" fmla="*/ 70425 w 85558"/>
                <a:gd name="csY10" fmla="*/ 42730 h 89994"/>
                <a:gd name="csX11" fmla="*/ 71346 w 85558"/>
                <a:gd name="csY11" fmla="*/ 42714 h 89994"/>
                <a:gd name="csX12" fmla="*/ 72494 w 85558"/>
                <a:gd name="csY12" fmla="*/ 43186 h 89994"/>
                <a:gd name="csX13" fmla="*/ 73385 w 85558"/>
                <a:gd name="csY13" fmla="*/ 43331 h 89994"/>
                <a:gd name="csX14" fmla="*/ 75302 w 85558"/>
                <a:gd name="csY14" fmla="*/ 44563 h 89994"/>
                <a:gd name="csX15" fmla="*/ 77547 w 85558"/>
                <a:gd name="csY15" fmla="*/ 45499 h 89994"/>
                <a:gd name="csX16" fmla="*/ 78985 w 85558"/>
                <a:gd name="csY16" fmla="*/ 43612 h 89994"/>
                <a:gd name="csX17" fmla="*/ 78231 w 85558"/>
                <a:gd name="csY17" fmla="*/ 42479 h 89994"/>
                <a:gd name="csX18" fmla="*/ 77661 w 85558"/>
                <a:gd name="csY18" fmla="*/ 41900 h 89994"/>
                <a:gd name="csX19" fmla="*/ 77752 w 85558"/>
                <a:gd name="csY19" fmla="*/ 41391 h 89994"/>
                <a:gd name="csX20" fmla="*/ 85558 w 85558"/>
                <a:gd name="csY20" fmla="*/ 46275 h 89994"/>
                <a:gd name="csX21" fmla="*/ 84638 w 85558"/>
                <a:gd name="csY21" fmla="*/ 47029 h 89994"/>
                <a:gd name="csX22" fmla="*/ 82652 w 85558"/>
                <a:gd name="csY22" fmla="*/ 48763 h 89994"/>
                <a:gd name="csX23" fmla="*/ 79045 w 85558"/>
                <a:gd name="csY23" fmla="*/ 51738 h 89994"/>
                <a:gd name="csX24" fmla="*/ 75819 w 85558"/>
                <a:gd name="csY24" fmla="*/ 54393 h 89994"/>
                <a:gd name="csX25" fmla="*/ 72707 w 85558"/>
                <a:gd name="csY25" fmla="*/ 56798 h 89994"/>
                <a:gd name="csX26" fmla="*/ 69915 w 85558"/>
                <a:gd name="csY26" fmla="*/ 58966 h 89994"/>
                <a:gd name="csX27" fmla="*/ 69580 w 85558"/>
                <a:gd name="csY27" fmla="*/ 59179 h 89994"/>
                <a:gd name="csX28" fmla="*/ 66035 w 85558"/>
                <a:gd name="csY28" fmla="*/ 60731 h 89994"/>
                <a:gd name="csX29" fmla="*/ 65441 w 85558"/>
                <a:gd name="csY29" fmla="*/ 61439 h 89994"/>
                <a:gd name="csX30" fmla="*/ 64680 w 85558"/>
                <a:gd name="csY30" fmla="*/ 64498 h 89994"/>
                <a:gd name="csX31" fmla="*/ 64330 w 85558"/>
                <a:gd name="csY31" fmla="*/ 65259 h 89994"/>
                <a:gd name="csX32" fmla="*/ 64977 w 85558"/>
                <a:gd name="csY32" fmla="*/ 66955 h 89994"/>
                <a:gd name="csX33" fmla="*/ 65616 w 85558"/>
                <a:gd name="csY33" fmla="*/ 69573 h 89994"/>
                <a:gd name="csX34" fmla="*/ 65411 w 85558"/>
                <a:gd name="csY34" fmla="*/ 70950 h 89994"/>
                <a:gd name="csX35" fmla="*/ 62961 w 85558"/>
                <a:gd name="csY35" fmla="*/ 72631 h 89994"/>
                <a:gd name="csX36" fmla="*/ 61835 w 85558"/>
                <a:gd name="csY36" fmla="*/ 74145 h 89994"/>
                <a:gd name="csX37" fmla="*/ 61340 w 85558"/>
                <a:gd name="csY37" fmla="*/ 75127 h 89994"/>
                <a:gd name="csX38" fmla="*/ 60899 w 85558"/>
                <a:gd name="csY38" fmla="*/ 74876 h 89994"/>
                <a:gd name="csX39" fmla="*/ 60138 w 85558"/>
                <a:gd name="csY39" fmla="*/ 74800 h 89994"/>
                <a:gd name="csX40" fmla="*/ 58388 w 85558"/>
                <a:gd name="csY40" fmla="*/ 75180 h 89994"/>
                <a:gd name="csX41" fmla="*/ 57536 w 85558"/>
                <a:gd name="csY41" fmla="*/ 75264 h 89994"/>
                <a:gd name="csX42" fmla="*/ 56836 w 85558"/>
                <a:gd name="csY42" fmla="*/ 75698 h 89994"/>
                <a:gd name="csX43" fmla="*/ 56760 w 85558"/>
                <a:gd name="csY43" fmla="*/ 76641 h 89994"/>
                <a:gd name="csX44" fmla="*/ 57232 w 85558"/>
                <a:gd name="csY44" fmla="*/ 78170 h 89994"/>
                <a:gd name="csX45" fmla="*/ 57399 w 85558"/>
                <a:gd name="csY45" fmla="*/ 78954 h 89994"/>
                <a:gd name="csX46" fmla="*/ 56905 w 85558"/>
                <a:gd name="csY46" fmla="*/ 79319 h 89994"/>
                <a:gd name="csX47" fmla="*/ 54744 w 85558"/>
                <a:gd name="csY47" fmla="*/ 80240 h 89994"/>
                <a:gd name="csX48" fmla="*/ 53891 w 85558"/>
                <a:gd name="csY48" fmla="*/ 81145 h 89994"/>
                <a:gd name="csX49" fmla="*/ 53077 w 85558"/>
                <a:gd name="csY49" fmla="*/ 82545 h 89994"/>
                <a:gd name="csX50" fmla="*/ 52134 w 85558"/>
                <a:gd name="csY50" fmla="*/ 83139 h 89994"/>
                <a:gd name="csX51" fmla="*/ 51145 w 85558"/>
                <a:gd name="csY51" fmla="*/ 83032 h 89994"/>
                <a:gd name="csX52" fmla="*/ 50445 w 85558"/>
                <a:gd name="csY52" fmla="*/ 83238 h 89994"/>
                <a:gd name="csX53" fmla="*/ 48946 w 85558"/>
                <a:gd name="csY53" fmla="*/ 84295 h 89994"/>
                <a:gd name="csX54" fmla="*/ 46694 w 85558"/>
                <a:gd name="csY54" fmla="*/ 86334 h 89994"/>
                <a:gd name="csX55" fmla="*/ 45492 w 85558"/>
                <a:gd name="csY55" fmla="*/ 87848 h 89994"/>
                <a:gd name="csX56" fmla="*/ 45461 w 85558"/>
                <a:gd name="csY56" fmla="*/ 88974 h 89994"/>
                <a:gd name="csX57" fmla="*/ 45697 w 85558"/>
                <a:gd name="csY57" fmla="*/ 89994 h 89994"/>
                <a:gd name="csX58" fmla="*/ 37495 w 85558"/>
                <a:gd name="csY58" fmla="*/ 86403 h 89994"/>
                <a:gd name="csX59" fmla="*/ 34771 w 85558"/>
                <a:gd name="csY59" fmla="*/ 85786 h 89994"/>
                <a:gd name="csX60" fmla="*/ 23252 w 85558"/>
                <a:gd name="csY60" fmla="*/ 85863 h 89994"/>
                <a:gd name="csX61" fmla="*/ 18314 w 85558"/>
                <a:gd name="csY61" fmla="*/ 84447 h 89994"/>
                <a:gd name="csX62" fmla="*/ 12691 w 85558"/>
                <a:gd name="csY62" fmla="*/ 81724 h 89994"/>
                <a:gd name="csX63" fmla="*/ 8879 w 85558"/>
                <a:gd name="csY63" fmla="*/ 79243 h 89994"/>
                <a:gd name="csX64" fmla="*/ 0 w 85558"/>
                <a:gd name="csY64" fmla="*/ 72296 h 89994"/>
                <a:gd name="csX65" fmla="*/ 555 w 85558"/>
                <a:gd name="csY65" fmla="*/ 71734 h 89994"/>
                <a:gd name="csX66" fmla="*/ 1027 w 85558"/>
                <a:gd name="csY66" fmla="*/ 70440 h 89994"/>
                <a:gd name="csX67" fmla="*/ 1605 w 85558"/>
                <a:gd name="csY67" fmla="*/ 69101 h 89994"/>
                <a:gd name="csX68" fmla="*/ 1248 w 85558"/>
                <a:gd name="csY68" fmla="*/ 67556 h 89994"/>
                <a:gd name="csX69" fmla="*/ 1035 w 85558"/>
                <a:gd name="csY69" fmla="*/ 66309 h 89994"/>
                <a:gd name="csX70" fmla="*/ 1697 w 85558"/>
                <a:gd name="csY70" fmla="*/ 64483 h 89994"/>
                <a:gd name="csX71" fmla="*/ 1636 w 85558"/>
                <a:gd name="csY71" fmla="*/ 63121 h 89994"/>
                <a:gd name="csX72" fmla="*/ 1940 w 85558"/>
                <a:gd name="csY72" fmla="*/ 62276 h 89994"/>
                <a:gd name="csX73" fmla="*/ 2914 w 85558"/>
                <a:gd name="csY73" fmla="*/ 61728 h 89994"/>
                <a:gd name="csX74" fmla="*/ 3424 w 85558"/>
                <a:gd name="csY74" fmla="*/ 60686 h 89994"/>
                <a:gd name="csX75" fmla="*/ 654 w 85558"/>
                <a:gd name="csY75" fmla="*/ 57095 h 89994"/>
                <a:gd name="csX76" fmla="*/ 662 w 85558"/>
                <a:gd name="csY76" fmla="*/ 56273 h 89994"/>
                <a:gd name="csX77" fmla="*/ 1027 w 85558"/>
                <a:gd name="csY77" fmla="*/ 55261 h 89994"/>
                <a:gd name="csX78" fmla="*/ 3264 w 85558"/>
                <a:gd name="csY78" fmla="*/ 51419 h 89994"/>
                <a:gd name="csX79" fmla="*/ 5935 w 85558"/>
                <a:gd name="csY79" fmla="*/ 46846 h 89994"/>
                <a:gd name="csX80" fmla="*/ 8872 w 85558"/>
                <a:gd name="csY80" fmla="*/ 41794 h 89994"/>
                <a:gd name="csX81" fmla="*/ 10644 w 85558"/>
                <a:gd name="csY81" fmla="*/ 38750 h 89994"/>
                <a:gd name="csX82" fmla="*/ 17104 w 85558"/>
                <a:gd name="csY82" fmla="*/ 38743 h 89994"/>
                <a:gd name="csX83" fmla="*/ 21380 w 85558"/>
                <a:gd name="csY83" fmla="*/ 38735 h 89994"/>
                <a:gd name="csX84" fmla="*/ 26813 w 85558"/>
                <a:gd name="csY84" fmla="*/ 38735 h 89994"/>
                <a:gd name="csX85" fmla="*/ 32709 w 85558"/>
                <a:gd name="csY85" fmla="*/ 38728 h 89994"/>
                <a:gd name="csX86" fmla="*/ 36582 w 85558"/>
                <a:gd name="csY86" fmla="*/ 38728 h 89994"/>
                <a:gd name="csX87" fmla="*/ 38180 w 85558"/>
                <a:gd name="csY87" fmla="*/ 38689 h 89994"/>
                <a:gd name="csX88" fmla="*/ 37906 w 85558"/>
                <a:gd name="csY88" fmla="*/ 36711 h 89994"/>
                <a:gd name="csX89" fmla="*/ 38119 w 85558"/>
                <a:gd name="csY89" fmla="*/ 34520 h 89994"/>
                <a:gd name="csX90" fmla="*/ 38819 w 85558"/>
                <a:gd name="csY90" fmla="*/ 32534 h 89994"/>
                <a:gd name="csX91" fmla="*/ 38819 w 85558"/>
                <a:gd name="csY91" fmla="*/ 31659 h 89994"/>
                <a:gd name="csX92" fmla="*/ 37662 w 85558"/>
                <a:gd name="csY92" fmla="*/ 30579 h 89994"/>
                <a:gd name="csX93" fmla="*/ 35433 w 85558"/>
                <a:gd name="csY93" fmla="*/ 29955 h 89994"/>
                <a:gd name="csX94" fmla="*/ 34185 w 85558"/>
                <a:gd name="csY94" fmla="*/ 29004 h 89994"/>
                <a:gd name="csX95" fmla="*/ 34178 w 85558"/>
                <a:gd name="csY95" fmla="*/ 27802 h 89994"/>
                <a:gd name="csX96" fmla="*/ 33638 w 85558"/>
                <a:gd name="csY96" fmla="*/ 26348 h 89994"/>
                <a:gd name="csX97" fmla="*/ 32549 w 85558"/>
                <a:gd name="csY97" fmla="*/ 24637 h 89994"/>
                <a:gd name="csX98" fmla="*/ 30305 w 85558"/>
                <a:gd name="csY98" fmla="*/ 22887 h 89994"/>
                <a:gd name="csX99" fmla="*/ 26889 w 85558"/>
                <a:gd name="csY99" fmla="*/ 21091 h 89994"/>
                <a:gd name="csX100" fmla="*/ 23982 w 85558"/>
                <a:gd name="csY100" fmla="*/ 18687 h 89994"/>
                <a:gd name="csX101" fmla="*/ 21586 w 85558"/>
                <a:gd name="csY101" fmla="*/ 15666 h 89994"/>
                <a:gd name="csX102" fmla="*/ 19562 w 85558"/>
                <a:gd name="csY102" fmla="*/ 13726 h 89994"/>
                <a:gd name="csX103" fmla="*/ 17994 w 85558"/>
                <a:gd name="csY103" fmla="*/ 12912 h 89994"/>
                <a:gd name="csX104" fmla="*/ 17629 w 85558"/>
                <a:gd name="csY104" fmla="*/ 12486 h 89994"/>
                <a:gd name="csX105" fmla="*/ 22202 w 85558"/>
                <a:gd name="csY105" fmla="*/ 12516 h 89994"/>
                <a:gd name="csX106" fmla="*/ 26523 w 85558"/>
                <a:gd name="csY106" fmla="*/ 12554 h 89994"/>
                <a:gd name="csX107" fmla="*/ 26554 w 85558"/>
                <a:gd name="csY107" fmla="*/ 8217 h 89994"/>
                <a:gd name="csX108" fmla="*/ 26577 w 85558"/>
                <a:gd name="csY108" fmla="*/ 4367 h 89994"/>
                <a:gd name="csX109" fmla="*/ 26607 w 85558"/>
                <a:gd name="csY109" fmla="*/ 0 h 89994"/>
                <a:gd name="csX110" fmla="*/ 34444 w 85558"/>
                <a:gd name="csY110" fmla="*/ 8 h 89994"/>
                <a:gd name="csX111" fmla="*/ 43810 w 85558"/>
                <a:gd name="csY111" fmla="*/ 15 h 89994"/>
                <a:gd name="csX112" fmla="*/ 53519 w 85558"/>
                <a:gd name="csY112" fmla="*/ 30 h 89994"/>
                <a:gd name="csX113" fmla="*/ 61142 w 85558"/>
                <a:gd name="csY113" fmla="*/ 38 h 899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Lst>
              <a:rect l="l" t="t" r="r" b="b"/>
              <a:pathLst>
                <a:path w="85558" h="89994">
                  <a:moveTo>
                    <a:pt x="65631" y="38"/>
                  </a:moveTo>
                  <a:lnTo>
                    <a:pt x="65426" y="5440"/>
                  </a:lnTo>
                  <a:lnTo>
                    <a:pt x="65190" y="11694"/>
                  </a:lnTo>
                  <a:lnTo>
                    <a:pt x="65015" y="16282"/>
                  </a:lnTo>
                  <a:lnTo>
                    <a:pt x="64779" y="22400"/>
                  </a:lnTo>
                  <a:lnTo>
                    <a:pt x="64543" y="28646"/>
                  </a:lnTo>
                  <a:lnTo>
                    <a:pt x="64216" y="37145"/>
                  </a:lnTo>
                  <a:lnTo>
                    <a:pt x="64011" y="42623"/>
                  </a:lnTo>
                  <a:lnTo>
                    <a:pt x="64110" y="42752"/>
                  </a:lnTo>
                  <a:lnTo>
                    <a:pt x="66659" y="42486"/>
                  </a:lnTo>
                  <a:lnTo>
                    <a:pt x="70425" y="42730"/>
                  </a:lnTo>
                  <a:lnTo>
                    <a:pt x="71346" y="42714"/>
                  </a:lnTo>
                  <a:lnTo>
                    <a:pt x="72494" y="43186"/>
                  </a:lnTo>
                  <a:lnTo>
                    <a:pt x="73385" y="43331"/>
                  </a:lnTo>
                  <a:lnTo>
                    <a:pt x="75302" y="44563"/>
                  </a:lnTo>
                  <a:lnTo>
                    <a:pt x="77547" y="45499"/>
                  </a:lnTo>
                  <a:lnTo>
                    <a:pt x="78985" y="43612"/>
                  </a:lnTo>
                  <a:lnTo>
                    <a:pt x="78231" y="42479"/>
                  </a:lnTo>
                  <a:lnTo>
                    <a:pt x="77661" y="41900"/>
                  </a:lnTo>
                  <a:lnTo>
                    <a:pt x="77752" y="41391"/>
                  </a:lnTo>
                  <a:lnTo>
                    <a:pt x="85558" y="46275"/>
                  </a:lnTo>
                  <a:lnTo>
                    <a:pt x="84638" y="47029"/>
                  </a:lnTo>
                  <a:lnTo>
                    <a:pt x="82652" y="48763"/>
                  </a:lnTo>
                  <a:lnTo>
                    <a:pt x="79045" y="51738"/>
                  </a:lnTo>
                  <a:lnTo>
                    <a:pt x="75819" y="54393"/>
                  </a:lnTo>
                  <a:lnTo>
                    <a:pt x="72707" y="56798"/>
                  </a:lnTo>
                  <a:lnTo>
                    <a:pt x="69915" y="58966"/>
                  </a:lnTo>
                  <a:lnTo>
                    <a:pt x="69580" y="59179"/>
                  </a:lnTo>
                  <a:lnTo>
                    <a:pt x="66035" y="60731"/>
                  </a:lnTo>
                  <a:lnTo>
                    <a:pt x="65441" y="61439"/>
                  </a:lnTo>
                  <a:lnTo>
                    <a:pt x="64680" y="64498"/>
                  </a:lnTo>
                  <a:lnTo>
                    <a:pt x="64330" y="65259"/>
                  </a:lnTo>
                  <a:lnTo>
                    <a:pt x="64977" y="66955"/>
                  </a:lnTo>
                  <a:lnTo>
                    <a:pt x="65616" y="69573"/>
                  </a:lnTo>
                  <a:lnTo>
                    <a:pt x="65411" y="70950"/>
                  </a:lnTo>
                  <a:lnTo>
                    <a:pt x="62961" y="72631"/>
                  </a:lnTo>
                  <a:lnTo>
                    <a:pt x="61835" y="74145"/>
                  </a:lnTo>
                  <a:lnTo>
                    <a:pt x="61340" y="75127"/>
                  </a:lnTo>
                  <a:lnTo>
                    <a:pt x="60899" y="74876"/>
                  </a:lnTo>
                  <a:lnTo>
                    <a:pt x="60138" y="74800"/>
                  </a:lnTo>
                  <a:lnTo>
                    <a:pt x="58388" y="75180"/>
                  </a:lnTo>
                  <a:lnTo>
                    <a:pt x="57536" y="75264"/>
                  </a:lnTo>
                  <a:lnTo>
                    <a:pt x="56836" y="75698"/>
                  </a:lnTo>
                  <a:lnTo>
                    <a:pt x="56760" y="76641"/>
                  </a:lnTo>
                  <a:lnTo>
                    <a:pt x="57232" y="78170"/>
                  </a:lnTo>
                  <a:lnTo>
                    <a:pt x="57399" y="78954"/>
                  </a:lnTo>
                  <a:lnTo>
                    <a:pt x="56905" y="79319"/>
                  </a:lnTo>
                  <a:lnTo>
                    <a:pt x="54744" y="80240"/>
                  </a:lnTo>
                  <a:lnTo>
                    <a:pt x="53891" y="81145"/>
                  </a:lnTo>
                  <a:lnTo>
                    <a:pt x="53077" y="82545"/>
                  </a:lnTo>
                  <a:lnTo>
                    <a:pt x="52134" y="83139"/>
                  </a:lnTo>
                  <a:lnTo>
                    <a:pt x="51145" y="83032"/>
                  </a:lnTo>
                  <a:lnTo>
                    <a:pt x="50445" y="83238"/>
                  </a:lnTo>
                  <a:lnTo>
                    <a:pt x="48946" y="84295"/>
                  </a:lnTo>
                  <a:lnTo>
                    <a:pt x="46694" y="86334"/>
                  </a:lnTo>
                  <a:lnTo>
                    <a:pt x="45492" y="87848"/>
                  </a:lnTo>
                  <a:lnTo>
                    <a:pt x="45461" y="88974"/>
                  </a:lnTo>
                  <a:lnTo>
                    <a:pt x="45697" y="89994"/>
                  </a:lnTo>
                  <a:lnTo>
                    <a:pt x="37495" y="86403"/>
                  </a:lnTo>
                  <a:lnTo>
                    <a:pt x="34771" y="85786"/>
                  </a:lnTo>
                  <a:lnTo>
                    <a:pt x="23252" y="85863"/>
                  </a:lnTo>
                  <a:lnTo>
                    <a:pt x="18314" y="84447"/>
                  </a:lnTo>
                  <a:lnTo>
                    <a:pt x="12691" y="81724"/>
                  </a:lnTo>
                  <a:lnTo>
                    <a:pt x="8879" y="79243"/>
                  </a:lnTo>
                  <a:lnTo>
                    <a:pt x="0" y="72296"/>
                  </a:lnTo>
                  <a:lnTo>
                    <a:pt x="555" y="71734"/>
                  </a:lnTo>
                  <a:lnTo>
                    <a:pt x="1027" y="70440"/>
                  </a:lnTo>
                  <a:lnTo>
                    <a:pt x="1605" y="69101"/>
                  </a:lnTo>
                  <a:lnTo>
                    <a:pt x="1248" y="67556"/>
                  </a:lnTo>
                  <a:lnTo>
                    <a:pt x="1035" y="66309"/>
                  </a:lnTo>
                  <a:lnTo>
                    <a:pt x="1697" y="64483"/>
                  </a:lnTo>
                  <a:lnTo>
                    <a:pt x="1636" y="63121"/>
                  </a:lnTo>
                  <a:lnTo>
                    <a:pt x="1940" y="62276"/>
                  </a:lnTo>
                  <a:lnTo>
                    <a:pt x="2914" y="61728"/>
                  </a:lnTo>
                  <a:lnTo>
                    <a:pt x="3424" y="60686"/>
                  </a:lnTo>
                  <a:lnTo>
                    <a:pt x="654" y="57095"/>
                  </a:lnTo>
                  <a:lnTo>
                    <a:pt x="662" y="56273"/>
                  </a:lnTo>
                  <a:lnTo>
                    <a:pt x="1027" y="55261"/>
                  </a:lnTo>
                  <a:lnTo>
                    <a:pt x="3264" y="51419"/>
                  </a:lnTo>
                  <a:lnTo>
                    <a:pt x="5935" y="46846"/>
                  </a:lnTo>
                  <a:lnTo>
                    <a:pt x="8872" y="41794"/>
                  </a:lnTo>
                  <a:lnTo>
                    <a:pt x="10644" y="38750"/>
                  </a:lnTo>
                  <a:lnTo>
                    <a:pt x="17104" y="38743"/>
                  </a:lnTo>
                  <a:lnTo>
                    <a:pt x="21380" y="38735"/>
                  </a:lnTo>
                  <a:lnTo>
                    <a:pt x="26813" y="38735"/>
                  </a:lnTo>
                  <a:lnTo>
                    <a:pt x="32709" y="38728"/>
                  </a:lnTo>
                  <a:lnTo>
                    <a:pt x="36582" y="38728"/>
                  </a:lnTo>
                  <a:lnTo>
                    <a:pt x="38180" y="38689"/>
                  </a:lnTo>
                  <a:lnTo>
                    <a:pt x="37906" y="36711"/>
                  </a:lnTo>
                  <a:lnTo>
                    <a:pt x="38119" y="34520"/>
                  </a:lnTo>
                  <a:lnTo>
                    <a:pt x="38819" y="32534"/>
                  </a:lnTo>
                  <a:lnTo>
                    <a:pt x="38819" y="31659"/>
                  </a:lnTo>
                  <a:lnTo>
                    <a:pt x="37662" y="30579"/>
                  </a:lnTo>
                  <a:lnTo>
                    <a:pt x="35433" y="29955"/>
                  </a:lnTo>
                  <a:lnTo>
                    <a:pt x="34185" y="29004"/>
                  </a:lnTo>
                  <a:lnTo>
                    <a:pt x="34178" y="27802"/>
                  </a:lnTo>
                  <a:lnTo>
                    <a:pt x="33638" y="26348"/>
                  </a:lnTo>
                  <a:lnTo>
                    <a:pt x="32549" y="24637"/>
                  </a:lnTo>
                  <a:lnTo>
                    <a:pt x="30305" y="22887"/>
                  </a:lnTo>
                  <a:lnTo>
                    <a:pt x="26889" y="21091"/>
                  </a:lnTo>
                  <a:lnTo>
                    <a:pt x="23982" y="18687"/>
                  </a:lnTo>
                  <a:lnTo>
                    <a:pt x="21586" y="15666"/>
                  </a:lnTo>
                  <a:lnTo>
                    <a:pt x="19562" y="13726"/>
                  </a:lnTo>
                  <a:lnTo>
                    <a:pt x="17994" y="12912"/>
                  </a:lnTo>
                  <a:lnTo>
                    <a:pt x="17629" y="12486"/>
                  </a:lnTo>
                  <a:lnTo>
                    <a:pt x="22202" y="12516"/>
                  </a:lnTo>
                  <a:lnTo>
                    <a:pt x="26523" y="12554"/>
                  </a:lnTo>
                  <a:lnTo>
                    <a:pt x="26554" y="8217"/>
                  </a:lnTo>
                  <a:lnTo>
                    <a:pt x="26577" y="4367"/>
                  </a:lnTo>
                  <a:lnTo>
                    <a:pt x="26607" y="0"/>
                  </a:lnTo>
                  <a:lnTo>
                    <a:pt x="34444" y="8"/>
                  </a:lnTo>
                  <a:lnTo>
                    <a:pt x="43810" y="15"/>
                  </a:lnTo>
                  <a:lnTo>
                    <a:pt x="53519" y="30"/>
                  </a:lnTo>
                  <a:lnTo>
                    <a:pt x="61142" y="3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6" name="Freeform: Shape 2215">
              <a:extLst>
                <a:ext uri="{FF2B5EF4-FFF2-40B4-BE49-F238E27FC236}">
                  <a16:creationId xmlns:a16="http://schemas.microsoft.com/office/drawing/2014/main" id="{855054D6-FEA5-9BF9-397F-F3ADC616193B}"/>
                </a:ext>
              </a:extLst>
            </p:cNvPr>
            <p:cNvSpPr/>
            <p:nvPr/>
          </p:nvSpPr>
          <p:spPr>
            <a:xfrm>
              <a:off x="9217005" y="4733030"/>
              <a:ext cx="64885" cy="37730"/>
            </a:xfrm>
            <a:custGeom>
              <a:avLst/>
              <a:gdLst>
                <a:gd name="csX0" fmla="*/ 63691 w 64885"/>
                <a:gd name="csY0" fmla="*/ 152 h 37730"/>
                <a:gd name="csX1" fmla="*/ 63623 w 64885"/>
                <a:gd name="csY1" fmla="*/ 1910 h 37730"/>
                <a:gd name="csX2" fmla="*/ 64886 w 64885"/>
                <a:gd name="csY2" fmla="*/ 4398 h 37730"/>
                <a:gd name="csX3" fmla="*/ 64703 w 64885"/>
                <a:gd name="csY3" fmla="*/ 6247 h 37730"/>
                <a:gd name="csX4" fmla="*/ 64155 w 64885"/>
                <a:gd name="csY4" fmla="*/ 7997 h 37730"/>
                <a:gd name="csX5" fmla="*/ 63676 w 64885"/>
                <a:gd name="csY5" fmla="*/ 8689 h 37730"/>
                <a:gd name="csX6" fmla="*/ 63044 w 64885"/>
                <a:gd name="csY6" fmla="*/ 9092 h 37730"/>
                <a:gd name="csX7" fmla="*/ 61127 w 64885"/>
                <a:gd name="csY7" fmla="*/ 9077 h 37730"/>
                <a:gd name="csX8" fmla="*/ 60321 w 64885"/>
                <a:gd name="csY8" fmla="*/ 9427 h 37730"/>
                <a:gd name="csX9" fmla="*/ 59042 w 64885"/>
                <a:gd name="csY9" fmla="*/ 10112 h 37730"/>
                <a:gd name="csX10" fmla="*/ 59012 w 64885"/>
                <a:gd name="csY10" fmla="*/ 10918 h 37730"/>
                <a:gd name="csX11" fmla="*/ 60031 w 64885"/>
                <a:gd name="csY11" fmla="*/ 11687 h 37730"/>
                <a:gd name="csX12" fmla="*/ 60869 w 64885"/>
                <a:gd name="csY12" fmla="*/ 12760 h 37730"/>
                <a:gd name="csX13" fmla="*/ 61842 w 64885"/>
                <a:gd name="csY13" fmla="*/ 13604 h 37730"/>
                <a:gd name="csX14" fmla="*/ 63516 w 64885"/>
                <a:gd name="csY14" fmla="*/ 14578 h 37730"/>
                <a:gd name="csX15" fmla="*/ 63676 w 64885"/>
                <a:gd name="csY15" fmla="*/ 15659 h 37730"/>
                <a:gd name="csX16" fmla="*/ 63722 w 64885"/>
                <a:gd name="csY16" fmla="*/ 18382 h 37730"/>
                <a:gd name="csX17" fmla="*/ 63630 w 64885"/>
                <a:gd name="csY17" fmla="*/ 20513 h 37730"/>
                <a:gd name="csX18" fmla="*/ 58921 w 64885"/>
                <a:gd name="csY18" fmla="*/ 22057 h 37730"/>
                <a:gd name="csX19" fmla="*/ 55307 w 64885"/>
                <a:gd name="csY19" fmla="*/ 22331 h 37730"/>
                <a:gd name="csX20" fmla="*/ 52248 w 64885"/>
                <a:gd name="csY20" fmla="*/ 22164 h 37730"/>
                <a:gd name="csX21" fmla="*/ 50916 w 64885"/>
                <a:gd name="csY21" fmla="*/ 22811 h 37730"/>
                <a:gd name="csX22" fmla="*/ 48253 w 64885"/>
                <a:gd name="csY22" fmla="*/ 24401 h 37730"/>
                <a:gd name="csX23" fmla="*/ 45005 w 64885"/>
                <a:gd name="csY23" fmla="*/ 25367 h 37730"/>
                <a:gd name="csX24" fmla="*/ 43338 w 64885"/>
                <a:gd name="csY24" fmla="*/ 25436 h 37730"/>
                <a:gd name="csX25" fmla="*/ 42540 w 64885"/>
                <a:gd name="csY25" fmla="*/ 26014 h 37730"/>
                <a:gd name="csX26" fmla="*/ 41276 w 64885"/>
                <a:gd name="csY26" fmla="*/ 27665 h 37730"/>
                <a:gd name="csX27" fmla="*/ 37754 w 64885"/>
                <a:gd name="csY27" fmla="*/ 34878 h 37730"/>
                <a:gd name="csX28" fmla="*/ 36590 w 64885"/>
                <a:gd name="csY28" fmla="*/ 36605 h 37730"/>
                <a:gd name="csX29" fmla="*/ 35646 w 64885"/>
                <a:gd name="csY29" fmla="*/ 37731 h 37730"/>
                <a:gd name="csX30" fmla="*/ 34566 w 64885"/>
                <a:gd name="csY30" fmla="*/ 36201 h 37730"/>
                <a:gd name="csX31" fmla="*/ 35403 w 64885"/>
                <a:gd name="csY31" fmla="*/ 33371 h 37730"/>
                <a:gd name="csX32" fmla="*/ 34497 w 64885"/>
                <a:gd name="csY32" fmla="*/ 33409 h 37730"/>
                <a:gd name="csX33" fmla="*/ 32701 w 64885"/>
                <a:gd name="csY33" fmla="*/ 35699 h 37730"/>
                <a:gd name="csX34" fmla="*/ 31827 w 64885"/>
                <a:gd name="csY34" fmla="*/ 35768 h 37730"/>
                <a:gd name="csX35" fmla="*/ 31941 w 64885"/>
                <a:gd name="csY35" fmla="*/ 33059 h 37730"/>
                <a:gd name="csX36" fmla="*/ 30944 w 64885"/>
                <a:gd name="csY36" fmla="*/ 32960 h 37730"/>
                <a:gd name="csX37" fmla="*/ 29787 w 64885"/>
                <a:gd name="csY37" fmla="*/ 33150 h 37730"/>
                <a:gd name="csX38" fmla="*/ 28175 w 64885"/>
                <a:gd name="csY38" fmla="*/ 31735 h 37730"/>
                <a:gd name="csX39" fmla="*/ 28015 w 64885"/>
                <a:gd name="csY39" fmla="*/ 30678 h 37730"/>
                <a:gd name="csX40" fmla="*/ 28144 w 64885"/>
                <a:gd name="csY40" fmla="*/ 29202 h 37730"/>
                <a:gd name="csX41" fmla="*/ 29126 w 64885"/>
                <a:gd name="csY41" fmla="*/ 28258 h 37730"/>
                <a:gd name="csX42" fmla="*/ 28989 w 64885"/>
                <a:gd name="csY42" fmla="*/ 27863 h 37730"/>
                <a:gd name="csX43" fmla="*/ 28038 w 64885"/>
                <a:gd name="csY43" fmla="*/ 27748 h 37730"/>
                <a:gd name="csX44" fmla="*/ 26972 w 64885"/>
                <a:gd name="csY44" fmla="*/ 27999 h 37730"/>
                <a:gd name="csX45" fmla="*/ 26318 w 64885"/>
                <a:gd name="csY45" fmla="*/ 27551 h 37730"/>
                <a:gd name="csX46" fmla="*/ 27398 w 64885"/>
                <a:gd name="csY46" fmla="*/ 25633 h 37730"/>
                <a:gd name="csX47" fmla="*/ 31172 w 64885"/>
                <a:gd name="csY47" fmla="*/ 24028 h 37730"/>
                <a:gd name="csX48" fmla="*/ 33067 w 64885"/>
                <a:gd name="csY48" fmla="*/ 23861 h 37730"/>
                <a:gd name="csX49" fmla="*/ 35015 w 64885"/>
                <a:gd name="csY49" fmla="*/ 23495 h 37730"/>
                <a:gd name="csX50" fmla="*/ 33949 w 64885"/>
                <a:gd name="csY50" fmla="*/ 22111 h 37730"/>
                <a:gd name="csX51" fmla="*/ 31644 w 64885"/>
                <a:gd name="csY51" fmla="*/ 21563 h 37730"/>
                <a:gd name="csX52" fmla="*/ 29803 w 64885"/>
                <a:gd name="csY52" fmla="*/ 21943 h 37730"/>
                <a:gd name="csX53" fmla="*/ 28882 w 64885"/>
                <a:gd name="csY53" fmla="*/ 22940 h 37730"/>
                <a:gd name="csX54" fmla="*/ 27748 w 64885"/>
                <a:gd name="csY54" fmla="*/ 23107 h 37730"/>
                <a:gd name="csX55" fmla="*/ 25846 w 64885"/>
                <a:gd name="csY55" fmla="*/ 20756 h 37730"/>
                <a:gd name="csX56" fmla="*/ 25877 w 64885"/>
                <a:gd name="csY56" fmla="*/ 19577 h 37730"/>
                <a:gd name="csX57" fmla="*/ 26584 w 64885"/>
                <a:gd name="csY57" fmla="*/ 18177 h 37730"/>
                <a:gd name="csX58" fmla="*/ 27687 w 64885"/>
                <a:gd name="csY58" fmla="*/ 17545 h 37730"/>
                <a:gd name="csX59" fmla="*/ 32062 w 64885"/>
                <a:gd name="csY59" fmla="*/ 17561 h 37730"/>
                <a:gd name="csX60" fmla="*/ 33721 w 64885"/>
                <a:gd name="csY60" fmla="*/ 16769 h 37730"/>
                <a:gd name="csX61" fmla="*/ 34391 w 64885"/>
                <a:gd name="csY61" fmla="*/ 16625 h 37730"/>
                <a:gd name="csX62" fmla="*/ 35022 w 64885"/>
                <a:gd name="csY62" fmla="*/ 15910 h 37730"/>
                <a:gd name="csX63" fmla="*/ 34885 w 64885"/>
                <a:gd name="csY63" fmla="*/ 15430 h 37730"/>
                <a:gd name="csX64" fmla="*/ 34170 w 64885"/>
                <a:gd name="csY64" fmla="*/ 15407 h 37730"/>
                <a:gd name="csX65" fmla="*/ 32534 w 64885"/>
                <a:gd name="csY65" fmla="*/ 16343 h 37730"/>
                <a:gd name="csX66" fmla="*/ 27269 w 64885"/>
                <a:gd name="csY66" fmla="*/ 15993 h 37730"/>
                <a:gd name="csX67" fmla="*/ 25587 w 64885"/>
                <a:gd name="csY67" fmla="*/ 16556 h 37730"/>
                <a:gd name="csX68" fmla="*/ 22658 w 64885"/>
                <a:gd name="csY68" fmla="*/ 18710 h 37730"/>
                <a:gd name="csX69" fmla="*/ 19052 w 64885"/>
                <a:gd name="csY69" fmla="*/ 19897 h 37730"/>
                <a:gd name="csX70" fmla="*/ 16435 w 64885"/>
                <a:gd name="csY70" fmla="*/ 19394 h 37730"/>
                <a:gd name="csX71" fmla="*/ 17271 w 64885"/>
                <a:gd name="csY71" fmla="*/ 16511 h 37730"/>
                <a:gd name="csX72" fmla="*/ 16898 w 64885"/>
                <a:gd name="csY72" fmla="*/ 16123 h 37730"/>
                <a:gd name="csX73" fmla="*/ 16077 w 64885"/>
                <a:gd name="csY73" fmla="*/ 15643 h 37730"/>
                <a:gd name="csX74" fmla="*/ 12242 w 64885"/>
                <a:gd name="csY74" fmla="*/ 16564 h 37730"/>
                <a:gd name="csX75" fmla="*/ 9343 w 64885"/>
                <a:gd name="csY75" fmla="*/ 15248 h 37730"/>
                <a:gd name="csX76" fmla="*/ 8194 w 64885"/>
                <a:gd name="csY76" fmla="*/ 13657 h 37730"/>
                <a:gd name="csX77" fmla="*/ 8392 w 64885"/>
                <a:gd name="csY77" fmla="*/ 11656 h 37730"/>
                <a:gd name="csX78" fmla="*/ 9762 w 64885"/>
                <a:gd name="csY78" fmla="*/ 10302 h 37730"/>
                <a:gd name="csX79" fmla="*/ 9975 w 64885"/>
                <a:gd name="csY79" fmla="*/ 9625 h 37730"/>
                <a:gd name="csX80" fmla="*/ 8529 w 64885"/>
                <a:gd name="csY80" fmla="*/ 9496 h 37730"/>
                <a:gd name="csX81" fmla="*/ 5866 w 64885"/>
                <a:gd name="csY81" fmla="*/ 10340 h 37730"/>
                <a:gd name="csX82" fmla="*/ 0 w 64885"/>
                <a:gd name="csY82" fmla="*/ 7068 h 37730"/>
                <a:gd name="csX83" fmla="*/ 1172 w 64885"/>
                <a:gd name="csY83" fmla="*/ 6863 h 37730"/>
                <a:gd name="csX84" fmla="*/ 4063 w 64885"/>
                <a:gd name="csY84" fmla="*/ 7205 h 37730"/>
                <a:gd name="csX85" fmla="*/ 6307 w 64885"/>
                <a:gd name="csY85" fmla="*/ 6794 h 37730"/>
                <a:gd name="csX86" fmla="*/ 7890 w 64885"/>
                <a:gd name="csY86" fmla="*/ 6102 h 37730"/>
                <a:gd name="csX87" fmla="*/ 10043 w 64885"/>
                <a:gd name="csY87" fmla="*/ 5151 h 37730"/>
                <a:gd name="csX88" fmla="*/ 12120 w 64885"/>
                <a:gd name="csY88" fmla="*/ 4839 h 37730"/>
                <a:gd name="csX89" fmla="*/ 18626 w 64885"/>
                <a:gd name="csY89" fmla="*/ 5265 h 37730"/>
                <a:gd name="csX90" fmla="*/ 24279 w 64885"/>
                <a:gd name="csY90" fmla="*/ 4124 h 37730"/>
                <a:gd name="csX91" fmla="*/ 28479 w 64885"/>
                <a:gd name="csY91" fmla="*/ 1978 h 37730"/>
                <a:gd name="csX92" fmla="*/ 32359 w 64885"/>
                <a:gd name="csY92" fmla="*/ 0 h 37730"/>
                <a:gd name="csX93" fmla="*/ 37389 w 64885"/>
                <a:gd name="csY93" fmla="*/ 23 h 37730"/>
                <a:gd name="csX94" fmla="*/ 42775 w 64885"/>
                <a:gd name="csY94" fmla="*/ 46 h 37730"/>
                <a:gd name="csX95" fmla="*/ 50437 w 64885"/>
                <a:gd name="csY95" fmla="*/ 76 h 37730"/>
                <a:gd name="csX96" fmla="*/ 56509 w 64885"/>
                <a:gd name="csY96" fmla="*/ 99 h 37730"/>
                <a:gd name="csX97" fmla="*/ 63691 w 64885"/>
                <a:gd name="csY97" fmla="*/ 152 h 37730"/>
                <a:gd name="csX98" fmla="*/ 15499 w 64885"/>
                <a:gd name="csY98" fmla="*/ 17348 h 37730"/>
                <a:gd name="csX99" fmla="*/ 14388 w 64885"/>
                <a:gd name="csY99" fmla="*/ 20003 h 37730"/>
                <a:gd name="csX100" fmla="*/ 13018 w 64885"/>
                <a:gd name="csY100" fmla="*/ 19706 h 37730"/>
                <a:gd name="csX101" fmla="*/ 12060 w 64885"/>
                <a:gd name="csY101" fmla="*/ 18124 h 37730"/>
                <a:gd name="csX102" fmla="*/ 11953 w 64885"/>
                <a:gd name="csY102" fmla="*/ 17454 h 37730"/>
                <a:gd name="csX103" fmla="*/ 14738 w 64885"/>
                <a:gd name="csY103" fmla="*/ 17241 h 37730"/>
                <a:gd name="csX104" fmla="*/ 15499 w 64885"/>
                <a:gd name="csY104" fmla="*/ 17348 h 37730"/>
                <a:gd name="csX105" fmla="*/ 24743 w 64885"/>
                <a:gd name="csY105" fmla="*/ 24819 h 37730"/>
                <a:gd name="csX106" fmla="*/ 24545 w 64885"/>
                <a:gd name="csY106" fmla="*/ 25321 h 37730"/>
                <a:gd name="csX107" fmla="*/ 23328 w 64885"/>
                <a:gd name="csY107" fmla="*/ 24895 h 37730"/>
                <a:gd name="csX108" fmla="*/ 25101 w 64885"/>
                <a:gd name="csY108" fmla="*/ 23069 h 37730"/>
                <a:gd name="csX109" fmla="*/ 26257 w 64885"/>
                <a:gd name="csY109" fmla="*/ 22750 h 37730"/>
                <a:gd name="csX110" fmla="*/ 26219 w 64885"/>
                <a:gd name="csY110" fmla="*/ 24150 h 37730"/>
                <a:gd name="csX111" fmla="*/ 25329 w 64885"/>
                <a:gd name="csY111" fmla="*/ 24446 h 37730"/>
                <a:gd name="csX112" fmla="*/ 24743 w 64885"/>
                <a:gd name="csY112" fmla="*/ 24819 h 37730"/>
                <a:gd name="csX113" fmla="*/ 17302 w 64885"/>
                <a:gd name="csY113" fmla="*/ 26364 h 37730"/>
                <a:gd name="csX114" fmla="*/ 16298 w 64885"/>
                <a:gd name="csY114" fmla="*/ 27041 h 37730"/>
                <a:gd name="csX115" fmla="*/ 15263 w 64885"/>
                <a:gd name="csY115" fmla="*/ 26721 h 37730"/>
                <a:gd name="csX116" fmla="*/ 14707 w 64885"/>
                <a:gd name="csY116" fmla="*/ 26113 h 37730"/>
                <a:gd name="csX117" fmla="*/ 14791 w 64885"/>
                <a:gd name="csY117" fmla="*/ 25025 h 37730"/>
                <a:gd name="csX118" fmla="*/ 15963 w 64885"/>
                <a:gd name="csY118" fmla="*/ 23488 h 37730"/>
                <a:gd name="csX119" fmla="*/ 17013 w 64885"/>
                <a:gd name="csY119" fmla="*/ 23685 h 37730"/>
                <a:gd name="csX120" fmla="*/ 17302 w 64885"/>
                <a:gd name="csY120" fmla="*/ 26364 h 37730"/>
                <a:gd name="csX121" fmla="*/ 21076 w 64885"/>
                <a:gd name="csY121" fmla="*/ 31781 h 37730"/>
                <a:gd name="csX122" fmla="*/ 21076 w 64885"/>
                <a:gd name="csY122" fmla="*/ 32671 h 37730"/>
                <a:gd name="csX123" fmla="*/ 20170 w 64885"/>
                <a:gd name="csY123" fmla="*/ 32504 h 37730"/>
                <a:gd name="csX124" fmla="*/ 19904 w 64885"/>
                <a:gd name="csY124" fmla="*/ 32237 h 37730"/>
                <a:gd name="csX125" fmla="*/ 20444 w 64885"/>
                <a:gd name="csY125" fmla="*/ 30632 h 37730"/>
                <a:gd name="csX126" fmla="*/ 21235 w 64885"/>
                <a:gd name="csY126" fmla="*/ 29917 h 37730"/>
                <a:gd name="csX127" fmla="*/ 22209 w 64885"/>
                <a:gd name="csY127" fmla="*/ 30031 h 37730"/>
                <a:gd name="csX128" fmla="*/ 22499 w 64885"/>
                <a:gd name="csY128" fmla="*/ 30244 h 37730"/>
                <a:gd name="csX129" fmla="*/ 22308 w 64885"/>
                <a:gd name="csY129" fmla="*/ 30860 h 37730"/>
                <a:gd name="csX130" fmla="*/ 21882 w 64885"/>
                <a:gd name="csY130" fmla="*/ 31370 h 37730"/>
                <a:gd name="csX131" fmla="*/ 21076 w 64885"/>
                <a:gd name="csY131" fmla="*/ 31781 h 37730"/>
                <a:gd name="csX132" fmla="*/ 12767 w 64885"/>
                <a:gd name="csY132" fmla="*/ 35159 h 37730"/>
                <a:gd name="csX133" fmla="*/ 11055 w 64885"/>
                <a:gd name="csY133" fmla="*/ 35479 h 37730"/>
                <a:gd name="csX134" fmla="*/ 10279 w 64885"/>
                <a:gd name="csY134" fmla="*/ 34406 h 37730"/>
                <a:gd name="csX135" fmla="*/ 10165 w 64885"/>
                <a:gd name="csY135" fmla="*/ 33988 h 37730"/>
                <a:gd name="csX136" fmla="*/ 11055 w 64885"/>
                <a:gd name="csY136" fmla="*/ 33630 h 37730"/>
                <a:gd name="csX137" fmla="*/ 11458 w 64885"/>
                <a:gd name="csY137" fmla="*/ 33615 h 37730"/>
                <a:gd name="csX138" fmla="*/ 12136 w 64885"/>
                <a:gd name="csY138" fmla="*/ 32831 h 37730"/>
                <a:gd name="csX139" fmla="*/ 12973 w 64885"/>
                <a:gd name="csY139" fmla="*/ 32314 h 37730"/>
                <a:gd name="csX140" fmla="*/ 13345 w 64885"/>
                <a:gd name="csY140" fmla="*/ 32146 h 37730"/>
                <a:gd name="csX141" fmla="*/ 13779 w 64885"/>
                <a:gd name="csY141" fmla="*/ 32184 h 37730"/>
                <a:gd name="csX142" fmla="*/ 14091 w 64885"/>
                <a:gd name="csY142" fmla="*/ 33904 h 37730"/>
                <a:gd name="csX143" fmla="*/ 13680 w 64885"/>
                <a:gd name="csY143" fmla="*/ 34627 h 37730"/>
                <a:gd name="csX144" fmla="*/ 12767 w 64885"/>
                <a:gd name="csY144" fmla="*/ 35159 h 37730"/>
                <a:gd name="csX145" fmla="*/ 17431 w 64885"/>
                <a:gd name="csY145" fmla="*/ 34657 h 37730"/>
                <a:gd name="csX146" fmla="*/ 17233 w 64885"/>
                <a:gd name="csY146" fmla="*/ 35258 h 37730"/>
                <a:gd name="csX147" fmla="*/ 15978 w 64885"/>
                <a:gd name="csY147" fmla="*/ 35167 h 37730"/>
                <a:gd name="csX148" fmla="*/ 16259 w 64885"/>
                <a:gd name="csY148" fmla="*/ 34558 h 37730"/>
                <a:gd name="csX149" fmla="*/ 15985 w 64885"/>
                <a:gd name="csY149" fmla="*/ 34383 h 37730"/>
                <a:gd name="csX150" fmla="*/ 16343 w 64885"/>
                <a:gd name="csY150" fmla="*/ 32557 h 37730"/>
                <a:gd name="csX151" fmla="*/ 16533 w 64885"/>
                <a:gd name="csY151" fmla="*/ 32276 h 37730"/>
                <a:gd name="csX152" fmla="*/ 17142 w 64885"/>
                <a:gd name="csY152" fmla="*/ 32953 h 37730"/>
                <a:gd name="csX153" fmla="*/ 17226 w 64885"/>
                <a:gd name="csY153" fmla="*/ 33234 h 37730"/>
                <a:gd name="csX154" fmla="*/ 17431 w 64885"/>
                <a:gd name="csY154" fmla="*/ 34657 h 377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64885" h="37730">
                  <a:moveTo>
                    <a:pt x="63691" y="152"/>
                  </a:moveTo>
                  <a:lnTo>
                    <a:pt x="63623" y="1910"/>
                  </a:lnTo>
                  <a:lnTo>
                    <a:pt x="64886" y="4398"/>
                  </a:lnTo>
                  <a:lnTo>
                    <a:pt x="64703" y="6247"/>
                  </a:lnTo>
                  <a:lnTo>
                    <a:pt x="64155" y="7997"/>
                  </a:lnTo>
                  <a:lnTo>
                    <a:pt x="63676" y="8689"/>
                  </a:lnTo>
                  <a:lnTo>
                    <a:pt x="63044" y="9092"/>
                  </a:lnTo>
                  <a:lnTo>
                    <a:pt x="61127" y="9077"/>
                  </a:lnTo>
                  <a:lnTo>
                    <a:pt x="60321" y="9427"/>
                  </a:lnTo>
                  <a:lnTo>
                    <a:pt x="59042" y="10112"/>
                  </a:lnTo>
                  <a:lnTo>
                    <a:pt x="59012" y="10918"/>
                  </a:lnTo>
                  <a:lnTo>
                    <a:pt x="60031" y="11687"/>
                  </a:lnTo>
                  <a:lnTo>
                    <a:pt x="60869" y="12760"/>
                  </a:lnTo>
                  <a:lnTo>
                    <a:pt x="61842" y="13604"/>
                  </a:lnTo>
                  <a:lnTo>
                    <a:pt x="63516" y="14578"/>
                  </a:lnTo>
                  <a:lnTo>
                    <a:pt x="63676" y="15659"/>
                  </a:lnTo>
                  <a:lnTo>
                    <a:pt x="63722" y="18382"/>
                  </a:lnTo>
                  <a:lnTo>
                    <a:pt x="63630" y="20513"/>
                  </a:lnTo>
                  <a:lnTo>
                    <a:pt x="58921" y="22057"/>
                  </a:lnTo>
                  <a:lnTo>
                    <a:pt x="55307" y="22331"/>
                  </a:lnTo>
                  <a:lnTo>
                    <a:pt x="52248" y="22164"/>
                  </a:lnTo>
                  <a:lnTo>
                    <a:pt x="50916" y="22811"/>
                  </a:lnTo>
                  <a:lnTo>
                    <a:pt x="48253" y="24401"/>
                  </a:lnTo>
                  <a:lnTo>
                    <a:pt x="45005" y="25367"/>
                  </a:lnTo>
                  <a:lnTo>
                    <a:pt x="43338" y="25436"/>
                  </a:lnTo>
                  <a:lnTo>
                    <a:pt x="42540" y="26014"/>
                  </a:lnTo>
                  <a:lnTo>
                    <a:pt x="41276" y="27665"/>
                  </a:lnTo>
                  <a:lnTo>
                    <a:pt x="37754" y="34878"/>
                  </a:lnTo>
                  <a:lnTo>
                    <a:pt x="36590" y="36605"/>
                  </a:lnTo>
                  <a:lnTo>
                    <a:pt x="35646" y="37731"/>
                  </a:lnTo>
                  <a:lnTo>
                    <a:pt x="34566" y="36201"/>
                  </a:lnTo>
                  <a:lnTo>
                    <a:pt x="35403" y="33371"/>
                  </a:lnTo>
                  <a:lnTo>
                    <a:pt x="34497" y="33409"/>
                  </a:lnTo>
                  <a:lnTo>
                    <a:pt x="32701" y="35699"/>
                  </a:lnTo>
                  <a:lnTo>
                    <a:pt x="31827" y="35768"/>
                  </a:lnTo>
                  <a:lnTo>
                    <a:pt x="31941" y="33059"/>
                  </a:lnTo>
                  <a:lnTo>
                    <a:pt x="30944" y="32960"/>
                  </a:lnTo>
                  <a:lnTo>
                    <a:pt x="29787" y="33150"/>
                  </a:lnTo>
                  <a:lnTo>
                    <a:pt x="28175" y="31735"/>
                  </a:lnTo>
                  <a:lnTo>
                    <a:pt x="28015" y="30678"/>
                  </a:lnTo>
                  <a:lnTo>
                    <a:pt x="28144" y="29202"/>
                  </a:lnTo>
                  <a:lnTo>
                    <a:pt x="29126" y="28258"/>
                  </a:lnTo>
                  <a:lnTo>
                    <a:pt x="28989" y="27863"/>
                  </a:lnTo>
                  <a:lnTo>
                    <a:pt x="28038" y="27748"/>
                  </a:lnTo>
                  <a:lnTo>
                    <a:pt x="26972" y="27999"/>
                  </a:lnTo>
                  <a:lnTo>
                    <a:pt x="26318" y="27551"/>
                  </a:lnTo>
                  <a:lnTo>
                    <a:pt x="27398" y="25633"/>
                  </a:lnTo>
                  <a:lnTo>
                    <a:pt x="31172" y="24028"/>
                  </a:lnTo>
                  <a:lnTo>
                    <a:pt x="33067" y="23861"/>
                  </a:lnTo>
                  <a:lnTo>
                    <a:pt x="35015" y="23495"/>
                  </a:lnTo>
                  <a:lnTo>
                    <a:pt x="33949" y="22111"/>
                  </a:lnTo>
                  <a:lnTo>
                    <a:pt x="31644" y="21563"/>
                  </a:lnTo>
                  <a:lnTo>
                    <a:pt x="29803" y="21943"/>
                  </a:lnTo>
                  <a:lnTo>
                    <a:pt x="28882" y="22940"/>
                  </a:lnTo>
                  <a:lnTo>
                    <a:pt x="27748" y="23107"/>
                  </a:lnTo>
                  <a:lnTo>
                    <a:pt x="25846" y="20756"/>
                  </a:lnTo>
                  <a:lnTo>
                    <a:pt x="25877" y="19577"/>
                  </a:lnTo>
                  <a:lnTo>
                    <a:pt x="26584" y="18177"/>
                  </a:lnTo>
                  <a:lnTo>
                    <a:pt x="27687" y="17545"/>
                  </a:lnTo>
                  <a:lnTo>
                    <a:pt x="32062" y="17561"/>
                  </a:lnTo>
                  <a:lnTo>
                    <a:pt x="33721" y="16769"/>
                  </a:lnTo>
                  <a:lnTo>
                    <a:pt x="34391" y="16625"/>
                  </a:lnTo>
                  <a:lnTo>
                    <a:pt x="35022" y="15910"/>
                  </a:lnTo>
                  <a:lnTo>
                    <a:pt x="34885" y="15430"/>
                  </a:lnTo>
                  <a:lnTo>
                    <a:pt x="34170" y="15407"/>
                  </a:lnTo>
                  <a:lnTo>
                    <a:pt x="32534" y="16343"/>
                  </a:lnTo>
                  <a:lnTo>
                    <a:pt x="27269" y="15993"/>
                  </a:lnTo>
                  <a:lnTo>
                    <a:pt x="25587" y="16556"/>
                  </a:lnTo>
                  <a:lnTo>
                    <a:pt x="22658" y="18710"/>
                  </a:lnTo>
                  <a:lnTo>
                    <a:pt x="19052" y="19897"/>
                  </a:lnTo>
                  <a:lnTo>
                    <a:pt x="16435" y="19394"/>
                  </a:lnTo>
                  <a:lnTo>
                    <a:pt x="17271" y="16511"/>
                  </a:lnTo>
                  <a:lnTo>
                    <a:pt x="16898" y="16123"/>
                  </a:lnTo>
                  <a:lnTo>
                    <a:pt x="16077" y="15643"/>
                  </a:lnTo>
                  <a:lnTo>
                    <a:pt x="12242" y="16564"/>
                  </a:lnTo>
                  <a:lnTo>
                    <a:pt x="9343" y="15248"/>
                  </a:lnTo>
                  <a:lnTo>
                    <a:pt x="8194" y="13657"/>
                  </a:lnTo>
                  <a:lnTo>
                    <a:pt x="8392" y="11656"/>
                  </a:lnTo>
                  <a:lnTo>
                    <a:pt x="9762" y="10302"/>
                  </a:lnTo>
                  <a:lnTo>
                    <a:pt x="9975" y="9625"/>
                  </a:lnTo>
                  <a:lnTo>
                    <a:pt x="8529" y="9496"/>
                  </a:lnTo>
                  <a:lnTo>
                    <a:pt x="5866" y="10340"/>
                  </a:lnTo>
                  <a:lnTo>
                    <a:pt x="0" y="7068"/>
                  </a:lnTo>
                  <a:lnTo>
                    <a:pt x="1172" y="6863"/>
                  </a:lnTo>
                  <a:lnTo>
                    <a:pt x="4063" y="7205"/>
                  </a:lnTo>
                  <a:lnTo>
                    <a:pt x="6307" y="6794"/>
                  </a:lnTo>
                  <a:lnTo>
                    <a:pt x="7890" y="6102"/>
                  </a:lnTo>
                  <a:lnTo>
                    <a:pt x="10043" y="5151"/>
                  </a:lnTo>
                  <a:lnTo>
                    <a:pt x="12120" y="4839"/>
                  </a:lnTo>
                  <a:lnTo>
                    <a:pt x="18626" y="5265"/>
                  </a:lnTo>
                  <a:lnTo>
                    <a:pt x="24279" y="4124"/>
                  </a:lnTo>
                  <a:lnTo>
                    <a:pt x="28479" y="1978"/>
                  </a:lnTo>
                  <a:lnTo>
                    <a:pt x="32359" y="0"/>
                  </a:lnTo>
                  <a:lnTo>
                    <a:pt x="37389" y="23"/>
                  </a:lnTo>
                  <a:lnTo>
                    <a:pt x="42775" y="46"/>
                  </a:lnTo>
                  <a:lnTo>
                    <a:pt x="50437" y="76"/>
                  </a:lnTo>
                  <a:lnTo>
                    <a:pt x="56509" y="99"/>
                  </a:lnTo>
                  <a:lnTo>
                    <a:pt x="63691" y="152"/>
                  </a:lnTo>
                  <a:close/>
                  <a:moveTo>
                    <a:pt x="15499" y="17348"/>
                  </a:moveTo>
                  <a:lnTo>
                    <a:pt x="14388" y="20003"/>
                  </a:lnTo>
                  <a:lnTo>
                    <a:pt x="13018" y="19706"/>
                  </a:lnTo>
                  <a:lnTo>
                    <a:pt x="12060" y="18124"/>
                  </a:lnTo>
                  <a:lnTo>
                    <a:pt x="11953" y="17454"/>
                  </a:lnTo>
                  <a:lnTo>
                    <a:pt x="14738" y="17241"/>
                  </a:lnTo>
                  <a:lnTo>
                    <a:pt x="15499" y="17348"/>
                  </a:lnTo>
                  <a:close/>
                  <a:moveTo>
                    <a:pt x="24743" y="24819"/>
                  </a:moveTo>
                  <a:lnTo>
                    <a:pt x="24545" y="25321"/>
                  </a:lnTo>
                  <a:lnTo>
                    <a:pt x="23328" y="24895"/>
                  </a:lnTo>
                  <a:lnTo>
                    <a:pt x="25101" y="23069"/>
                  </a:lnTo>
                  <a:lnTo>
                    <a:pt x="26257" y="22750"/>
                  </a:lnTo>
                  <a:lnTo>
                    <a:pt x="26219" y="24150"/>
                  </a:lnTo>
                  <a:lnTo>
                    <a:pt x="25329" y="24446"/>
                  </a:lnTo>
                  <a:lnTo>
                    <a:pt x="24743" y="24819"/>
                  </a:lnTo>
                  <a:close/>
                  <a:moveTo>
                    <a:pt x="17302" y="26364"/>
                  </a:moveTo>
                  <a:lnTo>
                    <a:pt x="16298" y="27041"/>
                  </a:lnTo>
                  <a:lnTo>
                    <a:pt x="15263" y="26721"/>
                  </a:lnTo>
                  <a:lnTo>
                    <a:pt x="14707" y="26113"/>
                  </a:lnTo>
                  <a:lnTo>
                    <a:pt x="14791" y="25025"/>
                  </a:lnTo>
                  <a:lnTo>
                    <a:pt x="15963" y="23488"/>
                  </a:lnTo>
                  <a:lnTo>
                    <a:pt x="17013" y="23685"/>
                  </a:lnTo>
                  <a:lnTo>
                    <a:pt x="17302" y="26364"/>
                  </a:lnTo>
                  <a:close/>
                  <a:moveTo>
                    <a:pt x="21076" y="31781"/>
                  </a:moveTo>
                  <a:lnTo>
                    <a:pt x="21076" y="32671"/>
                  </a:lnTo>
                  <a:lnTo>
                    <a:pt x="20170" y="32504"/>
                  </a:lnTo>
                  <a:lnTo>
                    <a:pt x="19904" y="32237"/>
                  </a:lnTo>
                  <a:lnTo>
                    <a:pt x="20444" y="30632"/>
                  </a:lnTo>
                  <a:lnTo>
                    <a:pt x="21235" y="29917"/>
                  </a:lnTo>
                  <a:lnTo>
                    <a:pt x="22209" y="30031"/>
                  </a:lnTo>
                  <a:lnTo>
                    <a:pt x="22499" y="30244"/>
                  </a:lnTo>
                  <a:lnTo>
                    <a:pt x="22308" y="30860"/>
                  </a:lnTo>
                  <a:lnTo>
                    <a:pt x="21882" y="31370"/>
                  </a:lnTo>
                  <a:lnTo>
                    <a:pt x="21076" y="31781"/>
                  </a:lnTo>
                  <a:close/>
                  <a:moveTo>
                    <a:pt x="12767" y="35159"/>
                  </a:moveTo>
                  <a:lnTo>
                    <a:pt x="11055" y="35479"/>
                  </a:lnTo>
                  <a:lnTo>
                    <a:pt x="10279" y="34406"/>
                  </a:lnTo>
                  <a:lnTo>
                    <a:pt x="10165" y="33988"/>
                  </a:lnTo>
                  <a:lnTo>
                    <a:pt x="11055" y="33630"/>
                  </a:lnTo>
                  <a:lnTo>
                    <a:pt x="11458" y="33615"/>
                  </a:lnTo>
                  <a:lnTo>
                    <a:pt x="12136" y="32831"/>
                  </a:lnTo>
                  <a:lnTo>
                    <a:pt x="12973" y="32314"/>
                  </a:lnTo>
                  <a:lnTo>
                    <a:pt x="13345" y="32146"/>
                  </a:lnTo>
                  <a:lnTo>
                    <a:pt x="13779" y="32184"/>
                  </a:lnTo>
                  <a:lnTo>
                    <a:pt x="14091" y="33904"/>
                  </a:lnTo>
                  <a:lnTo>
                    <a:pt x="13680" y="34627"/>
                  </a:lnTo>
                  <a:lnTo>
                    <a:pt x="12767" y="35159"/>
                  </a:lnTo>
                  <a:close/>
                  <a:moveTo>
                    <a:pt x="17431" y="34657"/>
                  </a:moveTo>
                  <a:lnTo>
                    <a:pt x="17233" y="35258"/>
                  </a:lnTo>
                  <a:lnTo>
                    <a:pt x="15978" y="35167"/>
                  </a:lnTo>
                  <a:lnTo>
                    <a:pt x="16259" y="34558"/>
                  </a:lnTo>
                  <a:lnTo>
                    <a:pt x="15985" y="34383"/>
                  </a:lnTo>
                  <a:lnTo>
                    <a:pt x="16343" y="32557"/>
                  </a:lnTo>
                  <a:lnTo>
                    <a:pt x="16533" y="32276"/>
                  </a:lnTo>
                  <a:lnTo>
                    <a:pt x="17142" y="32953"/>
                  </a:lnTo>
                  <a:lnTo>
                    <a:pt x="17226" y="33234"/>
                  </a:lnTo>
                  <a:lnTo>
                    <a:pt x="17431" y="3465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7" name="Freeform: Shape 2216">
              <a:extLst>
                <a:ext uri="{FF2B5EF4-FFF2-40B4-BE49-F238E27FC236}">
                  <a16:creationId xmlns:a16="http://schemas.microsoft.com/office/drawing/2014/main" id="{9BEB44FA-5AED-9655-FAFF-C6A8265458D2}"/>
                </a:ext>
              </a:extLst>
            </p:cNvPr>
            <p:cNvSpPr/>
            <p:nvPr/>
          </p:nvSpPr>
          <p:spPr>
            <a:xfrm>
              <a:off x="8262966" y="4822233"/>
              <a:ext cx="104800" cy="156530"/>
            </a:xfrm>
            <a:custGeom>
              <a:avLst/>
              <a:gdLst>
                <a:gd name="csX0" fmla="*/ 89599 w 104800"/>
                <a:gd name="csY0" fmla="*/ 64148 h 156530"/>
                <a:gd name="csX1" fmla="*/ 88465 w 104800"/>
                <a:gd name="csY1" fmla="*/ 65487 h 156530"/>
                <a:gd name="csX2" fmla="*/ 88259 w 104800"/>
                <a:gd name="csY2" fmla="*/ 66347 h 156530"/>
                <a:gd name="csX3" fmla="*/ 87529 w 104800"/>
                <a:gd name="csY3" fmla="*/ 67861 h 156530"/>
                <a:gd name="csX4" fmla="*/ 86958 w 104800"/>
                <a:gd name="csY4" fmla="*/ 68683 h 156530"/>
                <a:gd name="csX5" fmla="*/ 87788 w 104800"/>
                <a:gd name="csY5" fmla="*/ 70569 h 156530"/>
                <a:gd name="csX6" fmla="*/ 88731 w 104800"/>
                <a:gd name="csY6" fmla="*/ 70653 h 156530"/>
                <a:gd name="csX7" fmla="*/ 89096 w 104800"/>
                <a:gd name="csY7" fmla="*/ 70897 h 156530"/>
                <a:gd name="csX8" fmla="*/ 89332 w 104800"/>
                <a:gd name="csY8" fmla="*/ 71262 h 156530"/>
                <a:gd name="csX9" fmla="*/ 89279 w 104800"/>
                <a:gd name="csY9" fmla="*/ 71665 h 156530"/>
                <a:gd name="csX10" fmla="*/ 88914 w 104800"/>
                <a:gd name="csY10" fmla="*/ 72023 h 156530"/>
                <a:gd name="csX11" fmla="*/ 88008 w 104800"/>
                <a:gd name="csY11" fmla="*/ 72479 h 156530"/>
                <a:gd name="csX12" fmla="*/ 87149 w 104800"/>
                <a:gd name="csY12" fmla="*/ 73567 h 156530"/>
                <a:gd name="csX13" fmla="*/ 87232 w 104800"/>
                <a:gd name="csY13" fmla="*/ 74769 h 156530"/>
                <a:gd name="csX14" fmla="*/ 86692 w 104800"/>
                <a:gd name="csY14" fmla="*/ 75393 h 156530"/>
                <a:gd name="csX15" fmla="*/ 84957 w 104800"/>
                <a:gd name="csY15" fmla="*/ 75728 h 156530"/>
                <a:gd name="csX16" fmla="*/ 81564 w 104800"/>
                <a:gd name="csY16" fmla="*/ 75728 h 156530"/>
                <a:gd name="csX17" fmla="*/ 79905 w 104800"/>
                <a:gd name="csY17" fmla="*/ 75812 h 156530"/>
                <a:gd name="csX18" fmla="*/ 78574 w 104800"/>
                <a:gd name="csY18" fmla="*/ 76017 h 156530"/>
                <a:gd name="csX19" fmla="*/ 77699 w 104800"/>
                <a:gd name="csY19" fmla="*/ 76793 h 156530"/>
                <a:gd name="csX20" fmla="*/ 76588 w 104800"/>
                <a:gd name="csY20" fmla="*/ 77341 h 156530"/>
                <a:gd name="csX21" fmla="*/ 75713 w 104800"/>
                <a:gd name="csY21" fmla="*/ 77463 h 156530"/>
                <a:gd name="csX22" fmla="*/ 74944 w 104800"/>
                <a:gd name="csY22" fmla="*/ 78368 h 156530"/>
                <a:gd name="csX23" fmla="*/ 74176 w 104800"/>
                <a:gd name="csY23" fmla="*/ 79647 h 156530"/>
                <a:gd name="csX24" fmla="*/ 74435 w 104800"/>
                <a:gd name="csY24" fmla="*/ 80529 h 156530"/>
                <a:gd name="csX25" fmla="*/ 75226 w 104800"/>
                <a:gd name="csY25" fmla="*/ 81693 h 156530"/>
                <a:gd name="csX26" fmla="*/ 75690 w 104800"/>
                <a:gd name="csY26" fmla="*/ 82888 h 156530"/>
                <a:gd name="csX27" fmla="*/ 75081 w 104800"/>
                <a:gd name="csY27" fmla="*/ 84828 h 156530"/>
                <a:gd name="csX28" fmla="*/ 74412 w 104800"/>
                <a:gd name="csY28" fmla="*/ 86327 h 156530"/>
                <a:gd name="csX29" fmla="*/ 74016 w 104800"/>
                <a:gd name="csY29" fmla="*/ 87468 h 156530"/>
                <a:gd name="csX30" fmla="*/ 73476 w 104800"/>
                <a:gd name="csY30" fmla="*/ 89659 h 156530"/>
                <a:gd name="csX31" fmla="*/ 72175 w 104800"/>
                <a:gd name="csY31" fmla="*/ 92079 h 156530"/>
                <a:gd name="csX32" fmla="*/ 71247 w 104800"/>
                <a:gd name="csY32" fmla="*/ 93448 h 156530"/>
                <a:gd name="csX33" fmla="*/ 71247 w 104800"/>
                <a:gd name="csY33" fmla="*/ 94947 h 156530"/>
                <a:gd name="csX34" fmla="*/ 71718 w 104800"/>
                <a:gd name="csY34" fmla="*/ 97063 h 156530"/>
                <a:gd name="csX35" fmla="*/ 74374 w 104800"/>
                <a:gd name="csY35" fmla="*/ 100151 h 156530"/>
                <a:gd name="csX36" fmla="*/ 75256 w 104800"/>
                <a:gd name="csY36" fmla="*/ 101627 h 156530"/>
                <a:gd name="csX37" fmla="*/ 75979 w 104800"/>
                <a:gd name="csY37" fmla="*/ 103994 h 156530"/>
                <a:gd name="csX38" fmla="*/ 78376 w 104800"/>
                <a:gd name="csY38" fmla="*/ 105858 h 156530"/>
                <a:gd name="csX39" fmla="*/ 79890 w 104800"/>
                <a:gd name="csY39" fmla="*/ 107364 h 156530"/>
                <a:gd name="csX40" fmla="*/ 79746 w 104800"/>
                <a:gd name="csY40" fmla="*/ 109350 h 156530"/>
                <a:gd name="csX41" fmla="*/ 79951 w 104800"/>
                <a:gd name="csY41" fmla="*/ 109974 h 156530"/>
                <a:gd name="csX42" fmla="*/ 80887 w 104800"/>
                <a:gd name="csY42" fmla="*/ 110476 h 156530"/>
                <a:gd name="csX43" fmla="*/ 82028 w 104800"/>
                <a:gd name="csY43" fmla="*/ 110857 h 156530"/>
                <a:gd name="csX44" fmla="*/ 83284 w 104800"/>
                <a:gd name="csY44" fmla="*/ 110826 h 156530"/>
                <a:gd name="csX45" fmla="*/ 84409 w 104800"/>
                <a:gd name="csY45" fmla="*/ 110659 h 156530"/>
                <a:gd name="csX46" fmla="*/ 84668 w 104800"/>
                <a:gd name="csY46" fmla="*/ 110378 h 156530"/>
                <a:gd name="csX47" fmla="*/ 87270 w 104800"/>
                <a:gd name="csY47" fmla="*/ 110339 h 156530"/>
                <a:gd name="csX48" fmla="*/ 87567 w 104800"/>
                <a:gd name="csY48" fmla="*/ 110841 h 156530"/>
                <a:gd name="csX49" fmla="*/ 87719 w 104800"/>
                <a:gd name="csY49" fmla="*/ 113702 h 156530"/>
                <a:gd name="csX50" fmla="*/ 87826 w 104800"/>
                <a:gd name="csY50" fmla="*/ 114867 h 156530"/>
                <a:gd name="csX51" fmla="*/ 88442 w 104800"/>
                <a:gd name="csY51" fmla="*/ 115331 h 156530"/>
                <a:gd name="csX52" fmla="*/ 88815 w 104800"/>
                <a:gd name="csY52" fmla="*/ 116046 h 156530"/>
                <a:gd name="csX53" fmla="*/ 88838 w 104800"/>
                <a:gd name="csY53" fmla="*/ 116685 h 156530"/>
                <a:gd name="csX54" fmla="*/ 88952 w 104800"/>
                <a:gd name="csY54" fmla="*/ 118290 h 156530"/>
                <a:gd name="csX55" fmla="*/ 89340 w 104800"/>
                <a:gd name="csY55" fmla="*/ 119135 h 156530"/>
                <a:gd name="csX56" fmla="*/ 89279 w 104800"/>
                <a:gd name="csY56" fmla="*/ 120839 h 156530"/>
                <a:gd name="csX57" fmla="*/ 89545 w 104800"/>
                <a:gd name="csY57" fmla="*/ 121471 h 156530"/>
                <a:gd name="csX58" fmla="*/ 90268 w 104800"/>
                <a:gd name="csY58" fmla="*/ 121897 h 156530"/>
                <a:gd name="csX59" fmla="*/ 91173 w 104800"/>
                <a:gd name="csY59" fmla="*/ 123122 h 156530"/>
                <a:gd name="csX60" fmla="*/ 91516 w 104800"/>
                <a:gd name="csY60" fmla="*/ 123274 h 156530"/>
                <a:gd name="csX61" fmla="*/ 91691 w 104800"/>
                <a:gd name="csY61" fmla="*/ 123708 h 156530"/>
                <a:gd name="csX62" fmla="*/ 92467 w 104800"/>
                <a:gd name="csY62" fmla="*/ 125450 h 156530"/>
                <a:gd name="csX63" fmla="*/ 92863 w 104800"/>
                <a:gd name="csY63" fmla="*/ 125975 h 156530"/>
                <a:gd name="csX64" fmla="*/ 93136 w 104800"/>
                <a:gd name="csY64" fmla="*/ 126051 h 156530"/>
                <a:gd name="csX65" fmla="*/ 93258 w 104800"/>
                <a:gd name="csY65" fmla="*/ 126660 h 156530"/>
                <a:gd name="csX66" fmla="*/ 93821 w 104800"/>
                <a:gd name="csY66" fmla="*/ 128288 h 156530"/>
                <a:gd name="csX67" fmla="*/ 94202 w 104800"/>
                <a:gd name="csY67" fmla="*/ 128691 h 156530"/>
                <a:gd name="csX68" fmla="*/ 94925 w 104800"/>
                <a:gd name="csY68" fmla="*/ 129886 h 156530"/>
                <a:gd name="csX69" fmla="*/ 95221 w 104800"/>
                <a:gd name="csY69" fmla="*/ 131194 h 156530"/>
                <a:gd name="csX70" fmla="*/ 96180 w 104800"/>
                <a:gd name="csY70" fmla="*/ 132671 h 156530"/>
                <a:gd name="csX71" fmla="*/ 97161 w 104800"/>
                <a:gd name="csY71" fmla="*/ 133705 h 156530"/>
                <a:gd name="csX72" fmla="*/ 97603 w 104800"/>
                <a:gd name="csY72" fmla="*/ 134778 h 156530"/>
                <a:gd name="csX73" fmla="*/ 98858 w 104800"/>
                <a:gd name="csY73" fmla="*/ 137144 h 156530"/>
                <a:gd name="csX74" fmla="*/ 100076 w 104800"/>
                <a:gd name="csY74" fmla="*/ 138811 h 156530"/>
                <a:gd name="csX75" fmla="*/ 101719 w 104800"/>
                <a:gd name="csY75" fmla="*/ 139244 h 156530"/>
                <a:gd name="csX76" fmla="*/ 103096 w 104800"/>
                <a:gd name="csY76" fmla="*/ 139480 h 156530"/>
                <a:gd name="csX77" fmla="*/ 103956 w 104800"/>
                <a:gd name="csY77" fmla="*/ 140119 h 156530"/>
                <a:gd name="csX78" fmla="*/ 104801 w 104800"/>
                <a:gd name="csY78" fmla="*/ 140812 h 156530"/>
                <a:gd name="csX79" fmla="*/ 103895 w 104800"/>
                <a:gd name="csY79" fmla="*/ 141131 h 156530"/>
                <a:gd name="csX80" fmla="*/ 103081 w 104800"/>
                <a:gd name="csY80" fmla="*/ 141557 h 156530"/>
                <a:gd name="csX81" fmla="*/ 101947 w 104800"/>
                <a:gd name="csY81" fmla="*/ 141230 h 156530"/>
                <a:gd name="csX82" fmla="*/ 100380 w 104800"/>
                <a:gd name="csY82" fmla="*/ 141405 h 156530"/>
                <a:gd name="csX83" fmla="*/ 98752 w 104800"/>
                <a:gd name="csY83" fmla="*/ 141877 h 156530"/>
                <a:gd name="csX84" fmla="*/ 97245 w 104800"/>
                <a:gd name="csY84" fmla="*/ 142105 h 156530"/>
                <a:gd name="csX85" fmla="*/ 94407 w 104800"/>
                <a:gd name="csY85" fmla="*/ 141359 h 156530"/>
                <a:gd name="csX86" fmla="*/ 93547 w 104800"/>
                <a:gd name="csY86" fmla="*/ 141253 h 156530"/>
                <a:gd name="csX87" fmla="*/ 92954 w 104800"/>
                <a:gd name="csY87" fmla="*/ 140933 h 156530"/>
                <a:gd name="csX88" fmla="*/ 91782 w 104800"/>
                <a:gd name="csY88" fmla="*/ 139465 h 156530"/>
                <a:gd name="csX89" fmla="*/ 91219 w 104800"/>
                <a:gd name="csY89" fmla="*/ 139290 h 156530"/>
                <a:gd name="csX90" fmla="*/ 89713 w 104800"/>
                <a:gd name="csY90" fmla="*/ 139975 h 156530"/>
                <a:gd name="csX91" fmla="*/ 87879 w 104800"/>
                <a:gd name="csY91" fmla="*/ 140454 h 156530"/>
                <a:gd name="csX92" fmla="*/ 86981 w 104800"/>
                <a:gd name="csY92" fmla="*/ 140363 h 156530"/>
                <a:gd name="csX93" fmla="*/ 85924 w 104800"/>
                <a:gd name="csY93" fmla="*/ 140857 h 156530"/>
                <a:gd name="csX94" fmla="*/ 84942 w 104800"/>
                <a:gd name="csY94" fmla="*/ 141519 h 156530"/>
                <a:gd name="csX95" fmla="*/ 83070 w 104800"/>
                <a:gd name="csY95" fmla="*/ 144388 h 156530"/>
                <a:gd name="csX96" fmla="*/ 82104 w 104800"/>
                <a:gd name="csY96" fmla="*/ 145400 h 156530"/>
                <a:gd name="csX97" fmla="*/ 81069 w 104800"/>
                <a:gd name="csY97" fmla="*/ 145864 h 156530"/>
                <a:gd name="csX98" fmla="*/ 78992 w 104800"/>
                <a:gd name="csY98" fmla="*/ 145849 h 156530"/>
                <a:gd name="csX99" fmla="*/ 76770 w 104800"/>
                <a:gd name="csY99" fmla="*/ 145955 h 156530"/>
                <a:gd name="csX100" fmla="*/ 75104 w 104800"/>
                <a:gd name="csY100" fmla="*/ 146647 h 156530"/>
                <a:gd name="csX101" fmla="*/ 73552 w 104800"/>
                <a:gd name="csY101" fmla="*/ 146997 h 156530"/>
                <a:gd name="csX102" fmla="*/ 72776 w 104800"/>
                <a:gd name="csY102" fmla="*/ 147043 h 156530"/>
                <a:gd name="csX103" fmla="*/ 72510 w 104800"/>
                <a:gd name="csY103" fmla="*/ 148618 h 156530"/>
                <a:gd name="csX104" fmla="*/ 72152 w 104800"/>
                <a:gd name="csY104" fmla="*/ 149348 h 156530"/>
                <a:gd name="csX105" fmla="*/ 71665 w 104800"/>
                <a:gd name="csY105" fmla="*/ 149767 h 156530"/>
                <a:gd name="csX106" fmla="*/ 70455 w 104800"/>
                <a:gd name="csY106" fmla="*/ 149889 h 156530"/>
                <a:gd name="csX107" fmla="*/ 69367 w 104800"/>
                <a:gd name="csY107" fmla="*/ 149835 h 156530"/>
                <a:gd name="csX108" fmla="*/ 68713 w 104800"/>
                <a:gd name="csY108" fmla="*/ 149181 h 156530"/>
                <a:gd name="csX109" fmla="*/ 67488 w 104800"/>
                <a:gd name="csY109" fmla="*/ 148854 h 156530"/>
                <a:gd name="csX110" fmla="*/ 66400 w 104800"/>
                <a:gd name="csY110" fmla="*/ 148618 h 156530"/>
                <a:gd name="csX111" fmla="*/ 65700 w 104800"/>
                <a:gd name="csY111" fmla="*/ 148245 h 156530"/>
                <a:gd name="csX112" fmla="*/ 65129 w 104800"/>
                <a:gd name="csY112" fmla="*/ 148336 h 156530"/>
                <a:gd name="csX113" fmla="*/ 64658 w 104800"/>
                <a:gd name="csY113" fmla="*/ 148991 h 156530"/>
                <a:gd name="csX114" fmla="*/ 64285 w 104800"/>
                <a:gd name="csY114" fmla="*/ 149554 h 156530"/>
                <a:gd name="csX115" fmla="*/ 63958 w 104800"/>
                <a:gd name="csY115" fmla="*/ 150589 h 156530"/>
                <a:gd name="csX116" fmla="*/ 62307 w 104800"/>
                <a:gd name="csY116" fmla="*/ 150916 h 156530"/>
                <a:gd name="csX117" fmla="*/ 61599 w 104800"/>
                <a:gd name="csY117" fmla="*/ 151502 h 156530"/>
                <a:gd name="csX118" fmla="*/ 62010 w 104800"/>
                <a:gd name="csY118" fmla="*/ 153427 h 156530"/>
                <a:gd name="csX119" fmla="*/ 61820 w 104800"/>
                <a:gd name="csY119" fmla="*/ 154180 h 156530"/>
                <a:gd name="csX120" fmla="*/ 61477 w 104800"/>
                <a:gd name="csY120" fmla="*/ 154766 h 156530"/>
                <a:gd name="csX121" fmla="*/ 59484 w 104800"/>
                <a:gd name="csY121" fmla="*/ 154880 h 156530"/>
                <a:gd name="csX122" fmla="*/ 57787 w 104800"/>
                <a:gd name="csY122" fmla="*/ 154842 h 156530"/>
                <a:gd name="csX123" fmla="*/ 56813 w 104800"/>
                <a:gd name="csY123" fmla="*/ 155549 h 156530"/>
                <a:gd name="csX124" fmla="*/ 55596 w 104800"/>
                <a:gd name="csY124" fmla="*/ 156379 h 156530"/>
                <a:gd name="csX125" fmla="*/ 54858 w 104800"/>
                <a:gd name="csY125" fmla="*/ 156531 h 156530"/>
                <a:gd name="csX126" fmla="*/ 53983 w 104800"/>
                <a:gd name="csY126" fmla="*/ 156485 h 156530"/>
                <a:gd name="csX127" fmla="*/ 52834 w 104800"/>
                <a:gd name="csY127" fmla="*/ 155519 h 156530"/>
                <a:gd name="csX128" fmla="*/ 51723 w 104800"/>
                <a:gd name="csY128" fmla="*/ 154340 h 156530"/>
                <a:gd name="csX129" fmla="*/ 48908 w 104800"/>
                <a:gd name="csY129" fmla="*/ 153510 h 156530"/>
                <a:gd name="csX130" fmla="*/ 46116 w 104800"/>
                <a:gd name="csY130" fmla="*/ 152826 h 156530"/>
                <a:gd name="csX131" fmla="*/ 44282 w 104800"/>
                <a:gd name="csY131" fmla="*/ 150946 h 156530"/>
                <a:gd name="csX132" fmla="*/ 43848 w 104800"/>
                <a:gd name="csY132" fmla="*/ 150026 h 156530"/>
                <a:gd name="csX133" fmla="*/ 42988 w 104800"/>
                <a:gd name="csY133" fmla="*/ 149615 h 156530"/>
                <a:gd name="csX134" fmla="*/ 40812 w 104800"/>
                <a:gd name="csY134" fmla="*/ 147385 h 156530"/>
                <a:gd name="csX135" fmla="*/ 39610 w 104800"/>
                <a:gd name="csY135" fmla="*/ 145955 h 156530"/>
                <a:gd name="csX136" fmla="*/ 38309 w 104800"/>
                <a:gd name="csY136" fmla="*/ 145567 h 156530"/>
                <a:gd name="csX137" fmla="*/ 36818 w 104800"/>
                <a:gd name="csY137" fmla="*/ 144974 h 156530"/>
                <a:gd name="csX138" fmla="*/ 36879 w 104800"/>
                <a:gd name="csY138" fmla="*/ 143931 h 156530"/>
                <a:gd name="csX139" fmla="*/ 36780 w 104800"/>
                <a:gd name="csY139" fmla="*/ 142934 h 156530"/>
                <a:gd name="csX140" fmla="*/ 36133 w 104800"/>
                <a:gd name="csY140" fmla="*/ 142523 h 156530"/>
                <a:gd name="csX141" fmla="*/ 35235 w 104800"/>
                <a:gd name="csY141" fmla="*/ 142257 h 156530"/>
                <a:gd name="csX142" fmla="*/ 34908 w 104800"/>
                <a:gd name="csY142" fmla="*/ 141694 h 156530"/>
                <a:gd name="csX143" fmla="*/ 34999 w 104800"/>
                <a:gd name="csY143" fmla="*/ 140386 h 156530"/>
                <a:gd name="csX144" fmla="*/ 35175 w 104800"/>
                <a:gd name="csY144" fmla="*/ 137000 h 156530"/>
                <a:gd name="csX145" fmla="*/ 34923 w 104800"/>
                <a:gd name="csY145" fmla="*/ 133766 h 156530"/>
                <a:gd name="csX146" fmla="*/ 32922 w 104800"/>
                <a:gd name="csY146" fmla="*/ 132648 h 156530"/>
                <a:gd name="csX147" fmla="*/ 32055 w 104800"/>
                <a:gd name="csY147" fmla="*/ 131879 h 156530"/>
                <a:gd name="csX148" fmla="*/ 30533 w 104800"/>
                <a:gd name="csY148" fmla="*/ 127093 h 156530"/>
                <a:gd name="csX149" fmla="*/ 29818 w 104800"/>
                <a:gd name="csY149" fmla="*/ 124940 h 156530"/>
                <a:gd name="csX150" fmla="*/ 29788 w 104800"/>
                <a:gd name="csY150" fmla="*/ 123335 h 156530"/>
                <a:gd name="csX151" fmla="*/ 30290 w 104800"/>
                <a:gd name="csY151" fmla="*/ 118557 h 156530"/>
                <a:gd name="csX152" fmla="*/ 30860 w 104800"/>
                <a:gd name="csY152" fmla="*/ 116487 h 156530"/>
                <a:gd name="csX153" fmla="*/ 32413 w 104800"/>
                <a:gd name="csY153" fmla="*/ 112340 h 156530"/>
                <a:gd name="csX154" fmla="*/ 33303 w 104800"/>
                <a:gd name="csY154" fmla="*/ 110933 h 156530"/>
                <a:gd name="csX155" fmla="*/ 33356 w 104800"/>
                <a:gd name="csY155" fmla="*/ 109883 h 156530"/>
                <a:gd name="csX156" fmla="*/ 33265 w 104800"/>
                <a:gd name="csY156" fmla="*/ 108536 h 156530"/>
                <a:gd name="csX157" fmla="*/ 32808 w 104800"/>
                <a:gd name="csY157" fmla="*/ 105873 h 156530"/>
                <a:gd name="csX158" fmla="*/ 35426 w 104800"/>
                <a:gd name="csY158" fmla="*/ 104192 h 156530"/>
                <a:gd name="csX159" fmla="*/ 36552 w 104800"/>
                <a:gd name="csY159" fmla="*/ 103484 h 156530"/>
                <a:gd name="csX160" fmla="*/ 36742 w 104800"/>
                <a:gd name="csY160" fmla="*/ 102358 h 156530"/>
                <a:gd name="csX161" fmla="*/ 38142 w 104800"/>
                <a:gd name="csY161" fmla="*/ 100935 h 156530"/>
                <a:gd name="csX162" fmla="*/ 38766 w 104800"/>
                <a:gd name="csY162" fmla="*/ 99581 h 156530"/>
                <a:gd name="csX163" fmla="*/ 39283 w 104800"/>
                <a:gd name="csY163" fmla="*/ 98516 h 156530"/>
                <a:gd name="csX164" fmla="*/ 39139 w 104800"/>
                <a:gd name="csY164" fmla="*/ 97953 h 156530"/>
                <a:gd name="csX165" fmla="*/ 38530 w 104800"/>
                <a:gd name="csY165" fmla="*/ 97625 h 156530"/>
                <a:gd name="csX166" fmla="*/ 37807 w 104800"/>
                <a:gd name="csY166" fmla="*/ 96613 h 156530"/>
                <a:gd name="csX167" fmla="*/ 36293 w 104800"/>
                <a:gd name="csY167" fmla="*/ 93692 h 156530"/>
                <a:gd name="csX168" fmla="*/ 35745 w 104800"/>
                <a:gd name="csY168" fmla="*/ 93098 h 156530"/>
                <a:gd name="csX169" fmla="*/ 35281 w 104800"/>
                <a:gd name="csY169" fmla="*/ 92277 h 156530"/>
                <a:gd name="csX170" fmla="*/ 35517 w 104800"/>
                <a:gd name="csY170" fmla="*/ 90991 h 156530"/>
                <a:gd name="csX171" fmla="*/ 36110 w 104800"/>
                <a:gd name="csY171" fmla="*/ 89583 h 156530"/>
                <a:gd name="csX172" fmla="*/ 36034 w 104800"/>
                <a:gd name="csY172" fmla="*/ 88997 h 156530"/>
                <a:gd name="csX173" fmla="*/ 35129 w 104800"/>
                <a:gd name="csY173" fmla="*/ 88244 h 156530"/>
                <a:gd name="csX174" fmla="*/ 33257 w 104800"/>
                <a:gd name="csY174" fmla="*/ 86981 h 156530"/>
                <a:gd name="csX175" fmla="*/ 31705 w 104800"/>
                <a:gd name="csY175" fmla="*/ 86890 h 156530"/>
                <a:gd name="csX176" fmla="*/ 30503 w 104800"/>
                <a:gd name="csY176" fmla="*/ 86433 h 156530"/>
                <a:gd name="csX177" fmla="*/ 28738 w 104800"/>
                <a:gd name="csY177" fmla="*/ 86373 h 156530"/>
                <a:gd name="csX178" fmla="*/ 27330 w 104800"/>
                <a:gd name="csY178" fmla="*/ 86236 h 156530"/>
                <a:gd name="csX179" fmla="*/ 26523 w 104800"/>
                <a:gd name="csY179" fmla="*/ 85764 h 156530"/>
                <a:gd name="csX180" fmla="*/ 26691 w 104800"/>
                <a:gd name="csY180" fmla="*/ 84988 h 156530"/>
                <a:gd name="csX181" fmla="*/ 27041 w 104800"/>
                <a:gd name="csY181" fmla="*/ 84394 h 156530"/>
                <a:gd name="csX182" fmla="*/ 28228 w 104800"/>
                <a:gd name="csY182" fmla="*/ 82918 h 156530"/>
                <a:gd name="csX183" fmla="*/ 29019 w 104800"/>
                <a:gd name="csY183" fmla="*/ 81351 h 156530"/>
                <a:gd name="csX184" fmla="*/ 29126 w 104800"/>
                <a:gd name="csY184" fmla="*/ 79814 h 156530"/>
                <a:gd name="csX185" fmla="*/ 29369 w 104800"/>
                <a:gd name="csY185" fmla="*/ 77798 h 156530"/>
                <a:gd name="csX186" fmla="*/ 29711 w 104800"/>
                <a:gd name="csY186" fmla="*/ 76040 h 156530"/>
                <a:gd name="csX187" fmla="*/ 29894 w 104800"/>
                <a:gd name="csY187" fmla="*/ 74062 h 156530"/>
                <a:gd name="csX188" fmla="*/ 28030 w 104800"/>
                <a:gd name="csY188" fmla="*/ 72761 h 156530"/>
                <a:gd name="csX189" fmla="*/ 27437 w 104800"/>
                <a:gd name="csY189" fmla="*/ 71688 h 156530"/>
                <a:gd name="csX190" fmla="*/ 26668 w 104800"/>
                <a:gd name="csY190" fmla="*/ 70737 h 156530"/>
                <a:gd name="csX191" fmla="*/ 25816 w 104800"/>
                <a:gd name="csY191" fmla="*/ 70737 h 156530"/>
                <a:gd name="csX192" fmla="*/ 24538 w 104800"/>
                <a:gd name="csY192" fmla="*/ 70334 h 156530"/>
                <a:gd name="csX193" fmla="*/ 22544 w 104800"/>
                <a:gd name="csY193" fmla="*/ 71581 h 156530"/>
                <a:gd name="csX194" fmla="*/ 20969 w 104800"/>
                <a:gd name="csY194" fmla="*/ 71353 h 156530"/>
                <a:gd name="csX195" fmla="*/ 19889 w 104800"/>
                <a:gd name="csY195" fmla="*/ 71825 h 156530"/>
                <a:gd name="csX196" fmla="*/ 17393 w 104800"/>
                <a:gd name="csY196" fmla="*/ 71726 h 156530"/>
                <a:gd name="csX197" fmla="*/ 15788 w 104800"/>
                <a:gd name="csY197" fmla="*/ 71117 h 156530"/>
                <a:gd name="csX198" fmla="*/ 13855 w 104800"/>
                <a:gd name="csY198" fmla="*/ 71520 h 156530"/>
                <a:gd name="csX199" fmla="*/ 9328 w 104800"/>
                <a:gd name="csY199" fmla="*/ 66506 h 156530"/>
                <a:gd name="csX200" fmla="*/ 4778 w 104800"/>
                <a:gd name="csY200" fmla="*/ 61462 h 156530"/>
                <a:gd name="csX201" fmla="*/ 297 w 104800"/>
                <a:gd name="csY201" fmla="*/ 56501 h 156530"/>
                <a:gd name="csX202" fmla="*/ 0 w 104800"/>
                <a:gd name="csY202" fmla="*/ 55824 h 156530"/>
                <a:gd name="csX203" fmla="*/ 1872 w 104800"/>
                <a:gd name="csY203" fmla="*/ 53458 h 156530"/>
                <a:gd name="csX204" fmla="*/ 3546 w 104800"/>
                <a:gd name="csY204" fmla="*/ 51761 h 156530"/>
                <a:gd name="csX205" fmla="*/ 4938 w 104800"/>
                <a:gd name="csY205" fmla="*/ 50795 h 156530"/>
                <a:gd name="csX206" fmla="*/ 5600 w 104800"/>
                <a:gd name="csY206" fmla="*/ 49950 h 156530"/>
                <a:gd name="csX207" fmla="*/ 5090 w 104800"/>
                <a:gd name="csY207" fmla="*/ 46298 h 156530"/>
                <a:gd name="csX208" fmla="*/ 5121 w 104800"/>
                <a:gd name="csY208" fmla="*/ 44989 h 156530"/>
                <a:gd name="csX209" fmla="*/ 4466 w 104800"/>
                <a:gd name="csY209" fmla="*/ 43559 h 156530"/>
                <a:gd name="csX210" fmla="*/ 4002 w 104800"/>
                <a:gd name="csY210" fmla="*/ 41961 h 156530"/>
                <a:gd name="csX211" fmla="*/ 4558 w 104800"/>
                <a:gd name="csY211" fmla="*/ 40622 h 156530"/>
                <a:gd name="csX212" fmla="*/ 5235 w 104800"/>
                <a:gd name="csY212" fmla="*/ 39694 h 156530"/>
                <a:gd name="csX213" fmla="*/ 6110 w 104800"/>
                <a:gd name="csY213" fmla="*/ 39329 h 156530"/>
                <a:gd name="csX214" fmla="*/ 8194 w 104800"/>
                <a:gd name="csY214" fmla="*/ 39009 h 156530"/>
                <a:gd name="csX215" fmla="*/ 9670 w 104800"/>
                <a:gd name="csY215" fmla="*/ 38872 h 156530"/>
                <a:gd name="csX216" fmla="*/ 10195 w 104800"/>
                <a:gd name="csY216" fmla="*/ 38340 h 156530"/>
                <a:gd name="csX217" fmla="*/ 11048 w 104800"/>
                <a:gd name="csY217" fmla="*/ 37723 h 156530"/>
                <a:gd name="csX218" fmla="*/ 12174 w 104800"/>
                <a:gd name="csY218" fmla="*/ 37685 h 156530"/>
                <a:gd name="csX219" fmla="*/ 14365 w 104800"/>
                <a:gd name="csY219" fmla="*/ 38119 h 156530"/>
                <a:gd name="csX220" fmla="*/ 15369 w 104800"/>
                <a:gd name="csY220" fmla="*/ 37313 h 156530"/>
                <a:gd name="csX221" fmla="*/ 17188 w 104800"/>
                <a:gd name="csY221" fmla="*/ 36217 h 156530"/>
                <a:gd name="csX222" fmla="*/ 21266 w 104800"/>
                <a:gd name="csY222" fmla="*/ 34337 h 156530"/>
                <a:gd name="csX223" fmla="*/ 22179 w 104800"/>
                <a:gd name="csY223" fmla="*/ 33105 h 156530"/>
                <a:gd name="csX224" fmla="*/ 22818 w 104800"/>
                <a:gd name="csY224" fmla="*/ 31203 h 156530"/>
                <a:gd name="csX225" fmla="*/ 22750 w 104800"/>
                <a:gd name="csY225" fmla="*/ 30297 h 156530"/>
                <a:gd name="csX226" fmla="*/ 22331 w 104800"/>
                <a:gd name="csY226" fmla="*/ 29963 h 156530"/>
                <a:gd name="csX227" fmla="*/ 21319 w 104800"/>
                <a:gd name="csY227" fmla="*/ 29651 h 156530"/>
                <a:gd name="csX228" fmla="*/ 19767 w 104800"/>
                <a:gd name="csY228" fmla="*/ 29605 h 156530"/>
                <a:gd name="csX229" fmla="*/ 18527 w 104800"/>
                <a:gd name="csY229" fmla="*/ 30099 h 156530"/>
                <a:gd name="csX230" fmla="*/ 17241 w 104800"/>
                <a:gd name="csY230" fmla="*/ 29826 h 156530"/>
                <a:gd name="csX231" fmla="*/ 16176 w 104800"/>
                <a:gd name="csY231" fmla="*/ 28654 h 156530"/>
                <a:gd name="csX232" fmla="*/ 16115 w 104800"/>
                <a:gd name="csY232" fmla="*/ 27680 h 156530"/>
                <a:gd name="csX233" fmla="*/ 16746 w 104800"/>
                <a:gd name="csY233" fmla="*/ 26310 h 156530"/>
                <a:gd name="csX234" fmla="*/ 16381 w 104800"/>
                <a:gd name="csY234" fmla="*/ 25397 h 156530"/>
                <a:gd name="csX235" fmla="*/ 14342 w 104800"/>
                <a:gd name="csY235" fmla="*/ 22506 h 156530"/>
                <a:gd name="csX236" fmla="*/ 14350 w 104800"/>
                <a:gd name="csY236" fmla="*/ 21707 h 156530"/>
                <a:gd name="csX237" fmla="*/ 15833 w 104800"/>
                <a:gd name="csY237" fmla="*/ 20406 h 156530"/>
                <a:gd name="csX238" fmla="*/ 16670 w 104800"/>
                <a:gd name="csY238" fmla="*/ 19303 h 156530"/>
                <a:gd name="csX239" fmla="*/ 17819 w 104800"/>
                <a:gd name="csY239" fmla="*/ 16655 h 156530"/>
                <a:gd name="csX240" fmla="*/ 18732 w 104800"/>
                <a:gd name="csY240" fmla="*/ 15773 h 156530"/>
                <a:gd name="csX241" fmla="*/ 21570 w 104800"/>
                <a:gd name="csY241" fmla="*/ 15461 h 156530"/>
                <a:gd name="csX242" fmla="*/ 22293 w 104800"/>
                <a:gd name="csY242" fmla="*/ 14898 h 156530"/>
                <a:gd name="csX243" fmla="*/ 23739 w 104800"/>
                <a:gd name="csY243" fmla="*/ 13498 h 156530"/>
                <a:gd name="csX244" fmla="*/ 25900 w 104800"/>
                <a:gd name="csY244" fmla="*/ 11900 h 156530"/>
                <a:gd name="csX245" fmla="*/ 29004 w 104800"/>
                <a:gd name="csY245" fmla="*/ 10622 h 156530"/>
                <a:gd name="csX246" fmla="*/ 29894 w 104800"/>
                <a:gd name="csY246" fmla="*/ 8301 h 156530"/>
                <a:gd name="csX247" fmla="*/ 30450 w 104800"/>
                <a:gd name="csY247" fmla="*/ 7662 h 156530"/>
                <a:gd name="csX248" fmla="*/ 32922 w 104800"/>
                <a:gd name="csY248" fmla="*/ 6445 h 156530"/>
                <a:gd name="csX249" fmla="*/ 33356 w 104800"/>
                <a:gd name="csY249" fmla="*/ 5790 h 156530"/>
                <a:gd name="csX250" fmla="*/ 33295 w 104800"/>
                <a:gd name="csY250" fmla="*/ 5212 h 156530"/>
                <a:gd name="csX251" fmla="*/ 29323 w 104800"/>
                <a:gd name="csY251" fmla="*/ 0 h 156530"/>
                <a:gd name="csX252" fmla="*/ 30115 w 104800"/>
                <a:gd name="csY252" fmla="*/ 350 h 156530"/>
                <a:gd name="csX253" fmla="*/ 33189 w 104800"/>
                <a:gd name="csY253" fmla="*/ 3759 h 156530"/>
                <a:gd name="csX254" fmla="*/ 34893 w 104800"/>
                <a:gd name="csY254" fmla="*/ 4497 h 156530"/>
                <a:gd name="csX255" fmla="*/ 35250 w 104800"/>
                <a:gd name="csY255" fmla="*/ 4512 h 156530"/>
                <a:gd name="csX256" fmla="*/ 35266 w 104800"/>
                <a:gd name="csY256" fmla="*/ 3629 h 156530"/>
                <a:gd name="csX257" fmla="*/ 36833 w 104800"/>
                <a:gd name="csY257" fmla="*/ 3994 h 156530"/>
                <a:gd name="csX258" fmla="*/ 40866 w 104800"/>
                <a:gd name="csY258" fmla="*/ 6330 h 156530"/>
                <a:gd name="csX259" fmla="*/ 46778 w 104800"/>
                <a:gd name="csY259" fmla="*/ 10173 h 156530"/>
                <a:gd name="csX260" fmla="*/ 55079 w 104800"/>
                <a:gd name="csY260" fmla="*/ 17431 h 156530"/>
                <a:gd name="csX261" fmla="*/ 57437 w 104800"/>
                <a:gd name="csY261" fmla="*/ 20193 h 156530"/>
                <a:gd name="csX262" fmla="*/ 59027 w 104800"/>
                <a:gd name="csY262" fmla="*/ 21494 h 156530"/>
                <a:gd name="csX263" fmla="*/ 61492 w 104800"/>
                <a:gd name="csY263" fmla="*/ 24659 h 156530"/>
                <a:gd name="csX264" fmla="*/ 62215 w 104800"/>
                <a:gd name="csY264" fmla="*/ 26196 h 156530"/>
                <a:gd name="csX265" fmla="*/ 62147 w 104800"/>
                <a:gd name="csY265" fmla="*/ 32352 h 156530"/>
                <a:gd name="csX266" fmla="*/ 59956 w 104800"/>
                <a:gd name="csY266" fmla="*/ 36506 h 156530"/>
                <a:gd name="csX267" fmla="*/ 59423 w 104800"/>
                <a:gd name="csY267" fmla="*/ 39633 h 156530"/>
                <a:gd name="csX268" fmla="*/ 59309 w 104800"/>
                <a:gd name="csY268" fmla="*/ 43795 h 156530"/>
                <a:gd name="csX269" fmla="*/ 58038 w 104800"/>
                <a:gd name="csY269" fmla="*/ 46176 h 156530"/>
                <a:gd name="csX270" fmla="*/ 59720 w 104800"/>
                <a:gd name="csY270" fmla="*/ 44883 h 156530"/>
                <a:gd name="csX271" fmla="*/ 60245 w 104800"/>
                <a:gd name="csY271" fmla="*/ 41132 h 156530"/>
                <a:gd name="csX272" fmla="*/ 61683 w 104800"/>
                <a:gd name="csY272" fmla="*/ 38849 h 156530"/>
                <a:gd name="csX273" fmla="*/ 63547 w 104800"/>
                <a:gd name="csY273" fmla="*/ 36346 h 156530"/>
                <a:gd name="csX274" fmla="*/ 66035 w 104800"/>
                <a:gd name="csY274" fmla="*/ 35745 h 156530"/>
                <a:gd name="csX275" fmla="*/ 68713 w 104800"/>
                <a:gd name="csY275" fmla="*/ 36810 h 156530"/>
                <a:gd name="csX276" fmla="*/ 70874 w 104800"/>
                <a:gd name="csY276" fmla="*/ 37000 h 156530"/>
                <a:gd name="csX277" fmla="*/ 72776 w 104800"/>
                <a:gd name="csY277" fmla="*/ 37739 h 156530"/>
                <a:gd name="csX278" fmla="*/ 76824 w 104800"/>
                <a:gd name="csY278" fmla="*/ 41740 h 156530"/>
                <a:gd name="csX279" fmla="*/ 80780 w 104800"/>
                <a:gd name="csY279" fmla="*/ 44906 h 156530"/>
                <a:gd name="csX280" fmla="*/ 82226 w 104800"/>
                <a:gd name="csY280" fmla="*/ 47439 h 156530"/>
                <a:gd name="csX281" fmla="*/ 86418 w 104800"/>
                <a:gd name="csY281" fmla="*/ 48710 h 156530"/>
                <a:gd name="csX282" fmla="*/ 88898 w 104800"/>
                <a:gd name="csY282" fmla="*/ 50711 h 156530"/>
                <a:gd name="csX283" fmla="*/ 89697 w 104800"/>
                <a:gd name="csY283" fmla="*/ 52446 h 156530"/>
                <a:gd name="csX284" fmla="*/ 90184 w 104800"/>
                <a:gd name="csY284" fmla="*/ 56965 h 156530"/>
                <a:gd name="csX285" fmla="*/ 89378 w 104800"/>
                <a:gd name="csY285" fmla="*/ 63798 h 1565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Lst>
              <a:rect l="l" t="t" r="r" b="b"/>
              <a:pathLst>
                <a:path w="104800" h="156530">
                  <a:moveTo>
                    <a:pt x="89599" y="64148"/>
                  </a:moveTo>
                  <a:lnTo>
                    <a:pt x="88465" y="65487"/>
                  </a:lnTo>
                  <a:lnTo>
                    <a:pt x="88259" y="66347"/>
                  </a:lnTo>
                  <a:lnTo>
                    <a:pt x="87529" y="67861"/>
                  </a:lnTo>
                  <a:lnTo>
                    <a:pt x="86958" y="68683"/>
                  </a:lnTo>
                  <a:lnTo>
                    <a:pt x="87788" y="70569"/>
                  </a:lnTo>
                  <a:lnTo>
                    <a:pt x="88731" y="70653"/>
                  </a:lnTo>
                  <a:lnTo>
                    <a:pt x="89096" y="70897"/>
                  </a:lnTo>
                  <a:lnTo>
                    <a:pt x="89332" y="71262"/>
                  </a:lnTo>
                  <a:lnTo>
                    <a:pt x="89279" y="71665"/>
                  </a:lnTo>
                  <a:lnTo>
                    <a:pt x="88914" y="72023"/>
                  </a:lnTo>
                  <a:lnTo>
                    <a:pt x="88008" y="72479"/>
                  </a:lnTo>
                  <a:lnTo>
                    <a:pt x="87149" y="73567"/>
                  </a:lnTo>
                  <a:lnTo>
                    <a:pt x="87232" y="74769"/>
                  </a:lnTo>
                  <a:lnTo>
                    <a:pt x="86692" y="75393"/>
                  </a:lnTo>
                  <a:lnTo>
                    <a:pt x="84957" y="75728"/>
                  </a:lnTo>
                  <a:lnTo>
                    <a:pt x="81564" y="75728"/>
                  </a:lnTo>
                  <a:lnTo>
                    <a:pt x="79905" y="75812"/>
                  </a:lnTo>
                  <a:lnTo>
                    <a:pt x="78574" y="76017"/>
                  </a:lnTo>
                  <a:lnTo>
                    <a:pt x="77699" y="76793"/>
                  </a:lnTo>
                  <a:lnTo>
                    <a:pt x="76588" y="77341"/>
                  </a:lnTo>
                  <a:lnTo>
                    <a:pt x="75713" y="77463"/>
                  </a:lnTo>
                  <a:lnTo>
                    <a:pt x="74944" y="78368"/>
                  </a:lnTo>
                  <a:lnTo>
                    <a:pt x="74176" y="79647"/>
                  </a:lnTo>
                  <a:lnTo>
                    <a:pt x="74435" y="80529"/>
                  </a:lnTo>
                  <a:lnTo>
                    <a:pt x="75226" y="81693"/>
                  </a:lnTo>
                  <a:lnTo>
                    <a:pt x="75690" y="82888"/>
                  </a:lnTo>
                  <a:lnTo>
                    <a:pt x="75081" y="84828"/>
                  </a:lnTo>
                  <a:lnTo>
                    <a:pt x="74412" y="86327"/>
                  </a:lnTo>
                  <a:lnTo>
                    <a:pt x="74016" y="87468"/>
                  </a:lnTo>
                  <a:lnTo>
                    <a:pt x="73476" y="89659"/>
                  </a:lnTo>
                  <a:lnTo>
                    <a:pt x="72175" y="92079"/>
                  </a:lnTo>
                  <a:lnTo>
                    <a:pt x="71247" y="93448"/>
                  </a:lnTo>
                  <a:lnTo>
                    <a:pt x="71247" y="94947"/>
                  </a:lnTo>
                  <a:lnTo>
                    <a:pt x="71718" y="97063"/>
                  </a:lnTo>
                  <a:lnTo>
                    <a:pt x="74374" y="100151"/>
                  </a:lnTo>
                  <a:lnTo>
                    <a:pt x="75256" y="101627"/>
                  </a:lnTo>
                  <a:lnTo>
                    <a:pt x="75979" y="103994"/>
                  </a:lnTo>
                  <a:lnTo>
                    <a:pt x="78376" y="105858"/>
                  </a:lnTo>
                  <a:lnTo>
                    <a:pt x="79890" y="107364"/>
                  </a:lnTo>
                  <a:lnTo>
                    <a:pt x="79746" y="109350"/>
                  </a:lnTo>
                  <a:lnTo>
                    <a:pt x="79951" y="109974"/>
                  </a:lnTo>
                  <a:lnTo>
                    <a:pt x="80887" y="110476"/>
                  </a:lnTo>
                  <a:lnTo>
                    <a:pt x="82028" y="110857"/>
                  </a:lnTo>
                  <a:lnTo>
                    <a:pt x="83284" y="110826"/>
                  </a:lnTo>
                  <a:lnTo>
                    <a:pt x="84409" y="110659"/>
                  </a:lnTo>
                  <a:lnTo>
                    <a:pt x="84668" y="110378"/>
                  </a:lnTo>
                  <a:lnTo>
                    <a:pt x="87270" y="110339"/>
                  </a:lnTo>
                  <a:lnTo>
                    <a:pt x="87567" y="110841"/>
                  </a:lnTo>
                  <a:lnTo>
                    <a:pt x="87719" y="113702"/>
                  </a:lnTo>
                  <a:lnTo>
                    <a:pt x="87826" y="114867"/>
                  </a:lnTo>
                  <a:lnTo>
                    <a:pt x="88442" y="115331"/>
                  </a:lnTo>
                  <a:lnTo>
                    <a:pt x="88815" y="116046"/>
                  </a:lnTo>
                  <a:lnTo>
                    <a:pt x="88838" y="116685"/>
                  </a:lnTo>
                  <a:lnTo>
                    <a:pt x="88952" y="118290"/>
                  </a:lnTo>
                  <a:lnTo>
                    <a:pt x="89340" y="119135"/>
                  </a:lnTo>
                  <a:lnTo>
                    <a:pt x="89279" y="120839"/>
                  </a:lnTo>
                  <a:lnTo>
                    <a:pt x="89545" y="121471"/>
                  </a:lnTo>
                  <a:lnTo>
                    <a:pt x="90268" y="121897"/>
                  </a:lnTo>
                  <a:lnTo>
                    <a:pt x="91173" y="123122"/>
                  </a:lnTo>
                  <a:lnTo>
                    <a:pt x="91516" y="123274"/>
                  </a:lnTo>
                  <a:lnTo>
                    <a:pt x="91691" y="123708"/>
                  </a:lnTo>
                  <a:lnTo>
                    <a:pt x="92467" y="125450"/>
                  </a:lnTo>
                  <a:lnTo>
                    <a:pt x="92863" y="125975"/>
                  </a:lnTo>
                  <a:lnTo>
                    <a:pt x="93136" y="126051"/>
                  </a:lnTo>
                  <a:lnTo>
                    <a:pt x="93258" y="126660"/>
                  </a:lnTo>
                  <a:lnTo>
                    <a:pt x="93821" y="128288"/>
                  </a:lnTo>
                  <a:lnTo>
                    <a:pt x="94202" y="128691"/>
                  </a:lnTo>
                  <a:lnTo>
                    <a:pt x="94925" y="129886"/>
                  </a:lnTo>
                  <a:lnTo>
                    <a:pt x="95221" y="131194"/>
                  </a:lnTo>
                  <a:lnTo>
                    <a:pt x="96180" y="132671"/>
                  </a:lnTo>
                  <a:lnTo>
                    <a:pt x="97161" y="133705"/>
                  </a:lnTo>
                  <a:lnTo>
                    <a:pt x="97603" y="134778"/>
                  </a:lnTo>
                  <a:lnTo>
                    <a:pt x="98858" y="137144"/>
                  </a:lnTo>
                  <a:lnTo>
                    <a:pt x="100076" y="138811"/>
                  </a:lnTo>
                  <a:lnTo>
                    <a:pt x="101719" y="139244"/>
                  </a:lnTo>
                  <a:lnTo>
                    <a:pt x="103096" y="139480"/>
                  </a:lnTo>
                  <a:lnTo>
                    <a:pt x="103956" y="140119"/>
                  </a:lnTo>
                  <a:lnTo>
                    <a:pt x="104801" y="140812"/>
                  </a:lnTo>
                  <a:lnTo>
                    <a:pt x="103895" y="141131"/>
                  </a:lnTo>
                  <a:lnTo>
                    <a:pt x="103081" y="141557"/>
                  </a:lnTo>
                  <a:lnTo>
                    <a:pt x="101947" y="141230"/>
                  </a:lnTo>
                  <a:lnTo>
                    <a:pt x="100380" y="141405"/>
                  </a:lnTo>
                  <a:lnTo>
                    <a:pt x="98752" y="141877"/>
                  </a:lnTo>
                  <a:lnTo>
                    <a:pt x="97245" y="142105"/>
                  </a:lnTo>
                  <a:lnTo>
                    <a:pt x="94407" y="141359"/>
                  </a:lnTo>
                  <a:lnTo>
                    <a:pt x="93547" y="141253"/>
                  </a:lnTo>
                  <a:lnTo>
                    <a:pt x="92954" y="140933"/>
                  </a:lnTo>
                  <a:lnTo>
                    <a:pt x="91782" y="139465"/>
                  </a:lnTo>
                  <a:lnTo>
                    <a:pt x="91219" y="139290"/>
                  </a:lnTo>
                  <a:lnTo>
                    <a:pt x="89713" y="139975"/>
                  </a:lnTo>
                  <a:lnTo>
                    <a:pt x="87879" y="140454"/>
                  </a:lnTo>
                  <a:lnTo>
                    <a:pt x="86981" y="140363"/>
                  </a:lnTo>
                  <a:lnTo>
                    <a:pt x="85924" y="140857"/>
                  </a:lnTo>
                  <a:lnTo>
                    <a:pt x="84942" y="141519"/>
                  </a:lnTo>
                  <a:lnTo>
                    <a:pt x="83070" y="144388"/>
                  </a:lnTo>
                  <a:lnTo>
                    <a:pt x="82104" y="145400"/>
                  </a:lnTo>
                  <a:lnTo>
                    <a:pt x="81069" y="145864"/>
                  </a:lnTo>
                  <a:lnTo>
                    <a:pt x="78992" y="145849"/>
                  </a:lnTo>
                  <a:lnTo>
                    <a:pt x="76770" y="145955"/>
                  </a:lnTo>
                  <a:lnTo>
                    <a:pt x="75104" y="146647"/>
                  </a:lnTo>
                  <a:lnTo>
                    <a:pt x="73552" y="146997"/>
                  </a:lnTo>
                  <a:lnTo>
                    <a:pt x="72776" y="147043"/>
                  </a:lnTo>
                  <a:lnTo>
                    <a:pt x="72510" y="148618"/>
                  </a:lnTo>
                  <a:lnTo>
                    <a:pt x="72152" y="149348"/>
                  </a:lnTo>
                  <a:lnTo>
                    <a:pt x="71665" y="149767"/>
                  </a:lnTo>
                  <a:lnTo>
                    <a:pt x="70455" y="149889"/>
                  </a:lnTo>
                  <a:lnTo>
                    <a:pt x="69367" y="149835"/>
                  </a:lnTo>
                  <a:lnTo>
                    <a:pt x="68713" y="149181"/>
                  </a:lnTo>
                  <a:lnTo>
                    <a:pt x="67488" y="148854"/>
                  </a:lnTo>
                  <a:lnTo>
                    <a:pt x="66400" y="148618"/>
                  </a:lnTo>
                  <a:lnTo>
                    <a:pt x="65700" y="148245"/>
                  </a:lnTo>
                  <a:lnTo>
                    <a:pt x="65129" y="148336"/>
                  </a:lnTo>
                  <a:lnTo>
                    <a:pt x="64658" y="148991"/>
                  </a:lnTo>
                  <a:lnTo>
                    <a:pt x="64285" y="149554"/>
                  </a:lnTo>
                  <a:lnTo>
                    <a:pt x="63958" y="150589"/>
                  </a:lnTo>
                  <a:lnTo>
                    <a:pt x="62307" y="150916"/>
                  </a:lnTo>
                  <a:lnTo>
                    <a:pt x="61599" y="151502"/>
                  </a:lnTo>
                  <a:lnTo>
                    <a:pt x="62010" y="153427"/>
                  </a:lnTo>
                  <a:lnTo>
                    <a:pt x="61820" y="154180"/>
                  </a:lnTo>
                  <a:lnTo>
                    <a:pt x="61477" y="154766"/>
                  </a:lnTo>
                  <a:lnTo>
                    <a:pt x="59484" y="154880"/>
                  </a:lnTo>
                  <a:lnTo>
                    <a:pt x="57787" y="154842"/>
                  </a:lnTo>
                  <a:lnTo>
                    <a:pt x="56813" y="155549"/>
                  </a:lnTo>
                  <a:lnTo>
                    <a:pt x="55596" y="156379"/>
                  </a:lnTo>
                  <a:lnTo>
                    <a:pt x="54858" y="156531"/>
                  </a:lnTo>
                  <a:lnTo>
                    <a:pt x="53983" y="156485"/>
                  </a:lnTo>
                  <a:lnTo>
                    <a:pt x="52834" y="155519"/>
                  </a:lnTo>
                  <a:lnTo>
                    <a:pt x="51723" y="154340"/>
                  </a:lnTo>
                  <a:lnTo>
                    <a:pt x="48908" y="153510"/>
                  </a:lnTo>
                  <a:lnTo>
                    <a:pt x="46116" y="152826"/>
                  </a:lnTo>
                  <a:lnTo>
                    <a:pt x="44282" y="150946"/>
                  </a:lnTo>
                  <a:lnTo>
                    <a:pt x="43848" y="150026"/>
                  </a:lnTo>
                  <a:lnTo>
                    <a:pt x="42988" y="149615"/>
                  </a:lnTo>
                  <a:lnTo>
                    <a:pt x="40812" y="147385"/>
                  </a:lnTo>
                  <a:lnTo>
                    <a:pt x="39610" y="145955"/>
                  </a:lnTo>
                  <a:lnTo>
                    <a:pt x="38309" y="145567"/>
                  </a:lnTo>
                  <a:lnTo>
                    <a:pt x="36818" y="144974"/>
                  </a:lnTo>
                  <a:lnTo>
                    <a:pt x="36879" y="143931"/>
                  </a:lnTo>
                  <a:lnTo>
                    <a:pt x="36780" y="142934"/>
                  </a:lnTo>
                  <a:lnTo>
                    <a:pt x="36133" y="142523"/>
                  </a:lnTo>
                  <a:lnTo>
                    <a:pt x="35235" y="142257"/>
                  </a:lnTo>
                  <a:lnTo>
                    <a:pt x="34908" y="141694"/>
                  </a:lnTo>
                  <a:lnTo>
                    <a:pt x="34999" y="140386"/>
                  </a:lnTo>
                  <a:lnTo>
                    <a:pt x="35175" y="137000"/>
                  </a:lnTo>
                  <a:lnTo>
                    <a:pt x="34923" y="133766"/>
                  </a:lnTo>
                  <a:lnTo>
                    <a:pt x="32922" y="132648"/>
                  </a:lnTo>
                  <a:lnTo>
                    <a:pt x="32055" y="131879"/>
                  </a:lnTo>
                  <a:lnTo>
                    <a:pt x="30533" y="127093"/>
                  </a:lnTo>
                  <a:lnTo>
                    <a:pt x="29818" y="124940"/>
                  </a:lnTo>
                  <a:lnTo>
                    <a:pt x="29788" y="123335"/>
                  </a:lnTo>
                  <a:lnTo>
                    <a:pt x="30290" y="118557"/>
                  </a:lnTo>
                  <a:lnTo>
                    <a:pt x="30860" y="116487"/>
                  </a:lnTo>
                  <a:lnTo>
                    <a:pt x="32413" y="112340"/>
                  </a:lnTo>
                  <a:lnTo>
                    <a:pt x="33303" y="110933"/>
                  </a:lnTo>
                  <a:lnTo>
                    <a:pt x="33356" y="109883"/>
                  </a:lnTo>
                  <a:lnTo>
                    <a:pt x="33265" y="108536"/>
                  </a:lnTo>
                  <a:lnTo>
                    <a:pt x="32808" y="105873"/>
                  </a:lnTo>
                  <a:lnTo>
                    <a:pt x="35426" y="104192"/>
                  </a:lnTo>
                  <a:lnTo>
                    <a:pt x="36552" y="103484"/>
                  </a:lnTo>
                  <a:lnTo>
                    <a:pt x="36742" y="102358"/>
                  </a:lnTo>
                  <a:lnTo>
                    <a:pt x="38142" y="100935"/>
                  </a:lnTo>
                  <a:lnTo>
                    <a:pt x="38766" y="99581"/>
                  </a:lnTo>
                  <a:lnTo>
                    <a:pt x="39283" y="98516"/>
                  </a:lnTo>
                  <a:lnTo>
                    <a:pt x="39139" y="97953"/>
                  </a:lnTo>
                  <a:lnTo>
                    <a:pt x="38530" y="97625"/>
                  </a:lnTo>
                  <a:lnTo>
                    <a:pt x="37807" y="96613"/>
                  </a:lnTo>
                  <a:lnTo>
                    <a:pt x="36293" y="93692"/>
                  </a:lnTo>
                  <a:lnTo>
                    <a:pt x="35745" y="93098"/>
                  </a:lnTo>
                  <a:lnTo>
                    <a:pt x="35281" y="92277"/>
                  </a:lnTo>
                  <a:lnTo>
                    <a:pt x="35517" y="90991"/>
                  </a:lnTo>
                  <a:lnTo>
                    <a:pt x="36110" y="89583"/>
                  </a:lnTo>
                  <a:lnTo>
                    <a:pt x="36034" y="88997"/>
                  </a:lnTo>
                  <a:lnTo>
                    <a:pt x="35129" y="88244"/>
                  </a:lnTo>
                  <a:lnTo>
                    <a:pt x="33257" y="86981"/>
                  </a:lnTo>
                  <a:lnTo>
                    <a:pt x="31705" y="86890"/>
                  </a:lnTo>
                  <a:lnTo>
                    <a:pt x="30503" y="86433"/>
                  </a:lnTo>
                  <a:lnTo>
                    <a:pt x="28738" y="86373"/>
                  </a:lnTo>
                  <a:lnTo>
                    <a:pt x="27330" y="86236"/>
                  </a:lnTo>
                  <a:lnTo>
                    <a:pt x="26523" y="85764"/>
                  </a:lnTo>
                  <a:lnTo>
                    <a:pt x="26691" y="84988"/>
                  </a:lnTo>
                  <a:lnTo>
                    <a:pt x="27041" y="84394"/>
                  </a:lnTo>
                  <a:lnTo>
                    <a:pt x="28228" y="82918"/>
                  </a:lnTo>
                  <a:lnTo>
                    <a:pt x="29019" y="81351"/>
                  </a:lnTo>
                  <a:lnTo>
                    <a:pt x="29126" y="79814"/>
                  </a:lnTo>
                  <a:lnTo>
                    <a:pt x="29369" y="77798"/>
                  </a:lnTo>
                  <a:lnTo>
                    <a:pt x="29711" y="76040"/>
                  </a:lnTo>
                  <a:lnTo>
                    <a:pt x="29894" y="74062"/>
                  </a:lnTo>
                  <a:lnTo>
                    <a:pt x="28030" y="72761"/>
                  </a:lnTo>
                  <a:lnTo>
                    <a:pt x="27437" y="71688"/>
                  </a:lnTo>
                  <a:lnTo>
                    <a:pt x="26668" y="70737"/>
                  </a:lnTo>
                  <a:lnTo>
                    <a:pt x="25816" y="70737"/>
                  </a:lnTo>
                  <a:lnTo>
                    <a:pt x="24538" y="70334"/>
                  </a:lnTo>
                  <a:lnTo>
                    <a:pt x="22544" y="71581"/>
                  </a:lnTo>
                  <a:lnTo>
                    <a:pt x="20969" y="71353"/>
                  </a:lnTo>
                  <a:lnTo>
                    <a:pt x="19889" y="71825"/>
                  </a:lnTo>
                  <a:lnTo>
                    <a:pt x="17393" y="71726"/>
                  </a:lnTo>
                  <a:lnTo>
                    <a:pt x="15788" y="71117"/>
                  </a:lnTo>
                  <a:lnTo>
                    <a:pt x="13855" y="71520"/>
                  </a:lnTo>
                  <a:lnTo>
                    <a:pt x="9328" y="66506"/>
                  </a:lnTo>
                  <a:lnTo>
                    <a:pt x="4778" y="61462"/>
                  </a:lnTo>
                  <a:lnTo>
                    <a:pt x="297" y="56501"/>
                  </a:lnTo>
                  <a:lnTo>
                    <a:pt x="0" y="55824"/>
                  </a:lnTo>
                  <a:lnTo>
                    <a:pt x="1872" y="53458"/>
                  </a:lnTo>
                  <a:lnTo>
                    <a:pt x="3546" y="51761"/>
                  </a:lnTo>
                  <a:lnTo>
                    <a:pt x="4938" y="50795"/>
                  </a:lnTo>
                  <a:lnTo>
                    <a:pt x="5600" y="49950"/>
                  </a:lnTo>
                  <a:lnTo>
                    <a:pt x="5090" y="46298"/>
                  </a:lnTo>
                  <a:lnTo>
                    <a:pt x="5121" y="44989"/>
                  </a:lnTo>
                  <a:lnTo>
                    <a:pt x="4466" y="43559"/>
                  </a:lnTo>
                  <a:lnTo>
                    <a:pt x="4002" y="41961"/>
                  </a:lnTo>
                  <a:lnTo>
                    <a:pt x="4558" y="40622"/>
                  </a:lnTo>
                  <a:lnTo>
                    <a:pt x="5235" y="39694"/>
                  </a:lnTo>
                  <a:lnTo>
                    <a:pt x="6110" y="39329"/>
                  </a:lnTo>
                  <a:lnTo>
                    <a:pt x="8194" y="39009"/>
                  </a:lnTo>
                  <a:lnTo>
                    <a:pt x="9670" y="38872"/>
                  </a:lnTo>
                  <a:lnTo>
                    <a:pt x="10195" y="38340"/>
                  </a:lnTo>
                  <a:lnTo>
                    <a:pt x="11048" y="37723"/>
                  </a:lnTo>
                  <a:lnTo>
                    <a:pt x="12174" y="37685"/>
                  </a:lnTo>
                  <a:lnTo>
                    <a:pt x="14365" y="38119"/>
                  </a:lnTo>
                  <a:lnTo>
                    <a:pt x="15369" y="37313"/>
                  </a:lnTo>
                  <a:lnTo>
                    <a:pt x="17188" y="36217"/>
                  </a:lnTo>
                  <a:lnTo>
                    <a:pt x="21266" y="34337"/>
                  </a:lnTo>
                  <a:lnTo>
                    <a:pt x="22179" y="33105"/>
                  </a:lnTo>
                  <a:lnTo>
                    <a:pt x="22818" y="31203"/>
                  </a:lnTo>
                  <a:lnTo>
                    <a:pt x="22750" y="30297"/>
                  </a:lnTo>
                  <a:lnTo>
                    <a:pt x="22331" y="29963"/>
                  </a:lnTo>
                  <a:lnTo>
                    <a:pt x="21319" y="29651"/>
                  </a:lnTo>
                  <a:lnTo>
                    <a:pt x="19767" y="29605"/>
                  </a:lnTo>
                  <a:lnTo>
                    <a:pt x="18527" y="30099"/>
                  </a:lnTo>
                  <a:lnTo>
                    <a:pt x="17241" y="29826"/>
                  </a:lnTo>
                  <a:lnTo>
                    <a:pt x="16176" y="28654"/>
                  </a:lnTo>
                  <a:lnTo>
                    <a:pt x="16115" y="27680"/>
                  </a:lnTo>
                  <a:lnTo>
                    <a:pt x="16746" y="26310"/>
                  </a:lnTo>
                  <a:lnTo>
                    <a:pt x="16381" y="25397"/>
                  </a:lnTo>
                  <a:lnTo>
                    <a:pt x="14342" y="22506"/>
                  </a:lnTo>
                  <a:lnTo>
                    <a:pt x="14350" y="21707"/>
                  </a:lnTo>
                  <a:lnTo>
                    <a:pt x="15833" y="20406"/>
                  </a:lnTo>
                  <a:lnTo>
                    <a:pt x="16670" y="19303"/>
                  </a:lnTo>
                  <a:lnTo>
                    <a:pt x="17819" y="16655"/>
                  </a:lnTo>
                  <a:lnTo>
                    <a:pt x="18732" y="15773"/>
                  </a:lnTo>
                  <a:lnTo>
                    <a:pt x="21570" y="15461"/>
                  </a:lnTo>
                  <a:lnTo>
                    <a:pt x="22293" y="14898"/>
                  </a:lnTo>
                  <a:lnTo>
                    <a:pt x="23739" y="13498"/>
                  </a:lnTo>
                  <a:lnTo>
                    <a:pt x="25900" y="11900"/>
                  </a:lnTo>
                  <a:lnTo>
                    <a:pt x="29004" y="10622"/>
                  </a:lnTo>
                  <a:lnTo>
                    <a:pt x="29894" y="8301"/>
                  </a:lnTo>
                  <a:lnTo>
                    <a:pt x="30450" y="7662"/>
                  </a:lnTo>
                  <a:lnTo>
                    <a:pt x="32922" y="6445"/>
                  </a:lnTo>
                  <a:lnTo>
                    <a:pt x="33356" y="5790"/>
                  </a:lnTo>
                  <a:lnTo>
                    <a:pt x="33295" y="5212"/>
                  </a:lnTo>
                  <a:lnTo>
                    <a:pt x="29323" y="0"/>
                  </a:lnTo>
                  <a:lnTo>
                    <a:pt x="30115" y="350"/>
                  </a:lnTo>
                  <a:lnTo>
                    <a:pt x="33189" y="3759"/>
                  </a:lnTo>
                  <a:lnTo>
                    <a:pt x="34893" y="4497"/>
                  </a:lnTo>
                  <a:lnTo>
                    <a:pt x="35250" y="4512"/>
                  </a:lnTo>
                  <a:lnTo>
                    <a:pt x="35266" y="3629"/>
                  </a:lnTo>
                  <a:lnTo>
                    <a:pt x="36833" y="3994"/>
                  </a:lnTo>
                  <a:lnTo>
                    <a:pt x="40866" y="6330"/>
                  </a:lnTo>
                  <a:lnTo>
                    <a:pt x="46778" y="10173"/>
                  </a:lnTo>
                  <a:lnTo>
                    <a:pt x="55079" y="17431"/>
                  </a:lnTo>
                  <a:lnTo>
                    <a:pt x="57437" y="20193"/>
                  </a:lnTo>
                  <a:lnTo>
                    <a:pt x="59027" y="21494"/>
                  </a:lnTo>
                  <a:lnTo>
                    <a:pt x="61492" y="24659"/>
                  </a:lnTo>
                  <a:lnTo>
                    <a:pt x="62215" y="26196"/>
                  </a:lnTo>
                  <a:lnTo>
                    <a:pt x="62147" y="32352"/>
                  </a:lnTo>
                  <a:lnTo>
                    <a:pt x="59956" y="36506"/>
                  </a:lnTo>
                  <a:lnTo>
                    <a:pt x="59423" y="39633"/>
                  </a:lnTo>
                  <a:lnTo>
                    <a:pt x="59309" y="43795"/>
                  </a:lnTo>
                  <a:lnTo>
                    <a:pt x="58038" y="46176"/>
                  </a:lnTo>
                  <a:lnTo>
                    <a:pt x="59720" y="44883"/>
                  </a:lnTo>
                  <a:lnTo>
                    <a:pt x="60245" y="41132"/>
                  </a:lnTo>
                  <a:lnTo>
                    <a:pt x="61683" y="38849"/>
                  </a:lnTo>
                  <a:lnTo>
                    <a:pt x="63547" y="36346"/>
                  </a:lnTo>
                  <a:lnTo>
                    <a:pt x="66035" y="35745"/>
                  </a:lnTo>
                  <a:lnTo>
                    <a:pt x="68713" y="36810"/>
                  </a:lnTo>
                  <a:lnTo>
                    <a:pt x="70874" y="37000"/>
                  </a:lnTo>
                  <a:lnTo>
                    <a:pt x="72776" y="37739"/>
                  </a:lnTo>
                  <a:lnTo>
                    <a:pt x="76824" y="41740"/>
                  </a:lnTo>
                  <a:lnTo>
                    <a:pt x="80780" y="44906"/>
                  </a:lnTo>
                  <a:lnTo>
                    <a:pt x="82226" y="47439"/>
                  </a:lnTo>
                  <a:lnTo>
                    <a:pt x="86418" y="48710"/>
                  </a:lnTo>
                  <a:lnTo>
                    <a:pt x="88898" y="50711"/>
                  </a:lnTo>
                  <a:lnTo>
                    <a:pt x="89697" y="52446"/>
                  </a:lnTo>
                  <a:lnTo>
                    <a:pt x="90184" y="56965"/>
                  </a:lnTo>
                  <a:lnTo>
                    <a:pt x="89378" y="6379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18" name="Freeform: Shape 2217">
              <a:extLst>
                <a:ext uri="{FF2B5EF4-FFF2-40B4-BE49-F238E27FC236}">
                  <a16:creationId xmlns:a16="http://schemas.microsoft.com/office/drawing/2014/main" id="{83D1D8EE-7ED6-89EF-23E3-90FAEA839520}"/>
                </a:ext>
              </a:extLst>
            </p:cNvPr>
            <p:cNvSpPr/>
            <p:nvPr/>
          </p:nvSpPr>
          <p:spPr>
            <a:xfrm>
              <a:off x="12004708" y="4512595"/>
              <a:ext cx="10598" cy="8491"/>
            </a:xfrm>
            <a:custGeom>
              <a:avLst/>
              <a:gdLst>
                <a:gd name="csX0" fmla="*/ 9122 w 10598"/>
                <a:gd name="csY0" fmla="*/ 548 h 8491"/>
                <a:gd name="csX1" fmla="*/ 9199 w 10598"/>
                <a:gd name="csY1" fmla="*/ 647 h 8491"/>
                <a:gd name="csX2" fmla="*/ 9663 w 10598"/>
                <a:gd name="csY2" fmla="*/ 1506 h 8491"/>
                <a:gd name="csX3" fmla="*/ 9518 w 10598"/>
                <a:gd name="csY3" fmla="*/ 2465 h 8491"/>
                <a:gd name="csX4" fmla="*/ 10386 w 10598"/>
                <a:gd name="csY4" fmla="*/ 2929 h 8491"/>
                <a:gd name="csX5" fmla="*/ 10599 w 10598"/>
                <a:gd name="csY5" fmla="*/ 3880 h 8491"/>
                <a:gd name="csX6" fmla="*/ 9640 w 10598"/>
                <a:gd name="csY6" fmla="*/ 4390 h 8491"/>
                <a:gd name="csX7" fmla="*/ 9587 w 10598"/>
                <a:gd name="csY7" fmla="*/ 5501 h 8491"/>
                <a:gd name="csX8" fmla="*/ 9161 w 10598"/>
                <a:gd name="csY8" fmla="*/ 6186 h 8491"/>
                <a:gd name="csX9" fmla="*/ 6406 w 10598"/>
                <a:gd name="csY9" fmla="*/ 4968 h 8491"/>
                <a:gd name="csX10" fmla="*/ 4139 w 10598"/>
                <a:gd name="csY10" fmla="*/ 4337 h 8491"/>
                <a:gd name="csX11" fmla="*/ 2093 w 10598"/>
                <a:gd name="csY11" fmla="*/ 4588 h 8491"/>
                <a:gd name="csX12" fmla="*/ 1347 w 10598"/>
                <a:gd name="csY12" fmla="*/ 3873 h 8491"/>
                <a:gd name="csX13" fmla="*/ 1218 w 10598"/>
                <a:gd name="csY13" fmla="*/ 3135 h 8491"/>
                <a:gd name="csX14" fmla="*/ 3576 w 10598"/>
                <a:gd name="csY14" fmla="*/ 1856 h 8491"/>
                <a:gd name="csX15" fmla="*/ 3759 w 10598"/>
                <a:gd name="csY15" fmla="*/ 1217 h 8491"/>
                <a:gd name="csX16" fmla="*/ 3820 w 10598"/>
                <a:gd name="csY16" fmla="*/ 1164 h 8491"/>
                <a:gd name="csX17" fmla="*/ 4504 w 10598"/>
                <a:gd name="csY17" fmla="*/ 510 h 8491"/>
                <a:gd name="csX18" fmla="*/ 5524 w 10598"/>
                <a:gd name="csY18" fmla="*/ 320 h 8491"/>
                <a:gd name="csX19" fmla="*/ 6057 w 10598"/>
                <a:gd name="csY19" fmla="*/ 0 h 8491"/>
                <a:gd name="csX20" fmla="*/ 7449 w 10598"/>
                <a:gd name="csY20" fmla="*/ 0 h 8491"/>
                <a:gd name="csX21" fmla="*/ 8301 w 10598"/>
                <a:gd name="csY21" fmla="*/ 251 h 8491"/>
                <a:gd name="csX22" fmla="*/ 9122 w 10598"/>
                <a:gd name="csY22" fmla="*/ 548 h 8491"/>
                <a:gd name="csX23" fmla="*/ 3393 w 10598"/>
                <a:gd name="csY23" fmla="*/ 8141 h 8491"/>
                <a:gd name="csX24" fmla="*/ 822 w 10598"/>
                <a:gd name="csY24" fmla="*/ 8141 h 8491"/>
                <a:gd name="csX25" fmla="*/ 274 w 10598"/>
                <a:gd name="csY25" fmla="*/ 7913 h 8491"/>
                <a:gd name="csX26" fmla="*/ 0 w 10598"/>
                <a:gd name="csY26" fmla="*/ 7426 h 8491"/>
                <a:gd name="csX27" fmla="*/ 913 w 10598"/>
                <a:gd name="csY27" fmla="*/ 6543 h 8491"/>
                <a:gd name="csX28" fmla="*/ 4382 w 10598"/>
                <a:gd name="csY28" fmla="*/ 5326 h 8491"/>
                <a:gd name="csX29" fmla="*/ 3515 w 10598"/>
                <a:gd name="csY29" fmla="*/ 6604 h 8491"/>
                <a:gd name="csX30" fmla="*/ 3393 w 10598"/>
                <a:gd name="csY30" fmla="*/ 8141 h 8491"/>
                <a:gd name="csX31" fmla="*/ 8392 w 10598"/>
                <a:gd name="csY31" fmla="*/ 8141 h 8491"/>
                <a:gd name="csX32" fmla="*/ 7867 w 10598"/>
                <a:gd name="csY32" fmla="*/ 8491 h 8491"/>
                <a:gd name="csX33" fmla="*/ 6406 w 10598"/>
                <a:gd name="csY33" fmla="*/ 6817 h 8491"/>
                <a:gd name="csX34" fmla="*/ 6315 w 10598"/>
                <a:gd name="csY34" fmla="*/ 6269 h 8491"/>
                <a:gd name="csX35" fmla="*/ 7441 w 10598"/>
                <a:gd name="csY35" fmla="*/ 6171 h 8491"/>
                <a:gd name="csX36" fmla="*/ 8712 w 10598"/>
                <a:gd name="csY36" fmla="*/ 6931 h 8491"/>
                <a:gd name="csX37" fmla="*/ 8636 w 10598"/>
                <a:gd name="csY37" fmla="*/ 7624 h 8491"/>
                <a:gd name="csX38" fmla="*/ 8392 w 10598"/>
                <a:gd name="csY38" fmla="*/ 8141 h 84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0598" h="8491">
                  <a:moveTo>
                    <a:pt x="9122" y="548"/>
                  </a:moveTo>
                  <a:lnTo>
                    <a:pt x="9199" y="647"/>
                  </a:lnTo>
                  <a:lnTo>
                    <a:pt x="9663" y="1506"/>
                  </a:lnTo>
                  <a:lnTo>
                    <a:pt x="9518" y="2465"/>
                  </a:lnTo>
                  <a:lnTo>
                    <a:pt x="10386" y="2929"/>
                  </a:lnTo>
                  <a:lnTo>
                    <a:pt x="10599" y="3880"/>
                  </a:lnTo>
                  <a:lnTo>
                    <a:pt x="9640" y="4390"/>
                  </a:lnTo>
                  <a:lnTo>
                    <a:pt x="9587" y="5501"/>
                  </a:lnTo>
                  <a:lnTo>
                    <a:pt x="9161" y="6186"/>
                  </a:lnTo>
                  <a:lnTo>
                    <a:pt x="6406" y="4968"/>
                  </a:lnTo>
                  <a:lnTo>
                    <a:pt x="4139" y="4337"/>
                  </a:lnTo>
                  <a:lnTo>
                    <a:pt x="2093" y="4588"/>
                  </a:lnTo>
                  <a:lnTo>
                    <a:pt x="1347" y="3873"/>
                  </a:lnTo>
                  <a:lnTo>
                    <a:pt x="1218" y="3135"/>
                  </a:lnTo>
                  <a:lnTo>
                    <a:pt x="3576" y="1856"/>
                  </a:lnTo>
                  <a:lnTo>
                    <a:pt x="3759" y="1217"/>
                  </a:lnTo>
                  <a:lnTo>
                    <a:pt x="3820" y="1164"/>
                  </a:lnTo>
                  <a:lnTo>
                    <a:pt x="4504" y="510"/>
                  </a:lnTo>
                  <a:lnTo>
                    <a:pt x="5524" y="320"/>
                  </a:lnTo>
                  <a:lnTo>
                    <a:pt x="6057" y="0"/>
                  </a:lnTo>
                  <a:lnTo>
                    <a:pt x="7449" y="0"/>
                  </a:lnTo>
                  <a:lnTo>
                    <a:pt x="8301" y="251"/>
                  </a:lnTo>
                  <a:lnTo>
                    <a:pt x="9122" y="548"/>
                  </a:lnTo>
                  <a:close/>
                  <a:moveTo>
                    <a:pt x="3393" y="8141"/>
                  </a:moveTo>
                  <a:lnTo>
                    <a:pt x="822" y="8141"/>
                  </a:lnTo>
                  <a:lnTo>
                    <a:pt x="274" y="7913"/>
                  </a:lnTo>
                  <a:lnTo>
                    <a:pt x="0" y="7426"/>
                  </a:lnTo>
                  <a:lnTo>
                    <a:pt x="913" y="6543"/>
                  </a:lnTo>
                  <a:lnTo>
                    <a:pt x="4382" y="5326"/>
                  </a:lnTo>
                  <a:lnTo>
                    <a:pt x="3515" y="6604"/>
                  </a:lnTo>
                  <a:lnTo>
                    <a:pt x="3393" y="8141"/>
                  </a:lnTo>
                  <a:close/>
                  <a:moveTo>
                    <a:pt x="8392" y="8141"/>
                  </a:moveTo>
                  <a:lnTo>
                    <a:pt x="7867" y="8491"/>
                  </a:lnTo>
                  <a:lnTo>
                    <a:pt x="6406" y="6817"/>
                  </a:lnTo>
                  <a:lnTo>
                    <a:pt x="6315" y="6269"/>
                  </a:lnTo>
                  <a:lnTo>
                    <a:pt x="7441" y="6171"/>
                  </a:lnTo>
                  <a:lnTo>
                    <a:pt x="8712" y="6931"/>
                  </a:lnTo>
                  <a:lnTo>
                    <a:pt x="8636" y="7624"/>
                  </a:lnTo>
                  <a:lnTo>
                    <a:pt x="8392" y="8141"/>
                  </a:lnTo>
                  <a:close/>
                </a:path>
              </a:pathLst>
            </a:custGeom>
            <a:solidFill>
              <a:srgbClr val="2562E8"/>
            </a:solidFill>
            <a:ln w="6168" cap="flat">
              <a:solidFill>
                <a:srgbClr val="2562E8"/>
              </a:solidFill>
              <a:prstDash val="solid"/>
              <a:miter/>
            </a:ln>
          </p:spPr>
          <p:txBody>
            <a:bodyPr/>
            <a:lstStyle/>
            <a:p>
              <a:endParaRPr lang="en-US"/>
            </a:p>
          </p:txBody>
        </p:sp>
        <p:sp>
          <p:nvSpPr>
            <p:cNvPr id="2219" name="Freeform: Shape 2218">
              <a:extLst>
                <a:ext uri="{FF2B5EF4-FFF2-40B4-BE49-F238E27FC236}">
                  <a16:creationId xmlns:a16="http://schemas.microsoft.com/office/drawing/2014/main" id="{06C0131B-7460-18DB-5FA4-FB0A1FE24976}"/>
                </a:ext>
              </a:extLst>
            </p:cNvPr>
            <p:cNvSpPr/>
            <p:nvPr/>
          </p:nvSpPr>
          <p:spPr>
            <a:xfrm>
              <a:off x="7665701" y="4648956"/>
              <a:ext cx="132472" cy="77561"/>
            </a:xfrm>
            <a:custGeom>
              <a:avLst/>
              <a:gdLst>
                <a:gd name="csX0" fmla="*/ 74533 w 132472"/>
                <a:gd name="csY0" fmla="*/ 1164 h 77561"/>
                <a:gd name="csX1" fmla="*/ 72905 w 132472"/>
                <a:gd name="csY1" fmla="*/ 2442 h 77561"/>
                <a:gd name="csX2" fmla="*/ 72609 w 132472"/>
                <a:gd name="csY2" fmla="*/ 1864 h 77561"/>
                <a:gd name="csX3" fmla="*/ 73392 w 132472"/>
                <a:gd name="csY3" fmla="*/ 677 h 77561"/>
                <a:gd name="csX4" fmla="*/ 74374 w 132472"/>
                <a:gd name="csY4" fmla="*/ 0 h 77561"/>
                <a:gd name="csX5" fmla="*/ 75325 w 132472"/>
                <a:gd name="csY5" fmla="*/ 68 h 77561"/>
                <a:gd name="csX6" fmla="*/ 75097 w 132472"/>
                <a:gd name="csY6" fmla="*/ 578 h 77561"/>
                <a:gd name="csX7" fmla="*/ 74533 w 132472"/>
                <a:gd name="csY7" fmla="*/ 1164 h 77561"/>
                <a:gd name="csX8" fmla="*/ 62809 w 132472"/>
                <a:gd name="csY8" fmla="*/ 3005 h 77561"/>
                <a:gd name="csX9" fmla="*/ 59385 w 132472"/>
                <a:gd name="csY9" fmla="*/ 4732 h 77561"/>
                <a:gd name="csX10" fmla="*/ 58312 w 132472"/>
                <a:gd name="csY10" fmla="*/ 4702 h 77561"/>
                <a:gd name="csX11" fmla="*/ 59879 w 132472"/>
                <a:gd name="csY11" fmla="*/ 3371 h 77561"/>
                <a:gd name="csX12" fmla="*/ 62413 w 132472"/>
                <a:gd name="csY12" fmla="*/ 2229 h 77561"/>
                <a:gd name="csX13" fmla="*/ 64559 w 132472"/>
                <a:gd name="csY13" fmla="*/ 1666 h 77561"/>
                <a:gd name="csX14" fmla="*/ 66316 w 132472"/>
                <a:gd name="csY14" fmla="*/ 1910 h 77561"/>
                <a:gd name="csX15" fmla="*/ 62809 w 132472"/>
                <a:gd name="csY15" fmla="*/ 3005 h 77561"/>
                <a:gd name="csX16" fmla="*/ 132473 w 132472"/>
                <a:gd name="csY16" fmla="*/ 33538 h 77561"/>
                <a:gd name="csX17" fmla="*/ 126972 w 132472"/>
                <a:gd name="csY17" fmla="*/ 33211 h 77561"/>
                <a:gd name="csX18" fmla="*/ 124377 w 132472"/>
                <a:gd name="csY18" fmla="*/ 33888 h 77561"/>
                <a:gd name="csX19" fmla="*/ 123244 w 132472"/>
                <a:gd name="csY19" fmla="*/ 35418 h 77561"/>
                <a:gd name="csX20" fmla="*/ 122270 w 132472"/>
                <a:gd name="csY20" fmla="*/ 36103 h 77561"/>
                <a:gd name="csX21" fmla="*/ 121456 w 132472"/>
                <a:gd name="csY21" fmla="*/ 35943 h 77561"/>
                <a:gd name="csX22" fmla="*/ 119805 w 132472"/>
                <a:gd name="csY22" fmla="*/ 36544 h 77561"/>
                <a:gd name="csX23" fmla="*/ 117316 w 132472"/>
                <a:gd name="csY23" fmla="*/ 37898 h 77561"/>
                <a:gd name="csX24" fmla="*/ 115080 w 132472"/>
                <a:gd name="csY24" fmla="*/ 38408 h 77561"/>
                <a:gd name="csX25" fmla="*/ 113079 w 132472"/>
                <a:gd name="csY25" fmla="*/ 38081 h 77561"/>
                <a:gd name="csX26" fmla="*/ 112500 w 132472"/>
                <a:gd name="csY26" fmla="*/ 38408 h 77561"/>
                <a:gd name="csX27" fmla="*/ 112341 w 132472"/>
                <a:gd name="csY27" fmla="*/ 38857 h 77561"/>
                <a:gd name="csX28" fmla="*/ 112036 w 132472"/>
                <a:gd name="csY28" fmla="*/ 39291 h 77561"/>
                <a:gd name="csX29" fmla="*/ 111260 w 132472"/>
                <a:gd name="csY29" fmla="*/ 39519 h 77561"/>
                <a:gd name="csX30" fmla="*/ 110370 w 132472"/>
                <a:gd name="csY30" fmla="*/ 39397 h 77561"/>
                <a:gd name="csX31" fmla="*/ 109373 w 132472"/>
                <a:gd name="csY31" fmla="*/ 38918 h 77561"/>
                <a:gd name="csX32" fmla="*/ 108848 w 132472"/>
                <a:gd name="csY32" fmla="*/ 39123 h 77561"/>
                <a:gd name="csX33" fmla="*/ 108787 w 132472"/>
                <a:gd name="csY33" fmla="*/ 40006 h 77561"/>
                <a:gd name="csX34" fmla="*/ 108247 w 132472"/>
                <a:gd name="csY34" fmla="*/ 40242 h 77561"/>
                <a:gd name="csX35" fmla="*/ 107228 w 132472"/>
                <a:gd name="csY35" fmla="*/ 39823 h 77561"/>
                <a:gd name="csX36" fmla="*/ 106079 w 132472"/>
                <a:gd name="csY36" fmla="*/ 40143 h 77561"/>
                <a:gd name="csX37" fmla="*/ 104800 w 132472"/>
                <a:gd name="csY37" fmla="*/ 41200 h 77561"/>
                <a:gd name="csX38" fmla="*/ 103005 w 132472"/>
                <a:gd name="csY38" fmla="*/ 41421 h 77561"/>
                <a:gd name="csX39" fmla="*/ 100692 w 132472"/>
                <a:gd name="csY39" fmla="*/ 40812 h 77561"/>
                <a:gd name="csX40" fmla="*/ 98904 w 132472"/>
                <a:gd name="csY40" fmla="*/ 39663 h 77561"/>
                <a:gd name="csX41" fmla="*/ 97633 w 132472"/>
                <a:gd name="csY41" fmla="*/ 37974 h 77561"/>
                <a:gd name="csX42" fmla="*/ 96111 w 132472"/>
                <a:gd name="csY42" fmla="*/ 37548 h 77561"/>
                <a:gd name="csX43" fmla="*/ 93448 w 132472"/>
                <a:gd name="csY43" fmla="*/ 38804 h 77561"/>
                <a:gd name="csX44" fmla="*/ 92338 w 132472"/>
                <a:gd name="csY44" fmla="*/ 40272 h 77561"/>
                <a:gd name="csX45" fmla="*/ 92094 w 132472"/>
                <a:gd name="csY45" fmla="*/ 41170 h 77561"/>
                <a:gd name="csX46" fmla="*/ 92353 w 132472"/>
                <a:gd name="csY46" fmla="*/ 41984 h 77561"/>
                <a:gd name="csX47" fmla="*/ 91866 w 132472"/>
                <a:gd name="csY47" fmla="*/ 42524 h 77561"/>
                <a:gd name="csX48" fmla="*/ 90626 w 132472"/>
                <a:gd name="csY48" fmla="*/ 42798 h 77561"/>
                <a:gd name="csX49" fmla="*/ 89682 w 132472"/>
                <a:gd name="csY49" fmla="*/ 43795 h 77561"/>
                <a:gd name="csX50" fmla="*/ 89043 w 132472"/>
                <a:gd name="csY50" fmla="*/ 45514 h 77561"/>
                <a:gd name="csX51" fmla="*/ 88914 w 132472"/>
                <a:gd name="csY51" fmla="*/ 46846 h 77561"/>
                <a:gd name="csX52" fmla="*/ 89302 w 132472"/>
                <a:gd name="csY52" fmla="*/ 47782 h 77561"/>
                <a:gd name="csX53" fmla="*/ 88685 w 132472"/>
                <a:gd name="csY53" fmla="*/ 48466 h 77561"/>
                <a:gd name="csX54" fmla="*/ 87065 w 132472"/>
                <a:gd name="csY54" fmla="*/ 48908 h 77561"/>
                <a:gd name="csX55" fmla="*/ 85155 w 132472"/>
                <a:gd name="csY55" fmla="*/ 50391 h 77561"/>
                <a:gd name="csX56" fmla="*/ 82949 w 132472"/>
                <a:gd name="csY56" fmla="*/ 52917 h 77561"/>
                <a:gd name="csX57" fmla="*/ 80757 w 132472"/>
                <a:gd name="csY57" fmla="*/ 54675 h 77561"/>
                <a:gd name="csX58" fmla="*/ 78574 w 132472"/>
                <a:gd name="csY58" fmla="*/ 55672 h 77561"/>
                <a:gd name="csX59" fmla="*/ 77524 w 132472"/>
                <a:gd name="csY59" fmla="*/ 56783 h 77561"/>
                <a:gd name="csX60" fmla="*/ 77600 w 132472"/>
                <a:gd name="csY60" fmla="*/ 58000 h 77561"/>
                <a:gd name="csX61" fmla="*/ 77463 w 132472"/>
                <a:gd name="csY61" fmla="*/ 58381 h 77561"/>
                <a:gd name="csX62" fmla="*/ 77044 w 132472"/>
                <a:gd name="csY62" fmla="*/ 58525 h 77561"/>
                <a:gd name="csX63" fmla="*/ 76337 w 132472"/>
                <a:gd name="csY63" fmla="*/ 58692 h 77561"/>
                <a:gd name="csX64" fmla="*/ 72129 w 132472"/>
                <a:gd name="csY64" fmla="*/ 56045 h 77561"/>
                <a:gd name="csX65" fmla="*/ 70919 w 132472"/>
                <a:gd name="csY65" fmla="*/ 54196 h 77561"/>
                <a:gd name="csX66" fmla="*/ 69877 w 132472"/>
                <a:gd name="csY66" fmla="*/ 54477 h 77561"/>
                <a:gd name="csX67" fmla="*/ 68553 w 132472"/>
                <a:gd name="csY67" fmla="*/ 55413 h 77561"/>
                <a:gd name="csX68" fmla="*/ 66689 w 132472"/>
                <a:gd name="csY68" fmla="*/ 57490 h 77561"/>
                <a:gd name="csX69" fmla="*/ 64696 w 132472"/>
                <a:gd name="csY69" fmla="*/ 60321 h 77561"/>
                <a:gd name="csX70" fmla="*/ 63729 w 132472"/>
                <a:gd name="csY70" fmla="*/ 60640 h 77561"/>
                <a:gd name="csX71" fmla="*/ 58746 w 132472"/>
                <a:gd name="csY71" fmla="*/ 60214 h 77561"/>
                <a:gd name="csX72" fmla="*/ 56113 w 132472"/>
                <a:gd name="csY72" fmla="*/ 60465 h 77561"/>
                <a:gd name="csX73" fmla="*/ 55573 w 132472"/>
                <a:gd name="csY73" fmla="*/ 60838 h 77561"/>
                <a:gd name="csX74" fmla="*/ 55330 w 132472"/>
                <a:gd name="csY74" fmla="*/ 61873 h 77561"/>
                <a:gd name="csX75" fmla="*/ 55482 w 132472"/>
                <a:gd name="csY75" fmla="*/ 63258 h 77561"/>
                <a:gd name="csX76" fmla="*/ 56204 w 132472"/>
                <a:gd name="csY76" fmla="*/ 68233 h 77561"/>
                <a:gd name="csX77" fmla="*/ 56608 w 132472"/>
                <a:gd name="csY77" fmla="*/ 70280 h 77561"/>
                <a:gd name="csX78" fmla="*/ 56212 w 132472"/>
                <a:gd name="csY78" fmla="*/ 70912 h 77561"/>
                <a:gd name="csX79" fmla="*/ 54873 w 132472"/>
                <a:gd name="csY79" fmla="*/ 71011 h 77561"/>
                <a:gd name="csX80" fmla="*/ 53131 w 132472"/>
                <a:gd name="csY80" fmla="*/ 71300 h 77561"/>
                <a:gd name="csX81" fmla="*/ 52180 w 132472"/>
                <a:gd name="csY81" fmla="*/ 72236 h 77561"/>
                <a:gd name="csX82" fmla="*/ 51951 w 132472"/>
                <a:gd name="csY82" fmla="*/ 73202 h 77561"/>
                <a:gd name="csX83" fmla="*/ 51860 w 132472"/>
                <a:gd name="csY83" fmla="*/ 74549 h 77561"/>
                <a:gd name="csX84" fmla="*/ 51312 w 132472"/>
                <a:gd name="csY84" fmla="*/ 75941 h 77561"/>
                <a:gd name="csX85" fmla="*/ 50239 w 132472"/>
                <a:gd name="csY85" fmla="*/ 76938 h 77561"/>
                <a:gd name="csX86" fmla="*/ 49174 w 132472"/>
                <a:gd name="csY86" fmla="*/ 77295 h 77561"/>
                <a:gd name="csX87" fmla="*/ 43232 w 132472"/>
                <a:gd name="csY87" fmla="*/ 77562 h 77561"/>
                <a:gd name="csX88" fmla="*/ 43338 w 132472"/>
                <a:gd name="csY88" fmla="*/ 75264 h 77561"/>
                <a:gd name="csX89" fmla="*/ 41626 w 132472"/>
                <a:gd name="csY89" fmla="*/ 74328 h 77561"/>
                <a:gd name="csX90" fmla="*/ 40653 w 132472"/>
                <a:gd name="csY90" fmla="*/ 72411 h 77561"/>
                <a:gd name="csX91" fmla="*/ 39800 w 132472"/>
                <a:gd name="csY91" fmla="*/ 71117 h 77561"/>
                <a:gd name="csX92" fmla="*/ 40082 w 132472"/>
                <a:gd name="csY92" fmla="*/ 70341 h 77561"/>
                <a:gd name="csX93" fmla="*/ 39998 w 132472"/>
                <a:gd name="csY93" fmla="*/ 69420 h 77561"/>
                <a:gd name="csX94" fmla="*/ 37579 w 132472"/>
                <a:gd name="csY94" fmla="*/ 68705 h 77561"/>
                <a:gd name="csX95" fmla="*/ 35319 w 132472"/>
                <a:gd name="csY95" fmla="*/ 69261 h 77561"/>
                <a:gd name="csX96" fmla="*/ 34018 w 132472"/>
                <a:gd name="csY96" fmla="*/ 68895 h 77561"/>
                <a:gd name="csX97" fmla="*/ 33059 w 132472"/>
                <a:gd name="csY97" fmla="*/ 68409 h 77561"/>
                <a:gd name="csX98" fmla="*/ 34710 w 132472"/>
                <a:gd name="csY98" fmla="*/ 67275 h 77561"/>
                <a:gd name="csX99" fmla="*/ 34824 w 132472"/>
                <a:gd name="csY99" fmla="*/ 66583 h 77561"/>
                <a:gd name="csX100" fmla="*/ 34292 w 132472"/>
                <a:gd name="csY100" fmla="*/ 66088 h 77561"/>
                <a:gd name="csX101" fmla="*/ 33752 w 132472"/>
                <a:gd name="csY101" fmla="*/ 65753 h 77561"/>
                <a:gd name="csX102" fmla="*/ 33911 w 132472"/>
                <a:gd name="csY102" fmla="*/ 64467 h 77561"/>
                <a:gd name="csX103" fmla="*/ 34246 w 132472"/>
                <a:gd name="csY103" fmla="*/ 62945 h 77561"/>
                <a:gd name="csX104" fmla="*/ 35174 w 132472"/>
                <a:gd name="csY104" fmla="*/ 59392 h 77561"/>
                <a:gd name="csX105" fmla="*/ 34832 w 132472"/>
                <a:gd name="csY105" fmla="*/ 58769 h 77561"/>
                <a:gd name="csX106" fmla="*/ 33318 w 132472"/>
                <a:gd name="csY106" fmla="*/ 57696 h 77561"/>
                <a:gd name="csX107" fmla="*/ 31401 w 132472"/>
                <a:gd name="csY107" fmla="*/ 57589 h 77561"/>
                <a:gd name="csX108" fmla="*/ 29285 w 132472"/>
                <a:gd name="csY108" fmla="*/ 57924 h 77561"/>
                <a:gd name="csX109" fmla="*/ 28266 w 132472"/>
                <a:gd name="csY109" fmla="*/ 57376 h 77561"/>
                <a:gd name="csX110" fmla="*/ 27376 w 132472"/>
                <a:gd name="csY110" fmla="*/ 56151 h 77561"/>
                <a:gd name="csX111" fmla="*/ 25869 w 132472"/>
                <a:gd name="csY111" fmla="*/ 55565 h 77561"/>
                <a:gd name="csX112" fmla="*/ 23198 w 132472"/>
                <a:gd name="csY112" fmla="*/ 56539 h 77561"/>
                <a:gd name="csX113" fmla="*/ 20368 w 132472"/>
                <a:gd name="csY113" fmla="*/ 58008 h 77561"/>
                <a:gd name="csX114" fmla="*/ 19501 w 132472"/>
                <a:gd name="csY114" fmla="*/ 58540 h 77561"/>
                <a:gd name="csX115" fmla="*/ 18786 w 132472"/>
                <a:gd name="csY115" fmla="*/ 58472 h 77561"/>
                <a:gd name="csX116" fmla="*/ 18466 w 132472"/>
                <a:gd name="csY116" fmla="*/ 57369 h 77561"/>
                <a:gd name="csX117" fmla="*/ 18321 w 132472"/>
                <a:gd name="csY117" fmla="*/ 56067 h 77561"/>
                <a:gd name="csX118" fmla="*/ 18146 w 132472"/>
                <a:gd name="csY118" fmla="*/ 55748 h 77561"/>
                <a:gd name="csX119" fmla="*/ 16640 w 132472"/>
                <a:gd name="csY119" fmla="*/ 55284 h 77561"/>
                <a:gd name="csX120" fmla="*/ 14882 w 132472"/>
                <a:gd name="csY120" fmla="*/ 54949 h 77561"/>
                <a:gd name="csX121" fmla="*/ 13985 w 132472"/>
                <a:gd name="csY121" fmla="*/ 54591 h 77561"/>
                <a:gd name="csX122" fmla="*/ 13140 w 132472"/>
                <a:gd name="csY122" fmla="*/ 53709 h 77561"/>
                <a:gd name="csX123" fmla="*/ 11032 w 132472"/>
                <a:gd name="csY123" fmla="*/ 52560 h 77561"/>
                <a:gd name="csX124" fmla="*/ 10553 w 132472"/>
                <a:gd name="csY124" fmla="*/ 51708 h 77561"/>
                <a:gd name="csX125" fmla="*/ 7738 w 132472"/>
                <a:gd name="csY125" fmla="*/ 49760 h 77561"/>
                <a:gd name="csX126" fmla="*/ 7167 w 132472"/>
                <a:gd name="csY126" fmla="*/ 48794 h 77561"/>
                <a:gd name="csX127" fmla="*/ 6521 w 132472"/>
                <a:gd name="csY127" fmla="*/ 48086 h 77561"/>
                <a:gd name="csX128" fmla="*/ 5166 w 132472"/>
                <a:gd name="csY128" fmla="*/ 47188 h 77561"/>
                <a:gd name="csX129" fmla="*/ 4109 w 132472"/>
                <a:gd name="csY129" fmla="*/ 47401 h 77561"/>
                <a:gd name="csX130" fmla="*/ 540 w 132472"/>
                <a:gd name="csY130" fmla="*/ 46283 h 77561"/>
                <a:gd name="csX131" fmla="*/ 0 w 132472"/>
                <a:gd name="csY131" fmla="*/ 46184 h 77561"/>
                <a:gd name="csX132" fmla="*/ 495 w 132472"/>
                <a:gd name="csY132" fmla="*/ 45202 h 77561"/>
                <a:gd name="csX133" fmla="*/ 1621 w 132472"/>
                <a:gd name="csY133" fmla="*/ 43688 h 77561"/>
                <a:gd name="csX134" fmla="*/ 4071 w 132472"/>
                <a:gd name="csY134" fmla="*/ 41999 h 77561"/>
                <a:gd name="csX135" fmla="*/ 4276 w 132472"/>
                <a:gd name="csY135" fmla="*/ 40630 h 77561"/>
                <a:gd name="csX136" fmla="*/ 3637 w 132472"/>
                <a:gd name="csY136" fmla="*/ 38012 h 77561"/>
                <a:gd name="csX137" fmla="*/ 2990 w 132472"/>
                <a:gd name="csY137" fmla="*/ 36315 h 77561"/>
                <a:gd name="csX138" fmla="*/ 3340 w 132472"/>
                <a:gd name="csY138" fmla="*/ 35555 h 77561"/>
                <a:gd name="csX139" fmla="*/ 4109 w 132472"/>
                <a:gd name="csY139" fmla="*/ 32496 h 77561"/>
                <a:gd name="csX140" fmla="*/ 4702 w 132472"/>
                <a:gd name="csY140" fmla="*/ 31789 h 77561"/>
                <a:gd name="csX141" fmla="*/ 8248 w 132472"/>
                <a:gd name="csY141" fmla="*/ 30236 h 77561"/>
                <a:gd name="csX142" fmla="*/ 8575 w 132472"/>
                <a:gd name="csY142" fmla="*/ 30023 h 77561"/>
                <a:gd name="csX143" fmla="*/ 11375 w 132472"/>
                <a:gd name="csY143" fmla="*/ 27855 h 77561"/>
                <a:gd name="csX144" fmla="*/ 14479 w 132472"/>
                <a:gd name="csY144" fmla="*/ 25451 h 77561"/>
                <a:gd name="csX145" fmla="*/ 17705 w 132472"/>
                <a:gd name="csY145" fmla="*/ 22795 h 77561"/>
                <a:gd name="csX146" fmla="*/ 21312 w 132472"/>
                <a:gd name="csY146" fmla="*/ 19820 h 77561"/>
                <a:gd name="csX147" fmla="*/ 23297 w 132472"/>
                <a:gd name="csY147" fmla="*/ 18078 h 77561"/>
                <a:gd name="csX148" fmla="*/ 24218 w 132472"/>
                <a:gd name="csY148" fmla="*/ 17325 h 77561"/>
                <a:gd name="csX149" fmla="*/ 26295 w 132472"/>
                <a:gd name="csY149" fmla="*/ 17941 h 77561"/>
                <a:gd name="csX150" fmla="*/ 27931 w 132472"/>
                <a:gd name="csY150" fmla="*/ 16533 h 77561"/>
                <a:gd name="csX151" fmla="*/ 28875 w 132472"/>
                <a:gd name="csY151" fmla="*/ 16062 h 77561"/>
                <a:gd name="csX152" fmla="*/ 31089 w 132472"/>
                <a:gd name="csY152" fmla="*/ 14380 h 77561"/>
                <a:gd name="csX153" fmla="*/ 31773 w 132472"/>
                <a:gd name="csY153" fmla="*/ 14015 h 77561"/>
                <a:gd name="csX154" fmla="*/ 35471 w 132472"/>
                <a:gd name="csY154" fmla="*/ 13323 h 77561"/>
                <a:gd name="csX155" fmla="*/ 37259 w 132472"/>
                <a:gd name="csY155" fmla="*/ 13338 h 77561"/>
                <a:gd name="csX156" fmla="*/ 38827 w 132472"/>
                <a:gd name="csY156" fmla="*/ 15050 h 77561"/>
                <a:gd name="csX157" fmla="*/ 40067 w 132472"/>
                <a:gd name="csY157" fmla="*/ 15985 h 77561"/>
                <a:gd name="csX158" fmla="*/ 42403 w 132472"/>
                <a:gd name="csY158" fmla="*/ 15187 h 77561"/>
                <a:gd name="csX159" fmla="*/ 44358 w 132472"/>
                <a:gd name="csY159" fmla="*/ 15012 h 77561"/>
                <a:gd name="csX160" fmla="*/ 52446 w 132472"/>
                <a:gd name="csY160" fmla="*/ 16602 h 77561"/>
                <a:gd name="csX161" fmla="*/ 55657 w 132472"/>
                <a:gd name="csY161" fmla="*/ 15902 h 77561"/>
                <a:gd name="csX162" fmla="*/ 61553 w 132472"/>
                <a:gd name="csY162" fmla="*/ 15750 h 77561"/>
                <a:gd name="csX163" fmla="*/ 64209 w 132472"/>
                <a:gd name="csY163" fmla="*/ 16145 h 77561"/>
                <a:gd name="csX164" fmla="*/ 67952 w 132472"/>
                <a:gd name="csY164" fmla="*/ 13901 h 77561"/>
                <a:gd name="csX165" fmla="*/ 70356 w 132472"/>
                <a:gd name="csY165" fmla="*/ 13444 h 77561"/>
                <a:gd name="csX166" fmla="*/ 73179 w 132472"/>
                <a:gd name="csY166" fmla="*/ 12394 h 77561"/>
                <a:gd name="csX167" fmla="*/ 72806 w 132472"/>
                <a:gd name="csY167" fmla="*/ 11314 h 77561"/>
                <a:gd name="csX168" fmla="*/ 72129 w 132472"/>
                <a:gd name="csY168" fmla="*/ 10827 h 77561"/>
                <a:gd name="csX169" fmla="*/ 76436 w 132472"/>
                <a:gd name="csY169" fmla="*/ 11299 h 77561"/>
                <a:gd name="csX170" fmla="*/ 82850 w 132472"/>
                <a:gd name="csY170" fmla="*/ 13581 h 77561"/>
                <a:gd name="csX171" fmla="*/ 89682 w 132472"/>
                <a:gd name="csY171" fmla="*/ 13170 h 77561"/>
                <a:gd name="csX172" fmla="*/ 92147 w 132472"/>
                <a:gd name="csY172" fmla="*/ 11938 h 77561"/>
                <a:gd name="csX173" fmla="*/ 93738 w 132472"/>
                <a:gd name="csY173" fmla="*/ 11588 h 77561"/>
                <a:gd name="csX174" fmla="*/ 100737 w 132472"/>
                <a:gd name="csY174" fmla="*/ 13931 h 77561"/>
                <a:gd name="csX175" fmla="*/ 102579 w 132472"/>
                <a:gd name="csY175" fmla="*/ 15734 h 77561"/>
                <a:gd name="csX176" fmla="*/ 104017 w 132472"/>
                <a:gd name="csY176" fmla="*/ 15910 h 77561"/>
                <a:gd name="csX177" fmla="*/ 105135 w 132472"/>
                <a:gd name="csY177" fmla="*/ 15499 h 77561"/>
                <a:gd name="csX178" fmla="*/ 105440 w 132472"/>
                <a:gd name="csY178" fmla="*/ 15126 h 77561"/>
                <a:gd name="csX179" fmla="*/ 104062 w 132472"/>
                <a:gd name="csY179" fmla="*/ 14730 h 77561"/>
                <a:gd name="csX180" fmla="*/ 103431 w 132472"/>
                <a:gd name="csY180" fmla="*/ 14167 h 77561"/>
                <a:gd name="csX181" fmla="*/ 108947 w 132472"/>
                <a:gd name="csY181" fmla="*/ 15278 h 77561"/>
                <a:gd name="csX182" fmla="*/ 119325 w 132472"/>
                <a:gd name="csY182" fmla="*/ 23777 h 77561"/>
                <a:gd name="csX183" fmla="*/ 119538 w 132472"/>
                <a:gd name="csY183" fmla="*/ 24469 h 77561"/>
                <a:gd name="csX184" fmla="*/ 115102 w 132472"/>
                <a:gd name="csY184" fmla="*/ 21958 h 77561"/>
                <a:gd name="csX185" fmla="*/ 112759 w 132472"/>
                <a:gd name="csY185" fmla="*/ 22148 h 77561"/>
                <a:gd name="csX186" fmla="*/ 112143 w 132472"/>
                <a:gd name="csY186" fmla="*/ 22552 h 77561"/>
                <a:gd name="csX187" fmla="*/ 112280 w 132472"/>
                <a:gd name="csY187" fmla="*/ 23921 h 77561"/>
                <a:gd name="csX188" fmla="*/ 112493 w 132472"/>
                <a:gd name="csY188" fmla="*/ 24560 h 77561"/>
                <a:gd name="csX189" fmla="*/ 113497 w 132472"/>
                <a:gd name="csY189" fmla="*/ 24637 h 77561"/>
                <a:gd name="csX190" fmla="*/ 114243 w 132472"/>
                <a:gd name="csY190" fmla="*/ 24264 h 77561"/>
                <a:gd name="csX191" fmla="*/ 116076 w 132472"/>
                <a:gd name="csY191" fmla="*/ 24712 h 77561"/>
                <a:gd name="csX192" fmla="*/ 117294 w 132472"/>
                <a:gd name="csY192" fmla="*/ 25625 h 77561"/>
                <a:gd name="csX193" fmla="*/ 118762 w 132472"/>
                <a:gd name="csY193" fmla="*/ 27026 h 77561"/>
                <a:gd name="csX194" fmla="*/ 119645 w 132472"/>
                <a:gd name="csY194" fmla="*/ 28540 h 77561"/>
                <a:gd name="csX195" fmla="*/ 120596 w 132472"/>
                <a:gd name="csY195" fmla="*/ 28563 h 77561"/>
                <a:gd name="csX196" fmla="*/ 121532 w 132472"/>
                <a:gd name="csY196" fmla="*/ 27650 h 77561"/>
                <a:gd name="csX197" fmla="*/ 123297 w 132472"/>
                <a:gd name="csY197" fmla="*/ 27535 h 77561"/>
                <a:gd name="csX198" fmla="*/ 124438 w 132472"/>
                <a:gd name="csY198" fmla="*/ 28555 h 77561"/>
                <a:gd name="csX199" fmla="*/ 125252 w 132472"/>
                <a:gd name="csY199" fmla="*/ 28494 h 77561"/>
                <a:gd name="csX200" fmla="*/ 124119 w 132472"/>
                <a:gd name="csY200" fmla="*/ 26911 h 77561"/>
                <a:gd name="csX201" fmla="*/ 121448 w 132472"/>
                <a:gd name="csY201" fmla="*/ 25336 h 77561"/>
                <a:gd name="csX202" fmla="*/ 122079 w 132472"/>
                <a:gd name="csY202" fmla="*/ 25268 h 77561"/>
                <a:gd name="csX203" fmla="*/ 127999 w 132472"/>
                <a:gd name="csY203" fmla="*/ 28091 h 77561"/>
                <a:gd name="csX204" fmla="*/ 129673 w 132472"/>
                <a:gd name="csY204" fmla="*/ 31636 h 77561"/>
                <a:gd name="csX205" fmla="*/ 131065 w 132472"/>
                <a:gd name="csY205" fmla="*/ 32435 h 77561"/>
                <a:gd name="csX206" fmla="*/ 132473 w 132472"/>
                <a:gd name="csY206" fmla="*/ 33538 h 775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Lst>
              <a:rect l="l" t="t" r="r" b="b"/>
              <a:pathLst>
                <a:path w="132472" h="77561">
                  <a:moveTo>
                    <a:pt x="74533" y="1164"/>
                  </a:moveTo>
                  <a:lnTo>
                    <a:pt x="72905" y="2442"/>
                  </a:lnTo>
                  <a:lnTo>
                    <a:pt x="72609" y="1864"/>
                  </a:lnTo>
                  <a:lnTo>
                    <a:pt x="73392" y="677"/>
                  </a:lnTo>
                  <a:lnTo>
                    <a:pt x="74374" y="0"/>
                  </a:lnTo>
                  <a:lnTo>
                    <a:pt x="75325" y="68"/>
                  </a:lnTo>
                  <a:lnTo>
                    <a:pt x="75097" y="578"/>
                  </a:lnTo>
                  <a:lnTo>
                    <a:pt x="74533" y="1164"/>
                  </a:lnTo>
                  <a:close/>
                  <a:moveTo>
                    <a:pt x="62809" y="3005"/>
                  </a:moveTo>
                  <a:lnTo>
                    <a:pt x="59385" y="4732"/>
                  </a:lnTo>
                  <a:lnTo>
                    <a:pt x="58312" y="4702"/>
                  </a:lnTo>
                  <a:lnTo>
                    <a:pt x="59879" y="3371"/>
                  </a:lnTo>
                  <a:lnTo>
                    <a:pt x="62413" y="2229"/>
                  </a:lnTo>
                  <a:lnTo>
                    <a:pt x="64559" y="1666"/>
                  </a:lnTo>
                  <a:lnTo>
                    <a:pt x="66316" y="1910"/>
                  </a:lnTo>
                  <a:lnTo>
                    <a:pt x="62809" y="3005"/>
                  </a:lnTo>
                  <a:close/>
                  <a:moveTo>
                    <a:pt x="132473" y="33538"/>
                  </a:moveTo>
                  <a:lnTo>
                    <a:pt x="126972" y="33211"/>
                  </a:lnTo>
                  <a:lnTo>
                    <a:pt x="124377" y="33888"/>
                  </a:lnTo>
                  <a:lnTo>
                    <a:pt x="123244" y="35418"/>
                  </a:lnTo>
                  <a:lnTo>
                    <a:pt x="122270" y="36103"/>
                  </a:lnTo>
                  <a:lnTo>
                    <a:pt x="121456" y="35943"/>
                  </a:lnTo>
                  <a:lnTo>
                    <a:pt x="119805" y="36544"/>
                  </a:lnTo>
                  <a:lnTo>
                    <a:pt x="117316" y="37898"/>
                  </a:lnTo>
                  <a:lnTo>
                    <a:pt x="115080" y="38408"/>
                  </a:lnTo>
                  <a:lnTo>
                    <a:pt x="113079" y="38081"/>
                  </a:lnTo>
                  <a:lnTo>
                    <a:pt x="112500" y="38408"/>
                  </a:lnTo>
                  <a:lnTo>
                    <a:pt x="112341" y="38857"/>
                  </a:lnTo>
                  <a:lnTo>
                    <a:pt x="112036" y="39291"/>
                  </a:lnTo>
                  <a:lnTo>
                    <a:pt x="111260" y="39519"/>
                  </a:lnTo>
                  <a:lnTo>
                    <a:pt x="110370" y="39397"/>
                  </a:lnTo>
                  <a:lnTo>
                    <a:pt x="109373" y="38918"/>
                  </a:lnTo>
                  <a:lnTo>
                    <a:pt x="108848" y="39123"/>
                  </a:lnTo>
                  <a:lnTo>
                    <a:pt x="108787" y="40006"/>
                  </a:lnTo>
                  <a:lnTo>
                    <a:pt x="108247" y="40242"/>
                  </a:lnTo>
                  <a:lnTo>
                    <a:pt x="107228" y="39823"/>
                  </a:lnTo>
                  <a:lnTo>
                    <a:pt x="106079" y="40143"/>
                  </a:lnTo>
                  <a:lnTo>
                    <a:pt x="104800" y="41200"/>
                  </a:lnTo>
                  <a:lnTo>
                    <a:pt x="103005" y="41421"/>
                  </a:lnTo>
                  <a:lnTo>
                    <a:pt x="100692" y="40812"/>
                  </a:lnTo>
                  <a:lnTo>
                    <a:pt x="98904" y="39663"/>
                  </a:lnTo>
                  <a:lnTo>
                    <a:pt x="97633" y="37974"/>
                  </a:lnTo>
                  <a:lnTo>
                    <a:pt x="96111" y="37548"/>
                  </a:lnTo>
                  <a:lnTo>
                    <a:pt x="93448" y="38804"/>
                  </a:lnTo>
                  <a:lnTo>
                    <a:pt x="92338" y="40272"/>
                  </a:lnTo>
                  <a:lnTo>
                    <a:pt x="92094" y="41170"/>
                  </a:lnTo>
                  <a:lnTo>
                    <a:pt x="92353" y="41984"/>
                  </a:lnTo>
                  <a:lnTo>
                    <a:pt x="91866" y="42524"/>
                  </a:lnTo>
                  <a:lnTo>
                    <a:pt x="90626" y="42798"/>
                  </a:lnTo>
                  <a:lnTo>
                    <a:pt x="89682" y="43795"/>
                  </a:lnTo>
                  <a:lnTo>
                    <a:pt x="89043" y="45514"/>
                  </a:lnTo>
                  <a:lnTo>
                    <a:pt x="88914" y="46846"/>
                  </a:lnTo>
                  <a:lnTo>
                    <a:pt x="89302" y="47782"/>
                  </a:lnTo>
                  <a:lnTo>
                    <a:pt x="88685" y="48466"/>
                  </a:lnTo>
                  <a:lnTo>
                    <a:pt x="87065" y="48908"/>
                  </a:lnTo>
                  <a:lnTo>
                    <a:pt x="85155" y="50391"/>
                  </a:lnTo>
                  <a:lnTo>
                    <a:pt x="82949" y="52917"/>
                  </a:lnTo>
                  <a:lnTo>
                    <a:pt x="80757" y="54675"/>
                  </a:lnTo>
                  <a:lnTo>
                    <a:pt x="78574" y="55672"/>
                  </a:lnTo>
                  <a:lnTo>
                    <a:pt x="77524" y="56783"/>
                  </a:lnTo>
                  <a:lnTo>
                    <a:pt x="77600" y="58000"/>
                  </a:lnTo>
                  <a:lnTo>
                    <a:pt x="77463" y="58381"/>
                  </a:lnTo>
                  <a:lnTo>
                    <a:pt x="77044" y="58525"/>
                  </a:lnTo>
                  <a:lnTo>
                    <a:pt x="76337" y="58692"/>
                  </a:lnTo>
                  <a:lnTo>
                    <a:pt x="72129" y="56045"/>
                  </a:lnTo>
                  <a:lnTo>
                    <a:pt x="70919" y="54196"/>
                  </a:lnTo>
                  <a:lnTo>
                    <a:pt x="69877" y="54477"/>
                  </a:lnTo>
                  <a:lnTo>
                    <a:pt x="68553" y="55413"/>
                  </a:lnTo>
                  <a:lnTo>
                    <a:pt x="66689" y="57490"/>
                  </a:lnTo>
                  <a:lnTo>
                    <a:pt x="64696" y="60321"/>
                  </a:lnTo>
                  <a:lnTo>
                    <a:pt x="63729" y="60640"/>
                  </a:lnTo>
                  <a:lnTo>
                    <a:pt x="58746" y="60214"/>
                  </a:lnTo>
                  <a:lnTo>
                    <a:pt x="56113" y="60465"/>
                  </a:lnTo>
                  <a:lnTo>
                    <a:pt x="55573" y="60838"/>
                  </a:lnTo>
                  <a:lnTo>
                    <a:pt x="55330" y="61873"/>
                  </a:lnTo>
                  <a:lnTo>
                    <a:pt x="55482" y="63258"/>
                  </a:lnTo>
                  <a:lnTo>
                    <a:pt x="56204" y="68233"/>
                  </a:lnTo>
                  <a:lnTo>
                    <a:pt x="56608" y="70280"/>
                  </a:lnTo>
                  <a:lnTo>
                    <a:pt x="56212" y="70912"/>
                  </a:lnTo>
                  <a:lnTo>
                    <a:pt x="54873" y="71011"/>
                  </a:lnTo>
                  <a:lnTo>
                    <a:pt x="53131" y="71300"/>
                  </a:lnTo>
                  <a:lnTo>
                    <a:pt x="52180" y="72236"/>
                  </a:lnTo>
                  <a:lnTo>
                    <a:pt x="51951" y="73202"/>
                  </a:lnTo>
                  <a:lnTo>
                    <a:pt x="51860" y="74549"/>
                  </a:lnTo>
                  <a:lnTo>
                    <a:pt x="51312" y="75941"/>
                  </a:lnTo>
                  <a:lnTo>
                    <a:pt x="50239" y="76938"/>
                  </a:lnTo>
                  <a:lnTo>
                    <a:pt x="49174" y="77295"/>
                  </a:lnTo>
                  <a:lnTo>
                    <a:pt x="43232" y="77562"/>
                  </a:lnTo>
                  <a:lnTo>
                    <a:pt x="43338" y="75264"/>
                  </a:lnTo>
                  <a:lnTo>
                    <a:pt x="41626" y="74328"/>
                  </a:lnTo>
                  <a:lnTo>
                    <a:pt x="40653" y="72411"/>
                  </a:lnTo>
                  <a:lnTo>
                    <a:pt x="39800" y="71117"/>
                  </a:lnTo>
                  <a:lnTo>
                    <a:pt x="40082" y="70341"/>
                  </a:lnTo>
                  <a:lnTo>
                    <a:pt x="39998" y="69420"/>
                  </a:lnTo>
                  <a:lnTo>
                    <a:pt x="37579" y="68705"/>
                  </a:lnTo>
                  <a:lnTo>
                    <a:pt x="35319" y="69261"/>
                  </a:lnTo>
                  <a:lnTo>
                    <a:pt x="34018" y="68895"/>
                  </a:lnTo>
                  <a:lnTo>
                    <a:pt x="33059" y="68409"/>
                  </a:lnTo>
                  <a:lnTo>
                    <a:pt x="34710" y="67275"/>
                  </a:lnTo>
                  <a:lnTo>
                    <a:pt x="34824" y="66583"/>
                  </a:lnTo>
                  <a:lnTo>
                    <a:pt x="34292" y="66088"/>
                  </a:lnTo>
                  <a:lnTo>
                    <a:pt x="33752" y="65753"/>
                  </a:lnTo>
                  <a:lnTo>
                    <a:pt x="33911" y="64467"/>
                  </a:lnTo>
                  <a:lnTo>
                    <a:pt x="34246" y="62945"/>
                  </a:lnTo>
                  <a:lnTo>
                    <a:pt x="35174" y="59392"/>
                  </a:lnTo>
                  <a:lnTo>
                    <a:pt x="34832" y="58769"/>
                  </a:lnTo>
                  <a:lnTo>
                    <a:pt x="33318" y="57696"/>
                  </a:lnTo>
                  <a:lnTo>
                    <a:pt x="31401" y="57589"/>
                  </a:lnTo>
                  <a:lnTo>
                    <a:pt x="29285" y="57924"/>
                  </a:lnTo>
                  <a:lnTo>
                    <a:pt x="28266" y="57376"/>
                  </a:lnTo>
                  <a:lnTo>
                    <a:pt x="27376" y="56151"/>
                  </a:lnTo>
                  <a:lnTo>
                    <a:pt x="25869" y="55565"/>
                  </a:lnTo>
                  <a:lnTo>
                    <a:pt x="23198" y="56539"/>
                  </a:lnTo>
                  <a:lnTo>
                    <a:pt x="20368" y="58008"/>
                  </a:lnTo>
                  <a:lnTo>
                    <a:pt x="19501" y="58540"/>
                  </a:lnTo>
                  <a:lnTo>
                    <a:pt x="18786" y="58472"/>
                  </a:lnTo>
                  <a:lnTo>
                    <a:pt x="18466" y="57369"/>
                  </a:lnTo>
                  <a:lnTo>
                    <a:pt x="18321" y="56067"/>
                  </a:lnTo>
                  <a:lnTo>
                    <a:pt x="18146" y="55748"/>
                  </a:lnTo>
                  <a:lnTo>
                    <a:pt x="16640" y="55284"/>
                  </a:lnTo>
                  <a:lnTo>
                    <a:pt x="14882" y="54949"/>
                  </a:lnTo>
                  <a:lnTo>
                    <a:pt x="13985" y="54591"/>
                  </a:lnTo>
                  <a:lnTo>
                    <a:pt x="13140" y="53709"/>
                  </a:lnTo>
                  <a:lnTo>
                    <a:pt x="11032" y="52560"/>
                  </a:lnTo>
                  <a:lnTo>
                    <a:pt x="10553" y="51708"/>
                  </a:lnTo>
                  <a:lnTo>
                    <a:pt x="7738" y="49760"/>
                  </a:lnTo>
                  <a:lnTo>
                    <a:pt x="7167" y="48794"/>
                  </a:lnTo>
                  <a:lnTo>
                    <a:pt x="6521" y="48086"/>
                  </a:lnTo>
                  <a:lnTo>
                    <a:pt x="5166" y="47188"/>
                  </a:lnTo>
                  <a:lnTo>
                    <a:pt x="4109" y="47401"/>
                  </a:lnTo>
                  <a:lnTo>
                    <a:pt x="540" y="46283"/>
                  </a:lnTo>
                  <a:lnTo>
                    <a:pt x="0" y="46184"/>
                  </a:lnTo>
                  <a:lnTo>
                    <a:pt x="495" y="45202"/>
                  </a:lnTo>
                  <a:lnTo>
                    <a:pt x="1621" y="43688"/>
                  </a:lnTo>
                  <a:lnTo>
                    <a:pt x="4071" y="41999"/>
                  </a:lnTo>
                  <a:lnTo>
                    <a:pt x="4276" y="40630"/>
                  </a:lnTo>
                  <a:lnTo>
                    <a:pt x="3637" y="38012"/>
                  </a:lnTo>
                  <a:lnTo>
                    <a:pt x="2990" y="36315"/>
                  </a:lnTo>
                  <a:lnTo>
                    <a:pt x="3340" y="35555"/>
                  </a:lnTo>
                  <a:lnTo>
                    <a:pt x="4109" y="32496"/>
                  </a:lnTo>
                  <a:lnTo>
                    <a:pt x="4702" y="31789"/>
                  </a:lnTo>
                  <a:lnTo>
                    <a:pt x="8248" y="30236"/>
                  </a:lnTo>
                  <a:lnTo>
                    <a:pt x="8575" y="30023"/>
                  </a:lnTo>
                  <a:lnTo>
                    <a:pt x="11375" y="27855"/>
                  </a:lnTo>
                  <a:lnTo>
                    <a:pt x="14479" y="25451"/>
                  </a:lnTo>
                  <a:lnTo>
                    <a:pt x="17705" y="22795"/>
                  </a:lnTo>
                  <a:lnTo>
                    <a:pt x="21312" y="19820"/>
                  </a:lnTo>
                  <a:lnTo>
                    <a:pt x="23297" y="18078"/>
                  </a:lnTo>
                  <a:lnTo>
                    <a:pt x="24218" y="17325"/>
                  </a:lnTo>
                  <a:lnTo>
                    <a:pt x="26295" y="17941"/>
                  </a:lnTo>
                  <a:lnTo>
                    <a:pt x="27931" y="16533"/>
                  </a:lnTo>
                  <a:lnTo>
                    <a:pt x="28875" y="16062"/>
                  </a:lnTo>
                  <a:lnTo>
                    <a:pt x="31089" y="14380"/>
                  </a:lnTo>
                  <a:lnTo>
                    <a:pt x="31773" y="14015"/>
                  </a:lnTo>
                  <a:lnTo>
                    <a:pt x="35471" y="13323"/>
                  </a:lnTo>
                  <a:lnTo>
                    <a:pt x="37259" y="13338"/>
                  </a:lnTo>
                  <a:lnTo>
                    <a:pt x="38827" y="15050"/>
                  </a:lnTo>
                  <a:lnTo>
                    <a:pt x="40067" y="15985"/>
                  </a:lnTo>
                  <a:lnTo>
                    <a:pt x="42403" y="15187"/>
                  </a:lnTo>
                  <a:lnTo>
                    <a:pt x="44358" y="15012"/>
                  </a:lnTo>
                  <a:lnTo>
                    <a:pt x="52446" y="16602"/>
                  </a:lnTo>
                  <a:lnTo>
                    <a:pt x="55657" y="15902"/>
                  </a:lnTo>
                  <a:lnTo>
                    <a:pt x="61553" y="15750"/>
                  </a:lnTo>
                  <a:lnTo>
                    <a:pt x="64209" y="16145"/>
                  </a:lnTo>
                  <a:lnTo>
                    <a:pt x="67952" y="13901"/>
                  </a:lnTo>
                  <a:lnTo>
                    <a:pt x="70356" y="13444"/>
                  </a:lnTo>
                  <a:lnTo>
                    <a:pt x="73179" y="12394"/>
                  </a:lnTo>
                  <a:lnTo>
                    <a:pt x="72806" y="11314"/>
                  </a:lnTo>
                  <a:lnTo>
                    <a:pt x="72129" y="10827"/>
                  </a:lnTo>
                  <a:lnTo>
                    <a:pt x="76436" y="11299"/>
                  </a:lnTo>
                  <a:lnTo>
                    <a:pt x="82850" y="13581"/>
                  </a:lnTo>
                  <a:lnTo>
                    <a:pt x="89682" y="13170"/>
                  </a:lnTo>
                  <a:lnTo>
                    <a:pt x="92147" y="11938"/>
                  </a:lnTo>
                  <a:lnTo>
                    <a:pt x="93738" y="11588"/>
                  </a:lnTo>
                  <a:lnTo>
                    <a:pt x="100737" y="13931"/>
                  </a:lnTo>
                  <a:lnTo>
                    <a:pt x="102579" y="15734"/>
                  </a:lnTo>
                  <a:lnTo>
                    <a:pt x="104017" y="15910"/>
                  </a:lnTo>
                  <a:lnTo>
                    <a:pt x="105135" y="15499"/>
                  </a:lnTo>
                  <a:lnTo>
                    <a:pt x="105440" y="15126"/>
                  </a:lnTo>
                  <a:lnTo>
                    <a:pt x="104062" y="14730"/>
                  </a:lnTo>
                  <a:lnTo>
                    <a:pt x="103431" y="14167"/>
                  </a:lnTo>
                  <a:lnTo>
                    <a:pt x="108947" y="15278"/>
                  </a:lnTo>
                  <a:lnTo>
                    <a:pt x="119325" y="23777"/>
                  </a:lnTo>
                  <a:lnTo>
                    <a:pt x="119538" y="24469"/>
                  </a:lnTo>
                  <a:lnTo>
                    <a:pt x="115102" y="21958"/>
                  </a:lnTo>
                  <a:lnTo>
                    <a:pt x="112759" y="22148"/>
                  </a:lnTo>
                  <a:lnTo>
                    <a:pt x="112143" y="22552"/>
                  </a:lnTo>
                  <a:lnTo>
                    <a:pt x="112280" y="23921"/>
                  </a:lnTo>
                  <a:lnTo>
                    <a:pt x="112493" y="24560"/>
                  </a:lnTo>
                  <a:lnTo>
                    <a:pt x="113497" y="24637"/>
                  </a:lnTo>
                  <a:lnTo>
                    <a:pt x="114243" y="24264"/>
                  </a:lnTo>
                  <a:lnTo>
                    <a:pt x="116076" y="24712"/>
                  </a:lnTo>
                  <a:lnTo>
                    <a:pt x="117294" y="25625"/>
                  </a:lnTo>
                  <a:lnTo>
                    <a:pt x="118762" y="27026"/>
                  </a:lnTo>
                  <a:lnTo>
                    <a:pt x="119645" y="28540"/>
                  </a:lnTo>
                  <a:lnTo>
                    <a:pt x="120596" y="28563"/>
                  </a:lnTo>
                  <a:lnTo>
                    <a:pt x="121532" y="27650"/>
                  </a:lnTo>
                  <a:lnTo>
                    <a:pt x="123297" y="27535"/>
                  </a:lnTo>
                  <a:lnTo>
                    <a:pt x="124438" y="28555"/>
                  </a:lnTo>
                  <a:lnTo>
                    <a:pt x="125252" y="28494"/>
                  </a:lnTo>
                  <a:lnTo>
                    <a:pt x="124119" y="26911"/>
                  </a:lnTo>
                  <a:lnTo>
                    <a:pt x="121448" y="25336"/>
                  </a:lnTo>
                  <a:lnTo>
                    <a:pt x="122079" y="25268"/>
                  </a:lnTo>
                  <a:lnTo>
                    <a:pt x="127999" y="28091"/>
                  </a:lnTo>
                  <a:lnTo>
                    <a:pt x="129673" y="31636"/>
                  </a:lnTo>
                  <a:lnTo>
                    <a:pt x="131065" y="32435"/>
                  </a:lnTo>
                  <a:lnTo>
                    <a:pt x="132473" y="3353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20" name="Freeform: Shape 2219">
              <a:extLst>
                <a:ext uri="{FF2B5EF4-FFF2-40B4-BE49-F238E27FC236}">
                  <a16:creationId xmlns:a16="http://schemas.microsoft.com/office/drawing/2014/main" id="{2C2BD63F-87A0-5DB7-10AF-4C3CD87EACD9}"/>
                </a:ext>
              </a:extLst>
            </p:cNvPr>
            <p:cNvSpPr/>
            <p:nvPr/>
          </p:nvSpPr>
          <p:spPr>
            <a:xfrm>
              <a:off x="9862447" y="3884927"/>
              <a:ext cx="125693" cy="122406"/>
            </a:xfrm>
            <a:custGeom>
              <a:avLst/>
              <a:gdLst>
                <a:gd name="csX0" fmla="*/ 64095 w 125693"/>
                <a:gd name="csY0" fmla="*/ 1042 h 122406"/>
                <a:gd name="csX1" fmla="*/ 65244 w 125693"/>
                <a:gd name="csY1" fmla="*/ 1506 h 122406"/>
                <a:gd name="csX2" fmla="*/ 69048 w 125693"/>
                <a:gd name="csY2" fmla="*/ 3622 h 122406"/>
                <a:gd name="csX3" fmla="*/ 71680 w 125693"/>
                <a:gd name="csY3" fmla="*/ 6003 h 122406"/>
                <a:gd name="csX4" fmla="*/ 73141 w 125693"/>
                <a:gd name="csY4" fmla="*/ 8643 h 122406"/>
                <a:gd name="csX5" fmla="*/ 75120 w 125693"/>
                <a:gd name="csY5" fmla="*/ 10682 h 122406"/>
                <a:gd name="csX6" fmla="*/ 77615 w 125693"/>
                <a:gd name="csY6" fmla="*/ 12128 h 122406"/>
                <a:gd name="csX7" fmla="*/ 79593 w 125693"/>
                <a:gd name="csY7" fmla="*/ 14083 h 122406"/>
                <a:gd name="csX8" fmla="*/ 81054 w 125693"/>
                <a:gd name="csY8" fmla="*/ 16549 h 122406"/>
                <a:gd name="csX9" fmla="*/ 83101 w 125693"/>
                <a:gd name="csY9" fmla="*/ 17933 h 122406"/>
                <a:gd name="csX10" fmla="*/ 85726 w 125693"/>
                <a:gd name="csY10" fmla="*/ 18230 h 122406"/>
                <a:gd name="csX11" fmla="*/ 87385 w 125693"/>
                <a:gd name="csY11" fmla="*/ 19075 h 122406"/>
                <a:gd name="csX12" fmla="*/ 88085 w 125693"/>
                <a:gd name="csY12" fmla="*/ 20467 h 122406"/>
                <a:gd name="csX13" fmla="*/ 89515 w 125693"/>
                <a:gd name="csY13" fmla="*/ 21722 h 122406"/>
                <a:gd name="csX14" fmla="*/ 91668 w 125693"/>
                <a:gd name="csY14" fmla="*/ 22848 h 122406"/>
                <a:gd name="csX15" fmla="*/ 95008 w 125693"/>
                <a:gd name="csY15" fmla="*/ 23465 h 122406"/>
                <a:gd name="csX16" fmla="*/ 101415 w 125693"/>
                <a:gd name="csY16" fmla="*/ 23617 h 122406"/>
                <a:gd name="csX17" fmla="*/ 101986 w 125693"/>
                <a:gd name="csY17" fmla="*/ 23647 h 122406"/>
                <a:gd name="csX18" fmla="*/ 103431 w 125693"/>
                <a:gd name="csY18" fmla="*/ 23997 h 122406"/>
                <a:gd name="csX19" fmla="*/ 105120 w 125693"/>
                <a:gd name="csY19" fmla="*/ 23556 h 122406"/>
                <a:gd name="csX20" fmla="*/ 107182 w 125693"/>
                <a:gd name="csY20" fmla="*/ 22681 h 122406"/>
                <a:gd name="csX21" fmla="*/ 107844 w 125693"/>
                <a:gd name="csY21" fmla="*/ 22156 h 122406"/>
                <a:gd name="csX22" fmla="*/ 110005 w 125693"/>
                <a:gd name="csY22" fmla="*/ 19280 h 122406"/>
                <a:gd name="csX23" fmla="*/ 111200 w 125693"/>
                <a:gd name="csY23" fmla="*/ 19531 h 122406"/>
                <a:gd name="csX24" fmla="*/ 113573 w 125693"/>
                <a:gd name="csY24" fmla="*/ 19181 h 122406"/>
                <a:gd name="csX25" fmla="*/ 115011 w 125693"/>
                <a:gd name="csY25" fmla="*/ 18542 h 122406"/>
                <a:gd name="csX26" fmla="*/ 115118 w 125693"/>
                <a:gd name="csY26" fmla="*/ 18542 h 122406"/>
                <a:gd name="csX27" fmla="*/ 115027 w 125693"/>
                <a:gd name="csY27" fmla="*/ 19280 h 122406"/>
                <a:gd name="csX28" fmla="*/ 114867 w 125693"/>
                <a:gd name="csY28" fmla="*/ 20566 h 122406"/>
                <a:gd name="csX29" fmla="*/ 113703 w 125693"/>
                <a:gd name="csY29" fmla="*/ 21471 h 122406"/>
                <a:gd name="csX30" fmla="*/ 114882 w 125693"/>
                <a:gd name="csY30" fmla="*/ 23564 h 122406"/>
                <a:gd name="csX31" fmla="*/ 116008 w 125693"/>
                <a:gd name="csY31" fmla="*/ 26957 h 122406"/>
                <a:gd name="csX32" fmla="*/ 115376 w 125693"/>
                <a:gd name="csY32" fmla="*/ 28631 h 122406"/>
                <a:gd name="csX33" fmla="*/ 116145 w 125693"/>
                <a:gd name="csY33" fmla="*/ 29932 h 122406"/>
                <a:gd name="csX34" fmla="*/ 118306 w 125693"/>
                <a:gd name="csY34" fmla="*/ 30868 h 122406"/>
                <a:gd name="csX35" fmla="*/ 118504 w 125693"/>
                <a:gd name="csY35" fmla="*/ 31241 h 122406"/>
                <a:gd name="csX36" fmla="*/ 117842 w 125693"/>
                <a:gd name="csY36" fmla="*/ 31629 h 122406"/>
                <a:gd name="csX37" fmla="*/ 117294 w 125693"/>
                <a:gd name="csY37" fmla="*/ 32732 h 122406"/>
                <a:gd name="csX38" fmla="*/ 117233 w 125693"/>
                <a:gd name="csY38" fmla="*/ 34741 h 122406"/>
                <a:gd name="csX39" fmla="*/ 119120 w 125693"/>
                <a:gd name="csY39" fmla="*/ 36643 h 122406"/>
                <a:gd name="csX40" fmla="*/ 122955 w 125693"/>
                <a:gd name="csY40" fmla="*/ 38423 h 122406"/>
                <a:gd name="csX41" fmla="*/ 124180 w 125693"/>
                <a:gd name="csY41" fmla="*/ 38720 h 122406"/>
                <a:gd name="csX42" fmla="*/ 124651 w 125693"/>
                <a:gd name="csY42" fmla="*/ 39405 h 122406"/>
                <a:gd name="csX43" fmla="*/ 125291 w 125693"/>
                <a:gd name="csY43" fmla="*/ 39853 h 122406"/>
                <a:gd name="csX44" fmla="*/ 125671 w 125693"/>
                <a:gd name="csY44" fmla="*/ 40401 h 122406"/>
                <a:gd name="csX45" fmla="*/ 125694 w 125693"/>
                <a:gd name="csY45" fmla="*/ 41109 h 122406"/>
                <a:gd name="csX46" fmla="*/ 125412 w 125693"/>
                <a:gd name="csY46" fmla="*/ 41596 h 122406"/>
                <a:gd name="csX47" fmla="*/ 123594 w 125693"/>
                <a:gd name="csY47" fmla="*/ 41763 h 122406"/>
                <a:gd name="csX48" fmla="*/ 121524 w 125693"/>
                <a:gd name="csY48" fmla="*/ 41748 h 122406"/>
                <a:gd name="csX49" fmla="*/ 120048 w 125693"/>
                <a:gd name="csY49" fmla="*/ 40888 h 122406"/>
                <a:gd name="csX50" fmla="*/ 119911 w 125693"/>
                <a:gd name="csY50" fmla="*/ 41520 h 122406"/>
                <a:gd name="csX51" fmla="*/ 119888 w 125693"/>
                <a:gd name="csY51" fmla="*/ 42235 h 122406"/>
                <a:gd name="csX52" fmla="*/ 118458 w 125693"/>
                <a:gd name="csY52" fmla="*/ 42669 h 122406"/>
                <a:gd name="csX53" fmla="*/ 119249 w 125693"/>
                <a:gd name="csY53" fmla="*/ 47591 h 122406"/>
                <a:gd name="csX54" fmla="*/ 118930 w 125693"/>
                <a:gd name="csY54" fmla="*/ 49007 h 122406"/>
                <a:gd name="csX55" fmla="*/ 118405 w 125693"/>
                <a:gd name="csY55" fmla="*/ 49486 h 122406"/>
                <a:gd name="csX56" fmla="*/ 117918 w 125693"/>
                <a:gd name="csY56" fmla="*/ 49288 h 122406"/>
                <a:gd name="csX57" fmla="*/ 117317 w 125693"/>
                <a:gd name="csY57" fmla="*/ 49235 h 122406"/>
                <a:gd name="csX58" fmla="*/ 117020 w 125693"/>
                <a:gd name="csY58" fmla="*/ 49699 h 122406"/>
                <a:gd name="csX59" fmla="*/ 117271 w 125693"/>
                <a:gd name="csY59" fmla="*/ 50749 h 122406"/>
                <a:gd name="csX60" fmla="*/ 115863 w 125693"/>
                <a:gd name="csY60" fmla="*/ 50871 h 122406"/>
                <a:gd name="csX61" fmla="*/ 113627 w 125693"/>
                <a:gd name="csY61" fmla="*/ 50331 h 122406"/>
                <a:gd name="csX62" fmla="*/ 112599 w 125693"/>
                <a:gd name="csY62" fmla="*/ 49379 h 122406"/>
                <a:gd name="csX63" fmla="*/ 112424 w 125693"/>
                <a:gd name="csY63" fmla="*/ 48413 h 122406"/>
                <a:gd name="csX64" fmla="*/ 112409 w 125693"/>
                <a:gd name="csY64" fmla="*/ 47508 h 122406"/>
                <a:gd name="csX65" fmla="*/ 111694 w 125693"/>
                <a:gd name="csY65" fmla="*/ 46024 h 122406"/>
                <a:gd name="csX66" fmla="*/ 109914 w 125693"/>
                <a:gd name="csY66" fmla="*/ 44487 h 122406"/>
                <a:gd name="csX67" fmla="*/ 106193 w 125693"/>
                <a:gd name="csY67" fmla="*/ 44236 h 122406"/>
                <a:gd name="csX68" fmla="*/ 104816 w 125693"/>
                <a:gd name="csY68" fmla="*/ 43749 h 122406"/>
                <a:gd name="csX69" fmla="*/ 103393 w 125693"/>
                <a:gd name="csY69" fmla="*/ 43194 h 122406"/>
                <a:gd name="csX70" fmla="*/ 101841 w 125693"/>
                <a:gd name="csY70" fmla="*/ 42775 h 122406"/>
                <a:gd name="csX71" fmla="*/ 100410 w 125693"/>
                <a:gd name="csY71" fmla="*/ 42813 h 122406"/>
                <a:gd name="csX72" fmla="*/ 98683 w 125693"/>
                <a:gd name="csY72" fmla="*/ 43224 h 122406"/>
                <a:gd name="csX73" fmla="*/ 95670 w 125693"/>
                <a:gd name="csY73" fmla="*/ 42547 h 122406"/>
                <a:gd name="csX74" fmla="*/ 94651 w 125693"/>
                <a:gd name="csY74" fmla="*/ 43452 h 122406"/>
                <a:gd name="csX75" fmla="*/ 93068 w 125693"/>
                <a:gd name="csY75" fmla="*/ 44495 h 122406"/>
                <a:gd name="csX76" fmla="*/ 91752 w 125693"/>
                <a:gd name="csY76" fmla="*/ 44472 h 122406"/>
                <a:gd name="csX77" fmla="*/ 89135 w 125693"/>
                <a:gd name="csY77" fmla="*/ 42052 h 122406"/>
                <a:gd name="csX78" fmla="*/ 88351 w 125693"/>
                <a:gd name="csY78" fmla="*/ 41900 h 122406"/>
                <a:gd name="csX79" fmla="*/ 86061 w 125693"/>
                <a:gd name="csY79" fmla="*/ 43133 h 122406"/>
                <a:gd name="csX80" fmla="*/ 85125 w 125693"/>
                <a:gd name="csY80" fmla="*/ 43201 h 122406"/>
                <a:gd name="csX81" fmla="*/ 84410 w 125693"/>
                <a:gd name="csY81" fmla="*/ 42813 h 122406"/>
                <a:gd name="csX82" fmla="*/ 81313 w 125693"/>
                <a:gd name="csY82" fmla="*/ 41885 h 122406"/>
                <a:gd name="csX83" fmla="*/ 79913 w 125693"/>
                <a:gd name="csY83" fmla="*/ 41687 h 122406"/>
                <a:gd name="csX84" fmla="*/ 78886 w 125693"/>
                <a:gd name="csY84" fmla="*/ 42128 h 122406"/>
                <a:gd name="csX85" fmla="*/ 77067 w 125693"/>
                <a:gd name="csY85" fmla="*/ 41657 h 122406"/>
                <a:gd name="csX86" fmla="*/ 72654 w 125693"/>
                <a:gd name="csY86" fmla="*/ 38484 h 122406"/>
                <a:gd name="csX87" fmla="*/ 69923 w 125693"/>
                <a:gd name="csY87" fmla="*/ 40896 h 122406"/>
                <a:gd name="csX88" fmla="*/ 64369 w 125693"/>
                <a:gd name="csY88" fmla="*/ 40295 h 122406"/>
                <a:gd name="csX89" fmla="*/ 62718 w 125693"/>
                <a:gd name="csY89" fmla="*/ 41946 h 122406"/>
                <a:gd name="csX90" fmla="*/ 60830 w 125693"/>
                <a:gd name="csY90" fmla="*/ 45073 h 122406"/>
                <a:gd name="csX91" fmla="*/ 59301 w 125693"/>
                <a:gd name="csY91" fmla="*/ 46564 h 122406"/>
                <a:gd name="csX92" fmla="*/ 57970 w 125693"/>
                <a:gd name="csY92" fmla="*/ 46032 h 122406"/>
                <a:gd name="csX93" fmla="*/ 56395 w 125693"/>
                <a:gd name="csY93" fmla="*/ 44655 h 122406"/>
                <a:gd name="csX94" fmla="*/ 53641 w 125693"/>
                <a:gd name="csY94" fmla="*/ 41117 h 122406"/>
                <a:gd name="csX95" fmla="*/ 52248 w 125693"/>
                <a:gd name="csY95" fmla="*/ 40477 h 122406"/>
                <a:gd name="csX96" fmla="*/ 50651 w 125693"/>
                <a:gd name="csY96" fmla="*/ 40325 h 122406"/>
                <a:gd name="csX97" fmla="*/ 49258 w 125693"/>
                <a:gd name="csY97" fmla="*/ 40721 h 122406"/>
                <a:gd name="csX98" fmla="*/ 48513 w 125693"/>
                <a:gd name="csY98" fmla="*/ 41436 h 122406"/>
                <a:gd name="csX99" fmla="*/ 47942 w 125693"/>
                <a:gd name="csY99" fmla="*/ 46602 h 122406"/>
                <a:gd name="csX100" fmla="*/ 47440 w 125693"/>
                <a:gd name="csY100" fmla="*/ 51145 h 122406"/>
                <a:gd name="csX101" fmla="*/ 47409 w 125693"/>
                <a:gd name="csY101" fmla="*/ 53861 h 122406"/>
                <a:gd name="csX102" fmla="*/ 50468 w 125693"/>
                <a:gd name="csY102" fmla="*/ 56372 h 122406"/>
                <a:gd name="csX103" fmla="*/ 54082 w 125693"/>
                <a:gd name="csY103" fmla="*/ 60686 h 122406"/>
                <a:gd name="csX104" fmla="*/ 55238 w 125693"/>
                <a:gd name="csY104" fmla="*/ 61180 h 122406"/>
                <a:gd name="csX105" fmla="*/ 55816 w 125693"/>
                <a:gd name="csY105" fmla="*/ 62588 h 122406"/>
                <a:gd name="csX106" fmla="*/ 56661 w 125693"/>
                <a:gd name="csY106" fmla="*/ 66217 h 122406"/>
                <a:gd name="csX107" fmla="*/ 57612 w 125693"/>
                <a:gd name="csY107" fmla="*/ 70288 h 122406"/>
                <a:gd name="csX108" fmla="*/ 59446 w 125693"/>
                <a:gd name="csY108" fmla="*/ 72981 h 122406"/>
                <a:gd name="csX109" fmla="*/ 61097 w 125693"/>
                <a:gd name="csY109" fmla="*/ 74899 h 122406"/>
                <a:gd name="csX110" fmla="*/ 63113 w 125693"/>
                <a:gd name="csY110" fmla="*/ 76588 h 122406"/>
                <a:gd name="csX111" fmla="*/ 65647 w 125693"/>
                <a:gd name="csY111" fmla="*/ 79228 h 122406"/>
                <a:gd name="csX112" fmla="*/ 67716 w 125693"/>
                <a:gd name="csY112" fmla="*/ 82127 h 122406"/>
                <a:gd name="csX113" fmla="*/ 68264 w 125693"/>
                <a:gd name="csY113" fmla="*/ 83192 h 122406"/>
                <a:gd name="csX114" fmla="*/ 72289 w 125693"/>
                <a:gd name="csY114" fmla="*/ 87011 h 122406"/>
                <a:gd name="csX115" fmla="*/ 76192 w 125693"/>
                <a:gd name="csY115" fmla="*/ 90899 h 122406"/>
                <a:gd name="csX116" fmla="*/ 79677 w 125693"/>
                <a:gd name="csY116" fmla="*/ 92261 h 122406"/>
                <a:gd name="csX117" fmla="*/ 80225 w 125693"/>
                <a:gd name="csY117" fmla="*/ 92977 h 122406"/>
                <a:gd name="csX118" fmla="*/ 80255 w 125693"/>
                <a:gd name="csY118" fmla="*/ 95959 h 122406"/>
                <a:gd name="csX119" fmla="*/ 80636 w 125693"/>
                <a:gd name="csY119" fmla="*/ 97077 h 122406"/>
                <a:gd name="csX120" fmla="*/ 82964 w 125693"/>
                <a:gd name="csY120" fmla="*/ 100197 h 122406"/>
                <a:gd name="csX121" fmla="*/ 87720 w 125693"/>
                <a:gd name="csY121" fmla="*/ 104754 h 122406"/>
                <a:gd name="csX122" fmla="*/ 88267 w 125693"/>
                <a:gd name="csY122" fmla="*/ 105804 h 122406"/>
                <a:gd name="csX123" fmla="*/ 88427 w 125693"/>
                <a:gd name="csY123" fmla="*/ 106581 h 122406"/>
                <a:gd name="csX124" fmla="*/ 88123 w 125693"/>
                <a:gd name="csY124" fmla="*/ 107174 h 122406"/>
                <a:gd name="csX125" fmla="*/ 86875 w 125693"/>
                <a:gd name="csY125" fmla="*/ 107798 h 122406"/>
                <a:gd name="csX126" fmla="*/ 85855 w 125693"/>
                <a:gd name="csY126" fmla="*/ 107106 h 122406"/>
                <a:gd name="csX127" fmla="*/ 81427 w 125693"/>
                <a:gd name="csY127" fmla="*/ 102662 h 122406"/>
                <a:gd name="csX128" fmla="*/ 77144 w 125693"/>
                <a:gd name="csY128" fmla="*/ 99855 h 122406"/>
                <a:gd name="csX129" fmla="*/ 72312 w 125693"/>
                <a:gd name="csY129" fmla="*/ 94559 h 122406"/>
                <a:gd name="csX130" fmla="*/ 65845 w 125693"/>
                <a:gd name="csY130" fmla="*/ 92459 h 122406"/>
                <a:gd name="csX131" fmla="*/ 61439 w 125693"/>
                <a:gd name="csY131" fmla="*/ 90131 h 122406"/>
                <a:gd name="csX132" fmla="*/ 58769 w 125693"/>
                <a:gd name="csY132" fmla="*/ 90481 h 122406"/>
                <a:gd name="csX133" fmla="*/ 55824 w 125693"/>
                <a:gd name="csY133" fmla="*/ 91211 h 122406"/>
                <a:gd name="csX134" fmla="*/ 54006 w 125693"/>
                <a:gd name="csY134" fmla="*/ 91234 h 122406"/>
                <a:gd name="csX135" fmla="*/ 52712 w 125693"/>
                <a:gd name="csY135" fmla="*/ 90816 h 122406"/>
                <a:gd name="csX136" fmla="*/ 51799 w 125693"/>
                <a:gd name="csY136" fmla="*/ 89370 h 122406"/>
                <a:gd name="csX137" fmla="*/ 51936 w 125693"/>
                <a:gd name="csY137" fmla="*/ 88252 h 122406"/>
                <a:gd name="csX138" fmla="*/ 51777 w 125693"/>
                <a:gd name="csY138" fmla="*/ 86798 h 122406"/>
                <a:gd name="csX139" fmla="*/ 49197 w 125693"/>
                <a:gd name="csY139" fmla="*/ 84462 h 122406"/>
                <a:gd name="csX140" fmla="*/ 45675 w 125693"/>
                <a:gd name="csY140" fmla="*/ 82241 h 122406"/>
                <a:gd name="csX141" fmla="*/ 42342 w 125693"/>
                <a:gd name="csY141" fmla="*/ 79365 h 122406"/>
                <a:gd name="csX142" fmla="*/ 35646 w 125693"/>
                <a:gd name="csY142" fmla="*/ 71574 h 122406"/>
                <a:gd name="csX143" fmla="*/ 34299 w 125693"/>
                <a:gd name="csY143" fmla="*/ 69055 h 122406"/>
                <a:gd name="csX144" fmla="*/ 35616 w 125693"/>
                <a:gd name="csY144" fmla="*/ 68576 h 122406"/>
                <a:gd name="csX145" fmla="*/ 36613 w 125693"/>
                <a:gd name="csY145" fmla="*/ 68621 h 122406"/>
                <a:gd name="csX146" fmla="*/ 37739 w 125693"/>
                <a:gd name="csY146" fmla="*/ 68104 h 122406"/>
                <a:gd name="csX147" fmla="*/ 39565 w 125693"/>
                <a:gd name="csY147" fmla="*/ 68096 h 122406"/>
                <a:gd name="csX148" fmla="*/ 41725 w 125693"/>
                <a:gd name="csY148" fmla="*/ 68606 h 122406"/>
                <a:gd name="csX149" fmla="*/ 39816 w 125693"/>
                <a:gd name="csY149" fmla="*/ 66932 h 122406"/>
                <a:gd name="csX150" fmla="*/ 37434 w 125693"/>
                <a:gd name="csY150" fmla="*/ 65289 h 122406"/>
                <a:gd name="csX151" fmla="*/ 31272 w 125693"/>
                <a:gd name="csY151" fmla="*/ 58746 h 122406"/>
                <a:gd name="csX152" fmla="*/ 29430 w 125693"/>
                <a:gd name="csY152" fmla="*/ 55641 h 122406"/>
                <a:gd name="csX153" fmla="*/ 29217 w 125693"/>
                <a:gd name="csY153" fmla="*/ 52294 h 122406"/>
                <a:gd name="csX154" fmla="*/ 29674 w 125693"/>
                <a:gd name="csY154" fmla="*/ 47698 h 122406"/>
                <a:gd name="csX155" fmla="*/ 28563 w 125693"/>
                <a:gd name="csY155" fmla="*/ 44396 h 122406"/>
                <a:gd name="csX156" fmla="*/ 23807 w 125693"/>
                <a:gd name="csY156" fmla="*/ 40112 h 122406"/>
                <a:gd name="csX157" fmla="*/ 22065 w 125693"/>
                <a:gd name="csY157" fmla="*/ 37852 h 122406"/>
                <a:gd name="csX158" fmla="*/ 18557 w 125693"/>
                <a:gd name="csY158" fmla="*/ 36506 h 122406"/>
                <a:gd name="csX159" fmla="*/ 16983 w 125693"/>
                <a:gd name="csY159" fmla="*/ 36635 h 122406"/>
                <a:gd name="csX160" fmla="*/ 16039 w 125693"/>
                <a:gd name="csY160" fmla="*/ 38309 h 122406"/>
                <a:gd name="csX161" fmla="*/ 15354 w 125693"/>
                <a:gd name="csY161" fmla="*/ 42022 h 122406"/>
                <a:gd name="csX162" fmla="*/ 12242 w 125693"/>
                <a:gd name="csY162" fmla="*/ 46907 h 122406"/>
                <a:gd name="csX163" fmla="*/ 11208 w 125693"/>
                <a:gd name="csY163" fmla="*/ 49022 h 122406"/>
                <a:gd name="csX164" fmla="*/ 9579 w 125693"/>
                <a:gd name="csY164" fmla="*/ 51769 h 122406"/>
                <a:gd name="csX165" fmla="*/ 8164 w 125693"/>
                <a:gd name="csY165" fmla="*/ 51959 h 122406"/>
                <a:gd name="csX166" fmla="*/ 7335 w 125693"/>
                <a:gd name="csY166" fmla="*/ 51715 h 122406"/>
                <a:gd name="csX167" fmla="*/ 4809 w 125693"/>
                <a:gd name="csY167" fmla="*/ 47089 h 122406"/>
                <a:gd name="csX168" fmla="*/ 2397 w 125693"/>
                <a:gd name="csY168" fmla="*/ 43574 h 122406"/>
                <a:gd name="csX169" fmla="*/ 2062 w 125693"/>
                <a:gd name="csY169" fmla="*/ 41908 h 122406"/>
                <a:gd name="csX170" fmla="*/ 1841 w 125693"/>
                <a:gd name="csY170" fmla="*/ 39853 h 122406"/>
                <a:gd name="csX171" fmla="*/ 0 w 125693"/>
                <a:gd name="csY171" fmla="*/ 32268 h 122406"/>
                <a:gd name="csX172" fmla="*/ 1294 w 125693"/>
                <a:gd name="csY172" fmla="*/ 31203 h 122406"/>
                <a:gd name="csX173" fmla="*/ 2093 w 125693"/>
                <a:gd name="csY173" fmla="*/ 32420 h 122406"/>
                <a:gd name="csX174" fmla="*/ 7715 w 125693"/>
                <a:gd name="csY174" fmla="*/ 33888 h 122406"/>
                <a:gd name="csX175" fmla="*/ 8933 w 125693"/>
                <a:gd name="csY175" fmla="*/ 33242 h 122406"/>
                <a:gd name="csX176" fmla="*/ 9670 w 125693"/>
                <a:gd name="csY176" fmla="*/ 32245 h 122406"/>
                <a:gd name="csX177" fmla="*/ 9670 w 125693"/>
                <a:gd name="csY177" fmla="*/ 31614 h 122406"/>
                <a:gd name="csX178" fmla="*/ 10150 w 125693"/>
                <a:gd name="csY178" fmla="*/ 31431 h 122406"/>
                <a:gd name="csX179" fmla="*/ 12128 w 125693"/>
                <a:gd name="csY179" fmla="*/ 32390 h 122406"/>
                <a:gd name="csX180" fmla="*/ 13741 w 125693"/>
                <a:gd name="csY180" fmla="*/ 32169 h 122406"/>
                <a:gd name="csX181" fmla="*/ 16343 w 125693"/>
                <a:gd name="csY181" fmla="*/ 32123 h 122406"/>
                <a:gd name="csX182" fmla="*/ 18200 w 125693"/>
                <a:gd name="csY182" fmla="*/ 32283 h 122406"/>
                <a:gd name="csX183" fmla="*/ 19432 w 125693"/>
                <a:gd name="csY183" fmla="*/ 31545 h 122406"/>
                <a:gd name="csX184" fmla="*/ 21091 w 125693"/>
                <a:gd name="csY184" fmla="*/ 28829 h 122406"/>
                <a:gd name="csX185" fmla="*/ 21707 w 125693"/>
                <a:gd name="csY185" fmla="*/ 27307 h 122406"/>
                <a:gd name="csX186" fmla="*/ 22453 w 125693"/>
                <a:gd name="csY186" fmla="*/ 26942 h 122406"/>
                <a:gd name="csX187" fmla="*/ 22940 w 125693"/>
                <a:gd name="csY187" fmla="*/ 27124 h 122406"/>
                <a:gd name="csX188" fmla="*/ 23298 w 125693"/>
                <a:gd name="csY188" fmla="*/ 28380 h 122406"/>
                <a:gd name="csX189" fmla="*/ 24172 w 125693"/>
                <a:gd name="csY189" fmla="*/ 29551 h 122406"/>
                <a:gd name="csX190" fmla="*/ 25968 w 125693"/>
                <a:gd name="csY190" fmla="*/ 31461 h 122406"/>
                <a:gd name="csX191" fmla="*/ 27239 w 125693"/>
                <a:gd name="csY191" fmla="*/ 32382 h 122406"/>
                <a:gd name="csX192" fmla="*/ 28388 w 125693"/>
                <a:gd name="csY192" fmla="*/ 32709 h 122406"/>
                <a:gd name="csX193" fmla="*/ 29514 w 125693"/>
                <a:gd name="csY193" fmla="*/ 31941 h 122406"/>
                <a:gd name="csX194" fmla="*/ 30678 w 125693"/>
                <a:gd name="csY194" fmla="*/ 31720 h 122406"/>
                <a:gd name="csX195" fmla="*/ 34011 w 125693"/>
                <a:gd name="csY195" fmla="*/ 33211 h 122406"/>
                <a:gd name="csX196" fmla="*/ 36826 w 125693"/>
                <a:gd name="csY196" fmla="*/ 33493 h 122406"/>
                <a:gd name="csX197" fmla="*/ 38903 w 125693"/>
                <a:gd name="csY197" fmla="*/ 32717 h 122406"/>
                <a:gd name="csX198" fmla="*/ 38629 w 125693"/>
                <a:gd name="csY198" fmla="*/ 31644 h 122406"/>
                <a:gd name="csX199" fmla="*/ 37868 w 125693"/>
                <a:gd name="csY199" fmla="*/ 30449 h 122406"/>
                <a:gd name="csX200" fmla="*/ 37708 w 125693"/>
                <a:gd name="csY200" fmla="*/ 29293 h 122406"/>
                <a:gd name="csX201" fmla="*/ 37845 w 125693"/>
                <a:gd name="csY201" fmla="*/ 28289 h 122406"/>
                <a:gd name="csX202" fmla="*/ 39276 w 125693"/>
                <a:gd name="csY202" fmla="*/ 27292 h 122406"/>
                <a:gd name="csX203" fmla="*/ 39207 w 125693"/>
                <a:gd name="csY203" fmla="*/ 26851 h 122406"/>
                <a:gd name="csX204" fmla="*/ 37480 w 125693"/>
                <a:gd name="csY204" fmla="*/ 25093 h 122406"/>
                <a:gd name="csX205" fmla="*/ 37564 w 125693"/>
                <a:gd name="csY205" fmla="*/ 24636 h 122406"/>
                <a:gd name="csX206" fmla="*/ 41345 w 125693"/>
                <a:gd name="csY206" fmla="*/ 22651 h 122406"/>
                <a:gd name="csX207" fmla="*/ 44990 w 125693"/>
                <a:gd name="csY207" fmla="*/ 21540 h 122406"/>
                <a:gd name="csX208" fmla="*/ 45576 w 125693"/>
                <a:gd name="csY208" fmla="*/ 20680 h 122406"/>
                <a:gd name="csX209" fmla="*/ 45910 w 125693"/>
                <a:gd name="csY209" fmla="*/ 19386 h 122406"/>
                <a:gd name="csX210" fmla="*/ 46070 w 125693"/>
                <a:gd name="csY210" fmla="*/ 16959 h 122406"/>
                <a:gd name="csX211" fmla="*/ 45872 w 125693"/>
                <a:gd name="csY211" fmla="*/ 14974 h 122406"/>
                <a:gd name="csX212" fmla="*/ 44396 w 125693"/>
                <a:gd name="csY212" fmla="*/ 13109 h 122406"/>
                <a:gd name="csX213" fmla="*/ 44305 w 125693"/>
                <a:gd name="csY213" fmla="*/ 12166 h 122406"/>
                <a:gd name="csX214" fmla="*/ 44655 w 125693"/>
                <a:gd name="csY214" fmla="*/ 11185 h 122406"/>
                <a:gd name="csX215" fmla="*/ 45233 w 125693"/>
                <a:gd name="csY215" fmla="*/ 10294 h 122406"/>
                <a:gd name="csX216" fmla="*/ 46694 w 125693"/>
                <a:gd name="csY216" fmla="*/ 9914 h 122406"/>
                <a:gd name="csX217" fmla="*/ 48406 w 125693"/>
                <a:gd name="csY217" fmla="*/ 9275 h 122406"/>
                <a:gd name="csX218" fmla="*/ 49760 w 125693"/>
                <a:gd name="csY218" fmla="*/ 8537 h 122406"/>
                <a:gd name="csX219" fmla="*/ 51586 w 125693"/>
                <a:gd name="csY219" fmla="*/ 7928 h 122406"/>
                <a:gd name="csX220" fmla="*/ 53025 w 125693"/>
                <a:gd name="csY220" fmla="*/ 7076 h 122406"/>
                <a:gd name="csX221" fmla="*/ 54432 w 125693"/>
                <a:gd name="csY221" fmla="*/ 5044 h 122406"/>
                <a:gd name="csX222" fmla="*/ 55284 w 125693"/>
                <a:gd name="csY222" fmla="*/ 4710 h 122406"/>
                <a:gd name="csX223" fmla="*/ 57863 w 125693"/>
                <a:gd name="csY223" fmla="*/ 4999 h 122406"/>
                <a:gd name="csX224" fmla="*/ 58419 w 125693"/>
                <a:gd name="csY224" fmla="*/ 4496 h 122406"/>
                <a:gd name="csX225" fmla="*/ 58061 w 125693"/>
                <a:gd name="csY225" fmla="*/ 1575 h 122406"/>
                <a:gd name="csX226" fmla="*/ 58525 w 125693"/>
                <a:gd name="csY226" fmla="*/ 829 h 122406"/>
                <a:gd name="csX227" fmla="*/ 59438 w 125693"/>
                <a:gd name="csY227" fmla="*/ 411 h 122406"/>
                <a:gd name="csX228" fmla="*/ 59865 w 125693"/>
                <a:gd name="csY228" fmla="*/ 0 h 122406"/>
                <a:gd name="csX229" fmla="*/ 62140 w 125693"/>
                <a:gd name="csY229" fmla="*/ 320 h 122406"/>
                <a:gd name="csX230" fmla="*/ 64095 w 125693"/>
                <a:gd name="csY230" fmla="*/ 1042 h 122406"/>
                <a:gd name="csX231" fmla="*/ 27673 w 125693"/>
                <a:gd name="csY231" fmla="*/ 47485 h 122406"/>
                <a:gd name="csX232" fmla="*/ 25040 w 125693"/>
                <a:gd name="csY232" fmla="*/ 48132 h 122406"/>
                <a:gd name="csX233" fmla="*/ 23785 w 125693"/>
                <a:gd name="csY233" fmla="*/ 46975 h 122406"/>
                <a:gd name="csX234" fmla="*/ 23457 w 125693"/>
                <a:gd name="csY234" fmla="*/ 46024 h 122406"/>
                <a:gd name="csX235" fmla="*/ 21289 w 125693"/>
                <a:gd name="csY235" fmla="*/ 45720 h 122406"/>
                <a:gd name="csX236" fmla="*/ 19980 w 125693"/>
                <a:gd name="csY236" fmla="*/ 44404 h 122406"/>
                <a:gd name="csX237" fmla="*/ 19714 w 125693"/>
                <a:gd name="csY237" fmla="*/ 43817 h 122406"/>
                <a:gd name="csX238" fmla="*/ 21570 w 125693"/>
                <a:gd name="csY238" fmla="*/ 42364 h 122406"/>
                <a:gd name="csX239" fmla="*/ 22560 w 125693"/>
                <a:gd name="csY239" fmla="*/ 40013 h 122406"/>
                <a:gd name="csX240" fmla="*/ 23815 w 125693"/>
                <a:gd name="csY240" fmla="*/ 41428 h 122406"/>
                <a:gd name="csX241" fmla="*/ 25337 w 125693"/>
                <a:gd name="csY241" fmla="*/ 44084 h 122406"/>
                <a:gd name="csX242" fmla="*/ 26151 w 125693"/>
                <a:gd name="csY242" fmla="*/ 44822 h 122406"/>
                <a:gd name="csX243" fmla="*/ 27673 w 125693"/>
                <a:gd name="csY243" fmla="*/ 47485 h 122406"/>
                <a:gd name="csX244" fmla="*/ 20787 w 125693"/>
                <a:gd name="csY244" fmla="*/ 56996 h 122406"/>
                <a:gd name="csX245" fmla="*/ 20619 w 125693"/>
                <a:gd name="csY245" fmla="*/ 58152 h 122406"/>
                <a:gd name="csX246" fmla="*/ 19326 w 125693"/>
                <a:gd name="csY246" fmla="*/ 56684 h 122406"/>
                <a:gd name="csX247" fmla="*/ 18672 w 125693"/>
                <a:gd name="csY247" fmla="*/ 54051 h 122406"/>
                <a:gd name="csX248" fmla="*/ 17036 w 125693"/>
                <a:gd name="csY248" fmla="*/ 49783 h 122406"/>
                <a:gd name="csX249" fmla="*/ 16823 w 125693"/>
                <a:gd name="csY249" fmla="*/ 48580 h 122406"/>
                <a:gd name="csX250" fmla="*/ 17667 w 125693"/>
                <a:gd name="csY250" fmla="*/ 47394 h 122406"/>
                <a:gd name="csX251" fmla="*/ 17622 w 125693"/>
                <a:gd name="csY251" fmla="*/ 46184 h 122406"/>
                <a:gd name="csX252" fmla="*/ 16465 w 125693"/>
                <a:gd name="csY252" fmla="*/ 42425 h 122406"/>
                <a:gd name="csX253" fmla="*/ 17431 w 125693"/>
                <a:gd name="csY253" fmla="*/ 41809 h 122406"/>
                <a:gd name="csX254" fmla="*/ 18010 w 125693"/>
                <a:gd name="csY254" fmla="*/ 41733 h 122406"/>
                <a:gd name="csX255" fmla="*/ 18245 w 125693"/>
                <a:gd name="csY255" fmla="*/ 44342 h 122406"/>
                <a:gd name="csX256" fmla="*/ 18771 w 125693"/>
                <a:gd name="csY256" fmla="*/ 45842 h 122406"/>
                <a:gd name="csX257" fmla="*/ 20345 w 125693"/>
                <a:gd name="csY257" fmla="*/ 47683 h 122406"/>
                <a:gd name="csX258" fmla="*/ 20026 w 125693"/>
                <a:gd name="csY258" fmla="*/ 50719 h 122406"/>
                <a:gd name="csX259" fmla="*/ 20345 w 125693"/>
                <a:gd name="csY259" fmla="*/ 55032 h 122406"/>
                <a:gd name="csX260" fmla="*/ 20665 w 125693"/>
                <a:gd name="csY260" fmla="*/ 55991 h 122406"/>
                <a:gd name="csX261" fmla="*/ 20787 w 125693"/>
                <a:gd name="csY261" fmla="*/ 56996 h 122406"/>
                <a:gd name="csX262" fmla="*/ 28122 w 125693"/>
                <a:gd name="csY262" fmla="*/ 54036 h 122406"/>
                <a:gd name="csX263" fmla="*/ 28662 w 125693"/>
                <a:gd name="csY263" fmla="*/ 55360 h 122406"/>
                <a:gd name="csX264" fmla="*/ 26653 w 125693"/>
                <a:gd name="csY264" fmla="*/ 54165 h 122406"/>
                <a:gd name="csX265" fmla="*/ 24850 w 125693"/>
                <a:gd name="csY265" fmla="*/ 53709 h 122406"/>
                <a:gd name="csX266" fmla="*/ 24469 w 125693"/>
                <a:gd name="csY266" fmla="*/ 52811 h 122406"/>
                <a:gd name="csX267" fmla="*/ 24728 w 125693"/>
                <a:gd name="csY267" fmla="*/ 52073 h 122406"/>
                <a:gd name="csX268" fmla="*/ 25116 w 125693"/>
                <a:gd name="csY268" fmla="*/ 51358 h 122406"/>
                <a:gd name="csX269" fmla="*/ 26478 w 125693"/>
                <a:gd name="csY269" fmla="*/ 51457 h 122406"/>
                <a:gd name="csX270" fmla="*/ 26683 w 125693"/>
                <a:gd name="csY270" fmla="*/ 52157 h 122406"/>
                <a:gd name="csX271" fmla="*/ 28122 w 125693"/>
                <a:gd name="csY271" fmla="*/ 54036 h 122406"/>
                <a:gd name="csX272" fmla="*/ 35745 w 125693"/>
                <a:gd name="csY272" fmla="*/ 66674 h 122406"/>
                <a:gd name="csX273" fmla="*/ 35198 w 125693"/>
                <a:gd name="csY273" fmla="*/ 67465 h 122406"/>
                <a:gd name="csX274" fmla="*/ 33813 w 125693"/>
                <a:gd name="csY274" fmla="*/ 66012 h 122406"/>
                <a:gd name="csX275" fmla="*/ 32542 w 125693"/>
                <a:gd name="csY275" fmla="*/ 64977 h 122406"/>
                <a:gd name="csX276" fmla="*/ 31637 w 125693"/>
                <a:gd name="csY276" fmla="*/ 63744 h 122406"/>
                <a:gd name="csX277" fmla="*/ 29856 w 125693"/>
                <a:gd name="csY277" fmla="*/ 62208 h 122406"/>
                <a:gd name="csX278" fmla="*/ 29255 w 125693"/>
                <a:gd name="csY278" fmla="*/ 60450 h 122406"/>
                <a:gd name="csX279" fmla="*/ 26600 w 125693"/>
                <a:gd name="csY279" fmla="*/ 56859 h 122406"/>
                <a:gd name="csX280" fmla="*/ 26204 w 125693"/>
                <a:gd name="csY280" fmla="*/ 55885 h 122406"/>
                <a:gd name="csX281" fmla="*/ 27528 w 125693"/>
                <a:gd name="csY281" fmla="*/ 57338 h 122406"/>
                <a:gd name="csX282" fmla="*/ 28631 w 125693"/>
                <a:gd name="csY282" fmla="*/ 58251 h 122406"/>
                <a:gd name="csX283" fmla="*/ 29544 w 125693"/>
                <a:gd name="csY283" fmla="*/ 58472 h 122406"/>
                <a:gd name="csX284" fmla="*/ 31857 w 125693"/>
                <a:gd name="csY284" fmla="*/ 60762 h 122406"/>
                <a:gd name="csX285" fmla="*/ 34132 w 125693"/>
                <a:gd name="csY285" fmla="*/ 63699 h 122406"/>
                <a:gd name="csX286" fmla="*/ 36841 w 125693"/>
                <a:gd name="csY286" fmla="*/ 66248 h 122406"/>
                <a:gd name="csX287" fmla="*/ 36278 w 125693"/>
                <a:gd name="csY287" fmla="*/ 66324 h 122406"/>
                <a:gd name="csX288" fmla="*/ 35745 w 125693"/>
                <a:gd name="csY288" fmla="*/ 66674 h 122406"/>
                <a:gd name="csX289" fmla="*/ 35753 w 125693"/>
                <a:gd name="csY289" fmla="*/ 78931 h 122406"/>
                <a:gd name="csX290" fmla="*/ 36057 w 125693"/>
                <a:gd name="csY290" fmla="*/ 79365 h 122406"/>
                <a:gd name="csX291" fmla="*/ 36027 w 125693"/>
                <a:gd name="csY291" fmla="*/ 79662 h 122406"/>
                <a:gd name="csX292" fmla="*/ 34916 w 125693"/>
                <a:gd name="csY292" fmla="*/ 79243 h 122406"/>
                <a:gd name="csX293" fmla="*/ 34619 w 125693"/>
                <a:gd name="csY293" fmla="*/ 79380 h 122406"/>
                <a:gd name="csX294" fmla="*/ 29392 w 125693"/>
                <a:gd name="csY294" fmla="*/ 72920 h 122406"/>
                <a:gd name="csX295" fmla="*/ 28829 w 125693"/>
                <a:gd name="csY295" fmla="*/ 71657 h 122406"/>
                <a:gd name="csX296" fmla="*/ 30701 w 125693"/>
                <a:gd name="csY296" fmla="*/ 73164 h 122406"/>
                <a:gd name="csX297" fmla="*/ 35753 w 125693"/>
                <a:gd name="csY297" fmla="*/ 78931 h 122406"/>
                <a:gd name="csX298" fmla="*/ 36651 w 125693"/>
                <a:gd name="csY298" fmla="*/ 74792 h 122406"/>
                <a:gd name="csX299" fmla="*/ 36985 w 125693"/>
                <a:gd name="csY299" fmla="*/ 75834 h 122406"/>
                <a:gd name="csX300" fmla="*/ 34323 w 125693"/>
                <a:gd name="csY300" fmla="*/ 73871 h 122406"/>
                <a:gd name="csX301" fmla="*/ 33311 w 125693"/>
                <a:gd name="csY301" fmla="*/ 72555 h 122406"/>
                <a:gd name="csX302" fmla="*/ 33128 w 125693"/>
                <a:gd name="csY302" fmla="*/ 71962 h 122406"/>
                <a:gd name="csX303" fmla="*/ 36651 w 125693"/>
                <a:gd name="csY303" fmla="*/ 74792 h 122406"/>
                <a:gd name="csX304" fmla="*/ 39648 w 125693"/>
                <a:gd name="csY304" fmla="*/ 77409 h 122406"/>
                <a:gd name="csX305" fmla="*/ 41056 w 125693"/>
                <a:gd name="csY305" fmla="*/ 79608 h 122406"/>
                <a:gd name="csX306" fmla="*/ 39710 w 125693"/>
                <a:gd name="csY306" fmla="*/ 79152 h 122406"/>
                <a:gd name="csX307" fmla="*/ 38309 w 125693"/>
                <a:gd name="csY307" fmla="*/ 77797 h 122406"/>
                <a:gd name="csX308" fmla="*/ 37487 w 125693"/>
                <a:gd name="csY308" fmla="*/ 76321 h 122406"/>
                <a:gd name="csX309" fmla="*/ 39648 w 125693"/>
                <a:gd name="csY309" fmla="*/ 77409 h 122406"/>
                <a:gd name="csX310" fmla="*/ 69839 w 125693"/>
                <a:gd name="csY310" fmla="*/ 98074 h 122406"/>
                <a:gd name="csX311" fmla="*/ 66469 w 125693"/>
                <a:gd name="csY311" fmla="*/ 98150 h 122406"/>
                <a:gd name="csX312" fmla="*/ 63539 w 125693"/>
                <a:gd name="csY312" fmla="*/ 97618 h 122406"/>
                <a:gd name="csX313" fmla="*/ 62109 w 125693"/>
                <a:gd name="csY313" fmla="*/ 96712 h 122406"/>
                <a:gd name="csX314" fmla="*/ 62215 w 125693"/>
                <a:gd name="csY314" fmla="*/ 95944 h 122406"/>
                <a:gd name="csX315" fmla="*/ 62657 w 125693"/>
                <a:gd name="csY315" fmla="*/ 94666 h 122406"/>
                <a:gd name="csX316" fmla="*/ 65921 w 125693"/>
                <a:gd name="csY316" fmla="*/ 94818 h 122406"/>
                <a:gd name="csX317" fmla="*/ 70889 w 125693"/>
                <a:gd name="csY317" fmla="*/ 95723 h 122406"/>
                <a:gd name="csX318" fmla="*/ 72107 w 125693"/>
                <a:gd name="csY318" fmla="*/ 96781 h 122406"/>
                <a:gd name="csX319" fmla="*/ 71726 w 125693"/>
                <a:gd name="csY319" fmla="*/ 97268 h 122406"/>
                <a:gd name="csX320" fmla="*/ 69839 w 125693"/>
                <a:gd name="csY320" fmla="*/ 98074 h 122406"/>
                <a:gd name="csX321" fmla="*/ 78566 w 125693"/>
                <a:gd name="csY321" fmla="*/ 102305 h 122406"/>
                <a:gd name="csX322" fmla="*/ 77075 w 125693"/>
                <a:gd name="csY322" fmla="*/ 102609 h 122406"/>
                <a:gd name="csX323" fmla="*/ 67572 w 125693"/>
                <a:gd name="csY323" fmla="*/ 102381 h 122406"/>
                <a:gd name="csX324" fmla="*/ 64810 w 125693"/>
                <a:gd name="csY324" fmla="*/ 101772 h 122406"/>
                <a:gd name="csX325" fmla="*/ 61736 w 125693"/>
                <a:gd name="csY325" fmla="*/ 100212 h 122406"/>
                <a:gd name="csX326" fmla="*/ 61112 w 125693"/>
                <a:gd name="csY326" fmla="*/ 99733 h 122406"/>
                <a:gd name="csX327" fmla="*/ 64201 w 125693"/>
                <a:gd name="csY327" fmla="*/ 99276 h 122406"/>
                <a:gd name="csX328" fmla="*/ 67077 w 125693"/>
                <a:gd name="csY328" fmla="*/ 99733 h 122406"/>
                <a:gd name="csX329" fmla="*/ 67960 w 125693"/>
                <a:gd name="csY329" fmla="*/ 100867 h 122406"/>
                <a:gd name="csX330" fmla="*/ 75728 w 125693"/>
                <a:gd name="csY330" fmla="*/ 101772 h 122406"/>
                <a:gd name="csX331" fmla="*/ 78566 w 125693"/>
                <a:gd name="csY331" fmla="*/ 102305 h 122406"/>
                <a:gd name="csX332" fmla="*/ 88678 w 125693"/>
                <a:gd name="csY332" fmla="*/ 108962 h 122406"/>
                <a:gd name="csX333" fmla="*/ 90230 w 125693"/>
                <a:gd name="csY333" fmla="*/ 108429 h 122406"/>
                <a:gd name="csX334" fmla="*/ 91547 w 125693"/>
                <a:gd name="csY334" fmla="*/ 108817 h 122406"/>
                <a:gd name="csX335" fmla="*/ 92383 w 125693"/>
                <a:gd name="csY335" fmla="*/ 110476 h 122406"/>
                <a:gd name="csX336" fmla="*/ 94034 w 125693"/>
                <a:gd name="csY336" fmla="*/ 111572 h 122406"/>
                <a:gd name="csX337" fmla="*/ 96720 w 125693"/>
                <a:gd name="csY337" fmla="*/ 113489 h 122406"/>
                <a:gd name="csX338" fmla="*/ 98417 w 125693"/>
                <a:gd name="csY338" fmla="*/ 114958 h 122406"/>
                <a:gd name="csX339" fmla="*/ 102259 w 125693"/>
                <a:gd name="csY339" fmla="*/ 117590 h 122406"/>
                <a:gd name="csX340" fmla="*/ 103172 w 125693"/>
                <a:gd name="csY340" fmla="*/ 117955 h 122406"/>
                <a:gd name="csX341" fmla="*/ 105090 w 125693"/>
                <a:gd name="csY341" fmla="*/ 118739 h 122406"/>
                <a:gd name="csX342" fmla="*/ 105128 w 125693"/>
                <a:gd name="csY342" fmla="*/ 119804 h 122406"/>
                <a:gd name="csX343" fmla="*/ 105950 w 125693"/>
                <a:gd name="csY343" fmla="*/ 121014 h 122406"/>
                <a:gd name="csX344" fmla="*/ 106817 w 125693"/>
                <a:gd name="csY344" fmla="*/ 122406 h 122406"/>
                <a:gd name="csX345" fmla="*/ 102875 w 125693"/>
                <a:gd name="csY345" fmla="*/ 119667 h 122406"/>
                <a:gd name="csX346" fmla="*/ 99201 w 125693"/>
                <a:gd name="csY346" fmla="*/ 116601 h 122406"/>
                <a:gd name="csX347" fmla="*/ 92011 w 125693"/>
                <a:gd name="csY347" fmla="*/ 111868 h 122406"/>
                <a:gd name="csX348" fmla="*/ 86913 w 125693"/>
                <a:gd name="csY348" fmla="*/ 110720 h 122406"/>
                <a:gd name="csX349" fmla="*/ 79936 w 125693"/>
                <a:gd name="csY349" fmla="*/ 106908 h 122406"/>
                <a:gd name="csX350" fmla="*/ 75393 w 125693"/>
                <a:gd name="csY350" fmla="*/ 105553 h 122406"/>
                <a:gd name="csX351" fmla="*/ 77128 w 125693"/>
                <a:gd name="csY351" fmla="*/ 105242 h 122406"/>
                <a:gd name="csX352" fmla="*/ 79122 w 125693"/>
                <a:gd name="csY352" fmla="*/ 105234 h 122406"/>
                <a:gd name="csX353" fmla="*/ 89880 w 125693"/>
                <a:gd name="csY353" fmla="*/ 110324 h 122406"/>
                <a:gd name="csX354" fmla="*/ 88678 w 125693"/>
                <a:gd name="csY354" fmla="*/ 108962 h 122406"/>
                <a:gd name="csX355" fmla="*/ 66971 w 125693"/>
                <a:gd name="csY355" fmla="*/ 106071 h 122406"/>
                <a:gd name="csX356" fmla="*/ 70920 w 125693"/>
                <a:gd name="csY356" fmla="*/ 106885 h 122406"/>
                <a:gd name="csX357" fmla="*/ 73811 w 125693"/>
                <a:gd name="csY357" fmla="*/ 106512 h 122406"/>
                <a:gd name="csX358" fmla="*/ 76428 w 125693"/>
                <a:gd name="csY358" fmla="*/ 107014 h 122406"/>
                <a:gd name="csX359" fmla="*/ 78057 w 125693"/>
                <a:gd name="csY359" fmla="*/ 107935 h 122406"/>
                <a:gd name="csX360" fmla="*/ 78444 w 125693"/>
                <a:gd name="csY360" fmla="*/ 108391 h 122406"/>
                <a:gd name="csX361" fmla="*/ 76337 w 125693"/>
                <a:gd name="csY361" fmla="*/ 108452 h 122406"/>
                <a:gd name="csX362" fmla="*/ 73948 w 125693"/>
                <a:gd name="csY362" fmla="*/ 108079 h 122406"/>
                <a:gd name="csX363" fmla="*/ 71239 w 125693"/>
                <a:gd name="csY363" fmla="*/ 109015 h 122406"/>
                <a:gd name="csX364" fmla="*/ 68850 w 125693"/>
                <a:gd name="csY364" fmla="*/ 108521 h 122406"/>
                <a:gd name="csX365" fmla="*/ 67945 w 125693"/>
                <a:gd name="csY365" fmla="*/ 107904 h 122406"/>
                <a:gd name="csX366" fmla="*/ 67305 w 125693"/>
                <a:gd name="csY366" fmla="*/ 107144 h 122406"/>
                <a:gd name="csX367" fmla="*/ 66971 w 125693"/>
                <a:gd name="csY367" fmla="*/ 106071 h 122406"/>
                <a:gd name="csX368" fmla="*/ 87408 w 125693"/>
                <a:gd name="csY368" fmla="*/ 112675 h 122406"/>
                <a:gd name="csX369" fmla="*/ 90322 w 125693"/>
                <a:gd name="csY369" fmla="*/ 114661 h 122406"/>
                <a:gd name="csX370" fmla="*/ 81777 w 125693"/>
                <a:gd name="csY370" fmla="*/ 112051 h 122406"/>
                <a:gd name="csX371" fmla="*/ 82743 w 125693"/>
                <a:gd name="csY371" fmla="*/ 111815 h 122406"/>
                <a:gd name="csX372" fmla="*/ 83649 w 125693"/>
                <a:gd name="csY372" fmla="*/ 111762 h 122406"/>
                <a:gd name="csX373" fmla="*/ 87408 w 125693"/>
                <a:gd name="csY373" fmla="*/ 112675 h 1224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Lst>
              <a:rect l="l" t="t" r="r" b="b"/>
              <a:pathLst>
                <a:path w="125693" h="122406">
                  <a:moveTo>
                    <a:pt x="64095" y="1042"/>
                  </a:moveTo>
                  <a:lnTo>
                    <a:pt x="65244" y="1506"/>
                  </a:lnTo>
                  <a:lnTo>
                    <a:pt x="69048" y="3622"/>
                  </a:lnTo>
                  <a:lnTo>
                    <a:pt x="71680" y="6003"/>
                  </a:lnTo>
                  <a:lnTo>
                    <a:pt x="73141" y="8643"/>
                  </a:lnTo>
                  <a:lnTo>
                    <a:pt x="75120" y="10682"/>
                  </a:lnTo>
                  <a:lnTo>
                    <a:pt x="77615" y="12128"/>
                  </a:lnTo>
                  <a:lnTo>
                    <a:pt x="79593" y="14083"/>
                  </a:lnTo>
                  <a:lnTo>
                    <a:pt x="81054" y="16549"/>
                  </a:lnTo>
                  <a:lnTo>
                    <a:pt x="83101" y="17933"/>
                  </a:lnTo>
                  <a:lnTo>
                    <a:pt x="85726" y="18230"/>
                  </a:lnTo>
                  <a:lnTo>
                    <a:pt x="87385" y="19075"/>
                  </a:lnTo>
                  <a:lnTo>
                    <a:pt x="88085" y="20467"/>
                  </a:lnTo>
                  <a:lnTo>
                    <a:pt x="89515" y="21722"/>
                  </a:lnTo>
                  <a:lnTo>
                    <a:pt x="91668" y="22848"/>
                  </a:lnTo>
                  <a:lnTo>
                    <a:pt x="95008" y="23465"/>
                  </a:lnTo>
                  <a:lnTo>
                    <a:pt x="101415" y="23617"/>
                  </a:lnTo>
                  <a:lnTo>
                    <a:pt x="101986" y="23647"/>
                  </a:lnTo>
                  <a:lnTo>
                    <a:pt x="103431" y="23997"/>
                  </a:lnTo>
                  <a:lnTo>
                    <a:pt x="105120" y="23556"/>
                  </a:lnTo>
                  <a:lnTo>
                    <a:pt x="107182" y="22681"/>
                  </a:lnTo>
                  <a:lnTo>
                    <a:pt x="107844" y="22156"/>
                  </a:lnTo>
                  <a:lnTo>
                    <a:pt x="110005" y="19280"/>
                  </a:lnTo>
                  <a:lnTo>
                    <a:pt x="111200" y="19531"/>
                  </a:lnTo>
                  <a:lnTo>
                    <a:pt x="113573" y="19181"/>
                  </a:lnTo>
                  <a:lnTo>
                    <a:pt x="115011" y="18542"/>
                  </a:lnTo>
                  <a:lnTo>
                    <a:pt x="115118" y="18542"/>
                  </a:lnTo>
                  <a:lnTo>
                    <a:pt x="115027" y="19280"/>
                  </a:lnTo>
                  <a:lnTo>
                    <a:pt x="114867" y="20566"/>
                  </a:lnTo>
                  <a:lnTo>
                    <a:pt x="113703" y="21471"/>
                  </a:lnTo>
                  <a:lnTo>
                    <a:pt x="114882" y="23564"/>
                  </a:lnTo>
                  <a:lnTo>
                    <a:pt x="116008" y="26957"/>
                  </a:lnTo>
                  <a:lnTo>
                    <a:pt x="115376" y="28631"/>
                  </a:lnTo>
                  <a:lnTo>
                    <a:pt x="116145" y="29932"/>
                  </a:lnTo>
                  <a:lnTo>
                    <a:pt x="118306" y="30868"/>
                  </a:lnTo>
                  <a:lnTo>
                    <a:pt x="118504" y="31241"/>
                  </a:lnTo>
                  <a:lnTo>
                    <a:pt x="117842" y="31629"/>
                  </a:lnTo>
                  <a:lnTo>
                    <a:pt x="117294" y="32732"/>
                  </a:lnTo>
                  <a:lnTo>
                    <a:pt x="117233" y="34741"/>
                  </a:lnTo>
                  <a:lnTo>
                    <a:pt x="119120" y="36643"/>
                  </a:lnTo>
                  <a:lnTo>
                    <a:pt x="122955" y="38423"/>
                  </a:lnTo>
                  <a:lnTo>
                    <a:pt x="124180" y="38720"/>
                  </a:lnTo>
                  <a:lnTo>
                    <a:pt x="124651" y="39405"/>
                  </a:lnTo>
                  <a:lnTo>
                    <a:pt x="125291" y="39853"/>
                  </a:lnTo>
                  <a:lnTo>
                    <a:pt x="125671" y="40401"/>
                  </a:lnTo>
                  <a:lnTo>
                    <a:pt x="125694" y="41109"/>
                  </a:lnTo>
                  <a:lnTo>
                    <a:pt x="125412" y="41596"/>
                  </a:lnTo>
                  <a:lnTo>
                    <a:pt x="123594" y="41763"/>
                  </a:lnTo>
                  <a:lnTo>
                    <a:pt x="121524" y="41748"/>
                  </a:lnTo>
                  <a:lnTo>
                    <a:pt x="120048" y="40888"/>
                  </a:lnTo>
                  <a:lnTo>
                    <a:pt x="119911" y="41520"/>
                  </a:lnTo>
                  <a:lnTo>
                    <a:pt x="119888" y="42235"/>
                  </a:lnTo>
                  <a:lnTo>
                    <a:pt x="118458" y="42669"/>
                  </a:lnTo>
                  <a:lnTo>
                    <a:pt x="119249" y="47591"/>
                  </a:lnTo>
                  <a:lnTo>
                    <a:pt x="118930" y="49007"/>
                  </a:lnTo>
                  <a:lnTo>
                    <a:pt x="118405" y="49486"/>
                  </a:lnTo>
                  <a:lnTo>
                    <a:pt x="117918" y="49288"/>
                  </a:lnTo>
                  <a:lnTo>
                    <a:pt x="117317" y="49235"/>
                  </a:lnTo>
                  <a:lnTo>
                    <a:pt x="117020" y="49699"/>
                  </a:lnTo>
                  <a:lnTo>
                    <a:pt x="117271" y="50749"/>
                  </a:lnTo>
                  <a:lnTo>
                    <a:pt x="115863" y="50871"/>
                  </a:lnTo>
                  <a:lnTo>
                    <a:pt x="113627" y="50331"/>
                  </a:lnTo>
                  <a:lnTo>
                    <a:pt x="112599" y="49379"/>
                  </a:lnTo>
                  <a:lnTo>
                    <a:pt x="112424" y="48413"/>
                  </a:lnTo>
                  <a:lnTo>
                    <a:pt x="112409" y="47508"/>
                  </a:lnTo>
                  <a:lnTo>
                    <a:pt x="111694" y="46024"/>
                  </a:lnTo>
                  <a:lnTo>
                    <a:pt x="109914" y="44487"/>
                  </a:lnTo>
                  <a:lnTo>
                    <a:pt x="106193" y="44236"/>
                  </a:lnTo>
                  <a:lnTo>
                    <a:pt x="104816" y="43749"/>
                  </a:lnTo>
                  <a:lnTo>
                    <a:pt x="103393" y="43194"/>
                  </a:lnTo>
                  <a:lnTo>
                    <a:pt x="101841" y="42775"/>
                  </a:lnTo>
                  <a:lnTo>
                    <a:pt x="100410" y="42813"/>
                  </a:lnTo>
                  <a:lnTo>
                    <a:pt x="98683" y="43224"/>
                  </a:lnTo>
                  <a:lnTo>
                    <a:pt x="95670" y="42547"/>
                  </a:lnTo>
                  <a:lnTo>
                    <a:pt x="94651" y="43452"/>
                  </a:lnTo>
                  <a:lnTo>
                    <a:pt x="93068" y="44495"/>
                  </a:lnTo>
                  <a:lnTo>
                    <a:pt x="91752" y="44472"/>
                  </a:lnTo>
                  <a:lnTo>
                    <a:pt x="89135" y="42052"/>
                  </a:lnTo>
                  <a:lnTo>
                    <a:pt x="88351" y="41900"/>
                  </a:lnTo>
                  <a:lnTo>
                    <a:pt x="86061" y="43133"/>
                  </a:lnTo>
                  <a:lnTo>
                    <a:pt x="85125" y="43201"/>
                  </a:lnTo>
                  <a:lnTo>
                    <a:pt x="84410" y="42813"/>
                  </a:lnTo>
                  <a:lnTo>
                    <a:pt x="81313" y="41885"/>
                  </a:lnTo>
                  <a:lnTo>
                    <a:pt x="79913" y="41687"/>
                  </a:lnTo>
                  <a:lnTo>
                    <a:pt x="78886" y="42128"/>
                  </a:lnTo>
                  <a:lnTo>
                    <a:pt x="77067" y="41657"/>
                  </a:lnTo>
                  <a:lnTo>
                    <a:pt x="72654" y="38484"/>
                  </a:lnTo>
                  <a:lnTo>
                    <a:pt x="69923" y="40896"/>
                  </a:lnTo>
                  <a:lnTo>
                    <a:pt x="64369" y="40295"/>
                  </a:lnTo>
                  <a:lnTo>
                    <a:pt x="62718" y="41946"/>
                  </a:lnTo>
                  <a:lnTo>
                    <a:pt x="60830" y="45073"/>
                  </a:lnTo>
                  <a:lnTo>
                    <a:pt x="59301" y="46564"/>
                  </a:lnTo>
                  <a:lnTo>
                    <a:pt x="57970" y="46032"/>
                  </a:lnTo>
                  <a:lnTo>
                    <a:pt x="56395" y="44655"/>
                  </a:lnTo>
                  <a:lnTo>
                    <a:pt x="53641" y="41117"/>
                  </a:lnTo>
                  <a:lnTo>
                    <a:pt x="52248" y="40477"/>
                  </a:lnTo>
                  <a:lnTo>
                    <a:pt x="50651" y="40325"/>
                  </a:lnTo>
                  <a:lnTo>
                    <a:pt x="49258" y="40721"/>
                  </a:lnTo>
                  <a:lnTo>
                    <a:pt x="48513" y="41436"/>
                  </a:lnTo>
                  <a:lnTo>
                    <a:pt x="47942" y="46602"/>
                  </a:lnTo>
                  <a:lnTo>
                    <a:pt x="47440" y="51145"/>
                  </a:lnTo>
                  <a:lnTo>
                    <a:pt x="47409" y="53861"/>
                  </a:lnTo>
                  <a:lnTo>
                    <a:pt x="50468" y="56372"/>
                  </a:lnTo>
                  <a:lnTo>
                    <a:pt x="54082" y="60686"/>
                  </a:lnTo>
                  <a:lnTo>
                    <a:pt x="55238" y="61180"/>
                  </a:lnTo>
                  <a:lnTo>
                    <a:pt x="55816" y="62588"/>
                  </a:lnTo>
                  <a:lnTo>
                    <a:pt x="56661" y="66217"/>
                  </a:lnTo>
                  <a:lnTo>
                    <a:pt x="57612" y="70288"/>
                  </a:lnTo>
                  <a:lnTo>
                    <a:pt x="59446" y="72981"/>
                  </a:lnTo>
                  <a:lnTo>
                    <a:pt x="61097" y="74899"/>
                  </a:lnTo>
                  <a:lnTo>
                    <a:pt x="63113" y="76588"/>
                  </a:lnTo>
                  <a:lnTo>
                    <a:pt x="65647" y="79228"/>
                  </a:lnTo>
                  <a:lnTo>
                    <a:pt x="67716" y="82127"/>
                  </a:lnTo>
                  <a:lnTo>
                    <a:pt x="68264" y="83192"/>
                  </a:lnTo>
                  <a:lnTo>
                    <a:pt x="72289" y="87011"/>
                  </a:lnTo>
                  <a:lnTo>
                    <a:pt x="76192" y="90899"/>
                  </a:lnTo>
                  <a:lnTo>
                    <a:pt x="79677" y="92261"/>
                  </a:lnTo>
                  <a:lnTo>
                    <a:pt x="80225" y="92977"/>
                  </a:lnTo>
                  <a:lnTo>
                    <a:pt x="80255" y="95959"/>
                  </a:lnTo>
                  <a:lnTo>
                    <a:pt x="80636" y="97077"/>
                  </a:lnTo>
                  <a:lnTo>
                    <a:pt x="82964" y="100197"/>
                  </a:lnTo>
                  <a:lnTo>
                    <a:pt x="87720" y="104754"/>
                  </a:lnTo>
                  <a:lnTo>
                    <a:pt x="88267" y="105804"/>
                  </a:lnTo>
                  <a:lnTo>
                    <a:pt x="88427" y="106581"/>
                  </a:lnTo>
                  <a:lnTo>
                    <a:pt x="88123" y="107174"/>
                  </a:lnTo>
                  <a:lnTo>
                    <a:pt x="86875" y="107798"/>
                  </a:lnTo>
                  <a:lnTo>
                    <a:pt x="85855" y="107106"/>
                  </a:lnTo>
                  <a:lnTo>
                    <a:pt x="81427" y="102662"/>
                  </a:lnTo>
                  <a:lnTo>
                    <a:pt x="77144" y="99855"/>
                  </a:lnTo>
                  <a:lnTo>
                    <a:pt x="72312" y="94559"/>
                  </a:lnTo>
                  <a:lnTo>
                    <a:pt x="65845" y="92459"/>
                  </a:lnTo>
                  <a:lnTo>
                    <a:pt x="61439" y="90131"/>
                  </a:lnTo>
                  <a:lnTo>
                    <a:pt x="58769" y="90481"/>
                  </a:lnTo>
                  <a:lnTo>
                    <a:pt x="55824" y="91211"/>
                  </a:lnTo>
                  <a:lnTo>
                    <a:pt x="54006" y="91234"/>
                  </a:lnTo>
                  <a:lnTo>
                    <a:pt x="52712" y="90816"/>
                  </a:lnTo>
                  <a:lnTo>
                    <a:pt x="51799" y="89370"/>
                  </a:lnTo>
                  <a:lnTo>
                    <a:pt x="51936" y="88252"/>
                  </a:lnTo>
                  <a:lnTo>
                    <a:pt x="51777" y="86798"/>
                  </a:lnTo>
                  <a:lnTo>
                    <a:pt x="49197" y="84462"/>
                  </a:lnTo>
                  <a:lnTo>
                    <a:pt x="45675" y="82241"/>
                  </a:lnTo>
                  <a:lnTo>
                    <a:pt x="42342" y="79365"/>
                  </a:lnTo>
                  <a:lnTo>
                    <a:pt x="35646" y="71574"/>
                  </a:lnTo>
                  <a:lnTo>
                    <a:pt x="34299" y="69055"/>
                  </a:lnTo>
                  <a:lnTo>
                    <a:pt x="35616" y="68576"/>
                  </a:lnTo>
                  <a:lnTo>
                    <a:pt x="36613" y="68621"/>
                  </a:lnTo>
                  <a:lnTo>
                    <a:pt x="37739" y="68104"/>
                  </a:lnTo>
                  <a:lnTo>
                    <a:pt x="39565" y="68096"/>
                  </a:lnTo>
                  <a:lnTo>
                    <a:pt x="41725" y="68606"/>
                  </a:lnTo>
                  <a:lnTo>
                    <a:pt x="39816" y="66932"/>
                  </a:lnTo>
                  <a:lnTo>
                    <a:pt x="37434" y="65289"/>
                  </a:lnTo>
                  <a:lnTo>
                    <a:pt x="31272" y="58746"/>
                  </a:lnTo>
                  <a:lnTo>
                    <a:pt x="29430" y="55641"/>
                  </a:lnTo>
                  <a:lnTo>
                    <a:pt x="29217" y="52294"/>
                  </a:lnTo>
                  <a:lnTo>
                    <a:pt x="29674" y="47698"/>
                  </a:lnTo>
                  <a:lnTo>
                    <a:pt x="28563" y="44396"/>
                  </a:lnTo>
                  <a:lnTo>
                    <a:pt x="23807" y="40112"/>
                  </a:lnTo>
                  <a:lnTo>
                    <a:pt x="22065" y="37852"/>
                  </a:lnTo>
                  <a:lnTo>
                    <a:pt x="18557" y="36506"/>
                  </a:lnTo>
                  <a:lnTo>
                    <a:pt x="16983" y="36635"/>
                  </a:lnTo>
                  <a:lnTo>
                    <a:pt x="16039" y="38309"/>
                  </a:lnTo>
                  <a:lnTo>
                    <a:pt x="15354" y="42022"/>
                  </a:lnTo>
                  <a:lnTo>
                    <a:pt x="12242" y="46907"/>
                  </a:lnTo>
                  <a:lnTo>
                    <a:pt x="11208" y="49022"/>
                  </a:lnTo>
                  <a:lnTo>
                    <a:pt x="9579" y="51769"/>
                  </a:lnTo>
                  <a:lnTo>
                    <a:pt x="8164" y="51959"/>
                  </a:lnTo>
                  <a:lnTo>
                    <a:pt x="7335" y="51715"/>
                  </a:lnTo>
                  <a:lnTo>
                    <a:pt x="4809" y="47089"/>
                  </a:lnTo>
                  <a:lnTo>
                    <a:pt x="2397" y="43574"/>
                  </a:lnTo>
                  <a:lnTo>
                    <a:pt x="2062" y="41908"/>
                  </a:lnTo>
                  <a:lnTo>
                    <a:pt x="1841" y="39853"/>
                  </a:lnTo>
                  <a:lnTo>
                    <a:pt x="0" y="32268"/>
                  </a:lnTo>
                  <a:lnTo>
                    <a:pt x="1294" y="31203"/>
                  </a:lnTo>
                  <a:lnTo>
                    <a:pt x="2093" y="32420"/>
                  </a:lnTo>
                  <a:lnTo>
                    <a:pt x="7715" y="33888"/>
                  </a:lnTo>
                  <a:lnTo>
                    <a:pt x="8933" y="33242"/>
                  </a:lnTo>
                  <a:lnTo>
                    <a:pt x="9670" y="32245"/>
                  </a:lnTo>
                  <a:lnTo>
                    <a:pt x="9670" y="31614"/>
                  </a:lnTo>
                  <a:lnTo>
                    <a:pt x="10150" y="31431"/>
                  </a:lnTo>
                  <a:lnTo>
                    <a:pt x="12128" y="32390"/>
                  </a:lnTo>
                  <a:lnTo>
                    <a:pt x="13741" y="32169"/>
                  </a:lnTo>
                  <a:lnTo>
                    <a:pt x="16343" y="32123"/>
                  </a:lnTo>
                  <a:lnTo>
                    <a:pt x="18200" y="32283"/>
                  </a:lnTo>
                  <a:lnTo>
                    <a:pt x="19432" y="31545"/>
                  </a:lnTo>
                  <a:lnTo>
                    <a:pt x="21091" y="28829"/>
                  </a:lnTo>
                  <a:lnTo>
                    <a:pt x="21707" y="27307"/>
                  </a:lnTo>
                  <a:lnTo>
                    <a:pt x="22453" y="26942"/>
                  </a:lnTo>
                  <a:lnTo>
                    <a:pt x="22940" y="27124"/>
                  </a:lnTo>
                  <a:lnTo>
                    <a:pt x="23298" y="28380"/>
                  </a:lnTo>
                  <a:lnTo>
                    <a:pt x="24172" y="29551"/>
                  </a:lnTo>
                  <a:lnTo>
                    <a:pt x="25968" y="31461"/>
                  </a:lnTo>
                  <a:lnTo>
                    <a:pt x="27239" y="32382"/>
                  </a:lnTo>
                  <a:lnTo>
                    <a:pt x="28388" y="32709"/>
                  </a:lnTo>
                  <a:lnTo>
                    <a:pt x="29514" y="31941"/>
                  </a:lnTo>
                  <a:lnTo>
                    <a:pt x="30678" y="31720"/>
                  </a:lnTo>
                  <a:lnTo>
                    <a:pt x="34011" y="33211"/>
                  </a:lnTo>
                  <a:lnTo>
                    <a:pt x="36826" y="33493"/>
                  </a:lnTo>
                  <a:lnTo>
                    <a:pt x="38903" y="32717"/>
                  </a:lnTo>
                  <a:lnTo>
                    <a:pt x="38629" y="31644"/>
                  </a:lnTo>
                  <a:lnTo>
                    <a:pt x="37868" y="30449"/>
                  </a:lnTo>
                  <a:lnTo>
                    <a:pt x="37708" y="29293"/>
                  </a:lnTo>
                  <a:lnTo>
                    <a:pt x="37845" y="28289"/>
                  </a:lnTo>
                  <a:lnTo>
                    <a:pt x="39276" y="27292"/>
                  </a:lnTo>
                  <a:lnTo>
                    <a:pt x="39207" y="26851"/>
                  </a:lnTo>
                  <a:lnTo>
                    <a:pt x="37480" y="25093"/>
                  </a:lnTo>
                  <a:lnTo>
                    <a:pt x="37564" y="24636"/>
                  </a:lnTo>
                  <a:lnTo>
                    <a:pt x="41345" y="22651"/>
                  </a:lnTo>
                  <a:lnTo>
                    <a:pt x="44990" y="21540"/>
                  </a:lnTo>
                  <a:lnTo>
                    <a:pt x="45576" y="20680"/>
                  </a:lnTo>
                  <a:lnTo>
                    <a:pt x="45910" y="19386"/>
                  </a:lnTo>
                  <a:lnTo>
                    <a:pt x="46070" y="16959"/>
                  </a:lnTo>
                  <a:lnTo>
                    <a:pt x="45872" y="14974"/>
                  </a:lnTo>
                  <a:lnTo>
                    <a:pt x="44396" y="13109"/>
                  </a:lnTo>
                  <a:lnTo>
                    <a:pt x="44305" y="12166"/>
                  </a:lnTo>
                  <a:lnTo>
                    <a:pt x="44655" y="11185"/>
                  </a:lnTo>
                  <a:lnTo>
                    <a:pt x="45233" y="10294"/>
                  </a:lnTo>
                  <a:lnTo>
                    <a:pt x="46694" y="9914"/>
                  </a:lnTo>
                  <a:lnTo>
                    <a:pt x="48406" y="9275"/>
                  </a:lnTo>
                  <a:lnTo>
                    <a:pt x="49760" y="8537"/>
                  </a:lnTo>
                  <a:lnTo>
                    <a:pt x="51586" y="7928"/>
                  </a:lnTo>
                  <a:lnTo>
                    <a:pt x="53025" y="7076"/>
                  </a:lnTo>
                  <a:lnTo>
                    <a:pt x="54432" y="5044"/>
                  </a:lnTo>
                  <a:lnTo>
                    <a:pt x="55284" y="4710"/>
                  </a:lnTo>
                  <a:lnTo>
                    <a:pt x="57863" y="4999"/>
                  </a:lnTo>
                  <a:lnTo>
                    <a:pt x="58419" y="4496"/>
                  </a:lnTo>
                  <a:lnTo>
                    <a:pt x="58061" y="1575"/>
                  </a:lnTo>
                  <a:lnTo>
                    <a:pt x="58525" y="829"/>
                  </a:lnTo>
                  <a:lnTo>
                    <a:pt x="59438" y="411"/>
                  </a:lnTo>
                  <a:lnTo>
                    <a:pt x="59865" y="0"/>
                  </a:lnTo>
                  <a:lnTo>
                    <a:pt x="62140" y="320"/>
                  </a:lnTo>
                  <a:lnTo>
                    <a:pt x="64095" y="1042"/>
                  </a:lnTo>
                  <a:close/>
                  <a:moveTo>
                    <a:pt x="27673" y="47485"/>
                  </a:moveTo>
                  <a:lnTo>
                    <a:pt x="25040" y="48132"/>
                  </a:lnTo>
                  <a:lnTo>
                    <a:pt x="23785" y="46975"/>
                  </a:lnTo>
                  <a:lnTo>
                    <a:pt x="23457" y="46024"/>
                  </a:lnTo>
                  <a:lnTo>
                    <a:pt x="21289" y="45720"/>
                  </a:lnTo>
                  <a:lnTo>
                    <a:pt x="19980" y="44404"/>
                  </a:lnTo>
                  <a:lnTo>
                    <a:pt x="19714" y="43817"/>
                  </a:lnTo>
                  <a:lnTo>
                    <a:pt x="21570" y="42364"/>
                  </a:lnTo>
                  <a:lnTo>
                    <a:pt x="22560" y="40013"/>
                  </a:lnTo>
                  <a:lnTo>
                    <a:pt x="23815" y="41428"/>
                  </a:lnTo>
                  <a:lnTo>
                    <a:pt x="25337" y="44084"/>
                  </a:lnTo>
                  <a:lnTo>
                    <a:pt x="26151" y="44822"/>
                  </a:lnTo>
                  <a:lnTo>
                    <a:pt x="27673" y="47485"/>
                  </a:lnTo>
                  <a:close/>
                  <a:moveTo>
                    <a:pt x="20787" y="56996"/>
                  </a:moveTo>
                  <a:lnTo>
                    <a:pt x="20619" y="58152"/>
                  </a:lnTo>
                  <a:lnTo>
                    <a:pt x="19326" y="56684"/>
                  </a:lnTo>
                  <a:lnTo>
                    <a:pt x="18672" y="54051"/>
                  </a:lnTo>
                  <a:lnTo>
                    <a:pt x="17036" y="49783"/>
                  </a:lnTo>
                  <a:lnTo>
                    <a:pt x="16823" y="48580"/>
                  </a:lnTo>
                  <a:lnTo>
                    <a:pt x="17667" y="47394"/>
                  </a:lnTo>
                  <a:lnTo>
                    <a:pt x="17622" y="46184"/>
                  </a:lnTo>
                  <a:lnTo>
                    <a:pt x="16465" y="42425"/>
                  </a:lnTo>
                  <a:lnTo>
                    <a:pt x="17431" y="41809"/>
                  </a:lnTo>
                  <a:lnTo>
                    <a:pt x="18010" y="41733"/>
                  </a:lnTo>
                  <a:lnTo>
                    <a:pt x="18245" y="44342"/>
                  </a:lnTo>
                  <a:lnTo>
                    <a:pt x="18771" y="45842"/>
                  </a:lnTo>
                  <a:lnTo>
                    <a:pt x="20345" y="47683"/>
                  </a:lnTo>
                  <a:lnTo>
                    <a:pt x="20026" y="50719"/>
                  </a:lnTo>
                  <a:lnTo>
                    <a:pt x="20345" y="55032"/>
                  </a:lnTo>
                  <a:lnTo>
                    <a:pt x="20665" y="55991"/>
                  </a:lnTo>
                  <a:lnTo>
                    <a:pt x="20787" y="56996"/>
                  </a:lnTo>
                  <a:close/>
                  <a:moveTo>
                    <a:pt x="28122" y="54036"/>
                  </a:moveTo>
                  <a:lnTo>
                    <a:pt x="28662" y="55360"/>
                  </a:lnTo>
                  <a:lnTo>
                    <a:pt x="26653" y="54165"/>
                  </a:lnTo>
                  <a:lnTo>
                    <a:pt x="24850" y="53709"/>
                  </a:lnTo>
                  <a:lnTo>
                    <a:pt x="24469" y="52811"/>
                  </a:lnTo>
                  <a:lnTo>
                    <a:pt x="24728" y="52073"/>
                  </a:lnTo>
                  <a:lnTo>
                    <a:pt x="25116" y="51358"/>
                  </a:lnTo>
                  <a:lnTo>
                    <a:pt x="26478" y="51457"/>
                  </a:lnTo>
                  <a:lnTo>
                    <a:pt x="26683" y="52157"/>
                  </a:lnTo>
                  <a:lnTo>
                    <a:pt x="28122" y="54036"/>
                  </a:lnTo>
                  <a:close/>
                  <a:moveTo>
                    <a:pt x="35745" y="66674"/>
                  </a:moveTo>
                  <a:lnTo>
                    <a:pt x="35198" y="67465"/>
                  </a:lnTo>
                  <a:lnTo>
                    <a:pt x="33813" y="66012"/>
                  </a:lnTo>
                  <a:lnTo>
                    <a:pt x="32542" y="64977"/>
                  </a:lnTo>
                  <a:lnTo>
                    <a:pt x="31637" y="63744"/>
                  </a:lnTo>
                  <a:lnTo>
                    <a:pt x="29856" y="62208"/>
                  </a:lnTo>
                  <a:lnTo>
                    <a:pt x="29255" y="60450"/>
                  </a:lnTo>
                  <a:lnTo>
                    <a:pt x="26600" y="56859"/>
                  </a:lnTo>
                  <a:lnTo>
                    <a:pt x="26204" y="55885"/>
                  </a:lnTo>
                  <a:lnTo>
                    <a:pt x="27528" y="57338"/>
                  </a:lnTo>
                  <a:lnTo>
                    <a:pt x="28631" y="58251"/>
                  </a:lnTo>
                  <a:lnTo>
                    <a:pt x="29544" y="58472"/>
                  </a:lnTo>
                  <a:lnTo>
                    <a:pt x="31857" y="60762"/>
                  </a:lnTo>
                  <a:lnTo>
                    <a:pt x="34132" y="63699"/>
                  </a:lnTo>
                  <a:lnTo>
                    <a:pt x="36841" y="66248"/>
                  </a:lnTo>
                  <a:lnTo>
                    <a:pt x="36278" y="66324"/>
                  </a:lnTo>
                  <a:lnTo>
                    <a:pt x="35745" y="66674"/>
                  </a:lnTo>
                  <a:close/>
                  <a:moveTo>
                    <a:pt x="35753" y="78931"/>
                  </a:moveTo>
                  <a:lnTo>
                    <a:pt x="36057" y="79365"/>
                  </a:lnTo>
                  <a:lnTo>
                    <a:pt x="36027" y="79662"/>
                  </a:lnTo>
                  <a:lnTo>
                    <a:pt x="34916" y="79243"/>
                  </a:lnTo>
                  <a:lnTo>
                    <a:pt x="34619" y="79380"/>
                  </a:lnTo>
                  <a:lnTo>
                    <a:pt x="29392" y="72920"/>
                  </a:lnTo>
                  <a:lnTo>
                    <a:pt x="28829" y="71657"/>
                  </a:lnTo>
                  <a:lnTo>
                    <a:pt x="30701" y="73164"/>
                  </a:lnTo>
                  <a:lnTo>
                    <a:pt x="35753" y="78931"/>
                  </a:lnTo>
                  <a:close/>
                  <a:moveTo>
                    <a:pt x="36651" y="74792"/>
                  </a:moveTo>
                  <a:lnTo>
                    <a:pt x="36985" y="75834"/>
                  </a:lnTo>
                  <a:lnTo>
                    <a:pt x="34323" y="73871"/>
                  </a:lnTo>
                  <a:lnTo>
                    <a:pt x="33311" y="72555"/>
                  </a:lnTo>
                  <a:lnTo>
                    <a:pt x="33128" y="71962"/>
                  </a:lnTo>
                  <a:lnTo>
                    <a:pt x="36651" y="74792"/>
                  </a:lnTo>
                  <a:close/>
                  <a:moveTo>
                    <a:pt x="39648" y="77409"/>
                  </a:moveTo>
                  <a:lnTo>
                    <a:pt x="41056" y="79608"/>
                  </a:lnTo>
                  <a:lnTo>
                    <a:pt x="39710" y="79152"/>
                  </a:lnTo>
                  <a:lnTo>
                    <a:pt x="38309" y="77797"/>
                  </a:lnTo>
                  <a:lnTo>
                    <a:pt x="37487" y="76321"/>
                  </a:lnTo>
                  <a:lnTo>
                    <a:pt x="39648" y="77409"/>
                  </a:lnTo>
                  <a:close/>
                  <a:moveTo>
                    <a:pt x="69839" y="98074"/>
                  </a:moveTo>
                  <a:lnTo>
                    <a:pt x="66469" y="98150"/>
                  </a:lnTo>
                  <a:lnTo>
                    <a:pt x="63539" y="97618"/>
                  </a:lnTo>
                  <a:lnTo>
                    <a:pt x="62109" y="96712"/>
                  </a:lnTo>
                  <a:lnTo>
                    <a:pt x="62215" y="95944"/>
                  </a:lnTo>
                  <a:lnTo>
                    <a:pt x="62657" y="94666"/>
                  </a:lnTo>
                  <a:lnTo>
                    <a:pt x="65921" y="94818"/>
                  </a:lnTo>
                  <a:lnTo>
                    <a:pt x="70889" y="95723"/>
                  </a:lnTo>
                  <a:lnTo>
                    <a:pt x="72107" y="96781"/>
                  </a:lnTo>
                  <a:lnTo>
                    <a:pt x="71726" y="97268"/>
                  </a:lnTo>
                  <a:lnTo>
                    <a:pt x="69839" y="98074"/>
                  </a:lnTo>
                  <a:close/>
                  <a:moveTo>
                    <a:pt x="78566" y="102305"/>
                  </a:moveTo>
                  <a:lnTo>
                    <a:pt x="77075" y="102609"/>
                  </a:lnTo>
                  <a:lnTo>
                    <a:pt x="67572" y="102381"/>
                  </a:lnTo>
                  <a:lnTo>
                    <a:pt x="64810" y="101772"/>
                  </a:lnTo>
                  <a:lnTo>
                    <a:pt x="61736" y="100212"/>
                  </a:lnTo>
                  <a:lnTo>
                    <a:pt x="61112" y="99733"/>
                  </a:lnTo>
                  <a:lnTo>
                    <a:pt x="64201" y="99276"/>
                  </a:lnTo>
                  <a:lnTo>
                    <a:pt x="67077" y="99733"/>
                  </a:lnTo>
                  <a:lnTo>
                    <a:pt x="67960" y="100867"/>
                  </a:lnTo>
                  <a:lnTo>
                    <a:pt x="75728" y="101772"/>
                  </a:lnTo>
                  <a:lnTo>
                    <a:pt x="78566" y="102305"/>
                  </a:lnTo>
                  <a:close/>
                  <a:moveTo>
                    <a:pt x="88678" y="108962"/>
                  </a:moveTo>
                  <a:lnTo>
                    <a:pt x="90230" y="108429"/>
                  </a:lnTo>
                  <a:lnTo>
                    <a:pt x="91547" y="108817"/>
                  </a:lnTo>
                  <a:lnTo>
                    <a:pt x="92383" y="110476"/>
                  </a:lnTo>
                  <a:lnTo>
                    <a:pt x="94034" y="111572"/>
                  </a:lnTo>
                  <a:lnTo>
                    <a:pt x="96720" y="113489"/>
                  </a:lnTo>
                  <a:lnTo>
                    <a:pt x="98417" y="114958"/>
                  </a:lnTo>
                  <a:lnTo>
                    <a:pt x="102259" y="117590"/>
                  </a:lnTo>
                  <a:lnTo>
                    <a:pt x="103172" y="117955"/>
                  </a:lnTo>
                  <a:lnTo>
                    <a:pt x="105090" y="118739"/>
                  </a:lnTo>
                  <a:lnTo>
                    <a:pt x="105128" y="119804"/>
                  </a:lnTo>
                  <a:lnTo>
                    <a:pt x="105950" y="121014"/>
                  </a:lnTo>
                  <a:lnTo>
                    <a:pt x="106817" y="122406"/>
                  </a:lnTo>
                  <a:lnTo>
                    <a:pt x="102875" y="119667"/>
                  </a:lnTo>
                  <a:lnTo>
                    <a:pt x="99201" y="116601"/>
                  </a:lnTo>
                  <a:lnTo>
                    <a:pt x="92011" y="111868"/>
                  </a:lnTo>
                  <a:lnTo>
                    <a:pt x="86913" y="110720"/>
                  </a:lnTo>
                  <a:lnTo>
                    <a:pt x="79936" y="106908"/>
                  </a:lnTo>
                  <a:lnTo>
                    <a:pt x="75393" y="105553"/>
                  </a:lnTo>
                  <a:lnTo>
                    <a:pt x="77128" y="105242"/>
                  </a:lnTo>
                  <a:lnTo>
                    <a:pt x="79122" y="105234"/>
                  </a:lnTo>
                  <a:lnTo>
                    <a:pt x="89880" y="110324"/>
                  </a:lnTo>
                  <a:lnTo>
                    <a:pt x="88678" y="108962"/>
                  </a:lnTo>
                  <a:close/>
                  <a:moveTo>
                    <a:pt x="66971" y="106071"/>
                  </a:moveTo>
                  <a:lnTo>
                    <a:pt x="70920" y="106885"/>
                  </a:lnTo>
                  <a:lnTo>
                    <a:pt x="73811" y="106512"/>
                  </a:lnTo>
                  <a:lnTo>
                    <a:pt x="76428" y="107014"/>
                  </a:lnTo>
                  <a:lnTo>
                    <a:pt x="78057" y="107935"/>
                  </a:lnTo>
                  <a:lnTo>
                    <a:pt x="78444" y="108391"/>
                  </a:lnTo>
                  <a:lnTo>
                    <a:pt x="76337" y="108452"/>
                  </a:lnTo>
                  <a:lnTo>
                    <a:pt x="73948" y="108079"/>
                  </a:lnTo>
                  <a:lnTo>
                    <a:pt x="71239" y="109015"/>
                  </a:lnTo>
                  <a:lnTo>
                    <a:pt x="68850" y="108521"/>
                  </a:lnTo>
                  <a:lnTo>
                    <a:pt x="67945" y="107904"/>
                  </a:lnTo>
                  <a:lnTo>
                    <a:pt x="67305" y="107144"/>
                  </a:lnTo>
                  <a:lnTo>
                    <a:pt x="66971" y="106071"/>
                  </a:lnTo>
                  <a:close/>
                  <a:moveTo>
                    <a:pt x="87408" y="112675"/>
                  </a:moveTo>
                  <a:lnTo>
                    <a:pt x="90322" y="114661"/>
                  </a:lnTo>
                  <a:lnTo>
                    <a:pt x="81777" y="112051"/>
                  </a:lnTo>
                  <a:lnTo>
                    <a:pt x="82743" y="111815"/>
                  </a:lnTo>
                  <a:lnTo>
                    <a:pt x="83649" y="111762"/>
                  </a:lnTo>
                  <a:lnTo>
                    <a:pt x="87408" y="112675"/>
                  </a:lnTo>
                  <a:close/>
                </a:path>
              </a:pathLst>
            </a:custGeom>
            <a:solidFill>
              <a:srgbClr val="2562E8"/>
            </a:solidFill>
            <a:ln w="6168" cap="flat">
              <a:solidFill>
                <a:srgbClr val="2562E8"/>
              </a:solidFill>
              <a:prstDash val="solid"/>
              <a:miter/>
            </a:ln>
          </p:spPr>
          <p:txBody>
            <a:bodyPr/>
            <a:lstStyle/>
            <a:p>
              <a:endParaRPr lang="en-US"/>
            </a:p>
          </p:txBody>
        </p:sp>
        <p:sp>
          <p:nvSpPr>
            <p:cNvPr id="2221" name="Freeform: Shape 2220">
              <a:extLst>
                <a:ext uri="{FF2B5EF4-FFF2-40B4-BE49-F238E27FC236}">
                  <a16:creationId xmlns:a16="http://schemas.microsoft.com/office/drawing/2014/main" id="{EF941297-6A35-7848-E36B-E9833C286953}"/>
                </a:ext>
              </a:extLst>
            </p:cNvPr>
            <p:cNvSpPr/>
            <p:nvPr/>
          </p:nvSpPr>
          <p:spPr>
            <a:xfrm>
              <a:off x="7983519" y="4568921"/>
              <a:ext cx="60488" cy="46138"/>
            </a:xfrm>
            <a:custGeom>
              <a:avLst/>
              <a:gdLst>
                <a:gd name="csX0" fmla="*/ 38728 w 60488"/>
                <a:gd name="csY0" fmla="*/ 1271 h 46138"/>
                <a:gd name="csX1" fmla="*/ 39595 w 60488"/>
                <a:gd name="csY1" fmla="*/ 1796 h 46138"/>
                <a:gd name="csX2" fmla="*/ 39268 w 60488"/>
                <a:gd name="csY2" fmla="*/ 2435 h 46138"/>
                <a:gd name="csX3" fmla="*/ 37115 w 60488"/>
                <a:gd name="csY3" fmla="*/ 2039 h 46138"/>
                <a:gd name="csX4" fmla="*/ 34885 w 60488"/>
                <a:gd name="csY4" fmla="*/ 1316 h 46138"/>
                <a:gd name="csX5" fmla="*/ 34155 w 60488"/>
                <a:gd name="csY5" fmla="*/ 1491 h 46138"/>
                <a:gd name="csX6" fmla="*/ 33706 w 60488"/>
                <a:gd name="csY6" fmla="*/ 1400 h 46138"/>
                <a:gd name="csX7" fmla="*/ 32405 w 60488"/>
                <a:gd name="csY7" fmla="*/ 708 h 46138"/>
                <a:gd name="csX8" fmla="*/ 33546 w 60488"/>
                <a:gd name="csY8" fmla="*/ 175 h 46138"/>
                <a:gd name="csX9" fmla="*/ 34725 w 60488"/>
                <a:gd name="csY9" fmla="*/ 0 h 46138"/>
                <a:gd name="csX10" fmla="*/ 36019 w 60488"/>
                <a:gd name="csY10" fmla="*/ 38 h 46138"/>
                <a:gd name="csX11" fmla="*/ 38728 w 60488"/>
                <a:gd name="csY11" fmla="*/ 1271 h 46138"/>
                <a:gd name="csX12" fmla="*/ 57620 w 60488"/>
                <a:gd name="csY12" fmla="*/ 8476 h 46138"/>
                <a:gd name="csX13" fmla="*/ 58091 w 60488"/>
                <a:gd name="csY13" fmla="*/ 9145 h 46138"/>
                <a:gd name="csX14" fmla="*/ 59073 w 60488"/>
                <a:gd name="csY14" fmla="*/ 13688 h 46138"/>
                <a:gd name="csX15" fmla="*/ 59172 w 60488"/>
                <a:gd name="csY15" fmla="*/ 15141 h 46138"/>
                <a:gd name="csX16" fmla="*/ 58183 w 60488"/>
                <a:gd name="csY16" fmla="*/ 17332 h 46138"/>
                <a:gd name="csX17" fmla="*/ 58327 w 60488"/>
                <a:gd name="csY17" fmla="*/ 18200 h 46138"/>
                <a:gd name="csX18" fmla="*/ 60450 w 60488"/>
                <a:gd name="csY18" fmla="*/ 20224 h 46138"/>
                <a:gd name="csX19" fmla="*/ 60488 w 60488"/>
                <a:gd name="csY19" fmla="*/ 20954 h 46138"/>
                <a:gd name="csX20" fmla="*/ 60237 w 60488"/>
                <a:gd name="csY20" fmla="*/ 21692 h 46138"/>
                <a:gd name="csX21" fmla="*/ 58426 w 60488"/>
                <a:gd name="csY21" fmla="*/ 23609 h 46138"/>
                <a:gd name="csX22" fmla="*/ 57034 w 60488"/>
                <a:gd name="csY22" fmla="*/ 24918 h 46138"/>
                <a:gd name="csX23" fmla="*/ 57475 w 60488"/>
                <a:gd name="csY23" fmla="*/ 26424 h 46138"/>
                <a:gd name="csX24" fmla="*/ 58601 w 60488"/>
                <a:gd name="csY24" fmla="*/ 27855 h 46138"/>
                <a:gd name="csX25" fmla="*/ 58746 w 60488"/>
                <a:gd name="csY25" fmla="*/ 29049 h 46138"/>
                <a:gd name="csX26" fmla="*/ 58403 w 60488"/>
                <a:gd name="csY26" fmla="*/ 30624 h 46138"/>
                <a:gd name="csX27" fmla="*/ 56676 w 60488"/>
                <a:gd name="csY27" fmla="*/ 32580 h 46138"/>
                <a:gd name="csX28" fmla="*/ 55771 w 60488"/>
                <a:gd name="csY28" fmla="*/ 33280 h 46138"/>
                <a:gd name="csX29" fmla="*/ 53199 w 60488"/>
                <a:gd name="csY29" fmla="*/ 33364 h 46138"/>
                <a:gd name="csX30" fmla="*/ 52910 w 60488"/>
                <a:gd name="csY30" fmla="*/ 33645 h 46138"/>
                <a:gd name="csX31" fmla="*/ 54188 w 60488"/>
                <a:gd name="csY31" fmla="*/ 35555 h 46138"/>
                <a:gd name="csX32" fmla="*/ 55634 w 60488"/>
                <a:gd name="csY32" fmla="*/ 37716 h 46138"/>
                <a:gd name="csX33" fmla="*/ 58000 w 60488"/>
                <a:gd name="csY33" fmla="*/ 39390 h 46138"/>
                <a:gd name="csX34" fmla="*/ 58525 w 60488"/>
                <a:gd name="csY34" fmla="*/ 40965 h 46138"/>
                <a:gd name="csX35" fmla="*/ 57954 w 60488"/>
                <a:gd name="csY35" fmla="*/ 42456 h 46138"/>
                <a:gd name="csX36" fmla="*/ 57856 w 60488"/>
                <a:gd name="csY36" fmla="*/ 46138 h 46138"/>
                <a:gd name="csX37" fmla="*/ 56045 w 60488"/>
                <a:gd name="csY37" fmla="*/ 44350 h 46138"/>
                <a:gd name="csX38" fmla="*/ 54059 w 60488"/>
                <a:gd name="csY38" fmla="*/ 42859 h 46138"/>
                <a:gd name="csX39" fmla="*/ 52864 w 60488"/>
                <a:gd name="csY39" fmla="*/ 42281 h 46138"/>
                <a:gd name="csX40" fmla="*/ 51624 w 60488"/>
                <a:gd name="csY40" fmla="*/ 41908 h 46138"/>
                <a:gd name="csX41" fmla="*/ 42152 w 60488"/>
                <a:gd name="csY41" fmla="*/ 42098 h 46138"/>
                <a:gd name="csX42" fmla="*/ 41086 w 60488"/>
                <a:gd name="csY42" fmla="*/ 42357 h 46138"/>
                <a:gd name="csX43" fmla="*/ 40264 w 60488"/>
                <a:gd name="csY43" fmla="*/ 42836 h 46138"/>
                <a:gd name="csX44" fmla="*/ 39382 w 60488"/>
                <a:gd name="csY44" fmla="*/ 43072 h 46138"/>
                <a:gd name="csX45" fmla="*/ 36780 w 60488"/>
                <a:gd name="csY45" fmla="*/ 43521 h 46138"/>
                <a:gd name="csX46" fmla="*/ 34193 w 60488"/>
                <a:gd name="csY46" fmla="*/ 43620 h 46138"/>
                <a:gd name="csX47" fmla="*/ 28144 w 60488"/>
                <a:gd name="csY47" fmla="*/ 42418 h 46138"/>
                <a:gd name="csX48" fmla="*/ 25747 w 60488"/>
                <a:gd name="csY48" fmla="*/ 41794 h 46138"/>
                <a:gd name="csX49" fmla="*/ 23335 w 60488"/>
                <a:gd name="csY49" fmla="*/ 41398 h 46138"/>
                <a:gd name="csX50" fmla="*/ 20566 w 60488"/>
                <a:gd name="csY50" fmla="*/ 41528 h 46138"/>
                <a:gd name="csX51" fmla="*/ 17812 w 60488"/>
                <a:gd name="csY51" fmla="*/ 41893 h 46138"/>
                <a:gd name="csX52" fmla="*/ 15605 w 60488"/>
                <a:gd name="csY52" fmla="*/ 42760 h 46138"/>
                <a:gd name="csX53" fmla="*/ 13954 w 60488"/>
                <a:gd name="csY53" fmla="*/ 44290 h 46138"/>
                <a:gd name="csX54" fmla="*/ 13642 w 60488"/>
                <a:gd name="csY54" fmla="*/ 45712 h 46138"/>
                <a:gd name="csX55" fmla="*/ 12668 w 60488"/>
                <a:gd name="csY55" fmla="*/ 46077 h 46138"/>
                <a:gd name="csX56" fmla="*/ 10439 w 60488"/>
                <a:gd name="csY56" fmla="*/ 43818 h 46138"/>
                <a:gd name="csX57" fmla="*/ 8385 w 60488"/>
                <a:gd name="csY57" fmla="*/ 42212 h 46138"/>
                <a:gd name="csX58" fmla="*/ 6049 w 60488"/>
                <a:gd name="csY58" fmla="*/ 41003 h 46138"/>
                <a:gd name="csX59" fmla="*/ 1263 w 60488"/>
                <a:gd name="csY59" fmla="*/ 39276 h 46138"/>
                <a:gd name="csX60" fmla="*/ 388 w 60488"/>
                <a:gd name="csY60" fmla="*/ 38226 h 46138"/>
                <a:gd name="csX61" fmla="*/ 0 w 60488"/>
                <a:gd name="csY61" fmla="*/ 36955 h 46138"/>
                <a:gd name="csX62" fmla="*/ 1933 w 60488"/>
                <a:gd name="csY62" fmla="*/ 33044 h 46138"/>
                <a:gd name="csX63" fmla="*/ 4131 w 60488"/>
                <a:gd name="csY63" fmla="*/ 32329 h 46138"/>
                <a:gd name="csX64" fmla="*/ 5341 w 60488"/>
                <a:gd name="csY64" fmla="*/ 32192 h 46138"/>
                <a:gd name="csX65" fmla="*/ 8057 w 60488"/>
                <a:gd name="csY65" fmla="*/ 32671 h 46138"/>
                <a:gd name="csX66" fmla="*/ 10713 w 60488"/>
                <a:gd name="csY66" fmla="*/ 33561 h 46138"/>
                <a:gd name="csX67" fmla="*/ 13132 w 60488"/>
                <a:gd name="csY67" fmla="*/ 34140 h 46138"/>
                <a:gd name="csX68" fmla="*/ 16883 w 60488"/>
                <a:gd name="csY68" fmla="*/ 34368 h 46138"/>
                <a:gd name="csX69" fmla="*/ 18923 w 60488"/>
                <a:gd name="csY69" fmla="*/ 35327 h 46138"/>
                <a:gd name="csX70" fmla="*/ 33326 w 60488"/>
                <a:gd name="csY70" fmla="*/ 36818 h 46138"/>
                <a:gd name="csX71" fmla="*/ 36057 w 60488"/>
                <a:gd name="csY71" fmla="*/ 37290 h 46138"/>
                <a:gd name="csX72" fmla="*/ 37122 w 60488"/>
                <a:gd name="csY72" fmla="*/ 37130 h 46138"/>
                <a:gd name="csX73" fmla="*/ 38051 w 60488"/>
                <a:gd name="csY73" fmla="*/ 36544 h 46138"/>
                <a:gd name="csX74" fmla="*/ 38827 w 60488"/>
                <a:gd name="csY74" fmla="*/ 35486 h 46138"/>
                <a:gd name="csX75" fmla="*/ 39717 w 60488"/>
                <a:gd name="csY75" fmla="*/ 34695 h 46138"/>
                <a:gd name="csX76" fmla="*/ 43985 w 60488"/>
                <a:gd name="csY76" fmla="*/ 34520 h 46138"/>
                <a:gd name="csX77" fmla="*/ 44883 w 60488"/>
                <a:gd name="csY77" fmla="*/ 34163 h 46138"/>
                <a:gd name="csX78" fmla="*/ 45507 w 60488"/>
                <a:gd name="csY78" fmla="*/ 33059 h 46138"/>
                <a:gd name="csX79" fmla="*/ 45492 w 60488"/>
                <a:gd name="csY79" fmla="*/ 31910 h 46138"/>
                <a:gd name="csX80" fmla="*/ 42981 w 60488"/>
                <a:gd name="csY80" fmla="*/ 30373 h 46138"/>
                <a:gd name="csX81" fmla="*/ 39055 w 60488"/>
                <a:gd name="csY81" fmla="*/ 26995 h 46138"/>
                <a:gd name="csX82" fmla="*/ 35600 w 60488"/>
                <a:gd name="csY82" fmla="*/ 23016 h 46138"/>
                <a:gd name="csX83" fmla="*/ 37092 w 60488"/>
                <a:gd name="csY83" fmla="*/ 21669 h 46138"/>
                <a:gd name="csX84" fmla="*/ 36521 w 60488"/>
                <a:gd name="csY84" fmla="*/ 19212 h 46138"/>
                <a:gd name="csX85" fmla="*/ 37084 w 60488"/>
                <a:gd name="csY85" fmla="*/ 16937 h 46138"/>
                <a:gd name="csX86" fmla="*/ 37906 w 60488"/>
                <a:gd name="csY86" fmla="*/ 14707 h 46138"/>
                <a:gd name="csX87" fmla="*/ 34482 w 60488"/>
                <a:gd name="csY87" fmla="*/ 12798 h 46138"/>
                <a:gd name="csX88" fmla="*/ 30434 w 60488"/>
                <a:gd name="csY88" fmla="*/ 10888 h 46138"/>
                <a:gd name="csX89" fmla="*/ 24827 w 60488"/>
                <a:gd name="csY89" fmla="*/ 10287 h 46138"/>
                <a:gd name="csX90" fmla="*/ 23100 w 60488"/>
                <a:gd name="csY90" fmla="*/ 9807 h 46138"/>
                <a:gd name="csX91" fmla="*/ 22202 w 60488"/>
                <a:gd name="csY91" fmla="*/ 8377 h 46138"/>
                <a:gd name="csX92" fmla="*/ 23008 w 60488"/>
                <a:gd name="csY92" fmla="*/ 6460 h 46138"/>
                <a:gd name="csX93" fmla="*/ 24827 w 60488"/>
                <a:gd name="csY93" fmla="*/ 5395 h 46138"/>
                <a:gd name="csX94" fmla="*/ 26911 w 60488"/>
                <a:gd name="csY94" fmla="*/ 4740 h 46138"/>
                <a:gd name="csX95" fmla="*/ 29049 w 60488"/>
                <a:gd name="csY95" fmla="*/ 4284 h 46138"/>
                <a:gd name="csX96" fmla="*/ 34200 w 60488"/>
                <a:gd name="csY96" fmla="*/ 3736 h 46138"/>
                <a:gd name="csX97" fmla="*/ 39313 w 60488"/>
                <a:gd name="csY97" fmla="*/ 4352 h 46138"/>
                <a:gd name="csX98" fmla="*/ 43734 w 60488"/>
                <a:gd name="csY98" fmla="*/ 6330 h 46138"/>
                <a:gd name="csX99" fmla="*/ 48223 w 60488"/>
                <a:gd name="csY99" fmla="*/ 7883 h 46138"/>
                <a:gd name="csX100" fmla="*/ 53892 w 60488"/>
                <a:gd name="csY100" fmla="*/ 8400 h 46138"/>
                <a:gd name="csX101" fmla="*/ 56440 w 60488"/>
                <a:gd name="csY101" fmla="*/ 8963 h 46138"/>
                <a:gd name="csX102" fmla="*/ 57620 w 60488"/>
                <a:gd name="csY102" fmla="*/ 8476 h 46138"/>
                <a:gd name="csX103" fmla="*/ 35730 w 60488"/>
                <a:gd name="csY103" fmla="*/ 29620 h 46138"/>
                <a:gd name="csX104" fmla="*/ 35357 w 60488"/>
                <a:gd name="csY104" fmla="*/ 31203 h 46138"/>
                <a:gd name="csX105" fmla="*/ 29894 w 60488"/>
                <a:gd name="csY105" fmla="*/ 29323 h 46138"/>
                <a:gd name="csX106" fmla="*/ 25466 w 60488"/>
                <a:gd name="csY106" fmla="*/ 26949 h 46138"/>
                <a:gd name="csX107" fmla="*/ 25656 w 60488"/>
                <a:gd name="csY107" fmla="*/ 25664 h 46138"/>
                <a:gd name="csX108" fmla="*/ 27916 w 60488"/>
                <a:gd name="csY108" fmla="*/ 25367 h 46138"/>
                <a:gd name="csX109" fmla="*/ 30084 w 60488"/>
                <a:gd name="csY109" fmla="*/ 26158 h 46138"/>
                <a:gd name="csX110" fmla="*/ 33287 w 60488"/>
                <a:gd name="csY110" fmla="*/ 27741 h 46138"/>
                <a:gd name="csX111" fmla="*/ 35730 w 60488"/>
                <a:gd name="csY111" fmla="*/ 29620 h 461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Lst>
              <a:rect l="l" t="t" r="r" b="b"/>
              <a:pathLst>
                <a:path w="60488" h="46138">
                  <a:moveTo>
                    <a:pt x="38728" y="1271"/>
                  </a:moveTo>
                  <a:lnTo>
                    <a:pt x="39595" y="1796"/>
                  </a:lnTo>
                  <a:lnTo>
                    <a:pt x="39268" y="2435"/>
                  </a:lnTo>
                  <a:lnTo>
                    <a:pt x="37115" y="2039"/>
                  </a:lnTo>
                  <a:lnTo>
                    <a:pt x="34885" y="1316"/>
                  </a:lnTo>
                  <a:lnTo>
                    <a:pt x="34155" y="1491"/>
                  </a:lnTo>
                  <a:lnTo>
                    <a:pt x="33706" y="1400"/>
                  </a:lnTo>
                  <a:lnTo>
                    <a:pt x="32405" y="708"/>
                  </a:lnTo>
                  <a:lnTo>
                    <a:pt x="33546" y="175"/>
                  </a:lnTo>
                  <a:lnTo>
                    <a:pt x="34725" y="0"/>
                  </a:lnTo>
                  <a:lnTo>
                    <a:pt x="36019" y="38"/>
                  </a:lnTo>
                  <a:lnTo>
                    <a:pt x="38728" y="1271"/>
                  </a:lnTo>
                  <a:close/>
                  <a:moveTo>
                    <a:pt x="57620" y="8476"/>
                  </a:moveTo>
                  <a:lnTo>
                    <a:pt x="58091" y="9145"/>
                  </a:lnTo>
                  <a:lnTo>
                    <a:pt x="59073" y="13688"/>
                  </a:lnTo>
                  <a:lnTo>
                    <a:pt x="59172" y="15141"/>
                  </a:lnTo>
                  <a:lnTo>
                    <a:pt x="58183" y="17332"/>
                  </a:lnTo>
                  <a:lnTo>
                    <a:pt x="58327" y="18200"/>
                  </a:lnTo>
                  <a:lnTo>
                    <a:pt x="60450" y="20224"/>
                  </a:lnTo>
                  <a:lnTo>
                    <a:pt x="60488" y="20954"/>
                  </a:lnTo>
                  <a:lnTo>
                    <a:pt x="60237" y="21692"/>
                  </a:lnTo>
                  <a:lnTo>
                    <a:pt x="58426" y="23609"/>
                  </a:lnTo>
                  <a:lnTo>
                    <a:pt x="57034" y="24918"/>
                  </a:lnTo>
                  <a:lnTo>
                    <a:pt x="57475" y="26424"/>
                  </a:lnTo>
                  <a:lnTo>
                    <a:pt x="58601" y="27855"/>
                  </a:lnTo>
                  <a:lnTo>
                    <a:pt x="58746" y="29049"/>
                  </a:lnTo>
                  <a:lnTo>
                    <a:pt x="58403" y="30624"/>
                  </a:lnTo>
                  <a:lnTo>
                    <a:pt x="56676" y="32580"/>
                  </a:lnTo>
                  <a:lnTo>
                    <a:pt x="55771" y="33280"/>
                  </a:lnTo>
                  <a:lnTo>
                    <a:pt x="53199" y="33364"/>
                  </a:lnTo>
                  <a:lnTo>
                    <a:pt x="52910" y="33645"/>
                  </a:lnTo>
                  <a:lnTo>
                    <a:pt x="54188" y="35555"/>
                  </a:lnTo>
                  <a:lnTo>
                    <a:pt x="55634" y="37716"/>
                  </a:lnTo>
                  <a:lnTo>
                    <a:pt x="58000" y="39390"/>
                  </a:lnTo>
                  <a:lnTo>
                    <a:pt x="58525" y="40965"/>
                  </a:lnTo>
                  <a:lnTo>
                    <a:pt x="57954" y="42456"/>
                  </a:lnTo>
                  <a:lnTo>
                    <a:pt x="57856" y="46138"/>
                  </a:lnTo>
                  <a:lnTo>
                    <a:pt x="56045" y="44350"/>
                  </a:lnTo>
                  <a:lnTo>
                    <a:pt x="54059" y="42859"/>
                  </a:lnTo>
                  <a:lnTo>
                    <a:pt x="52864" y="42281"/>
                  </a:lnTo>
                  <a:lnTo>
                    <a:pt x="51624" y="41908"/>
                  </a:lnTo>
                  <a:lnTo>
                    <a:pt x="42152" y="42098"/>
                  </a:lnTo>
                  <a:lnTo>
                    <a:pt x="41086" y="42357"/>
                  </a:lnTo>
                  <a:lnTo>
                    <a:pt x="40264" y="42836"/>
                  </a:lnTo>
                  <a:lnTo>
                    <a:pt x="39382" y="43072"/>
                  </a:lnTo>
                  <a:lnTo>
                    <a:pt x="36780" y="43521"/>
                  </a:lnTo>
                  <a:lnTo>
                    <a:pt x="34193" y="43620"/>
                  </a:lnTo>
                  <a:lnTo>
                    <a:pt x="28144" y="42418"/>
                  </a:lnTo>
                  <a:lnTo>
                    <a:pt x="25747" y="41794"/>
                  </a:lnTo>
                  <a:lnTo>
                    <a:pt x="23335" y="41398"/>
                  </a:lnTo>
                  <a:lnTo>
                    <a:pt x="20566" y="41528"/>
                  </a:lnTo>
                  <a:lnTo>
                    <a:pt x="17812" y="41893"/>
                  </a:lnTo>
                  <a:lnTo>
                    <a:pt x="15605" y="42760"/>
                  </a:lnTo>
                  <a:lnTo>
                    <a:pt x="13954" y="44290"/>
                  </a:lnTo>
                  <a:lnTo>
                    <a:pt x="13642" y="45712"/>
                  </a:lnTo>
                  <a:lnTo>
                    <a:pt x="12668" y="46077"/>
                  </a:lnTo>
                  <a:lnTo>
                    <a:pt x="10439" y="43818"/>
                  </a:lnTo>
                  <a:lnTo>
                    <a:pt x="8385" y="42212"/>
                  </a:lnTo>
                  <a:lnTo>
                    <a:pt x="6049" y="41003"/>
                  </a:lnTo>
                  <a:lnTo>
                    <a:pt x="1263" y="39276"/>
                  </a:lnTo>
                  <a:lnTo>
                    <a:pt x="388" y="38226"/>
                  </a:lnTo>
                  <a:lnTo>
                    <a:pt x="0" y="36955"/>
                  </a:lnTo>
                  <a:lnTo>
                    <a:pt x="1933" y="33044"/>
                  </a:lnTo>
                  <a:lnTo>
                    <a:pt x="4131" y="32329"/>
                  </a:lnTo>
                  <a:lnTo>
                    <a:pt x="5341" y="32192"/>
                  </a:lnTo>
                  <a:lnTo>
                    <a:pt x="8057" y="32671"/>
                  </a:lnTo>
                  <a:lnTo>
                    <a:pt x="10713" y="33561"/>
                  </a:lnTo>
                  <a:lnTo>
                    <a:pt x="13132" y="34140"/>
                  </a:lnTo>
                  <a:lnTo>
                    <a:pt x="16883" y="34368"/>
                  </a:lnTo>
                  <a:lnTo>
                    <a:pt x="18923" y="35327"/>
                  </a:lnTo>
                  <a:lnTo>
                    <a:pt x="33326" y="36818"/>
                  </a:lnTo>
                  <a:lnTo>
                    <a:pt x="36057" y="37290"/>
                  </a:lnTo>
                  <a:lnTo>
                    <a:pt x="37122" y="37130"/>
                  </a:lnTo>
                  <a:lnTo>
                    <a:pt x="38051" y="36544"/>
                  </a:lnTo>
                  <a:lnTo>
                    <a:pt x="38827" y="35486"/>
                  </a:lnTo>
                  <a:lnTo>
                    <a:pt x="39717" y="34695"/>
                  </a:lnTo>
                  <a:lnTo>
                    <a:pt x="43985" y="34520"/>
                  </a:lnTo>
                  <a:lnTo>
                    <a:pt x="44883" y="34163"/>
                  </a:lnTo>
                  <a:lnTo>
                    <a:pt x="45507" y="33059"/>
                  </a:lnTo>
                  <a:lnTo>
                    <a:pt x="45492" y="31910"/>
                  </a:lnTo>
                  <a:lnTo>
                    <a:pt x="42981" y="30373"/>
                  </a:lnTo>
                  <a:lnTo>
                    <a:pt x="39055" y="26995"/>
                  </a:lnTo>
                  <a:lnTo>
                    <a:pt x="35600" y="23016"/>
                  </a:lnTo>
                  <a:lnTo>
                    <a:pt x="37092" y="21669"/>
                  </a:lnTo>
                  <a:lnTo>
                    <a:pt x="36521" y="19212"/>
                  </a:lnTo>
                  <a:lnTo>
                    <a:pt x="37084" y="16937"/>
                  </a:lnTo>
                  <a:lnTo>
                    <a:pt x="37906" y="14707"/>
                  </a:lnTo>
                  <a:lnTo>
                    <a:pt x="34482" y="12798"/>
                  </a:lnTo>
                  <a:lnTo>
                    <a:pt x="30434" y="10888"/>
                  </a:lnTo>
                  <a:lnTo>
                    <a:pt x="24827" y="10287"/>
                  </a:lnTo>
                  <a:lnTo>
                    <a:pt x="23100" y="9807"/>
                  </a:lnTo>
                  <a:lnTo>
                    <a:pt x="22202" y="8377"/>
                  </a:lnTo>
                  <a:lnTo>
                    <a:pt x="23008" y="6460"/>
                  </a:lnTo>
                  <a:lnTo>
                    <a:pt x="24827" y="5395"/>
                  </a:lnTo>
                  <a:lnTo>
                    <a:pt x="26911" y="4740"/>
                  </a:lnTo>
                  <a:lnTo>
                    <a:pt x="29049" y="4284"/>
                  </a:lnTo>
                  <a:lnTo>
                    <a:pt x="34200" y="3736"/>
                  </a:lnTo>
                  <a:lnTo>
                    <a:pt x="39313" y="4352"/>
                  </a:lnTo>
                  <a:lnTo>
                    <a:pt x="43734" y="6330"/>
                  </a:lnTo>
                  <a:lnTo>
                    <a:pt x="48223" y="7883"/>
                  </a:lnTo>
                  <a:lnTo>
                    <a:pt x="53892" y="8400"/>
                  </a:lnTo>
                  <a:lnTo>
                    <a:pt x="56440" y="8963"/>
                  </a:lnTo>
                  <a:lnTo>
                    <a:pt x="57620" y="8476"/>
                  </a:lnTo>
                  <a:close/>
                  <a:moveTo>
                    <a:pt x="35730" y="29620"/>
                  </a:moveTo>
                  <a:lnTo>
                    <a:pt x="35357" y="31203"/>
                  </a:lnTo>
                  <a:lnTo>
                    <a:pt x="29894" y="29323"/>
                  </a:lnTo>
                  <a:lnTo>
                    <a:pt x="25466" y="26949"/>
                  </a:lnTo>
                  <a:lnTo>
                    <a:pt x="25656" y="25664"/>
                  </a:lnTo>
                  <a:lnTo>
                    <a:pt x="27916" y="25367"/>
                  </a:lnTo>
                  <a:lnTo>
                    <a:pt x="30084" y="26158"/>
                  </a:lnTo>
                  <a:lnTo>
                    <a:pt x="33287" y="27741"/>
                  </a:lnTo>
                  <a:lnTo>
                    <a:pt x="35730" y="2962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22" name="Freeform: Shape 2221">
              <a:extLst>
                <a:ext uri="{FF2B5EF4-FFF2-40B4-BE49-F238E27FC236}">
                  <a16:creationId xmlns:a16="http://schemas.microsoft.com/office/drawing/2014/main" id="{DFBD7CE8-88B7-6C93-471A-10E4F05F60B1}"/>
                </a:ext>
              </a:extLst>
            </p:cNvPr>
            <p:cNvSpPr/>
            <p:nvPr/>
          </p:nvSpPr>
          <p:spPr>
            <a:xfrm>
              <a:off x="9917502" y="3821221"/>
              <a:ext cx="144852" cy="87688"/>
            </a:xfrm>
            <a:custGeom>
              <a:avLst/>
              <a:gdLst>
                <a:gd name="csX0" fmla="*/ 128957 w 144852"/>
                <a:gd name="csY0" fmla="*/ 4755 h 87688"/>
                <a:gd name="csX1" fmla="*/ 130989 w 144852"/>
                <a:gd name="csY1" fmla="*/ 4497 h 87688"/>
                <a:gd name="csX2" fmla="*/ 131073 w 144852"/>
                <a:gd name="csY2" fmla="*/ 4535 h 87688"/>
                <a:gd name="csX3" fmla="*/ 131552 w 144852"/>
                <a:gd name="csY3" fmla="*/ 4687 h 87688"/>
                <a:gd name="csX4" fmla="*/ 131895 w 144852"/>
                <a:gd name="csY4" fmla="*/ 6178 h 87688"/>
                <a:gd name="csX5" fmla="*/ 131948 w 144852"/>
                <a:gd name="csY5" fmla="*/ 6277 h 87688"/>
                <a:gd name="csX6" fmla="*/ 132442 w 144852"/>
                <a:gd name="csY6" fmla="*/ 7259 h 87688"/>
                <a:gd name="csX7" fmla="*/ 132899 w 144852"/>
                <a:gd name="csY7" fmla="*/ 8560 h 87688"/>
                <a:gd name="csX8" fmla="*/ 133614 w 144852"/>
                <a:gd name="csY8" fmla="*/ 9541 h 87688"/>
                <a:gd name="csX9" fmla="*/ 135189 w 144852"/>
                <a:gd name="csY9" fmla="*/ 9944 h 87688"/>
                <a:gd name="csX10" fmla="*/ 137244 w 144852"/>
                <a:gd name="csY10" fmla="*/ 11154 h 87688"/>
                <a:gd name="csX11" fmla="*/ 138575 w 144852"/>
                <a:gd name="csY11" fmla="*/ 13437 h 87688"/>
                <a:gd name="csX12" fmla="*/ 140576 w 144852"/>
                <a:gd name="csY12" fmla="*/ 14380 h 87688"/>
                <a:gd name="csX13" fmla="*/ 140720 w 144852"/>
                <a:gd name="csY13" fmla="*/ 14403 h 87688"/>
                <a:gd name="csX14" fmla="*/ 141116 w 144852"/>
                <a:gd name="csY14" fmla="*/ 14296 h 87688"/>
                <a:gd name="csX15" fmla="*/ 142562 w 144852"/>
                <a:gd name="csY15" fmla="*/ 14213 h 87688"/>
                <a:gd name="csX16" fmla="*/ 142843 w 144852"/>
                <a:gd name="csY16" fmla="*/ 14669 h 87688"/>
                <a:gd name="csX17" fmla="*/ 143992 w 144852"/>
                <a:gd name="csY17" fmla="*/ 15788 h 87688"/>
                <a:gd name="csX18" fmla="*/ 144441 w 144852"/>
                <a:gd name="csY18" fmla="*/ 16762 h 87688"/>
                <a:gd name="csX19" fmla="*/ 144213 w 144852"/>
                <a:gd name="csY19" fmla="*/ 17796 h 87688"/>
                <a:gd name="csX20" fmla="*/ 144418 w 144852"/>
                <a:gd name="csY20" fmla="*/ 18968 h 87688"/>
                <a:gd name="csX21" fmla="*/ 144852 w 144852"/>
                <a:gd name="csY21" fmla="*/ 19379 h 87688"/>
                <a:gd name="csX22" fmla="*/ 144327 w 144852"/>
                <a:gd name="csY22" fmla="*/ 20163 h 87688"/>
                <a:gd name="csX23" fmla="*/ 140591 w 144852"/>
                <a:gd name="csY23" fmla="*/ 24089 h 87688"/>
                <a:gd name="csX24" fmla="*/ 139122 w 144852"/>
                <a:gd name="csY24" fmla="*/ 25123 h 87688"/>
                <a:gd name="csX25" fmla="*/ 138157 w 144852"/>
                <a:gd name="csY25" fmla="*/ 25337 h 87688"/>
                <a:gd name="csX26" fmla="*/ 136627 w 144852"/>
                <a:gd name="csY26" fmla="*/ 24926 h 87688"/>
                <a:gd name="csX27" fmla="*/ 135052 w 144852"/>
                <a:gd name="csY27" fmla="*/ 25238 h 87688"/>
                <a:gd name="csX28" fmla="*/ 133645 w 144852"/>
                <a:gd name="csY28" fmla="*/ 26075 h 87688"/>
                <a:gd name="csX29" fmla="*/ 132343 w 144852"/>
                <a:gd name="csY29" fmla="*/ 26341 h 87688"/>
                <a:gd name="csX30" fmla="*/ 131362 w 144852"/>
                <a:gd name="csY30" fmla="*/ 27338 h 87688"/>
                <a:gd name="csX31" fmla="*/ 130091 w 144852"/>
                <a:gd name="csY31" fmla="*/ 29468 h 87688"/>
                <a:gd name="csX32" fmla="*/ 128524 w 144852"/>
                <a:gd name="csY32" fmla="*/ 31264 h 87688"/>
                <a:gd name="csX33" fmla="*/ 126949 w 144852"/>
                <a:gd name="csY33" fmla="*/ 32382 h 87688"/>
                <a:gd name="csX34" fmla="*/ 126127 w 144852"/>
                <a:gd name="csY34" fmla="*/ 33379 h 87688"/>
                <a:gd name="csX35" fmla="*/ 126036 w 144852"/>
                <a:gd name="csY35" fmla="*/ 36818 h 87688"/>
                <a:gd name="csX36" fmla="*/ 125161 w 144852"/>
                <a:gd name="csY36" fmla="*/ 37807 h 87688"/>
                <a:gd name="csX37" fmla="*/ 123989 w 144852"/>
                <a:gd name="csY37" fmla="*/ 38804 h 87688"/>
                <a:gd name="csX38" fmla="*/ 123342 w 144852"/>
                <a:gd name="csY38" fmla="*/ 39679 h 87688"/>
                <a:gd name="csX39" fmla="*/ 121555 w 144852"/>
                <a:gd name="csY39" fmla="*/ 44898 h 87688"/>
                <a:gd name="csX40" fmla="*/ 120200 w 144852"/>
                <a:gd name="csY40" fmla="*/ 46564 h 87688"/>
                <a:gd name="csX41" fmla="*/ 118907 w 144852"/>
                <a:gd name="csY41" fmla="*/ 47843 h 87688"/>
                <a:gd name="csX42" fmla="*/ 118693 w 144852"/>
                <a:gd name="csY42" fmla="*/ 49007 h 87688"/>
                <a:gd name="csX43" fmla="*/ 118717 w 144852"/>
                <a:gd name="csY43" fmla="*/ 50346 h 87688"/>
                <a:gd name="csX44" fmla="*/ 117256 w 144852"/>
                <a:gd name="csY44" fmla="*/ 53009 h 87688"/>
                <a:gd name="csX45" fmla="*/ 115338 w 144852"/>
                <a:gd name="csY45" fmla="*/ 55763 h 87688"/>
                <a:gd name="csX46" fmla="*/ 114973 w 144852"/>
                <a:gd name="csY46" fmla="*/ 56897 h 87688"/>
                <a:gd name="csX47" fmla="*/ 115399 w 144852"/>
                <a:gd name="csY47" fmla="*/ 58419 h 87688"/>
                <a:gd name="csX48" fmla="*/ 113558 w 144852"/>
                <a:gd name="csY48" fmla="*/ 60168 h 87688"/>
                <a:gd name="csX49" fmla="*/ 112500 w 144852"/>
                <a:gd name="csY49" fmla="*/ 61013 h 87688"/>
                <a:gd name="csX50" fmla="*/ 111618 w 144852"/>
                <a:gd name="csY50" fmla="*/ 61409 h 87688"/>
                <a:gd name="csX51" fmla="*/ 111070 w 144852"/>
                <a:gd name="csY51" fmla="*/ 62504 h 87688"/>
                <a:gd name="csX52" fmla="*/ 110172 w 144852"/>
                <a:gd name="csY52" fmla="*/ 65175 h 87688"/>
                <a:gd name="csX53" fmla="*/ 110408 w 144852"/>
                <a:gd name="csY53" fmla="*/ 66362 h 87688"/>
                <a:gd name="csX54" fmla="*/ 110431 w 144852"/>
                <a:gd name="csY54" fmla="*/ 67457 h 87688"/>
                <a:gd name="csX55" fmla="*/ 108879 w 144852"/>
                <a:gd name="csY55" fmla="*/ 68097 h 87688"/>
                <a:gd name="csX56" fmla="*/ 108422 w 144852"/>
                <a:gd name="csY56" fmla="*/ 69299 h 87688"/>
                <a:gd name="csX57" fmla="*/ 108026 w 144852"/>
                <a:gd name="csY57" fmla="*/ 70790 h 87688"/>
                <a:gd name="csX58" fmla="*/ 107380 w 144852"/>
                <a:gd name="csY58" fmla="*/ 71460 h 87688"/>
                <a:gd name="csX59" fmla="*/ 105637 w 144852"/>
                <a:gd name="csY59" fmla="*/ 72700 h 87688"/>
                <a:gd name="csX60" fmla="*/ 101301 w 144852"/>
                <a:gd name="csY60" fmla="*/ 72160 h 87688"/>
                <a:gd name="csX61" fmla="*/ 99665 w 144852"/>
                <a:gd name="csY61" fmla="*/ 72578 h 87688"/>
                <a:gd name="csX62" fmla="*/ 99177 w 144852"/>
                <a:gd name="csY62" fmla="*/ 73461 h 87688"/>
                <a:gd name="csX63" fmla="*/ 99079 w 144852"/>
                <a:gd name="csY63" fmla="*/ 74168 h 87688"/>
                <a:gd name="csX64" fmla="*/ 98531 w 144852"/>
                <a:gd name="csY64" fmla="*/ 74838 h 87688"/>
                <a:gd name="csX65" fmla="*/ 97549 w 144852"/>
                <a:gd name="csY65" fmla="*/ 75667 h 87688"/>
                <a:gd name="csX66" fmla="*/ 96537 w 144852"/>
                <a:gd name="csY66" fmla="*/ 76040 h 87688"/>
                <a:gd name="csX67" fmla="*/ 94278 w 144852"/>
                <a:gd name="csY67" fmla="*/ 75013 h 87688"/>
                <a:gd name="csX68" fmla="*/ 89431 w 144852"/>
                <a:gd name="csY68" fmla="*/ 76063 h 87688"/>
                <a:gd name="csX69" fmla="*/ 88594 w 144852"/>
                <a:gd name="csY69" fmla="*/ 76808 h 87688"/>
                <a:gd name="csX70" fmla="*/ 87917 w 144852"/>
                <a:gd name="csY70" fmla="*/ 76268 h 87688"/>
                <a:gd name="csX71" fmla="*/ 86875 w 144852"/>
                <a:gd name="csY71" fmla="*/ 75789 h 87688"/>
                <a:gd name="csX72" fmla="*/ 82028 w 144852"/>
                <a:gd name="csY72" fmla="*/ 75180 h 87688"/>
                <a:gd name="csX73" fmla="*/ 80111 w 144852"/>
                <a:gd name="csY73" fmla="*/ 75660 h 87688"/>
                <a:gd name="csX74" fmla="*/ 77547 w 144852"/>
                <a:gd name="csY74" fmla="*/ 75477 h 87688"/>
                <a:gd name="csX75" fmla="*/ 75180 w 144852"/>
                <a:gd name="csY75" fmla="*/ 74944 h 87688"/>
                <a:gd name="csX76" fmla="*/ 73408 w 144852"/>
                <a:gd name="csY76" fmla="*/ 75378 h 87688"/>
                <a:gd name="csX77" fmla="*/ 71848 w 144852"/>
                <a:gd name="csY77" fmla="*/ 77463 h 87688"/>
                <a:gd name="csX78" fmla="*/ 71072 w 144852"/>
                <a:gd name="csY78" fmla="*/ 78163 h 87688"/>
                <a:gd name="csX79" fmla="*/ 70463 w 144852"/>
                <a:gd name="csY79" fmla="*/ 78612 h 87688"/>
                <a:gd name="csX80" fmla="*/ 69131 w 144852"/>
                <a:gd name="csY80" fmla="*/ 79266 h 87688"/>
                <a:gd name="csX81" fmla="*/ 68013 w 144852"/>
                <a:gd name="csY81" fmla="*/ 80050 h 87688"/>
                <a:gd name="csX82" fmla="*/ 66529 w 144852"/>
                <a:gd name="csY82" fmla="*/ 80613 h 87688"/>
                <a:gd name="csX83" fmla="*/ 65198 w 144852"/>
                <a:gd name="csY83" fmla="*/ 80537 h 87688"/>
                <a:gd name="csX84" fmla="*/ 63942 w 144852"/>
                <a:gd name="csY84" fmla="*/ 79639 h 87688"/>
                <a:gd name="csX85" fmla="*/ 63494 w 144852"/>
                <a:gd name="csY85" fmla="*/ 79844 h 87688"/>
                <a:gd name="csX86" fmla="*/ 63098 w 144852"/>
                <a:gd name="csY86" fmla="*/ 80674 h 87688"/>
                <a:gd name="csX87" fmla="*/ 62413 w 144852"/>
                <a:gd name="csY87" fmla="*/ 81374 h 87688"/>
                <a:gd name="csX88" fmla="*/ 60534 w 144852"/>
                <a:gd name="csY88" fmla="*/ 82241 h 87688"/>
                <a:gd name="csX89" fmla="*/ 60054 w 144852"/>
                <a:gd name="csY89" fmla="*/ 82226 h 87688"/>
                <a:gd name="csX90" fmla="*/ 59948 w 144852"/>
                <a:gd name="csY90" fmla="*/ 82226 h 87688"/>
                <a:gd name="csX91" fmla="*/ 58510 w 144852"/>
                <a:gd name="csY91" fmla="*/ 82865 h 87688"/>
                <a:gd name="csX92" fmla="*/ 56136 w 144852"/>
                <a:gd name="csY92" fmla="*/ 83222 h 87688"/>
                <a:gd name="csX93" fmla="*/ 54942 w 144852"/>
                <a:gd name="csY93" fmla="*/ 82971 h 87688"/>
                <a:gd name="csX94" fmla="*/ 52781 w 144852"/>
                <a:gd name="csY94" fmla="*/ 85847 h 87688"/>
                <a:gd name="csX95" fmla="*/ 52119 w 144852"/>
                <a:gd name="csY95" fmla="*/ 86372 h 87688"/>
                <a:gd name="csX96" fmla="*/ 50057 w 144852"/>
                <a:gd name="csY96" fmla="*/ 87247 h 87688"/>
                <a:gd name="csX97" fmla="*/ 48376 w 144852"/>
                <a:gd name="csY97" fmla="*/ 87689 h 87688"/>
                <a:gd name="csX98" fmla="*/ 46930 w 144852"/>
                <a:gd name="csY98" fmla="*/ 87339 h 87688"/>
                <a:gd name="csX99" fmla="*/ 46359 w 144852"/>
                <a:gd name="csY99" fmla="*/ 87308 h 87688"/>
                <a:gd name="csX100" fmla="*/ 39952 w 144852"/>
                <a:gd name="csY100" fmla="*/ 87164 h 87688"/>
                <a:gd name="csX101" fmla="*/ 36605 w 144852"/>
                <a:gd name="csY101" fmla="*/ 86547 h 87688"/>
                <a:gd name="csX102" fmla="*/ 34459 w 144852"/>
                <a:gd name="csY102" fmla="*/ 85421 h 87688"/>
                <a:gd name="csX103" fmla="*/ 33029 w 144852"/>
                <a:gd name="csY103" fmla="*/ 84166 h 87688"/>
                <a:gd name="csX104" fmla="*/ 32329 w 144852"/>
                <a:gd name="csY104" fmla="*/ 82773 h 87688"/>
                <a:gd name="csX105" fmla="*/ 30670 w 144852"/>
                <a:gd name="csY105" fmla="*/ 81937 h 87688"/>
                <a:gd name="csX106" fmla="*/ 28045 w 144852"/>
                <a:gd name="csY106" fmla="*/ 81640 h 87688"/>
                <a:gd name="csX107" fmla="*/ 26006 w 144852"/>
                <a:gd name="csY107" fmla="*/ 80255 h 87688"/>
                <a:gd name="csX108" fmla="*/ 24537 w 144852"/>
                <a:gd name="csY108" fmla="*/ 77790 h 87688"/>
                <a:gd name="csX109" fmla="*/ 22567 w 144852"/>
                <a:gd name="csY109" fmla="*/ 75835 h 87688"/>
                <a:gd name="csX110" fmla="*/ 20064 w 144852"/>
                <a:gd name="csY110" fmla="*/ 74389 h 87688"/>
                <a:gd name="csX111" fmla="*/ 18086 w 144852"/>
                <a:gd name="csY111" fmla="*/ 72350 h 87688"/>
                <a:gd name="csX112" fmla="*/ 16625 w 144852"/>
                <a:gd name="csY112" fmla="*/ 69710 h 87688"/>
                <a:gd name="csX113" fmla="*/ 13992 w 144852"/>
                <a:gd name="csY113" fmla="*/ 67328 h 87688"/>
                <a:gd name="csX114" fmla="*/ 10188 w 144852"/>
                <a:gd name="csY114" fmla="*/ 65213 h 87688"/>
                <a:gd name="csX115" fmla="*/ 9039 w 144852"/>
                <a:gd name="csY115" fmla="*/ 64749 h 87688"/>
                <a:gd name="csX116" fmla="*/ 8811 w 144852"/>
                <a:gd name="csY116" fmla="*/ 64064 h 87688"/>
                <a:gd name="csX117" fmla="*/ 6954 w 144852"/>
                <a:gd name="csY117" fmla="*/ 61432 h 87688"/>
                <a:gd name="csX118" fmla="*/ 6155 w 144852"/>
                <a:gd name="csY118" fmla="*/ 60458 h 87688"/>
                <a:gd name="csX119" fmla="*/ 6232 w 144852"/>
                <a:gd name="csY119" fmla="*/ 59149 h 87688"/>
                <a:gd name="csX120" fmla="*/ 5859 w 144852"/>
                <a:gd name="csY120" fmla="*/ 58403 h 87688"/>
                <a:gd name="csX121" fmla="*/ 5182 w 144852"/>
                <a:gd name="csY121" fmla="*/ 57886 h 87688"/>
                <a:gd name="csX122" fmla="*/ 4816 w 144852"/>
                <a:gd name="csY122" fmla="*/ 55991 h 87688"/>
                <a:gd name="csX123" fmla="*/ 4603 w 144852"/>
                <a:gd name="csY123" fmla="*/ 54576 h 87688"/>
                <a:gd name="csX124" fmla="*/ 4070 w 144852"/>
                <a:gd name="csY124" fmla="*/ 53663 h 87688"/>
                <a:gd name="csX125" fmla="*/ 0 w 144852"/>
                <a:gd name="csY125" fmla="*/ 53473 h 87688"/>
                <a:gd name="csX126" fmla="*/ 3409 w 144852"/>
                <a:gd name="csY126" fmla="*/ 50095 h 87688"/>
                <a:gd name="csX127" fmla="*/ 5106 w 144852"/>
                <a:gd name="csY127" fmla="*/ 49151 h 87688"/>
                <a:gd name="csX128" fmla="*/ 7068 w 144852"/>
                <a:gd name="csY128" fmla="*/ 49311 h 87688"/>
                <a:gd name="csX129" fmla="*/ 7700 w 144852"/>
                <a:gd name="csY129" fmla="*/ 49007 h 87688"/>
                <a:gd name="csX130" fmla="*/ 7867 w 144852"/>
                <a:gd name="csY130" fmla="*/ 48512 h 87688"/>
                <a:gd name="csX131" fmla="*/ 8202 w 144852"/>
                <a:gd name="csY131" fmla="*/ 47409 h 87688"/>
                <a:gd name="csX132" fmla="*/ 8369 w 144852"/>
                <a:gd name="csY132" fmla="*/ 46367 h 87688"/>
                <a:gd name="csX133" fmla="*/ 8537 w 144852"/>
                <a:gd name="csY133" fmla="*/ 45377 h 87688"/>
                <a:gd name="csX134" fmla="*/ 8324 w 144852"/>
                <a:gd name="csY134" fmla="*/ 44830 h 87688"/>
                <a:gd name="csX135" fmla="*/ 7373 w 144852"/>
                <a:gd name="csY135" fmla="*/ 44655 h 87688"/>
                <a:gd name="csX136" fmla="*/ 6916 w 144852"/>
                <a:gd name="csY136" fmla="*/ 42227 h 87688"/>
                <a:gd name="csX137" fmla="*/ 7403 w 144852"/>
                <a:gd name="csY137" fmla="*/ 41307 h 87688"/>
                <a:gd name="csX138" fmla="*/ 7890 w 144852"/>
                <a:gd name="csY138" fmla="*/ 40668 h 87688"/>
                <a:gd name="csX139" fmla="*/ 7289 w 144852"/>
                <a:gd name="csY139" fmla="*/ 37708 h 87688"/>
                <a:gd name="csX140" fmla="*/ 7472 w 144852"/>
                <a:gd name="csY140" fmla="*/ 36696 h 87688"/>
                <a:gd name="csX141" fmla="*/ 9009 w 144852"/>
                <a:gd name="csY141" fmla="*/ 36536 h 87688"/>
                <a:gd name="csX142" fmla="*/ 10279 w 144852"/>
                <a:gd name="csY142" fmla="*/ 35905 h 87688"/>
                <a:gd name="csX143" fmla="*/ 11321 w 144852"/>
                <a:gd name="csY143" fmla="*/ 35190 h 87688"/>
                <a:gd name="csX144" fmla="*/ 11611 w 144852"/>
                <a:gd name="csY144" fmla="*/ 34269 h 87688"/>
                <a:gd name="csX145" fmla="*/ 12463 w 144852"/>
                <a:gd name="csY145" fmla="*/ 32397 h 87688"/>
                <a:gd name="csX146" fmla="*/ 11679 w 144852"/>
                <a:gd name="csY146" fmla="*/ 30099 h 87688"/>
                <a:gd name="csX147" fmla="*/ 7244 w 144852"/>
                <a:gd name="csY147" fmla="*/ 28601 h 87688"/>
                <a:gd name="csX148" fmla="*/ 7015 w 144852"/>
                <a:gd name="csY148" fmla="*/ 28030 h 87688"/>
                <a:gd name="csX149" fmla="*/ 8042 w 144852"/>
                <a:gd name="csY149" fmla="*/ 27376 h 87688"/>
                <a:gd name="csX150" fmla="*/ 9146 w 144852"/>
                <a:gd name="csY150" fmla="*/ 26447 h 87688"/>
                <a:gd name="csX151" fmla="*/ 9785 w 144852"/>
                <a:gd name="csY151" fmla="*/ 25717 h 87688"/>
                <a:gd name="csX152" fmla="*/ 10637 w 144852"/>
                <a:gd name="csY152" fmla="*/ 25618 h 87688"/>
                <a:gd name="csX153" fmla="*/ 11839 w 144852"/>
                <a:gd name="csY153" fmla="*/ 25991 h 87688"/>
                <a:gd name="csX154" fmla="*/ 13985 w 144852"/>
                <a:gd name="csY154" fmla="*/ 27657 h 87688"/>
                <a:gd name="csX155" fmla="*/ 14799 w 144852"/>
                <a:gd name="csY155" fmla="*/ 27901 h 87688"/>
                <a:gd name="csX156" fmla="*/ 15590 w 144852"/>
                <a:gd name="csY156" fmla="*/ 27414 h 87688"/>
                <a:gd name="csX157" fmla="*/ 16434 w 144852"/>
                <a:gd name="csY157" fmla="*/ 27307 h 87688"/>
                <a:gd name="csX158" fmla="*/ 18801 w 144852"/>
                <a:gd name="csY158" fmla="*/ 27368 h 87688"/>
                <a:gd name="csX159" fmla="*/ 20794 w 144852"/>
                <a:gd name="csY159" fmla="*/ 26980 h 87688"/>
                <a:gd name="csX160" fmla="*/ 20345 w 144852"/>
                <a:gd name="csY160" fmla="*/ 25207 h 87688"/>
                <a:gd name="csX161" fmla="*/ 20353 w 144852"/>
                <a:gd name="csY161" fmla="*/ 23914 h 87688"/>
                <a:gd name="csX162" fmla="*/ 20011 w 144852"/>
                <a:gd name="csY162" fmla="*/ 22879 h 87688"/>
                <a:gd name="csX163" fmla="*/ 20224 w 144852"/>
                <a:gd name="csY163" fmla="*/ 21745 h 87688"/>
                <a:gd name="csX164" fmla="*/ 21030 w 144852"/>
                <a:gd name="csY164" fmla="*/ 20855 h 87688"/>
                <a:gd name="csX165" fmla="*/ 21274 w 144852"/>
                <a:gd name="csY165" fmla="*/ 18862 h 87688"/>
                <a:gd name="csX166" fmla="*/ 22514 w 144852"/>
                <a:gd name="csY166" fmla="*/ 17515 h 87688"/>
                <a:gd name="csX167" fmla="*/ 23100 w 144852"/>
                <a:gd name="csY167" fmla="*/ 17317 h 87688"/>
                <a:gd name="csX168" fmla="*/ 25291 w 144852"/>
                <a:gd name="csY168" fmla="*/ 17568 h 87688"/>
                <a:gd name="csX169" fmla="*/ 25808 w 144852"/>
                <a:gd name="csY169" fmla="*/ 17918 h 87688"/>
                <a:gd name="csX170" fmla="*/ 26143 w 144852"/>
                <a:gd name="csY170" fmla="*/ 17994 h 87688"/>
                <a:gd name="csX171" fmla="*/ 29636 w 144852"/>
                <a:gd name="csY171" fmla="*/ 21273 h 87688"/>
                <a:gd name="csX172" fmla="*/ 32937 w 144852"/>
                <a:gd name="csY172" fmla="*/ 23739 h 87688"/>
                <a:gd name="csX173" fmla="*/ 35639 w 144852"/>
                <a:gd name="csY173" fmla="*/ 25002 h 87688"/>
                <a:gd name="csX174" fmla="*/ 39610 w 144852"/>
                <a:gd name="csY174" fmla="*/ 25101 h 87688"/>
                <a:gd name="csX175" fmla="*/ 43833 w 144852"/>
                <a:gd name="csY175" fmla="*/ 25215 h 87688"/>
                <a:gd name="csX176" fmla="*/ 50894 w 144852"/>
                <a:gd name="csY176" fmla="*/ 24781 h 87688"/>
                <a:gd name="csX177" fmla="*/ 56189 w 144852"/>
                <a:gd name="csY177" fmla="*/ 24461 h 87688"/>
                <a:gd name="csX178" fmla="*/ 56540 w 144852"/>
                <a:gd name="csY178" fmla="*/ 23845 h 87688"/>
                <a:gd name="csX179" fmla="*/ 57338 w 144852"/>
                <a:gd name="csY179" fmla="*/ 22377 h 87688"/>
                <a:gd name="csX180" fmla="*/ 56699 w 144852"/>
                <a:gd name="csY180" fmla="*/ 21114 h 87688"/>
                <a:gd name="csX181" fmla="*/ 56737 w 144852"/>
                <a:gd name="csY181" fmla="*/ 19630 h 87688"/>
                <a:gd name="csX182" fmla="*/ 57627 w 144852"/>
                <a:gd name="csY182" fmla="*/ 17697 h 87688"/>
                <a:gd name="csX183" fmla="*/ 60245 w 144852"/>
                <a:gd name="csY183" fmla="*/ 16085 h 87688"/>
                <a:gd name="csX184" fmla="*/ 67739 w 144852"/>
                <a:gd name="csY184" fmla="*/ 15377 h 87688"/>
                <a:gd name="csX185" fmla="*/ 72045 w 144852"/>
                <a:gd name="csY185" fmla="*/ 14175 h 87688"/>
                <a:gd name="csX186" fmla="*/ 72700 w 144852"/>
                <a:gd name="csY186" fmla="*/ 12539 h 87688"/>
                <a:gd name="csX187" fmla="*/ 74123 w 144852"/>
                <a:gd name="csY187" fmla="*/ 10918 h 87688"/>
                <a:gd name="csX188" fmla="*/ 75431 w 144852"/>
                <a:gd name="csY188" fmla="*/ 10591 h 87688"/>
                <a:gd name="csX189" fmla="*/ 77219 w 144852"/>
                <a:gd name="csY189" fmla="*/ 11337 h 87688"/>
                <a:gd name="csX190" fmla="*/ 79373 w 144852"/>
                <a:gd name="csY190" fmla="*/ 12760 h 87688"/>
                <a:gd name="csX191" fmla="*/ 81267 w 144852"/>
                <a:gd name="csY191" fmla="*/ 13520 h 87688"/>
                <a:gd name="csX192" fmla="*/ 82370 w 144852"/>
                <a:gd name="csY192" fmla="*/ 13034 h 87688"/>
                <a:gd name="csX193" fmla="*/ 86175 w 144852"/>
                <a:gd name="csY193" fmla="*/ 10629 h 87688"/>
                <a:gd name="csX194" fmla="*/ 90557 w 144852"/>
                <a:gd name="csY194" fmla="*/ 8271 h 87688"/>
                <a:gd name="csX195" fmla="*/ 93570 w 144852"/>
                <a:gd name="csY195" fmla="*/ 1879 h 87688"/>
                <a:gd name="csX196" fmla="*/ 93897 w 144852"/>
                <a:gd name="csY196" fmla="*/ 852 h 87688"/>
                <a:gd name="csX197" fmla="*/ 97162 w 144852"/>
                <a:gd name="csY197" fmla="*/ 122 h 87688"/>
                <a:gd name="csX198" fmla="*/ 101932 w 144852"/>
                <a:gd name="csY198" fmla="*/ 251 h 87688"/>
                <a:gd name="csX199" fmla="*/ 104382 w 144852"/>
                <a:gd name="csY199" fmla="*/ 1088 h 87688"/>
                <a:gd name="csX200" fmla="*/ 106223 w 144852"/>
                <a:gd name="csY200" fmla="*/ 1529 h 87688"/>
                <a:gd name="csX201" fmla="*/ 108978 w 144852"/>
                <a:gd name="csY201" fmla="*/ 1377 h 87688"/>
                <a:gd name="csX202" fmla="*/ 112949 w 144852"/>
                <a:gd name="csY202" fmla="*/ 0 h 87688"/>
                <a:gd name="csX203" fmla="*/ 114418 w 144852"/>
                <a:gd name="csY203" fmla="*/ 38 h 87688"/>
                <a:gd name="csX204" fmla="*/ 115559 w 144852"/>
                <a:gd name="csY204" fmla="*/ 1012 h 87688"/>
                <a:gd name="csX205" fmla="*/ 116807 w 144852"/>
                <a:gd name="csY205" fmla="*/ 1856 h 87688"/>
                <a:gd name="csX206" fmla="*/ 117651 w 144852"/>
                <a:gd name="csY206" fmla="*/ 2884 h 87688"/>
                <a:gd name="csX207" fmla="*/ 118290 w 144852"/>
                <a:gd name="csY207" fmla="*/ 4337 h 87688"/>
                <a:gd name="csX208" fmla="*/ 118633 w 144852"/>
                <a:gd name="csY208" fmla="*/ 4877 h 87688"/>
                <a:gd name="csX209" fmla="*/ 119188 w 144852"/>
                <a:gd name="csY209" fmla="*/ 5623 h 87688"/>
                <a:gd name="csX210" fmla="*/ 120193 w 144852"/>
                <a:gd name="csY210" fmla="*/ 6642 h 87688"/>
                <a:gd name="csX211" fmla="*/ 121159 w 144852"/>
                <a:gd name="csY211" fmla="*/ 6908 h 87688"/>
                <a:gd name="csX212" fmla="*/ 128516 w 144852"/>
                <a:gd name="csY212" fmla="*/ 5136 h 876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Lst>
              <a:rect l="l" t="t" r="r" b="b"/>
              <a:pathLst>
                <a:path w="144852" h="87688">
                  <a:moveTo>
                    <a:pt x="128957" y="4755"/>
                  </a:moveTo>
                  <a:lnTo>
                    <a:pt x="130989" y="4497"/>
                  </a:lnTo>
                  <a:lnTo>
                    <a:pt x="131073" y="4535"/>
                  </a:lnTo>
                  <a:lnTo>
                    <a:pt x="131552" y="4687"/>
                  </a:lnTo>
                  <a:lnTo>
                    <a:pt x="131895" y="6178"/>
                  </a:lnTo>
                  <a:lnTo>
                    <a:pt x="131948" y="6277"/>
                  </a:lnTo>
                  <a:lnTo>
                    <a:pt x="132442" y="7259"/>
                  </a:lnTo>
                  <a:lnTo>
                    <a:pt x="132899" y="8560"/>
                  </a:lnTo>
                  <a:lnTo>
                    <a:pt x="133614" y="9541"/>
                  </a:lnTo>
                  <a:lnTo>
                    <a:pt x="135189" y="9944"/>
                  </a:lnTo>
                  <a:lnTo>
                    <a:pt x="137244" y="11154"/>
                  </a:lnTo>
                  <a:lnTo>
                    <a:pt x="138575" y="13437"/>
                  </a:lnTo>
                  <a:lnTo>
                    <a:pt x="140576" y="14380"/>
                  </a:lnTo>
                  <a:lnTo>
                    <a:pt x="140720" y="14403"/>
                  </a:lnTo>
                  <a:lnTo>
                    <a:pt x="141116" y="14296"/>
                  </a:lnTo>
                  <a:lnTo>
                    <a:pt x="142562" y="14213"/>
                  </a:lnTo>
                  <a:lnTo>
                    <a:pt x="142843" y="14669"/>
                  </a:lnTo>
                  <a:lnTo>
                    <a:pt x="143992" y="15788"/>
                  </a:lnTo>
                  <a:lnTo>
                    <a:pt x="144441" y="16762"/>
                  </a:lnTo>
                  <a:lnTo>
                    <a:pt x="144213" y="17796"/>
                  </a:lnTo>
                  <a:lnTo>
                    <a:pt x="144418" y="18968"/>
                  </a:lnTo>
                  <a:lnTo>
                    <a:pt x="144852" y="19379"/>
                  </a:lnTo>
                  <a:lnTo>
                    <a:pt x="144327" y="20163"/>
                  </a:lnTo>
                  <a:lnTo>
                    <a:pt x="140591" y="24089"/>
                  </a:lnTo>
                  <a:lnTo>
                    <a:pt x="139122" y="25123"/>
                  </a:lnTo>
                  <a:lnTo>
                    <a:pt x="138157" y="25337"/>
                  </a:lnTo>
                  <a:lnTo>
                    <a:pt x="136627" y="24926"/>
                  </a:lnTo>
                  <a:lnTo>
                    <a:pt x="135052" y="25238"/>
                  </a:lnTo>
                  <a:lnTo>
                    <a:pt x="133645" y="26075"/>
                  </a:lnTo>
                  <a:lnTo>
                    <a:pt x="132343" y="26341"/>
                  </a:lnTo>
                  <a:lnTo>
                    <a:pt x="131362" y="27338"/>
                  </a:lnTo>
                  <a:lnTo>
                    <a:pt x="130091" y="29468"/>
                  </a:lnTo>
                  <a:lnTo>
                    <a:pt x="128524" y="31264"/>
                  </a:lnTo>
                  <a:lnTo>
                    <a:pt x="126949" y="32382"/>
                  </a:lnTo>
                  <a:lnTo>
                    <a:pt x="126127" y="33379"/>
                  </a:lnTo>
                  <a:lnTo>
                    <a:pt x="126036" y="36818"/>
                  </a:lnTo>
                  <a:lnTo>
                    <a:pt x="125161" y="37807"/>
                  </a:lnTo>
                  <a:lnTo>
                    <a:pt x="123989" y="38804"/>
                  </a:lnTo>
                  <a:lnTo>
                    <a:pt x="123342" y="39679"/>
                  </a:lnTo>
                  <a:lnTo>
                    <a:pt x="121555" y="44898"/>
                  </a:lnTo>
                  <a:lnTo>
                    <a:pt x="120200" y="46564"/>
                  </a:lnTo>
                  <a:lnTo>
                    <a:pt x="118907" y="47843"/>
                  </a:lnTo>
                  <a:lnTo>
                    <a:pt x="118693" y="49007"/>
                  </a:lnTo>
                  <a:lnTo>
                    <a:pt x="118717" y="50346"/>
                  </a:lnTo>
                  <a:lnTo>
                    <a:pt x="117256" y="53009"/>
                  </a:lnTo>
                  <a:lnTo>
                    <a:pt x="115338" y="55763"/>
                  </a:lnTo>
                  <a:lnTo>
                    <a:pt x="114973" y="56897"/>
                  </a:lnTo>
                  <a:lnTo>
                    <a:pt x="115399" y="58419"/>
                  </a:lnTo>
                  <a:lnTo>
                    <a:pt x="113558" y="60168"/>
                  </a:lnTo>
                  <a:lnTo>
                    <a:pt x="112500" y="61013"/>
                  </a:lnTo>
                  <a:lnTo>
                    <a:pt x="111618" y="61409"/>
                  </a:lnTo>
                  <a:lnTo>
                    <a:pt x="111070" y="62504"/>
                  </a:lnTo>
                  <a:lnTo>
                    <a:pt x="110172" y="65175"/>
                  </a:lnTo>
                  <a:lnTo>
                    <a:pt x="110408" y="66362"/>
                  </a:lnTo>
                  <a:lnTo>
                    <a:pt x="110431" y="67457"/>
                  </a:lnTo>
                  <a:lnTo>
                    <a:pt x="108879" y="68097"/>
                  </a:lnTo>
                  <a:lnTo>
                    <a:pt x="108422" y="69299"/>
                  </a:lnTo>
                  <a:lnTo>
                    <a:pt x="108026" y="70790"/>
                  </a:lnTo>
                  <a:lnTo>
                    <a:pt x="107380" y="71460"/>
                  </a:lnTo>
                  <a:lnTo>
                    <a:pt x="105637" y="72700"/>
                  </a:lnTo>
                  <a:lnTo>
                    <a:pt x="101301" y="72160"/>
                  </a:lnTo>
                  <a:lnTo>
                    <a:pt x="99665" y="72578"/>
                  </a:lnTo>
                  <a:lnTo>
                    <a:pt x="99177" y="73461"/>
                  </a:lnTo>
                  <a:lnTo>
                    <a:pt x="99079" y="74168"/>
                  </a:lnTo>
                  <a:lnTo>
                    <a:pt x="98531" y="74838"/>
                  </a:lnTo>
                  <a:lnTo>
                    <a:pt x="97549" y="75667"/>
                  </a:lnTo>
                  <a:lnTo>
                    <a:pt x="96537" y="76040"/>
                  </a:lnTo>
                  <a:lnTo>
                    <a:pt x="94278" y="75013"/>
                  </a:lnTo>
                  <a:lnTo>
                    <a:pt x="89431" y="76063"/>
                  </a:lnTo>
                  <a:lnTo>
                    <a:pt x="88594" y="76808"/>
                  </a:lnTo>
                  <a:lnTo>
                    <a:pt x="87917" y="76268"/>
                  </a:lnTo>
                  <a:lnTo>
                    <a:pt x="86875" y="75789"/>
                  </a:lnTo>
                  <a:lnTo>
                    <a:pt x="82028" y="75180"/>
                  </a:lnTo>
                  <a:lnTo>
                    <a:pt x="80111" y="75660"/>
                  </a:lnTo>
                  <a:lnTo>
                    <a:pt x="77547" y="75477"/>
                  </a:lnTo>
                  <a:lnTo>
                    <a:pt x="75180" y="74944"/>
                  </a:lnTo>
                  <a:lnTo>
                    <a:pt x="73408" y="75378"/>
                  </a:lnTo>
                  <a:lnTo>
                    <a:pt x="71848" y="77463"/>
                  </a:lnTo>
                  <a:lnTo>
                    <a:pt x="71072" y="78163"/>
                  </a:lnTo>
                  <a:lnTo>
                    <a:pt x="70463" y="78612"/>
                  </a:lnTo>
                  <a:lnTo>
                    <a:pt x="69131" y="79266"/>
                  </a:lnTo>
                  <a:lnTo>
                    <a:pt x="68013" y="80050"/>
                  </a:lnTo>
                  <a:lnTo>
                    <a:pt x="66529" y="80613"/>
                  </a:lnTo>
                  <a:lnTo>
                    <a:pt x="65198" y="80537"/>
                  </a:lnTo>
                  <a:lnTo>
                    <a:pt x="63942" y="79639"/>
                  </a:lnTo>
                  <a:lnTo>
                    <a:pt x="63494" y="79844"/>
                  </a:lnTo>
                  <a:lnTo>
                    <a:pt x="63098" y="80674"/>
                  </a:lnTo>
                  <a:lnTo>
                    <a:pt x="62413" y="81374"/>
                  </a:lnTo>
                  <a:lnTo>
                    <a:pt x="60534" y="82241"/>
                  </a:lnTo>
                  <a:lnTo>
                    <a:pt x="60054" y="82226"/>
                  </a:lnTo>
                  <a:lnTo>
                    <a:pt x="59948" y="82226"/>
                  </a:lnTo>
                  <a:lnTo>
                    <a:pt x="58510" y="82865"/>
                  </a:lnTo>
                  <a:lnTo>
                    <a:pt x="56136" y="83222"/>
                  </a:lnTo>
                  <a:lnTo>
                    <a:pt x="54942" y="82971"/>
                  </a:lnTo>
                  <a:lnTo>
                    <a:pt x="52781" y="85847"/>
                  </a:lnTo>
                  <a:lnTo>
                    <a:pt x="52119" y="86372"/>
                  </a:lnTo>
                  <a:lnTo>
                    <a:pt x="50057" y="87247"/>
                  </a:lnTo>
                  <a:lnTo>
                    <a:pt x="48376" y="87689"/>
                  </a:lnTo>
                  <a:lnTo>
                    <a:pt x="46930" y="87339"/>
                  </a:lnTo>
                  <a:lnTo>
                    <a:pt x="46359" y="87308"/>
                  </a:lnTo>
                  <a:lnTo>
                    <a:pt x="39952" y="87164"/>
                  </a:lnTo>
                  <a:lnTo>
                    <a:pt x="36605" y="86547"/>
                  </a:lnTo>
                  <a:lnTo>
                    <a:pt x="34459" y="85421"/>
                  </a:lnTo>
                  <a:lnTo>
                    <a:pt x="33029" y="84166"/>
                  </a:lnTo>
                  <a:lnTo>
                    <a:pt x="32329" y="82773"/>
                  </a:lnTo>
                  <a:lnTo>
                    <a:pt x="30670" y="81937"/>
                  </a:lnTo>
                  <a:lnTo>
                    <a:pt x="28045" y="81640"/>
                  </a:lnTo>
                  <a:lnTo>
                    <a:pt x="26006" y="80255"/>
                  </a:lnTo>
                  <a:lnTo>
                    <a:pt x="24537" y="77790"/>
                  </a:lnTo>
                  <a:lnTo>
                    <a:pt x="22567" y="75835"/>
                  </a:lnTo>
                  <a:lnTo>
                    <a:pt x="20064" y="74389"/>
                  </a:lnTo>
                  <a:lnTo>
                    <a:pt x="18086" y="72350"/>
                  </a:lnTo>
                  <a:lnTo>
                    <a:pt x="16625" y="69710"/>
                  </a:lnTo>
                  <a:lnTo>
                    <a:pt x="13992" y="67328"/>
                  </a:lnTo>
                  <a:lnTo>
                    <a:pt x="10188" y="65213"/>
                  </a:lnTo>
                  <a:lnTo>
                    <a:pt x="9039" y="64749"/>
                  </a:lnTo>
                  <a:lnTo>
                    <a:pt x="8811" y="64064"/>
                  </a:lnTo>
                  <a:lnTo>
                    <a:pt x="6954" y="61432"/>
                  </a:lnTo>
                  <a:lnTo>
                    <a:pt x="6155" y="60458"/>
                  </a:lnTo>
                  <a:lnTo>
                    <a:pt x="6232" y="59149"/>
                  </a:lnTo>
                  <a:lnTo>
                    <a:pt x="5859" y="58403"/>
                  </a:lnTo>
                  <a:lnTo>
                    <a:pt x="5182" y="57886"/>
                  </a:lnTo>
                  <a:lnTo>
                    <a:pt x="4816" y="55991"/>
                  </a:lnTo>
                  <a:lnTo>
                    <a:pt x="4603" y="54576"/>
                  </a:lnTo>
                  <a:lnTo>
                    <a:pt x="4070" y="53663"/>
                  </a:lnTo>
                  <a:lnTo>
                    <a:pt x="0" y="53473"/>
                  </a:lnTo>
                  <a:lnTo>
                    <a:pt x="3409" y="50095"/>
                  </a:lnTo>
                  <a:lnTo>
                    <a:pt x="5106" y="49151"/>
                  </a:lnTo>
                  <a:lnTo>
                    <a:pt x="7068" y="49311"/>
                  </a:lnTo>
                  <a:lnTo>
                    <a:pt x="7700" y="49007"/>
                  </a:lnTo>
                  <a:lnTo>
                    <a:pt x="7867" y="48512"/>
                  </a:lnTo>
                  <a:lnTo>
                    <a:pt x="8202" y="47409"/>
                  </a:lnTo>
                  <a:lnTo>
                    <a:pt x="8369" y="46367"/>
                  </a:lnTo>
                  <a:lnTo>
                    <a:pt x="8537" y="45377"/>
                  </a:lnTo>
                  <a:lnTo>
                    <a:pt x="8324" y="44830"/>
                  </a:lnTo>
                  <a:lnTo>
                    <a:pt x="7373" y="44655"/>
                  </a:lnTo>
                  <a:lnTo>
                    <a:pt x="6916" y="42227"/>
                  </a:lnTo>
                  <a:lnTo>
                    <a:pt x="7403" y="41307"/>
                  </a:lnTo>
                  <a:lnTo>
                    <a:pt x="7890" y="40668"/>
                  </a:lnTo>
                  <a:lnTo>
                    <a:pt x="7289" y="37708"/>
                  </a:lnTo>
                  <a:lnTo>
                    <a:pt x="7472" y="36696"/>
                  </a:lnTo>
                  <a:lnTo>
                    <a:pt x="9009" y="36536"/>
                  </a:lnTo>
                  <a:lnTo>
                    <a:pt x="10279" y="35905"/>
                  </a:lnTo>
                  <a:lnTo>
                    <a:pt x="11321" y="35190"/>
                  </a:lnTo>
                  <a:lnTo>
                    <a:pt x="11611" y="34269"/>
                  </a:lnTo>
                  <a:lnTo>
                    <a:pt x="12463" y="32397"/>
                  </a:lnTo>
                  <a:lnTo>
                    <a:pt x="11679" y="30099"/>
                  </a:lnTo>
                  <a:lnTo>
                    <a:pt x="7244" y="28601"/>
                  </a:lnTo>
                  <a:lnTo>
                    <a:pt x="7015" y="28030"/>
                  </a:lnTo>
                  <a:lnTo>
                    <a:pt x="8042" y="27376"/>
                  </a:lnTo>
                  <a:lnTo>
                    <a:pt x="9146" y="26447"/>
                  </a:lnTo>
                  <a:lnTo>
                    <a:pt x="9785" y="25717"/>
                  </a:lnTo>
                  <a:lnTo>
                    <a:pt x="10637" y="25618"/>
                  </a:lnTo>
                  <a:lnTo>
                    <a:pt x="11839" y="25991"/>
                  </a:lnTo>
                  <a:lnTo>
                    <a:pt x="13985" y="27657"/>
                  </a:lnTo>
                  <a:lnTo>
                    <a:pt x="14799" y="27901"/>
                  </a:lnTo>
                  <a:lnTo>
                    <a:pt x="15590" y="27414"/>
                  </a:lnTo>
                  <a:lnTo>
                    <a:pt x="16434" y="27307"/>
                  </a:lnTo>
                  <a:lnTo>
                    <a:pt x="18801" y="27368"/>
                  </a:lnTo>
                  <a:lnTo>
                    <a:pt x="20794" y="26980"/>
                  </a:lnTo>
                  <a:lnTo>
                    <a:pt x="20345" y="25207"/>
                  </a:lnTo>
                  <a:lnTo>
                    <a:pt x="20353" y="23914"/>
                  </a:lnTo>
                  <a:lnTo>
                    <a:pt x="20011" y="22879"/>
                  </a:lnTo>
                  <a:lnTo>
                    <a:pt x="20224" y="21745"/>
                  </a:lnTo>
                  <a:lnTo>
                    <a:pt x="21030" y="20855"/>
                  </a:lnTo>
                  <a:lnTo>
                    <a:pt x="21274" y="18862"/>
                  </a:lnTo>
                  <a:lnTo>
                    <a:pt x="22514" y="17515"/>
                  </a:lnTo>
                  <a:lnTo>
                    <a:pt x="23100" y="17317"/>
                  </a:lnTo>
                  <a:lnTo>
                    <a:pt x="25291" y="17568"/>
                  </a:lnTo>
                  <a:lnTo>
                    <a:pt x="25808" y="17918"/>
                  </a:lnTo>
                  <a:lnTo>
                    <a:pt x="26143" y="17994"/>
                  </a:lnTo>
                  <a:lnTo>
                    <a:pt x="29636" y="21273"/>
                  </a:lnTo>
                  <a:lnTo>
                    <a:pt x="32937" y="23739"/>
                  </a:lnTo>
                  <a:lnTo>
                    <a:pt x="35639" y="25002"/>
                  </a:lnTo>
                  <a:lnTo>
                    <a:pt x="39610" y="25101"/>
                  </a:lnTo>
                  <a:lnTo>
                    <a:pt x="43833" y="25215"/>
                  </a:lnTo>
                  <a:lnTo>
                    <a:pt x="50894" y="24781"/>
                  </a:lnTo>
                  <a:lnTo>
                    <a:pt x="56189" y="24461"/>
                  </a:lnTo>
                  <a:lnTo>
                    <a:pt x="56540" y="23845"/>
                  </a:lnTo>
                  <a:lnTo>
                    <a:pt x="57338" y="22377"/>
                  </a:lnTo>
                  <a:lnTo>
                    <a:pt x="56699" y="21114"/>
                  </a:lnTo>
                  <a:lnTo>
                    <a:pt x="56737" y="19630"/>
                  </a:lnTo>
                  <a:lnTo>
                    <a:pt x="57627" y="17697"/>
                  </a:lnTo>
                  <a:lnTo>
                    <a:pt x="60245" y="16085"/>
                  </a:lnTo>
                  <a:lnTo>
                    <a:pt x="67739" y="15377"/>
                  </a:lnTo>
                  <a:lnTo>
                    <a:pt x="72045" y="14175"/>
                  </a:lnTo>
                  <a:lnTo>
                    <a:pt x="72700" y="12539"/>
                  </a:lnTo>
                  <a:lnTo>
                    <a:pt x="74123" y="10918"/>
                  </a:lnTo>
                  <a:lnTo>
                    <a:pt x="75431" y="10591"/>
                  </a:lnTo>
                  <a:lnTo>
                    <a:pt x="77219" y="11337"/>
                  </a:lnTo>
                  <a:lnTo>
                    <a:pt x="79373" y="12760"/>
                  </a:lnTo>
                  <a:lnTo>
                    <a:pt x="81267" y="13520"/>
                  </a:lnTo>
                  <a:lnTo>
                    <a:pt x="82370" y="13034"/>
                  </a:lnTo>
                  <a:lnTo>
                    <a:pt x="86175" y="10629"/>
                  </a:lnTo>
                  <a:lnTo>
                    <a:pt x="90557" y="8271"/>
                  </a:lnTo>
                  <a:lnTo>
                    <a:pt x="93570" y="1879"/>
                  </a:lnTo>
                  <a:lnTo>
                    <a:pt x="93897" y="852"/>
                  </a:lnTo>
                  <a:lnTo>
                    <a:pt x="97162" y="122"/>
                  </a:lnTo>
                  <a:lnTo>
                    <a:pt x="101932" y="251"/>
                  </a:lnTo>
                  <a:lnTo>
                    <a:pt x="104382" y="1088"/>
                  </a:lnTo>
                  <a:lnTo>
                    <a:pt x="106223" y="1529"/>
                  </a:lnTo>
                  <a:lnTo>
                    <a:pt x="108978" y="1377"/>
                  </a:lnTo>
                  <a:lnTo>
                    <a:pt x="112949" y="0"/>
                  </a:lnTo>
                  <a:lnTo>
                    <a:pt x="114418" y="38"/>
                  </a:lnTo>
                  <a:lnTo>
                    <a:pt x="115559" y="1012"/>
                  </a:lnTo>
                  <a:lnTo>
                    <a:pt x="116807" y="1856"/>
                  </a:lnTo>
                  <a:lnTo>
                    <a:pt x="117651" y="2884"/>
                  </a:lnTo>
                  <a:lnTo>
                    <a:pt x="118290" y="4337"/>
                  </a:lnTo>
                  <a:lnTo>
                    <a:pt x="118633" y="4877"/>
                  </a:lnTo>
                  <a:lnTo>
                    <a:pt x="119188" y="5623"/>
                  </a:lnTo>
                  <a:lnTo>
                    <a:pt x="120193" y="6642"/>
                  </a:lnTo>
                  <a:lnTo>
                    <a:pt x="121159" y="6908"/>
                  </a:lnTo>
                  <a:lnTo>
                    <a:pt x="128516" y="5136"/>
                  </a:lnTo>
                  <a:close/>
                </a:path>
              </a:pathLst>
            </a:custGeom>
            <a:solidFill>
              <a:srgbClr val="2562E8"/>
            </a:solidFill>
            <a:ln w="6168" cap="flat">
              <a:solidFill>
                <a:srgbClr val="2562E8"/>
              </a:solidFill>
              <a:prstDash val="solid"/>
              <a:miter/>
            </a:ln>
          </p:spPr>
          <p:txBody>
            <a:bodyPr/>
            <a:lstStyle/>
            <a:p>
              <a:endParaRPr lang="en-US"/>
            </a:p>
          </p:txBody>
        </p:sp>
        <p:sp>
          <p:nvSpPr>
            <p:cNvPr id="2223" name="Freeform: Shape 2222">
              <a:extLst>
                <a:ext uri="{FF2B5EF4-FFF2-40B4-BE49-F238E27FC236}">
                  <a16:creationId xmlns:a16="http://schemas.microsoft.com/office/drawing/2014/main" id="{174724DB-F106-4070-AB6F-20AEA1AD69BF}"/>
                </a:ext>
              </a:extLst>
            </p:cNvPr>
            <p:cNvSpPr/>
            <p:nvPr/>
          </p:nvSpPr>
          <p:spPr>
            <a:xfrm>
              <a:off x="11606856" y="4878727"/>
              <a:ext cx="977320" cy="358347"/>
            </a:xfrm>
            <a:custGeom>
              <a:avLst/>
              <a:gdLst>
                <a:gd name="csX0" fmla="*/ 592380 w 977320"/>
                <a:gd name="csY0" fmla="*/ 358340 h 358347"/>
                <a:gd name="csX1" fmla="*/ 590395 w 977320"/>
                <a:gd name="csY1" fmla="*/ 358348 h 358347"/>
                <a:gd name="csX2" fmla="*/ 589755 w 977320"/>
                <a:gd name="csY2" fmla="*/ 358120 h 358347"/>
                <a:gd name="csX3" fmla="*/ 589595 w 977320"/>
                <a:gd name="csY3" fmla="*/ 356217 h 358347"/>
                <a:gd name="csX4" fmla="*/ 590181 w 977320"/>
                <a:gd name="csY4" fmla="*/ 355152 h 358347"/>
                <a:gd name="csX5" fmla="*/ 594784 w 977320"/>
                <a:gd name="csY5" fmla="*/ 353783 h 358347"/>
                <a:gd name="csX6" fmla="*/ 596580 w 977320"/>
                <a:gd name="csY6" fmla="*/ 352520 h 358347"/>
                <a:gd name="csX7" fmla="*/ 599137 w 977320"/>
                <a:gd name="csY7" fmla="*/ 349895 h 358347"/>
                <a:gd name="csX8" fmla="*/ 600719 w 977320"/>
                <a:gd name="csY8" fmla="*/ 349210 h 358347"/>
                <a:gd name="csX9" fmla="*/ 601122 w 977320"/>
                <a:gd name="csY9" fmla="*/ 348913 h 358347"/>
                <a:gd name="csX10" fmla="*/ 601396 w 977320"/>
                <a:gd name="csY10" fmla="*/ 348966 h 358347"/>
                <a:gd name="csX11" fmla="*/ 601648 w 977320"/>
                <a:gd name="csY11" fmla="*/ 350968 h 358347"/>
                <a:gd name="csX12" fmla="*/ 602287 w 977320"/>
                <a:gd name="csY12" fmla="*/ 352155 h 358347"/>
                <a:gd name="csX13" fmla="*/ 602401 w 977320"/>
                <a:gd name="csY13" fmla="*/ 352778 h 358347"/>
                <a:gd name="csX14" fmla="*/ 600103 w 977320"/>
                <a:gd name="csY14" fmla="*/ 353790 h 358347"/>
                <a:gd name="csX15" fmla="*/ 598049 w 977320"/>
                <a:gd name="csY15" fmla="*/ 356119 h 358347"/>
                <a:gd name="csX16" fmla="*/ 593575 w 977320"/>
                <a:gd name="csY16" fmla="*/ 357640 h 358347"/>
                <a:gd name="csX17" fmla="*/ 592380 w 977320"/>
                <a:gd name="csY17" fmla="*/ 358340 h 358347"/>
                <a:gd name="csX18" fmla="*/ 569623 w 977320"/>
                <a:gd name="csY18" fmla="*/ 351454 h 358347"/>
                <a:gd name="csX19" fmla="*/ 568558 w 977320"/>
                <a:gd name="csY19" fmla="*/ 351713 h 358347"/>
                <a:gd name="csX20" fmla="*/ 566268 w 977320"/>
                <a:gd name="csY20" fmla="*/ 351089 h 358347"/>
                <a:gd name="csX21" fmla="*/ 565803 w 977320"/>
                <a:gd name="csY21" fmla="*/ 350709 h 358347"/>
                <a:gd name="csX22" fmla="*/ 567767 w 977320"/>
                <a:gd name="csY22" fmla="*/ 349667 h 358347"/>
                <a:gd name="csX23" fmla="*/ 569273 w 977320"/>
                <a:gd name="csY23" fmla="*/ 348190 h 358347"/>
                <a:gd name="csX24" fmla="*/ 571030 w 977320"/>
                <a:gd name="csY24" fmla="*/ 348061 h 358347"/>
                <a:gd name="csX25" fmla="*/ 572073 w 977320"/>
                <a:gd name="csY25" fmla="*/ 348365 h 358347"/>
                <a:gd name="csX26" fmla="*/ 571715 w 977320"/>
                <a:gd name="csY26" fmla="*/ 350123 h 358347"/>
                <a:gd name="csX27" fmla="*/ 569623 w 977320"/>
                <a:gd name="csY27" fmla="*/ 351454 h 358347"/>
                <a:gd name="csX28" fmla="*/ 602355 w 977320"/>
                <a:gd name="csY28" fmla="*/ 345246 h 358347"/>
                <a:gd name="csX29" fmla="*/ 600430 w 977320"/>
                <a:gd name="csY29" fmla="*/ 345999 h 358347"/>
                <a:gd name="csX30" fmla="*/ 600423 w 977320"/>
                <a:gd name="csY30" fmla="*/ 344417 h 358347"/>
                <a:gd name="csX31" fmla="*/ 601906 w 977320"/>
                <a:gd name="csY31" fmla="*/ 342416 h 358347"/>
                <a:gd name="csX32" fmla="*/ 603260 w 977320"/>
                <a:gd name="csY32" fmla="*/ 341738 h 358347"/>
                <a:gd name="csX33" fmla="*/ 604014 w 977320"/>
                <a:gd name="csY33" fmla="*/ 342537 h 358347"/>
                <a:gd name="csX34" fmla="*/ 604082 w 977320"/>
                <a:gd name="csY34" fmla="*/ 342902 h 358347"/>
                <a:gd name="csX35" fmla="*/ 602119 w 977320"/>
                <a:gd name="csY35" fmla="*/ 343618 h 358347"/>
                <a:gd name="csX36" fmla="*/ 602355 w 977320"/>
                <a:gd name="csY36" fmla="*/ 345246 h 358347"/>
                <a:gd name="csX37" fmla="*/ 529678 w 977320"/>
                <a:gd name="csY37" fmla="*/ 325266 h 358347"/>
                <a:gd name="csX38" fmla="*/ 530644 w 977320"/>
                <a:gd name="csY38" fmla="*/ 326232 h 358347"/>
                <a:gd name="csX39" fmla="*/ 534136 w 977320"/>
                <a:gd name="csY39" fmla="*/ 328096 h 358347"/>
                <a:gd name="csX40" fmla="*/ 534707 w 977320"/>
                <a:gd name="csY40" fmla="*/ 328880 h 358347"/>
                <a:gd name="csX41" fmla="*/ 534928 w 977320"/>
                <a:gd name="csY41" fmla="*/ 330173 h 358347"/>
                <a:gd name="csX42" fmla="*/ 535628 w 977320"/>
                <a:gd name="csY42" fmla="*/ 331132 h 358347"/>
                <a:gd name="csX43" fmla="*/ 537203 w 977320"/>
                <a:gd name="csY43" fmla="*/ 331284 h 358347"/>
                <a:gd name="csX44" fmla="*/ 538884 w 977320"/>
                <a:gd name="csY44" fmla="*/ 331086 h 358347"/>
                <a:gd name="csX45" fmla="*/ 540170 w 977320"/>
                <a:gd name="csY45" fmla="*/ 331703 h 358347"/>
                <a:gd name="csX46" fmla="*/ 541281 w 977320"/>
                <a:gd name="csY46" fmla="*/ 332669 h 358347"/>
                <a:gd name="csX47" fmla="*/ 542925 w 977320"/>
                <a:gd name="csY47" fmla="*/ 334548 h 358347"/>
                <a:gd name="csX48" fmla="*/ 544370 w 977320"/>
                <a:gd name="csY48" fmla="*/ 336625 h 358347"/>
                <a:gd name="csX49" fmla="*/ 546166 w 977320"/>
                <a:gd name="csY49" fmla="*/ 337790 h 358347"/>
                <a:gd name="csX50" fmla="*/ 547193 w 977320"/>
                <a:gd name="csY50" fmla="*/ 339524 h 358347"/>
                <a:gd name="csX51" fmla="*/ 546592 w 977320"/>
                <a:gd name="csY51" fmla="*/ 341054 h 358347"/>
                <a:gd name="csX52" fmla="*/ 544317 w 977320"/>
                <a:gd name="csY52" fmla="*/ 343169 h 358347"/>
                <a:gd name="csX53" fmla="*/ 543092 w 977320"/>
                <a:gd name="csY53" fmla="*/ 343625 h 358347"/>
                <a:gd name="csX54" fmla="*/ 541410 w 977320"/>
                <a:gd name="csY54" fmla="*/ 343793 h 358347"/>
                <a:gd name="csX55" fmla="*/ 538793 w 977320"/>
                <a:gd name="csY55" fmla="*/ 345056 h 358347"/>
                <a:gd name="csX56" fmla="*/ 537834 w 977320"/>
                <a:gd name="csY56" fmla="*/ 344401 h 358347"/>
                <a:gd name="csX57" fmla="*/ 534867 w 977320"/>
                <a:gd name="csY57" fmla="*/ 343945 h 358347"/>
                <a:gd name="csX58" fmla="*/ 532501 w 977320"/>
                <a:gd name="csY58" fmla="*/ 343032 h 358347"/>
                <a:gd name="csX59" fmla="*/ 530515 w 977320"/>
                <a:gd name="csY59" fmla="*/ 341366 h 358347"/>
                <a:gd name="csX60" fmla="*/ 529374 w 977320"/>
                <a:gd name="csY60" fmla="*/ 339577 h 358347"/>
                <a:gd name="csX61" fmla="*/ 527928 w 977320"/>
                <a:gd name="csY61" fmla="*/ 337995 h 358347"/>
                <a:gd name="csX62" fmla="*/ 525410 w 977320"/>
                <a:gd name="csY62" fmla="*/ 336937 h 358347"/>
                <a:gd name="csX63" fmla="*/ 520890 w 977320"/>
                <a:gd name="csY63" fmla="*/ 333833 h 358347"/>
                <a:gd name="csX64" fmla="*/ 518098 w 977320"/>
                <a:gd name="csY64" fmla="*/ 333552 h 358347"/>
                <a:gd name="csX65" fmla="*/ 516956 w 977320"/>
                <a:gd name="csY65" fmla="*/ 333780 h 358347"/>
                <a:gd name="csX66" fmla="*/ 515807 w 977320"/>
                <a:gd name="csY66" fmla="*/ 333795 h 358347"/>
                <a:gd name="csX67" fmla="*/ 509888 w 977320"/>
                <a:gd name="csY67" fmla="*/ 332403 h 358347"/>
                <a:gd name="csX68" fmla="*/ 508967 w 977320"/>
                <a:gd name="csY68" fmla="*/ 331589 h 358347"/>
                <a:gd name="csX69" fmla="*/ 508245 w 977320"/>
                <a:gd name="csY69" fmla="*/ 330546 h 358347"/>
                <a:gd name="csX70" fmla="*/ 507583 w 977320"/>
                <a:gd name="csY70" fmla="*/ 329519 h 358347"/>
                <a:gd name="csX71" fmla="*/ 507180 w 977320"/>
                <a:gd name="csY71" fmla="*/ 328370 h 358347"/>
                <a:gd name="csX72" fmla="*/ 507940 w 977320"/>
                <a:gd name="csY72" fmla="*/ 327351 h 358347"/>
                <a:gd name="csX73" fmla="*/ 508732 w 977320"/>
                <a:gd name="csY73" fmla="*/ 326666 h 358347"/>
                <a:gd name="csX74" fmla="*/ 512026 w 977320"/>
                <a:gd name="csY74" fmla="*/ 325464 h 358347"/>
                <a:gd name="csX75" fmla="*/ 514385 w 977320"/>
                <a:gd name="csY75" fmla="*/ 325098 h 358347"/>
                <a:gd name="csX76" fmla="*/ 517116 w 977320"/>
                <a:gd name="csY76" fmla="*/ 325152 h 358347"/>
                <a:gd name="csX77" fmla="*/ 521187 w 977320"/>
                <a:gd name="csY77" fmla="*/ 324779 h 358347"/>
                <a:gd name="csX78" fmla="*/ 525044 w 977320"/>
                <a:gd name="csY78" fmla="*/ 325380 h 358347"/>
                <a:gd name="csX79" fmla="*/ 526231 w 977320"/>
                <a:gd name="csY79" fmla="*/ 324931 h 358347"/>
                <a:gd name="csX80" fmla="*/ 528179 w 977320"/>
                <a:gd name="csY80" fmla="*/ 323683 h 358347"/>
                <a:gd name="csX81" fmla="*/ 528856 w 977320"/>
                <a:gd name="csY81" fmla="*/ 324117 h 358347"/>
                <a:gd name="csX82" fmla="*/ 529678 w 977320"/>
                <a:gd name="csY82" fmla="*/ 325266 h 358347"/>
                <a:gd name="csX83" fmla="*/ 634828 w 977320"/>
                <a:gd name="csY83" fmla="*/ 318365 h 358347"/>
                <a:gd name="csX84" fmla="*/ 635612 w 977320"/>
                <a:gd name="csY84" fmla="*/ 318601 h 358347"/>
                <a:gd name="csX85" fmla="*/ 638321 w 977320"/>
                <a:gd name="csY85" fmla="*/ 317307 h 358347"/>
                <a:gd name="csX86" fmla="*/ 638830 w 977320"/>
                <a:gd name="csY86" fmla="*/ 317551 h 358347"/>
                <a:gd name="csX87" fmla="*/ 639356 w 977320"/>
                <a:gd name="csY87" fmla="*/ 318137 h 358347"/>
                <a:gd name="csX88" fmla="*/ 639363 w 977320"/>
                <a:gd name="csY88" fmla="*/ 319864 h 358347"/>
                <a:gd name="csX89" fmla="*/ 638321 w 977320"/>
                <a:gd name="csY89" fmla="*/ 321302 h 358347"/>
                <a:gd name="csX90" fmla="*/ 635688 w 977320"/>
                <a:gd name="csY90" fmla="*/ 321416 h 358347"/>
                <a:gd name="csX91" fmla="*/ 635315 w 977320"/>
                <a:gd name="csY91" fmla="*/ 321819 h 358347"/>
                <a:gd name="csX92" fmla="*/ 635285 w 977320"/>
                <a:gd name="csY92" fmla="*/ 322694 h 358347"/>
                <a:gd name="csX93" fmla="*/ 635491 w 977320"/>
                <a:gd name="csY93" fmla="*/ 323546 h 358347"/>
                <a:gd name="csX94" fmla="*/ 636099 w 977320"/>
                <a:gd name="csY94" fmla="*/ 324231 h 358347"/>
                <a:gd name="csX95" fmla="*/ 636883 w 977320"/>
                <a:gd name="csY95" fmla="*/ 325433 h 358347"/>
                <a:gd name="csX96" fmla="*/ 637621 w 977320"/>
                <a:gd name="csY96" fmla="*/ 328233 h 358347"/>
                <a:gd name="csX97" fmla="*/ 636130 w 977320"/>
                <a:gd name="csY97" fmla="*/ 329382 h 358347"/>
                <a:gd name="csX98" fmla="*/ 635376 w 977320"/>
                <a:gd name="csY98" fmla="*/ 331543 h 358347"/>
                <a:gd name="csX99" fmla="*/ 632789 w 977320"/>
                <a:gd name="csY99" fmla="*/ 333574 h 358347"/>
                <a:gd name="csX100" fmla="*/ 629944 w 977320"/>
                <a:gd name="csY100" fmla="*/ 336899 h 358347"/>
                <a:gd name="csX101" fmla="*/ 627661 w 977320"/>
                <a:gd name="csY101" fmla="*/ 338596 h 358347"/>
                <a:gd name="csX102" fmla="*/ 625660 w 977320"/>
                <a:gd name="csY102" fmla="*/ 340605 h 358347"/>
                <a:gd name="csX103" fmla="*/ 623941 w 977320"/>
                <a:gd name="csY103" fmla="*/ 341951 h 358347"/>
                <a:gd name="csX104" fmla="*/ 621787 w 977320"/>
                <a:gd name="csY104" fmla="*/ 342408 h 358347"/>
                <a:gd name="csX105" fmla="*/ 618569 w 977320"/>
                <a:gd name="csY105" fmla="*/ 342697 h 358347"/>
                <a:gd name="csX106" fmla="*/ 614194 w 977320"/>
                <a:gd name="csY106" fmla="*/ 345101 h 358347"/>
                <a:gd name="csX107" fmla="*/ 611775 w 977320"/>
                <a:gd name="csY107" fmla="*/ 346151 h 358347"/>
                <a:gd name="csX108" fmla="*/ 609416 w 977320"/>
                <a:gd name="csY108" fmla="*/ 346227 h 358347"/>
                <a:gd name="csX109" fmla="*/ 607209 w 977320"/>
                <a:gd name="csY109" fmla="*/ 345444 h 358347"/>
                <a:gd name="csX110" fmla="*/ 606372 w 977320"/>
                <a:gd name="csY110" fmla="*/ 344561 h 358347"/>
                <a:gd name="csX111" fmla="*/ 606570 w 977320"/>
                <a:gd name="csY111" fmla="*/ 343374 h 358347"/>
                <a:gd name="csX112" fmla="*/ 607301 w 977320"/>
                <a:gd name="csY112" fmla="*/ 342355 h 358347"/>
                <a:gd name="csX113" fmla="*/ 608191 w 977320"/>
                <a:gd name="csY113" fmla="*/ 341518 h 358347"/>
                <a:gd name="csX114" fmla="*/ 608754 w 977320"/>
                <a:gd name="csY114" fmla="*/ 340437 h 358347"/>
                <a:gd name="csX115" fmla="*/ 606258 w 977320"/>
                <a:gd name="csY115" fmla="*/ 339068 h 358347"/>
                <a:gd name="csX116" fmla="*/ 606045 w 977320"/>
                <a:gd name="csY116" fmla="*/ 338025 h 358347"/>
                <a:gd name="csX117" fmla="*/ 607034 w 977320"/>
                <a:gd name="csY117" fmla="*/ 335248 h 358347"/>
                <a:gd name="csX118" fmla="*/ 607681 w 977320"/>
                <a:gd name="csY118" fmla="*/ 332395 h 358347"/>
                <a:gd name="csX119" fmla="*/ 608609 w 977320"/>
                <a:gd name="csY119" fmla="*/ 330447 h 358347"/>
                <a:gd name="csX120" fmla="*/ 612185 w 977320"/>
                <a:gd name="csY120" fmla="*/ 326970 h 358347"/>
                <a:gd name="csX121" fmla="*/ 614323 w 977320"/>
                <a:gd name="csY121" fmla="*/ 325243 h 358347"/>
                <a:gd name="csX122" fmla="*/ 615586 w 977320"/>
                <a:gd name="csY122" fmla="*/ 324573 h 358347"/>
                <a:gd name="csX123" fmla="*/ 615936 w 977320"/>
                <a:gd name="csY123" fmla="*/ 325304 h 358347"/>
                <a:gd name="csX124" fmla="*/ 616735 w 977320"/>
                <a:gd name="csY124" fmla="*/ 326187 h 358347"/>
                <a:gd name="csX125" fmla="*/ 617275 w 977320"/>
                <a:gd name="csY125" fmla="*/ 326331 h 358347"/>
                <a:gd name="csX126" fmla="*/ 617686 w 977320"/>
                <a:gd name="csY126" fmla="*/ 326133 h 358347"/>
                <a:gd name="csX127" fmla="*/ 620836 w 977320"/>
                <a:gd name="csY127" fmla="*/ 326438 h 358347"/>
                <a:gd name="csX128" fmla="*/ 621628 w 977320"/>
                <a:gd name="csY128" fmla="*/ 326133 h 358347"/>
                <a:gd name="csX129" fmla="*/ 622830 w 977320"/>
                <a:gd name="csY129" fmla="*/ 324756 h 358347"/>
                <a:gd name="csX130" fmla="*/ 623621 w 977320"/>
                <a:gd name="csY130" fmla="*/ 323988 h 358347"/>
                <a:gd name="csX131" fmla="*/ 624153 w 977320"/>
                <a:gd name="csY131" fmla="*/ 322359 h 358347"/>
                <a:gd name="csX132" fmla="*/ 624290 w 977320"/>
                <a:gd name="csY132" fmla="*/ 321325 h 358347"/>
                <a:gd name="csX133" fmla="*/ 627091 w 977320"/>
                <a:gd name="csY133" fmla="*/ 320571 h 358347"/>
                <a:gd name="csX134" fmla="*/ 628589 w 977320"/>
                <a:gd name="csY134" fmla="*/ 319742 h 358347"/>
                <a:gd name="csX135" fmla="*/ 629921 w 977320"/>
                <a:gd name="csY135" fmla="*/ 318563 h 358347"/>
                <a:gd name="csX136" fmla="*/ 633801 w 977320"/>
                <a:gd name="csY136" fmla="*/ 316554 h 358347"/>
                <a:gd name="csX137" fmla="*/ 634494 w 977320"/>
                <a:gd name="csY137" fmla="*/ 315999 h 358347"/>
                <a:gd name="csX138" fmla="*/ 634342 w 977320"/>
                <a:gd name="csY138" fmla="*/ 317908 h 358347"/>
                <a:gd name="csX139" fmla="*/ 634828 w 977320"/>
                <a:gd name="csY139" fmla="*/ 318365 h 358347"/>
                <a:gd name="csX140" fmla="*/ 435667 w 977320"/>
                <a:gd name="csY140" fmla="*/ 312270 h 358347"/>
                <a:gd name="csX141" fmla="*/ 435073 w 977320"/>
                <a:gd name="csY141" fmla="*/ 313008 h 358347"/>
                <a:gd name="csX142" fmla="*/ 433338 w 977320"/>
                <a:gd name="csY142" fmla="*/ 311692 h 358347"/>
                <a:gd name="csX143" fmla="*/ 432897 w 977320"/>
                <a:gd name="csY143" fmla="*/ 311099 h 358347"/>
                <a:gd name="csX144" fmla="*/ 434183 w 977320"/>
                <a:gd name="csY144" fmla="*/ 310247 h 358347"/>
                <a:gd name="csX145" fmla="*/ 434632 w 977320"/>
                <a:gd name="csY145" fmla="*/ 310125 h 358347"/>
                <a:gd name="csX146" fmla="*/ 435742 w 977320"/>
                <a:gd name="csY146" fmla="*/ 311053 h 358347"/>
                <a:gd name="csX147" fmla="*/ 435667 w 977320"/>
                <a:gd name="csY147" fmla="*/ 312270 h 358347"/>
                <a:gd name="csX148" fmla="*/ 592989 w 977320"/>
                <a:gd name="csY148" fmla="*/ 307454 h 358347"/>
                <a:gd name="csX149" fmla="*/ 592304 w 977320"/>
                <a:gd name="csY149" fmla="*/ 308717 h 358347"/>
                <a:gd name="csX150" fmla="*/ 591079 w 977320"/>
                <a:gd name="csY150" fmla="*/ 308360 h 358347"/>
                <a:gd name="csX151" fmla="*/ 591414 w 977320"/>
                <a:gd name="csY151" fmla="*/ 307142 h 358347"/>
                <a:gd name="csX152" fmla="*/ 592038 w 977320"/>
                <a:gd name="csY152" fmla="*/ 306419 h 358347"/>
                <a:gd name="csX153" fmla="*/ 593696 w 977320"/>
                <a:gd name="csY153" fmla="*/ 305369 h 358347"/>
                <a:gd name="csX154" fmla="*/ 595385 w 977320"/>
                <a:gd name="csY154" fmla="*/ 305187 h 358347"/>
                <a:gd name="csX155" fmla="*/ 596420 w 977320"/>
                <a:gd name="csY155" fmla="*/ 305552 h 358347"/>
                <a:gd name="csX156" fmla="*/ 596747 w 977320"/>
                <a:gd name="csY156" fmla="*/ 305955 h 358347"/>
                <a:gd name="csX157" fmla="*/ 594115 w 977320"/>
                <a:gd name="csY157" fmla="*/ 306366 h 358347"/>
                <a:gd name="csX158" fmla="*/ 592989 w 977320"/>
                <a:gd name="csY158" fmla="*/ 307454 h 358347"/>
                <a:gd name="csX159" fmla="*/ 517968 w 977320"/>
                <a:gd name="csY159" fmla="*/ 311654 h 358347"/>
                <a:gd name="csX160" fmla="*/ 517139 w 977320"/>
                <a:gd name="csY160" fmla="*/ 311859 h 358347"/>
                <a:gd name="csX161" fmla="*/ 516302 w 977320"/>
                <a:gd name="csY161" fmla="*/ 311548 h 358347"/>
                <a:gd name="csX162" fmla="*/ 516644 w 977320"/>
                <a:gd name="csY162" fmla="*/ 309638 h 358347"/>
                <a:gd name="csX163" fmla="*/ 516165 w 977320"/>
                <a:gd name="csY163" fmla="*/ 308337 h 358347"/>
                <a:gd name="csX164" fmla="*/ 517033 w 977320"/>
                <a:gd name="csY164" fmla="*/ 307317 h 358347"/>
                <a:gd name="csX165" fmla="*/ 517253 w 977320"/>
                <a:gd name="csY165" fmla="*/ 305514 h 358347"/>
                <a:gd name="csX166" fmla="*/ 517603 w 977320"/>
                <a:gd name="csY166" fmla="*/ 304966 h 358347"/>
                <a:gd name="csX167" fmla="*/ 518113 w 977320"/>
                <a:gd name="csY167" fmla="*/ 305537 h 358347"/>
                <a:gd name="csX168" fmla="*/ 518349 w 977320"/>
                <a:gd name="csY168" fmla="*/ 305910 h 358347"/>
                <a:gd name="csX169" fmla="*/ 518790 w 977320"/>
                <a:gd name="csY169" fmla="*/ 306085 h 358347"/>
                <a:gd name="csX170" fmla="*/ 519749 w 977320"/>
                <a:gd name="csY170" fmla="*/ 306115 h 358347"/>
                <a:gd name="csX171" fmla="*/ 519962 w 977320"/>
                <a:gd name="csY171" fmla="*/ 306899 h 358347"/>
                <a:gd name="csX172" fmla="*/ 519924 w 977320"/>
                <a:gd name="csY172" fmla="*/ 307637 h 358347"/>
                <a:gd name="csX173" fmla="*/ 519513 w 977320"/>
                <a:gd name="csY173" fmla="*/ 308413 h 358347"/>
                <a:gd name="csX174" fmla="*/ 518372 w 977320"/>
                <a:gd name="csY174" fmla="*/ 309242 h 358347"/>
                <a:gd name="csX175" fmla="*/ 517550 w 977320"/>
                <a:gd name="csY175" fmla="*/ 310178 h 358347"/>
                <a:gd name="csX176" fmla="*/ 517968 w 977320"/>
                <a:gd name="csY176" fmla="*/ 311654 h 358347"/>
                <a:gd name="csX177" fmla="*/ 600248 w 977320"/>
                <a:gd name="csY177" fmla="*/ 303368 h 358347"/>
                <a:gd name="csX178" fmla="*/ 599814 w 977320"/>
                <a:gd name="csY178" fmla="*/ 304312 h 358347"/>
                <a:gd name="csX179" fmla="*/ 594001 w 977320"/>
                <a:gd name="csY179" fmla="*/ 304251 h 358347"/>
                <a:gd name="csX180" fmla="*/ 594161 w 977320"/>
                <a:gd name="csY180" fmla="*/ 303011 h 358347"/>
                <a:gd name="csX181" fmla="*/ 595774 w 977320"/>
                <a:gd name="csY181" fmla="*/ 301657 h 358347"/>
                <a:gd name="csX182" fmla="*/ 596314 w 977320"/>
                <a:gd name="csY182" fmla="*/ 301207 h 358347"/>
                <a:gd name="csX183" fmla="*/ 598094 w 977320"/>
                <a:gd name="csY183" fmla="*/ 300812 h 358347"/>
                <a:gd name="csX184" fmla="*/ 600635 w 977320"/>
                <a:gd name="csY184" fmla="*/ 301527 h 358347"/>
                <a:gd name="csX185" fmla="*/ 600248 w 977320"/>
                <a:gd name="csY185" fmla="*/ 303368 h 358347"/>
                <a:gd name="csX186" fmla="*/ 457686 w 977320"/>
                <a:gd name="csY186" fmla="*/ 308923 h 358347"/>
                <a:gd name="csX187" fmla="*/ 454985 w 977320"/>
                <a:gd name="csY187" fmla="*/ 313366 h 358347"/>
                <a:gd name="csX188" fmla="*/ 455951 w 977320"/>
                <a:gd name="csY188" fmla="*/ 314081 h 358347"/>
                <a:gd name="csX189" fmla="*/ 456529 w 977320"/>
                <a:gd name="csY189" fmla="*/ 314758 h 358347"/>
                <a:gd name="csX190" fmla="*/ 452055 w 977320"/>
                <a:gd name="csY190" fmla="*/ 315679 h 358347"/>
                <a:gd name="csX191" fmla="*/ 450191 w 977320"/>
                <a:gd name="csY191" fmla="*/ 315192 h 358347"/>
                <a:gd name="csX192" fmla="*/ 449111 w 977320"/>
                <a:gd name="csY192" fmla="*/ 315321 h 358347"/>
                <a:gd name="csX193" fmla="*/ 444569 w 977320"/>
                <a:gd name="csY193" fmla="*/ 314484 h 358347"/>
                <a:gd name="csX194" fmla="*/ 441320 w 977320"/>
                <a:gd name="csY194" fmla="*/ 313465 h 358347"/>
                <a:gd name="csX195" fmla="*/ 440947 w 977320"/>
                <a:gd name="csY195" fmla="*/ 312658 h 358347"/>
                <a:gd name="csX196" fmla="*/ 441205 w 977320"/>
                <a:gd name="csY196" fmla="*/ 311692 h 358347"/>
                <a:gd name="csX197" fmla="*/ 442164 w 977320"/>
                <a:gd name="csY197" fmla="*/ 312019 h 358347"/>
                <a:gd name="csX198" fmla="*/ 444668 w 977320"/>
                <a:gd name="csY198" fmla="*/ 312172 h 358347"/>
                <a:gd name="csX199" fmla="*/ 445626 w 977320"/>
                <a:gd name="csY199" fmla="*/ 311738 h 358347"/>
                <a:gd name="csX200" fmla="*/ 445649 w 977320"/>
                <a:gd name="csY200" fmla="*/ 308877 h 358347"/>
                <a:gd name="csX201" fmla="*/ 445299 w 977320"/>
                <a:gd name="csY201" fmla="*/ 305141 h 358347"/>
                <a:gd name="csX202" fmla="*/ 448685 w 977320"/>
                <a:gd name="csY202" fmla="*/ 302098 h 358347"/>
                <a:gd name="csX203" fmla="*/ 450488 w 977320"/>
                <a:gd name="csY203" fmla="*/ 300865 h 358347"/>
                <a:gd name="csX204" fmla="*/ 452558 w 977320"/>
                <a:gd name="csY204" fmla="*/ 300142 h 358347"/>
                <a:gd name="csX205" fmla="*/ 457792 w 977320"/>
                <a:gd name="csY205" fmla="*/ 301824 h 358347"/>
                <a:gd name="csX206" fmla="*/ 458660 w 977320"/>
                <a:gd name="csY206" fmla="*/ 302280 h 358347"/>
                <a:gd name="csX207" fmla="*/ 459329 w 977320"/>
                <a:gd name="csY207" fmla="*/ 302965 h 358347"/>
                <a:gd name="csX208" fmla="*/ 459656 w 977320"/>
                <a:gd name="csY208" fmla="*/ 304061 h 358347"/>
                <a:gd name="csX209" fmla="*/ 457686 w 977320"/>
                <a:gd name="csY209" fmla="*/ 308923 h 358347"/>
                <a:gd name="csX210" fmla="*/ 620950 w 977320"/>
                <a:gd name="csY210" fmla="*/ 302828 h 358347"/>
                <a:gd name="csX211" fmla="*/ 619649 w 977320"/>
                <a:gd name="csY211" fmla="*/ 304152 h 358347"/>
                <a:gd name="csX212" fmla="*/ 618767 w 977320"/>
                <a:gd name="csY212" fmla="*/ 306457 h 358347"/>
                <a:gd name="csX213" fmla="*/ 617960 w 977320"/>
                <a:gd name="csY213" fmla="*/ 307157 h 358347"/>
                <a:gd name="csX214" fmla="*/ 616233 w 977320"/>
                <a:gd name="csY214" fmla="*/ 307591 h 358347"/>
                <a:gd name="csX215" fmla="*/ 615191 w 977320"/>
                <a:gd name="csY215" fmla="*/ 305278 h 358347"/>
                <a:gd name="csX216" fmla="*/ 613281 w 977320"/>
                <a:gd name="csY216" fmla="*/ 305385 h 358347"/>
                <a:gd name="csX217" fmla="*/ 614217 w 977320"/>
                <a:gd name="csY217" fmla="*/ 303346 h 358347"/>
                <a:gd name="csX218" fmla="*/ 615115 w 977320"/>
                <a:gd name="csY218" fmla="*/ 302585 h 358347"/>
                <a:gd name="csX219" fmla="*/ 616286 w 977320"/>
                <a:gd name="csY219" fmla="*/ 302570 h 358347"/>
                <a:gd name="csX220" fmla="*/ 616865 w 977320"/>
                <a:gd name="csY220" fmla="*/ 303391 h 358347"/>
                <a:gd name="csX221" fmla="*/ 617176 w 977320"/>
                <a:gd name="csY221" fmla="*/ 303566 h 358347"/>
                <a:gd name="csX222" fmla="*/ 619931 w 977320"/>
                <a:gd name="csY222" fmla="*/ 300119 h 358347"/>
                <a:gd name="csX223" fmla="*/ 620486 w 977320"/>
                <a:gd name="csY223" fmla="*/ 300082 h 358347"/>
                <a:gd name="csX224" fmla="*/ 620950 w 977320"/>
                <a:gd name="csY224" fmla="*/ 300234 h 358347"/>
                <a:gd name="csX225" fmla="*/ 621323 w 977320"/>
                <a:gd name="csY225" fmla="*/ 300667 h 358347"/>
                <a:gd name="csX226" fmla="*/ 620950 w 977320"/>
                <a:gd name="csY226" fmla="*/ 302828 h 358347"/>
                <a:gd name="csX227" fmla="*/ 613220 w 977320"/>
                <a:gd name="csY227" fmla="*/ 301603 h 358347"/>
                <a:gd name="csX228" fmla="*/ 610207 w 977320"/>
                <a:gd name="csY228" fmla="*/ 302189 h 358347"/>
                <a:gd name="csX229" fmla="*/ 608366 w 977320"/>
                <a:gd name="csY229" fmla="*/ 304867 h 358347"/>
                <a:gd name="csX230" fmla="*/ 606905 w 977320"/>
                <a:gd name="csY230" fmla="*/ 304829 h 358347"/>
                <a:gd name="csX231" fmla="*/ 606106 w 977320"/>
                <a:gd name="csY231" fmla="*/ 306016 h 358347"/>
                <a:gd name="csX232" fmla="*/ 605923 w 977320"/>
                <a:gd name="csY232" fmla="*/ 306526 h 358347"/>
                <a:gd name="csX233" fmla="*/ 606030 w 977320"/>
                <a:gd name="csY233" fmla="*/ 307005 h 358347"/>
                <a:gd name="csX234" fmla="*/ 605870 w 977320"/>
                <a:gd name="csY234" fmla="*/ 307462 h 358347"/>
                <a:gd name="csX235" fmla="*/ 605292 w 977320"/>
                <a:gd name="csY235" fmla="*/ 307933 h 358347"/>
                <a:gd name="csX236" fmla="*/ 603922 w 977320"/>
                <a:gd name="csY236" fmla="*/ 307196 h 358347"/>
                <a:gd name="csX237" fmla="*/ 602751 w 977320"/>
                <a:gd name="csY237" fmla="*/ 308139 h 358347"/>
                <a:gd name="csX238" fmla="*/ 602256 w 977320"/>
                <a:gd name="csY238" fmla="*/ 308367 h 358347"/>
                <a:gd name="csX239" fmla="*/ 600529 w 977320"/>
                <a:gd name="csY239" fmla="*/ 307271 h 358347"/>
                <a:gd name="csX240" fmla="*/ 598893 w 977320"/>
                <a:gd name="csY240" fmla="*/ 307340 h 358347"/>
                <a:gd name="csX241" fmla="*/ 598399 w 977320"/>
                <a:gd name="csY241" fmla="*/ 307173 h 358347"/>
                <a:gd name="csX242" fmla="*/ 600430 w 977320"/>
                <a:gd name="csY242" fmla="*/ 305210 h 358347"/>
                <a:gd name="csX243" fmla="*/ 603200 w 977320"/>
                <a:gd name="csY243" fmla="*/ 303376 h 358347"/>
                <a:gd name="csX244" fmla="*/ 603656 w 977320"/>
                <a:gd name="csY244" fmla="*/ 302699 h 358347"/>
                <a:gd name="csX245" fmla="*/ 602568 w 977320"/>
                <a:gd name="csY245" fmla="*/ 302516 h 358347"/>
                <a:gd name="csX246" fmla="*/ 601921 w 977320"/>
                <a:gd name="csY246" fmla="*/ 302242 h 358347"/>
                <a:gd name="csX247" fmla="*/ 601838 w 977320"/>
                <a:gd name="csY247" fmla="*/ 301809 h 358347"/>
                <a:gd name="csX248" fmla="*/ 603587 w 977320"/>
                <a:gd name="csY248" fmla="*/ 301520 h 358347"/>
                <a:gd name="csX249" fmla="*/ 604797 w 977320"/>
                <a:gd name="csY249" fmla="*/ 301481 h 358347"/>
                <a:gd name="csX250" fmla="*/ 605718 w 977320"/>
                <a:gd name="csY250" fmla="*/ 302045 h 358347"/>
                <a:gd name="csX251" fmla="*/ 606304 w 977320"/>
                <a:gd name="csY251" fmla="*/ 302045 h 358347"/>
                <a:gd name="csX252" fmla="*/ 610047 w 977320"/>
                <a:gd name="csY252" fmla="*/ 299884 h 358347"/>
                <a:gd name="csX253" fmla="*/ 611531 w 977320"/>
                <a:gd name="csY253" fmla="*/ 300371 h 358347"/>
                <a:gd name="csX254" fmla="*/ 612611 w 977320"/>
                <a:gd name="csY254" fmla="*/ 300926 h 358347"/>
                <a:gd name="csX255" fmla="*/ 613220 w 977320"/>
                <a:gd name="csY255" fmla="*/ 301603 h 358347"/>
                <a:gd name="csX256" fmla="*/ 932886 w 977320"/>
                <a:gd name="csY256" fmla="*/ 304099 h 358347"/>
                <a:gd name="csX257" fmla="*/ 931829 w 977320"/>
                <a:gd name="csY257" fmla="*/ 304380 h 358347"/>
                <a:gd name="csX258" fmla="*/ 926457 w 977320"/>
                <a:gd name="csY258" fmla="*/ 303734 h 358347"/>
                <a:gd name="csX259" fmla="*/ 925887 w 977320"/>
                <a:gd name="csY259" fmla="*/ 302851 h 358347"/>
                <a:gd name="csX260" fmla="*/ 925803 w 977320"/>
                <a:gd name="csY260" fmla="*/ 302394 h 358347"/>
                <a:gd name="csX261" fmla="*/ 927028 w 977320"/>
                <a:gd name="csY261" fmla="*/ 301520 h 358347"/>
                <a:gd name="csX262" fmla="*/ 928215 w 977320"/>
                <a:gd name="csY262" fmla="*/ 300036 h 358347"/>
                <a:gd name="csX263" fmla="*/ 930056 w 977320"/>
                <a:gd name="csY263" fmla="*/ 299480 h 358347"/>
                <a:gd name="csX264" fmla="*/ 930771 w 977320"/>
                <a:gd name="csY264" fmla="*/ 299480 h 358347"/>
                <a:gd name="csX265" fmla="*/ 932932 w 977320"/>
                <a:gd name="csY265" fmla="*/ 302996 h 358347"/>
                <a:gd name="csX266" fmla="*/ 932886 w 977320"/>
                <a:gd name="csY266" fmla="*/ 304099 h 358347"/>
                <a:gd name="csX267" fmla="*/ 477232 w 977320"/>
                <a:gd name="csY267" fmla="*/ 303642 h 358347"/>
                <a:gd name="csX268" fmla="*/ 476753 w 977320"/>
                <a:gd name="csY268" fmla="*/ 303658 h 358347"/>
                <a:gd name="csX269" fmla="*/ 475824 w 977320"/>
                <a:gd name="csY269" fmla="*/ 303239 h 358347"/>
                <a:gd name="csX270" fmla="*/ 476159 w 977320"/>
                <a:gd name="csY270" fmla="*/ 302349 h 358347"/>
                <a:gd name="csX271" fmla="*/ 475657 w 977320"/>
                <a:gd name="csY271" fmla="*/ 300896 h 358347"/>
                <a:gd name="csX272" fmla="*/ 475832 w 977320"/>
                <a:gd name="csY272" fmla="*/ 299701 h 358347"/>
                <a:gd name="csX273" fmla="*/ 477019 w 977320"/>
                <a:gd name="csY273" fmla="*/ 299024 h 358347"/>
                <a:gd name="csX274" fmla="*/ 479553 w 977320"/>
                <a:gd name="csY274" fmla="*/ 298948 h 358347"/>
                <a:gd name="csX275" fmla="*/ 479644 w 977320"/>
                <a:gd name="csY275" fmla="*/ 299823 h 358347"/>
                <a:gd name="csX276" fmla="*/ 477232 w 977320"/>
                <a:gd name="csY276" fmla="*/ 303642 h 358347"/>
                <a:gd name="csX277" fmla="*/ 509637 w 977320"/>
                <a:gd name="csY277" fmla="*/ 300880 h 358347"/>
                <a:gd name="csX278" fmla="*/ 508701 w 977320"/>
                <a:gd name="csY278" fmla="*/ 300903 h 358347"/>
                <a:gd name="csX279" fmla="*/ 508511 w 977320"/>
                <a:gd name="csY279" fmla="*/ 300044 h 358347"/>
                <a:gd name="csX280" fmla="*/ 508846 w 977320"/>
                <a:gd name="csY280" fmla="*/ 299146 h 358347"/>
                <a:gd name="csX281" fmla="*/ 509743 w 977320"/>
                <a:gd name="csY281" fmla="*/ 298765 h 358347"/>
                <a:gd name="csX282" fmla="*/ 510154 w 977320"/>
                <a:gd name="csY282" fmla="*/ 298742 h 358347"/>
                <a:gd name="csX283" fmla="*/ 510801 w 977320"/>
                <a:gd name="csY283" fmla="*/ 299557 h 358347"/>
                <a:gd name="csX284" fmla="*/ 510946 w 977320"/>
                <a:gd name="csY284" fmla="*/ 299983 h 358347"/>
                <a:gd name="csX285" fmla="*/ 510345 w 977320"/>
                <a:gd name="csY285" fmla="*/ 300546 h 358347"/>
                <a:gd name="csX286" fmla="*/ 509637 w 977320"/>
                <a:gd name="csY286" fmla="*/ 300880 h 358347"/>
                <a:gd name="csX287" fmla="*/ 627113 w 977320"/>
                <a:gd name="csY287" fmla="*/ 298780 h 358347"/>
                <a:gd name="csX288" fmla="*/ 627623 w 977320"/>
                <a:gd name="csY288" fmla="*/ 300082 h 358347"/>
                <a:gd name="csX289" fmla="*/ 629274 w 977320"/>
                <a:gd name="csY289" fmla="*/ 299359 h 358347"/>
                <a:gd name="csX290" fmla="*/ 630887 w 977320"/>
                <a:gd name="csY290" fmla="*/ 299176 h 358347"/>
                <a:gd name="csX291" fmla="*/ 634554 w 977320"/>
                <a:gd name="csY291" fmla="*/ 299313 h 358347"/>
                <a:gd name="csX292" fmla="*/ 637248 w 977320"/>
                <a:gd name="csY292" fmla="*/ 299602 h 358347"/>
                <a:gd name="csX293" fmla="*/ 638838 w 977320"/>
                <a:gd name="csY293" fmla="*/ 300142 h 358347"/>
                <a:gd name="csX294" fmla="*/ 638990 w 977320"/>
                <a:gd name="csY294" fmla="*/ 302752 h 358347"/>
                <a:gd name="csX295" fmla="*/ 638245 w 977320"/>
                <a:gd name="csY295" fmla="*/ 303315 h 358347"/>
                <a:gd name="csX296" fmla="*/ 624313 w 977320"/>
                <a:gd name="csY296" fmla="*/ 305286 h 358347"/>
                <a:gd name="csX297" fmla="*/ 622952 w 977320"/>
                <a:gd name="csY297" fmla="*/ 304654 h 358347"/>
                <a:gd name="csX298" fmla="*/ 622419 w 977320"/>
                <a:gd name="csY298" fmla="*/ 304030 h 358347"/>
                <a:gd name="csX299" fmla="*/ 623917 w 977320"/>
                <a:gd name="csY299" fmla="*/ 302098 h 358347"/>
                <a:gd name="csX300" fmla="*/ 623226 w 977320"/>
                <a:gd name="csY300" fmla="*/ 301177 h 358347"/>
                <a:gd name="csX301" fmla="*/ 624016 w 977320"/>
                <a:gd name="csY301" fmla="*/ 299678 h 358347"/>
                <a:gd name="csX302" fmla="*/ 625683 w 977320"/>
                <a:gd name="csY302" fmla="*/ 298659 h 358347"/>
                <a:gd name="csX303" fmla="*/ 627113 w 977320"/>
                <a:gd name="csY303" fmla="*/ 298780 h 358347"/>
                <a:gd name="csX304" fmla="*/ 696473 w 977320"/>
                <a:gd name="csY304" fmla="*/ 297883 h 358347"/>
                <a:gd name="csX305" fmla="*/ 700209 w 977320"/>
                <a:gd name="csY305" fmla="*/ 298742 h 358347"/>
                <a:gd name="csX306" fmla="*/ 702347 w 977320"/>
                <a:gd name="csY306" fmla="*/ 298651 h 358347"/>
                <a:gd name="csX307" fmla="*/ 702788 w 977320"/>
                <a:gd name="csY307" fmla="*/ 299420 h 358347"/>
                <a:gd name="csX308" fmla="*/ 700742 w 977320"/>
                <a:gd name="csY308" fmla="*/ 301238 h 358347"/>
                <a:gd name="csX309" fmla="*/ 696412 w 977320"/>
                <a:gd name="csY309" fmla="*/ 299838 h 358347"/>
                <a:gd name="csX310" fmla="*/ 695674 w 977320"/>
                <a:gd name="csY310" fmla="*/ 298339 h 358347"/>
                <a:gd name="csX311" fmla="*/ 696473 w 977320"/>
                <a:gd name="csY311" fmla="*/ 297883 h 358347"/>
                <a:gd name="csX312" fmla="*/ 588835 w 977320"/>
                <a:gd name="csY312" fmla="*/ 308885 h 358347"/>
                <a:gd name="csX313" fmla="*/ 585822 w 977320"/>
                <a:gd name="csY313" fmla="*/ 309645 h 358347"/>
                <a:gd name="csX314" fmla="*/ 583950 w 977320"/>
                <a:gd name="csY314" fmla="*/ 310368 h 358347"/>
                <a:gd name="csX315" fmla="*/ 582162 w 977320"/>
                <a:gd name="csY315" fmla="*/ 311327 h 358347"/>
                <a:gd name="csX316" fmla="*/ 581036 w 977320"/>
                <a:gd name="csY316" fmla="*/ 311525 h 358347"/>
                <a:gd name="csX317" fmla="*/ 578989 w 977320"/>
                <a:gd name="csY317" fmla="*/ 311601 h 358347"/>
                <a:gd name="csX318" fmla="*/ 576090 w 977320"/>
                <a:gd name="csY318" fmla="*/ 311426 h 358347"/>
                <a:gd name="csX319" fmla="*/ 574135 w 977320"/>
                <a:gd name="csY319" fmla="*/ 311738 h 358347"/>
                <a:gd name="csX320" fmla="*/ 568680 w 977320"/>
                <a:gd name="csY320" fmla="*/ 314218 h 358347"/>
                <a:gd name="csX321" fmla="*/ 566534 w 977320"/>
                <a:gd name="csY321" fmla="*/ 314431 h 358347"/>
                <a:gd name="csX322" fmla="*/ 564678 w 977320"/>
                <a:gd name="csY322" fmla="*/ 315040 h 358347"/>
                <a:gd name="csX323" fmla="*/ 564038 w 977320"/>
                <a:gd name="csY323" fmla="*/ 314074 h 358347"/>
                <a:gd name="csX324" fmla="*/ 563247 w 977320"/>
                <a:gd name="csY324" fmla="*/ 313358 h 358347"/>
                <a:gd name="csX325" fmla="*/ 561436 w 977320"/>
                <a:gd name="csY325" fmla="*/ 313183 h 358347"/>
                <a:gd name="csX326" fmla="*/ 559625 w 977320"/>
                <a:gd name="csY326" fmla="*/ 313237 h 358347"/>
                <a:gd name="csX327" fmla="*/ 557784 w 977320"/>
                <a:gd name="csY327" fmla="*/ 315428 h 358347"/>
                <a:gd name="csX328" fmla="*/ 554847 w 977320"/>
                <a:gd name="csY328" fmla="*/ 314964 h 358347"/>
                <a:gd name="csX329" fmla="*/ 553713 w 977320"/>
                <a:gd name="csY329" fmla="*/ 315154 h 358347"/>
                <a:gd name="csX330" fmla="*/ 552610 w 977320"/>
                <a:gd name="csY330" fmla="*/ 315618 h 358347"/>
                <a:gd name="csX331" fmla="*/ 551522 w 977320"/>
                <a:gd name="csY331" fmla="*/ 315824 h 358347"/>
                <a:gd name="csX332" fmla="*/ 550381 w 977320"/>
                <a:gd name="csY332" fmla="*/ 315671 h 358347"/>
                <a:gd name="csX333" fmla="*/ 546097 w 977320"/>
                <a:gd name="csY333" fmla="*/ 313967 h 358347"/>
                <a:gd name="csX334" fmla="*/ 541182 w 977320"/>
                <a:gd name="csY334" fmla="*/ 312955 h 358347"/>
                <a:gd name="csX335" fmla="*/ 536252 w 977320"/>
                <a:gd name="csY335" fmla="*/ 313351 h 358347"/>
                <a:gd name="csX336" fmla="*/ 532006 w 977320"/>
                <a:gd name="csY336" fmla="*/ 312415 h 358347"/>
                <a:gd name="csX337" fmla="*/ 529678 w 977320"/>
                <a:gd name="csY337" fmla="*/ 313130 h 358347"/>
                <a:gd name="csX338" fmla="*/ 527487 w 977320"/>
                <a:gd name="csY338" fmla="*/ 314150 h 358347"/>
                <a:gd name="csX339" fmla="*/ 526840 w 977320"/>
                <a:gd name="csY339" fmla="*/ 313077 h 358347"/>
                <a:gd name="csX340" fmla="*/ 526041 w 977320"/>
                <a:gd name="csY340" fmla="*/ 312133 h 358347"/>
                <a:gd name="csX341" fmla="*/ 525326 w 977320"/>
                <a:gd name="csY341" fmla="*/ 310718 h 358347"/>
                <a:gd name="csX342" fmla="*/ 525303 w 977320"/>
                <a:gd name="csY342" fmla="*/ 309113 h 358347"/>
                <a:gd name="csX343" fmla="*/ 525539 w 977320"/>
                <a:gd name="csY343" fmla="*/ 307994 h 358347"/>
                <a:gd name="csX344" fmla="*/ 526170 w 977320"/>
                <a:gd name="csY344" fmla="*/ 306967 h 358347"/>
                <a:gd name="csX345" fmla="*/ 526566 w 977320"/>
                <a:gd name="csY345" fmla="*/ 305902 h 358347"/>
                <a:gd name="csX346" fmla="*/ 526748 w 977320"/>
                <a:gd name="csY346" fmla="*/ 304761 h 358347"/>
                <a:gd name="csX347" fmla="*/ 527677 w 977320"/>
                <a:gd name="csY347" fmla="*/ 305301 h 358347"/>
                <a:gd name="csX348" fmla="*/ 528643 w 977320"/>
                <a:gd name="csY348" fmla="*/ 305096 h 358347"/>
                <a:gd name="csX349" fmla="*/ 531534 w 977320"/>
                <a:gd name="csY349" fmla="*/ 303855 h 358347"/>
                <a:gd name="csX350" fmla="*/ 534357 w 977320"/>
                <a:gd name="csY350" fmla="*/ 301976 h 358347"/>
                <a:gd name="csX351" fmla="*/ 536982 w 977320"/>
                <a:gd name="csY351" fmla="*/ 301291 h 358347"/>
                <a:gd name="csX352" fmla="*/ 538496 w 977320"/>
                <a:gd name="csY352" fmla="*/ 301101 h 358347"/>
                <a:gd name="csX353" fmla="*/ 539790 w 977320"/>
                <a:gd name="csY353" fmla="*/ 301474 h 358347"/>
                <a:gd name="csX354" fmla="*/ 541106 w 977320"/>
                <a:gd name="csY354" fmla="*/ 301337 h 358347"/>
                <a:gd name="csX355" fmla="*/ 542453 w 977320"/>
                <a:gd name="csY355" fmla="*/ 300918 h 358347"/>
                <a:gd name="csX356" fmla="*/ 544575 w 977320"/>
                <a:gd name="csY356" fmla="*/ 302356 h 358347"/>
                <a:gd name="csX357" fmla="*/ 545466 w 977320"/>
                <a:gd name="csY357" fmla="*/ 302653 h 358347"/>
                <a:gd name="csX358" fmla="*/ 548342 w 977320"/>
                <a:gd name="csY358" fmla="*/ 302767 h 358347"/>
                <a:gd name="csX359" fmla="*/ 550959 w 977320"/>
                <a:gd name="csY359" fmla="*/ 303597 h 358347"/>
                <a:gd name="csX360" fmla="*/ 553303 w 977320"/>
                <a:gd name="csY360" fmla="*/ 304844 h 358347"/>
                <a:gd name="csX361" fmla="*/ 556681 w 977320"/>
                <a:gd name="csY361" fmla="*/ 306009 h 358347"/>
                <a:gd name="csX362" fmla="*/ 558720 w 977320"/>
                <a:gd name="csY362" fmla="*/ 307576 h 358347"/>
                <a:gd name="csX363" fmla="*/ 560272 w 977320"/>
                <a:gd name="csY363" fmla="*/ 308154 h 358347"/>
                <a:gd name="csX364" fmla="*/ 561421 w 977320"/>
                <a:gd name="csY364" fmla="*/ 308314 h 358347"/>
                <a:gd name="csX365" fmla="*/ 562479 w 977320"/>
                <a:gd name="csY365" fmla="*/ 308101 h 358347"/>
                <a:gd name="csX366" fmla="*/ 563818 w 977320"/>
                <a:gd name="csY366" fmla="*/ 307051 h 358347"/>
                <a:gd name="csX367" fmla="*/ 565377 w 977320"/>
                <a:gd name="csY367" fmla="*/ 306617 h 358347"/>
                <a:gd name="csX368" fmla="*/ 566732 w 977320"/>
                <a:gd name="csY368" fmla="*/ 306632 h 358347"/>
                <a:gd name="csX369" fmla="*/ 569204 w 977320"/>
                <a:gd name="csY369" fmla="*/ 306359 h 358347"/>
                <a:gd name="csX370" fmla="*/ 570254 w 977320"/>
                <a:gd name="csY370" fmla="*/ 306108 h 358347"/>
                <a:gd name="csX371" fmla="*/ 571419 w 977320"/>
                <a:gd name="csY371" fmla="*/ 305529 h 358347"/>
                <a:gd name="csX372" fmla="*/ 572560 w 977320"/>
                <a:gd name="csY372" fmla="*/ 305887 h 358347"/>
                <a:gd name="csX373" fmla="*/ 573564 w 977320"/>
                <a:gd name="csY373" fmla="*/ 306419 h 358347"/>
                <a:gd name="csX374" fmla="*/ 577749 w 977320"/>
                <a:gd name="csY374" fmla="*/ 309166 h 358347"/>
                <a:gd name="csX375" fmla="*/ 579035 w 977320"/>
                <a:gd name="csY375" fmla="*/ 309242 h 358347"/>
                <a:gd name="csX376" fmla="*/ 581393 w 977320"/>
                <a:gd name="csY376" fmla="*/ 308649 h 358347"/>
                <a:gd name="csX377" fmla="*/ 582101 w 977320"/>
                <a:gd name="csY377" fmla="*/ 307911 h 358347"/>
                <a:gd name="csX378" fmla="*/ 582466 w 977320"/>
                <a:gd name="csY378" fmla="*/ 306777 h 358347"/>
                <a:gd name="csX379" fmla="*/ 583113 w 977320"/>
                <a:gd name="csY379" fmla="*/ 305834 h 358347"/>
                <a:gd name="csX380" fmla="*/ 584011 w 977320"/>
                <a:gd name="csY380" fmla="*/ 305019 h 358347"/>
                <a:gd name="csX381" fmla="*/ 585030 w 977320"/>
                <a:gd name="csY381" fmla="*/ 304396 h 358347"/>
                <a:gd name="csX382" fmla="*/ 588158 w 977320"/>
                <a:gd name="csY382" fmla="*/ 303338 h 358347"/>
                <a:gd name="csX383" fmla="*/ 590296 w 977320"/>
                <a:gd name="csY383" fmla="*/ 302296 h 358347"/>
                <a:gd name="csX384" fmla="*/ 591764 w 977320"/>
                <a:gd name="csY384" fmla="*/ 300530 h 358347"/>
                <a:gd name="csX385" fmla="*/ 588333 w 977320"/>
                <a:gd name="csY385" fmla="*/ 299754 h 358347"/>
                <a:gd name="csX386" fmla="*/ 589055 w 977320"/>
                <a:gd name="csY386" fmla="*/ 298484 h 358347"/>
                <a:gd name="csX387" fmla="*/ 590197 w 977320"/>
                <a:gd name="csY387" fmla="*/ 297768 h 358347"/>
                <a:gd name="csX388" fmla="*/ 591711 w 977320"/>
                <a:gd name="csY388" fmla="*/ 298035 h 358347"/>
                <a:gd name="csX389" fmla="*/ 593027 w 977320"/>
                <a:gd name="csY389" fmla="*/ 299024 h 358347"/>
                <a:gd name="csX390" fmla="*/ 593613 w 977320"/>
                <a:gd name="csY390" fmla="*/ 302821 h 358347"/>
                <a:gd name="csX391" fmla="*/ 592532 w 977320"/>
                <a:gd name="csY391" fmla="*/ 303353 h 358347"/>
                <a:gd name="csX392" fmla="*/ 591848 w 977320"/>
                <a:gd name="csY392" fmla="*/ 303931 h 358347"/>
                <a:gd name="csX393" fmla="*/ 591391 w 977320"/>
                <a:gd name="csY393" fmla="*/ 304692 h 358347"/>
                <a:gd name="csX394" fmla="*/ 589443 w 977320"/>
                <a:gd name="csY394" fmla="*/ 306085 h 358347"/>
                <a:gd name="csX395" fmla="*/ 590212 w 977320"/>
                <a:gd name="csY395" fmla="*/ 307827 h 358347"/>
                <a:gd name="csX396" fmla="*/ 589641 w 977320"/>
                <a:gd name="csY396" fmla="*/ 308550 h 358347"/>
                <a:gd name="csX397" fmla="*/ 588835 w 977320"/>
                <a:gd name="csY397" fmla="*/ 308885 h 358347"/>
                <a:gd name="csX398" fmla="*/ 761359 w 977320"/>
                <a:gd name="csY398" fmla="*/ 302592 h 358347"/>
                <a:gd name="csX399" fmla="*/ 759502 w 977320"/>
                <a:gd name="csY399" fmla="*/ 303262 h 358347"/>
                <a:gd name="csX400" fmla="*/ 760743 w 977320"/>
                <a:gd name="csY400" fmla="*/ 301565 h 358347"/>
                <a:gd name="csX401" fmla="*/ 764729 w 977320"/>
                <a:gd name="csY401" fmla="*/ 297715 h 358347"/>
                <a:gd name="csX402" fmla="*/ 766160 w 977320"/>
                <a:gd name="csY402" fmla="*/ 298430 h 358347"/>
                <a:gd name="csX403" fmla="*/ 768062 w 977320"/>
                <a:gd name="csY403" fmla="*/ 298567 h 358347"/>
                <a:gd name="csX404" fmla="*/ 765224 w 977320"/>
                <a:gd name="csY404" fmla="*/ 300310 h 358347"/>
                <a:gd name="csX405" fmla="*/ 762333 w 977320"/>
                <a:gd name="csY405" fmla="*/ 301033 h 358347"/>
                <a:gd name="csX406" fmla="*/ 761359 w 977320"/>
                <a:gd name="csY406" fmla="*/ 302592 h 358347"/>
                <a:gd name="csX407" fmla="*/ 491879 w 977320"/>
                <a:gd name="csY407" fmla="*/ 302577 h 358347"/>
                <a:gd name="csX408" fmla="*/ 492952 w 977320"/>
                <a:gd name="csY408" fmla="*/ 303422 h 358347"/>
                <a:gd name="csX409" fmla="*/ 493925 w 977320"/>
                <a:gd name="csY409" fmla="*/ 303346 h 358347"/>
                <a:gd name="csX410" fmla="*/ 495965 w 977320"/>
                <a:gd name="csY410" fmla="*/ 302052 h 358347"/>
                <a:gd name="csX411" fmla="*/ 497190 w 977320"/>
                <a:gd name="csY411" fmla="*/ 301580 h 358347"/>
                <a:gd name="csX412" fmla="*/ 498506 w 977320"/>
                <a:gd name="csY412" fmla="*/ 301565 h 358347"/>
                <a:gd name="csX413" fmla="*/ 499776 w 977320"/>
                <a:gd name="csY413" fmla="*/ 301778 h 358347"/>
                <a:gd name="csX414" fmla="*/ 501031 w 977320"/>
                <a:gd name="csY414" fmla="*/ 302699 h 358347"/>
                <a:gd name="csX415" fmla="*/ 501488 w 977320"/>
                <a:gd name="csY415" fmla="*/ 304198 h 358347"/>
                <a:gd name="csX416" fmla="*/ 501960 w 977320"/>
                <a:gd name="csY416" fmla="*/ 304662 h 358347"/>
                <a:gd name="csX417" fmla="*/ 502698 w 977320"/>
                <a:gd name="csY417" fmla="*/ 302866 h 358347"/>
                <a:gd name="csX418" fmla="*/ 503679 w 977320"/>
                <a:gd name="csY418" fmla="*/ 302326 h 358347"/>
                <a:gd name="csX419" fmla="*/ 504783 w 977320"/>
                <a:gd name="csY419" fmla="*/ 302052 h 358347"/>
                <a:gd name="csX420" fmla="*/ 506510 w 977320"/>
                <a:gd name="csY420" fmla="*/ 302151 h 358347"/>
                <a:gd name="csX421" fmla="*/ 507826 w 977320"/>
                <a:gd name="csY421" fmla="*/ 303011 h 358347"/>
                <a:gd name="csX422" fmla="*/ 509021 w 977320"/>
                <a:gd name="csY422" fmla="*/ 305560 h 358347"/>
                <a:gd name="csX423" fmla="*/ 508983 w 977320"/>
                <a:gd name="csY423" fmla="*/ 307789 h 358347"/>
                <a:gd name="csX424" fmla="*/ 509417 w 977320"/>
                <a:gd name="csY424" fmla="*/ 308626 h 358347"/>
                <a:gd name="csX425" fmla="*/ 510238 w 977320"/>
                <a:gd name="csY425" fmla="*/ 309234 h 358347"/>
                <a:gd name="csX426" fmla="*/ 510847 w 977320"/>
                <a:gd name="csY426" fmla="*/ 310094 h 358347"/>
                <a:gd name="csX427" fmla="*/ 510307 w 977320"/>
                <a:gd name="csY427" fmla="*/ 310992 h 358347"/>
                <a:gd name="csX428" fmla="*/ 509766 w 977320"/>
                <a:gd name="csY428" fmla="*/ 311426 h 358347"/>
                <a:gd name="csX429" fmla="*/ 508222 w 977320"/>
                <a:gd name="csY429" fmla="*/ 311837 h 358347"/>
                <a:gd name="csX430" fmla="*/ 507476 w 977320"/>
                <a:gd name="csY430" fmla="*/ 311662 h 358347"/>
                <a:gd name="csX431" fmla="*/ 506784 w 977320"/>
                <a:gd name="csY431" fmla="*/ 311053 h 358347"/>
                <a:gd name="csX432" fmla="*/ 506015 w 977320"/>
                <a:gd name="csY432" fmla="*/ 310832 h 358347"/>
                <a:gd name="csX433" fmla="*/ 504265 w 977320"/>
                <a:gd name="csY433" fmla="*/ 311038 h 358347"/>
                <a:gd name="csX434" fmla="*/ 502652 w 977320"/>
                <a:gd name="csY434" fmla="*/ 311540 h 358347"/>
                <a:gd name="csX435" fmla="*/ 502873 w 977320"/>
                <a:gd name="csY435" fmla="*/ 312354 h 358347"/>
                <a:gd name="csX436" fmla="*/ 504197 w 977320"/>
                <a:gd name="csY436" fmla="*/ 312719 h 358347"/>
                <a:gd name="csX437" fmla="*/ 504592 w 977320"/>
                <a:gd name="csY437" fmla="*/ 313107 h 358347"/>
                <a:gd name="csX438" fmla="*/ 504509 w 977320"/>
                <a:gd name="csY438" fmla="*/ 313632 h 358347"/>
                <a:gd name="csX439" fmla="*/ 503991 w 977320"/>
                <a:gd name="csY439" fmla="*/ 313739 h 358347"/>
                <a:gd name="csX440" fmla="*/ 502272 w 977320"/>
                <a:gd name="csY440" fmla="*/ 313031 h 358347"/>
                <a:gd name="csX441" fmla="*/ 501116 w 977320"/>
                <a:gd name="csY441" fmla="*/ 313176 h 358347"/>
                <a:gd name="csX442" fmla="*/ 496946 w 977320"/>
                <a:gd name="csY442" fmla="*/ 314134 h 358347"/>
                <a:gd name="csX443" fmla="*/ 495843 w 977320"/>
                <a:gd name="csY443" fmla="*/ 314112 h 358347"/>
                <a:gd name="csX444" fmla="*/ 495219 w 977320"/>
                <a:gd name="csY444" fmla="*/ 313206 h 358347"/>
                <a:gd name="csX445" fmla="*/ 495264 w 977320"/>
                <a:gd name="csY445" fmla="*/ 310848 h 358347"/>
                <a:gd name="csX446" fmla="*/ 494816 w 977320"/>
                <a:gd name="csY446" fmla="*/ 310224 h 358347"/>
                <a:gd name="csX447" fmla="*/ 491719 w 977320"/>
                <a:gd name="csY447" fmla="*/ 313084 h 358347"/>
                <a:gd name="csX448" fmla="*/ 490783 w 977320"/>
                <a:gd name="csY448" fmla="*/ 313785 h 358347"/>
                <a:gd name="csX449" fmla="*/ 489535 w 977320"/>
                <a:gd name="csY449" fmla="*/ 314112 h 358347"/>
                <a:gd name="csX450" fmla="*/ 488234 w 977320"/>
                <a:gd name="csY450" fmla="*/ 313997 h 358347"/>
                <a:gd name="csX451" fmla="*/ 483760 w 977320"/>
                <a:gd name="csY451" fmla="*/ 315732 h 358347"/>
                <a:gd name="csX452" fmla="*/ 482353 w 977320"/>
                <a:gd name="csY452" fmla="*/ 315489 h 358347"/>
                <a:gd name="csX453" fmla="*/ 480991 w 977320"/>
                <a:gd name="csY453" fmla="*/ 315489 h 358347"/>
                <a:gd name="csX454" fmla="*/ 476213 w 977320"/>
                <a:gd name="csY454" fmla="*/ 317368 h 358347"/>
                <a:gd name="csX455" fmla="*/ 473648 w 977320"/>
                <a:gd name="csY455" fmla="*/ 317893 h 358347"/>
                <a:gd name="csX456" fmla="*/ 472332 w 977320"/>
                <a:gd name="csY456" fmla="*/ 317931 h 358347"/>
                <a:gd name="csX457" fmla="*/ 471024 w 977320"/>
                <a:gd name="csY457" fmla="*/ 317771 h 358347"/>
                <a:gd name="csX458" fmla="*/ 469852 w 977320"/>
                <a:gd name="csY458" fmla="*/ 317939 h 358347"/>
                <a:gd name="csX459" fmla="*/ 468802 w 977320"/>
                <a:gd name="csY459" fmla="*/ 318700 h 358347"/>
                <a:gd name="csX460" fmla="*/ 466671 w 977320"/>
                <a:gd name="csY460" fmla="*/ 319339 h 358347"/>
                <a:gd name="csX461" fmla="*/ 464472 w 977320"/>
                <a:gd name="csY461" fmla="*/ 318852 h 358347"/>
                <a:gd name="csX462" fmla="*/ 462616 w 977320"/>
                <a:gd name="csY462" fmla="*/ 318205 h 358347"/>
                <a:gd name="csX463" fmla="*/ 460851 w 977320"/>
                <a:gd name="csY463" fmla="*/ 317353 h 358347"/>
                <a:gd name="csX464" fmla="*/ 460409 w 977320"/>
                <a:gd name="csY464" fmla="*/ 316257 h 358347"/>
                <a:gd name="csX465" fmla="*/ 460501 w 977320"/>
                <a:gd name="csY465" fmla="*/ 314949 h 358347"/>
                <a:gd name="csX466" fmla="*/ 461247 w 977320"/>
                <a:gd name="csY466" fmla="*/ 313161 h 358347"/>
                <a:gd name="csX467" fmla="*/ 460744 w 977320"/>
                <a:gd name="csY467" fmla="*/ 310018 h 358347"/>
                <a:gd name="csX468" fmla="*/ 461132 w 977320"/>
                <a:gd name="csY468" fmla="*/ 308588 h 358347"/>
                <a:gd name="csX469" fmla="*/ 461855 w 977320"/>
                <a:gd name="csY469" fmla="*/ 307180 h 358347"/>
                <a:gd name="csX470" fmla="*/ 462951 w 977320"/>
                <a:gd name="csY470" fmla="*/ 306663 h 358347"/>
                <a:gd name="csX471" fmla="*/ 464381 w 977320"/>
                <a:gd name="csY471" fmla="*/ 306556 h 358347"/>
                <a:gd name="csX472" fmla="*/ 466747 w 977320"/>
                <a:gd name="csY472" fmla="*/ 305293 h 358347"/>
                <a:gd name="csX473" fmla="*/ 468908 w 977320"/>
                <a:gd name="csY473" fmla="*/ 303635 h 358347"/>
                <a:gd name="csX474" fmla="*/ 470156 w 977320"/>
                <a:gd name="csY474" fmla="*/ 303794 h 358347"/>
                <a:gd name="csX475" fmla="*/ 473002 w 977320"/>
                <a:gd name="csY475" fmla="*/ 304951 h 358347"/>
                <a:gd name="csX476" fmla="*/ 474668 w 977320"/>
                <a:gd name="csY476" fmla="*/ 305088 h 358347"/>
                <a:gd name="csX477" fmla="*/ 477499 w 977320"/>
                <a:gd name="csY477" fmla="*/ 304905 h 358347"/>
                <a:gd name="csX478" fmla="*/ 478663 w 977320"/>
                <a:gd name="csY478" fmla="*/ 305613 h 358347"/>
                <a:gd name="csX479" fmla="*/ 479127 w 977320"/>
                <a:gd name="csY479" fmla="*/ 307241 h 358347"/>
                <a:gd name="csX480" fmla="*/ 479758 w 977320"/>
                <a:gd name="csY480" fmla="*/ 307835 h 358347"/>
                <a:gd name="csX481" fmla="*/ 480588 w 977320"/>
                <a:gd name="csY481" fmla="*/ 308253 h 358347"/>
                <a:gd name="csX482" fmla="*/ 482596 w 977320"/>
                <a:gd name="csY482" fmla="*/ 311007 h 358347"/>
                <a:gd name="csX483" fmla="*/ 484460 w 977320"/>
                <a:gd name="csY483" fmla="*/ 310863 h 358347"/>
                <a:gd name="csX484" fmla="*/ 486088 w 977320"/>
                <a:gd name="csY484" fmla="*/ 311365 h 358347"/>
                <a:gd name="csX485" fmla="*/ 488964 w 977320"/>
                <a:gd name="csY485" fmla="*/ 309699 h 358347"/>
                <a:gd name="csX486" fmla="*/ 491140 w 977320"/>
                <a:gd name="csY486" fmla="*/ 309744 h 358347"/>
                <a:gd name="csX487" fmla="*/ 491757 w 977320"/>
                <a:gd name="csY487" fmla="*/ 308451 h 358347"/>
                <a:gd name="csX488" fmla="*/ 490456 w 977320"/>
                <a:gd name="csY488" fmla="*/ 307066 h 358347"/>
                <a:gd name="csX489" fmla="*/ 488889 w 977320"/>
                <a:gd name="csY489" fmla="*/ 305948 h 358347"/>
                <a:gd name="csX490" fmla="*/ 488044 w 977320"/>
                <a:gd name="csY490" fmla="*/ 305712 h 358347"/>
                <a:gd name="csX491" fmla="*/ 487123 w 977320"/>
                <a:gd name="csY491" fmla="*/ 305780 h 358347"/>
                <a:gd name="csX492" fmla="*/ 486301 w 977320"/>
                <a:gd name="csY492" fmla="*/ 305605 h 358347"/>
                <a:gd name="csX493" fmla="*/ 482794 w 977320"/>
                <a:gd name="csY493" fmla="*/ 303095 h 358347"/>
                <a:gd name="csX494" fmla="*/ 481751 w 977320"/>
                <a:gd name="csY494" fmla="*/ 301740 h 358347"/>
                <a:gd name="csX495" fmla="*/ 481158 w 977320"/>
                <a:gd name="csY495" fmla="*/ 300150 h 358347"/>
                <a:gd name="csX496" fmla="*/ 481516 w 977320"/>
                <a:gd name="csY496" fmla="*/ 298971 h 358347"/>
                <a:gd name="csX497" fmla="*/ 483928 w 977320"/>
                <a:gd name="csY497" fmla="*/ 297928 h 358347"/>
                <a:gd name="csX498" fmla="*/ 485054 w 977320"/>
                <a:gd name="csY498" fmla="*/ 297677 h 358347"/>
                <a:gd name="csX499" fmla="*/ 489246 w 977320"/>
                <a:gd name="csY499" fmla="*/ 298392 h 358347"/>
                <a:gd name="csX500" fmla="*/ 489961 w 977320"/>
                <a:gd name="csY500" fmla="*/ 298986 h 358347"/>
                <a:gd name="csX501" fmla="*/ 491072 w 977320"/>
                <a:gd name="csY501" fmla="*/ 301497 h 358347"/>
                <a:gd name="csX502" fmla="*/ 491879 w 977320"/>
                <a:gd name="csY502" fmla="*/ 302577 h 358347"/>
                <a:gd name="csX503" fmla="*/ 432205 w 977320"/>
                <a:gd name="csY503" fmla="*/ 299092 h 358347"/>
                <a:gd name="csX504" fmla="*/ 434373 w 977320"/>
                <a:gd name="csY504" fmla="*/ 300226 h 358347"/>
                <a:gd name="csX505" fmla="*/ 437394 w 977320"/>
                <a:gd name="csY505" fmla="*/ 303559 h 358347"/>
                <a:gd name="csX506" fmla="*/ 437675 w 977320"/>
                <a:gd name="csY506" fmla="*/ 304494 h 358347"/>
                <a:gd name="csX507" fmla="*/ 436762 w 977320"/>
                <a:gd name="csY507" fmla="*/ 305377 h 358347"/>
                <a:gd name="csX508" fmla="*/ 434601 w 977320"/>
                <a:gd name="csY508" fmla="*/ 306792 h 358347"/>
                <a:gd name="csX509" fmla="*/ 429770 w 977320"/>
                <a:gd name="csY509" fmla="*/ 308976 h 358347"/>
                <a:gd name="csX510" fmla="*/ 428940 w 977320"/>
                <a:gd name="csY510" fmla="*/ 310003 h 358347"/>
                <a:gd name="csX511" fmla="*/ 427921 w 977320"/>
                <a:gd name="csY511" fmla="*/ 312019 h 358347"/>
                <a:gd name="csX512" fmla="*/ 427685 w 977320"/>
                <a:gd name="csY512" fmla="*/ 312879 h 358347"/>
                <a:gd name="csX513" fmla="*/ 427343 w 977320"/>
                <a:gd name="csY513" fmla="*/ 313351 h 358347"/>
                <a:gd name="csX514" fmla="*/ 426787 w 977320"/>
                <a:gd name="csY514" fmla="*/ 313693 h 358347"/>
                <a:gd name="csX515" fmla="*/ 425737 w 977320"/>
                <a:gd name="csY515" fmla="*/ 313990 h 358347"/>
                <a:gd name="csX516" fmla="*/ 424596 w 977320"/>
                <a:gd name="csY516" fmla="*/ 313564 h 358347"/>
                <a:gd name="csX517" fmla="*/ 425631 w 977320"/>
                <a:gd name="csY517" fmla="*/ 312270 h 358347"/>
                <a:gd name="csX518" fmla="*/ 425669 w 977320"/>
                <a:gd name="csY518" fmla="*/ 310726 h 358347"/>
                <a:gd name="csX519" fmla="*/ 424900 w 977320"/>
                <a:gd name="csY519" fmla="*/ 309280 h 358347"/>
                <a:gd name="csX520" fmla="*/ 423812 w 977320"/>
                <a:gd name="csY520" fmla="*/ 308070 h 358347"/>
                <a:gd name="csX521" fmla="*/ 421621 w 977320"/>
                <a:gd name="csY521" fmla="*/ 306427 h 358347"/>
                <a:gd name="csX522" fmla="*/ 419270 w 977320"/>
                <a:gd name="csY522" fmla="*/ 304974 h 358347"/>
                <a:gd name="csX523" fmla="*/ 416896 w 977320"/>
                <a:gd name="csY523" fmla="*/ 304228 h 358347"/>
                <a:gd name="csX524" fmla="*/ 414378 w 977320"/>
                <a:gd name="csY524" fmla="*/ 303893 h 358347"/>
                <a:gd name="csX525" fmla="*/ 413472 w 977320"/>
                <a:gd name="csY525" fmla="*/ 303186 h 358347"/>
                <a:gd name="csX526" fmla="*/ 411996 w 977320"/>
                <a:gd name="csY526" fmla="*/ 301375 h 358347"/>
                <a:gd name="csX527" fmla="*/ 411517 w 977320"/>
                <a:gd name="csY527" fmla="*/ 300386 h 358347"/>
                <a:gd name="csX528" fmla="*/ 411273 w 977320"/>
                <a:gd name="csY528" fmla="*/ 299351 h 358347"/>
                <a:gd name="csX529" fmla="*/ 411433 w 977320"/>
                <a:gd name="csY529" fmla="*/ 298347 h 358347"/>
                <a:gd name="csX530" fmla="*/ 412057 w 977320"/>
                <a:gd name="csY530" fmla="*/ 298286 h 358347"/>
                <a:gd name="csX531" fmla="*/ 414522 w 977320"/>
                <a:gd name="csY531" fmla="*/ 298522 h 358347"/>
                <a:gd name="csX532" fmla="*/ 419072 w 977320"/>
                <a:gd name="csY532" fmla="*/ 299701 h 358347"/>
                <a:gd name="csX533" fmla="*/ 421324 w 977320"/>
                <a:gd name="csY533" fmla="*/ 299800 h 358347"/>
                <a:gd name="csX534" fmla="*/ 422602 w 977320"/>
                <a:gd name="csY534" fmla="*/ 299526 h 358347"/>
                <a:gd name="csX535" fmla="*/ 425935 w 977320"/>
                <a:gd name="csY535" fmla="*/ 297198 h 358347"/>
                <a:gd name="csX536" fmla="*/ 426726 w 977320"/>
                <a:gd name="csY536" fmla="*/ 297236 h 358347"/>
                <a:gd name="csX537" fmla="*/ 429914 w 977320"/>
                <a:gd name="csY537" fmla="*/ 298263 h 358347"/>
                <a:gd name="csX538" fmla="*/ 432205 w 977320"/>
                <a:gd name="csY538" fmla="*/ 299092 h 358347"/>
                <a:gd name="csX539" fmla="*/ 739507 w 977320"/>
                <a:gd name="csY539" fmla="*/ 294794 h 358347"/>
                <a:gd name="csX540" fmla="*/ 738244 w 977320"/>
                <a:gd name="csY540" fmla="*/ 296764 h 358347"/>
                <a:gd name="csX541" fmla="*/ 736821 w 977320"/>
                <a:gd name="csY541" fmla="*/ 296635 h 358347"/>
                <a:gd name="csX542" fmla="*/ 734227 w 977320"/>
                <a:gd name="csY542" fmla="*/ 293995 h 358347"/>
                <a:gd name="csX543" fmla="*/ 734379 w 977320"/>
                <a:gd name="csY543" fmla="*/ 292153 h 358347"/>
                <a:gd name="csX544" fmla="*/ 734592 w 977320"/>
                <a:gd name="csY544" fmla="*/ 291552 h 358347"/>
                <a:gd name="csX545" fmla="*/ 735588 w 977320"/>
                <a:gd name="csY545" fmla="*/ 291370 h 358347"/>
                <a:gd name="csX546" fmla="*/ 738944 w 977320"/>
                <a:gd name="csY546" fmla="*/ 291902 h 358347"/>
                <a:gd name="csX547" fmla="*/ 739598 w 977320"/>
                <a:gd name="csY547" fmla="*/ 293393 h 358347"/>
                <a:gd name="csX548" fmla="*/ 739507 w 977320"/>
                <a:gd name="csY548" fmla="*/ 294794 h 358347"/>
                <a:gd name="csX549" fmla="*/ 674629 w 977320"/>
                <a:gd name="csY549" fmla="*/ 288653 h 358347"/>
                <a:gd name="csX550" fmla="*/ 674918 w 977320"/>
                <a:gd name="csY550" fmla="*/ 289696 h 358347"/>
                <a:gd name="csX551" fmla="*/ 674880 w 977320"/>
                <a:gd name="csY551" fmla="*/ 290152 h 358347"/>
                <a:gd name="csX552" fmla="*/ 672323 w 977320"/>
                <a:gd name="csY552" fmla="*/ 290487 h 358347"/>
                <a:gd name="csX553" fmla="*/ 669858 w 977320"/>
                <a:gd name="csY553" fmla="*/ 291644 h 358347"/>
                <a:gd name="csX554" fmla="*/ 668595 w 977320"/>
                <a:gd name="csY554" fmla="*/ 292975 h 358347"/>
                <a:gd name="csX555" fmla="*/ 667606 w 977320"/>
                <a:gd name="csY555" fmla="*/ 294702 h 358347"/>
                <a:gd name="csX556" fmla="*/ 664213 w 977320"/>
                <a:gd name="csY556" fmla="*/ 294002 h 358347"/>
                <a:gd name="csX557" fmla="*/ 661184 w 977320"/>
                <a:gd name="csY557" fmla="*/ 293888 h 358347"/>
                <a:gd name="csX558" fmla="*/ 659845 w 977320"/>
                <a:gd name="csY558" fmla="*/ 293279 h 358347"/>
                <a:gd name="csX559" fmla="*/ 658392 w 977320"/>
                <a:gd name="csY559" fmla="*/ 293318 h 358347"/>
                <a:gd name="csX560" fmla="*/ 656505 w 977320"/>
                <a:gd name="csY560" fmla="*/ 293850 h 358347"/>
                <a:gd name="csX561" fmla="*/ 653820 w 977320"/>
                <a:gd name="csY561" fmla="*/ 295311 h 358347"/>
                <a:gd name="csX562" fmla="*/ 653226 w 977320"/>
                <a:gd name="csY562" fmla="*/ 295425 h 358347"/>
                <a:gd name="csX563" fmla="*/ 653439 w 977320"/>
                <a:gd name="csY563" fmla="*/ 293203 h 358347"/>
                <a:gd name="csX564" fmla="*/ 654185 w 977320"/>
                <a:gd name="csY564" fmla="*/ 291834 h 358347"/>
                <a:gd name="csX565" fmla="*/ 657007 w 977320"/>
                <a:gd name="csY565" fmla="*/ 288555 h 358347"/>
                <a:gd name="csX566" fmla="*/ 659358 w 977320"/>
                <a:gd name="csY566" fmla="*/ 289277 h 358347"/>
                <a:gd name="csX567" fmla="*/ 662090 w 977320"/>
                <a:gd name="csY567" fmla="*/ 289483 h 358347"/>
                <a:gd name="csX568" fmla="*/ 665202 w 977320"/>
                <a:gd name="csY568" fmla="*/ 288844 h 358347"/>
                <a:gd name="csX569" fmla="*/ 667416 w 977320"/>
                <a:gd name="csY569" fmla="*/ 287368 h 358347"/>
                <a:gd name="csX570" fmla="*/ 670543 w 977320"/>
                <a:gd name="csY570" fmla="*/ 286592 h 358347"/>
                <a:gd name="csX571" fmla="*/ 673039 w 977320"/>
                <a:gd name="csY571" fmla="*/ 288524 h 358347"/>
                <a:gd name="csX572" fmla="*/ 674629 w 977320"/>
                <a:gd name="csY572" fmla="*/ 288653 h 358347"/>
                <a:gd name="csX573" fmla="*/ 687845 w 977320"/>
                <a:gd name="csY573" fmla="*/ 287695 h 358347"/>
                <a:gd name="csX574" fmla="*/ 686468 w 977320"/>
                <a:gd name="csY574" fmla="*/ 288197 h 358347"/>
                <a:gd name="csX575" fmla="*/ 686894 w 977320"/>
                <a:gd name="csY575" fmla="*/ 286614 h 358347"/>
                <a:gd name="csX576" fmla="*/ 686802 w 977320"/>
                <a:gd name="csY576" fmla="*/ 285336 h 358347"/>
                <a:gd name="csX577" fmla="*/ 689032 w 977320"/>
                <a:gd name="csY577" fmla="*/ 285724 h 358347"/>
                <a:gd name="csX578" fmla="*/ 689009 w 977320"/>
                <a:gd name="csY578" fmla="*/ 286744 h 358347"/>
                <a:gd name="csX579" fmla="*/ 688796 w 977320"/>
                <a:gd name="csY579" fmla="*/ 287139 h 358347"/>
                <a:gd name="csX580" fmla="*/ 687845 w 977320"/>
                <a:gd name="csY580" fmla="*/ 287695 h 358347"/>
                <a:gd name="csX581" fmla="*/ 925202 w 977320"/>
                <a:gd name="csY581" fmla="*/ 301626 h 358347"/>
                <a:gd name="csX582" fmla="*/ 920096 w 977320"/>
                <a:gd name="csY582" fmla="*/ 304449 h 358347"/>
                <a:gd name="csX583" fmla="*/ 913401 w 977320"/>
                <a:gd name="csY583" fmla="*/ 303954 h 358347"/>
                <a:gd name="csX584" fmla="*/ 911027 w 977320"/>
                <a:gd name="csY584" fmla="*/ 303909 h 358347"/>
                <a:gd name="csX585" fmla="*/ 907093 w 977320"/>
                <a:gd name="csY585" fmla="*/ 304593 h 358347"/>
                <a:gd name="csX586" fmla="*/ 906302 w 977320"/>
                <a:gd name="csY586" fmla="*/ 304046 h 358347"/>
                <a:gd name="csX587" fmla="*/ 907048 w 977320"/>
                <a:gd name="csY587" fmla="*/ 301390 h 358347"/>
                <a:gd name="csX588" fmla="*/ 910190 w 977320"/>
                <a:gd name="csY588" fmla="*/ 294322 h 358347"/>
                <a:gd name="csX589" fmla="*/ 913926 w 977320"/>
                <a:gd name="csY589" fmla="*/ 288098 h 358347"/>
                <a:gd name="csX590" fmla="*/ 915516 w 977320"/>
                <a:gd name="csY590" fmla="*/ 286485 h 358347"/>
                <a:gd name="csX591" fmla="*/ 917730 w 977320"/>
                <a:gd name="csY591" fmla="*/ 284971 h 358347"/>
                <a:gd name="csX592" fmla="*/ 920081 w 977320"/>
                <a:gd name="csY592" fmla="*/ 283753 h 358347"/>
                <a:gd name="csX593" fmla="*/ 925384 w 977320"/>
                <a:gd name="csY593" fmla="*/ 282491 h 358347"/>
                <a:gd name="csX594" fmla="*/ 930208 w 977320"/>
                <a:gd name="csY594" fmla="*/ 282719 h 358347"/>
                <a:gd name="csX595" fmla="*/ 930901 w 977320"/>
                <a:gd name="csY595" fmla="*/ 283236 h 358347"/>
                <a:gd name="csX596" fmla="*/ 932978 w 977320"/>
                <a:gd name="csY596" fmla="*/ 285306 h 358347"/>
                <a:gd name="csX597" fmla="*/ 934325 w 977320"/>
                <a:gd name="csY597" fmla="*/ 286941 h 358347"/>
                <a:gd name="csX598" fmla="*/ 934888 w 977320"/>
                <a:gd name="csY598" fmla="*/ 289255 h 358347"/>
                <a:gd name="csX599" fmla="*/ 932833 w 977320"/>
                <a:gd name="csY599" fmla="*/ 293234 h 358347"/>
                <a:gd name="csX600" fmla="*/ 930543 w 977320"/>
                <a:gd name="csY600" fmla="*/ 297031 h 358347"/>
                <a:gd name="csX601" fmla="*/ 926830 w 977320"/>
                <a:gd name="csY601" fmla="*/ 300013 h 358347"/>
                <a:gd name="csX602" fmla="*/ 925202 w 977320"/>
                <a:gd name="csY602" fmla="*/ 301626 h 358347"/>
                <a:gd name="csX603" fmla="*/ 771250 w 977320"/>
                <a:gd name="csY603" fmla="*/ 295752 h 358347"/>
                <a:gd name="csX604" fmla="*/ 770900 w 977320"/>
                <a:gd name="csY604" fmla="*/ 295996 h 358347"/>
                <a:gd name="csX605" fmla="*/ 768245 w 977320"/>
                <a:gd name="csY605" fmla="*/ 295722 h 358347"/>
                <a:gd name="csX606" fmla="*/ 766730 w 977320"/>
                <a:gd name="csY606" fmla="*/ 295714 h 358347"/>
                <a:gd name="csX607" fmla="*/ 766928 w 977320"/>
                <a:gd name="csY607" fmla="*/ 294094 h 358347"/>
                <a:gd name="csX608" fmla="*/ 766145 w 977320"/>
                <a:gd name="csY608" fmla="*/ 292876 h 358347"/>
                <a:gd name="csX609" fmla="*/ 767218 w 977320"/>
                <a:gd name="csY609" fmla="*/ 291088 h 358347"/>
                <a:gd name="csX610" fmla="*/ 767240 w 977320"/>
                <a:gd name="csY610" fmla="*/ 289019 h 358347"/>
                <a:gd name="csX611" fmla="*/ 768351 w 977320"/>
                <a:gd name="csY611" fmla="*/ 288737 h 358347"/>
                <a:gd name="csX612" fmla="*/ 768511 w 977320"/>
                <a:gd name="csY612" fmla="*/ 287558 h 358347"/>
                <a:gd name="csX613" fmla="*/ 769850 w 977320"/>
                <a:gd name="csY613" fmla="*/ 284431 h 358347"/>
                <a:gd name="csX614" fmla="*/ 770642 w 977320"/>
                <a:gd name="csY614" fmla="*/ 283738 h 358347"/>
                <a:gd name="csX615" fmla="*/ 771752 w 977320"/>
                <a:gd name="csY615" fmla="*/ 283464 h 358347"/>
                <a:gd name="csX616" fmla="*/ 773076 w 977320"/>
                <a:gd name="csY616" fmla="*/ 281638 h 358347"/>
                <a:gd name="csX617" fmla="*/ 773829 w 977320"/>
                <a:gd name="csY617" fmla="*/ 281106 h 358347"/>
                <a:gd name="csX618" fmla="*/ 774613 w 977320"/>
                <a:gd name="csY618" fmla="*/ 279721 h 358347"/>
                <a:gd name="csX619" fmla="*/ 775731 w 977320"/>
                <a:gd name="csY619" fmla="*/ 279082 h 358347"/>
                <a:gd name="csX620" fmla="*/ 775640 w 977320"/>
                <a:gd name="csY620" fmla="*/ 277895 h 358347"/>
                <a:gd name="csX621" fmla="*/ 776272 w 977320"/>
                <a:gd name="csY621" fmla="*/ 277271 h 358347"/>
                <a:gd name="csX622" fmla="*/ 778037 w 977320"/>
                <a:gd name="csY622" fmla="*/ 276784 h 358347"/>
                <a:gd name="csX623" fmla="*/ 779262 w 977320"/>
                <a:gd name="csY623" fmla="*/ 277370 h 358347"/>
                <a:gd name="csX624" fmla="*/ 780015 w 977320"/>
                <a:gd name="csY624" fmla="*/ 278580 h 358347"/>
                <a:gd name="csX625" fmla="*/ 778044 w 977320"/>
                <a:gd name="csY625" fmla="*/ 280071 h 358347"/>
                <a:gd name="csX626" fmla="*/ 779056 w 977320"/>
                <a:gd name="csY626" fmla="*/ 283746 h 358347"/>
                <a:gd name="csX627" fmla="*/ 777626 w 977320"/>
                <a:gd name="csY627" fmla="*/ 287756 h 358347"/>
                <a:gd name="csX628" fmla="*/ 776690 w 977320"/>
                <a:gd name="csY628" fmla="*/ 288958 h 358347"/>
                <a:gd name="csX629" fmla="*/ 774940 w 977320"/>
                <a:gd name="csY629" fmla="*/ 289992 h 358347"/>
                <a:gd name="csX630" fmla="*/ 774415 w 977320"/>
                <a:gd name="csY630" fmla="*/ 290974 h 358347"/>
                <a:gd name="csX631" fmla="*/ 772353 w 977320"/>
                <a:gd name="csY631" fmla="*/ 292952 h 358347"/>
                <a:gd name="csX632" fmla="*/ 771729 w 977320"/>
                <a:gd name="csY632" fmla="*/ 294641 h 358347"/>
                <a:gd name="csX633" fmla="*/ 771638 w 977320"/>
                <a:gd name="csY633" fmla="*/ 295357 h 358347"/>
                <a:gd name="csX634" fmla="*/ 771250 w 977320"/>
                <a:gd name="csY634" fmla="*/ 295752 h 358347"/>
                <a:gd name="csX635" fmla="*/ 785265 w 977320"/>
                <a:gd name="csY635" fmla="*/ 278686 h 358347"/>
                <a:gd name="csX636" fmla="*/ 784999 w 977320"/>
                <a:gd name="csY636" fmla="*/ 279744 h 358347"/>
                <a:gd name="csX637" fmla="*/ 784086 w 977320"/>
                <a:gd name="csY637" fmla="*/ 279181 h 358347"/>
                <a:gd name="csX638" fmla="*/ 783188 w 977320"/>
                <a:gd name="csY638" fmla="*/ 277948 h 358347"/>
                <a:gd name="csX639" fmla="*/ 781871 w 977320"/>
                <a:gd name="csY639" fmla="*/ 277773 h 358347"/>
                <a:gd name="csX640" fmla="*/ 780898 w 977320"/>
                <a:gd name="csY640" fmla="*/ 277446 h 358347"/>
                <a:gd name="csX641" fmla="*/ 780327 w 977320"/>
                <a:gd name="csY641" fmla="*/ 276868 h 358347"/>
                <a:gd name="csX642" fmla="*/ 783987 w 977320"/>
                <a:gd name="csY642" fmla="*/ 276602 h 358347"/>
                <a:gd name="csX643" fmla="*/ 785265 w 977320"/>
                <a:gd name="csY643" fmla="*/ 278686 h 358347"/>
                <a:gd name="csX644" fmla="*/ 410102 w 977320"/>
                <a:gd name="csY644" fmla="*/ 277218 h 358347"/>
                <a:gd name="csX645" fmla="*/ 409782 w 977320"/>
                <a:gd name="csY645" fmla="*/ 278070 h 358347"/>
                <a:gd name="csX646" fmla="*/ 408694 w 977320"/>
                <a:gd name="csY646" fmla="*/ 277857 h 358347"/>
                <a:gd name="csX647" fmla="*/ 407667 w 977320"/>
                <a:gd name="csY647" fmla="*/ 276449 h 358347"/>
                <a:gd name="csX648" fmla="*/ 408161 w 977320"/>
                <a:gd name="csY648" fmla="*/ 276084 h 358347"/>
                <a:gd name="csX649" fmla="*/ 408732 w 977320"/>
                <a:gd name="csY649" fmla="*/ 275932 h 358347"/>
                <a:gd name="csX650" fmla="*/ 409478 w 977320"/>
                <a:gd name="csY650" fmla="*/ 276092 h 358347"/>
                <a:gd name="csX651" fmla="*/ 410102 w 977320"/>
                <a:gd name="csY651" fmla="*/ 277218 h 358347"/>
                <a:gd name="csX652" fmla="*/ 714551 w 977320"/>
                <a:gd name="csY652" fmla="*/ 278291 h 358347"/>
                <a:gd name="csX653" fmla="*/ 713592 w 977320"/>
                <a:gd name="csY653" fmla="*/ 278831 h 358347"/>
                <a:gd name="csX654" fmla="*/ 711995 w 977320"/>
                <a:gd name="csY654" fmla="*/ 277712 h 358347"/>
                <a:gd name="csX655" fmla="*/ 711553 w 977320"/>
                <a:gd name="csY655" fmla="*/ 277248 h 358347"/>
                <a:gd name="csX656" fmla="*/ 712565 w 977320"/>
                <a:gd name="csY656" fmla="*/ 276153 h 358347"/>
                <a:gd name="csX657" fmla="*/ 713646 w 977320"/>
                <a:gd name="csY657" fmla="*/ 275841 h 358347"/>
                <a:gd name="csX658" fmla="*/ 714300 w 977320"/>
                <a:gd name="csY658" fmla="*/ 276320 h 358347"/>
                <a:gd name="csX659" fmla="*/ 714619 w 977320"/>
                <a:gd name="csY659" fmla="*/ 276799 h 358347"/>
                <a:gd name="csX660" fmla="*/ 714482 w 977320"/>
                <a:gd name="csY660" fmla="*/ 277324 h 358347"/>
                <a:gd name="csX661" fmla="*/ 714551 w 977320"/>
                <a:gd name="csY661" fmla="*/ 278291 h 358347"/>
                <a:gd name="csX662" fmla="*/ 545945 w 977320"/>
                <a:gd name="csY662" fmla="*/ 276913 h 358347"/>
                <a:gd name="csX663" fmla="*/ 543769 w 977320"/>
                <a:gd name="csY663" fmla="*/ 277035 h 358347"/>
                <a:gd name="csX664" fmla="*/ 543092 w 977320"/>
                <a:gd name="csY664" fmla="*/ 276845 h 358347"/>
                <a:gd name="csX665" fmla="*/ 542932 w 977320"/>
                <a:gd name="csY665" fmla="*/ 274760 h 358347"/>
                <a:gd name="csX666" fmla="*/ 545321 w 977320"/>
                <a:gd name="csY666" fmla="*/ 275658 h 358347"/>
                <a:gd name="csX667" fmla="*/ 546097 w 977320"/>
                <a:gd name="csY667" fmla="*/ 275719 h 358347"/>
                <a:gd name="csX668" fmla="*/ 545945 w 977320"/>
                <a:gd name="csY668" fmla="*/ 276913 h 358347"/>
                <a:gd name="csX669" fmla="*/ 397974 w 977320"/>
                <a:gd name="csY669" fmla="*/ 276624 h 358347"/>
                <a:gd name="csX670" fmla="*/ 397563 w 977320"/>
                <a:gd name="csY670" fmla="*/ 276936 h 358347"/>
                <a:gd name="csX671" fmla="*/ 393933 w 977320"/>
                <a:gd name="csY671" fmla="*/ 276761 h 358347"/>
                <a:gd name="csX672" fmla="*/ 391597 w 977320"/>
                <a:gd name="csY672" fmla="*/ 278504 h 358347"/>
                <a:gd name="csX673" fmla="*/ 389977 w 977320"/>
                <a:gd name="csY673" fmla="*/ 279036 h 358347"/>
                <a:gd name="csX674" fmla="*/ 384164 w 977320"/>
                <a:gd name="csY674" fmla="*/ 279036 h 358347"/>
                <a:gd name="csX675" fmla="*/ 383472 w 977320"/>
                <a:gd name="csY675" fmla="*/ 278800 h 358347"/>
                <a:gd name="csX676" fmla="*/ 382954 w 977320"/>
                <a:gd name="csY676" fmla="*/ 278800 h 358347"/>
                <a:gd name="csX677" fmla="*/ 382642 w 977320"/>
                <a:gd name="csY677" fmla="*/ 279150 h 358347"/>
                <a:gd name="csX678" fmla="*/ 380793 w 977320"/>
                <a:gd name="csY678" fmla="*/ 278884 h 358347"/>
                <a:gd name="csX679" fmla="*/ 374889 w 977320"/>
                <a:gd name="csY679" fmla="*/ 277339 h 358347"/>
                <a:gd name="csX680" fmla="*/ 374083 w 977320"/>
                <a:gd name="csY680" fmla="*/ 275909 h 358347"/>
                <a:gd name="csX681" fmla="*/ 374996 w 977320"/>
                <a:gd name="csY681" fmla="*/ 274380 h 358347"/>
                <a:gd name="csX682" fmla="*/ 377119 w 977320"/>
                <a:gd name="csY682" fmla="*/ 272211 h 358347"/>
                <a:gd name="csX683" fmla="*/ 381372 w 977320"/>
                <a:gd name="csY683" fmla="*/ 271785 h 358347"/>
                <a:gd name="csX684" fmla="*/ 400751 w 977320"/>
                <a:gd name="csY684" fmla="*/ 271633 h 358347"/>
                <a:gd name="csX685" fmla="*/ 402858 w 977320"/>
                <a:gd name="csY685" fmla="*/ 273497 h 358347"/>
                <a:gd name="csX686" fmla="*/ 403056 w 977320"/>
                <a:gd name="csY686" fmla="*/ 274129 h 358347"/>
                <a:gd name="csX687" fmla="*/ 398834 w 977320"/>
                <a:gd name="csY687" fmla="*/ 275399 h 358347"/>
                <a:gd name="csX688" fmla="*/ 397974 w 977320"/>
                <a:gd name="csY688" fmla="*/ 276624 h 358347"/>
                <a:gd name="csX689" fmla="*/ 430698 w 977320"/>
                <a:gd name="csY689" fmla="*/ 273741 h 358347"/>
                <a:gd name="csX690" fmla="*/ 428956 w 977320"/>
                <a:gd name="csY690" fmla="*/ 274106 h 358347"/>
                <a:gd name="csX691" fmla="*/ 427343 w 977320"/>
                <a:gd name="csY691" fmla="*/ 273353 h 358347"/>
                <a:gd name="csX692" fmla="*/ 427388 w 977320"/>
                <a:gd name="csY692" fmla="*/ 272341 h 358347"/>
                <a:gd name="csX693" fmla="*/ 427784 w 977320"/>
                <a:gd name="csY693" fmla="*/ 271397 h 358347"/>
                <a:gd name="csX694" fmla="*/ 430196 w 977320"/>
                <a:gd name="csY694" fmla="*/ 270910 h 358347"/>
                <a:gd name="csX695" fmla="*/ 431490 w 977320"/>
                <a:gd name="csY695" fmla="*/ 270941 h 358347"/>
                <a:gd name="csX696" fmla="*/ 432874 w 977320"/>
                <a:gd name="csY696" fmla="*/ 271587 h 358347"/>
                <a:gd name="csX697" fmla="*/ 433840 w 977320"/>
                <a:gd name="csY697" fmla="*/ 272265 h 358347"/>
                <a:gd name="csX698" fmla="*/ 434312 w 977320"/>
                <a:gd name="csY698" fmla="*/ 273056 h 358347"/>
                <a:gd name="csX699" fmla="*/ 431702 w 977320"/>
                <a:gd name="csY699" fmla="*/ 273094 h 358347"/>
                <a:gd name="csX700" fmla="*/ 430698 w 977320"/>
                <a:gd name="csY700" fmla="*/ 273741 h 358347"/>
                <a:gd name="csX701" fmla="*/ 842755 w 977320"/>
                <a:gd name="csY701" fmla="*/ 269023 h 358347"/>
                <a:gd name="csX702" fmla="*/ 842398 w 977320"/>
                <a:gd name="csY702" fmla="*/ 269351 h 358347"/>
                <a:gd name="csX703" fmla="*/ 841842 w 977320"/>
                <a:gd name="csY703" fmla="*/ 268658 h 358347"/>
                <a:gd name="csX704" fmla="*/ 841789 w 977320"/>
                <a:gd name="csY704" fmla="*/ 268224 h 358347"/>
                <a:gd name="csX705" fmla="*/ 842527 w 977320"/>
                <a:gd name="csY705" fmla="*/ 267045 h 358347"/>
                <a:gd name="csX706" fmla="*/ 843257 w 977320"/>
                <a:gd name="csY706" fmla="*/ 266360 h 358347"/>
                <a:gd name="csX707" fmla="*/ 844072 w 977320"/>
                <a:gd name="csY707" fmla="*/ 266307 h 358347"/>
                <a:gd name="csX708" fmla="*/ 843866 w 977320"/>
                <a:gd name="csY708" fmla="*/ 267273 h 358347"/>
                <a:gd name="csX709" fmla="*/ 842755 w 977320"/>
                <a:gd name="csY709" fmla="*/ 269023 h 358347"/>
                <a:gd name="csX710" fmla="*/ 214508 w 977320"/>
                <a:gd name="csY710" fmla="*/ 266688 h 358347"/>
                <a:gd name="csX711" fmla="*/ 213177 w 977320"/>
                <a:gd name="csY711" fmla="*/ 267159 h 358347"/>
                <a:gd name="csX712" fmla="*/ 212157 w 977320"/>
                <a:gd name="csY712" fmla="*/ 266741 h 358347"/>
                <a:gd name="csX713" fmla="*/ 211701 w 977320"/>
                <a:gd name="csY713" fmla="*/ 266140 h 358347"/>
                <a:gd name="csX714" fmla="*/ 213207 w 977320"/>
                <a:gd name="csY714" fmla="*/ 264664 h 358347"/>
                <a:gd name="csX715" fmla="*/ 213922 w 977320"/>
                <a:gd name="csY715" fmla="*/ 264314 h 358347"/>
                <a:gd name="csX716" fmla="*/ 214675 w 977320"/>
                <a:gd name="csY716" fmla="*/ 264200 h 358347"/>
                <a:gd name="csX717" fmla="*/ 215033 w 977320"/>
                <a:gd name="csY717" fmla="*/ 264998 h 358347"/>
                <a:gd name="csX718" fmla="*/ 214508 w 977320"/>
                <a:gd name="csY718" fmla="*/ 266688 h 358347"/>
                <a:gd name="csX719" fmla="*/ 843646 w 977320"/>
                <a:gd name="csY719" fmla="*/ 264747 h 358347"/>
                <a:gd name="csX720" fmla="*/ 842466 w 977320"/>
                <a:gd name="csY720" fmla="*/ 264945 h 358347"/>
                <a:gd name="csX721" fmla="*/ 841888 w 977320"/>
                <a:gd name="csY721" fmla="*/ 263203 h 358347"/>
                <a:gd name="csX722" fmla="*/ 842862 w 977320"/>
                <a:gd name="csY722" fmla="*/ 262754 h 358347"/>
                <a:gd name="csX723" fmla="*/ 843920 w 977320"/>
                <a:gd name="csY723" fmla="*/ 263819 h 358347"/>
                <a:gd name="csX724" fmla="*/ 843646 w 977320"/>
                <a:gd name="csY724" fmla="*/ 264747 h 358347"/>
                <a:gd name="csX725" fmla="*/ 845852 w 977320"/>
                <a:gd name="csY725" fmla="*/ 262282 h 358347"/>
                <a:gd name="csX726" fmla="*/ 845335 w 977320"/>
                <a:gd name="csY726" fmla="*/ 262457 h 358347"/>
                <a:gd name="csX727" fmla="*/ 845342 w 977320"/>
                <a:gd name="csY727" fmla="*/ 261407 h 358347"/>
                <a:gd name="csX728" fmla="*/ 845928 w 977320"/>
                <a:gd name="csY728" fmla="*/ 260479 h 358347"/>
                <a:gd name="csX729" fmla="*/ 846544 w 977320"/>
                <a:gd name="csY729" fmla="*/ 259946 h 358347"/>
                <a:gd name="csX730" fmla="*/ 847275 w 977320"/>
                <a:gd name="csY730" fmla="*/ 259923 h 358347"/>
                <a:gd name="csX731" fmla="*/ 845852 w 977320"/>
                <a:gd name="csY731" fmla="*/ 262282 h 358347"/>
                <a:gd name="csX732" fmla="*/ 839819 w 977320"/>
                <a:gd name="csY732" fmla="*/ 262457 h 358347"/>
                <a:gd name="csX733" fmla="*/ 839468 w 977320"/>
                <a:gd name="csY733" fmla="*/ 263964 h 358347"/>
                <a:gd name="csX734" fmla="*/ 839119 w 977320"/>
                <a:gd name="csY734" fmla="*/ 265645 h 358347"/>
                <a:gd name="csX735" fmla="*/ 837163 w 977320"/>
                <a:gd name="csY735" fmla="*/ 267532 h 358347"/>
                <a:gd name="csX736" fmla="*/ 835953 w 977320"/>
                <a:gd name="csY736" fmla="*/ 270416 h 358347"/>
                <a:gd name="csX737" fmla="*/ 835246 w 977320"/>
                <a:gd name="csY737" fmla="*/ 271139 h 358347"/>
                <a:gd name="csX738" fmla="*/ 832621 w 977320"/>
                <a:gd name="csY738" fmla="*/ 272424 h 358347"/>
                <a:gd name="csX739" fmla="*/ 830285 w 977320"/>
                <a:gd name="csY739" fmla="*/ 270819 h 358347"/>
                <a:gd name="csX740" fmla="*/ 829608 w 977320"/>
                <a:gd name="csY740" fmla="*/ 269442 h 358347"/>
                <a:gd name="csX741" fmla="*/ 830635 w 977320"/>
                <a:gd name="csY741" fmla="*/ 263081 h 358347"/>
                <a:gd name="csX742" fmla="*/ 831639 w 977320"/>
                <a:gd name="csY742" fmla="*/ 263294 h 358347"/>
                <a:gd name="csX743" fmla="*/ 832294 w 977320"/>
                <a:gd name="csY743" fmla="*/ 263249 h 358347"/>
                <a:gd name="csX744" fmla="*/ 832507 w 977320"/>
                <a:gd name="csY744" fmla="*/ 262830 h 358347"/>
                <a:gd name="csX745" fmla="*/ 831008 w 977320"/>
                <a:gd name="csY745" fmla="*/ 262115 h 358347"/>
                <a:gd name="csX746" fmla="*/ 830726 w 977320"/>
                <a:gd name="csY746" fmla="*/ 258463 h 358347"/>
                <a:gd name="csX747" fmla="*/ 830802 w 977320"/>
                <a:gd name="csY747" fmla="*/ 257086 h 358347"/>
                <a:gd name="csX748" fmla="*/ 831936 w 977320"/>
                <a:gd name="csY748" fmla="*/ 256774 h 358347"/>
                <a:gd name="csX749" fmla="*/ 833351 w 977320"/>
                <a:gd name="csY749" fmla="*/ 257846 h 358347"/>
                <a:gd name="csX750" fmla="*/ 835131 w 977320"/>
                <a:gd name="csY750" fmla="*/ 259756 h 358347"/>
                <a:gd name="csX751" fmla="*/ 837209 w 977320"/>
                <a:gd name="csY751" fmla="*/ 261263 h 358347"/>
                <a:gd name="csX752" fmla="*/ 839819 w 977320"/>
                <a:gd name="csY752" fmla="*/ 262457 h 358347"/>
                <a:gd name="csX753" fmla="*/ 259802 w 977320"/>
                <a:gd name="csY753" fmla="*/ 253182 h 358347"/>
                <a:gd name="csX754" fmla="*/ 261955 w 977320"/>
                <a:gd name="csY754" fmla="*/ 255617 h 358347"/>
                <a:gd name="csX755" fmla="*/ 263834 w 977320"/>
                <a:gd name="csY755" fmla="*/ 256918 h 358347"/>
                <a:gd name="csX756" fmla="*/ 266056 w 977320"/>
                <a:gd name="csY756" fmla="*/ 257626 h 358347"/>
                <a:gd name="csX757" fmla="*/ 268392 w 977320"/>
                <a:gd name="csY757" fmla="*/ 257694 h 358347"/>
                <a:gd name="csX758" fmla="*/ 270690 w 977320"/>
                <a:gd name="csY758" fmla="*/ 258006 h 358347"/>
                <a:gd name="csX759" fmla="*/ 273368 w 977320"/>
                <a:gd name="csY759" fmla="*/ 258934 h 358347"/>
                <a:gd name="csX760" fmla="*/ 276115 w 977320"/>
                <a:gd name="csY760" fmla="*/ 259360 h 358347"/>
                <a:gd name="csX761" fmla="*/ 277393 w 977320"/>
                <a:gd name="csY761" fmla="*/ 259201 h 358347"/>
                <a:gd name="csX762" fmla="*/ 278610 w 977320"/>
                <a:gd name="csY762" fmla="*/ 258721 h 358347"/>
                <a:gd name="csX763" fmla="*/ 279470 w 977320"/>
                <a:gd name="csY763" fmla="*/ 258691 h 358347"/>
                <a:gd name="csX764" fmla="*/ 280223 w 977320"/>
                <a:gd name="csY764" fmla="*/ 259140 h 358347"/>
                <a:gd name="csX765" fmla="*/ 282125 w 977320"/>
                <a:gd name="csY765" fmla="*/ 261202 h 358347"/>
                <a:gd name="csX766" fmla="*/ 284187 w 977320"/>
                <a:gd name="csY766" fmla="*/ 263089 h 358347"/>
                <a:gd name="csX767" fmla="*/ 284667 w 977320"/>
                <a:gd name="csY767" fmla="*/ 264047 h 358347"/>
                <a:gd name="csX768" fmla="*/ 286067 w 977320"/>
                <a:gd name="csY768" fmla="*/ 268597 h 358347"/>
                <a:gd name="csX769" fmla="*/ 287649 w 977320"/>
                <a:gd name="csY769" fmla="*/ 269906 h 358347"/>
                <a:gd name="csX770" fmla="*/ 289825 w 977320"/>
                <a:gd name="csY770" fmla="*/ 270286 h 358347"/>
                <a:gd name="csX771" fmla="*/ 292382 w 977320"/>
                <a:gd name="csY771" fmla="*/ 270286 h 358347"/>
                <a:gd name="csX772" fmla="*/ 294923 w 977320"/>
                <a:gd name="csY772" fmla="*/ 270477 h 358347"/>
                <a:gd name="csX773" fmla="*/ 300812 w 977320"/>
                <a:gd name="csY773" fmla="*/ 271542 h 358347"/>
                <a:gd name="csX774" fmla="*/ 303148 w 977320"/>
                <a:gd name="csY774" fmla="*/ 271390 h 358347"/>
                <a:gd name="csX775" fmla="*/ 305218 w 977320"/>
                <a:gd name="csY775" fmla="*/ 270324 h 358347"/>
                <a:gd name="csX776" fmla="*/ 307059 w 977320"/>
                <a:gd name="csY776" fmla="*/ 271017 h 358347"/>
                <a:gd name="csX777" fmla="*/ 312058 w 977320"/>
                <a:gd name="csY777" fmla="*/ 272295 h 358347"/>
                <a:gd name="csX778" fmla="*/ 314515 w 977320"/>
                <a:gd name="csY778" fmla="*/ 272584 h 358347"/>
                <a:gd name="csX779" fmla="*/ 317308 w 977320"/>
                <a:gd name="csY779" fmla="*/ 272219 h 358347"/>
                <a:gd name="csX780" fmla="*/ 320107 w 977320"/>
                <a:gd name="csY780" fmla="*/ 272143 h 358347"/>
                <a:gd name="csX781" fmla="*/ 321447 w 977320"/>
                <a:gd name="csY781" fmla="*/ 272516 h 358347"/>
                <a:gd name="csX782" fmla="*/ 322733 w 977320"/>
                <a:gd name="csY782" fmla="*/ 273071 h 358347"/>
                <a:gd name="csX783" fmla="*/ 323836 w 977320"/>
                <a:gd name="csY783" fmla="*/ 273269 h 358347"/>
                <a:gd name="csX784" fmla="*/ 324977 w 977320"/>
                <a:gd name="csY784" fmla="*/ 273261 h 358347"/>
                <a:gd name="csX785" fmla="*/ 327001 w 977320"/>
                <a:gd name="csY785" fmla="*/ 272196 h 358347"/>
                <a:gd name="csX786" fmla="*/ 328340 w 977320"/>
                <a:gd name="csY786" fmla="*/ 270241 h 358347"/>
                <a:gd name="csX787" fmla="*/ 329428 w 977320"/>
                <a:gd name="csY787" fmla="*/ 267776 h 358347"/>
                <a:gd name="csX788" fmla="*/ 330272 w 977320"/>
                <a:gd name="csY788" fmla="*/ 265204 h 358347"/>
                <a:gd name="csX789" fmla="*/ 330843 w 977320"/>
                <a:gd name="csY789" fmla="*/ 264101 h 358347"/>
                <a:gd name="csX790" fmla="*/ 331619 w 977320"/>
                <a:gd name="csY790" fmla="*/ 263127 h 358347"/>
                <a:gd name="csX791" fmla="*/ 332631 w 977320"/>
                <a:gd name="csY791" fmla="*/ 262495 h 358347"/>
                <a:gd name="csX792" fmla="*/ 333712 w 977320"/>
                <a:gd name="csY792" fmla="*/ 262100 h 358347"/>
                <a:gd name="csX793" fmla="*/ 336649 w 977320"/>
                <a:gd name="csY793" fmla="*/ 262343 h 358347"/>
                <a:gd name="csX794" fmla="*/ 337257 w 977320"/>
                <a:gd name="csY794" fmla="*/ 262967 h 358347"/>
                <a:gd name="csX795" fmla="*/ 340544 w 977320"/>
                <a:gd name="csY795" fmla="*/ 267327 h 358347"/>
                <a:gd name="csX796" fmla="*/ 341122 w 977320"/>
                <a:gd name="csY796" fmla="*/ 267707 h 358347"/>
                <a:gd name="csX797" fmla="*/ 344546 w 977320"/>
                <a:gd name="csY797" fmla="*/ 267981 h 358347"/>
                <a:gd name="csX798" fmla="*/ 345497 w 977320"/>
                <a:gd name="csY798" fmla="*/ 267836 h 358347"/>
                <a:gd name="csX799" fmla="*/ 347582 w 977320"/>
                <a:gd name="csY799" fmla="*/ 266961 h 358347"/>
                <a:gd name="csX800" fmla="*/ 348777 w 977320"/>
                <a:gd name="csY800" fmla="*/ 266885 h 358347"/>
                <a:gd name="csX801" fmla="*/ 350975 w 977320"/>
                <a:gd name="csY801" fmla="*/ 267966 h 358347"/>
                <a:gd name="csX802" fmla="*/ 351926 w 977320"/>
                <a:gd name="csY802" fmla="*/ 268886 h 358347"/>
                <a:gd name="csX803" fmla="*/ 352992 w 977320"/>
                <a:gd name="csY803" fmla="*/ 269564 h 358347"/>
                <a:gd name="csX804" fmla="*/ 358379 w 977320"/>
                <a:gd name="csY804" fmla="*/ 270256 h 358347"/>
                <a:gd name="csX805" fmla="*/ 360456 w 977320"/>
                <a:gd name="csY805" fmla="*/ 272128 h 358347"/>
                <a:gd name="csX806" fmla="*/ 361513 w 977320"/>
                <a:gd name="csY806" fmla="*/ 272379 h 358347"/>
                <a:gd name="csX807" fmla="*/ 365257 w 977320"/>
                <a:gd name="csY807" fmla="*/ 272150 h 358347"/>
                <a:gd name="csX808" fmla="*/ 367851 w 977320"/>
                <a:gd name="csY808" fmla="*/ 272333 h 358347"/>
                <a:gd name="csX809" fmla="*/ 370104 w 977320"/>
                <a:gd name="csY809" fmla="*/ 272835 h 358347"/>
                <a:gd name="csX810" fmla="*/ 371130 w 977320"/>
                <a:gd name="csY810" fmla="*/ 275491 h 358347"/>
                <a:gd name="csX811" fmla="*/ 371960 w 977320"/>
                <a:gd name="csY811" fmla="*/ 278214 h 358347"/>
                <a:gd name="csX812" fmla="*/ 372440 w 977320"/>
                <a:gd name="csY812" fmla="*/ 279143 h 358347"/>
                <a:gd name="csX813" fmla="*/ 374646 w 977320"/>
                <a:gd name="csY813" fmla="*/ 280078 h 358347"/>
                <a:gd name="csX814" fmla="*/ 375544 w 977320"/>
                <a:gd name="csY814" fmla="*/ 280923 h 358347"/>
                <a:gd name="csX815" fmla="*/ 375308 w 977320"/>
                <a:gd name="csY815" fmla="*/ 283639 h 358347"/>
                <a:gd name="csX816" fmla="*/ 375551 w 977320"/>
                <a:gd name="csY816" fmla="*/ 286226 h 358347"/>
                <a:gd name="csX817" fmla="*/ 380231 w 977320"/>
                <a:gd name="csY817" fmla="*/ 288478 h 358347"/>
                <a:gd name="csX818" fmla="*/ 385237 w 977320"/>
                <a:gd name="csY818" fmla="*/ 289772 h 358347"/>
                <a:gd name="csX819" fmla="*/ 390563 w 977320"/>
                <a:gd name="csY819" fmla="*/ 289894 h 358347"/>
                <a:gd name="csX820" fmla="*/ 395896 w 977320"/>
                <a:gd name="csY820" fmla="*/ 289445 h 358347"/>
                <a:gd name="csX821" fmla="*/ 398643 w 977320"/>
                <a:gd name="csY821" fmla="*/ 288889 h 358347"/>
                <a:gd name="csX822" fmla="*/ 402082 w 977320"/>
                <a:gd name="csY822" fmla="*/ 287931 h 358347"/>
                <a:gd name="csX823" fmla="*/ 402798 w 977320"/>
                <a:gd name="csY823" fmla="*/ 287946 h 358347"/>
                <a:gd name="csX824" fmla="*/ 409455 w 977320"/>
                <a:gd name="csY824" fmla="*/ 290905 h 358347"/>
                <a:gd name="csX825" fmla="*/ 410025 w 977320"/>
                <a:gd name="csY825" fmla="*/ 291362 h 358347"/>
                <a:gd name="csX826" fmla="*/ 410771 w 977320"/>
                <a:gd name="csY826" fmla="*/ 293576 h 358347"/>
                <a:gd name="csX827" fmla="*/ 410748 w 977320"/>
                <a:gd name="csY827" fmla="*/ 295912 h 358347"/>
                <a:gd name="csX828" fmla="*/ 409508 w 977320"/>
                <a:gd name="csY828" fmla="*/ 301459 h 358347"/>
                <a:gd name="csX829" fmla="*/ 409424 w 977320"/>
                <a:gd name="csY829" fmla="*/ 302980 h 358347"/>
                <a:gd name="csX830" fmla="*/ 409546 w 977320"/>
                <a:gd name="csY830" fmla="*/ 304502 h 358347"/>
                <a:gd name="csX831" fmla="*/ 410870 w 977320"/>
                <a:gd name="csY831" fmla="*/ 307812 h 358347"/>
                <a:gd name="csX832" fmla="*/ 411578 w 977320"/>
                <a:gd name="csY832" fmla="*/ 308763 h 358347"/>
                <a:gd name="csX833" fmla="*/ 413990 w 977320"/>
                <a:gd name="csY833" fmla="*/ 310505 h 358347"/>
                <a:gd name="csX834" fmla="*/ 414089 w 977320"/>
                <a:gd name="csY834" fmla="*/ 311418 h 358347"/>
                <a:gd name="csX835" fmla="*/ 413754 w 977320"/>
                <a:gd name="csY835" fmla="*/ 312331 h 358347"/>
                <a:gd name="csX836" fmla="*/ 411091 w 977320"/>
                <a:gd name="csY836" fmla="*/ 311707 h 358347"/>
                <a:gd name="csX837" fmla="*/ 409470 w 977320"/>
                <a:gd name="csY837" fmla="*/ 310954 h 358347"/>
                <a:gd name="csX838" fmla="*/ 408534 w 977320"/>
                <a:gd name="csY838" fmla="*/ 309706 h 358347"/>
                <a:gd name="csX839" fmla="*/ 407195 w 977320"/>
                <a:gd name="csY839" fmla="*/ 308999 h 358347"/>
                <a:gd name="csX840" fmla="*/ 404692 w 977320"/>
                <a:gd name="csY840" fmla="*/ 309257 h 358347"/>
                <a:gd name="csX841" fmla="*/ 400013 w 977320"/>
                <a:gd name="csY841" fmla="*/ 308010 h 358347"/>
                <a:gd name="csX842" fmla="*/ 394725 w 977320"/>
                <a:gd name="csY842" fmla="*/ 306077 h 358347"/>
                <a:gd name="csX843" fmla="*/ 385351 w 977320"/>
                <a:gd name="csY843" fmla="*/ 301976 h 358347"/>
                <a:gd name="csX844" fmla="*/ 382794 w 977320"/>
                <a:gd name="csY844" fmla="*/ 302006 h 358347"/>
                <a:gd name="csX845" fmla="*/ 380344 w 977320"/>
                <a:gd name="csY845" fmla="*/ 302531 h 358347"/>
                <a:gd name="csX846" fmla="*/ 377758 w 977320"/>
                <a:gd name="csY846" fmla="*/ 303574 h 358347"/>
                <a:gd name="csX847" fmla="*/ 375064 w 977320"/>
                <a:gd name="csY847" fmla="*/ 304319 h 358347"/>
                <a:gd name="csX848" fmla="*/ 373086 w 977320"/>
                <a:gd name="csY848" fmla="*/ 304601 h 358347"/>
                <a:gd name="csX849" fmla="*/ 371100 w 977320"/>
                <a:gd name="csY849" fmla="*/ 304396 h 358347"/>
                <a:gd name="csX850" fmla="*/ 366094 w 977320"/>
                <a:gd name="csY850" fmla="*/ 303414 h 358347"/>
                <a:gd name="csX851" fmla="*/ 361049 w 977320"/>
                <a:gd name="csY851" fmla="*/ 302775 h 358347"/>
                <a:gd name="csX852" fmla="*/ 348122 w 977320"/>
                <a:gd name="csY852" fmla="*/ 302372 h 358347"/>
                <a:gd name="csX853" fmla="*/ 344470 w 977320"/>
                <a:gd name="csY853" fmla="*/ 301436 h 358347"/>
                <a:gd name="csX854" fmla="*/ 338422 w 977320"/>
                <a:gd name="csY854" fmla="*/ 300964 h 358347"/>
                <a:gd name="csX855" fmla="*/ 333613 w 977320"/>
                <a:gd name="csY855" fmla="*/ 300158 h 358347"/>
                <a:gd name="csX856" fmla="*/ 328850 w 977320"/>
                <a:gd name="csY856" fmla="*/ 299032 h 358347"/>
                <a:gd name="csX857" fmla="*/ 316707 w 977320"/>
                <a:gd name="csY857" fmla="*/ 293485 h 358347"/>
                <a:gd name="csX858" fmla="*/ 312735 w 977320"/>
                <a:gd name="csY858" fmla="*/ 292092 h 358347"/>
                <a:gd name="csX859" fmla="*/ 300538 w 977320"/>
                <a:gd name="csY859" fmla="*/ 289445 h 358347"/>
                <a:gd name="csX860" fmla="*/ 298659 w 977320"/>
                <a:gd name="csY860" fmla="*/ 289232 h 358347"/>
                <a:gd name="csX861" fmla="*/ 294239 w 977320"/>
                <a:gd name="csY861" fmla="*/ 289429 h 358347"/>
                <a:gd name="csX862" fmla="*/ 291454 w 977320"/>
                <a:gd name="csY862" fmla="*/ 288653 h 358347"/>
                <a:gd name="csX863" fmla="*/ 289004 w 977320"/>
                <a:gd name="csY863" fmla="*/ 288638 h 358347"/>
                <a:gd name="csX864" fmla="*/ 285359 w 977320"/>
                <a:gd name="csY864" fmla="*/ 289498 h 358347"/>
                <a:gd name="csX865" fmla="*/ 284241 w 977320"/>
                <a:gd name="csY865" fmla="*/ 290114 h 358347"/>
                <a:gd name="csX866" fmla="*/ 282826 w 977320"/>
                <a:gd name="csY866" fmla="*/ 291415 h 358347"/>
                <a:gd name="csX867" fmla="*/ 280345 w 977320"/>
                <a:gd name="csY867" fmla="*/ 291355 h 358347"/>
                <a:gd name="csX868" fmla="*/ 277888 w 977320"/>
                <a:gd name="csY868" fmla="*/ 291103 h 358347"/>
                <a:gd name="csX869" fmla="*/ 271413 w 977320"/>
                <a:gd name="csY869" fmla="*/ 289855 h 358347"/>
                <a:gd name="csX870" fmla="*/ 269001 w 977320"/>
                <a:gd name="csY870" fmla="*/ 289087 h 358347"/>
                <a:gd name="csX871" fmla="*/ 266680 w 977320"/>
                <a:gd name="csY871" fmla="*/ 287953 h 358347"/>
                <a:gd name="csX872" fmla="*/ 264596 w 977320"/>
                <a:gd name="csY872" fmla="*/ 286477 h 358347"/>
                <a:gd name="csX873" fmla="*/ 263500 w 977320"/>
                <a:gd name="csY873" fmla="*/ 285952 h 358347"/>
                <a:gd name="csX874" fmla="*/ 257907 w 977320"/>
                <a:gd name="csY874" fmla="*/ 284446 h 358347"/>
                <a:gd name="csX875" fmla="*/ 253342 w 977320"/>
                <a:gd name="csY875" fmla="*/ 283928 h 358347"/>
                <a:gd name="csX876" fmla="*/ 243953 w 977320"/>
                <a:gd name="csY876" fmla="*/ 283244 h 358347"/>
                <a:gd name="csX877" fmla="*/ 241899 w 977320"/>
                <a:gd name="csY877" fmla="*/ 282787 h 358347"/>
                <a:gd name="csX878" fmla="*/ 240187 w 977320"/>
                <a:gd name="csY878" fmla="*/ 282240 h 358347"/>
                <a:gd name="csX879" fmla="*/ 239251 w 977320"/>
                <a:gd name="csY879" fmla="*/ 281022 h 358347"/>
                <a:gd name="csX880" fmla="*/ 239373 w 977320"/>
                <a:gd name="csY880" fmla="*/ 279470 h 358347"/>
                <a:gd name="csX881" fmla="*/ 240043 w 977320"/>
                <a:gd name="csY881" fmla="*/ 278131 h 358347"/>
                <a:gd name="csX882" fmla="*/ 240963 w 977320"/>
                <a:gd name="csY882" fmla="*/ 276784 h 358347"/>
                <a:gd name="csX883" fmla="*/ 241564 w 977320"/>
                <a:gd name="csY883" fmla="*/ 275498 h 358347"/>
                <a:gd name="csX884" fmla="*/ 234701 w 977320"/>
                <a:gd name="csY884" fmla="*/ 272805 h 358347"/>
                <a:gd name="csX885" fmla="*/ 229284 w 977320"/>
                <a:gd name="csY885" fmla="*/ 271336 h 358347"/>
                <a:gd name="csX886" fmla="*/ 226941 w 977320"/>
                <a:gd name="csY886" fmla="*/ 271055 h 358347"/>
                <a:gd name="csX887" fmla="*/ 224590 w 977320"/>
                <a:gd name="csY887" fmla="*/ 271055 h 358347"/>
                <a:gd name="csX888" fmla="*/ 221942 w 977320"/>
                <a:gd name="csY888" fmla="*/ 271359 h 358347"/>
                <a:gd name="csX889" fmla="*/ 219325 w 977320"/>
                <a:gd name="csY889" fmla="*/ 271215 h 358347"/>
                <a:gd name="csX890" fmla="*/ 218092 w 977320"/>
                <a:gd name="csY890" fmla="*/ 270773 h 358347"/>
                <a:gd name="csX891" fmla="*/ 216836 w 977320"/>
                <a:gd name="csY891" fmla="*/ 270621 h 358347"/>
                <a:gd name="csX892" fmla="*/ 215574 w 977320"/>
                <a:gd name="csY892" fmla="*/ 270941 h 358347"/>
                <a:gd name="csX893" fmla="*/ 214562 w 977320"/>
                <a:gd name="csY893" fmla="*/ 270819 h 358347"/>
                <a:gd name="csX894" fmla="*/ 214303 w 977320"/>
                <a:gd name="csY894" fmla="*/ 269594 h 358347"/>
                <a:gd name="csX895" fmla="*/ 214949 w 977320"/>
                <a:gd name="csY895" fmla="*/ 268552 h 358347"/>
                <a:gd name="csX896" fmla="*/ 216273 w 977320"/>
                <a:gd name="csY896" fmla="*/ 267372 h 358347"/>
                <a:gd name="csX897" fmla="*/ 217034 w 977320"/>
                <a:gd name="csY897" fmla="*/ 267167 h 358347"/>
                <a:gd name="csX898" fmla="*/ 217377 w 977320"/>
                <a:gd name="csY898" fmla="*/ 269016 h 358347"/>
                <a:gd name="csX899" fmla="*/ 217757 w 977320"/>
                <a:gd name="csY899" fmla="*/ 269381 h 358347"/>
                <a:gd name="csX900" fmla="*/ 218929 w 977320"/>
                <a:gd name="csY900" fmla="*/ 269784 h 358347"/>
                <a:gd name="csX901" fmla="*/ 219439 w 977320"/>
                <a:gd name="csY901" fmla="*/ 269670 h 358347"/>
                <a:gd name="csX902" fmla="*/ 221508 w 977320"/>
                <a:gd name="csY902" fmla="*/ 267311 h 358347"/>
                <a:gd name="csX903" fmla="*/ 222086 w 977320"/>
                <a:gd name="csY903" fmla="*/ 266147 h 358347"/>
                <a:gd name="csX904" fmla="*/ 223091 w 977320"/>
                <a:gd name="csY904" fmla="*/ 263005 h 358347"/>
                <a:gd name="csX905" fmla="*/ 224186 w 977320"/>
                <a:gd name="csY905" fmla="*/ 263614 h 358347"/>
                <a:gd name="csX906" fmla="*/ 225282 w 977320"/>
                <a:gd name="csY906" fmla="*/ 263241 h 358347"/>
                <a:gd name="csX907" fmla="*/ 225913 w 977320"/>
                <a:gd name="csY907" fmla="*/ 262739 h 358347"/>
                <a:gd name="csX908" fmla="*/ 227656 w 977320"/>
                <a:gd name="csY908" fmla="*/ 255473 h 358347"/>
                <a:gd name="csX909" fmla="*/ 229101 w 977320"/>
                <a:gd name="csY909" fmla="*/ 253350 h 358347"/>
                <a:gd name="csX910" fmla="*/ 231080 w 977320"/>
                <a:gd name="csY910" fmla="*/ 251592 h 358347"/>
                <a:gd name="csX911" fmla="*/ 232069 w 977320"/>
                <a:gd name="csY911" fmla="*/ 251158 h 358347"/>
                <a:gd name="csX912" fmla="*/ 234009 w 977320"/>
                <a:gd name="csY912" fmla="*/ 252239 h 358347"/>
                <a:gd name="csX913" fmla="*/ 237943 w 977320"/>
                <a:gd name="csY913" fmla="*/ 252650 h 358347"/>
                <a:gd name="csX914" fmla="*/ 240278 w 977320"/>
                <a:gd name="csY914" fmla="*/ 253365 h 358347"/>
                <a:gd name="csX915" fmla="*/ 242622 w 977320"/>
                <a:gd name="csY915" fmla="*/ 253456 h 358347"/>
                <a:gd name="csX916" fmla="*/ 244912 w 977320"/>
                <a:gd name="csY916" fmla="*/ 253806 h 358347"/>
                <a:gd name="csX917" fmla="*/ 248100 w 977320"/>
                <a:gd name="csY917" fmla="*/ 255085 h 358347"/>
                <a:gd name="csX918" fmla="*/ 249226 w 977320"/>
                <a:gd name="csY918" fmla="*/ 254948 h 358347"/>
                <a:gd name="csX919" fmla="*/ 250368 w 977320"/>
                <a:gd name="csY919" fmla="*/ 254552 h 358347"/>
                <a:gd name="csX920" fmla="*/ 252079 w 977320"/>
                <a:gd name="csY920" fmla="*/ 253159 h 358347"/>
                <a:gd name="csX921" fmla="*/ 252825 w 977320"/>
                <a:gd name="csY921" fmla="*/ 250938 h 358347"/>
                <a:gd name="csX922" fmla="*/ 255290 w 977320"/>
                <a:gd name="csY922" fmla="*/ 252064 h 358347"/>
                <a:gd name="csX923" fmla="*/ 258919 w 977320"/>
                <a:gd name="csY923" fmla="*/ 252513 h 358347"/>
                <a:gd name="csX924" fmla="*/ 259802 w 977320"/>
                <a:gd name="csY924" fmla="*/ 253182 h 358347"/>
                <a:gd name="csX925" fmla="*/ 615921 w 977320"/>
                <a:gd name="csY925" fmla="*/ 252460 h 358347"/>
                <a:gd name="csX926" fmla="*/ 615731 w 977320"/>
                <a:gd name="csY926" fmla="*/ 253479 h 358347"/>
                <a:gd name="csX927" fmla="*/ 614947 w 977320"/>
                <a:gd name="csY927" fmla="*/ 252307 h 358347"/>
                <a:gd name="csX928" fmla="*/ 614232 w 977320"/>
                <a:gd name="csY928" fmla="*/ 251729 h 358347"/>
                <a:gd name="csX929" fmla="*/ 614308 w 977320"/>
                <a:gd name="csY929" fmla="*/ 250466 h 358347"/>
                <a:gd name="csX930" fmla="*/ 615320 w 977320"/>
                <a:gd name="csY930" fmla="*/ 250938 h 358347"/>
                <a:gd name="csX931" fmla="*/ 615921 w 977320"/>
                <a:gd name="csY931" fmla="*/ 252460 h 358347"/>
                <a:gd name="csX932" fmla="*/ 540695 w 977320"/>
                <a:gd name="csY932" fmla="*/ 259391 h 358347"/>
                <a:gd name="csX933" fmla="*/ 539820 w 977320"/>
                <a:gd name="csY933" fmla="*/ 262944 h 358347"/>
                <a:gd name="csX934" fmla="*/ 539409 w 977320"/>
                <a:gd name="csY934" fmla="*/ 261689 h 358347"/>
                <a:gd name="csX935" fmla="*/ 539249 w 977320"/>
                <a:gd name="csY935" fmla="*/ 258440 h 358347"/>
                <a:gd name="csX936" fmla="*/ 538709 w 977320"/>
                <a:gd name="csY936" fmla="*/ 256857 h 358347"/>
                <a:gd name="csX937" fmla="*/ 539052 w 977320"/>
                <a:gd name="csY937" fmla="*/ 255039 h 358347"/>
                <a:gd name="csX938" fmla="*/ 538938 w 977320"/>
                <a:gd name="csY938" fmla="*/ 250375 h 358347"/>
                <a:gd name="csX939" fmla="*/ 539600 w 977320"/>
                <a:gd name="csY939" fmla="*/ 248222 h 358347"/>
                <a:gd name="csX940" fmla="*/ 540817 w 977320"/>
                <a:gd name="csY940" fmla="*/ 250961 h 358347"/>
                <a:gd name="csX941" fmla="*/ 541137 w 977320"/>
                <a:gd name="csY941" fmla="*/ 252353 h 358347"/>
                <a:gd name="csX942" fmla="*/ 540695 w 977320"/>
                <a:gd name="csY942" fmla="*/ 259391 h 358347"/>
                <a:gd name="csX943" fmla="*/ 373946 w 977320"/>
                <a:gd name="csY943" fmla="*/ 248990 h 358347"/>
                <a:gd name="csX944" fmla="*/ 373490 w 977320"/>
                <a:gd name="csY944" fmla="*/ 249751 h 358347"/>
                <a:gd name="csX945" fmla="*/ 371435 w 977320"/>
                <a:gd name="csY945" fmla="*/ 249690 h 358347"/>
                <a:gd name="csX946" fmla="*/ 371093 w 977320"/>
                <a:gd name="csY946" fmla="*/ 248838 h 358347"/>
                <a:gd name="csX947" fmla="*/ 372432 w 977320"/>
                <a:gd name="csY947" fmla="*/ 247286 h 358347"/>
                <a:gd name="csX948" fmla="*/ 373314 w 977320"/>
                <a:gd name="csY948" fmla="*/ 247187 h 358347"/>
                <a:gd name="csX949" fmla="*/ 374106 w 977320"/>
                <a:gd name="csY949" fmla="*/ 247757 h 358347"/>
                <a:gd name="csX950" fmla="*/ 373946 w 977320"/>
                <a:gd name="csY950" fmla="*/ 248990 h 358347"/>
                <a:gd name="csX951" fmla="*/ 802886 w 977320"/>
                <a:gd name="csY951" fmla="*/ 249835 h 358347"/>
                <a:gd name="csX952" fmla="*/ 801585 w 977320"/>
                <a:gd name="csY952" fmla="*/ 251889 h 358347"/>
                <a:gd name="csX953" fmla="*/ 800703 w 977320"/>
                <a:gd name="csY953" fmla="*/ 251166 h 358347"/>
                <a:gd name="csX954" fmla="*/ 800208 w 977320"/>
                <a:gd name="csY954" fmla="*/ 251158 h 358347"/>
                <a:gd name="csX955" fmla="*/ 799904 w 977320"/>
                <a:gd name="csY955" fmla="*/ 249949 h 358347"/>
                <a:gd name="csX956" fmla="*/ 800208 w 977320"/>
                <a:gd name="csY956" fmla="*/ 247453 h 358347"/>
                <a:gd name="csX957" fmla="*/ 799112 w 977320"/>
                <a:gd name="csY957" fmla="*/ 244646 h 358347"/>
                <a:gd name="csX958" fmla="*/ 800551 w 977320"/>
                <a:gd name="csY958" fmla="*/ 244684 h 358347"/>
                <a:gd name="csX959" fmla="*/ 800954 w 977320"/>
                <a:gd name="csY959" fmla="*/ 245520 h 358347"/>
                <a:gd name="csX960" fmla="*/ 801410 w 977320"/>
                <a:gd name="csY960" fmla="*/ 245802 h 358347"/>
                <a:gd name="csX961" fmla="*/ 802833 w 977320"/>
                <a:gd name="csY961" fmla="*/ 248511 h 358347"/>
                <a:gd name="csX962" fmla="*/ 802886 w 977320"/>
                <a:gd name="csY962" fmla="*/ 249835 h 358347"/>
                <a:gd name="csX963" fmla="*/ 844307 w 977320"/>
                <a:gd name="csY963" fmla="*/ 246768 h 358347"/>
                <a:gd name="csX964" fmla="*/ 844140 w 977320"/>
                <a:gd name="csY964" fmla="*/ 247590 h 358347"/>
                <a:gd name="csX965" fmla="*/ 844125 w 977320"/>
                <a:gd name="csY965" fmla="*/ 249104 h 358347"/>
                <a:gd name="csX966" fmla="*/ 844482 w 977320"/>
                <a:gd name="csY966" fmla="*/ 250512 h 358347"/>
                <a:gd name="csX967" fmla="*/ 843569 w 977320"/>
                <a:gd name="csY967" fmla="*/ 251942 h 358347"/>
                <a:gd name="csX968" fmla="*/ 844422 w 977320"/>
                <a:gd name="csY968" fmla="*/ 254080 h 358347"/>
                <a:gd name="csX969" fmla="*/ 844551 w 977320"/>
                <a:gd name="csY969" fmla="*/ 255145 h 358347"/>
                <a:gd name="csX970" fmla="*/ 844498 w 977320"/>
                <a:gd name="csY970" fmla="*/ 256652 h 358347"/>
                <a:gd name="csX971" fmla="*/ 844262 w 977320"/>
                <a:gd name="csY971" fmla="*/ 257329 h 358347"/>
                <a:gd name="csX972" fmla="*/ 843615 w 977320"/>
                <a:gd name="csY972" fmla="*/ 259307 h 358347"/>
                <a:gd name="csX973" fmla="*/ 842968 w 977320"/>
                <a:gd name="csY973" fmla="*/ 260015 h 358347"/>
                <a:gd name="csX974" fmla="*/ 842481 w 977320"/>
                <a:gd name="csY974" fmla="*/ 260213 h 358347"/>
                <a:gd name="csX975" fmla="*/ 841987 w 977320"/>
                <a:gd name="csY975" fmla="*/ 260814 h 358347"/>
                <a:gd name="csX976" fmla="*/ 837787 w 977320"/>
                <a:gd name="csY976" fmla="*/ 260167 h 358347"/>
                <a:gd name="csX977" fmla="*/ 835976 w 977320"/>
                <a:gd name="csY977" fmla="*/ 258790 h 358347"/>
                <a:gd name="csX978" fmla="*/ 834355 w 977320"/>
                <a:gd name="csY978" fmla="*/ 257306 h 358347"/>
                <a:gd name="csX979" fmla="*/ 834013 w 977320"/>
                <a:gd name="csY979" fmla="*/ 256682 h 358347"/>
                <a:gd name="csX980" fmla="*/ 832111 w 977320"/>
                <a:gd name="csY980" fmla="*/ 254948 h 358347"/>
                <a:gd name="csX981" fmla="*/ 831670 w 977320"/>
                <a:gd name="csY981" fmla="*/ 254362 h 358347"/>
                <a:gd name="csX982" fmla="*/ 831632 w 977320"/>
                <a:gd name="csY982" fmla="*/ 253433 h 358347"/>
                <a:gd name="csX983" fmla="*/ 833168 w 977320"/>
                <a:gd name="csY983" fmla="*/ 253198 h 358347"/>
                <a:gd name="csX984" fmla="*/ 834812 w 977320"/>
                <a:gd name="csY984" fmla="*/ 253228 h 358347"/>
                <a:gd name="csX985" fmla="*/ 834736 w 977320"/>
                <a:gd name="csY985" fmla="*/ 252399 h 358347"/>
                <a:gd name="csX986" fmla="*/ 835687 w 977320"/>
                <a:gd name="csY986" fmla="*/ 249462 h 358347"/>
                <a:gd name="csX987" fmla="*/ 833191 w 977320"/>
                <a:gd name="csY987" fmla="*/ 247575 h 358347"/>
                <a:gd name="csX988" fmla="*/ 832750 w 977320"/>
                <a:gd name="csY988" fmla="*/ 246784 h 358347"/>
                <a:gd name="csX989" fmla="*/ 833640 w 977320"/>
                <a:gd name="csY989" fmla="*/ 246251 h 358347"/>
                <a:gd name="csX990" fmla="*/ 835649 w 977320"/>
                <a:gd name="csY990" fmla="*/ 246905 h 358347"/>
                <a:gd name="csX991" fmla="*/ 838106 w 977320"/>
                <a:gd name="csY991" fmla="*/ 243596 h 358347"/>
                <a:gd name="csX992" fmla="*/ 838829 w 977320"/>
                <a:gd name="csY992" fmla="*/ 242903 h 358347"/>
                <a:gd name="csX993" fmla="*/ 839180 w 977320"/>
                <a:gd name="csY993" fmla="*/ 241062 h 358347"/>
                <a:gd name="csX994" fmla="*/ 840556 w 977320"/>
                <a:gd name="csY994" fmla="*/ 240826 h 358347"/>
                <a:gd name="csX995" fmla="*/ 841530 w 977320"/>
                <a:gd name="csY995" fmla="*/ 241062 h 358347"/>
                <a:gd name="csX996" fmla="*/ 842162 w 977320"/>
                <a:gd name="csY996" fmla="*/ 242211 h 358347"/>
                <a:gd name="csX997" fmla="*/ 842413 w 977320"/>
                <a:gd name="csY997" fmla="*/ 243208 h 358347"/>
                <a:gd name="csX998" fmla="*/ 842146 w 977320"/>
                <a:gd name="csY998" fmla="*/ 244105 h 358347"/>
                <a:gd name="csX999" fmla="*/ 843326 w 977320"/>
                <a:gd name="csY999" fmla="*/ 244569 h 358347"/>
                <a:gd name="csX1000" fmla="*/ 844307 w 977320"/>
                <a:gd name="csY1000" fmla="*/ 246768 h 358347"/>
                <a:gd name="csX1001" fmla="*/ 805436 w 977320"/>
                <a:gd name="csY1001" fmla="*/ 250930 h 358347"/>
                <a:gd name="csX1002" fmla="*/ 803693 w 977320"/>
                <a:gd name="csY1002" fmla="*/ 252764 h 358347"/>
                <a:gd name="csX1003" fmla="*/ 805329 w 977320"/>
                <a:gd name="csY1003" fmla="*/ 248442 h 358347"/>
                <a:gd name="csX1004" fmla="*/ 805671 w 977320"/>
                <a:gd name="csY1004" fmla="*/ 246251 h 358347"/>
                <a:gd name="csX1005" fmla="*/ 807193 w 977320"/>
                <a:gd name="csY1005" fmla="*/ 244950 h 358347"/>
                <a:gd name="csX1006" fmla="*/ 809452 w 977320"/>
                <a:gd name="csY1006" fmla="*/ 238330 h 358347"/>
                <a:gd name="csX1007" fmla="*/ 809955 w 977320"/>
                <a:gd name="csY1007" fmla="*/ 238483 h 358347"/>
                <a:gd name="csX1008" fmla="*/ 810693 w 977320"/>
                <a:gd name="csY1008" fmla="*/ 239129 h 358347"/>
                <a:gd name="csX1009" fmla="*/ 809559 w 977320"/>
                <a:gd name="csY1009" fmla="*/ 243984 h 358347"/>
                <a:gd name="csX1010" fmla="*/ 806387 w 977320"/>
                <a:gd name="csY1010" fmla="*/ 247392 h 358347"/>
                <a:gd name="csX1011" fmla="*/ 805436 w 977320"/>
                <a:gd name="csY1011" fmla="*/ 250930 h 358347"/>
                <a:gd name="csX1012" fmla="*/ 152894 w 977320"/>
                <a:gd name="csY1012" fmla="*/ 241906 h 358347"/>
                <a:gd name="csX1013" fmla="*/ 151152 w 977320"/>
                <a:gd name="csY1013" fmla="*/ 242013 h 358347"/>
                <a:gd name="csX1014" fmla="*/ 147941 w 977320"/>
                <a:gd name="csY1014" fmla="*/ 239396 h 358347"/>
                <a:gd name="csX1015" fmla="*/ 147416 w 977320"/>
                <a:gd name="csY1015" fmla="*/ 238589 h 358347"/>
                <a:gd name="csX1016" fmla="*/ 148321 w 977320"/>
                <a:gd name="csY1016" fmla="*/ 237813 h 358347"/>
                <a:gd name="csX1017" fmla="*/ 149288 w 977320"/>
                <a:gd name="csY1017" fmla="*/ 237866 h 358347"/>
                <a:gd name="csX1018" fmla="*/ 152985 w 977320"/>
                <a:gd name="csY1018" fmla="*/ 239517 h 358347"/>
                <a:gd name="csX1019" fmla="*/ 153708 w 977320"/>
                <a:gd name="csY1019" fmla="*/ 240331 h 358347"/>
                <a:gd name="csX1020" fmla="*/ 152894 w 977320"/>
                <a:gd name="csY1020" fmla="*/ 241906 h 358347"/>
                <a:gd name="csX1021" fmla="*/ 606852 w 977320"/>
                <a:gd name="csY1021" fmla="*/ 237493 h 358347"/>
                <a:gd name="csX1022" fmla="*/ 606768 w 977320"/>
                <a:gd name="csY1022" fmla="*/ 239654 h 358347"/>
                <a:gd name="csX1023" fmla="*/ 605916 w 977320"/>
                <a:gd name="csY1023" fmla="*/ 239533 h 358347"/>
                <a:gd name="csX1024" fmla="*/ 605216 w 977320"/>
                <a:gd name="csY1024" fmla="*/ 238772 h 358347"/>
                <a:gd name="csX1025" fmla="*/ 605026 w 977320"/>
                <a:gd name="csY1025" fmla="*/ 238057 h 358347"/>
                <a:gd name="csX1026" fmla="*/ 605064 w 977320"/>
                <a:gd name="csY1026" fmla="*/ 237478 h 358347"/>
                <a:gd name="csX1027" fmla="*/ 605444 w 977320"/>
                <a:gd name="csY1027" fmla="*/ 237022 h 358347"/>
                <a:gd name="csX1028" fmla="*/ 606852 w 977320"/>
                <a:gd name="csY1028" fmla="*/ 237493 h 358347"/>
                <a:gd name="csX1029" fmla="*/ 573039 w 977320"/>
                <a:gd name="csY1029" fmla="*/ 241039 h 358347"/>
                <a:gd name="csX1030" fmla="*/ 571677 w 977320"/>
                <a:gd name="csY1030" fmla="*/ 241610 h 358347"/>
                <a:gd name="csX1031" fmla="*/ 569113 w 977320"/>
                <a:gd name="csY1031" fmla="*/ 239175 h 358347"/>
                <a:gd name="csX1032" fmla="*/ 568025 w 977320"/>
                <a:gd name="csY1032" fmla="*/ 237166 h 358347"/>
                <a:gd name="csX1033" fmla="*/ 568284 w 977320"/>
                <a:gd name="csY1033" fmla="*/ 236033 h 358347"/>
                <a:gd name="csX1034" fmla="*/ 569052 w 977320"/>
                <a:gd name="csY1034" fmla="*/ 235044 h 358347"/>
                <a:gd name="csX1035" fmla="*/ 569418 w 977320"/>
                <a:gd name="csY1035" fmla="*/ 234792 h 358347"/>
                <a:gd name="csX1036" fmla="*/ 569258 w 977320"/>
                <a:gd name="csY1036" fmla="*/ 233758 h 358347"/>
                <a:gd name="csX1037" fmla="*/ 570270 w 977320"/>
                <a:gd name="csY1037" fmla="*/ 233255 h 358347"/>
                <a:gd name="csX1038" fmla="*/ 571381 w 977320"/>
                <a:gd name="csY1038" fmla="*/ 233324 h 358347"/>
                <a:gd name="csX1039" fmla="*/ 572111 w 977320"/>
                <a:gd name="csY1039" fmla="*/ 234716 h 358347"/>
                <a:gd name="csX1040" fmla="*/ 572986 w 977320"/>
                <a:gd name="csY1040" fmla="*/ 235097 h 358347"/>
                <a:gd name="csX1041" fmla="*/ 573435 w 977320"/>
                <a:gd name="csY1041" fmla="*/ 236428 h 358347"/>
                <a:gd name="csX1042" fmla="*/ 573039 w 977320"/>
                <a:gd name="csY1042" fmla="*/ 241039 h 358347"/>
                <a:gd name="csX1043" fmla="*/ 585890 w 977320"/>
                <a:gd name="csY1043" fmla="*/ 237448 h 358347"/>
                <a:gd name="csX1044" fmla="*/ 585342 w 977320"/>
                <a:gd name="csY1044" fmla="*/ 238863 h 358347"/>
                <a:gd name="csX1045" fmla="*/ 584163 w 977320"/>
                <a:gd name="csY1045" fmla="*/ 239966 h 358347"/>
                <a:gd name="csX1046" fmla="*/ 583219 w 977320"/>
                <a:gd name="csY1046" fmla="*/ 240050 h 358347"/>
                <a:gd name="csX1047" fmla="*/ 582231 w 977320"/>
                <a:gd name="csY1047" fmla="*/ 239822 h 358347"/>
                <a:gd name="csX1048" fmla="*/ 580488 w 977320"/>
                <a:gd name="csY1048" fmla="*/ 238863 h 358347"/>
                <a:gd name="csX1049" fmla="*/ 580039 w 977320"/>
                <a:gd name="csY1049" fmla="*/ 239875 h 358347"/>
                <a:gd name="csX1050" fmla="*/ 578662 w 977320"/>
                <a:gd name="csY1050" fmla="*/ 239829 h 358347"/>
                <a:gd name="csX1051" fmla="*/ 578160 w 977320"/>
                <a:gd name="csY1051" fmla="*/ 238521 h 358347"/>
                <a:gd name="csX1052" fmla="*/ 579141 w 977320"/>
                <a:gd name="csY1052" fmla="*/ 234648 h 358347"/>
                <a:gd name="csX1053" fmla="*/ 580572 w 977320"/>
                <a:gd name="csY1053" fmla="*/ 233202 h 358347"/>
                <a:gd name="csX1054" fmla="*/ 580435 w 977320"/>
                <a:gd name="csY1054" fmla="*/ 231680 h 358347"/>
                <a:gd name="csX1055" fmla="*/ 579248 w 977320"/>
                <a:gd name="csY1055" fmla="*/ 228447 h 358347"/>
                <a:gd name="csX1056" fmla="*/ 579986 w 977320"/>
                <a:gd name="csY1056" fmla="*/ 226758 h 358347"/>
                <a:gd name="csX1057" fmla="*/ 583311 w 977320"/>
                <a:gd name="csY1057" fmla="*/ 225479 h 358347"/>
                <a:gd name="csX1058" fmla="*/ 586209 w 977320"/>
                <a:gd name="csY1058" fmla="*/ 223920 h 358347"/>
                <a:gd name="csX1059" fmla="*/ 587100 w 977320"/>
                <a:gd name="csY1059" fmla="*/ 223600 h 358347"/>
                <a:gd name="csX1060" fmla="*/ 587906 w 977320"/>
                <a:gd name="csY1060" fmla="*/ 224802 h 358347"/>
                <a:gd name="csX1061" fmla="*/ 588340 w 977320"/>
                <a:gd name="csY1061" fmla="*/ 230311 h 358347"/>
                <a:gd name="csX1062" fmla="*/ 585228 w 977320"/>
                <a:gd name="csY1062" fmla="*/ 234671 h 358347"/>
                <a:gd name="csX1063" fmla="*/ 585890 w 977320"/>
                <a:gd name="csY1063" fmla="*/ 237448 h 358347"/>
                <a:gd name="csX1064" fmla="*/ 597311 w 977320"/>
                <a:gd name="csY1064" fmla="*/ 222155 h 358347"/>
                <a:gd name="csX1065" fmla="*/ 597805 w 977320"/>
                <a:gd name="csY1065" fmla="*/ 226735 h 358347"/>
                <a:gd name="csX1066" fmla="*/ 597646 w 977320"/>
                <a:gd name="csY1066" fmla="*/ 227937 h 358347"/>
                <a:gd name="csX1067" fmla="*/ 596443 w 977320"/>
                <a:gd name="csY1067" fmla="*/ 226180 h 358347"/>
                <a:gd name="csX1068" fmla="*/ 596009 w 977320"/>
                <a:gd name="csY1068" fmla="*/ 225830 h 358347"/>
                <a:gd name="csX1069" fmla="*/ 595675 w 977320"/>
                <a:gd name="csY1069" fmla="*/ 226180 h 358347"/>
                <a:gd name="csX1070" fmla="*/ 595249 w 977320"/>
                <a:gd name="csY1070" fmla="*/ 226370 h 358347"/>
                <a:gd name="csX1071" fmla="*/ 594640 w 977320"/>
                <a:gd name="csY1071" fmla="*/ 226355 h 358347"/>
                <a:gd name="csX1072" fmla="*/ 593849 w 977320"/>
                <a:gd name="csY1072" fmla="*/ 228127 h 358347"/>
                <a:gd name="csX1073" fmla="*/ 593773 w 977320"/>
                <a:gd name="csY1073" fmla="*/ 229801 h 358347"/>
                <a:gd name="csX1074" fmla="*/ 593172 w 977320"/>
                <a:gd name="csY1074" fmla="*/ 230920 h 358347"/>
                <a:gd name="csX1075" fmla="*/ 592860 w 977320"/>
                <a:gd name="csY1075" fmla="*/ 234656 h 358347"/>
                <a:gd name="csX1076" fmla="*/ 593057 w 977320"/>
                <a:gd name="csY1076" fmla="*/ 235660 h 358347"/>
                <a:gd name="csX1077" fmla="*/ 593986 w 977320"/>
                <a:gd name="csY1077" fmla="*/ 235165 h 358347"/>
                <a:gd name="csX1078" fmla="*/ 594556 w 977320"/>
                <a:gd name="csY1078" fmla="*/ 235036 h 358347"/>
                <a:gd name="csX1079" fmla="*/ 596656 w 977320"/>
                <a:gd name="csY1079" fmla="*/ 236474 h 358347"/>
                <a:gd name="csX1080" fmla="*/ 597767 w 977320"/>
                <a:gd name="csY1080" fmla="*/ 237524 h 358347"/>
                <a:gd name="csX1081" fmla="*/ 597455 w 977320"/>
                <a:gd name="csY1081" fmla="*/ 238794 h 358347"/>
                <a:gd name="csX1082" fmla="*/ 596032 w 977320"/>
                <a:gd name="csY1082" fmla="*/ 240073 h 358347"/>
                <a:gd name="csX1083" fmla="*/ 594381 w 977320"/>
                <a:gd name="csY1083" fmla="*/ 240628 h 358347"/>
                <a:gd name="csX1084" fmla="*/ 593149 w 977320"/>
                <a:gd name="csY1084" fmla="*/ 240080 h 358347"/>
                <a:gd name="csX1085" fmla="*/ 592783 w 977320"/>
                <a:gd name="csY1085" fmla="*/ 240339 h 358347"/>
                <a:gd name="csX1086" fmla="*/ 592053 w 977320"/>
                <a:gd name="csY1086" fmla="*/ 240993 h 358347"/>
                <a:gd name="csX1087" fmla="*/ 591505 w 977320"/>
                <a:gd name="csY1087" fmla="*/ 241861 h 358347"/>
                <a:gd name="csX1088" fmla="*/ 591665 w 977320"/>
                <a:gd name="csY1088" fmla="*/ 242751 h 358347"/>
                <a:gd name="csX1089" fmla="*/ 590258 w 977320"/>
                <a:gd name="csY1089" fmla="*/ 245285 h 358347"/>
                <a:gd name="csX1090" fmla="*/ 589443 w 977320"/>
                <a:gd name="csY1090" fmla="*/ 246000 h 358347"/>
                <a:gd name="csX1091" fmla="*/ 587754 w 977320"/>
                <a:gd name="csY1091" fmla="*/ 245224 h 358347"/>
                <a:gd name="csX1092" fmla="*/ 586712 w 977320"/>
                <a:gd name="csY1092" fmla="*/ 245886 h 358347"/>
                <a:gd name="csX1093" fmla="*/ 585875 w 977320"/>
                <a:gd name="csY1093" fmla="*/ 245825 h 358347"/>
                <a:gd name="csX1094" fmla="*/ 584589 w 977320"/>
                <a:gd name="csY1094" fmla="*/ 243291 h 358347"/>
                <a:gd name="csX1095" fmla="*/ 584627 w 977320"/>
                <a:gd name="csY1095" fmla="*/ 242104 h 358347"/>
                <a:gd name="csX1096" fmla="*/ 585814 w 977320"/>
                <a:gd name="csY1096" fmla="*/ 240773 h 358347"/>
                <a:gd name="csX1097" fmla="*/ 585822 w 977320"/>
                <a:gd name="csY1097" fmla="*/ 239814 h 358347"/>
                <a:gd name="csX1098" fmla="*/ 586407 w 977320"/>
                <a:gd name="csY1098" fmla="*/ 238741 h 358347"/>
                <a:gd name="csX1099" fmla="*/ 587716 w 977320"/>
                <a:gd name="csY1099" fmla="*/ 237273 h 358347"/>
                <a:gd name="csX1100" fmla="*/ 588469 w 977320"/>
                <a:gd name="csY1100" fmla="*/ 236162 h 358347"/>
                <a:gd name="csX1101" fmla="*/ 588492 w 977320"/>
                <a:gd name="csY1101" fmla="*/ 235462 h 358347"/>
                <a:gd name="csX1102" fmla="*/ 589048 w 977320"/>
                <a:gd name="csY1102" fmla="*/ 232799 h 358347"/>
                <a:gd name="csX1103" fmla="*/ 589261 w 977320"/>
                <a:gd name="csY1103" fmla="*/ 231688 h 358347"/>
                <a:gd name="csX1104" fmla="*/ 589641 w 977320"/>
                <a:gd name="csY1104" fmla="*/ 230509 h 358347"/>
                <a:gd name="csX1105" fmla="*/ 590235 w 977320"/>
                <a:gd name="csY1105" fmla="*/ 228097 h 358347"/>
                <a:gd name="csX1106" fmla="*/ 590318 w 977320"/>
                <a:gd name="csY1106" fmla="*/ 223562 h 358347"/>
                <a:gd name="csX1107" fmla="*/ 592319 w 977320"/>
                <a:gd name="csY1107" fmla="*/ 219826 h 358347"/>
                <a:gd name="csX1108" fmla="*/ 594275 w 977320"/>
                <a:gd name="csY1108" fmla="*/ 218807 h 358347"/>
                <a:gd name="csX1109" fmla="*/ 595051 w 977320"/>
                <a:gd name="csY1109" fmla="*/ 218639 h 358347"/>
                <a:gd name="csX1110" fmla="*/ 594929 w 977320"/>
                <a:gd name="csY1110" fmla="*/ 219636 h 358347"/>
                <a:gd name="csX1111" fmla="*/ 597311 w 977320"/>
                <a:gd name="csY1111" fmla="*/ 222155 h 358347"/>
                <a:gd name="csX1112" fmla="*/ 819192 w 977320"/>
                <a:gd name="csY1112" fmla="*/ 215665 h 358347"/>
                <a:gd name="csX1113" fmla="*/ 820287 w 977320"/>
                <a:gd name="csY1113" fmla="*/ 216798 h 358347"/>
                <a:gd name="csX1114" fmla="*/ 817746 w 977320"/>
                <a:gd name="csY1114" fmla="*/ 215908 h 358347"/>
                <a:gd name="csX1115" fmla="*/ 814109 w 977320"/>
                <a:gd name="csY1115" fmla="*/ 214044 h 358347"/>
                <a:gd name="csX1116" fmla="*/ 813858 w 977320"/>
                <a:gd name="csY1116" fmla="*/ 212796 h 358347"/>
                <a:gd name="csX1117" fmla="*/ 816917 w 977320"/>
                <a:gd name="csY1117" fmla="*/ 214683 h 358347"/>
                <a:gd name="csX1118" fmla="*/ 819192 w 977320"/>
                <a:gd name="csY1118" fmla="*/ 215665 h 358347"/>
                <a:gd name="csX1119" fmla="*/ 598642 w 977320"/>
                <a:gd name="csY1119" fmla="*/ 212834 h 358347"/>
                <a:gd name="csX1120" fmla="*/ 596557 w 977320"/>
                <a:gd name="csY1120" fmla="*/ 215391 h 358347"/>
                <a:gd name="csX1121" fmla="*/ 595104 w 977320"/>
                <a:gd name="csY1121" fmla="*/ 215261 h 358347"/>
                <a:gd name="csX1122" fmla="*/ 593362 w 977320"/>
                <a:gd name="csY1122" fmla="*/ 213580 h 358347"/>
                <a:gd name="csX1123" fmla="*/ 592860 w 977320"/>
                <a:gd name="csY1123" fmla="*/ 211738 h 358347"/>
                <a:gd name="csX1124" fmla="*/ 592814 w 977320"/>
                <a:gd name="csY1124" fmla="*/ 211069 h 358347"/>
                <a:gd name="csX1125" fmla="*/ 594001 w 977320"/>
                <a:gd name="csY1125" fmla="*/ 210027 h 358347"/>
                <a:gd name="csX1126" fmla="*/ 597995 w 977320"/>
                <a:gd name="csY1126" fmla="*/ 210377 h 358347"/>
                <a:gd name="csX1127" fmla="*/ 598748 w 977320"/>
                <a:gd name="csY1127" fmla="*/ 211305 h 358347"/>
                <a:gd name="csX1128" fmla="*/ 598642 w 977320"/>
                <a:gd name="csY1128" fmla="*/ 212834 h 358347"/>
                <a:gd name="csX1129" fmla="*/ 712253 w 977320"/>
                <a:gd name="csY1129" fmla="*/ 201619 h 358347"/>
                <a:gd name="csX1130" fmla="*/ 708609 w 977320"/>
                <a:gd name="csY1130" fmla="*/ 202730 h 358347"/>
                <a:gd name="csX1131" fmla="*/ 709392 w 977320"/>
                <a:gd name="csY1131" fmla="*/ 200660 h 358347"/>
                <a:gd name="csX1132" fmla="*/ 709887 w 977320"/>
                <a:gd name="csY1132" fmla="*/ 200113 h 358347"/>
                <a:gd name="csX1133" fmla="*/ 711690 w 977320"/>
                <a:gd name="csY1133" fmla="*/ 200676 h 358347"/>
                <a:gd name="csX1134" fmla="*/ 712253 w 977320"/>
                <a:gd name="csY1134" fmla="*/ 201619 h 358347"/>
                <a:gd name="csX1135" fmla="*/ 706121 w 977320"/>
                <a:gd name="csY1135" fmla="*/ 203514 h 358347"/>
                <a:gd name="csX1136" fmla="*/ 705573 w 977320"/>
                <a:gd name="csY1136" fmla="*/ 204290 h 358347"/>
                <a:gd name="csX1137" fmla="*/ 704333 w 977320"/>
                <a:gd name="csY1137" fmla="*/ 204800 h 358347"/>
                <a:gd name="csX1138" fmla="*/ 703298 w 977320"/>
                <a:gd name="csY1138" fmla="*/ 204746 h 358347"/>
                <a:gd name="csX1139" fmla="*/ 703633 w 977320"/>
                <a:gd name="csY1139" fmla="*/ 204001 h 358347"/>
                <a:gd name="csX1140" fmla="*/ 703374 w 977320"/>
                <a:gd name="csY1140" fmla="*/ 203567 h 358347"/>
                <a:gd name="csX1141" fmla="*/ 702606 w 977320"/>
                <a:gd name="csY1141" fmla="*/ 203757 h 358347"/>
                <a:gd name="csX1142" fmla="*/ 701350 w 977320"/>
                <a:gd name="csY1142" fmla="*/ 204358 h 358347"/>
                <a:gd name="csX1143" fmla="*/ 699768 w 977320"/>
                <a:gd name="csY1143" fmla="*/ 205560 h 358347"/>
                <a:gd name="csX1144" fmla="*/ 698839 w 977320"/>
                <a:gd name="csY1144" fmla="*/ 204967 h 358347"/>
                <a:gd name="csX1145" fmla="*/ 698642 w 977320"/>
                <a:gd name="csY1145" fmla="*/ 204039 h 358347"/>
                <a:gd name="csX1146" fmla="*/ 698695 w 977320"/>
                <a:gd name="csY1146" fmla="*/ 203613 h 358347"/>
                <a:gd name="csX1147" fmla="*/ 700589 w 977320"/>
                <a:gd name="csY1147" fmla="*/ 201946 h 358347"/>
                <a:gd name="csX1148" fmla="*/ 702788 w 977320"/>
                <a:gd name="csY1148" fmla="*/ 201657 h 358347"/>
                <a:gd name="csX1149" fmla="*/ 705885 w 977320"/>
                <a:gd name="csY1149" fmla="*/ 200059 h 358347"/>
                <a:gd name="csX1150" fmla="*/ 707269 w 977320"/>
                <a:gd name="csY1150" fmla="*/ 200135 h 358347"/>
                <a:gd name="csX1151" fmla="*/ 706943 w 977320"/>
                <a:gd name="csY1151" fmla="*/ 201147 h 358347"/>
                <a:gd name="csX1152" fmla="*/ 706463 w 977320"/>
                <a:gd name="csY1152" fmla="*/ 201870 h 358347"/>
                <a:gd name="csX1153" fmla="*/ 706174 w 977320"/>
                <a:gd name="csY1153" fmla="*/ 202631 h 358347"/>
                <a:gd name="csX1154" fmla="*/ 706121 w 977320"/>
                <a:gd name="csY1154" fmla="*/ 203514 h 358347"/>
                <a:gd name="csX1155" fmla="*/ 715662 w 977320"/>
                <a:gd name="csY1155" fmla="*/ 200797 h 358347"/>
                <a:gd name="csX1156" fmla="*/ 715616 w 977320"/>
                <a:gd name="csY1156" fmla="*/ 201695 h 358347"/>
                <a:gd name="csX1157" fmla="*/ 715464 w 977320"/>
                <a:gd name="csY1157" fmla="*/ 201977 h 358347"/>
                <a:gd name="csX1158" fmla="*/ 714300 w 977320"/>
                <a:gd name="csY1158" fmla="*/ 201665 h 358347"/>
                <a:gd name="csX1159" fmla="*/ 713470 w 977320"/>
                <a:gd name="csY1159" fmla="*/ 201680 h 358347"/>
                <a:gd name="csX1160" fmla="*/ 712733 w 977320"/>
                <a:gd name="csY1160" fmla="*/ 200059 h 358347"/>
                <a:gd name="csX1161" fmla="*/ 712938 w 977320"/>
                <a:gd name="csY1161" fmla="*/ 199687 h 358347"/>
                <a:gd name="csX1162" fmla="*/ 714467 w 977320"/>
                <a:gd name="csY1162" fmla="*/ 200158 h 358347"/>
                <a:gd name="csX1163" fmla="*/ 715038 w 977320"/>
                <a:gd name="csY1163" fmla="*/ 200318 h 358347"/>
                <a:gd name="csX1164" fmla="*/ 715662 w 977320"/>
                <a:gd name="csY1164" fmla="*/ 200797 h 358347"/>
                <a:gd name="csX1165" fmla="*/ 453052 w 977320"/>
                <a:gd name="csY1165" fmla="*/ 199047 h 358347"/>
                <a:gd name="csX1166" fmla="*/ 452268 w 977320"/>
                <a:gd name="csY1166" fmla="*/ 202707 h 358347"/>
                <a:gd name="csX1167" fmla="*/ 450967 w 977320"/>
                <a:gd name="csY1167" fmla="*/ 200630 h 358347"/>
                <a:gd name="csX1168" fmla="*/ 452428 w 977320"/>
                <a:gd name="csY1168" fmla="*/ 198172 h 358347"/>
                <a:gd name="csX1169" fmla="*/ 453105 w 977320"/>
                <a:gd name="csY1169" fmla="*/ 197678 h 358347"/>
                <a:gd name="csX1170" fmla="*/ 453052 w 977320"/>
                <a:gd name="csY1170" fmla="*/ 199047 h 358347"/>
                <a:gd name="csX1171" fmla="*/ 691832 w 977320"/>
                <a:gd name="csY1171" fmla="*/ 195875 h 358347"/>
                <a:gd name="csX1172" fmla="*/ 692319 w 977320"/>
                <a:gd name="csY1172" fmla="*/ 196818 h 358347"/>
                <a:gd name="csX1173" fmla="*/ 690226 w 977320"/>
                <a:gd name="csY1173" fmla="*/ 196225 h 358347"/>
                <a:gd name="csX1174" fmla="*/ 689298 w 977320"/>
                <a:gd name="csY1174" fmla="*/ 195312 h 358347"/>
                <a:gd name="csX1175" fmla="*/ 690211 w 977320"/>
                <a:gd name="csY1175" fmla="*/ 194741 h 358347"/>
                <a:gd name="csX1176" fmla="*/ 690721 w 977320"/>
                <a:gd name="csY1176" fmla="*/ 194589 h 358347"/>
                <a:gd name="csX1177" fmla="*/ 691832 w 977320"/>
                <a:gd name="csY1177" fmla="*/ 195875 h 358347"/>
                <a:gd name="csX1178" fmla="*/ 450480 w 977320"/>
                <a:gd name="csY1178" fmla="*/ 207630 h 358347"/>
                <a:gd name="csX1179" fmla="*/ 445999 w 977320"/>
                <a:gd name="csY1179" fmla="*/ 211586 h 358347"/>
                <a:gd name="csX1180" fmla="*/ 445253 w 977320"/>
                <a:gd name="csY1180" fmla="*/ 210582 h 358347"/>
                <a:gd name="csX1181" fmla="*/ 445641 w 977320"/>
                <a:gd name="csY1181" fmla="*/ 206557 h 358347"/>
                <a:gd name="csX1182" fmla="*/ 444394 w 977320"/>
                <a:gd name="csY1182" fmla="*/ 204054 h 358347"/>
                <a:gd name="csX1183" fmla="*/ 444477 w 977320"/>
                <a:gd name="csY1183" fmla="*/ 202197 h 358347"/>
                <a:gd name="csX1184" fmla="*/ 445360 w 977320"/>
                <a:gd name="csY1184" fmla="*/ 198910 h 358347"/>
                <a:gd name="csX1185" fmla="*/ 446509 w 977320"/>
                <a:gd name="csY1185" fmla="*/ 196392 h 358347"/>
                <a:gd name="csX1186" fmla="*/ 449111 w 977320"/>
                <a:gd name="csY1186" fmla="*/ 194711 h 358347"/>
                <a:gd name="csX1187" fmla="*/ 449758 w 977320"/>
                <a:gd name="csY1187" fmla="*/ 194513 h 358347"/>
                <a:gd name="csX1188" fmla="*/ 449598 w 977320"/>
                <a:gd name="csY1188" fmla="*/ 197564 h 358347"/>
                <a:gd name="csX1189" fmla="*/ 450115 w 977320"/>
                <a:gd name="csY1189" fmla="*/ 198713 h 358347"/>
                <a:gd name="csX1190" fmla="*/ 450298 w 977320"/>
                <a:gd name="csY1190" fmla="*/ 199694 h 358347"/>
                <a:gd name="csX1191" fmla="*/ 450024 w 977320"/>
                <a:gd name="csY1191" fmla="*/ 200539 h 358347"/>
                <a:gd name="csX1192" fmla="*/ 450511 w 977320"/>
                <a:gd name="csY1192" fmla="*/ 204450 h 358347"/>
                <a:gd name="csX1193" fmla="*/ 450800 w 977320"/>
                <a:gd name="csY1193" fmla="*/ 205401 h 358347"/>
                <a:gd name="csX1194" fmla="*/ 450168 w 977320"/>
                <a:gd name="csY1194" fmla="*/ 206633 h 358347"/>
                <a:gd name="csX1195" fmla="*/ 450480 w 977320"/>
                <a:gd name="csY1195" fmla="*/ 207630 h 358347"/>
                <a:gd name="csX1196" fmla="*/ 675915 w 977320"/>
                <a:gd name="csY1196" fmla="*/ 191051 h 358347"/>
                <a:gd name="csX1197" fmla="*/ 679430 w 977320"/>
                <a:gd name="csY1197" fmla="*/ 192710 h 358347"/>
                <a:gd name="csX1198" fmla="*/ 680221 w 977320"/>
                <a:gd name="csY1198" fmla="*/ 193790 h 358347"/>
                <a:gd name="csX1199" fmla="*/ 680853 w 977320"/>
                <a:gd name="csY1199" fmla="*/ 195076 h 358347"/>
                <a:gd name="csX1200" fmla="*/ 681545 w 977320"/>
                <a:gd name="csY1200" fmla="*/ 195783 h 358347"/>
                <a:gd name="csX1201" fmla="*/ 682367 w 977320"/>
                <a:gd name="csY1201" fmla="*/ 196362 h 358347"/>
                <a:gd name="csX1202" fmla="*/ 683736 w 977320"/>
                <a:gd name="csY1202" fmla="*/ 197480 h 358347"/>
                <a:gd name="csX1203" fmla="*/ 684094 w 977320"/>
                <a:gd name="csY1203" fmla="*/ 199184 h 358347"/>
                <a:gd name="csX1204" fmla="*/ 683782 w 977320"/>
                <a:gd name="csY1204" fmla="*/ 202623 h 358347"/>
                <a:gd name="csX1205" fmla="*/ 682192 w 977320"/>
                <a:gd name="csY1205" fmla="*/ 202928 h 358347"/>
                <a:gd name="csX1206" fmla="*/ 680700 w 977320"/>
                <a:gd name="csY1206" fmla="*/ 203430 h 358347"/>
                <a:gd name="csX1207" fmla="*/ 677627 w 977320"/>
                <a:gd name="csY1207" fmla="*/ 205423 h 358347"/>
                <a:gd name="csX1208" fmla="*/ 676113 w 977320"/>
                <a:gd name="csY1208" fmla="*/ 205811 h 358347"/>
                <a:gd name="csX1209" fmla="*/ 674492 w 977320"/>
                <a:gd name="csY1209" fmla="*/ 205948 h 358347"/>
                <a:gd name="csX1210" fmla="*/ 673343 w 977320"/>
                <a:gd name="csY1210" fmla="*/ 206473 h 358347"/>
                <a:gd name="csX1211" fmla="*/ 672194 w 977320"/>
                <a:gd name="csY1211" fmla="*/ 206679 h 358347"/>
                <a:gd name="csX1212" fmla="*/ 669204 w 977320"/>
                <a:gd name="csY1212" fmla="*/ 205576 h 358347"/>
                <a:gd name="csX1213" fmla="*/ 666313 w 977320"/>
                <a:gd name="csY1213" fmla="*/ 204282 h 358347"/>
                <a:gd name="csX1214" fmla="*/ 662113 w 977320"/>
                <a:gd name="csY1214" fmla="*/ 202038 h 358347"/>
                <a:gd name="csX1215" fmla="*/ 661337 w 977320"/>
                <a:gd name="csY1215" fmla="*/ 201490 h 358347"/>
                <a:gd name="csX1216" fmla="*/ 660660 w 977320"/>
                <a:gd name="csY1216" fmla="*/ 200288 h 358347"/>
                <a:gd name="csX1217" fmla="*/ 658735 w 977320"/>
                <a:gd name="csY1217" fmla="*/ 198127 h 358347"/>
                <a:gd name="csX1218" fmla="*/ 658255 w 977320"/>
                <a:gd name="csY1218" fmla="*/ 196742 h 358347"/>
                <a:gd name="csX1219" fmla="*/ 658095 w 977320"/>
                <a:gd name="csY1219" fmla="*/ 192801 h 358347"/>
                <a:gd name="csX1220" fmla="*/ 658598 w 977320"/>
                <a:gd name="csY1220" fmla="*/ 191895 h 358347"/>
                <a:gd name="csX1221" fmla="*/ 659404 w 977320"/>
                <a:gd name="csY1221" fmla="*/ 191416 h 358347"/>
                <a:gd name="csX1222" fmla="*/ 662212 w 977320"/>
                <a:gd name="csY1222" fmla="*/ 192329 h 358347"/>
                <a:gd name="csX1223" fmla="*/ 664060 w 977320"/>
                <a:gd name="csY1223" fmla="*/ 191378 h 358347"/>
                <a:gd name="csX1224" fmla="*/ 669371 w 977320"/>
                <a:gd name="csY1224" fmla="*/ 190572 h 358347"/>
                <a:gd name="csX1225" fmla="*/ 674781 w 977320"/>
                <a:gd name="csY1225" fmla="*/ 190655 h 358347"/>
                <a:gd name="csX1226" fmla="*/ 675915 w 977320"/>
                <a:gd name="csY1226" fmla="*/ 191051 h 358347"/>
                <a:gd name="csX1227" fmla="*/ 699980 w 977320"/>
                <a:gd name="csY1227" fmla="*/ 187832 h 358347"/>
                <a:gd name="csX1228" fmla="*/ 698908 w 977320"/>
                <a:gd name="csY1228" fmla="*/ 189605 h 358347"/>
                <a:gd name="csX1229" fmla="*/ 697028 w 977320"/>
                <a:gd name="csY1229" fmla="*/ 189529 h 358347"/>
                <a:gd name="csX1230" fmla="*/ 696701 w 977320"/>
                <a:gd name="csY1230" fmla="*/ 189278 h 358347"/>
                <a:gd name="csX1231" fmla="*/ 698923 w 977320"/>
                <a:gd name="csY1231" fmla="*/ 188167 h 358347"/>
                <a:gd name="csX1232" fmla="*/ 699980 w 977320"/>
                <a:gd name="csY1232" fmla="*/ 187832 h 358347"/>
                <a:gd name="csX1233" fmla="*/ 249393 w 977320"/>
                <a:gd name="csY1233" fmla="*/ 189293 h 358347"/>
                <a:gd name="csX1234" fmla="*/ 249036 w 977320"/>
                <a:gd name="csY1234" fmla="*/ 189719 h 358347"/>
                <a:gd name="csX1235" fmla="*/ 247857 w 977320"/>
                <a:gd name="csY1235" fmla="*/ 189491 h 358347"/>
                <a:gd name="csX1236" fmla="*/ 246997 w 977320"/>
                <a:gd name="csY1236" fmla="*/ 188898 h 358347"/>
                <a:gd name="csX1237" fmla="*/ 246464 w 977320"/>
                <a:gd name="csY1237" fmla="*/ 188335 h 358347"/>
                <a:gd name="csX1238" fmla="*/ 246327 w 977320"/>
                <a:gd name="csY1238" fmla="*/ 187749 h 358347"/>
                <a:gd name="csX1239" fmla="*/ 247476 w 977320"/>
                <a:gd name="csY1239" fmla="*/ 187026 h 358347"/>
                <a:gd name="csX1240" fmla="*/ 249903 w 977320"/>
                <a:gd name="csY1240" fmla="*/ 187772 h 358347"/>
                <a:gd name="csX1241" fmla="*/ 249393 w 977320"/>
                <a:gd name="csY1241" fmla="*/ 189293 h 358347"/>
                <a:gd name="csX1242" fmla="*/ 261925 w 977320"/>
                <a:gd name="csY1242" fmla="*/ 187049 h 358347"/>
                <a:gd name="csX1243" fmla="*/ 261065 w 977320"/>
                <a:gd name="csY1243" fmla="*/ 187596 h 358347"/>
                <a:gd name="csX1244" fmla="*/ 260563 w 977320"/>
                <a:gd name="csY1244" fmla="*/ 187071 h 358347"/>
                <a:gd name="csX1245" fmla="*/ 260410 w 977320"/>
                <a:gd name="csY1245" fmla="*/ 186486 h 358347"/>
                <a:gd name="csX1246" fmla="*/ 260776 w 977320"/>
                <a:gd name="csY1246" fmla="*/ 185748 h 358347"/>
                <a:gd name="csX1247" fmla="*/ 261948 w 977320"/>
                <a:gd name="csY1247" fmla="*/ 185679 h 358347"/>
                <a:gd name="csX1248" fmla="*/ 262488 w 977320"/>
                <a:gd name="csY1248" fmla="*/ 185900 h 358347"/>
                <a:gd name="csX1249" fmla="*/ 261925 w 977320"/>
                <a:gd name="csY1249" fmla="*/ 187049 h 358347"/>
                <a:gd name="csX1250" fmla="*/ 737704 w 977320"/>
                <a:gd name="csY1250" fmla="*/ 186334 h 358347"/>
                <a:gd name="csX1251" fmla="*/ 742611 w 977320"/>
                <a:gd name="csY1251" fmla="*/ 188685 h 358347"/>
                <a:gd name="csX1252" fmla="*/ 745153 w 977320"/>
                <a:gd name="csY1252" fmla="*/ 189027 h 358347"/>
                <a:gd name="csX1253" fmla="*/ 749429 w 977320"/>
                <a:gd name="csY1253" fmla="*/ 188723 h 358347"/>
                <a:gd name="csX1254" fmla="*/ 751042 w 977320"/>
                <a:gd name="csY1254" fmla="*/ 188951 h 358347"/>
                <a:gd name="csX1255" fmla="*/ 755120 w 977320"/>
                <a:gd name="csY1255" fmla="*/ 191956 h 358347"/>
                <a:gd name="csX1256" fmla="*/ 756307 w 977320"/>
                <a:gd name="csY1256" fmla="*/ 194018 h 358347"/>
                <a:gd name="csX1257" fmla="*/ 756649 w 977320"/>
                <a:gd name="csY1257" fmla="*/ 195798 h 358347"/>
                <a:gd name="csX1258" fmla="*/ 757281 w 977320"/>
                <a:gd name="csY1258" fmla="*/ 197488 h 358347"/>
                <a:gd name="csX1259" fmla="*/ 758285 w 977320"/>
                <a:gd name="csY1259" fmla="*/ 197914 h 358347"/>
                <a:gd name="csX1260" fmla="*/ 759464 w 977320"/>
                <a:gd name="csY1260" fmla="*/ 198074 h 358347"/>
                <a:gd name="csX1261" fmla="*/ 761001 w 977320"/>
                <a:gd name="csY1261" fmla="*/ 200508 h 358347"/>
                <a:gd name="csX1262" fmla="*/ 761305 w 977320"/>
                <a:gd name="csY1262" fmla="*/ 201300 h 358347"/>
                <a:gd name="csX1263" fmla="*/ 760142 w 977320"/>
                <a:gd name="csY1263" fmla="*/ 207409 h 358347"/>
                <a:gd name="csX1264" fmla="*/ 755340 w 977320"/>
                <a:gd name="csY1264" fmla="*/ 205096 h 358347"/>
                <a:gd name="csX1265" fmla="*/ 750707 w 977320"/>
                <a:gd name="csY1265" fmla="*/ 202471 h 358347"/>
                <a:gd name="csX1266" fmla="*/ 748706 w 977320"/>
                <a:gd name="csY1266" fmla="*/ 201497 h 358347"/>
                <a:gd name="csX1267" fmla="*/ 743365 w 977320"/>
                <a:gd name="csY1267" fmla="*/ 199276 h 358347"/>
                <a:gd name="csX1268" fmla="*/ 742551 w 977320"/>
                <a:gd name="csY1268" fmla="*/ 198515 h 358347"/>
                <a:gd name="csX1269" fmla="*/ 741949 w 977320"/>
                <a:gd name="csY1269" fmla="*/ 197510 h 358347"/>
                <a:gd name="csX1270" fmla="*/ 739621 w 977320"/>
                <a:gd name="csY1270" fmla="*/ 196141 h 358347"/>
                <a:gd name="csX1271" fmla="*/ 734980 w 977320"/>
                <a:gd name="csY1271" fmla="*/ 195928 h 358347"/>
                <a:gd name="csX1272" fmla="*/ 733238 w 977320"/>
                <a:gd name="csY1272" fmla="*/ 195966 h 358347"/>
                <a:gd name="csX1273" fmla="*/ 732530 w 977320"/>
                <a:gd name="csY1273" fmla="*/ 196171 h 358347"/>
                <a:gd name="csX1274" fmla="*/ 732712 w 977320"/>
                <a:gd name="csY1274" fmla="*/ 196909 h 358347"/>
                <a:gd name="csX1275" fmla="*/ 732735 w 977320"/>
                <a:gd name="csY1275" fmla="*/ 198408 h 358347"/>
                <a:gd name="csX1276" fmla="*/ 731586 w 977320"/>
                <a:gd name="csY1276" fmla="*/ 198819 h 358347"/>
                <a:gd name="csX1277" fmla="*/ 728703 w 977320"/>
                <a:gd name="csY1277" fmla="*/ 197876 h 358347"/>
                <a:gd name="csX1278" fmla="*/ 726131 w 977320"/>
                <a:gd name="csY1278" fmla="*/ 197533 h 358347"/>
                <a:gd name="csX1279" fmla="*/ 723894 w 977320"/>
                <a:gd name="csY1279" fmla="*/ 196605 h 358347"/>
                <a:gd name="csX1280" fmla="*/ 720904 w 977320"/>
                <a:gd name="csY1280" fmla="*/ 196118 h 358347"/>
                <a:gd name="csX1281" fmla="*/ 720569 w 977320"/>
                <a:gd name="csY1281" fmla="*/ 195654 h 358347"/>
                <a:gd name="csX1282" fmla="*/ 720828 w 977320"/>
                <a:gd name="csY1282" fmla="*/ 194962 h 358347"/>
                <a:gd name="csX1283" fmla="*/ 720691 w 977320"/>
                <a:gd name="csY1283" fmla="*/ 194315 h 358347"/>
                <a:gd name="csX1284" fmla="*/ 719999 w 977320"/>
                <a:gd name="csY1284" fmla="*/ 194064 h 358347"/>
                <a:gd name="csX1285" fmla="*/ 718652 w 977320"/>
                <a:gd name="csY1285" fmla="*/ 194186 h 358347"/>
                <a:gd name="csX1286" fmla="*/ 717351 w 977320"/>
                <a:gd name="csY1286" fmla="*/ 194840 h 358347"/>
                <a:gd name="csX1287" fmla="*/ 716270 w 977320"/>
                <a:gd name="csY1287" fmla="*/ 195578 h 358347"/>
                <a:gd name="csX1288" fmla="*/ 714688 w 977320"/>
                <a:gd name="csY1288" fmla="*/ 197617 h 358347"/>
                <a:gd name="csX1289" fmla="*/ 713881 w 977320"/>
                <a:gd name="csY1289" fmla="*/ 198401 h 358347"/>
                <a:gd name="csX1290" fmla="*/ 711264 w 977320"/>
                <a:gd name="csY1290" fmla="*/ 198736 h 358347"/>
                <a:gd name="csX1291" fmla="*/ 710176 w 977320"/>
                <a:gd name="csY1291" fmla="*/ 198538 h 358347"/>
                <a:gd name="csX1292" fmla="*/ 709180 w 977320"/>
                <a:gd name="csY1292" fmla="*/ 198035 h 358347"/>
                <a:gd name="csX1293" fmla="*/ 706204 w 977320"/>
                <a:gd name="csY1293" fmla="*/ 194307 h 358347"/>
                <a:gd name="csX1294" fmla="*/ 705200 w 977320"/>
                <a:gd name="csY1294" fmla="*/ 193501 h 358347"/>
                <a:gd name="csX1295" fmla="*/ 704081 w 977320"/>
                <a:gd name="csY1295" fmla="*/ 192846 h 358347"/>
                <a:gd name="csX1296" fmla="*/ 703047 w 977320"/>
                <a:gd name="csY1296" fmla="*/ 192542 h 358347"/>
                <a:gd name="csX1297" fmla="*/ 701974 w 977320"/>
                <a:gd name="csY1297" fmla="*/ 193113 h 358347"/>
                <a:gd name="csX1298" fmla="*/ 701419 w 977320"/>
                <a:gd name="csY1298" fmla="*/ 194269 h 358347"/>
                <a:gd name="csX1299" fmla="*/ 701167 w 977320"/>
                <a:gd name="csY1299" fmla="*/ 195646 h 358347"/>
                <a:gd name="csX1300" fmla="*/ 700871 w 977320"/>
                <a:gd name="csY1300" fmla="*/ 196438 h 358347"/>
                <a:gd name="csX1301" fmla="*/ 699585 w 977320"/>
                <a:gd name="csY1301" fmla="*/ 198644 h 358347"/>
                <a:gd name="csX1302" fmla="*/ 698520 w 977320"/>
                <a:gd name="csY1302" fmla="*/ 199953 h 358347"/>
                <a:gd name="csX1303" fmla="*/ 698139 w 977320"/>
                <a:gd name="csY1303" fmla="*/ 199747 h 358347"/>
                <a:gd name="csX1304" fmla="*/ 698680 w 977320"/>
                <a:gd name="csY1304" fmla="*/ 197647 h 358347"/>
                <a:gd name="csX1305" fmla="*/ 698680 w 977320"/>
                <a:gd name="csY1305" fmla="*/ 196460 h 358347"/>
                <a:gd name="csX1306" fmla="*/ 698025 w 977320"/>
                <a:gd name="csY1306" fmla="*/ 195205 h 358347"/>
                <a:gd name="csX1307" fmla="*/ 697607 w 977320"/>
                <a:gd name="csY1307" fmla="*/ 193927 h 358347"/>
                <a:gd name="csX1308" fmla="*/ 702636 w 977320"/>
                <a:gd name="csY1308" fmla="*/ 187817 h 358347"/>
                <a:gd name="csX1309" fmla="*/ 704454 w 977320"/>
                <a:gd name="csY1309" fmla="*/ 186364 h 358347"/>
                <a:gd name="csX1310" fmla="*/ 712382 w 977320"/>
                <a:gd name="csY1310" fmla="*/ 185862 h 358347"/>
                <a:gd name="csX1311" fmla="*/ 717092 w 977320"/>
                <a:gd name="csY1311" fmla="*/ 186174 h 358347"/>
                <a:gd name="csX1312" fmla="*/ 719664 w 977320"/>
                <a:gd name="csY1312" fmla="*/ 186021 h 358347"/>
                <a:gd name="csX1313" fmla="*/ 721384 w 977320"/>
                <a:gd name="csY1313" fmla="*/ 185573 h 358347"/>
                <a:gd name="csX1314" fmla="*/ 722806 w 977320"/>
                <a:gd name="csY1314" fmla="*/ 185786 h 358347"/>
                <a:gd name="csX1315" fmla="*/ 723164 w 977320"/>
                <a:gd name="csY1315" fmla="*/ 186988 h 358347"/>
                <a:gd name="csX1316" fmla="*/ 724054 w 977320"/>
                <a:gd name="csY1316" fmla="*/ 187878 h 358347"/>
                <a:gd name="csX1317" fmla="*/ 725294 w 977320"/>
                <a:gd name="csY1317" fmla="*/ 187802 h 358347"/>
                <a:gd name="csX1318" fmla="*/ 727547 w 977320"/>
                <a:gd name="csY1318" fmla="*/ 186859 h 358347"/>
                <a:gd name="csX1319" fmla="*/ 729502 w 977320"/>
                <a:gd name="csY1319" fmla="*/ 185405 h 358347"/>
                <a:gd name="csX1320" fmla="*/ 730697 w 977320"/>
                <a:gd name="csY1320" fmla="*/ 184774 h 358347"/>
                <a:gd name="csX1321" fmla="*/ 731914 w 977320"/>
                <a:gd name="csY1321" fmla="*/ 184667 h 358347"/>
                <a:gd name="csX1322" fmla="*/ 733169 w 977320"/>
                <a:gd name="csY1322" fmla="*/ 184766 h 358347"/>
                <a:gd name="csX1323" fmla="*/ 734394 w 977320"/>
                <a:gd name="csY1323" fmla="*/ 185101 h 358347"/>
                <a:gd name="csX1324" fmla="*/ 737704 w 977320"/>
                <a:gd name="csY1324" fmla="*/ 186334 h 358347"/>
                <a:gd name="csX1325" fmla="*/ 111420 w 977320"/>
                <a:gd name="csY1325" fmla="*/ 193067 h 358347"/>
                <a:gd name="csX1326" fmla="*/ 112272 w 977320"/>
                <a:gd name="csY1326" fmla="*/ 196164 h 358347"/>
                <a:gd name="csX1327" fmla="*/ 109731 w 977320"/>
                <a:gd name="csY1327" fmla="*/ 194056 h 358347"/>
                <a:gd name="csX1328" fmla="*/ 109784 w 977320"/>
                <a:gd name="csY1328" fmla="*/ 192565 h 358347"/>
                <a:gd name="csX1329" fmla="*/ 109434 w 977320"/>
                <a:gd name="csY1329" fmla="*/ 191591 h 358347"/>
                <a:gd name="csX1330" fmla="*/ 107897 w 977320"/>
                <a:gd name="csY1330" fmla="*/ 190396 h 358347"/>
                <a:gd name="csX1331" fmla="*/ 106710 w 977320"/>
                <a:gd name="csY1331" fmla="*/ 188898 h 358347"/>
                <a:gd name="csX1332" fmla="*/ 106177 w 977320"/>
                <a:gd name="csY1332" fmla="*/ 185360 h 358347"/>
                <a:gd name="csX1333" fmla="*/ 106588 w 977320"/>
                <a:gd name="csY1333" fmla="*/ 184622 h 358347"/>
                <a:gd name="csX1334" fmla="*/ 107593 w 977320"/>
                <a:gd name="csY1334" fmla="*/ 184576 h 358347"/>
                <a:gd name="csX1335" fmla="*/ 112059 w 977320"/>
                <a:gd name="csY1335" fmla="*/ 189217 h 358347"/>
                <a:gd name="csX1336" fmla="*/ 112363 w 977320"/>
                <a:gd name="csY1336" fmla="*/ 190001 h 358347"/>
                <a:gd name="csX1337" fmla="*/ 112264 w 977320"/>
                <a:gd name="csY1337" fmla="*/ 191660 h 358347"/>
                <a:gd name="csX1338" fmla="*/ 111618 w 977320"/>
                <a:gd name="csY1338" fmla="*/ 192177 h 358347"/>
                <a:gd name="csX1339" fmla="*/ 111420 w 977320"/>
                <a:gd name="csY1339" fmla="*/ 193067 h 358347"/>
                <a:gd name="csX1340" fmla="*/ 277599 w 977320"/>
                <a:gd name="csY1340" fmla="*/ 189134 h 358347"/>
                <a:gd name="csX1341" fmla="*/ 277264 w 977320"/>
                <a:gd name="csY1341" fmla="*/ 191370 h 358347"/>
                <a:gd name="csX1342" fmla="*/ 276746 w 977320"/>
                <a:gd name="csY1342" fmla="*/ 192215 h 358347"/>
                <a:gd name="csX1343" fmla="*/ 274966 w 977320"/>
                <a:gd name="csY1343" fmla="*/ 193326 h 358347"/>
                <a:gd name="csX1344" fmla="*/ 274357 w 977320"/>
                <a:gd name="csY1344" fmla="*/ 194003 h 358347"/>
                <a:gd name="csX1345" fmla="*/ 272691 w 977320"/>
                <a:gd name="csY1345" fmla="*/ 193896 h 358347"/>
                <a:gd name="csX1346" fmla="*/ 272478 w 977320"/>
                <a:gd name="csY1346" fmla="*/ 192725 h 358347"/>
                <a:gd name="csX1347" fmla="*/ 271922 w 977320"/>
                <a:gd name="csY1347" fmla="*/ 191933 h 358347"/>
                <a:gd name="csX1348" fmla="*/ 270157 w 977320"/>
                <a:gd name="csY1348" fmla="*/ 191020 h 358347"/>
                <a:gd name="csX1349" fmla="*/ 269693 w 977320"/>
                <a:gd name="csY1349" fmla="*/ 191241 h 358347"/>
                <a:gd name="csX1350" fmla="*/ 269374 w 977320"/>
                <a:gd name="csY1350" fmla="*/ 192603 h 358347"/>
                <a:gd name="csX1351" fmla="*/ 265912 w 977320"/>
                <a:gd name="csY1351" fmla="*/ 193554 h 358347"/>
                <a:gd name="csX1352" fmla="*/ 264945 w 977320"/>
                <a:gd name="csY1352" fmla="*/ 193638 h 358347"/>
                <a:gd name="csX1353" fmla="*/ 265425 w 977320"/>
                <a:gd name="csY1353" fmla="*/ 191842 h 358347"/>
                <a:gd name="csX1354" fmla="*/ 264527 w 977320"/>
                <a:gd name="csY1354" fmla="*/ 190427 h 358347"/>
                <a:gd name="csX1355" fmla="*/ 264459 w 977320"/>
                <a:gd name="csY1355" fmla="*/ 188692 h 358347"/>
                <a:gd name="csX1356" fmla="*/ 264291 w 977320"/>
                <a:gd name="csY1356" fmla="*/ 187931 h 358347"/>
                <a:gd name="csX1357" fmla="*/ 263857 w 977320"/>
                <a:gd name="csY1357" fmla="*/ 187490 h 358347"/>
                <a:gd name="csX1358" fmla="*/ 264740 w 977320"/>
                <a:gd name="csY1358" fmla="*/ 186280 h 358347"/>
                <a:gd name="csX1359" fmla="*/ 264588 w 977320"/>
                <a:gd name="csY1359" fmla="*/ 184934 h 358347"/>
                <a:gd name="csX1360" fmla="*/ 265524 w 977320"/>
                <a:gd name="csY1360" fmla="*/ 183488 h 358347"/>
                <a:gd name="csX1361" fmla="*/ 266041 w 977320"/>
                <a:gd name="csY1361" fmla="*/ 179980 h 358347"/>
                <a:gd name="csX1362" fmla="*/ 269701 w 977320"/>
                <a:gd name="csY1362" fmla="*/ 179212 h 358347"/>
                <a:gd name="csX1363" fmla="*/ 270492 w 977320"/>
                <a:gd name="csY1363" fmla="*/ 179843 h 358347"/>
                <a:gd name="csX1364" fmla="*/ 274761 w 977320"/>
                <a:gd name="csY1364" fmla="*/ 180635 h 358347"/>
                <a:gd name="csX1365" fmla="*/ 277774 w 977320"/>
                <a:gd name="csY1365" fmla="*/ 182758 h 358347"/>
                <a:gd name="csX1366" fmla="*/ 279379 w 977320"/>
                <a:gd name="csY1366" fmla="*/ 185580 h 358347"/>
                <a:gd name="csX1367" fmla="*/ 277599 w 977320"/>
                <a:gd name="csY1367" fmla="*/ 189134 h 358347"/>
                <a:gd name="csX1368" fmla="*/ 106702 w 977320"/>
                <a:gd name="csY1368" fmla="*/ 183678 h 358347"/>
                <a:gd name="csX1369" fmla="*/ 105181 w 977320"/>
                <a:gd name="csY1369" fmla="*/ 185390 h 358347"/>
                <a:gd name="csX1370" fmla="*/ 102670 w 977320"/>
                <a:gd name="csY1370" fmla="*/ 185352 h 358347"/>
                <a:gd name="csX1371" fmla="*/ 102175 w 977320"/>
                <a:gd name="csY1371" fmla="*/ 184294 h 358347"/>
                <a:gd name="csX1372" fmla="*/ 102289 w 977320"/>
                <a:gd name="csY1372" fmla="*/ 181738 h 358347"/>
                <a:gd name="csX1373" fmla="*/ 101673 w 977320"/>
                <a:gd name="csY1373" fmla="*/ 180901 h 358347"/>
                <a:gd name="csX1374" fmla="*/ 101696 w 977320"/>
                <a:gd name="csY1374" fmla="*/ 180566 h 358347"/>
                <a:gd name="csX1375" fmla="*/ 102099 w 977320"/>
                <a:gd name="csY1375" fmla="*/ 179113 h 358347"/>
                <a:gd name="csX1376" fmla="*/ 102609 w 977320"/>
                <a:gd name="csY1376" fmla="*/ 178793 h 358347"/>
                <a:gd name="csX1377" fmla="*/ 106664 w 977320"/>
                <a:gd name="csY1377" fmla="*/ 182392 h 358347"/>
                <a:gd name="csX1378" fmla="*/ 106702 w 977320"/>
                <a:gd name="csY1378" fmla="*/ 183678 h 358347"/>
                <a:gd name="csX1379" fmla="*/ 836349 w 977320"/>
                <a:gd name="csY1379" fmla="*/ 170576 h 358347"/>
                <a:gd name="csX1380" fmla="*/ 835725 w 977320"/>
                <a:gd name="csY1380" fmla="*/ 170896 h 358347"/>
                <a:gd name="csX1381" fmla="*/ 835512 w 977320"/>
                <a:gd name="csY1381" fmla="*/ 169975 h 358347"/>
                <a:gd name="csX1382" fmla="*/ 835847 w 977320"/>
                <a:gd name="csY1382" fmla="*/ 168735 h 358347"/>
                <a:gd name="csX1383" fmla="*/ 836250 w 977320"/>
                <a:gd name="csY1383" fmla="*/ 168537 h 358347"/>
                <a:gd name="csX1384" fmla="*/ 836714 w 977320"/>
                <a:gd name="csY1384" fmla="*/ 168598 h 358347"/>
                <a:gd name="csX1385" fmla="*/ 837315 w 977320"/>
                <a:gd name="csY1385" fmla="*/ 169047 h 358347"/>
                <a:gd name="csX1386" fmla="*/ 836349 w 977320"/>
                <a:gd name="csY1386" fmla="*/ 170576 h 358347"/>
                <a:gd name="csX1387" fmla="*/ 98995 w 977320"/>
                <a:gd name="csY1387" fmla="*/ 175233 h 358347"/>
                <a:gd name="csX1388" fmla="*/ 99101 w 977320"/>
                <a:gd name="csY1388" fmla="*/ 175796 h 358347"/>
                <a:gd name="csX1389" fmla="*/ 95624 w 977320"/>
                <a:gd name="csY1389" fmla="*/ 173932 h 358347"/>
                <a:gd name="csX1390" fmla="*/ 93950 w 977320"/>
                <a:gd name="csY1390" fmla="*/ 173414 h 358347"/>
                <a:gd name="csX1391" fmla="*/ 92467 w 977320"/>
                <a:gd name="csY1391" fmla="*/ 171375 h 358347"/>
                <a:gd name="csX1392" fmla="*/ 92931 w 977320"/>
                <a:gd name="csY1392" fmla="*/ 170401 h 358347"/>
                <a:gd name="csX1393" fmla="*/ 92992 w 977320"/>
                <a:gd name="csY1393" fmla="*/ 169032 h 358347"/>
                <a:gd name="csX1394" fmla="*/ 93212 w 977320"/>
                <a:gd name="csY1394" fmla="*/ 168491 h 358347"/>
                <a:gd name="csX1395" fmla="*/ 94278 w 977320"/>
                <a:gd name="csY1395" fmla="*/ 168294 h 358347"/>
                <a:gd name="csX1396" fmla="*/ 95663 w 977320"/>
                <a:gd name="csY1396" fmla="*/ 169290 h 358347"/>
                <a:gd name="csX1397" fmla="*/ 96697 w 977320"/>
                <a:gd name="csY1397" fmla="*/ 171718 h 358347"/>
                <a:gd name="csX1398" fmla="*/ 98424 w 977320"/>
                <a:gd name="csY1398" fmla="*/ 173977 h 358347"/>
                <a:gd name="csX1399" fmla="*/ 98995 w 977320"/>
                <a:gd name="csY1399" fmla="*/ 175233 h 358347"/>
                <a:gd name="csX1400" fmla="*/ 658712 w 977320"/>
                <a:gd name="csY1400" fmla="*/ 177530 h 358347"/>
                <a:gd name="csX1401" fmla="*/ 658346 w 977320"/>
                <a:gd name="csY1401" fmla="*/ 177919 h 358347"/>
                <a:gd name="csX1402" fmla="*/ 657061 w 977320"/>
                <a:gd name="csY1402" fmla="*/ 176770 h 358347"/>
                <a:gd name="csX1403" fmla="*/ 656201 w 977320"/>
                <a:gd name="csY1403" fmla="*/ 173528 h 358347"/>
                <a:gd name="csX1404" fmla="*/ 655463 w 977320"/>
                <a:gd name="csY1404" fmla="*/ 172669 h 358347"/>
                <a:gd name="csX1405" fmla="*/ 654603 w 977320"/>
                <a:gd name="csY1405" fmla="*/ 169587 h 358347"/>
                <a:gd name="csX1406" fmla="*/ 654824 w 977320"/>
                <a:gd name="csY1406" fmla="*/ 168712 h 358347"/>
                <a:gd name="csX1407" fmla="*/ 655889 w 977320"/>
                <a:gd name="csY1407" fmla="*/ 167419 h 358347"/>
                <a:gd name="csX1408" fmla="*/ 656741 w 977320"/>
                <a:gd name="csY1408" fmla="*/ 167434 h 358347"/>
                <a:gd name="csX1409" fmla="*/ 657373 w 977320"/>
                <a:gd name="csY1409" fmla="*/ 168202 h 358347"/>
                <a:gd name="csX1410" fmla="*/ 657022 w 977320"/>
                <a:gd name="csY1410" fmla="*/ 171520 h 358347"/>
                <a:gd name="csX1411" fmla="*/ 658933 w 977320"/>
                <a:gd name="csY1411" fmla="*/ 175720 h 358347"/>
                <a:gd name="csX1412" fmla="*/ 658712 w 977320"/>
                <a:gd name="csY1412" fmla="*/ 177530 h 358347"/>
                <a:gd name="csX1413" fmla="*/ 611584 w 977320"/>
                <a:gd name="csY1413" fmla="*/ 167008 h 358347"/>
                <a:gd name="csX1414" fmla="*/ 611965 w 977320"/>
                <a:gd name="csY1414" fmla="*/ 167860 h 358347"/>
                <a:gd name="csX1415" fmla="*/ 610626 w 977320"/>
                <a:gd name="csY1415" fmla="*/ 167837 h 358347"/>
                <a:gd name="csX1416" fmla="*/ 610070 w 977320"/>
                <a:gd name="csY1416" fmla="*/ 166232 h 358347"/>
                <a:gd name="csX1417" fmla="*/ 610207 w 977320"/>
                <a:gd name="csY1417" fmla="*/ 165372 h 358347"/>
                <a:gd name="csX1418" fmla="*/ 611584 w 977320"/>
                <a:gd name="csY1418" fmla="*/ 167008 h 358347"/>
                <a:gd name="csX1419" fmla="*/ 658050 w 977320"/>
                <a:gd name="csY1419" fmla="*/ 163485 h 358347"/>
                <a:gd name="csX1420" fmla="*/ 664616 w 977320"/>
                <a:gd name="csY1420" fmla="*/ 164193 h 358347"/>
                <a:gd name="csX1421" fmla="*/ 663688 w 977320"/>
                <a:gd name="csY1421" fmla="*/ 164961 h 358347"/>
                <a:gd name="csX1422" fmla="*/ 656604 w 977320"/>
                <a:gd name="csY1422" fmla="*/ 166186 h 358347"/>
                <a:gd name="csX1423" fmla="*/ 654093 w 977320"/>
                <a:gd name="csY1423" fmla="*/ 165965 h 358347"/>
                <a:gd name="csX1424" fmla="*/ 646409 w 977320"/>
                <a:gd name="csY1424" fmla="*/ 166688 h 358347"/>
                <a:gd name="csX1425" fmla="*/ 645412 w 977320"/>
                <a:gd name="csY1425" fmla="*/ 166642 h 358347"/>
                <a:gd name="csX1426" fmla="*/ 645267 w 977320"/>
                <a:gd name="csY1426" fmla="*/ 165456 h 358347"/>
                <a:gd name="csX1427" fmla="*/ 644446 w 977320"/>
                <a:gd name="csY1427" fmla="*/ 164626 h 358347"/>
                <a:gd name="csX1428" fmla="*/ 645670 w 977320"/>
                <a:gd name="csY1428" fmla="*/ 163904 h 358347"/>
                <a:gd name="csX1429" fmla="*/ 647299 w 977320"/>
                <a:gd name="csY1429" fmla="*/ 163736 h 358347"/>
                <a:gd name="csX1430" fmla="*/ 651560 w 977320"/>
                <a:gd name="csY1430" fmla="*/ 164010 h 358347"/>
                <a:gd name="csX1431" fmla="*/ 658050 w 977320"/>
                <a:gd name="csY1431" fmla="*/ 163485 h 358347"/>
                <a:gd name="csX1432" fmla="*/ 596725 w 977320"/>
                <a:gd name="csY1432" fmla="*/ 164056 h 358347"/>
                <a:gd name="csX1433" fmla="*/ 595157 w 977320"/>
                <a:gd name="csY1433" fmla="*/ 165806 h 358347"/>
                <a:gd name="csX1434" fmla="*/ 594990 w 977320"/>
                <a:gd name="csY1434" fmla="*/ 164870 h 358347"/>
                <a:gd name="csX1435" fmla="*/ 595310 w 977320"/>
                <a:gd name="csY1435" fmla="*/ 164018 h 358347"/>
                <a:gd name="csX1436" fmla="*/ 595751 w 977320"/>
                <a:gd name="csY1436" fmla="*/ 163417 h 358347"/>
                <a:gd name="csX1437" fmla="*/ 596413 w 977320"/>
                <a:gd name="csY1437" fmla="*/ 163120 h 358347"/>
                <a:gd name="csX1438" fmla="*/ 596725 w 977320"/>
                <a:gd name="csY1438" fmla="*/ 164056 h 358347"/>
                <a:gd name="csX1439" fmla="*/ 750486 w 977320"/>
                <a:gd name="csY1439" fmla="*/ 161385 h 358347"/>
                <a:gd name="csX1440" fmla="*/ 750745 w 977320"/>
                <a:gd name="csY1440" fmla="*/ 162648 h 358347"/>
                <a:gd name="csX1441" fmla="*/ 752016 w 977320"/>
                <a:gd name="csY1441" fmla="*/ 163812 h 358347"/>
                <a:gd name="csX1442" fmla="*/ 751574 w 977320"/>
                <a:gd name="csY1442" fmla="*/ 165623 h 358347"/>
                <a:gd name="csX1443" fmla="*/ 751072 w 977320"/>
                <a:gd name="csY1443" fmla="*/ 165897 h 358347"/>
                <a:gd name="csX1444" fmla="*/ 751338 w 977320"/>
                <a:gd name="csY1444" fmla="*/ 166719 h 358347"/>
                <a:gd name="csX1445" fmla="*/ 751886 w 977320"/>
                <a:gd name="csY1445" fmla="*/ 167350 h 358347"/>
                <a:gd name="csX1446" fmla="*/ 750897 w 977320"/>
                <a:gd name="csY1446" fmla="*/ 167784 h 358347"/>
                <a:gd name="csX1447" fmla="*/ 750174 w 977320"/>
                <a:gd name="csY1447" fmla="*/ 167571 h 358347"/>
                <a:gd name="csX1448" fmla="*/ 749010 w 977320"/>
                <a:gd name="csY1448" fmla="*/ 168157 h 358347"/>
                <a:gd name="csX1449" fmla="*/ 748234 w 977320"/>
                <a:gd name="csY1449" fmla="*/ 168971 h 358347"/>
                <a:gd name="csX1450" fmla="*/ 745792 w 977320"/>
                <a:gd name="csY1450" fmla="*/ 169313 h 358347"/>
                <a:gd name="csX1451" fmla="*/ 744932 w 977320"/>
                <a:gd name="csY1451" fmla="*/ 168560 h 358347"/>
                <a:gd name="csX1452" fmla="*/ 740519 w 977320"/>
                <a:gd name="csY1452" fmla="*/ 167670 h 358347"/>
                <a:gd name="csX1453" fmla="*/ 737696 w 977320"/>
                <a:gd name="csY1453" fmla="*/ 165722 h 358347"/>
                <a:gd name="csX1454" fmla="*/ 737339 w 977320"/>
                <a:gd name="csY1454" fmla="*/ 165136 h 358347"/>
                <a:gd name="csX1455" fmla="*/ 742809 w 977320"/>
                <a:gd name="csY1455" fmla="*/ 162846 h 358347"/>
                <a:gd name="csX1456" fmla="*/ 745198 w 977320"/>
                <a:gd name="csY1456" fmla="*/ 162237 h 358347"/>
                <a:gd name="csX1457" fmla="*/ 747207 w 977320"/>
                <a:gd name="csY1457" fmla="*/ 162275 h 358347"/>
                <a:gd name="csX1458" fmla="*/ 749733 w 977320"/>
                <a:gd name="csY1458" fmla="*/ 161423 h 358347"/>
                <a:gd name="csX1459" fmla="*/ 750486 w 977320"/>
                <a:gd name="csY1459" fmla="*/ 161385 h 358347"/>
                <a:gd name="csX1460" fmla="*/ 635528 w 977320"/>
                <a:gd name="csY1460" fmla="*/ 161697 h 358347"/>
                <a:gd name="csX1461" fmla="*/ 637529 w 977320"/>
                <a:gd name="csY1461" fmla="*/ 162450 h 358347"/>
                <a:gd name="csX1462" fmla="*/ 638230 w 977320"/>
                <a:gd name="csY1462" fmla="*/ 162450 h 358347"/>
                <a:gd name="csX1463" fmla="*/ 638891 w 977320"/>
                <a:gd name="csY1463" fmla="*/ 161568 h 358347"/>
                <a:gd name="csX1464" fmla="*/ 639302 w 977320"/>
                <a:gd name="csY1464" fmla="*/ 161423 h 358347"/>
                <a:gd name="csX1465" fmla="*/ 640200 w 977320"/>
                <a:gd name="csY1465" fmla="*/ 161857 h 358347"/>
                <a:gd name="csX1466" fmla="*/ 640406 w 977320"/>
                <a:gd name="csY1466" fmla="*/ 163287 h 358347"/>
                <a:gd name="csX1467" fmla="*/ 641699 w 977320"/>
                <a:gd name="csY1467" fmla="*/ 163089 h 358347"/>
                <a:gd name="csX1468" fmla="*/ 642703 w 977320"/>
                <a:gd name="csY1468" fmla="*/ 163576 h 358347"/>
                <a:gd name="csX1469" fmla="*/ 643023 w 977320"/>
                <a:gd name="csY1469" fmla="*/ 163919 h 358347"/>
                <a:gd name="csX1470" fmla="*/ 642886 w 977320"/>
                <a:gd name="csY1470" fmla="*/ 165341 h 358347"/>
                <a:gd name="csX1471" fmla="*/ 639059 w 977320"/>
                <a:gd name="csY1471" fmla="*/ 165593 h 358347"/>
                <a:gd name="csX1472" fmla="*/ 636327 w 977320"/>
                <a:gd name="csY1472" fmla="*/ 166741 h 358347"/>
                <a:gd name="csX1473" fmla="*/ 632652 w 977320"/>
                <a:gd name="csY1473" fmla="*/ 165707 h 358347"/>
                <a:gd name="csX1474" fmla="*/ 628483 w 977320"/>
                <a:gd name="csY1474" fmla="*/ 167480 h 358347"/>
                <a:gd name="csX1475" fmla="*/ 625949 w 977320"/>
                <a:gd name="csY1475" fmla="*/ 168096 h 358347"/>
                <a:gd name="csX1476" fmla="*/ 623750 w 977320"/>
                <a:gd name="csY1476" fmla="*/ 168058 h 358347"/>
                <a:gd name="csX1477" fmla="*/ 621871 w 977320"/>
                <a:gd name="csY1477" fmla="*/ 164954 h 358347"/>
                <a:gd name="csX1478" fmla="*/ 622966 w 977320"/>
                <a:gd name="csY1478" fmla="*/ 161317 h 358347"/>
                <a:gd name="csX1479" fmla="*/ 623758 w 977320"/>
                <a:gd name="csY1479" fmla="*/ 160715 h 358347"/>
                <a:gd name="csX1480" fmla="*/ 625158 w 977320"/>
                <a:gd name="csY1480" fmla="*/ 160396 h 358347"/>
                <a:gd name="csX1481" fmla="*/ 629023 w 977320"/>
                <a:gd name="csY1481" fmla="*/ 160221 h 358347"/>
                <a:gd name="csX1482" fmla="*/ 635528 w 977320"/>
                <a:gd name="csY1482" fmla="*/ 161697 h 358347"/>
                <a:gd name="csX1483" fmla="*/ 859837 w 977320"/>
                <a:gd name="csY1483" fmla="*/ 159285 h 358347"/>
                <a:gd name="csX1484" fmla="*/ 868267 w 977320"/>
                <a:gd name="csY1484" fmla="*/ 160350 h 358347"/>
                <a:gd name="csX1485" fmla="*/ 870550 w 977320"/>
                <a:gd name="csY1485" fmla="*/ 160213 h 358347"/>
                <a:gd name="csX1486" fmla="*/ 875366 w 977320"/>
                <a:gd name="csY1486" fmla="*/ 160624 h 358347"/>
                <a:gd name="csX1487" fmla="*/ 879383 w 977320"/>
                <a:gd name="csY1487" fmla="*/ 162039 h 358347"/>
                <a:gd name="csX1488" fmla="*/ 886406 w 977320"/>
                <a:gd name="csY1488" fmla="*/ 162298 h 358347"/>
                <a:gd name="csX1489" fmla="*/ 888498 w 977320"/>
                <a:gd name="csY1489" fmla="*/ 162724 h 358347"/>
                <a:gd name="csX1490" fmla="*/ 890118 w 977320"/>
                <a:gd name="csY1490" fmla="*/ 163698 h 358347"/>
                <a:gd name="csX1491" fmla="*/ 886185 w 977320"/>
                <a:gd name="csY1491" fmla="*/ 164497 h 358347"/>
                <a:gd name="csX1492" fmla="*/ 884336 w 977320"/>
                <a:gd name="csY1492" fmla="*/ 165250 h 358347"/>
                <a:gd name="csX1493" fmla="*/ 880897 w 977320"/>
                <a:gd name="csY1493" fmla="*/ 165623 h 358347"/>
                <a:gd name="csX1494" fmla="*/ 878021 w 977320"/>
                <a:gd name="csY1494" fmla="*/ 165243 h 358347"/>
                <a:gd name="csX1495" fmla="*/ 875929 w 977320"/>
                <a:gd name="csY1495" fmla="*/ 165691 h 358347"/>
                <a:gd name="csX1496" fmla="*/ 875168 w 977320"/>
                <a:gd name="csY1496" fmla="*/ 164961 h 358347"/>
                <a:gd name="csX1497" fmla="*/ 872109 w 977320"/>
                <a:gd name="csY1497" fmla="*/ 164215 h 358347"/>
                <a:gd name="csX1498" fmla="*/ 868191 w 977320"/>
                <a:gd name="csY1498" fmla="*/ 162686 h 358347"/>
                <a:gd name="csX1499" fmla="*/ 860110 w 977320"/>
                <a:gd name="csY1499" fmla="*/ 160913 h 358347"/>
                <a:gd name="csX1500" fmla="*/ 859730 w 977320"/>
                <a:gd name="csY1500" fmla="*/ 159802 h 358347"/>
                <a:gd name="csX1501" fmla="*/ 859837 w 977320"/>
                <a:gd name="csY1501" fmla="*/ 159285 h 358347"/>
                <a:gd name="csX1502" fmla="*/ 293523 w 977320"/>
                <a:gd name="csY1502" fmla="*/ 159879 h 358347"/>
                <a:gd name="csX1503" fmla="*/ 291073 w 977320"/>
                <a:gd name="csY1503" fmla="*/ 160769 h 358347"/>
                <a:gd name="csX1504" fmla="*/ 290335 w 977320"/>
                <a:gd name="csY1504" fmla="*/ 158775 h 358347"/>
                <a:gd name="csX1505" fmla="*/ 291903 w 977320"/>
                <a:gd name="csY1505" fmla="*/ 158182 h 358347"/>
                <a:gd name="csX1506" fmla="*/ 293607 w 977320"/>
                <a:gd name="csY1506" fmla="*/ 158699 h 358347"/>
                <a:gd name="csX1507" fmla="*/ 293523 w 977320"/>
                <a:gd name="csY1507" fmla="*/ 159879 h 358347"/>
                <a:gd name="csX1508" fmla="*/ 231437 w 977320"/>
                <a:gd name="csY1508" fmla="*/ 160936 h 358347"/>
                <a:gd name="csX1509" fmla="*/ 232175 w 977320"/>
                <a:gd name="csY1509" fmla="*/ 162397 h 358347"/>
                <a:gd name="csX1510" fmla="*/ 233180 w 977320"/>
                <a:gd name="csY1510" fmla="*/ 163713 h 358347"/>
                <a:gd name="csX1511" fmla="*/ 233918 w 977320"/>
                <a:gd name="csY1511" fmla="*/ 165136 h 358347"/>
                <a:gd name="csX1512" fmla="*/ 234929 w 977320"/>
                <a:gd name="csY1512" fmla="*/ 171961 h 358347"/>
                <a:gd name="csX1513" fmla="*/ 238277 w 977320"/>
                <a:gd name="csY1513" fmla="*/ 177827 h 358347"/>
                <a:gd name="csX1514" fmla="*/ 247948 w 977320"/>
                <a:gd name="csY1514" fmla="*/ 180133 h 358347"/>
                <a:gd name="csX1515" fmla="*/ 246365 w 977320"/>
                <a:gd name="csY1515" fmla="*/ 181084 h 358347"/>
                <a:gd name="csX1516" fmla="*/ 245559 w 977320"/>
                <a:gd name="csY1516" fmla="*/ 181936 h 358347"/>
                <a:gd name="csX1517" fmla="*/ 244965 w 977320"/>
                <a:gd name="csY1517" fmla="*/ 182910 h 358347"/>
                <a:gd name="csX1518" fmla="*/ 243542 w 977320"/>
                <a:gd name="csY1518" fmla="*/ 186980 h 358347"/>
                <a:gd name="csX1519" fmla="*/ 243679 w 977320"/>
                <a:gd name="csY1519" fmla="*/ 187848 h 358347"/>
                <a:gd name="csX1520" fmla="*/ 244516 w 977320"/>
                <a:gd name="csY1520" fmla="*/ 189225 h 358347"/>
                <a:gd name="csX1521" fmla="*/ 244714 w 977320"/>
                <a:gd name="csY1521" fmla="*/ 190724 h 358347"/>
                <a:gd name="csX1522" fmla="*/ 243504 w 977320"/>
                <a:gd name="csY1522" fmla="*/ 190716 h 358347"/>
                <a:gd name="csX1523" fmla="*/ 242143 w 977320"/>
                <a:gd name="csY1523" fmla="*/ 190381 h 358347"/>
                <a:gd name="csX1524" fmla="*/ 241055 w 977320"/>
                <a:gd name="csY1524" fmla="*/ 189818 h 358347"/>
                <a:gd name="csX1525" fmla="*/ 240043 w 977320"/>
                <a:gd name="csY1525" fmla="*/ 189080 h 358347"/>
                <a:gd name="csX1526" fmla="*/ 238947 w 977320"/>
                <a:gd name="csY1526" fmla="*/ 188494 h 358347"/>
                <a:gd name="csX1527" fmla="*/ 237760 w 977320"/>
                <a:gd name="csY1527" fmla="*/ 188114 h 358347"/>
                <a:gd name="csX1528" fmla="*/ 235797 w 977320"/>
                <a:gd name="csY1528" fmla="*/ 186950 h 358347"/>
                <a:gd name="csX1529" fmla="*/ 233142 w 977320"/>
                <a:gd name="csY1529" fmla="*/ 186128 h 358347"/>
                <a:gd name="csX1530" fmla="*/ 230433 w 977320"/>
                <a:gd name="csY1530" fmla="*/ 185481 h 358347"/>
                <a:gd name="csX1531" fmla="*/ 229117 w 977320"/>
                <a:gd name="csY1531" fmla="*/ 183754 h 358347"/>
                <a:gd name="csX1532" fmla="*/ 228493 w 977320"/>
                <a:gd name="csY1532" fmla="*/ 181624 h 358347"/>
                <a:gd name="csX1533" fmla="*/ 229162 w 977320"/>
                <a:gd name="csY1533" fmla="*/ 178444 h 358347"/>
                <a:gd name="csX1534" fmla="*/ 228485 w 977320"/>
                <a:gd name="csY1534" fmla="*/ 177561 h 358347"/>
                <a:gd name="csX1535" fmla="*/ 227519 w 977320"/>
                <a:gd name="csY1535" fmla="*/ 176785 h 358347"/>
                <a:gd name="csX1536" fmla="*/ 226332 w 977320"/>
                <a:gd name="csY1536" fmla="*/ 174495 h 358347"/>
                <a:gd name="csX1537" fmla="*/ 225883 w 977320"/>
                <a:gd name="csY1537" fmla="*/ 171816 h 358347"/>
                <a:gd name="csX1538" fmla="*/ 224163 w 977320"/>
                <a:gd name="csY1538" fmla="*/ 170782 h 358347"/>
                <a:gd name="csX1539" fmla="*/ 221896 w 977320"/>
                <a:gd name="csY1539" fmla="*/ 170150 h 358347"/>
                <a:gd name="csX1540" fmla="*/ 220899 w 977320"/>
                <a:gd name="csY1540" fmla="*/ 169640 h 358347"/>
                <a:gd name="csX1541" fmla="*/ 216418 w 977320"/>
                <a:gd name="csY1541" fmla="*/ 170622 h 358347"/>
                <a:gd name="csX1542" fmla="*/ 215338 w 977320"/>
                <a:gd name="csY1542" fmla="*/ 170394 h 358347"/>
                <a:gd name="csX1543" fmla="*/ 214387 w 977320"/>
                <a:gd name="csY1543" fmla="*/ 169648 h 358347"/>
                <a:gd name="csX1544" fmla="*/ 211944 w 977320"/>
                <a:gd name="csY1544" fmla="*/ 168864 h 358347"/>
                <a:gd name="csX1545" fmla="*/ 212043 w 977320"/>
                <a:gd name="csY1545" fmla="*/ 167381 h 358347"/>
                <a:gd name="csX1546" fmla="*/ 213177 w 977320"/>
                <a:gd name="csY1546" fmla="*/ 166194 h 358347"/>
                <a:gd name="csX1547" fmla="*/ 215847 w 977320"/>
                <a:gd name="csY1547" fmla="*/ 164999 h 358347"/>
                <a:gd name="csX1548" fmla="*/ 217103 w 977320"/>
                <a:gd name="csY1548" fmla="*/ 163995 h 358347"/>
                <a:gd name="csX1549" fmla="*/ 217346 w 977320"/>
                <a:gd name="csY1549" fmla="*/ 162671 h 358347"/>
                <a:gd name="csX1550" fmla="*/ 216874 w 977320"/>
                <a:gd name="csY1550" fmla="*/ 161705 h 358347"/>
                <a:gd name="csX1551" fmla="*/ 217057 w 977320"/>
                <a:gd name="csY1551" fmla="*/ 160693 h 358347"/>
                <a:gd name="csX1552" fmla="*/ 217902 w 977320"/>
                <a:gd name="csY1552" fmla="*/ 159711 h 358347"/>
                <a:gd name="csX1553" fmla="*/ 218898 w 977320"/>
                <a:gd name="csY1553" fmla="*/ 158943 h 358347"/>
                <a:gd name="csX1554" fmla="*/ 221592 w 977320"/>
                <a:gd name="csY1554" fmla="*/ 157923 h 358347"/>
                <a:gd name="csX1555" fmla="*/ 222763 w 977320"/>
                <a:gd name="csY1555" fmla="*/ 159696 h 358347"/>
                <a:gd name="csX1556" fmla="*/ 223342 w 977320"/>
                <a:gd name="csY1556" fmla="*/ 161180 h 358347"/>
                <a:gd name="csX1557" fmla="*/ 224057 w 977320"/>
                <a:gd name="csY1557" fmla="*/ 162252 h 358347"/>
                <a:gd name="csX1558" fmla="*/ 225198 w 977320"/>
                <a:gd name="csY1558" fmla="*/ 160715 h 358347"/>
                <a:gd name="csX1559" fmla="*/ 224468 w 977320"/>
                <a:gd name="csY1559" fmla="*/ 158068 h 358347"/>
                <a:gd name="csX1560" fmla="*/ 226515 w 977320"/>
                <a:gd name="csY1560" fmla="*/ 157474 h 358347"/>
                <a:gd name="csX1561" fmla="*/ 228523 w 977320"/>
                <a:gd name="csY1561" fmla="*/ 157452 h 358347"/>
                <a:gd name="csX1562" fmla="*/ 230038 w 977320"/>
                <a:gd name="csY1562" fmla="*/ 158182 h 358347"/>
                <a:gd name="csX1563" fmla="*/ 231026 w 977320"/>
                <a:gd name="csY1563" fmla="*/ 159323 h 358347"/>
                <a:gd name="csX1564" fmla="*/ 231437 w 977320"/>
                <a:gd name="csY1564" fmla="*/ 160936 h 358347"/>
                <a:gd name="csX1565" fmla="*/ 606228 w 977320"/>
                <a:gd name="csY1565" fmla="*/ 161674 h 358347"/>
                <a:gd name="csX1566" fmla="*/ 604760 w 977320"/>
                <a:gd name="csY1566" fmla="*/ 161811 h 358347"/>
                <a:gd name="csX1567" fmla="*/ 603778 w 977320"/>
                <a:gd name="csY1567" fmla="*/ 161187 h 358347"/>
                <a:gd name="csX1568" fmla="*/ 603869 w 977320"/>
                <a:gd name="csY1568" fmla="*/ 158075 h 358347"/>
                <a:gd name="csX1569" fmla="*/ 604760 w 977320"/>
                <a:gd name="csY1569" fmla="*/ 157398 h 358347"/>
                <a:gd name="csX1570" fmla="*/ 605193 w 977320"/>
                <a:gd name="csY1570" fmla="*/ 157512 h 358347"/>
                <a:gd name="csX1571" fmla="*/ 605459 w 977320"/>
                <a:gd name="csY1571" fmla="*/ 158440 h 358347"/>
                <a:gd name="csX1572" fmla="*/ 605908 w 977320"/>
                <a:gd name="csY1572" fmla="*/ 159270 h 358347"/>
                <a:gd name="csX1573" fmla="*/ 606638 w 977320"/>
                <a:gd name="csY1573" fmla="*/ 160046 h 358347"/>
                <a:gd name="csX1574" fmla="*/ 606228 w 977320"/>
                <a:gd name="csY1574" fmla="*/ 161674 h 358347"/>
                <a:gd name="csX1575" fmla="*/ 703503 w 977320"/>
                <a:gd name="csY1575" fmla="*/ 160746 h 358347"/>
                <a:gd name="csX1576" fmla="*/ 702195 w 977320"/>
                <a:gd name="csY1576" fmla="*/ 161606 h 358347"/>
                <a:gd name="csX1577" fmla="*/ 701540 w 977320"/>
                <a:gd name="csY1577" fmla="*/ 161842 h 358347"/>
                <a:gd name="csX1578" fmla="*/ 698390 w 977320"/>
                <a:gd name="csY1578" fmla="*/ 161263 h 358347"/>
                <a:gd name="csX1579" fmla="*/ 694708 w 977320"/>
                <a:gd name="csY1579" fmla="*/ 161385 h 358347"/>
                <a:gd name="csX1580" fmla="*/ 690873 w 977320"/>
                <a:gd name="csY1580" fmla="*/ 162184 h 358347"/>
                <a:gd name="csX1581" fmla="*/ 688659 w 977320"/>
                <a:gd name="csY1581" fmla="*/ 161507 h 358347"/>
                <a:gd name="csX1582" fmla="*/ 687251 w 977320"/>
                <a:gd name="csY1582" fmla="*/ 160404 h 358347"/>
                <a:gd name="csX1583" fmla="*/ 687320 w 977320"/>
                <a:gd name="csY1583" fmla="*/ 159239 h 358347"/>
                <a:gd name="csX1584" fmla="*/ 688636 w 977320"/>
                <a:gd name="csY1584" fmla="*/ 156356 h 358347"/>
                <a:gd name="csX1585" fmla="*/ 691520 w 977320"/>
                <a:gd name="csY1585" fmla="*/ 154172 h 358347"/>
                <a:gd name="csX1586" fmla="*/ 692691 w 977320"/>
                <a:gd name="csY1586" fmla="*/ 153777 h 358347"/>
                <a:gd name="csX1587" fmla="*/ 694754 w 977320"/>
                <a:gd name="csY1587" fmla="*/ 154370 h 358347"/>
                <a:gd name="csX1588" fmla="*/ 698215 w 977320"/>
                <a:gd name="csY1588" fmla="*/ 156044 h 358347"/>
                <a:gd name="csX1589" fmla="*/ 700939 w 977320"/>
                <a:gd name="csY1589" fmla="*/ 158007 h 358347"/>
                <a:gd name="csX1590" fmla="*/ 703412 w 977320"/>
                <a:gd name="csY1590" fmla="*/ 159536 h 358347"/>
                <a:gd name="csX1591" fmla="*/ 703503 w 977320"/>
                <a:gd name="csY1591" fmla="*/ 160746 h 358347"/>
                <a:gd name="csX1592" fmla="*/ 598003 w 977320"/>
                <a:gd name="csY1592" fmla="*/ 150368 h 358347"/>
                <a:gd name="csX1593" fmla="*/ 598474 w 977320"/>
                <a:gd name="csY1593" fmla="*/ 151692 h 358347"/>
                <a:gd name="csX1594" fmla="*/ 597698 w 977320"/>
                <a:gd name="csY1594" fmla="*/ 152841 h 358347"/>
                <a:gd name="csX1595" fmla="*/ 598543 w 977320"/>
                <a:gd name="csY1595" fmla="*/ 154994 h 358347"/>
                <a:gd name="csX1596" fmla="*/ 600697 w 977320"/>
                <a:gd name="csY1596" fmla="*/ 152125 h 358347"/>
                <a:gd name="csX1597" fmla="*/ 602751 w 977320"/>
                <a:gd name="csY1597" fmla="*/ 151760 h 358347"/>
                <a:gd name="csX1598" fmla="*/ 603915 w 977320"/>
                <a:gd name="csY1598" fmla="*/ 152240 h 358347"/>
                <a:gd name="csX1599" fmla="*/ 604714 w 977320"/>
                <a:gd name="csY1599" fmla="*/ 152810 h 358347"/>
                <a:gd name="csX1600" fmla="*/ 605155 w 977320"/>
                <a:gd name="csY1600" fmla="*/ 153898 h 358347"/>
                <a:gd name="csX1601" fmla="*/ 604394 w 977320"/>
                <a:gd name="csY1601" fmla="*/ 156234 h 358347"/>
                <a:gd name="csX1602" fmla="*/ 603047 w 977320"/>
                <a:gd name="csY1602" fmla="*/ 157330 h 358347"/>
                <a:gd name="csX1603" fmla="*/ 601305 w 977320"/>
                <a:gd name="csY1603" fmla="*/ 157505 h 358347"/>
                <a:gd name="csX1604" fmla="*/ 600483 w 977320"/>
                <a:gd name="csY1604" fmla="*/ 156143 h 358347"/>
                <a:gd name="csX1605" fmla="*/ 599342 w 977320"/>
                <a:gd name="csY1605" fmla="*/ 156013 h 358347"/>
                <a:gd name="csX1606" fmla="*/ 598543 w 977320"/>
                <a:gd name="csY1606" fmla="*/ 158981 h 358347"/>
                <a:gd name="csX1607" fmla="*/ 598186 w 977320"/>
                <a:gd name="csY1607" fmla="*/ 159437 h 358347"/>
                <a:gd name="csX1608" fmla="*/ 597166 w 977320"/>
                <a:gd name="csY1608" fmla="*/ 159810 h 358347"/>
                <a:gd name="csX1609" fmla="*/ 596261 w 977320"/>
                <a:gd name="csY1609" fmla="*/ 158996 h 358347"/>
                <a:gd name="csX1610" fmla="*/ 596101 w 977320"/>
                <a:gd name="csY1610" fmla="*/ 158539 h 358347"/>
                <a:gd name="csX1611" fmla="*/ 597386 w 977320"/>
                <a:gd name="csY1611" fmla="*/ 157193 h 358347"/>
                <a:gd name="csX1612" fmla="*/ 596687 w 977320"/>
                <a:gd name="csY1612" fmla="*/ 153198 h 358347"/>
                <a:gd name="csX1613" fmla="*/ 595720 w 977320"/>
                <a:gd name="csY1613" fmla="*/ 153951 h 358347"/>
                <a:gd name="csX1614" fmla="*/ 593141 w 977320"/>
                <a:gd name="csY1614" fmla="*/ 157581 h 358347"/>
                <a:gd name="csX1615" fmla="*/ 591132 w 977320"/>
                <a:gd name="csY1615" fmla="*/ 159201 h 358347"/>
                <a:gd name="csX1616" fmla="*/ 590447 w 977320"/>
                <a:gd name="csY1616" fmla="*/ 158380 h 358347"/>
                <a:gd name="csX1617" fmla="*/ 589428 w 977320"/>
                <a:gd name="csY1617" fmla="*/ 155914 h 358347"/>
                <a:gd name="csX1618" fmla="*/ 589892 w 977320"/>
                <a:gd name="csY1618" fmla="*/ 152749 h 358347"/>
                <a:gd name="csX1619" fmla="*/ 591513 w 977320"/>
                <a:gd name="csY1619" fmla="*/ 150611 h 358347"/>
                <a:gd name="csX1620" fmla="*/ 592890 w 977320"/>
                <a:gd name="csY1620" fmla="*/ 150756 h 358347"/>
                <a:gd name="csX1621" fmla="*/ 596854 w 977320"/>
                <a:gd name="csY1621" fmla="*/ 150086 h 358347"/>
                <a:gd name="csX1622" fmla="*/ 598003 w 977320"/>
                <a:gd name="csY1622" fmla="*/ 150368 h 358347"/>
                <a:gd name="csX1623" fmla="*/ 309692 w 977320"/>
                <a:gd name="csY1623" fmla="*/ 150566 h 358347"/>
                <a:gd name="csX1624" fmla="*/ 305431 w 977320"/>
                <a:gd name="csY1624" fmla="*/ 152734 h 358347"/>
                <a:gd name="csX1625" fmla="*/ 304426 w 977320"/>
                <a:gd name="csY1625" fmla="*/ 152620 h 358347"/>
                <a:gd name="csX1626" fmla="*/ 303666 w 977320"/>
                <a:gd name="csY1626" fmla="*/ 151851 h 358347"/>
                <a:gd name="csX1627" fmla="*/ 304137 w 977320"/>
                <a:gd name="csY1627" fmla="*/ 147667 h 358347"/>
                <a:gd name="csX1628" fmla="*/ 304685 w 977320"/>
                <a:gd name="csY1628" fmla="*/ 146419 h 358347"/>
                <a:gd name="csX1629" fmla="*/ 307652 w 977320"/>
                <a:gd name="csY1629" fmla="*/ 146282 h 358347"/>
                <a:gd name="csX1630" fmla="*/ 309456 w 977320"/>
                <a:gd name="csY1630" fmla="*/ 146883 h 358347"/>
                <a:gd name="csX1631" fmla="*/ 310399 w 977320"/>
                <a:gd name="csY1631" fmla="*/ 147560 h 358347"/>
                <a:gd name="csX1632" fmla="*/ 310764 w 977320"/>
                <a:gd name="csY1632" fmla="*/ 148960 h 358347"/>
                <a:gd name="csX1633" fmla="*/ 310559 w 977320"/>
                <a:gd name="csY1633" fmla="*/ 149805 h 358347"/>
                <a:gd name="csX1634" fmla="*/ 309692 w 977320"/>
                <a:gd name="csY1634" fmla="*/ 150566 h 358347"/>
                <a:gd name="csX1635" fmla="*/ 848979 w 977320"/>
                <a:gd name="csY1635" fmla="*/ 149196 h 358347"/>
                <a:gd name="csX1636" fmla="*/ 847952 w 977320"/>
                <a:gd name="csY1636" fmla="*/ 149584 h 358347"/>
                <a:gd name="csX1637" fmla="*/ 846765 w 977320"/>
                <a:gd name="csY1637" fmla="*/ 149158 h 358347"/>
                <a:gd name="csX1638" fmla="*/ 845639 w 977320"/>
                <a:gd name="csY1638" fmla="*/ 147530 h 358347"/>
                <a:gd name="csX1639" fmla="*/ 846042 w 977320"/>
                <a:gd name="csY1639" fmla="*/ 146282 h 358347"/>
                <a:gd name="csX1640" fmla="*/ 847358 w 977320"/>
                <a:gd name="csY1640" fmla="*/ 145422 h 358347"/>
                <a:gd name="csX1641" fmla="*/ 848462 w 977320"/>
                <a:gd name="csY1641" fmla="*/ 146282 h 358347"/>
                <a:gd name="csX1642" fmla="*/ 848804 w 977320"/>
                <a:gd name="csY1642" fmla="*/ 147378 h 358347"/>
                <a:gd name="csX1643" fmla="*/ 849641 w 977320"/>
                <a:gd name="csY1643" fmla="*/ 147454 h 358347"/>
                <a:gd name="csX1644" fmla="*/ 848979 w 977320"/>
                <a:gd name="csY1644" fmla="*/ 149196 h 358347"/>
                <a:gd name="csX1645" fmla="*/ 84493 w 977320"/>
                <a:gd name="csY1645" fmla="*/ 163242 h 358347"/>
                <a:gd name="csX1646" fmla="*/ 82523 w 977320"/>
                <a:gd name="csY1646" fmla="*/ 163356 h 358347"/>
                <a:gd name="csX1647" fmla="*/ 78307 w 977320"/>
                <a:gd name="csY1647" fmla="*/ 160814 h 358347"/>
                <a:gd name="csX1648" fmla="*/ 77311 w 977320"/>
                <a:gd name="csY1648" fmla="*/ 159673 h 358347"/>
                <a:gd name="csX1649" fmla="*/ 77067 w 977320"/>
                <a:gd name="csY1649" fmla="*/ 158151 h 358347"/>
                <a:gd name="csX1650" fmla="*/ 73027 w 977320"/>
                <a:gd name="csY1650" fmla="*/ 152278 h 358347"/>
                <a:gd name="csX1651" fmla="*/ 72487 w 977320"/>
                <a:gd name="csY1651" fmla="*/ 150931 h 358347"/>
                <a:gd name="csX1652" fmla="*/ 74077 w 977320"/>
                <a:gd name="csY1652" fmla="*/ 146107 h 358347"/>
                <a:gd name="csX1653" fmla="*/ 78193 w 977320"/>
                <a:gd name="csY1653" fmla="*/ 144943 h 358347"/>
                <a:gd name="csX1654" fmla="*/ 79555 w 977320"/>
                <a:gd name="csY1654" fmla="*/ 145757 h 358347"/>
                <a:gd name="csX1655" fmla="*/ 80034 w 977320"/>
                <a:gd name="csY1655" fmla="*/ 147925 h 358347"/>
                <a:gd name="csX1656" fmla="*/ 82393 w 977320"/>
                <a:gd name="csY1656" fmla="*/ 151836 h 358347"/>
                <a:gd name="csX1657" fmla="*/ 83169 w 977320"/>
                <a:gd name="csY1657" fmla="*/ 153944 h 358347"/>
                <a:gd name="csX1658" fmla="*/ 83755 w 977320"/>
                <a:gd name="csY1658" fmla="*/ 154880 h 358347"/>
                <a:gd name="csX1659" fmla="*/ 83998 w 977320"/>
                <a:gd name="csY1659" fmla="*/ 155610 h 358347"/>
                <a:gd name="csX1660" fmla="*/ 83793 w 977320"/>
                <a:gd name="csY1660" fmla="*/ 156112 h 358347"/>
                <a:gd name="csX1661" fmla="*/ 85497 w 977320"/>
                <a:gd name="csY1661" fmla="*/ 158593 h 358347"/>
                <a:gd name="csX1662" fmla="*/ 86715 w 977320"/>
                <a:gd name="csY1662" fmla="*/ 160046 h 358347"/>
                <a:gd name="csX1663" fmla="*/ 86806 w 977320"/>
                <a:gd name="csY1663" fmla="*/ 162397 h 358347"/>
                <a:gd name="csX1664" fmla="*/ 84493 w 977320"/>
                <a:gd name="csY1664" fmla="*/ 163242 h 358347"/>
                <a:gd name="csX1665" fmla="*/ 764334 w 977320"/>
                <a:gd name="csY1665" fmla="*/ 153426 h 358347"/>
                <a:gd name="csX1666" fmla="*/ 763581 w 977320"/>
                <a:gd name="csY1666" fmla="*/ 154020 h 358347"/>
                <a:gd name="csX1667" fmla="*/ 760986 w 977320"/>
                <a:gd name="csY1667" fmla="*/ 153465 h 358347"/>
                <a:gd name="csX1668" fmla="*/ 759639 w 977320"/>
                <a:gd name="csY1668" fmla="*/ 152156 h 358347"/>
                <a:gd name="csX1669" fmla="*/ 758726 w 977320"/>
                <a:gd name="csY1669" fmla="*/ 150398 h 358347"/>
                <a:gd name="csX1670" fmla="*/ 758141 w 977320"/>
                <a:gd name="csY1670" fmla="*/ 148953 h 358347"/>
                <a:gd name="csX1671" fmla="*/ 757981 w 977320"/>
                <a:gd name="csY1671" fmla="*/ 147804 h 358347"/>
                <a:gd name="csX1672" fmla="*/ 757204 w 977320"/>
                <a:gd name="csY1672" fmla="*/ 146396 h 358347"/>
                <a:gd name="csX1673" fmla="*/ 757311 w 977320"/>
                <a:gd name="csY1673" fmla="*/ 145886 h 358347"/>
                <a:gd name="csX1674" fmla="*/ 762097 w 977320"/>
                <a:gd name="csY1674" fmla="*/ 144403 h 358347"/>
                <a:gd name="csX1675" fmla="*/ 763002 w 977320"/>
                <a:gd name="csY1675" fmla="*/ 144943 h 358347"/>
                <a:gd name="csX1676" fmla="*/ 765003 w 977320"/>
                <a:gd name="csY1676" fmla="*/ 144989 h 358347"/>
                <a:gd name="csX1677" fmla="*/ 765871 w 977320"/>
                <a:gd name="csY1677" fmla="*/ 146061 h 358347"/>
                <a:gd name="csX1678" fmla="*/ 765277 w 977320"/>
                <a:gd name="csY1678" fmla="*/ 150726 h 358347"/>
                <a:gd name="csX1679" fmla="*/ 764334 w 977320"/>
                <a:gd name="csY1679" fmla="*/ 153426 h 358347"/>
                <a:gd name="csX1680" fmla="*/ 762280 w 977320"/>
                <a:gd name="csY1680" fmla="*/ 142014 h 358347"/>
                <a:gd name="csX1681" fmla="*/ 761732 w 977320"/>
                <a:gd name="csY1681" fmla="*/ 143094 h 358347"/>
                <a:gd name="csX1682" fmla="*/ 760720 w 977320"/>
                <a:gd name="csY1682" fmla="*/ 143824 h 358347"/>
                <a:gd name="csX1683" fmla="*/ 751536 w 977320"/>
                <a:gd name="csY1683" fmla="*/ 145118 h 358347"/>
                <a:gd name="csX1684" fmla="*/ 752327 w 977320"/>
                <a:gd name="csY1684" fmla="*/ 144342 h 358347"/>
                <a:gd name="csX1685" fmla="*/ 752716 w 977320"/>
                <a:gd name="csY1685" fmla="*/ 143573 h 358347"/>
                <a:gd name="csX1686" fmla="*/ 753294 w 977320"/>
                <a:gd name="csY1686" fmla="*/ 143178 h 358347"/>
                <a:gd name="csX1687" fmla="*/ 754199 w 977320"/>
                <a:gd name="csY1687" fmla="*/ 143284 h 358347"/>
                <a:gd name="csX1688" fmla="*/ 754656 w 977320"/>
                <a:gd name="csY1688" fmla="*/ 143048 h 358347"/>
                <a:gd name="csX1689" fmla="*/ 755120 w 977320"/>
                <a:gd name="csY1689" fmla="*/ 142957 h 358347"/>
                <a:gd name="csX1690" fmla="*/ 755630 w 977320"/>
                <a:gd name="csY1690" fmla="*/ 143056 h 358347"/>
                <a:gd name="csX1691" fmla="*/ 756520 w 977320"/>
                <a:gd name="csY1691" fmla="*/ 142736 h 358347"/>
                <a:gd name="csX1692" fmla="*/ 758391 w 977320"/>
                <a:gd name="csY1692" fmla="*/ 142965 h 358347"/>
                <a:gd name="csX1693" fmla="*/ 760324 w 977320"/>
                <a:gd name="csY1693" fmla="*/ 142782 h 358347"/>
                <a:gd name="csX1694" fmla="*/ 760180 w 977320"/>
                <a:gd name="csY1694" fmla="*/ 141747 h 358347"/>
                <a:gd name="csX1695" fmla="*/ 762280 w 977320"/>
                <a:gd name="csY1695" fmla="*/ 142014 h 358347"/>
                <a:gd name="csX1696" fmla="*/ 857889 w 977320"/>
                <a:gd name="csY1696" fmla="*/ 139335 h 358347"/>
                <a:gd name="csX1697" fmla="*/ 862431 w 977320"/>
                <a:gd name="csY1697" fmla="*/ 140165 h 358347"/>
                <a:gd name="csX1698" fmla="*/ 864090 w 977320"/>
                <a:gd name="csY1698" fmla="*/ 140119 h 358347"/>
                <a:gd name="csX1699" fmla="*/ 865711 w 977320"/>
                <a:gd name="csY1699" fmla="*/ 141055 h 358347"/>
                <a:gd name="csX1700" fmla="*/ 867681 w 977320"/>
                <a:gd name="csY1700" fmla="*/ 140614 h 358347"/>
                <a:gd name="csX1701" fmla="*/ 868792 w 977320"/>
                <a:gd name="csY1701" fmla="*/ 140918 h 358347"/>
                <a:gd name="csX1702" fmla="*/ 872528 w 977320"/>
                <a:gd name="csY1702" fmla="*/ 144137 h 358347"/>
                <a:gd name="csX1703" fmla="*/ 874369 w 977320"/>
                <a:gd name="csY1703" fmla="*/ 146267 h 358347"/>
                <a:gd name="csX1704" fmla="*/ 877093 w 977320"/>
                <a:gd name="csY1704" fmla="*/ 148101 h 358347"/>
                <a:gd name="csX1705" fmla="*/ 879071 w 977320"/>
                <a:gd name="csY1705" fmla="*/ 148724 h 358347"/>
                <a:gd name="csX1706" fmla="*/ 877587 w 977320"/>
                <a:gd name="csY1706" fmla="*/ 150398 h 358347"/>
                <a:gd name="csX1707" fmla="*/ 874574 w 977320"/>
                <a:gd name="csY1707" fmla="*/ 151281 h 358347"/>
                <a:gd name="csX1708" fmla="*/ 873418 w 977320"/>
                <a:gd name="csY1708" fmla="*/ 151326 h 358347"/>
                <a:gd name="csX1709" fmla="*/ 871112 w 977320"/>
                <a:gd name="csY1709" fmla="*/ 150330 h 358347"/>
                <a:gd name="csX1710" fmla="*/ 869248 w 977320"/>
                <a:gd name="csY1710" fmla="*/ 150512 h 358347"/>
                <a:gd name="csX1711" fmla="*/ 867620 w 977320"/>
                <a:gd name="csY1711" fmla="*/ 149265 h 358347"/>
                <a:gd name="csX1712" fmla="*/ 867339 w 977320"/>
                <a:gd name="csY1712" fmla="*/ 147332 h 358347"/>
                <a:gd name="csX1713" fmla="*/ 865657 w 977320"/>
                <a:gd name="csY1713" fmla="*/ 142980 h 358347"/>
                <a:gd name="csX1714" fmla="*/ 863496 w 977320"/>
                <a:gd name="csY1714" fmla="*/ 144228 h 358347"/>
                <a:gd name="csX1715" fmla="*/ 860894 w 977320"/>
                <a:gd name="csY1715" fmla="*/ 142219 h 358347"/>
                <a:gd name="csX1716" fmla="*/ 860187 w 977320"/>
                <a:gd name="csY1716" fmla="*/ 142173 h 358347"/>
                <a:gd name="csX1717" fmla="*/ 860027 w 977320"/>
                <a:gd name="csY1717" fmla="*/ 142508 h 358347"/>
                <a:gd name="csX1718" fmla="*/ 858924 w 977320"/>
                <a:gd name="csY1718" fmla="*/ 141831 h 358347"/>
                <a:gd name="csX1719" fmla="*/ 857980 w 977320"/>
                <a:gd name="csY1719" fmla="*/ 140477 h 358347"/>
                <a:gd name="csX1720" fmla="*/ 857889 w 977320"/>
                <a:gd name="csY1720" fmla="*/ 139335 h 358347"/>
                <a:gd name="csX1721" fmla="*/ 685304 w 977320"/>
                <a:gd name="csY1721" fmla="*/ 142090 h 358347"/>
                <a:gd name="csX1722" fmla="*/ 685060 w 977320"/>
                <a:gd name="csY1722" fmla="*/ 142523 h 358347"/>
                <a:gd name="csX1723" fmla="*/ 682831 w 977320"/>
                <a:gd name="csY1723" fmla="*/ 141968 h 358347"/>
                <a:gd name="csX1724" fmla="*/ 682230 w 977320"/>
                <a:gd name="csY1724" fmla="*/ 141664 h 358347"/>
                <a:gd name="csX1725" fmla="*/ 683348 w 977320"/>
                <a:gd name="csY1725" fmla="*/ 138658 h 358347"/>
                <a:gd name="csX1726" fmla="*/ 684398 w 977320"/>
                <a:gd name="csY1726" fmla="*/ 138750 h 358347"/>
                <a:gd name="csX1727" fmla="*/ 685319 w 977320"/>
                <a:gd name="csY1727" fmla="*/ 141610 h 358347"/>
                <a:gd name="csX1728" fmla="*/ 685304 w 977320"/>
                <a:gd name="csY1728" fmla="*/ 142090 h 358347"/>
                <a:gd name="csX1729" fmla="*/ 756330 w 977320"/>
                <a:gd name="csY1729" fmla="*/ 136741 h 358347"/>
                <a:gd name="csX1730" fmla="*/ 755104 w 977320"/>
                <a:gd name="csY1730" fmla="*/ 136764 h 358347"/>
                <a:gd name="csX1731" fmla="*/ 752891 w 977320"/>
                <a:gd name="csY1731" fmla="*/ 135843 h 358347"/>
                <a:gd name="csX1732" fmla="*/ 754177 w 977320"/>
                <a:gd name="csY1732" fmla="*/ 135044 h 358347"/>
                <a:gd name="csX1733" fmla="*/ 754991 w 977320"/>
                <a:gd name="csY1733" fmla="*/ 134877 h 358347"/>
                <a:gd name="csX1734" fmla="*/ 755706 w 977320"/>
                <a:gd name="csY1734" fmla="*/ 134398 h 358347"/>
                <a:gd name="csX1735" fmla="*/ 756101 w 977320"/>
                <a:gd name="csY1735" fmla="*/ 134375 h 358347"/>
                <a:gd name="csX1736" fmla="*/ 756976 w 977320"/>
                <a:gd name="csY1736" fmla="*/ 134786 h 358347"/>
                <a:gd name="csX1737" fmla="*/ 757555 w 977320"/>
                <a:gd name="csY1737" fmla="*/ 135478 h 358347"/>
                <a:gd name="csX1738" fmla="*/ 756330 w 977320"/>
                <a:gd name="csY1738" fmla="*/ 136741 h 358347"/>
                <a:gd name="csX1739" fmla="*/ 569220 w 977320"/>
                <a:gd name="csY1739" fmla="*/ 134154 h 358347"/>
                <a:gd name="csX1740" fmla="*/ 570125 w 977320"/>
                <a:gd name="csY1740" fmla="*/ 135097 h 358347"/>
                <a:gd name="csX1741" fmla="*/ 569585 w 977320"/>
                <a:gd name="csY1741" fmla="*/ 136185 h 358347"/>
                <a:gd name="csX1742" fmla="*/ 568847 w 977320"/>
                <a:gd name="csY1742" fmla="*/ 135912 h 358347"/>
                <a:gd name="csX1743" fmla="*/ 566907 w 977320"/>
                <a:gd name="csY1743" fmla="*/ 135927 h 358347"/>
                <a:gd name="csX1744" fmla="*/ 566176 w 977320"/>
                <a:gd name="csY1744" fmla="*/ 136010 h 358347"/>
                <a:gd name="csX1745" fmla="*/ 565301 w 977320"/>
                <a:gd name="csY1745" fmla="*/ 136650 h 358347"/>
                <a:gd name="csX1746" fmla="*/ 564753 w 977320"/>
                <a:gd name="csY1746" fmla="*/ 136672 h 358347"/>
                <a:gd name="csX1747" fmla="*/ 565126 w 977320"/>
                <a:gd name="csY1747" fmla="*/ 135668 h 358347"/>
                <a:gd name="csX1748" fmla="*/ 566770 w 977320"/>
                <a:gd name="csY1748" fmla="*/ 134146 h 358347"/>
                <a:gd name="csX1749" fmla="*/ 567797 w 977320"/>
                <a:gd name="csY1749" fmla="*/ 134375 h 358347"/>
                <a:gd name="csX1750" fmla="*/ 569220 w 977320"/>
                <a:gd name="csY1750" fmla="*/ 134154 h 358347"/>
                <a:gd name="csX1751" fmla="*/ 817099 w 977320"/>
                <a:gd name="csY1751" fmla="*/ 140926 h 358347"/>
                <a:gd name="csX1752" fmla="*/ 822456 w 977320"/>
                <a:gd name="csY1752" fmla="*/ 141245 h 358347"/>
                <a:gd name="csX1753" fmla="*/ 825157 w 977320"/>
                <a:gd name="csY1753" fmla="*/ 141032 h 358347"/>
                <a:gd name="csX1754" fmla="*/ 827812 w 977320"/>
                <a:gd name="csY1754" fmla="*/ 141306 h 358347"/>
                <a:gd name="csX1755" fmla="*/ 828892 w 977320"/>
                <a:gd name="csY1755" fmla="*/ 141846 h 358347"/>
                <a:gd name="csX1756" fmla="*/ 830742 w 977320"/>
                <a:gd name="csY1756" fmla="*/ 143482 h 358347"/>
                <a:gd name="csX1757" fmla="*/ 830216 w 977320"/>
                <a:gd name="csY1757" fmla="*/ 144555 h 358347"/>
                <a:gd name="csX1758" fmla="*/ 829897 w 977320"/>
                <a:gd name="csY1758" fmla="*/ 146777 h 358347"/>
                <a:gd name="csX1759" fmla="*/ 830840 w 977320"/>
                <a:gd name="csY1759" fmla="*/ 148907 h 358347"/>
                <a:gd name="csX1760" fmla="*/ 832377 w 977320"/>
                <a:gd name="csY1760" fmla="*/ 151045 h 358347"/>
                <a:gd name="csX1761" fmla="*/ 833640 w 977320"/>
                <a:gd name="csY1761" fmla="*/ 153328 h 358347"/>
                <a:gd name="csX1762" fmla="*/ 833899 w 977320"/>
                <a:gd name="csY1762" fmla="*/ 154438 h 358347"/>
                <a:gd name="csX1763" fmla="*/ 833420 w 977320"/>
                <a:gd name="csY1763" fmla="*/ 156797 h 358347"/>
                <a:gd name="csX1764" fmla="*/ 832986 w 977320"/>
                <a:gd name="csY1764" fmla="*/ 157961 h 358347"/>
                <a:gd name="csX1765" fmla="*/ 831457 w 977320"/>
                <a:gd name="csY1765" fmla="*/ 159909 h 358347"/>
                <a:gd name="csX1766" fmla="*/ 830620 w 977320"/>
                <a:gd name="csY1766" fmla="*/ 162032 h 358347"/>
                <a:gd name="csX1767" fmla="*/ 831160 w 977320"/>
                <a:gd name="csY1767" fmla="*/ 164649 h 358347"/>
                <a:gd name="csX1768" fmla="*/ 831457 w 977320"/>
                <a:gd name="csY1768" fmla="*/ 167289 h 358347"/>
                <a:gd name="csX1769" fmla="*/ 831403 w 977320"/>
                <a:gd name="csY1769" fmla="*/ 169709 h 358347"/>
                <a:gd name="csX1770" fmla="*/ 831677 w 977320"/>
                <a:gd name="csY1770" fmla="*/ 172090 h 358347"/>
                <a:gd name="csX1771" fmla="*/ 832507 w 977320"/>
                <a:gd name="csY1771" fmla="*/ 174510 h 358347"/>
                <a:gd name="csX1772" fmla="*/ 836082 w 977320"/>
                <a:gd name="csY1772" fmla="*/ 181129 h 358347"/>
                <a:gd name="csX1773" fmla="*/ 838168 w 977320"/>
                <a:gd name="csY1773" fmla="*/ 185618 h 358347"/>
                <a:gd name="csX1774" fmla="*/ 838837 w 977320"/>
                <a:gd name="csY1774" fmla="*/ 183107 h 358347"/>
                <a:gd name="csX1775" fmla="*/ 838670 w 977320"/>
                <a:gd name="csY1775" fmla="*/ 180323 h 358347"/>
                <a:gd name="csX1776" fmla="*/ 839415 w 977320"/>
                <a:gd name="csY1776" fmla="*/ 179318 h 358347"/>
                <a:gd name="csX1777" fmla="*/ 840458 w 977320"/>
                <a:gd name="csY1777" fmla="*/ 178786 h 358347"/>
                <a:gd name="csX1778" fmla="*/ 841759 w 977320"/>
                <a:gd name="csY1778" fmla="*/ 179341 h 358347"/>
                <a:gd name="csX1779" fmla="*/ 842124 w 977320"/>
                <a:gd name="csY1779" fmla="*/ 180467 h 358347"/>
                <a:gd name="csX1780" fmla="*/ 842223 w 977320"/>
                <a:gd name="csY1780" fmla="*/ 182933 h 358347"/>
                <a:gd name="csX1781" fmla="*/ 843349 w 977320"/>
                <a:gd name="csY1781" fmla="*/ 187772 h 358347"/>
                <a:gd name="csX1782" fmla="*/ 844794 w 977320"/>
                <a:gd name="csY1782" fmla="*/ 187992 h 358347"/>
                <a:gd name="csX1783" fmla="*/ 846362 w 977320"/>
                <a:gd name="csY1783" fmla="*/ 187254 h 358347"/>
                <a:gd name="csX1784" fmla="*/ 846620 w 977320"/>
                <a:gd name="csY1784" fmla="*/ 188730 h 358347"/>
                <a:gd name="csX1785" fmla="*/ 846560 w 977320"/>
                <a:gd name="csY1785" fmla="*/ 191469 h 358347"/>
                <a:gd name="csX1786" fmla="*/ 847290 w 977320"/>
                <a:gd name="csY1786" fmla="*/ 193645 h 358347"/>
                <a:gd name="csX1787" fmla="*/ 847937 w 977320"/>
                <a:gd name="csY1787" fmla="*/ 194498 h 358347"/>
                <a:gd name="csX1788" fmla="*/ 850508 w 977320"/>
                <a:gd name="csY1788" fmla="*/ 196263 h 358347"/>
                <a:gd name="csX1789" fmla="*/ 851673 w 977320"/>
                <a:gd name="csY1789" fmla="*/ 196590 h 358347"/>
                <a:gd name="csX1790" fmla="*/ 855074 w 977320"/>
                <a:gd name="csY1790" fmla="*/ 197016 h 358347"/>
                <a:gd name="csX1791" fmla="*/ 857638 w 977320"/>
                <a:gd name="csY1791" fmla="*/ 197153 h 358347"/>
                <a:gd name="csX1792" fmla="*/ 860095 w 977320"/>
                <a:gd name="csY1792" fmla="*/ 196521 h 358347"/>
                <a:gd name="csX1793" fmla="*/ 861678 w 977320"/>
                <a:gd name="csY1793" fmla="*/ 194901 h 358347"/>
                <a:gd name="csX1794" fmla="*/ 863108 w 977320"/>
                <a:gd name="csY1794" fmla="*/ 193143 h 358347"/>
                <a:gd name="csX1795" fmla="*/ 868046 w 977320"/>
                <a:gd name="csY1795" fmla="*/ 189095 h 358347"/>
                <a:gd name="csX1796" fmla="*/ 869477 w 977320"/>
                <a:gd name="csY1796" fmla="*/ 187155 h 358347"/>
                <a:gd name="csX1797" fmla="*/ 870854 w 977320"/>
                <a:gd name="csY1797" fmla="*/ 184188 h 358347"/>
                <a:gd name="csX1798" fmla="*/ 871333 w 977320"/>
                <a:gd name="csY1798" fmla="*/ 183556 h 358347"/>
                <a:gd name="csX1799" fmla="*/ 876248 w 977320"/>
                <a:gd name="csY1799" fmla="*/ 180346 h 358347"/>
                <a:gd name="csX1800" fmla="*/ 876811 w 977320"/>
                <a:gd name="csY1800" fmla="*/ 179204 h 358347"/>
                <a:gd name="csX1801" fmla="*/ 877511 w 977320"/>
                <a:gd name="csY1801" fmla="*/ 176998 h 358347"/>
                <a:gd name="csX1802" fmla="*/ 878584 w 977320"/>
                <a:gd name="csY1802" fmla="*/ 174868 h 358347"/>
                <a:gd name="csX1803" fmla="*/ 879383 w 977320"/>
                <a:gd name="csY1803" fmla="*/ 173764 h 358347"/>
                <a:gd name="csX1804" fmla="*/ 884131 w 977320"/>
                <a:gd name="csY1804" fmla="*/ 172722 h 358347"/>
                <a:gd name="csX1805" fmla="*/ 889054 w 977320"/>
                <a:gd name="csY1805" fmla="*/ 172159 h 358347"/>
                <a:gd name="csX1806" fmla="*/ 893946 w 977320"/>
                <a:gd name="csY1806" fmla="*/ 170196 h 358347"/>
                <a:gd name="csX1807" fmla="*/ 896053 w 977320"/>
                <a:gd name="csY1807" fmla="*/ 168507 h 358347"/>
                <a:gd name="csX1808" fmla="*/ 896160 w 977320"/>
                <a:gd name="csY1808" fmla="*/ 167396 h 358347"/>
                <a:gd name="csX1809" fmla="*/ 895087 w 977320"/>
                <a:gd name="csY1809" fmla="*/ 165448 h 358347"/>
                <a:gd name="csX1810" fmla="*/ 895041 w 977320"/>
                <a:gd name="csY1810" fmla="*/ 164588 h 358347"/>
                <a:gd name="csX1811" fmla="*/ 896168 w 977320"/>
                <a:gd name="csY1811" fmla="*/ 163767 h 358347"/>
                <a:gd name="csX1812" fmla="*/ 900527 w 977320"/>
                <a:gd name="csY1812" fmla="*/ 161294 h 358347"/>
                <a:gd name="csX1813" fmla="*/ 905564 w 977320"/>
                <a:gd name="csY1813" fmla="*/ 158753 h 358347"/>
                <a:gd name="csX1814" fmla="*/ 909612 w 977320"/>
                <a:gd name="csY1814" fmla="*/ 157002 h 358347"/>
                <a:gd name="csX1815" fmla="*/ 911849 w 977320"/>
                <a:gd name="csY1815" fmla="*/ 157018 h 358347"/>
                <a:gd name="csX1816" fmla="*/ 913911 w 977320"/>
                <a:gd name="csY1816" fmla="*/ 158562 h 358347"/>
                <a:gd name="csX1817" fmla="*/ 916109 w 977320"/>
                <a:gd name="csY1817" fmla="*/ 159825 h 358347"/>
                <a:gd name="csX1818" fmla="*/ 927621 w 977320"/>
                <a:gd name="csY1818" fmla="*/ 163538 h 358347"/>
                <a:gd name="csX1819" fmla="*/ 929463 w 977320"/>
                <a:gd name="csY1819" fmla="*/ 164695 h 358347"/>
                <a:gd name="csX1820" fmla="*/ 931068 w 977320"/>
                <a:gd name="csY1820" fmla="*/ 166232 h 358347"/>
                <a:gd name="csX1821" fmla="*/ 933374 w 977320"/>
                <a:gd name="csY1821" fmla="*/ 167297 h 358347"/>
                <a:gd name="csX1822" fmla="*/ 935945 w 977320"/>
                <a:gd name="csY1822" fmla="*/ 167807 h 358347"/>
                <a:gd name="csX1823" fmla="*/ 938281 w 977320"/>
                <a:gd name="csY1823" fmla="*/ 168803 h 358347"/>
                <a:gd name="csX1824" fmla="*/ 940495 w 977320"/>
                <a:gd name="csY1824" fmla="*/ 170082 h 358347"/>
                <a:gd name="csX1825" fmla="*/ 945395 w 977320"/>
                <a:gd name="csY1825" fmla="*/ 172471 h 358347"/>
                <a:gd name="csX1826" fmla="*/ 951969 w 977320"/>
                <a:gd name="csY1826" fmla="*/ 175370 h 358347"/>
                <a:gd name="csX1827" fmla="*/ 953650 w 977320"/>
                <a:gd name="csY1827" fmla="*/ 175537 h 358347"/>
                <a:gd name="csX1828" fmla="*/ 959768 w 977320"/>
                <a:gd name="csY1828" fmla="*/ 175400 h 358347"/>
                <a:gd name="csX1829" fmla="*/ 960825 w 977320"/>
                <a:gd name="csY1829" fmla="*/ 175948 h 358347"/>
                <a:gd name="csX1830" fmla="*/ 961830 w 977320"/>
                <a:gd name="csY1830" fmla="*/ 176724 h 358347"/>
                <a:gd name="csX1831" fmla="*/ 962758 w 977320"/>
                <a:gd name="csY1831" fmla="*/ 176899 h 358347"/>
                <a:gd name="csX1832" fmla="*/ 969765 w 977320"/>
                <a:gd name="csY1832" fmla="*/ 177439 h 358347"/>
                <a:gd name="csX1833" fmla="*/ 970838 w 977320"/>
                <a:gd name="csY1833" fmla="*/ 177994 h 358347"/>
                <a:gd name="csX1834" fmla="*/ 971858 w 977320"/>
                <a:gd name="csY1834" fmla="*/ 178763 h 358347"/>
                <a:gd name="csX1835" fmla="*/ 972428 w 977320"/>
                <a:gd name="csY1835" fmla="*/ 180863 h 358347"/>
                <a:gd name="csX1836" fmla="*/ 977259 w 977320"/>
                <a:gd name="csY1836" fmla="*/ 180916 h 358347"/>
                <a:gd name="csX1837" fmla="*/ 977259 w 977320"/>
                <a:gd name="csY1837" fmla="*/ 185033 h 358347"/>
                <a:gd name="csX1838" fmla="*/ 977259 w 977320"/>
                <a:gd name="csY1838" fmla="*/ 189346 h 358347"/>
                <a:gd name="csX1839" fmla="*/ 977267 w 977320"/>
                <a:gd name="csY1839" fmla="*/ 193661 h 358347"/>
                <a:gd name="csX1840" fmla="*/ 977267 w 977320"/>
                <a:gd name="csY1840" fmla="*/ 197982 h 358347"/>
                <a:gd name="csX1841" fmla="*/ 977267 w 977320"/>
                <a:gd name="csY1841" fmla="*/ 202304 h 358347"/>
                <a:gd name="csX1842" fmla="*/ 977275 w 977320"/>
                <a:gd name="csY1842" fmla="*/ 206625 h 358347"/>
                <a:gd name="csX1843" fmla="*/ 977275 w 977320"/>
                <a:gd name="csY1843" fmla="*/ 210947 h 358347"/>
                <a:gd name="csX1844" fmla="*/ 977275 w 977320"/>
                <a:gd name="csY1844" fmla="*/ 215269 h 358347"/>
                <a:gd name="csX1845" fmla="*/ 977275 w 977320"/>
                <a:gd name="csY1845" fmla="*/ 219591 h 358347"/>
                <a:gd name="csX1846" fmla="*/ 977275 w 977320"/>
                <a:gd name="csY1846" fmla="*/ 223912 h 358347"/>
                <a:gd name="csX1847" fmla="*/ 977283 w 977320"/>
                <a:gd name="csY1847" fmla="*/ 228241 h 358347"/>
                <a:gd name="csX1848" fmla="*/ 977283 w 977320"/>
                <a:gd name="csY1848" fmla="*/ 232571 h 358347"/>
                <a:gd name="csX1849" fmla="*/ 977283 w 977320"/>
                <a:gd name="csY1849" fmla="*/ 236900 h 358347"/>
                <a:gd name="csX1850" fmla="*/ 977283 w 977320"/>
                <a:gd name="csY1850" fmla="*/ 241229 h 358347"/>
                <a:gd name="csX1851" fmla="*/ 977283 w 977320"/>
                <a:gd name="csY1851" fmla="*/ 245559 h 358347"/>
                <a:gd name="csX1852" fmla="*/ 977290 w 977320"/>
                <a:gd name="csY1852" fmla="*/ 249895 h 358347"/>
                <a:gd name="csX1853" fmla="*/ 977290 w 977320"/>
                <a:gd name="csY1853" fmla="*/ 254232 h 358347"/>
                <a:gd name="csX1854" fmla="*/ 977290 w 977320"/>
                <a:gd name="csY1854" fmla="*/ 258569 h 358347"/>
                <a:gd name="csX1855" fmla="*/ 977290 w 977320"/>
                <a:gd name="csY1855" fmla="*/ 260418 h 358347"/>
                <a:gd name="csX1856" fmla="*/ 976628 w 977320"/>
                <a:gd name="csY1856" fmla="*/ 262685 h 358347"/>
                <a:gd name="csX1857" fmla="*/ 975152 w 977320"/>
                <a:gd name="csY1857" fmla="*/ 266079 h 358347"/>
                <a:gd name="csX1858" fmla="*/ 974893 w 977320"/>
                <a:gd name="csY1858" fmla="*/ 268826 h 358347"/>
                <a:gd name="csX1859" fmla="*/ 976111 w 977320"/>
                <a:gd name="csY1859" fmla="*/ 270963 h 358347"/>
                <a:gd name="csX1860" fmla="*/ 977297 w 977320"/>
                <a:gd name="csY1860" fmla="*/ 272356 h 358347"/>
                <a:gd name="csX1861" fmla="*/ 977297 w 977320"/>
                <a:gd name="csY1861" fmla="*/ 275932 h 358347"/>
                <a:gd name="csX1862" fmla="*/ 977297 w 977320"/>
                <a:gd name="csY1862" fmla="*/ 280276 h 358347"/>
                <a:gd name="csX1863" fmla="*/ 977305 w 977320"/>
                <a:gd name="csY1863" fmla="*/ 284629 h 358347"/>
                <a:gd name="csX1864" fmla="*/ 977305 w 977320"/>
                <a:gd name="csY1864" fmla="*/ 288981 h 358347"/>
                <a:gd name="csX1865" fmla="*/ 977305 w 977320"/>
                <a:gd name="csY1865" fmla="*/ 293333 h 358347"/>
                <a:gd name="csX1866" fmla="*/ 977305 w 977320"/>
                <a:gd name="csY1866" fmla="*/ 297685 h 358347"/>
                <a:gd name="csX1867" fmla="*/ 977305 w 977320"/>
                <a:gd name="csY1867" fmla="*/ 302045 h 358347"/>
                <a:gd name="csX1868" fmla="*/ 977313 w 977320"/>
                <a:gd name="csY1868" fmla="*/ 306404 h 358347"/>
                <a:gd name="csX1869" fmla="*/ 977313 w 977320"/>
                <a:gd name="csY1869" fmla="*/ 310764 h 358347"/>
                <a:gd name="csX1870" fmla="*/ 977313 w 977320"/>
                <a:gd name="csY1870" fmla="*/ 315124 h 358347"/>
                <a:gd name="csX1871" fmla="*/ 977313 w 977320"/>
                <a:gd name="csY1871" fmla="*/ 319491 h 358347"/>
                <a:gd name="csX1872" fmla="*/ 977321 w 977320"/>
                <a:gd name="csY1872" fmla="*/ 319772 h 358347"/>
                <a:gd name="csX1873" fmla="*/ 976209 w 977320"/>
                <a:gd name="csY1873" fmla="*/ 319050 h 358347"/>
                <a:gd name="csX1874" fmla="*/ 973265 w 977320"/>
                <a:gd name="csY1874" fmla="*/ 316661 h 358347"/>
                <a:gd name="csX1875" fmla="*/ 970594 w 977320"/>
                <a:gd name="csY1875" fmla="*/ 313937 h 358347"/>
                <a:gd name="csX1876" fmla="*/ 968867 w 977320"/>
                <a:gd name="csY1876" fmla="*/ 311396 h 358347"/>
                <a:gd name="csX1877" fmla="*/ 966920 w 977320"/>
                <a:gd name="csY1877" fmla="*/ 309082 h 358347"/>
                <a:gd name="csX1878" fmla="*/ 958626 w 977320"/>
                <a:gd name="csY1878" fmla="*/ 302227 h 358347"/>
                <a:gd name="csX1879" fmla="*/ 956526 w 977320"/>
                <a:gd name="csY1879" fmla="*/ 299975 h 358347"/>
                <a:gd name="csX1880" fmla="*/ 956100 w 977320"/>
                <a:gd name="csY1880" fmla="*/ 299351 h 358347"/>
                <a:gd name="csX1881" fmla="*/ 956298 w 977320"/>
                <a:gd name="csY1881" fmla="*/ 298765 h 358347"/>
                <a:gd name="csX1882" fmla="*/ 957257 w 977320"/>
                <a:gd name="csY1882" fmla="*/ 297578 h 358347"/>
                <a:gd name="csX1883" fmla="*/ 958954 w 977320"/>
                <a:gd name="csY1883" fmla="*/ 294147 h 358347"/>
                <a:gd name="csX1884" fmla="*/ 957181 w 977320"/>
                <a:gd name="csY1884" fmla="*/ 296270 h 358347"/>
                <a:gd name="csX1885" fmla="*/ 955073 w 977320"/>
                <a:gd name="csY1885" fmla="*/ 297951 h 358347"/>
                <a:gd name="csX1886" fmla="*/ 951999 w 977320"/>
                <a:gd name="csY1886" fmla="*/ 298058 h 358347"/>
                <a:gd name="csX1887" fmla="*/ 948986 w 977320"/>
                <a:gd name="csY1887" fmla="*/ 298469 h 358347"/>
                <a:gd name="csX1888" fmla="*/ 946194 w 977320"/>
                <a:gd name="csY1888" fmla="*/ 299480 h 358347"/>
                <a:gd name="csX1889" fmla="*/ 943356 w 977320"/>
                <a:gd name="csY1889" fmla="*/ 299830 h 358347"/>
                <a:gd name="csX1890" fmla="*/ 941933 w 977320"/>
                <a:gd name="csY1890" fmla="*/ 299336 h 358347"/>
                <a:gd name="csX1891" fmla="*/ 941081 w 977320"/>
                <a:gd name="csY1891" fmla="*/ 298073 h 358347"/>
                <a:gd name="csX1892" fmla="*/ 940632 w 977320"/>
                <a:gd name="csY1892" fmla="*/ 296779 h 358347"/>
                <a:gd name="csX1893" fmla="*/ 940434 w 977320"/>
                <a:gd name="csY1893" fmla="*/ 295402 h 358347"/>
                <a:gd name="csX1894" fmla="*/ 939240 w 977320"/>
                <a:gd name="csY1894" fmla="*/ 297624 h 358347"/>
                <a:gd name="csX1895" fmla="*/ 936896 w 977320"/>
                <a:gd name="csY1895" fmla="*/ 298841 h 358347"/>
                <a:gd name="csX1896" fmla="*/ 933693 w 977320"/>
                <a:gd name="csY1896" fmla="*/ 301405 h 358347"/>
                <a:gd name="csX1897" fmla="*/ 932780 w 977320"/>
                <a:gd name="csY1897" fmla="*/ 300873 h 358347"/>
                <a:gd name="csX1898" fmla="*/ 932232 w 977320"/>
                <a:gd name="csY1898" fmla="*/ 299899 h 358347"/>
                <a:gd name="csX1899" fmla="*/ 932050 w 977320"/>
                <a:gd name="csY1899" fmla="*/ 298887 h 358347"/>
                <a:gd name="csX1900" fmla="*/ 932666 w 977320"/>
                <a:gd name="csY1900" fmla="*/ 297807 h 358347"/>
                <a:gd name="csX1901" fmla="*/ 933107 w 977320"/>
                <a:gd name="csY1901" fmla="*/ 296665 h 358347"/>
                <a:gd name="csX1902" fmla="*/ 933754 w 977320"/>
                <a:gd name="csY1902" fmla="*/ 293918 h 358347"/>
                <a:gd name="csX1903" fmla="*/ 935184 w 977320"/>
                <a:gd name="csY1903" fmla="*/ 292298 h 358347"/>
                <a:gd name="csX1904" fmla="*/ 936097 w 977320"/>
                <a:gd name="csY1904" fmla="*/ 289171 h 358347"/>
                <a:gd name="csX1905" fmla="*/ 936691 w 977320"/>
                <a:gd name="csY1905" fmla="*/ 288060 h 358347"/>
                <a:gd name="csX1906" fmla="*/ 936995 w 977320"/>
                <a:gd name="csY1906" fmla="*/ 286949 h 358347"/>
                <a:gd name="csX1907" fmla="*/ 936166 w 977320"/>
                <a:gd name="csY1907" fmla="*/ 285686 h 358347"/>
                <a:gd name="csX1908" fmla="*/ 934758 w 977320"/>
                <a:gd name="csY1908" fmla="*/ 285260 h 358347"/>
                <a:gd name="csX1909" fmla="*/ 933792 w 977320"/>
                <a:gd name="csY1909" fmla="*/ 284492 h 358347"/>
                <a:gd name="csX1910" fmla="*/ 932681 w 977320"/>
                <a:gd name="csY1910" fmla="*/ 282369 h 358347"/>
                <a:gd name="csX1911" fmla="*/ 931981 w 977320"/>
                <a:gd name="csY1911" fmla="*/ 281653 h 358347"/>
                <a:gd name="csX1912" fmla="*/ 930710 w 977320"/>
                <a:gd name="csY1912" fmla="*/ 280779 h 358347"/>
                <a:gd name="csX1913" fmla="*/ 929737 w 977320"/>
                <a:gd name="csY1913" fmla="*/ 279767 h 358347"/>
                <a:gd name="csX1914" fmla="*/ 930817 w 977320"/>
                <a:gd name="csY1914" fmla="*/ 278998 h 358347"/>
                <a:gd name="csX1915" fmla="*/ 932240 w 977320"/>
                <a:gd name="csY1915" fmla="*/ 278686 h 358347"/>
                <a:gd name="csX1916" fmla="*/ 933404 w 977320"/>
                <a:gd name="csY1916" fmla="*/ 278732 h 358347"/>
                <a:gd name="csX1917" fmla="*/ 935504 w 977320"/>
                <a:gd name="csY1917" fmla="*/ 279211 h 358347"/>
                <a:gd name="csX1918" fmla="*/ 936455 w 977320"/>
                <a:gd name="csY1918" fmla="*/ 279234 h 358347"/>
                <a:gd name="csX1919" fmla="*/ 938897 w 977320"/>
                <a:gd name="csY1919" fmla="*/ 278450 h 358347"/>
                <a:gd name="csX1920" fmla="*/ 937520 w 977320"/>
                <a:gd name="csY1920" fmla="*/ 278694 h 358347"/>
                <a:gd name="csX1921" fmla="*/ 936158 w 977320"/>
                <a:gd name="csY1921" fmla="*/ 278663 h 358347"/>
                <a:gd name="csX1922" fmla="*/ 931821 w 977320"/>
                <a:gd name="csY1922" fmla="*/ 277294 h 358347"/>
                <a:gd name="csX1923" fmla="*/ 929136 w 977320"/>
                <a:gd name="csY1923" fmla="*/ 275871 h 358347"/>
                <a:gd name="csX1924" fmla="*/ 926602 w 977320"/>
                <a:gd name="csY1924" fmla="*/ 273018 h 358347"/>
                <a:gd name="csX1925" fmla="*/ 926571 w 977320"/>
                <a:gd name="csY1925" fmla="*/ 272470 h 358347"/>
                <a:gd name="csX1926" fmla="*/ 928359 w 977320"/>
                <a:gd name="csY1926" fmla="*/ 271953 h 358347"/>
                <a:gd name="csX1927" fmla="*/ 932217 w 977320"/>
                <a:gd name="csY1927" fmla="*/ 271352 h 358347"/>
                <a:gd name="csX1928" fmla="*/ 931022 w 977320"/>
                <a:gd name="csY1928" fmla="*/ 269898 h 358347"/>
                <a:gd name="csX1929" fmla="*/ 929280 w 977320"/>
                <a:gd name="csY1929" fmla="*/ 268628 h 358347"/>
                <a:gd name="csX1930" fmla="*/ 928671 w 977320"/>
                <a:gd name="csY1930" fmla="*/ 266375 h 358347"/>
                <a:gd name="csX1931" fmla="*/ 927484 w 977320"/>
                <a:gd name="csY1931" fmla="*/ 264983 h 358347"/>
                <a:gd name="csX1932" fmla="*/ 924913 w 977320"/>
                <a:gd name="csY1932" fmla="*/ 262708 h 358347"/>
                <a:gd name="csX1933" fmla="*/ 923140 w 977320"/>
                <a:gd name="csY1933" fmla="*/ 260350 h 358347"/>
                <a:gd name="csX1934" fmla="*/ 921641 w 977320"/>
                <a:gd name="csY1934" fmla="*/ 255556 h 358347"/>
                <a:gd name="csX1935" fmla="*/ 920104 w 977320"/>
                <a:gd name="csY1935" fmla="*/ 251935 h 358347"/>
                <a:gd name="csX1936" fmla="*/ 920484 w 977320"/>
                <a:gd name="csY1936" fmla="*/ 250626 h 358347"/>
                <a:gd name="csX1937" fmla="*/ 921778 w 977320"/>
                <a:gd name="csY1937" fmla="*/ 249690 h 358347"/>
                <a:gd name="csX1938" fmla="*/ 919815 w 977320"/>
                <a:gd name="csY1938" fmla="*/ 249583 h 358347"/>
                <a:gd name="csX1939" fmla="*/ 918042 w 977320"/>
                <a:gd name="csY1939" fmla="*/ 248914 h 358347"/>
                <a:gd name="csX1940" fmla="*/ 918985 w 977320"/>
                <a:gd name="csY1940" fmla="*/ 247156 h 358347"/>
                <a:gd name="csX1941" fmla="*/ 921040 w 977320"/>
                <a:gd name="csY1941" fmla="*/ 246114 h 358347"/>
                <a:gd name="csX1942" fmla="*/ 919168 w 977320"/>
                <a:gd name="csY1942" fmla="*/ 246380 h 358347"/>
                <a:gd name="csX1943" fmla="*/ 917342 w 977320"/>
                <a:gd name="csY1943" fmla="*/ 246890 h 358347"/>
                <a:gd name="csX1944" fmla="*/ 916513 w 977320"/>
                <a:gd name="csY1944" fmla="*/ 246989 h 358347"/>
                <a:gd name="csX1945" fmla="*/ 915653 w 977320"/>
                <a:gd name="csY1945" fmla="*/ 246829 h 358347"/>
                <a:gd name="csX1946" fmla="*/ 915196 w 977320"/>
                <a:gd name="csY1946" fmla="*/ 246122 h 358347"/>
                <a:gd name="csX1947" fmla="*/ 915136 w 977320"/>
                <a:gd name="csY1947" fmla="*/ 245117 h 358347"/>
                <a:gd name="csX1948" fmla="*/ 915402 w 977320"/>
                <a:gd name="csY1948" fmla="*/ 243345 h 358347"/>
                <a:gd name="csX1949" fmla="*/ 915090 w 977320"/>
                <a:gd name="csY1949" fmla="*/ 241625 h 358347"/>
                <a:gd name="csX1950" fmla="*/ 913469 w 977320"/>
                <a:gd name="csY1950" fmla="*/ 240826 h 358347"/>
                <a:gd name="csX1951" fmla="*/ 912123 w 977320"/>
                <a:gd name="csY1951" fmla="*/ 239601 h 358347"/>
                <a:gd name="csX1952" fmla="*/ 911362 w 977320"/>
                <a:gd name="csY1952" fmla="*/ 239145 h 358347"/>
                <a:gd name="csX1953" fmla="*/ 910373 w 977320"/>
                <a:gd name="csY1953" fmla="*/ 239175 h 358347"/>
                <a:gd name="csX1954" fmla="*/ 909406 w 977320"/>
                <a:gd name="csY1954" fmla="*/ 238353 h 358347"/>
                <a:gd name="csX1955" fmla="*/ 908630 w 977320"/>
                <a:gd name="csY1955" fmla="*/ 237166 h 358347"/>
                <a:gd name="csX1956" fmla="*/ 898967 w 977320"/>
                <a:gd name="csY1956" fmla="*/ 232015 h 358347"/>
                <a:gd name="csX1957" fmla="*/ 898397 w 977320"/>
                <a:gd name="csY1957" fmla="*/ 230547 h 358347"/>
                <a:gd name="csX1958" fmla="*/ 897499 w 977320"/>
                <a:gd name="csY1958" fmla="*/ 231186 h 358347"/>
                <a:gd name="csX1959" fmla="*/ 896609 w 977320"/>
                <a:gd name="csY1959" fmla="*/ 231506 h 358347"/>
                <a:gd name="csX1960" fmla="*/ 895498 w 977320"/>
                <a:gd name="csY1960" fmla="*/ 230661 h 358347"/>
                <a:gd name="csX1961" fmla="*/ 894334 w 977320"/>
                <a:gd name="csY1961" fmla="*/ 230098 h 358347"/>
                <a:gd name="csX1962" fmla="*/ 893063 w 977320"/>
                <a:gd name="csY1962" fmla="*/ 230189 h 358347"/>
                <a:gd name="csX1963" fmla="*/ 891891 w 977320"/>
                <a:gd name="csY1963" fmla="*/ 229733 h 358347"/>
                <a:gd name="csX1964" fmla="*/ 890659 w 977320"/>
                <a:gd name="csY1964" fmla="*/ 229474 h 358347"/>
                <a:gd name="csX1965" fmla="*/ 889373 w 977320"/>
                <a:gd name="csY1965" fmla="*/ 229436 h 358347"/>
                <a:gd name="csX1966" fmla="*/ 884298 w 977320"/>
                <a:gd name="csY1966" fmla="*/ 227853 h 358347"/>
                <a:gd name="csX1967" fmla="*/ 879489 w 977320"/>
                <a:gd name="csY1967" fmla="*/ 225350 h 358347"/>
                <a:gd name="csX1968" fmla="*/ 875571 w 977320"/>
                <a:gd name="csY1968" fmla="*/ 224270 h 358347"/>
                <a:gd name="csX1969" fmla="*/ 873159 w 977320"/>
                <a:gd name="csY1969" fmla="*/ 222862 h 358347"/>
                <a:gd name="csX1970" fmla="*/ 870648 w 977320"/>
                <a:gd name="csY1970" fmla="*/ 221721 h 358347"/>
                <a:gd name="csX1971" fmla="*/ 865033 w 977320"/>
                <a:gd name="csY1971" fmla="*/ 220610 h 358347"/>
                <a:gd name="csX1972" fmla="*/ 859342 w 977320"/>
                <a:gd name="csY1972" fmla="*/ 219857 h 358347"/>
                <a:gd name="csX1973" fmla="*/ 857280 w 977320"/>
                <a:gd name="csY1973" fmla="*/ 219834 h 358347"/>
                <a:gd name="csX1974" fmla="*/ 855553 w 977320"/>
                <a:gd name="csY1974" fmla="*/ 220077 h 358347"/>
                <a:gd name="csX1975" fmla="*/ 853894 w 977320"/>
                <a:gd name="csY1975" fmla="*/ 220024 h 358347"/>
                <a:gd name="csX1976" fmla="*/ 844475 w 977320"/>
                <a:gd name="csY1976" fmla="*/ 214592 h 358347"/>
                <a:gd name="csX1977" fmla="*/ 842885 w 977320"/>
                <a:gd name="csY1977" fmla="*/ 212119 h 358347"/>
                <a:gd name="csX1978" fmla="*/ 843037 w 977320"/>
                <a:gd name="csY1978" fmla="*/ 210673 h 358347"/>
                <a:gd name="csX1979" fmla="*/ 843463 w 977320"/>
                <a:gd name="csY1979" fmla="*/ 209479 h 358347"/>
                <a:gd name="csX1980" fmla="*/ 847305 w 977320"/>
                <a:gd name="csY1980" fmla="*/ 209136 h 358347"/>
                <a:gd name="csX1981" fmla="*/ 844604 w 977320"/>
                <a:gd name="csY1981" fmla="*/ 208786 h 358347"/>
                <a:gd name="csX1982" fmla="*/ 843493 w 977320"/>
                <a:gd name="csY1982" fmla="*/ 208946 h 358347"/>
                <a:gd name="csX1983" fmla="*/ 841264 w 977320"/>
                <a:gd name="csY1983" fmla="*/ 209928 h 358347"/>
                <a:gd name="csX1984" fmla="*/ 840062 w 977320"/>
                <a:gd name="csY1984" fmla="*/ 209996 h 358347"/>
                <a:gd name="csX1985" fmla="*/ 838358 w 977320"/>
                <a:gd name="csY1985" fmla="*/ 209342 h 358347"/>
                <a:gd name="csX1986" fmla="*/ 836729 w 977320"/>
                <a:gd name="csY1986" fmla="*/ 208520 h 358347"/>
                <a:gd name="csX1987" fmla="*/ 834059 w 977320"/>
                <a:gd name="csY1987" fmla="*/ 209281 h 358347"/>
                <a:gd name="csX1988" fmla="*/ 832697 w 977320"/>
                <a:gd name="csY1988" fmla="*/ 208033 h 358347"/>
                <a:gd name="csX1989" fmla="*/ 832225 w 977320"/>
                <a:gd name="csY1989" fmla="*/ 206717 h 358347"/>
                <a:gd name="csX1990" fmla="*/ 831510 w 977320"/>
                <a:gd name="csY1990" fmla="*/ 206116 h 358347"/>
                <a:gd name="csX1991" fmla="*/ 830506 w 977320"/>
                <a:gd name="csY1991" fmla="*/ 206177 h 358347"/>
                <a:gd name="csX1992" fmla="*/ 829151 w 977320"/>
                <a:gd name="csY1992" fmla="*/ 206656 h 358347"/>
                <a:gd name="csX1993" fmla="*/ 827805 w 977320"/>
                <a:gd name="csY1993" fmla="*/ 206572 h 358347"/>
                <a:gd name="csX1994" fmla="*/ 826937 w 977320"/>
                <a:gd name="csY1994" fmla="*/ 205667 h 358347"/>
                <a:gd name="csX1995" fmla="*/ 826313 w 977320"/>
                <a:gd name="csY1995" fmla="*/ 204487 h 358347"/>
                <a:gd name="csX1996" fmla="*/ 825393 w 977320"/>
                <a:gd name="csY1996" fmla="*/ 203643 h 358347"/>
                <a:gd name="csX1997" fmla="*/ 824282 w 977320"/>
                <a:gd name="csY1997" fmla="*/ 202996 h 358347"/>
                <a:gd name="csX1998" fmla="*/ 822456 w 977320"/>
                <a:gd name="csY1998" fmla="*/ 201467 h 358347"/>
                <a:gd name="csX1999" fmla="*/ 821505 w 977320"/>
                <a:gd name="csY1999" fmla="*/ 199375 h 358347"/>
                <a:gd name="csX2000" fmla="*/ 821619 w 977320"/>
                <a:gd name="csY2000" fmla="*/ 195761 h 358347"/>
                <a:gd name="csX2001" fmla="*/ 821908 w 977320"/>
                <a:gd name="csY2001" fmla="*/ 194467 h 358347"/>
                <a:gd name="csX2002" fmla="*/ 823711 w 977320"/>
                <a:gd name="csY2002" fmla="*/ 192359 h 358347"/>
                <a:gd name="csX2003" fmla="*/ 824989 w 977320"/>
                <a:gd name="csY2003" fmla="*/ 190358 h 358347"/>
                <a:gd name="csX2004" fmla="*/ 823407 w 977320"/>
                <a:gd name="csY2004" fmla="*/ 190138 h 358347"/>
                <a:gd name="csX2005" fmla="*/ 821976 w 977320"/>
                <a:gd name="csY2005" fmla="*/ 191058 h 358347"/>
                <a:gd name="csX2006" fmla="*/ 821375 w 977320"/>
                <a:gd name="csY2006" fmla="*/ 192002 h 358347"/>
                <a:gd name="csX2007" fmla="*/ 821132 w 977320"/>
                <a:gd name="csY2007" fmla="*/ 193143 h 358347"/>
                <a:gd name="csX2008" fmla="*/ 820972 w 977320"/>
                <a:gd name="csY2008" fmla="*/ 196940 h 358347"/>
                <a:gd name="csX2009" fmla="*/ 819823 w 977320"/>
                <a:gd name="csY2009" fmla="*/ 198043 h 358347"/>
                <a:gd name="csX2010" fmla="*/ 818088 w 977320"/>
                <a:gd name="csY2010" fmla="*/ 197952 h 358347"/>
                <a:gd name="csX2011" fmla="*/ 818598 w 977320"/>
                <a:gd name="csY2011" fmla="*/ 200174 h 358347"/>
                <a:gd name="csX2012" fmla="*/ 817890 w 977320"/>
                <a:gd name="csY2012" fmla="*/ 202281 h 358347"/>
                <a:gd name="csX2013" fmla="*/ 815874 w 977320"/>
                <a:gd name="csY2013" fmla="*/ 204761 h 358347"/>
                <a:gd name="csX2014" fmla="*/ 815714 w 977320"/>
                <a:gd name="csY2014" fmla="*/ 205888 h 358347"/>
                <a:gd name="csX2015" fmla="*/ 816034 w 977320"/>
                <a:gd name="csY2015" fmla="*/ 207112 h 358347"/>
                <a:gd name="csX2016" fmla="*/ 815577 w 977320"/>
                <a:gd name="csY2016" fmla="*/ 208315 h 358347"/>
                <a:gd name="csX2017" fmla="*/ 812321 w 977320"/>
                <a:gd name="csY2017" fmla="*/ 211784 h 358347"/>
                <a:gd name="csX2018" fmla="*/ 811233 w 977320"/>
                <a:gd name="csY2018" fmla="*/ 211952 h 358347"/>
                <a:gd name="csX2019" fmla="*/ 808829 w 977320"/>
                <a:gd name="csY2019" fmla="*/ 211929 h 358347"/>
                <a:gd name="csX2020" fmla="*/ 806341 w 977320"/>
                <a:gd name="csY2020" fmla="*/ 212477 h 358347"/>
                <a:gd name="csX2021" fmla="*/ 805184 w 977320"/>
                <a:gd name="csY2021" fmla="*/ 211670 h 358347"/>
                <a:gd name="csX2022" fmla="*/ 804241 w 977320"/>
                <a:gd name="csY2022" fmla="*/ 210620 h 358347"/>
                <a:gd name="csX2023" fmla="*/ 803533 w 977320"/>
                <a:gd name="csY2023" fmla="*/ 209372 h 358347"/>
                <a:gd name="csX2024" fmla="*/ 802544 w 977320"/>
                <a:gd name="csY2024" fmla="*/ 206808 h 358347"/>
                <a:gd name="csX2025" fmla="*/ 801753 w 977320"/>
                <a:gd name="csY2025" fmla="*/ 204160 h 358347"/>
                <a:gd name="csX2026" fmla="*/ 804226 w 977320"/>
                <a:gd name="csY2026" fmla="*/ 200919 h 358347"/>
                <a:gd name="csX2027" fmla="*/ 803374 w 977320"/>
                <a:gd name="csY2027" fmla="*/ 197990 h 358347"/>
                <a:gd name="csX2028" fmla="*/ 801700 w 977320"/>
                <a:gd name="csY2028" fmla="*/ 195471 h 358347"/>
                <a:gd name="csX2029" fmla="*/ 797469 w 977320"/>
                <a:gd name="csY2029" fmla="*/ 191987 h 358347"/>
                <a:gd name="csX2030" fmla="*/ 793086 w 977320"/>
                <a:gd name="csY2030" fmla="*/ 188677 h 358347"/>
                <a:gd name="csX2031" fmla="*/ 791093 w 977320"/>
                <a:gd name="csY2031" fmla="*/ 188007 h 358347"/>
                <a:gd name="csX2032" fmla="*/ 787829 w 977320"/>
                <a:gd name="csY2032" fmla="*/ 187711 h 358347"/>
                <a:gd name="csX2033" fmla="*/ 786794 w 977320"/>
                <a:gd name="csY2033" fmla="*/ 187391 h 358347"/>
                <a:gd name="csX2034" fmla="*/ 785783 w 977320"/>
                <a:gd name="csY2034" fmla="*/ 186151 h 358347"/>
                <a:gd name="csX2035" fmla="*/ 785029 w 977320"/>
                <a:gd name="csY2035" fmla="*/ 184720 h 358347"/>
                <a:gd name="csX2036" fmla="*/ 787076 w 977320"/>
                <a:gd name="csY2036" fmla="*/ 184104 h 358347"/>
                <a:gd name="csX2037" fmla="*/ 790568 w 977320"/>
                <a:gd name="csY2037" fmla="*/ 182423 h 358347"/>
                <a:gd name="csX2038" fmla="*/ 792554 w 977320"/>
                <a:gd name="csY2038" fmla="*/ 182506 h 358347"/>
                <a:gd name="csX2039" fmla="*/ 797941 w 977320"/>
                <a:gd name="csY2039" fmla="*/ 183419 h 358347"/>
                <a:gd name="csX2040" fmla="*/ 799592 w 977320"/>
                <a:gd name="csY2040" fmla="*/ 184249 h 358347"/>
                <a:gd name="csX2041" fmla="*/ 801129 w 977320"/>
                <a:gd name="csY2041" fmla="*/ 184736 h 358347"/>
                <a:gd name="csX2042" fmla="*/ 804804 w 977320"/>
                <a:gd name="csY2042" fmla="*/ 181959 h 358347"/>
                <a:gd name="csX2043" fmla="*/ 807718 w 977320"/>
                <a:gd name="csY2043" fmla="*/ 178329 h 358347"/>
                <a:gd name="csX2044" fmla="*/ 809537 w 977320"/>
                <a:gd name="csY2044" fmla="*/ 177538 h 358347"/>
                <a:gd name="csX2045" fmla="*/ 811081 w 977320"/>
                <a:gd name="csY2045" fmla="*/ 177272 h 358347"/>
                <a:gd name="csX2046" fmla="*/ 812656 w 977320"/>
                <a:gd name="csY2046" fmla="*/ 177622 h 358347"/>
                <a:gd name="csX2047" fmla="*/ 815783 w 977320"/>
                <a:gd name="csY2047" fmla="*/ 178885 h 358347"/>
                <a:gd name="csX2048" fmla="*/ 818241 w 977320"/>
                <a:gd name="csY2048" fmla="*/ 179478 h 358347"/>
                <a:gd name="csX2049" fmla="*/ 819990 w 977320"/>
                <a:gd name="csY2049" fmla="*/ 179592 h 358347"/>
                <a:gd name="csX2050" fmla="*/ 820903 w 977320"/>
                <a:gd name="csY2050" fmla="*/ 180726 h 358347"/>
                <a:gd name="csX2051" fmla="*/ 821938 w 977320"/>
                <a:gd name="csY2051" fmla="*/ 181236 h 358347"/>
                <a:gd name="csX2052" fmla="*/ 822174 w 977320"/>
                <a:gd name="csY2052" fmla="*/ 179524 h 358347"/>
                <a:gd name="csX2053" fmla="*/ 823072 w 977320"/>
                <a:gd name="csY2053" fmla="*/ 177546 h 358347"/>
                <a:gd name="csX2054" fmla="*/ 824815 w 977320"/>
                <a:gd name="csY2054" fmla="*/ 176929 h 358347"/>
                <a:gd name="csX2055" fmla="*/ 825735 w 977320"/>
                <a:gd name="csY2055" fmla="*/ 176785 h 358347"/>
                <a:gd name="csX2056" fmla="*/ 826313 w 977320"/>
                <a:gd name="csY2056" fmla="*/ 176275 h 358347"/>
                <a:gd name="csX2057" fmla="*/ 826184 w 977320"/>
                <a:gd name="csY2057" fmla="*/ 174441 h 358347"/>
                <a:gd name="csX2058" fmla="*/ 823878 w 977320"/>
                <a:gd name="csY2058" fmla="*/ 174213 h 358347"/>
                <a:gd name="csX2059" fmla="*/ 825134 w 977320"/>
                <a:gd name="csY2059" fmla="*/ 172638 h 358347"/>
                <a:gd name="csX2060" fmla="*/ 826252 w 977320"/>
                <a:gd name="csY2060" fmla="*/ 171870 h 358347"/>
                <a:gd name="csX2061" fmla="*/ 826641 w 977320"/>
                <a:gd name="csY2061" fmla="*/ 171101 h 358347"/>
                <a:gd name="csX2062" fmla="*/ 826663 w 977320"/>
                <a:gd name="csY2062" fmla="*/ 170143 h 358347"/>
                <a:gd name="csX2063" fmla="*/ 822151 w 977320"/>
                <a:gd name="csY2063" fmla="*/ 171991 h 358347"/>
                <a:gd name="csX2064" fmla="*/ 817396 w 977320"/>
                <a:gd name="csY2064" fmla="*/ 172768 h 358347"/>
                <a:gd name="csX2065" fmla="*/ 814589 w 977320"/>
                <a:gd name="csY2065" fmla="*/ 172554 h 358347"/>
                <a:gd name="csX2066" fmla="*/ 811788 w 977320"/>
                <a:gd name="csY2066" fmla="*/ 172532 h 358347"/>
                <a:gd name="csX2067" fmla="*/ 806189 w 977320"/>
                <a:gd name="csY2067" fmla="*/ 173764 h 358347"/>
                <a:gd name="csX2068" fmla="*/ 804066 w 977320"/>
                <a:gd name="csY2068" fmla="*/ 173719 h 358347"/>
                <a:gd name="csX2069" fmla="*/ 799112 w 977320"/>
                <a:gd name="csY2069" fmla="*/ 173216 h 358347"/>
                <a:gd name="csX2070" fmla="*/ 796373 w 977320"/>
                <a:gd name="csY2070" fmla="*/ 172615 h 358347"/>
                <a:gd name="csX2071" fmla="*/ 794258 w 977320"/>
                <a:gd name="csY2071" fmla="*/ 173079 h 358347"/>
                <a:gd name="csX2072" fmla="*/ 792212 w 977320"/>
                <a:gd name="csY2072" fmla="*/ 173117 h 358347"/>
                <a:gd name="csX2073" fmla="*/ 790073 w 977320"/>
                <a:gd name="csY2073" fmla="*/ 171702 h 358347"/>
                <a:gd name="csX2074" fmla="*/ 788255 w 977320"/>
                <a:gd name="csY2074" fmla="*/ 169937 h 358347"/>
                <a:gd name="csX2075" fmla="*/ 787350 w 977320"/>
                <a:gd name="csY2075" fmla="*/ 168682 h 358347"/>
                <a:gd name="csX2076" fmla="*/ 786148 w 977320"/>
                <a:gd name="csY2076" fmla="*/ 167769 h 358347"/>
                <a:gd name="csX2077" fmla="*/ 785615 w 977320"/>
                <a:gd name="csY2077" fmla="*/ 166544 h 358347"/>
                <a:gd name="csX2078" fmla="*/ 784283 w 977320"/>
                <a:gd name="csY2078" fmla="*/ 161933 h 358347"/>
                <a:gd name="csX2079" fmla="*/ 784162 w 977320"/>
                <a:gd name="csY2079" fmla="*/ 158631 h 358347"/>
                <a:gd name="csX2080" fmla="*/ 782008 w 977320"/>
                <a:gd name="csY2080" fmla="*/ 158570 h 358347"/>
                <a:gd name="csX2081" fmla="*/ 779916 w 977320"/>
                <a:gd name="csY2081" fmla="*/ 158243 h 358347"/>
                <a:gd name="csX2082" fmla="*/ 770565 w 977320"/>
                <a:gd name="csY2082" fmla="*/ 155108 h 358347"/>
                <a:gd name="csX2083" fmla="*/ 769439 w 977320"/>
                <a:gd name="csY2083" fmla="*/ 155877 h 358347"/>
                <a:gd name="csX2084" fmla="*/ 768123 w 977320"/>
                <a:gd name="csY2084" fmla="*/ 156272 h 358347"/>
                <a:gd name="csX2085" fmla="*/ 766807 w 977320"/>
                <a:gd name="csY2085" fmla="*/ 156417 h 358347"/>
                <a:gd name="csX2086" fmla="*/ 765505 w 977320"/>
                <a:gd name="csY2086" fmla="*/ 156257 h 358347"/>
                <a:gd name="csX2087" fmla="*/ 764205 w 977320"/>
                <a:gd name="csY2087" fmla="*/ 155770 h 358347"/>
                <a:gd name="csX2088" fmla="*/ 764318 w 977320"/>
                <a:gd name="csY2088" fmla="*/ 154902 h 358347"/>
                <a:gd name="csX2089" fmla="*/ 765277 w 977320"/>
                <a:gd name="csY2089" fmla="*/ 152787 h 358347"/>
                <a:gd name="csX2090" fmla="*/ 766228 w 977320"/>
                <a:gd name="csY2090" fmla="*/ 152004 h 358347"/>
                <a:gd name="csX2091" fmla="*/ 767537 w 977320"/>
                <a:gd name="csY2091" fmla="*/ 151395 h 358347"/>
                <a:gd name="csX2092" fmla="*/ 768367 w 977320"/>
                <a:gd name="csY2092" fmla="*/ 150269 h 358347"/>
                <a:gd name="csX2093" fmla="*/ 769721 w 977320"/>
                <a:gd name="csY2093" fmla="*/ 146898 h 358347"/>
                <a:gd name="csX2094" fmla="*/ 769827 w 977320"/>
                <a:gd name="csY2094" fmla="*/ 145749 h 358347"/>
                <a:gd name="csX2095" fmla="*/ 769675 w 977320"/>
                <a:gd name="csY2095" fmla="*/ 144578 h 358347"/>
                <a:gd name="csX2096" fmla="*/ 769789 w 977320"/>
                <a:gd name="csY2096" fmla="*/ 143687 h 358347"/>
                <a:gd name="csX2097" fmla="*/ 770626 w 977320"/>
                <a:gd name="csY2097" fmla="*/ 143223 h 358347"/>
                <a:gd name="csX2098" fmla="*/ 774149 w 977320"/>
                <a:gd name="csY2098" fmla="*/ 142128 h 358347"/>
                <a:gd name="csX2099" fmla="*/ 781468 w 977320"/>
                <a:gd name="csY2099" fmla="*/ 140469 h 358347"/>
                <a:gd name="csX2100" fmla="*/ 783317 w 977320"/>
                <a:gd name="csY2100" fmla="*/ 139480 h 358347"/>
                <a:gd name="csX2101" fmla="*/ 784846 w 977320"/>
                <a:gd name="csY2101" fmla="*/ 137897 h 358347"/>
                <a:gd name="csX2102" fmla="*/ 786627 w 977320"/>
                <a:gd name="csY2102" fmla="*/ 136939 h 358347"/>
                <a:gd name="csX2103" fmla="*/ 787441 w 977320"/>
                <a:gd name="csY2103" fmla="*/ 135965 h 358347"/>
                <a:gd name="csX2104" fmla="*/ 788385 w 977320"/>
                <a:gd name="csY2104" fmla="*/ 135181 h 358347"/>
                <a:gd name="csX2105" fmla="*/ 794045 w 977320"/>
                <a:gd name="csY2105" fmla="*/ 133089 h 358347"/>
                <a:gd name="csX2106" fmla="*/ 796488 w 977320"/>
                <a:gd name="csY2106" fmla="*/ 132922 h 358347"/>
                <a:gd name="csX2107" fmla="*/ 798983 w 977320"/>
                <a:gd name="csY2107" fmla="*/ 133165 h 358347"/>
                <a:gd name="csX2108" fmla="*/ 803921 w 977320"/>
                <a:gd name="csY2108" fmla="*/ 134405 h 358347"/>
                <a:gd name="csX2109" fmla="*/ 808631 w 977320"/>
                <a:gd name="csY2109" fmla="*/ 136406 h 358347"/>
                <a:gd name="csX2110" fmla="*/ 812717 w 977320"/>
                <a:gd name="csY2110" fmla="*/ 139039 h 358347"/>
                <a:gd name="csX2111" fmla="*/ 817099 w 977320"/>
                <a:gd name="csY2111" fmla="*/ 140926 h 358347"/>
                <a:gd name="csX2112" fmla="*/ 197884 w 977320"/>
                <a:gd name="csY2112" fmla="*/ 132625 h 358347"/>
                <a:gd name="csX2113" fmla="*/ 199885 w 977320"/>
                <a:gd name="csY2113" fmla="*/ 134687 h 358347"/>
                <a:gd name="csX2114" fmla="*/ 200364 w 977320"/>
                <a:gd name="csY2114" fmla="*/ 135425 h 358347"/>
                <a:gd name="csX2115" fmla="*/ 199375 w 977320"/>
                <a:gd name="csY2115" fmla="*/ 136566 h 358347"/>
                <a:gd name="csX2116" fmla="*/ 198583 w 977320"/>
                <a:gd name="csY2116" fmla="*/ 138179 h 358347"/>
                <a:gd name="csX2117" fmla="*/ 198127 w 977320"/>
                <a:gd name="csY2117" fmla="*/ 138521 h 358347"/>
                <a:gd name="csX2118" fmla="*/ 196598 w 977320"/>
                <a:gd name="csY2118" fmla="*/ 137905 h 358347"/>
                <a:gd name="csX2119" fmla="*/ 195517 w 977320"/>
                <a:gd name="csY2119" fmla="*/ 139488 h 358347"/>
                <a:gd name="csX2120" fmla="*/ 194802 w 977320"/>
                <a:gd name="csY2120" fmla="*/ 136954 h 358347"/>
                <a:gd name="csX2121" fmla="*/ 193250 w 977320"/>
                <a:gd name="csY2121" fmla="*/ 135349 h 358347"/>
                <a:gd name="csX2122" fmla="*/ 194216 w 977320"/>
                <a:gd name="csY2122" fmla="*/ 133705 h 358347"/>
                <a:gd name="csX2123" fmla="*/ 194566 w 977320"/>
                <a:gd name="csY2123" fmla="*/ 133583 h 358347"/>
                <a:gd name="csX2124" fmla="*/ 195038 w 977320"/>
                <a:gd name="csY2124" fmla="*/ 133637 h 358347"/>
                <a:gd name="csX2125" fmla="*/ 195525 w 977320"/>
                <a:gd name="csY2125" fmla="*/ 134070 h 358347"/>
                <a:gd name="csX2126" fmla="*/ 197884 w 977320"/>
                <a:gd name="csY2126" fmla="*/ 132625 h 358347"/>
                <a:gd name="csX2127" fmla="*/ 690995 w 977320"/>
                <a:gd name="csY2127" fmla="*/ 132290 h 358347"/>
                <a:gd name="csX2128" fmla="*/ 693460 w 977320"/>
                <a:gd name="csY2128" fmla="*/ 135463 h 358347"/>
                <a:gd name="csX2129" fmla="*/ 691802 w 977320"/>
                <a:gd name="csY2129" fmla="*/ 138468 h 358347"/>
                <a:gd name="csX2130" fmla="*/ 692943 w 977320"/>
                <a:gd name="csY2130" fmla="*/ 140150 h 358347"/>
                <a:gd name="csX2131" fmla="*/ 696054 w 977320"/>
                <a:gd name="csY2131" fmla="*/ 140256 h 358347"/>
                <a:gd name="csX2132" fmla="*/ 696770 w 977320"/>
                <a:gd name="csY2132" fmla="*/ 140888 h 358347"/>
                <a:gd name="csX2133" fmla="*/ 697318 w 977320"/>
                <a:gd name="csY2133" fmla="*/ 141648 h 358347"/>
                <a:gd name="csX2134" fmla="*/ 697675 w 977320"/>
                <a:gd name="csY2134" fmla="*/ 142683 h 358347"/>
                <a:gd name="csX2135" fmla="*/ 696869 w 977320"/>
                <a:gd name="csY2135" fmla="*/ 143513 h 358347"/>
                <a:gd name="csX2136" fmla="*/ 695134 w 977320"/>
                <a:gd name="csY2136" fmla="*/ 144273 h 358347"/>
                <a:gd name="csX2137" fmla="*/ 693133 w 977320"/>
                <a:gd name="csY2137" fmla="*/ 143178 h 358347"/>
                <a:gd name="csX2138" fmla="*/ 692608 w 977320"/>
                <a:gd name="csY2138" fmla="*/ 142158 h 358347"/>
                <a:gd name="csX2139" fmla="*/ 692197 w 977320"/>
                <a:gd name="csY2139" fmla="*/ 141778 h 358347"/>
                <a:gd name="csX2140" fmla="*/ 689504 w 977320"/>
                <a:gd name="csY2140" fmla="*/ 142554 h 358347"/>
                <a:gd name="csX2141" fmla="*/ 688751 w 977320"/>
                <a:gd name="csY2141" fmla="*/ 142630 h 358347"/>
                <a:gd name="csX2142" fmla="*/ 688233 w 977320"/>
                <a:gd name="csY2142" fmla="*/ 141207 h 358347"/>
                <a:gd name="csX2143" fmla="*/ 688880 w 977320"/>
                <a:gd name="csY2143" fmla="*/ 139168 h 358347"/>
                <a:gd name="csX2144" fmla="*/ 687000 w 977320"/>
                <a:gd name="csY2144" fmla="*/ 138247 h 358347"/>
                <a:gd name="csX2145" fmla="*/ 685273 w 977320"/>
                <a:gd name="csY2145" fmla="*/ 136140 h 358347"/>
                <a:gd name="csX2146" fmla="*/ 685212 w 977320"/>
                <a:gd name="csY2146" fmla="*/ 135295 h 358347"/>
                <a:gd name="csX2147" fmla="*/ 685905 w 977320"/>
                <a:gd name="csY2147" fmla="*/ 133827 h 358347"/>
                <a:gd name="csX2148" fmla="*/ 685813 w 977320"/>
                <a:gd name="csY2148" fmla="*/ 132655 h 358347"/>
                <a:gd name="csX2149" fmla="*/ 686795 w 977320"/>
                <a:gd name="csY2149" fmla="*/ 132564 h 358347"/>
                <a:gd name="csX2150" fmla="*/ 688590 w 977320"/>
                <a:gd name="csY2150" fmla="*/ 134146 h 358347"/>
                <a:gd name="csX2151" fmla="*/ 689367 w 977320"/>
                <a:gd name="csY2151" fmla="*/ 132655 h 358347"/>
                <a:gd name="csX2152" fmla="*/ 690135 w 977320"/>
                <a:gd name="csY2152" fmla="*/ 132031 h 358347"/>
                <a:gd name="csX2153" fmla="*/ 690995 w 977320"/>
                <a:gd name="csY2153" fmla="*/ 132290 h 358347"/>
                <a:gd name="csX2154" fmla="*/ 684223 w 977320"/>
                <a:gd name="csY2154" fmla="*/ 136026 h 358347"/>
                <a:gd name="csX2155" fmla="*/ 682884 w 977320"/>
                <a:gd name="csY2155" fmla="*/ 136573 h 358347"/>
                <a:gd name="csX2156" fmla="*/ 681431 w 977320"/>
                <a:gd name="csY2156" fmla="*/ 136566 h 358347"/>
                <a:gd name="csX2157" fmla="*/ 681111 w 977320"/>
                <a:gd name="csY2157" fmla="*/ 134306 h 358347"/>
                <a:gd name="csX2158" fmla="*/ 681591 w 977320"/>
                <a:gd name="csY2158" fmla="*/ 131438 h 358347"/>
                <a:gd name="csX2159" fmla="*/ 682945 w 977320"/>
                <a:gd name="csY2159" fmla="*/ 130951 h 358347"/>
                <a:gd name="csX2160" fmla="*/ 685083 w 977320"/>
                <a:gd name="csY2160" fmla="*/ 131559 h 358347"/>
                <a:gd name="csX2161" fmla="*/ 684292 w 977320"/>
                <a:gd name="csY2161" fmla="*/ 132282 h 358347"/>
                <a:gd name="csX2162" fmla="*/ 684878 w 977320"/>
                <a:gd name="csY2162" fmla="*/ 133819 h 358347"/>
                <a:gd name="csX2163" fmla="*/ 684223 w 977320"/>
                <a:gd name="csY2163" fmla="*/ 136026 h 358347"/>
                <a:gd name="csX2164" fmla="*/ 182134 w 977320"/>
                <a:gd name="csY2164" fmla="*/ 132906 h 358347"/>
                <a:gd name="csX2165" fmla="*/ 179357 w 977320"/>
                <a:gd name="csY2165" fmla="*/ 133644 h 358347"/>
                <a:gd name="csX2166" fmla="*/ 176260 w 977320"/>
                <a:gd name="csY2166" fmla="*/ 133112 h 358347"/>
                <a:gd name="csX2167" fmla="*/ 176641 w 977320"/>
                <a:gd name="csY2167" fmla="*/ 131841 h 358347"/>
                <a:gd name="csX2168" fmla="*/ 178132 w 977320"/>
                <a:gd name="csY2168" fmla="*/ 130357 h 358347"/>
                <a:gd name="csX2169" fmla="*/ 179456 w 977320"/>
                <a:gd name="csY2169" fmla="*/ 130418 h 358347"/>
                <a:gd name="csX2170" fmla="*/ 181867 w 977320"/>
                <a:gd name="csY2170" fmla="*/ 131392 h 358347"/>
                <a:gd name="csX2171" fmla="*/ 182719 w 977320"/>
                <a:gd name="csY2171" fmla="*/ 132267 h 358347"/>
                <a:gd name="csX2172" fmla="*/ 182134 w 977320"/>
                <a:gd name="csY2172" fmla="*/ 132906 h 358347"/>
                <a:gd name="csX2173" fmla="*/ 760309 w 977320"/>
                <a:gd name="csY2173" fmla="*/ 125610 h 358347"/>
                <a:gd name="csX2174" fmla="*/ 764007 w 977320"/>
                <a:gd name="csY2174" fmla="*/ 126515 h 358347"/>
                <a:gd name="csX2175" fmla="*/ 764844 w 977320"/>
                <a:gd name="csY2175" fmla="*/ 126370 h 358347"/>
                <a:gd name="csX2176" fmla="*/ 770208 w 977320"/>
                <a:gd name="csY2176" fmla="*/ 128699 h 358347"/>
                <a:gd name="csX2177" fmla="*/ 771052 w 977320"/>
                <a:gd name="csY2177" fmla="*/ 129855 h 358347"/>
                <a:gd name="csX2178" fmla="*/ 770755 w 977320"/>
                <a:gd name="csY2178" fmla="*/ 130639 h 358347"/>
                <a:gd name="csX2179" fmla="*/ 771547 w 977320"/>
                <a:gd name="csY2179" fmla="*/ 131689 h 358347"/>
                <a:gd name="csX2180" fmla="*/ 769797 w 977320"/>
                <a:gd name="csY2180" fmla="*/ 133287 h 358347"/>
                <a:gd name="csX2181" fmla="*/ 768952 w 977320"/>
                <a:gd name="csY2181" fmla="*/ 133462 h 358347"/>
                <a:gd name="csX2182" fmla="*/ 768100 w 977320"/>
                <a:gd name="csY2182" fmla="*/ 132860 h 358347"/>
                <a:gd name="csX2183" fmla="*/ 766388 w 977320"/>
                <a:gd name="csY2183" fmla="*/ 132526 h 358347"/>
                <a:gd name="csX2184" fmla="*/ 764410 w 977320"/>
                <a:gd name="csY2184" fmla="*/ 133180 h 358347"/>
                <a:gd name="csX2185" fmla="*/ 763155 w 977320"/>
                <a:gd name="csY2185" fmla="*/ 132686 h 358347"/>
                <a:gd name="csX2186" fmla="*/ 762089 w 977320"/>
                <a:gd name="csY2186" fmla="*/ 131225 h 358347"/>
                <a:gd name="csX2187" fmla="*/ 760203 w 977320"/>
                <a:gd name="csY2187" fmla="*/ 130334 h 358347"/>
                <a:gd name="csX2188" fmla="*/ 757532 w 977320"/>
                <a:gd name="csY2188" fmla="*/ 127246 h 358347"/>
                <a:gd name="csX2189" fmla="*/ 756223 w 977320"/>
                <a:gd name="csY2189" fmla="*/ 127360 h 358347"/>
                <a:gd name="csX2190" fmla="*/ 756565 w 977320"/>
                <a:gd name="csY2190" fmla="*/ 128569 h 358347"/>
                <a:gd name="csX2191" fmla="*/ 757699 w 977320"/>
                <a:gd name="csY2191" fmla="*/ 129368 h 358347"/>
                <a:gd name="csX2192" fmla="*/ 759191 w 977320"/>
                <a:gd name="csY2192" fmla="*/ 131719 h 358347"/>
                <a:gd name="csX2193" fmla="*/ 760050 w 977320"/>
                <a:gd name="csY2193" fmla="*/ 131947 h 358347"/>
                <a:gd name="csX2194" fmla="*/ 760933 w 977320"/>
                <a:gd name="csY2194" fmla="*/ 131864 h 358347"/>
                <a:gd name="csX2195" fmla="*/ 762127 w 977320"/>
                <a:gd name="csY2195" fmla="*/ 132845 h 358347"/>
                <a:gd name="csX2196" fmla="*/ 762067 w 977320"/>
                <a:gd name="csY2196" fmla="*/ 134360 h 358347"/>
                <a:gd name="csX2197" fmla="*/ 758947 w 977320"/>
                <a:gd name="csY2197" fmla="*/ 134953 h 358347"/>
                <a:gd name="csX2198" fmla="*/ 757867 w 977320"/>
                <a:gd name="csY2198" fmla="*/ 133842 h 358347"/>
                <a:gd name="csX2199" fmla="*/ 757631 w 977320"/>
                <a:gd name="csY2199" fmla="*/ 131826 h 358347"/>
                <a:gd name="csX2200" fmla="*/ 755881 w 977320"/>
                <a:gd name="csY2200" fmla="*/ 132503 h 358347"/>
                <a:gd name="csX2201" fmla="*/ 755203 w 977320"/>
                <a:gd name="csY2201" fmla="*/ 133203 h 358347"/>
                <a:gd name="csX2202" fmla="*/ 754694 w 977320"/>
                <a:gd name="csY2202" fmla="*/ 133302 h 358347"/>
                <a:gd name="csX2203" fmla="*/ 753530 w 977320"/>
                <a:gd name="csY2203" fmla="*/ 131202 h 358347"/>
                <a:gd name="csX2204" fmla="*/ 750197 w 977320"/>
                <a:gd name="csY2204" fmla="*/ 131088 h 358347"/>
                <a:gd name="csX2205" fmla="*/ 747983 w 977320"/>
                <a:gd name="csY2205" fmla="*/ 129977 h 358347"/>
                <a:gd name="csX2206" fmla="*/ 749079 w 977320"/>
                <a:gd name="csY2206" fmla="*/ 128813 h 358347"/>
                <a:gd name="csX2207" fmla="*/ 749238 w 977320"/>
                <a:gd name="csY2207" fmla="*/ 127687 h 358347"/>
                <a:gd name="csX2208" fmla="*/ 750676 w 977320"/>
                <a:gd name="csY2208" fmla="*/ 127078 h 358347"/>
                <a:gd name="csX2209" fmla="*/ 752130 w 977320"/>
                <a:gd name="csY2209" fmla="*/ 127618 h 358347"/>
                <a:gd name="csX2210" fmla="*/ 753598 w 977320"/>
                <a:gd name="csY2210" fmla="*/ 126804 h 358347"/>
                <a:gd name="csX2211" fmla="*/ 754641 w 977320"/>
                <a:gd name="csY2211" fmla="*/ 127010 h 358347"/>
                <a:gd name="csX2212" fmla="*/ 755409 w 977320"/>
                <a:gd name="csY2212" fmla="*/ 126492 h 358347"/>
                <a:gd name="csX2213" fmla="*/ 758361 w 977320"/>
                <a:gd name="csY2213" fmla="*/ 126165 h 358347"/>
                <a:gd name="csX2214" fmla="*/ 760309 w 977320"/>
                <a:gd name="csY2214" fmla="*/ 125610 h 358347"/>
                <a:gd name="csX2215" fmla="*/ 69443 w 977320"/>
                <a:gd name="csY2215" fmla="*/ 136771 h 358347"/>
                <a:gd name="csX2216" fmla="*/ 68172 w 977320"/>
                <a:gd name="csY2216" fmla="*/ 137753 h 358347"/>
                <a:gd name="csX2217" fmla="*/ 66248 w 977320"/>
                <a:gd name="csY2217" fmla="*/ 136802 h 358347"/>
                <a:gd name="csX2218" fmla="*/ 66894 w 977320"/>
                <a:gd name="csY2218" fmla="*/ 135440 h 358347"/>
                <a:gd name="csX2219" fmla="*/ 67207 w 977320"/>
                <a:gd name="csY2219" fmla="*/ 133561 h 358347"/>
                <a:gd name="csX2220" fmla="*/ 68363 w 977320"/>
                <a:gd name="csY2220" fmla="*/ 132069 h 358347"/>
                <a:gd name="csX2221" fmla="*/ 68751 w 977320"/>
                <a:gd name="csY2221" fmla="*/ 130319 h 358347"/>
                <a:gd name="csX2222" fmla="*/ 66529 w 977320"/>
                <a:gd name="csY2222" fmla="*/ 125534 h 358347"/>
                <a:gd name="csX2223" fmla="*/ 67632 w 977320"/>
                <a:gd name="csY2223" fmla="*/ 125374 h 358347"/>
                <a:gd name="csX2224" fmla="*/ 68507 w 977320"/>
                <a:gd name="csY2224" fmla="*/ 125891 h 358347"/>
                <a:gd name="csX2225" fmla="*/ 69976 w 977320"/>
                <a:gd name="csY2225" fmla="*/ 129072 h 358347"/>
                <a:gd name="csX2226" fmla="*/ 71254 w 977320"/>
                <a:gd name="csY2226" fmla="*/ 130981 h 358347"/>
                <a:gd name="csX2227" fmla="*/ 70744 w 977320"/>
                <a:gd name="csY2227" fmla="*/ 133568 h 358347"/>
                <a:gd name="csX2228" fmla="*/ 69443 w 977320"/>
                <a:gd name="csY2228" fmla="*/ 136771 h 358347"/>
                <a:gd name="csX2229" fmla="*/ 204389 w 977320"/>
                <a:gd name="csY2229" fmla="*/ 129254 h 358347"/>
                <a:gd name="csX2230" fmla="*/ 205005 w 977320"/>
                <a:gd name="csY2230" fmla="*/ 129604 h 358347"/>
                <a:gd name="csX2231" fmla="*/ 205766 w 977320"/>
                <a:gd name="csY2231" fmla="*/ 128501 h 358347"/>
                <a:gd name="csX2232" fmla="*/ 207174 w 977320"/>
                <a:gd name="csY2232" fmla="*/ 130007 h 358347"/>
                <a:gd name="csX2233" fmla="*/ 208041 w 977320"/>
                <a:gd name="csY2233" fmla="*/ 130760 h 358347"/>
                <a:gd name="csX2234" fmla="*/ 209228 w 977320"/>
                <a:gd name="csY2234" fmla="*/ 131514 h 358347"/>
                <a:gd name="csX2235" fmla="*/ 208064 w 977320"/>
                <a:gd name="csY2235" fmla="*/ 131544 h 358347"/>
                <a:gd name="csX2236" fmla="*/ 207584 w 977320"/>
                <a:gd name="csY2236" fmla="*/ 132237 h 358347"/>
                <a:gd name="csX2237" fmla="*/ 207280 w 977320"/>
                <a:gd name="csY2237" fmla="*/ 132374 h 358347"/>
                <a:gd name="csX2238" fmla="*/ 202753 w 977320"/>
                <a:gd name="csY2238" fmla="*/ 129946 h 358347"/>
                <a:gd name="csX2239" fmla="*/ 199854 w 977320"/>
                <a:gd name="csY2239" fmla="*/ 130730 h 358347"/>
                <a:gd name="csX2240" fmla="*/ 197868 w 977320"/>
                <a:gd name="csY2240" fmla="*/ 130023 h 358347"/>
                <a:gd name="csX2241" fmla="*/ 197305 w 977320"/>
                <a:gd name="csY2241" fmla="*/ 129536 h 358347"/>
                <a:gd name="csX2242" fmla="*/ 198370 w 977320"/>
                <a:gd name="csY2242" fmla="*/ 128204 h 358347"/>
                <a:gd name="csX2243" fmla="*/ 199352 w 977320"/>
                <a:gd name="csY2243" fmla="*/ 125153 h 358347"/>
                <a:gd name="csX2244" fmla="*/ 201338 w 977320"/>
                <a:gd name="csY2244" fmla="*/ 125922 h 358347"/>
                <a:gd name="csX2245" fmla="*/ 201817 w 977320"/>
                <a:gd name="csY2245" fmla="*/ 126865 h 358347"/>
                <a:gd name="csX2246" fmla="*/ 201695 w 977320"/>
                <a:gd name="csY2246" fmla="*/ 127147 h 358347"/>
                <a:gd name="csX2247" fmla="*/ 202997 w 977320"/>
                <a:gd name="csY2247" fmla="*/ 127717 h 358347"/>
                <a:gd name="csX2248" fmla="*/ 204389 w 977320"/>
                <a:gd name="csY2248" fmla="*/ 129254 h 358347"/>
                <a:gd name="csX2249" fmla="*/ 733314 w 977320"/>
                <a:gd name="csY2249" fmla="*/ 129490 h 358347"/>
                <a:gd name="csX2250" fmla="*/ 732386 w 977320"/>
                <a:gd name="csY2250" fmla="*/ 129551 h 358347"/>
                <a:gd name="csX2251" fmla="*/ 731610 w 977320"/>
                <a:gd name="csY2251" fmla="*/ 128311 h 358347"/>
                <a:gd name="csX2252" fmla="*/ 729494 w 977320"/>
                <a:gd name="csY2252" fmla="*/ 126933 h 358347"/>
                <a:gd name="csX2253" fmla="*/ 728186 w 977320"/>
                <a:gd name="csY2253" fmla="*/ 124560 h 358347"/>
                <a:gd name="csX2254" fmla="*/ 733162 w 977320"/>
                <a:gd name="csY2254" fmla="*/ 128478 h 358347"/>
                <a:gd name="csX2255" fmla="*/ 733314 w 977320"/>
                <a:gd name="csY2255" fmla="*/ 129490 h 358347"/>
                <a:gd name="csX2256" fmla="*/ 688568 w 977320"/>
                <a:gd name="csY2256" fmla="*/ 125648 h 358347"/>
                <a:gd name="csX2257" fmla="*/ 688461 w 977320"/>
                <a:gd name="csY2257" fmla="*/ 126302 h 358347"/>
                <a:gd name="csX2258" fmla="*/ 687799 w 977320"/>
                <a:gd name="csY2258" fmla="*/ 125389 h 358347"/>
                <a:gd name="csX2259" fmla="*/ 687350 w 977320"/>
                <a:gd name="csY2259" fmla="*/ 125168 h 358347"/>
                <a:gd name="csX2260" fmla="*/ 687830 w 977320"/>
                <a:gd name="csY2260" fmla="*/ 122886 h 358347"/>
                <a:gd name="csX2261" fmla="*/ 688081 w 977320"/>
                <a:gd name="csY2261" fmla="*/ 122498 h 358347"/>
                <a:gd name="csX2262" fmla="*/ 688469 w 977320"/>
                <a:gd name="csY2262" fmla="*/ 124057 h 358347"/>
                <a:gd name="csX2263" fmla="*/ 688568 w 977320"/>
                <a:gd name="csY2263" fmla="*/ 125648 h 358347"/>
                <a:gd name="csX2264" fmla="*/ 202479 w 977320"/>
                <a:gd name="csY2264" fmla="*/ 124255 h 358347"/>
                <a:gd name="csX2265" fmla="*/ 202662 w 977320"/>
                <a:gd name="csY2265" fmla="*/ 124780 h 358347"/>
                <a:gd name="csX2266" fmla="*/ 201657 w 977320"/>
                <a:gd name="csY2266" fmla="*/ 124187 h 358347"/>
                <a:gd name="csX2267" fmla="*/ 201049 w 977320"/>
                <a:gd name="csY2267" fmla="*/ 123829 h 358347"/>
                <a:gd name="csX2268" fmla="*/ 200638 w 977320"/>
                <a:gd name="csY2268" fmla="*/ 123502 h 358347"/>
                <a:gd name="csX2269" fmla="*/ 198416 w 977320"/>
                <a:gd name="csY2269" fmla="*/ 120603 h 358347"/>
                <a:gd name="csX2270" fmla="*/ 199367 w 977320"/>
                <a:gd name="csY2270" fmla="*/ 120786 h 358347"/>
                <a:gd name="csX2271" fmla="*/ 201840 w 977320"/>
                <a:gd name="csY2271" fmla="*/ 123335 h 358347"/>
                <a:gd name="csX2272" fmla="*/ 202479 w 977320"/>
                <a:gd name="csY2272" fmla="*/ 124255 h 358347"/>
                <a:gd name="csX2273" fmla="*/ 172479 w 977320"/>
                <a:gd name="csY2273" fmla="*/ 114029 h 358347"/>
                <a:gd name="csX2274" fmla="*/ 170082 w 977320"/>
                <a:gd name="csY2274" fmla="*/ 114151 h 358347"/>
                <a:gd name="csX2275" fmla="*/ 169382 w 977320"/>
                <a:gd name="csY2275" fmla="*/ 113877 h 358347"/>
                <a:gd name="csX2276" fmla="*/ 169678 w 977320"/>
                <a:gd name="csY2276" fmla="*/ 111884 h 358347"/>
                <a:gd name="csX2277" fmla="*/ 170409 w 977320"/>
                <a:gd name="csY2277" fmla="*/ 110682 h 358347"/>
                <a:gd name="csX2278" fmla="*/ 171497 w 977320"/>
                <a:gd name="csY2278" fmla="*/ 110704 h 358347"/>
                <a:gd name="csX2279" fmla="*/ 172707 w 977320"/>
                <a:gd name="csY2279" fmla="*/ 112500 h 358347"/>
                <a:gd name="csX2280" fmla="*/ 172479 w 977320"/>
                <a:gd name="csY2280" fmla="*/ 114029 h 358347"/>
                <a:gd name="csX2281" fmla="*/ 687852 w 977320"/>
                <a:gd name="csY2281" fmla="*/ 111899 h 358347"/>
                <a:gd name="csX2282" fmla="*/ 687084 w 977320"/>
                <a:gd name="csY2282" fmla="*/ 112135 h 358347"/>
                <a:gd name="csX2283" fmla="*/ 686863 w 977320"/>
                <a:gd name="csY2283" fmla="*/ 112051 h 358347"/>
                <a:gd name="csX2284" fmla="*/ 686635 w 977320"/>
                <a:gd name="csY2284" fmla="*/ 111199 h 358347"/>
                <a:gd name="csX2285" fmla="*/ 687061 w 977320"/>
                <a:gd name="csY2285" fmla="*/ 109753 h 358347"/>
                <a:gd name="csX2286" fmla="*/ 687959 w 977320"/>
                <a:gd name="csY2286" fmla="*/ 109738 h 358347"/>
                <a:gd name="csX2287" fmla="*/ 688340 w 977320"/>
                <a:gd name="csY2287" fmla="*/ 109974 h 358347"/>
                <a:gd name="csX2288" fmla="*/ 688416 w 977320"/>
                <a:gd name="csY2288" fmla="*/ 111039 h 358347"/>
                <a:gd name="csX2289" fmla="*/ 687852 w 977320"/>
                <a:gd name="csY2289" fmla="*/ 111899 h 358347"/>
                <a:gd name="csX2290" fmla="*/ 686840 w 977320"/>
                <a:gd name="csY2290" fmla="*/ 108734 h 358347"/>
                <a:gd name="csX2291" fmla="*/ 686110 w 977320"/>
                <a:gd name="csY2291" fmla="*/ 109434 h 358347"/>
                <a:gd name="csX2292" fmla="*/ 685418 w 977320"/>
                <a:gd name="csY2292" fmla="*/ 109198 h 358347"/>
                <a:gd name="csX2293" fmla="*/ 684999 w 977320"/>
                <a:gd name="csY2293" fmla="*/ 108300 h 358347"/>
                <a:gd name="csX2294" fmla="*/ 685136 w 977320"/>
                <a:gd name="csY2294" fmla="*/ 107653 h 358347"/>
                <a:gd name="csX2295" fmla="*/ 685714 w 977320"/>
                <a:gd name="csY2295" fmla="*/ 107235 h 358347"/>
                <a:gd name="csX2296" fmla="*/ 686437 w 977320"/>
                <a:gd name="csY2296" fmla="*/ 107547 h 358347"/>
                <a:gd name="csX2297" fmla="*/ 686840 w 977320"/>
                <a:gd name="csY2297" fmla="*/ 108734 h 358347"/>
                <a:gd name="csX2298" fmla="*/ 176016 w 977320"/>
                <a:gd name="csY2298" fmla="*/ 111427 h 358347"/>
                <a:gd name="csX2299" fmla="*/ 175575 w 977320"/>
                <a:gd name="csY2299" fmla="*/ 111716 h 358347"/>
                <a:gd name="csX2300" fmla="*/ 173757 w 977320"/>
                <a:gd name="csY2300" fmla="*/ 109023 h 358347"/>
                <a:gd name="csX2301" fmla="*/ 174213 w 977320"/>
                <a:gd name="csY2301" fmla="*/ 107471 h 358347"/>
                <a:gd name="csX2302" fmla="*/ 174654 w 977320"/>
                <a:gd name="csY2302" fmla="*/ 107075 h 358347"/>
                <a:gd name="csX2303" fmla="*/ 175659 w 977320"/>
                <a:gd name="csY2303" fmla="*/ 108026 h 358347"/>
                <a:gd name="csX2304" fmla="*/ 176450 w 977320"/>
                <a:gd name="csY2304" fmla="*/ 109015 h 358347"/>
                <a:gd name="csX2305" fmla="*/ 177028 w 977320"/>
                <a:gd name="csY2305" fmla="*/ 110195 h 358347"/>
                <a:gd name="csX2306" fmla="*/ 176016 w 977320"/>
                <a:gd name="csY2306" fmla="*/ 111427 h 358347"/>
                <a:gd name="csX2307" fmla="*/ 184104 w 977320"/>
                <a:gd name="csY2307" fmla="*/ 108536 h 358347"/>
                <a:gd name="csX2308" fmla="*/ 184218 w 977320"/>
                <a:gd name="csY2308" fmla="*/ 109145 h 358347"/>
                <a:gd name="csX2309" fmla="*/ 182263 w 977320"/>
                <a:gd name="csY2309" fmla="*/ 107920 h 358347"/>
                <a:gd name="csX2310" fmla="*/ 182210 w 977320"/>
                <a:gd name="csY2310" fmla="*/ 107029 h 358347"/>
                <a:gd name="csX2311" fmla="*/ 182461 w 977320"/>
                <a:gd name="csY2311" fmla="*/ 106619 h 358347"/>
                <a:gd name="csX2312" fmla="*/ 183625 w 977320"/>
                <a:gd name="csY2312" fmla="*/ 107570 h 358347"/>
                <a:gd name="csX2313" fmla="*/ 184104 w 977320"/>
                <a:gd name="csY2313" fmla="*/ 108536 h 358347"/>
                <a:gd name="csX2314" fmla="*/ 192870 w 977320"/>
                <a:gd name="csY2314" fmla="*/ 107828 h 358347"/>
                <a:gd name="csX2315" fmla="*/ 191530 w 977320"/>
                <a:gd name="csY2315" fmla="*/ 108452 h 358347"/>
                <a:gd name="csX2316" fmla="*/ 189849 w 977320"/>
                <a:gd name="csY2316" fmla="*/ 106512 h 358347"/>
                <a:gd name="csX2317" fmla="*/ 189910 w 977320"/>
                <a:gd name="csY2317" fmla="*/ 106063 h 358347"/>
                <a:gd name="csX2318" fmla="*/ 190069 w 977320"/>
                <a:gd name="csY2318" fmla="*/ 105721 h 358347"/>
                <a:gd name="csX2319" fmla="*/ 190381 w 977320"/>
                <a:gd name="csY2319" fmla="*/ 105500 h 358347"/>
                <a:gd name="csX2320" fmla="*/ 191401 w 977320"/>
                <a:gd name="csY2320" fmla="*/ 106504 h 358347"/>
                <a:gd name="csX2321" fmla="*/ 192611 w 977320"/>
                <a:gd name="csY2321" fmla="*/ 106862 h 358347"/>
                <a:gd name="csX2322" fmla="*/ 192870 w 977320"/>
                <a:gd name="csY2322" fmla="*/ 107828 h 358347"/>
                <a:gd name="csX2323" fmla="*/ 166993 w 977320"/>
                <a:gd name="csY2323" fmla="*/ 109685 h 358347"/>
                <a:gd name="csX2324" fmla="*/ 166589 w 977320"/>
                <a:gd name="csY2324" fmla="*/ 110499 h 358347"/>
                <a:gd name="csX2325" fmla="*/ 165798 w 977320"/>
                <a:gd name="csY2325" fmla="*/ 109898 h 358347"/>
                <a:gd name="csX2326" fmla="*/ 161629 w 977320"/>
                <a:gd name="csY2326" fmla="*/ 108985 h 358347"/>
                <a:gd name="csX2327" fmla="*/ 160221 w 977320"/>
                <a:gd name="csY2327" fmla="*/ 108886 h 358347"/>
                <a:gd name="csX2328" fmla="*/ 156615 w 977320"/>
                <a:gd name="csY2328" fmla="*/ 107882 h 358347"/>
                <a:gd name="csX2329" fmla="*/ 155519 w 977320"/>
                <a:gd name="csY2329" fmla="*/ 107349 h 358347"/>
                <a:gd name="csX2330" fmla="*/ 154735 w 977320"/>
                <a:gd name="csY2330" fmla="*/ 106649 h 358347"/>
                <a:gd name="csX2331" fmla="*/ 155002 w 977320"/>
                <a:gd name="csY2331" fmla="*/ 105363 h 358347"/>
                <a:gd name="csX2332" fmla="*/ 155534 w 977320"/>
                <a:gd name="csY2332" fmla="*/ 104587 h 358347"/>
                <a:gd name="csX2333" fmla="*/ 155854 w 977320"/>
                <a:gd name="csY2333" fmla="*/ 102426 h 358347"/>
                <a:gd name="csX2334" fmla="*/ 156767 w 977320"/>
                <a:gd name="csY2334" fmla="*/ 101544 h 358347"/>
                <a:gd name="csX2335" fmla="*/ 158555 w 977320"/>
                <a:gd name="csY2335" fmla="*/ 103149 h 358347"/>
                <a:gd name="csX2336" fmla="*/ 160541 w 977320"/>
                <a:gd name="csY2336" fmla="*/ 104534 h 358347"/>
                <a:gd name="csX2337" fmla="*/ 161690 w 977320"/>
                <a:gd name="csY2337" fmla="*/ 105165 h 358347"/>
                <a:gd name="csX2338" fmla="*/ 165197 w 977320"/>
                <a:gd name="csY2338" fmla="*/ 106581 h 358347"/>
                <a:gd name="csX2339" fmla="*/ 166437 w 977320"/>
                <a:gd name="csY2339" fmla="*/ 107288 h 358347"/>
                <a:gd name="csX2340" fmla="*/ 166993 w 977320"/>
                <a:gd name="csY2340" fmla="*/ 109685 h 358347"/>
                <a:gd name="csX2341" fmla="*/ 175454 w 977320"/>
                <a:gd name="csY2341" fmla="*/ 103286 h 358347"/>
                <a:gd name="csX2342" fmla="*/ 175583 w 977320"/>
                <a:gd name="csY2342" fmla="*/ 104450 h 358347"/>
                <a:gd name="csX2343" fmla="*/ 174160 w 977320"/>
                <a:gd name="csY2343" fmla="*/ 104169 h 358347"/>
                <a:gd name="csX2344" fmla="*/ 173133 w 977320"/>
                <a:gd name="csY2344" fmla="*/ 102799 h 358347"/>
                <a:gd name="csX2345" fmla="*/ 173977 w 977320"/>
                <a:gd name="csY2345" fmla="*/ 101825 h 358347"/>
                <a:gd name="csX2346" fmla="*/ 174510 w 977320"/>
                <a:gd name="csY2346" fmla="*/ 101475 h 358347"/>
                <a:gd name="csX2347" fmla="*/ 175043 w 977320"/>
                <a:gd name="csY2347" fmla="*/ 102769 h 358347"/>
                <a:gd name="csX2348" fmla="*/ 175454 w 977320"/>
                <a:gd name="csY2348" fmla="*/ 103286 h 358347"/>
                <a:gd name="csX2349" fmla="*/ 169952 w 977320"/>
                <a:gd name="csY2349" fmla="*/ 107068 h 358347"/>
                <a:gd name="csX2350" fmla="*/ 169329 w 977320"/>
                <a:gd name="csY2350" fmla="*/ 107676 h 358347"/>
                <a:gd name="csX2351" fmla="*/ 168248 w 977320"/>
                <a:gd name="csY2351" fmla="*/ 107532 h 358347"/>
                <a:gd name="csX2352" fmla="*/ 167115 w 977320"/>
                <a:gd name="csY2352" fmla="*/ 106817 h 358347"/>
                <a:gd name="csX2353" fmla="*/ 165638 w 977320"/>
                <a:gd name="csY2353" fmla="*/ 105531 h 358347"/>
                <a:gd name="csX2354" fmla="*/ 163980 w 977320"/>
                <a:gd name="csY2354" fmla="*/ 104382 h 358347"/>
                <a:gd name="csX2355" fmla="*/ 161880 w 977320"/>
                <a:gd name="csY2355" fmla="*/ 103659 h 358347"/>
                <a:gd name="csX2356" fmla="*/ 160563 w 977320"/>
                <a:gd name="csY2356" fmla="*/ 103438 h 358347"/>
                <a:gd name="csX2357" fmla="*/ 160039 w 977320"/>
                <a:gd name="csY2357" fmla="*/ 103172 h 358347"/>
                <a:gd name="csX2358" fmla="*/ 160541 w 977320"/>
                <a:gd name="csY2358" fmla="*/ 100943 h 358347"/>
                <a:gd name="csX2359" fmla="*/ 161925 w 977320"/>
                <a:gd name="csY2359" fmla="*/ 100806 h 358347"/>
                <a:gd name="csX2360" fmla="*/ 166399 w 977320"/>
                <a:gd name="csY2360" fmla="*/ 102875 h 358347"/>
                <a:gd name="csX2361" fmla="*/ 167845 w 977320"/>
                <a:gd name="csY2361" fmla="*/ 104001 h 358347"/>
                <a:gd name="csX2362" fmla="*/ 169952 w 977320"/>
                <a:gd name="csY2362" fmla="*/ 107068 h 358347"/>
                <a:gd name="csX2363" fmla="*/ 188289 w 977320"/>
                <a:gd name="csY2363" fmla="*/ 100479 h 358347"/>
                <a:gd name="csX2364" fmla="*/ 189643 w 977320"/>
                <a:gd name="csY2364" fmla="*/ 101407 h 358347"/>
                <a:gd name="csX2365" fmla="*/ 190754 w 977320"/>
                <a:gd name="csY2365" fmla="*/ 100798 h 358347"/>
                <a:gd name="csX2366" fmla="*/ 190709 w 977320"/>
                <a:gd name="csY2366" fmla="*/ 101589 h 358347"/>
                <a:gd name="csX2367" fmla="*/ 190488 w 977320"/>
                <a:gd name="csY2367" fmla="*/ 102350 h 358347"/>
                <a:gd name="csX2368" fmla="*/ 189179 w 977320"/>
                <a:gd name="csY2368" fmla="*/ 104534 h 358347"/>
                <a:gd name="csX2369" fmla="*/ 186988 w 977320"/>
                <a:gd name="csY2369" fmla="*/ 104032 h 358347"/>
                <a:gd name="csX2370" fmla="*/ 186486 w 977320"/>
                <a:gd name="csY2370" fmla="*/ 103324 h 358347"/>
                <a:gd name="csX2371" fmla="*/ 186326 w 977320"/>
                <a:gd name="csY2371" fmla="*/ 102799 h 358347"/>
                <a:gd name="csX2372" fmla="*/ 186646 w 977320"/>
                <a:gd name="csY2372" fmla="*/ 102472 h 358347"/>
                <a:gd name="csX2373" fmla="*/ 186820 w 977320"/>
                <a:gd name="csY2373" fmla="*/ 101399 h 358347"/>
                <a:gd name="csX2374" fmla="*/ 187764 w 977320"/>
                <a:gd name="csY2374" fmla="*/ 101399 h 358347"/>
                <a:gd name="csX2375" fmla="*/ 188289 w 977320"/>
                <a:gd name="csY2375" fmla="*/ 100479 h 358347"/>
                <a:gd name="csX2376" fmla="*/ 200258 w 977320"/>
                <a:gd name="csY2376" fmla="*/ 99725 h 358347"/>
                <a:gd name="csX2377" fmla="*/ 200387 w 977320"/>
                <a:gd name="csY2377" fmla="*/ 101315 h 358347"/>
                <a:gd name="csX2378" fmla="*/ 201604 w 977320"/>
                <a:gd name="csY2378" fmla="*/ 102092 h 358347"/>
                <a:gd name="csX2379" fmla="*/ 201916 w 977320"/>
                <a:gd name="csY2379" fmla="*/ 103263 h 358347"/>
                <a:gd name="csX2380" fmla="*/ 201703 w 977320"/>
                <a:gd name="csY2380" fmla="*/ 105143 h 358347"/>
                <a:gd name="csX2381" fmla="*/ 200562 w 977320"/>
                <a:gd name="csY2381" fmla="*/ 107311 h 358347"/>
                <a:gd name="csX2382" fmla="*/ 200052 w 977320"/>
                <a:gd name="csY2382" fmla="*/ 107882 h 358347"/>
                <a:gd name="csX2383" fmla="*/ 198538 w 977320"/>
                <a:gd name="csY2383" fmla="*/ 107440 h 358347"/>
                <a:gd name="csX2384" fmla="*/ 198035 w 977320"/>
                <a:gd name="csY2384" fmla="*/ 106718 h 358347"/>
                <a:gd name="csX2385" fmla="*/ 197838 w 977320"/>
                <a:gd name="csY2385" fmla="*/ 106155 h 358347"/>
                <a:gd name="csX2386" fmla="*/ 198051 w 977320"/>
                <a:gd name="csY2386" fmla="*/ 105751 h 358347"/>
                <a:gd name="csX2387" fmla="*/ 196933 w 977320"/>
                <a:gd name="csY2387" fmla="*/ 105242 h 358347"/>
                <a:gd name="csX2388" fmla="*/ 197655 w 977320"/>
                <a:gd name="csY2388" fmla="*/ 104412 h 358347"/>
                <a:gd name="csX2389" fmla="*/ 197161 w 977320"/>
                <a:gd name="csY2389" fmla="*/ 103248 h 358347"/>
                <a:gd name="csX2390" fmla="*/ 194064 w 977320"/>
                <a:gd name="csY2390" fmla="*/ 103978 h 358347"/>
                <a:gd name="csX2391" fmla="*/ 193166 w 977320"/>
                <a:gd name="csY2391" fmla="*/ 104001 h 358347"/>
                <a:gd name="csX2392" fmla="*/ 193007 w 977320"/>
                <a:gd name="csY2392" fmla="*/ 102677 h 358347"/>
                <a:gd name="csX2393" fmla="*/ 193136 w 977320"/>
                <a:gd name="csY2393" fmla="*/ 102145 h 358347"/>
                <a:gd name="csX2394" fmla="*/ 195517 w 977320"/>
                <a:gd name="csY2394" fmla="*/ 100471 h 358347"/>
                <a:gd name="csX2395" fmla="*/ 196940 w 977320"/>
                <a:gd name="csY2395" fmla="*/ 100159 h 358347"/>
                <a:gd name="csX2396" fmla="*/ 198469 w 977320"/>
                <a:gd name="csY2396" fmla="*/ 100494 h 358347"/>
                <a:gd name="csX2397" fmla="*/ 200258 w 977320"/>
                <a:gd name="csY2397" fmla="*/ 99725 h 358347"/>
                <a:gd name="csX2398" fmla="*/ 154172 w 977320"/>
                <a:gd name="csY2398" fmla="*/ 104519 h 358347"/>
                <a:gd name="csX2399" fmla="*/ 153183 w 977320"/>
                <a:gd name="csY2399" fmla="*/ 105158 h 358347"/>
                <a:gd name="csX2400" fmla="*/ 151996 w 977320"/>
                <a:gd name="csY2400" fmla="*/ 104154 h 358347"/>
                <a:gd name="csX2401" fmla="*/ 151022 w 977320"/>
                <a:gd name="csY2401" fmla="*/ 102700 h 358347"/>
                <a:gd name="csX2402" fmla="*/ 150513 w 977320"/>
                <a:gd name="csY2402" fmla="*/ 101186 h 358347"/>
                <a:gd name="csX2403" fmla="*/ 150049 w 977320"/>
                <a:gd name="csY2403" fmla="*/ 98706 h 358347"/>
                <a:gd name="csX2404" fmla="*/ 149927 w 977320"/>
                <a:gd name="csY2404" fmla="*/ 96925 h 358347"/>
                <a:gd name="csX2405" fmla="*/ 150520 w 977320"/>
                <a:gd name="csY2405" fmla="*/ 95883 h 358347"/>
                <a:gd name="csX2406" fmla="*/ 150954 w 977320"/>
                <a:gd name="csY2406" fmla="*/ 95921 h 358347"/>
                <a:gd name="csX2407" fmla="*/ 152704 w 977320"/>
                <a:gd name="csY2407" fmla="*/ 96979 h 358347"/>
                <a:gd name="csX2408" fmla="*/ 153860 w 977320"/>
                <a:gd name="csY2408" fmla="*/ 98774 h 358347"/>
                <a:gd name="csX2409" fmla="*/ 154499 w 977320"/>
                <a:gd name="csY2409" fmla="*/ 99337 h 358347"/>
                <a:gd name="csX2410" fmla="*/ 154629 w 977320"/>
                <a:gd name="csY2410" fmla="*/ 100988 h 358347"/>
                <a:gd name="csX2411" fmla="*/ 154203 w 977320"/>
                <a:gd name="csY2411" fmla="*/ 102875 h 358347"/>
                <a:gd name="csX2412" fmla="*/ 154172 w 977320"/>
                <a:gd name="csY2412" fmla="*/ 104519 h 358347"/>
                <a:gd name="csX2413" fmla="*/ 48565 w 977320"/>
                <a:gd name="csY2413" fmla="*/ 94445 h 358347"/>
                <a:gd name="csX2414" fmla="*/ 53191 w 977320"/>
                <a:gd name="csY2414" fmla="*/ 100410 h 358347"/>
                <a:gd name="csX2415" fmla="*/ 55071 w 977320"/>
                <a:gd name="csY2415" fmla="*/ 101209 h 358347"/>
                <a:gd name="csX2416" fmla="*/ 57566 w 977320"/>
                <a:gd name="csY2416" fmla="*/ 103918 h 358347"/>
                <a:gd name="csX2417" fmla="*/ 58175 w 977320"/>
                <a:gd name="csY2417" fmla="*/ 104861 h 358347"/>
                <a:gd name="csX2418" fmla="*/ 57544 w 977320"/>
                <a:gd name="csY2418" fmla="*/ 106763 h 358347"/>
                <a:gd name="csX2419" fmla="*/ 56996 w 977320"/>
                <a:gd name="csY2419" fmla="*/ 112196 h 358347"/>
                <a:gd name="csX2420" fmla="*/ 55801 w 977320"/>
                <a:gd name="csY2420" fmla="*/ 113550 h 358347"/>
                <a:gd name="csX2421" fmla="*/ 52887 w 977320"/>
                <a:gd name="csY2421" fmla="*/ 112881 h 358347"/>
                <a:gd name="csX2422" fmla="*/ 52856 w 977320"/>
                <a:gd name="csY2422" fmla="*/ 111929 h 358347"/>
                <a:gd name="csX2423" fmla="*/ 51175 w 977320"/>
                <a:gd name="csY2423" fmla="*/ 107836 h 358347"/>
                <a:gd name="csX2424" fmla="*/ 48132 w 977320"/>
                <a:gd name="csY2424" fmla="*/ 105553 h 358347"/>
                <a:gd name="csX2425" fmla="*/ 46937 w 977320"/>
                <a:gd name="csY2425" fmla="*/ 105432 h 358347"/>
                <a:gd name="csX2426" fmla="*/ 46153 w 977320"/>
                <a:gd name="csY2426" fmla="*/ 103096 h 358347"/>
                <a:gd name="csX2427" fmla="*/ 44616 w 977320"/>
                <a:gd name="csY2427" fmla="*/ 100334 h 358347"/>
                <a:gd name="csX2428" fmla="*/ 39975 w 977320"/>
                <a:gd name="csY2428" fmla="*/ 95282 h 358347"/>
                <a:gd name="csX2429" fmla="*/ 43498 w 977320"/>
                <a:gd name="csY2429" fmla="*/ 95320 h 358347"/>
                <a:gd name="csX2430" fmla="*/ 45210 w 977320"/>
                <a:gd name="csY2430" fmla="*/ 94087 h 358347"/>
                <a:gd name="csX2431" fmla="*/ 45605 w 977320"/>
                <a:gd name="csY2431" fmla="*/ 93106 h 358347"/>
                <a:gd name="csX2432" fmla="*/ 45887 w 977320"/>
                <a:gd name="csY2432" fmla="*/ 92855 h 358347"/>
                <a:gd name="csX2433" fmla="*/ 48565 w 977320"/>
                <a:gd name="csY2433" fmla="*/ 94445 h 358347"/>
                <a:gd name="csX2434" fmla="*/ 155557 w 977320"/>
                <a:gd name="csY2434" fmla="*/ 94567 h 358347"/>
                <a:gd name="csX2435" fmla="*/ 155717 w 977320"/>
                <a:gd name="csY2435" fmla="*/ 97291 h 358347"/>
                <a:gd name="csX2436" fmla="*/ 154126 w 977320"/>
                <a:gd name="csY2436" fmla="*/ 96575 h 358347"/>
                <a:gd name="csX2437" fmla="*/ 152887 w 977320"/>
                <a:gd name="csY2437" fmla="*/ 95495 h 358347"/>
                <a:gd name="csX2438" fmla="*/ 150901 w 977320"/>
                <a:gd name="csY2438" fmla="*/ 94696 h 358347"/>
                <a:gd name="csX2439" fmla="*/ 148496 w 977320"/>
                <a:gd name="csY2439" fmla="*/ 94437 h 358347"/>
                <a:gd name="csX2440" fmla="*/ 146731 w 977320"/>
                <a:gd name="csY2440" fmla="*/ 93730 h 358347"/>
                <a:gd name="csX2441" fmla="*/ 145499 w 977320"/>
                <a:gd name="csY2441" fmla="*/ 92467 h 358347"/>
                <a:gd name="csX2442" fmla="*/ 145445 w 977320"/>
                <a:gd name="csY2442" fmla="*/ 91881 h 358347"/>
                <a:gd name="csX2443" fmla="*/ 145567 w 977320"/>
                <a:gd name="csY2443" fmla="*/ 91409 h 358347"/>
                <a:gd name="csX2444" fmla="*/ 145962 w 977320"/>
                <a:gd name="csY2444" fmla="*/ 91036 h 358347"/>
                <a:gd name="csX2445" fmla="*/ 155085 w 977320"/>
                <a:gd name="csY2445" fmla="*/ 93486 h 358347"/>
                <a:gd name="csX2446" fmla="*/ 155557 w 977320"/>
                <a:gd name="csY2446" fmla="*/ 94567 h 358347"/>
                <a:gd name="csX2447" fmla="*/ 633801 w 977320"/>
                <a:gd name="csY2447" fmla="*/ 104412 h 358347"/>
                <a:gd name="csX2448" fmla="*/ 629731 w 977320"/>
                <a:gd name="csY2448" fmla="*/ 108011 h 358347"/>
                <a:gd name="csX2449" fmla="*/ 628490 w 977320"/>
                <a:gd name="csY2449" fmla="*/ 109753 h 358347"/>
                <a:gd name="csX2450" fmla="*/ 627402 w 977320"/>
                <a:gd name="csY2450" fmla="*/ 111625 h 358347"/>
                <a:gd name="csX2451" fmla="*/ 625797 w 977320"/>
                <a:gd name="csY2451" fmla="*/ 113702 h 358347"/>
                <a:gd name="csX2452" fmla="*/ 623956 w 977320"/>
                <a:gd name="csY2452" fmla="*/ 115536 h 358347"/>
                <a:gd name="csX2453" fmla="*/ 623035 w 977320"/>
                <a:gd name="csY2453" fmla="*/ 116076 h 358347"/>
                <a:gd name="csX2454" fmla="*/ 620760 w 977320"/>
                <a:gd name="csY2454" fmla="*/ 117065 h 358347"/>
                <a:gd name="csX2455" fmla="*/ 619451 w 977320"/>
                <a:gd name="csY2455" fmla="*/ 117446 h 358347"/>
                <a:gd name="csX2456" fmla="*/ 616986 w 977320"/>
                <a:gd name="csY2456" fmla="*/ 117575 h 358347"/>
                <a:gd name="csX2457" fmla="*/ 609560 w 977320"/>
                <a:gd name="csY2457" fmla="*/ 119036 h 358347"/>
                <a:gd name="csX2458" fmla="*/ 607126 w 977320"/>
                <a:gd name="csY2458" fmla="*/ 119203 h 358347"/>
                <a:gd name="csX2459" fmla="*/ 604698 w 977320"/>
                <a:gd name="csY2459" fmla="*/ 119142 h 358347"/>
                <a:gd name="csX2460" fmla="*/ 600103 w 977320"/>
                <a:gd name="csY2460" fmla="*/ 118777 h 358347"/>
                <a:gd name="csX2461" fmla="*/ 599144 w 977320"/>
                <a:gd name="csY2461" fmla="*/ 118587 h 358347"/>
                <a:gd name="csX2462" fmla="*/ 597311 w 977320"/>
                <a:gd name="csY2462" fmla="*/ 116700 h 358347"/>
                <a:gd name="csX2463" fmla="*/ 595241 w 977320"/>
                <a:gd name="csY2463" fmla="*/ 115209 h 358347"/>
                <a:gd name="csX2464" fmla="*/ 593415 w 977320"/>
                <a:gd name="csY2464" fmla="*/ 115049 h 358347"/>
                <a:gd name="csX2465" fmla="*/ 591551 w 977320"/>
                <a:gd name="csY2465" fmla="*/ 115209 h 358347"/>
                <a:gd name="csX2466" fmla="*/ 578122 w 977320"/>
                <a:gd name="csY2466" fmla="*/ 115315 h 358347"/>
                <a:gd name="csX2467" fmla="*/ 573427 w 977320"/>
                <a:gd name="csY2467" fmla="*/ 115597 h 358347"/>
                <a:gd name="csX2468" fmla="*/ 568755 w 977320"/>
                <a:gd name="csY2468" fmla="*/ 116259 h 358347"/>
                <a:gd name="csX2469" fmla="*/ 566207 w 977320"/>
                <a:gd name="csY2469" fmla="*/ 115954 h 358347"/>
                <a:gd name="csX2470" fmla="*/ 563688 w 977320"/>
                <a:gd name="csY2470" fmla="*/ 115209 h 358347"/>
                <a:gd name="csX2471" fmla="*/ 561786 w 977320"/>
                <a:gd name="csY2471" fmla="*/ 114942 h 358347"/>
                <a:gd name="csX2472" fmla="*/ 559869 w 977320"/>
                <a:gd name="csY2472" fmla="*/ 115018 h 358347"/>
                <a:gd name="csX2473" fmla="*/ 551058 w 977320"/>
                <a:gd name="csY2473" fmla="*/ 116145 h 358347"/>
                <a:gd name="csX2474" fmla="*/ 548836 w 977320"/>
                <a:gd name="csY2474" fmla="*/ 116038 h 358347"/>
                <a:gd name="csX2475" fmla="*/ 544378 w 977320"/>
                <a:gd name="csY2475" fmla="*/ 114600 h 358347"/>
                <a:gd name="csX2476" fmla="*/ 541791 w 977320"/>
                <a:gd name="csY2476" fmla="*/ 114311 h 358347"/>
                <a:gd name="csX2477" fmla="*/ 539242 w 977320"/>
                <a:gd name="csY2477" fmla="*/ 114699 h 358347"/>
                <a:gd name="csX2478" fmla="*/ 536876 w 977320"/>
                <a:gd name="csY2478" fmla="*/ 115992 h 358347"/>
                <a:gd name="csX2479" fmla="*/ 535978 w 977320"/>
                <a:gd name="csY2479" fmla="*/ 116860 h 358347"/>
                <a:gd name="csX2480" fmla="*/ 533528 w 977320"/>
                <a:gd name="csY2480" fmla="*/ 119827 h 358347"/>
                <a:gd name="csX2481" fmla="*/ 532143 w 977320"/>
                <a:gd name="csY2481" fmla="*/ 121988 h 358347"/>
                <a:gd name="csX2482" fmla="*/ 531085 w 977320"/>
                <a:gd name="csY2482" fmla="*/ 124681 h 358347"/>
                <a:gd name="csX2483" fmla="*/ 530188 w 977320"/>
                <a:gd name="csY2483" fmla="*/ 127428 h 358347"/>
                <a:gd name="csX2484" fmla="*/ 529709 w 977320"/>
                <a:gd name="csY2484" fmla="*/ 129680 h 358347"/>
                <a:gd name="csX2485" fmla="*/ 529678 w 977320"/>
                <a:gd name="csY2485" fmla="*/ 132039 h 358347"/>
                <a:gd name="csX2486" fmla="*/ 530104 w 977320"/>
                <a:gd name="csY2486" fmla="*/ 134687 h 358347"/>
                <a:gd name="csX2487" fmla="*/ 530766 w 977320"/>
                <a:gd name="csY2487" fmla="*/ 137304 h 358347"/>
                <a:gd name="csX2488" fmla="*/ 531504 w 977320"/>
                <a:gd name="csY2488" fmla="*/ 139305 h 358347"/>
                <a:gd name="csX2489" fmla="*/ 534563 w 977320"/>
                <a:gd name="csY2489" fmla="*/ 143931 h 358347"/>
                <a:gd name="csX2490" fmla="*/ 535186 w 977320"/>
                <a:gd name="csY2490" fmla="*/ 144585 h 358347"/>
                <a:gd name="csX2491" fmla="*/ 538511 w 977320"/>
                <a:gd name="csY2491" fmla="*/ 145886 h 358347"/>
                <a:gd name="csX2492" fmla="*/ 540482 w 977320"/>
                <a:gd name="csY2492" fmla="*/ 147560 h 358347"/>
                <a:gd name="csX2493" fmla="*/ 542346 w 977320"/>
                <a:gd name="csY2493" fmla="*/ 152202 h 358347"/>
                <a:gd name="csX2494" fmla="*/ 543685 w 977320"/>
                <a:gd name="csY2494" fmla="*/ 154575 h 358347"/>
                <a:gd name="csX2495" fmla="*/ 544986 w 977320"/>
                <a:gd name="csY2495" fmla="*/ 154606 h 358347"/>
                <a:gd name="csX2496" fmla="*/ 546447 w 977320"/>
                <a:gd name="csY2496" fmla="*/ 154438 h 358347"/>
                <a:gd name="csX2497" fmla="*/ 548989 w 977320"/>
                <a:gd name="csY2497" fmla="*/ 154743 h 358347"/>
                <a:gd name="csX2498" fmla="*/ 551500 w 977320"/>
                <a:gd name="csY2498" fmla="*/ 155352 h 358347"/>
                <a:gd name="csX2499" fmla="*/ 553949 w 977320"/>
                <a:gd name="csY2499" fmla="*/ 153929 h 358347"/>
                <a:gd name="csX2500" fmla="*/ 555319 w 977320"/>
                <a:gd name="csY2500" fmla="*/ 151235 h 358347"/>
                <a:gd name="csX2501" fmla="*/ 556696 w 977320"/>
                <a:gd name="csY2501" fmla="*/ 149234 h 358347"/>
                <a:gd name="csX2502" fmla="*/ 559998 w 977320"/>
                <a:gd name="csY2502" fmla="*/ 145430 h 358347"/>
                <a:gd name="csX2503" fmla="*/ 561877 w 977320"/>
                <a:gd name="csY2503" fmla="*/ 143672 h 358347"/>
                <a:gd name="csX2504" fmla="*/ 563072 w 977320"/>
                <a:gd name="csY2504" fmla="*/ 143094 h 358347"/>
                <a:gd name="csX2505" fmla="*/ 564297 w 977320"/>
                <a:gd name="csY2505" fmla="*/ 143345 h 358347"/>
                <a:gd name="csX2506" fmla="*/ 565332 w 977320"/>
                <a:gd name="csY2506" fmla="*/ 144349 h 358347"/>
                <a:gd name="csX2507" fmla="*/ 566534 w 977320"/>
                <a:gd name="csY2507" fmla="*/ 145148 h 358347"/>
                <a:gd name="csX2508" fmla="*/ 568999 w 977320"/>
                <a:gd name="csY2508" fmla="*/ 145582 h 358347"/>
                <a:gd name="csX2509" fmla="*/ 571487 w 977320"/>
                <a:gd name="csY2509" fmla="*/ 145316 h 358347"/>
                <a:gd name="csX2510" fmla="*/ 574135 w 977320"/>
                <a:gd name="csY2510" fmla="*/ 144075 h 358347"/>
                <a:gd name="csX2511" fmla="*/ 575086 w 977320"/>
                <a:gd name="csY2511" fmla="*/ 143315 h 358347"/>
                <a:gd name="csX2512" fmla="*/ 575877 w 977320"/>
                <a:gd name="csY2512" fmla="*/ 142356 h 358347"/>
                <a:gd name="csX2513" fmla="*/ 578122 w 977320"/>
                <a:gd name="csY2513" fmla="*/ 141572 h 358347"/>
                <a:gd name="csX2514" fmla="*/ 583455 w 977320"/>
                <a:gd name="csY2514" fmla="*/ 141565 h 358347"/>
                <a:gd name="csX2515" fmla="*/ 586202 w 977320"/>
                <a:gd name="csY2515" fmla="*/ 141846 h 358347"/>
                <a:gd name="csX2516" fmla="*/ 591117 w 977320"/>
                <a:gd name="csY2516" fmla="*/ 141534 h 358347"/>
                <a:gd name="csX2517" fmla="*/ 591049 w 977320"/>
                <a:gd name="csY2517" fmla="*/ 140834 h 358347"/>
                <a:gd name="csX2518" fmla="*/ 590098 w 977320"/>
                <a:gd name="csY2518" fmla="*/ 140089 h 358347"/>
                <a:gd name="csX2519" fmla="*/ 589854 w 977320"/>
                <a:gd name="csY2519" fmla="*/ 139488 h 358347"/>
                <a:gd name="csX2520" fmla="*/ 590767 w 977320"/>
                <a:gd name="csY2520" fmla="*/ 139100 h 358347"/>
                <a:gd name="csX2521" fmla="*/ 593932 w 977320"/>
                <a:gd name="csY2521" fmla="*/ 138232 h 358347"/>
                <a:gd name="csX2522" fmla="*/ 597158 w 977320"/>
                <a:gd name="csY2522" fmla="*/ 137616 h 358347"/>
                <a:gd name="csX2523" fmla="*/ 599510 w 977320"/>
                <a:gd name="csY2523" fmla="*/ 138057 h 358347"/>
                <a:gd name="csX2524" fmla="*/ 601602 w 977320"/>
                <a:gd name="csY2524" fmla="*/ 139267 h 358347"/>
                <a:gd name="csX2525" fmla="*/ 602408 w 977320"/>
                <a:gd name="csY2525" fmla="*/ 140515 h 358347"/>
                <a:gd name="csX2526" fmla="*/ 602766 w 977320"/>
                <a:gd name="csY2526" fmla="*/ 142014 h 358347"/>
                <a:gd name="csX2527" fmla="*/ 601959 w 977320"/>
                <a:gd name="csY2527" fmla="*/ 145902 h 358347"/>
                <a:gd name="csX2528" fmla="*/ 601564 w 977320"/>
                <a:gd name="csY2528" fmla="*/ 146807 h 358347"/>
                <a:gd name="csX2529" fmla="*/ 599890 w 977320"/>
                <a:gd name="csY2529" fmla="*/ 147271 h 358347"/>
                <a:gd name="csX2530" fmla="*/ 598315 w 977320"/>
                <a:gd name="csY2530" fmla="*/ 146754 h 358347"/>
                <a:gd name="csX2531" fmla="*/ 596755 w 977320"/>
                <a:gd name="csY2531" fmla="*/ 144745 h 358347"/>
                <a:gd name="csX2532" fmla="*/ 594549 w 977320"/>
                <a:gd name="csY2532" fmla="*/ 144007 h 358347"/>
                <a:gd name="csX2533" fmla="*/ 591421 w 977320"/>
                <a:gd name="csY2533" fmla="*/ 144616 h 358347"/>
                <a:gd name="csX2534" fmla="*/ 590341 w 977320"/>
                <a:gd name="csY2534" fmla="*/ 145194 h 358347"/>
                <a:gd name="csX2535" fmla="*/ 589383 w 977320"/>
                <a:gd name="csY2535" fmla="*/ 145993 h 358347"/>
                <a:gd name="csX2536" fmla="*/ 587617 w 977320"/>
                <a:gd name="csY2536" fmla="*/ 148078 h 358347"/>
                <a:gd name="csX2537" fmla="*/ 586149 w 977320"/>
                <a:gd name="csY2537" fmla="*/ 150429 h 358347"/>
                <a:gd name="csX2538" fmla="*/ 582961 w 977320"/>
                <a:gd name="csY2538" fmla="*/ 154088 h 358347"/>
                <a:gd name="csX2539" fmla="*/ 579286 w 977320"/>
                <a:gd name="csY2539" fmla="*/ 157269 h 358347"/>
                <a:gd name="csX2540" fmla="*/ 577505 w 977320"/>
                <a:gd name="csY2540" fmla="*/ 158486 h 358347"/>
                <a:gd name="csX2541" fmla="*/ 575512 w 977320"/>
                <a:gd name="csY2541" fmla="*/ 159300 h 358347"/>
                <a:gd name="csX2542" fmla="*/ 569128 w 977320"/>
                <a:gd name="csY2542" fmla="*/ 161408 h 358347"/>
                <a:gd name="csX2543" fmla="*/ 567447 w 977320"/>
                <a:gd name="csY2543" fmla="*/ 162975 h 358347"/>
                <a:gd name="csX2544" fmla="*/ 566138 w 977320"/>
                <a:gd name="csY2544" fmla="*/ 165007 h 358347"/>
                <a:gd name="csX2545" fmla="*/ 564692 w 977320"/>
                <a:gd name="csY2545" fmla="*/ 165699 h 358347"/>
                <a:gd name="csX2546" fmla="*/ 563019 w 977320"/>
                <a:gd name="csY2546" fmla="*/ 165920 h 358347"/>
                <a:gd name="csX2547" fmla="*/ 561764 w 977320"/>
                <a:gd name="csY2547" fmla="*/ 165539 h 358347"/>
                <a:gd name="csX2548" fmla="*/ 559222 w 977320"/>
                <a:gd name="csY2548" fmla="*/ 164390 h 358347"/>
                <a:gd name="csX2549" fmla="*/ 558385 w 977320"/>
                <a:gd name="csY2549" fmla="*/ 165334 h 358347"/>
                <a:gd name="csX2550" fmla="*/ 558241 w 977320"/>
                <a:gd name="csY2550" fmla="*/ 166772 h 358347"/>
                <a:gd name="csX2551" fmla="*/ 559488 w 977320"/>
                <a:gd name="csY2551" fmla="*/ 167282 h 358347"/>
                <a:gd name="csX2552" fmla="*/ 561512 w 977320"/>
                <a:gd name="csY2552" fmla="*/ 168872 h 358347"/>
                <a:gd name="csX2553" fmla="*/ 563072 w 977320"/>
                <a:gd name="csY2553" fmla="*/ 171116 h 358347"/>
                <a:gd name="csX2554" fmla="*/ 564069 w 977320"/>
                <a:gd name="csY2554" fmla="*/ 171596 h 358347"/>
                <a:gd name="csX2555" fmla="*/ 566298 w 977320"/>
                <a:gd name="csY2555" fmla="*/ 172326 h 358347"/>
                <a:gd name="csX2556" fmla="*/ 567234 w 977320"/>
                <a:gd name="csY2556" fmla="*/ 173026 h 358347"/>
                <a:gd name="csX2557" fmla="*/ 568908 w 977320"/>
                <a:gd name="csY2557" fmla="*/ 174951 h 358347"/>
                <a:gd name="csX2558" fmla="*/ 571548 w 977320"/>
                <a:gd name="csY2558" fmla="*/ 179425 h 358347"/>
                <a:gd name="csX2559" fmla="*/ 572446 w 977320"/>
                <a:gd name="csY2559" fmla="*/ 181845 h 358347"/>
                <a:gd name="csX2560" fmla="*/ 573914 w 977320"/>
                <a:gd name="csY2560" fmla="*/ 183823 h 358347"/>
                <a:gd name="csX2561" fmla="*/ 578373 w 977320"/>
                <a:gd name="csY2561" fmla="*/ 187178 h 358347"/>
                <a:gd name="csX2562" fmla="*/ 578624 w 977320"/>
                <a:gd name="csY2562" fmla="*/ 188129 h 358347"/>
                <a:gd name="csX2563" fmla="*/ 578350 w 977320"/>
                <a:gd name="csY2563" fmla="*/ 189240 h 358347"/>
                <a:gd name="csX2564" fmla="*/ 578692 w 977320"/>
                <a:gd name="csY2564" fmla="*/ 190244 h 358347"/>
                <a:gd name="csX2565" fmla="*/ 580290 w 977320"/>
                <a:gd name="csY2565" fmla="*/ 192169 h 358347"/>
                <a:gd name="csX2566" fmla="*/ 580671 w 977320"/>
                <a:gd name="csY2566" fmla="*/ 193417 h 358347"/>
                <a:gd name="csX2567" fmla="*/ 578928 w 977320"/>
                <a:gd name="csY2567" fmla="*/ 195000 h 358347"/>
                <a:gd name="csX2568" fmla="*/ 578829 w 977320"/>
                <a:gd name="csY2568" fmla="*/ 197282 h 358347"/>
                <a:gd name="csX2569" fmla="*/ 577757 w 977320"/>
                <a:gd name="csY2569" fmla="*/ 200356 h 358347"/>
                <a:gd name="csX2570" fmla="*/ 577521 w 977320"/>
                <a:gd name="csY2570" fmla="*/ 201391 h 358347"/>
                <a:gd name="csX2571" fmla="*/ 577551 w 977320"/>
                <a:gd name="csY2571" fmla="*/ 202334 h 358347"/>
                <a:gd name="csX2572" fmla="*/ 578304 w 977320"/>
                <a:gd name="csY2572" fmla="*/ 203209 h 358347"/>
                <a:gd name="csX2573" fmla="*/ 579180 w 977320"/>
                <a:gd name="csY2573" fmla="*/ 203902 h 358347"/>
                <a:gd name="csX2574" fmla="*/ 580381 w 977320"/>
                <a:gd name="csY2574" fmla="*/ 204267 h 358347"/>
                <a:gd name="csX2575" fmla="*/ 581431 w 977320"/>
                <a:gd name="csY2575" fmla="*/ 204868 h 358347"/>
                <a:gd name="csX2576" fmla="*/ 583455 w 977320"/>
                <a:gd name="csY2576" fmla="*/ 207265 h 358347"/>
                <a:gd name="csX2577" fmla="*/ 584513 w 977320"/>
                <a:gd name="csY2577" fmla="*/ 207896 h 358347"/>
                <a:gd name="csX2578" fmla="*/ 585183 w 977320"/>
                <a:gd name="csY2578" fmla="*/ 208771 h 358347"/>
                <a:gd name="csX2579" fmla="*/ 585114 w 977320"/>
                <a:gd name="csY2579" fmla="*/ 210072 h 358347"/>
                <a:gd name="csX2580" fmla="*/ 586035 w 977320"/>
                <a:gd name="csY2580" fmla="*/ 210833 h 358347"/>
                <a:gd name="csX2581" fmla="*/ 586879 w 977320"/>
                <a:gd name="csY2581" fmla="*/ 212195 h 358347"/>
                <a:gd name="csX2582" fmla="*/ 588180 w 977320"/>
                <a:gd name="csY2582" fmla="*/ 212522 h 358347"/>
                <a:gd name="csX2583" fmla="*/ 588781 w 977320"/>
                <a:gd name="csY2583" fmla="*/ 212134 h 358347"/>
                <a:gd name="csX2584" fmla="*/ 589200 w 977320"/>
                <a:gd name="csY2584" fmla="*/ 211548 h 358347"/>
                <a:gd name="csX2585" fmla="*/ 590265 w 977320"/>
                <a:gd name="csY2585" fmla="*/ 211769 h 358347"/>
                <a:gd name="csX2586" fmla="*/ 590889 w 977320"/>
                <a:gd name="csY2586" fmla="*/ 212720 h 358347"/>
                <a:gd name="csX2587" fmla="*/ 591254 w 977320"/>
                <a:gd name="csY2587" fmla="*/ 213937 h 358347"/>
                <a:gd name="csX2588" fmla="*/ 591376 w 977320"/>
                <a:gd name="csY2588" fmla="*/ 215276 h 358347"/>
                <a:gd name="csX2589" fmla="*/ 591322 w 977320"/>
                <a:gd name="csY2589" fmla="*/ 217818 h 358347"/>
                <a:gd name="csX2590" fmla="*/ 590790 w 977320"/>
                <a:gd name="csY2590" fmla="*/ 218731 h 358347"/>
                <a:gd name="csX2591" fmla="*/ 589626 w 977320"/>
                <a:gd name="csY2591" fmla="*/ 218685 h 358347"/>
                <a:gd name="csX2592" fmla="*/ 587533 w 977320"/>
                <a:gd name="csY2592" fmla="*/ 217635 h 358347"/>
                <a:gd name="csX2593" fmla="*/ 587435 w 977320"/>
                <a:gd name="csY2593" fmla="*/ 218396 h 358347"/>
                <a:gd name="csX2594" fmla="*/ 587579 w 977320"/>
                <a:gd name="csY2594" fmla="*/ 219126 h 358347"/>
                <a:gd name="csX2595" fmla="*/ 586514 w 977320"/>
                <a:gd name="csY2595" fmla="*/ 219370 h 358347"/>
                <a:gd name="csX2596" fmla="*/ 585296 w 977320"/>
                <a:gd name="csY2596" fmla="*/ 219263 h 358347"/>
                <a:gd name="csX2597" fmla="*/ 582238 w 977320"/>
                <a:gd name="csY2597" fmla="*/ 219362 h 358347"/>
                <a:gd name="csX2598" fmla="*/ 576592 w 977320"/>
                <a:gd name="csY2598" fmla="*/ 220945 h 358347"/>
                <a:gd name="csX2599" fmla="*/ 574614 w 977320"/>
                <a:gd name="csY2599" fmla="*/ 221881 h 358347"/>
                <a:gd name="csX2600" fmla="*/ 573328 w 977320"/>
                <a:gd name="csY2600" fmla="*/ 223577 h 358347"/>
                <a:gd name="csX2601" fmla="*/ 573237 w 977320"/>
                <a:gd name="csY2601" fmla="*/ 224757 h 358347"/>
                <a:gd name="csX2602" fmla="*/ 573732 w 977320"/>
                <a:gd name="csY2602" fmla="*/ 227230 h 358347"/>
                <a:gd name="csX2603" fmla="*/ 572979 w 977320"/>
                <a:gd name="csY2603" fmla="*/ 228097 h 358347"/>
                <a:gd name="csX2604" fmla="*/ 570391 w 977320"/>
                <a:gd name="csY2604" fmla="*/ 228424 h 358347"/>
                <a:gd name="csX2605" fmla="*/ 566778 w 977320"/>
                <a:gd name="csY2605" fmla="*/ 227762 h 358347"/>
                <a:gd name="csX2606" fmla="*/ 564594 w 977320"/>
                <a:gd name="csY2606" fmla="*/ 227100 h 358347"/>
                <a:gd name="csX2607" fmla="*/ 563376 w 977320"/>
                <a:gd name="csY2607" fmla="*/ 226545 h 358347"/>
                <a:gd name="csX2608" fmla="*/ 561794 w 977320"/>
                <a:gd name="csY2608" fmla="*/ 224879 h 358347"/>
                <a:gd name="csX2609" fmla="*/ 561193 w 977320"/>
                <a:gd name="csY2609" fmla="*/ 222748 h 358347"/>
                <a:gd name="csX2610" fmla="*/ 562364 w 977320"/>
                <a:gd name="csY2610" fmla="*/ 216410 h 358347"/>
                <a:gd name="csX2611" fmla="*/ 562691 w 977320"/>
                <a:gd name="csY2611" fmla="*/ 215596 h 358347"/>
                <a:gd name="csX2612" fmla="*/ 563262 w 977320"/>
                <a:gd name="csY2612" fmla="*/ 214873 h 358347"/>
                <a:gd name="csX2613" fmla="*/ 563863 w 977320"/>
                <a:gd name="csY2613" fmla="*/ 213724 h 358347"/>
                <a:gd name="csX2614" fmla="*/ 564008 w 977320"/>
                <a:gd name="csY2614" fmla="*/ 212370 h 358347"/>
                <a:gd name="csX2615" fmla="*/ 562281 w 977320"/>
                <a:gd name="csY2615" fmla="*/ 210719 h 358347"/>
                <a:gd name="csX2616" fmla="*/ 559678 w 977320"/>
                <a:gd name="csY2616" fmla="*/ 210065 h 358347"/>
                <a:gd name="csX2617" fmla="*/ 557480 w 977320"/>
                <a:gd name="csY2617" fmla="*/ 208687 h 358347"/>
                <a:gd name="csX2618" fmla="*/ 548973 w 977320"/>
                <a:gd name="csY2618" fmla="*/ 200957 h 358347"/>
                <a:gd name="csX2619" fmla="*/ 548494 w 977320"/>
                <a:gd name="csY2619" fmla="*/ 200212 h 358347"/>
                <a:gd name="csX2620" fmla="*/ 548479 w 977320"/>
                <a:gd name="csY2620" fmla="*/ 198933 h 358347"/>
                <a:gd name="csX2621" fmla="*/ 548821 w 977320"/>
                <a:gd name="csY2621" fmla="*/ 197739 h 358347"/>
                <a:gd name="csX2622" fmla="*/ 551613 w 977320"/>
                <a:gd name="csY2622" fmla="*/ 193516 h 358347"/>
                <a:gd name="csX2623" fmla="*/ 551971 w 977320"/>
                <a:gd name="csY2623" fmla="*/ 192710 h 358347"/>
                <a:gd name="csX2624" fmla="*/ 552314 w 977320"/>
                <a:gd name="csY2624" fmla="*/ 189377 h 358347"/>
                <a:gd name="csX2625" fmla="*/ 552230 w 977320"/>
                <a:gd name="csY2625" fmla="*/ 186630 h 358347"/>
                <a:gd name="csX2626" fmla="*/ 551918 w 977320"/>
                <a:gd name="csY2626" fmla="*/ 183884 h 358347"/>
                <a:gd name="csX2627" fmla="*/ 550594 w 977320"/>
                <a:gd name="csY2627" fmla="*/ 182156 h 358347"/>
                <a:gd name="csX2628" fmla="*/ 548227 w 977320"/>
                <a:gd name="csY2628" fmla="*/ 181631 h 358347"/>
                <a:gd name="csX2629" fmla="*/ 545785 w 977320"/>
                <a:gd name="csY2629" fmla="*/ 181548 h 358347"/>
                <a:gd name="csX2630" fmla="*/ 543404 w 977320"/>
                <a:gd name="csY2630" fmla="*/ 182096 h 358347"/>
                <a:gd name="csX2631" fmla="*/ 541061 w 977320"/>
                <a:gd name="csY2631" fmla="*/ 183480 h 358347"/>
                <a:gd name="csX2632" fmla="*/ 536739 w 977320"/>
                <a:gd name="csY2632" fmla="*/ 186387 h 358347"/>
                <a:gd name="csX2633" fmla="*/ 535019 w 977320"/>
                <a:gd name="csY2633" fmla="*/ 188084 h 358347"/>
                <a:gd name="csX2634" fmla="*/ 534867 w 977320"/>
                <a:gd name="csY2634" fmla="*/ 190282 h 358347"/>
                <a:gd name="csX2635" fmla="*/ 535856 w 977320"/>
                <a:gd name="csY2635" fmla="*/ 192436 h 358347"/>
                <a:gd name="csX2636" fmla="*/ 537135 w 977320"/>
                <a:gd name="csY2636" fmla="*/ 194399 h 358347"/>
                <a:gd name="csX2637" fmla="*/ 537819 w 977320"/>
                <a:gd name="csY2637" fmla="*/ 196552 h 358347"/>
                <a:gd name="csX2638" fmla="*/ 538763 w 977320"/>
                <a:gd name="csY2638" fmla="*/ 204183 h 358347"/>
                <a:gd name="csX2639" fmla="*/ 538732 w 977320"/>
                <a:gd name="csY2639" fmla="*/ 205043 h 358347"/>
                <a:gd name="csX2640" fmla="*/ 537621 w 977320"/>
                <a:gd name="csY2640" fmla="*/ 207265 h 358347"/>
                <a:gd name="csX2641" fmla="*/ 537180 w 977320"/>
                <a:gd name="csY2641" fmla="*/ 212225 h 358347"/>
                <a:gd name="csX2642" fmla="*/ 537659 w 977320"/>
                <a:gd name="csY2642" fmla="*/ 219233 h 358347"/>
                <a:gd name="csX2643" fmla="*/ 538420 w 977320"/>
                <a:gd name="csY2643" fmla="*/ 223532 h 358347"/>
                <a:gd name="csX2644" fmla="*/ 538093 w 977320"/>
                <a:gd name="csY2644" fmla="*/ 225867 h 358347"/>
                <a:gd name="csX2645" fmla="*/ 536069 w 977320"/>
                <a:gd name="csY2645" fmla="*/ 230889 h 358347"/>
                <a:gd name="csX2646" fmla="*/ 535453 w 977320"/>
                <a:gd name="csY2646" fmla="*/ 233643 h 358347"/>
                <a:gd name="csX2647" fmla="*/ 535407 w 977320"/>
                <a:gd name="csY2647" fmla="*/ 234777 h 358347"/>
                <a:gd name="csX2648" fmla="*/ 537789 w 977320"/>
                <a:gd name="csY2648" fmla="*/ 240027 h 358347"/>
                <a:gd name="csX2649" fmla="*/ 538336 w 977320"/>
                <a:gd name="csY2649" fmla="*/ 242104 h 358347"/>
                <a:gd name="csX2650" fmla="*/ 538626 w 977320"/>
                <a:gd name="csY2650" fmla="*/ 244258 h 358347"/>
                <a:gd name="csX2651" fmla="*/ 536092 w 977320"/>
                <a:gd name="csY2651" fmla="*/ 243200 h 358347"/>
                <a:gd name="csX2652" fmla="*/ 534920 w 977320"/>
                <a:gd name="csY2652" fmla="*/ 243253 h 358347"/>
                <a:gd name="csX2653" fmla="*/ 533726 w 977320"/>
                <a:gd name="csY2653" fmla="*/ 243573 h 358347"/>
                <a:gd name="csX2654" fmla="*/ 531085 w 977320"/>
                <a:gd name="csY2654" fmla="*/ 243915 h 358347"/>
                <a:gd name="csX2655" fmla="*/ 528400 w 977320"/>
                <a:gd name="csY2655" fmla="*/ 243961 h 358347"/>
                <a:gd name="csX2656" fmla="*/ 527464 w 977320"/>
                <a:gd name="csY2656" fmla="*/ 244356 h 358347"/>
                <a:gd name="csX2657" fmla="*/ 525562 w 977320"/>
                <a:gd name="csY2657" fmla="*/ 245756 h 358347"/>
                <a:gd name="csX2658" fmla="*/ 524405 w 977320"/>
                <a:gd name="csY2658" fmla="*/ 246319 h 358347"/>
                <a:gd name="csX2659" fmla="*/ 523401 w 977320"/>
                <a:gd name="csY2659" fmla="*/ 246426 h 358347"/>
                <a:gd name="csX2660" fmla="*/ 519992 w 977320"/>
                <a:gd name="csY2660" fmla="*/ 244676 h 358347"/>
                <a:gd name="csX2661" fmla="*/ 517976 w 977320"/>
                <a:gd name="csY2661" fmla="*/ 242774 h 358347"/>
                <a:gd name="csX2662" fmla="*/ 516120 w 977320"/>
                <a:gd name="csY2662" fmla="*/ 240712 h 358347"/>
                <a:gd name="csX2663" fmla="*/ 515777 w 977320"/>
                <a:gd name="csY2663" fmla="*/ 238353 h 358347"/>
                <a:gd name="csX2664" fmla="*/ 516424 w 977320"/>
                <a:gd name="csY2664" fmla="*/ 235934 h 358347"/>
                <a:gd name="csX2665" fmla="*/ 517345 w 977320"/>
                <a:gd name="csY2665" fmla="*/ 233347 h 358347"/>
                <a:gd name="csX2666" fmla="*/ 519178 w 977320"/>
                <a:gd name="csY2666" fmla="*/ 229048 h 358347"/>
                <a:gd name="csX2667" fmla="*/ 519087 w 977320"/>
                <a:gd name="csY2667" fmla="*/ 226164 h 358347"/>
                <a:gd name="csX2668" fmla="*/ 519719 w 977320"/>
                <a:gd name="csY2668" fmla="*/ 223798 h 358347"/>
                <a:gd name="csX2669" fmla="*/ 520769 w 977320"/>
                <a:gd name="csY2669" fmla="*/ 221508 h 358347"/>
                <a:gd name="csX2670" fmla="*/ 521149 w 977320"/>
                <a:gd name="csY2670" fmla="*/ 219393 h 358347"/>
                <a:gd name="csX2671" fmla="*/ 521400 w 977320"/>
                <a:gd name="csY2671" fmla="*/ 211115 h 358347"/>
                <a:gd name="csX2672" fmla="*/ 521141 w 977320"/>
                <a:gd name="csY2672" fmla="*/ 210377 h 358347"/>
                <a:gd name="csX2673" fmla="*/ 518623 w 977320"/>
                <a:gd name="csY2673" fmla="*/ 205462 h 358347"/>
                <a:gd name="csX2674" fmla="*/ 518334 w 977320"/>
                <a:gd name="csY2674" fmla="*/ 204640 h 358347"/>
                <a:gd name="csX2675" fmla="*/ 518318 w 977320"/>
                <a:gd name="csY2675" fmla="*/ 203316 h 358347"/>
                <a:gd name="csX2676" fmla="*/ 518592 w 977320"/>
                <a:gd name="csY2676" fmla="*/ 202045 h 358347"/>
                <a:gd name="csX2677" fmla="*/ 518645 w 977320"/>
                <a:gd name="csY2677" fmla="*/ 200911 h 358347"/>
                <a:gd name="csX2678" fmla="*/ 518067 w 977320"/>
                <a:gd name="csY2678" fmla="*/ 200037 h 358347"/>
                <a:gd name="csX2679" fmla="*/ 517048 w 977320"/>
                <a:gd name="csY2679" fmla="*/ 199238 h 358347"/>
                <a:gd name="csX2680" fmla="*/ 515815 w 977320"/>
                <a:gd name="csY2680" fmla="*/ 198888 h 358347"/>
                <a:gd name="csX2681" fmla="*/ 513205 w 977320"/>
                <a:gd name="csY2681" fmla="*/ 199230 h 358347"/>
                <a:gd name="csX2682" fmla="*/ 507971 w 977320"/>
                <a:gd name="csY2682" fmla="*/ 200554 h 358347"/>
                <a:gd name="csX2683" fmla="*/ 506426 w 977320"/>
                <a:gd name="csY2683" fmla="*/ 199390 h 358347"/>
                <a:gd name="csX2684" fmla="*/ 505270 w 977320"/>
                <a:gd name="csY2684" fmla="*/ 197594 h 358347"/>
                <a:gd name="csX2685" fmla="*/ 504516 w 977320"/>
                <a:gd name="csY2685" fmla="*/ 195083 h 358347"/>
                <a:gd name="csX2686" fmla="*/ 504083 w 977320"/>
                <a:gd name="csY2686" fmla="*/ 192458 h 358347"/>
                <a:gd name="csX2687" fmla="*/ 504280 w 977320"/>
                <a:gd name="csY2687" fmla="*/ 189993 h 358347"/>
                <a:gd name="csX2688" fmla="*/ 505057 w 977320"/>
                <a:gd name="csY2688" fmla="*/ 187612 h 358347"/>
                <a:gd name="csX2689" fmla="*/ 504433 w 977320"/>
                <a:gd name="csY2689" fmla="*/ 185946 h 358347"/>
                <a:gd name="csX2690" fmla="*/ 503466 w 977320"/>
                <a:gd name="csY2690" fmla="*/ 184135 h 358347"/>
                <a:gd name="csX2691" fmla="*/ 503459 w 977320"/>
                <a:gd name="csY2691" fmla="*/ 183199 h 358347"/>
                <a:gd name="csX2692" fmla="*/ 504007 w 977320"/>
                <a:gd name="csY2692" fmla="*/ 182385 h 358347"/>
                <a:gd name="csX2693" fmla="*/ 504950 w 977320"/>
                <a:gd name="csY2693" fmla="*/ 181700 h 358347"/>
                <a:gd name="csX2694" fmla="*/ 506107 w 977320"/>
                <a:gd name="csY2694" fmla="*/ 181304 h 358347"/>
                <a:gd name="csX2695" fmla="*/ 507187 w 977320"/>
                <a:gd name="csY2695" fmla="*/ 180581 h 358347"/>
                <a:gd name="csX2696" fmla="*/ 510056 w 977320"/>
                <a:gd name="csY2696" fmla="*/ 178154 h 358347"/>
                <a:gd name="csX2697" fmla="*/ 510968 w 977320"/>
                <a:gd name="csY2697" fmla="*/ 176016 h 358347"/>
                <a:gd name="csX2698" fmla="*/ 511037 w 977320"/>
                <a:gd name="csY2698" fmla="*/ 173384 h 358347"/>
                <a:gd name="csX2699" fmla="*/ 511767 w 977320"/>
                <a:gd name="csY2699" fmla="*/ 170873 h 358347"/>
                <a:gd name="csX2700" fmla="*/ 513228 w 977320"/>
                <a:gd name="csY2700" fmla="*/ 168552 h 358347"/>
                <a:gd name="csX2701" fmla="*/ 514963 w 977320"/>
                <a:gd name="csY2701" fmla="*/ 166407 h 358347"/>
                <a:gd name="csX2702" fmla="*/ 515519 w 977320"/>
                <a:gd name="csY2702" fmla="*/ 164193 h 358347"/>
                <a:gd name="csX2703" fmla="*/ 514674 w 977320"/>
                <a:gd name="csY2703" fmla="*/ 160677 h 358347"/>
                <a:gd name="csX2704" fmla="*/ 515009 w 977320"/>
                <a:gd name="csY2704" fmla="*/ 159080 h 358347"/>
                <a:gd name="csX2705" fmla="*/ 514719 w 977320"/>
                <a:gd name="csY2705" fmla="*/ 157200 h 358347"/>
                <a:gd name="csX2706" fmla="*/ 514689 w 977320"/>
                <a:gd name="csY2706" fmla="*/ 155344 h 358347"/>
                <a:gd name="csX2707" fmla="*/ 515762 w 977320"/>
                <a:gd name="csY2707" fmla="*/ 151851 h 358347"/>
                <a:gd name="csX2708" fmla="*/ 518942 w 977320"/>
                <a:gd name="csY2708" fmla="*/ 144707 h 358347"/>
                <a:gd name="csX2709" fmla="*/ 522047 w 977320"/>
                <a:gd name="csY2709" fmla="*/ 140910 h 358347"/>
                <a:gd name="csX2710" fmla="*/ 523279 w 977320"/>
                <a:gd name="csY2710" fmla="*/ 139914 h 358347"/>
                <a:gd name="csX2711" fmla="*/ 524892 w 977320"/>
                <a:gd name="csY2711" fmla="*/ 141679 h 358347"/>
                <a:gd name="csX2712" fmla="*/ 526117 w 977320"/>
                <a:gd name="csY2712" fmla="*/ 143756 h 358347"/>
                <a:gd name="csX2713" fmla="*/ 526140 w 977320"/>
                <a:gd name="csY2713" fmla="*/ 141877 h 358347"/>
                <a:gd name="csX2714" fmla="*/ 525775 w 977320"/>
                <a:gd name="csY2714" fmla="*/ 140074 h 358347"/>
                <a:gd name="csX2715" fmla="*/ 524542 w 977320"/>
                <a:gd name="csY2715" fmla="*/ 135775 h 358347"/>
                <a:gd name="csX2716" fmla="*/ 523469 w 977320"/>
                <a:gd name="csY2716" fmla="*/ 127390 h 358347"/>
                <a:gd name="csX2717" fmla="*/ 523766 w 977320"/>
                <a:gd name="csY2717" fmla="*/ 126599 h 358347"/>
                <a:gd name="csX2718" fmla="*/ 524854 w 977320"/>
                <a:gd name="csY2718" fmla="*/ 126728 h 358347"/>
                <a:gd name="csX2719" fmla="*/ 525965 w 977320"/>
                <a:gd name="csY2719" fmla="*/ 125990 h 358347"/>
                <a:gd name="csX2720" fmla="*/ 526543 w 977320"/>
                <a:gd name="csY2720" fmla="*/ 124674 h 358347"/>
                <a:gd name="csX2721" fmla="*/ 525394 w 977320"/>
                <a:gd name="csY2721" fmla="*/ 121562 h 358347"/>
                <a:gd name="csX2722" fmla="*/ 525341 w 977320"/>
                <a:gd name="csY2722" fmla="*/ 120459 h 358347"/>
                <a:gd name="csX2723" fmla="*/ 527563 w 977320"/>
                <a:gd name="csY2723" fmla="*/ 116084 h 358347"/>
                <a:gd name="csX2724" fmla="*/ 529374 w 977320"/>
                <a:gd name="csY2724" fmla="*/ 114493 h 358347"/>
                <a:gd name="csX2725" fmla="*/ 530165 w 977320"/>
                <a:gd name="csY2725" fmla="*/ 113512 h 358347"/>
                <a:gd name="csX2726" fmla="*/ 530622 w 977320"/>
                <a:gd name="csY2726" fmla="*/ 110841 h 358347"/>
                <a:gd name="csX2727" fmla="*/ 531565 w 977320"/>
                <a:gd name="csY2727" fmla="*/ 109837 h 358347"/>
                <a:gd name="csX2728" fmla="*/ 532752 w 977320"/>
                <a:gd name="csY2728" fmla="*/ 109114 h 358347"/>
                <a:gd name="csX2729" fmla="*/ 534319 w 977320"/>
                <a:gd name="csY2729" fmla="*/ 107265 h 358347"/>
                <a:gd name="csX2730" fmla="*/ 535164 w 977320"/>
                <a:gd name="csY2730" fmla="*/ 104937 h 358347"/>
                <a:gd name="csX2731" fmla="*/ 535681 w 977320"/>
                <a:gd name="csY2731" fmla="*/ 104762 h 358347"/>
                <a:gd name="csX2732" fmla="*/ 536290 w 977320"/>
                <a:gd name="csY2732" fmla="*/ 104679 h 358347"/>
                <a:gd name="csX2733" fmla="*/ 537233 w 977320"/>
                <a:gd name="csY2733" fmla="*/ 106710 h 358347"/>
                <a:gd name="csX2734" fmla="*/ 538291 w 977320"/>
                <a:gd name="csY2734" fmla="*/ 107532 h 358347"/>
                <a:gd name="csX2735" fmla="*/ 540436 w 977320"/>
                <a:gd name="csY2735" fmla="*/ 108194 h 358347"/>
                <a:gd name="csX2736" fmla="*/ 542270 w 977320"/>
                <a:gd name="csY2736" fmla="*/ 107410 h 358347"/>
                <a:gd name="csX2737" fmla="*/ 542780 w 977320"/>
                <a:gd name="csY2737" fmla="*/ 106390 h 358347"/>
                <a:gd name="csX2738" fmla="*/ 543472 w 977320"/>
                <a:gd name="csY2738" fmla="*/ 105515 h 358347"/>
                <a:gd name="csX2739" fmla="*/ 544583 w 977320"/>
                <a:gd name="csY2739" fmla="*/ 104602 h 358347"/>
                <a:gd name="csX2740" fmla="*/ 545519 w 977320"/>
                <a:gd name="csY2740" fmla="*/ 103560 h 358347"/>
                <a:gd name="csX2741" fmla="*/ 546561 w 977320"/>
                <a:gd name="csY2741" fmla="*/ 101148 h 358347"/>
                <a:gd name="csX2742" fmla="*/ 547939 w 977320"/>
                <a:gd name="csY2742" fmla="*/ 98949 h 358347"/>
                <a:gd name="csX2743" fmla="*/ 548882 w 977320"/>
                <a:gd name="csY2743" fmla="*/ 98181 h 358347"/>
                <a:gd name="csX2744" fmla="*/ 550016 w 977320"/>
                <a:gd name="csY2744" fmla="*/ 97702 h 358347"/>
                <a:gd name="csX2745" fmla="*/ 551279 w 977320"/>
                <a:gd name="csY2745" fmla="*/ 97405 h 358347"/>
                <a:gd name="csX2746" fmla="*/ 552496 w 977320"/>
                <a:gd name="csY2746" fmla="*/ 97367 h 358347"/>
                <a:gd name="csX2747" fmla="*/ 555197 w 977320"/>
                <a:gd name="csY2747" fmla="*/ 98744 h 358347"/>
                <a:gd name="csX2748" fmla="*/ 556764 w 977320"/>
                <a:gd name="csY2748" fmla="*/ 99018 h 358347"/>
                <a:gd name="csX2749" fmla="*/ 558370 w 977320"/>
                <a:gd name="csY2749" fmla="*/ 98919 h 358347"/>
                <a:gd name="csX2750" fmla="*/ 559382 w 977320"/>
                <a:gd name="csY2750" fmla="*/ 99147 h 358347"/>
                <a:gd name="csX2751" fmla="*/ 560150 w 977320"/>
                <a:gd name="csY2751" fmla="*/ 99771 h 358347"/>
                <a:gd name="csX2752" fmla="*/ 560851 w 977320"/>
                <a:gd name="csY2752" fmla="*/ 101019 h 358347"/>
                <a:gd name="csX2753" fmla="*/ 561710 w 977320"/>
                <a:gd name="csY2753" fmla="*/ 102099 h 358347"/>
                <a:gd name="csX2754" fmla="*/ 562509 w 977320"/>
                <a:gd name="csY2754" fmla="*/ 102632 h 358347"/>
                <a:gd name="csX2755" fmla="*/ 563384 w 977320"/>
                <a:gd name="csY2755" fmla="*/ 102883 h 358347"/>
                <a:gd name="csX2756" fmla="*/ 569265 w 977320"/>
                <a:gd name="csY2756" fmla="*/ 102442 h 358347"/>
                <a:gd name="csX2757" fmla="*/ 574409 w 977320"/>
                <a:gd name="csY2757" fmla="*/ 103659 h 358347"/>
                <a:gd name="csX2758" fmla="*/ 581424 w 977320"/>
                <a:gd name="csY2758" fmla="*/ 103933 h 358347"/>
                <a:gd name="csX2759" fmla="*/ 583828 w 977320"/>
                <a:gd name="csY2759" fmla="*/ 104648 h 358347"/>
                <a:gd name="csX2760" fmla="*/ 586141 w 977320"/>
                <a:gd name="csY2760" fmla="*/ 105584 h 358347"/>
                <a:gd name="csX2761" fmla="*/ 588964 w 977320"/>
                <a:gd name="csY2761" fmla="*/ 107227 h 358347"/>
                <a:gd name="csX2762" fmla="*/ 589999 w 977320"/>
                <a:gd name="csY2762" fmla="*/ 107593 h 358347"/>
                <a:gd name="csX2763" fmla="*/ 591155 w 977320"/>
                <a:gd name="csY2763" fmla="*/ 107501 h 358347"/>
                <a:gd name="csX2764" fmla="*/ 592593 w 977320"/>
                <a:gd name="csY2764" fmla="*/ 105949 h 358347"/>
                <a:gd name="csX2765" fmla="*/ 593719 w 977320"/>
                <a:gd name="csY2765" fmla="*/ 105614 h 358347"/>
                <a:gd name="csX2766" fmla="*/ 594861 w 977320"/>
                <a:gd name="csY2766" fmla="*/ 105553 h 358347"/>
                <a:gd name="csX2767" fmla="*/ 599380 w 977320"/>
                <a:gd name="csY2767" fmla="*/ 105843 h 358347"/>
                <a:gd name="csX2768" fmla="*/ 611523 w 977320"/>
                <a:gd name="csY2768" fmla="*/ 107745 h 358347"/>
                <a:gd name="csX2769" fmla="*/ 613319 w 977320"/>
                <a:gd name="csY2769" fmla="*/ 107486 h 358347"/>
                <a:gd name="csX2770" fmla="*/ 620638 w 977320"/>
                <a:gd name="csY2770" fmla="*/ 103841 h 358347"/>
                <a:gd name="csX2771" fmla="*/ 623575 w 977320"/>
                <a:gd name="csY2771" fmla="*/ 100387 h 358347"/>
                <a:gd name="csX2772" fmla="*/ 626200 w 977320"/>
                <a:gd name="csY2772" fmla="*/ 99429 h 358347"/>
                <a:gd name="csX2773" fmla="*/ 627083 w 977320"/>
                <a:gd name="csY2773" fmla="*/ 97861 h 358347"/>
                <a:gd name="csX2774" fmla="*/ 627615 w 977320"/>
                <a:gd name="csY2774" fmla="*/ 95990 h 358347"/>
                <a:gd name="csX2775" fmla="*/ 628544 w 977320"/>
                <a:gd name="csY2775" fmla="*/ 95487 h 358347"/>
                <a:gd name="csX2776" fmla="*/ 630743 w 977320"/>
                <a:gd name="csY2776" fmla="*/ 94955 h 358347"/>
                <a:gd name="csX2777" fmla="*/ 631610 w 977320"/>
                <a:gd name="csY2777" fmla="*/ 94399 h 358347"/>
                <a:gd name="csX2778" fmla="*/ 633170 w 977320"/>
                <a:gd name="csY2778" fmla="*/ 92094 h 358347"/>
                <a:gd name="csX2779" fmla="*/ 635011 w 977320"/>
                <a:gd name="csY2779" fmla="*/ 90055 h 358347"/>
                <a:gd name="csX2780" fmla="*/ 635916 w 977320"/>
                <a:gd name="csY2780" fmla="*/ 89438 h 358347"/>
                <a:gd name="csX2781" fmla="*/ 638518 w 977320"/>
                <a:gd name="csY2781" fmla="*/ 89766 h 358347"/>
                <a:gd name="csX2782" fmla="*/ 639667 w 977320"/>
                <a:gd name="csY2782" fmla="*/ 90656 h 358347"/>
                <a:gd name="csX2783" fmla="*/ 641128 w 977320"/>
                <a:gd name="csY2783" fmla="*/ 93654 h 358347"/>
                <a:gd name="csX2784" fmla="*/ 640877 w 977320"/>
                <a:gd name="csY2784" fmla="*/ 94156 h 358347"/>
                <a:gd name="csX2785" fmla="*/ 639150 w 977320"/>
                <a:gd name="csY2785" fmla="*/ 95647 h 358347"/>
                <a:gd name="csX2786" fmla="*/ 638648 w 977320"/>
                <a:gd name="csY2786" fmla="*/ 96279 h 358347"/>
                <a:gd name="csX2787" fmla="*/ 636738 w 977320"/>
                <a:gd name="csY2787" fmla="*/ 100494 h 358347"/>
                <a:gd name="csX2788" fmla="*/ 635429 w 977320"/>
                <a:gd name="csY2788" fmla="*/ 102563 h 358347"/>
                <a:gd name="csX2789" fmla="*/ 633801 w 977320"/>
                <a:gd name="csY2789" fmla="*/ 104412 h 358347"/>
                <a:gd name="csX2790" fmla="*/ 138826 w 977320"/>
                <a:gd name="csY2790" fmla="*/ 81427 h 358347"/>
                <a:gd name="csX2791" fmla="*/ 139975 w 977320"/>
                <a:gd name="csY2791" fmla="*/ 83169 h 358347"/>
                <a:gd name="csX2792" fmla="*/ 140218 w 977320"/>
                <a:gd name="csY2792" fmla="*/ 84295 h 358347"/>
                <a:gd name="csX2793" fmla="*/ 139374 w 977320"/>
                <a:gd name="csY2793" fmla="*/ 85589 h 358347"/>
                <a:gd name="csX2794" fmla="*/ 139062 w 977320"/>
                <a:gd name="csY2794" fmla="*/ 87574 h 358347"/>
                <a:gd name="csX2795" fmla="*/ 136574 w 977320"/>
                <a:gd name="csY2795" fmla="*/ 89134 h 358347"/>
                <a:gd name="csX2796" fmla="*/ 134398 w 977320"/>
                <a:gd name="csY2796" fmla="*/ 88761 h 358347"/>
                <a:gd name="csX2797" fmla="*/ 133690 w 977320"/>
                <a:gd name="csY2797" fmla="*/ 88206 h 358347"/>
                <a:gd name="csX2798" fmla="*/ 132313 w 977320"/>
                <a:gd name="csY2798" fmla="*/ 85193 h 358347"/>
                <a:gd name="csX2799" fmla="*/ 132450 w 977320"/>
                <a:gd name="csY2799" fmla="*/ 82637 h 358347"/>
                <a:gd name="csX2800" fmla="*/ 133310 w 977320"/>
                <a:gd name="csY2800" fmla="*/ 81663 h 358347"/>
                <a:gd name="csX2801" fmla="*/ 135334 w 977320"/>
                <a:gd name="csY2801" fmla="*/ 81815 h 358347"/>
                <a:gd name="csX2802" fmla="*/ 137388 w 977320"/>
                <a:gd name="csY2802" fmla="*/ 80415 h 358347"/>
                <a:gd name="csX2803" fmla="*/ 138826 w 977320"/>
                <a:gd name="csY2803" fmla="*/ 81427 h 358347"/>
                <a:gd name="csX2804" fmla="*/ 694533 w 977320"/>
                <a:gd name="csY2804" fmla="*/ 107532 h 358347"/>
                <a:gd name="csX2805" fmla="*/ 696085 w 977320"/>
                <a:gd name="csY2805" fmla="*/ 108003 h 358347"/>
                <a:gd name="csX2806" fmla="*/ 697698 w 977320"/>
                <a:gd name="csY2806" fmla="*/ 107874 h 358347"/>
                <a:gd name="csX2807" fmla="*/ 698497 w 977320"/>
                <a:gd name="csY2807" fmla="*/ 106923 h 358347"/>
                <a:gd name="csX2808" fmla="*/ 698718 w 977320"/>
                <a:gd name="csY2808" fmla="*/ 105690 h 358347"/>
                <a:gd name="csX2809" fmla="*/ 699532 w 977320"/>
                <a:gd name="csY2809" fmla="*/ 103400 h 358347"/>
                <a:gd name="csX2810" fmla="*/ 701411 w 977320"/>
                <a:gd name="csY2810" fmla="*/ 101848 h 358347"/>
                <a:gd name="csX2811" fmla="*/ 702727 w 977320"/>
                <a:gd name="csY2811" fmla="*/ 101605 h 358347"/>
                <a:gd name="csX2812" fmla="*/ 703663 w 977320"/>
                <a:gd name="csY2812" fmla="*/ 100950 h 358347"/>
                <a:gd name="csX2813" fmla="*/ 703503 w 977320"/>
                <a:gd name="csY2813" fmla="*/ 99254 h 358347"/>
                <a:gd name="csX2814" fmla="*/ 703602 w 977320"/>
                <a:gd name="csY2814" fmla="*/ 97587 h 358347"/>
                <a:gd name="csX2815" fmla="*/ 704994 w 977320"/>
                <a:gd name="csY2815" fmla="*/ 95807 h 358347"/>
                <a:gd name="csX2816" fmla="*/ 709293 w 977320"/>
                <a:gd name="csY2816" fmla="*/ 93327 h 358347"/>
                <a:gd name="csX2817" fmla="*/ 711751 w 977320"/>
                <a:gd name="csY2817" fmla="*/ 92444 h 358347"/>
                <a:gd name="csX2818" fmla="*/ 714939 w 977320"/>
                <a:gd name="csY2818" fmla="*/ 92162 h 358347"/>
                <a:gd name="csX2819" fmla="*/ 715296 w 977320"/>
                <a:gd name="csY2819" fmla="*/ 93113 h 358347"/>
                <a:gd name="csX2820" fmla="*/ 714931 w 977320"/>
                <a:gd name="csY2820" fmla="*/ 94468 h 358347"/>
                <a:gd name="csX2821" fmla="*/ 715548 w 977320"/>
                <a:gd name="csY2821" fmla="*/ 96515 h 358347"/>
                <a:gd name="csX2822" fmla="*/ 715244 w 977320"/>
                <a:gd name="csY2822" fmla="*/ 102054 h 358347"/>
                <a:gd name="csX2823" fmla="*/ 714513 w 977320"/>
                <a:gd name="csY2823" fmla="*/ 102837 h 358347"/>
                <a:gd name="csX2824" fmla="*/ 711218 w 977320"/>
                <a:gd name="csY2824" fmla="*/ 104747 h 358347"/>
                <a:gd name="csX2825" fmla="*/ 707620 w 977320"/>
                <a:gd name="csY2825" fmla="*/ 106276 h 358347"/>
                <a:gd name="csX2826" fmla="*/ 706608 w 977320"/>
                <a:gd name="csY2826" fmla="*/ 106915 h 358347"/>
                <a:gd name="csX2827" fmla="*/ 705717 w 977320"/>
                <a:gd name="csY2827" fmla="*/ 108437 h 358347"/>
                <a:gd name="csX2828" fmla="*/ 705794 w 977320"/>
                <a:gd name="csY2828" fmla="*/ 109951 h 358347"/>
                <a:gd name="csX2829" fmla="*/ 708730 w 977320"/>
                <a:gd name="csY2829" fmla="*/ 111968 h 358347"/>
                <a:gd name="csX2830" fmla="*/ 713288 w 977320"/>
                <a:gd name="csY2830" fmla="*/ 113854 h 358347"/>
                <a:gd name="csX2831" fmla="*/ 714224 w 977320"/>
                <a:gd name="csY2831" fmla="*/ 114737 h 358347"/>
                <a:gd name="csX2832" fmla="*/ 714833 w 977320"/>
                <a:gd name="csY2832" fmla="*/ 116221 h 358347"/>
                <a:gd name="csX2833" fmla="*/ 715000 w 977320"/>
                <a:gd name="csY2833" fmla="*/ 117879 h 358347"/>
                <a:gd name="csX2834" fmla="*/ 716103 w 977320"/>
                <a:gd name="csY2834" fmla="*/ 118671 h 358347"/>
                <a:gd name="csX2835" fmla="*/ 717648 w 977320"/>
                <a:gd name="csY2835" fmla="*/ 119051 h 358347"/>
                <a:gd name="csX2836" fmla="*/ 718667 w 977320"/>
                <a:gd name="csY2836" fmla="*/ 119835 h 358347"/>
                <a:gd name="csX2837" fmla="*/ 719443 w 977320"/>
                <a:gd name="csY2837" fmla="*/ 120938 h 358347"/>
                <a:gd name="csX2838" fmla="*/ 711774 w 977320"/>
                <a:gd name="csY2838" fmla="*/ 118359 h 358347"/>
                <a:gd name="csX2839" fmla="*/ 709765 w 977320"/>
                <a:gd name="csY2839" fmla="*/ 117225 h 358347"/>
                <a:gd name="csX2840" fmla="*/ 707346 w 977320"/>
                <a:gd name="csY2840" fmla="*/ 117088 h 358347"/>
                <a:gd name="csX2841" fmla="*/ 704949 w 977320"/>
                <a:gd name="csY2841" fmla="*/ 116746 h 358347"/>
                <a:gd name="csX2842" fmla="*/ 702507 w 977320"/>
                <a:gd name="csY2842" fmla="*/ 115757 h 358347"/>
                <a:gd name="csX2843" fmla="*/ 699881 w 977320"/>
                <a:gd name="csY2843" fmla="*/ 115521 h 358347"/>
                <a:gd name="csX2844" fmla="*/ 698626 w 977320"/>
                <a:gd name="csY2844" fmla="*/ 116236 h 358347"/>
                <a:gd name="csX2845" fmla="*/ 698139 w 977320"/>
                <a:gd name="csY2845" fmla="*/ 117636 h 358347"/>
                <a:gd name="csX2846" fmla="*/ 697842 w 977320"/>
                <a:gd name="csY2846" fmla="*/ 119203 h 358347"/>
                <a:gd name="csX2847" fmla="*/ 698421 w 977320"/>
                <a:gd name="csY2847" fmla="*/ 121151 h 358347"/>
                <a:gd name="csX2848" fmla="*/ 698368 w 977320"/>
                <a:gd name="csY2848" fmla="*/ 122338 h 358347"/>
                <a:gd name="csX2849" fmla="*/ 697873 w 977320"/>
                <a:gd name="csY2849" fmla="*/ 124476 h 358347"/>
                <a:gd name="csX2850" fmla="*/ 699775 w 977320"/>
                <a:gd name="csY2850" fmla="*/ 130799 h 358347"/>
                <a:gd name="csX2851" fmla="*/ 702157 w 977320"/>
                <a:gd name="csY2851" fmla="*/ 135820 h 358347"/>
                <a:gd name="csX2852" fmla="*/ 705664 w 977320"/>
                <a:gd name="csY2852" fmla="*/ 141047 h 358347"/>
                <a:gd name="csX2853" fmla="*/ 707399 w 977320"/>
                <a:gd name="csY2853" fmla="*/ 142843 h 358347"/>
                <a:gd name="csX2854" fmla="*/ 709339 w 977320"/>
                <a:gd name="csY2854" fmla="*/ 144464 h 358347"/>
                <a:gd name="csX2855" fmla="*/ 706189 w 977320"/>
                <a:gd name="csY2855" fmla="*/ 143984 h 358347"/>
                <a:gd name="csX2856" fmla="*/ 705238 w 977320"/>
                <a:gd name="csY2856" fmla="*/ 142242 h 358347"/>
                <a:gd name="csX2857" fmla="*/ 701251 w 977320"/>
                <a:gd name="csY2857" fmla="*/ 140507 h 358347"/>
                <a:gd name="csX2858" fmla="*/ 700483 w 977320"/>
                <a:gd name="csY2858" fmla="*/ 139472 h 358347"/>
                <a:gd name="csX2859" fmla="*/ 697880 w 977320"/>
                <a:gd name="csY2859" fmla="*/ 134512 h 358347"/>
                <a:gd name="csX2860" fmla="*/ 697120 w 977320"/>
                <a:gd name="csY2860" fmla="*/ 133583 h 358347"/>
                <a:gd name="csX2861" fmla="*/ 694723 w 977320"/>
                <a:gd name="csY2861" fmla="*/ 131894 h 358347"/>
                <a:gd name="csX2862" fmla="*/ 693666 w 977320"/>
                <a:gd name="csY2862" fmla="*/ 130654 h 358347"/>
                <a:gd name="csX2863" fmla="*/ 693308 w 977320"/>
                <a:gd name="csY2863" fmla="*/ 128980 h 358347"/>
                <a:gd name="csX2864" fmla="*/ 693574 w 977320"/>
                <a:gd name="csY2864" fmla="*/ 127223 h 358347"/>
                <a:gd name="csX2865" fmla="*/ 693437 w 977320"/>
                <a:gd name="csY2865" fmla="*/ 124788 h 358347"/>
                <a:gd name="csX2866" fmla="*/ 693529 w 977320"/>
                <a:gd name="csY2866" fmla="*/ 122368 h 358347"/>
                <a:gd name="csX2867" fmla="*/ 694023 w 977320"/>
                <a:gd name="csY2867" fmla="*/ 119416 h 358347"/>
                <a:gd name="csX2868" fmla="*/ 693163 w 977320"/>
                <a:gd name="csY2868" fmla="*/ 118374 h 358347"/>
                <a:gd name="csX2869" fmla="*/ 692045 w 977320"/>
                <a:gd name="csY2869" fmla="*/ 117400 h 358347"/>
                <a:gd name="csX2870" fmla="*/ 690744 w 977320"/>
                <a:gd name="csY2870" fmla="*/ 115140 h 358347"/>
                <a:gd name="csX2871" fmla="*/ 690356 w 977320"/>
                <a:gd name="csY2871" fmla="*/ 112568 h 358347"/>
                <a:gd name="csX2872" fmla="*/ 690462 w 977320"/>
                <a:gd name="csY2872" fmla="*/ 111092 h 358347"/>
                <a:gd name="csX2873" fmla="*/ 690995 w 977320"/>
                <a:gd name="csY2873" fmla="*/ 109784 h 358347"/>
                <a:gd name="csX2874" fmla="*/ 691718 w 977320"/>
                <a:gd name="csY2874" fmla="*/ 108650 h 358347"/>
                <a:gd name="csX2875" fmla="*/ 691877 w 977320"/>
                <a:gd name="csY2875" fmla="*/ 107539 h 358347"/>
                <a:gd name="csX2876" fmla="*/ 690006 w 977320"/>
                <a:gd name="csY2876" fmla="*/ 105934 h 358347"/>
                <a:gd name="csX2877" fmla="*/ 688043 w 977320"/>
                <a:gd name="csY2877" fmla="*/ 101353 h 358347"/>
                <a:gd name="csX2878" fmla="*/ 687868 w 977320"/>
                <a:gd name="csY2878" fmla="*/ 98980 h 358347"/>
                <a:gd name="csX2879" fmla="*/ 690363 w 977320"/>
                <a:gd name="csY2879" fmla="*/ 94407 h 358347"/>
                <a:gd name="csX2880" fmla="*/ 690310 w 977320"/>
                <a:gd name="csY2880" fmla="*/ 92185 h 358347"/>
                <a:gd name="csX2881" fmla="*/ 690805 w 977320"/>
                <a:gd name="csY2881" fmla="*/ 90869 h 358347"/>
                <a:gd name="csX2882" fmla="*/ 691071 w 977320"/>
                <a:gd name="csY2882" fmla="*/ 89469 h 358347"/>
                <a:gd name="csX2883" fmla="*/ 692380 w 977320"/>
                <a:gd name="csY2883" fmla="*/ 86425 h 358347"/>
                <a:gd name="csX2884" fmla="*/ 694502 w 977320"/>
                <a:gd name="csY2884" fmla="*/ 83831 h 358347"/>
                <a:gd name="csX2885" fmla="*/ 698109 w 977320"/>
                <a:gd name="csY2885" fmla="*/ 80194 h 358347"/>
                <a:gd name="csX2886" fmla="*/ 699478 w 977320"/>
                <a:gd name="csY2886" fmla="*/ 79403 h 358347"/>
                <a:gd name="csX2887" fmla="*/ 701023 w 977320"/>
                <a:gd name="csY2887" fmla="*/ 78885 h 358347"/>
                <a:gd name="csX2888" fmla="*/ 701160 w 977320"/>
                <a:gd name="csY2888" fmla="*/ 79776 h 358347"/>
                <a:gd name="csX2889" fmla="*/ 700917 w 977320"/>
                <a:gd name="csY2889" fmla="*/ 80567 h 358347"/>
                <a:gd name="csX2890" fmla="*/ 698253 w 977320"/>
                <a:gd name="csY2890" fmla="*/ 84265 h 358347"/>
                <a:gd name="csX2891" fmla="*/ 697896 w 977320"/>
                <a:gd name="csY2891" fmla="*/ 85102 h 358347"/>
                <a:gd name="csX2892" fmla="*/ 697827 w 977320"/>
                <a:gd name="csY2892" fmla="*/ 86654 h 358347"/>
                <a:gd name="csX2893" fmla="*/ 699098 w 977320"/>
                <a:gd name="csY2893" fmla="*/ 87574 h 358347"/>
                <a:gd name="csX2894" fmla="*/ 700483 w 977320"/>
                <a:gd name="csY2894" fmla="*/ 89454 h 358347"/>
                <a:gd name="csX2895" fmla="*/ 700749 w 977320"/>
                <a:gd name="csY2895" fmla="*/ 91949 h 358347"/>
                <a:gd name="csX2896" fmla="*/ 700802 w 977320"/>
                <a:gd name="csY2896" fmla="*/ 94612 h 358347"/>
                <a:gd name="csX2897" fmla="*/ 700498 w 977320"/>
                <a:gd name="csY2897" fmla="*/ 97291 h 358347"/>
                <a:gd name="csX2898" fmla="*/ 699988 w 977320"/>
                <a:gd name="csY2898" fmla="*/ 98188 h 358347"/>
                <a:gd name="csX2899" fmla="*/ 697805 w 977320"/>
                <a:gd name="csY2899" fmla="*/ 100882 h 358347"/>
                <a:gd name="csX2900" fmla="*/ 692836 w 977320"/>
                <a:gd name="csY2900" fmla="*/ 104039 h 358347"/>
                <a:gd name="csX2901" fmla="*/ 692410 w 977320"/>
                <a:gd name="csY2901" fmla="*/ 104823 h 358347"/>
                <a:gd name="csX2902" fmla="*/ 692448 w 977320"/>
                <a:gd name="csY2902" fmla="*/ 105690 h 358347"/>
                <a:gd name="csX2903" fmla="*/ 693361 w 977320"/>
                <a:gd name="csY2903" fmla="*/ 106740 h 358347"/>
                <a:gd name="csX2904" fmla="*/ 694533 w 977320"/>
                <a:gd name="csY2904" fmla="*/ 107532 h 358347"/>
                <a:gd name="csX2905" fmla="*/ 45416 w 977320"/>
                <a:gd name="csY2905" fmla="*/ 81488 h 358347"/>
                <a:gd name="csX2906" fmla="*/ 45294 w 977320"/>
                <a:gd name="csY2906" fmla="*/ 81967 h 358347"/>
                <a:gd name="csX2907" fmla="*/ 43087 w 977320"/>
                <a:gd name="csY2907" fmla="*/ 79738 h 358347"/>
                <a:gd name="csX2908" fmla="*/ 40591 w 977320"/>
                <a:gd name="csY2908" fmla="*/ 78497 h 358347"/>
                <a:gd name="csX2909" fmla="*/ 41627 w 977320"/>
                <a:gd name="csY2909" fmla="*/ 78178 h 358347"/>
                <a:gd name="csX2910" fmla="*/ 43688 w 977320"/>
                <a:gd name="csY2910" fmla="*/ 78520 h 358347"/>
                <a:gd name="csX2911" fmla="*/ 44510 w 977320"/>
                <a:gd name="csY2911" fmla="*/ 78840 h 358347"/>
                <a:gd name="csX2912" fmla="*/ 45301 w 977320"/>
                <a:gd name="csY2912" fmla="*/ 79951 h 358347"/>
                <a:gd name="csX2913" fmla="*/ 45416 w 977320"/>
                <a:gd name="csY2913" fmla="*/ 81488 h 358347"/>
                <a:gd name="csX2914" fmla="*/ 709933 w 977320"/>
                <a:gd name="csY2914" fmla="*/ 81990 h 358347"/>
                <a:gd name="csX2915" fmla="*/ 706554 w 977320"/>
                <a:gd name="csY2915" fmla="*/ 82355 h 358347"/>
                <a:gd name="csX2916" fmla="*/ 705786 w 977320"/>
                <a:gd name="csY2916" fmla="*/ 81343 h 358347"/>
                <a:gd name="csX2917" fmla="*/ 704896 w 977320"/>
                <a:gd name="csY2917" fmla="*/ 76778 h 358347"/>
                <a:gd name="csX2918" fmla="*/ 707292 w 977320"/>
                <a:gd name="csY2918" fmla="*/ 73126 h 358347"/>
                <a:gd name="csX2919" fmla="*/ 710313 w 977320"/>
                <a:gd name="csY2919" fmla="*/ 70980 h 358347"/>
                <a:gd name="csX2920" fmla="*/ 712375 w 977320"/>
                <a:gd name="csY2920" fmla="*/ 70440 h 358347"/>
                <a:gd name="csX2921" fmla="*/ 713098 w 977320"/>
                <a:gd name="csY2921" fmla="*/ 70410 h 358347"/>
                <a:gd name="csX2922" fmla="*/ 714939 w 977320"/>
                <a:gd name="csY2922" fmla="*/ 73042 h 358347"/>
                <a:gd name="csX2923" fmla="*/ 713539 w 977320"/>
                <a:gd name="csY2923" fmla="*/ 78330 h 358347"/>
                <a:gd name="csX2924" fmla="*/ 711926 w 977320"/>
                <a:gd name="csY2924" fmla="*/ 81031 h 358347"/>
                <a:gd name="csX2925" fmla="*/ 709933 w 977320"/>
                <a:gd name="csY2925" fmla="*/ 81990 h 358347"/>
                <a:gd name="csX2926" fmla="*/ 644879 w 977320"/>
                <a:gd name="csY2926" fmla="*/ 69261 h 358347"/>
                <a:gd name="csX2927" fmla="*/ 644659 w 977320"/>
                <a:gd name="csY2927" fmla="*/ 69732 h 358347"/>
                <a:gd name="csX2928" fmla="*/ 643867 w 977320"/>
                <a:gd name="csY2928" fmla="*/ 67244 h 358347"/>
                <a:gd name="csX2929" fmla="*/ 644529 w 977320"/>
                <a:gd name="csY2929" fmla="*/ 65996 h 358347"/>
                <a:gd name="csX2930" fmla="*/ 645481 w 977320"/>
                <a:gd name="csY2930" fmla="*/ 66453 h 358347"/>
                <a:gd name="csX2931" fmla="*/ 645716 w 977320"/>
                <a:gd name="csY2931" fmla="*/ 66894 h 358347"/>
                <a:gd name="csX2932" fmla="*/ 644811 w 977320"/>
                <a:gd name="csY2932" fmla="*/ 68081 h 358347"/>
                <a:gd name="csX2933" fmla="*/ 644879 w 977320"/>
                <a:gd name="csY2933" fmla="*/ 69261 h 358347"/>
                <a:gd name="csX2934" fmla="*/ 26835 w 977320"/>
                <a:gd name="csY2934" fmla="*/ 75446 h 358347"/>
                <a:gd name="csX2935" fmla="*/ 25496 w 977320"/>
                <a:gd name="csY2935" fmla="*/ 75644 h 358347"/>
                <a:gd name="csX2936" fmla="*/ 24203 w 977320"/>
                <a:gd name="csY2936" fmla="*/ 75188 h 358347"/>
                <a:gd name="csX2937" fmla="*/ 23130 w 977320"/>
                <a:gd name="csY2937" fmla="*/ 73970 h 358347"/>
                <a:gd name="csX2938" fmla="*/ 17393 w 977320"/>
                <a:gd name="csY2938" fmla="*/ 70440 h 358347"/>
                <a:gd name="csX2939" fmla="*/ 15613 w 977320"/>
                <a:gd name="csY2939" fmla="*/ 70387 h 358347"/>
                <a:gd name="csX2940" fmla="*/ 14365 w 977320"/>
                <a:gd name="csY2940" fmla="*/ 69481 h 358347"/>
                <a:gd name="csX2941" fmla="*/ 12843 w 977320"/>
                <a:gd name="csY2941" fmla="*/ 69169 h 358347"/>
                <a:gd name="csX2942" fmla="*/ 11230 w 977320"/>
                <a:gd name="csY2942" fmla="*/ 66811 h 358347"/>
                <a:gd name="csX2943" fmla="*/ 10888 w 977320"/>
                <a:gd name="csY2943" fmla="*/ 65548 h 358347"/>
                <a:gd name="csX2944" fmla="*/ 12059 w 977320"/>
                <a:gd name="csY2944" fmla="*/ 64931 h 358347"/>
                <a:gd name="csX2945" fmla="*/ 12798 w 977320"/>
                <a:gd name="csY2945" fmla="*/ 63638 h 358347"/>
                <a:gd name="csX2946" fmla="*/ 14707 w 977320"/>
                <a:gd name="csY2946" fmla="*/ 64209 h 358347"/>
                <a:gd name="csX2947" fmla="*/ 16883 w 977320"/>
                <a:gd name="csY2947" fmla="*/ 66491 h 358347"/>
                <a:gd name="csX2948" fmla="*/ 19098 w 977320"/>
                <a:gd name="csY2948" fmla="*/ 67343 h 358347"/>
                <a:gd name="csX2949" fmla="*/ 19699 w 977320"/>
                <a:gd name="csY2949" fmla="*/ 67777 h 358347"/>
                <a:gd name="csX2950" fmla="*/ 20779 w 977320"/>
                <a:gd name="csY2950" fmla="*/ 69040 h 358347"/>
                <a:gd name="csX2951" fmla="*/ 25839 w 977320"/>
                <a:gd name="csY2951" fmla="*/ 72144 h 358347"/>
                <a:gd name="csX2952" fmla="*/ 26386 w 977320"/>
                <a:gd name="csY2952" fmla="*/ 73202 h 358347"/>
                <a:gd name="csX2953" fmla="*/ 26736 w 977320"/>
                <a:gd name="csY2953" fmla="*/ 74259 h 358347"/>
                <a:gd name="csX2954" fmla="*/ 26835 w 977320"/>
                <a:gd name="csY2954" fmla="*/ 75446 h 358347"/>
                <a:gd name="csX2955" fmla="*/ 292123 w 977320"/>
                <a:gd name="csY2955" fmla="*/ 63866 h 358347"/>
                <a:gd name="csX2956" fmla="*/ 291081 w 977320"/>
                <a:gd name="csY2956" fmla="*/ 64977 h 358347"/>
                <a:gd name="csX2957" fmla="*/ 289970 w 977320"/>
                <a:gd name="csY2957" fmla="*/ 64285 h 358347"/>
                <a:gd name="csX2958" fmla="*/ 291690 w 977320"/>
                <a:gd name="csY2958" fmla="*/ 62032 h 358347"/>
                <a:gd name="csX2959" fmla="*/ 292093 w 977320"/>
                <a:gd name="csY2959" fmla="*/ 61880 h 358347"/>
                <a:gd name="csX2960" fmla="*/ 292123 w 977320"/>
                <a:gd name="csY2960" fmla="*/ 63866 h 358347"/>
                <a:gd name="csX2961" fmla="*/ 225350 w 977320"/>
                <a:gd name="csY2961" fmla="*/ 64772 h 358347"/>
                <a:gd name="csX2962" fmla="*/ 224460 w 977320"/>
                <a:gd name="csY2962" fmla="*/ 64855 h 358347"/>
                <a:gd name="csX2963" fmla="*/ 224194 w 977320"/>
                <a:gd name="csY2963" fmla="*/ 64224 h 358347"/>
                <a:gd name="csX2964" fmla="*/ 224232 w 977320"/>
                <a:gd name="csY2964" fmla="*/ 63136 h 358347"/>
                <a:gd name="csX2965" fmla="*/ 224156 w 977320"/>
                <a:gd name="csY2965" fmla="*/ 62268 h 358347"/>
                <a:gd name="csX2966" fmla="*/ 223897 w 977320"/>
                <a:gd name="csY2966" fmla="*/ 61622 h 358347"/>
                <a:gd name="csX2967" fmla="*/ 223897 w 977320"/>
                <a:gd name="csY2967" fmla="*/ 60534 h 358347"/>
                <a:gd name="csX2968" fmla="*/ 224719 w 977320"/>
                <a:gd name="csY2968" fmla="*/ 61074 h 358347"/>
                <a:gd name="csX2969" fmla="*/ 225350 w 977320"/>
                <a:gd name="csY2969" fmla="*/ 61584 h 358347"/>
                <a:gd name="csX2970" fmla="*/ 226081 w 977320"/>
                <a:gd name="csY2970" fmla="*/ 61949 h 358347"/>
                <a:gd name="csX2971" fmla="*/ 226674 w 977320"/>
                <a:gd name="csY2971" fmla="*/ 62192 h 358347"/>
                <a:gd name="csX2972" fmla="*/ 226986 w 977320"/>
                <a:gd name="csY2972" fmla="*/ 62360 h 358347"/>
                <a:gd name="csX2973" fmla="*/ 226400 w 977320"/>
                <a:gd name="csY2973" fmla="*/ 63897 h 358347"/>
                <a:gd name="csX2974" fmla="*/ 225350 w 977320"/>
                <a:gd name="csY2974" fmla="*/ 64772 h 358347"/>
                <a:gd name="csX2975" fmla="*/ 236550 w 977320"/>
                <a:gd name="csY2975" fmla="*/ 58525 h 358347"/>
                <a:gd name="csX2976" fmla="*/ 236520 w 977320"/>
                <a:gd name="csY2976" fmla="*/ 59986 h 358347"/>
                <a:gd name="csX2977" fmla="*/ 235044 w 977320"/>
                <a:gd name="csY2977" fmla="*/ 59126 h 358347"/>
                <a:gd name="csX2978" fmla="*/ 234755 w 977320"/>
                <a:gd name="csY2978" fmla="*/ 57505 h 358347"/>
                <a:gd name="csX2979" fmla="*/ 235241 w 977320"/>
                <a:gd name="csY2979" fmla="*/ 56980 h 358347"/>
                <a:gd name="csX2980" fmla="*/ 236253 w 977320"/>
                <a:gd name="csY2980" fmla="*/ 57262 h 358347"/>
                <a:gd name="csX2981" fmla="*/ 236550 w 977320"/>
                <a:gd name="csY2981" fmla="*/ 58525 h 358347"/>
                <a:gd name="csX2982" fmla="*/ 479408 w 977320"/>
                <a:gd name="csY2982" fmla="*/ 55900 h 358347"/>
                <a:gd name="csX2983" fmla="*/ 479142 w 977320"/>
                <a:gd name="csY2983" fmla="*/ 56600 h 358347"/>
                <a:gd name="csX2984" fmla="*/ 477316 w 977320"/>
                <a:gd name="csY2984" fmla="*/ 54888 h 358347"/>
                <a:gd name="csX2985" fmla="*/ 476836 w 977320"/>
                <a:gd name="csY2985" fmla="*/ 53648 h 358347"/>
                <a:gd name="csX2986" fmla="*/ 477057 w 977320"/>
                <a:gd name="csY2986" fmla="*/ 52682 h 358347"/>
                <a:gd name="csX2987" fmla="*/ 478952 w 977320"/>
                <a:gd name="csY2987" fmla="*/ 52598 h 358347"/>
                <a:gd name="csX2988" fmla="*/ 479895 w 977320"/>
                <a:gd name="csY2988" fmla="*/ 53207 h 358347"/>
                <a:gd name="csX2989" fmla="*/ 479408 w 977320"/>
                <a:gd name="csY2989" fmla="*/ 55900 h 358347"/>
                <a:gd name="csX2990" fmla="*/ 650228 w 977320"/>
                <a:gd name="csY2990" fmla="*/ 52598 h 358347"/>
                <a:gd name="csX2991" fmla="*/ 649695 w 977320"/>
                <a:gd name="csY2991" fmla="*/ 53245 h 358347"/>
                <a:gd name="csX2992" fmla="*/ 647101 w 977320"/>
                <a:gd name="csY2992" fmla="*/ 52058 h 358347"/>
                <a:gd name="csX2993" fmla="*/ 647230 w 977320"/>
                <a:gd name="csY2993" fmla="*/ 50178 h 358347"/>
                <a:gd name="csX2994" fmla="*/ 646880 w 977320"/>
                <a:gd name="csY2994" fmla="*/ 49250 h 358347"/>
                <a:gd name="csX2995" fmla="*/ 646180 w 977320"/>
                <a:gd name="csY2995" fmla="*/ 48276 h 358347"/>
                <a:gd name="csX2996" fmla="*/ 645899 w 977320"/>
                <a:gd name="csY2996" fmla="*/ 47325 h 358347"/>
                <a:gd name="csX2997" fmla="*/ 646188 w 977320"/>
                <a:gd name="csY2997" fmla="*/ 46283 h 358347"/>
                <a:gd name="csX2998" fmla="*/ 647786 w 977320"/>
                <a:gd name="csY2998" fmla="*/ 47614 h 358347"/>
                <a:gd name="csX2999" fmla="*/ 648683 w 977320"/>
                <a:gd name="csY2999" fmla="*/ 49729 h 358347"/>
                <a:gd name="csX3000" fmla="*/ 649916 w 977320"/>
                <a:gd name="csY3000" fmla="*/ 51738 h 358347"/>
                <a:gd name="csX3001" fmla="*/ 650228 w 977320"/>
                <a:gd name="csY3001" fmla="*/ 52598 h 358347"/>
                <a:gd name="csX3002" fmla="*/ 675724 w 977320"/>
                <a:gd name="csY3002" fmla="*/ 45529 h 358347"/>
                <a:gd name="csX3003" fmla="*/ 675374 w 977320"/>
                <a:gd name="csY3003" fmla="*/ 45773 h 358347"/>
                <a:gd name="csX3004" fmla="*/ 674606 w 977320"/>
                <a:gd name="csY3004" fmla="*/ 45202 h 358347"/>
                <a:gd name="csX3005" fmla="*/ 674126 w 977320"/>
                <a:gd name="csY3005" fmla="*/ 44571 h 358347"/>
                <a:gd name="csX3006" fmla="*/ 674157 w 977320"/>
                <a:gd name="csY3006" fmla="*/ 43939 h 358347"/>
                <a:gd name="csX3007" fmla="*/ 674705 w 977320"/>
                <a:gd name="csY3007" fmla="*/ 43620 h 358347"/>
                <a:gd name="csX3008" fmla="*/ 675816 w 977320"/>
                <a:gd name="csY3008" fmla="*/ 44586 h 358347"/>
                <a:gd name="csX3009" fmla="*/ 675839 w 977320"/>
                <a:gd name="csY3009" fmla="*/ 45119 h 358347"/>
                <a:gd name="csX3010" fmla="*/ 675724 w 977320"/>
                <a:gd name="csY3010" fmla="*/ 45529 h 358347"/>
                <a:gd name="csX3011" fmla="*/ 672894 w 977320"/>
                <a:gd name="csY3011" fmla="*/ 43277 h 358347"/>
                <a:gd name="csX3012" fmla="*/ 672947 w 977320"/>
                <a:gd name="csY3012" fmla="*/ 44175 h 358347"/>
                <a:gd name="csX3013" fmla="*/ 671654 w 977320"/>
                <a:gd name="csY3013" fmla="*/ 42136 h 358347"/>
                <a:gd name="csX3014" fmla="*/ 671152 w 977320"/>
                <a:gd name="csY3014" fmla="*/ 39724 h 358347"/>
                <a:gd name="csX3015" fmla="*/ 672179 w 977320"/>
                <a:gd name="csY3015" fmla="*/ 40584 h 358347"/>
                <a:gd name="csX3016" fmla="*/ 673328 w 977320"/>
                <a:gd name="csY3016" fmla="*/ 42364 h 358347"/>
                <a:gd name="csX3017" fmla="*/ 672894 w 977320"/>
                <a:gd name="csY3017" fmla="*/ 43277 h 358347"/>
                <a:gd name="csX3018" fmla="*/ 484240 w 977320"/>
                <a:gd name="csY3018" fmla="*/ 36650 h 358347"/>
                <a:gd name="csX3019" fmla="*/ 484955 w 977320"/>
                <a:gd name="csY3019" fmla="*/ 38682 h 358347"/>
                <a:gd name="csX3020" fmla="*/ 485061 w 977320"/>
                <a:gd name="csY3020" fmla="*/ 39458 h 358347"/>
                <a:gd name="csX3021" fmla="*/ 481097 w 977320"/>
                <a:gd name="csY3021" fmla="*/ 40523 h 358347"/>
                <a:gd name="csX3022" fmla="*/ 478708 w 977320"/>
                <a:gd name="csY3022" fmla="*/ 38027 h 358347"/>
                <a:gd name="csX3023" fmla="*/ 479218 w 977320"/>
                <a:gd name="csY3023" fmla="*/ 37016 h 358347"/>
                <a:gd name="csX3024" fmla="*/ 481280 w 977320"/>
                <a:gd name="csY3024" fmla="*/ 37061 h 358347"/>
                <a:gd name="csX3025" fmla="*/ 484240 w 977320"/>
                <a:gd name="csY3025" fmla="*/ 36650 h 358347"/>
                <a:gd name="csX3026" fmla="*/ 279927 w 977320"/>
                <a:gd name="csY3026" fmla="*/ 47203 h 358347"/>
                <a:gd name="csX3027" fmla="*/ 277005 w 977320"/>
                <a:gd name="csY3027" fmla="*/ 47987 h 358347"/>
                <a:gd name="csX3028" fmla="*/ 275316 w 977320"/>
                <a:gd name="csY3028" fmla="*/ 46892 h 358347"/>
                <a:gd name="csX3029" fmla="*/ 277142 w 977320"/>
                <a:gd name="csY3029" fmla="*/ 45545 h 358347"/>
                <a:gd name="csX3030" fmla="*/ 277789 w 977320"/>
                <a:gd name="csY3030" fmla="*/ 45454 h 358347"/>
                <a:gd name="csX3031" fmla="*/ 278215 w 977320"/>
                <a:gd name="csY3031" fmla="*/ 45187 h 358347"/>
                <a:gd name="csX3032" fmla="*/ 278367 w 977320"/>
                <a:gd name="csY3032" fmla="*/ 44639 h 358347"/>
                <a:gd name="csX3033" fmla="*/ 275065 w 977320"/>
                <a:gd name="csY3033" fmla="*/ 43749 h 358347"/>
                <a:gd name="csX3034" fmla="*/ 274121 w 977320"/>
                <a:gd name="csY3034" fmla="*/ 42966 h 358347"/>
                <a:gd name="csX3035" fmla="*/ 273223 w 977320"/>
                <a:gd name="csY3035" fmla="*/ 40972 h 358347"/>
                <a:gd name="csX3036" fmla="*/ 273246 w 977320"/>
                <a:gd name="csY3036" fmla="*/ 39701 h 358347"/>
                <a:gd name="csX3037" fmla="*/ 277492 w 977320"/>
                <a:gd name="csY3037" fmla="*/ 36346 h 358347"/>
                <a:gd name="csX3038" fmla="*/ 278481 w 977320"/>
                <a:gd name="csY3038" fmla="*/ 35988 h 358347"/>
                <a:gd name="csX3039" fmla="*/ 278641 w 977320"/>
                <a:gd name="csY3039" fmla="*/ 37381 h 358347"/>
                <a:gd name="csX3040" fmla="*/ 281570 w 977320"/>
                <a:gd name="csY3040" fmla="*/ 40896 h 358347"/>
                <a:gd name="csX3041" fmla="*/ 281700 w 977320"/>
                <a:gd name="csY3041" fmla="*/ 43239 h 358347"/>
                <a:gd name="csX3042" fmla="*/ 281585 w 977320"/>
                <a:gd name="csY3042" fmla="*/ 44084 h 358347"/>
                <a:gd name="csX3043" fmla="*/ 279927 w 977320"/>
                <a:gd name="csY3043" fmla="*/ 47203 h 358347"/>
                <a:gd name="csX3044" fmla="*/ 455814 w 977320"/>
                <a:gd name="csY3044" fmla="*/ 32953 h 358347"/>
                <a:gd name="csX3045" fmla="*/ 456582 w 977320"/>
                <a:gd name="csY3045" fmla="*/ 33409 h 358347"/>
                <a:gd name="csX3046" fmla="*/ 457648 w 977320"/>
                <a:gd name="csY3046" fmla="*/ 33394 h 358347"/>
                <a:gd name="csX3047" fmla="*/ 458911 w 977320"/>
                <a:gd name="csY3047" fmla="*/ 33059 h 358347"/>
                <a:gd name="csX3048" fmla="*/ 462015 w 977320"/>
                <a:gd name="csY3048" fmla="*/ 33379 h 358347"/>
                <a:gd name="csX3049" fmla="*/ 467509 w 977320"/>
                <a:gd name="csY3049" fmla="*/ 33447 h 358347"/>
                <a:gd name="csX3050" fmla="*/ 471290 w 977320"/>
                <a:gd name="csY3050" fmla="*/ 34246 h 358347"/>
                <a:gd name="csX3051" fmla="*/ 474988 w 977320"/>
                <a:gd name="csY3051" fmla="*/ 36506 h 358347"/>
                <a:gd name="csX3052" fmla="*/ 476829 w 977320"/>
                <a:gd name="csY3052" fmla="*/ 36962 h 358347"/>
                <a:gd name="csX3053" fmla="*/ 477620 w 977320"/>
                <a:gd name="csY3053" fmla="*/ 36977 h 358347"/>
                <a:gd name="csX3054" fmla="*/ 477445 w 977320"/>
                <a:gd name="csY3054" fmla="*/ 37153 h 358347"/>
                <a:gd name="csX3055" fmla="*/ 475984 w 977320"/>
                <a:gd name="csY3055" fmla="*/ 37769 h 358347"/>
                <a:gd name="csX3056" fmla="*/ 475292 w 977320"/>
                <a:gd name="csY3056" fmla="*/ 38986 h 358347"/>
                <a:gd name="csX3057" fmla="*/ 477308 w 977320"/>
                <a:gd name="csY3057" fmla="*/ 40850 h 358347"/>
                <a:gd name="csX3058" fmla="*/ 477445 w 977320"/>
                <a:gd name="csY3058" fmla="*/ 42090 h 358347"/>
                <a:gd name="csX3059" fmla="*/ 479005 w 977320"/>
                <a:gd name="csY3059" fmla="*/ 43201 h 358347"/>
                <a:gd name="csX3060" fmla="*/ 480915 w 977320"/>
                <a:gd name="csY3060" fmla="*/ 44929 h 358347"/>
                <a:gd name="csX3061" fmla="*/ 480991 w 977320"/>
                <a:gd name="csY3061" fmla="*/ 45492 h 358347"/>
                <a:gd name="csX3062" fmla="*/ 481638 w 977320"/>
                <a:gd name="csY3062" fmla="*/ 46268 h 358347"/>
                <a:gd name="csX3063" fmla="*/ 481965 w 977320"/>
                <a:gd name="csY3063" fmla="*/ 47219 h 358347"/>
                <a:gd name="csX3064" fmla="*/ 480618 w 977320"/>
                <a:gd name="csY3064" fmla="*/ 48162 h 358347"/>
                <a:gd name="csX3065" fmla="*/ 478815 w 977320"/>
                <a:gd name="csY3065" fmla="*/ 48337 h 358347"/>
                <a:gd name="csX3066" fmla="*/ 477476 w 977320"/>
                <a:gd name="csY3066" fmla="*/ 47447 h 358347"/>
                <a:gd name="csX3067" fmla="*/ 476251 w 977320"/>
                <a:gd name="csY3067" fmla="*/ 46336 h 358347"/>
                <a:gd name="csX3068" fmla="*/ 475931 w 977320"/>
                <a:gd name="csY3068" fmla="*/ 47713 h 358347"/>
                <a:gd name="csX3069" fmla="*/ 474980 w 977320"/>
                <a:gd name="csY3069" fmla="*/ 48505 h 358347"/>
                <a:gd name="csX3070" fmla="*/ 471511 w 977320"/>
                <a:gd name="csY3070" fmla="*/ 48276 h 358347"/>
                <a:gd name="csX3071" fmla="*/ 469030 w 977320"/>
                <a:gd name="csY3071" fmla="*/ 48284 h 358347"/>
                <a:gd name="csX3072" fmla="*/ 466565 w 977320"/>
                <a:gd name="csY3072" fmla="*/ 48626 h 358347"/>
                <a:gd name="csX3073" fmla="*/ 467797 w 977320"/>
                <a:gd name="csY3073" fmla="*/ 48839 h 358347"/>
                <a:gd name="csX3074" fmla="*/ 468916 w 977320"/>
                <a:gd name="csY3074" fmla="*/ 49281 h 358347"/>
                <a:gd name="csX3075" fmla="*/ 472758 w 977320"/>
                <a:gd name="csY3075" fmla="*/ 52796 h 358347"/>
                <a:gd name="csX3076" fmla="*/ 473580 w 977320"/>
                <a:gd name="csY3076" fmla="*/ 54097 h 358347"/>
                <a:gd name="csX3077" fmla="*/ 472233 w 977320"/>
                <a:gd name="csY3077" fmla="*/ 56684 h 358347"/>
                <a:gd name="csX3078" fmla="*/ 472888 w 977320"/>
                <a:gd name="csY3078" fmla="*/ 57741 h 358347"/>
                <a:gd name="csX3079" fmla="*/ 474371 w 977320"/>
                <a:gd name="csY3079" fmla="*/ 58350 h 358347"/>
                <a:gd name="csX3080" fmla="*/ 476182 w 977320"/>
                <a:gd name="csY3080" fmla="*/ 59636 h 358347"/>
                <a:gd name="csX3081" fmla="*/ 477468 w 977320"/>
                <a:gd name="csY3081" fmla="*/ 59765 h 358347"/>
                <a:gd name="csX3082" fmla="*/ 478396 w 977320"/>
                <a:gd name="csY3082" fmla="*/ 60496 h 358347"/>
                <a:gd name="csX3083" fmla="*/ 478434 w 977320"/>
                <a:gd name="csY3083" fmla="*/ 61758 h 358347"/>
                <a:gd name="csX3084" fmla="*/ 478974 w 977320"/>
                <a:gd name="csY3084" fmla="*/ 62900 h 358347"/>
                <a:gd name="csX3085" fmla="*/ 477514 w 977320"/>
                <a:gd name="csY3085" fmla="*/ 63364 h 358347"/>
                <a:gd name="csX3086" fmla="*/ 478959 w 977320"/>
                <a:gd name="csY3086" fmla="*/ 63668 h 358347"/>
                <a:gd name="csX3087" fmla="*/ 480253 w 977320"/>
                <a:gd name="csY3087" fmla="*/ 64254 h 358347"/>
                <a:gd name="csX3088" fmla="*/ 479545 w 977320"/>
                <a:gd name="csY3088" fmla="*/ 64848 h 358347"/>
                <a:gd name="csX3089" fmla="*/ 478997 w 977320"/>
                <a:gd name="csY3089" fmla="*/ 65570 h 358347"/>
                <a:gd name="csX3090" fmla="*/ 479591 w 977320"/>
                <a:gd name="csY3090" fmla="*/ 65958 h 358347"/>
                <a:gd name="csX3091" fmla="*/ 481364 w 977320"/>
                <a:gd name="csY3091" fmla="*/ 66620 h 358347"/>
                <a:gd name="csX3092" fmla="*/ 482140 w 977320"/>
                <a:gd name="csY3092" fmla="*/ 67237 h 358347"/>
                <a:gd name="csX3093" fmla="*/ 482543 w 977320"/>
                <a:gd name="csY3093" fmla="*/ 68888 h 358347"/>
                <a:gd name="csX3094" fmla="*/ 484278 w 977320"/>
                <a:gd name="csY3094" fmla="*/ 71589 h 358347"/>
                <a:gd name="csX3095" fmla="*/ 487443 w 977320"/>
                <a:gd name="csY3095" fmla="*/ 75073 h 358347"/>
                <a:gd name="csX3096" fmla="*/ 488135 w 977320"/>
                <a:gd name="csY3096" fmla="*/ 76344 h 358347"/>
                <a:gd name="csX3097" fmla="*/ 488127 w 977320"/>
                <a:gd name="csY3097" fmla="*/ 77516 h 358347"/>
                <a:gd name="csX3098" fmla="*/ 487603 w 977320"/>
                <a:gd name="csY3098" fmla="*/ 78520 h 358347"/>
                <a:gd name="csX3099" fmla="*/ 485799 w 977320"/>
                <a:gd name="csY3099" fmla="*/ 79692 h 358347"/>
                <a:gd name="csX3100" fmla="*/ 484361 w 977320"/>
                <a:gd name="csY3100" fmla="*/ 81244 h 358347"/>
                <a:gd name="csX3101" fmla="*/ 484186 w 977320"/>
                <a:gd name="csY3101" fmla="*/ 81807 h 358347"/>
                <a:gd name="csX3102" fmla="*/ 482223 w 977320"/>
                <a:gd name="csY3102" fmla="*/ 82522 h 358347"/>
                <a:gd name="csX3103" fmla="*/ 483121 w 977320"/>
                <a:gd name="csY3103" fmla="*/ 83047 h 358347"/>
                <a:gd name="csX3104" fmla="*/ 483837 w 977320"/>
                <a:gd name="csY3104" fmla="*/ 83763 h 358347"/>
                <a:gd name="csX3105" fmla="*/ 485198 w 977320"/>
                <a:gd name="csY3105" fmla="*/ 85916 h 358347"/>
                <a:gd name="csX3106" fmla="*/ 488447 w 977320"/>
                <a:gd name="csY3106" fmla="*/ 89416 h 358347"/>
                <a:gd name="csX3107" fmla="*/ 490083 w 977320"/>
                <a:gd name="csY3107" fmla="*/ 90724 h 358347"/>
                <a:gd name="csX3108" fmla="*/ 496801 w 977320"/>
                <a:gd name="csY3108" fmla="*/ 95472 h 358347"/>
                <a:gd name="csX3109" fmla="*/ 500377 w 977320"/>
                <a:gd name="csY3109" fmla="*/ 97542 h 358347"/>
                <a:gd name="csX3110" fmla="*/ 504943 w 977320"/>
                <a:gd name="csY3110" fmla="*/ 102274 h 358347"/>
                <a:gd name="csX3111" fmla="*/ 507309 w 977320"/>
                <a:gd name="csY3111" fmla="*/ 103370 h 358347"/>
                <a:gd name="csX3112" fmla="*/ 507773 w 977320"/>
                <a:gd name="csY3112" fmla="*/ 104686 h 358347"/>
                <a:gd name="csX3113" fmla="*/ 505795 w 977320"/>
                <a:gd name="csY3113" fmla="*/ 106710 h 358347"/>
                <a:gd name="csX3114" fmla="*/ 502919 w 977320"/>
                <a:gd name="csY3114" fmla="*/ 107722 h 358347"/>
                <a:gd name="csX3115" fmla="*/ 498163 w 977320"/>
                <a:gd name="csY3115" fmla="*/ 108262 h 358347"/>
                <a:gd name="csX3116" fmla="*/ 493393 w 977320"/>
                <a:gd name="csY3116" fmla="*/ 107554 h 358347"/>
                <a:gd name="csX3117" fmla="*/ 490928 w 977320"/>
                <a:gd name="csY3117" fmla="*/ 106976 h 358347"/>
                <a:gd name="csX3118" fmla="*/ 488782 w 977320"/>
                <a:gd name="csY3118" fmla="*/ 105812 h 358347"/>
                <a:gd name="csX3119" fmla="*/ 487093 w 977320"/>
                <a:gd name="csY3119" fmla="*/ 103476 h 358347"/>
                <a:gd name="csX3120" fmla="*/ 484856 w 977320"/>
                <a:gd name="csY3120" fmla="*/ 102213 h 358347"/>
                <a:gd name="csX3121" fmla="*/ 485716 w 977320"/>
                <a:gd name="csY3121" fmla="*/ 103629 h 358347"/>
                <a:gd name="csX3122" fmla="*/ 486256 w 977320"/>
                <a:gd name="csY3122" fmla="*/ 105074 h 358347"/>
                <a:gd name="csX3123" fmla="*/ 485975 w 977320"/>
                <a:gd name="csY3123" fmla="*/ 106649 h 358347"/>
                <a:gd name="csX3124" fmla="*/ 485099 w 977320"/>
                <a:gd name="csY3124" fmla="*/ 107882 h 358347"/>
                <a:gd name="csX3125" fmla="*/ 483593 w 977320"/>
                <a:gd name="csY3125" fmla="*/ 108787 h 358347"/>
                <a:gd name="csX3126" fmla="*/ 481980 w 977320"/>
                <a:gd name="csY3126" fmla="*/ 109525 h 358347"/>
                <a:gd name="csX3127" fmla="*/ 481295 w 977320"/>
                <a:gd name="csY3127" fmla="*/ 110042 h 358347"/>
                <a:gd name="csX3128" fmla="*/ 477202 w 977320"/>
                <a:gd name="csY3128" fmla="*/ 118283 h 358347"/>
                <a:gd name="csX3129" fmla="*/ 476540 w 977320"/>
                <a:gd name="csY3129" fmla="*/ 120512 h 358347"/>
                <a:gd name="csX3130" fmla="*/ 475292 w 977320"/>
                <a:gd name="csY3130" fmla="*/ 129764 h 358347"/>
                <a:gd name="csX3131" fmla="*/ 475269 w 977320"/>
                <a:gd name="csY3131" fmla="*/ 132381 h 358347"/>
                <a:gd name="csX3132" fmla="*/ 477110 w 977320"/>
                <a:gd name="csY3132" fmla="*/ 137274 h 358347"/>
                <a:gd name="csX3133" fmla="*/ 477270 w 977320"/>
                <a:gd name="csY3133" fmla="*/ 139838 h 358347"/>
                <a:gd name="csX3134" fmla="*/ 477636 w 977320"/>
                <a:gd name="csY3134" fmla="*/ 140949 h 358347"/>
                <a:gd name="csX3135" fmla="*/ 477392 w 977320"/>
                <a:gd name="csY3135" fmla="*/ 141869 h 358347"/>
                <a:gd name="csX3136" fmla="*/ 476525 w 977320"/>
                <a:gd name="csY3136" fmla="*/ 142417 h 358347"/>
                <a:gd name="csX3137" fmla="*/ 473009 w 977320"/>
                <a:gd name="csY3137" fmla="*/ 143908 h 358347"/>
                <a:gd name="csX3138" fmla="*/ 470529 w 977320"/>
                <a:gd name="csY3138" fmla="*/ 145148 h 358347"/>
                <a:gd name="csX3139" fmla="*/ 468513 w 977320"/>
                <a:gd name="csY3139" fmla="*/ 146914 h 358347"/>
                <a:gd name="csX3140" fmla="*/ 466884 w 977320"/>
                <a:gd name="csY3140" fmla="*/ 149112 h 358347"/>
                <a:gd name="csX3141" fmla="*/ 465454 w 977320"/>
                <a:gd name="csY3141" fmla="*/ 150703 h 358347"/>
                <a:gd name="csX3142" fmla="*/ 463552 w 977320"/>
                <a:gd name="csY3142" fmla="*/ 151463 h 358347"/>
                <a:gd name="csX3143" fmla="*/ 462167 w 977320"/>
                <a:gd name="csY3143" fmla="*/ 151349 h 358347"/>
                <a:gd name="csX3144" fmla="*/ 461056 w 977320"/>
                <a:gd name="csY3144" fmla="*/ 150619 h 358347"/>
                <a:gd name="csX3145" fmla="*/ 460272 w 977320"/>
                <a:gd name="csY3145" fmla="*/ 149204 h 358347"/>
                <a:gd name="csX3146" fmla="*/ 459824 w 977320"/>
                <a:gd name="csY3146" fmla="*/ 147659 h 358347"/>
                <a:gd name="csX3147" fmla="*/ 459535 w 977320"/>
                <a:gd name="csY3147" fmla="*/ 148800 h 358347"/>
                <a:gd name="csX3148" fmla="*/ 459588 w 977320"/>
                <a:gd name="csY3148" fmla="*/ 149919 h 358347"/>
                <a:gd name="csX3149" fmla="*/ 460242 w 977320"/>
                <a:gd name="csY3149" fmla="*/ 151114 h 358347"/>
                <a:gd name="csX3150" fmla="*/ 460493 w 977320"/>
                <a:gd name="csY3150" fmla="*/ 152376 h 358347"/>
                <a:gd name="csX3151" fmla="*/ 460113 w 977320"/>
                <a:gd name="csY3151" fmla="*/ 153662 h 358347"/>
                <a:gd name="csX3152" fmla="*/ 459299 w 977320"/>
                <a:gd name="csY3152" fmla="*/ 154690 h 358347"/>
                <a:gd name="csX3153" fmla="*/ 457092 w 977320"/>
                <a:gd name="csY3153" fmla="*/ 155808 h 358347"/>
                <a:gd name="csX3154" fmla="*/ 455875 w 977320"/>
                <a:gd name="csY3154" fmla="*/ 156767 h 358347"/>
                <a:gd name="csX3155" fmla="*/ 455639 w 977320"/>
                <a:gd name="csY3155" fmla="*/ 158463 h 358347"/>
                <a:gd name="csX3156" fmla="*/ 455053 w 977320"/>
                <a:gd name="csY3156" fmla="*/ 159414 h 358347"/>
                <a:gd name="csX3157" fmla="*/ 454208 w 977320"/>
                <a:gd name="csY3157" fmla="*/ 160152 h 358347"/>
                <a:gd name="csX3158" fmla="*/ 451097 w 977320"/>
                <a:gd name="csY3158" fmla="*/ 161842 h 358347"/>
                <a:gd name="csX3159" fmla="*/ 450397 w 977320"/>
                <a:gd name="csY3159" fmla="*/ 162519 h 358347"/>
                <a:gd name="csX3160" fmla="*/ 449887 w 977320"/>
                <a:gd name="csY3160" fmla="*/ 163379 h 358347"/>
                <a:gd name="csX3161" fmla="*/ 451546 w 977320"/>
                <a:gd name="csY3161" fmla="*/ 163242 h 358347"/>
                <a:gd name="csX3162" fmla="*/ 453067 w 977320"/>
                <a:gd name="csY3162" fmla="*/ 163379 h 358347"/>
                <a:gd name="csX3163" fmla="*/ 453182 w 977320"/>
                <a:gd name="csY3163" fmla="*/ 165060 h 358347"/>
                <a:gd name="csX3164" fmla="*/ 453661 w 977320"/>
                <a:gd name="csY3164" fmla="*/ 166315 h 358347"/>
                <a:gd name="csX3165" fmla="*/ 453052 w 977320"/>
                <a:gd name="csY3165" fmla="*/ 169062 h 358347"/>
                <a:gd name="csX3166" fmla="*/ 450709 w 977320"/>
                <a:gd name="csY3166" fmla="*/ 170919 h 358347"/>
                <a:gd name="csX3167" fmla="*/ 451880 w 977320"/>
                <a:gd name="csY3167" fmla="*/ 171307 h 358347"/>
                <a:gd name="csX3168" fmla="*/ 452938 w 977320"/>
                <a:gd name="csY3168" fmla="*/ 171915 h 358347"/>
                <a:gd name="csX3169" fmla="*/ 455289 w 977320"/>
                <a:gd name="csY3169" fmla="*/ 172364 h 358347"/>
                <a:gd name="csX3170" fmla="*/ 456080 w 977320"/>
                <a:gd name="csY3170" fmla="*/ 174312 h 358347"/>
                <a:gd name="csX3171" fmla="*/ 455730 w 977320"/>
                <a:gd name="csY3171" fmla="*/ 176671 h 358347"/>
                <a:gd name="csX3172" fmla="*/ 455304 w 977320"/>
                <a:gd name="csY3172" fmla="*/ 178786 h 358347"/>
                <a:gd name="csX3173" fmla="*/ 453615 w 977320"/>
                <a:gd name="csY3173" fmla="*/ 179372 h 358347"/>
                <a:gd name="csX3174" fmla="*/ 452565 w 977320"/>
                <a:gd name="csY3174" fmla="*/ 178984 h 358347"/>
                <a:gd name="csX3175" fmla="*/ 451523 w 977320"/>
                <a:gd name="csY3175" fmla="*/ 179022 h 358347"/>
                <a:gd name="csX3176" fmla="*/ 450754 w 977320"/>
                <a:gd name="csY3176" fmla="*/ 179661 h 358347"/>
                <a:gd name="csX3177" fmla="*/ 450556 w 977320"/>
                <a:gd name="csY3177" fmla="*/ 180756 h 358347"/>
                <a:gd name="csX3178" fmla="*/ 452010 w 977320"/>
                <a:gd name="csY3178" fmla="*/ 180216 h 358347"/>
                <a:gd name="csX3179" fmla="*/ 451926 w 977320"/>
                <a:gd name="csY3179" fmla="*/ 182955 h 358347"/>
                <a:gd name="csX3180" fmla="*/ 451530 w 977320"/>
                <a:gd name="csY3180" fmla="*/ 185626 h 358347"/>
                <a:gd name="csX3181" fmla="*/ 451051 w 977320"/>
                <a:gd name="csY3181" fmla="*/ 187102 h 358347"/>
                <a:gd name="csX3182" fmla="*/ 450161 w 977320"/>
                <a:gd name="csY3182" fmla="*/ 188304 h 358347"/>
                <a:gd name="csX3183" fmla="*/ 448814 w 977320"/>
                <a:gd name="csY3183" fmla="*/ 188692 h 358347"/>
                <a:gd name="csX3184" fmla="*/ 447543 w 977320"/>
                <a:gd name="csY3184" fmla="*/ 187787 h 358347"/>
                <a:gd name="csX3185" fmla="*/ 447285 w 977320"/>
                <a:gd name="csY3185" fmla="*/ 188837 h 358347"/>
                <a:gd name="csX3186" fmla="*/ 447673 w 977320"/>
                <a:gd name="csY3186" fmla="*/ 189719 h 358347"/>
                <a:gd name="csX3187" fmla="*/ 449484 w 977320"/>
                <a:gd name="csY3187" fmla="*/ 191865 h 358347"/>
                <a:gd name="csX3188" fmla="*/ 448373 w 977320"/>
                <a:gd name="csY3188" fmla="*/ 192337 h 358347"/>
                <a:gd name="csX3189" fmla="*/ 447566 w 977320"/>
                <a:gd name="csY3189" fmla="*/ 193067 h 358347"/>
                <a:gd name="csX3190" fmla="*/ 447201 w 977320"/>
                <a:gd name="csY3190" fmla="*/ 194132 h 358347"/>
                <a:gd name="csX3191" fmla="*/ 445230 w 977320"/>
                <a:gd name="csY3191" fmla="*/ 196575 h 358347"/>
                <a:gd name="csX3192" fmla="*/ 444355 w 977320"/>
                <a:gd name="csY3192" fmla="*/ 198370 h 358347"/>
                <a:gd name="csX3193" fmla="*/ 443983 w 977320"/>
                <a:gd name="csY3193" fmla="*/ 200288 h 358347"/>
                <a:gd name="csX3194" fmla="*/ 443062 w 977320"/>
                <a:gd name="csY3194" fmla="*/ 201809 h 358347"/>
                <a:gd name="csX3195" fmla="*/ 428157 w 977320"/>
                <a:gd name="csY3195" fmla="*/ 208444 h 358347"/>
                <a:gd name="csX3196" fmla="*/ 416097 w 977320"/>
                <a:gd name="csY3196" fmla="*/ 214029 h 358347"/>
                <a:gd name="csX3197" fmla="*/ 415230 w 977320"/>
                <a:gd name="csY3197" fmla="*/ 213648 h 358347"/>
                <a:gd name="csX3198" fmla="*/ 414644 w 977320"/>
                <a:gd name="csY3198" fmla="*/ 212796 h 358347"/>
                <a:gd name="csX3199" fmla="*/ 414233 w 977320"/>
                <a:gd name="csY3199" fmla="*/ 204115 h 358347"/>
                <a:gd name="csX3200" fmla="*/ 412742 w 977320"/>
                <a:gd name="csY3200" fmla="*/ 199679 h 358347"/>
                <a:gd name="csX3201" fmla="*/ 412521 w 977320"/>
                <a:gd name="csY3201" fmla="*/ 197176 h 358347"/>
                <a:gd name="csX3202" fmla="*/ 410817 w 977320"/>
                <a:gd name="csY3202" fmla="*/ 199405 h 358347"/>
                <a:gd name="csX3203" fmla="*/ 409775 w 977320"/>
                <a:gd name="csY3203" fmla="*/ 199177 h 358347"/>
                <a:gd name="csX3204" fmla="*/ 408648 w 977320"/>
                <a:gd name="csY3204" fmla="*/ 198606 h 358347"/>
                <a:gd name="csX3205" fmla="*/ 407804 w 977320"/>
                <a:gd name="csY3205" fmla="*/ 197876 h 358347"/>
                <a:gd name="csX3206" fmla="*/ 407735 w 977320"/>
                <a:gd name="csY3206" fmla="*/ 196917 h 358347"/>
                <a:gd name="csX3207" fmla="*/ 408648 w 977320"/>
                <a:gd name="csY3207" fmla="*/ 194163 h 358347"/>
                <a:gd name="csX3208" fmla="*/ 407545 w 977320"/>
                <a:gd name="csY3208" fmla="*/ 195677 h 358347"/>
                <a:gd name="csX3209" fmla="*/ 406343 w 977320"/>
                <a:gd name="csY3209" fmla="*/ 196841 h 358347"/>
                <a:gd name="csX3210" fmla="*/ 405095 w 977320"/>
                <a:gd name="csY3210" fmla="*/ 196696 h 358347"/>
                <a:gd name="csX3211" fmla="*/ 404015 w 977320"/>
                <a:gd name="csY3211" fmla="*/ 196118 h 358347"/>
                <a:gd name="csX3212" fmla="*/ 403619 w 977320"/>
                <a:gd name="csY3212" fmla="*/ 195220 h 358347"/>
                <a:gd name="csX3213" fmla="*/ 403048 w 977320"/>
                <a:gd name="csY3213" fmla="*/ 195083 h 358347"/>
                <a:gd name="csX3214" fmla="*/ 400408 w 977320"/>
                <a:gd name="csY3214" fmla="*/ 197533 h 358347"/>
                <a:gd name="csX3215" fmla="*/ 396931 w 977320"/>
                <a:gd name="csY3215" fmla="*/ 198850 h 358347"/>
                <a:gd name="csX3216" fmla="*/ 394991 w 977320"/>
                <a:gd name="csY3216" fmla="*/ 198827 h 358347"/>
                <a:gd name="csX3217" fmla="*/ 393469 w 977320"/>
                <a:gd name="csY3217" fmla="*/ 198074 h 358347"/>
                <a:gd name="csX3218" fmla="*/ 393546 w 977320"/>
                <a:gd name="csY3218" fmla="*/ 196202 h 358347"/>
                <a:gd name="csX3219" fmla="*/ 393386 w 977320"/>
                <a:gd name="csY3219" fmla="*/ 194376 h 358347"/>
                <a:gd name="csX3220" fmla="*/ 392960 w 977320"/>
                <a:gd name="csY3220" fmla="*/ 193303 h 358347"/>
                <a:gd name="csX3221" fmla="*/ 392024 w 977320"/>
                <a:gd name="csY3221" fmla="*/ 192915 h 358347"/>
                <a:gd name="csX3222" fmla="*/ 391164 w 977320"/>
                <a:gd name="csY3222" fmla="*/ 193052 h 358347"/>
                <a:gd name="csX3223" fmla="*/ 388669 w 977320"/>
                <a:gd name="csY3223" fmla="*/ 194003 h 358347"/>
                <a:gd name="csX3224" fmla="*/ 387778 w 977320"/>
                <a:gd name="csY3224" fmla="*/ 193889 h 358347"/>
                <a:gd name="csX3225" fmla="*/ 387268 w 977320"/>
                <a:gd name="csY3225" fmla="*/ 194368 h 358347"/>
                <a:gd name="csX3226" fmla="*/ 380664 w 977320"/>
                <a:gd name="csY3226" fmla="*/ 187718 h 358347"/>
                <a:gd name="csX3227" fmla="*/ 379332 w 977320"/>
                <a:gd name="csY3227" fmla="*/ 193105 h 358347"/>
                <a:gd name="csX3228" fmla="*/ 374768 w 977320"/>
                <a:gd name="csY3228" fmla="*/ 195966 h 358347"/>
                <a:gd name="csX3229" fmla="*/ 371404 w 977320"/>
                <a:gd name="csY3229" fmla="*/ 197632 h 358347"/>
                <a:gd name="csX3230" fmla="*/ 368065 w 977320"/>
                <a:gd name="csY3230" fmla="*/ 197008 h 358347"/>
                <a:gd name="csX3231" fmla="*/ 364679 w 977320"/>
                <a:gd name="csY3231" fmla="*/ 195943 h 358347"/>
                <a:gd name="csX3232" fmla="*/ 361300 w 977320"/>
                <a:gd name="csY3232" fmla="*/ 197229 h 358347"/>
                <a:gd name="csX3233" fmla="*/ 357633 w 977320"/>
                <a:gd name="csY3233" fmla="*/ 200379 h 358347"/>
                <a:gd name="csX3234" fmla="*/ 356621 w 977320"/>
                <a:gd name="csY3234" fmla="*/ 200858 h 358347"/>
                <a:gd name="csX3235" fmla="*/ 355564 w 977320"/>
                <a:gd name="csY3235" fmla="*/ 200851 h 358347"/>
                <a:gd name="csX3236" fmla="*/ 354788 w 977320"/>
                <a:gd name="csY3236" fmla="*/ 200440 h 358347"/>
                <a:gd name="csX3237" fmla="*/ 355054 w 977320"/>
                <a:gd name="csY3237" fmla="*/ 198051 h 358347"/>
                <a:gd name="csX3238" fmla="*/ 355084 w 977320"/>
                <a:gd name="csY3238" fmla="*/ 195662 h 358347"/>
                <a:gd name="csX3239" fmla="*/ 354810 w 977320"/>
                <a:gd name="csY3239" fmla="*/ 190343 h 358347"/>
                <a:gd name="csX3240" fmla="*/ 354521 w 977320"/>
                <a:gd name="csY3240" fmla="*/ 189293 h 358347"/>
                <a:gd name="csX3241" fmla="*/ 353464 w 977320"/>
                <a:gd name="csY3241" fmla="*/ 187832 h 358347"/>
                <a:gd name="csX3242" fmla="*/ 352063 w 977320"/>
                <a:gd name="csY3242" fmla="*/ 186775 h 358347"/>
                <a:gd name="csX3243" fmla="*/ 351287 w 977320"/>
                <a:gd name="csY3243" fmla="*/ 187543 h 358347"/>
                <a:gd name="csX3244" fmla="*/ 350580 w 977320"/>
                <a:gd name="csY3244" fmla="*/ 188601 h 358347"/>
                <a:gd name="csX3245" fmla="*/ 347795 w 977320"/>
                <a:gd name="csY3245" fmla="*/ 188555 h 358347"/>
                <a:gd name="csX3246" fmla="*/ 345079 w 977320"/>
                <a:gd name="csY3246" fmla="*/ 187711 h 358347"/>
                <a:gd name="csX3247" fmla="*/ 342766 w 977320"/>
                <a:gd name="csY3247" fmla="*/ 188190 h 358347"/>
                <a:gd name="csX3248" fmla="*/ 338170 w 977320"/>
                <a:gd name="csY3248" fmla="*/ 190298 h 358347"/>
                <a:gd name="csX3249" fmla="*/ 335736 w 977320"/>
                <a:gd name="csY3249" fmla="*/ 190625 h 358347"/>
                <a:gd name="csX3250" fmla="*/ 334427 w 977320"/>
                <a:gd name="csY3250" fmla="*/ 190145 h 358347"/>
                <a:gd name="csX3251" fmla="*/ 333590 w 977320"/>
                <a:gd name="csY3251" fmla="*/ 189012 h 358347"/>
                <a:gd name="csX3252" fmla="*/ 334069 w 977320"/>
                <a:gd name="csY3252" fmla="*/ 187969 h 358347"/>
                <a:gd name="csX3253" fmla="*/ 335081 w 977320"/>
                <a:gd name="csY3253" fmla="*/ 187170 h 358347"/>
                <a:gd name="csX3254" fmla="*/ 333194 w 977320"/>
                <a:gd name="csY3254" fmla="*/ 187802 h 358347"/>
                <a:gd name="csX3255" fmla="*/ 331589 w 977320"/>
                <a:gd name="csY3255" fmla="*/ 188867 h 358347"/>
                <a:gd name="csX3256" fmla="*/ 330889 w 977320"/>
                <a:gd name="csY3256" fmla="*/ 189552 h 358347"/>
                <a:gd name="csX3257" fmla="*/ 330135 w 977320"/>
                <a:gd name="csY3257" fmla="*/ 189209 h 358347"/>
                <a:gd name="csX3258" fmla="*/ 328127 w 977320"/>
                <a:gd name="csY3258" fmla="*/ 186805 h 358347"/>
                <a:gd name="csX3259" fmla="*/ 323927 w 977320"/>
                <a:gd name="csY3259" fmla="*/ 187703 h 358347"/>
                <a:gd name="csX3260" fmla="*/ 323364 w 977320"/>
                <a:gd name="csY3260" fmla="*/ 187977 h 358347"/>
                <a:gd name="csX3261" fmla="*/ 322329 w 977320"/>
                <a:gd name="csY3261" fmla="*/ 188799 h 358347"/>
                <a:gd name="csX3262" fmla="*/ 321332 w 977320"/>
                <a:gd name="csY3262" fmla="*/ 188388 h 358347"/>
                <a:gd name="csX3263" fmla="*/ 320838 w 977320"/>
                <a:gd name="csY3263" fmla="*/ 187513 h 358347"/>
                <a:gd name="csX3264" fmla="*/ 320663 w 977320"/>
                <a:gd name="csY3264" fmla="*/ 182491 h 358347"/>
                <a:gd name="csX3265" fmla="*/ 318525 w 977320"/>
                <a:gd name="csY3265" fmla="*/ 172836 h 358347"/>
                <a:gd name="csX3266" fmla="*/ 317939 w 977320"/>
                <a:gd name="csY3266" fmla="*/ 167906 h 358347"/>
                <a:gd name="csX3267" fmla="*/ 317467 w 977320"/>
                <a:gd name="csY3267" fmla="*/ 166741 h 358347"/>
                <a:gd name="csX3268" fmla="*/ 315017 w 977320"/>
                <a:gd name="csY3268" fmla="*/ 164969 h 358347"/>
                <a:gd name="csX3269" fmla="*/ 315101 w 977320"/>
                <a:gd name="csY3269" fmla="*/ 162427 h 358347"/>
                <a:gd name="csX3270" fmla="*/ 316379 w 977320"/>
                <a:gd name="csY3270" fmla="*/ 160297 h 358347"/>
                <a:gd name="csX3271" fmla="*/ 316646 w 977320"/>
                <a:gd name="csY3271" fmla="*/ 157817 h 358347"/>
                <a:gd name="csX3272" fmla="*/ 316280 w 977320"/>
                <a:gd name="csY3272" fmla="*/ 155123 h 358347"/>
                <a:gd name="csX3273" fmla="*/ 315512 w 977320"/>
                <a:gd name="csY3273" fmla="*/ 152491 h 358347"/>
                <a:gd name="csX3274" fmla="*/ 314546 w 977320"/>
                <a:gd name="csY3274" fmla="*/ 150505 h 358347"/>
                <a:gd name="csX3275" fmla="*/ 313161 w 977320"/>
                <a:gd name="csY3275" fmla="*/ 148808 h 358347"/>
                <a:gd name="csX3276" fmla="*/ 311327 w 977320"/>
                <a:gd name="csY3276" fmla="*/ 146906 h 358347"/>
                <a:gd name="csX3277" fmla="*/ 309067 w 977320"/>
                <a:gd name="csY3277" fmla="*/ 145483 h 358347"/>
                <a:gd name="csX3278" fmla="*/ 304198 w 977320"/>
                <a:gd name="csY3278" fmla="*/ 143885 h 358347"/>
                <a:gd name="csX3279" fmla="*/ 301634 w 977320"/>
                <a:gd name="csY3279" fmla="*/ 144030 h 358347"/>
                <a:gd name="csX3280" fmla="*/ 300675 w 977320"/>
                <a:gd name="csY3280" fmla="*/ 143398 h 358347"/>
                <a:gd name="csX3281" fmla="*/ 300036 w 977320"/>
                <a:gd name="csY3281" fmla="*/ 142584 h 358347"/>
                <a:gd name="csX3282" fmla="*/ 300295 w 977320"/>
                <a:gd name="csY3282" fmla="*/ 140987 h 358347"/>
                <a:gd name="csX3283" fmla="*/ 301162 w 977320"/>
                <a:gd name="csY3283" fmla="*/ 139891 h 358347"/>
                <a:gd name="csX3284" fmla="*/ 302326 w 977320"/>
                <a:gd name="csY3284" fmla="*/ 139617 h 358347"/>
                <a:gd name="csX3285" fmla="*/ 302471 w 977320"/>
                <a:gd name="csY3285" fmla="*/ 138993 h 358347"/>
                <a:gd name="csX3286" fmla="*/ 299998 w 977320"/>
                <a:gd name="csY3286" fmla="*/ 137707 h 358347"/>
                <a:gd name="csX3287" fmla="*/ 297936 w 977320"/>
                <a:gd name="csY3287" fmla="*/ 135957 h 358347"/>
                <a:gd name="csX3288" fmla="*/ 297290 w 977320"/>
                <a:gd name="csY3288" fmla="*/ 134907 h 358347"/>
                <a:gd name="csX3289" fmla="*/ 297092 w 977320"/>
                <a:gd name="csY3289" fmla="*/ 133751 h 358347"/>
                <a:gd name="csX3290" fmla="*/ 297107 w 977320"/>
                <a:gd name="csY3290" fmla="*/ 131080 h 358347"/>
                <a:gd name="csX3291" fmla="*/ 297700 w 977320"/>
                <a:gd name="csY3291" fmla="*/ 129391 h 358347"/>
                <a:gd name="csX3292" fmla="*/ 298028 w 977320"/>
                <a:gd name="csY3292" fmla="*/ 128478 h 358347"/>
                <a:gd name="csX3293" fmla="*/ 298659 w 977320"/>
                <a:gd name="csY3293" fmla="*/ 125655 h 358347"/>
                <a:gd name="csX3294" fmla="*/ 300006 w 977320"/>
                <a:gd name="csY3294" fmla="*/ 124795 h 358347"/>
                <a:gd name="csX3295" fmla="*/ 299793 w 977320"/>
                <a:gd name="csY3295" fmla="*/ 124278 h 358347"/>
                <a:gd name="csX3296" fmla="*/ 299214 w 977320"/>
                <a:gd name="csY3296" fmla="*/ 123890 h 358347"/>
                <a:gd name="csX3297" fmla="*/ 298378 w 977320"/>
                <a:gd name="csY3297" fmla="*/ 122962 h 358347"/>
                <a:gd name="csX3298" fmla="*/ 297685 w 977320"/>
                <a:gd name="csY3298" fmla="*/ 121897 h 358347"/>
                <a:gd name="csX3299" fmla="*/ 296110 w 977320"/>
                <a:gd name="csY3299" fmla="*/ 120086 h 358347"/>
                <a:gd name="csX3300" fmla="*/ 293333 w 977320"/>
                <a:gd name="csY3300" fmla="*/ 117910 h 358347"/>
                <a:gd name="csX3301" fmla="*/ 292861 w 977320"/>
                <a:gd name="csY3301" fmla="*/ 114151 h 358347"/>
                <a:gd name="csX3302" fmla="*/ 292504 w 977320"/>
                <a:gd name="csY3302" fmla="*/ 108612 h 358347"/>
                <a:gd name="csX3303" fmla="*/ 292732 w 977320"/>
                <a:gd name="csY3303" fmla="*/ 106094 h 358347"/>
                <a:gd name="csX3304" fmla="*/ 293622 w 977320"/>
                <a:gd name="csY3304" fmla="*/ 101384 h 358347"/>
                <a:gd name="csX3305" fmla="*/ 295167 w 977320"/>
                <a:gd name="csY3305" fmla="*/ 99900 h 358347"/>
                <a:gd name="csX3306" fmla="*/ 296391 w 977320"/>
                <a:gd name="csY3306" fmla="*/ 99489 h 358347"/>
                <a:gd name="csX3307" fmla="*/ 297312 w 977320"/>
                <a:gd name="csY3307" fmla="*/ 98858 h 358347"/>
                <a:gd name="csX3308" fmla="*/ 296551 w 977320"/>
                <a:gd name="csY3308" fmla="*/ 98767 h 358347"/>
                <a:gd name="csX3309" fmla="*/ 295897 w 977320"/>
                <a:gd name="csY3309" fmla="*/ 99003 h 358347"/>
                <a:gd name="csX3310" fmla="*/ 294725 w 977320"/>
                <a:gd name="csY3310" fmla="*/ 99162 h 358347"/>
                <a:gd name="csX3311" fmla="*/ 295692 w 977320"/>
                <a:gd name="csY3311" fmla="*/ 94947 h 358347"/>
                <a:gd name="csX3312" fmla="*/ 296125 w 977320"/>
                <a:gd name="csY3312" fmla="*/ 93730 h 358347"/>
                <a:gd name="csX3313" fmla="*/ 298066 w 977320"/>
                <a:gd name="csY3313" fmla="*/ 91371 h 358347"/>
                <a:gd name="csX3314" fmla="*/ 300341 w 977320"/>
                <a:gd name="csY3314" fmla="*/ 89286 h 358347"/>
                <a:gd name="csX3315" fmla="*/ 301299 w 977320"/>
                <a:gd name="csY3315" fmla="*/ 86829 h 358347"/>
                <a:gd name="csX3316" fmla="*/ 302592 w 977320"/>
                <a:gd name="csY3316" fmla="*/ 84676 h 358347"/>
                <a:gd name="csX3317" fmla="*/ 307941 w 977320"/>
                <a:gd name="csY3317" fmla="*/ 82454 h 358347"/>
                <a:gd name="csX3318" fmla="*/ 306016 w 977320"/>
                <a:gd name="csY3318" fmla="*/ 85239 h 358347"/>
                <a:gd name="csX3319" fmla="*/ 306230 w 977320"/>
                <a:gd name="csY3319" fmla="*/ 86251 h 358347"/>
                <a:gd name="csX3320" fmla="*/ 306701 w 977320"/>
                <a:gd name="csY3320" fmla="*/ 87148 h 358347"/>
                <a:gd name="csX3321" fmla="*/ 308086 w 977320"/>
                <a:gd name="csY3321" fmla="*/ 87780 h 358347"/>
                <a:gd name="csX3322" fmla="*/ 308482 w 977320"/>
                <a:gd name="csY3322" fmla="*/ 91211 h 358347"/>
                <a:gd name="csX3323" fmla="*/ 310224 w 977320"/>
                <a:gd name="csY3323" fmla="*/ 93159 h 358347"/>
                <a:gd name="csX3324" fmla="*/ 311974 w 977320"/>
                <a:gd name="csY3324" fmla="*/ 94940 h 358347"/>
                <a:gd name="csX3325" fmla="*/ 313267 w 977320"/>
                <a:gd name="csY3325" fmla="*/ 95814 h 358347"/>
                <a:gd name="csX3326" fmla="*/ 314690 w 977320"/>
                <a:gd name="csY3326" fmla="*/ 97085 h 358347"/>
                <a:gd name="csX3327" fmla="*/ 315687 w 977320"/>
                <a:gd name="csY3327" fmla="*/ 98264 h 358347"/>
                <a:gd name="csX3328" fmla="*/ 316737 w 977320"/>
                <a:gd name="csY3328" fmla="*/ 99254 h 358347"/>
                <a:gd name="csX3329" fmla="*/ 318319 w 977320"/>
                <a:gd name="csY3329" fmla="*/ 100220 h 358347"/>
                <a:gd name="csX3330" fmla="*/ 322603 w 977320"/>
                <a:gd name="csY3330" fmla="*/ 104336 h 358347"/>
                <a:gd name="csX3331" fmla="*/ 324391 w 977320"/>
                <a:gd name="csY3331" fmla="*/ 105546 h 358347"/>
                <a:gd name="csX3332" fmla="*/ 325723 w 977320"/>
                <a:gd name="csY3332" fmla="*/ 106756 h 358347"/>
                <a:gd name="csX3333" fmla="*/ 326666 w 977320"/>
                <a:gd name="csY3333" fmla="*/ 107182 h 358347"/>
                <a:gd name="csX3334" fmla="*/ 329002 w 977320"/>
                <a:gd name="csY3334" fmla="*/ 106839 h 358347"/>
                <a:gd name="csX3335" fmla="*/ 335903 w 977320"/>
                <a:gd name="csY3335" fmla="*/ 103887 h 358347"/>
                <a:gd name="csX3336" fmla="*/ 337143 w 977320"/>
                <a:gd name="csY3336" fmla="*/ 103697 h 358347"/>
                <a:gd name="csX3337" fmla="*/ 339387 w 977320"/>
                <a:gd name="csY3337" fmla="*/ 103187 h 358347"/>
                <a:gd name="csX3338" fmla="*/ 343352 w 977320"/>
                <a:gd name="csY3338" fmla="*/ 103347 h 358347"/>
                <a:gd name="csX3339" fmla="*/ 347544 w 977320"/>
                <a:gd name="csY3339" fmla="*/ 104351 h 358347"/>
                <a:gd name="csX3340" fmla="*/ 348906 w 977320"/>
                <a:gd name="csY3340" fmla="*/ 104382 h 358347"/>
                <a:gd name="csX3341" fmla="*/ 350199 w 977320"/>
                <a:gd name="csY3341" fmla="*/ 103781 h 358347"/>
                <a:gd name="csX3342" fmla="*/ 351995 w 977320"/>
                <a:gd name="csY3342" fmla="*/ 103956 h 358347"/>
                <a:gd name="csX3343" fmla="*/ 353669 w 977320"/>
                <a:gd name="csY3343" fmla="*/ 104268 h 358347"/>
                <a:gd name="csX3344" fmla="*/ 354506 w 977320"/>
                <a:gd name="csY3344" fmla="*/ 104009 h 358347"/>
                <a:gd name="csX3345" fmla="*/ 356941 w 977320"/>
                <a:gd name="csY3345" fmla="*/ 101856 h 358347"/>
                <a:gd name="csX3346" fmla="*/ 360258 w 977320"/>
                <a:gd name="csY3346" fmla="*/ 101216 h 358347"/>
                <a:gd name="csX3347" fmla="*/ 361331 w 977320"/>
                <a:gd name="csY3347" fmla="*/ 99086 h 358347"/>
                <a:gd name="csX3348" fmla="*/ 362160 w 977320"/>
                <a:gd name="csY3348" fmla="*/ 97078 h 358347"/>
                <a:gd name="csX3349" fmla="*/ 362556 w 977320"/>
                <a:gd name="csY3349" fmla="*/ 94940 h 358347"/>
                <a:gd name="csX3350" fmla="*/ 363941 w 977320"/>
                <a:gd name="csY3350" fmla="*/ 94080 h 358347"/>
                <a:gd name="csX3351" fmla="*/ 365881 w 977320"/>
                <a:gd name="csY3351" fmla="*/ 93334 h 358347"/>
                <a:gd name="csX3352" fmla="*/ 368757 w 977320"/>
                <a:gd name="csY3352" fmla="*/ 92391 h 358347"/>
                <a:gd name="csX3353" fmla="*/ 378732 w 977320"/>
                <a:gd name="csY3353" fmla="*/ 92223 h 358347"/>
                <a:gd name="csX3354" fmla="*/ 379698 w 977320"/>
                <a:gd name="csY3354" fmla="*/ 92634 h 358347"/>
                <a:gd name="csX3355" fmla="*/ 379903 w 977320"/>
                <a:gd name="csY3355" fmla="*/ 93730 h 358347"/>
                <a:gd name="csX3356" fmla="*/ 379698 w 977320"/>
                <a:gd name="csY3356" fmla="*/ 94559 h 358347"/>
                <a:gd name="csX3357" fmla="*/ 380094 w 977320"/>
                <a:gd name="csY3357" fmla="*/ 95054 h 358347"/>
                <a:gd name="csX3358" fmla="*/ 381418 w 977320"/>
                <a:gd name="csY3358" fmla="*/ 95099 h 358347"/>
                <a:gd name="csX3359" fmla="*/ 382642 w 977320"/>
                <a:gd name="csY3359" fmla="*/ 95602 h 358347"/>
                <a:gd name="csX3360" fmla="*/ 387611 w 977320"/>
                <a:gd name="csY3360" fmla="*/ 97321 h 358347"/>
                <a:gd name="csX3361" fmla="*/ 389726 w 977320"/>
                <a:gd name="csY3361" fmla="*/ 97854 h 358347"/>
                <a:gd name="csX3362" fmla="*/ 390905 w 977320"/>
                <a:gd name="csY3362" fmla="*/ 97717 h 358347"/>
                <a:gd name="csX3363" fmla="*/ 393234 w 977320"/>
                <a:gd name="csY3363" fmla="*/ 99254 h 358347"/>
                <a:gd name="csX3364" fmla="*/ 394504 w 977320"/>
                <a:gd name="csY3364" fmla="*/ 98729 h 358347"/>
                <a:gd name="csX3365" fmla="*/ 396186 w 977320"/>
                <a:gd name="csY3365" fmla="*/ 97648 h 358347"/>
                <a:gd name="csX3366" fmla="*/ 397784 w 977320"/>
                <a:gd name="csY3366" fmla="*/ 96195 h 358347"/>
                <a:gd name="csX3367" fmla="*/ 399214 w 977320"/>
                <a:gd name="csY3367" fmla="*/ 95046 h 358347"/>
                <a:gd name="csX3368" fmla="*/ 401291 w 977320"/>
                <a:gd name="csY3368" fmla="*/ 94597 h 358347"/>
                <a:gd name="csX3369" fmla="*/ 403985 w 977320"/>
                <a:gd name="csY3369" fmla="*/ 94658 h 358347"/>
                <a:gd name="csX3370" fmla="*/ 407165 w 977320"/>
                <a:gd name="csY3370" fmla="*/ 94262 h 358347"/>
                <a:gd name="csX3371" fmla="*/ 409561 w 977320"/>
                <a:gd name="csY3371" fmla="*/ 93646 h 358347"/>
                <a:gd name="csX3372" fmla="*/ 412240 w 977320"/>
                <a:gd name="csY3372" fmla="*/ 94666 h 358347"/>
                <a:gd name="csX3373" fmla="*/ 412955 w 977320"/>
                <a:gd name="csY3373" fmla="*/ 94346 h 358347"/>
                <a:gd name="csX3374" fmla="*/ 413419 w 977320"/>
                <a:gd name="csY3374" fmla="*/ 93349 h 358347"/>
                <a:gd name="csX3375" fmla="*/ 414804 w 977320"/>
                <a:gd name="csY3375" fmla="*/ 91166 h 358347"/>
                <a:gd name="csX3376" fmla="*/ 415420 w 977320"/>
                <a:gd name="csY3376" fmla="*/ 89697 h 358347"/>
                <a:gd name="csX3377" fmla="*/ 415953 w 977320"/>
                <a:gd name="csY3377" fmla="*/ 86882 h 358347"/>
                <a:gd name="csX3378" fmla="*/ 416325 w 977320"/>
                <a:gd name="csY3378" fmla="*/ 86213 h 358347"/>
                <a:gd name="csX3379" fmla="*/ 417345 w 977320"/>
                <a:gd name="csY3379" fmla="*/ 85825 h 358347"/>
                <a:gd name="csX3380" fmla="*/ 418387 w 977320"/>
                <a:gd name="csY3380" fmla="*/ 85292 h 358347"/>
                <a:gd name="csX3381" fmla="*/ 418661 w 977320"/>
                <a:gd name="csY3381" fmla="*/ 84447 h 358347"/>
                <a:gd name="csX3382" fmla="*/ 419042 w 977320"/>
                <a:gd name="csY3382" fmla="*/ 83466 h 358347"/>
                <a:gd name="csX3383" fmla="*/ 418730 w 977320"/>
                <a:gd name="csY3383" fmla="*/ 82644 h 358347"/>
                <a:gd name="csX3384" fmla="*/ 418136 w 977320"/>
                <a:gd name="csY3384" fmla="*/ 81952 h 358347"/>
                <a:gd name="csX3385" fmla="*/ 417512 w 977320"/>
                <a:gd name="csY3385" fmla="*/ 79601 h 358347"/>
                <a:gd name="csX3386" fmla="*/ 417710 w 977320"/>
                <a:gd name="csY3386" fmla="*/ 78528 h 358347"/>
                <a:gd name="csX3387" fmla="*/ 418098 w 977320"/>
                <a:gd name="csY3387" fmla="*/ 77729 h 358347"/>
                <a:gd name="csX3388" fmla="*/ 419171 w 977320"/>
                <a:gd name="csY3388" fmla="*/ 77326 h 358347"/>
                <a:gd name="csX3389" fmla="*/ 422002 w 977320"/>
                <a:gd name="csY3389" fmla="*/ 75598 h 358347"/>
                <a:gd name="csX3390" fmla="*/ 424513 w 977320"/>
                <a:gd name="csY3390" fmla="*/ 73575 h 358347"/>
                <a:gd name="csX3391" fmla="*/ 425889 w 977320"/>
                <a:gd name="csY3391" fmla="*/ 72585 h 358347"/>
                <a:gd name="csX3392" fmla="*/ 426490 w 977320"/>
                <a:gd name="csY3392" fmla="*/ 71946 h 358347"/>
                <a:gd name="csX3393" fmla="*/ 426528 w 977320"/>
                <a:gd name="csY3393" fmla="*/ 71018 h 358347"/>
                <a:gd name="csX3394" fmla="*/ 425433 w 977320"/>
                <a:gd name="csY3394" fmla="*/ 70052 h 358347"/>
                <a:gd name="csX3395" fmla="*/ 424383 w 977320"/>
                <a:gd name="csY3395" fmla="*/ 69588 h 358347"/>
                <a:gd name="csX3396" fmla="*/ 424307 w 977320"/>
                <a:gd name="csY3396" fmla="*/ 68469 h 358347"/>
                <a:gd name="csX3397" fmla="*/ 424345 w 977320"/>
                <a:gd name="csY3397" fmla="*/ 67693 h 358347"/>
                <a:gd name="csX3398" fmla="*/ 424664 w 977320"/>
                <a:gd name="csY3398" fmla="*/ 66963 h 358347"/>
                <a:gd name="csX3399" fmla="*/ 424505 w 977320"/>
                <a:gd name="csY3399" fmla="*/ 66255 h 358347"/>
                <a:gd name="csX3400" fmla="*/ 424497 w 977320"/>
                <a:gd name="csY3400" fmla="*/ 65198 h 358347"/>
                <a:gd name="csX3401" fmla="*/ 425167 w 977320"/>
                <a:gd name="csY3401" fmla="*/ 64056 h 358347"/>
                <a:gd name="csX3402" fmla="*/ 426711 w 977320"/>
                <a:gd name="csY3402" fmla="*/ 62367 h 358347"/>
                <a:gd name="csX3403" fmla="*/ 427929 w 977320"/>
                <a:gd name="csY3403" fmla="*/ 61272 h 358347"/>
                <a:gd name="csX3404" fmla="*/ 429283 w 977320"/>
                <a:gd name="csY3404" fmla="*/ 61949 h 358347"/>
                <a:gd name="csX3405" fmla="*/ 430858 w 977320"/>
                <a:gd name="csY3405" fmla="*/ 61637 h 358347"/>
                <a:gd name="csX3406" fmla="*/ 432357 w 977320"/>
                <a:gd name="csY3406" fmla="*/ 61089 h 358347"/>
                <a:gd name="csX3407" fmla="*/ 433186 w 977320"/>
                <a:gd name="csY3407" fmla="*/ 59096 h 358347"/>
                <a:gd name="csX3408" fmla="*/ 433315 w 977320"/>
                <a:gd name="csY3408" fmla="*/ 58145 h 358347"/>
                <a:gd name="csX3409" fmla="*/ 433118 w 977320"/>
                <a:gd name="csY3409" fmla="*/ 57384 h 358347"/>
                <a:gd name="csX3410" fmla="*/ 433635 w 977320"/>
                <a:gd name="csY3410" fmla="*/ 54546 h 358347"/>
                <a:gd name="csX3411" fmla="*/ 433765 w 977320"/>
                <a:gd name="csY3411" fmla="*/ 54135 h 358347"/>
                <a:gd name="csX3412" fmla="*/ 434746 w 977320"/>
                <a:gd name="csY3412" fmla="*/ 52347 h 358347"/>
                <a:gd name="csX3413" fmla="*/ 434845 w 977320"/>
                <a:gd name="csY3413" fmla="*/ 51145 h 358347"/>
                <a:gd name="csX3414" fmla="*/ 434289 w 977320"/>
                <a:gd name="csY3414" fmla="*/ 48352 h 358347"/>
                <a:gd name="csX3415" fmla="*/ 434639 w 977320"/>
                <a:gd name="csY3415" fmla="*/ 46237 h 358347"/>
                <a:gd name="csX3416" fmla="*/ 434799 w 977320"/>
                <a:gd name="csY3416" fmla="*/ 41862 h 358347"/>
                <a:gd name="csX3417" fmla="*/ 435385 w 977320"/>
                <a:gd name="csY3417" fmla="*/ 41079 h 358347"/>
                <a:gd name="csX3418" fmla="*/ 436062 w 977320"/>
                <a:gd name="csY3418" fmla="*/ 38811 h 358347"/>
                <a:gd name="csX3419" fmla="*/ 437158 w 977320"/>
                <a:gd name="csY3419" fmla="*/ 36445 h 358347"/>
                <a:gd name="csX3420" fmla="*/ 439372 w 977320"/>
                <a:gd name="csY3420" fmla="*/ 35159 h 358347"/>
                <a:gd name="csX3421" fmla="*/ 440528 w 977320"/>
                <a:gd name="csY3421" fmla="*/ 33470 h 358347"/>
                <a:gd name="csX3422" fmla="*/ 441038 w 977320"/>
                <a:gd name="csY3422" fmla="*/ 33150 h 358347"/>
                <a:gd name="csX3423" fmla="*/ 441799 w 977320"/>
                <a:gd name="csY3423" fmla="*/ 33135 h 358347"/>
                <a:gd name="csX3424" fmla="*/ 444477 w 977320"/>
                <a:gd name="csY3424" fmla="*/ 34368 h 358347"/>
                <a:gd name="csX3425" fmla="*/ 446882 w 977320"/>
                <a:gd name="csY3425" fmla="*/ 32998 h 358347"/>
                <a:gd name="csX3426" fmla="*/ 449057 w 977320"/>
                <a:gd name="csY3426" fmla="*/ 32838 h 358347"/>
                <a:gd name="csX3427" fmla="*/ 450853 w 977320"/>
                <a:gd name="csY3427" fmla="*/ 33021 h 358347"/>
                <a:gd name="csX3428" fmla="*/ 451865 w 977320"/>
                <a:gd name="csY3428" fmla="*/ 33584 h 358347"/>
                <a:gd name="csX3429" fmla="*/ 452862 w 977320"/>
                <a:gd name="csY3429" fmla="*/ 33987 h 358347"/>
                <a:gd name="csX3430" fmla="*/ 455008 w 977320"/>
                <a:gd name="csY3430" fmla="*/ 32656 h 358347"/>
                <a:gd name="csX3431" fmla="*/ 455814 w 977320"/>
                <a:gd name="csY3431" fmla="*/ 32953 h 358347"/>
                <a:gd name="csX3432" fmla="*/ 674964 w 977320"/>
                <a:gd name="csY3432" fmla="*/ 39899 h 358347"/>
                <a:gd name="csX3433" fmla="*/ 674104 w 977320"/>
                <a:gd name="csY3433" fmla="*/ 40341 h 358347"/>
                <a:gd name="csX3434" fmla="*/ 672719 w 977320"/>
                <a:gd name="csY3434" fmla="*/ 40181 h 358347"/>
                <a:gd name="csX3435" fmla="*/ 672567 w 977320"/>
                <a:gd name="csY3435" fmla="*/ 39100 h 358347"/>
                <a:gd name="csX3436" fmla="*/ 673975 w 977320"/>
                <a:gd name="csY3436" fmla="*/ 37160 h 358347"/>
                <a:gd name="csX3437" fmla="*/ 674903 w 977320"/>
                <a:gd name="csY3437" fmla="*/ 35113 h 358347"/>
                <a:gd name="csX3438" fmla="*/ 673914 w 977320"/>
                <a:gd name="csY3438" fmla="*/ 34604 h 358347"/>
                <a:gd name="csX3439" fmla="*/ 672947 w 977320"/>
                <a:gd name="csY3439" fmla="*/ 33295 h 358347"/>
                <a:gd name="csX3440" fmla="*/ 672909 w 977320"/>
                <a:gd name="csY3440" fmla="*/ 31773 h 358347"/>
                <a:gd name="csX3441" fmla="*/ 673701 w 977320"/>
                <a:gd name="csY3441" fmla="*/ 28958 h 358347"/>
                <a:gd name="csX3442" fmla="*/ 674872 w 977320"/>
                <a:gd name="csY3442" fmla="*/ 29186 h 358347"/>
                <a:gd name="csX3443" fmla="*/ 675998 w 977320"/>
                <a:gd name="csY3443" fmla="*/ 30404 h 358347"/>
                <a:gd name="csX3444" fmla="*/ 676462 w 977320"/>
                <a:gd name="csY3444" fmla="*/ 32686 h 358347"/>
                <a:gd name="csX3445" fmla="*/ 677201 w 977320"/>
                <a:gd name="csY3445" fmla="*/ 34421 h 358347"/>
                <a:gd name="csX3446" fmla="*/ 675633 w 977320"/>
                <a:gd name="csY3446" fmla="*/ 36780 h 358347"/>
                <a:gd name="csX3447" fmla="*/ 674964 w 977320"/>
                <a:gd name="csY3447" fmla="*/ 39899 h 358347"/>
                <a:gd name="csX3448" fmla="*/ 27451 w 977320"/>
                <a:gd name="csY3448" fmla="*/ 14449 h 358347"/>
                <a:gd name="csX3449" fmla="*/ 30069 w 977320"/>
                <a:gd name="csY3449" fmla="*/ 14639 h 358347"/>
                <a:gd name="csX3450" fmla="*/ 34931 w 977320"/>
                <a:gd name="csY3450" fmla="*/ 13482 h 358347"/>
                <a:gd name="csX3451" fmla="*/ 37601 w 977320"/>
                <a:gd name="csY3451" fmla="*/ 13596 h 358347"/>
                <a:gd name="csX3452" fmla="*/ 40120 w 977320"/>
                <a:gd name="csY3452" fmla="*/ 14433 h 358347"/>
                <a:gd name="csX3453" fmla="*/ 42357 w 977320"/>
                <a:gd name="csY3453" fmla="*/ 14913 h 358347"/>
                <a:gd name="csX3454" fmla="*/ 47926 w 977320"/>
                <a:gd name="csY3454" fmla="*/ 14296 h 358347"/>
                <a:gd name="csX3455" fmla="*/ 48976 w 977320"/>
                <a:gd name="csY3455" fmla="*/ 14456 h 358347"/>
                <a:gd name="csX3456" fmla="*/ 49980 w 977320"/>
                <a:gd name="csY3456" fmla="*/ 14935 h 358347"/>
                <a:gd name="csX3457" fmla="*/ 50833 w 977320"/>
                <a:gd name="csY3457" fmla="*/ 15696 h 358347"/>
                <a:gd name="csX3458" fmla="*/ 53382 w 977320"/>
                <a:gd name="csY3458" fmla="*/ 18466 h 358347"/>
                <a:gd name="csX3459" fmla="*/ 57688 w 977320"/>
                <a:gd name="csY3459" fmla="*/ 21875 h 358347"/>
                <a:gd name="csX3460" fmla="*/ 58928 w 977320"/>
                <a:gd name="csY3460" fmla="*/ 24058 h 358347"/>
                <a:gd name="csX3461" fmla="*/ 59636 w 977320"/>
                <a:gd name="csY3461" fmla="*/ 26516 h 358347"/>
                <a:gd name="csX3462" fmla="*/ 60085 w 977320"/>
                <a:gd name="csY3462" fmla="*/ 27086 h 358347"/>
                <a:gd name="csX3463" fmla="*/ 64954 w 977320"/>
                <a:gd name="csY3463" fmla="*/ 31781 h 358347"/>
                <a:gd name="csX3464" fmla="*/ 65479 w 977320"/>
                <a:gd name="csY3464" fmla="*/ 33744 h 358347"/>
                <a:gd name="csX3465" fmla="*/ 64795 w 977320"/>
                <a:gd name="csY3465" fmla="*/ 36460 h 358347"/>
                <a:gd name="csX3466" fmla="*/ 66210 w 977320"/>
                <a:gd name="csY3466" fmla="*/ 38621 h 358347"/>
                <a:gd name="csX3467" fmla="*/ 70927 w 977320"/>
                <a:gd name="csY3467" fmla="*/ 40652 h 358347"/>
                <a:gd name="csX3468" fmla="*/ 73712 w 977320"/>
                <a:gd name="csY3468" fmla="*/ 42128 h 358347"/>
                <a:gd name="csX3469" fmla="*/ 74305 w 977320"/>
                <a:gd name="csY3469" fmla="*/ 43034 h 358347"/>
                <a:gd name="csX3470" fmla="*/ 74716 w 977320"/>
                <a:gd name="csY3470" fmla="*/ 44114 h 358347"/>
                <a:gd name="csX3471" fmla="*/ 76261 w 977320"/>
                <a:gd name="csY3471" fmla="*/ 45712 h 358347"/>
                <a:gd name="csX3472" fmla="*/ 78193 w 977320"/>
                <a:gd name="csY3472" fmla="*/ 46755 h 358347"/>
                <a:gd name="csX3473" fmla="*/ 84227 w 977320"/>
                <a:gd name="csY3473" fmla="*/ 49501 h 358347"/>
                <a:gd name="csX3474" fmla="*/ 92140 w 977320"/>
                <a:gd name="csY3474" fmla="*/ 55238 h 358347"/>
                <a:gd name="csX3475" fmla="*/ 96636 w 977320"/>
                <a:gd name="csY3475" fmla="*/ 57962 h 358347"/>
                <a:gd name="csX3476" fmla="*/ 100357 w 977320"/>
                <a:gd name="csY3476" fmla="*/ 62101 h 358347"/>
                <a:gd name="csX3477" fmla="*/ 101704 w 977320"/>
                <a:gd name="csY3477" fmla="*/ 64079 h 358347"/>
                <a:gd name="csX3478" fmla="*/ 102815 w 977320"/>
                <a:gd name="csY3478" fmla="*/ 66217 h 358347"/>
                <a:gd name="csX3479" fmla="*/ 105074 w 977320"/>
                <a:gd name="csY3479" fmla="*/ 69329 h 358347"/>
                <a:gd name="csX3480" fmla="*/ 108917 w 977320"/>
                <a:gd name="csY3480" fmla="*/ 73171 h 358347"/>
                <a:gd name="csX3481" fmla="*/ 109891 w 977320"/>
                <a:gd name="csY3481" fmla="*/ 74343 h 358347"/>
                <a:gd name="csX3482" fmla="*/ 110925 w 977320"/>
                <a:gd name="csY3482" fmla="*/ 76040 h 358347"/>
                <a:gd name="csX3483" fmla="*/ 112120 w 977320"/>
                <a:gd name="csY3483" fmla="*/ 77615 h 358347"/>
                <a:gd name="csX3484" fmla="*/ 113550 w 977320"/>
                <a:gd name="csY3484" fmla="*/ 79060 h 358347"/>
                <a:gd name="csX3485" fmla="*/ 115255 w 977320"/>
                <a:gd name="csY3485" fmla="*/ 80171 h 358347"/>
                <a:gd name="csX3486" fmla="*/ 116997 w 977320"/>
                <a:gd name="csY3486" fmla="*/ 80529 h 358347"/>
                <a:gd name="csX3487" fmla="*/ 119804 w 977320"/>
                <a:gd name="csY3487" fmla="*/ 83306 h 358347"/>
                <a:gd name="csX3488" fmla="*/ 121319 w 977320"/>
                <a:gd name="csY3488" fmla="*/ 84173 h 358347"/>
                <a:gd name="csX3489" fmla="*/ 121083 w 977320"/>
                <a:gd name="csY3489" fmla="*/ 81997 h 358347"/>
                <a:gd name="csX3490" fmla="*/ 119804 w 977320"/>
                <a:gd name="csY3490" fmla="*/ 80095 h 358347"/>
                <a:gd name="csX3491" fmla="*/ 119827 w 977320"/>
                <a:gd name="csY3491" fmla="*/ 78954 h 358347"/>
                <a:gd name="csX3492" fmla="*/ 120048 w 977320"/>
                <a:gd name="csY3492" fmla="*/ 77927 h 358347"/>
                <a:gd name="csX3493" fmla="*/ 121090 w 977320"/>
                <a:gd name="csY3493" fmla="*/ 77067 h 358347"/>
                <a:gd name="csX3494" fmla="*/ 122345 w 977320"/>
                <a:gd name="csY3494" fmla="*/ 76824 h 358347"/>
                <a:gd name="csX3495" fmla="*/ 124704 w 977320"/>
                <a:gd name="csY3495" fmla="*/ 77615 h 358347"/>
                <a:gd name="csX3496" fmla="*/ 128532 w 977320"/>
                <a:gd name="csY3496" fmla="*/ 80909 h 358347"/>
                <a:gd name="csX3497" fmla="*/ 130144 w 977320"/>
                <a:gd name="csY3497" fmla="*/ 82827 h 358347"/>
                <a:gd name="csX3498" fmla="*/ 131354 w 977320"/>
                <a:gd name="csY3498" fmla="*/ 85474 h 358347"/>
                <a:gd name="csX3499" fmla="*/ 132374 w 977320"/>
                <a:gd name="csY3499" fmla="*/ 88221 h 358347"/>
                <a:gd name="csX3500" fmla="*/ 133895 w 977320"/>
                <a:gd name="csY3500" fmla="*/ 89591 h 358347"/>
                <a:gd name="csX3501" fmla="*/ 135995 w 977320"/>
                <a:gd name="csY3501" fmla="*/ 90070 h 358347"/>
                <a:gd name="csX3502" fmla="*/ 138331 w 977320"/>
                <a:gd name="csY3502" fmla="*/ 90268 h 358347"/>
                <a:gd name="csX3503" fmla="*/ 140477 w 977320"/>
                <a:gd name="csY3503" fmla="*/ 91112 h 358347"/>
                <a:gd name="csX3504" fmla="*/ 145499 w 977320"/>
                <a:gd name="csY3504" fmla="*/ 94917 h 358347"/>
                <a:gd name="csX3505" fmla="*/ 147165 w 977320"/>
                <a:gd name="csY3505" fmla="*/ 96705 h 358347"/>
                <a:gd name="csX3506" fmla="*/ 148428 w 977320"/>
                <a:gd name="csY3506" fmla="*/ 98805 h 358347"/>
                <a:gd name="csX3507" fmla="*/ 149295 w 977320"/>
                <a:gd name="csY3507" fmla="*/ 101293 h 358347"/>
                <a:gd name="csX3508" fmla="*/ 149835 w 977320"/>
                <a:gd name="csY3508" fmla="*/ 103902 h 358347"/>
                <a:gd name="csX3509" fmla="*/ 150170 w 977320"/>
                <a:gd name="csY3509" fmla="*/ 104503 h 358347"/>
                <a:gd name="csX3510" fmla="*/ 153396 w 977320"/>
                <a:gd name="csY3510" fmla="*/ 107653 h 358347"/>
                <a:gd name="csX3511" fmla="*/ 155093 w 977320"/>
                <a:gd name="csY3511" fmla="*/ 108985 h 358347"/>
                <a:gd name="csX3512" fmla="*/ 157163 w 977320"/>
                <a:gd name="csY3512" fmla="*/ 109632 h 358347"/>
                <a:gd name="csX3513" fmla="*/ 163211 w 977320"/>
                <a:gd name="csY3513" fmla="*/ 110339 h 358347"/>
                <a:gd name="csX3514" fmla="*/ 165334 w 977320"/>
                <a:gd name="csY3514" fmla="*/ 111427 h 358347"/>
                <a:gd name="csX3515" fmla="*/ 167099 w 977320"/>
                <a:gd name="csY3515" fmla="*/ 113238 h 358347"/>
                <a:gd name="csX3516" fmla="*/ 167837 w 977320"/>
                <a:gd name="csY3516" fmla="*/ 115079 h 358347"/>
                <a:gd name="csX3517" fmla="*/ 166582 w 977320"/>
                <a:gd name="csY3517" fmla="*/ 116708 h 358347"/>
                <a:gd name="csX3518" fmla="*/ 161857 w 977320"/>
                <a:gd name="csY3518" fmla="*/ 119203 h 358347"/>
                <a:gd name="csX3519" fmla="*/ 156812 w 977320"/>
                <a:gd name="csY3519" fmla="*/ 120930 h 358347"/>
                <a:gd name="csX3520" fmla="*/ 161720 w 977320"/>
                <a:gd name="csY3520" fmla="*/ 120337 h 358347"/>
                <a:gd name="csX3521" fmla="*/ 164200 w 977320"/>
                <a:gd name="csY3521" fmla="*/ 119614 h 358347"/>
                <a:gd name="csX3522" fmla="*/ 166483 w 977320"/>
                <a:gd name="csY3522" fmla="*/ 118488 h 358347"/>
                <a:gd name="csX3523" fmla="*/ 168743 w 977320"/>
                <a:gd name="csY3523" fmla="*/ 117050 h 358347"/>
                <a:gd name="csX3524" fmla="*/ 172334 w 977320"/>
                <a:gd name="csY3524" fmla="*/ 115041 h 358347"/>
                <a:gd name="csX3525" fmla="*/ 173666 w 977320"/>
                <a:gd name="csY3525" fmla="*/ 114630 h 358347"/>
                <a:gd name="csX3526" fmla="*/ 175233 w 977320"/>
                <a:gd name="csY3526" fmla="*/ 114775 h 358347"/>
                <a:gd name="csX3527" fmla="*/ 176655 w 977320"/>
                <a:gd name="csY3527" fmla="*/ 115346 h 358347"/>
                <a:gd name="csX3528" fmla="*/ 178786 w 977320"/>
                <a:gd name="csY3528" fmla="*/ 117316 h 358347"/>
                <a:gd name="csX3529" fmla="*/ 180795 w 977320"/>
                <a:gd name="csY3529" fmla="*/ 119401 h 358347"/>
                <a:gd name="csX3530" fmla="*/ 182294 w 977320"/>
                <a:gd name="csY3530" fmla="*/ 121828 h 358347"/>
                <a:gd name="csX3531" fmla="*/ 183229 w 977320"/>
                <a:gd name="csY3531" fmla="*/ 124529 h 358347"/>
                <a:gd name="csX3532" fmla="*/ 181510 w 977320"/>
                <a:gd name="csY3532" fmla="*/ 125944 h 358347"/>
                <a:gd name="csX3533" fmla="*/ 179014 w 977320"/>
                <a:gd name="csY3533" fmla="*/ 126987 h 358347"/>
                <a:gd name="csX3534" fmla="*/ 175583 w 977320"/>
                <a:gd name="csY3534" fmla="*/ 129597 h 358347"/>
                <a:gd name="csX3535" fmla="*/ 175218 w 977320"/>
                <a:gd name="csY3535" fmla="*/ 130631 h 358347"/>
                <a:gd name="csX3536" fmla="*/ 175925 w 977320"/>
                <a:gd name="csY3536" fmla="*/ 131293 h 358347"/>
                <a:gd name="csX3537" fmla="*/ 175088 w 977320"/>
                <a:gd name="csY3537" fmla="*/ 133211 h 358347"/>
                <a:gd name="csX3538" fmla="*/ 177013 w 977320"/>
                <a:gd name="csY3538" fmla="*/ 134398 h 358347"/>
                <a:gd name="csX3539" fmla="*/ 177302 w 977320"/>
                <a:gd name="csY3539" fmla="*/ 135402 h 358347"/>
                <a:gd name="csX3540" fmla="*/ 175636 w 977320"/>
                <a:gd name="csY3540" fmla="*/ 136840 h 358347"/>
                <a:gd name="csX3541" fmla="*/ 175796 w 977320"/>
                <a:gd name="csY3541" fmla="*/ 137730 h 358347"/>
                <a:gd name="csX3542" fmla="*/ 177804 w 977320"/>
                <a:gd name="csY3542" fmla="*/ 141534 h 358347"/>
                <a:gd name="csX3543" fmla="*/ 178763 w 977320"/>
                <a:gd name="csY3543" fmla="*/ 142402 h 358347"/>
                <a:gd name="csX3544" fmla="*/ 181830 w 977320"/>
                <a:gd name="csY3544" fmla="*/ 144334 h 358347"/>
                <a:gd name="csX3545" fmla="*/ 186501 w 977320"/>
                <a:gd name="csY3545" fmla="*/ 146290 h 358347"/>
                <a:gd name="csX3546" fmla="*/ 189088 w 977320"/>
                <a:gd name="csY3546" fmla="*/ 147188 h 358347"/>
                <a:gd name="csX3547" fmla="*/ 192025 w 977320"/>
                <a:gd name="csY3547" fmla="*/ 147880 h 358347"/>
                <a:gd name="csX3548" fmla="*/ 193280 w 977320"/>
                <a:gd name="csY3548" fmla="*/ 147865 h 358347"/>
                <a:gd name="csX3549" fmla="*/ 195479 w 977320"/>
                <a:gd name="csY3549" fmla="*/ 147545 h 358347"/>
                <a:gd name="csX3550" fmla="*/ 195928 w 977320"/>
                <a:gd name="csY3550" fmla="*/ 148306 h 358347"/>
                <a:gd name="csX3551" fmla="*/ 196872 w 977320"/>
                <a:gd name="csY3551" fmla="*/ 152049 h 358347"/>
                <a:gd name="csX3552" fmla="*/ 197328 w 977320"/>
                <a:gd name="csY3552" fmla="*/ 154423 h 358347"/>
                <a:gd name="csX3553" fmla="*/ 198005 w 977320"/>
                <a:gd name="csY3553" fmla="*/ 159468 h 358347"/>
                <a:gd name="csX3554" fmla="*/ 198857 w 977320"/>
                <a:gd name="csY3554" fmla="*/ 161560 h 358347"/>
                <a:gd name="csX3555" fmla="*/ 198804 w 977320"/>
                <a:gd name="csY3555" fmla="*/ 164116 h 358347"/>
                <a:gd name="csX3556" fmla="*/ 199923 w 977320"/>
                <a:gd name="csY3556" fmla="*/ 166293 h 358347"/>
                <a:gd name="csX3557" fmla="*/ 202228 w 977320"/>
                <a:gd name="csY3557" fmla="*/ 167685 h 358347"/>
                <a:gd name="csX3558" fmla="*/ 204670 w 977320"/>
                <a:gd name="csY3558" fmla="*/ 168819 h 358347"/>
                <a:gd name="csX3559" fmla="*/ 205827 w 977320"/>
                <a:gd name="csY3559" fmla="*/ 169929 h 358347"/>
                <a:gd name="csX3560" fmla="*/ 205812 w 977320"/>
                <a:gd name="csY3560" fmla="*/ 171603 h 358347"/>
                <a:gd name="csX3561" fmla="*/ 205416 w 977320"/>
                <a:gd name="csY3561" fmla="*/ 172927 h 358347"/>
                <a:gd name="csX3562" fmla="*/ 204594 w 977320"/>
                <a:gd name="csY3562" fmla="*/ 173954 h 358347"/>
                <a:gd name="csX3563" fmla="*/ 202053 w 977320"/>
                <a:gd name="csY3563" fmla="*/ 176138 h 358347"/>
                <a:gd name="csX3564" fmla="*/ 201596 w 977320"/>
                <a:gd name="csY3564" fmla="*/ 177081 h 358347"/>
                <a:gd name="csX3565" fmla="*/ 201239 w 977320"/>
                <a:gd name="csY3565" fmla="*/ 179486 h 358347"/>
                <a:gd name="csX3566" fmla="*/ 201673 w 977320"/>
                <a:gd name="csY3566" fmla="*/ 180589 h 358347"/>
                <a:gd name="csX3567" fmla="*/ 202692 w 977320"/>
                <a:gd name="csY3567" fmla="*/ 180650 h 358347"/>
                <a:gd name="csX3568" fmla="*/ 203483 w 977320"/>
                <a:gd name="csY3568" fmla="*/ 180072 h 358347"/>
                <a:gd name="csX3569" fmla="*/ 206527 w 977320"/>
                <a:gd name="csY3569" fmla="*/ 176846 h 358347"/>
                <a:gd name="csX3570" fmla="*/ 207348 w 977320"/>
                <a:gd name="csY3570" fmla="*/ 176283 h 358347"/>
                <a:gd name="csX3571" fmla="*/ 208497 w 977320"/>
                <a:gd name="csY3571" fmla="*/ 175826 h 358347"/>
                <a:gd name="csX3572" fmla="*/ 209669 w 977320"/>
                <a:gd name="csY3572" fmla="*/ 175537 h 358347"/>
                <a:gd name="csX3573" fmla="*/ 215231 w 977320"/>
                <a:gd name="csY3573" fmla="*/ 175514 h 358347"/>
                <a:gd name="csX3574" fmla="*/ 217597 w 977320"/>
                <a:gd name="csY3574" fmla="*/ 176024 h 358347"/>
                <a:gd name="csX3575" fmla="*/ 219690 w 977320"/>
                <a:gd name="csY3575" fmla="*/ 177074 h 358347"/>
                <a:gd name="csX3576" fmla="*/ 221539 w 977320"/>
                <a:gd name="csY3576" fmla="*/ 178390 h 358347"/>
                <a:gd name="csX3577" fmla="*/ 228318 w 977320"/>
                <a:gd name="csY3577" fmla="*/ 186798 h 358347"/>
                <a:gd name="csX3578" fmla="*/ 231414 w 977320"/>
                <a:gd name="csY3578" fmla="*/ 191439 h 358347"/>
                <a:gd name="csX3579" fmla="*/ 231658 w 977320"/>
                <a:gd name="csY3579" fmla="*/ 192595 h 358347"/>
                <a:gd name="csX3580" fmla="*/ 231711 w 977320"/>
                <a:gd name="csY3580" fmla="*/ 193797 h 358347"/>
                <a:gd name="csX3581" fmla="*/ 231186 w 977320"/>
                <a:gd name="csY3581" fmla="*/ 194726 h 358347"/>
                <a:gd name="csX3582" fmla="*/ 228371 w 977320"/>
                <a:gd name="csY3582" fmla="*/ 197898 h 358347"/>
                <a:gd name="csX3583" fmla="*/ 228013 w 977320"/>
                <a:gd name="csY3583" fmla="*/ 198774 h 358347"/>
                <a:gd name="csX3584" fmla="*/ 227138 w 977320"/>
                <a:gd name="csY3584" fmla="*/ 202228 h 358347"/>
                <a:gd name="csX3585" fmla="*/ 227298 w 977320"/>
                <a:gd name="csY3585" fmla="*/ 204716 h 358347"/>
                <a:gd name="csX3586" fmla="*/ 228234 w 977320"/>
                <a:gd name="csY3586" fmla="*/ 205758 h 358347"/>
                <a:gd name="csX3587" fmla="*/ 228988 w 977320"/>
                <a:gd name="csY3587" fmla="*/ 206892 h 358347"/>
                <a:gd name="csX3588" fmla="*/ 228927 w 977320"/>
                <a:gd name="csY3588" fmla="*/ 207919 h 358347"/>
                <a:gd name="csX3589" fmla="*/ 227070 w 977320"/>
                <a:gd name="csY3589" fmla="*/ 213032 h 358347"/>
                <a:gd name="csX3590" fmla="*/ 226880 w 977320"/>
                <a:gd name="csY3590" fmla="*/ 213907 h 358347"/>
                <a:gd name="csX3591" fmla="*/ 228051 w 977320"/>
                <a:gd name="csY3591" fmla="*/ 222223 h 358347"/>
                <a:gd name="csX3592" fmla="*/ 228135 w 977320"/>
                <a:gd name="csY3592" fmla="*/ 224475 h 358347"/>
                <a:gd name="csX3593" fmla="*/ 227899 w 977320"/>
                <a:gd name="csY3593" fmla="*/ 227328 h 358347"/>
                <a:gd name="csX3594" fmla="*/ 228067 w 977320"/>
                <a:gd name="csY3594" fmla="*/ 231924 h 358347"/>
                <a:gd name="csX3595" fmla="*/ 226545 w 977320"/>
                <a:gd name="csY3595" fmla="*/ 246137 h 358347"/>
                <a:gd name="csX3596" fmla="*/ 226263 w 977320"/>
                <a:gd name="csY3596" fmla="*/ 246981 h 358347"/>
                <a:gd name="csX3597" fmla="*/ 225099 w 977320"/>
                <a:gd name="csY3597" fmla="*/ 249157 h 358347"/>
                <a:gd name="csX3598" fmla="*/ 223570 w 977320"/>
                <a:gd name="csY3598" fmla="*/ 249142 h 358347"/>
                <a:gd name="csX3599" fmla="*/ 222330 w 977320"/>
                <a:gd name="csY3599" fmla="*/ 248762 h 358347"/>
                <a:gd name="csX3600" fmla="*/ 221470 w 977320"/>
                <a:gd name="csY3600" fmla="*/ 247932 h 358347"/>
                <a:gd name="csX3601" fmla="*/ 220991 w 977320"/>
                <a:gd name="csY3601" fmla="*/ 246905 h 358347"/>
                <a:gd name="csX3602" fmla="*/ 220291 w 977320"/>
                <a:gd name="csY3602" fmla="*/ 246061 h 358347"/>
                <a:gd name="csX3603" fmla="*/ 216593 w 977320"/>
                <a:gd name="csY3603" fmla="*/ 243436 h 358347"/>
                <a:gd name="csX3604" fmla="*/ 215627 w 977320"/>
                <a:gd name="csY3604" fmla="*/ 243870 h 358347"/>
                <a:gd name="csX3605" fmla="*/ 211868 w 977320"/>
                <a:gd name="csY3605" fmla="*/ 247126 h 358347"/>
                <a:gd name="csX3606" fmla="*/ 210871 w 977320"/>
                <a:gd name="csY3606" fmla="*/ 247605 h 358347"/>
                <a:gd name="csX3607" fmla="*/ 209616 w 977320"/>
                <a:gd name="csY3607" fmla="*/ 247210 h 358347"/>
                <a:gd name="csX3608" fmla="*/ 207638 w 977320"/>
                <a:gd name="csY3608" fmla="*/ 246236 h 358347"/>
                <a:gd name="csX3609" fmla="*/ 201437 w 977320"/>
                <a:gd name="csY3609" fmla="*/ 242812 h 358347"/>
                <a:gd name="csX3610" fmla="*/ 201056 w 977320"/>
                <a:gd name="csY3610" fmla="*/ 243907 h 358347"/>
                <a:gd name="csX3611" fmla="*/ 200973 w 977320"/>
                <a:gd name="csY3611" fmla="*/ 245391 h 358347"/>
                <a:gd name="csX3612" fmla="*/ 202205 w 977320"/>
                <a:gd name="csY3612" fmla="*/ 249119 h 358347"/>
                <a:gd name="csX3613" fmla="*/ 202380 w 977320"/>
                <a:gd name="csY3613" fmla="*/ 250748 h 358347"/>
                <a:gd name="csX3614" fmla="*/ 201254 w 977320"/>
                <a:gd name="csY3614" fmla="*/ 251067 h 358347"/>
                <a:gd name="csX3615" fmla="*/ 200623 w 977320"/>
                <a:gd name="csY3615" fmla="*/ 250999 h 358347"/>
                <a:gd name="csX3616" fmla="*/ 198043 w 977320"/>
                <a:gd name="csY3616" fmla="*/ 248838 h 358347"/>
                <a:gd name="csX3617" fmla="*/ 195662 w 977320"/>
                <a:gd name="csY3617" fmla="*/ 246441 h 358347"/>
                <a:gd name="csX3618" fmla="*/ 192961 w 977320"/>
                <a:gd name="csY3618" fmla="*/ 243200 h 358347"/>
                <a:gd name="csX3619" fmla="*/ 190982 w 977320"/>
                <a:gd name="csY3619" fmla="*/ 241663 h 358347"/>
                <a:gd name="csX3620" fmla="*/ 189202 w 977320"/>
                <a:gd name="csY3620" fmla="*/ 239943 h 358347"/>
                <a:gd name="csX3621" fmla="*/ 184180 w 977320"/>
                <a:gd name="csY3621" fmla="*/ 233415 h 358347"/>
                <a:gd name="csX3622" fmla="*/ 182872 w 977320"/>
                <a:gd name="csY3622" fmla="*/ 232419 h 358347"/>
                <a:gd name="csX3623" fmla="*/ 175088 w 977320"/>
                <a:gd name="csY3623" fmla="*/ 227815 h 358347"/>
                <a:gd name="csX3624" fmla="*/ 173521 w 977320"/>
                <a:gd name="csY3624" fmla="*/ 226720 h 358347"/>
                <a:gd name="csX3625" fmla="*/ 171528 w 977320"/>
                <a:gd name="csY3625" fmla="*/ 224817 h 358347"/>
                <a:gd name="csX3626" fmla="*/ 169390 w 977320"/>
                <a:gd name="csY3626" fmla="*/ 223121 h 358347"/>
                <a:gd name="csX3627" fmla="*/ 164695 w 977320"/>
                <a:gd name="csY3627" fmla="*/ 220450 h 358347"/>
                <a:gd name="csX3628" fmla="*/ 156554 w 977320"/>
                <a:gd name="csY3628" fmla="*/ 213679 h 358347"/>
                <a:gd name="csX3629" fmla="*/ 153016 w 977320"/>
                <a:gd name="csY3629" fmla="*/ 209791 h 358347"/>
                <a:gd name="csX3630" fmla="*/ 149082 w 977320"/>
                <a:gd name="csY3630" fmla="*/ 203521 h 358347"/>
                <a:gd name="csX3631" fmla="*/ 147796 w 977320"/>
                <a:gd name="csY3631" fmla="*/ 201924 h 358347"/>
                <a:gd name="csX3632" fmla="*/ 141184 w 977320"/>
                <a:gd name="csY3632" fmla="*/ 197221 h 358347"/>
                <a:gd name="csX3633" fmla="*/ 137578 w 977320"/>
                <a:gd name="csY3633" fmla="*/ 194376 h 358347"/>
                <a:gd name="csX3634" fmla="*/ 136071 w 977320"/>
                <a:gd name="csY3634" fmla="*/ 192740 h 358347"/>
                <a:gd name="csX3635" fmla="*/ 132564 w 977320"/>
                <a:gd name="csY3635" fmla="*/ 187041 h 358347"/>
                <a:gd name="csX3636" fmla="*/ 131537 w 977320"/>
                <a:gd name="csY3636" fmla="*/ 185124 h 358347"/>
                <a:gd name="csX3637" fmla="*/ 130243 w 977320"/>
                <a:gd name="csY3637" fmla="*/ 183427 h 358347"/>
                <a:gd name="csX3638" fmla="*/ 128121 w 977320"/>
                <a:gd name="csY3638" fmla="*/ 182050 h 358347"/>
                <a:gd name="csX3639" fmla="*/ 126249 w 977320"/>
                <a:gd name="csY3639" fmla="*/ 180437 h 358347"/>
                <a:gd name="csX3640" fmla="*/ 122536 w 977320"/>
                <a:gd name="csY3640" fmla="*/ 175286 h 358347"/>
                <a:gd name="csX3641" fmla="*/ 121364 w 977320"/>
                <a:gd name="csY3641" fmla="*/ 173231 h 358347"/>
                <a:gd name="csX3642" fmla="*/ 120481 w 977320"/>
                <a:gd name="csY3642" fmla="*/ 171010 h 358347"/>
                <a:gd name="csX3643" fmla="*/ 120641 w 977320"/>
                <a:gd name="csY3643" fmla="*/ 166559 h 358347"/>
                <a:gd name="csX3644" fmla="*/ 112766 w 977320"/>
                <a:gd name="csY3644" fmla="*/ 153084 h 358347"/>
                <a:gd name="csX3645" fmla="*/ 110788 w 977320"/>
                <a:gd name="csY3645" fmla="*/ 148884 h 358347"/>
                <a:gd name="csX3646" fmla="*/ 108955 w 977320"/>
                <a:gd name="csY3646" fmla="*/ 143056 h 358347"/>
                <a:gd name="csX3647" fmla="*/ 108551 w 977320"/>
                <a:gd name="csY3647" fmla="*/ 142470 h 358347"/>
                <a:gd name="csX3648" fmla="*/ 104252 w 977320"/>
                <a:gd name="csY3648" fmla="*/ 137251 h 358347"/>
                <a:gd name="csX3649" fmla="*/ 102738 w 977320"/>
                <a:gd name="csY3649" fmla="*/ 135577 h 358347"/>
                <a:gd name="csX3650" fmla="*/ 100897 w 977320"/>
                <a:gd name="csY3650" fmla="*/ 134009 h 358347"/>
                <a:gd name="csX3651" fmla="*/ 99398 w 977320"/>
                <a:gd name="csY3651" fmla="*/ 132176 h 358347"/>
                <a:gd name="csX3652" fmla="*/ 96431 w 977320"/>
                <a:gd name="csY3652" fmla="*/ 126218 h 358347"/>
                <a:gd name="csX3653" fmla="*/ 95328 w 977320"/>
                <a:gd name="csY3653" fmla="*/ 124567 h 358347"/>
                <a:gd name="csX3654" fmla="*/ 93783 w 977320"/>
                <a:gd name="csY3654" fmla="*/ 123350 h 358347"/>
                <a:gd name="csX3655" fmla="*/ 88168 w 977320"/>
                <a:gd name="csY3655" fmla="*/ 121098 h 358347"/>
                <a:gd name="csX3656" fmla="*/ 86076 w 977320"/>
                <a:gd name="csY3656" fmla="*/ 119842 h 358347"/>
                <a:gd name="csX3657" fmla="*/ 84425 w 977320"/>
                <a:gd name="csY3657" fmla="*/ 118062 h 358347"/>
                <a:gd name="csX3658" fmla="*/ 83413 w 977320"/>
                <a:gd name="csY3658" fmla="*/ 115787 h 358347"/>
                <a:gd name="csX3659" fmla="*/ 82302 w 977320"/>
                <a:gd name="csY3659" fmla="*/ 110963 h 358347"/>
                <a:gd name="csX3660" fmla="*/ 79646 w 977320"/>
                <a:gd name="csY3660" fmla="*/ 103636 h 358347"/>
                <a:gd name="csX3661" fmla="*/ 76679 w 977320"/>
                <a:gd name="csY3661" fmla="*/ 93821 h 358347"/>
                <a:gd name="csX3662" fmla="*/ 74670 w 977320"/>
                <a:gd name="csY3662" fmla="*/ 89423 h 358347"/>
                <a:gd name="csX3663" fmla="*/ 72380 w 977320"/>
                <a:gd name="csY3663" fmla="*/ 85969 h 358347"/>
                <a:gd name="csX3664" fmla="*/ 71711 w 977320"/>
                <a:gd name="csY3664" fmla="*/ 85170 h 358347"/>
                <a:gd name="csX3665" fmla="*/ 61515 w 977320"/>
                <a:gd name="csY3665" fmla="*/ 78954 h 358347"/>
                <a:gd name="csX3666" fmla="*/ 59773 w 977320"/>
                <a:gd name="csY3666" fmla="*/ 78033 h 358347"/>
                <a:gd name="csX3667" fmla="*/ 57924 w 977320"/>
                <a:gd name="csY3667" fmla="*/ 77485 h 358347"/>
                <a:gd name="csX3668" fmla="*/ 55284 w 977320"/>
                <a:gd name="csY3668" fmla="*/ 77090 h 358347"/>
                <a:gd name="csX3669" fmla="*/ 53267 w 977320"/>
                <a:gd name="csY3669" fmla="*/ 75484 h 358347"/>
                <a:gd name="csX3670" fmla="*/ 52446 w 977320"/>
                <a:gd name="csY3670" fmla="*/ 72601 h 358347"/>
                <a:gd name="csX3671" fmla="*/ 51982 w 977320"/>
                <a:gd name="csY3671" fmla="*/ 68736 h 358347"/>
                <a:gd name="csX3672" fmla="*/ 51480 w 977320"/>
                <a:gd name="csY3672" fmla="*/ 66430 h 358347"/>
                <a:gd name="csX3673" fmla="*/ 50924 w 977320"/>
                <a:gd name="csY3673" fmla="*/ 65122 h 358347"/>
                <a:gd name="csX3674" fmla="*/ 46663 w 977320"/>
                <a:gd name="csY3674" fmla="*/ 62390 h 358347"/>
                <a:gd name="csX3675" fmla="*/ 44989 w 977320"/>
                <a:gd name="csY3675" fmla="*/ 60229 h 358347"/>
                <a:gd name="csX3676" fmla="*/ 43597 w 977320"/>
                <a:gd name="csY3676" fmla="*/ 57848 h 358347"/>
                <a:gd name="csX3677" fmla="*/ 42326 w 977320"/>
                <a:gd name="csY3677" fmla="*/ 56007 h 358347"/>
                <a:gd name="csX3678" fmla="*/ 37639 w 977320"/>
                <a:gd name="csY3678" fmla="*/ 49646 h 358347"/>
                <a:gd name="csX3679" fmla="*/ 36034 w 977320"/>
                <a:gd name="csY3679" fmla="*/ 47980 h 358347"/>
                <a:gd name="csX3680" fmla="*/ 34048 w 977320"/>
                <a:gd name="csY3680" fmla="*/ 46815 h 358347"/>
                <a:gd name="csX3681" fmla="*/ 28167 w 977320"/>
                <a:gd name="csY3681" fmla="*/ 45583 h 358347"/>
                <a:gd name="csX3682" fmla="*/ 26440 w 977320"/>
                <a:gd name="csY3682" fmla="*/ 44525 h 358347"/>
                <a:gd name="csX3683" fmla="*/ 23586 w 977320"/>
                <a:gd name="csY3683" fmla="*/ 40911 h 358347"/>
                <a:gd name="csX3684" fmla="*/ 21859 w 977320"/>
                <a:gd name="csY3684" fmla="*/ 39070 h 358347"/>
                <a:gd name="csX3685" fmla="*/ 16686 w 977320"/>
                <a:gd name="csY3685" fmla="*/ 35015 h 358347"/>
                <a:gd name="csX3686" fmla="*/ 7943 w 977320"/>
                <a:gd name="csY3686" fmla="*/ 26531 h 358347"/>
                <a:gd name="csX3687" fmla="*/ 6155 w 977320"/>
                <a:gd name="csY3687" fmla="*/ 24416 h 358347"/>
                <a:gd name="csX3688" fmla="*/ 4816 w 977320"/>
                <a:gd name="csY3688" fmla="*/ 22209 h 358347"/>
                <a:gd name="csX3689" fmla="*/ 3728 w 977320"/>
                <a:gd name="csY3689" fmla="*/ 19843 h 358347"/>
                <a:gd name="csX3690" fmla="*/ 0 w 977320"/>
                <a:gd name="csY3690" fmla="*/ 13285 h 358347"/>
                <a:gd name="csX3691" fmla="*/ 304 w 977320"/>
                <a:gd name="csY3691" fmla="*/ 11961 h 358347"/>
                <a:gd name="csX3692" fmla="*/ 860 w 977320"/>
                <a:gd name="csY3692" fmla="*/ 10583 h 358347"/>
                <a:gd name="csX3693" fmla="*/ 776 w 977320"/>
                <a:gd name="csY3693" fmla="*/ 9442 h 358347"/>
                <a:gd name="csX3694" fmla="*/ 365 w 977320"/>
                <a:gd name="csY3694" fmla="*/ 8316 h 358347"/>
                <a:gd name="csX3695" fmla="*/ 449 w 977320"/>
                <a:gd name="csY3695" fmla="*/ 7304 h 358347"/>
                <a:gd name="csX3696" fmla="*/ 1559 w 977320"/>
                <a:gd name="csY3696" fmla="*/ 6703 h 358347"/>
                <a:gd name="csX3697" fmla="*/ 4048 w 977320"/>
                <a:gd name="csY3697" fmla="*/ 5935 h 358347"/>
                <a:gd name="csX3698" fmla="*/ 6627 w 977320"/>
                <a:gd name="csY3698" fmla="*/ 6026 h 358347"/>
                <a:gd name="csX3699" fmla="*/ 9016 w 977320"/>
                <a:gd name="csY3699" fmla="*/ 6353 h 358347"/>
                <a:gd name="csX3700" fmla="*/ 11329 w 977320"/>
                <a:gd name="csY3700" fmla="*/ 6985 h 358347"/>
                <a:gd name="csX3701" fmla="*/ 13551 w 977320"/>
                <a:gd name="csY3701" fmla="*/ 8362 h 358347"/>
                <a:gd name="csX3702" fmla="*/ 17522 w 977320"/>
                <a:gd name="csY3702" fmla="*/ 11846 h 358347"/>
                <a:gd name="csX3703" fmla="*/ 19782 w 977320"/>
                <a:gd name="csY3703" fmla="*/ 13056 h 358347"/>
                <a:gd name="csX3704" fmla="*/ 22293 w 977320"/>
                <a:gd name="csY3704" fmla="*/ 13642 h 358347"/>
                <a:gd name="csX3705" fmla="*/ 27451 w 977320"/>
                <a:gd name="csY3705" fmla="*/ 14449 h 358347"/>
                <a:gd name="csX3706" fmla="*/ 3310 w 977320"/>
                <a:gd name="csY3706" fmla="*/ 2024 h 358347"/>
                <a:gd name="csX3707" fmla="*/ 2891 w 977320"/>
                <a:gd name="csY3707" fmla="*/ 2625 h 358347"/>
                <a:gd name="csX3708" fmla="*/ 1621 w 977320"/>
                <a:gd name="csY3708" fmla="*/ 2313 h 358347"/>
                <a:gd name="csX3709" fmla="*/ 221 w 977320"/>
                <a:gd name="csY3709" fmla="*/ 373 h 358347"/>
                <a:gd name="csX3710" fmla="*/ 738 w 977320"/>
                <a:gd name="csY3710" fmla="*/ 0 h 358347"/>
                <a:gd name="csX3711" fmla="*/ 1598 w 977320"/>
                <a:gd name="csY3711" fmla="*/ 198 h 358347"/>
                <a:gd name="csX3712" fmla="*/ 3241 w 977320"/>
                <a:gd name="csY3712" fmla="*/ 647 h 358347"/>
                <a:gd name="csX3713" fmla="*/ 3386 w 977320"/>
                <a:gd name="csY3713" fmla="*/ 1369 h 358347"/>
                <a:gd name="csX3714" fmla="*/ 3310 w 977320"/>
                <a:gd name="csY3714" fmla="*/ 2024 h 3583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Lst>
              <a:rect l="l" t="t" r="r" b="b"/>
              <a:pathLst>
                <a:path w="977320" h="358347">
                  <a:moveTo>
                    <a:pt x="592380" y="358340"/>
                  </a:moveTo>
                  <a:lnTo>
                    <a:pt x="590395" y="358348"/>
                  </a:lnTo>
                  <a:lnTo>
                    <a:pt x="589755" y="358120"/>
                  </a:lnTo>
                  <a:lnTo>
                    <a:pt x="589595" y="356217"/>
                  </a:lnTo>
                  <a:lnTo>
                    <a:pt x="590181" y="355152"/>
                  </a:lnTo>
                  <a:lnTo>
                    <a:pt x="594784" y="353783"/>
                  </a:lnTo>
                  <a:lnTo>
                    <a:pt x="596580" y="352520"/>
                  </a:lnTo>
                  <a:lnTo>
                    <a:pt x="599137" y="349895"/>
                  </a:lnTo>
                  <a:lnTo>
                    <a:pt x="600719" y="349210"/>
                  </a:lnTo>
                  <a:lnTo>
                    <a:pt x="601122" y="348913"/>
                  </a:lnTo>
                  <a:lnTo>
                    <a:pt x="601396" y="348966"/>
                  </a:lnTo>
                  <a:lnTo>
                    <a:pt x="601648" y="350968"/>
                  </a:lnTo>
                  <a:lnTo>
                    <a:pt x="602287" y="352155"/>
                  </a:lnTo>
                  <a:lnTo>
                    <a:pt x="602401" y="352778"/>
                  </a:lnTo>
                  <a:lnTo>
                    <a:pt x="600103" y="353790"/>
                  </a:lnTo>
                  <a:lnTo>
                    <a:pt x="598049" y="356119"/>
                  </a:lnTo>
                  <a:lnTo>
                    <a:pt x="593575" y="357640"/>
                  </a:lnTo>
                  <a:lnTo>
                    <a:pt x="592380" y="358340"/>
                  </a:lnTo>
                  <a:close/>
                  <a:moveTo>
                    <a:pt x="569623" y="351454"/>
                  </a:moveTo>
                  <a:lnTo>
                    <a:pt x="568558" y="351713"/>
                  </a:lnTo>
                  <a:lnTo>
                    <a:pt x="566268" y="351089"/>
                  </a:lnTo>
                  <a:lnTo>
                    <a:pt x="565803" y="350709"/>
                  </a:lnTo>
                  <a:lnTo>
                    <a:pt x="567767" y="349667"/>
                  </a:lnTo>
                  <a:lnTo>
                    <a:pt x="569273" y="348190"/>
                  </a:lnTo>
                  <a:lnTo>
                    <a:pt x="571030" y="348061"/>
                  </a:lnTo>
                  <a:lnTo>
                    <a:pt x="572073" y="348365"/>
                  </a:lnTo>
                  <a:lnTo>
                    <a:pt x="571715" y="350123"/>
                  </a:lnTo>
                  <a:lnTo>
                    <a:pt x="569623" y="351454"/>
                  </a:lnTo>
                  <a:close/>
                  <a:moveTo>
                    <a:pt x="602355" y="345246"/>
                  </a:moveTo>
                  <a:lnTo>
                    <a:pt x="600430" y="345999"/>
                  </a:lnTo>
                  <a:lnTo>
                    <a:pt x="600423" y="344417"/>
                  </a:lnTo>
                  <a:lnTo>
                    <a:pt x="601906" y="342416"/>
                  </a:lnTo>
                  <a:lnTo>
                    <a:pt x="603260" y="341738"/>
                  </a:lnTo>
                  <a:lnTo>
                    <a:pt x="604014" y="342537"/>
                  </a:lnTo>
                  <a:lnTo>
                    <a:pt x="604082" y="342902"/>
                  </a:lnTo>
                  <a:lnTo>
                    <a:pt x="602119" y="343618"/>
                  </a:lnTo>
                  <a:lnTo>
                    <a:pt x="602355" y="345246"/>
                  </a:lnTo>
                  <a:close/>
                  <a:moveTo>
                    <a:pt x="529678" y="325266"/>
                  </a:moveTo>
                  <a:lnTo>
                    <a:pt x="530644" y="326232"/>
                  </a:lnTo>
                  <a:lnTo>
                    <a:pt x="534136" y="328096"/>
                  </a:lnTo>
                  <a:lnTo>
                    <a:pt x="534707" y="328880"/>
                  </a:lnTo>
                  <a:lnTo>
                    <a:pt x="534928" y="330173"/>
                  </a:lnTo>
                  <a:lnTo>
                    <a:pt x="535628" y="331132"/>
                  </a:lnTo>
                  <a:lnTo>
                    <a:pt x="537203" y="331284"/>
                  </a:lnTo>
                  <a:lnTo>
                    <a:pt x="538884" y="331086"/>
                  </a:lnTo>
                  <a:lnTo>
                    <a:pt x="540170" y="331703"/>
                  </a:lnTo>
                  <a:lnTo>
                    <a:pt x="541281" y="332669"/>
                  </a:lnTo>
                  <a:lnTo>
                    <a:pt x="542925" y="334548"/>
                  </a:lnTo>
                  <a:lnTo>
                    <a:pt x="544370" y="336625"/>
                  </a:lnTo>
                  <a:lnTo>
                    <a:pt x="546166" y="337790"/>
                  </a:lnTo>
                  <a:lnTo>
                    <a:pt x="547193" y="339524"/>
                  </a:lnTo>
                  <a:lnTo>
                    <a:pt x="546592" y="341054"/>
                  </a:lnTo>
                  <a:lnTo>
                    <a:pt x="544317" y="343169"/>
                  </a:lnTo>
                  <a:lnTo>
                    <a:pt x="543092" y="343625"/>
                  </a:lnTo>
                  <a:lnTo>
                    <a:pt x="541410" y="343793"/>
                  </a:lnTo>
                  <a:lnTo>
                    <a:pt x="538793" y="345056"/>
                  </a:lnTo>
                  <a:lnTo>
                    <a:pt x="537834" y="344401"/>
                  </a:lnTo>
                  <a:lnTo>
                    <a:pt x="534867" y="343945"/>
                  </a:lnTo>
                  <a:lnTo>
                    <a:pt x="532501" y="343032"/>
                  </a:lnTo>
                  <a:lnTo>
                    <a:pt x="530515" y="341366"/>
                  </a:lnTo>
                  <a:lnTo>
                    <a:pt x="529374" y="339577"/>
                  </a:lnTo>
                  <a:lnTo>
                    <a:pt x="527928" y="337995"/>
                  </a:lnTo>
                  <a:lnTo>
                    <a:pt x="525410" y="336937"/>
                  </a:lnTo>
                  <a:lnTo>
                    <a:pt x="520890" y="333833"/>
                  </a:lnTo>
                  <a:lnTo>
                    <a:pt x="518098" y="333552"/>
                  </a:lnTo>
                  <a:lnTo>
                    <a:pt x="516956" y="333780"/>
                  </a:lnTo>
                  <a:lnTo>
                    <a:pt x="515807" y="333795"/>
                  </a:lnTo>
                  <a:lnTo>
                    <a:pt x="509888" y="332403"/>
                  </a:lnTo>
                  <a:lnTo>
                    <a:pt x="508967" y="331589"/>
                  </a:lnTo>
                  <a:lnTo>
                    <a:pt x="508245" y="330546"/>
                  </a:lnTo>
                  <a:lnTo>
                    <a:pt x="507583" y="329519"/>
                  </a:lnTo>
                  <a:lnTo>
                    <a:pt x="507180" y="328370"/>
                  </a:lnTo>
                  <a:lnTo>
                    <a:pt x="507940" y="327351"/>
                  </a:lnTo>
                  <a:lnTo>
                    <a:pt x="508732" y="326666"/>
                  </a:lnTo>
                  <a:lnTo>
                    <a:pt x="512026" y="325464"/>
                  </a:lnTo>
                  <a:lnTo>
                    <a:pt x="514385" y="325098"/>
                  </a:lnTo>
                  <a:lnTo>
                    <a:pt x="517116" y="325152"/>
                  </a:lnTo>
                  <a:lnTo>
                    <a:pt x="521187" y="324779"/>
                  </a:lnTo>
                  <a:lnTo>
                    <a:pt x="525044" y="325380"/>
                  </a:lnTo>
                  <a:lnTo>
                    <a:pt x="526231" y="324931"/>
                  </a:lnTo>
                  <a:lnTo>
                    <a:pt x="528179" y="323683"/>
                  </a:lnTo>
                  <a:lnTo>
                    <a:pt x="528856" y="324117"/>
                  </a:lnTo>
                  <a:lnTo>
                    <a:pt x="529678" y="325266"/>
                  </a:lnTo>
                  <a:close/>
                  <a:moveTo>
                    <a:pt x="634828" y="318365"/>
                  </a:moveTo>
                  <a:lnTo>
                    <a:pt x="635612" y="318601"/>
                  </a:lnTo>
                  <a:lnTo>
                    <a:pt x="638321" y="317307"/>
                  </a:lnTo>
                  <a:lnTo>
                    <a:pt x="638830" y="317551"/>
                  </a:lnTo>
                  <a:lnTo>
                    <a:pt x="639356" y="318137"/>
                  </a:lnTo>
                  <a:lnTo>
                    <a:pt x="639363" y="319864"/>
                  </a:lnTo>
                  <a:lnTo>
                    <a:pt x="638321" y="321302"/>
                  </a:lnTo>
                  <a:lnTo>
                    <a:pt x="635688" y="321416"/>
                  </a:lnTo>
                  <a:lnTo>
                    <a:pt x="635315" y="321819"/>
                  </a:lnTo>
                  <a:lnTo>
                    <a:pt x="635285" y="322694"/>
                  </a:lnTo>
                  <a:lnTo>
                    <a:pt x="635491" y="323546"/>
                  </a:lnTo>
                  <a:lnTo>
                    <a:pt x="636099" y="324231"/>
                  </a:lnTo>
                  <a:lnTo>
                    <a:pt x="636883" y="325433"/>
                  </a:lnTo>
                  <a:lnTo>
                    <a:pt x="637621" y="328233"/>
                  </a:lnTo>
                  <a:lnTo>
                    <a:pt x="636130" y="329382"/>
                  </a:lnTo>
                  <a:lnTo>
                    <a:pt x="635376" y="331543"/>
                  </a:lnTo>
                  <a:lnTo>
                    <a:pt x="632789" y="333574"/>
                  </a:lnTo>
                  <a:lnTo>
                    <a:pt x="629944" y="336899"/>
                  </a:lnTo>
                  <a:lnTo>
                    <a:pt x="627661" y="338596"/>
                  </a:lnTo>
                  <a:lnTo>
                    <a:pt x="625660" y="340605"/>
                  </a:lnTo>
                  <a:lnTo>
                    <a:pt x="623941" y="341951"/>
                  </a:lnTo>
                  <a:lnTo>
                    <a:pt x="621787" y="342408"/>
                  </a:lnTo>
                  <a:lnTo>
                    <a:pt x="618569" y="342697"/>
                  </a:lnTo>
                  <a:lnTo>
                    <a:pt x="614194" y="345101"/>
                  </a:lnTo>
                  <a:lnTo>
                    <a:pt x="611775" y="346151"/>
                  </a:lnTo>
                  <a:lnTo>
                    <a:pt x="609416" y="346227"/>
                  </a:lnTo>
                  <a:lnTo>
                    <a:pt x="607209" y="345444"/>
                  </a:lnTo>
                  <a:lnTo>
                    <a:pt x="606372" y="344561"/>
                  </a:lnTo>
                  <a:lnTo>
                    <a:pt x="606570" y="343374"/>
                  </a:lnTo>
                  <a:lnTo>
                    <a:pt x="607301" y="342355"/>
                  </a:lnTo>
                  <a:lnTo>
                    <a:pt x="608191" y="341518"/>
                  </a:lnTo>
                  <a:lnTo>
                    <a:pt x="608754" y="340437"/>
                  </a:lnTo>
                  <a:lnTo>
                    <a:pt x="606258" y="339068"/>
                  </a:lnTo>
                  <a:lnTo>
                    <a:pt x="606045" y="338025"/>
                  </a:lnTo>
                  <a:lnTo>
                    <a:pt x="607034" y="335248"/>
                  </a:lnTo>
                  <a:lnTo>
                    <a:pt x="607681" y="332395"/>
                  </a:lnTo>
                  <a:lnTo>
                    <a:pt x="608609" y="330447"/>
                  </a:lnTo>
                  <a:lnTo>
                    <a:pt x="612185" y="326970"/>
                  </a:lnTo>
                  <a:lnTo>
                    <a:pt x="614323" y="325243"/>
                  </a:lnTo>
                  <a:lnTo>
                    <a:pt x="615586" y="324573"/>
                  </a:lnTo>
                  <a:lnTo>
                    <a:pt x="615936" y="325304"/>
                  </a:lnTo>
                  <a:lnTo>
                    <a:pt x="616735" y="326187"/>
                  </a:lnTo>
                  <a:lnTo>
                    <a:pt x="617275" y="326331"/>
                  </a:lnTo>
                  <a:lnTo>
                    <a:pt x="617686" y="326133"/>
                  </a:lnTo>
                  <a:lnTo>
                    <a:pt x="620836" y="326438"/>
                  </a:lnTo>
                  <a:lnTo>
                    <a:pt x="621628" y="326133"/>
                  </a:lnTo>
                  <a:lnTo>
                    <a:pt x="622830" y="324756"/>
                  </a:lnTo>
                  <a:lnTo>
                    <a:pt x="623621" y="323988"/>
                  </a:lnTo>
                  <a:lnTo>
                    <a:pt x="624153" y="322359"/>
                  </a:lnTo>
                  <a:lnTo>
                    <a:pt x="624290" y="321325"/>
                  </a:lnTo>
                  <a:lnTo>
                    <a:pt x="627091" y="320571"/>
                  </a:lnTo>
                  <a:lnTo>
                    <a:pt x="628589" y="319742"/>
                  </a:lnTo>
                  <a:lnTo>
                    <a:pt x="629921" y="318563"/>
                  </a:lnTo>
                  <a:lnTo>
                    <a:pt x="633801" y="316554"/>
                  </a:lnTo>
                  <a:lnTo>
                    <a:pt x="634494" y="315999"/>
                  </a:lnTo>
                  <a:lnTo>
                    <a:pt x="634342" y="317908"/>
                  </a:lnTo>
                  <a:lnTo>
                    <a:pt x="634828" y="318365"/>
                  </a:lnTo>
                  <a:close/>
                  <a:moveTo>
                    <a:pt x="435667" y="312270"/>
                  </a:moveTo>
                  <a:lnTo>
                    <a:pt x="435073" y="313008"/>
                  </a:lnTo>
                  <a:lnTo>
                    <a:pt x="433338" y="311692"/>
                  </a:lnTo>
                  <a:lnTo>
                    <a:pt x="432897" y="311099"/>
                  </a:lnTo>
                  <a:lnTo>
                    <a:pt x="434183" y="310247"/>
                  </a:lnTo>
                  <a:lnTo>
                    <a:pt x="434632" y="310125"/>
                  </a:lnTo>
                  <a:lnTo>
                    <a:pt x="435742" y="311053"/>
                  </a:lnTo>
                  <a:lnTo>
                    <a:pt x="435667" y="312270"/>
                  </a:lnTo>
                  <a:close/>
                  <a:moveTo>
                    <a:pt x="592989" y="307454"/>
                  </a:moveTo>
                  <a:lnTo>
                    <a:pt x="592304" y="308717"/>
                  </a:lnTo>
                  <a:lnTo>
                    <a:pt x="591079" y="308360"/>
                  </a:lnTo>
                  <a:lnTo>
                    <a:pt x="591414" y="307142"/>
                  </a:lnTo>
                  <a:lnTo>
                    <a:pt x="592038" y="306419"/>
                  </a:lnTo>
                  <a:lnTo>
                    <a:pt x="593696" y="305369"/>
                  </a:lnTo>
                  <a:lnTo>
                    <a:pt x="595385" y="305187"/>
                  </a:lnTo>
                  <a:lnTo>
                    <a:pt x="596420" y="305552"/>
                  </a:lnTo>
                  <a:lnTo>
                    <a:pt x="596747" y="305955"/>
                  </a:lnTo>
                  <a:lnTo>
                    <a:pt x="594115" y="306366"/>
                  </a:lnTo>
                  <a:lnTo>
                    <a:pt x="592989" y="307454"/>
                  </a:lnTo>
                  <a:close/>
                  <a:moveTo>
                    <a:pt x="517968" y="311654"/>
                  </a:moveTo>
                  <a:lnTo>
                    <a:pt x="517139" y="311859"/>
                  </a:lnTo>
                  <a:lnTo>
                    <a:pt x="516302" y="311548"/>
                  </a:lnTo>
                  <a:lnTo>
                    <a:pt x="516644" y="309638"/>
                  </a:lnTo>
                  <a:lnTo>
                    <a:pt x="516165" y="308337"/>
                  </a:lnTo>
                  <a:lnTo>
                    <a:pt x="517033" y="307317"/>
                  </a:lnTo>
                  <a:lnTo>
                    <a:pt x="517253" y="305514"/>
                  </a:lnTo>
                  <a:lnTo>
                    <a:pt x="517603" y="304966"/>
                  </a:lnTo>
                  <a:lnTo>
                    <a:pt x="518113" y="305537"/>
                  </a:lnTo>
                  <a:lnTo>
                    <a:pt x="518349" y="305910"/>
                  </a:lnTo>
                  <a:lnTo>
                    <a:pt x="518790" y="306085"/>
                  </a:lnTo>
                  <a:lnTo>
                    <a:pt x="519749" y="306115"/>
                  </a:lnTo>
                  <a:lnTo>
                    <a:pt x="519962" y="306899"/>
                  </a:lnTo>
                  <a:lnTo>
                    <a:pt x="519924" y="307637"/>
                  </a:lnTo>
                  <a:lnTo>
                    <a:pt x="519513" y="308413"/>
                  </a:lnTo>
                  <a:lnTo>
                    <a:pt x="518372" y="309242"/>
                  </a:lnTo>
                  <a:lnTo>
                    <a:pt x="517550" y="310178"/>
                  </a:lnTo>
                  <a:lnTo>
                    <a:pt x="517968" y="311654"/>
                  </a:lnTo>
                  <a:close/>
                  <a:moveTo>
                    <a:pt x="600248" y="303368"/>
                  </a:moveTo>
                  <a:lnTo>
                    <a:pt x="599814" y="304312"/>
                  </a:lnTo>
                  <a:lnTo>
                    <a:pt x="594001" y="304251"/>
                  </a:lnTo>
                  <a:lnTo>
                    <a:pt x="594161" y="303011"/>
                  </a:lnTo>
                  <a:lnTo>
                    <a:pt x="595774" y="301657"/>
                  </a:lnTo>
                  <a:lnTo>
                    <a:pt x="596314" y="301207"/>
                  </a:lnTo>
                  <a:lnTo>
                    <a:pt x="598094" y="300812"/>
                  </a:lnTo>
                  <a:lnTo>
                    <a:pt x="600635" y="301527"/>
                  </a:lnTo>
                  <a:lnTo>
                    <a:pt x="600248" y="303368"/>
                  </a:lnTo>
                  <a:close/>
                  <a:moveTo>
                    <a:pt x="457686" y="308923"/>
                  </a:moveTo>
                  <a:lnTo>
                    <a:pt x="454985" y="313366"/>
                  </a:lnTo>
                  <a:lnTo>
                    <a:pt x="455951" y="314081"/>
                  </a:lnTo>
                  <a:lnTo>
                    <a:pt x="456529" y="314758"/>
                  </a:lnTo>
                  <a:lnTo>
                    <a:pt x="452055" y="315679"/>
                  </a:lnTo>
                  <a:lnTo>
                    <a:pt x="450191" y="315192"/>
                  </a:lnTo>
                  <a:lnTo>
                    <a:pt x="449111" y="315321"/>
                  </a:lnTo>
                  <a:lnTo>
                    <a:pt x="444569" y="314484"/>
                  </a:lnTo>
                  <a:lnTo>
                    <a:pt x="441320" y="313465"/>
                  </a:lnTo>
                  <a:lnTo>
                    <a:pt x="440947" y="312658"/>
                  </a:lnTo>
                  <a:lnTo>
                    <a:pt x="441205" y="311692"/>
                  </a:lnTo>
                  <a:lnTo>
                    <a:pt x="442164" y="312019"/>
                  </a:lnTo>
                  <a:lnTo>
                    <a:pt x="444668" y="312172"/>
                  </a:lnTo>
                  <a:lnTo>
                    <a:pt x="445626" y="311738"/>
                  </a:lnTo>
                  <a:lnTo>
                    <a:pt x="445649" y="308877"/>
                  </a:lnTo>
                  <a:lnTo>
                    <a:pt x="445299" y="305141"/>
                  </a:lnTo>
                  <a:lnTo>
                    <a:pt x="448685" y="302098"/>
                  </a:lnTo>
                  <a:lnTo>
                    <a:pt x="450488" y="300865"/>
                  </a:lnTo>
                  <a:lnTo>
                    <a:pt x="452558" y="300142"/>
                  </a:lnTo>
                  <a:lnTo>
                    <a:pt x="457792" y="301824"/>
                  </a:lnTo>
                  <a:lnTo>
                    <a:pt x="458660" y="302280"/>
                  </a:lnTo>
                  <a:lnTo>
                    <a:pt x="459329" y="302965"/>
                  </a:lnTo>
                  <a:lnTo>
                    <a:pt x="459656" y="304061"/>
                  </a:lnTo>
                  <a:lnTo>
                    <a:pt x="457686" y="308923"/>
                  </a:lnTo>
                  <a:close/>
                  <a:moveTo>
                    <a:pt x="620950" y="302828"/>
                  </a:moveTo>
                  <a:lnTo>
                    <a:pt x="619649" y="304152"/>
                  </a:lnTo>
                  <a:lnTo>
                    <a:pt x="618767" y="306457"/>
                  </a:lnTo>
                  <a:lnTo>
                    <a:pt x="617960" y="307157"/>
                  </a:lnTo>
                  <a:lnTo>
                    <a:pt x="616233" y="307591"/>
                  </a:lnTo>
                  <a:lnTo>
                    <a:pt x="615191" y="305278"/>
                  </a:lnTo>
                  <a:lnTo>
                    <a:pt x="613281" y="305385"/>
                  </a:lnTo>
                  <a:lnTo>
                    <a:pt x="614217" y="303346"/>
                  </a:lnTo>
                  <a:lnTo>
                    <a:pt x="615115" y="302585"/>
                  </a:lnTo>
                  <a:lnTo>
                    <a:pt x="616286" y="302570"/>
                  </a:lnTo>
                  <a:lnTo>
                    <a:pt x="616865" y="303391"/>
                  </a:lnTo>
                  <a:lnTo>
                    <a:pt x="617176" y="303566"/>
                  </a:lnTo>
                  <a:lnTo>
                    <a:pt x="619931" y="300119"/>
                  </a:lnTo>
                  <a:lnTo>
                    <a:pt x="620486" y="300082"/>
                  </a:lnTo>
                  <a:lnTo>
                    <a:pt x="620950" y="300234"/>
                  </a:lnTo>
                  <a:lnTo>
                    <a:pt x="621323" y="300667"/>
                  </a:lnTo>
                  <a:lnTo>
                    <a:pt x="620950" y="302828"/>
                  </a:lnTo>
                  <a:close/>
                  <a:moveTo>
                    <a:pt x="613220" y="301603"/>
                  </a:moveTo>
                  <a:lnTo>
                    <a:pt x="610207" y="302189"/>
                  </a:lnTo>
                  <a:lnTo>
                    <a:pt x="608366" y="304867"/>
                  </a:lnTo>
                  <a:lnTo>
                    <a:pt x="606905" y="304829"/>
                  </a:lnTo>
                  <a:lnTo>
                    <a:pt x="606106" y="306016"/>
                  </a:lnTo>
                  <a:lnTo>
                    <a:pt x="605923" y="306526"/>
                  </a:lnTo>
                  <a:lnTo>
                    <a:pt x="606030" y="307005"/>
                  </a:lnTo>
                  <a:lnTo>
                    <a:pt x="605870" y="307462"/>
                  </a:lnTo>
                  <a:lnTo>
                    <a:pt x="605292" y="307933"/>
                  </a:lnTo>
                  <a:lnTo>
                    <a:pt x="603922" y="307196"/>
                  </a:lnTo>
                  <a:lnTo>
                    <a:pt x="602751" y="308139"/>
                  </a:lnTo>
                  <a:lnTo>
                    <a:pt x="602256" y="308367"/>
                  </a:lnTo>
                  <a:lnTo>
                    <a:pt x="600529" y="307271"/>
                  </a:lnTo>
                  <a:lnTo>
                    <a:pt x="598893" y="307340"/>
                  </a:lnTo>
                  <a:lnTo>
                    <a:pt x="598399" y="307173"/>
                  </a:lnTo>
                  <a:lnTo>
                    <a:pt x="600430" y="305210"/>
                  </a:lnTo>
                  <a:lnTo>
                    <a:pt x="603200" y="303376"/>
                  </a:lnTo>
                  <a:lnTo>
                    <a:pt x="603656" y="302699"/>
                  </a:lnTo>
                  <a:lnTo>
                    <a:pt x="602568" y="302516"/>
                  </a:lnTo>
                  <a:lnTo>
                    <a:pt x="601921" y="302242"/>
                  </a:lnTo>
                  <a:lnTo>
                    <a:pt x="601838" y="301809"/>
                  </a:lnTo>
                  <a:lnTo>
                    <a:pt x="603587" y="301520"/>
                  </a:lnTo>
                  <a:lnTo>
                    <a:pt x="604797" y="301481"/>
                  </a:lnTo>
                  <a:lnTo>
                    <a:pt x="605718" y="302045"/>
                  </a:lnTo>
                  <a:lnTo>
                    <a:pt x="606304" y="302045"/>
                  </a:lnTo>
                  <a:lnTo>
                    <a:pt x="610047" y="299884"/>
                  </a:lnTo>
                  <a:lnTo>
                    <a:pt x="611531" y="300371"/>
                  </a:lnTo>
                  <a:lnTo>
                    <a:pt x="612611" y="300926"/>
                  </a:lnTo>
                  <a:lnTo>
                    <a:pt x="613220" y="301603"/>
                  </a:lnTo>
                  <a:close/>
                  <a:moveTo>
                    <a:pt x="932886" y="304099"/>
                  </a:moveTo>
                  <a:lnTo>
                    <a:pt x="931829" y="304380"/>
                  </a:lnTo>
                  <a:lnTo>
                    <a:pt x="926457" y="303734"/>
                  </a:lnTo>
                  <a:lnTo>
                    <a:pt x="925887" y="302851"/>
                  </a:lnTo>
                  <a:lnTo>
                    <a:pt x="925803" y="302394"/>
                  </a:lnTo>
                  <a:lnTo>
                    <a:pt x="927028" y="301520"/>
                  </a:lnTo>
                  <a:lnTo>
                    <a:pt x="928215" y="300036"/>
                  </a:lnTo>
                  <a:lnTo>
                    <a:pt x="930056" y="299480"/>
                  </a:lnTo>
                  <a:lnTo>
                    <a:pt x="930771" y="299480"/>
                  </a:lnTo>
                  <a:lnTo>
                    <a:pt x="932932" y="302996"/>
                  </a:lnTo>
                  <a:lnTo>
                    <a:pt x="932886" y="304099"/>
                  </a:lnTo>
                  <a:close/>
                  <a:moveTo>
                    <a:pt x="477232" y="303642"/>
                  </a:moveTo>
                  <a:lnTo>
                    <a:pt x="476753" y="303658"/>
                  </a:lnTo>
                  <a:lnTo>
                    <a:pt x="475824" y="303239"/>
                  </a:lnTo>
                  <a:lnTo>
                    <a:pt x="476159" y="302349"/>
                  </a:lnTo>
                  <a:lnTo>
                    <a:pt x="475657" y="300896"/>
                  </a:lnTo>
                  <a:lnTo>
                    <a:pt x="475832" y="299701"/>
                  </a:lnTo>
                  <a:lnTo>
                    <a:pt x="477019" y="299024"/>
                  </a:lnTo>
                  <a:lnTo>
                    <a:pt x="479553" y="298948"/>
                  </a:lnTo>
                  <a:lnTo>
                    <a:pt x="479644" y="299823"/>
                  </a:lnTo>
                  <a:lnTo>
                    <a:pt x="477232" y="303642"/>
                  </a:lnTo>
                  <a:close/>
                  <a:moveTo>
                    <a:pt x="509637" y="300880"/>
                  </a:moveTo>
                  <a:lnTo>
                    <a:pt x="508701" y="300903"/>
                  </a:lnTo>
                  <a:lnTo>
                    <a:pt x="508511" y="300044"/>
                  </a:lnTo>
                  <a:lnTo>
                    <a:pt x="508846" y="299146"/>
                  </a:lnTo>
                  <a:lnTo>
                    <a:pt x="509743" y="298765"/>
                  </a:lnTo>
                  <a:lnTo>
                    <a:pt x="510154" y="298742"/>
                  </a:lnTo>
                  <a:lnTo>
                    <a:pt x="510801" y="299557"/>
                  </a:lnTo>
                  <a:lnTo>
                    <a:pt x="510946" y="299983"/>
                  </a:lnTo>
                  <a:lnTo>
                    <a:pt x="510345" y="300546"/>
                  </a:lnTo>
                  <a:lnTo>
                    <a:pt x="509637" y="300880"/>
                  </a:lnTo>
                  <a:close/>
                  <a:moveTo>
                    <a:pt x="627113" y="298780"/>
                  </a:moveTo>
                  <a:lnTo>
                    <a:pt x="627623" y="300082"/>
                  </a:lnTo>
                  <a:lnTo>
                    <a:pt x="629274" y="299359"/>
                  </a:lnTo>
                  <a:lnTo>
                    <a:pt x="630887" y="299176"/>
                  </a:lnTo>
                  <a:lnTo>
                    <a:pt x="634554" y="299313"/>
                  </a:lnTo>
                  <a:lnTo>
                    <a:pt x="637248" y="299602"/>
                  </a:lnTo>
                  <a:lnTo>
                    <a:pt x="638838" y="300142"/>
                  </a:lnTo>
                  <a:lnTo>
                    <a:pt x="638990" y="302752"/>
                  </a:lnTo>
                  <a:lnTo>
                    <a:pt x="638245" y="303315"/>
                  </a:lnTo>
                  <a:lnTo>
                    <a:pt x="624313" y="305286"/>
                  </a:lnTo>
                  <a:lnTo>
                    <a:pt x="622952" y="304654"/>
                  </a:lnTo>
                  <a:lnTo>
                    <a:pt x="622419" y="304030"/>
                  </a:lnTo>
                  <a:lnTo>
                    <a:pt x="623917" y="302098"/>
                  </a:lnTo>
                  <a:lnTo>
                    <a:pt x="623226" y="301177"/>
                  </a:lnTo>
                  <a:lnTo>
                    <a:pt x="624016" y="299678"/>
                  </a:lnTo>
                  <a:lnTo>
                    <a:pt x="625683" y="298659"/>
                  </a:lnTo>
                  <a:lnTo>
                    <a:pt x="627113" y="298780"/>
                  </a:lnTo>
                  <a:close/>
                  <a:moveTo>
                    <a:pt x="696473" y="297883"/>
                  </a:moveTo>
                  <a:lnTo>
                    <a:pt x="700209" y="298742"/>
                  </a:lnTo>
                  <a:lnTo>
                    <a:pt x="702347" y="298651"/>
                  </a:lnTo>
                  <a:lnTo>
                    <a:pt x="702788" y="299420"/>
                  </a:lnTo>
                  <a:lnTo>
                    <a:pt x="700742" y="301238"/>
                  </a:lnTo>
                  <a:lnTo>
                    <a:pt x="696412" y="299838"/>
                  </a:lnTo>
                  <a:lnTo>
                    <a:pt x="695674" y="298339"/>
                  </a:lnTo>
                  <a:lnTo>
                    <a:pt x="696473" y="297883"/>
                  </a:lnTo>
                  <a:close/>
                  <a:moveTo>
                    <a:pt x="588835" y="308885"/>
                  </a:moveTo>
                  <a:lnTo>
                    <a:pt x="585822" y="309645"/>
                  </a:lnTo>
                  <a:lnTo>
                    <a:pt x="583950" y="310368"/>
                  </a:lnTo>
                  <a:lnTo>
                    <a:pt x="582162" y="311327"/>
                  </a:lnTo>
                  <a:lnTo>
                    <a:pt x="581036" y="311525"/>
                  </a:lnTo>
                  <a:lnTo>
                    <a:pt x="578989" y="311601"/>
                  </a:lnTo>
                  <a:lnTo>
                    <a:pt x="576090" y="311426"/>
                  </a:lnTo>
                  <a:lnTo>
                    <a:pt x="574135" y="311738"/>
                  </a:lnTo>
                  <a:lnTo>
                    <a:pt x="568680" y="314218"/>
                  </a:lnTo>
                  <a:lnTo>
                    <a:pt x="566534" y="314431"/>
                  </a:lnTo>
                  <a:lnTo>
                    <a:pt x="564678" y="315040"/>
                  </a:lnTo>
                  <a:lnTo>
                    <a:pt x="564038" y="314074"/>
                  </a:lnTo>
                  <a:lnTo>
                    <a:pt x="563247" y="313358"/>
                  </a:lnTo>
                  <a:lnTo>
                    <a:pt x="561436" y="313183"/>
                  </a:lnTo>
                  <a:lnTo>
                    <a:pt x="559625" y="313237"/>
                  </a:lnTo>
                  <a:lnTo>
                    <a:pt x="557784" y="315428"/>
                  </a:lnTo>
                  <a:lnTo>
                    <a:pt x="554847" y="314964"/>
                  </a:lnTo>
                  <a:lnTo>
                    <a:pt x="553713" y="315154"/>
                  </a:lnTo>
                  <a:lnTo>
                    <a:pt x="552610" y="315618"/>
                  </a:lnTo>
                  <a:lnTo>
                    <a:pt x="551522" y="315824"/>
                  </a:lnTo>
                  <a:lnTo>
                    <a:pt x="550381" y="315671"/>
                  </a:lnTo>
                  <a:lnTo>
                    <a:pt x="546097" y="313967"/>
                  </a:lnTo>
                  <a:lnTo>
                    <a:pt x="541182" y="312955"/>
                  </a:lnTo>
                  <a:lnTo>
                    <a:pt x="536252" y="313351"/>
                  </a:lnTo>
                  <a:lnTo>
                    <a:pt x="532006" y="312415"/>
                  </a:lnTo>
                  <a:lnTo>
                    <a:pt x="529678" y="313130"/>
                  </a:lnTo>
                  <a:lnTo>
                    <a:pt x="527487" y="314150"/>
                  </a:lnTo>
                  <a:lnTo>
                    <a:pt x="526840" y="313077"/>
                  </a:lnTo>
                  <a:lnTo>
                    <a:pt x="526041" y="312133"/>
                  </a:lnTo>
                  <a:lnTo>
                    <a:pt x="525326" y="310718"/>
                  </a:lnTo>
                  <a:lnTo>
                    <a:pt x="525303" y="309113"/>
                  </a:lnTo>
                  <a:lnTo>
                    <a:pt x="525539" y="307994"/>
                  </a:lnTo>
                  <a:lnTo>
                    <a:pt x="526170" y="306967"/>
                  </a:lnTo>
                  <a:lnTo>
                    <a:pt x="526566" y="305902"/>
                  </a:lnTo>
                  <a:lnTo>
                    <a:pt x="526748" y="304761"/>
                  </a:lnTo>
                  <a:lnTo>
                    <a:pt x="527677" y="305301"/>
                  </a:lnTo>
                  <a:lnTo>
                    <a:pt x="528643" y="305096"/>
                  </a:lnTo>
                  <a:lnTo>
                    <a:pt x="531534" y="303855"/>
                  </a:lnTo>
                  <a:lnTo>
                    <a:pt x="534357" y="301976"/>
                  </a:lnTo>
                  <a:lnTo>
                    <a:pt x="536982" y="301291"/>
                  </a:lnTo>
                  <a:lnTo>
                    <a:pt x="538496" y="301101"/>
                  </a:lnTo>
                  <a:lnTo>
                    <a:pt x="539790" y="301474"/>
                  </a:lnTo>
                  <a:lnTo>
                    <a:pt x="541106" y="301337"/>
                  </a:lnTo>
                  <a:lnTo>
                    <a:pt x="542453" y="300918"/>
                  </a:lnTo>
                  <a:lnTo>
                    <a:pt x="544575" y="302356"/>
                  </a:lnTo>
                  <a:lnTo>
                    <a:pt x="545466" y="302653"/>
                  </a:lnTo>
                  <a:lnTo>
                    <a:pt x="548342" y="302767"/>
                  </a:lnTo>
                  <a:lnTo>
                    <a:pt x="550959" y="303597"/>
                  </a:lnTo>
                  <a:lnTo>
                    <a:pt x="553303" y="304844"/>
                  </a:lnTo>
                  <a:lnTo>
                    <a:pt x="556681" y="306009"/>
                  </a:lnTo>
                  <a:lnTo>
                    <a:pt x="558720" y="307576"/>
                  </a:lnTo>
                  <a:lnTo>
                    <a:pt x="560272" y="308154"/>
                  </a:lnTo>
                  <a:lnTo>
                    <a:pt x="561421" y="308314"/>
                  </a:lnTo>
                  <a:lnTo>
                    <a:pt x="562479" y="308101"/>
                  </a:lnTo>
                  <a:lnTo>
                    <a:pt x="563818" y="307051"/>
                  </a:lnTo>
                  <a:lnTo>
                    <a:pt x="565377" y="306617"/>
                  </a:lnTo>
                  <a:lnTo>
                    <a:pt x="566732" y="306632"/>
                  </a:lnTo>
                  <a:lnTo>
                    <a:pt x="569204" y="306359"/>
                  </a:lnTo>
                  <a:lnTo>
                    <a:pt x="570254" y="306108"/>
                  </a:lnTo>
                  <a:lnTo>
                    <a:pt x="571419" y="305529"/>
                  </a:lnTo>
                  <a:lnTo>
                    <a:pt x="572560" y="305887"/>
                  </a:lnTo>
                  <a:lnTo>
                    <a:pt x="573564" y="306419"/>
                  </a:lnTo>
                  <a:lnTo>
                    <a:pt x="577749" y="309166"/>
                  </a:lnTo>
                  <a:lnTo>
                    <a:pt x="579035" y="309242"/>
                  </a:lnTo>
                  <a:lnTo>
                    <a:pt x="581393" y="308649"/>
                  </a:lnTo>
                  <a:lnTo>
                    <a:pt x="582101" y="307911"/>
                  </a:lnTo>
                  <a:lnTo>
                    <a:pt x="582466" y="306777"/>
                  </a:lnTo>
                  <a:lnTo>
                    <a:pt x="583113" y="305834"/>
                  </a:lnTo>
                  <a:lnTo>
                    <a:pt x="584011" y="305019"/>
                  </a:lnTo>
                  <a:lnTo>
                    <a:pt x="585030" y="304396"/>
                  </a:lnTo>
                  <a:lnTo>
                    <a:pt x="588158" y="303338"/>
                  </a:lnTo>
                  <a:lnTo>
                    <a:pt x="590296" y="302296"/>
                  </a:lnTo>
                  <a:lnTo>
                    <a:pt x="591764" y="300530"/>
                  </a:lnTo>
                  <a:lnTo>
                    <a:pt x="588333" y="299754"/>
                  </a:lnTo>
                  <a:lnTo>
                    <a:pt x="589055" y="298484"/>
                  </a:lnTo>
                  <a:lnTo>
                    <a:pt x="590197" y="297768"/>
                  </a:lnTo>
                  <a:lnTo>
                    <a:pt x="591711" y="298035"/>
                  </a:lnTo>
                  <a:lnTo>
                    <a:pt x="593027" y="299024"/>
                  </a:lnTo>
                  <a:lnTo>
                    <a:pt x="593613" y="302821"/>
                  </a:lnTo>
                  <a:lnTo>
                    <a:pt x="592532" y="303353"/>
                  </a:lnTo>
                  <a:lnTo>
                    <a:pt x="591848" y="303931"/>
                  </a:lnTo>
                  <a:lnTo>
                    <a:pt x="591391" y="304692"/>
                  </a:lnTo>
                  <a:lnTo>
                    <a:pt x="589443" y="306085"/>
                  </a:lnTo>
                  <a:lnTo>
                    <a:pt x="590212" y="307827"/>
                  </a:lnTo>
                  <a:lnTo>
                    <a:pt x="589641" y="308550"/>
                  </a:lnTo>
                  <a:lnTo>
                    <a:pt x="588835" y="308885"/>
                  </a:lnTo>
                  <a:close/>
                  <a:moveTo>
                    <a:pt x="761359" y="302592"/>
                  </a:moveTo>
                  <a:lnTo>
                    <a:pt x="759502" y="303262"/>
                  </a:lnTo>
                  <a:lnTo>
                    <a:pt x="760743" y="301565"/>
                  </a:lnTo>
                  <a:lnTo>
                    <a:pt x="764729" y="297715"/>
                  </a:lnTo>
                  <a:lnTo>
                    <a:pt x="766160" y="298430"/>
                  </a:lnTo>
                  <a:lnTo>
                    <a:pt x="768062" y="298567"/>
                  </a:lnTo>
                  <a:lnTo>
                    <a:pt x="765224" y="300310"/>
                  </a:lnTo>
                  <a:lnTo>
                    <a:pt x="762333" y="301033"/>
                  </a:lnTo>
                  <a:lnTo>
                    <a:pt x="761359" y="302592"/>
                  </a:lnTo>
                  <a:close/>
                  <a:moveTo>
                    <a:pt x="491879" y="302577"/>
                  </a:moveTo>
                  <a:lnTo>
                    <a:pt x="492952" y="303422"/>
                  </a:lnTo>
                  <a:lnTo>
                    <a:pt x="493925" y="303346"/>
                  </a:lnTo>
                  <a:lnTo>
                    <a:pt x="495965" y="302052"/>
                  </a:lnTo>
                  <a:lnTo>
                    <a:pt x="497190" y="301580"/>
                  </a:lnTo>
                  <a:lnTo>
                    <a:pt x="498506" y="301565"/>
                  </a:lnTo>
                  <a:lnTo>
                    <a:pt x="499776" y="301778"/>
                  </a:lnTo>
                  <a:lnTo>
                    <a:pt x="501031" y="302699"/>
                  </a:lnTo>
                  <a:lnTo>
                    <a:pt x="501488" y="304198"/>
                  </a:lnTo>
                  <a:lnTo>
                    <a:pt x="501960" y="304662"/>
                  </a:lnTo>
                  <a:lnTo>
                    <a:pt x="502698" y="302866"/>
                  </a:lnTo>
                  <a:lnTo>
                    <a:pt x="503679" y="302326"/>
                  </a:lnTo>
                  <a:lnTo>
                    <a:pt x="504783" y="302052"/>
                  </a:lnTo>
                  <a:lnTo>
                    <a:pt x="506510" y="302151"/>
                  </a:lnTo>
                  <a:lnTo>
                    <a:pt x="507826" y="303011"/>
                  </a:lnTo>
                  <a:lnTo>
                    <a:pt x="509021" y="305560"/>
                  </a:lnTo>
                  <a:lnTo>
                    <a:pt x="508983" y="307789"/>
                  </a:lnTo>
                  <a:lnTo>
                    <a:pt x="509417" y="308626"/>
                  </a:lnTo>
                  <a:lnTo>
                    <a:pt x="510238" y="309234"/>
                  </a:lnTo>
                  <a:lnTo>
                    <a:pt x="510847" y="310094"/>
                  </a:lnTo>
                  <a:lnTo>
                    <a:pt x="510307" y="310992"/>
                  </a:lnTo>
                  <a:lnTo>
                    <a:pt x="509766" y="311426"/>
                  </a:lnTo>
                  <a:lnTo>
                    <a:pt x="508222" y="311837"/>
                  </a:lnTo>
                  <a:lnTo>
                    <a:pt x="507476" y="311662"/>
                  </a:lnTo>
                  <a:lnTo>
                    <a:pt x="506784" y="311053"/>
                  </a:lnTo>
                  <a:lnTo>
                    <a:pt x="506015" y="310832"/>
                  </a:lnTo>
                  <a:lnTo>
                    <a:pt x="504265" y="311038"/>
                  </a:lnTo>
                  <a:lnTo>
                    <a:pt x="502652" y="311540"/>
                  </a:lnTo>
                  <a:lnTo>
                    <a:pt x="502873" y="312354"/>
                  </a:lnTo>
                  <a:lnTo>
                    <a:pt x="504197" y="312719"/>
                  </a:lnTo>
                  <a:lnTo>
                    <a:pt x="504592" y="313107"/>
                  </a:lnTo>
                  <a:lnTo>
                    <a:pt x="504509" y="313632"/>
                  </a:lnTo>
                  <a:lnTo>
                    <a:pt x="503991" y="313739"/>
                  </a:lnTo>
                  <a:lnTo>
                    <a:pt x="502272" y="313031"/>
                  </a:lnTo>
                  <a:lnTo>
                    <a:pt x="501116" y="313176"/>
                  </a:lnTo>
                  <a:lnTo>
                    <a:pt x="496946" y="314134"/>
                  </a:lnTo>
                  <a:lnTo>
                    <a:pt x="495843" y="314112"/>
                  </a:lnTo>
                  <a:lnTo>
                    <a:pt x="495219" y="313206"/>
                  </a:lnTo>
                  <a:lnTo>
                    <a:pt x="495264" y="310848"/>
                  </a:lnTo>
                  <a:lnTo>
                    <a:pt x="494816" y="310224"/>
                  </a:lnTo>
                  <a:lnTo>
                    <a:pt x="491719" y="313084"/>
                  </a:lnTo>
                  <a:lnTo>
                    <a:pt x="490783" y="313785"/>
                  </a:lnTo>
                  <a:lnTo>
                    <a:pt x="489535" y="314112"/>
                  </a:lnTo>
                  <a:lnTo>
                    <a:pt x="488234" y="313997"/>
                  </a:lnTo>
                  <a:lnTo>
                    <a:pt x="483760" y="315732"/>
                  </a:lnTo>
                  <a:lnTo>
                    <a:pt x="482353" y="315489"/>
                  </a:lnTo>
                  <a:lnTo>
                    <a:pt x="480991" y="315489"/>
                  </a:lnTo>
                  <a:lnTo>
                    <a:pt x="476213" y="317368"/>
                  </a:lnTo>
                  <a:lnTo>
                    <a:pt x="473648" y="317893"/>
                  </a:lnTo>
                  <a:lnTo>
                    <a:pt x="472332" y="317931"/>
                  </a:lnTo>
                  <a:lnTo>
                    <a:pt x="471024" y="317771"/>
                  </a:lnTo>
                  <a:lnTo>
                    <a:pt x="469852" y="317939"/>
                  </a:lnTo>
                  <a:lnTo>
                    <a:pt x="468802" y="318700"/>
                  </a:lnTo>
                  <a:lnTo>
                    <a:pt x="466671" y="319339"/>
                  </a:lnTo>
                  <a:lnTo>
                    <a:pt x="464472" y="318852"/>
                  </a:lnTo>
                  <a:lnTo>
                    <a:pt x="462616" y="318205"/>
                  </a:lnTo>
                  <a:lnTo>
                    <a:pt x="460851" y="317353"/>
                  </a:lnTo>
                  <a:lnTo>
                    <a:pt x="460409" y="316257"/>
                  </a:lnTo>
                  <a:lnTo>
                    <a:pt x="460501" y="314949"/>
                  </a:lnTo>
                  <a:lnTo>
                    <a:pt x="461247" y="313161"/>
                  </a:lnTo>
                  <a:lnTo>
                    <a:pt x="460744" y="310018"/>
                  </a:lnTo>
                  <a:lnTo>
                    <a:pt x="461132" y="308588"/>
                  </a:lnTo>
                  <a:lnTo>
                    <a:pt x="461855" y="307180"/>
                  </a:lnTo>
                  <a:lnTo>
                    <a:pt x="462951" y="306663"/>
                  </a:lnTo>
                  <a:lnTo>
                    <a:pt x="464381" y="306556"/>
                  </a:lnTo>
                  <a:lnTo>
                    <a:pt x="466747" y="305293"/>
                  </a:lnTo>
                  <a:lnTo>
                    <a:pt x="468908" y="303635"/>
                  </a:lnTo>
                  <a:lnTo>
                    <a:pt x="470156" y="303794"/>
                  </a:lnTo>
                  <a:lnTo>
                    <a:pt x="473002" y="304951"/>
                  </a:lnTo>
                  <a:lnTo>
                    <a:pt x="474668" y="305088"/>
                  </a:lnTo>
                  <a:lnTo>
                    <a:pt x="477499" y="304905"/>
                  </a:lnTo>
                  <a:lnTo>
                    <a:pt x="478663" y="305613"/>
                  </a:lnTo>
                  <a:lnTo>
                    <a:pt x="479127" y="307241"/>
                  </a:lnTo>
                  <a:lnTo>
                    <a:pt x="479758" y="307835"/>
                  </a:lnTo>
                  <a:lnTo>
                    <a:pt x="480588" y="308253"/>
                  </a:lnTo>
                  <a:lnTo>
                    <a:pt x="482596" y="311007"/>
                  </a:lnTo>
                  <a:lnTo>
                    <a:pt x="484460" y="310863"/>
                  </a:lnTo>
                  <a:lnTo>
                    <a:pt x="486088" y="311365"/>
                  </a:lnTo>
                  <a:lnTo>
                    <a:pt x="488964" y="309699"/>
                  </a:lnTo>
                  <a:lnTo>
                    <a:pt x="491140" y="309744"/>
                  </a:lnTo>
                  <a:lnTo>
                    <a:pt x="491757" y="308451"/>
                  </a:lnTo>
                  <a:lnTo>
                    <a:pt x="490456" y="307066"/>
                  </a:lnTo>
                  <a:lnTo>
                    <a:pt x="488889" y="305948"/>
                  </a:lnTo>
                  <a:lnTo>
                    <a:pt x="488044" y="305712"/>
                  </a:lnTo>
                  <a:lnTo>
                    <a:pt x="487123" y="305780"/>
                  </a:lnTo>
                  <a:lnTo>
                    <a:pt x="486301" y="305605"/>
                  </a:lnTo>
                  <a:lnTo>
                    <a:pt x="482794" y="303095"/>
                  </a:lnTo>
                  <a:lnTo>
                    <a:pt x="481751" y="301740"/>
                  </a:lnTo>
                  <a:lnTo>
                    <a:pt x="481158" y="300150"/>
                  </a:lnTo>
                  <a:lnTo>
                    <a:pt x="481516" y="298971"/>
                  </a:lnTo>
                  <a:lnTo>
                    <a:pt x="483928" y="297928"/>
                  </a:lnTo>
                  <a:lnTo>
                    <a:pt x="485054" y="297677"/>
                  </a:lnTo>
                  <a:lnTo>
                    <a:pt x="489246" y="298392"/>
                  </a:lnTo>
                  <a:lnTo>
                    <a:pt x="489961" y="298986"/>
                  </a:lnTo>
                  <a:lnTo>
                    <a:pt x="491072" y="301497"/>
                  </a:lnTo>
                  <a:lnTo>
                    <a:pt x="491879" y="302577"/>
                  </a:lnTo>
                  <a:close/>
                  <a:moveTo>
                    <a:pt x="432205" y="299092"/>
                  </a:moveTo>
                  <a:lnTo>
                    <a:pt x="434373" y="300226"/>
                  </a:lnTo>
                  <a:lnTo>
                    <a:pt x="437394" y="303559"/>
                  </a:lnTo>
                  <a:lnTo>
                    <a:pt x="437675" y="304494"/>
                  </a:lnTo>
                  <a:lnTo>
                    <a:pt x="436762" y="305377"/>
                  </a:lnTo>
                  <a:lnTo>
                    <a:pt x="434601" y="306792"/>
                  </a:lnTo>
                  <a:lnTo>
                    <a:pt x="429770" y="308976"/>
                  </a:lnTo>
                  <a:lnTo>
                    <a:pt x="428940" y="310003"/>
                  </a:lnTo>
                  <a:lnTo>
                    <a:pt x="427921" y="312019"/>
                  </a:lnTo>
                  <a:lnTo>
                    <a:pt x="427685" y="312879"/>
                  </a:lnTo>
                  <a:lnTo>
                    <a:pt x="427343" y="313351"/>
                  </a:lnTo>
                  <a:lnTo>
                    <a:pt x="426787" y="313693"/>
                  </a:lnTo>
                  <a:lnTo>
                    <a:pt x="425737" y="313990"/>
                  </a:lnTo>
                  <a:lnTo>
                    <a:pt x="424596" y="313564"/>
                  </a:lnTo>
                  <a:lnTo>
                    <a:pt x="425631" y="312270"/>
                  </a:lnTo>
                  <a:lnTo>
                    <a:pt x="425669" y="310726"/>
                  </a:lnTo>
                  <a:lnTo>
                    <a:pt x="424900" y="309280"/>
                  </a:lnTo>
                  <a:lnTo>
                    <a:pt x="423812" y="308070"/>
                  </a:lnTo>
                  <a:lnTo>
                    <a:pt x="421621" y="306427"/>
                  </a:lnTo>
                  <a:lnTo>
                    <a:pt x="419270" y="304974"/>
                  </a:lnTo>
                  <a:lnTo>
                    <a:pt x="416896" y="304228"/>
                  </a:lnTo>
                  <a:lnTo>
                    <a:pt x="414378" y="303893"/>
                  </a:lnTo>
                  <a:lnTo>
                    <a:pt x="413472" y="303186"/>
                  </a:lnTo>
                  <a:lnTo>
                    <a:pt x="411996" y="301375"/>
                  </a:lnTo>
                  <a:lnTo>
                    <a:pt x="411517" y="300386"/>
                  </a:lnTo>
                  <a:lnTo>
                    <a:pt x="411273" y="299351"/>
                  </a:lnTo>
                  <a:lnTo>
                    <a:pt x="411433" y="298347"/>
                  </a:lnTo>
                  <a:lnTo>
                    <a:pt x="412057" y="298286"/>
                  </a:lnTo>
                  <a:lnTo>
                    <a:pt x="414522" y="298522"/>
                  </a:lnTo>
                  <a:lnTo>
                    <a:pt x="419072" y="299701"/>
                  </a:lnTo>
                  <a:lnTo>
                    <a:pt x="421324" y="299800"/>
                  </a:lnTo>
                  <a:lnTo>
                    <a:pt x="422602" y="299526"/>
                  </a:lnTo>
                  <a:lnTo>
                    <a:pt x="425935" y="297198"/>
                  </a:lnTo>
                  <a:lnTo>
                    <a:pt x="426726" y="297236"/>
                  </a:lnTo>
                  <a:lnTo>
                    <a:pt x="429914" y="298263"/>
                  </a:lnTo>
                  <a:lnTo>
                    <a:pt x="432205" y="299092"/>
                  </a:lnTo>
                  <a:close/>
                  <a:moveTo>
                    <a:pt x="739507" y="294794"/>
                  </a:moveTo>
                  <a:lnTo>
                    <a:pt x="738244" y="296764"/>
                  </a:lnTo>
                  <a:lnTo>
                    <a:pt x="736821" y="296635"/>
                  </a:lnTo>
                  <a:lnTo>
                    <a:pt x="734227" y="293995"/>
                  </a:lnTo>
                  <a:lnTo>
                    <a:pt x="734379" y="292153"/>
                  </a:lnTo>
                  <a:lnTo>
                    <a:pt x="734592" y="291552"/>
                  </a:lnTo>
                  <a:lnTo>
                    <a:pt x="735588" y="291370"/>
                  </a:lnTo>
                  <a:lnTo>
                    <a:pt x="738944" y="291902"/>
                  </a:lnTo>
                  <a:lnTo>
                    <a:pt x="739598" y="293393"/>
                  </a:lnTo>
                  <a:lnTo>
                    <a:pt x="739507" y="294794"/>
                  </a:lnTo>
                  <a:close/>
                  <a:moveTo>
                    <a:pt x="674629" y="288653"/>
                  </a:moveTo>
                  <a:lnTo>
                    <a:pt x="674918" y="289696"/>
                  </a:lnTo>
                  <a:lnTo>
                    <a:pt x="674880" y="290152"/>
                  </a:lnTo>
                  <a:lnTo>
                    <a:pt x="672323" y="290487"/>
                  </a:lnTo>
                  <a:lnTo>
                    <a:pt x="669858" y="291644"/>
                  </a:lnTo>
                  <a:lnTo>
                    <a:pt x="668595" y="292975"/>
                  </a:lnTo>
                  <a:lnTo>
                    <a:pt x="667606" y="294702"/>
                  </a:lnTo>
                  <a:lnTo>
                    <a:pt x="664213" y="294002"/>
                  </a:lnTo>
                  <a:lnTo>
                    <a:pt x="661184" y="293888"/>
                  </a:lnTo>
                  <a:lnTo>
                    <a:pt x="659845" y="293279"/>
                  </a:lnTo>
                  <a:lnTo>
                    <a:pt x="658392" y="293318"/>
                  </a:lnTo>
                  <a:lnTo>
                    <a:pt x="656505" y="293850"/>
                  </a:lnTo>
                  <a:lnTo>
                    <a:pt x="653820" y="295311"/>
                  </a:lnTo>
                  <a:lnTo>
                    <a:pt x="653226" y="295425"/>
                  </a:lnTo>
                  <a:lnTo>
                    <a:pt x="653439" y="293203"/>
                  </a:lnTo>
                  <a:lnTo>
                    <a:pt x="654185" y="291834"/>
                  </a:lnTo>
                  <a:lnTo>
                    <a:pt x="657007" y="288555"/>
                  </a:lnTo>
                  <a:lnTo>
                    <a:pt x="659358" y="289277"/>
                  </a:lnTo>
                  <a:lnTo>
                    <a:pt x="662090" y="289483"/>
                  </a:lnTo>
                  <a:lnTo>
                    <a:pt x="665202" y="288844"/>
                  </a:lnTo>
                  <a:lnTo>
                    <a:pt x="667416" y="287368"/>
                  </a:lnTo>
                  <a:lnTo>
                    <a:pt x="670543" y="286592"/>
                  </a:lnTo>
                  <a:lnTo>
                    <a:pt x="673039" y="288524"/>
                  </a:lnTo>
                  <a:lnTo>
                    <a:pt x="674629" y="288653"/>
                  </a:lnTo>
                  <a:close/>
                  <a:moveTo>
                    <a:pt x="687845" y="287695"/>
                  </a:moveTo>
                  <a:lnTo>
                    <a:pt x="686468" y="288197"/>
                  </a:lnTo>
                  <a:lnTo>
                    <a:pt x="686894" y="286614"/>
                  </a:lnTo>
                  <a:lnTo>
                    <a:pt x="686802" y="285336"/>
                  </a:lnTo>
                  <a:lnTo>
                    <a:pt x="689032" y="285724"/>
                  </a:lnTo>
                  <a:lnTo>
                    <a:pt x="689009" y="286744"/>
                  </a:lnTo>
                  <a:lnTo>
                    <a:pt x="688796" y="287139"/>
                  </a:lnTo>
                  <a:lnTo>
                    <a:pt x="687845" y="287695"/>
                  </a:lnTo>
                  <a:close/>
                  <a:moveTo>
                    <a:pt x="925202" y="301626"/>
                  </a:moveTo>
                  <a:lnTo>
                    <a:pt x="920096" y="304449"/>
                  </a:lnTo>
                  <a:lnTo>
                    <a:pt x="913401" y="303954"/>
                  </a:lnTo>
                  <a:lnTo>
                    <a:pt x="911027" y="303909"/>
                  </a:lnTo>
                  <a:lnTo>
                    <a:pt x="907093" y="304593"/>
                  </a:lnTo>
                  <a:lnTo>
                    <a:pt x="906302" y="304046"/>
                  </a:lnTo>
                  <a:lnTo>
                    <a:pt x="907048" y="301390"/>
                  </a:lnTo>
                  <a:lnTo>
                    <a:pt x="910190" y="294322"/>
                  </a:lnTo>
                  <a:lnTo>
                    <a:pt x="913926" y="288098"/>
                  </a:lnTo>
                  <a:lnTo>
                    <a:pt x="915516" y="286485"/>
                  </a:lnTo>
                  <a:lnTo>
                    <a:pt x="917730" y="284971"/>
                  </a:lnTo>
                  <a:lnTo>
                    <a:pt x="920081" y="283753"/>
                  </a:lnTo>
                  <a:lnTo>
                    <a:pt x="925384" y="282491"/>
                  </a:lnTo>
                  <a:lnTo>
                    <a:pt x="930208" y="282719"/>
                  </a:lnTo>
                  <a:lnTo>
                    <a:pt x="930901" y="283236"/>
                  </a:lnTo>
                  <a:lnTo>
                    <a:pt x="932978" y="285306"/>
                  </a:lnTo>
                  <a:lnTo>
                    <a:pt x="934325" y="286941"/>
                  </a:lnTo>
                  <a:lnTo>
                    <a:pt x="934888" y="289255"/>
                  </a:lnTo>
                  <a:lnTo>
                    <a:pt x="932833" y="293234"/>
                  </a:lnTo>
                  <a:lnTo>
                    <a:pt x="930543" y="297031"/>
                  </a:lnTo>
                  <a:lnTo>
                    <a:pt x="926830" y="300013"/>
                  </a:lnTo>
                  <a:lnTo>
                    <a:pt x="925202" y="301626"/>
                  </a:lnTo>
                  <a:close/>
                  <a:moveTo>
                    <a:pt x="771250" y="295752"/>
                  </a:moveTo>
                  <a:lnTo>
                    <a:pt x="770900" y="295996"/>
                  </a:lnTo>
                  <a:lnTo>
                    <a:pt x="768245" y="295722"/>
                  </a:lnTo>
                  <a:lnTo>
                    <a:pt x="766730" y="295714"/>
                  </a:lnTo>
                  <a:lnTo>
                    <a:pt x="766928" y="294094"/>
                  </a:lnTo>
                  <a:lnTo>
                    <a:pt x="766145" y="292876"/>
                  </a:lnTo>
                  <a:lnTo>
                    <a:pt x="767218" y="291088"/>
                  </a:lnTo>
                  <a:lnTo>
                    <a:pt x="767240" y="289019"/>
                  </a:lnTo>
                  <a:lnTo>
                    <a:pt x="768351" y="288737"/>
                  </a:lnTo>
                  <a:lnTo>
                    <a:pt x="768511" y="287558"/>
                  </a:lnTo>
                  <a:lnTo>
                    <a:pt x="769850" y="284431"/>
                  </a:lnTo>
                  <a:lnTo>
                    <a:pt x="770642" y="283738"/>
                  </a:lnTo>
                  <a:lnTo>
                    <a:pt x="771752" y="283464"/>
                  </a:lnTo>
                  <a:lnTo>
                    <a:pt x="773076" y="281638"/>
                  </a:lnTo>
                  <a:lnTo>
                    <a:pt x="773829" y="281106"/>
                  </a:lnTo>
                  <a:lnTo>
                    <a:pt x="774613" y="279721"/>
                  </a:lnTo>
                  <a:lnTo>
                    <a:pt x="775731" y="279082"/>
                  </a:lnTo>
                  <a:lnTo>
                    <a:pt x="775640" y="277895"/>
                  </a:lnTo>
                  <a:lnTo>
                    <a:pt x="776272" y="277271"/>
                  </a:lnTo>
                  <a:lnTo>
                    <a:pt x="778037" y="276784"/>
                  </a:lnTo>
                  <a:lnTo>
                    <a:pt x="779262" y="277370"/>
                  </a:lnTo>
                  <a:lnTo>
                    <a:pt x="780015" y="278580"/>
                  </a:lnTo>
                  <a:lnTo>
                    <a:pt x="778044" y="280071"/>
                  </a:lnTo>
                  <a:lnTo>
                    <a:pt x="779056" y="283746"/>
                  </a:lnTo>
                  <a:lnTo>
                    <a:pt x="777626" y="287756"/>
                  </a:lnTo>
                  <a:lnTo>
                    <a:pt x="776690" y="288958"/>
                  </a:lnTo>
                  <a:lnTo>
                    <a:pt x="774940" y="289992"/>
                  </a:lnTo>
                  <a:lnTo>
                    <a:pt x="774415" y="290974"/>
                  </a:lnTo>
                  <a:lnTo>
                    <a:pt x="772353" y="292952"/>
                  </a:lnTo>
                  <a:lnTo>
                    <a:pt x="771729" y="294641"/>
                  </a:lnTo>
                  <a:lnTo>
                    <a:pt x="771638" y="295357"/>
                  </a:lnTo>
                  <a:lnTo>
                    <a:pt x="771250" y="295752"/>
                  </a:lnTo>
                  <a:close/>
                  <a:moveTo>
                    <a:pt x="785265" y="278686"/>
                  </a:moveTo>
                  <a:lnTo>
                    <a:pt x="784999" y="279744"/>
                  </a:lnTo>
                  <a:lnTo>
                    <a:pt x="784086" y="279181"/>
                  </a:lnTo>
                  <a:lnTo>
                    <a:pt x="783188" y="277948"/>
                  </a:lnTo>
                  <a:lnTo>
                    <a:pt x="781871" y="277773"/>
                  </a:lnTo>
                  <a:lnTo>
                    <a:pt x="780898" y="277446"/>
                  </a:lnTo>
                  <a:lnTo>
                    <a:pt x="780327" y="276868"/>
                  </a:lnTo>
                  <a:lnTo>
                    <a:pt x="783987" y="276602"/>
                  </a:lnTo>
                  <a:lnTo>
                    <a:pt x="785265" y="278686"/>
                  </a:lnTo>
                  <a:close/>
                  <a:moveTo>
                    <a:pt x="410102" y="277218"/>
                  </a:moveTo>
                  <a:lnTo>
                    <a:pt x="409782" y="278070"/>
                  </a:lnTo>
                  <a:lnTo>
                    <a:pt x="408694" y="277857"/>
                  </a:lnTo>
                  <a:lnTo>
                    <a:pt x="407667" y="276449"/>
                  </a:lnTo>
                  <a:lnTo>
                    <a:pt x="408161" y="276084"/>
                  </a:lnTo>
                  <a:lnTo>
                    <a:pt x="408732" y="275932"/>
                  </a:lnTo>
                  <a:lnTo>
                    <a:pt x="409478" y="276092"/>
                  </a:lnTo>
                  <a:lnTo>
                    <a:pt x="410102" y="277218"/>
                  </a:lnTo>
                  <a:close/>
                  <a:moveTo>
                    <a:pt x="714551" y="278291"/>
                  </a:moveTo>
                  <a:lnTo>
                    <a:pt x="713592" y="278831"/>
                  </a:lnTo>
                  <a:lnTo>
                    <a:pt x="711995" y="277712"/>
                  </a:lnTo>
                  <a:lnTo>
                    <a:pt x="711553" y="277248"/>
                  </a:lnTo>
                  <a:lnTo>
                    <a:pt x="712565" y="276153"/>
                  </a:lnTo>
                  <a:lnTo>
                    <a:pt x="713646" y="275841"/>
                  </a:lnTo>
                  <a:lnTo>
                    <a:pt x="714300" y="276320"/>
                  </a:lnTo>
                  <a:lnTo>
                    <a:pt x="714619" y="276799"/>
                  </a:lnTo>
                  <a:lnTo>
                    <a:pt x="714482" y="277324"/>
                  </a:lnTo>
                  <a:lnTo>
                    <a:pt x="714551" y="278291"/>
                  </a:lnTo>
                  <a:close/>
                  <a:moveTo>
                    <a:pt x="545945" y="276913"/>
                  </a:moveTo>
                  <a:lnTo>
                    <a:pt x="543769" y="277035"/>
                  </a:lnTo>
                  <a:lnTo>
                    <a:pt x="543092" y="276845"/>
                  </a:lnTo>
                  <a:lnTo>
                    <a:pt x="542932" y="274760"/>
                  </a:lnTo>
                  <a:lnTo>
                    <a:pt x="545321" y="275658"/>
                  </a:lnTo>
                  <a:lnTo>
                    <a:pt x="546097" y="275719"/>
                  </a:lnTo>
                  <a:lnTo>
                    <a:pt x="545945" y="276913"/>
                  </a:lnTo>
                  <a:close/>
                  <a:moveTo>
                    <a:pt x="397974" y="276624"/>
                  </a:moveTo>
                  <a:lnTo>
                    <a:pt x="397563" y="276936"/>
                  </a:lnTo>
                  <a:lnTo>
                    <a:pt x="393933" y="276761"/>
                  </a:lnTo>
                  <a:lnTo>
                    <a:pt x="391597" y="278504"/>
                  </a:lnTo>
                  <a:lnTo>
                    <a:pt x="389977" y="279036"/>
                  </a:lnTo>
                  <a:lnTo>
                    <a:pt x="384164" y="279036"/>
                  </a:lnTo>
                  <a:lnTo>
                    <a:pt x="383472" y="278800"/>
                  </a:lnTo>
                  <a:lnTo>
                    <a:pt x="382954" y="278800"/>
                  </a:lnTo>
                  <a:lnTo>
                    <a:pt x="382642" y="279150"/>
                  </a:lnTo>
                  <a:lnTo>
                    <a:pt x="380793" y="278884"/>
                  </a:lnTo>
                  <a:lnTo>
                    <a:pt x="374889" y="277339"/>
                  </a:lnTo>
                  <a:lnTo>
                    <a:pt x="374083" y="275909"/>
                  </a:lnTo>
                  <a:lnTo>
                    <a:pt x="374996" y="274380"/>
                  </a:lnTo>
                  <a:lnTo>
                    <a:pt x="377119" y="272211"/>
                  </a:lnTo>
                  <a:lnTo>
                    <a:pt x="381372" y="271785"/>
                  </a:lnTo>
                  <a:lnTo>
                    <a:pt x="400751" y="271633"/>
                  </a:lnTo>
                  <a:lnTo>
                    <a:pt x="402858" y="273497"/>
                  </a:lnTo>
                  <a:lnTo>
                    <a:pt x="403056" y="274129"/>
                  </a:lnTo>
                  <a:lnTo>
                    <a:pt x="398834" y="275399"/>
                  </a:lnTo>
                  <a:lnTo>
                    <a:pt x="397974" y="276624"/>
                  </a:lnTo>
                  <a:close/>
                  <a:moveTo>
                    <a:pt x="430698" y="273741"/>
                  </a:moveTo>
                  <a:lnTo>
                    <a:pt x="428956" y="274106"/>
                  </a:lnTo>
                  <a:lnTo>
                    <a:pt x="427343" y="273353"/>
                  </a:lnTo>
                  <a:lnTo>
                    <a:pt x="427388" y="272341"/>
                  </a:lnTo>
                  <a:lnTo>
                    <a:pt x="427784" y="271397"/>
                  </a:lnTo>
                  <a:lnTo>
                    <a:pt x="430196" y="270910"/>
                  </a:lnTo>
                  <a:lnTo>
                    <a:pt x="431490" y="270941"/>
                  </a:lnTo>
                  <a:lnTo>
                    <a:pt x="432874" y="271587"/>
                  </a:lnTo>
                  <a:lnTo>
                    <a:pt x="433840" y="272265"/>
                  </a:lnTo>
                  <a:lnTo>
                    <a:pt x="434312" y="273056"/>
                  </a:lnTo>
                  <a:lnTo>
                    <a:pt x="431702" y="273094"/>
                  </a:lnTo>
                  <a:lnTo>
                    <a:pt x="430698" y="273741"/>
                  </a:lnTo>
                  <a:close/>
                  <a:moveTo>
                    <a:pt x="842755" y="269023"/>
                  </a:moveTo>
                  <a:lnTo>
                    <a:pt x="842398" y="269351"/>
                  </a:lnTo>
                  <a:lnTo>
                    <a:pt x="841842" y="268658"/>
                  </a:lnTo>
                  <a:lnTo>
                    <a:pt x="841789" y="268224"/>
                  </a:lnTo>
                  <a:lnTo>
                    <a:pt x="842527" y="267045"/>
                  </a:lnTo>
                  <a:lnTo>
                    <a:pt x="843257" y="266360"/>
                  </a:lnTo>
                  <a:lnTo>
                    <a:pt x="844072" y="266307"/>
                  </a:lnTo>
                  <a:lnTo>
                    <a:pt x="843866" y="267273"/>
                  </a:lnTo>
                  <a:lnTo>
                    <a:pt x="842755" y="269023"/>
                  </a:lnTo>
                  <a:close/>
                  <a:moveTo>
                    <a:pt x="214508" y="266688"/>
                  </a:moveTo>
                  <a:lnTo>
                    <a:pt x="213177" y="267159"/>
                  </a:lnTo>
                  <a:lnTo>
                    <a:pt x="212157" y="266741"/>
                  </a:lnTo>
                  <a:lnTo>
                    <a:pt x="211701" y="266140"/>
                  </a:lnTo>
                  <a:lnTo>
                    <a:pt x="213207" y="264664"/>
                  </a:lnTo>
                  <a:lnTo>
                    <a:pt x="213922" y="264314"/>
                  </a:lnTo>
                  <a:lnTo>
                    <a:pt x="214675" y="264200"/>
                  </a:lnTo>
                  <a:lnTo>
                    <a:pt x="215033" y="264998"/>
                  </a:lnTo>
                  <a:lnTo>
                    <a:pt x="214508" y="266688"/>
                  </a:lnTo>
                  <a:close/>
                  <a:moveTo>
                    <a:pt x="843646" y="264747"/>
                  </a:moveTo>
                  <a:lnTo>
                    <a:pt x="842466" y="264945"/>
                  </a:lnTo>
                  <a:lnTo>
                    <a:pt x="841888" y="263203"/>
                  </a:lnTo>
                  <a:lnTo>
                    <a:pt x="842862" y="262754"/>
                  </a:lnTo>
                  <a:lnTo>
                    <a:pt x="843920" y="263819"/>
                  </a:lnTo>
                  <a:lnTo>
                    <a:pt x="843646" y="264747"/>
                  </a:lnTo>
                  <a:close/>
                  <a:moveTo>
                    <a:pt x="845852" y="262282"/>
                  </a:moveTo>
                  <a:lnTo>
                    <a:pt x="845335" y="262457"/>
                  </a:lnTo>
                  <a:lnTo>
                    <a:pt x="845342" y="261407"/>
                  </a:lnTo>
                  <a:lnTo>
                    <a:pt x="845928" y="260479"/>
                  </a:lnTo>
                  <a:lnTo>
                    <a:pt x="846544" y="259946"/>
                  </a:lnTo>
                  <a:lnTo>
                    <a:pt x="847275" y="259923"/>
                  </a:lnTo>
                  <a:lnTo>
                    <a:pt x="845852" y="262282"/>
                  </a:lnTo>
                  <a:close/>
                  <a:moveTo>
                    <a:pt x="839819" y="262457"/>
                  </a:moveTo>
                  <a:lnTo>
                    <a:pt x="839468" y="263964"/>
                  </a:lnTo>
                  <a:lnTo>
                    <a:pt x="839119" y="265645"/>
                  </a:lnTo>
                  <a:lnTo>
                    <a:pt x="837163" y="267532"/>
                  </a:lnTo>
                  <a:lnTo>
                    <a:pt x="835953" y="270416"/>
                  </a:lnTo>
                  <a:lnTo>
                    <a:pt x="835246" y="271139"/>
                  </a:lnTo>
                  <a:lnTo>
                    <a:pt x="832621" y="272424"/>
                  </a:lnTo>
                  <a:lnTo>
                    <a:pt x="830285" y="270819"/>
                  </a:lnTo>
                  <a:lnTo>
                    <a:pt x="829608" y="269442"/>
                  </a:lnTo>
                  <a:lnTo>
                    <a:pt x="830635" y="263081"/>
                  </a:lnTo>
                  <a:lnTo>
                    <a:pt x="831639" y="263294"/>
                  </a:lnTo>
                  <a:lnTo>
                    <a:pt x="832294" y="263249"/>
                  </a:lnTo>
                  <a:lnTo>
                    <a:pt x="832507" y="262830"/>
                  </a:lnTo>
                  <a:lnTo>
                    <a:pt x="831008" y="262115"/>
                  </a:lnTo>
                  <a:lnTo>
                    <a:pt x="830726" y="258463"/>
                  </a:lnTo>
                  <a:lnTo>
                    <a:pt x="830802" y="257086"/>
                  </a:lnTo>
                  <a:lnTo>
                    <a:pt x="831936" y="256774"/>
                  </a:lnTo>
                  <a:lnTo>
                    <a:pt x="833351" y="257846"/>
                  </a:lnTo>
                  <a:lnTo>
                    <a:pt x="835131" y="259756"/>
                  </a:lnTo>
                  <a:lnTo>
                    <a:pt x="837209" y="261263"/>
                  </a:lnTo>
                  <a:lnTo>
                    <a:pt x="839819" y="262457"/>
                  </a:lnTo>
                  <a:close/>
                  <a:moveTo>
                    <a:pt x="259802" y="253182"/>
                  </a:moveTo>
                  <a:lnTo>
                    <a:pt x="261955" y="255617"/>
                  </a:lnTo>
                  <a:lnTo>
                    <a:pt x="263834" y="256918"/>
                  </a:lnTo>
                  <a:lnTo>
                    <a:pt x="266056" y="257626"/>
                  </a:lnTo>
                  <a:lnTo>
                    <a:pt x="268392" y="257694"/>
                  </a:lnTo>
                  <a:lnTo>
                    <a:pt x="270690" y="258006"/>
                  </a:lnTo>
                  <a:lnTo>
                    <a:pt x="273368" y="258934"/>
                  </a:lnTo>
                  <a:lnTo>
                    <a:pt x="276115" y="259360"/>
                  </a:lnTo>
                  <a:lnTo>
                    <a:pt x="277393" y="259201"/>
                  </a:lnTo>
                  <a:lnTo>
                    <a:pt x="278610" y="258721"/>
                  </a:lnTo>
                  <a:lnTo>
                    <a:pt x="279470" y="258691"/>
                  </a:lnTo>
                  <a:lnTo>
                    <a:pt x="280223" y="259140"/>
                  </a:lnTo>
                  <a:lnTo>
                    <a:pt x="282125" y="261202"/>
                  </a:lnTo>
                  <a:lnTo>
                    <a:pt x="284187" y="263089"/>
                  </a:lnTo>
                  <a:lnTo>
                    <a:pt x="284667" y="264047"/>
                  </a:lnTo>
                  <a:lnTo>
                    <a:pt x="286067" y="268597"/>
                  </a:lnTo>
                  <a:lnTo>
                    <a:pt x="287649" y="269906"/>
                  </a:lnTo>
                  <a:lnTo>
                    <a:pt x="289825" y="270286"/>
                  </a:lnTo>
                  <a:lnTo>
                    <a:pt x="292382" y="270286"/>
                  </a:lnTo>
                  <a:lnTo>
                    <a:pt x="294923" y="270477"/>
                  </a:lnTo>
                  <a:lnTo>
                    <a:pt x="300812" y="271542"/>
                  </a:lnTo>
                  <a:lnTo>
                    <a:pt x="303148" y="271390"/>
                  </a:lnTo>
                  <a:lnTo>
                    <a:pt x="305218" y="270324"/>
                  </a:lnTo>
                  <a:lnTo>
                    <a:pt x="307059" y="271017"/>
                  </a:lnTo>
                  <a:lnTo>
                    <a:pt x="312058" y="272295"/>
                  </a:lnTo>
                  <a:lnTo>
                    <a:pt x="314515" y="272584"/>
                  </a:lnTo>
                  <a:lnTo>
                    <a:pt x="317308" y="272219"/>
                  </a:lnTo>
                  <a:lnTo>
                    <a:pt x="320107" y="272143"/>
                  </a:lnTo>
                  <a:lnTo>
                    <a:pt x="321447" y="272516"/>
                  </a:lnTo>
                  <a:lnTo>
                    <a:pt x="322733" y="273071"/>
                  </a:lnTo>
                  <a:lnTo>
                    <a:pt x="323836" y="273269"/>
                  </a:lnTo>
                  <a:lnTo>
                    <a:pt x="324977" y="273261"/>
                  </a:lnTo>
                  <a:lnTo>
                    <a:pt x="327001" y="272196"/>
                  </a:lnTo>
                  <a:lnTo>
                    <a:pt x="328340" y="270241"/>
                  </a:lnTo>
                  <a:lnTo>
                    <a:pt x="329428" y="267776"/>
                  </a:lnTo>
                  <a:lnTo>
                    <a:pt x="330272" y="265204"/>
                  </a:lnTo>
                  <a:lnTo>
                    <a:pt x="330843" y="264101"/>
                  </a:lnTo>
                  <a:lnTo>
                    <a:pt x="331619" y="263127"/>
                  </a:lnTo>
                  <a:lnTo>
                    <a:pt x="332631" y="262495"/>
                  </a:lnTo>
                  <a:lnTo>
                    <a:pt x="333712" y="262100"/>
                  </a:lnTo>
                  <a:lnTo>
                    <a:pt x="336649" y="262343"/>
                  </a:lnTo>
                  <a:lnTo>
                    <a:pt x="337257" y="262967"/>
                  </a:lnTo>
                  <a:lnTo>
                    <a:pt x="340544" y="267327"/>
                  </a:lnTo>
                  <a:lnTo>
                    <a:pt x="341122" y="267707"/>
                  </a:lnTo>
                  <a:lnTo>
                    <a:pt x="344546" y="267981"/>
                  </a:lnTo>
                  <a:lnTo>
                    <a:pt x="345497" y="267836"/>
                  </a:lnTo>
                  <a:lnTo>
                    <a:pt x="347582" y="266961"/>
                  </a:lnTo>
                  <a:lnTo>
                    <a:pt x="348777" y="266885"/>
                  </a:lnTo>
                  <a:lnTo>
                    <a:pt x="350975" y="267966"/>
                  </a:lnTo>
                  <a:lnTo>
                    <a:pt x="351926" y="268886"/>
                  </a:lnTo>
                  <a:lnTo>
                    <a:pt x="352992" y="269564"/>
                  </a:lnTo>
                  <a:lnTo>
                    <a:pt x="358379" y="270256"/>
                  </a:lnTo>
                  <a:lnTo>
                    <a:pt x="360456" y="272128"/>
                  </a:lnTo>
                  <a:lnTo>
                    <a:pt x="361513" y="272379"/>
                  </a:lnTo>
                  <a:lnTo>
                    <a:pt x="365257" y="272150"/>
                  </a:lnTo>
                  <a:lnTo>
                    <a:pt x="367851" y="272333"/>
                  </a:lnTo>
                  <a:lnTo>
                    <a:pt x="370104" y="272835"/>
                  </a:lnTo>
                  <a:lnTo>
                    <a:pt x="371130" y="275491"/>
                  </a:lnTo>
                  <a:lnTo>
                    <a:pt x="371960" y="278214"/>
                  </a:lnTo>
                  <a:lnTo>
                    <a:pt x="372440" y="279143"/>
                  </a:lnTo>
                  <a:lnTo>
                    <a:pt x="374646" y="280078"/>
                  </a:lnTo>
                  <a:lnTo>
                    <a:pt x="375544" y="280923"/>
                  </a:lnTo>
                  <a:lnTo>
                    <a:pt x="375308" y="283639"/>
                  </a:lnTo>
                  <a:lnTo>
                    <a:pt x="375551" y="286226"/>
                  </a:lnTo>
                  <a:lnTo>
                    <a:pt x="380231" y="288478"/>
                  </a:lnTo>
                  <a:lnTo>
                    <a:pt x="385237" y="289772"/>
                  </a:lnTo>
                  <a:lnTo>
                    <a:pt x="390563" y="289894"/>
                  </a:lnTo>
                  <a:lnTo>
                    <a:pt x="395896" y="289445"/>
                  </a:lnTo>
                  <a:lnTo>
                    <a:pt x="398643" y="288889"/>
                  </a:lnTo>
                  <a:lnTo>
                    <a:pt x="402082" y="287931"/>
                  </a:lnTo>
                  <a:lnTo>
                    <a:pt x="402798" y="287946"/>
                  </a:lnTo>
                  <a:lnTo>
                    <a:pt x="409455" y="290905"/>
                  </a:lnTo>
                  <a:lnTo>
                    <a:pt x="410025" y="291362"/>
                  </a:lnTo>
                  <a:lnTo>
                    <a:pt x="410771" y="293576"/>
                  </a:lnTo>
                  <a:lnTo>
                    <a:pt x="410748" y="295912"/>
                  </a:lnTo>
                  <a:lnTo>
                    <a:pt x="409508" y="301459"/>
                  </a:lnTo>
                  <a:lnTo>
                    <a:pt x="409424" y="302980"/>
                  </a:lnTo>
                  <a:lnTo>
                    <a:pt x="409546" y="304502"/>
                  </a:lnTo>
                  <a:lnTo>
                    <a:pt x="410870" y="307812"/>
                  </a:lnTo>
                  <a:lnTo>
                    <a:pt x="411578" y="308763"/>
                  </a:lnTo>
                  <a:lnTo>
                    <a:pt x="413990" y="310505"/>
                  </a:lnTo>
                  <a:lnTo>
                    <a:pt x="414089" y="311418"/>
                  </a:lnTo>
                  <a:lnTo>
                    <a:pt x="413754" y="312331"/>
                  </a:lnTo>
                  <a:lnTo>
                    <a:pt x="411091" y="311707"/>
                  </a:lnTo>
                  <a:lnTo>
                    <a:pt x="409470" y="310954"/>
                  </a:lnTo>
                  <a:lnTo>
                    <a:pt x="408534" y="309706"/>
                  </a:lnTo>
                  <a:lnTo>
                    <a:pt x="407195" y="308999"/>
                  </a:lnTo>
                  <a:lnTo>
                    <a:pt x="404692" y="309257"/>
                  </a:lnTo>
                  <a:lnTo>
                    <a:pt x="400013" y="308010"/>
                  </a:lnTo>
                  <a:lnTo>
                    <a:pt x="394725" y="306077"/>
                  </a:lnTo>
                  <a:lnTo>
                    <a:pt x="385351" y="301976"/>
                  </a:lnTo>
                  <a:lnTo>
                    <a:pt x="382794" y="302006"/>
                  </a:lnTo>
                  <a:lnTo>
                    <a:pt x="380344" y="302531"/>
                  </a:lnTo>
                  <a:lnTo>
                    <a:pt x="377758" y="303574"/>
                  </a:lnTo>
                  <a:lnTo>
                    <a:pt x="375064" y="304319"/>
                  </a:lnTo>
                  <a:lnTo>
                    <a:pt x="373086" y="304601"/>
                  </a:lnTo>
                  <a:lnTo>
                    <a:pt x="371100" y="304396"/>
                  </a:lnTo>
                  <a:lnTo>
                    <a:pt x="366094" y="303414"/>
                  </a:lnTo>
                  <a:lnTo>
                    <a:pt x="361049" y="302775"/>
                  </a:lnTo>
                  <a:lnTo>
                    <a:pt x="348122" y="302372"/>
                  </a:lnTo>
                  <a:lnTo>
                    <a:pt x="344470" y="301436"/>
                  </a:lnTo>
                  <a:lnTo>
                    <a:pt x="338422" y="300964"/>
                  </a:lnTo>
                  <a:lnTo>
                    <a:pt x="333613" y="300158"/>
                  </a:lnTo>
                  <a:lnTo>
                    <a:pt x="328850" y="299032"/>
                  </a:lnTo>
                  <a:lnTo>
                    <a:pt x="316707" y="293485"/>
                  </a:lnTo>
                  <a:lnTo>
                    <a:pt x="312735" y="292092"/>
                  </a:lnTo>
                  <a:lnTo>
                    <a:pt x="300538" y="289445"/>
                  </a:lnTo>
                  <a:lnTo>
                    <a:pt x="298659" y="289232"/>
                  </a:lnTo>
                  <a:lnTo>
                    <a:pt x="294239" y="289429"/>
                  </a:lnTo>
                  <a:lnTo>
                    <a:pt x="291454" y="288653"/>
                  </a:lnTo>
                  <a:lnTo>
                    <a:pt x="289004" y="288638"/>
                  </a:lnTo>
                  <a:lnTo>
                    <a:pt x="285359" y="289498"/>
                  </a:lnTo>
                  <a:lnTo>
                    <a:pt x="284241" y="290114"/>
                  </a:lnTo>
                  <a:lnTo>
                    <a:pt x="282826" y="291415"/>
                  </a:lnTo>
                  <a:lnTo>
                    <a:pt x="280345" y="291355"/>
                  </a:lnTo>
                  <a:lnTo>
                    <a:pt x="277888" y="291103"/>
                  </a:lnTo>
                  <a:lnTo>
                    <a:pt x="271413" y="289855"/>
                  </a:lnTo>
                  <a:lnTo>
                    <a:pt x="269001" y="289087"/>
                  </a:lnTo>
                  <a:lnTo>
                    <a:pt x="266680" y="287953"/>
                  </a:lnTo>
                  <a:lnTo>
                    <a:pt x="264596" y="286477"/>
                  </a:lnTo>
                  <a:lnTo>
                    <a:pt x="263500" y="285952"/>
                  </a:lnTo>
                  <a:lnTo>
                    <a:pt x="257907" y="284446"/>
                  </a:lnTo>
                  <a:lnTo>
                    <a:pt x="253342" y="283928"/>
                  </a:lnTo>
                  <a:lnTo>
                    <a:pt x="243953" y="283244"/>
                  </a:lnTo>
                  <a:lnTo>
                    <a:pt x="241899" y="282787"/>
                  </a:lnTo>
                  <a:lnTo>
                    <a:pt x="240187" y="282240"/>
                  </a:lnTo>
                  <a:lnTo>
                    <a:pt x="239251" y="281022"/>
                  </a:lnTo>
                  <a:lnTo>
                    <a:pt x="239373" y="279470"/>
                  </a:lnTo>
                  <a:lnTo>
                    <a:pt x="240043" y="278131"/>
                  </a:lnTo>
                  <a:lnTo>
                    <a:pt x="240963" y="276784"/>
                  </a:lnTo>
                  <a:lnTo>
                    <a:pt x="241564" y="275498"/>
                  </a:lnTo>
                  <a:lnTo>
                    <a:pt x="234701" y="272805"/>
                  </a:lnTo>
                  <a:lnTo>
                    <a:pt x="229284" y="271336"/>
                  </a:lnTo>
                  <a:lnTo>
                    <a:pt x="226941" y="271055"/>
                  </a:lnTo>
                  <a:lnTo>
                    <a:pt x="224590" y="271055"/>
                  </a:lnTo>
                  <a:lnTo>
                    <a:pt x="221942" y="271359"/>
                  </a:lnTo>
                  <a:lnTo>
                    <a:pt x="219325" y="271215"/>
                  </a:lnTo>
                  <a:lnTo>
                    <a:pt x="218092" y="270773"/>
                  </a:lnTo>
                  <a:lnTo>
                    <a:pt x="216836" y="270621"/>
                  </a:lnTo>
                  <a:lnTo>
                    <a:pt x="215574" y="270941"/>
                  </a:lnTo>
                  <a:lnTo>
                    <a:pt x="214562" y="270819"/>
                  </a:lnTo>
                  <a:lnTo>
                    <a:pt x="214303" y="269594"/>
                  </a:lnTo>
                  <a:lnTo>
                    <a:pt x="214949" y="268552"/>
                  </a:lnTo>
                  <a:lnTo>
                    <a:pt x="216273" y="267372"/>
                  </a:lnTo>
                  <a:lnTo>
                    <a:pt x="217034" y="267167"/>
                  </a:lnTo>
                  <a:lnTo>
                    <a:pt x="217377" y="269016"/>
                  </a:lnTo>
                  <a:lnTo>
                    <a:pt x="217757" y="269381"/>
                  </a:lnTo>
                  <a:lnTo>
                    <a:pt x="218929" y="269784"/>
                  </a:lnTo>
                  <a:lnTo>
                    <a:pt x="219439" y="269670"/>
                  </a:lnTo>
                  <a:lnTo>
                    <a:pt x="221508" y="267311"/>
                  </a:lnTo>
                  <a:lnTo>
                    <a:pt x="222086" y="266147"/>
                  </a:lnTo>
                  <a:lnTo>
                    <a:pt x="223091" y="263005"/>
                  </a:lnTo>
                  <a:lnTo>
                    <a:pt x="224186" y="263614"/>
                  </a:lnTo>
                  <a:lnTo>
                    <a:pt x="225282" y="263241"/>
                  </a:lnTo>
                  <a:lnTo>
                    <a:pt x="225913" y="262739"/>
                  </a:lnTo>
                  <a:lnTo>
                    <a:pt x="227656" y="255473"/>
                  </a:lnTo>
                  <a:lnTo>
                    <a:pt x="229101" y="253350"/>
                  </a:lnTo>
                  <a:lnTo>
                    <a:pt x="231080" y="251592"/>
                  </a:lnTo>
                  <a:lnTo>
                    <a:pt x="232069" y="251158"/>
                  </a:lnTo>
                  <a:lnTo>
                    <a:pt x="234009" y="252239"/>
                  </a:lnTo>
                  <a:lnTo>
                    <a:pt x="237943" y="252650"/>
                  </a:lnTo>
                  <a:lnTo>
                    <a:pt x="240278" y="253365"/>
                  </a:lnTo>
                  <a:lnTo>
                    <a:pt x="242622" y="253456"/>
                  </a:lnTo>
                  <a:lnTo>
                    <a:pt x="244912" y="253806"/>
                  </a:lnTo>
                  <a:lnTo>
                    <a:pt x="248100" y="255085"/>
                  </a:lnTo>
                  <a:lnTo>
                    <a:pt x="249226" y="254948"/>
                  </a:lnTo>
                  <a:lnTo>
                    <a:pt x="250368" y="254552"/>
                  </a:lnTo>
                  <a:lnTo>
                    <a:pt x="252079" y="253159"/>
                  </a:lnTo>
                  <a:lnTo>
                    <a:pt x="252825" y="250938"/>
                  </a:lnTo>
                  <a:lnTo>
                    <a:pt x="255290" y="252064"/>
                  </a:lnTo>
                  <a:lnTo>
                    <a:pt x="258919" y="252513"/>
                  </a:lnTo>
                  <a:lnTo>
                    <a:pt x="259802" y="253182"/>
                  </a:lnTo>
                  <a:close/>
                  <a:moveTo>
                    <a:pt x="615921" y="252460"/>
                  </a:moveTo>
                  <a:lnTo>
                    <a:pt x="615731" y="253479"/>
                  </a:lnTo>
                  <a:lnTo>
                    <a:pt x="614947" y="252307"/>
                  </a:lnTo>
                  <a:lnTo>
                    <a:pt x="614232" y="251729"/>
                  </a:lnTo>
                  <a:lnTo>
                    <a:pt x="614308" y="250466"/>
                  </a:lnTo>
                  <a:lnTo>
                    <a:pt x="615320" y="250938"/>
                  </a:lnTo>
                  <a:lnTo>
                    <a:pt x="615921" y="252460"/>
                  </a:lnTo>
                  <a:close/>
                  <a:moveTo>
                    <a:pt x="540695" y="259391"/>
                  </a:moveTo>
                  <a:lnTo>
                    <a:pt x="539820" y="262944"/>
                  </a:lnTo>
                  <a:lnTo>
                    <a:pt x="539409" y="261689"/>
                  </a:lnTo>
                  <a:lnTo>
                    <a:pt x="539249" y="258440"/>
                  </a:lnTo>
                  <a:lnTo>
                    <a:pt x="538709" y="256857"/>
                  </a:lnTo>
                  <a:lnTo>
                    <a:pt x="539052" y="255039"/>
                  </a:lnTo>
                  <a:lnTo>
                    <a:pt x="538938" y="250375"/>
                  </a:lnTo>
                  <a:lnTo>
                    <a:pt x="539600" y="248222"/>
                  </a:lnTo>
                  <a:lnTo>
                    <a:pt x="540817" y="250961"/>
                  </a:lnTo>
                  <a:lnTo>
                    <a:pt x="541137" y="252353"/>
                  </a:lnTo>
                  <a:lnTo>
                    <a:pt x="540695" y="259391"/>
                  </a:lnTo>
                  <a:close/>
                  <a:moveTo>
                    <a:pt x="373946" y="248990"/>
                  </a:moveTo>
                  <a:lnTo>
                    <a:pt x="373490" y="249751"/>
                  </a:lnTo>
                  <a:lnTo>
                    <a:pt x="371435" y="249690"/>
                  </a:lnTo>
                  <a:lnTo>
                    <a:pt x="371093" y="248838"/>
                  </a:lnTo>
                  <a:lnTo>
                    <a:pt x="372432" y="247286"/>
                  </a:lnTo>
                  <a:lnTo>
                    <a:pt x="373314" y="247187"/>
                  </a:lnTo>
                  <a:lnTo>
                    <a:pt x="374106" y="247757"/>
                  </a:lnTo>
                  <a:lnTo>
                    <a:pt x="373946" y="248990"/>
                  </a:lnTo>
                  <a:close/>
                  <a:moveTo>
                    <a:pt x="802886" y="249835"/>
                  </a:moveTo>
                  <a:lnTo>
                    <a:pt x="801585" y="251889"/>
                  </a:lnTo>
                  <a:lnTo>
                    <a:pt x="800703" y="251166"/>
                  </a:lnTo>
                  <a:lnTo>
                    <a:pt x="800208" y="251158"/>
                  </a:lnTo>
                  <a:lnTo>
                    <a:pt x="799904" y="249949"/>
                  </a:lnTo>
                  <a:lnTo>
                    <a:pt x="800208" y="247453"/>
                  </a:lnTo>
                  <a:lnTo>
                    <a:pt x="799112" y="244646"/>
                  </a:lnTo>
                  <a:lnTo>
                    <a:pt x="800551" y="244684"/>
                  </a:lnTo>
                  <a:lnTo>
                    <a:pt x="800954" y="245520"/>
                  </a:lnTo>
                  <a:lnTo>
                    <a:pt x="801410" y="245802"/>
                  </a:lnTo>
                  <a:lnTo>
                    <a:pt x="802833" y="248511"/>
                  </a:lnTo>
                  <a:lnTo>
                    <a:pt x="802886" y="249835"/>
                  </a:lnTo>
                  <a:close/>
                  <a:moveTo>
                    <a:pt x="844307" y="246768"/>
                  </a:moveTo>
                  <a:lnTo>
                    <a:pt x="844140" y="247590"/>
                  </a:lnTo>
                  <a:lnTo>
                    <a:pt x="844125" y="249104"/>
                  </a:lnTo>
                  <a:lnTo>
                    <a:pt x="844482" y="250512"/>
                  </a:lnTo>
                  <a:lnTo>
                    <a:pt x="843569" y="251942"/>
                  </a:lnTo>
                  <a:lnTo>
                    <a:pt x="844422" y="254080"/>
                  </a:lnTo>
                  <a:lnTo>
                    <a:pt x="844551" y="255145"/>
                  </a:lnTo>
                  <a:lnTo>
                    <a:pt x="844498" y="256652"/>
                  </a:lnTo>
                  <a:lnTo>
                    <a:pt x="844262" y="257329"/>
                  </a:lnTo>
                  <a:lnTo>
                    <a:pt x="843615" y="259307"/>
                  </a:lnTo>
                  <a:lnTo>
                    <a:pt x="842968" y="260015"/>
                  </a:lnTo>
                  <a:lnTo>
                    <a:pt x="842481" y="260213"/>
                  </a:lnTo>
                  <a:lnTo>
                    <a:pt x="841987" y="260814"/>
                  </a:lnTo>
                  <a:lnTo>
                    <a:pt x="837787" y="260167"/>
                  </a:lnTo>
                  <a:lnTo>
                    <a:pt x="835976" y="258790"/>
                  </a:lnTo>
                  <a:lnTo>
                    <a:pt x="834355" y="257306"/>
                  </a:lnTo>
                  <a:lnTo>
                    <a:pt x="834013" y="256682"/>
                  </a:lnTo>
                  <a:lnTo>
                    <a:pt x="832111" y="254948"/>
                  </a:lnTo>
                  <a:lnTo>
                    <a:pt x="831670" y="254362"/>
                  </a:lnTo>
                  <a:lnTo>
                    <a:pt x="831632" y="253433"/>
                  </a:lnTo>
                  <a:lnTo>
                    <a:pt x="833168" y="253198"/>
                  </a:lnTo>
                  <a:lnTo>
                    <a:pt x="834812" y="253228"/>
                  </a:lnTo>
                  <a:lnTo>
                    <a:pt x="834736" y="252399"/>
                  </a:lnTo>
                  <a:lnTo>
                    <a:pt x="835687" y="249462"/>
                  </a:lnTo>
                  <a:lnTo>
                    <a:pt x="833191" y="247575"/>
                  </a:lnTo>
                  <a:lnTo>
                    <a:pt x="832750" y="246784"/>
                  </a:lnTo>
                  <a:lnTo>
                    <a:pt x="833640" y="246251"/>
                  </a:lnTo>
                  <a:lnTo>
                    <a:pt x="835649" y="246905"/>
                  </a:lnTo>
                  <a:lnTo>
                    <a:pt x="838106" y="243596"/>
                  </a:lnTo>
                  <a:lnTo>
                    <a:pt x="838829" y="242903"/>
                  </a:lnTo>
                  <a:lnTo>
                    <a:pt x="839180" y="241062"/>
                  </a:lnTo>
                  <a:lnTo>
                    <a:pt x="840556" y="240826"/>
                  </a:lnTo>
                  <a:lnTo>
                    <a:pt x="841530" y="241062"/>
                  </a:lnTo>
                  <a:lnTo>
                    <a:pt x="842162" y="242211"/>
                  </a:lnTo>
                  <a:lnTo>
                    <a:pt x="842413" y="243208"/>
                  </a:lnTo>
                  <a:lnTo>
                    <a:pt x="842146" y="244105"/>
                  </a:lnTo>
                  <a:lnTo>
                    <a:pt x="843326" y="244569"/>
                  </a:lnTo>
                  <a:lnTo>
                    <a:pt x="844307" y="246768"/>
                  </a:lnTo>
                  <a:close/>
                  <a:moveTo>
                    <a:pt x="805436" y="250930"/>
                  </a:moveTo>
                  <a:lnTo>
                    <a:pt x="803693" y="252764"/>
                  </a:lnTo>
                  <a:lnTo>
                    <a:pt x="805329" y="248442"/>
                  </a:lnTo>
                  <a:lnTo>
                    <a:pt x="805671" y="246251"/>
                  </a:lnTo>
                  <a:lnTo>
                    <a:pt x="807193" y="244950"/>
                  </a:lnTo>
                  <a:lnTo>
                    <a:pt x="809452" y="238330"/>
                  </a:lnTo>
                  <a:lnTo>
                    <a:pt x="809955" y="238483"/>
                  </a:lnTo>
                  <a:lnTo>
                    <a:pt x="810693" y="239129"/>
                  </a:lnTo>
                  <a:lnTo>
                    <a:pt x="809559" y="243984"/>
                  </a:lnTo>
                  <a:lnTo>
                    <a:pt x="806387" y="247392"/>
                  </a:lnTo>
                  <a:lnTo>
                    <a:pt x="805436" y="250930"/>
                  </a:lnTo>
                  <a:close/>
                  <a:moveTo>
                    <a:pt x="152894" y="241906"/>
                  </a:moveTo>
                  <a:lnTo>
                    <a:pt x="151152" y="242013"/>
                  </a:lnTo>
                  <a:lnTo>
                    <a:pt x="147941" y="239396"/>
                  </a:lnTo>
                  <a:lnTo>
                    <a:pt x="147416" y="238589"/>
                  </a:lnTo>
                  <a:lnTo>
                    <a:pt x="148321" y="237813"/>
                  </a:lnTo>
                  <a:lnTo>
                    <a:pt x="149288" y="237866"/>
                  </a:lnTo>
                  <a:lnTo>
                    <a:pt x="152985" y="239517"/>
                  </a:lnTo>
                  <a:lnTo>
                    <a:pt x="153708" y="240331"/>
                  </a:lnTo>
                  <a:lnTo>
                    <a:pt x="152894" y="241906"/>
                  </a:lnTo>
                  <a:close/>
                  <a:moveTo>
                    <a:pt x="606852" y="237493"/>
                  </a:moveTo>
                  <a:lnTo>
                    <a:pt x="606768" y="239654"/>
                  </a:lnTo>
                  <a:lnTo>
                    <a:pt x="605916" y="239533"/>
                  </a:lnTo>
                  <a:lnTo>
                    <a:pt x="605216" y="238772"/>
                  </a:lnTo>
                  <a:lnTo>
                    <a:pt x="605026" y="238057"/>
                  </a:lnTo>
                  <a:lnTo>
                    <a:pt x="605064" y="237478"/>
                  </a:lnTo>
                  <a:lnTo>
                    <a:pt x="605444" y="237022"/>
                  </a:lnTo>
                  <a:lnTo>
                    <a:pt x="606852" y="237493"/>
                  </a:lnTo>
                  <a:close/>
                  <a:moveTo>
                    <a:pt x="573039" y="241039"/>
                  </a:moveTo>
                  <a:lnTo>
                    <a:pt x="571677" y="241610"/>
                  </a:lnTo>
                  <a:lnTo>
                    <a:pt x="569113" y="239175"/>
                  </a:lnTo>
                  <a:lnTo>
                    <a:pt x="568025" y="237166"/>
                  </a:lnTo>
                  <a:lnTo>
                    <a:pt x="568284" y="236033"/>
                  </a:lnTo>
                  <a:lnTo>
                    <a:pt x="569052" y="235044"/>
                  </a:lnTo>
                  <a:lnTo>
                    <a:pt x="569418" y="234792"/>
                  </a:lnTo>
                  <a:lnTo>
                    <a:pt x="569258" y="233758"/>
                  </a:lnTo>
                  <a:lnTo>
                    <a:pt x="570270" y="233255"/>
                  </a:lnTo>
                  <a:lnTo>
                    <a:pt x="571381" y="233324"/>
                  </a:lnTo>
                  <a:lnTo>
                    <a:pt x="572111" y="234716"/>
                  </a:lnTo>
                  <a:lnTo>
                    <a:pt x="572986" y="235097"/>
                  </a:lnTo>
                  <a:lnTo>
                    <a:pt x="573435" y="236428"/>
                  </a:lnTo>
                  <a:lnTo>
                    <a:pt x="573039" y="241039"/>
                  </a:lnTo>
                  <a:close/>
                  <a:moveTo>
                    <a:pt x="585890" y="237448"/>
                  </a:moveTo>
                  <a:lnTo>
                    <a:pt x="585342" y="238863"/>
                  </a:lnTo>
                  <a:lnTo>
                    <a:pt x="584163" y="239966"/>
                  </a:lnTo>
                  <a:lnTo>
                    <a:pt x="583219" y="240050"/>
                  </a:lnTo>
                  <a:lnTo>
                    <a:pt x="582231" y="239822"/>
                  </a:lnTo>
                  <a:lnTo>
                    <a:pt x="580488" y="238863"/>
                  </a:lnTo>
                  <a:lnTo>
                    <a:pt x="580039" y="239875"/>
                  </a:lnTo>
                  <a:lnTo>
                    <a:pt x="578662" y="239829"/>
                  </a:lnTo>
                  <a:lnTo>
                    <a:pt x="578160" y="238521"/>
                  </a:lnTo>
                  <a:lnTo>
                    <a:pt x="579141" y="234648"/>
                  </a:lnTo>
                  <a:lnTo>
                    <a:pt x="580572" y="233202"/>
                  </a:lnTo>
                  <a:lnTo>
                    <a:pt x="580435" y="231680"/>
                  </a:lnTo>
                  <a:lnTo>
                    <a:pt x="579248" y="228447"/>
                  </a:lnTo>
                  <a:lnTo>
                    <a:pt x="579986" y="226758"/>
                  </a:lnTo>
                  <a:lnTo>
                    <a:pt x="583311" y="225479"/>
                  </a:lnTo>
                  <a:lnTo>
                    <a:pt x="586209" y="223920"/>
                  </a:lnTo>
                  <a:lnTo>
                    <a:pt x="587100" y="223600"/>
                  </a:lnTo>
                  <a:lnTo>
                    <a:pt x="587906" y="224802"/>
                  </a:lnTo>
                  <a:lnTo>
                    <a:pt x="588340" y="230311"/>
                  </a:lnTo>
                  <a:lnTo>
                    <a:pt x="585228" y="234671"/>
                  </a:lnTo>
                  <a:lnTo>
                    <a:pt x="585890" y="237448"/>
                  </a:lnTo>
                  <a:close/>
                  <a:moveTo>
                    <a:pt x="597311" y="222155"/>
                  </a:moveTo>
                  <a:lnTo>
                    <a:pt x="597805" y="226735"/>
                  </a:lnTo>
                  <a:lnTo>
                    <a:pt x="597646" y="227937"/>
                  </a:lnTo>
                  <a:lnTo>
                    <a:pt x="596443" y="226180"/>
                  </a:lnTo>
                  <a:lnTo>
                    <a:pt x="596009" y="225830"/>
                  </a:lnTo>
                  <a:lnTo>
                    <a:pt x="595675" y="226180"/>
                  </a:lnTo>
                  <a:lnTo>
                    <a:pt x="595249" y="226370"/>
                  </a:lnTo>
                  <a:lnTo>
                    <a:pt x="594640" y="226355"/>
                  </a:lnTo>
                  <a:lnTo>
                    <a:pt x="593849" y="228127"/>
                  </a:lnTo>
                  <a:lnTo>
                    <a:pt x="593773" y="229801"/>
                  </a:lnTo>
                  <a:lnTo>
                    <a:pt x="593172" y="230920"/>
                  </a:lnTo>
                  <a:lnTo>
                    <a:pt x="592860" y="234656"/>
                  </a:lnTo>
                  <a:lnTo>
                    <a:pt x="593057" y="235660"/>
                  </a:lnTo>
                  <a:lnTo>
                    <a:pt x="593986" y="235165"/>
                  </a:lnTo>
                  <a:lnTo>
                    <a:pt x="594556" y="235036"/>
                  </a:lnTo>
                  <a:lnTo>
                    <a:pt x="596656" y="236474"/>
                  </a:lnTo>
                  <a:lnTo>
                    <a:pt x="597767" y="237524"/>
                  </a:lnTo>
                  <a:lnTo>
                    <a:pt x="597455" y="238794"/>
                  </a:lnTo>
                  <a:lnTo>
                    <a:pt x="596032" y="240073"/>
                  </a:lnTo>
                  <a:lnTo>
                    <a:pt x="594381" y="240628"/>
                  </a:lnTo>
                  <a:lnTo>
                    <a:pt x="593149" y="240080"/>
                  </a:lnTo>
                  <a:lnTo>
                    <a:pt x="592783" y="240339"/>
                  </a:lnTo>
                  <a:lnTo>
                    <a:pt x="592053" y="240993"/>
                  </a:lnTo>
                  <a:lnTo>
                    <a:pt x="591505" y="241861"/>
                  </a:lnTo>
                  <a:lnTo>
                    <a:pt x="591665" y="242751"/>
                  </a:lnTo>
                  <a:lnTo>
                    <a:pt x="590258" y="245285"/>
                  </a:lnTo>
                  <a:lnTo>
                    <a:pt x="589443" y="246000"/>
                  </a:lnTo>
                  <a:lnTo>
                    <a:pt x="587754" y="245224"/>
                  </a:lnTo>
                  <a:lnTo>
                    <a:pt x="586712" y="245886"/>
                  </a:lnTo>
                  <a:lnTo>
                    <a:pt x="585875" y="245825"/>
                  </a:lnTo>
                  <a:lnTo>
                    <a:pt x="584589" y="243291"/>
                  </a:lnTo>
                  <a:lnTo>
                    <a:pt x="584627" y="242104"/>
                  </a:lnTo>
                  <a:lnTo>
                    <a:pt x="585814" y="240773"/>
                  </a:lnTo>
                  <a:lnTo>
                    <a:pt x="585822" y="239814"/>
                  </a:lnTo>
                  <a:lnTo>
                    <a:pt x="586407" y="238741"/>
                  </a:lnTo>
                  <a:lnTo>
                    <a:pt x="587716" y="237273"/>
                  </a:lnTo>
                  <a:lnTo>
                    <a:pt x="588469" y="236162"/>
                  </a:lnTo>
                  <a:lnTo>
                    <a:pt x="588492" y="235462"/>
                  </a:lnTo>
                  <a:lnTo>
                    <a:pt x="589048" y="232799"/>
                  </a:lnTo>
                  <a:lnTo>
                    <a:pt x="589261" y="231688"/>
                  </a:lnTo>
                  <a:lnTo>
                    <a:pt x="589641" y="230509"/>
                  </a:lnTo>
                  <a:lnTo>
                    <a:pt x="590235" y="228097"/>
                  </a:lnTo>
                  <a:lnTo>
                    <a:pt x="590318" y="223562"/>
                  </a:lnTo>
                  <a:lnTo>
                    <a:pt x="592319" y="219826"/>
                  </a:lnTo>
                  <a:lnTo>
                    <a:pt x="594275" y="218807"/>
                  </a:lnTo>
                  <a:lnTo>
                    <a:pt x="595051" y="218639"/>
                  </a:lnTo>
                  <a:lnTo>
                    <a:pt x="594929" y="219636"/>
                  </a:lnTo>
                  <a:lnTo>
                    <a:pt x="597311" y="222155"/>
                  </a:lnTo>
                  <a:close/>
                  <a:moveTo>
                    <a:pt x="819192" y="215665"/>
                  </a:moveTo>
                  <a:lnTo>
                    <a:pt x="820287" y="216798"/>
                  </a:lnTo>
                  <a:lnTo>
                    <a:pt x="817746" y="215908"/>
                  </a:lnTo>
                  <a:lnTo>
                    <a:pt x="814109" y="214044"/>
                  </a:lnTo>
                  <a:lnTo>
                    <a:pt x="813858" y="212796"/>
                  </a:lnTo>
                  <a:lnTo>
                    <a:pt x="816917" y="214683"/>
                  </a:lnTo>
                  <a:lnTo>
                    <a:pt x="819192" y="215665"/>
                  </a:lnTo>
                  <a:close/>
                  <a:moveTo>
                    <a:pt x="598642" y="212834"/>
                  </a:moveTo>
                  <a:lnTo>
                    <a:pt x="596557" y="215391"/>
                  </a:lnTo>
                  <a:lnTo>
                    <a:pt x="595104" y="215261"/>
                  </a:lnTo>
                  <a:lnTo>
                    <a:pt x="593362" y="213580"/>
                  </a:lnTo>
                  <a:lnTo>
                    <a:pt x="592860" y="211738"/>
                  </a:lnTo>
                  <a:lnTo>
                    <a:pt x="592814" y="211069"/>
                  </a:lnTo>
                  <a:lnTo>
                    <a:pt x="594001" y="210027"/>
                  </a:lnTo>
                  <a:lnTo>
                    <a:pt x="597995" y="210377"/>
                  </a:lnTo>
                  <a:lnTo>
                    <a:pt x="598748" y="211305"/>
                  </a:lnTo>
                  <a:lnTo>
                    <a:pt x="598642" y="212834"/>
                  </a:lnTo>
                  <a:close/>
                  <a:moveTo>
                    <a:pt x="712253" y="201619"/>
                  </a:moveTo>
                  <a:lnTo>
                    <a:pt x="708609" y="202730"/>
                  </a:lnTo>
                  <a:lnTo>
                    <a:pt x="709392" y="200660"/>
                  </a:lnTo>
                  <a:lnTo>
                    <a:pt x="709887" y="200113"/>
                  </a:lnTo>
                  <a:lnTo>
                    <a:pt x="711690" y="200676"/>
                  </a:lnTo>
                  <a:lnTo>
                    <a:pt x="712253" y="201619"/>
                  </a:lnTo>
                  <a:close/>
                  <a:moveTo>
                    <a:pt x="706121" y="203514"/>
                  </a:moveTo>
                  <a:lnTo>
                    <a:pt x="705573" y="204290"/>
                  </a:lnTo>
                  <a:lnTo>
                    <a:pt x="704333" y="204800"/>
                  </a:lnTo>
                  <a:lnTo>
                    <a:pt x="703298" y="204746"/>
                  </a:lnTo>
                  <a:lnTo>
                    <a:pt x="703633" y="204001"/>
                  </a:lnTo>
                  <a:lnTo>
                    <a:pt x="703374" y="203567"/>
                  </a:lnTo>
                  <a:lnTo>
                    <a:pt x="702606" y="203757"/>
                  </a:lnTo>
                  <a:lnTo>
                    <a:pt x="701350" y="204358"/>
                  </a:lnTo>
                  <a:lnTo>
                    <a:pt x="699768" y="205560"/>
                  </a:lnTo>
                  <a:lnTo>
                    <a:pt x="698839" y="204967"/>
                  </a:lnTo>
                  <a:lnTo>
                    <a:pt x="698642" y="204039"/>
                  </a:lnTo>
                  <a:lnTo>
                    <a:pt x="698695" y="203613"/>
                  </a:lnTo>
                  <a:lnTo>
                    <a:pt x="700589" y="201946"/>
                  </a:lnTo>
                  <a:lnTo>
                    <a:pt x="702788" y="201657"/>
                  </a:lnTo>
                  <a:lnTo>
                    <a:pt x="705885" y="200059"/>
                  </a:lnTo>
                  <a:lnTo>
                    <a:pt x="707269" y="200135"/>
                  </a:lnTo>
                  <a:lnTo>
                    <a:pt x="706943" y="201147"/>
                  </a:lnTo>
                  <a:lnTo>
                    <a:pt x="706463" y="201870"/>
                  </a:lnTo>
                  <a:lnTo>
                    <a:pt x="706174" y="202631"/>
                  </a:lnTo>
                  <a:lnTo>
                    <a:pt x="706121" y="203514"/>
                  </a:lnTo>
                  <a:close/>
                  <a:moveTo>
                    <a:pt x="715662" y="200797"/>
                  </a:moveTo>
                  <a:lnTo>
                    <a:pt x="715616" y="201695"/>
                  </a:lnTo>
                  <a:lnTo>
                    <a:pt x="715464" y="201977"/>
                  </a:lnTo>
                  <a:lnTo>
                    <a:pt x="714300" y="201665"/>
                  </a:lnTo>
                  <a:lnTo>
                    <a:pt x="713470" y="201680"/>
                  </a:lnTo>
                  <a:lnTo>
                    <a:pt x="712733" y="200059"/>
                  </a:lnTo>
                  <a:lnTo>
                    <a:pt x="712938" y="199687"/>
                  </a:lnTo>
                  <a:lnTo>
                    <a:pt x="714467" y="200158"/>
                  </a:lnTo>
                  <a:lnTo>
                    <a:pt x="715038" y="200318"/>
                  </a:lnTo>
                  <a:lnTo>
                    <a:pt x="715662" y="200797"/>
                  </a:lnTo>
                  <a:close/>
                  <a:moveTo>
                    <a:pt x="453052" y="199047"/>
                  </a:moveTo>
                  <a:lnTo>
                    <a:pt x="452268" y="202707"/>
                  </a:lnTo>
                  <a:lnTo>
                    <a:pt x="450967" y="200630"/>
                  </a:lnTo>
                  <a:lnTo>
                    <a:pt x="452428" y="198172"/>
                  </a:lnTo>
                  <a:lnTo>
                    <a:pt x="453105" y="197678"/>
                  </a:lnTo>
                  <a:lnTo>
                    <a:pt x="453052" y="199047"/>
                  </a:lnTo>
                  <a:close/>
                  <a:moveTo>
                    <a:pt x="691832" y="195875"/>
                  </a:moveTo>
                  <a:lnTo>
                    <a:pt x="692319" y="196818"/>
                  </a:lnTo>
                  <a:lnTo>
                    <a:pt x="690226" y="196225"/>
                  </a:lnTo>
                  <a:lnTo>
                    <a:pt x="689298" y="195312"/>
                  </a:lnTo>
                  <a:lnTo>
                    <a:pt x="690211" y="194741"/>
                  </a:lnTo>
                  <a:lnTo>
                    <a:pt x="690721" y="194589"/>
                  </a:lnTo>
                  <a:lnTo>
                    <a:pt x="691832" y="195875"/>
                  </a:lnTo>
                  <a:close/>
                  <a:moveTo>
                    <a:pt x="450480" y="207630"/>
                  </a:moveTo>
                  <a:lnTo>
                    <a:pt x="445999" y="211586"/>
                  </a:lnTo>
                  <a:lnTo>
                    <a:pt x="445253" y="210582"/>
                  </a:lnTo>
                  <a:lnTo>
                    <a:pt x="445641" y="206557"/>
                  </a:lnTo>
                  <a:lnTo>
                    <a:pt x="444394" y="204054"/>
                  </a:lnTo>
                  <a:lnTo>
                    <a:pt x="444477" y="202197"/>
                  </a:lnTo>
                  <a:lnTo>
                    <a:pt x="445360" y="198910"/>
                  </a:lnTo>
                  <a:lnTo>
                    <a:pt x="446509" y="196392"/>
                  </a:lnTo>
                  <a:lnTo>
                    <a:pt x="449111" y="194711"/>
                  </a:lnTo>
                  <a:lnTo>
                    <a:pt x="449758" y="194513"/>
                  </a:lnTo>
                  <a:lnTo>
                    <a:pt x="449598" y="197564"/>
                  </a:lnTo>
                  <a:lnTo>
                    <a:pt x="450115" y="198713"/>
                  </a:lnTo>
                  <a:lnTo>
                    <a:pt x="450298" y="199694"/>
                  </a:lnTo>
                  <a:lnTo>
                    <a:pt x="450024" y="200539"/>
                  </a:lnTo>
                  <a:lnTo>
                    <a:pt x="450511" y="204450"/>
                  </a:lnTo>
                  <a:lnTo>
                    <a:pt x="450800" y="205401"/>
                  </a:lnTo>
                  <a:lnTo>
                    <a:pt x="450168" y="206633"/>
                  </a:lnTo>
                  <a:lnTo>
                    <a:pt x="450480" y="207630"/>
                  </a:lnTo>
                  <a:close/>
                  <a:moveTo>
                    <a:pt x="675915" y="191051"/>
                  </a:moveTo>
                  <a:lnTo>
                    <a:pt x="679430" y="192710"/>
                  </a:lnTo>
                  <a:lnTo>
                    <a:pt x="680221" y="193790"/>
                  </a:lnTo>
                  <a:lnTo>
                    <a:pt x="680853" y="195076"/>
                  </a:lnTo>
                  <a:lnTo>
                    <a:pt x="681545" y="195783"/>
                  </a:lnTo>
                  <a:lnTo>
                    <a:pt x="682367" y="196362"/>
                  </a:lnTo>
                  <a:lnTo>
                    <a:pt x="683736" y="197480"/>
                  </a:lnTo>
                  <a:lnTo>
                    <a:pt x="684094" y="199184"/>
                  </a:lnTo>
                  <a:lnTo>
                    <a:pt x="683782" y="202623"/>
                  </a:lnTo>
                  <a:lnTo>
                    <a:pt x="682192" y="202928"/>
                  </a:lnTo>
                  <a:lnTo>
                    <a:pt x="680700" y="203430"/>
                  </a:lnTo>
                  <a:lnTo>
                    <a:pt x="677627" y="205423"/>
                  </a:lnTo>
                  <a:lnTo>
                    <a:pt x="676113" y="205811"/>
                  </a:lnTo>
                  <a:lnTo>
                    <a:pt x="674492" y="205948"/>
                  </a:lnTo>
                  <a:lnTo>
                    <a:pt x="673343" y="206473"/>
                  </a:lnTo>
                  <a:lnTo>
                    <a:pt x="672194" y="206679"/>
                  </a:lnTo>
                  <a:lnTo>
                    <a:pt x="669204" y="205576"/>
                  </a:lnTo>
                  <a:lnTo>
                    <a:pt x="666313" y="204282"/>
                  </a:lnTo>
                  <a:lnTo>
                    <a:pt x="662113" y="202038"/>
                  </a:lnTo>
                  <a:lnTo>
                    <a:pt x="661337" y="201490"/>
                  </a:lnTo>
                  <a:lnTo>
                    <a:pt x="660660" y="200288"/>
                  </a:lnTo>
                  <a:lnTo>
                    <a:pt x="658735" y="198127"/>
                  </a:lnTo>
                  <a:lnTo>
                    <a:pt x="658255" y="196742"/>
                  </a:lnTo>
                  <a:lnTo>
                    <a:pt x="658095" y="192801"/>
                  </a:lnTo>
                  <a:lnTo>
                    <a:pt x="658598" y="191895"/>
                  </a:lnTo>
                  <a:lnTo>
                    <a:pt x="659404" y="191416"/>
                  </a:lnTo>
                  <a:lnTo>
                    <a:pt x="662212" y="192329"/>
                  </a:lnTo>
                  <a:lnTo>
                    <a:pt x="664060" y="191378"/>
                  </a:lnTo>
                  <a:lnTo>
                    <a:pt x="669371" y="190572"/>
                  </a:lnTo>
                  <a:lnTo>
                    <a:pt x="674781" y="190655"/>
                  </a:lnTo>
                  <a:lnTo>
                    <a:pt x="675915" y="191051"/>
                  </a:lnTo>
                  <a:close/>
                  <a:moveTo>
                    <a:pt x="699980" y="187832"/>
                  </a:moveTo>
                  <a:lnTo>
                    <a:pt x="698908" y="189605"/>
                  </a:lnTo>
                  <a:lnTo>
                    <a:pt x="697028" y="189529"/>
                  </a:lnTo>
                  <a:lnTo>
                    <a:pt x="696701" y="189278"/>
                  </a:lnTo>
                  <a:lnTo>
                    <a:pt x="698923" y="188167"/>
                  </a:lnTo>
                  <a:lnTo>
                    <a:pt x="699980" y="187832"/>
                  </a:lnTo>
                  <a:close/>
                  <a:moveTo>
                    <a:pt x="249393" y="189293"/>
                  </a:moveTo>
                  <a:lnTo>
                    <a:pt x="249036" y="189719"/>
                  </a:lnTo>
                  <a:lnTo>
                    <a:pt x="247857" y="189491"/>
                  </a:lnTo>
                  <a:lnTo>
                    <a:pt x="246997" y="188898"/>
                  </a:lnTo>
                  <a:lnTo>
                    <a:pt x="246464" y="188335"/>
                  </a:lnTo>
                  <a:lnTo>
                    <a:pt x="246327" y="187749"/>
                  </a:lnTo>
                  <a:lnTo>
                    <a:pt x="247476" y="187026"/>
                  </a:lnTo>
                  <a:lnTo>
                    <a:pt x="249903" y="187772"/>
                  </a:lnTo>
                  <a:lnTo>
                    <a:pt x="249393" y="189293"/>
                  </a:lnTo>
                  <a:close/>
                  <a:moveTo>
                    <a:pt x="261925" y="187049"/>
                  </a:moveTo>
                  <a:lnTo>
                    <a:pt x="261065" y="187596"/>
                  </a:lnTo>
                  <a:lnTo>
                    <a:pt x="260563" y="187071"/>
                  </a:lnTo>
                  <a:lnTo>
                    <a:pt x="260410" y="186486"/>
                  </a:lnTo>
                  <a:lnTo>
                    <a:pt x="260776" y="185748"/>
                  </a:lnTo>
                  <a:lnTo>
                    <a:pt x="261948" y="185679"/>
                  </a:lnTo>
                  <a:lnTo>
                    <a:pt x="262488" y="185900"/>
                  </a:lnTo>
                  <a:lnTo>
                    <a:pt x="261925" y="187049"/>
                  </a:lnTo>
                  <a:close/>
                  <a:moveTo>
                    <a:pt x="737704" y="186334"/>
                  </a:moveTo>
                  <a:lnTo>
                    <a:pt x="742611" y="188685"/>
                  </a:lnTo>
                  <a:lnTo>
                    <a:pt x="745153" y="189027"/>
                  </a:lnTo>
                  <a:lnTo>
                    <a:pt x="749429" y="188723"/>
                  </a:lnTo>
                  <a:lnTo>
                    <a:pt x="751042" y="188951"/>
                  </a:lnTo>
                  <a:lnTo>
                    <a:pt x="755120" y="191956"/>
                  </a:lnTo>
                  <a:lnTo>
                    <a:pt x="756307" y="194018"/>
                  </a:lnTo>
                  <a:lnTo>
                    <a:pt x="756649" y="195798"/>
                  </a:lnTo>
                  <a:lnTo>
                    <a:pt x="757281" y="197488"/>
                  </a:lnTo>
                  <a:lnTo>
                    <a:pt x="758285" y="197914"/>
                  </a:lnTo>
                  <a:lnTo>
                    <a:pt x="759464" y="198074"/>
                  </a:lnTo>
                  <a:lnTo>
                    <a:pt x="761001" y="200508"/>
                  </a:lnTo>
                  <a:lnTo>
                    <a:pt x="761305" y="201300"/>
                  </a:lnTo>
                  <a:lnTo>
                    <a:pt x="760142" y="207409"/>
                  </a:lnTo>
                  <a:lnTo>
                    <a:pt x="755340" y="205096"/>
                  </a:lnTo>
                  <a:lnTo>
                    <a:pt x="750707" y="202471"/>
                  </a:lnTo>
                  <a:lnTo>
                    <a:pt x="748706" y="201497"/>
                  </a:lnTo>
                  <a:lnTo>
                    <a:pt x="743365" y="199276"/>
                  </a:lnTo>
                  <a:lnTo>
                    <a:pt x="742551" y="198515"/>
                  </a:lnTo>
                  <a:lnTo>
                    <a:pt x="741949" y="197510"/>
                  </a:lnTo>
                  <a:lnTo>
                    <a:pt x="739621" y="196141"/>
                  </a:lnTo>
                  <a:lnTo>
                    <a:pt x="734980" y="195928"/>
                  </a:lnTo>
                  <a:lnTo>
                    <a:pt x="733238" y="195966"/>
                  </a:lnTo>
                  <a:lnTo>
                    <a:pt x="732530" y="196171"/>
                  </a:lnTo>
                  <a:lnTo>
                    <a:pt x="732712" y="196909"/>
                  </a:lnTo>
                  <a:lnTo>
                    <a:pt x="732735" y="198408"/>
                  </a:lnTo>
                  <a:lnTo>
                    <a:pt x="731586" y="198819"/>
                  </a:lnTo>
                  <a:lnTo>
                    <a:pt x="728703" y="197876"/>
                  </a:lnTo>
                  <a:lnTo>
                    <a:pt x="726131" y="197533"/>
                  </a:lnTo>
                  <a:lnTo>
                    <a:pt x="723894" y="196605"/>
                  </a:lnTo>
                  <a:lnTo>
                    <a:pt x="720904" y="196118"/>
                  </a:lnTo>
                  <a:lnTo>
                    <a:pt x="720569" y="195654"/>
                  </a:lnTo>
                  <a:lnTo>
                    <a:pt x="720828" y="194962"/>
                  </a:lnTo>
                  <a:lnTo>
                    <a:pt x="720691" y="194315"/>
                  </a:lnTo>
                  <a:lnTo>
                    <a:pt x="719999" y="194064"/>
                  </a:lnTo>
                  <a:lnTo>
                    <a:pt x="718652" y="194186"/>
                  </a:lnTo>
                  <a:lnTo>
                    <a:pt x="717351" y="194840"/>
                  </a:lnTo>
                  <a:lnTo>
                    <a:pt x="716270" y="195578"/>
                  </a:lnTo>
                  <a:lnTo>
                    <a:pt x="714688" y="197617"/>
                  </a:lnTo>
                  <a:lnTo>
                    <a:pt x="713881" y="198401"/>
                  </a:lnTo>
                  <a:lnTo>
                    <a:pt x="711264" y="198736"/>
                  </a:lnTo>
                  <a:lnTo>
                    <a:pt x="710176" y="198538"/>
                  </a:lnTo>
                  <a:lnTo>
                    <a:pt x="709180" y="198035"/>
                  </a:lnTo>
                  <a:lnTo>
                    <a:pt x="706204" y="194307"/>
                  </a:lnTo>
                  <a:lnTo>
                    <a:pt x="705200" y="193501"/>
                  </a:lnTo>
                  <a:lnTo>
                    <a:pt x="704081" y="192846"/>
                  </a:lnTo>
                  <a:lnTo>
                    <a:pt x="703047" y="192542"/>
                  </a:lnTo>
                  <a:lnTo>
                    <a:pt x="701974" y="193113"/>
                  </a:lnTo>
                  <a:lnTo>
                    <a:pt x="701419" y="194269"/>
                  </a:lnTo>
                  <a:lnTo>
                    <a:pt x="701167" y="195646"/>
                  </a:lnTo>
                  <a:lnTo>
                    <a:pt x="700871" y="196438"/>
                  </a:lnTo>
                  <a:lnTo>
                    <a:pt x="699585" y="198644"/>
                  </a:lnTo>
                  <a:lnTo>
                    <a:pt x="698520" y="199953"/>
                  </a:lnTo>
                  <a:lnTo>
                    <a:pt x="698139" y="199747"/>
                  </a:lnTo>
                  <a:lnTo>
                    <a:pt x="698680" y="197647"/>
                  </a:lnTo>
                  <a:lnTo>
                    <a:pt x="698680" y="196460"/>
                  </a:lnTo>
                  <a:lnTo>
                    <a:pt x="698025" y="195205"/>
                  </a:lnTo>
                  <a:lnTo>
                    <a:pt x="697607" y="193927"/>
                  </a:lnTo>
                  <a:lnTo>
                    <a:pt x="702636" y="187817"/>
                  </a:lnTo>
                  <a:lnTo>
                    <a:pt x="704454" y="186364"/>
                  </a:lnTo>
                  <a:lnTo>
                    <a:pt x="712382" y="185862"/>
                  </a:lnTo>
                  <a:lnTo>
                    <a:pt x="717092" y="186174"/>
                  </a:lnTo>
                  <a:lnTo>
                    <a:pt x="719664" y="186021"/>
                  </a:lnTo>
                  <a:lnTo>
                    <a:pt x="721384" y="185573"/>
                  </a:lnTo>
                  <a:lnTo>
                    <a:pt x="722806" y="185786"/>
                  </a:lnTo>
                  <a:lnTo>
                    <a:pt x="723164" y="186988"/>
                  </a:lnTo>
                  <a:lnTo>
                    <a:pt x="724054" y="187878"/>
                  </a:lnTo>
                  <a:lnTo>
                    <a:pt x="725294" y="187802"/>
                  </a:lnTo>
                  <a:lnTo>
                    <a:pt x="727547" y="186859"/>
                  </a:lnTo>
                  <a:lnTo>
                    <a:pt x="729502" y="185405"/>
                  </a:lnTo>
                  <a:lnTo>
                    <a:pt x="730697" y="184774"/>
                  </a:lnTo>
                  <a:lnTo>
                    <a:pt x="731914" y="184667"/>
                  </a:lnTo>
                  <a:lnTo>
                    <a:pt x="733169" y="184766"/>
                  </a:lnTo>
                  <a:lnTo>
                    <a:pt x="734394" y="185101"/>
                  </a:lnTo>
                  <a:lnTo>
                    <a:pt x="737704" y="186334"/>
                  </a:lnTo>
                  <a:close/>
                  <a:moveTo>
                    <a:pt x="111420" y="193067"/>
                  </a:moveTo>
                  <a:lnTo>
                    <a:pt x="112272" y="196164"/>
                  </a:lnTo>
                  <a:lnTo>
                    <a:pt x="109731" y="194056"/>
                  </a:lnTo>
                  <a:lnTo>
                    <a:pt x="109784" y="192565"/>
                  </a:lnTo>
                  <a:lnTo>
                    <a:pt x="109434" y="191591"/>
                  </a:lnTo>
                  <a:lnTo>
                    <a:pt x="107897" y="190396"/>
                  </a:lnTo>
                  <a:lnTo>
                    <a:pt x="106710" y="188898"/>
                  </a:lnTo>
                  <a:lnTo>
                    <a:pt x="106177" y="185360"/>
                  </a:lnTo>
                  <a:lnTo>
                    <a:pt x="106588" y="184622"/>
                  </a:lnTo>
                  <a:lnTo>
                    <a:pt x="107593" y="184576"/>
                  </a:lnTo>
                  <a:lnTo>
                    <a:pt x="112059" y="189217"/>
                  </a:lnTo>
                  <a:lnTo>
                    <a:pt x="112363" y="190001"/>
                  </a:lnTo>
                  <a:lnTo>
                    <a:pt x="112264" y="191660"/>
                  </a:lnTo>
                  <a:lnTo>
                    <a:pt x="111618" y="192177"/>
                  </a:lnTo>
                  <a:lnTo>
                    <a:pt x="111420" y="193067"/>
                  </a:lnTo>
                  <a:close/>
                  <a:moveTo>
                    <a:pt x="277599" y="189134"/>
                  </a:moveTo>
                  <a:lnTo>
                    <a:pt x="277264" y="191370"/>
                  </a:lnTo>
                  <a:lnTo>
                    <a:pt x="276746" y="192215"/>
                  </a:lnTo>
                  <a:lnTo>
                    <a:pt x="274966" y="193326"/>
                  </a:lnTo>
                  <a:lnTo>
                    <a:pt x="274357" y="194003"/>
                  </a:lnTo>
                  <a:lnTo>
                    <a:pt x="272691" y="193896"/>
                  </a:lnTo>
                  <a:lnTo>
                    <a:pt x="272478" y="192725"/>
                  </a:lnTo>
                  <a:lnTo>
                    <a:pt x="271922" y="191933"/>
                  </a:lnTo>
                  <a:lnTo>
                    <a:pt x="270157" y="191020"/>
                  </a:lnTo>
                  <a:lnTo>
                    <a:pt x="269693" y="191241"/>
                  </a:lnTo>
                  <a:lnTo>
                    <a:pt x="269374" y="192603"/>
                  </a:lnTo>
                  <a:lnTo>
                    <a:pt x="265912" y="193554"/>
                  </a:lnTo>
                  <a:lnTo>
                    <a:pt x="264945" y="193638"/>
                  </a:lnTo>
                  <a:lnTo>
                    <a:pt x="265425" y="191842"/>
                  </a:lnTo>
                  <a:lnTo>
                    <a:pt x="264527" y="190427"/>
                  </a:lnTo>
                  <a:lnTo>
                    <a:pt x="264459" y="188692"/>
                  </a:lnTo>
                  <a:lnTo>
                    <a:pt x="264291" y="187931"/>
                  </a:lnTo>
                  <a:lnTo>
                    <a:pt x="263857" y="187490"/>
                  </a:lnTo>
                  <a:lnTo>
                    <a:pt x="264740" y="186280"/>
                  </a:lnTo>
                  <a:lnTo>
                    <a:pt x="264588" y="184934"/>
                  </a:lnTo>
                  <a:lnTo>
                    <a:pt x="265524" y="183488"/>
                  </a:lnTo>
                  <a:lnTo>
                    <a:pt x="266041" y="179980"/>
                  </a:lnTo>
                  <a:lnTo>
                    <a:pt x="269701" y="179212"/>
                  </a:lnTo>
                  <a:lnTo>
                    <a:pt x="270492" y="179843"/>
                  </a:lnTo>
                  <a:lnTo>
                    <a:pt x="274761" y="180635"/>
                  </a:lnTo>
                  <a:lnTo>
                    <a:pt x="277774" y="182758"/>
                  </a:lnTo>
                  <a:lnTo>
                    <a:pt x="279379" y="185580"/>
                  </a:lnTo>
                  <a:lnTo>
                    <a:pt x="277599" y="189134"/>
                  </a:lnTo>
                  <a:close/>
                  <a:moveTo>
                    <a:pt x="106702" y="183678"/>
                  </a:moveTo>
                  <a:lnTo>
                    <a:pt x="105181" y="185390"/>
                  </a:lnTo>
                  <a:lnTo>
                    <a:pt x="102670" y="185352"/>
                  </a:lnTo>
                  <a:lnTo>
                    <a:pt x="102175" y="184294"/>
                  </a:lnTo>
                  <a:lnTo>
                    <a:pt x="102289" y="181738"/>
                  </a:lnTo>
                  <a:lnTo>
                    <a:pt x="101673" y="180901"/>
                  </a:lnTo>
                  <a:lnTo>
                    <a:pt x="101696" y="180566"/>
                  </a:lnTo>
                  <a:lnTo>
                    <a:pt x="102099" y="179113"/>
                  </a:lnTo>
                  <a:lnTo>
                    <a:pt x="102609" y="178793"/>
                  </a:lnTo>
                  <a:lnTo>
                    <a:pt x="106664" y="182392"/>
                  </a:lnTo>
                  <a:lnTo>
                    <a:pt x="106702" y="183678"/>
                  </a:lnTo>
                  <a:close/>
                  <a:moveTo>
                    <a:pt x="836349" y="170576"/>
                  </a:moveTo>
                  <a:lnTo>
                    <a:pt x="835725" y="170896"/>
                  </a:lnTo>
                  <a:lnTo>
                    <a:pt x="835512" y="169975"/>
                  </a:lnTo>
                  <a:lnTo>
                    <a:pt x="835847" y="168735"/>
                  </a:lnTo>
                  <a:lnTo>
                    <a:pt x="836250" y="168537"/>
                  </a:lnTo>
                  <a:lnTo>
                    <a:pt x="836714" y="168598"/>
                  </a:lnTo>
                  <a:lnTo>
                    <a:pt x="837315" y="169047"/>
                  </a:lnTo>
                  <a:lnTo>
                    <a:pt x="836349" y="170576"/>
                  </a:lnTo>
                  <a:close/>
                  <a:moveTo>
                    <a:pt x="98995" y="175233"/>
                  </a:moveTo>
                  <a:lnTo>
                    <a:pt x="99101" y="175796"/>
                  </a:lnTo>
                  <a:lnTo>
                    <a:pt x="95624" y="173932"/>
                  </a:lnTo>
                  <a:lnTo>
                    <a:pt x="93950" y="173414"/>
                  </a:lnTo>
                  <a:lnTo>
                    <a:pt x="92467" y="171375"/>
                  </a:lnTo>
                  <a:lnTo>
                    <a:pt x="92931" y="170401"/>
                  </a:lnTo>
                  <a:lnTo>
                    <a:pt x="92992" y="169032"/>
                  </a:lnTo>
                  <a:lnTo>
                    <a:pt x="93212" y="168491"/>
                  </a:lnTo>
                  <a:lnTo>
                    <a:pt x="94278" y="168294"/>
                  </a:lnTo>
                  <a:lnTo>
                    <a:pt x="95663" y="169290"/>
                  </a:lnTo>
                  <a:lnTo>
                    <a:pt x="96697" y="171718"/>
                  </a:lnTo>
                  <a:lnTo>
                    <a:pt x="98424" y="173977"/>
                  </a:lnTo>
                  <a:lnTo>
                    <a:pt x="98995" y="175233"/>
                  </a:lnTo>
                  <a:close/>
                  <a:moveTo>
                    <a:pt x="658712" y="177530"/>
                  </a:moveTo>
                  <a:lnTo>
                    <a:pt x="658346" y="177919"/>
                  </a:lnTo>
                  <a:lnTo>
                    <a:pt x="657061" y="176770"/>
                  </a:lnTo>
                  <a:lnTo>
                    <a:pt x="656201" y="173528"/>
                  </a:lnTo>
                  <a:lnTo>
                    <a:pt x="655463" y="172669"/>
                  </a:lnTo>
                  <a:lnTo>
                    <a:pt x="654603" y="169587"/>
                  </a:lnTo>
                  <a:lnTo>
                    <a:pt x="654824" y="168712"/>
                  </a:lnTo>
                  <a:lnTo>
                    <a:pt x="655889" y="167419"/>
                  </a:lnTo>
                  <a:lnTo>
                    <a:pt x="656741" y="167434"/>
                  </a:lnTo>
                  <a:lnTo>
                    <a:pt x="657373" y="168202"/>
                  </a:lnTo>
                  <a:lnTo>
                    <a:pt x="657022" y="171520"/>
                  </a:lnTo>
                  <a:lnTo>
                    <a:pt x="658933" y="175720"/>
                  </a:lnTo>
                  <a:lnTo>
                    <a:pt x="658712" y="177530"/>
                  </a:lnTo>
                  <a:close/>
                  <a:moveTo>
                    <a:pt x="611584" y="167008"/>
                  </a:moveTo>
                  <a:lnTo>
                    <a:pt x="611965" y="167860"/>
                  </a:lnTo>
                  <a:lnTo>
                    <a:pt x="610626" y="167837"/>
                  </a:lnTo>
                  <a:lnTo>
                    <a:pt x="610070" y="166232"/>
                  </a:lnTo>
                  <a:lnTo>
                    <a:pt x="610207" y="165372"/>
                  </a:lnTo>
                  <a:lnTo>
                    <a:pt x="611584" y="167008"/>
                  </a:lnTo>
                  <a:close/>
                  <a:moveTo>
                    <a:pt x="658050" y="163485"/>
                  </a:moveTo>
                  <a:lnTo>
                    <a:pt x="664616" y="164193"/>
                  </a:lnTo>
                  <a:lnTo>
                    <a:pt x="663688" y="164961"/>
                  </a:lnTo>
                  <a:lnTo>
                    <a:pt x="656604" y="166186"/>
                  </a:lnTo>
                  <a:lnTo>
                    <a:pt x="654093" y="165965"/>
                  </a:lnTo>
                  <a:lnTo>
                    <a:pt x="646409" y="166688"/>
                  </a:lnTo>
                  <a:lnTo>
                    <a:pt x="645412" y="166642"/>
                  </a:lnTo>
                  <a:lnTo>
                    <a:pt x="645267" y="165456"/>
                  </a:lnTo>
                  <a:lnTo>
                    <a:pt x="644446" y="164626"/>
                  </a:lnTo>
                  <a:lnTo>
                    <a:pt x="645670" y="163904"/>
                  </a:lnTo>
                  <a:lnTo>
                    <a:pt x="647299" y="163736"/>
                  </a:lnTo>
                  <a:lnTo>
                    <a:pt x="651560" y="164010"/>
                  </a:lnTo>
                  <a:lnTo>
                    <a:pt x="658050" y="163485"/>
                  </a:lnTo>
                  <a:close/>
                  <a:moveTo>
                    <a:pt x="596725" y="164056"/>
                  </a:moveTo>
                  <a:lnTo>
                    <a:pt x="595157" y="165806"/>
                  </a:lnTo>
                  <a:lnTo>
                    <a:pt x="594990" y="164870"/>
                  </a:lnTo>
                  <a:lnTo>
                    <a:pt x="595310" y="164018"/>
                  </a:lnTo>
                  <a:lnTo>
                    <a:pt x="595751" y="163417"/>
                  </a:lnTo>
                  <a:lnTo>
                    <a:pt x="596413" y="163120"/>
                  </a:lnTo>
                  <a:lnTo>
                    <a:pt x="596725" y="164056"/>
                  </a:lnTo>
                  <a:close/>
                  <a:moveTo>
                    <a:pt x="750486" y="161385"/>
                  </a:moveTo>
                  <a:lnTo>
                    <a:pt x="750745" y="162648"/>
                  </a:lnTo>
                  <a:lnTo>
                    <a:pt x="752016" y="163812"/>
                  </a:lnTo>
                  <a:lnTo>
                    <a:pt x="751574" y="165623"/>
                  </a:lnTo>
                  <a:lnTo>
                    <a:pt x="751072" y="165897"/>
                  </a:lnTo>
                  <a:lnTo>
                    <a:pt x="751338" y="166719"/>
                  </a:lnTo>
                  <a:lnTo>
                    <a:pt x="751886" y="167350"/>
                  </a:lnTo>
                  <a:lnTo>
                    <a:pt x="750897" y="167784"/>
                  </a:lnTo>
                  <a:lnTo>
                    <a:pt x="750174" y="167571"/>
                  </a:lnTo>
                  <a:lnTo>
                    <a:pt x="749010" y="168157"/>
                  </a:lnTo>
                  <a:lnTo>
                    <a:pt x="748234" y="168971"/>
                  </a:lnTo>
                  <a:lnTo>
                    <a:pt x="745792" y="169313"/>
                  </a:lnTo>
                  <a:lnTo>
                    <a:pt x="744932" y="168560"/>
                  </a:lnTo>
                  <a:lnTo>
                    <a:pt x="740519" y="167670"/>
                  </a:lnTo>
                  <a:lnTo>
                    <a:pt x="737696" y="165722"/>
                  </a:lnTo>
                  <a:lnTo>
                    <a:pt x="737339" y="165136"/>
                  </a:lnTo>
                  <a:lnTo>
                    <a:pt x="742809" y="162846"/>
                  </a:lnTo>
                  <a:lnTo>
                    <a:pt x="745198" y="162237"/>
                  </a:lnTo>
                  <a:lnTo>
                    <a:pt x="747207" y="162275"/>
                  </a:lnTo>
                  <a:lnTo>
                    <a:pt x="749733" y="161423"/>
                  </a:lnTo>
                  <a:lnTo>
                    <a:pt x="750486" y="161385"/>
                  </a:lnTo>
                  <a:close/>
                  <a:moveTo>
                    <a:pt x="635528" y="161697"/>
                  </a:moveTo>
                  <a:lnTo>
                    <a:pt x="637529" y="162450"/>
                  </a:lnTo>
                  <a:lnTo>
                    <a:pt x="638230" y="162450"/>
                  </a:lnTo>
                  <a:lnTo>
                    <a:pt x="638891" y="161568"/>
                  </a:lnTo>
                  <a:lnTo>
                    <a:pt x="639302" y="161423"/>
                  </a:lnTo>
                  <a:lnTo>
                    <a:pt x="640200" y="161857"/>
                  </a:lnTo>
                  <a:lnTo>
                    <a:pt x="640406" y="163287"/>
                  </a:lnTo>
                  <a:lnTo>
                    <a:pt x="641699" y="163089"/>
                  </a:lnTo>
                  <a:lnTo>
                    <a:pt x="642703" y="163576"/>
                  </a:lnTo>
                  <a:lnTo>
                    <a:pt x="643023" y="163919"/>
                  </a:lnTo>
                  <a:lnTo>
                    <a:pt x="642886" y="165341"/>
                  </a:lnTo>
                  <a:lnTo>
                    <a:pt x="639059" y="165593"/>
                  </a:lnTo>
                  <a:lnTo>
                    <a:pt x="636327" y="166741"/>
                  </a:lnTo>
                  <a:lnTo>
                    <a:pt x="632652" y="165707"/>
                  </a:lnTo>
                  <a:lnTo>
                    <a:pt x="628483" y="167480"/>
                  </a:lnTo>
                  <a:lnTo>
                    <a:pt x="625949" y="168096"/>
                  </a:lnTo>
                  <a:lnTo>
                    <a:pt x="623750" y="168058"/>
                  </a:lnTo>
                  <a:lnTo>
                    <a:pt x="621871" y="164954"/>
                  </a:lnTo>
                  <a:lnTo>
                    <a:pt x="622966" y="161317"/>
                  </a:lnTo>
                  <a:lnTo>
                    <a:pt x="623758" y="160715"/>
                  </a:lnTo>
                  <a:lnTo>
                    <a:pt x="625158" y="160396"/>
                  </a:lnTo>
                  <a:lnTo>
                    <a:pt x="629023" y="160221"/>
                  </a:lnTo>
                  <a:lnTo>
                    <a:pt x="635528" y="161697"/>
                  </a:lnTo>
                  <a:close/>
                  <a:moveTo>
                    <a:pt x="859837" y="159285"/>
                  </a:moveTo>
                  <a:lnTo>
                    <a:pt x="868267" y="160350"/>
                  </a:lnTo>
                  <a:lnTo>
                    <a:pt x="870550" y="160213"/>
                  </a:lnTo>
                  <a:lnTo>
                    <a:pt x="875366" y="160624"/>
                  </a:lnTo>
                  <a:lnTo>
                    <a:pt x="879383" y="162039"/>
                  </a:lnTo>
                  <a:lnTo>
                    <a:pt x="886406" y="162298"/>
                  </a:lnTo>
                  <a:lnTo>
                    <a:pt x="888498" y="162724"/>
                  </a:lnTo>
                  <a:lnTo>
                    <a:pt x="890118" y="163698"/>
                  </a:lnTo>
                  <a:lnTo>
                    <a:pt x="886185" y="164497"/>
                  </a:lnTo>
                  <a:lnTo>
                    <a:pt x="884336" y="165250"/>
                  </a:lnTo>
                  <a:lnTo>
                    <a:pt x="880897" y="165623"/>
                  </a:lnTo>
                  <a:lnTo>
                    <a:pt x="878021" y="165243"/>
                  </a:lnTo>
                  <a:lnTo>
                    <a:pt x="875929" y="165691"/>
                  </a:lnTo>
                  <a:lnTo>
                    <a:pt x="875168" y="164961"/>
                  </a:lnTo>
                  <a:lnTo>
                    <a:pt x="872109" y="164215"/>
                  </a:lnTo>
                  <a:lnTo>
                    <a:pt x="868191" y="162686"/>
                  </a:lnTo>
                  <a:lnTo>
                    <a:pt x="860110" y="160913"/>
                  </a:lnTo>
                  <a:lnTo>
                    <a:pt x="859730" y="159802"/>
                  </a:lnTo>
                  <a:lnTo>
                    <a:pt x="859837" y="159285"/>
                  </a:lnTo>
                  <a:close/>
                  <a:moveTo>
                    <a:pt x="293523" y="159879"/>
                  </a:moveTo>
                  <a:lnTo>
                    <a:pt x="291073" y="160769"/>
                  </a:lnTo>
                  <a:lnTo>
                    <a:pt x="290335" y="158775"/>
                  </a:lnTo>
                  <a:lnTo>
                    <a:pt x="291903" y="158182"/>
                  </a:lnTo>
                  <a:lnTo>
                    <a:pt x="293607" y="158699"/>
                  </a:lnTo>
                  <a:lnTo>
                    <a:pt x="293523" y="159879"/>
                  </a:lnTo>
                  <a:close/>
                  <a:moveTo>
                    <a:pt x="231437" y="160936"/>
                  </a:moveTo>
                  <a:lnTo>
                    <a:pt x="232175" y="162397"/>
                  </a:lnTo>
                  <a:lnTo>
                    <a:pt x="233180" y="163713"/>
                  </a:lnTo>
                  <a:lnTo>
                    <a:pt x="233918" y="165136"/>
                  </a:lnTo>
                  <a:lnTo>
                    <a:pt x="234929" y="171961"/>
                  </a:lnTo>
                  <a:lnTo>
                    <a:pt x="238277" y="177827"/>
                  </a:lnTo>
                  <a:lnTo>
                    <a:pt x="247948" y="180133"/>
                  </a:lnTo>
                  <a:lnTo>
                    <a:pt x="246365" y="181084"/>
                  </a:lnTo>
                  <a:lnTo>
                    <a:pt x="245559" y="181936"/>
                  </a:lnTo>
                  <a:lnTo>
                    <a:pt x="244965" y="182910"/>
                  </a:lnTo>
                  <a:lnTo>
                    <a:pt x="243542" y="186980"/>
                  </a:lnTo>
                  <a:lnTo>
                    <a:pt x="243679" y="187848"/>
                  </a:lnTo>
                  <a:lnTo>
                    <a:pt x="244516" y="189225"/>
                  </a:lnTo>
                  <a:lnTo>
                    <a:pt x="244714" y="190724"/>
                  </a:lnTo>
                  <a:lnTo>
                    <a:pt x="243504" y="190716"/>
                  </a:lnTo>
                  <a:lnTo>
                    <a:pt x="242143" y="190381"/>
                  </a:lnTo>
                  <a:lnTo>
                    <a:pt x="241055" y="189818"/>
                  </a:lnTo>
                  <a:lnTo>
                    <a:pt x="240043" y="189080"/>
                  </a:lnTo>
                  <a:lnTo>
                    <a:pt x="238947" y="188494"/>
                  </a:lnTo>
                  <a:lnTo>
                    <a:pt x="237760" y="188114"/>
                  </a:lnTo>
                  <a:lnTo>
                    <a:pt x="235797" y="186950"/>
                  </a:lnTo>
                  <a:lnTo>
                    <a:pt x="233142" y="186128"/>
                  </a:lnTo>
                  <a:lnTo>
                    <a:pt x="230433" y="185481"/>
                  </a:lnTo>
                  <a:lnTo>
                    <a:pt x="229117" y="183754"/>
                  </a:lnTo>
                  <a:lnTo>
                    <a:pt x="228493" y="181624"/>
                  </a:lnTo>
                  <a:lnTo>
                    <a:pt x="229162" y="178444"/>
                  </a:lnTo>
                  <a:lnTo>
                    <a:pt x="228485" y="177561"/>
                  </a:lnTo>
                  <a:lnTo>
                    <a:pt x="227519" y="176785"/>
                  </a:lnTo>
                  <a:lnTo>
                    <a:pt x="226332" y="174495"/>
                  </a:lnTo>
                  <a:lnTo>
                    <a:pt x="225883" y="171816"/>
                  </a:lnTo>
                  <a:lnTo>
                    <a:pt x="224163" y="170782"/>
                  </a:lnTo>
                  <a:lnTo>
                    <a:pt x="221896" y="170150"/>
                  </a:lnTo>
                  <a:lnTo>
                    <a:pt x="220899" y="169640"/>
                  </a:lnTo>
                  <a:lnTo>
                    <a:pt x="216418" y="170622"/>
                  </a:lnTo>
                  <a:lnTo>
                    <a:pt x="215338" y="170394"/>
                  </a:lnTo>
                  <a:lnTo>
                    <a:pt x="214387" y="169648"/>
                  </a:lnTo>
                  <a:lnTo>
                    <a:pt x="211944" y="168864"/>
                  </a:lnTo>
                  <a:lnTo>
                    <a:pt x="212043" y="167381"/>
                  </a:lnTo>
                  <a:lnTo>
                    <a:pt x="213177" y="166194"/>
                  </a:lnTo>
                  <a:lnTo>
                    <a:pt x="215847" y="164999"/>
                  </a:lnTo>
                  <a:lnTo>
                    <a:pt x="217103" y="163995"/>
                  </a:lnTo>
                  <a:lnTo>
                    <a:pt x="217346" y="162671"/>
                  </a:lnTo>
                  <a:lnTo>
                    <a:pt x="216874" y="161705"/>
                  </a:lnTo>
                  <a:lnTo>
                    <a:pt x="217057" y="160693"/>
                  </a:lnTo>
                  <a:lnTo>
                    <a:pt x="217902" y="159711"/>
                  </a:lnTo>
                  <a:lnTo>
                    <a:pt x="218898" y="158943"/>
                  </a:lnTo>
                  <a:lnTo>
                    <a:pt x="221592" y="157923"/>
                  </a:lnTo>
                  <a:lnTo>
                    <a:pt x="222763" y="159696"/>
                  </a:lnTo>
                  <a:lnTo>
                    <a:pt x="223342" y="161180"/>
                  </a:lnTo>
                  <a:lnTo>
                    <a:pt x="224057" y="162252"/>
                  </a:lnTo>
                  <a:lnTo>
                    <a:pt x="225198" y="160715"/>
                  </a:lnTo>
                  <a:lnTo>
                    <a:pt x="224468" y="158068"/>
                  </a:lnTo>
                  <a:lnTo>
                    <a:pt x="226515" y="157474"/>
                  </a:lnTo>
                  <a:lnTo>
                    <a:pt x="228523" y="157452"/>
                  </a:lnTo>
                  <a:lnTo>
                    <a:pt x="230038" y="158182"/>
                  </a:lnTo>
                  <a:lnTo>
                    <a:pt x="231026" y="159323"/>
                  </a:lnTo>
                  <a:lnTo>
                    <a:pt x="231437" y="160936"/>
                  </a:lnTo>
                  <a:close/>
                  <a:moveTo>
                    <a:pt x="606228" y="161674"/>
                  </a:moveTo>
                  <a:lnTo>
                    <a:pt x="604760" y="161811"/>
                  </a:lnTo>
                  <a:lnTo>
                    <a:pt x="603778" y="161187"/>
                  </a:lnTo>
                  <a:lnTo>
                    <a:pt x="603869" y="158075"/>
                  </a:lnTo>
                  <a:lnTo>
                    <a:pt x="604760" y="157398"/>
                  </a:lnTo>
                  <a:lnTo>
                    <a:pt x="605193" y="157512"/>
                  </a:lnTo>
                  <a:lnTo>
                    <a:pt x="605459" y="158440"/>
                  </a:lnTo>
                  <a:lnTo>
                    <a:pt x="605908" y="159270"/>
                  </a:lnTo>
                  <a:lnTo>
                    <a:pt x="606638" y="160046"/>
                  </a:lnTo>
                  <a:lnTo>
                    <a:pt x="606228" y="161674"/>
                  </a:lnTo>
                  <a:close/>
                  <a:moveTo>
                    <a:pt x="703503" y="160746"/>
                  </a:moveTo>
                  <a:lnTo>
                    <a:pt x="702195" y="161606"/>
                  </a:lnTo>
                  <a:lnTo>
                    <a:pt x="701540" y="161842"/>
                  </a:lnTo>
                  <a:lnTo>
                    <a:pt x="698390" y="161263"/>
                  </a:lnTo>
                  <a:lnTo>
                    <a:pt x="694708" y="161385"/>
                  </a:lnTo>
                  <a:lnTo>
                    <a:pt x="690873" y="162184"/>
                  </a:lnTo>
                  <a:lnTo>
                    <a:pt x="688659" y="161507"/>
                  </a:lnTo>
                  <a:lnTo>
                    <a:pt x="687251" y="160404"/>
                  </a:lnTo>
                  <a:lnTo>
                    <a:pt x="687320" y="159239"/>
                  </a:lnTo>
                  <a:lnTo>
                    <a:pt x="688636" y="156356"/>
                  </a:lnTo>
                  <a:lnTo>
                    <a:pt x="691520" y="154172"/>
                  </a:lnTo>
                  <a:lnTo>
                    <a:pt x="692691" y="153777"/>
                  </a:lnTo>
                  <a:lnTo>
                    <a:pt x="694754" y="154370"/>
                  </a:lnTo>
                  <a:lnTo>
                    <a:pt x="698215" y="156044"/>
                  </a:lnTo>
                  <a:lnTo>
                    <a:pt x="700939" y="158007"/>
                  </a:lnTo>
                  <a:lnTo>
                    <a:pt x="703412" y="159536"/>
                  </a:lnTo>
                  <a:lnTo>
                    <a:pt x="703503" y="160746"/>
                  </a:lnTo>
                  <a:close/>
                  <a:moveTo>
                    <a:pt x="598003" y="150368"/>
                  </a:moveTo>
                  <a:lnTo>
                    <a:pt x="598474" y="151692"/>
                  </a:lnTo>
                  <a:lnTo>
                    <a:pt x="597698" y="152841"/>
                  </a:lnTo>
                  <a:lnTo>
                    <a:pt x="598543" y="154994"/>
                  </a:lnTo>
                  <a:lnTo>
                    <a:pt x="600697" y="152125"/>
                  </a:lnTo>
                  <a:lnTo>
                    <a:pt x="602751" y="151760"/>
                  </a:lnTo>
                  <a:lnTo>
                    <a:pt x="603915" y="152240"/>
                  </a:lnTo>
                  <a:lnTo>
                    <a:pt x="604714" y="152810"/>
                  </a:lnTo>
                  <a:lnTo>
                    <a:pt x="605155" y="153898"/>
                  </a:lnTo>
                  <a:lnTo>
                    <a:pt x="604394" y="156234"/>
                  </a:lnTo>
                  <a:lnTo>
                    <a:pt x="603047" y="157330"/>
                  </a:lnTo>
                  <a:lnTo>
                    <a:pt x="601305" y="157505"/>
                  </a:lnTo>
                  <a:lnTo>
                    <a:pt x="600483" y="156143"/>
                  </a:lnTo>
                  <a:lnTo>
                    <a:pt x="599342" y="156013"/>
                  </a:lnTo>
                  <a:lnTo>
                    <a:pt x="598543" y="158981"/>
                  </a:lnTo>
                  <a:lnTo>
                    <a:pt x="598186" y="159437"/>
                  </a:lnTo>
                  <a:lnTo>
                    <a:pt x="597166" y="159810"/>
                  </a:lnTo>
                  <a:lnTo>
                    <a:pt x="596261" y="158996"/>
                  </a:lnTo>
                  <a:lnTo>
                    <a:pt x="596101" y="158539"/>
                  </a:lnTo>
                  <a:lnTo>
                    <a:pt x="597386" y="157193"/>
                  </a:lnTo>
                  <a:lnTo>
                    <a:pt x="596687" y="153198"/>
                  </a:lnTo>
                  <a:lnTo>
                    <a:pt x="595720" y="153951"/>
                  </a:lnTo>
                  <a:lnTo>
                    <a:pt x="593141" y="157581"/>
                  </a:lnTo>
                  <a:lnTo>
                    <a:pt x="591132" y="159201"/>
                  </a:lnTo>
                  <a:lnTo>
                    <a:pt x="590447" y="158380"/>
                  </a:lnTo>
                  <a:lnTo>
                    <a:pt x="589428" y="155914"/>
                  </a:lnTo>
                  <a:lnTo>
                    <a:pt x="589892" y="152749"/>
                  </a:lnTo>
                  <a:lnTo>
                    <a:pt x="591513" y="150611"/>
                  </a:lnTo>
                  <a:lnTo>
                    <a:pt x="592890" y="150756"/>
                  </a:lnTo>
                  <a:lnTo>
                    <a:pt x="596854" y="150086"/>
                  </a:lnTo>
                  <a:lnTo>
                    <a:pt x="598003" y="150368"/>
                  </a:lnTo>
                  <a:close/>
                  <a:moveTo>
                    <a:pt x="309692" y="150566"/>
                  </a:moveTo>
                  <a:lnTo>
                    <a:pt x="305431" y="152734"/>
                  </a:lnTo>
                  <a:lnTo>
                    <a:pt x="304426" y="152620"/>
                  </a:lnTo>
                  <a:lnTo>
                    <a:pt x="303666" y="151851"/>
                  </a:lnTo>
                  <a:lnTo>
                    <a:pt x="304137" y="147667"/>
                  </a:lnTo>
                  <a:lnTo>
                    <a:pt x="304685" y="146419"/>
                  </a:lnTo>
                  <a:lnTo>
                    <a:pt x="307652" y="146282"/>
                  </a:lnTo>
                  <a:lnTo>
                    <a:pt x="309456" y="146883"/>
                  </a:lnTo>
                  <a:lnTo>
                    <a:pt x="310399" y="147560"/>
                  </a:lnTo>
                  <a:lnTo>
                    <a:pt x="310764" y="148960"/>
                  </a:lnTo>
                  <a:lnTo>
                    <a:pt x="310559" y="149805"/>
                  </a:lnTo>
                  <a:lnTo>
                    <a:pt x="309692" y="150566"/>
                  </a:lnTo>
                  <a:close/>
                  <a:moveTo>
                    <a:pt x="848979" y="149196"/>
                  </a:moveTo>
                  <a:lnTo>
                    <a:pt x="847952" y="149584"/>
                  </a:lnTo>
                  <a:lnTo>
                    <a:pt x="846765" y="149158"/>
                  </a:lnTo>
                  <a:lnTo>
                    <a:pt x="845639" y="147530"/>
                  </a:lnTo>
                  <a:lnTo>
                    <a:pt x="846042" y="146282"/>
                  </a:lnTo>
                  <a:lnTo>
                    <a:pt x="847358" y="145422"/>
                  </a:lnTo>
                  <a:lnTo>
                    <a:pt x="848462" y="146282"/>
                  </a:lnTo>
                  <a:lnTo>
                    <a:pt x="848804" y="147378"/>
                  </a:lnTo>
                  <a:lnTo>
                    <a:pt x="849641" y="147454"/>
                  </a:lnTo>
                  <a:lnTo>
                    <a:pt x="848979" y="149196"/>
                  </a:lnTo>
                  <a:close/>
                  <a:moveTo>
                    <a:pt x="84493" y="163242"/>
                  </a:moveTo>
                  <a:lnTo>
                    <a:pt x="82523" y="163356"/>
                  </a:lnTo>
                  <a:lnTo>
                    <a:pt x="78307" y="160814"/>
                  </a:lnTo>
                  <a:lnTo>
                    <a:pt x="77311" y="159673"/>
                  </a:lnTo>
                  <a:lnTo>
                    <a:pt x="77067" y="158151"/>
                  </a:lnTo>
                  <a:lnTo>
                    <a:pt x="73027" y="152278"/>
                  </a:lnTo>
                  <a:lnTo>
                    <a:pt x="72487" y="150931"/>
                  </a:lnTo>
                  <a:lnTo>
                    <a:pt x="74077" y="146107"/>
                  </a:lnTo>
                  <a:lnTo>
                    <a:pt x="78193" y="144943"/>
                  </a:lnTo>
                  <a:lnTo>
                    <a:pt x="79555" y="145757"/>
                  </a:lnTo>
                  <a:lnTo>
                    <a:pt x="80034" y="147925"/>
                  </a:lnTo>
                  <a:lnTo>
                    <a:pt x="82393" y="151836"/>
                  </a:lnTo>
                  <a:lnTo>
                    <a:pt x="83169" y="153944"/>
                  </a:lnTo>
                  <a:lnTo>
                    <a:pt x="83755" y="154880"/>
                  </a:lnTo>
                  <a:lnTo>
                    <a:pt x="83998" y="155610"/>
                  </a:lnTo>
                  <a:lnTo>
                    <a:pt x="83793" y="156112"/>
                  </a:lnTo>
                  <a:lnTo>
                    <a:pt x="85497" y="158593"/>
                  </a:lnTo>
                  <a:lnTo>
                    <a:pt x="86715" y="160046"/>
                  </a:lnTo>
                  <a:lnTo>
                    <a:pt x="86806" y="162397"/>
                  </a:lnTo>
                  <a:lnTo>
                    <a:pt x="84493" y="163242"/>
                  </a:lnTo>
                  <a:close/>
                  <a:moveTo>
                    <a:pt x="764334" y="153426"/>
                  </a:moveTo>
                  <a:lnTo>
                    <a:pt x="763581" y="154020"/>
                  </a:lnTo>
                  <a:lnTo>
                    <a:pt x="760986" y="153465"/>
                  </a:lnTo>
                  <a:lnTo>
                    <a:pt x="759639" y="152156"/>
                  </a:lnTo>
                  <a:lnTo>
                    <a:pt x="758726" y="150398"/>
                  </a:lnTo>
                  <a:lnTo>
                    <a:pt x="758141" y="148953"/>
                  </a:lnTo>
                  <a:lnTo>
                    <a:pt x="757981" y="147804"/>
                  </a:lnTo>
                  <a:lnTo>
                    <a:pt x="757204" y="146396"/>
                  </a:lnTo>
                  <a:lnTo>
                    <a:pt x="757311" y="145886"/>
                  </a:lnTo>
                  <a:lnTo>
                    <a:pt x="762097" y="144403"/>
                  </a:lnTo>
                  <a:lnTo>
                    <a:pt x="763002" y="144943"/>
                  </a:lnTo>
                  <a:lnTo>
                    <a:pt x="765003" y="144989"/>
                  </a:lnTo>
                  <a:lnTo>
                    <a:pt x="765871" y="146061"/>
                  </a:lnTo>
                  <a:lnTo>
                    <a:pt x="765277" y="150726"/>
                  </a:lnTo>
                  <a:lnTo>
                    <a:pt x="764334" y="153426"/>
                  </a:lnTo>
                  <a:close/>
                  <a:moveTo>
                    <a:pt x="762280" y="142014"/>
                  </a:moveTo>
                  <a:lnTo>
                    <a:pt x="761732" y="143094"/>
                  </a:lnTo>
                  <a:lnTo>
                    <a:pt x="760720" y="143824"/>
                  </a:lnTo>
                  <a:lnTo>
                    <a:pt x="751536" y="145118"/>
                  </a:lnTo>
                  <a:lnTo>
                    <a:pt x="752327" y="144342"/>
                  </a:lnTo>
                  <a:lnTo>
                    <a:pt x="752716" y="143573"/>
                  </a:lnTo>
                  <a:lnTo>
                    <a:pt x="753294" y="143178"/>
                  </a:lnTo>
                  <a:lnTo>
                    <a:pt x="754199" y="143284"/>
                  </a:lnTo>
                  <a:lnTo>
                    <a:pt x="754656" y="143048"/>
                  </a:lnTo>
                  <a:lnTo>
                    <a:pt x="755120" y="142957"/>
                  </a:lnTo>
                  <a:lnTo>
                    <a:pt x="755630" y="143056"/>
                  </a:lnTo>
                  <a:lnTo>
                    <a:pt x="756520" y="142736"/>
                  </a:lnTo>
                  <a:lnTo>
                    <a:pt x="758391" y="142965"/>
                  </a:lnTo>
                  <a:lnTo>
                    <a:pt x="760324" y="142782"/>
                  </a:lnTo>
                  <a:lnTo>
                    <a:pt x="760180" y="141747"/>
                  </a:lnTo>
                  <a:lnTo>
                    <a:pt x="762280" y="142014"/>
                  </a:lnTo>
                  <a:close/>
                  <a:moveTo>
                    <a:pt x="857889" y="139335"/>
                  </a:moveTo>
                  <a:lnTo>
                    <a:pt x="862431" y="140165"/>
                  </a:lnTo>
                  <a:lnTo>
                    <a:pt x="864090" y="140119"/>
                  </a:lnTo>
                  <a:lnTo>
                    <a:pt x="865711" y="141055"/>
                  </a:lnTo>
                  <a:lnTo>
                    <a:pt x="867681" y="140614"/>
                  </a:lnTo>
                  <a:lnTo>
                    <a:pt x="868792" y="140918"/>
                  </a:lnTo>
                  <a:lnTo>
                    <a:pt x="872528" y="144137"/>
                  </a:lnTo>
                  <a:lnTo>
                    <a:pt x="874369" y="146267"/>
                  </a:lnTo>
                  <a:lnTo>
                    <a:pt x="877093" y="148101"/>
                  </a:lnTo>
                  <a:lnTo>
                    <a:pt x="879071" y="148724"/>
                  </a:lnTo>
                  <a:lnTo>
                    <a:pt x="877587" y="150398"/>
                  </a:lnTo>
                  <a:lnTo>
                    <a:pt x="874574" y="151281"/>
                  </a:lnTo>
                  <a:lnTo>
                    <a:pt x="873418" y="151326"/>
                  </a:lnTo>
                  <a:lnTo>
                    <a:pt x="871112" y="150330"/>
                  </a:lnTo>
                  <a:lnTo>
                    <a:pt x="869248" y="150512"/>
                  </a:lnTo>
                  <a:lnTo>
                    <a:pt x="867620" y="149265"/>
                  </a:lnTo>
                  <a:lnTo>
                    <a:pt x="867339" y="147332"/>
                  </a:lnTo>
                  <a:lnTo>
                    <a:pt x="865657" y="142980"/>
                  </a:lnTo>
                  <a:lnTo>
                    <a:pt x="863496" y="144228"/>
                  </a:lnTo>
                  <a:lnTo>
                    <a:pt x="860894" y="142219"/>
                  </a:lnTo>
                  <a:lnTo>
                    <a:pt x="860187" y="142173"/>
                  </a:lnTo>
                  <a:lnTo>
                    <a:pt x="860027" y="142508"/>
                  </a:lnTo>
                  <a:lnTo>
                    <a:pt x="858924" y="141831"/>
                  </a:lnTo>
                  <a:lnTo>
                    <a:pt x="857980" y="140477"/>
                  </a:lnTo>
                  <a:lnTo>
                    <a:pt x="857889" y="139335"/>
                  </a:lnTo>
                  <a:close/>
                  <a:moveTo>
                    <a:pt x="685304" y="142090"/>
                  </a:moveTo>
                  <a:lnTo>
                    <a:pt x="685060" y="142523"/>
                  </a:lnTo>
                  <a:lnTo>
                    <a:pt x="682831" y="141968"/>
                  </a:lnTo>
                  <a:lnTo>
                    <a:pt x="682230" y="141664"/>
                  </a:lnTo>
                  <a:lnTo>
                    <a:pt x="683348" y="138658"/>
                  </a:lnTo>
                  <a:lnTo>
                    <a:pt x="684398" y="138750"/>
                  </a:lnTo>
                  <a:lnTo>
                    <a:pt x="685319" y="141610"/>
                  </a:lnTo>
                  <a:lnTo>
                    <a:pt x="685304" y="142090"/>
                  </a:lnTo>
                  <a:close/>
                  <a:moveTo>
                    <a:pt x="756330" y="136741"/>
                  </a:moveTo>
                  <a:lnTo>
                    <a:pt x="755104" y="136764"/>
                  </a:lnTo>
                  <a:lnTo>
                    <a:pt x="752891" y="135843"/>
                  </a:lnTo>
                  <a:lnTo>
                    <a:pt x="754177" y="135044"/>
                  </a:lnTo>
                  <a:lnTo>
                    <a:pt x="754991" y="134877"/>
                  </a:lnTo>
                  <a:lnTo>
                    <a:pt x="755706" y="134398"/>
                  </a:lnTo>
                  <a:lnTo>
                    <a:pt x="756101" y="134375"/>
                  </a:lnTo>
                  <a:lnTo>
                    <a:pt x="756976" y="134786"/>
                  </a:lnTo>
                  <a:lnTo>
                    <a:pt x="757555" y="135478"/>
                  </a:lnTo>
                  <a:lnTo>
                    <a:pt x="756330" y="136741"/>
                  </a:lnTo>
                  <a:close/>
                  <a:moveTo>
                    <a:pt x="569220" y="134154"/>
                  </a:moveTo>
                  <a:lnTo>
                    <a:pt x="570125" y="135097"/>
                  </a:lnTo>
                  <a:lnTo>
                    <a:pt x="569585" y="136185"/>
                  </a:lnTo>
                  <a:lnTo>
                    <a:pt x="568847" y="135912"/>
                  </a:lnTo>
                  <a:lnTo>
                    <a:pt x="566907" y="135927"/>
                  </a:lnTo>
                  <a:lnTo>
                    <a:pt x="566176" y="136010"/>
                  </a:lnTo>
                  <a:lnTo>
                    <a:pt x="565301" y="136650"/>
                  </a:lnTo>
                  <a:lnTo>
                    <a:pt x="564753" y="136672"/>
                  </a:lnTo>
                  <a:lnTo>
                    <a:pt x="565126" y="135668"/>
                  </a:lnTo>
                  <a:lnTo>
                    <a:pt x="566770" y="134146"/>
                  </a:lnTo>
                  <a:lnTo>
                    <a:pt x="567797" y="134375"/>
                  </a:lnTo>
                  <a:lnTo>
                    <a:pt x="569220" y="134154"/>
                  </a:lnTo>
                  <a:close/>
                  <a:moveTo>
                    <a:pt x="817099" y="140926"/>
                  </a:moveTo>
                  <a:lnTo>
                    <a:pt x="822456" y="141245"/>
                  </a:lnTo>
                  <a:lnTo>
                    <a:pt x="825157" y="141032"/>
                  </a:lnTo>
                  <a:lnTo>
                    <a:pt x="827812" y="141306"/>
                  </a:lnTo>
                  <a:lnTo>
                    <a:pt x="828892" y="141846"/>
                  </a:lnTo>
                  <a:lnTo>
                    <a:pt x="830742" y="143482"/>
                  </a:lnTo>
                  <a:lnTo>
                    <a:pt x="830216" y="144555"/>
                  </a:lnTo>
                  <a:lnTo>
                    <a:pt x="829897" y="146777"/>
                  </a:lnTo>
                  <a:lnTo>
                    <a:pt x="830840" y="148907"/>
                  </a:lnTo>
                  <a:lnTo>
                    <a:pt x="832377" y="151045"/>
                  </a:lnTo>
                  <a:lnTo>
                    <a:pt x="833640" y="153328"/>
                  </a:lnTo>
                  <a:lnTo>
                    <a:pt x="833899" y="154438"/>
                  </a:lnTo>
                  <a:lnTo>
                    <a:pt x="833420" y="156797"/>
                  </a:lnTo>
                  <a:lnTo>
                    <a:pt x="832986" y="157961"/>
                  </a:lnTo>
                  <a:lnTo>
                    <a:pt x="831457" y="159909"/>
                  </a:lnTo>
                  <a:lnTo>
                    <a:pt x="830620" y="162032"/>
                  </a:lnTo>
                  <a:lnTo>
                    <a:pt x="831160" y="164649"/>
                  </a:lnTo>
                  <a:lnTo>
                    <a:pt x="831457" y="167289"/>
                  </a:lnTo>
                  <a:lnTo>
                    <a:pt x="831403" y="169709"/>
                  </a:lnTo>
                  <a:lnTo>
                    <a:pt x="831677" y="172090"/>
                  </a:lnTo>
                  <a:lnTo>
                    <a:pt x="832507" y="174510"/>
                  </a:lnTo>
                  <a:lnTo>
                    <a:pt x="836082" y="181129"/>
                  </a:lnTo>
                  <a:lnTo>
                    <a:pt x="838168" y="185618"/>
                  </a:lnTo>
                  <a:lnTo>
                    <a:pt x="838837" y="183107"/>
                  </a:lnTo>
                  <a:lnTo>
                    <a:pt x="838670" y="180323"/>
                  </a:lnTo>
                  <a:lnTo>
                    <a:pt x="839415" y="179318"/>
                  </a:lnTo>
                  <a:lnTo>
                    <a:pt x="840458" y="178786"/>
                  </a:lnTo>
                  <a:lnTo>
                    <a:pt x="841759" y="179341"/>
                  </a:lnTo>
                  <a:lnTo>
                    <a:pt x="842124" y="180467"/>
                  </a:lnTo>
                  <a:lnTo>
                    <a:pt x="842223" y="182933"/>
                  </a:lnTo>
                  <a:lnTo>
                    <a:pt x="843349" y="187772"/>
                  </a:lnTo>
                  <a:lnTo>
                    <a:pt x="844794" y="187992"/>
                  </a:lnTo>
                  <a:lnTo>
                    <a:pt x="846362" y="187254"/>
                  </a:lnTo>
                  <a:lnTo>
                    <a:pt x="846620" y="188730"/>
                  </a:lnTo>
                  <a:lnTo>
                    <a:pt x="846560" y="191469"/>
                  </a:lnTo>
                  <a:lnTo>
                    <a:pt x="847290" y="193645"/>
                  </a:lnTo>
                  <a:lnTo>
                    <a:pt x="847937" y="194498"/>
                  </a:lnTo>
                  <a:lnTo>
                    <a:pt x="850508" y="196263"/>
                  </a:lnTo>
                  <a:lnTo>
                    <a:pt x="851673" y="196590"/>
                  </a:lnTo>
                  <a:lnTo>
                    <a:pt x="855074" y="197016"/>
                  </a:lnTo>
                  <a:lnTo>
                    <a:pt x="857638" y="197153"/>
                  </a:lnTo>
                  <a:lnTo>
                    <a:pt x="860095" y="196521"/>
                  </a:lnTo>
                  <a:lnTo>
                    <a:pt x="861678" y="194901"/>
                  </a:lnTo>
                  <a:lnTo>
                    <a:pt x="863108" y="193143"/>
                  </a:lnTo>
                  <a:lnTo>
                    <a:pt x="868046" y="189095"/>
                  </a:lnTo>
                  <a:lnTo>
                    <a:pt x="869477" y="187155"/>
                  </a:lnTo>
                  <a:lnTo>
                    <a:pt x="870854" y="184188"/>
                  </a:lnTo>
                  <a:lnTo>
                    <a:pt x="871333" y="183556"/>
                  </a:lnTo>
                  <a:lnTo>
                    <a:pt x="876248" y="180346"/>
                  </a:lnTo>
                  <a:lnTo>
                    <a:pt x="876811" y="179204"/>
                  </a:lnTo>
                  <a:lnTo>
                    <a:pt x="877511" y="176998"/>
                  </a:lnTo>
                  <a:lnTo>
                    <a:pt x="878584" y="174868"/>
                  </a:lnTo>
                  <a:lnTo>
                    <a:pt x="879383" y="173764"/>
                  </a:lnTo>
                  <a:lnTo>
                    <a:pt x="884131" y="172722"/>
                  </a:lnTo>
                  <a:lnTo>
                    <a:pt x="889054" y="172159"/>
                  </a:lnTo>
                  <a:lnTo>
                    <a:pt x="893946" y="170196"/>
                  </a:lnTo>
                  <a:lnTo>
                    <a:pt x="896053" y="168507"/>
                  </a:lnTo>
                  <a:lnTo>
                    <a:pt x="896160" y="167396"/>
                  </a:lnTo>
                  <a:lnTo>
                    <a:pt x="895087" y="165448"/>
                  </a:lnTo>
                  <a:lnTo>
                    <a:pt x="895041" y="164588"/>
                  </a:lnTo>
                  <a:lnTo>
                    <a:pt x="896168" y="163767"/>
                  </a:lnTo>
                  <a:lnTo>
                    <a:pt x="900527" y="161294"/>
                  </a:lnTo>
                  <a:lnTo>
                    <a:pt x="905564" y="158753"/>
                  </a:lnTo>
                  <a:lnTo>
                    <a:pt x="909612" y="157002"/>
                  </a:lnTo>
                  <a:lnTo>
                    <a:pt x="911849" y="157018"/>
                  </a:lnTo>
                  <a:lnTo>
                    <a:pt x="913911" y="158562"/>
                  </a:lnTo>
                  <a:lnTo>
                    <a:pt x="916109" y="159825"/>
                  </a:lnTo>
                  <a:lnTo>
                    <a:pt x="927621" y="163538"/>
                  </a:lnTo>
                  <a:lnTo>
                    <a:pt x="929463" y="164695"/>
                  </a:lnTo>
                  <a:lnTo>
                    <a:pt x="931068" y="166232"/>
                  </a:lnTo>
                  <a:lnTo>
                    <a:pt x="933374" y="167297"/>
                  </a:lnTo>
                  <a:lnTo>
                    <a:pt x="935945" y="167807"/>
                  </a:lnTo>
                  <a:lnTo>
                    <a:pt x="938281" y="168803"/>
                  </a:lnTo>
                  <a:lnTo>
                    <a:pt x="940495" y="170082"/>
                  </a:lnTo>
                  <a:lnTo>
                    <a:pt x="945395" y="172471"/>
                  </a:lnTo>
                  <a:lnTo>
                    <a:pt x="951969" y="175370"/>
                  </a:lnTo>
                  <a:lnTo>
                    <a:pt x="953650" y="175537"/>
                  </a:lnTo>
                  <a:lnTo>
                    <a:pt x="959768" y="175400"/>
                  </a:lnTo>
                  <a:lnTo>
                    <a:pt x="960825" y="175948"/>
                  </a:lnTo>
                  <a:lnTo>
                    <a:pt x="961830" y="176724"/>
                  </a:lnTo>
                  <a:lnTo>
                    <a:pt x="962758" y="176899"/>
                  </a:lnTo>
                  <a:lnTo>
                    <a:pt x="969765" y="177439"/>
                  </a:lnTo>
                  <a:lnTo>
                    <a:pt x="970838" y="177994"/>
                  </a:lnTo>
                  <a:lnTo>
                    <a:pt x="971858" y="178763"/>
                  </a:lnTo>
                  <a:lnTo>
                    <a:pt x="972428" y="180863"/>
                  </a:lnTo>
                  <a:lnTo>
                    <a:pt x="977259" y="180916"/>
                  </a:lnTo>
                  <a:lnTo>
                    <a:pt x="977259" y="185033"/>
                  </a:lnTo>
                  <a:lnTo>
                    <a:pt x="977259" y="189346"/>
                  </a:lnTo>
                  <a:lnTo>
                    <a:pt x="977267" y="193661"/>
                  </a:lnTo>
                  <a:lnTo>
                    <a:pt x="977267" y="197982"/>
                  </a:lnTo>
                  <a:lnTo>
                    <a:pt x="977267" y="202304"/>
                  </a:lnTo>
                  <a:lnTo>
                    <a:pt x="977275" y="206625"/>
                  </a:lnTo>
                  <a:lnTo>
                    <a:pt x="977275" y="210947"/>
                  </a:lnTo>
                  <a:lnTo>
                    <a:pt x="977275" y="215269"/>
                  </a:lnTo>
                  <a:lnTo>
                    <a:pt x="977275" y="219591"/>
                  </a:lnTo>
                  <a:lnTo>
                    <a:pt x="977275" y="223912"/>
                  </a:lnTo>
                  <a:lnTo>
                    <a:pt x="977283" y="228241"/>
                  </a:lnTo>
                  <a:lnTo>
                    <a:pt x="977283" y="232571"/>
                  </a:lnTo>
                  <a:lnTo>
                    <a:pt x="977283" y="236900"/>
                  </a:lnTo>
                  <a:lnTo>
                    <a:pt x="977283" y="241229"/>
                  </a:lnTo>
                  <a:lnTo>
                    <a:pt x="977283" y="245559"/>
                  </a:lnTo>
                  <a:lnTo>
                    <a:pt x="977290" y="249895"/>
                  </a:lnTo>
                  <a:lnTo>
                    <a:pt x="977290" y="254232"/>
                  </a:lnTo>
                  <a:lnTo>
                    <a:pt x="977290" y="258569"/>
                  </a:lnTo>
                  <a:lnTo>
                    <a:pt x="977290" y="260418"/>
                  </a:lnTo>
                  <a:lnTo>
                    <a:pt x="976628" y="262685"/>
                  </a:lnTo>
                  <a:lnTo>
                    <a:pt x="975152" y="266079"/>
                  </a:lnTo>
                  <a:lnTo>
                    <a:pt x="974893" y="268826"/>
                  </a:lnTo>
                  <a:lnTo>
                    <a:pt x="976111" y="270963"/>
                  </a:lnTo>
                  <a:lnTo>
                    <a:pt x="977297" y="272356"/>
                  </a:lnTo>
                  <a:lnTo>
                    <a:pt x="977297" y="275932"/>
                  </a:lnTo>
                  <a:lnTo>
                    <a:pt x="977297" y="280276"/>
                  </a:lnTo>
                  <a:lnTo>
                    <a:pt x="977305" y="284629"/>
                  </a:lnTo>
                  <a:lnTo>
                    <a:pt x="977305" y="288981"/>
                  </a:lnTo>
                  <a:lnTo>
                    <a:pt x="977305" y="293333"/>
                  </a:lnTo>
                  <a:lnTo>
                    <a:pt x="977305" y="297685"/>
                  </a:lnTo>
                  <a:lnTo>
                    <a:pt x="977305" y="302045"/>
                  </a:lnTo>
                  <a:lnTo>
                    <a:pt x="977313" y="306404"/>
                  </a:lnTo>
                  <a:lnTo>
                    <a:pt x="977313" y="310764"/>
                  </a:lnTo>
                  <a:lnTo>
                    <a:pt x="977313" y="315124"/>
                  </a:lnTo>
                  <a:lnTo>
                    <a:pt x="977313" y="319491"/>
                  </a:lnTo>
                  <a:lnTo>
                    <a:pt x="977321" y="319772"/>
                  </a:lnTo>
                  <a:lnTo>
                    <a:pt x="976209" y="319050"/>
                  </a:lnTo>
                  <a:lnTo>
                    <a:pt x="973265" y="316661"/>
                  </a:lnTo>
                  <a:lnTo>
                    <a:pt x="970594" y="313937"/>
                  </a:lnTo>
                  <a:lnTo>
                    <a:pt x="968867" y="311396"/>
                  </a:lnTo>
                  <a:lnTo>
                    <a:pt x="966920" y="309082"/>
                  </a:lnTo>
                  <a:lnTo>
                    <a:pt x="958626" y="302227"/>
                  </a:lnTo>
                  <a:lnTo>
                    <a:pt x="956526" y="299975"/>
                  </a:lnTo>
                  <a:lnTo>
                    <a:pt x="956100" y="299351"/>
                  </a:lnTo>
                  <a:lnTo>
                    <a:pt x="956298" y="298765"/>
                  </a:lnTo>
                  <a:lnTo>
                    <a:pt x="957257" y="297578"/>
                  </a:lnTo>
                  <a:lnTo>
                    <a:pt x="958954" y="294147"/>
                  </a:lnTo>
                  <a:lnTo>
                    <a:pt x="957181" y="296270"/>
                  </a:lnTo>
                  <a:lnTo>
                    <a:pt x="955073" y="297951"/>
                  </a:lnTo>
                  <a:lnTo>
                    <a:pt x="951999" y="298058"/>
                  </a:lnTo>
                  <a:lnTo>
                    <a:pt x="948986" y="298469"/>
                  </a:lnTo>
                  <a:lnTo>
                    <a:pt x="946194" y="299480"/>
                  </a:lnTo>
                  <a:lnTo>
                    <a:pt x="943356" y="299830"/>
                  </a:lnTo>
                  <a:lnTo>
                    <a:pt x="941933" y="299336"/>
                  </a:lnTo>
                  <a:lnTo>
                    <a:pt x="941081" y="298073"/>
                  </a:lnTo>
                  <a:lnTo>
                    <a:pt x="940632" y="296779"/>
                  </a:lnTo>
                  <a:lnTo>
                    <a:pt x="940434" y="295402"/>
                  </a:lnTo>
                  <a:lnTo>
                    <a:pt x="939240" y="297624"/>
                  </a:lnTo>
                  <a:lnTo>
                    <a:pt x="936896" y="298841"/>
                  </a:lnTo>
                  <a:lnTo>
                    <a:pt x="933693" y="301405"/>
                  </a:lnTo>
                  <a:lnTo>
                    <a:pt x="932780" y="300873"/>
                  </a:lnTo>
                  <a:lnTo>
                    <a:pt x="932232" y="299899"/>
                  </a:lnTo>
                  <a:lnTo>
                    <a:pt x="932050" y="298887"/>
                  </a:lnTo>
                  <a:lnTo>
                    <a:pt x="932666" y="297807"/>
                  </a:lnTo>
                  <a:lnTo>
                    <a:pt x="933107" y="296665"/>
                  </a:lnTo>
                  <a:lnTo>
                    <a:pt x="933754" y="293918"/>
                  </a:lnTo>
                  <a:lnTo>
                    <a:pt x="935184" y="292298"/>
                  </a:lnTo>
                  <a:lnTo>
                    <a:pt x="936097" y="289171"/>
                  </a:lnTo>
                  <a:lnTo>
                    <a:pt x="936691" y="288060"/>
                  </a:lnTo>
                  <a:lnTo>
                    <a:pt x="936995" y="286949"/>
                  </a:lnTo>
                  <a:lnTo>
                    <a:pt x="936166" y="285686"/>
                  </a:lnTo>
                  <a:lnTo>
                    <a:pt x="934758" y="285260"/>
                  </a:lnTo>
                  <a:lnTo>
                    <a:pt x="933792" y="284492"/>
                  </a:lnTo>
                  <a:lnTo>
                    <a:pt x="932681" y="282369"/>
                  </a:lnTo>
                  <a:lnTo>
                    <a:pt x="931981" y="281653"/>
                  </a:lnTo>
                  <a:lnTo>
                    <a:pt x="930710" y="280779"/>
                  </a:lnTo>
                  <a:lnTo>
                    <a:pt x="929737" y="279767"/>
                  </a:lnTo>
                  <a:lnTo>
                    <a:pt x="930817" y="278998"/>
                  </a:lnTo>
                  <a:lnTo>
                    <a:pt x="932240" y="278686"/>
                  </a:lnTo>
                  <a:lnTo>
                    <a:pt x="933404" y="278732"/>
                  </a:lnTo>
                  <a:lnTo>
                    <a:pt x="935504" y="279211"/>
                  </a:lnTo>
                  <a:lnTo>
                    <a:pt x="936455" y="279234"/>
                  </a:lnTo>
                  <a:lnTo>
                    <a:pt x="938897" y="278450"/>
                  </a:lnTo>
                  <a:lnTo>
                    <a:pt x="937520" y="278694"/>
                  </a:lnTo>
                  <a:lnTo>
                    <a:pt x="936158" y="278663"/>
                  </a:lnTo>
                  <a:lnTo>
                    <a:pt x="931821" y="277294"/>
                  </a:lnTo>
                  <a:lnTo>
                    <a:pt x="929136" y="275871"/>
                  </a:lnTo>
                  <a:lnTo>
                    <a:pt x="926602" y="273018"/>
                  </a:lnTo>
                  <a:lnTo>
                    <a:pt x="926571" y="272470"/>
                  </a:lnTo>
                  <a:lnTo>
                    <a:pt x="928359" y="271953"/>
                  </a:lnTo>
                  <a:lnTo>
                    <a:pt x="932217" y="271352"/>
                  </a:lnTo>
                  <a:lnTo>
                    <a:pt x="931022" y="269898"/>
                  </a:lnTo>
                  <a:lnTo>
                    <a:pt x="929280" y="268628"/>
                  </a:lnTo>
                  <a:lnTo>
                    <a:pt x="928671" y="266375"/>
                  </a:lnTo>
                  <a:lnTo>
                    <a:pt x="927484" y="264983"/>
                  </a:lnTo>
                  <a:lnTo>
                    <a:pt x="924913" y="262708"/>
                  </a:lnTo>
                  <a:lnTo>
                    <a:pt x="923140" y="260350"/>
                  </a:lnTo>
                  <a:lnTo>
                    <a:pt x="921641" y="255556"/>
                  </a:lnTo>
                  <a:lnTo>
                    <a:pt x="920104" y="251935"/>
                  </a:lnTo>
                  <a:lnTo>
                    <a:pt x="920484" y="250626"/>
                  </a:lnTo>
                  <a:lnTo>
                    <a:pt x="921778" y="249690"/>
                  </a:lnTo>
                  <a:lnTo>
                    <a:pt x="919815" y="249583"/>
                  </a:lnTo>
                  <a:lnTo>
                    <a:pt x="918042" y="248914"/>
                  </a:lnTo>
                  <a:lnTo>
                    <a:pt x="918985" y="247156"/>
                  </a:lnTo>
                  <a:lnTo>
                    <a:pt x="921040" y="246114"/>
                  </a:lnTo>
                  <a:lnTo>
                    <a:pt x="919168" y="246380"/>
                  </a:lnTo>
                  <a:lnTo>
                    <a:pt x="917342" y="246890"/>
                  </a:lnTo>
                  <a:lnTo>
                    <a:pt x="916513" y="246989"/>
                  </a:lnTo>
                  <a:lnTo>
                    <a:pt x="915653" y="246829"/>
                  </a:lnTo>
                  <a:lnTo>
                    <a:pt x="915196" y="246122"/>
                  </a:lnTo>
                  <a:lnTo>
                    <a:pt x="915136" y="245117"/>
                  </a:lnTo>
                  <a:lnTo>
                    <a:pt x="915402" y="243345"/>
                  </a:lnTo>
                  <a:lnTo>
                    <a:pt x="915090" y="241625"/>
                  </a:lnTo>
                  <a:lnTo>
                    <a:pt x="913469" y="240826"/>
                  </a:lnTo>
                  <a:lnTo>
                    <a:pt x="912123" y="239601"/>
                  </a:lnTo>
                  <a:lnTo>
                    <a:pt x="911362" y="239145"/>
                  </a:lnTo>
                  <a:lnTo>
                    <a:pt x="910373" y="239175"/>
                  </a:lnTo>
                  <a:lnTo>
                    <a:pt x="909406" y="238353"/>
                  </a:lnTo>
                  <a:lnTo>
                    <a:pt x="908630" y="237166"/>
                  </a:lnTo>
                  <a:lnTo>
                    <a:pt x="898967" y="232015"/>
                  </a:lnTo>
                  <a:lnTo>
                    <a:pt x="898397" y="230547"/>
                  </a:lnTo>
                  <a:lnTo>
                    <a:pt x="897499" y="231186"/>
                  </a:lnTo>
                  <a:lnTo>
                    <a:pt x="896609" y="231506"/>
                  </a:lnTo>
                  <a:lnTo>
                    <a:pt x="895498" y="230661"/>
                  </a:lnTo>
                  <a:lnTo>
                    <a:pt x="894334" y="230098"/>
                  </a:lnTo>
                  <a:lnTo>
                    <a:pt x="893063" y="230189"/>
                  </a:lnTo>
                  <a:lnTo>
                    <a:pt x="891891" y="229733"/>
                  </a:lnTo>
                  <a:lnTo>
                    <a:pt x="890659" y="229474"/>
                  </a:lnTo>
                  <a:lnTo>
                    <a:pt x="889373" y="229436"/>
                  </a:lnTo>
                  <a:lnTo>
                    <a:pt x="884298" y="227853"/>
                  </a:lnTo>
                  <a:lnTo>
                    <a:pt x="879489" y="225350"/>
                  </a:lnTo>
                  <a:lnTo>
                    <a:pt x="875571" y="224270"/>
                  </a:lnTo>
                  <a:lnTo>
                    <a:pt x="873159" y="222862"/>
                  </a:lnTo>
                  <a:lnTo>
                    <a:pt x="870648" y="221721"/>
                  </a:lnTo>
                  <a:lnTo>
                    <a:pt x="865033" y="220610"/>
                  </a:lnTo>
                  <a:lnTo>
                    <a:pt x="859342" y="219857"/>
                  </a:lnTo>
                  <a:lnTo>
                    <a:pt x="857280" y="219834"/>
                  </a:lnTo>
                  <a:lnTo>
                    <a:pt x="855553" y="220077"/>
                  </a:lnTo>
                  <a:lnTo>
                    <a:pt x="853894" y="220024"/>
                  </a:lnTo>
                  <a:lnTo>
                    <a:pt x="844475" y="214592"/>
                  </a:lnTo>
                  <a:lnTo>
                    <a:pt x="842885" y="212119"/>
                  </a:lnTo>
                  <a:lnTo>
                    <a:pt x="843037" y="210673"/>
                  </a:lnTo>
                  <a:lnTo>
                    <a:pt x="843463" y="209479"/>
                  </a:lnTo>
                  <a:lnTo>
                    <a:pt x="847305" y="209136"/>
                  </a:lnTo>
                  <a:lnTo>
                    <a:pt x="844604" y="208786"/>
                  </a:lnTo>
                  <a:lnTo>
                    <a:pt x="843493" y="208946"/>
                  </a:lnTo>
                  <a:lnTo>
                    <a:pt x="841264" y="209928"/>
                  </a:lnTo>
                  <a:lnTo>
                    <a:pt x="840062" y="209996"/>
                  </a:lnTo>
                  <a:lnTo>
                    <a:pt x="838358" y="209342"/>
                  </a:lnTo>
                  <a:lnTo>
                    <a:pt x="836729" y="208520"/>
                  </a:lnTo>
                  <a:lnTo>
                    <a:pt x="834059" y="209281"/>
                  </a:lnTo>
                  <a:lnTo>
                    <a:pt x="832697" y="208033"/>
                  </a:lnTo>
                  <a:lnTo>
                    <a:pt x="832225" y="206717"/>
                  </a:lnTo>
                  <a:lnTo>
                    <a:pt x="831510" y="206116"/>
                  </a:lnTo>
                  <a:lnTo>
                    <a:pt x="830506" y="206177"/>
                  </a:lnTo>
                  <a:lnTo>
                    <a:pt x="829151" y="206656"/>
                  </a:lnTo>
                  <a:lnTo>
                    <a:pt x="827805" y="206572"/>
                  </a:lnTo>
                  <a:lnTo>
                    <a:pt x="826937" y="205667"/>
                  </a:lnTo>
                  <a:lnTo>
                    <a:pt x="826313" y="204487"/>
                  </a:lnTo>
                  <a:lnTo>
                    <a:pt x="825393" y="203643"/>
                  </a:lnTo>
                  <a:lnTo>
                    <a:pt x="824282" y="202996"/>
                  </a:lnTo>
                  <a:lnTo>
                    <a:pt x="822456" y="201467"/>
                  </a:lnTo>
                  <a:lnTo>
                    <a:pt x="821505" y="199375"/>
                  </a:lnTo>
                  <a:lnTo>
                    <a:pt x="821619" y="195761"/>
                  </a:lnTo>
                  <a:lnTo>
                    <a:pt x="821908" y="194467"/>
                  </a:lnTo>
                  <a:lnTo>
                    <a:pt x="823711" y="192359"/>
                  </a:lnTo>
                  <a:lnTo>
                    <a:pt x="824989" y="190358"/>
                  </a:lnTo>
                  <a:lnTo>
                    <a:pt x="823407" y="190138"/>
                  </a:lnTo>
                  <a:lnTo>
                    <a:pt x="821976" y="191058"/>
                  </a:lnTo>
                  <a:lnTo>
                    <a:pt x="821375" y="192002"/>
                  </a:lnTo>
                  <a:lnTo>
                    <a:pt x="821132" y="193143"/>
                  </a:lnTo>
                  <a:lnTo>
                    <a:pt x="820972" y="196940"/>
                  </a:lnTo>
                  <a:lnTo>
                    <a:pt x="819823" y="198043"/>
                  </a:lnTo>
                  <a:lnTo>
                    <a:pt x="818088" y="197952"/>
                  </a:lnTo>
                  <a:lnTo>
                    <a:pt x="818598" y="200174"/>
                  </a:lnTo>
                  <a:lnTo>
                    <a:pt x="817890" y="202281"/>
                  </a:lnTo>
                  <a:lnTo>
                    <a:pt x="815874" y="204761"/>
                  </a:lnTo>
                  <a:lnTo>
                    <a:pt x="815714" y="205888"/>
                  </a:lnTo>
                  <a:lnTo>
                    <a:pt x="816034" y="207112"/>
                  </a:lnTo>
                  <a:lnTo>
                    <a:pt x="815577" y="208315"/>
                  </a:lnTo>
                  <a:lnTo>
                    <a:pt x="812321" y="211784"/>
                  </a:lnTo>
                  <a:lnTo>
                    <a:pt x="811233" y="211952"/>
                  </a:lnTo>
                  <a:lnTo>
                    <a:pt x="808829" y="211929"/>
                  </a:lnTo>
                  <a:lnTo>
                    <a:pt x="806341" y="212477"/>
                  </a:lnTo>
                  <a:lnTo>
                    <a:pt x="805184" y="211670"/>
                  </a:lnTo>
                  <a:lnTo>
                    <a:pt x="804241" y="210620"/>
                  </a:lnTo>
                  <a:lnTo>
                    <a:pt x="803533" y="209372"/>
                  </a:lnTo>
                  <a:lnTo>
                    <a:pt x="802544" y="206808"/>
                  </a:lnTo>
                  <a:lnTo>
                    <a:pt x="801753" y="204160"/>
                  </a:lnTo>
                  <a:lnTo>
                    <a:pt x="804226" y="200919"/>
                  </a:lnTo>
                  <a:lnTo>
                    <a:pt x="803374" y="197990"/>
                  </a:lnTo>
                  <a:lnTo>
                    <a:pt x="801700" y="195471"/>
                  </a:lnTo>
                  <a:lnTo>
                    <a:pt x="797469" y="191987"/>
                  </a:lnTo>
                  <a:lnTo>
                    <a:pt x="793086" y="188677"/>
                  </a:lnTo>
                  <a:lnTo>
                    <a:pt x="791093" y="188007"/>
                  </a:lnTo>
                  <a:lnTo>
                    <a:pt x="787829" y="187711"/>
                  </a:lnTo>
                  <a:lnTo>
                    <a:pt x="786794" y="187391"/>
                  </a:lnTo>
                  <a:lnTo>
                    <a:pt x="785783" y="186151"/>
                  </a:lnTo>
                  <a:lnTo>
                    <a:pt x="785029" y="184720"/>
                  </a:lnTo>
                  <a:lnTo>
                    <a:pt x="787076" y="184104"/>
                  </a:lnTo>
                  <a:lnTo>
                    <a:pt x="790568" y="182423"/>
                  </a:lnTo>
                  <a:lnTo>
                    <a:pt x="792554" y="182506"/>
                  </a:lnTo>
                  <a:lnTo>
                    <a:pt x="797941" y="183419"/>
                  </a:lnTo>
                  <a:lnTo>
                    <a:pt x="799592" y="184249"/>
                  </a:lnTo>
                  <a:lnTo>
                    <a:pt x="801129" y="184736"/>
                  </a:lnTo>
                  <a:lnTo>
                    <a:pt x="804804" y="181959"/>
                  </a:lnTo>
                  <a:lnTo>
                    <a:pt x="807718" y="178329"/>
                  </a:lnTo>
                  <a:lnTo>
                    <a:pt x="809537" y="177538"/>
                  </a:lnTo>
                  <a:lnTo>
                    <a:pt x="811081" y="177272"/>
                  </a:lnTo>
                  <a:lnTo>
                    <a:pt x="812656" y="177622"/>
                  </a:lnTo>
                  <a:lnTo>
                    <a:pt x="815783" y="178885"/>
                  </a:lnTo>
                  <a:lnTo>
                    <a:pt x="818241" y="179478"/>
                  </a:lnTo>
                  <a:lnTo>
                    <a:pt x="819990" y="179592"/>
                  </a:lnTo>
                  <a:lnTo>
                    <a:pt x="820903" y="180726"/>
                  </a:lnTo>
                  <a:lnTo>
                    <a:pt x="821938" y="181236"/>
                  </a:lnTo>
                  <a:lnTo>
                    <a:pt x="822174" y="179524"/>
                  </a:lnTo>
                  <a:lnTo>
                    <a:pt x="823072" y="177546"/>
                  </a:lnTo>
                  <a:lnTo>
                    <a:pt x="824815" y="176929"/>
                  </a:lnTo>
                  <a:lnTo>
                    <a:pt x="825735" y="176785"/>
                  </a:lnTo>
                  <a:lnTo>
                    <a:pt x="826313" y="176275"/>
                  </a:lnTo>
                  <a:lnTo>
                    <a:pt x="826184" y="174441"/>
                  </a:lnTo>
                  <a:lnTo>
                    <a:pt x="823878" y="174213"/>
                  </a:lnTo>
                  <a:lnTo>
                    <a:pt x="825134" y="172638"/>
                  </a:lnTo>
                  <a:lnTo>
                    <a:pt x="826252" y="171870"/>
                  </a:lnTo>
                  <a:lnTo>
                    <a:pt x="826641" y="171101"/>
                  </a:lnTo>
                  <a:lnTo>
                    <a:pt x="826663" y="170143"/>
                  </a:lnTo>
                  <a:lnTo>
                    <a:pt x="822151" y="171991"/>
                  </a:lnTo>
                  <a:lnTo>
                    <a:pt x="817396" y="172768"/>
                  </a:lnTo>
                  <a:lnTo>
                    <a:pt x="814589" y="172554"/>
                  </a:lnTo>
                  <a:lnTo>
                    <a:pt x="811788" y="172532"/>
                  </a:lnTo>
                  <a:lnTo>
                    <a:pt x="806189" y="173764"/>
                  </a:lnTo>
                  <a:lnTo>
                    <a:pt x="804066" y="173719"/>
                  </a:lnTo>
                  <a:lnTo>
                    <a:pt x="799112" y="173216"/>
                  </a:lnTo>
                  <a:lnTo>
                    <a:pt x="796373" y="172615"/>
                  </a:lnTo>
                  <a:lnTo>
                    <a:pt x="794258" y="173079"/>
                  </a:lnTo>
                  <a:lnTo>
                    <a:pt x="792212" y="173117"/>
                  </a:lnTo>
                  <a:lnTo>
                    <a:pt x="790073" y="171702"/>
                  </a:lnTo>
                  <a:lnTo>
                    <a:pt x="788255" y="169937"/>
                  </a:lnTo>
                  <a:lnTo>
                    <a:pt x="787350" y="168682"/>
                  </a:lnTo>
                  <a:lnTo>
                    <a:pt x="786148" y="167769"/>
                  </a:lnTo>
                  <a:lnTo>
                    <a:pt x="785615" y="166544"/>
                  </a:lnTo>
                  <a:lnTo>
                    <a:pt x="784283" y="161933"/>
                  </a:lnTo>
                  <a:lnTo>
                    <a:pt x="784162" y="158631"/>
                  </a:lnTo>
                  <a:lnTo>
                    <a:pt x="782008" y="158570"/>
                  </a:lnTo>
                  <a:lnTo>
                    <a:pt x="779916" y="158243"/>
                  </a:lnTo>
                  <a:lnTo>
                    <a:pt x="770565" y="155108"/>
                  </a:lnTo>
                  <a:lnTo>
                    <a:pt x="769439" y="155877"/>
                  </a:lnTo>
                  <a:lnTo>
                    <a:pt x="768123" y="156272"/>
                  </a:lnTo>
                  <a:lnTo>
                    <a:pt x="766807" y="156417"/>
                  </a:lnTo>
                  <a:lnTo>
                    <a:pt x="765505" y="156257"/>
                  </a:lnTo>
                  <a:lnTo>
                    <a:pt x="764205" y="155770"/>
                  </a:lnTo>
                  <a:lnTo>
                    <a:pt x="764318" y="154902"/>
                  </a:lnTo>
                  <a:lnTo>
                    <a:pt x="765277" y="152787"/>
                  </a:lnTo>
                  <a:lnTo>
                    <a:pt x="766228" y="152004"/>
                  </a:lnTo>
                  <a:lnTo>
                    <a:pt x="767537" y="151395"/>
                  </a:lnTo>
                  <a:lnTo>
                    <a:pt x="768367" y="150269"/>
                  </a:lnTo>
                  <a:lnTo>
                    <a:pt x="769721" y="146898"/>
                  </a:lnTo>
                  <a:lnTo>
                    <a:pt x="769827" y="145749"/>
                  </a:lnTo>
                  <a:lnTo>
                    <a:pt x="769675" y="144578"/>
                  </a:lnTo>
                  <a:lnTo>
                    <a:pt x="769789" y="143687"/>
                  </a:lnTo>
                  <a:lnTo>
                    <a:pt x="770626" y="143223"/>
                  </a:lnTo>
                  <a:lnTo>
                    <a:pt x="774149" y="142128"/>
                  </a:lnTo>
                  <a:lnTo>
                    <a:pt x="781468" y="140469"/>
                  </a:lnTo>
                  <a:lnTo>
                    <a:pt x="783317" y="139480"/>
                  </a:lnTo>
                  <a:lnTo>
                    <a:pt x="784846" y="137897"/>
                  </a:lnTo>
                  <a:lnTo>
                    <a:pt x="786627" y="136939"/>
                  </a:lnTo>
                  <a:lnTo>
                    <a:pt x="787441" y="135965"/>
                  </a:lnTo>
                  <a:lnTo>
                    <a:pt x="788385" y="135181"/>
                  </a:lnTo>
                  <a:lnTo>
                    <a:pt x="794045" y="133089"/>
                  </a:lnTo>
                  <a:lnTo>
                    <a:pt x="796488" y="132922"/>
                  </a:lnTo>
                  <a:lnTo>
                    <a:pt x="798983" y="133165"/>
                  </a:lnTo>
                  <a:lnTo>
                    <a:pt x="803921" y="134405"/>
                  </a:lnTo>
                  <a:lnTo>
                    <a:pt x="808631" y="136406"/>
                  </a:lnTo>
                  <a:lnTo>
                    <a:pt x="812717" y="139039"/>
                  </a:lnTo>
                  <a:lnTo>
                    <a:pt x="817099" y="140926"/>
                  </a:lnTo>
                  <a:close/>
                  <a:moveTo>
                    <a:pt x="197884" y="132625"/>
                  </a:moveTo>
                  <a:lnTo>
                    <a:pt x="199885" y="134687"/>
                  </a:lnTo>
                  <a:lnTo>
                    <a:pt x="200364" y="135425"/>
                  </a:lnTo>
                  <a:lnTo>
                    <a:pt x="199375" y="136566"/>
                  </a:lnTo>
                  <a:lnTo>
                    <a:pt x="198583" y="138179"/>
                  </a:lnTo>
                  <a:lnTo>
                    <a:pt x="198127" y="138521"/>
                  </a:lnTo>
                  <a:lnTo>
                    <a:pt x="196598" y="137905"/>
                  </a:lnTo>
                  <a:lnTo>
                    <a:pt x="195517" y="139488"/>
                  </a:lnTo>
                  <a:lnTo>
                    <a:pt x="194802" y="136954"/>
                  </a:lnTo>
                  <a:lnTo>
                    <a:pt x="193250" y="135349"/>
                  </a:lnTo>
                  <a:lnTo>
                    <a:pt x="194216" y="133705"/>
                  </a:lnTo>
                  <a:lnTo>
                    <a:pt x="194566" y="133583"/>
                  </a:lnTo>
                  <a:lnTo>
                    <a:pt x="195038" y="133637"/>
                  </a:lnTo>
                  <a:lnTo>
                    <a:pt x="195525" y="134070"/>
                  </a:lnTo>
                  <a:lnTo>
                    <a:pt x="197884" y="132625"/>
                  </a:lnTo>
                  <a:close/>
                  <a:moveTo>
                    <a:pt x="690995" y="132290"/>
                  </a:moveTo>
                  <a:lnTo>
                    <a:pt x="693460" y="135463"/>
                  </a:lnTo>
                  <a:lnTo>
                    <a:pt x="691802" y="138468"/>
                  </a:lnTo>
                  <a:lnTo>
                    <a:pt x="692943" y="140150"/>
                  </a:lnTo>
                  <a:lnTo>
                    <a:pt x="696054" y="140256"/>
                  </a:lnTo>
                  <a:lnTo>
                    <a:pt x="696770" y="140888"/>
                  </a:lnTo>
                  <a:lnTo>
                    <a:pt x="697318" y="141648"/>
                  </a:lnTo>
                  <a:lnTo>
                    <a:pt x="697675" y="142683"/>
                  </a:lnTo>
                  <a:lnTo>
                    <a:pt x="696869" y="143513"/>
                  </a:lnTo>
                  <a:lnTo>
                    <a:pt x="695134" y="144273"/>
                  </a:lnTo>
                  <a:lnTo>
                    <a:pt x="693133" y="143178"/>
                  </a:lnTo>
                  <a:lnTo>
                    <a:pt x="692608" y="142158"/>
                  </a:lnTo>
                  <a:lnTo>
                    <a:pt x="692197" y="141778"/>
                  </a:lnTo>
                  <a:lnTo>
                    <a:pt x="689504" y="142554"/>
                  </a:lnTo>
                  <a:lnTo>
                    <a:pt x="688751" y="142630"/>
                  </a:lnTo>
                  <a:lnTo>
                    <a:pt x="688233" y="141207"/>
                  </a:lnTo>
                  <a:lnTo>
                    <a:pt x="688880" y="139168"/>
                  </a:lnTo>
                  <a:lnTo>
                    <a:pt x="687000" y="138247"/>
                  </a:lnTo>
                  <a:lnTo>
                    <a:pt x="685273" y="136140"/>
                  </a:lnTo>
                  <a:lnTo>
                    <a:pt x="685212" y="135295"/>
                  </a:lnTo>
                  <a:lnTo>
                    <a:pt x="685905" y="133827"/>
                  </a:lnTo>
                  <a:lnTo>
                    <a:pt x="685813" y="132655"/>
                  </a:lnTo>
                  <a:lnTo>
                    <a:pt x="686795" y="132564"/>
                  </a:lnTo>
                  <a:lnTo>
                    <a:pt x="688590" y="134146"/>
                  </a:lnTo>
                  <a:lnTo>
                    <a:pt x="689367" y="132655"/>
                  </a:lnTo>
                  <a:lnTo>
                    <a:pt x="690135" y="132031"/>
                  </a:lnTo>
                  <a:lnTo>
                    <a:pt x="690995" y="132290"/>
                  </a:lnTo>
                  <a:close/>
                  <a:moveTo>
                    <a:pt x="684223" y="136026"/>
                  </a:moveTo>
                  <a:lnTo>
                    <a:pt x="682884" y="136573"/>
                  </a:lnTo>
                  <a:lnTo>
                    <a:pt x="681431" y="136566"/>
                  </a:lnTo>
                  <a:lnTo>
                    <a:pt x="681111" y="134306"/>
                  </a:lnTo>
                  <a:lnTo>
                    <a:pt x="681591" y="131438"/>
                  </a:lnTo>
                  <a:lnTo>
                    <a:pt x="682945" y="130951"/>
                  </a:lnTo>
                  <a:lnTo>
                    <a:pt x="685083" y="131559"/>
                  </a:lnTo>
                  <a:lnTo>
                    <a:pt x="684292" y="132282"/>
                  </a:lnTo>
                  <a:lnTo>
                    <a:pt x="684878" y="133819"/>
                  </a:lnTo>
                  <a:lnTo>
                    <a:pt x="684223" y="136026"/>
                  </a:lnTo>
                  <a:close/>
                  <a:moveTo>
                    <a:pt x="182134" y="132906"/>
                  </a:moveTo>
                  <a:lnTo>
                    <a:pt x="179357" y="133644"/>
                  </a:lnTo>
                  <a:lnTo>
                    <a:pt x="176260" y="133112"/>
                  </a:lnTo>
                  <a:lnTo>
                    <a:pt x="176641" y="131841"/>
                  </a:lnTo>
                  <a:lnTo>
                    <a:pt x="178132" y="130357"/>
                  </a:lnTo>
                  <a:lnTo>
                    <a:pt x="179456" y="130418"/>
                  </a:lnTo>
                  <a:lnTo>
                    <a:pt x="181867" y="131392"/>
                  </a:lnTo>
                  <a:lnTo>
                    <a:pt x="182719" y="132267"/>
                  </a:lnTo>
                  <a:lnTo>
                    <a:pt x="182134" y="132906"/>
                  </a:lnTo>
                  <a:close/>
                  <a:moveTo>
                    <a:pt x="760309" y="125610"/>
                  </a:moveTo>
                  <a:lnTo>
                    <a:pt x="764007" y="126515"/>
                  </a:lnTo>
                  <a:lnTo>
                    <a:pt x="764844" y="126370"/>
                  </a:lnTo>
                  <a:lnTo>
                    <a:pt x="770208" y="128699"/>
                  </a:lnTo>
                  <a:lnTo>
                    <a:pt x="771052" y="129855"/>
                  </a:lnTo>
                  <a:lnTo>
                    <a:pt x="770755" y="130639"/>
                  </a:lnTo>
                  <a:lnTo>
                    <a:pt x="771547" y="131689"/>
                  </a:lnTo>
                  <a:lnTo>
                    <a:pt x="769797" y="133287"/>
                  </a:lnTo>
                  <a:lnTo>
                    <a:pt x="768952" y="133462"/>
                  </a:lnTo>
                  <a:lnTo>
                    <a:pt x="768100" y="132860"/>
                  </a:lnTo>
                  <a:lnTo>
                    <a:pt x="766388" y="132526"/>
                  </a:lnTo>
                  <a:lnTo>
                    <a:pt x="764410" y="133180"/>
                  </a:lnTo>
                  <a:lnTo>
                    <a:pt x="763155" y="132686"/>
                  </a:lnTo>
                  <a:lnTo>
                    <a:pt x="762089" y="131225"/>
                  </a:lnTo>
                  <a:lnTo>
                    <a:pt x="760203" y="130334"/>
                  </a:lnTo>
                  <a:lnTo>
                    <a:pt x="757532" y="127246"/>
                  </a:lnTo>
                  <a:lnTo>
                    <a:pt x="756223" y="127360"/>
                  </a:lnTo>
                  <a:lnTo>
                    <a:pt x="756565" y="128569"/>
                  </a:lnTo>
                  <a:lnTo>
                    <a:pt x="757699" y="129368"/>
                  </a:lnTo>
                  <a:lnTo>
                    <a:pt x="759191" y="131719"/>
                  </a:lnTo>
                  <a:lnTo>
                    <a:pt x="760050" y="131947"/>
                  </a:lnTo>
                  <a:lnTo>
                    <a:pt x="760933" y="131864"/>
                  </a:lnTo>
                  <a:lnTo>
                    <a:pt x="762127" y="132845"/>
                  </a:lnTo>
                  <a:lnTo>
                    <a:pt x="762067" y="134360"/>
                  </a:lnTo>
                  <a:lnTo>
                    <a:pt x="758947" y="134953"/>
                  </a:lnTo>
                  <a:lnTo>
                    <a:pt x="757867" y="133842"/>
                  </a:lnTo>
                  <a:lnTo>
                    <a:pt x="757631" y="131826"/>
                  </a:lnTo>
                  <a:lnTo>
                    <a:pt x="755881" y="132503"/>
                  </a:lnTo>
                  <a:lnTo>
                    <a:pt x="755203" y="133203"/>
                  </a:lnTo>
                  <a:lnTo>
                    <a:pt x="754694" y="133302"/>
                  </a:lnTo>
                  <a:lnTo>
                    <a:pt x="753530" y="131202"/>
                  </a:lnTo>
                  <a:lnTo>
                    <a:pt x="750197" y="131088"/>
                  </a:lnTo>
                  <a:lnTo>
                    <a:pt x="747983" y="129977"/>
                  </a:lnTo>
                  <a:lnTo>
                    <a:pt x="749079" y="128813"/>
                  </a:lnTo>
                  <a:lnTo>
                    <a:pt x="749238" y="127687"/>
                  </a:lnTo>
                  <a:lnTo>
                    <a:pt x="750676" y="127078"/>
                  </a:lnTo>
                  <a:lnTo>
                    <a:pt x="752130" y="127618"/>
                  </a:lnTo>
                  <a:lnTo>
                    <a:pt x="753598" y="126804"/>
                  </a:lnTo>
                  <a:lnTo>
                    <a:pt x="754641" y="127010"/>
                  </a:lnTo>
                  <a:lnTo>
                    <a:pt x="755409" y="126492"/>
                  </a:lnTo>
                  <a:lnTo>
                    <a:pt x="758361" y="126165"/>
                  </a:lnTo>
                  <a:lnTo>
                    <a:pt x="760309" y="125610"/>
                  </a:lnTo>
                  <a:close/>
                  <a:moveTo>
                    <a:pt x="69443" y="136771"/>
                  </a:moveTo>
                  <a:lnTo>
                    <a:pt x="68172" y="137753"/>
                  </a:lnTo>
                  <a:lnTo>
                    <a:pt x="66248" y="136802"/>
                  </a:lnTo>
                  <a:lnTo>
                    <a:pt x="66894" y="135440"/>
                  </a:lnTo>
                  <a:lnTo>
                    <a:pt x="67207" y="133561"/>
                  </a:lnTo>
                  <a:lnTo>
                    <a:pt x="68363" y="132069"/>
                  </a:lnTo>
                  <a:lnTo>
                    <a:pt x="68751" y="130319"/>
                  </a:lnTo>
                  <a:lnTo>
                    <a:pt x="66529" y="125534"/>
                  </a:lnTo>
                  <a:lnTo>
                    <a:pt x="67632" y="125374"/>
                  </a:lnTo>
                  <a:lnTo>
                    <a:pt x="68507" y="125891"/>
                  </a:lnTo>
                  <a:lnTo>
                    <a:pt x="69976" y="129072"/>
                  </a:lnTo>
                  <a:lnTo>
                    <a:pt x="71254" y="130981"/>
                  </a:lnTo>
                  <a:lnTo>
                    <a:pt x="70744" y="133568"/>
                  </a:lnTo>
                  <a:lnTo>
                    <a:pt x="69443" y="136771"/>
                  </a:lnTo>
                  <a:close/>
                  <a:moveTo>
                    <a:pt x="204389" y="129254"/>
                  </a:moveTo>
                  <a:lnTo>
                    <a:pt x="205005" y="129604"/>
                  </a:lnTo>
                  <a:lnTo>
                    <a:pt x="205766" y="128501"/>
                  </a:lnTo>
                  <a:lnTo>
                    <a:pt x="207174" y="130007"/>
                  </a:lnTo>
                  <a:lnTo>
                    <a:pt x="208041" y="130760"/>
                  </a:lnTo>
                  <a:lnTo>
                    <a:pt x="209228" y="131514"/>
                  </a:lnTo>
                  <a:lnTo>
                    <a:pt x="208064" y="131544"/>
                  </a:lnTo>
                  <a:lnTo>
                    <a:pt x="207584" y="132237"/>
                  </a:lnTo>
                  <a:lnTo>
                    <a:pt x="207280" y="132374"/>
                  </a:lnTo>
                  <a:lnTo>
                    <a:pt x="202753" y="129946"/>
                  </a:lnTo>
                  <a:lnTo>
                    <a:pt x="199854" y="130730"/>
                  </a:lnTo>
                  <a:lnTo>
                    <a:pt x="197868" y="130023"/>
                  </a:lnTo>
                  <a:lnTo>
                    <a:pt x="197305" y="129536"/>
                  </a:lnTo>
                  <a:lnTo>
                    <a:pt x="198370" y="128204"/>
                  </a:lnTo>
                  <a:lnTo>
                    <a:pt x="199352" y="125153"/>
                  </a:lnTo>
                  <a:lnTo>
                    <a:pt x="201338" y="125922"/>
                  </a:lnTo>
                  <a:lnTo>
                    <a:pt x="201817" y="126865"/>
                  </a:lnTo>
                  <a:lnTo>
                    <a:pt x="201695" y="127147"/>
                  </a:lnTo>
                  <a:lnTo>
                    <a:pt x="202997" y="127717"/>
                  </a:lnTo>
                  <a:lnTo>
                    <a:pt x="204389" y="129254"/>
                  </a:lnTo>
                  <a:close/>
                  <a:moveTo>
                    <a:pt x="733314" y="129490"/>
                  </a:moveTo>
                  <a:lnTo>
                    <a:pt x="732386" y="129551"/>
                  </a:lnTo>
                  <a:lnTo>
                    <a:pt x="731610" y="128311"/>
                  </a:lnTo>
                  <a:lnTo>
                    <a:pt x="729494" y="126933"/>
                  </a:lnTo>
                  <a:lnTo>
                    <a:pt x="728186" y="124560"/>
                  </a:lnTo>
                  <a:lnTo>
                    <a:pt x="733162" y="128478"/>
                  </a:lnTo>
                  <a:lnTo>
                    <a:pt x="733314" y="129490"/>
                  </a:lnTo>
                  <a:close/>
                  <a:moveTo>
                    <a:pt x="688568" y="125648"/>
                  </a:moveTo>
                  <a:lnTo>
                    <a:pt x="688461" y="126302"/>
                  </a:lnTo>
                  <a:lnTo>
                    <a:pt x="687799" y="125389"/>
                  </a:lnTo>
                  <a:lnTo>
                    <a:pt x="687350" y="125168"/>
                  </a:lnTo>
                  <a:lnTo>
                    <a:pt x="687830" y="122886"/>
                  </a:lnTo>
                  <a:lnTo>
                    <a:pt x="688081" y="122498"/>
                  </a:lnTo>
                  <a:lnTo>
                    <a:pt x="688469" y="124057"/>
                  </a:lnTo>
                  <a:lnTo>
                    <a:pt x="688568" y="125648"/>
                  </a:lnTo>
                  <a:close/>
                  <a:moveTo>
                    <a:pt x="202479" y="124255"/>
                  </a:moveTo>
                  <a:lnTo>
                    <a:pt x="202662" y="124780"/>
                  </a:lnTo>
                  <a:lnTo>
                    <a:pt x="201657" y="124187"/>
                  </a:lnTo>
                  <a:lnTo>
                    <a:pt x="201049" y="123829"/>
                  </a:lnTo>
                  <a:lnTo>
                    <a:pt x="200638" y="123502"/>
                  </a:lnTo>
                  <a:lnTo>
                    <a:pt x="198416" y="120603"/>
                  </a:lnTo>
                  <a:lnTo>
                    <a:pt x="199367" y="120786"/>
                  </a:lnTo>
                  <a:lnTo>
                    <a:pt x="201840" y="123335"/>
                  </a:lnTo>
                  <a:lnTo>
                    <a:pt x="202479" y="124255"/>
                  </a:lnTo>
                  <a:close/>
                  <a:moveTo>
                    <a:pt x="172479" y="114029"/>
                  </a:moveTo>
                  <a:lnTo>
                    <a:pt x="170082" y="114151"/>
                  </a:lnTo>
                  <a:lnTo>
                    <a:pt x="169382" y="113877"/>
                  </a:lnTo>
                  <a:lnTo>
                    <a:pt x="169678" y="111884"/>
                  </a:lnTo>
                  <a:lnTo>
                    <a:pt x="170409" y="110682"/>
                  </a:lnTo>
                  <a:lnTo>
                    <a:pt x="171497" y="110704"/>
                  </a:lnTo>
                  <a:lnTo>
                    <a:pt x="172707" y="112500"/>
                  </a:lnTo>
                  <a:lnTo>
                    <a:pt x="172479" y="114029"/>
                  </a:lnTo>
                  <a:close/>
                  <a:moveTo>
                    <a:pt x="687852" y="111899"/>
                  </a:moveTo>
                  <a:lnTo>
                    <a:pt x="687084" y="112135"/>
                  </a:lnTo>
                  <a:lnTo>
                    <a:pt x="686863" y="112051"/>
                  </a:lnTo>
                  <a:lnTo>
                    <a:pt x="686635" y="111199"/>
                  </a:lnTo>
                  <a:lnTo>
                    <a:pt x="687061" y="109753"/>
                  </a:lnTo>
                  <a:lnTo>
                    <a:pt x="687959" y="109738"/>
                  </a:lnTo>
                  <a:lnTo>
                    <a:pt x="688340" y="109974"/>
                  </a:lnTo>
                  <a:lnTo>
                    <a:pt x="688416" y="111039"/>
                  </a:lnTo>
                  <a:lnTo>
                    <a:pt x="687852" y="111899"/>
                  </a:lnTo>
                  <a:close/>
                  <a:moveTo>
                    <a:pt x="686840" y="108734"/>
                  </a:moveTo>
                  <a:lnTo>
                    <a:pt x="686110" y="109434"/>
                  </a:lnTo>
                  <a:lnTo>
                    <a:pt x="685418" y="109198"/>
                  </a:lnTo>
                  <a:lnTo>
                    <a:pt x="684999" y="108300"/>
                  </a:lnTo>
                  <a:lnTo>
                    <a:pt x="685136" y="107653"/>
                  </a:lnTo>
                  <a:lnTo>
                    <a:pt x="685714" y="107235"/>
                  </a:lnTo>
                  <a:lnTo>
                    <a:pt x="686437" y="107547"/>
                  </a:lnTo>
                  <a:lnTo>
                    <a:pt x="686840" y="108734"/>
                  </a:lnTo>
                  <a:close/>
                  <a:moveTo>
                    <a:pt x="176016" y="111427"/>
                  </a:moveTo>
                  <a:lnTo>
                    <a:pt x="175575" y="111716"/>
                  </a:lnTo>
                  <a:lnTo>
                    <a:pt x="173757" y="109023"/>
                  </a:lnTo>
                  <a:lnTo>
                    <a:pt x="174213" y="107471"/>
                  </a:lnTo>
                  <a:lnTo>
                    <a:pt x="174654" y="107075"/>
                  </a:lnTo>
                  <a:lnTo>
                    <a:pt x="175659" y="108026"/>
                  </a:lnTo>
                  <a:lnTo>
                    <a:pt x="176450" y="109015"/>
                  </a:lnTo>
                  <a:lnTo>
                    <a:pt x="177028" y="110195"/>
                  </a:lnTo>
                  <a:lnTo>
                    <a:pt x="176016" y="111427"/>
                  </a:lnTo>
                  <a:close/>
                  <a:moveTo>
                    <a:pt x="184104" y="108536"/>
                  </a:moveTo>
                  <a:lnTo>
                    <a:pt x="184218" y="109145"/>
                  </a:lnTo>
                  <a:lnTo>
                    <a:pt x="182263" y="107920"/>
                  </a:lnTo>
                  <a:lnTo>
                    <a:pt x="182210" y="107029"/>
                  </a:lnTo>
                  <a:lnTo>
                    <a:pt x="182461" y="106619"/>
                  </a:lnTo>
                  <a:lnTo>
                    <a:pt x="183625" y="107570"/>
                  </a:lnTo>
                  <a:lnTo>
                    <a:pt x="184104" y="108536"/>
                  </a:lnTo>
                  <a:close/>
                  <a:moveTo>
                    <a:pt x="192870" y="107828"/>
                  </a:moveTo>
                  <a:lnTo>
                    <a:pt x="191530" y="108452"/>
                  </a:lnTo>
                  <a:lnTo>
                    <a:pt x="189849" y="106512"/>
                  </a:lnTo>
                  <a:lnTo>
                    <a:pt x="189910" y="106063"/>
                  </a:lnTo>
                  <a:lnTo>
                    <a:pt x="190069" y="105721"/>
                  </a:lnTo>
                  <a:lnTo>
                    <a:pt x="190381" y="105500"/>
                  </a:lnTo>
                  <a:lnTo>
                    <a:pt x="191401" y="106504"/>
                  </a:lnTo>
                  <a:lnTo>
                    <a:pt x="192611" y="106862"/>
                  </a:lnTo>
                  <a:lnTo>
                    <a:pt x="192870" y="107828"/>
                  </a:lnTo>
                  <a:close/>
                  <a:moveTo>
                    <a:pt x="166993" y="109685"/>
                  </a:moveTo>
                  <a:lnTo>
                    <a:pt x="166589" y="110499"/>
                  </a:lnTo>
                  <a:lnTo>
                    <a:pt x="165798" y="109898"/>
                  </a:lnTo>
                  <a:lnTo>
                    <a:pt x="161629" y="108985"/>
                  </a:lnTo>
                  <a:lnTo>
                    <a:pt x="160221" y="108886"/>
                  </a:lnTo>
                  <a:lnTo>
                    <a:pt x="156615" y="107882"/>
                  </a:lnTo>
                  <a:lnTo>
                    <a:pt x="155519" y="107349"/>
                  </a:lnTo>
                  <a:lnTo>
                    <a:pt x="154735" y="106649"/>
                  </a:lnTo>
                  <a:lnTo>
                    <a:pt x="155002" y="105363"/>
                  </a:lnTo>
                  <a:lnTo>
                    <a:pt x="155534" y="104587"/>
                  </a:lnTo>
                  <a:lnTo>
                    <a:pt x="155854" y="102426"/>
                  </a:lnTo>
                  <a:lnTo>
                    <a:pt x="156767" y="101544"/>
                  </a:lnTo>
                  <a:lnTo>
                    <a:pt x="158555" y="103149"/>
                  </a:lnTo>
                  <a:lnTo>
                    <a:pt x="160541" y="104534"/>
                  </a:lnTo>
                  <a:lnTo>
                    <a:pt x="161690" y="105165"/>
                  </a:lnTo>
                  <a:lnTo>
                    <a:pt x="165197" y="106581"/>
                  </a:lnTo>
                  <a:lnTo>
                    <a:pt x="166437" y="107288"/>
                  </a:lnTo>
                  <a:lnTo>
                    <a:pt x="166993" y="109685"/>
                  </a:lnTo>
                  <a:close/>
                  <a:moveTo>
                    <a:pt x="175454" y="103286"/>
                  </a:moveTo>
                  <a:lnTo>
                    <a:pt x="175583" y="104450"/>
                  </a:lnTo>
                  <a:lnTo>
                    <a:pt x="174160" y="104169"/>
                  </a:lnTo>
                  <a:lnTo>
                    <a:pt x="173133" y="102799"/>
                  </a:lnTo>
                  <a:lnTo>
                    <a:pt x="173977" y="101825"/>
                  </a:lnTo>
                  <a:lnTo>
                    <a:pt x="174510" y="101475"/>
                  </a:lnTo>
                  <a:lnTo>
                    <a:pt x="175043" y="102769"/>
                  </a:lnTo>
                  <a:lnTo>
                    <a:pt x="175454" y="103286"/>
                  </a:lnTo>
                  <a:close/>
                  <a:moveTo>
                    <a:pt x="169952" y="107068"/>
                  </a:moveTo>
                  <a:lnTo>
                    <a:pt x="169329" y="107676"/>
                  </a:lnTo>
                  <a:lnTo>
                    <a:pt x="168248" y="107532"/>
                  </a:lnTo>
                  <a:lnTo>
                    <a:pt x="167115" y="106817"/>
                  </a:lnTo>
                  <a:lnTo>
                    <a:pt x="165638" y="105531"/>
                  </a:lnTo>
                  <a:lnTo>
                    <a:pt x="163980" y="104382"/>
                  </a:lnTo>
                  <a:lnTo>
                    <a:pt x="161880" y="103659"/>
                  </a:lnTo>
                  <a:lnTo>
                    <a:pt x="160563" y="103438"/>
                  </a:lnTo>
                  <a:lnTo>
                    <a:pt x="160039" y="103172"/>
                  </a:lnTo>
                  <a:lnTo>
                    <a:pt x="160541" y="100943"/>
                  </a:lnTo>
                  <a:lnTo>
                    <a:pt x="161925" y="100806"/>
                  </a:lnTo>
                  <a:lnTo>
                    <a:pt x="166399" y="102875"/>
                  </a:lnTo>
                  <a:lnTo>
                    <a:pt x="167845" y="104001"/>
                  </a:lnTo>
                  <a:lnTo>
                    <a:pt x="169952" y="107068"/>
                  </a:lnTo>
                  <a:close/>
                  <a:moveTo>
                    <a:pt x="188289" y="100479"/>
                  </a:moveTo>
                  <a:lnTo>
                    <a:pt x="189643" y="101407"/>
                  </a:lnTo>
                  <a:lnTo>
                    <a:pt x="190754" y="100798"/>
                  </a:lnTo>
                  <a:lnTo>
                    <a:pt x="190709" y="101589"/>
                  </a:lnTo>
                  <a:lnTo>
                    <a:pt x="190488" y="102350"/>
                  </a:lnTo>
                  <a:lnTo>
                    <a:pt x="189179" y="104534"/>
                  </a:lnTo>
                  <a:lnTo>
                    <a:pt x="186988" y="104032"/>
                  </a:lnTo>
                  <a:lnTo>
                    <a:pt x="186486" y="103324"/>
                  </a:lnTo>
                  <a:lnTo>
                    <a:pt x="186326" y="102799"/>
                  </a:lnTo>
                  <a:lnTo>
                    <a:pt x="186646" y="102472"/>
                  </a:lnTo>
                  <a:lnTo>
                    <a:pt x="186820" y="101399"/>
                  </a:lnTo>
                  <a:lnTo>
                    <a:pt x="187764" y="101399"/>
                  </a:lnTo>
                  <a:lnTo>
                    <a:pt x="188289" y="100479"/>
                  </a:lnTo>
                  <a:close/>
                  <a:moveTo>
                    <a:pt x="200258" y="99725"/>
                  </a:moveTo>
                  <a:lnTo>
                    <a:pt x="200387" y="101315"/>
                  </a:lnTo>
                  <a:lnTo>
                    <a:pt x="201604" y="102092"/>
                  </a:lnTo>
                  <a:lnTo>
                    <a:pt x="201916" y="103263"/>
                  </a:lnTo>
                  <a:lnTo>
                    <a:pt x="201703" y="105143"/>
                  </a:lnTo>
                  <a:lnTo>
                    <a:pt x="200562" y="107311"/>
                  </a:lnTo>
                  <a:lnTo>
                    <a:pt x="200052" y="107882"/>
                  </a:lnTo>
                  <a:lnTo>
                    <a:pt x="198538" y="107440"/>
                  </a:lnTo>
                  <a:lnTo>
                    <a:pt x="198035" y="106718"/>
                  </a:lnTo>
                  <a:lnTo>
                    <a:pt x="197838" y="106155"/>
                  </a:lnTo>
                  <a:lnTo>
                    <a:pt x="198051" y="105751"/>
                  </a:lnTo>
                  <a:lnTo>
                    <a:pt x="196933" y="105242"/>
                  </a:lnTo>
                  <a:lnTo>
                    <a:pt x="197655" y="104412"/>
                  </a:lnTo>
                  <a:lnTo>
                    <a:pt x="197161" y="103248"/>
                  </a:lnTo>
                  <a:lnTo>
                    <a:pt x="194064" y="103978"/>
                  </a:lnTo>
                  <a:lnTo>
                    <a:pt x="193166" y="104001"/>
                  </a:lnTo>
                  <a:lnTo>
                    <a:pt x="193007" y="102677"/>
                  </a:lnTo>
                  <a:lnTo>
                    <a:pt x="193136" y="102145"/>
                  </a:lnTo>
                  <a:lnTo>
                    <a:pt x="195517" y="100471"/>
                  </a:lnTo>
                  <a:lnTo>
                    <a:pt x="196940" y="100159"/>
                  </a:lnTo>
                  <a:lnTo>
                    <a:pt x="198469" y="100494"/>
                  </a:lnTo>
                  <a:lnTo>
                    <a:pt x="200258" y="99725"/>
                  </a:lnTo>
                  <a:close/>
                  <a:moveTo>
                    <a:pt x="154172" y="104519"/>
                  </a:moveTo>
                  <a:lnTo>
                    <a:pt x="153183" y="105158"/>
                  </a:lnTo>
                  <a:lnTo>
                    <a:pt x="151996" y="104154"/>
                  </a:lnTo>
                  <a:lnTo>
                    <a:pt x="151022" y="102700"/>
                  </a:lnTo>
                  <a:lnTo>
                    <a:pt x="150513" y="101186"/>
                  </a:lnTo>
                  <a:lnTo>
                    <a:pt x="150049" y="98706"/>
                  </a:lnTo>
                  <a:lnTo>
                    <a:pt x="149927" y="96925"/>
                  </a:lnTo>
                  <a:lnTo>
                    <a:pt x="150520" y="95883"/>
                  </a:lnTo>
                  <a:lnTo>
                    <a:pt x="150954" y="95921"/>
                  </a:lnTo>
                  <a:lnTo>
                    <a:pt x="152704" y="96979"/>
                  </a:lnTo>
                  <a:lnTo>
                    <a:pt x="153860" y="98774"/>
                  </a:lnTo>
                  <a:lnTo>
                    <a:pt x="154499" y="99337"/>
                  </a:lnTo>
                  <a:lnTo>
                    <a:pt x="154629" y="100988"/>
                  </a:lnTo>
                  <a:lnTo>
                    <a:pt x="154203" y="102875"/>
                  </a:lnTo>
                  <a:lnTo>
                    <a:pt x="154172" y="104519"/>
                  </a:lnTo>
                  <a:close/>
                  <a:moveTo>
                    <a:pt x="48565" y="94445"/>
                  </a:moveTo>
                  <a:lnTo>
                    <a:pt x="53191" y="100410"/>
                  </a:lnTo>
                  <a:lnTo>
                    <a:pt x="55071" y="101209"/>
                  </a:lnTo>
                  <a:lnTo>
                    <a:pt x="57566" y="103918"/>
                  </a:lnTo>
                  <a:lnTo>
                    <a:pt x="58175" y="104861"/>
                  </a:lnTo>
                  <a:lnTo>
                    <a:pt x="57544" y="106763"/>
                  </a:lnTo>
                  <a:lnTo>
                    <a:pt x="56996" y="112196"/>
                  </a:lnTo>
                  <a:lnTo>
                    <a:pt x="55801" y="113550"/>
                  </a:lnTo>
                  <a:lnTo>
                    <a:pt x="52887" y="112881"/>
                  </a:lnTo>
                  <a:lnTo>
                    <a:pt x="52856" y="111929"/>
                  </a:lnTo>
                  <a:lnTo>
                    <a:pt x="51175" y="107836"/>
                  </a:lnTo>
                  <a:lnTo>
                    <a:pt x="48132" y="105553"/>
                  </a:lnTo>
                  <a:lnTo>
                    <a:pt x="46937" y="105432"/>
                  </a:lnTo>
                  <a:lnTo>
                    <a:pt x="46153" y="103096"/>
                  </a:lnTo>
                  <a:lnTo>
                    <a:pt x="44616" y="100334"/>
                  </a:lnTo>
                  <a:lnTo>
                    <a:pt x="39975" y="95282"/>
                  </a:lnTo>
                  <a:lnTo>
                    <a:pt x="43498" y="95320"/>
                  </a:lnTo>
                  <a:lnTo>
                    <a:pt x="45210" y="94087"/>
                  </a:lnTo>
                  <a:lnTo>
                    <a:pt x="45605" y="93106"/>
                  </a:lnTo>
                  <a:lnTo>
                    <a:pt x="45887" y="92855"/>
                  </a:lnTo>
                  <a:lnTo>
                    <a:pt x="48565" y="94445"/>
                  </a:lnTo>
                  <a:close/>
                  <a:moveTo>
                    <a:pt x="155557" y="94567"/>
                  </a:moveTo>
                  <a:lnTo>
                    <a:pt x="155717" y="97291"/>
                  </a:lnTo>
                  <a:lnTo>
                    <a:pt x="154126" y="96575"/>
                  </a:lnTo>
                  <a:lnTo>
                    <a:pt x="152887" y="95495"/>
                  </a:lnTo>
                  <a:lnTo>
                    <a:pt x="150901" y="94696"/>
                  </a:lnTo>
                  <a:lnTo>
                    <a:pt x="148496" y="94437"/>
                  </a:lnTo>
                  <a:lnTo>
                    <a:pt x="146731" y="93730"/>
                  </a:lnTo>
                  <a:lnTo>
                    <a:pt x="145499" y="92467"/>
                  </a:lnTo>
                  <a:lnTo>
                    <a:pt x="145445" y="91881"/>
                  </a:lnTo>
                  <a:lnTo>
                    <a:pt x="145567" y="91409"/>
                  </a:lnTo>
                  <a:lnTo>
                    <a:pt x="145962" y="91036"/>
                  </a:lnTo>
                  <a:lnTo>
                    <a:pt x="155085" y="93486"/>
                  </a:lnTo>
                  <a:lnTo>
                    <a:pt x="155557" y="94567"/>
                  </a:lnTo>
                  <a:close/>
                  <a:moveTo>
                    <a:pt x="633801" y="104412"/>
                  </a:moveTo>
                  <a:lnTo>
                    <a:pt x="629731" y="108011"/>
                  </a:lnTo>
                  <a:lnTo>
                    <a:pt x="628490" y="109753"/>
                  </a:lnTo>
                  <a:lnTo>
                    <a:pt x="627402" y="111625"/>
                  </a:lnTo>
                  <a:lnTo>
                    <a:pt x="625797" y="113702"/>
                  </a:lnTo>
                  <a:lnTo>
                    <a:pt x="623956" y="115536"/>
                  </a:lnTo>
                  <a:lnTo>
                    <a:pt x="623035" y="116076"/>
                  </a:lnTo>
                  <a:lnTo>
                    <a:pt x="620760" y="117065"/>
                  </a:lnTo>
                  <a:lnTo>
                    <a:pt x="619451" y="117446"/>
                  </a:lnTo>
                  <a:lnTo>
                    <a:pt x="616986" y="117575"/>
                  </a:lnTo>
                  <a:lnTo>
                    <a:pt x="609560" y="119036"/>
                  </a:lnTo>
                  <a:lnTo>
                    <a:pt x="607126" y="119203"/>
                  </a:lnTo>
                  <a:lnTo>
                    <a:pt x="604698" y="119142"/>
                  </a:lnTo>
                  <a:lnTo>
                    <a:pt x="600103" y="118777"/>
                  </a:lnTo>
                  <a:lnTo>
                    <a:pt x="599144" y="118587"/>
                  </a:lnTo>
                  <a:lnTo>
                    <a:pt x="597311" y="116700"/>
                  </a:lnTo>
                  <a:lnTo>
                    <a:pt x="595241" y="115209"/>
                  </a:lnTo>
                  <a:lnTo>
                    <a:pt x="593415" y="115049"/>
                  </a:lnTo>
                  <a:lnTo>
                    <a:pt x="591551" y="115209"/>
                  </a:lnTo>
                  <a:lnTo>
                    <a:pt x="578122" y="115315"/>
                  </a:lnTo>
                  <a:lnTo>
                    <a:pt x="573427" y="115597"/>
                  </a:lnTo>
                  <a:lnTo>
                    <a:pt x="568755" y="116259"/>
                  </a:lnTo>
                  <a:lnTo>
                    <a:pt x="566207" y="115954"/>
                  </a:lnTo>
                  <a:lnTo>
                    <a:pt x="563688" y="115209"/>
                  </a:lnTo>
                  <a:lnTo>
                    <a:pt x="561786" y="114942"/>
                  </a:lnTo>
                  <a:lnTo>
                    <a:pt x="559869" y="115018"/>
                  </a:lnTo>
                  <a:lnTo>
                    <a:pt x="551058" y="116145"/>
                  </a:lnTo>
                  <a:lnTo>
                    <a:pt x="548836" y="116038"/>
                  </a:lnTo>
                  <a:lnTo>
                    <a:pt x="544378" y="114600"/>
                  </a:lnTo>
                  <a:lnTo>
                    <a:pt x="541791" y="114311"/>
                  </a:lnTo>
                  <a:lnTo>
                    <a:pt x="539242" y="114699"/>
                  </a:lnTo>
                  <a:lnTo>
                    <a:pt x="536876" y="115992"/>
                  </a:lnTo>
                  <a:lnTo>
                    <a:pt x="535978" y="116860"/>
                  </a:lnTo>
                  <a:lnTo>
                    <a:pt x="533528" y="119827"/>
                  </a:lnTo>
                  <a:lnTo>
                    <a:pt x="532143" y="121988"/>
                  </a:lnTo>
                  <a:lnTo>
                    <a:pt x="531085" y="124681"/>
                  </a:lnTo>
                  <a:lnTo>
                    <a:pt x="530188" y="127428"/>
                  </a:lnTo>
                  <a:lnTo>
                    <a:pt x="529709" y="129680"/>
                  </a:lnTo>
                  <a:lnTo>
                    <a:pt x="529678" y="132039"/>
                  </a:lnTo>
                  <a:lnTo>
                    <a:pt x="530104" y="134687"/>
                  </a:lnTo>
                  <a:lnTo>
                    <a:pt x="530766" y="137304"/>
                  </a:lnTo>
                  <a:lnTo>
                    <a:pt x="531504" y="139305"/>
                  </a:lnTo>
                  <a:lnTo>
                    <a:pt x="534563" y="143931"/>
                  </a:lnTo>
                  <a:lnTo>
                    <a:pt x="535186" y="144585"/>
                  </a:lnTo>
                  <a:lnTo>
                    <a:pt x="538511" y="145886"/>
                  </a:lnTo>
                  <a:lnTo>
                    <a:pt x="540482" y="147560"/>
                  </a:lnTo>
                  <a:lnTo>
                    <a:pt x="542346" y="152202"/>
                  </a:lnTo>
                  <a:lnTo>
                    <a:pt x="543685" y="154575"/>
                  </a:lnTo>
                  <a:lnTo>
                    <a:pt x="544986" y="154606"/>
                  </a:lnTo>
                  <a:lnTo>
                    <a:pt x="546447" y="154438"/>
                  </a:lnTo>
                  <a:lnTo>
                    <a:pt x="548989" y="154743"/>
                  </a:lnTo>
                  <a:lnTo>
                    <a:pt x="551500" y="155352"/>
                  </a:lnTo>
                  <a:lnTo>
                    <a:pt x="553949" y="153929"/>
                  </a:lnTo>
                  <a:lnTo>
                    <a:pt x="555319" y="151235"/>
                  </a:lnTo>
                  <a:lnTo>
                    <a:pt x="556696" y="149234"/>
                  </a:lnTo>
                  <a:lnTo>
                    <a:pt x="559998" y="145430"/>
                  </a:lnTo>
                  <a:lnTo>
                    <a:pt x="561877" y="143672"/>
                  </a:lnTo>
                  <a:lnTo>
                    <a:pt x="563072" y="143094"/>
                  </a:lnTo>
                  <a:lnTo>
                    <a:pt x="564297" y="143345"/>
                  </a:lnTo>
                  <a:lnTo>
                    <a:pt x="565332" y="144349"/>
                  </a:lnTo>
                  <a:lnTo>
                    <a:pt x="566534" y="145148"/>
                  </a:lnTo>
                  <a:lnTo>
                    <a:pt x="568999" y="145582"/>
                  </a:lnTo>
                  <a:lnTo>
                    <a:pt x="571487" y="145316"/>
                  </a:lnTo>
                  <a:lnTo>
                    <a:pt x="574135" y="144075"/>
                  </a:lnTo>
                  <a:lnTo>
                    <a:pt x="575086" y="143315"/>
                  </a:lnTo>
                  <a:lnTo>
                    <a:pt x="575877" y="142356"/>
                  </a:lnTo>
                  <a:lnTo>
                    <a:pt x="578122" y="141572"/>
                  </a:lnTo>
                  <a:lnTo>
                    <a:pt x="583455" y="141565"/>
                  </a:lnTo>
                  <a:lnTo>
                    <a:pt x="586202" y="141846"/>
                  </a:lnTo>
                  <a:lnTo>
                    <a:pt x="591117" y="141534"/>
                  </a:lnTo>
                  <a:lnTo>
                    <a:pt x="591049" y="140834"/>
                  </a:lnTo>
                  <a:lnTo>
                    <a:pt x="590098" y="140089"/>
                  </a:lnTo>
                  <a:lnTo>
                    <a:pt x="589854" y="139488"/>
                  </a:lnTo>
                  <a:lnTo>
                    <a:pt x="590767" y="139100"/>
                  </a:lnTo>
                  <a:lnTo>
                    <a:pt x="593932" y="138232"/>
                  </a:lnTo>
                  <a:lnTo>
                    <a:pt x="597158" y="137616"/>
                  </a:lnTo>
                  <a:lnTo>
                    <a:pt x="599510" y="138057"/>
                  </a:lnTo>
                  <a:lnTo>
                    <a:pt x="601602" y="139267"/>
                  </a:lnTo>
                  <a:lnTo>
                    <a:pt x="602408" y="140515"/>
                  </a:lnTo>
                  <a:lnTo>
                    <a:pt x="602766" y="142014"/>
                  </a:lnTo>
                  <a:lnTo>
                    <a:pt x="601959" y="145902"/>
                  </a:lnTo>
                  <a:lnTo>
                    <a:pt x="601564" y="146807"/>
                  </a:lnTo>
                  <a:lnTo>
                    <a:pt x="599890" y="147271"/>
                  </a:lnTo>
                  <a:lnTo>
                    <a:pt x="598315" y="146754"/>
                  </a:lnTo>
                  <a:lnTo>
                    <a:pt x="596755" y="144745"/>
                  </a:lnTo>
                  <a:lnTo>
                    <a:pt x="594549" y="144007"/>
                  </a:lnTo>
                  <a:lnTo>
                    <a:pt x="591421" y="144616"/>
                  </a:lnTo>
                  <a:lnTo>
                    <a:pt x="590341" y="145194"/>
                  </a:lnTo>
                  <a:lnTo>
                    <a:pt x="589383" y="145993"/>
                  </a:lnTo>
                  <a:lnTo>
                    <a:pt x="587617" y="148078"/>
                  </a:lnTo>
                  <a:lnTo>
                    <a:pt x="586149" y="150429"/>
                  </a:lnTo>
                  <a:lnTo>
                    <a:pt x="582961" y="154088"/>
                  </a:lnTo>
                  <a:lnTo>
                    <a:pt x="579286" y="157269"/>
                  </a:lnTo>
                  <a:lnTo>
                    <a:pt x="577505" y="158486"/>
                  </a:lnTo>
                  <a:lnTo>
                    <a:pt x="575512" y="159300"/>
                  </a:lnTo>
                  <a:lnTo>
                    <a:pt x="569128" y="161408"/>
                  </a:lnTo>
                  <a:lnTo>
                    <a:pt x="567447" y="162975"/>
                  </a:lnTo>
                  <a:lnTo>
                    <a:pt x="566138" y="165007"/>
                  </a:lnTo>
                  <a:lnTo>
                    <a:pt x="564692" y="165699"/>
                  </a:lnTo>
                  <a:lnTo>
                    <a:pt x="563019" y="165920"/>
                  </a:lnTo>
                  <a:lnTo>
                    <a:pt x="561764" y="165539"/>
                  </a:lnTo>
                  <a:lnTo>
                    <a:pt x="559222" y="164390"/>
                  </a:lnTo>
                  <a:lnTo>
                    <a:pt x="558385" y="165334"/>
                  </a:lnTo>
                  <a:lnTo>
                    <a:pt x="558241" y="166772"/>
                  </a:lnTo>
                  <a:lnTo>
                    <a:pt x="559488" y="167282"/>
                  </a:lnTo>
                  <a:lnTo>
                    <a:pt x="561512" y="168872"/>
                  </a:lnTo>
                  <a:lnTo>
                    <a:pt x="563072" y="171116"/>
                  </a:lnTo>
                  <a:lnTo>
                    <a:pt x="564069" y="171596"/>
                  </a:lnTo>
                  <a:lnTo>
                    <a:pt x="566298" y="172326"/>
                  </a:lnTo>
                  <a:lnTo>
                    <a:pt x="567234" y="173026"/>
                  </a:lnTo>
                  <a:lnTo>
                    <a:pt x="568908" y="174951"/>
                  </a:lnTo>
                  <a:lnTo>
                    <a:pt x="571548" y="179425"/>
                  </a:lnTo>
                  <a:lnTo>
                    <a:pt x="572446" y="181845"/>
                  </a:lnTo>
                  <a:lnTo>
                    <a:pt x="573914" y="183823"/>
                  </a:lnTo>
                  <a:lnTo>
                    <a:pt x="578373" y="187178"/>
                  </a:lnTo>
                  <a:lnTo>
                    <a:pt x="578624" y="188129"/>
                  </a:lnTo>
                  <a:lnTo>
                    <a:pt x="578350" y="189240"/>
                  </a:lnTo>
                  <a:lnTo>
                    <a:pt x="578692" y="190244"/>
                  </a:lnTo>
                  <a:lnTo>
                    <a:pt x="580290" y="192169"/>
                  </a:lnTo>
                  <a:lnTo>
                    <a:pt x="580671" y="193417"/>
                  </a:lnTo>
                  <a:lnTo>
                    <a:pt x="578928" y="195000"/>
                  </a:lnTo>
                  <a:lnTo>
                    <a:pt x="578829" y="197282"/>
                  </a:lnTo>
                  <a:lnTo>
                    <a:pt x="577757" y="200356"/>
                  </a:lnTo>
                  <a:lnTo>
                    <a:pt x="577521" y="201391"/>
                  </a:lnTo>
                  <a:lnTo>
                    <a:pt x="577551" y="202334"/>
                  </a:lnTo>
                  <a:lnTo>
                    <a:pt x="578304" y="203209"/>
                  </a:lnTo>
                  <a:lnTo>
                    <a:pt x="579180" y="203902"/>
                  </a:lnTo>
                  <a:lnTo>
                    <a:pt x="580381" y="204267"/>
                  </a:lnTo>
                  <a:lnTo>
                    <a:pt x="581431" y="204868"/>
                  </a:lnTo>
                  <a:lnTo>
                    <a:pt x="583455" y="207265"/>
                  </a:lnTo>
                  <a:lnTo>
                    <a:pt x="584513" y="207896"/>
                  </a:lnTo>
                  <a:lnTo>
                    <a:pt x="585183" y="208771"/>
                  </a:lnTo>
                  <a:lnTo>
                    <a:pt x="585114" y="210072"/>
                  </a:lnTo>
                  <a:lnTo>
                    <a:pt x="586035" y="210833"/>
                  </a:lnTo>
                  <a:lnTo>
                    <a:pt x="586879" y="212195"/>
                  </a:lnTo>
                  <a:lnTo>
                    <a:pt x="588180" y="212522"/>
                  </a:lnTo>
                  <a:lnTo>
                    <a:pt x="588781" y="212134"/>
                  </a:lnTo>
                  <a:lnTo>
                    <a:pt x="589200" y="211548"/>
                  </a:lnTo>
                  <a:lnTo>
                    <a:pt x="590265" y="211769"/>
                  </a:lnTo>
                  <a:lnTo>
                    <a:pt x="590889" y="212720"/>
                  </a:lnTo>
                  <a:lnTo>
                    <a:pt x="591254" y="213937"/>
                  </a:lnTo>
                  <a:lnTo>
                    <a:pt x="591376" y="215276"/>
                  </a:lnTo>
                  <a:lnTo>
                    <a:pt x="591322" y="217818"/>
                  </a:lnTo>
                  <a:lnTo>
                    <a:pt x="590790" y="218731"/>
                  </a:lnTo>
                  <a:lnTo>
                    <a:pt x="589626" y="218685"/>
                  </a:lnTo>
                  <a:lnTo>
                    <a:pt x="587533" y="217635"/>
                  </a:lnTo>
                  <a:lnTo>
                    <a:pt x="587435" y="218396"/>
                  </a:lnTo>
                  <a:lnTo>
                    <a:pt x="587579" y="219126"/>
                  </a:lnTo>
                  <a:lnTo>
                    <a:pt x="586514" y="219370"/>
                  </a:lnTo>
                  <a:lnTo>
                    <a:pt x="585296" y="219263"/>
                  </a:lnTo>
                  <a:lnTo>
                    <a:pt x="582238" y="219362"/>
                  </a:lnTo>
                  <a:lnTo>
                    <a:pt x="576592" y="220945"/>
                  </a:lnTo>
                  <a:lnTo>
                    <a:pt x="574614" y="221881"/>
                  </a:lnTo>
                  <a:lnTo>
                    <a:pt x="573328" y="223577"/>
                  </a:lnTo>
                  <a:lnTo>
                    <a:pt x="573237" y="224757"/>
                  </a:lnTo>
                  <a:lnTo>
                    <a:pt x="573732" y="227230"/>
                  </a:lnTo>
                  <a:lnTo>
                    <a:pt x="572979" y="228097"/>
                  </a:lnTo>
                  <a:lnTo>
                    <a:pt x="570391" y="228424"/>
                  </a:lnTo>
                  <a:lnTo>
                    <a:pt x="566778" y="227762"/>
                  </a:lnTo>
                  <a:lnTo>
                    <a:pt x="564594" y="227100"/>
                  </a:lnTo>
                  <a:lnTo>
                    <a:pt x="563376" y="226545"/>
                  </a:lnTo>
                  <a:lnTo>
                    <a:pt x="561794" y="224879"/>
                  </a:lnTo>
                  <a:lnTo>
                    <a:pt x="561193" y="222748"/>
                  </a:lnTo>
                  <a:lnTo>
                    <a:pt x="562364" y="216410"/>
                  </a:lnTo>
                  <a:lnTo>
                    <a:pt x="562691" y="215596"/>
                  </a:lnTo>
                  <a:lnTo>
                    <a:pt x="563262" y="214873"/>
                  </a:lnTo>
                  <a:lnTo>
                    <a:pt x="563863" y="213724"/>
                  </a:lnTo>
                  <a:lnTo>
                    <a:pt x="564008" y="212370"/>
                  </a:lnTo>
                  <a:lnTo>
                    <a:pt x="562281" y="210719"/>
                  </a:lnTo>
                  <a:lnTo>
                    <a:pt x="559678" y="210065"/>
                  </a:lnTo>
                  <a:lnTo>
                    <a:pt x="557480" y="208687"/>
                  </a:lnTo>
                  <a:lnTo>
                    <a:pt x="548973" y="200957"/>
                  </a:lnTo>
                  <a:lnTo>
                    <a:pt x="548494" y="200212"/>
                  </a:lnTo>
                  <a:lnTo>
                    <a:pt x="548479" y="198933"/>
                  </a:lnTo>
                  <a:lnTo>
                    <a:pt x="548821" y="197739"/>
                  </a:lnTo>
                  <a:lnTo>
                    <a:pt x="551613" y="193516"/>
                  </a:lnTo>
                  <a:lnTo>
                    <a:pt x="551971" y="192710"/>
                  </a:lnTo>
                  <a:lnTo>
                    <a:pt x="552314" y="189377"/>
                  </a:lnTo>
                  <a:lnTo>
                    <a:pt x="552230" y="186630"/>
                  </a:lnTo>
                  <a:lnTo>
                    <a:pt x="551918" y="183884"/>
                  </a:lnTo>
                  <a:lnTo>
                    <a:pt x="550594" y="182156"/>
                  </a:lnTo>
                  <a:lnTo>
                    <a:pt x="548227" y="181631"/>
                  </a:lnTo>
                  <a:lnTo>
                    <a:pt x="545785" y="181548"/>
                  </a:lnTo>
                  <a:lnTo>
                    <a:pt x="543404" y="182096"/>
                  </a:lnTo>
                  <a:lnTo>
                    <a:pt x="541061" y="183480"/>
                  </a:lnTo>
                  <a:lnTo>
                    <a:pt x="536739" y="186387"/>
                  </a:lnTo>
                  <a:lnTo>
                    <a:pt x="535019" y="188084"/>
                  </a:lnTo>
                  <a:lnTo>
                    <a:pt x="534867" y="190282"/>
                  </a:lnTo>
                  <a:lnTo>
                    <a:pt x="535856" y="192436"/>
                  </a:lnTo>
                  <a:lnTo>
                    <a:pt x="537135" y="194399"/>
                  </a:lnTo>
                  <a:lnTo>
                    <a:pt x="537819" y="196552"/>
                  </a:lnTo>
                  <a:lnTo>
                    <a:pt x="538763" y="204183"/>
                  </a:lnTo>
                  <a:lnTo>
                    <a:pt x="538732" y="205043"/>
                  </a:lnTo>
                  <a:lnTo>
                    <a:pt x="537621" y="207265"/>
                  </a:lnTo>
                  <a:lnTo>
                    <a:pt x="537180" y="212225"/>
                  </a:lnTo>
                  <a:lnTo>
                    <a:pt x="537659" y="219233"/>
                  </a:lnTo>
                  <a:lnTo>
                    <a:pt x="538420" y="223532"/>
                  </a:lnTo>
                  <a:lnTo>
                    <a:pt x="538093" y="225867"/>
                  </a:lnTo>
                  <a:lnTo>
                    <a:pt x="536069" y="230889"/>
                  </a:lnTo>
                  <a:lnTo>
                    <a:pt x="535453" y="233643"/>
                  </a:lnTo>
                  <a:lnTo>
                    <a:pt x="535407" y="234777"/>
                  </a:lnTo>
                  <a:lnTo>
                    <a:pt x="537789" y="240027"/>
                  </a:lnTo>
                  <a:lnTo>
                    <a:pt x="538336" y="242104"/>
                  </a:lnTo>
                  <a:lnTo>
                    <a:pt x="538626" y="244258"/>
                  </a:lnTo>
                  <a:lnTo>
                    <a:pt x="536092" y="243200"/>
                  </a:lnTo>
                  <a:lnTo>
                    <a:pt x="534920" y="243253"/>
                  </a:lnTo>
                  <a:lnTo>
                    <a:pt x="533726" y="243573"/>
                  </a:lnTo>
                  <a:lnTo>
                    <a:pt x="531085" y="243915"/>
                  </a:lnTo>
                  <a:lnTo>
                    <a:pt x="528400" y="243961"/>
                  </a:lnTo>
                  <a:lnTo>
                    <a:pt x="527464" y="244356"/>
                  </a:lnTo>
                  <a:lnTo>
                    <a:pt x="525562" y="245756"/>
                  </a:lnTo>
                  <a:lnTo>
                    <a:pt x="524405" y="246319"/>
                  </a:lnTo>
                  <a:lnTo>
                    <a:pt x="523401" y="246426"/>
                  </a:lnTo>
                  <a:lnTo>
                    <a:pt x="519992" y="244676"/>
                  </a:lnTo>
                  <a:lnTo>
                    <a:pt x="517976" y="242774"/>
                  </a:lnTo>
                  <a:lnTo>
                    <a:pt x="516120" y="240712"/>
                  </a:lnTo>
                  <a:lnTo>
                    <a:pt x="515777" y="238353"/>
                  </a:lnTo>
                  <a:lnTo>
                    <a:pt x="516424" y="235934"/>
                  </a:lnTo>
                  <a:lnTo>
                    <a:pt x="517345" y="233347"/>
                  </a:lnTo>
                  <a:lnTo>
                    <a:pt x="519178" y="229048"/>
                  </a:lnTo>
                  <a:lnTo>
                    <a:pt x="519087" y="226164"/>
                  </a:lnTo>
                  <a:lnTo>
                    <a:pt x="519719" y="223798"/>
                  </a:lnTo>
                  <a:lnTo>
                    <a:pt x="520769" y="221508"/>
                  </a:lnTo>
                  <a:lnTo>
                    <a:pt x="521149" y="219393"/>
                  </a:lnTo>
                  <a:lnTo>
                    <a:pt x="521400" y="211115"/>
                  </a:lnTo>
                  <a:lnTo>
                    <a:pt x="521141" y="210377"/>
                  </a:lnTo>
                  <a:lnTo>
                    <a:pt x="518623" y="205462"/>
                  </a:lnTo>
                  <a:lnTo>
                    <a:pt x="518334" y="204640"/>
                  </a:lnTo>
                  <a:lnTo>
                    <a:pt x="518318" y="203316"/>
                  </a:lnTo>
                  <a:lnTo>
                    <a:pt x="518592" y="202045"/>
                  </a:lnTo>
                  <a:lnTo>
                    <a:pt x="518645" y="200911"/>
                  </a:lnTo>
                  <a:lnTo>
                    <a:pt x="518067" y="200037"/>
                  </a:lnTo>
                  <a:lnTo>
                    <a:pt x="517048" y="199238"/>
                  </a:lnTo>
                  <a:lnTo>
                    <a:pt x="515815" y="198888"/>
                  </a:lnTo>
                  <a:lnTo>
                    <a:pt x="513205" y="199230"/>
                  </a:lnTo>
                  <a:lnTo>
                    <a:pt x="507971" y="200554"/>
                  </a:lnTo>
                  <a:lnTo>
                    <a:pt x="506426" y="199390"/>
                  </a:lnTo>
                  <a:lnTo>
                    <a:pt x="505270" y="197594"/>
                  </a:lnTo>
                  <a:lnTo>
                    <a:pt x="504516" y="195083"/>
                  </a:lnTo>
                  <a:lnTo>
                    <a:pt x="504083" y="192458"/>
                  </a:lnTo>
                  <a:lnTo>
                    <a:pt x="504280" y="189993"/>
                  </a:lnTo>
                  <a:lnTo>
                    <a:pt x="505057" y="187612"/>
                  </a:lnTo>
                  <a:lnTo>
                    <a:pt x="504433" y="185946"/>
                  </a:lnTo>
                  <a:lnTo>
                    <a:pt x="503466" y="184135"/>
                  </a:lnTo>
                  <a:lnTo>
                    <a:pt x="503459" y="183199"/>
                  </a:lnTo>
                  <a:lnTo>
                    <a:pt x="504007" y="182385"/>
                  </a:lnTo>
                  <a:lnTo>
                    <a:pt x="504950" y="181700"/>
                  </a:lnTo>
                  <a:lnTo>
                    <a:pt x="506107" y="181304"/>
                  </a:lnTo>
                  <a:lnTo>
                    <a:pt x="507187" y="180581"/>
                  </a:lnTo>
                  <a:lnTo>
                    <a:pt x="510056" y="178154"/>
                  </a:lnTo>
                  <a:lnTo>
                    <a:pt x="510968" y="176016"/>
                  </a:lnTo>
                  <a:lnTo>
                    <a:pt x="511037" y="173384"/>
                  </a:lnTo>
                  <a:lnTo>
                    <a:pt x="511767" y="170873"/>
                  </a:lnTo>
                  <a:lnTo>
                    <a:pt x="513228" y="168552"/>
                  </a:lnTo>
                  <a:lnTo>
                    <a:pt x="514963" y="166407"/>
                  </a:lnTo>
                  <a:lnTo>
                    <a:pt x="515519" y="164193"/>
                  </a:lnTo>
                  <a:lnTo>
                    <a:pt x="514674" y="160677"/>
                  </a:lnTo>
                  <a:lnTo>
                    <a:pt x="515009" y="159080"/>
                  </a:lnTo>
                  <a:lnTo>
                    <a:pt x="514719" y="157200"/>
                  </a:lnTo>
                  <a:lnTo>
                    <a:pt x="514689" y="155344"/>
                  </a:lnTo>
                  <a:lnTo>
                    <a:pt x="515762" y="151851"/>
                  </a:lnTo>
                  <a:lnTo>
                    <a:pt x="518942" y="144707"/>
                  </a:lnTo>
                  <a:lnTo>
                    <a:pt x="522047" y="140910"/>
                  </a:lnTo>
                  <a:lnTo>
                    <a:pt x="523279" y="139914"/>
                  </a:lnTo>
                  <a:lnTo>
                    <a:pt x="524892" y="141679"/>
                  </a:lnTo>
                  <a:lnTo>
                    <a:pt x="526117" y="143756"/>
                  </a:lnTo>
                  <a:lnTo>
                    <a:pt x="526140" y="141877"/>
                  </a:lnTo>
                  <a:lnTo>
                    <a:pt x="525775" y="140074"/>
                  </a:lnTo>
                  <a:lnTo>
                    <a:pt x="524542" y="135775"/>
                  </a:lnTo>
                  <a:lnTo>
                    <a:pt x="523469" y="127390"/>
                  </a:lnTo>
                  <a:lnTo>
                    <a:pt x="523766" y="126599"/>
                  </a:lnTo>
                  <a:lnTo>
                    <a:pt x="524854" y="126728"/>
                  </a:lnTo>
                  <a:lnTo>
                    <a:pt x="525965" y="125990"/>
                  </a:lnTo>
                  <a:lnTo>
                    <a:pt x="526543" y="124674"/>
                  </a:lnTo>
                  <a:lnTo>
                    <a:pt x="525394" y="121562"/>
                  </a:lnTo>
                  <a:lnTo>
                    <a:pt x="525341" y="120459"/>
                  </a:lnTo>
                  <a:lnTo>
                    <a:pt x="527563" y="116084"/>
                  </a:lnTo>
                  <a:lnTo>
                    <a:pt x="529374" y="114493"/>
                  </a:lnTo>
                  <a:lnTo>
                    <a:pt x="530165" y="113512"/>
                  </a:lnTo>
                  <a:lnTo>
                    <a:pt x="530622" y="110841"/>
                  </a:lnTo>
                  <a:lnTo>
                    <a:pt x="531565" y="109837"/>
                  </a:lnTo>
                  <a:lnTo>
                    <a:pt x="532752" y="109114"/>
                  </a:lnTo>
                  <a:lnTo>
                    <a:pt x="534319" y="107265"/>
                  </a:lnTo>
                  <a:lnTo>
                    <a:pt x="535164" y="104937"/>
                  </a:lnTo>
                  <a:lnTo>
                    <a:pt x="535681" y="104762"/>
                  </a:lnTo>
                  <a:lnTo>
                    <a:pt x="536290" y="104679"/>
                  </a:lnTo>
                  <a:lnTo>
                    <a:pt x="537233" y="106710"/>
                  </a:lnTo>
                  <a:lnTo>
                    <a:pt x="538291" y="107532"/>
                  </a:lnTo>
                  <a:lnTo>
                    <a:pt x="540436" y="108194"/>
                  </a:lnTo>
                  <a:lnTo>
                    <a:pt x="542270" y="107410"/>
                  </a:lnTo>
                  <a:lnTo>
                    <a:pt x="542780" y="106390"/>
                  </a:lnTo>
                  <a:lnTo>
                    <a:pt x="543472" y="105515"/>
                  </a:lnTo>
                  <a:lnTo>
                    <a:pt x="544583" y="104602"/>
                  </a:lnTo>
                  <a:lnTo>
                    <a:pt x="545519" y="103560"/>
                  </a:lnTo>
                  <a:lnTo>
                    <a:pt x="546561" y="101148"/>
                  </a:lnTo>
                  <a:lnTo>
                    <a:pt x="547939" y="98949"/>
                  </a:lnTo>
                  <a:lnTo>
                    <a:pt x="548882" y="98181"/>
                  </a:lnTo>
                  <a:lnTo>
                    <a:pt x="550016" y="97702"/>
                  </a:lnTo>
                  <a:lnTo>
                    <a:pt x="551279" y="97405"/>
                  </a:lnTo>
                  <a:lnTo>
                    <a:pt x="552496" y="97367"/>
                  </a:lnTo>
                  <a:lnTo>
                    <a:pt x="555197" y="98744"/>
                  </a:lnTo>
                  <a:lnTo>
                    <a:pt x="556764" y="99018"/>
                  </a:lnTo>
                  <a:lnTo>
                    <a:pt x="558370" y="98919"/>
                  </a:lnTo>
                  <a:lnTo>
                    <a:pt x="559382" y="99147"/>
                  </a:lnTo>
                  <a:lnTo>
                    <a:pt x="560150" y="99771"/>
                  </a:lnTo>
                  <a:lnTo>
                    <a:pt x="560851" y="101019"/>
                  </a:lnTo>
                  <a:lnTo>
                    <a:pt x="561710" y="102099"/>
                  </a:lnTo>
                  <a:lnTo>
                    <a:pt x="562509" y="102632"/>
                  </a:lnTo>
                  <a:lnTo>
                    <a:pt x="563384" y="102883"/>
                  </a:lnTo>
                  <a:lnTo>
                    <a:pt x="569265" y="102442"/>
                  </a:lnTo>
                  <a:lnTo>
                    <a:pt x="574409" y="103659"/>
                  </a:lnTo>
                  <a:lnTo>
                    <a:pt x="581424" y="103933"/>
                  </a:lnTo>
                  <a:lnTo>
                    <a:pt x="583828" y="104648"/>
                  </a:lnTo>
                  <a:lnTo>
                    <a:pt x="586141" y="105584"/>
                  </a:lnTo>
                  <a:lnTo>
                    <a:pt x="588964" y="107227"/>
                  </a:lnTo>
                  <a:lnTo>
                    <a:pt x="589999" y="107593"/>
                  </a:lnTo>
                  <a:lnTo>
                    <a:pt x="591155" y="107501"/>
                  </a:lnTo>
                  <a:lnTo>
                    <a:pt x="592593" y="105949"/>
                  </a:lnTo>
                  <a:lnTo>
                    <a:pt x="593719" y="105614"/>
                  </a:lnTo>
                  <a:lnTo>
                    <a:pt x="594861" y="105553"/>
                  </a:lnTo>
                  <a:lnTo>
                    <a:pt x="599380" y="105843"/>
                  </a:lnTo>
                  <a:lnTo>
                    <a:pt x="611523" y="107745"/>
                  </a:lnTo>
                  <a:lnTo>
                    <a:pt x="613319" y="107486"/>
                  </a:lnTo>
                  <a:lnTo>
                    <a:pt x="620638" y="103841"/>
                  </a:lnTo>
                  <a:lnTo>
                    <a:pt x="623575" y="100387"/>
                  </a:lnTo>
                  <a:lnTo>
                    <a:pt x="626200" y="99429"/>
                  </a:lnTo>
                  <a:lnTo>
                    <a:pt x="627083" y="97861"/>
                  </a:lnTo>
                  <a:lnTo>
                    <a:pt x="627615" y="95990"/>
                  </a:lnTo>
                  <a:lnTo>
                    <a:pt x="628544" y="95487"/>
                  </a:lnTo>
                  <a:lnTo>
                    <a:pt x="630743" y="94955"/>
                  </a:lnTo>
                  <a:lnTo>
                    <a:pt x="631610" y="94399"/>
                  </a:lnTo>
                  <a:lnTo>
                    <a:pt x="633170" y="92094"/>
                  </a:lnTo>
                  <a:lnTo>
                    <a:pt x="635011" y="90055"/>
                  </a:lnTo>
                  <a:lnTo>
                    <a:pt x="635916" y="89438"/>
                  </a:lnTo>
                  <a:lnTo>
                    <a:pt x="638518" y="89766"/>
                  </a:lnTo>
                  <a:lnTo>
                    <a:pt x="639667" y="90656"/>
                  </a:lnTo>
                  <a:lnTo>
                    <a:pt x="641128" y="93654"/>
                  </a:lnTo>
                  <a:lnTo>
                    <a:pt x="640877" y="94156"/>
                  </a:lnTo>
                  <a:lnTo>
                    <a:pt x="639150" y="95647"/>
                  </a:lnTo>
                  <a:lnTo>
                    <a:pt x="638648" y="96279"/>
                  </a:lnTo>
                  <a:lnTo>
                    <a:pt x="636738" y="100494"/>
                  </a:lnTo>
                  <a:lnTo>
                    <a:pt x="635429" y="102563"/>
                  </a:lnTo>
                  <a:lnTo>
                    <a:pt x="633801" y="104412"/>
                  </a:lnTo>
                  <a:close/>
                  <a:moveTo>
                    <a:pt x="138826" y="81427"/>
                  </a:moveTo>
                  <a:lnTo>
                    <a:pt x="139975" y="83169"/>
                  </a:lnTo>
                  <a:lnTo>
                    <a:pt x="140218" y="84295"/>
                  </a:lnTo>
                  <a:lnTo>
                    <a:pt x="139374" y="85589"/>
                  </a:lnTo>
                  <a:lnTo>
                    <a:pt x="139062" y="87574"/>
                  </a:lnTo>
                  <a:lnTo>
                    <a:pt x="136574" y="89134"/>
                  </a:lnTo>
                  <a:lnTo>
                    <a:pt x="134398" y="88761"/>
                  </a:lnTo>
                  <a:lnTo>
                    <a:pt x="133690" y="88206"/>
                  </a:lnTo>
                  <a:lnTo>
                    <a:pt x="132313" y="85193"/>
                  </a:lnTo>
                  <a:lnTo>
                    <a:pt x="132450" y="82637"/>
                  </a:lnTo>
                  <a:lnTo>
                    <a:pt x="133310" y="81663"/>
                  </a:lnTo>
                  <a:lnTo>
                    <a:pt x="135334" y="81815"/>
                  </a:lnTo>
                  <a:lnTo>
                    <a:pt x="137388" y="80415"/>
                  </a:lnTo>
                  <a:lnTo>
                    <a:pt x="138826" y="81427"/>
                  </a:lnTo>
                  <a:close/>
                  <a:moveTo>
                    <a:pt x="694533" y="107532"/>
                  </a:moveTo>
                  <a:lnTo>
                    <a:pt x="696085" y="108003"/>
                  </a:lnTo>
                  <a:lnTo>
                    <a:pt x="697698" y="107874"/>
                  </a:lnTo>
                  <a:lnTo>
                    <a:pt x="698497" y="106923"/>
                  </a:lnTo>
                  <a:lnTo>
                    <a:pt x="698718" y="105690"/>
                  </a:lnTo>
                  <a:lnTo>
                    <a:pt x="699532" y="103400"/>
                  </a:lnTo>
                  <a:lnTo>
                    <a:pt x="701411" y="101848"/>
                  </a:lnTo>
                  <a:lnTo>
                    <a:pt x="702727" y="101605"/>
                  </a:lnTo>
                  <a:lnTo>
                    <a:pt x="703663" y="100950"/>
                  </a:lnTo>
                  <a:lnTo>
                    <a:pt x="703503" y="99254"/>
                  </a:lnTo>
                  <a:lnTo>
                    <a:pt x="703602" y="97587"/>
                  </a:lnTo>
                  <a:lnTo>
                    <a:pt x="704994" y="95807"/>
                  </a:lnTo>
                  <a:lnTo>
                    <a:pt x="709293" y="93327"/>
                  </a:lnTo>
                  <a:lnTo>
                    <a:pt x="711751" y="92444"/>
                  </a:lnTo>
                  <a:lnTo>
                    <a:pt x="714939" y="92162"/>
                  </a:lnTo>
                  <a:lnTo>
                    <a:pt x="715296" y="93113"/>
                  </a:lnTo>
                  <a:lnTo>
                    <a:pt x="714931" y="94468"/>
                  </a:lnTo>
                  <a:lnTo>
                    <a:pt x="715548" y="96515"/>
                  </a:lnTo>
                  <a:lnTo>
                    <a:pt x="715244" y="102054"/>
                  </a:lnTo>
                  <a:lnTo>
                    <a:pt x="714513" y="102837"/>
                  </a:lnTo>
                  <a:lnTo>
                    <a:pt x="711218" y="104747"/>
                  </a:lnTo>
                  <a:lnTo>
                    <a:pt x="707620" y="106276"/>
                  </a:lnTo>
                  <a:lnTo>
                    <a:pt x="706608" y="106915"/>
                  </a:lnTo>
                  <a:lnTo>
                    <a:pt x="705717" y="108437"/>
                  </a:lnTo>
                  <a:lnTo>
                    <a:pt x="705794" y="109951"/>
                  </a:lnTo>
                  <a:lnTo>
                    <a:pt x="708730" y="111968"/>
                  </a:lnTo>
                  <a:lnTo>
                    <a:pt x="713288" y="113854"/>
                  </a:lnTo>
                  <a:lnTo>
                    <a:pt x="714224" y="114737"/>
                  </a:lnTo>
                  <a:lnTo>
                    <a:pt x="714833" y="116221"/>
                  </a:lnTo>
                  <a:lnTo>
                    <a:pt x="715000" y="117879"/>
                  </a:lnTo>
                  <a:lnTo>
                    <a:pt x="716103" y="118671"/>
                  </a:lnTo>
                  <a:lnTo>
                    <a:pt x="717648" y="119051"/>
                  </a:lnTo>
                  <a:lnTo>
                    <a:pt x="718667" y="119835"/>
                  </a:lnTo>
                  <a:lnTo>
                    <a:pt x="719443" y="120938"/>
                  </a:lnTo>
                  <a:lnTo>
                    <a:pt x="711774" y="118359"/>
                  </a:lnTo>
                  <a:lnTo>
                    <a:pt x="709765" y="117225"/>
                  </a:lnTo>
                  <a:lnTo>
                    <a:pt x="707346" y="117088"/>
                  </a:lnTo>
                  <a:lnTo>
                    <a:pt x="704949" y="116746"/>
                  </a:lnTo>
                  <a:lnTo>
                    <a:pt x="702507" y="115757"/>
                  </a:lnTo>
                  <a:lnTo>
                    <a:pt x="699881" y="115521"/>
                  </a:lnTo>
                  <a:lnTo>
                    <a:pt x="698626" y="116236"/>
                  </a:lnTo>
                  <a:lnTo>
                    <a:pt x="698139" y="117636"/>
                  </a:lnTo>
                  <a:lnTo>
                    <a:pt x="697842" y="119203"/>
                  </a:lnTo>
                  <a:lnTo>
                    <a:pt x="698421" y="121151"/>
                  </a:lnTo>
                  <a:lnTo>
                    <a:pt x="698368" y="122338"/>
                  </a:lnTo>
                  <a:lnTo>
                    <a:pt x="697873" y="124476"/>
                  </a:lnTo>
                  <a:lnTo>
                    <a:pt x="699775" y="130799"/>
                  </a:lnTo>
                  <a:lnTo>
                    <a:pt x="702157" y="135820"/>
                  </a:lnTo>
                  <a:lnTo>
                    <a:pt x="705664" y="141047"/>
                  </a:lnTo>
                  <a:lnTo>
                    <a:pt x="707399" y="142843"/>
                  </a:lnTo>
                  <a:lnTo>
                    <a:pt x="709339" y="144464"/>
                  </a:lnTo>
                  <a:lnTo>
                    <a:pt x="706189" y="143984"/>
                  </a:lnTo>
                  <a:lnTo>
                    <a:pt x="705238" y="142242"/>
                  </a:lnTo>
                  <a:lnTo>
                    <a:pt x="701251" y="140507"/>
                  </a:lnTo>
                  <a:lnTo>
                    <a:pt x="700483" y="139472"/>
                  </a:lnTo>
                  <a:lnTo>
                    <a:pt x="697880" y="134512"/>
                  </a:lnTo>
                  <a:lnTo>
                    <a:pt x="697120" y="133583"/>
                  </a:lnTo>
                  <a:lnTo>
                    <a:pt x="694723" y="131894"/>
                  </a:lnTo>
                  <a:lnTo>
                    <a:pt x="693666" y="130654"/>
                  </a:lnTo>
                  <a:lnTo>
                    <a:pt x="693308" y="128980"/>
                  </a:lnTo>
                  <a:lnTo>
                    <a:pt x="693574" y="127223"/>
                  </a:lnTo>
                  <a:lnTo>
                    <a:pt x="693437" y="124788"/>
                  </a:lnTo>
                  <a:lnTo>
                    <a:pt x="693529" y="122368"/>
                  </a:lnTo>
                  <a:lnTo>
                    <a:pt x="694023" y="119416"/>
                  </a:lnTo>
                  <a:lnTo>
                    <a:pt x="693163" y="118374"/>
                  </a:lnTo>
                  <a:lnTo>
                    <a:pt x="692045" y="117400"/>
                  </a:lnTo>
                  <a:lnTo>
                    <a:pt x="690744" y="115140"/>
                  </a:lnTo>
                  <a:lnTo>
                    <a:pt x="690356" y="112568"/>
                  </a:lnTo>
                  <a:lnTo>
                    <a:pt x="690462" y="111092"/>
                  </a:lnTo>
                  <a:lnTo>
                    <a:pt x="690995" y="109784"/>
                  </a:lnTo>
                  <a:lnTo>
                    <a:pt x="691718" y="108650"/>
                  </a:lnTo>
                  <a:lnTo>
                    <a:pt x="691877" y="107539"/>
                  </a:lnTo>
                  <a:lnTo>
                    <a:pt x="690006" y="105934"/>
                  </a:lnTo>
                  <a:lnTo>
                    <a:pt x="688043" y="101353"/>
                  </a:lnTo>
                  <a:lnTo>
                    <a:pt x="687868" y="98980"/>
                  </a:lnTo>
                  <a:lnTo>
                    <a:pt x="690363" y="94407"/>
                  </a:lnTo>
                  <a:lnTo>
                    <a:pt x="690310" y="92185"/>
                  </a:lnTo>
                  <a:lnTo>
                    <a:pt x="690805" y="90869"/>
                  </a:lnTo>
                  <a:lnTo>
                    <a:pt x="691071" y="89469"/>
                  </a:lnTo>
                  <a:lnTo>
                    <a:pt x="692380" y="86425"/>
                  </a:lnTo>
                  <a:lnTo>
                    <a:pt x="694502" y="83831"/>
                  </a:lnTo>
                  <a:lnTo>
                    <a:pt x="698109" y="80194"/>
                  </a:lnTo>
                  <a:lnTo>
                    <a:pt x="699478" y="79403"/>
                  </a:lnTo>
                  <a:lnTo>
                    <a:pt x="701023" y="78885"/>
                  </a:lnTo>
                  <a:lnTo>
                    <a:pt x="701160" y="79776"/>
                  </a:lnTo>
                  <a:lnTo>
                    <a:pt x="700917" y="80567"/>
                  </a:lnTo>
                  <a:lnTo>
                    <a:pt x="698253" y="84265"/>
                  </a:lnTo>
                  <a:lnTo>
                    <a:pt x="697896" y="85102"/>
                  </a:lnTo>
                  <a:lnTo>
                    <a:pt x="697827" y="86654"/>
                  </a:lnTo>
                  <a:lnTo>
                    <a:pt x="699098" y="87574"/>
                  </a:lnTo>
                  <a:lnTo>
                    <a:pt x="700483" y="89454"/>
                  </a:lnTo>
                  <a:lnTo>
                    <a:pt x="700749" y="91949"/>
                  </a:lnTo>
                  <a:lnTo>
                    <a:pt x="700802" y="94612"/>
                  </a:lnTo>
                  <a:lnTo>
                    <a:pt x="700498" y="97291"/>
                  </a:lnTo>
                  <a:lnTo>
                    <a:pt x="699988" y="98188"/>
                  </a:lnTo>
                  <a:lnTo>
                    <a:pt x="697805" y="100882"/>
                  </a:lnTo>
                  <a:lnTo>
                    <a:pt x="692836" y="104039"/>
                  </a:lnTo>
                  <a:lnTo>
                    <a:pt x="692410" y="104823"/>
                  </a:lnTo>
                  <a:lnTo>
                    <a:pt x="692448" y="105690"/>
                  </a:lnTo>
                  <a:lnTo>
                    <a:pt x="693361" y="106740"/>
                  </a:lnTo>
                  <a:lnTo>
                    <a:pt x="694533" y="107532"/>
                  </a:lnTo>
                  <a:close/>
                  <a:moveTo>
                    <a:pt x="45416" y="81488"/>
                  </a:moveTo>
                  <a:lnTo>
                    <a:pt x="45294" y="81967"/>
                  </a:lnTo>
                  <a:lnTo>
                    <a:pt x="43087" y="79738"/>
                  </a:lnTo>
                  <a:lnTo>
                    <a:pt x="40591" y="78497"/>
                  </a:lnTo>
                  <a:lnTo>
                    <a:pt x="41627" y="78178"/>
                  </a:lnTo>
                  <a:lnTo>
                    <a:pt x="43688" y="78520"/>
                  </a:lnTo>
                  <a:lnTo>
                    <a:pt x="44510" y="78840"/>
                  </a:lnTo>
                  <a:lnTo>
                    <a:pt x="45301" y="79951"/>
                  </a:lnTo>
                  <a:lnTo>
                    <a:pt x="45416" y="81488"/>
                  </a:lnTo>
                  <a:close/>
                  <a:moveTo>
                    <a:pt x="709933" y="81990"/>
                  </a:moveTo>
                  <a:lnTo>
                    <a:pt x="706554" y="82355"/>
                  </a:lnTo>
                  <a:lnTo>
                    <a:pt x="705786" y="81343"/>
                  </a:lnTo>
                  <a:lnTo>
                    <a:pt x="704896" y="76778"/>
                  </a:lnTo>
                  <a:lnTo>
                    <a:pt x="707292" y="73126"/>
                  </a:lnTo>
                  <a:lnTo>
                    <a:pt x="710313" y="70980"/>
                  </a:lnTo>
                  <a:lnTo>
                    <a:pt x="712375" y="70440"/>
                  </a:lnTo>
                  <a:lnTo>
                    <a:pt x="713098" y="70410"/>
                  </a:lnTo>
                  <a:lnTo>
                    <a:pt x="714939" y="73042"/>
                  </a:lnTo>
                  <a:lnTo>
                    <a:pt x="713539" y="78330"/>
                  </a:lnTo>
                  <a:lnTo>
                    <a:pt x="711926" y="81031"/>
                  </a:lnTo>
                  <a:lnTo>
                    <a:pt x="709933" y="81990"/>
                  </a:lnTo>
                  <a:close/>
                  <a:moveTo>
                    <a:pt x="644879" y="69261"/>
                  </a:moveTo>
                  <a:lnTo>
                    <a:pt x="644659" y="69732"/>
                  </a:lnTo>
                  <a:lnTo>
                    <a:pt x="643867" y="67244"/>
                  </a:lnTo>
                  <a:lnTo>
                    <a:pt x="644529" y="65996"/>
                  </a:lnTo>
                  <a:lnTo>
                    <a:pt x="645481" y="66453"/>
                  </a:lnTo>
                  <a:lnTo>
                    <a:pt x="645716" y="66894"/>
                  </a:lnTo>
                  <a:lnTo>
                    <a:pt x="644811" y="68081"/>
                  </a:lnTo>
                  <a:lnTo>
                    <a:pt x="644879" y="69261"/>
                  </a:lnTo>
                  <a:close/>
                  <a:moveTo>
                    <a:pt x="26835" y="75446"/>
                  </a:moveTo>
                  <a:lnTo>
                    <a:pt x="25496" y="75644"/>
                  </a:lnTo>
                  <a:lnTo>
                    <a:pt x="24203" y="75188"/>
                  </a:lnTo>
                  <a:lnTo>
                    <a:pt x="23130" y="73970"/>
                  </a:lnTo>
                  <a:lnTo>
                    <a:pt x="17393" y="70440"/>
                  </a:lnTo>
                  <a:lnTo>
                    <a:pt x="15613" y="70387"/>
                  </a:lnTo>
                  <a:lnTo>
                    <a:pt x="14365" y="69481"/>
                  </a:lnTo>
                  <a:lnTo>
                    <a:pt x="12843" y="69169"/>
                  </a:lnTo>
                  <a:lnTo>
                    <a:pt x="11230" y="66811"/>
                  </a:lnTo>
                  <a:lnTo>
                    <a:pt x="10888" y="65548"/>
                  </a:lnTo>
                  <a:lnTo>
                    <a:pt x="12059" y="64931"/>
                  </a:lnTo>
                  <a:lnTo>
                    <a:pt x="12798" y="63638"/>
                  </a:lnTo>
                  <a:lnTo>
                    <a:pt x="14707" y="64209"/>
                  </a:lnTo>
                  <a:lnTo>
                    <a:pt x="16883" y="66491"/>
                  </a:lnTo>
                  <a:lnTo>
                    <a:pt x="19098" y="67343"/>
                  </a:lnTo>
                  <a:lnTo>
                    <a:pt x="19699" y="67777"/>
                  </a:lnTo>
                  <a:lnTo>
                    <a:pt x="20779" y="69040"/>
                  </a:lnTo>
                  <a:lnTo>
                    <a:pt x="25839" y="72144"/>
                  </a:lnTo>
                  <a:lnTo>
                    <a:pt x="26386" y="73202"/>
                  </a:lnTo>
                  <a:lnTo>
                    <a:pt x="26736" y="74259"/>
                  </a:lnTo>
                  <a:lnTo>
                    <a:pt x="26835" y="75446"/>
                  </a:lnTo>
                  <a:close/>
                  <a:moveTo>
                    <a:pt x="292123" y="63866"/>
                  </a:moveTo>
                  <a:lnTo>
                    <a:pt x="291081" y="64977"/>
                  </a:lnTo>
                  <a:lnTo>
                    <a:pt x="289970" y="64285"/>
                  </a:lnTo>
                  <a:lnTo>
                    <a:pt x="291690" y="62032"/>
                  </a:lnTo>
                  <a:lnTo>
                    <a:pt x="292093" y="61880"/>
                  </a:lnTo>
                  <a:lnTo>
                    <a:pt x="292123" y="63866"/>
                  </a:lnTo>
                  <a:close/>
                  <a:moveTo>
                    <a:pt x="225350" y="64772"/>
                  </a:moveTo>
                  <a:lnTo>
                    <a:pt x="224460" y="64855"/>
                  </a:lnTo>
                  <a:lnTo>
                    <a:pt x="224194" y="64224"/>
                  </a:lnTo>
                  <a:lnTo>
                    <a:pt x="224232" y="63136"/>
                  </a:lnTo>
                  <a:lnTo>
                    <a:pt x="224156" y="62268"/>
                  </a:lnTo>
                  <a:lnTo>
                    <a:pt x="223897" y="61622"/>
                  </a:lnTo>
                  <a:lnTo>
                    <a:pt x="223897" y="60534"/>
                  </a:lnTo>
                  <a:lnTo>
                    <a:pt x="224719" y="61074"/>
                  </a:lnTo>
                  <a:lnTo>
                    <a:pt x="225350" y="61584"/>
                  </a:lnTo>
                  <a:lnTo>
                    <a:pt x="226081" y="61949"/>
                  </a:lnTo>
                  <a:lnTo>
                    <a:pt x="226674" y="62192"/>
                  </a:lnTo>
                  <a:lnTo>
                    <a:pt x="226986" y="62360"/>
                  </a:lnTo>
                  <a:lnTo>
                    <a:pt x="226400" y="63897"/>
                  </a:lnTo>
                  <a:lnTo>
                    <a:pt x="225350" y="64772"/>
                  </a:lnTo>
                  <a:close/>
                  <a:moveTo>
                    <a:pt x="236550" y="58525"/>
                  </a:moveTo>
                  <a:lnTo>
                    <a:pt x="236520" y="59986"/>
                  </a:lnTo>
                  <a:lnTo>
                    <a:pt x="235044" y="59126"/>
                  </a:lnTo>
                  <a:lnTo>
                    <a:pt x="234755" y="57505"/>
                  </a:lnTo>
                  <a:lnTo>
                    <a:pt x="235241" y="56980"/>
                  </a:lnTo>
                  <a:lnTo>
                    <a:pt x="236253" y="57262"/>
                  </a:lnTo>
                  <a:lnTo>
                    <a:pt x="236550" y="58525"/>
                  </a:lnTo>
                  <a:close/>
                  <a:moveTo>
                    <a:pt x="479408" y="55900"/>
                  </a:moveTo>
                  <a:lnTo>
                    <a:pt x="479142" y="56600"/>
                  </a:lnTo>
                  <a:lnTo>
                    <a:pt x="477316" y="54888"/>
                  </a:lnTo>
                  <a:lnTo>
                    <a:pt x="476836" y="53648"/>
                  </a:lnTo>
                  <a:lnTo>
                    <a:pt x="477057" y="52682"/>
                  </a:lnTo>
                  <a:lnTo>
                    <a:pt x="478952" y="52598"/>
                  </a:lnTo>
                  <a:lnTo>
                    <a:pt x="479895" y="53207"/>
                  </a:lnTo>
                  <a:lnTo>
                    <a:pt x="479408" y="55900"/>
                  </a:lnTo>
                  <a:close/>
                  <a:moveTo>
                    <a:pt x="650228" y="52598"/>
                  </a:moveTo>
                  <a:lnTo>
                    <a:pt x="649695" y="53245"/>
                  </a:lnTo>
                  <a:lnTo>
                    <a:pt x="647101" y="52058"/>
                  </a:lnTo>
                  <a:lnTo>
                    <a:pt x="647230" y="50178"/>
                  </a:lnTo>
                  <a:lnTo>
                    <a:pt x="646880" y="49250"/>
                  </a:lnTo>
                  <a:lnTo>
                    <a:pt x="646180" y="48276"/>
                  </a:lnTo>
                  <a:lnTo>
                    <a:pt x="645899" y="47325"/>
                  </a:lnTo>
                  <a:lnTo>
                    <a:pt x="646188" y="46283"/>
                  </a:lnTo>
                  <a:lnTo>
                    <a:pt x="647786" y="47614"/>
                  </a:lnTo>
                  <a:lnTo>
                    <a:pt x="648683" y="49729"/>
                  </a:lnTo>
                  <a:lnTo>
                    <a:pt x="649916" y="51738"/>
                  </a:lnTo>
                  <a:lnTo>
                    <a:pt x="650228" y="52598"/>
                  </a:lnTo>
                  <a:close/>
                  <a:moveTo>
                    <a:pt x="675724" y="45529"/>
                  </a:moveTo>
                  <a:lnTo>
                    <a:pt x="675374" y="45773"/>
                  </a:lnTo>
                  <a:lnTo>
                    <a:pt x="674606" y="45202"/>
                  </a:lnTo>
                  <a:lnTo>
                    <a:pt x="674126" y="44571"/>
                  </a:lnTo>
                  <a:lnTo>
                    <a:pt x="674157" y="43939"/>
                  </a:lnTo>
                  <a:lnTo>
                    <a:pt x="674705" y="43620"/>
                  </a:lnTo>
                  <a:lnTo>
                    <a:pt x="675816" y="44586"/>
                  </a:lnTo>
                  <a:lnTo>
                    <a:pt x="675839" y="45119"/>
                  </a:lnTo>
                  <a:lnTo>
                    <a:pt x="675724" y="45529"/>
                  </a:lnTo>
                  <a:close/>
                  <a:moveTo>
                    <a:pt x="672894" y="43277"/>
                  </a:moveTo>
                  <a:lnTo>
                    <a:pt x="672947" y="44175"/>
                  </a:lnTo>
                  <a:lnTo>
                    <a:pt x="671654" y="42136"/>
                  </a:lnTo>
                  <a:lnTo>
                    <a:pt x="671152" y="39724"/>
                  </a:lnTo>
                  <a:lnTo>
                    <a:pt x="672179" y="40584"/>
                  </a:lnTo>
                  <a:lnTo>
                    <a:pt x="673328" y="42364"/>
                  </a:lnTo>
                  <a:lnTo>
                    <a:pt x="672894" y="43277"/>
                  </a:lnTo>
                  <a:close/>
                  <a:moveTo>
                    <a:pt x="484240" y="36650"/>
                  </a:moveTo>
                  <a:lnTo>
                    <a:pt x="484955" y="38682"/>
                  </a:lnTo>
                  <a:lnTo>
                    <a:pt x="485061" y="39458"/>
                  </a:lnTo>
                  <a:lnTo>
                    <a:pt x="481097" y="40523"/>
                  </a:lnTo>
                  <a:lnTo>
                    <a:pt x="478708" y="38027"/>
                  </a:lnTo>
                  <a:lnTo>
                    <a:pt x="479218" y="37016"/>
                  </a:lnTo>
                  <a:lnTo>
                    <a:pt x="481280" y="37061"/>
                  </a:lnTo>
                  <a:lnTo>
                    <a:pt x="484240" y="36650"/>
                  </a:lnTo>
                  <a:close/>
                  <a:moveTo>
                    <a:pt x="279927" y="47203"/>
                  </a:moveTo>
                  <a:lnTo>
                    <a:pt x="277005" y="47987"/>
                  </a:lnTo>
                  <a:lnTo>
                    <a:pt x="275316" y="46892"/>
                  </a:lnTo>
                  <a:lnTo>
                    <a:pt x="277142" y="45545"/>
                  </a:lnTo>
                  <a:lnTo>
                    <a:pt x="277789" y="45454"/>
                  </a:lnTo>
                  <a:lnTo>
                    <a:pt x="278215" y="45187"/>
                  </a:lnTo>
                  <a:lnTo>
                    <a:pt x="278367" y="44639"/>
                  </a:lnTo>
                  <a:lnTo>
                    <a:pt x="275065" y="43749"/>
                  </a:lnTo>
                  <a:lnTo>
                    <a:pt x="274121" y="42966"/>
                  </a:lnTo>
                  <a:lnTo>
                    <a:pt x="273223" y="40972"/>
                  </a:lnTo>
                  <a:lnTo>
                    <a:pt x="273246" y="39701"/>
                  </a:lnTo>
                  <a:lnTo>
                    <a:pt x="277492" y="36346"/>
                  </a:lnTo>
                  <a:lnTo>
                    <a:pt x="278481" y="35988"/>
                  </a:lnTo>
                  <a:lnTo>
                    <a:pt x="278641" y="37381"/>
                  </a:lnTo>
                  <a:lnTo>
                    <a:pt x="281570" y="40896"/>
                  </a:lnTo>
                  <a:lnTo>
                    <a:pt x="281700" y="43239"/>
                  </a:lnTo>
                  <a:lnTo>
                    <a:pt x="281585" y="44084"/>
                  </a:lnTo>
                  <a:lnTo>
                    <a:pt x="279927" y="47203"/>
                  </a:lnTo>
                  <a:close/>
                  <a:moveTo>
                    <a:pt x="455814" y="32953"/>
                  </a:moveTo>
                  <a:lnTo>
                    <a:pt x="456582" y="33409"/>
                  </a:lnTo>
                  <a:lnTo>
                    <a:pt x="457648" y="33394"/>
                  </a:lnTo>
                  <a:lnTo>
                    <a:pt x="458911" y="33059"/>
                  </a:lnTo>
                  <a:lnTo>
                    <a:pt x="462015" y="33379"/>
                  </a:lnTo>
                  <a:lnTo>
                    <a:pt x="467509" y="33447"/>
                  </a:lnTo>
                  <a:lnTo>
                    <a:pt x="471290" y="34246"/>
                  </a:lnTo>
                  <a:lnTo>
                    <a:pt x="474988" y="36506"/>
                  </a:lnTo>
                  <a:lnTo>
                    <a:pt x="476829" y="36962"/>
                  </a:lnTo>
                  <a:lnTo>
                    <a:pt x="477620" y="36977"/>
                  </a:lnTo>
                  <a:lnTo>
                    <a:pt x="477445" y="37153"/>
                  </a:lnTo>
                  <a:lnTo>
                    <a:pt x="475984" y="37769"/>
                  </a:lnTo>
                  <a:lnTo>
                    <a:pt x="475292" y="38986"/>
                  </a:lnTo>
                  <a:lnTo>
                    <a:pt x="477308" y="40850"/>
                  </a:lnTo>
                  <a:lnTo>
                    <a:pt x="477445" y="42090"/>
                  </a:lnTo>
                  <a:lnTo>
                    <a:pt x="479005" y="43201"/>
                  </a:lnTo>
                  <a:lnTo>
                    <a:pt x="480915" y="44929"/>
                  </a:lnTo>
                  <a:lnTo>
                    <a:pt x="480991" y="45492"/>
                  </a:lnTo>
                  <a:lnTo>
                    <a:pt x="481638" y="46268"/>
                  </a:lnTo>
                  <a:lnTo>
                    <a:pt x="481965" y="47219"/>
                  </a:lnTo>
                  <a:lnTo>
                    <a:pt x="480618" y="48162"/>
                  </a:lnTo>
                  <a:lnTo>
                    <a:pt x="478815" y="48337"/>
                  </a:lnTo>
                  <a:lnTo>
                    <a:pt x="477476" y="47447"/>
                  </a:lnTo>
                  <a:lnTo>
                    <a:pt x="476251" y="46336"/>
                  </a:lnTo>
                  <a:lnTo>
                    <a:pt x="475931" y="47713"/>
                  </a:lnTo>
                  <a:lnTo>
                    <a:pt x="474980" y="48505"/>
                  </a:lnTo>
                  <a:lnTo>
                    <a:pt x="471511" y="48276"/>
                  </a:lnTo>
                  <a:lnTo>
                    <a:pt x="469030" y="48284"/>
                  </a:lnTo>
                  <a:lnTo>
                    <a:pt x="466565" y="48626"/>
                  </a:lnTo>
                  <a:lnTo>
                    <a:pt x="467797" y="48839"/>
                  </a:lnTo>
                  <a:lnTo>
                    <a:pt x="468916" y="49281"/>
                  </a:lnTo>
                  <a:lnTo>
                    <a:pt x="472758" y="52796"/>
                  </a:lnTo>
                  <a:lnTo>
                    <a:pt x="473580" y="54097"/>
                  </a:lnTo>
                  <a:lnTo>
                    <a:pt x="472233" y="56684"/>
                  </a:lnTo>
                  <a:lnTo>
                    <a:pt x="472888" y="57741"/>
                  </a:lnTo>
                  <a:lnTo>
                    <a:pt x="474371" y="58350"/>
                  </a:lnTo>
                  <a:lnTo>
                    <a:pt x="476182" y="59636"/>
                  </a:lnTo>
                  <a:lnTo>
                    <a:pt x="477468" y="59765"/>
                  </a:lnTo>
                  <a:lnTo>
                    <a:pt x="478396" y="60496"/>
                  </a:lnTo>
                  <a:lnTo>
                    <a:pt x="478434" y="61758"/>
                  </a:lnTo>
                  <a:lnTo>
                    <a:pt x="478974" y="62900"/>
                  </a:lnTo>
                  <a:lnTo>
                    <a:pt x="477514" y="63364"/>
                  </a:lnTo>
                  <a:lnTo>
                    <a:pt x="478959" y="63668"/>
                  </a:lnTo>
                  <a:lnTo>
                    <a:pt x="480253" y="64254"/>
                  </a:lnTo>
                  <a:lnTo>
                    <a:pt x="479545" y="64848"/>
                  </a:lnTo>
                  <a:lnTo>
                    <a:pt x="478997" y="65570"/>
                  </a:lnTo>
                  <a:lnTo>
                    <a:pt x="479591" y="65958"/>
                  </a:lnTo>
                  <a:lnTo>
                    <a:pt x="481364" y="66620"/>
                  </a:lnTo>
                  <a:lnTo>
                    <a:pt x="482140" y="67237"/>
                  </a:lnTo>
                  <a:lnTo>
                    <a:pt x="482543" y="68888"/>
                  </a:lnTo>
                  <a:lnTo>
                    <a:pt x="484278" y="71589"/>
                  </a:lnTo>
                  <a:lnTo>
                    <a:pt x="487443" y="75073"/>
                  </a:lnTo>
                  <a:lnTo>
                    <a:pt x="488135" y="76344"/>
                  </a:lnTo>
                  <a:lnTo>
                    <a:pt x="488127" y="77516"/>
                  </a:lnTo>
                  <a:lnTo>
                    <a:pt x="487603" y="78520"/>
                  </a:lnTo>
                  <a:lnTo>
                    <a:pt x="485799" y="79692"/>
                  </a:lnTo>
                  <a:lnTo>
                    <a:pt x="484361" y="81244"/>
                  </a:lnTo>
                  <a:lnTo>
                    <a:pt x="484186" y="81807"/>
                  </a:lnTo>
                  <a:lnTo>
                    <a:pt x="482223" y="82522"/>
                  </a:lnTo>
                  <a:lnTo>
                    <a:pt x="483121" y="83047"/>
                  </a:lnTo>
                  <a:lnTo>
                    <a:pt x="483837" y="83763"/>
                  </a:lnTo>
                  <a:lnTo>
                    <a:pt x="485198" y="85916"/>
                  </a:lnTo>
                  <a:lnTo>
                    <a:pt x="488447" y="89416"/>
                  </a:lnTo>
                  <a:lnTo>
                    <a:pt x="490083" y="90724"/>
                  </a:lnTo>
                  <a:lnTo>
                    <a:pt x="496801" y="95472"/>
                  </a:lnTo>
                  <a:lnTo>
                    <a:pt x="500377" y="97542"/>
                  </a:lnTo>
                  <a:lnTo>
                    <a:pt x="504943" y="102274"/>
                  </a:lnTo>
                  <a:lnTo>
                    <a:pt x="507309" y="103370"/>
                  </a:lnTo>
                  <a:lnTo>
                    <a:pt x="507773" y="104686"/>
                  </a:lnTo>
                  <a:lnTo>
                    <a:pt x="505795" y="106710"/>
                  </a:lnTo>
                  <a:lnTo>
                    <a:pt x="502919" y="107722"/>
                  </a:lnTo>
                  <a:lnTo>
                    <a:pt x="498163" y="108262"/>
                  </a:lnTo>
                  <a:lnTo>
                    <a:pt x="493393" y="107554"/>
                  </a:lnTo>
                  <a:lnTo>
                    <a:pt x="490928" y="106976"/>
                  </a:lnTo>
                  <a:lnTo>
                    <a:pt x="488782" y="105812"/>
                  </a:lnTo>
                  <a:lnTo>
                    <a:pt x="487093" y="103476"/>
                  </a:lnTo>
                  <a:lnTo>
                    <a:pt x="484856" y="102213"/>
                  </a:lnTo>
                  <a:lnTo>
                    <a:pt x="485716" y="103629"/>
                  </a:lnTo>
                  <a:lnTo>
                    <a:pt x="486256" y="105074"/>
                  </a:lnTo>
                  <a:lnTo>
                    <a:pt x="485975" y="106649"/>
                  </a:lnTo>
                  <a:lnTo>
                    <a:pt x="485099" y="107882"/>
                  </a:lnTo>
                  <a:lnTo>
                    <a:pt x="483593" y="108787"/>
                  </a:lnTo>
                  <a:lnTo>
                    <a:pt x="481980" y="109525"/>
                  </a:lnTo>
                  <a:lnTo>
                    <a:pt x="481295" y="110042"/>
                  </a:lnTo>
                  <a:lnTo>
                    <a:pt x="477202" y="118283"/>
                  </a:lnTo>
                  <a:lnTo>
                    <a:pt x="476540" y="120512"/>
                  </a:lnTo>
                  <a:lnTo>
                    <a:pt x="475292" y="129764"/>
                  </a:lnTo>
                  <a:lnTo>
                    <a:pt x="475269" y="132381"/>
                  </a:lnTo>
                  <a:lnTo>
                    <a:pt x="477110" y="137274"/>
                  </a:lnTo>
                  <a:lnTo>
                    <a:pt x="477270" y="139838"/>
                  </a:lnTo>
                  <a:lnTo>
                    <a:pt x="477636" y="140949"/>
                  </a:lnTo>
                  <a:lnTo>
                    <a:pt x="477392" y="141869"/>
                  </a:lnTo>
                  <a:lnTo>
                    <a:pt x="476525" y="142417"/>
                  </a:lnTo>
                  <a:lnTo>
                    <a:pt x="473009" y="143908"/>
                  </a:lnTo>
                  <a:lnTo>
                    <a:pt x="470529" y="145148"/>
                  </a:lnTo>
                  <a:lnTo>
                    <a:pt x="468513" y="146914"/>
                  </a:lnTo>
                  <a:lnTo>
                    <a:pt x="466884" y="149112"/>
                  </a:lnTo>
                  <a:lnTo>
                    <a:pt x="465454" y="150703"/>
                  </a:lnTo>
                  <a:lnTo>
                    <a:pt x="463552" y="151463"/>
                  </a:lnTo>
                  <a:lnTo>
                    <a:pt x="462167" y="151349"/>
                  </a:lnTo>
                  <a:lnTo>
                    <a:pt x="461056" y="150619"/>
                  </a:lnTo>
                  <a:lnTo>
                    <a:pt x="460272" y="149204"/>
                  </a:lnTo>
                  <a:lnTo>
                    <a:pt x="459824" y="147659"/>
                  </a:lnTo>
                  <a:lnTo>
                    <a:pt x="459535" y="148800"/>
                  </a:lnTo>
                  <a:lnTo>
                    <a:pt x="459588" y="149919"/>
                  </a:lnTo>
                  <a:lnTo>
                    <a:pt x="460242" y="151114"/>
                  </a:lnTo>
                  <a:lnTo>
                    <a:pt x="460493" y="152376"/>
                  </a:lnTo>
                  <a:lnTo>
                    <a:pt x="460113" y="153662"/>
                  </a:lnTo>
                  <a:lnTo>
                    <a:pt x="459299" y="154690"/>
                  </a:lnTo>
                  <a:lnTo>
                    <a:pt x="457092" y="155808"/>
                  </a:lnTo>
                  <a:lnTo>
                    <a:pt x="455875" y="156767"/>
                  </a:lnTo>
                  <a:lnTo>
                    <a:pt x="455639" y="158463"/>
                  </a:lnTo>
                  <a:lnTo>
                    <a:pt x="455053" y="159414"/>
                  </a:lnTo>
                  <a:lnTo>
                    <a:pt x="454208" y="160152"/>
                  </a:lnTo>
                  <a:lnTo>
                    <a:pt x="451097" y="161842"/>
                  </a:lnTo>
                  <a:lnTo>
                    <a:pt x="450397" y="162519"/>
                  </a:lnTo>
                  <a:lnTo>
                    <a:pt x="449887" y="163379"/>
                  </a:lnTo>
                  <a:lnTo>
                    <a:pt x="451546" y="163242"/>
                  </a:lnTo>
                  <a:lnTo>
                    <a:pt x="453067" y="163379"/>
                  </a:lnTo>
                  <a:lnTo>
                    <a:pt x="453182" y="165060"/>
                  </a:lnTo>
                  <a:lnTo>
                    <a:pt x="453661" y="166315"/>
                  </a:lnTo>
                  <a:lnTo>
                    <a:pt x="453052" y="169062"/>
                  </a:lnTo>
                  <a:lnTo>
                    <a:pt x="450709" y="170919"/>
                  </a:lnTo>
                  <a:lnTo>
                    <a:pt x="451880" y="171307"/>
                  </a:lnTo>
                  <a:lnTo>
                    <a:pt x="452938" y="171915"/>
                  </a:lnTo>
                  <a:lnTo>
                    <a:pt x="455289" y="172364"/>
                  </a:lnTo>
                  <a:lnTo>
                    <a:pt x="456080" y="174312"/>
                  </a:lnTo>
                  <a:lnTo>
                    <a:pt x="455730" y="176671"/>
                  </a:lnTo>
                  <a:lnTo>
                    <a:pt x="455304" y="178786"/>
                  </a:lnTo>
                  <a:lnTo>
                    <a:pt x="453615" y="179372"/>
                  </a:lnTo>
                  <a:lnTo>
                    <a:pt x="452565" y="178984"/>
                  </a:lnTo>
                  <a:lnTo>
                    <a:pt x="451523" y="179022"/>
                  </a:lnTo>
                  <a:lnTo>
                    <a:pt x="450754" y="179661"/>
                  </a:lnTo>
                  <a:lnTo>
                    <a:pt x="450556" y="180756"/>
                  </a:lnTo>
                  <a:lnTo>
                    <a:pt x="452010" y="180216"/>
                  </a:lnTo>
                  <a:lnTo>
                    <a:pt x="451926" y="182955"/>
                  </a:lnTo>
                  <a:lnTo>
                    <a:pt x="451530" y="185626"/>
                  </a:lnTo>
                  <a:lnTo>
                    <a:pt x="451051" y="187102"/>
                  </a:lnTo>
                  <a:lnTo>
                    <a:pt x="450161" y="188304"/>
                  </a:lnTo>
                  <a:lnTo>
                    <a:pt x="448814" y="188692"/>
                  </a:lnTo>
                  <a:lnTo>
                    <a:pt x="447543" y="187787"/>
                  </a:lnTo>
                  <a:lnTo>
                    <a:pt x="447285" y="188837"/>
                  </a:lnTo>
                  <a:lnTo>
                    <a:pt x="447673" y="189719"/>
                  </a:lnTo>
                  <a:lnTo>
                    <a:pt x="449484" y="191865"/>
                  </a:lnTo>
                  <a:lnTo>
                    <a:pt x="448373" y="192337"/>
                  </a:lnTo>
                  <a:lnTo>
                    <a:pt x="447566" y="193067"/>
                  </a:lnTo>
                  <a:lnTo>
                    <a:pt x="447201" y="194132"/>
                  </a:lnTo>
                  <a:lnTo>
                    <a:pt x="445230" y="196575"/>
                  </a:lnTo>
                  <a:lnTo>
                    <a:pt x="444355" y="198370"/>
                  </a:lnTo>
                  <a:lnTo>
                    <a:pt x="443983" y="200288"/>
                  </a:lnTo>
                  <a:lnTo>
                    <a:pt x="443062" y="201809"/>
                  </a:lnTo>
                  <a:lnTo>
                    <a:pt x="428157" y="208444"/>
                  </a:lnTo>
                  <a:lnTo>
                    <a:pt x="416097" y="214029"/>
                  </a:lnTo>
                  <a:lnTo>
                    <a:pt x="415230" y="213648"/>
                  </a:lnTo>
                  <a:lnTo>
                    <a:pt x="414644" y="212796"/>
                  </a:lnTo>
                  <a:lnTo>
                    <a:pt x="414233" y="204115"/>
                  </a:lnTo>
                  <a:lnTo>
                    <a:pt x="412742" y="199679"/>
                  </a:lnTo>
                  <a:lnTo>
                    <a:pt x="412521" y="197176"/>
                  </a:lnTo>
                  <a:lnTo>
                    <a:pt x="410817" y="199405"/>
                  </a:lnTo>
                  <a:lnTo>
                    <a:pt x="409775" y="199177"/>
                  </a:lnTo>
                  <a:lnTo>
                    <a:pt x="408648" y="198606"/>
                  </a:lnTo>
                  <a:lnTo>
                    <a:pt x="407804" y="197876"/>
                  </a:lnTo>
                  <a:lnTo>
                    <a:pt x="407735" y="196917"/>
                  </a:lnTo>
                  <a:lnTo>
                    <a:pt x="408648" y="194163"/>
                  </a:lnTo>
                  <a:lnTo>
                    <a:pt x="407545" y="195677"/>
                  </a:lnTo>
                  <a:lnTo>
                    <a:pt x="406343" y="196841"/>
                  </a:lnTo>
                  <a:lnTo>
                    <a:pt x="405095" y="196696"/>
                  </a:lnTo>
                  <a:lnTo>
                    <a:pt x="404015" y="196118"/>
                  </a:lnTo>
                  <a:lnTo>
                    <a:pt x="403619" y="195220"/>
                  </a:lnTo>
                  <a:lnTo>
                    <a:pt x="403048" y="195083"/>
                  </a:lnTo>
                  <a:lnTo>
                    <a:pt x="400408" y="197533"/>
                  </a:lnTo>
                  <a:lnTo>
                    <a:pt x="396931" y="198850"/>
                  </a:lnTo>
                  <a:lnTo>
                    <a:pt x="394991" y="198827"/>
                  </a:lnTo>
                  <a:lnTo>
                    <a:pt x="393469" y="198074"/>
                  </a:lnTo>
                  <a:lnTo>
                    <a:pt x="393546" y="196202"/>
                  </a:lnTo>
                  <a:lnTo>
                    <a:pt x="393386" y="194376"/>
                  </a:lnTo>
                  <a:lnTo>
                    <a:pt x="392960" y="193303"/>
                  </a:lnTo>
                  <a:lnTo>
                    <a:pt x="392024" y="192915"/>
                  </a:lnTo>
                  <a:lnTo>
                    <a:pt x="391164" y="193052"/>
                  </a:lnTo>
                  <a:lnTo>
                    <a:pt x="388669" y="194003"/>
                  </a:lnTo>
                  <a:lnTo>
                    <a:pt x="387778" y="193889"/>
                  </a:lnTo>
                  <a:lnTo>
                    <a:pt x="387268" y="194368"/>
                  </a:lnTo>
                  <a:lnTo>
                    <a:pt x="380664" y="187718"/>
                  </a:lnTo>
                  <a:lnTo>
                    <a:pt x="379332" y="193105"/>
                  </a:lnTo>
                  <a:lnTo>
                    <a:pt x="374768" y="195966"/>
                  </a:lnTo>
                  <a:lnTo>
                    <a:pt x="371404" y="197632"/>
                  </a:lnTo>
                  <a:lnTo>
                    <a:pt x="368065" y="197008"/>
                  </a:lnTo>
                  <a:lnTo>
                    <a:pt x="364679" y="195943"/>
                  </a:lnTo>
                  <a:lnTo>
                    <a:pt x="361300" y="197229"/>
                  </a:lnTo>
                  <a:lnTo>
                    <a:pt x="357633" y="200379"/>
                  </a:lnTo>
                  <a:lnTo>
                    <a:pt x="356621" y="200858"/>
                  </a:lnTo>
                  <a:lnTo>
                    <a:pt x="355564" y="200851"/>
                  </a:lnTo>
                  <a:lnTo>
                    <a:pt x="354788" y="200440"/>
                  </a:lnTo>
                  <a:lnTo>
                    <a:pt x="355054" y="198051"/>
                  </a:lnTo>
                  <a:lnTo>
                    <a:pt x="355084" y="195662"/>
                  </a:lnTo>
                  <a:lnTo>
                    <a:pt x="354810" y="190343"/>
                  </a:lnTo>
                  <a:lnTo>
                    <a:pt x="354521" y="189293"/>
                  </a:lnTo>
                  <a:lnTo>
                    <a:pt x="353464" y="187832"/>
                  </a:lnTo>
                  <a:lnTo>
                    <a:pt x="352063" y="186775"/>
                  </a:lnTo>
                  <a:lnTo>
                    <a:pt x="351287" y="187543"/>
                  </a:lnTo>
                  <a:lnTo>
                    <a:pt x="350580" y="188601"/>
                  </a:lnTo>
                  <a:lnTo>
                    <a:pt x="347795" y="188555"/>
                  </a:lnTo>
                  <a:lnTo>
                    <a:pt x="345079" y="187711"/>
                  </a:lnTo>
                  <a:lnTo>
                    <a:pt x="342766" y="188190"/>
                  </a:lnTo>
                  <a:lnTo>
                    <a:pt x="338170" y="190298"/>
                  </a:lnTo>
                  <a:lnTo>
                    <a:pt x="335736" y="190625"/>
                  </a:lnTo>
                  <a:lnTo>
                    <a:pt x="334427" y="190145"/>
                  </a:lnTo>
                  <a:lnTo>
                    <a:pt x="333590" y="189012"/>
                  </a:lnTo>
                  <a:lnTo>
                    <a:pt x="334069" y="187969"/>
                  </a:lnTo>
                  <a:lnTo>
                    <a:pt x="335081" y="187170"/>
                  </a:lnTo>
                  <a:lnTo>
                    <a:pt x="333194" y="187802"/>
                  </a:lnTo>
                  <a:lnTo>
                    <a:pt x="331589" y="188867"/>
                  </a:lnTo>
                  <a:lnTo>
                    <a:pt x="330889" y="189552"/>
                  </a:lnTo>
                  <a:lnTo>
                    <a:pt x="330135" y="189209"/>
                  </a:lnTo>
                  <a:lnTo>
                    <a:pt x="328127" y="186805"/>
                  </a:lnTo>
                  <a:lnTo>
                    <a:pt x="323927" y="187703"/>
                  </a:lnTo>
                  <a:lnTo>
                    <a:pt x="323364" y="187977"/>
                  </a:lnTo>
                  <a:lnTo>
                    <a:pt x="322329" y="188799"/>
                  </a:lnTo>
                  <a:lnTo>
                    <a:pt x="321332" y="188388"/>
                  </a:lnTo>
                  <a:lnTo>
                    <a:pt x="320838" y="187513"/>
                  </a:lnTo>
                  <a:lnTo>
                    <a:pt x="320663" y="182491"/>
                  </a:lnTo>
                  <a:lnTo>
                    <a:pt x="318525" y="172836"/>
                  </a:lnTo>
                  <a:lnTo>
                    <a:pt x="317939" y="167906"/>
                  </a:lnTo>
                  <a:lnTo>
                    <a:pt x="317467" y="166741"/>
                  </a:lnTo>
                  <a:lnTo>
                    <a:pt x="315017" y="164969"/>
                  </a:lnTo>
                  <a:lnTo>
                    <a:pt x="315101" y="162427"/>
                  </a:lnTo>
                  <a:lnTo>
                    <a:pt x="316379" y="160297"/>
                  </a:lnTo>
                  <a:lnTo>
                    <a:pt x="316646" y="157817"/>
                  </a:lnTo>
                  <a:lnTo>
                    <a:pt x="316280" y="155123"/>
                  </a:lnTo>
                  <a:lnTo>
                    <a:pt x="315512" y="152491"/>
                  </a:lnTo>
                  <a:lnTo>
                    <a:pt x="314546" y="150505"/>
                  </a:lnTo>
                  <a:lnTo>
                    <a:pt x="313161" y="148808"/>
                  </a:lnTo>
                  <a:lnTo>
                    <a:pt x="311327" y="146906"/>
                  </a:lnTo>
                  <a:lnTo>
                    <a:pt x="309067" y="145483"/>
                  </a:lnTo>
                  <a:lnTo>
                    <a:pt x="304198" y="143885"/>
                  </a:lnTo>
                  <a:lnTo>
                    <a:pt x="301634" y="144030"/>
                  </a:lnTo>
                  <a:lnTo>
                    <a:pt x="300675" y="143398"/>
                  </a:lnTo>
                  <a:lnTo>
                    <a:pt x="300036" y="142584"/>
                  </a:lnTo>
                  <a:lnTo>
                    <a:pt x="300295" y="140987"/>
                  </a:lnTo>
                  <a:lnTo>
                    <a:pt x="301162" y="139891"/>
                  </a:lnTo>
                  <a:lnTo>
                    <a:pt x="302326" y="139617"/>
                  </a:lnTo>
                  <a:lnTo>
                    <a:pt x="302471" y="138993"/>
                  </a:lnTo>
                  <a:lnTo>
                    <a:pt x="299998" y="137707"/>
                  </a:lnTo>
                  <a:lnTo>
                    <a:pt x="297936" y="135957"/>
                  </a:lnTo>
                  <a:lnTo>
                    <a:pt x="297290" y="134907"/>
                  </a:lnTo>
                  <a:lnTo>
                    <a:pt x="297092" y="133751"/>
                  </a:lnTo>
                  <a:lnTo>
                    <a:pt x="297107" y="131080"/>
                  </a:lnTo>
                  <a:lnTo>
                    <a:pt x="297700" y="129391"/>
                  </a:lnTo>
                  <a:lnTo>
                    <a:pt x="298028" y="128478"/>
                  </a:lnTo>
                  <a:lnTo>
                    <a:pt x="298659" y="125655"/>
                  </a:lnTo>
                  <a:lnTo>
                    <a:pt x="300006" y="124795"/>
                  </a:lnTo>
                  <a:lnTo>
                    <a:pt x="299793" y="124278"/>
                  </a:lnTo>
                  <a:lnTo>
                    <a:pt x="299214" y="123890"/>
                  </a:lnTo>
                  <a:lnTo>
                    <a:pt x="298378" y="122962"/>
                  </a:lnTo>
                  <a:lnTo>
                    <a:pt x="297685" y="121897"/>
                  </a:lnTo>
                  <a:lnTo>
                    <a:pt x="296110" y="120086"/>
                  </a:lnTo>
                  <a:lnTo>
                    <a:pt x="293333" y="117910"/>
                  </a:lnTo>
                  <a:lnTo>
                    <a:pt x="292861" y="114151"/>
                  </a:lnTo>
                  <a:lnTo>
                    <a:pt x="292504" y="108612"/>
                  </a:lnTo>
                  <a:lnTo>
                    <a:pt x="292732" y="106094"/>
                  </a:lnTo>
                  <a:lnTo>
                    <a:pt x="293622" y="101384"/>
                  </a:lnTo>
                  <a:lnTo>
                    <a:pt x="295167" y="99900"/>
                  </a:lnTo>
                  <a:lnTo>
                    <a:pt x="296391" y="99489"/>
                  </a:lnTo>
                  <a:lnTo>
                    <a:pt x="297312" y="98858"/>
                  </a:lnTo>
                  <a:lnTo>
                    <a:pt x="296551" y="98767"/>
                  </a:lnTo>
                  <a:lnTo>
                    <a:pt x="295897" y="99003"/>
                  </a:lnTo>
                  <a:lnTo>
                    <a:pt x="294725" y="99162"/>
                  </a:lnTo>
                  <a:lnTo>
                    <a:pt x="295692" y="94947"/>
                  </a:lnTo>
                  <a:lnTo>
                    <a:pt x="296125" y="93730"/>
                  </a:lnTo>
                  <a:lnTo>
                    <a:pt x="298066" y="91371"/>
                  </a:lnTo>
                  <a:lnTo>
                    <a:pt x="300341" y="89286"/>
                  </a:lnTo>
                  <a:lnTo>
                    <a:pt x="301299" y="86829"/>
                  </a:lnTo>
                  <a:lnTo>
                    <a:pt x="302592" y="84676"/>
                  </a:lnTo>
                  <a:lnTo>
                    <a:pt x="307941" y="82454"/>
                  </a:lnTo>
                  <a:lnTo>
                    <a:pt x="306016" y="85239"/>
                  </a:lnTo>
                  <a:lnTo>
                    <a:pt x="306230" y="86251"/>
                  </a:lnTo>
                  <a:lnTo>
                    <a:pt x="306701" y="87148"/>
                  </a:lnTo>
                  <a:lnTo>
                    <a:pt x="308086" y="87780"/>
                  </a:lnTo>
                  <a:lnTo>
                    <a:pt x="308482" y="91211"/>
                  </a:lnTo>
                  <a:lnTo>
                    <a:pt x="310224" y="93159"/>
                  </a:lnTo>
                  <a:lnTo>
                    <a:pt x="311974" y="94940"/>
                  </a:lnTo>
                  <a:lnTo>
                    <a:pt x="313267" y="95814"/>
                  </a:lnTo>
                  <a:lnTo>
                    <a:pt x="314690" y="97085"/>
                  </a:lnTo>
                  <a:lnTo>
                    <a:pt x="315687" y="98264"/>
                  </a:lnTo>
                  <a:lnTo>
                    <a:pt x="316737" y="99254"/>
                  </a:lnTo>
                  <a:lnTo>
                    <a:pt x="318319" y="100220"/>
                  </a:lnTo>
                  <a:lnTo>
                    <a:pt x="322603" y="104336"/>
                  </a:lnTo>
                  <a:lnTo>
                    <a:pt x="324391" y="105546"/>
                  </a:lnTo>
                  <a:lnTo>
                    <a:pt x="325723" y="106756"/>
                  </a:lnTo>
                  <a:lnTo>
                    <a:pt x="326666" y="107182"/>
                  </a:lnTo>
                  <a:lnTo>
                    <a:pt x="329002" y="106839"/>
                  </a:lnTo>
                  <a:lnTo>
                    <a:pt x="335903" y="103887"/>
                  </a:lnTo>
                  <a:lnTo>
                    <a:pt x="337143" y="103697"/>
                  </a:lnTo>
                  <a:lnTo>
                    <a:pt x="339387" y="103187"/>
                  </a:lnTo>
                  <a:lnTo>
                    <a:pt x="343352" y="103347"/>
                  </a:lnTo>
                  <a:lnTo>
                    <a:pt x="347544" y="104351"/>
                  </a:lnTo>
                  <a:lnTo>
                    <a:pt x="348906" y="104382"/>
                  </a:lnTo>
                  <a:lnTo>
                    <a:pt x="350199" y="103781"/>
                  </a:lnTo>
                  <a:lnTo>
                    <a:pt x="351995" y="103956"/>
                  </a:lnTo>
                  <a:lnTo>
                    <a:pt x="353669" y="104268"/>
                  </a:lnTo>
                  <a:lnTo>
                    <a:pt x="354506" y="104009"/>
                  </a:lnTo>
                  <a:lnTo>
                    <a:pt x="356941" y="101856"/>
                  </a:lnTo>
                  <a:lnTo>
                    <a:pt x="360258" y="101216"/>
                  </a:lnTo>
                  <a:lnTo>
                    <a:pt x="361331" y="99086"/>
                  </a:lnTo>
                  <a:lnTo>
                    <a:pt x="362160" y="97078"/>
                  </a:lnTo>
                  <a:lnTo>
                    <a:pt x="362556" y="94940"/>
                  </a:lnTo>
                  <a:lnTo>
                    <a:pt x="363941" y="94080"/>
                  </a:lnTo>
                  <a:lnTo>
                    <a:pt x="365881" y="93334"/>
                  </a:lnTo>
                  <a:lnTo>
                    <a:pt x="368757" y="92391"/>
                  </a:lnTo>
                  <a:lnTo>
                    <a:pt x="378732" y="92223"/>
                  </a:lnTo>
                  <a:lnTo>
                    <a:pt x="379698" y="92634"/>
                  </a:lnTo>
                  <a:lnTo>
                    <a:pt x="379903" y="93730"/>
                  </a:lnTo>
                  <a:lnTo>
                    <a:pt x="379698" y="94559"/>
                  </a:lnTo>
                  <a:lnTo>
                    <a:pt x="380094" y="95054"/>
                  </a:lnTo>
                  <a:lnTo>
                    <a:pt x="381418" y="95099"/>
                  </a:lnTo>
                  <a:lnTo>
                    <a:pt x="382642" y="95602"/>
                  </a:lnTo>
                  <a:lnTo>
                    <a:pt x="387611" y="97321"/>
                  </a:lnTo>
                  <a:lnTo>
                    <a:pt x="389726" y="97854"/>
                  </a:lnTo>
                  <a:lnTo>
                    <a:pt x="390905" y="97717"/>
                  </a:lnTo>
                  <a:lnTo>
                    <a:pt x="393234" y="99254"/>
                  </a:lnTo>
                  <a:lnTo>
                    <a:pt x="394504" y="98729"/>
                  </a:lnTo>
                  <a:lnTo>
                    <a:pt x="396186" y="97648"/>
                  </a:lnTo>
                  <a:lnTo>
                    <a:pt x="397784" y="96195"/>
                  </a:lnTo>
                  <a:lnTo>
                    <a:pt x="399214" y="95046"/>
                  </a:lnTo>
                  <a:lnTo>
                    <a:pt x="401291" y="94597"/>
                  </a:lnTo>
                  <a:lnTo>
                    <a:pt x="403985" y="94658"/>
                  </a:lnTo>
                  <a:lnTo>
                    <a:pt x="407165" y="94262"/>
                  </a:lnTo>
                  <a:lnTo>
                    <a:pt x="409561" y="93646"/>
                  </a:lnTo>
                  <a:lnTo>
                    <a:pt x="412240" y="94666"/>
                  </a:lnTo>
                  <a:lnTo>
                    <a:pt x="412955" y="94346"/>
                  </a:lnTo>
                  <a:lnTo>
                    <a:pt x="413419" y="93349"/>
                  </a:lnTo>
                  <a:lnTo>
                    <a:pt x="414804" y="91166"/>
                  </a:lnTo>
                  <a:lnTo>
                    <a:pt x="415420" y="89697"/>
                  </a:lnTo>
                  <a:lnTo>
                    <a:pt x="415953" y="86882"/>
                  </a:lnTo>
                  <a:lnTo>
                    <a:pt x="416325" y="86213"/>
                  </a:lnTo>
                  <a:lnTo>
                    <a:pt x="417345" y="85825"/>
                  </a:lnTo>
                  <a:lnTo>
                    <a:pt x="418387" y="85292"/>
                  </a:lnTo>
                  <a:lnTo>
                    <a:pt x="418661" y="84447"/>
                  </a:lnTo>
                  <a:lnTo>
                    <a:pt x="419042" y="83466"/>
                  </a:lnTo>
                  <a:lnTo>
                    <a:pt x="418730" y="82644"/>
                  </a:lnTo>
                  <a:lnTo>
                    <a:pt x="418136" y="81952"/>
                  </a:lnTo>
                  <a:lnTo>
                    <a:pt x="417512" y="79601"/>
                  </a:lnTo>
                  <a:lnTo>
                    <a:pt x="417710" y="78528"/>
                  </a:lnTo>
                  <a:lnTo>
                    <a:pt x="418098" y="77729"/>
                  </a:lnTo>
                  <a:lnTo>
                    <a:pt x="419171" y="77326"/>
                  </a:lnTo>
                  <a:lnTo>
                    <a:pt x="422002" y="75598"/>
                  </a:lnTo>
                  <a:lnTo>
                    <a:pt x="424513" y="73575"/>
                  </a:lnTo>
                  <a:lnTo>
                    <a:pt x="425889" y="72585"/>
                  </a:lnTo>
                  <a:lnTo>
                    <a:pt x="426490" y="71946"/>
                  </a:lnTo>
                  <a:lnTo>
                    <a:pt x="426528" y="71018"/>
                  </a:lnTo>
                  <a:lnTo>
                    <a:pt x="425433" y="70052"/>
                  </a:lnTo>
                  <a:lnTo>
                    <a:pt x="424383" y="69588"/>
                  </a:lnTo>
                  <a:lnTo>
                    <a:pt x="424307" y="68469"/>
                  </a:lnTo>
                  <a:lnTo>
                    <a:pt x="424345" y="67693"/>
                  </a:lnTo>
                  <a:lnTo>
                    <a:pt x="424664" y="66963"/>
                  </a:lnTo>
                  <a:lnTo>
                    <a:pt x="424505" y="66255"/>
                  </a:lnTo>
                  <a:lnTo>
                    <a:pt x="424497" y="65198"/>
                  </a:lnTo>
                  <a:lnTo>
                    <a:pt x="425167" y="64056"/>
                  </a:lnTo>
                  <a:lnTo>
                    <a:pt x="426711" y="62367"/>
                  </a:lnTo>
                  <a:lnTo>
                    <a:pt x="427929" y="61272"/>
                  </a:lnTo>
                  <a:lnTo>
                    <a:pt x="429283" y="61949"/>
                  </a:lnTo>
                  <a:lnTo>
                    <a:pt x="430858" y="61637"/>
                  </a:lnTo>
                  <a:lnTo>
                    <a:pt x="432357" y="61089"/>
                  </a:lnTo>
                  <a:lnTo>
                    <a:pt x="433186" y="59096"/>
                  </a:lnTo>
                  <a:lnTo>
                    <a:pt x="433315" y="58145"/>
                  </a:lnTo>
                  <a:lnTo>
                    <a:pt x="433118" y="57384"/>
                  </a:lnTo>
                  <a:lnTo>
                    <a:pt x="433635" y="54546"/>
                  </a:lnTo>
                  <a:lnTo>
                    <a:pt x="433765" y="54135"/>
                  </a:lnTo>
                  <a:lnTo>
                    <a:pt x="434746" y="52347"/>
                  </a:lnTo>
                  <a:lnTo>
                    <a:pt x="434845" y="51145"/>
                  </a:lnTo>
                  <a:lnTo>
                    <a:pt x="434289" y="48352"/>
                  </a:lnTo>
                  <a:lnTo>
                    <a:pt x="434639" y="46237"/>
                  </a:lnTo>
                  <a:lnTo>
                    <a:pt x="434799" y="41862"/>
                  </a:lnTo>
                  <a:lnTo>
                    <a:pt x="435385" y="41079"/>
                  </a:lnTo>
                  <a:lnTo>
                    <a:pt x="436062" y="38811"/>
                  </a:lnTo>
                  <a:lnTo>
                    <a:pt x="437158" y="36445"/>
                  </a:lnTo>
                  <a:lnTo>
                    <a:pt x="439372" y="35159"/>
                  </a:lnTo>
                  <a:lnTo>
                    <a:pt x="440528" y="33470"/>
                  </a:lnTo>
                  <a:lnTo>
                    <a:pt x="441038" y="33150"/>
                  </a:lnTo>
                  <a:lnTo>
                    <a:pt x="441799" y="33135"/>
                  </a:lnTo>
                  <a:lnTo>
                    <a:pt x="444477" y="34368"/>
                  </a:lnTo>
                  <a:lnTo>
                    <a:pt x="446882" y="32998"/>
                  </a:lnTo>
                  <a:lnTo>
                    <a:pt x="449057" y="32838"/>
                  </a:lnTo>
                  <a:lnTo>
                    <a:pt x="450853" y="33021"/>
                  </a:lnTo>
                  <a:lnTo>
                    <a:pt x="451865" y="33584"/>
                  </a:lnTo>
                  <a:lnTo>
                    <a:pt x="452862" y="33987"/>
                  </a:lnTo>
                  <a:lnTo>
                    <a:pt x="455008" y="32656"/>
                  </a:lnTo>
                  <a:lnTo>
                    <a:pt x="455814" y="32953"/>
                  </a:lnTo>
                  <a:close/>
                  <a:moveTo>
                    <a:pt x="674964" y="39899"/>
                  </a:moveTo>
                  <a:lnTo>
                    <a:pt x="674104" y="40341"/>
                  </a:lnTo>
                  <a:lnTo>
                    <a:pt x="672719" y="40181"/>
                  </a:lnTo>
                  <a:lnTo>
                    <a:pt x="672567" y="39100"/>
                  </a:lnTo>
                  <a:lnTo>
                    <a:pt x="673975" y="37160"/>
                  </a:lnTo>
                  <a:lnTo>
                    <a:pt x="674903" y="35113"/>
                  </a:lnTo>
                  <a:lnTo>
                    <a:pt x="673914" y="34604"/>
                  </a:lnTo>
                  <a:lnTo>
                    <a:pt x="672947" y="33295"/>
                  </a:lnTo>
                  <a:lnTo>
                    <a:pt x="672909" y="31773"/>
                  </a:lnTo>
                  <a:lnTo>
                    <a:pt x="673701" y="28958"/>
                  </a:lnTo>
                  <a:lnTo>
                    <a:pt x="674872" y="29186"/>
                  </a:lnTo>
                  <a:lnTo>
                    <a:pt x="675998" y="30404"/>
                  </a:lnTo>
                  <a:lnTo>
                    <a:pt x="676462" y="32686"/>
                  </a:lnTo>
                  <a:lnTo>
                    <a:pt x="677201" y="34421"/>
                  </a:lnTo>
                  <a:lnTo>
                    <a:pt x="675633" y="36780"/>
                  </a:lnTo>
                  <a:lnTo>
                    <a:pt x="674964" y="39899"/>
                  </a:lnTo>
                  <a:close/>
                  <a:moveTo>
                    <a:pt x="27451" y="14449"/>
                  </a:moveTo>
                  <a:lnTo>
                    <a:pt x="30069" y="14639"/>
                  </a:lnTo>
                  <a:lnTo>
                    <a:pt x="34931" y="13482"/>
                  </a:lnTo>
                  <a:lnTo>
                    <a:pt x="37601" y="13596"/>
                  </a:lnTo>
                  <a:lnTo>
                    <a:pt x="40120" y="14433"/>
                  </a:lnTo>
                  <a:lnTo>
                    <a:pt x="42357" y="14913"/>
                  </a:lnTo>
                  <a:lnTo>
                    <a:pt x="47926" y="14296"/>
                  </a:lnTo>
                  <a:lnTo>
                    <a:pt x="48976" y="14456"/>
                  </a:lnTo>
                  <a:lnTo>
                    <a:pt x="49980" y="14935"/>
                  </a:lnTo>
                  <a:lnTo>
                    <a:pt x="50833" y="15696"/>
                  </a:lnTo>
                  <a:lnTo>
                    <a:pt x="53382" y="18466"/>
                  </a:lnTo>
                  <a:lnTo>
                    <a:pt x="57688" y="21875"/>
                  </a:lnTo>
                  <a:lnTo>
                    <a:pt x="58928" y="24058"/>
                  </a:lnTo>
                  <a:lnTo>
                    <a:pt x="59636" y="26516"/>
                  </a:lnTo>
                  <a:lnTo>
                    <a:pt x="60085" y="27086"/>
                  </a:lnTo>
                  <a:lnTo>
                    <a:pt x="64954" y="31781"/>
                  </a:lnTo>
                  <a:lnTo>
                    <a:pt x="65479" y="33744"/>
                  </a:lnTo>
                  <a:lnTo>
                    <a:pt x="64795" y="36460"/>
                  </a:lnTo>
                  <a:lnTo>
                    <a:pt x="66210" y="38621"/>
                  </a:lnTo>
                  <a:lnTo>
                    <a:pt x="70927" y="40652"/>
                  </a:lnTo>
                  <a:lnTo>
                    <a:pt x="73712" y="42128"/>
                  </a:lnTo>
                  <a:lnTo>
                    <a:pt x="74305" y="43034"/>
                  </a:lnTo>
                  <a:lnTo>
                    <a:pt x="74716" y="44114"/>
                  </a:lnTo>
                  <a:lnTo>
                    <a:pt x="76261" y="45712"/>
                  </a:lnTo>
                  <a:lnTo>
                    <a:pt x="78193" y="46755"/>
                  </a:lnTo>
                  <a:lnTo>
                    <a:pt x="84227" y="49501"/>
                  </a:lnTo>
                  <a:lnTo>
                    <a:pt x="92140" y="55238"/>
                  </a:lnTo>
                  <a:lnTo>
                    <a:pt x="96636" y="57962"/>
                  </a:lnTo>
                  <a:lnTo>
                    <a:pt x="100357" y="62101"/>
                  </a:lnTo>
                  <a:lnTo>
                    <a:pt x="101704" y="64079"/>
                  </a:lnTo>
                  <a:lnTo>
                    <a:pt x="102815" y="66217"/>
                  </a:lnTo>
                  <a:lnTo>
                    <a:pt x="105074" y="69329"/>
                  </a:lnTo>
                  <a:lnTo>
                    <a:pt x="108917" y="73171"/>
                  </a:lnTo>
                  <a:lnTo>
                    <a:pt x="109891" y="74343"/>
                  </a:lnTo>
                  <a:lnTo>
                    <a:pt x="110925" y="76040"/>
                  </a:lnTo>
                  <a:lnTo>
                    <a:pt x="112120" y="77615"/>
                  </a:lnTo>
                  <a:lnTo>
                    <a:pt x="113550" y="79060"/>
                  </a:lnTo>
                  <a:lnTo>
                    <a:pt x="115255" y="80171"/>
                  </a:lnTo>
                  <a:lnTo>
                    <a:pt x="116997" y="80529"/>
                  </a:lnTo>
                  <a:lnTo>
                    <a:pt x="119804" y="83306"/>
                  </a:lnTo>
                  <a:lnTo>
                    <a:pt x="121319" y="84173"/>
                  </a:lnTo>
                  <a:lnTo>
                    <a:pt x="121083" y="81997"/>
                  </a:lnTo>
                  <a:lnTo>
                    <a:pt x="119804" y="80095"/>
                  </a:lnTo>
                  <a:lnTo>
                    <a:pt x="119827" y="78954"/>
                  </a:lnTo>
                  <a:lnTo>
                    <a:pt x="120048" y="77927"/>
                  </a:lnTo>
                  <a:lnTo>
                    <a:pt x="121090" y="77067"/>
                  </a:lnTo>
                  <a:lnTo>
                    <a:pt x="122345" y="76824"/>
                  </a:lnTo>
                  <a:lnTo>
                    <a:pt x="124704" y="77615"/>
                  </a:lnTo>
                  <a:lnTo>
                    <a:pt x="128532" y="80909"/>
                  </a:lnTo>
                  <a:lnTo>
                    <a:pt x="130144" y="82827"/>
                  </a:lnTo>
                  <a:lnTo>
                    <a:pt x="131354" y="85474"/>
                  </a:lnTo>
                  <a:lnTo>
                    <a:pt x="132374" y="88221"/>
                  </a:lnTo>
                  <a:lnTo>
                    <a:pt x="133895" y="89591"/>
                  </a:lnTo>
                  <a:lnTo>
                    <a:pt x="135995" y="90070"/>
                  </a:lnTo>
                  <a:lnTo>
                    <a:pt x="138331" y="90268"/>
                  </a:lnTo>
                  <a:lnTo>
                    <a:pt x="140477" y="91112"/>
                  </a:lnTo>
                  <a:lnTo>
                    <a:pt x="145499" y="94917"/>
                  </a:lnTo>
                  <a:lnTo>
                    <a:pt x="147165" y="96705"/>
                  </a:lnTo>
                  <a:lnTo>
                    <a:pt x="148428" y="98805"/>
                  </a:lnTo>
                  <a:lnTo>
                    <a:pt x="149295" y="101293"/>
                  </a:lnTo>
                  <a:lnTo>
                    <a:pt x="149835" y="103902"/>
                  </a:lnTo>
                  <a:lnTo>
                    <a:pt x="150170" y="104503"/>
                  </a:lnTo>
                  <a:lnTo>
                    <a:pt x="153396" y="107653"/>
                  </a:lnTo>
                  <a:lnTo>
                    <a:pt x="155093" y="108985"/>
                  </a:lnTo>
                  <a:lnTo>
                    <a:pt x="157163" y="109632"/>
                  </a:lnTo>
                  <a:lnTo>
                    <a:pt x="163211" y="110339"/>
                  </a:lnTo>
                  <a:lnTo>
                    <a:pt x="165334" y="111427"/>
                  </a:lnTo>
                  <a:lnTo>
                    <a:pt x="167099" y="113238"/>
                  </a:lnTo>
                  <a:lnTo>
                    <a:pt x="167837" y="115079"/>
                  </a:lnTo>
                  <a:lnTo>
                    <a:pt x="166582" y="116708"/>
                  </a:lnTo>
                  <a:lnTo>
                    <a:pt x="161857" y="119203"/>
                  </a:lnTo>
                  <a:lnTo>
                    <a:pt x="156812" y="120930"/>
                  </a:lnTo>
                  <a:lnTo>
                    <a:pt x="161720" y="120337"/>
                  </a:lnTo>
                  <a:lnTo>
                    <a:pt x="164200" y="119614"/>
                  </a:lnTo>
                  <a:lnTo>
                    <a:pt x="166483" y="118488"/>
                  </a:lnTo>
                  <a:lnTo>
                    <a:pt x="168743" y="117050"/>
                  </a:lnTo>
                  <a:lnTo>
                    <a:pt x="172334" y="115041"/>
                  </a:lnTo>
                  <a:lnTo>
                    <a:pt x="173666" y="114630"/>
                  </a:lnTo>
                  <a:lnTo>
                    <a:pt x="175233" y="114775"/>
                  </a:lnTo>
                  <a:lnTo>
                    <a:pt x="176655" y="115346"/>
                  </a:lnTo>
                  <a:lnTo>
                    <a:pt x="178786" y="117316"/>
                  </a:lnTo>
                  <a:lnTo>
                    <a:pt x="180795" y="119401"/>
                  </a:lnTo>
                  <a:lnTo>
                    <a:pt x="182294" y="121828"/>
                  </a:lnTo>
                  <a:lnTo>
                    <a:pt x="183229" y="124529"/>
                  </a:lnTo>
                  <a:lnTo>
                    <a:pt x="181510" y="125944"/>
                  </a:lnTo>
                  <a:lnTo>
                    <a:pt x="179014" y="126987"/>
                  </a:lnTo>
                  <a:lnTo>
                    <a:pt x="175583" y="129597"/>
                  </a:lnTo>
                  <a:lnTo>
                    <a:pt x="175218" y="130631"/>
                  </a:lnTo>
                  <a:lnTo>
                    <a:pt x="175925" y="131293"/>
                  </a:lnTo>
                  <a:lnTo>
                    <a:pt x="175088" y="133211"/>
                  </a:lnTo>
                  <a:lnTo>
                    <a:pt x="177013" y="134398"/>
                  </a:lnTo>
                  <a:lnTo>
                    <a:pt x="177302" y="135402"/>
                  </a:lnTo>
                  <a:lnTo>
                    <a:pt x="175636" y="136840"/>
                  </a:lnTo>
                  <a:lnTo>
                    <a:pt x="175796" y="137730"/>
                  </a:lnTo>
                  <a:lnTo>
                    <a:pt x="177804" y="141534"/>
                  </a:lnTo>
                  <a:lnTo>
                    <a:pt x="178763" y="142402"/>
                  </a:lnTo>
                  <a:lnTo>
                    <a:pt x="181830" y="144334"/>
                  </a:lnTo>
                  <a:lnTo>
                    <a:pt x="186501" y="146290"/>
                  </a:lnTo>
                  <a:lnTo>
                    <a:pt x="189088" y="147188"/>
                  </a:lnTo>
                  <a:lnTo>
                    <a:pt x="192025" y="147880"/>
                  </a:lnTo>
                  <a:lnTo>
                    <a:pt x="193280" y="147865"/>
                  </a:lnTo>
                  <a:lnTo>
                    <a:pt x="195479" y="147545"/>
                  </a:lnTo>
                  <a:lnTo>
                    <a:pt x="195928" y="148306"/>
                  </a:lnTo>
                  <a:lnTo>
                    <a:pt x="196872" y="152049"/>
                  </a:lnTo>
                  <a:lnTo>
                    <a:pt x="197328" y="154423"/>
                  </a:lnTo>
                  <a:lnTo>
                    <a:pt x="198005" y="159468"/>
                  </a:lnTo>
                  <a:lnTo>
                    <a:pt x="198857" y="161560"/>
                  </a:lnTo>
                  <a:lnTo>
                    <a:pt x="198804" y="164116"/>
                  </a:lnTo>
                  <a:lnTo>
                    <a:pt x="199923" y="166293"/>
                  </a:lnTo>
                  <a:lnTo>
                    <a:pt x="202228" y="167685"/>
                  </a:lnTo>
                  <a:lnTo>
                    <a:pt x="204670" y="168819"/>
                  </a:lnTo>
                  <a:lnTo>
                    <a:pt x="205827" y="169929"/>
                  </a:lnTo>
                  <a:lnTo>
                    <a:pt x="205812" y="171603"/>
                  </a:lnTo>
                  <a:lnTo>
                    <a:pt x="205416" y="172927"/>
                  </a:lnTo>
                  <a:lnTo>
                    <a:pt x="204594" y="173954"/>
                  </a:lnTo>
                  <a:lnTo>
                    <a:pt x="202053" y="176138"/>
                  </a:lnTo>
                  <a:lnTo>
                    <a:pt x="201596" y="177081"/>
                  </a:lnTo>
                  <a:lnTo>
                    <a:pt x="201239" y="179486"/>
                  </a:lnTo>
                  <a:lnTo>
                    <a:pt x="201673" y="180589"/>
                  </a:lnTo>
                  <a:lnTo>
                    <a:pt x="202692" y="180650"/>
                  </a:lnTo>
                  <a:lnTo>
                    <a:pt x="203483" y="180072"/>
                  </a:lnTo>
                  <a:lnTo>
                    <a:pt x="206527" y="176846"/>
                  </a:lnTo>
                  <a:lnTo>
                    <a:pt x="207348" y="176283"/>
                  </a:lnTo>
                  <a:lnTo>
                    <a:pt x="208497" y="175826"/>
                  </a:lnTo>
                  <a:lnTo>
                    <a:pt x="209669" y="175537"/>
                  </a:lnTo>
                  <a:lnTo>
                    <a:pt x="215231" y="175514"/>
                  </a:lnTo>
                  <a:lnTo>
                    <a:pt x="217597" y="176024"/>
                  </a:lnTo>
                  <a:lnTo>
                    <a:pt x="219690" y="177074"/>
                  </a:lnTo>
                  <a:lnTo>
                    <a:pt x="221539" y="178390"/>
                  </a:lnTo>
                  <a:lnTo>
                    <a:pt x="228318" y="186798"/>
                  </a:lnTo>
                  <a:lnTo>
                    <a:pt x="231414" y="191439"/>
                  </a:lnTo>
                  <a:lnTo>
                    <a:pt x="231658" y="192595"/>
                  </a:lnTo>
                  <a:lnTo>
                    <a:pt x="231711" y="193797"/>
                  </a:lnTo>
                  <a:lnTo>
                    <a:pt x="231186" y="194726"/>
                  </a:lnTo>
                  <a:lnTo>
                    <a:pt x="228371" y="197898"/>
                  </a:lnTo>
                  <a:lnTo>
                    <a:pt x="228013" y="198774"/>
                  </a:lnTo>
                  <a:lnTo>
                    <a:pt x="227138" y="202228"/>
                  </a:lnTo>
                  <a:lnTo>
                    <a:pt x="227298" y="204716"/>
                  </a:lnTo>
                  <a:lnTo>
                    <a:pt x="228234" y="205758"/>
                  </a:lnTo>
                  <a:lnTo>
                    <a:pt x="228988" y="206892"/>
                  </a:lnTo>
                  <a:lnTo>
                    <a:pt x="228927" y="207919"/>
                  </a:lnTo>
                  <a:lnTo>
                    <a:pt x="227070" y="213032"/>
                  </a:lnTo>
                  <a:lnTo>
                    <a:pt x="226880" y="213907"/>
                  </a:lnTo>
                  <a:lnTo>
                    <a:pt x="228051" y="222223"/>
                  </a:lnTo>
                  <a:lnTo>
                    <a:pt x="228135" y="224475"/>
                  </a:lnTo>
                  <a:lnTo>
                    <a:pt x="227899" y="227328"/>
                  </a:lnTo>
                  <a:lnTo>
                    <a:pt x="228067" y="231924"/>
                  </a:lnTo>
                  <a:lnTo>
                    <a:pt x="226545" y="246137"/>
                  </a:lnTo>
                  <a:lnTo>
                    <a:pt x="226263" y="246981"/>
                  </a:lnTo>
                  <a:lnTo>
                    <a:pt x="225099" y="249157"/>
                  </a:lnTo>
                  <a:lnTo>
                    <a:pt x="223570" y="249142"/>
                  </a:lnTo>
                  <a:lnTo>
                    <a:pt x="222330" y="248762"/>
                  </a:lnTo>
                  <a:lnTo>
                    <a:pt x="221470" y="247932"/>
                  </a:lnTo>
                  <a:lnTo>
                    <a:pt x="220991" y="246905"/>
                  </a:lnTo>
                  <a:lnTo>
                    <a:pt x="220291" y="246061"/>
                  </a:lnTo>
                  <a:lnTo>
                    <a:pt x="216593" y="243436"/>
                  </a:lnTo>
                  <a:lnTo>
                    <a:pt x="215627" y="243870"/>
                  </a:lnTo>
                  <a:lnTo>
                    <a:pt x="211868" y="247126"/>
                  </a:lnTo>
                  <a:lnTo>
                    <a:pt x="210871" y="247605"/>
                  </a:lnTo>
                  <a:lnTo>
                    <a:pt x="209616" y="247210"/>
                  </a:lnTo>
                  <a:lnTo>
                    <a:pt x="207638" y="246236"/>
                  </a:lnTo>
                  <a:lnTo>
                    <a:pt x="201437" y="242812"/>
                  </a:lnTo>
                  <a:lnTo>
                    <a:pt x="201056" y="243907"/>
                  </a:lnTo>
                  <a:lnTo>
                    <a:pt x="200973" y="245391"/>
                  </a:lnTo>
                  <a:lnTo>
                    <a:pt x="202205" y="249119"/>
                  </a:lnTo>
                  <a:lnTo>
                    <a:pt x="202380" y="250748"/>
                  </a:lnTo>
                  <a:lnTo>
                    <a:pt x="201254" y="251067"/>
                  </a:lnTo>
                  <a:lnTo>
                    <a:pt x="200623" y="250999"/>
                  </a:lnTo>
                  <a:lnTo>
                    <a:pt x="198043" y="248838"/>
                  </a:lnTo>
                  <a:lnTo>
                    <a:pt x="195662" y="246441"/>
                  </a:lnTo>
                  <a:lnTo>
                    <a:pt x="192961" y="243200"/>
                  </a:lnTo>
                  <a:lnTo>
                    <a:pt x="190982" y="241663"/>
                  </a:lnTo>
                  <a:lnTo>
                    <a:pt x="189202" y="239943"/>
                  </a:lnTo>
                  <a:lnTo>
                    <a:pt x="184180" y="233415"/>
                  </a:lnTo>
                  <a:lnTo>
                    <a:pt x="182872" y="232419"/>
                  </a:lnTo>
                  <a:lnTo>
                    <a:pt x="175088" y="227815"/>
                  </a:lnTo>
                  <a:lnTo>
                    <a:pt x="173521" y="226720"/>
                  </a:lnTo>
                  <a:lnTo>
                    <a:pt x="171528" y="224817"/>
                  </a:lnTo>
                  <a:lnTo>
                    <a:pt x="169390" y="223121"/>
                  </a:lnTo>
                  <a:lnTo>
                    <a:pt x="164695" y="220450"/>
                  </a:lnTo>
                  <a:lnTo>
                    <a:pt x="156554" y="213679"/>
                  </a:lnTo>
                  <a:lnTo>
                    <a:pt x="153016" y="209791"/>
                  </a:lnTo>
                  <a:lnTo>
                    <a:pt x="149082" y="203521"/>
                  </a:lnTo>
                  <a:lnTo>
                    <a:pt x="147796" y="201924"/>
                  </a:lnTo>
                  <a:lnTo>
                    <a:pt x="141184" y="197221"/>
                  </a:lnTo>
                  <a:lnTo>
                    <a:pt x="137578" y="194376"/>
                  </a:lnTo>
                  <a:lnTo>
                    <a:pt x="136071" y="192740"/>
                  </a:lnTo>
                  <a:lnTo>
                    <a:pt x="132564" y="187041"/>
                  </a:lnTo>
                  <a:lnTo>
                    <a:pt x="131537" y="185124"/>
                  </a:lnTo>
                  <a:lnTo>
                    <a:pt x="130243" y="183427"/>
                  </a:lnTo>
                  <a:lnTo>
                    <a:pt x="128121" y="182050"/>
                  </a:lnTo>
                  <a:lnTo>
                    <a:pt x="126249" y="180437"/>
                  </a:lnTo>
                  <a:lnTo>
                    <a:pt x="122536" y="175286"/>
                  </a:lnTo>
                  <a:lnTo>
                    <a:pt x="121364" y="173231"/>
                  </a:lnTo>
                  <a:lnTo>
                    <a:pt x="120481" y="171010"/>
                  </a:lnTo>
                  <a:lnTo>
                    <a:pt x="120641" y="166559"/>
                  </a:lnTo>
                  <a:lnTo>
                    <a:pt x="112766" y="153084"/>
                  </a:lnTo>
                  <a:lnTo>
                    <a:pt x="110788" y="148884"/>
                  </a:lnTo>
                  <a:lnTo>
                    <a:pt x="108955" y="143056"/>
                  </a:lnTo>
                  <a:lnTo>
                    <a:pt x="108551" y="142470"/>
                  </a:lnTo>
                  <a:lnTo>
                    <a:pt x="104252" y="137251"/>
                  </a:lnTo>
                  <a:lnTo>
                    <a:pt x="102738" y="135577"/>
                  </a:lnTo>
                  <a:lnTo>
                    <a:pt x="100897" y="134009"/>
                  </a:lnTo>
                  <a:lnTo>
                    <a:pt x="99398" y="132176"/>
                  </a:lnTo>
                  <a:lnTo>
                    <a:pt x="96431" y="126218"/>
                  </a:lnTo>
                  <a:lnTo>
                    <a:pt x="95328" y="124567"/>
                  </a:lnTo>
                  <a:lnTo>
                    <a:pt x="93783" y="123350"/>
                  </a:lnTo>
                  <a:lnTo>
                    <a:pt x="88168" y="121098"/>
                  </a:lnTo>
                  <a:lnTo>
                    <a:pt x="86076" y="119842"/>
                  </a:lnTo>
                  <a:lnTo>
                    <a:pt x="84425" y="118062"/>
                  </a:lnTo>
                  <a:lnTo>
                    <a:pt x="83413" y="115787"/>
                  </a:lnTo>
                  <a:lnTo>
                    <a:pt x="82302" y="110963"/>
                  </a:lnTo>
                  <a:lnTo>
                    <a:pt x="79646" y="103636"/>
                  </a:lnTo>
                  <a:lnTo>
                    <a:pt x="76679" y="93821"/>
                  </a:lnTo>
                  <a:lnTo>
                    <a:pt x="74670" y="89423"/>
                  </a:lnTo>
                  <a:lnTo>
                    <a:pt x="72380" y="85969"/>
                  </a:lnTo>
                  <a:lnTo>
                    <a:pt x="71711" y="85170"/>
                  </a:lnTo>
                  <a:lnTo>
                    <a:pt x="61515" y="78954"/>
                  </a:lnTo>
                  <a:lnTo>
                    <a:pt x="59773" y="78033"/>
                  </a:lnTo>
                  <a:lnTo>
                    <a:pt x="57924" y="77485"/>
                  </a:lnTo>
                  <a:lnTo>
                    <a:pt x="55284" y="77090"/>
                  </a:lnTo>
                  <a:lnTo>
                    <a:pt x="53267" y="75484"/>
                  </a:lnTo>
                  <a:lnTo>
                    <a:pt x="52446" y="72601"/>
                  </a:lnTo>
                  <a:lnTo>
                    <a:pt x="51982" y="68736"/>
                  </a:lnTo>
                  <a:lnTo>
                    <a:pt x="51480" y="66430"/>
                  </a:lnTo>
                  <a:lnTo>
                    <a:pt x="50924" y="65122"/>
                  </a:lnTo>
                  <a:lnTo>
                    <a:pt x="46663" y="62390"/>
                  </a:lnTo>
                  <a:lnTo>
                    <a:pt x="44989" y="60229"/>
                  </a:lnTo>
                  <a:lnTo>
                    <a:pt x="43597" y="57848"/>
                  </a:lnTo>
                  <a:lnTo>
                    <a:pt x="42326" y="56007"/>
                  </a:lnTo>
                  <a:lnTo>
                    <a:pt x="37639" y="49646"/>
                  </a:lnTo>
                  <a:lnTo>
                    <a:pt x="36034" y="47980"/>
                  </a:lnTo>
                  <a:lnTo>
                    <a:pt x="34048" y="46815"/>
                  </a:lnTo>
                  <a:lnTo>
                    <a:pt x="28167" y="45583"/>
                  </a:lnTo>
                  <a:lnTo>
                    <a:pt x="26440" y="44525"/>
                  </a:lnTo>
                  <a:lnTo>
                    <a:pt x="23586" y="40911"/>
                  </a:lnTo>
                  <a:lnTo>
                    <a:pt x="21859" y="39070"/>
                  </a:lnTo>
                  <a:lnTo>
                    <a:pt x="16686" y="35015"/>
                  </a:lnTo>
                  <a:lnTo>
                    <a:pt x="7943" y="26531"/>
                  </a:lnTo>
                  <a:lnTo>
                    <a:pt x="6155" y="24416"/>
                  </a:lnTo>
                  <a:lnTo>
                    <a:pt x="4816" y="22209"/>
                  </a:lnTo>
                  <a:lnTo>
                    <a:pt x="3728" y="19843"/>
                  </a:lnTo>
                  <a:lnTo>
                    <a:pt x="0" y="13285"/>
                  </a:lnTo>
                  <a:lnTo>
                    <a:pt x="304" y="11961"/>
                  </a:lnTo>
                  <a:lnTo>
                    <a:pt x="860" y="10583"/>
                  </a:lnTo>
                  <a:lnTo>
                    <a:pt x="776" y="9442"/>
                  </a:lnTo>
                  <a:lnTo>
                    <a:pt x="365" y="8316"/>
                  </a:lnTo>
                  <a:lnTo>
                    <a:pt x="449" y="7304"/>
                  </a:lnTo>
                  <a:lnTo>
                    <a:pt x="1559" y="6703"/>
                  </a:lnTo>
                  <a:lnTo>
                    <a:pt x="4048" y="5935"/>
                  </a:lnTo>
                  <a:lnTo>
                    <a:pt x="6627" y="6026"/>
                  </a:lnTo>
                  <a:lnTo>
                    <a:pt x="9016" y="6353"/>
                  </a:lnTo>
                  <a:lnTo>
                    <a:pt x="11329" y="6985"/>
                  </a:lnTo>
                  <a:lnTo>
                    <a:pt x="13551" y="8362"/>
                  </a:lnTo>
                  <a:lnTo>
                    <a:pt x="17522" y="11846"/>
                  </a:lnTo>
                  <a:lnTo>
                    <a:pt x="19782" y="13056"/>
                  </a:lnTo>
                  <a:lnTo>
                    <a:pt x="22293" y="13642"/>
                  </a:lnTo>
                  <a:lnTo>
                    <a:pt x="27451" y="14449"/>
                  </a:lnTo>
                  <a:close/>
                  <a:moveTo>
                    <a:pt x="3310" y="2024"/>
                  </a:moveTo>
                  <a:lnTo>
                    <a:pt x="2891" y="2625"/>
                  </a:lnTo>
                  <a:lnTo>
                    <a:pt x="1621" y="2313"/>
                  </a:lnTo>
                  <a:lnTo>
                    <a:pt x="221" y="373"/>
                  </a:lnTo>
                  <a:lnTo>
                    <a:pt x="738" y="0"/>
                  </a:lnTo>
                  <a:lnTo>
                    <a:pt x="1598" y="198"/>
                  </a:lnTo>
                  <a:lnTo>
                    <a:pt x="3241" y="647"/>
                  </a:lnTo>
                  <a:lnTo>
                    <a:pt x="3386" y="1369"/>
                  </a:lnTo>
                  <a:lnTo>
                    <a:pt x="3310" y="2024"/>
                  </a:lnTo>
                  <a:close/>
                </a:path>
              </a:pathLst>
            </a:custGeom>
            <a:solidFill>
              <a:srgbClr val="2562E8"/>
            </a:solidFill>
            <a:ln w="6168" cap="flat">
              <a:solidFill>
                <a:srgbClr val="2562E8"/>
              </a:solidFill>
              <a:prstDash val="solid"/>
              <a:miter/>
            </a:ln>
          </p:spPr>
          <p:txBody>
            <a:bodyPr/>
            <a:lstStyle/>
            <a:p>
              <a:endParaRPr lang="en-US"/>
            </a:p>
          </p:txBody>
        </p:sp>
        <p:sp>
          <p:nvSpPr>
            <p:cNvPr id="2224" name="Freeform: Shape 2223">
              <a:extLst>
                <a:ext uri="{FF2B5EF4-FFF2-40B4-BE49-F238E27FC236}">
                  <a16:creationId xmlns:a16="http://schemas.microsoft.com/office/drawing/2014/main" id="{D0DF4468-A347-28FD-EE0A-07E96E6B647A}"/>
                </a:ext>
              </a:extLst>
            </p:cNvPr>
            <p:cNvSpPr/>
            <p:nvPr/>
          </p:nvSpPr>
          <p:spPr>
            <a:xfrm>
              <a:off x="9352026" y="3585158"/>
              <a:ext cx="93151" cy="139267"/>
            </a:xfrm>
            <a:custGeom>
              <a:avLst/>
              <a:gdLst>
                <a:gd name="csX0" fmla="*/ 67693 w 93151"/>
                <a:gd name="csY0" fmla="*/ 10234 h 139267"/>
                <a:gd name="csX1" fmla="*/ 64315 w 93151"/>
                <a:gd name="csY1" fmla="*/ 12623 h 139267"/>
                <a:gd name="csX2" fmla="*/ 63790 w 93151"/>
                <a:gd name="csY2" fmla="*/ 13528 h 139267"/>
                <a:gd name="csX3" fmla="*/ 62839 w 93151"/>
                <a:gd name="csY3" fmla="*/ 17172 h 139267"/>
                <a:gd name="csX4" fmla="*/ 62725 w 93151"/>
                <a:gd name="csY4" fmla="*/ 18207 h 139267"/>
                <a:gd name="csX5" fmla="*/ 61637 w 93151"/>
                <a:gd name="csY5" fmla="*/ 20117 h 139267"/>
                <a:gd name="csX6" fmla="*/ 60610 w 93151"/>
                <a:gd name="csY6" fmla="*/ 22240 h 139267"/>
                <a:gd name="csX7" fmla="*/ 59415 w 93151"/>
                <a:gd name="csY7" fmla="*/ 23062 h 139267"/>
                <a:gd name="csX8" fmla="*/ 57635 w 93151"/>
                <a:gd name="csY8" fmla="*/ 23716 h 139267"/>
                <a:gd name="csX9" fmla="*/ 56623 w 93151"/>
                <a:gd name="csY9" fmla="*/ 24363 h 139267"/>
                <a:gd name="csX10" fmla="*/ 55345 w 93151"/>
                <a:gd name="csY10" fmla="*/ 24035 h 139267"/>
                <a:gd name="csX11" fmla="*/ 53732 w 93151"/>
                <a:gd name="csY11" fmla="*/ 24089 h 139267"/>
                <a:gd name="csX12" fmla="*/ 52925 w 93151"/>
                <a:gd name="csY12" fmla="*/ 24812 h 139267"/>
                <a:gd name="csX13" fmla="*/ 52963 w 93151"/>
                <a:gd name="csY13" fmla="*/ 25367 h 139267"/>
                <a:gd name="csX14" fmla="*/ 53442 w 93151"/>
                <a:gd name="csY14" fmla="*/ 25998 h 139267"/>
                <a:gd name="csX15" fmla="*/ 54858 w 93151"/>
                <a:gd name="csY15" fmla="*/ 26972 h 139267"/>
                <a:gd name="csX16" fmla="*/ 56433 w 93151"/>
                <a:gd name="csY16" fmla="*/ 27847 h 139267"/>
                <a:gd name="csX17" fmla="*/ 56258 w 93151"/>
                <a:gd name="csY17" fmla="*/ 28616 h 139267"/>
                <a:gd name="csX18" fmla="*/ 55413 w 93151"/>
                <a:gd name="csY18" fmla="*/ 29483 h 139267"/>
                <a:gd name="csX19" fmla="*/ 50064 w 93151"/>
                <a:gd name="csY19" fmla="*/ 31644 h 139267"/>
                <a:gd name="csX20" fmla="*/ 48474 w 93151"/>
                <a:gd name="csY20" fmla="*/ 32945 h 139267"/>
                <a:gd name="csX21" fmla="*/ 47919 w 93151"/>
                <a:gd name="csY21" fmla="*/ 33805 h 139267"/>
                <a:gd name="csX22" fmla="*/ 48489 w 93151"/>
                <a:gd name="csY22" fmla="*/ 35243 h 139267"/>
                <a:gd name="csX23" fmla="*/ 52758 w 93151"/>
                <a:gd name="csY23" fmla="*/ 39542 h 139267"/>
                <a:gd name="csX24" fmla="*/ 53481 w 93151"/>
                <a:gd name="csY24" fmla="*/ 40013 h 139267"/>
                <a:gd name="csX25" fmla="*/ 54112 w 93151"/>
                <a:gd name="csY25" fmla="*/ 42517 h 139267"/>
                <a:gd name="csX26" fmla="*/ 57878 w 93151"/>
                <a:gd name="csY26" fmla="*/ 43559 h 139267"/>
                <a:gd name="csX27" fmla="*/ 59423 w 93151"/>
                <a:gd name="csY27" fmla="*/ 45119 h 139267"/>
                <a:gd name="csX28" fmla="*/ 60747 w 93151"/>
                <a:gd name="csY28" fmla="*/ 45492 h 139267"/>
                <a:gd name="csX29" fmla="*/ 63630 w 93151"/>
                <a:gd name="csY29" fmla="*/ 45355 h 139267"/>
                <a:gd name="csX30" fmla="*/ 64787 w 93151"/>
                <a:gd name="csY30" fmla="*/ 45940 h 139267"/>
                <a:gd name="csX31" fmla="*/ 65441 w 93151"/>
                <a:gd name="csY31" fmla="*/ 45492 h 139267"/>
                <a:gd name="csX32" fmla="*/ 65822 w 93151"/>
                <a:gd name="csY32" fmla="*/ 44670 h 139267"/>
                <a:gd name="csX33" fmla="*/ 68249 w 93151"/>
                <a:gd name="csY33" fmla="*/ 42555 h 139267"/>
                <a:gd name="csX34" fmla="*/ 69048 w 93151"/>
                <a:gd name="csY34" fmla="*/ 41626 h 139267"/>
                <a:gd name="csX35" fmla="*/ 68568 w 93151"/>
                <a:gd name="csY35" fmla="*/ 40341 h 139267"/>
                <a:gd name="csX36" fmla="*/ 68051 w 93151"/>
                <a:gd name="csY36" fmla="*/ 39359 h 139267"/>
                <a:gd name="csX37" fmla="*/ 69527 w 93151"/>
                <a:gd name="csY37" fmla="*/ 37404 h 139267"/>
                <a:gd name="csX38" fmla="*/ 71315 w 93151"/>
                <a:gd name="csY38" fmla="*/ 35471 h 139267"/>
                <a:gd name="csX39" fmla="*/ 72213 w 93151"/>
                <a:gd name="csY39" fmla="*/ 35532 h 139267"/>
                <a:gd name="csX40" fmla="*/ 73742 w 93151"/>
                <a:gd name="csY40" fmla="*/ 36719 h 139267"/>
                <a:gd name="csX41" fmla="*/ 75005 w 93151"/>
                <a:gd name="csY41" fmla="*/ 38370 h 139267"/>
                <a:gd name="csX42" fmla="*/ 75172 w 93151"/>
                <a:gd name="csY42" fmla="*/ 39648 h 139267"/>
                <a:gd name="csX43" fmla="*/ 75408 w 93151"/>
                <a:gd name="csY43" fmla="*/ 40577 h 139267"/>
                <a:gd name="csX44" fmla="*/ 76603 w 93151"/>
                <a:gd name="csY44" fmla="*/ 42555 h 139267"/>
                <a:gd name="csX45" fmla="*/ 77371 w 93151"/>
                <a:gd name="csY45" fmla="*/ 43240 h 139267"/>
                <a:gd name="csX46" fmla="*/ 79441 w 93151"/>
                <a:gd name="csY46" fmla="*/ 43635 h 139267"/>
                <a:gd name="csX47" fmla="*/ 79928 w 93151"/>
                <a:gd name="csY47" fmla="*/ 44411 h 139267"/>
                <a:gd name="csX48" fmla="*/ 79555 w 93151"/>
                <a:gd name="csY48" fmla="*/ 47272 h 139267"/>
                <a:gd name="csX49" fmla="*/ 79867 w 93151"/>
                <a:gd name="csY49" fmla="*/ 48223 h 139267"/>
                <a:gd name="csX50" fmla="*/ 82035 w 93151"/>
                <a:gd name="csY50" fmla="*/ 48269 h 139267"/>
                <a:gd name="csX51" fmla="*/ 84341 w 93151"/>
                <a:gd name="csY51" fmla="*/ 48040 h 139267"/>
                <a:gd name="csX52" fmla="*/ 85147 w 93151"/>
                <a:gd name="csY52" fmla="*/ 48147 h 139267"/>
                <a:gd name="csX53" fmla="*/ 85977 w 93151"/>
                <a:gd name="csY53" fmla="*/ 47546 h 139267"/>
                <a:gd name="csX54" fmla="*/ 87255 w 93151"/>
                <a:gd name="csY54" fmla="*/ 46899 h 139267"/>
                <a:gd name="csX55" fmla="*/ 89089 w 93151"/>
                <a:gd name="csY55" fmla="*/ 47120 h 139267"/>
                <a:gd name="csX56" fmla="*/ 89987 w 93151"/>
                <a:gd name="csY56" fmla="*/ 48398 h 139267"/>
                <a:gd name="csX57" fmla="*/ 90390 w 93151"/>
                <a:gd name="csY57" fmla="*/ 49714 h 139267"/>
                <a:gd name="csX58" fmla="*/ 88815 w 93151"/>
                <a:gd name="csY58" fmla="*/ 50209 h 139267"/>
                <a:gd name="csX59" fmla="*/ 87171 w 93151"/>
                <a:gd name="csY59" fmla="*/ 49943 h 139267"/>
                <a:gd name="csX60" fmla="*/ 86372 w 93151"/>
                <a:gd name="csY60" fmla="*/ 50802 h 139267"/>
                <a:gd name="csX61" fmla="*/ 86319 w 93151"/>
                <a:gd name="csY61" fmla="*/ 52461 h 139267"/>
                <a:gd name="csX62" fmla="*/ 86875 w 93151"/>
                <a:gd name="csY62" fmla="*/ 54599 h 139267"/>
                <a:gd name="csX63" fmla="*/ 87978 w 93151"/>
                <a:gd name="csY63" fmla="*/ 56113 h 139267"/>
                <a:gd name="csX64" fmla="*/ 88853 w 93151"/>
                <a:gd name="csY64" fmla="*/ 59522 h 139267"/>
                <a:gd name="csX65" fmla="*/ 89583 w 93151"/>
                <a:gd name="csY65" fmla="*/ 63296 h 139267"/>
                <a:gd name="csX66" fmla="*/ 90709 w 93151"/>
                <a:gd name="csY66" fmla="*/ 65571 h 139267"/>
                <a:gd name="csX67" fmla="*/ 90945 w 93151"/>
                <a:gd name="csY67" fmla="*/ 68386 h 139267"/>
                <a:gd name="csX68" fmla="*/ 90778 w 93151"/>
                <a:gd name="csY68" fmla="*/ 69771 h 139267"/>
                <a:gd name="csX69" fmla="*/ 90983 w 93151"/>
                <a:gd name="csY69" fmla="*/ 72259 h 139267"/>
                <a:gd name="csX70" fmla="*/ 90504 w 93151"/>
                <a:gd name="csY70" fmla="*/ 73133 h 139267"/>
                <a:gd name="csX71" fmla="*/ 90861 w 93151"/>
                <a:gd name="csY71" fmla="*/ 75462 h 139267"/>
                <a:gd name="csX72" fmla="*/ 92193 w 93151"/>
                <a:gd name="csY72" fmla="*/ 80263 h 139267"/>
                <a:gd name="csX73" fmla="*/ 92779 w 93151"/>
                <a:gd name="csY73" fmla="*/ 82933 h 139267"/>
                <a:gd name="csX74" fmla="*/ 93152 w 93151"/>
                <a:gd name="csY74" fmla="*/ 88746 h 139267"/>
                <a:gd name="csX75" fmla="*/ 92208 w 93151"/>
                <a:gd name="csY75" fmla="*/ 90915 h 139267"/>
                <a:gd name="csX76" fmla="*/ 90945 w 93151"/>
                <a:gd name="csY76" fmla="*/ 92977 h 139267"/>
                <a:gd name="csX77" fmla="*/ 90116 w 93151"/>
                <a:gd name="csY77" fmla="*/ 95411 h 139267"/>
                <a:gd name="csX78" fmla="*/ 89484 w 93151"/>
                <a:gd name="csY78" fmla="*/ 98036 h 139267"/>
                <a:gd name="csX79" fmla="*/ 89096 w 93151"/>
                <a:gd name="csY79" fmla="*/ 102259 h 139267"/>
                <a:gd name="csX80" fmla="*/ 86357 w 93151"/>
                <a:gd name="csY80" fmla="*/ 107189 h 139267"/>
                <a:gd name="csX81" fmla="*/ 85193 w 93151"/>
                <a:gd name="csY81" fmla="*/ 108414 h 139267"/>
                <a:gd name="csX82" fmla="*/ 83839 w 93151"/>
                <a:gd name="csY82" fmla="*/ 109168 h 139267"/>
                <a:gd name="csX83" fmla="*/ 86791 w 93151"/>
                <a:gd name="csY83" fmla="*/ 112607 h 139267"/>
                <a:gd name="csX84" fmla="*/ 84379 w 93151"/>
                <a:gd name="csY84" fmla="*/ 114136 h 139267"/>
                <a:gd name="csX85" fmla="*/ 81754 w 93151"/>
                <a:gd name="csY85" fmla="*/ 114615 h 139267"/>
                <a:gd name="csX86" fmla="*/ 78847 w 93151"/>
                <a:gd name="csY86" fmla="*/ 113755 h 139267"/>
                <a:gd name="csX87" fmla="*/ 77037 w 93151"/>
                <a:gd name="csY87" fmla="*/ 113862 h 139267"/>
                <a:gd name="csX88" fmla="*/ 75378 w 93151"/>
                <a:gd name="csY88" fmla="*/ 114973 h 139267"/>
                <a:gd name="csX89" fmla="*/ 74731 w 93151"/>
                <a:gd name="csY89" fmla="*/ 115643 h 139267"/>
                <a:gd name="csX90" fmla="*/ 74206 w 93151"/>
                <a:gd name="csY90" fmla="*/ 115323 h 139267"/>
                <a:gd name="csX91" fmla="*/ 73118 w 93151"/>
                <a:gd name="csY91" fmla="*/ 112508 h 139267"/>
                <a:gd name="csX92" fmla="*/ 72319 w 93151"/>
                <a:gd name="csY92" fmla="*/ 115414 h 139267"/>
                <a:gd name="csX93" fmla="*/ 70645 w 93151"/>
                <a:gd name="csY93" fmla="*/ 116343 h 139267"/>
                <a:gd name="csX94" fmla="*/ 67777 w 93151"/>
                <a:gd name="csY94" fmla="*/ 116145 h 139267"/>
                <a:gd name="csX95" fmla="*/ 62984 w 93151"/>
                <a:gd name="csY95" fmla="*/ 116921 h 139267"/>
                <a:gd name="csX96" fmla="*/ 61135 w 93151"/>
                <a:gd name="csY96" fmla="*/ 117742 h 139267"/>
                <a:gd name="csX97" fmla="*/ 60366 w 93151"/>
                <a:gd name="csY97" fmla="*/ 119036 h 139267"/>
                <a:gd name="csX98" fmla="*/ 59796 w 93151"/>
                <a:gd name="csY98" fmla="*/ 120527 h 139267"/>
                <a:gd name="csX99" fmla="*/ 59042 w 93151"/>
                <a:gd name="csY99" fmla="*/ 121402 h 139267"/>
                <a:gd name="csX100" fmla="*/ 58198 w 93151"/>
                <a:gd name="csY100" fmla="*/ 121866 h 139267"/>
                <a:gd name="csX101" fmla="*/ 54492 w 93151"/>
                <a:gd name="csY101" fmla="*/ 122962 h 139267"/>
                <a:gd name="csX102" fmla="*/ 53762 w 93151"/>
                <a:gd name="csY102" fmla="*/ 123403 h 139267"/>
                <a:gd name="csX103" fmla="*/ 52043 w 93151"/>
                <a:gd name="csY103" fmla="*/ 125800 h 139267"/>
                <a:gd name="csX104" fmla="*/ 49798 w 93151"/>
                <a:gd name="csY104" fmla="*/ 127185 h 139267"/>
                <a:gd name="csX105" fmla="*/ 47934 w 93151"/>
                <a:gd name="csY105" fmla="*/ 127603 h 139267"/>
                <a:gd name="csX106" fmla="*/ 46283 w 93151"/>
                <a:gd name="csY106" fmla="*/ 126211 h 139267"/>
                <a:gd name="csX107" fmla="*/ 45606 w 93151"/>
                <a:gd name="csY107" fmla="*/ 125374 h 139267"/>
                <a:gd name="csX108" fmla="*/ 44837 w 93151"/>
                <a:gd name="csY108" fmla="*/ 124948 h 139267"/>
                <a:gd name="csX109" fmla="*/ 42296 w 93151"/>
                <a:gd name="csY109" fmla="*/ 125016 h 139267"/>
                <a:gd name="csX110" fmla="*/ 43095 w 93151"/>
                <a:gd name="csY110" fmla="*/ 125450 h 139267"/>
                <a:gd name="csX111" fmla="*/ 43612 w 93151"/>
                <a:gd name="csY111" fmla="*/ 126431 h 139267"/>
                <a:gd name="csX112" fmla="*/ 43863 w 93151"/>
                <a:gd name="csY112" fmla="*/ 128318 h 139267"/>
                <a:gd name="csX113" fmla="*/ 43574 w 93151"/>
                <a:gd name="csY113" fmla="*/ 130167 h 139267"/>
                <a:gd name="csX114" fmla="*/ 42319 w 93151"/>
                <a:gd name="csY114" fmla="*/ 131103 h 139267"/>
                <a:gd name="csX115" fmla="*/ 40828 w 93151"/>
                <a:gd name="csY115" fmla="*/ 131278 h 139267"/>
                <a:gd name="csX116" fmla="*/ 38469 w 93151"/>
                <a:gd name="csY116" fmla="*/ 133188 h 139267"/>
                <a:gd name="csX117" fmla="*/ 35349 w 93151"/>
                <a:gd name="csY117" fmla="*/ 133705 h 139267"/>
                <a:gd name="csX118" fmla="*/ 33660 w 93151"/>
                <a:gd name="csY118" fmla="*/ 135463 h 139267"/>
                <a:gd name="csX119" fmla="*/ 23343 w 93151"/>
                <a:gd name="csY119" fmla="*/ 138430 h 139267"/>
                <a:gd name="csX120" fmla="*/ 22757 w 93151"/>
                <a:gd name="csY120" fmla="*/ 138461 h 139267"/>
                <a:gd name="csX121" fmla="*/ 21334 w 93151"/>
                <a:gd name="csY121" fmla="*/ 137707 h 139267"/>
                <a:gd name="csX122" fmla="*/ 19790 w 93151"/>
                <a:gd name="csY122" fmla="*/ 137372 h 139267"/>
                <a:gd name="csX123" fmla="*/ 18253 w 93151"/>
                <a:gd name="csY123" fmla="*/ 137608 h 139267"/>
                <a:gd name="csX124" fmla="*/ 13931 w 93151"/>
                <a:gd name="csY124" fmla="*/ 139267 h 139267"/>
                <a:gd name="csX125" fmla="*/ 11839 w 93151"/>
                <a:gd name="csY125" fmla="*/ 138940 h 139267"/>
                <a:gd name="csX126" fmla="*/ 14509 w 93151"/>
                <a:gd name="csY126" fmla="*/ 134816 h 139267"/>
                <a:gd name="csX127" fmla="*/ 18093 w 93151"/>
                <a:gd name="csY127" fmla="*/ 132731 h 139267"/>
                <a:gd name="csX128" fmla="*/ 18466 w 93151"/>
                <a:gd name="csY128" fmla="*/ 132161 h 139267"/>
                <a:gd name="csX129" fmla="*/ 17294 w 93151"/>
                <a:gd name="csY129" fmla="*/ 131879 h 139267"/>
                <a:gd name="csX130" fmla="*/ 10477 w 93151"/>
                <a:gd name="csY130" fmla="*/ 133325 h 139267"/>
                <a:gd name="csX131" fmla="*/ 8111 w 93151"/>
                <a:gd name="csY131" fmla="*/ 134557 h 139267"/>
                <a:gd name="csX132" fmla="*/ 5744 w 93151"/>
                <a:gd name="csY132" fmla="*/ 134915 h 139267"/>
                <a:gd name="csX133" fmla="*/ 6840 w 93151"/>
                <a:gd name="csY133" fmla="*/ 133028 h 139267"/>
                <a:gd name="csX134" fmla="*/ 9891 w 93151"/>
                <a:gd name="csY134" fmla="*/ 130449 h 139267"/>
                <a:gd name="csX135" fmla="*/ 11527 w 93151"/>
                <a:gd name="csY135" fmla="*/ 129231 h 139267"/>
                <a:gd name="csX136" fmla="*/ 12524 w 93151"/>
                <a:gd name="csY136" fmla="*/ 128744 h 139267"/>
                <a:gd name="csX137" fmla="*/ 13665 w 93151"/>
                <a:gd name="csY137" fmla="*/ 127223 h 139267"/>
                <a:gd name="csX138" fmla="*/ 16883 w 93151"/>
                <a:gd name="csY138" fmla="*/ 125496 h 139267"/>
                <a:gd name="csX139" fmla="*/ 6521 w 93151"/>
                <a:gd name="csY139" fmla="*/ 129056 h 139267"/>
                <a:gd name="csX140" fmla="*/ 3797 w 93151"/>
                <a:gd name="csY140" fmla="*/ 128623 h 139267"/>
                <a:gd name="csX141" fmla="*/ 3157 w 93151"/>
                <a:gd name="csY141" fmla="*/ 127634 h 139267"/>
                <a:gd name="csX142" fmla="*/ 1042 w 93151"/>
                <a:gd name="csY142" fmla="*/ 128105 h 139267"/>
                <a:gd name="csX143" fmla="*/ 236 w 93151"/>
                <a:gd name="csY143" fmla="*/ 125693 h 139267"/>
                <a:gd name="csX144" fmla="*/ 3378 w 93151"/>
                <a:gd name="csY144" fmla="*/ 122049 h 139267"/>
                <a:gd name="csX145" fmla="*/ 5212 w 93151"/>
                <a:gd name="csY145" fmla="*/ 120474 h 139267"/>
                <a:gd name="csX146" fmla="*/ 7388 w 93151"/>
                <a:gd name="csY146" fmla="*/ 119622 h 139267"/>
                <a:gd name="csX147" fmla="*/ 9480 w 93151"/>
                <a:gd name="csY147" fmla="*/ 118397 h 139267"/>
                <a:gd name="csX148" fmla="*/ 10256 w 93151"/>
                <a:gd name="csY148" fmla="*/ 116905 h 139267"/>
                <a:gd name="csX149" fmla="*/ 9275 w 93151"/>
                <a:gd name="csY149" fmla="*/ 116426 h 139267"/>
                <a:gd name="csX150" fmla="*/ 3005 w 93151"/>
                <a:gd name="csY150" fmla="*/ 116807 h 139267"/>
                <a:gd name="csX151" fmla="*/ 0 w 93151"/>
                <a:gd name="csY151" fmla="*/ 116487 h 139267"/>
                <a:gd name="csX152" fmla="*/ 160 w 93151"/>
                <a:gd name="csY152" fmla="*/ 115300 h 139267"/>
                <a:gd name="csX153" fmla="*/ 715 w 93151"/>
                <a:gd name="csY153" fmla="*/ 113984 h 139267"/>
                <a:gd name="csX154" fmla="*/ 3827 w 93151"/>
                <a:gd name="csY154" fmla="*/ 111732 h 139267"/>
                <a:gd name="csX155" fmla="*/ 5516 w 93151"/>
                <a:gd name="csY155" fmla="*/ 111374 h 139267"/>
                <a:gd name="csX156" fmla="*/ 7015 w 93151"/>
                <a:gd name="csY156" fmla="*/ 111587 h 139267"/>
                <a:gd name="csX157" fmla="*/ 8476 w 93151"/>
                <a:gd name="csY157" fmla="*/ 112165 h 139267"/>
                <a:gd name="csX158" fmla="*/ 9670 w 93151"/>
                <a:gd name="csY158" fmla="*/ 112919 h 139267"/>
                <a:gd name="csX159" fmla="*/ 13201 w 93151"/>
                <a:gd name="csY159" fmla="*/ 112485 h 139267"/>
                <a:gd name="csX160" fmla="*/ 11725 w 93151"/>
                <a:gd name="csY160" fmla="*/ 111047 h 139267"/>
                <a:gd name="csX161" fmla="*/ 11466 w 93151"/>
                <a:gd name="csY161" fmla="*/ 108118 h 139267"/>
                <a:gd name="csX162" fmla="*/ 10340 w 93151"/>
                <a:gd name="csY162" fmla="*/ 107136 h 139267"/>
                <a:gd name="csX163" fmla="*/ 11778 w 93151"/>
                <a:gd name="csY163" fmla="*/ 105774 h 139267"/>
                <a:gd name="csX164" fmla="*/ 13429 w 93151"/>
                <a:gd name="csY164" fmla="*/ 104953 h 139267"/>
                <a:gd name="csX165" fmla="*/ 16183 w 93151"/>
                <a:gd name="csY165" fmla="*/ 102130 h 139267"/>
                <a:gd name="csX166" fmla="*/ 17165 w 93151"/>
                <a:gd name="csY166" fmla="*/ 101696 h 139267"/>
                <a:gd name="csX167" fmla="*/ 22613 w 93151"/>
                <a:gd name="csY167" fmla="*/ 101011 h 139267"/>
                <a:gd name="csX168" fmla="*/ 28486 w 93151"/>
                <a:gd name="csY168" fmla="*/ 99528 h 139267"/>
                <a:gd name="csX169" fmla="*/ 34307 w 93151"/>
                <a:gd name="csY169" fmla="*/ 97473 h 139267"/>
                <a:gd name="csX170" fmla="*/ 31317 w 93151"/>
                <a:gd name="csY170" fmla="*/ 96324 h 139267"/>
                <a:gd name="csX171" fmla="*/ 29886 w 93151"/>
                <a:gd name="csY171" fmla="*/ 94803 h 139267"/>
                <a:gd name="csX172" fmla="*/ 27588 w 93151"/>
                <a:gd name="csY172" fmla="*/ 97869 h 139267"/>
                <a:gd name="csX173" fmla="*/ 25930 w 93151"/>
                <a:gd name="csY173" fmla="*/ 99041 h 139267"/>
                <a:gd name="csX174" fmla="*/ 21258 w 93151"/>
                <a:gd name="csY174" fmla="*/ 99672 h 139267"/>
                <a:gd name="csX175" fmla="*/ 19782 w 93151"/>
                <a:gd name="csY175" fmla="*/ 99330 h 139267"/>
                <a:gd name="csX176" fmla="*/ 17697 w 93151"/>
                <a:gd name="csY176" fmla="*/ 98379 h 139267"/>
                <a:gd name="csX177" fmla="*/ 17051 w 93151"/>
                <a:gd name="csY177" fmla="*/ 98736 h 139267"/>
                <a:gd name="csX178" fmla="*/ 16450 w 93151"/>
                <a:gd name="csY178" fmla="*/ 99467 h 139267"/>
                <a:gd name="csX179" fmla="*/ 13353 w 93151"/>
                <a:gd name="csY179" fmla="*/ 100965 h 139267"/>
                <a:gd name="csX180" fmla="*/ 10104 w 93151"/>
                <a:gd name="csY180" fmla="*/ 101323 h 139267"/>
                <a:gd name="csX181" fmla="*/ 13885 w 93151"/>
                <a:gd name="csY181" fmla="*/ 98569 h 139267"/>
                <a:gd name="csX182" fmla="*/ 18687 w 93151"/>
                <a:gd name="csY182" fmla="*/ 93890 h 139267"/>
                <a:gd name="csX183" fmla="*/ 19752 w 93151"/>
                <a:gd name="csY183" fmla="*/ 92414 h 139267"/>
                <a:gd name="csX184" fmla="*/ 21273 w 93151"/>
                <a:gd name="csY184" fmla="*/ 89834 h 139267"/>
                <a:gd name="csX185" fmla="*/ 20802 w 93151"/>
                <a:gd name="csY185" fmla="*/ 88685 h 139267"/>
                <a:gd name="csX186" fmla="*/ 19813 w 93151"/>
                <a:gd name="csY186" fmla="*/ 88031 h 139267"/>
                <a:gd name="csX187" fmla="*/ 23290 w 93151"/>
                <a:gd name="csY187" fmla="*/ 82705 h 139267"/>
                <a:gd name="csX188" fmla="*/ 24515 w 93151"/>
                <a:gd name="csY188" fmla="*/ 81739 h 139267"/>
                <a:gd name="csX189" fmla="*/ 26736 w 93151"/>
                <a:gd name="csY189" fmla="*/ 81579 h 139267"/>
                <a:gd name="csX190" fmla="*/ 28372 w 93151"/>
                <a:gd name="csY190" fmla="*/ 80734 h 139267"/>
                <a:gd name="csX191" fmla="*/ 29095 w 93151"/>
                <a:gd name="csY191" fmla="*/ 80734 h 139267"/>
                <a:gd name="csX192" fmla="*/ 29742 w 93151"/>
                <a:gd name="csY192" fmla="*/ 80415 h 139267"/>
                <a:gd name="csX193" fmla="*/ 31172 w 93151"/>
                <a:gd name="csY193" fmla="*/ 78817 h 139267"/>
                <a:gd name="csX194" fmla="*/ 28966 w 93151"/>
                <a:gd name="csY194" fmla="*/ 77798 h 139267"/>
                <a:gd name="csX195" fmla="*/ 26683 w 93151"/>
                <a:gd name="csY195" fmla="*/ 77273 h 139267"/>
                <a:gd name="csX196" fmla="*/ 19630 w 93151"/>
                <a:gd name="csY196" fmla="*/ 77828 h 139267"/>
                <a:gd name="csX197" fmla="*/ 18702 w 93151"/>
                <a:gd name="csY197" fmla="*/ 77706 h 139267"/>
                <a:gd name="csX198" fmla="*/ 17827 w 93151"/>
                <a:gd name="csY198" fmla="*/ 77212 h 139267"/>
                <a:gd name="csX199" fmla="*/ 17256 w 93151"/>
                <a:gd name="csY199" fmla="*/ 76504 h 139267"/>
                <a:gd name="csX200" fmla="*/ 16830 w 93151"/>
                <a:gd name="csY200" fmla="*/ 74686 h 139267"/>
                <a:gd name="csX201" fmla="*/ 16313 w 93151"/>
                <a:gd name="csY201" fmla="*/ 74275 h 139267"/>
                <a:gd name="csX202" fmla="*/ 14723 w 93151"/>
                <a:gd name="csY202" fmla="*/ 74275 h 139267"/>
                <a:gd name="csX203" fmla="*/ 13148 w 93151"/>
                <a:gd name="csY203" fmla="*/ 74830 h 139267"/>
                <a:gd name="csX204" fmla="*/ 12052 w 93151"/>
                <a:gd name="csY204" fmla="*/ 74777 h 139267"/>
                <a:gd name="csX205" fmla="*/ 10979 w 93151"/>
                <a:gd name="csY205" fmla="*/ 73978 h 139267"/>
                <a:gd name="csX206" fmla="*/ 12699 w 93151"/>
                <a:gd name="csY206" fmla="*/ 72114 h 139267"/>
                <a:gd name="csX207" fmla="*/ 10485 w 93151"/>
                <a:gd name="csY207" fmla="*/ 71673 h 139267"/>
                <a:gd name="csX208" fmla="*/ 8248 w 93151"/>
                <a:gd name="csY208" fmla="*/ 72038 h 139267"/>
                <a:gd name="csX209" fmla="*/ 6384 w 93151"/>
                <a:gd name="csY209" fmla="*/ 71467 h 139267"/>
                <a:gd name="csX210" fmla="*/ 6330 w 93151"/>
                <a:gd name="csY210" fmla="*/ 70296 h 139267"/>
                <a:gd name="csX211" fmla="*/ 7175 w 93151"/>
                <a:gd name="csY211" fmla="*/ 69124 h 139267"/>
                <a:gd name="csX212" fmla="*/ 6064 w 93151"/>
                <a:gd name="csY212" fmla="*/ 68013 h 139267"/>
                <a:gd name="csX213" fmla="*/ 5836 w 93151"/>
                <a:gd name="csY213" fmla="*/ 66605 h 139267"/>
                <a:gd name="csX214" fmla="*/ 7015 w 93151"/>
                <a:gd name="csY214" fmla="*/ 65913 h 139267"/>
                <a:gd name="csX215" fmla="*/ 8301 w 93151"/>
                <a:gd name="csY215" fmla="*/ 66141 h 139267"/>
                <a:gd name="csX216" fmla="*/ 10926 w 93151"/>
                <a:gd name="csY216" fmla="*/ 65099 h 139267"/>
                <a:gd name="csX217" fmla="*/ 14296 w 93151"/>
                <a:gd name="csY217" fmla="*/ 64597 h 139267"/>
                <a:gd name="csX218" fmla="*/ 11405 w 93151"/>
                <a:gd name="csY218" fmla="*/ 63570 h 139267"/>
                <a:gd name="csX219" fmla="*/ 10256 w 93151"/>
                <a:gd name="csY219" fmla="*/ 62687 h 139267"/>
                <a:gd name="csX220" fmla="*/ 10203 w 93151"/>
                <a:gd name="csY220" fmla="*/ 61340 h 139267"/>
                <a:gd name="csX221" fmla="*/ 10431 w 93151"/>
                <a:gd name="csY221" fmla="*/ 60184 h 139267"/>
                <a:gd name="csX222" fmla="*/ 13771 w 93151"/>
                <a:gd name="csY222" fmla="*/ 58228 h 139267"/>
                <a:gd name="csX223" fmla="*/ 17332 w 93151"/>
                <a:gd name="csY223" fmla="*/ 57369 h 139267"/>
                <a:gd name="csX224" fmla="*/ 17066 w 93151"/>
                <a:gd name="csY224" fmla="*/ 56083 h 139267"/>
                <a:gd name="csX225" fmla="*/ 17317 w 93151"/>
                <a:gd name="csY225" fmla="*/ 54683 h 139267"/>
                <a:gd name="csX226" fmla="*/ 13718 w 93151"/>
                <a:gd name="csY226" fmla="*/ 54279 h 139267"/>
                <a:gd name="csX227" fmla="*/ 10165 w 93151"/>
                <a:gd name="csY227" fmla="*/ 55261 h 139267"/>
                <a:gd name="csX228" fmla="*/ 10545 w 93151"/>
                <a:gd name="csY228" fmla="*/ 52590 h 139267"/>
                <a:gd name="csX229" fmla="*/ 11398 w 93151"/>
                <a:gd name="csY229" fmla="*/ 50171 h 139267"/>
                <a:gd name="csX230" fmla="*/ 11565 w 93151"/>
                <a:gd name="csY230" fmla="*/ 48581 h 139267"/>
                <a:gd name="csX231" fmla="*/ 11398 w 93151"/>
                <a:gd name="csY231" fmla="*/ 46869 h 139267"/>
                <a:gd name="csX232" fmla="*/ 9731 w 93151"/>
                <a:gd name="csY232" fmla="*/ 47599 h 139267"/>
                <a:gd name="csX233" fmla="*/ 9541 w 93151"/>
                <a:gd name="csY233" fmla="*/ 45187 h 139267"/>
                <a:gd name="csX234" fmla="*/ 8826 w 93151"/>
                <a:gd name="csY234" fmla="*/ 43536 h 139267"/>
                <a:gd name="csX235" fmla="*/ 6353 w 93151"/>
                <a:gd name="csY235" fmla="*/ 44678 h 139267"/>
                <a:gd name="csX236" fmla="*/ 6414 w 93151"/>
                <a:gd name="csY236" fmla="*/ 42486 h 139267"/>
                <a:gd name="csX237" fmla="*/ 7129 w 93151"/>
                <a:gd name="csY237" fmla="*/ 40957 h 139267"/>
                <a:gd name="csX238" fmla="*/ 8415 w 93151"/>
                <a:gd name="csY238" fmla="*/ 40295 h 139267"/>
                <a:gd name="csX239" fmla="*/ 9693 w 93151"/>
                <a:gd name="csY239" fmla="*/ 40584 h 139267"/>
                <a:gd name="csX240" fmla="*/ 12075 w 93151"/>
                <a:gd name="csY240" fmla="*/ 40561 h 139267"/>
                <a:gd name="csX241" fmla="*/ 14372 w 93151"/>
                <a:gd name="csY241" fmla="*/ 39405 h 139267"/>
                <a:gd name="csX242" fmla="*/ 17682 w 93151"/>
                <a:gd name="csY242" fmla="*/ 39108 h 139267"/>
                <a:gd name="csX243" fmla="*/ 22947 w 93151"/>
                <a:gd name="csY243" fmla="*/ 39466 h 139267"/>
                <a:gd name="csX244" fmla="*/ 26569 w 93151"/>
                <a:gd name="csY244" fmla="*/ 42715 h 139267"/>
                <a:gd name="csX245" fmla="*/ 27505 w 93151"/>
                <a:gd name="csY245" fmla="*/ 42136 h 139267"/>
                <a:gd name="csX246" fmla="*/ 28951 w 93151"/>
                <a:gd name="csY246" fmla="*/ 40082 h 139267"/>
                <a:gd name="csX247" fmla="*/ 29628 w 93151"/>
                <a:gd name="csY247" fmla="*/ 39854 h 139267"/>
                <a:gd name="csX248" fmla="*/ 35091 w 93151"/>
                <a:gd name="csY248" fmla="*/ 40752 h 139267"/>
                <a:gd name="csX249" fmla="*/ 38476 w 93151"/>
                <a:gd name="csY249" fmla="*/ 41931 h 139267"/>
                <a:gd name="csX250" fmla="*/ 39382 w 93151"/>
                <a:gd name="csY250" fmla="*/ 41566 h 139267"/>
                <a:gd name="csX251" fmla="*/ 38895 w 93151"/>
                <a:gd name="csY251" fmla="*/ 39291 h 139267"/>
                <a:gd name="csX252" fmla="*/ 37731 w 93151"/>
                <a:gd name="csY252" fmla="*/ 37708 h 139267"/>
                <a:gd name="csX253" fmla="*/ 39192 w 93151"/>
                <a:gd name="csY253" fmla="*/ 35638 h 139267"/>
                <a:gd name="csX254" fmla="*/ 40972 w 93151"/>
                <a:gd name="csY254" fmla="*/ 34231 h 139267"/>
                <a:gd name="csX255" fmla="*/ 42167 w 93151"/>
                <a:gd name="csY255" fmla="*/ 33531 h 139267"/>
                <a:gd name="csX256" fmla="*/ 44913 w 93151"/>
                <a:gd name="csY256" fmla="*/ 32656 h 139267"/>
                <a:gd name="csX257" fmla="*/ 46115 w 93151"/>
                <a:gd name="csY257" fmla="*/ 31834 h 139267"/>
                <a:gd name="csX258" fmla="*/ 46914 w 93151"/>
                <a:gd name="csY258" fmla="*/ 29156 h 139267"/>
                <a:gd name="csX259" fmla="*/ 48185 w 93151"/>
                <a:gd name="csY259" fmla="*/ 26927 h 139267"/>
                <a:gd name="csX260" fmla="*/ 41284 w 93151"/>
                <a:gd name="csY260" fmla="*/ 28083 h 139267"/>
                <a:gd name="csX261" fmla="*/ 34718 w 93151"/>
                <a:gd name="csY261" fmla="*/ 25436 h 139267"/>
                <a:gd name="csX262" fmla="*/ 35760 w 93151"/>
                <a:gd name="csY262" fmla="*/ 23564 h 139267"/>
                <a:gd name="csX263" fmla="*/ 37145 w 93151"/>
                <a:gd name="csY263" fmla="*/ 22499 h 139267"/>
                <a:gd name="csX264" fmla="*/ 39534 w 93151"/>
                <a:gd name="csY264" fmla="*/ 21684 h 139267"/>
                <a:gd name="csX265" fmla="*/ 39762 w 93151"/>
                <a:gd name="csY265" fmla="*/ 20703 h 139267"/>
                <a:gd name="csX266" fmla="*/ 40972 w 93151"/>
                <a:gd name="csY266" fmla="*/ 19889 h 139267"/>
                <a:gd name="csX267" fmla="*/ 42973 w 93151"/>
                <a:gd name="csY267" fmla="*/ 17743 h 139267"/>
                <a:gd name="csX268" fmla="*/ 42235 w 93151"/>
                <a:gd name="csY268" fmla="*/ 14936 h 139267"/>
                <a:gd name="csX269" fmla="*/ 42631 w 93151"/>
                <a:gd name="csY269" fmla="*/ 12881 h 139267"/>
                <a:gd name="csX270" fmla="*/ 44069 w 93151"/>
                <a:gd name="csY270" fmla="*/ 11542 h 139267"/>
                <a:gd name="csX271" fmla="*/ 44518 w 93151"/>
                <a:gd name="csY271" fmla="*/ 9617 h 139267"/>
                <a:gd name="csX272" fmla="*/ 45157 w 93151"/>
                <a:gd name="csY272" fmla="*/ 8194 h 139267"/>
                <a:gd name="csX273" fmla="*/ 48079 w 93151"/>
                <a:gd name="csY273" fmla="*/ 7685 h 139267"/>
                <a:gd name="csX274" fmla="*/ 50886 w 93151"/>
                <a:gd name="csY274" fmla="*/ 6368 h 139267"/>
                <a:gd name="csX275" fmla="*/ 51898 w 93151"/>
                <a:gd name="csY275" fmla="*/ 6498 h 139267"/>
                <a:gd name="csX276" fmla="*/ 55223 w 93151"/>
                <a:gd name="csY276" fmla="*/ 6193 h 139267"/>
                <a:gd name="csX277" fmla="*/ 56341 w 93151"/>
                <a:gd name="csY277" fmla="*/ 6726 h 139267"/>
                <a:gd name="csX278" fmla="*/ 56083 w 93151"/>
                <a:gd name="csY278" fmla="*/ 4390 h 139267"/>
                <a:gd name="csX279" fmla="*/ 58122 w 93151"/>
                <a:gd name="csY279" fmla="*/ 4086 h 139267"/>
                <a:gd name="csX280" fmla="*/ 58913 w 93151"/>
                <a:gd name="csY280" fmla="*/ 4550 h 139267"/>
                <a:gd name="csX281" fmla="*/ 59263 w 93151"/>
                <a:gd name="csY281" fmla="*/ 6209 h 139267"/>
                <a:gd name="csX282" fmla="*/ 60191 w 93151"/>
                <a:gd name="csY282" fmla="*/ 7266 h 139267"/>
                <a:gd name="csX283" fmla="*/ 60480 w 93151"/>
                <a:gd name="csY283" fmla="*/ 9100 h 139267"/>
                <a:gd name="csX284" fmla="*/ 59856 w 93151"/>
                <a:gd name="csY284" fmla="*/ 10515 h 139267"/>
                <a:gd name="csX285" fmla="*/ 58814 w 93151"/>
                <a:gd name="csY285" fmla="*/ 11603 h 139267"/>
                <a:gd name="csX286" fmla="*/ 59765 w 93151"/>
                <a:gd name="csY286" fmla="*/ 12714 h 139267"/>
                <a:gd name="csX287" fmla="*/ 58297 w 93151"/>
                <a:gd name="csY287" fmla="*/ 14730 h 139267"/>
                <a:gd name="csX288" fmla="*/ 59879 w 93151"/>
                <a:gd name="csY288" fmla="*/ 13870 h 139267"/>
                <a:gd name="csX289" fmla="*/ 62139 w 93151"/>
                <a:gd name="csY289" fmla="*/ 11900 h 139267"/>
                <a:gd name="csX290" fmla="*/ 62017 w 93151"/>
                <a:gd name="csY290" fmla="*/ 10294 h 139267"/>
                <a:gd name="csX291" fmla="*/ 61637 w 93151"/>
                <a:gd name="csY291" fmla="*/ 8263 h 139267"/>
                <a:gd name="csX292" fmla="*/ 61005 w 93151"/>
                <a:gd name="csY292" fmla="*/ 6429 h 139267"/>
                <a:gd name="csX293" fmla="*/ 61295 w 93151"/>
                <a:gd name="csY293" fmla="*/ 4405 h 139267"/>
                <a:gd name="csX294" fmla="*/ 62565 w 93151"/>
                <a:gd name="csY294" fmla="*/ 3142 h 139267"/>
                <a:gd name="csX295" fmla="*/ 65905 w 93151"/>
                <a:gd name="csY295" fmla="*/ 2503 h 139267"/>
                <a:gd name="csX296" fmla="*/ 64536 w 93151"/>
                <a:gd name="csY296" fmla="*/ 205 h 139267"/>
                <a:gd name="csX297" fmla="*/ 65753 w 93151"/>
                <a:gd name="csY297" fmla="*/ 0 h 139267"/>
                <a:gd name="csX298" fmla="*/ 67077 w 93151"/>
                <a:gd name="csY298" fmla="*/ 479 h 139267"/>
                <a:gd name="csX299" fmla="*/ 69025 w 93151"/>
                <a:gd name="csY299" fmla="*/ 2267 h 139267"/>
                <a:gd name="csX300" fmla="*/ 71056 w 93151"/>
                <a:gd name="csY300" fmla="*/ 3675 h 139267"/>
                <a:gd name="csX301" fmla="*/ 73156 w 93151"/>
                <a:gd name="csY301" fmla="*/ 4786 h 139267"/>
                <a:gd name="csX302" fmla="*/ 71133 w 93151"/>
                <a:gd name="csY302" fmla="*/ 7007 h 139267"/>
                <a:gd name="csX303" fmla="*/ 68644 w 93151"/>
                <a:gd name="csY303" fmla="*/ 8552 h 139267"/>
                <a:gd name="csX304" fmla="*/ 67693 w 93151"/>
                <a:gd name="csY304" fmla="*/ 10234 h 139267"/>
                <a:gd name="csX305" fmla="*/ 9412 w 93151"/>
                <a:gd name="csY305" fmla="*/ 53488 h 139267"/>
                <a:gd name="csX306" fmla="*/ 9320 w 93151"/>
                <a:gd name="csY306" fmla="*/ 54523 h 139267"/>
                <a:gd name="csX307" fmla="*/ 7738 w 93151"/>
                <a:gd name="csY307" fmla="*/ 53222 h 139267"/>
                <a:gd name="csX308" fmla="*/ 6969 w 93151"/>
                <a:gd name="csY308" fmla="*/ 51799 h 139267"/>
                <a:gd name="csX309" fmla="*/ 2632 w 93151"/>
                <a:gd name="csY309" fmla="*/ 51152 h 139267"/>
                <a:gd name="csX310" fmla="*/ 4436 w 93151"/>
                <a:gd name="csY310" fmla="*/ 49730 h 139267"/>
                <a:gd name="csX311" fmla="*/ 5318 w 93151"/>
                <a:gd name="csY311" fmla="*/ 50148 h 139267"/>
                <a:gd name="csX312" fmla="*/ 8385 w 93151"/>
                <a:gd name="csY312" fmla="*/ 50209 h 139267"/>
                <a:gd name="csX313" fmla="*/ 9244 w 93151"/>
                <a:gd name="csY313" fmla="*/ 50802 h 139267"/>
                <a:gd name="csX314" fmla="*/ 9412 w 93151"/>
                <a:gd name="csY314" fmla="*/ 53488 h 1392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Lst>
              <a:rect l="l" t="t" r="r" b="b"/>
              <a:pathLst>
                <a:path w="93151" h="139267">
                  <a:moveTo>
                    <a:pt x="67693" y="10234"/>
                  </a:moveTo>
                  <a:lnTo>
                    <a:pt x="64315" y="12623"/>
                  </a:lnTo>
                  <a:lnTo>
                    <a:pt x="63790" y="13528"/>
                  </a:lnTo>
                  <a:lnTo>
                    <a:pt x="62839" y="17172"/>
                  </a:lnTo>
                  <a:lnTo>
                    <a:pt x="62725" y="18207"/>
                  </a:lnTo>
                  <a:lnTo>
                    <a:pt x="61637" y="20117"/>
                  </a:lnTo>
                  <a:lnTo>
                    <a:pt x="60610" y="22240"/>
                  </a:lnTo>
                  <a:lnTo>
                    <a:pt x="59415" y="23062"/>
                  </a:lnTo>
                  <a:lnTo>
                    <a:pt x="57635" y="23716"/>
                  </a:lnTo>
                  <a:lnTo>
                    <a:pt x="56623" y="24363"/>
                  </a:lnTo>
                  <a:lnTo>
                    <a:pt x="55345" y="24035"/>
                  </a:lnTo>
                  <a:lnTo>
                    <a:pt x="53732" y="24089"/>
                  </a:lnTo>
                  <a:lnTo>
                    <a:pt x="52925" y="24812"/>
                  </a:lnTo>
                  <a:lnTo>
                    <a:pt x="52963" y="25367"/>
                  </a:lnTo>
                  <a:lnTo>
                    <a:pt x="53442" y="25998"/>
                  </a:lnTo>
                  <a:lnTo>
                    <a:pt x="54858" y="26972"/>
                  </a:lnTo>
                  <a:lnTo>
                    <a:pt x="56433" y="27847"/>
                  </a:lnTo>
                  <a:lnTo>
                    <a:pt x="56258" y="28616"/>
                  </a:lnTo>
                  <a:lnTo>
                    <a:pt x="55413" y="29483"/>
                  </a:lnTo>
                  <a:lnTo>
                    <a:pt x="50064" y="31644"/>
                  </a:lnTo>
                  <a:lnTo>
                    <a:pt x="48474" y="32945"/>
                  </a:lnTo>
                  <a:lnTo>
                    <a:pt x="47919" y="33805"/>
                  </a:lnTo>
                  <a:lnTo>
                    <a:pt x="48489" y="35243"/>
                  </a:lnTo>
                  <a:lnTo>
                    <a:pt x="52758" y="39542"/>
                  </a:lnTo>
                  <a:lnTo>
                    <a:pt x="53481" y="40013"/>
                  </a:lnTo>
                  <a:lnTo>
                    <a:pt x="54112" y="42517"/>
                  </a:lnTo>
                  <a:lnTo>
                    <a:pt x="57878" y="43559"/>
                  </a:lnTo>
                  <a:lnTo>
                    <a:pt x="59423" y="45119"/>
                  </a:lnTo>
                  <a:lnTo>
                    <a:pt x="60747" y="45492"/>
                  </a:lnTo>
                  <a:lnTo>
                    <a:pt x="63630" y="45355"/>
                  </a:lnTo>
                  <a:lnTo>
                    <a:pt x="64787" y="45940"/>
                  </a:lnTo>
                  <a:lnTo>
                    <a:pt x="65441" y="45492"/>
                  </a:lnTo>
                  <a:lnTo>
                    <a:pt x="65822" y="44670"/>
                  </a:lnTo>
                  <a:lnTo>
                    <a:pt x="68249" y="42555"/>
                  </a:lnTo>
                  <a:lnTo>
                    <a:pt x="69048" y="41626"/>
                  </a:lnTo>
                  <a:lnTo>
                    <a:pt x="68568" y="40341"/>
                  </a:lnTo>
                  <a:lnTo>
                    <a:pt x="68051" y="39359"/>
                  </a:lnTo>
                  <a:lnTo>
                    <a:pt x="69527" y="37404"/>
                  </a:lnTo>
                  <a:lnTo>
                    <a:pt x="71315" y="35471"/>
                  </a:lnTo>
                  <a:lnTo>
                    <a:pt x="72213" y="35532"/>
                  </a:lnTo>
                  <a:lnTo>
                    <a:pt x="73742" y="36719"/>
                  </a:lnTo>
                  <a:lnTo>
                    <a:pt x="75005" y="38370"/>
                  </a:lnTo>
                  <a:lnTo>
                    <a:pt x="75172" y="39648"/>
                  </a:lnTo>
                  <a:lnTo>
                    <a:pt x="75408" y="40577"/>
                  </a:lnTo>
                  <a:lnTo>
                    <a:pt x="76603" y="42555"/>
                  </a:lnTo>
                  <a:lnTo>
                    <a:pt x="77371" y="43240"/>
                  </a:lnTo>
                  <a:lnTo>
                    <a:pt x="79441" y="43635"/>
                  </a:lnTo>
                  <a:lnTo>
                    <a:pt x="79928" y="44411"/>
                  </a:lnTo>
                  <a:lnTo>
                    <a:pt x="79555" y="47272"/>
                  </a:lnTo>
                  <a:lnTo>
                    <a:pt x="79867" y="48223"/>
                  </a:lnTo>
                  <a:lnTo>
                    <a:pt x="82035" y="48269"/>
                  </a:lnTo>
                  <a:lnTo>
                    <a:pt x="84341" y="48040"/>
                  </a:lnTo>
                  <a:lnTo>
                    <a:pt x="85147" y="48147"/>
                  </a:lnTo>
                  <a:lnTo>
                    <a:pt x="85977" y="47546"/>
                  </a:lnTo>
                  <a:lnTo>
                    <a:pt x="87255" y="46899"/>
                  </a:lnTo>
                  <a:lnTo>
                    <a:pt x="89089" y="47120"/>
                  </a:lnTo>
                  <a:lnTo>
                    <a:pt x="89987" y="48398"/>
                  </a:lnTo>
                  <a:lnTo>
                    <a:pt x="90390" y="49714"/>
                  </a:lnTo>
                  <a:lnTo>
                    <a:pt x="88815" y="50209"/>
                  </a:lnTo>
                  <a:lnTo>
                    <a:pt x="87171" y="49943"/>
                  </a:lnTo>
                  <a:lnTo>
                    <a:pt x="86372" y="50802"/>
                  </a:lnTo>
                  <a:lnTo>
                    <a:pt x="86319" y="52461"/>
                  </a:lnTo>
                  <a:lnTo>
                    <a:pt x="86875" y="54599"/>
                  </a:lnTo>
                  <a:lnTo>
                    <a:pt x="87978" y="56113"/>
                  </a:lnTo>
                  <a:lnTo>
                    <a:pt x="88853" y="59522"/>
                  </a:lnTo>
                  <a:lnTo>
                    <a:pt x="89583" y="63296"/>
                  </a:lnTo>
                  <a:lnTo>
                    <a:pt x="90709" y="65571"/>
                  </a:lnTo>
                  <a:lnTo>
                    <a:pt x="90945" y="68386"/>
                  </a:lnTo>
                  <a:lnTo>
                    <a:pt x="90778" y="69771"/>
                  </a:lnTo>
                  <a:lnTo>
                    <a:pt x="90983" y="72259"/>
                  </a:lnTo>
                  <a:lnTo>
                    <a:pt x="90504" y="73133"/>
                  </a:lnTo>
                  <a:lnTo>
                    <a:pt x="90861" y="75462"/>
                  </a:lnTo>
                  <a:lnTo>
                    <a:pt x="92193" y="80263"/>
                  </a:lnTo>
                  <a:lnTo>
                    <a:pt x="92779" y="82933"/>
                  </a:lnTo>
                  <a:lnTo>
                    <a:pt x="93152" y="88746"/>
                  </a:lnTo>
                  <a:lnTo>
                    <a:pt x="92208" y="90915"/>
                  </a:lnTo>
                  <a:lnTo>
                    <a:pt x="90945" y="92977"/>
                  </a:lnTo>
                  <a:lnTo>
                    <a:pt x="90116" y="95411"/>
                  </a:lnTo>
                  <a:lnTo>
                    <a:pt x="89484" y="98036"/>
                  </a:lnTo>
                  <a:lnTo>
                    <a:pt x="89096" y="102259"/>
                  </a:lnTo>
                  <a:lnTo>
                    <a:pt x="86357" y="107189"/>
                  </a:lnTo>
                  <a:lnTo>
                    <a:pt x="85193" y="108414"/>
                  </a:lnTo>
                  <a:lnTo>
                    <a:pt x="83839" y="109168"/>
                  </a:lnTo>
                  <a:lnTo>
                    <a:pt x="86791" y="112607"/>
                  </a:lnTo>
                  <a:lnTo>
                    <a:pt x="84379" y="114136"/>
                  </a:lnTo>
                  <a:lnTo>
                    <a:pt x="81754" y="114615"/>
                  </a:lnTo>
                  <a:lnTo>
                    <a:pt x="78847" y="113755"/>
                  </a:lnTo>
                  <a:lnTo>
                    <a:pt x="77037" y="113862"/>
                  </a:lnTo>
                  <a:lnTo>
                    <a:pt x="75378" y="114973"/>
                  </a:lnTo>
                  <a:lnTo>
                    <a:pt x="74731" y="115643"/>
                  </a:lnTo>
                  <a:lnTo>
                    <a:pt x="74206" y="115323"/>
                  </a:lnTo>
                  <a:lnTo>
                    <a:pt x="73118" y="112508"/>
                  </a:lnTo>
                  <a:lnTo>
                    <a:pt x="72319" y="115414"/>
                  </a:lnTo>
                  <a:lnTo>
                    <a:pt x="70645" y="116343"/>
                  </a:lnTo>
                  <a:lnTo>
                    <a:pt x="67777" y="116145"/>
                  </a:lnTo>
                  <a:lnTo>
                    <a:pt x="62984" y="116921"/>
                  </a:lnTo>
                  <a:lnTo>
                    <a:pt x="61135" y="117742"/>
                  </a:lnTo>
                  <a:lnTo>
                    <a:pt x="60366" y="119036"/>
                  </a:lnTo>
                  <a:lnTo>
                    <a:pt x="59796" y="120527"/>
                  </a:lnTo>
                  <a:lnTo>
                    <a:pt x="59042" y="121402"/>
                  </a:lnTo>
                  <a:lnTo>
                    <a:pt x="58198" y="121866"/>
                  </a:lnTo>
                  <a:lnTo>
                    <a:pt x="54492" y="122962"/>
                  </a:lnTo>
                  <a:lnTo>
                    <a:pt x="53762" y="123403"/>
                  </a:lnTo>
                  <a:lnTo>
                    <a:pt x="52043" y="125800"/>
                  </a:lnTo>
                  <a:lnTo>
                    <a:pt x="49798" y="127185"/>
                  </a:lnTo>
                  <a:lnTo>
                    <a:pt x="47934" y="127603"/>
                  </a:lnTo>
                  <a:lnTo>
                    <a:pt x="46283" y="126211"/>
                  </a:lnTo>
                  <a:lnTo>
                    <a:pt x="45606" y="125374"/>
                  </a:lnTo>
                  <a:lnTo>
                    <a:pt x="44837" y="124948"/>
                  </a:lnTo>
                  <a:lnTo>
                    <a:pt x="42296" y="125016"/>
                  </a:lnTo>
                  <a:lnTo>
                    <a:pt x="43095" y="125450"/>
                  </a:lnTo>
                  <a:lnTo>
                    <a:pt x="43612" y="126431"/>
                  </a:lnTo>
                  <a:lnTo>
                    <a:pt x="43863" y="128318"/>
                  </a:lnTo>
                  <a:lnTo>
                    <a:pt x="43574" y="130167"/>
                  </a:lnTo>
                  <a:lnTo>
                    <a:pt x="42319" y="131103"/>
                  </a:lnTo>
                  <a:lnTo>
                    <a:pt x="40828" y="131278"/>
                  </a:lnTo>
                  <a:lnTo>
                    <a:pt x="38469" y="133188"/>
                  </a:lnTo>
                  <a:lnTo>
                    <a:pt x="35349" y="133705"/>
                  </a:lnTo>
                  <a:lnTo>
                    <a:pt x="33660" y="135463"/>
                  </a:lnTo>
                  <a:lnTo>
                    <a:pt x="23343" y="138430"/>
                  </a:lnTo>
                  <a:lnTo>
                    <a:pt x="22757" y="138461"/>
                  </a:lnTo>
                  <a:lnTo>
                    <a:pt x="21334" y="137707"/>
                  </a:lnTo>
                  <a:lnTo>
                    <a:pt x="19790" y="137372"/>
                  </a:lnTo>
                  <a:lnTo>
                    <a:pt x="18253" y="137608"/>
                  </a:lnTo>
                  <a:lnTo>
                    <a:pt x="13931" y="139267"/>
                  </a:lnTo>
                  <a:lnTo>
                    <a:pt x="11839" y="138940"/>
                  </a:lnTo>
                  <a:lnTo>
                    <a:pt x="14509" y="134816"/>
                  </a:lnTo>
                  <a:lnTo>
                    <a:pt x="18093" y="132731"/>
                  </a:lnTo>
                  <a:lnTo>
                    <a:pt x="18466" y="132161"/>
                  </a:lnTo>
                  <a:lnTo>
                    <a:pt x="17294" y="131879"/>
                  </a:lnTo>
                  <a:lnTo>
                    <a:pt x="10477" y="133325"/>
                  </a:lnTo>
                  <a:lnTo>
                    <a:pt x="8111" y="134557"/>
                  </a:lnTo>
                  <a:lnTo>
                    <a:pt x="5744" y="134915"/>
                  </a:lnTo>
                  <a:lnTo>
                    <a:pt x="6840" y="133028"/>
                  </a:lnTo>
                  <a:lnTo>
                    <a:pt x="9891" y="130449"/>
                  </a:lnTo>
                  <a:lnTo>
                    <a:pt x="11527" y="129231"/>
                  </a:lnTo>
                  <a:lnTo>
                    <a:pt x="12524" y="128744"/>
                  </a:lnTo>
                  <a:lnTo>
                    <a:pt x="13665" y="127223"/>
                  </a:lnTo>
                  <a:lnTo>
                    <a:pt x="16883" y="125496"/>
                  </a:lnTo>
                  <a:lnTo>
                    <a:pt x="6521" y="129056"/>
                  </a:lnTo>
                  <a:lnTo>
                    <a:pt x="3797" y="128623"/>
                  </a:lnTo>
                  <a:lnTo>
                    <a:pt x="3157" y="127634"/>
                  </a:lnTo>
                  <a:lnTo>
                    <a:pt x="1042" y="128105"/>
                  </a:lnTo>
                  <a:lnTo>
                    <a:pt x="236" y="125693"/>
                  </a:lnTo>
                  <a:lnTo>
                    <a:pt x="3378" y="122049"/>
                  </a:lnTo>
                  <a:lnTo>
                    <a:pt x="5212" y="120474"/>
                  </a:lnTo>
                  <a:lnTo>
                    <a:pt x="7388" y="119622"/>
                  </a:lnTo>
                  <a:lnTo>
                    <a:pt x="9480" y="118397"/>
                  </a:lnTo>
                  <a:lnTo>
                    <a:pt x="10256" y="116905"/>
                  </a:lnTo>
                  <a:lnTo>
                    <a:pt x="9275" y="116426"/>
                  </a:lnTo>
                  <a:lnTo>
                    <a:pt x="3005" y="116807"/>
                  </a:lnTo>
                  <a:lnTo>
                    <a:pt x="0" y="116487"/>
                  </a:lnTo>
                  <a:lnTo>
                    <a:pt x="160" y="115300"/>
                  </a:lnTo>
                  <a:lnTo>
                    <a:pt x="715" y="113984"/>
                  </a:lnTo>
                  <a:lnTo>
                    <a:pt x="3827" y="111732"/>
                  </a:lnTo>
                  <a:lnTo>
                    <a:pt x="5516" y="111374"/>
                  </a:lnTo>
                  <a:lnTo>
                    <a:pt x="7015" y="111587"/>
                  </a:lnTo>
                  <a:lnTo>
                    <a:pt x="8476" y="112165"/>
                  </a:lnTo>
                  <a:lnTo>
                    <a:pt x="9670" y="112919"/>
                  </a:lnTo>
                  <a:lnTo>
                    <a:pt x="13201" y="112485"/>
                  </a:lnTo>
                  <a:lnTo>
                    <a:pt x="11725" y="111047"/>
                  </a:lnTo>
                  <a:lnTo>
                    <a:pt x="11466" y="108118"/>
                  </a:lnTo>
                  <a:lnTo>
                    <a:pt x="10340" y="107136"/>
                  </a:lnTo>
                  <a:lnTo>
                    <a:pt x="11778" y="105774"/>
                  </a:lnTo>
                  <a:lnTo>
                    <a:pt x="13429" y="104953"/>
                  </a:lnTo>
                  <a:lnTo>
                    <a:pt x="16183" y="102130"/>
                  </a:lnTo>
                  <a:lnTo>
                    <a:pt x="17165" y="101696"/>
                  </a:lnTo>
                  <a:lnTo>
                    <a:pt x="22613" y="101011"/>
                  </a:lnTo>
                  <a:lnTo>
                    <a:pt x="28486" y="99528"/>
                  </a:lnTo>
                  <a:lnTo>
                    <a:pt x="34307" y="97473"/>
                  </a:lnTo>
                  <a:lnTo>
                    <a:pt x="31317" y="96324"/>
                  </a:lnTo>
                  <a:lnTo>
                    <a:pt x="29886" y="94803"/>
                  </a:lnTo>
                  <a:lnTo>
                    <a:pt x="27588" y="97869"/>
                  </a:lnTo>
                  <a:lnTo>
                    <a:pt x="25930" y="99041"/>
                  </a:lnTo>
                  <a:lnTo>
                    <a:pt x="21258" y="99672"/>
                  </a:lnTo>
                  <a:lnTo>
                    <a:pt x="19782" y="99330"/>
                  </a:lnTo>
                  <a:lnTo>
                    <a:pt x="17697" y="98379"/>
                  </a:lnTo>
                  <a:lnTo>
                    <a:pt x="17051" y="98736"/>
                  </a:lnTo>
                  <a:lnTo>
                    <a:pt x="16450" y="99467"/>
                  </a:lnTo>
                  <a:lnTo>
                    <a:pt x="13353" y="100965"/>
                  </a:lnTo>
                  <a:lnTo>
                    <a:pt x="10104" y="101323"/>
                  </a:lnTo>
                  <a:lnTo>
                    <a:pt x="13885" y="98569"/>
                  </a:lnTo>
                  <a:lnTo>
                    <a:pt x="18687" y="93890"/>
                  </a:lnTo>
                  <a:lnTo>
                    <a:pt x="19752" y="92414"/>
                  </a:lnTo>
                  <a:lnTo>
                    <a:pt x="21273" y="89834"/>
                  </a:lnTo>
                  <a:lnTo>
                    <a:pt x="20802" y="88685"/>
                  </a:lnTo>
                  <a:lnTo>
                    <a:pt x="19813" y="88031"/>
                  </a:lnTo>
                  <a:lnTo>
                    <a:pt x="23290" y="82705"/>
                  </a:lnTo>
                  <a:lnTo>
                    <a:pt x="24515" y="81739"/>
                  </a:lnTo>
                  <a:lnTo>
                    <a:pt x="26736" y="81579"/>
                  </a:lnTo>
                  <a:lnTo>
                    <a:pt x="28372" y="80734"/>
                  </a:lnTo>
                  <a:lnTo>
                    <a:pt x="29095" y="80734"/>
                  </a:lnTo>
                  <a:lnTo>
                    <a:pt x="29742" y="80415"/>
                  </a:lnTo>
                  <a:lnTo>
                    <a:pt x="31172" y="78817"/>
                  </a:lnTo>
                  <a:lnTo>
                    <a:pt x="28966" y="77798"/>
                  </a:lnTo>
                  <a:lnTo>
                    <a:pt x="26683" y="77273"/>
                  </a:lnTo>
                  <a:lnTo>
                    <a:pt x="19630" y="77828"/>
                  </a:lnTo>
                  <a:lnTo>
                    <a:pt x="18702" y="77706"/>
                  </a:lnTo>
                  <a:lnTo>
                    <a:pt x="17827" y="77212"/>
                  </a:lnTo>
                  <a:lnTo>
                    <a:pt x="17256" y="76504"/>
                  </a:lnTo>
                  <a:lnTo>
                    <a:pt x="16830" y="74686"/>
                  </a:lnTo>
                  <a:lnTo>
                    <a:pt x="16313" y="74275"/>
                  </a:lnTo>
                  <a:lnTo>
                    <a:pt x="14723" y="74275"/>
                  </a:lnTo>
                  <a:lnTo>
                    <a:pt x="13148" y="74830"/>
                  </a:lnTo>
                  <a:lnTo>
                    <a:pt x="12052" y="74777"/>
                  </a:lnTo>
                  <a:lnTo>
                    <a:pt x="10979" y="73978"/>
                  </a:lnTo>
                  <a:lnTo>
                    <a:pt x="12699" y="72114"/>
                  </a:lnTo>
                  <a:lnTo>
                    <a:pt x="10485" y="71673"/>
                  </a:lnTo>
                  <a:lnTo>
                    <a:pt x="8248" y="72038"/>
                  </a:lnTo>
                  <a:lnTo>
                    <a:pt x="6384" y="71467"/>
                  </a:lnTo>
                  <a:lnTo>
                    <a:pt x="6330" y="70296"/>
                  </a:lnTo>
                  <a:lnTo>
                    <a:pt x="7175" y="69124"/>
                  </a:lnTo>
                  <a:lnTo>
                    <a:pt x="6064" y="68013"/>
                  </a:lnTo>
                  <a:lnTo>
                    <a:pt x="5836" y="66605"/>
                  </a:lnTo>
                  <a:lnTo>
                    <a:pt x="7015" y="65913"/>
                  </a:lnTo>
                  <a:lnTo>
                    <a:pt x="8301" y="66141"/>
                  </a:lnTo>
                  <a:lnTo>
                    <a:pt x="10926" y="65099"/>
                  </a:lnTo>
                  <a:lnTo>
                    <a:pt x="14296" y="64597"/>
                  </a:lnTo>
                  <a:lnTo>
                    <a:pt x="11405" y="63570"/>
                  </a:lnTo>
                  <a:lnTo>
                    <a:pt x="10256" y="62687"/>
                  </a:lnTo>
                  <a:lnTo>
                    <a:pt x="10203" y="61340"/>
                  </a:lnTo>
                  <a:lnTo>
                    <a:pt x="10431" y="60184"/>
                  </a:lnTo>
                  <a:lnTo>
                    <a:pt x="13771" y="58228"/>
                  </a:lnTo>
                  <a:lnTo>
                    <a:pt x="17332" y="57369"/>
                  </a:lnTo>
                  <a:lnTo>
                    <a:pt x="17066" y="56083"/>
                  </a:lnTo>
                  <a:lnTo>
                    <a:pt x="17317" y="54683"/>
                  </a:lnTo>
                  <a:lnTo>
                    <a:pt x="13718" y="54279"/>
                  </a:lnTo>
                  <a:lnTo>
                    <a:pt x="10165" y="55261"/>
                  </a:lnTo>
                  <a:lnTo>
                    <a:pt x="10545" y="52590"/>
                  </a:lnTo>
                  <a:lnTo>
                    <a:pt x="11398" y="50171"/>
                  </a:lnTo>
                  <a:lnTo>
                    <a:pt x="11565" y="48581"/>
                  </a:lnTo>
                  <a:lnTo>
                    <a:pt x="11398" y="46869"/>
                  </a:lnTo>
                  <a:lnTo>
                    <a:pt x="9731" y="47599"/>
                  </a:lnTo>
                  <a:lnTo>
                    <a:pt x="9541" y="45187"/>
                  </a:lnTo>
                  <a:lnTo>
                    <a:pt x="8826" y="43536"/>
                  </a:lnTo>
                  <a:lnTo>
                    <a:pt x="6353" y="44678"/>
                  </a:lnTo>
                  <a:lnTo>
                    <a:pt x="6414" y="42486"/>
                  </a:lnTo>
                  <a:lnTo>
                    <a:pt x="7129" y="40957"/>
                  </a:lnTo>
                  <a:lnTo>
                    <a:pt x="8415" y="40295"/>
                  </a:lnTo>
                  <a:lnTo>
                    <a:pt x="9693" y="40584"/>
                  </a:lnTo>
                  <a:lnTo>
                    <a:pt x="12075" y="40561"/>
                  </a:lnTo>
                  <a:lnTo>
                    <a:pt x="14372" y="39405"/>
                  </a:lnTo>
                  <a:lnTo>
                    <a:pt x="17682" y="39108"/>
                  </a:lnTo>
                  <a:lnTo>
                    <a:pt x="22947" y="39466"/>
                  </a:lnTo>
                  <a:lnTo>
                    <a:pt x="26569" y="42715"/>
                  </a:lnTo>
                  <a:lnTo>
                    <a:pt x="27505" y="42136"/>
                  </a:lnTo>
                  <a:lnTo>
                    <a:pt x="28951" y="40082"/>
                  </a:lnTo>
                  <a:lnTo>
                    <a:pt x="29628" y="39854"/>
                  </a:lnTo>
                  <a:lnTo>
                    <a:pt x="35091" y="40752"/>
                  </a:lnTo>
                  <a:lnTo>
                    <a:pt x="38476" y="41931"/>
                  </a:lnTo>
                  <a:lnTo>
                    <a:pt x="39382" y="41566"/>
                  </a:lnTo>
                  <a:lnTo>
                    <a:pt x="38895" y="39291"/>
                  </a:lnTo>
                  <a:lnTo>
                    <a:pt x="37731" y="37708"/>
                  </a:lnTo>
                  <a:lnTo>
                    <a:pt x="39192" y="35638"/>
                  </a:lnTo>
                  <a:lnTo>
                    <a:pt x="40972" y="34231"/>
                  </a:lnTo>
                  <a:lnTo>
                    <a:pt x="42167" y="33531"/>
                  </a:lnTo>
                  <a:lnTo>
                    <a:pt x="44913" y="32656"/>
                  </a:lnTo>
                  <a:lnTo>
                    <a:pt x="46115" y="31834"/>
                  </a:lnTo>
                  <a:lnTo>
                    <a:pt x="46914" y="29156"/>
                  </a:lnTo>
                  <a:lnTo>
                    <a:pt x="48185" y="26927"/>
                  </a:lnTo>
                  <a:lnTo>
                    <a:pt x="41284" y="28083"/>
                  </a:lnTo>
                  <a:lnTo>
                    <a:pt x="34718" y="25436"/>
                  </a:lnTo>
                  <a:lnTo>
                    <a:pt x="35760" y="23564"/>
                  </a:lnTo>
                  <a:lnTo>
                    <a:pt x="37145" y="22499"/>
                  </a:lnTo>
                  <a:lnTo>
                    <a:pt x="39534" y="21684"/>
                  </a:lnTo>
                  <a:lnTo>
                    <a:pt x="39762" y="20703"/>
                  </a:lnTo>
                  <a:lnTo>
                    <a:pt x="40972" y="19889"/>
                  </a:lnTo>
                  <a:lnTo>
                    <a:pt x="42973" y="17743"/>
                  </a:lnTo>
                  <a:lnTo>
                    <a:pt x="42235" y="14936"/>
                  </a:lnTo>
                  <a:lnTo>
                    <a:pt x="42631" y="12881"/>
                  </a:lnTo>
                  <a:lnTo>
                    <a:pt x="44069" y="11542"/>
                  </a:lnTo>
                  <a:lnTo>
                    <a:pt x="44518" y="9617"/>
                  </a:lnTo>
                  <a:lnTo>
                    <a:pt x="45157" y="8194"/>
                  </a:lnTo>
                  <a:lnTo>
                    <a:pt x="48079" y="7685"/>
                  </a:lnTo>
                  <a:lnTo>
                    <a:pt x="50886" y="6368"/>
                  </a:lnTo>
                  <a:lnTo>
                    <a:pt x="51898" y="6498"/>
                  </a:lnTo>
                  <a:lnTo>
                    <a:pt x="55223" y="6193"/>
                  </a:lnTo>
                  <a:lnTo>
                    <a:pt x="56341" y="6726"/>
                  </a:lnTo>
                  <a:lnTo>
                    <a:pt x="56083" y="4390"/>
                  </a:lnTo>
                  <a:lnTo>
                    <a:pt x="58122" y="4086"/>
                  </a:lnTo>
                  <a:lnTo>
                    <a:pt x="58913" y="4550"/>
                  </a:lnTo>
                  <a:lnTo>
                    <a:pt x="59263" y="6209"/>
                  </a:lnTo>
                  <a:lnTo>
                    <a:pt x="60191" y="7266"/>
                  </a:lnTo>
                  <a:lnTo>
                    <a:pt x="60480" y="9100"/>
                  </a:lnTo>
                  <a:lnTo>
                    <a:pt x="59856" y="10515"/>
                  </a:lnTo>
                  <a:lnTo>
                    <a:pt x="58814" y="11603"/>
                  </a:lnTo>
                  <a:lnTo>
                    <a:pt x="59765" y="12714"/>
                  </a:lnTo>
                  <a:lnTo>
                    <a:pt x="58297" y="14730"/>
                  </a:lnTo>
                  <a:lnTo>
                    <a:pt x="59879" y="13870"/>
                  </a:lnTo>
                  <a:lnTo>
                    <a:pt x="62139" y="11900"/>
                  </a:lnTo>
                  <a:lnTo>
                    <a:pt x="62017" y="10294"/>
                  </a:lnTo>
                  <a:lnTo>
                    <a:pt x="61637" y="8263"/>
                  </a:lnTo>
                  <a:lnTo>
                    <a:pt x="61005" y="6429"/>
                  </a:lnTo>
                  <a:lnTo>
                    <a:pt x="61295" y="4405"/>
                  </a:lnTo>
                  <a:lnTo>
                    <a:pt x="62565" y="3142"/>
                  </a:lnTo>
                  <a:lnTo>
                    <a:pt x="65905" y="2503"/>
                  </a:lnTo>
                  <a:lnTo>
                    <a:pt x="64536" y="205"/>
                  </a:lnTo>
                  <a:lnTo>
                    <a:pt x="65753" y="0"/>
                  </a:lnTo>
                  <a:lnTo>
                    <a:pt x="67077" y="479"/>
                  </a:lnTo>
                  <a:lnTo>
                    <a:pt x="69025" y="2267"/>
                  </a:lnTo>
                  <a:lnTo>
                    <a:pt x="71056" y="3675"/>
                  </a:lnTo>
                  <a:lnTo>
                    <a:pt x="73156" y="4786"/>
                  </a:lnTo>
                  <a:lnTo>
                    <a:pt x="71133" y="7007"/>
                  </a:lnTo>
                  <a:lnTo>
                    <a:pt x="68644" y="8552"/>
                  </a:lnTo>
                  <a:lnTo>
                    <a:pt x="67693" y="10234"/>
                  </a:lnTo>
                  <a:close/>
                  <a:moveTo>
                    <a:pt x="9412" y="53488"/>
                  </a:moveTo>
                  <a:lnTo>
                    <a:pt x="9320" y="54523"/>
                  </a:lnTo>
                  <a:lnTo>
                    <a:pt x="7738" y="53222"/>
                  </a:lnTo>
                  <a:lnTo>
                    <a:pt x="6969" y="51799"/>
                  </a:lnTo>
                  <a:lnTo>
                    <a:pt x="2632" y="51152"/>
                  </a:lnTo>
                  <a:lnTo>
                    <a:pt x="4436" y="49730"/>
                  </a:lnTo>
                  <a:lnTo>
                    <a:pt x="5318" y="50148"/>
                  </a:lnTo>
                  <a:lnTo>
                    <a:pt x="8385" y="50209"/>
                  </a:lnTo>
                  <a:lnTo>
                    <a:pt x="9244" y="50802"/>
                  </a:lnTo>
                  <a:lnTo>
                    <a:pt x="9412" y="53488"/>
                  </a:lnTo>
                  <a:close/>
                </a:path>
              </a:pathLst>
            </a:custGeom>
            <a:solidFill>
              <a:srgbClr val="2562E8"/>
            </a:solidFill>
            <a:ln w="6168" cap="flat">
              <a:solidFill>
                <a:srgbClr val="2562E8"/>
              </a:solidFill>
              <a:prstDash val="solid"/>
              <a:miter/>
            </a:ln>
          </p:spPr>
          <p:txBody>
            <a:bodyPr/>
            <a:lstStyle/>
            <a:p>
              <a:endParaRPr lang="en-US"/>
            </a:p>
          </p:txBody>
        </p:sp>
        <p:sp>
          <p:nvSpPr>
            <p:cNvPr id="2225" name="Freeform: Shape 2224">
              <a:extLst>
                <a:ext uri="{FF2B5EF4-FFF2-40B4-BE49-F238E27FC236}">
                  <a16:creationId xmlns:a16="http://schemas.microsoft.com/office/drawing/2014/main" id="{8E34A6D4-E3DA-84BB-3A08-0D794FC054F4}"/>
                </a:ext>
              </a:extLst>
            </p:cNvPr>
            <p:cNvSpPr/>
            <p:nvPr/>
          </p:nvSpPr>
          <p:spPr>
            <a:xfrm>
              <a:off x="10305121" y="4250541"/>
              <a:ext cx="35615" cy="98546"/>
            </a:xfrm>
            <a:custGeom>
              <a:avLst/>
              <a:gdLst>
                <a:gd name="csX0" fmla="*/ 32922 w 35615"/>
                <a:gd name="csY0" fmla="*/ 17682 h 98546"/>
                <a:gd name="csX1" fmla="*/ 31796 w 35615"/>
                <a:gd name="csY1" fmla="*/ 17834 h 98546"/>
                <a:gd name="csX2" fmla="*/ 29164 w 35615"/>
                <a:gd name="csY2" fmla="*/ 19014 h 98546"/>
                <a:gd name="csX3" fmla="*/ 28806 w 35615"/>
                <a:gd name="csY3" fmla="*/ 19372 h 98546"/>
                <a:gd name="csX4" fmla="*/ 28342 w 35615"/>
                <a:gd name="csY4" fmla="*/ 20056 h 98546"/>
                <a:gd name="csX5" fmla="*/ 28258 w 35615"/>
                <a:gd name="csY5" fmla="*/ 20581 h 98546"/>
                <a:gd name="csX6" fmla="*/ 27885 w 35615"/>
                <a:gd name="csY6" fmla="*/ 26242 h 98546"/>
                <a:gd name="csX7" fmla="*/ 26455 w 35615"/>
                <a:gd name="csY7" fmla="*/ 26082 h 98546"/>
                <a:gd name="csX8" fmla="*/ 24713 w 35615"/>
                <a:gd name="csY8" fmla="*/ 24850 h 98546"/>
                <a:gd name="csX9" fmla="*/ 24370 w 35615"/>
                <a:gd name="csY9" fmla="*/ 23784 h 98546"/>
                <a:gd name="csX10" fmla="*/ 23845 w 35615"/>
                <a:gd name="csY10" fmla="*/ 23419 h 98546"/>
                <a:gd name="csX11" fmla="*/ 22597 w 35615"/>
                <a:gd name="csY11" fmla="*/ 23282 h 98546"/>
                <a:gd name="csX12" fmla="*/ 20239 w 35615"/>
                <a:gd name="csY12" fmla="*/ 22742 h 98546"/>
                <a:gd name="csX13" fmla="*/ 17500 w 35615"/>
                <a:gd name="csY13" fmla="*/ 24606 h 98546"/>
                <a:gd name="csX14" fmla="*/ 16335 w 35615"/>
                <a:gd name="csY14" fmla="*/ 27680 h 98546"/>
                <a:gd name="csX15" fmla="*/ 16099 w 35615"/>
                <a:gd name="csY15" fmla="*/ 29118 h 98546"/>
                <a:gd name="csX16" fmla="*/ 15172 w 35615"/>
                <a:gd name="csY16" fmla="*/ 32131 h 98546"/>
                <a:gd name="csX17" fmla="*/ 15499 w 35615"/>
                <a:gd name="csY17" fmla="*/ 33988 h 98546"/>
                <a:gd name="csX18" fmla="*/ 15658 w 35615"/>
                <a:gd name="csY18" fmla="*/ 36384 h 98546"/>
                <a:gd name="csX19" fmla="*/ 15894 w 35615"/>
                <a:gd name="csY19" fmla="*/ 38340 h 98546"/>
                <a:gd name="csX20" fmla="*/ 15651 w 35615"/>
                <a:gd name="csY20" fmla="*/ 39519 h 98546"/>
                <a:gd name="csX21" fmla="*/ 15126 w 35615"/>
                <a:gd name="csY21" fmla="*/ 40143 h 98546"/>
                <a:gd name="csX22" fmla="*/ 15278 w 35615"/>
                <a:gd name="csY22" fmla="*/ 40592 h 98546"/>
                <a:gd name="csX23" fmla="*/ 15750 w 35615"/>
                <a:gd name="csY23" fmla="*/ 40759 h 98546"/>
                <a:gd name="csX24" fmla="*/ 17248 w 35615"/>
                <a:gd name="csY24" fmla="*/ 40227 h 98546"/>
                <a:gd name="csX25" fmla="*/ 18824 w 35615"/>
                <a:gd name="csY25" fmla="*/ 40759 h 98546"/>
                <a:gd name="csX26" fmla="*/ 20338 w 35615"/>
                <a:gd name="csY26" fmla="*/ 41771 h 98546"/>
                <a:gd name="csX27" fmla="*/ 20459 w 35615"/>
                <a:gd name="csY27" fmla="*/ 42425 h 98546"/>
                <a:gd name="csX28" fmla="*/ 19386 w 35615"/>
                <a:gd name="csY28" fmla="*/ 42813 h 98546"/>
                <a:gd name="csX29" fmla="*/ 16853 w 35615"/>
                <a:gd name="csY29" fmla="*/ 44343 h 98546"/>
                <a:gd name="csX30" fmla="*/ 15065 w 35615"/>
                <a:gd name="csY30" fmla="*/ 46116 h 98546"/>
                <a:gd name="csX31" fmla="*/ 14601 w 35615"/>
                <a:gd name="csY31" fmla="*/ 47751 h 98546"/>
                <a:gd name="csX32" fmla="*/ 13391 w 35615"/>
                <a:gd name="csY32" fmla="*/ 51236 h 98546"/>
                <a:gd name="csX33" fmla="*/ 13558 w 35615"/>
                <a:gd name="csY33" fmla="*/ 51951 h 98546"/>
                <a:gd name="csX34" fmla="*/ 14144 w 35615"/>
                <a:gd name="csY34" fmla="*/ 52370 h 98546"/>
                <a:gd name="csX35" fmla="*/ 18268 w 35615"/>
                <a:gd name="csY35" fmla="*/ 51997 h 98546"/>
                <a:gd name="csX36" fmla="*/ 22019 w 35615"/>
                <a:gd name="csY36" fmla="*/ 50589 h 98546"/>
                <a:gd name="csX37" fmla="*/ 24842 w 35615"/>
                <a:gd name="csY37" fmla="*/ 49090 h 98546"/>
                <a:gd name="csX38" fmla="*/ 25732 w 35615"/>
                <a:gd name="csY38" fmla="*/ 49182 h 98546"/>
                <a:gd name="csX39" fmla="*/ 25139 w 35615"/>
                <a:gd name="csY39" fmla="*/ 53017 h 98546"/>
                <a:gd name="csX40" fmla="*/ 25154 w 35615"/>
                <a:gd name="csY40" fmla="*/ 53032 h 98546"/>
                <a:gd name="csX41" fmla="*/ 24667 w 35615"/>
                <a:gd name="csY41" fmla="*/ 55375 h 98546"/>
                <a:gd name="csX42" fmla="*/ 24857 w 35615"/>
                <a:gd name="csY42" fmla="*/ 55771 h 98546"/>
                <a:gd name="csX43" fmla="*/ 25496 w 35615"/>
                <a:gd name="csY43" fmla="*/ 57810 h 98546"/>
                <a:gd name="csX44" fmla="*/ 24287 w 35615"/>
                <a:gd name="csY44" fmla="*/ 61530 h 98546"/>
                <a:gd name="csX45" fmla="*/ 22947 w 35615"/>
                <a:gd name="csY45" fmla="*/ 64559 h 98546"/>
                <a:gd name="csX46" fmla="*/ 22476 w 35615"/>
                <a:gd name="csY46" fmla="*/ 65989 h 98546"/>
                <a:gd name="csX47" fmla="*/ 21167 w 35615"/>
                <a:gd name="csY47" fmla="*/ 69177 h 98546"/>
                <a:gd name="csX48" fmla="*/ 19828 w 35615"/>
                <a:gd name="csY48" fmla="*/ 72867 h 98546"/>
                <a:gd name="csX49" fmla="*/ 19113 w 35615"/>
                <a:gd name="csY49" fmla="*/ 75409 h 98546"/>
                <a:gd name="csX50" fmla="*/ 19273 w 35615"/>
                <a:gd name="csY50" fmla="*/ 76306 h 98546"/>
                <a:gd name="csX51" fmla="*/ 18945 w 35615"/>
                <a:gd name="csY51" fmla="*/ 80955 h 98546"/>
                <a:gd name="csX52" fmla="*/ 19136 w 35615"/>
                <a:gd name="csY52" fmla="*/ 82271 h 98546"/>
                <a:gd name="csX53" fmla="*/ 17568 w 35615"/>
                <a:gd name="csY53" fmla="*/ 86296 h 98546"/>
                <a:gd name="csX54" fmla="*/ 17256 w 35615"/>
                <a:gd name="csY54" fmla="*/ 88282 h 98546"/>
                <a:gd name="csX55" fmla="*/ 16625 w 35615"/>
                <a:gd name="csY55" fmla="*/ 90968 h 98546"/>
                <a:gd name="csX56" fmla="*/ 15544 w 35615"/>
                <a:gd name="csY56" fmla="*/ 96644 h 98546"/>
                <a:gd name="csX57" fmla="*/ 14068 w 35615"/>
                <a:gd name="csY57" fmla="*/ 98546 h 98546"/>
                <a:gd name="csX58" fmla="*/ 13338 w 35615"/>
                <a:gd name="csY58" fmla="*/ 96431 h 98546"/>
                <a:gd name="csX59" fmla="*/ 11649 w 35615"/>
                <a:gd name="csY59" fmla="*/ 90359 h 98546"/>
                <a:gd name="csX60" fmla="*/ 10454 w 35615"/>
                <a:gd name="csY60" fmla="*/ 86190 h 98546"/>
                <a:gd name="csX61" fmla="*/ 8818 w 35615"/>
                <a:gd name="csY61" fmla="*/ 81054 h 98546"/>
                <a:gd name="csX62" fmla="*/ 6064 w 35615"/>
                <a:gd name="csY62" fmla="*/ 74785 h 98546"/>
                <a:gd name="csX63" fmla="*/ 5813 w 35615"/>
                <a:gd name="csY63" fmla="*/ 73270 h 98546"/>
                <a:gd name="csX64" fmla="*/ 5219 w 35615"/>
                <a:gd name="csY64" fmla="*/ 71079 h 98546"/>
                <a:gd name="csX65" fmla="*/ 3325 w 35615"/>
                <a:gd name="csY65" fmla="*/ 65357 h 98546"/>
                <a:gd name="csX66" fmla="*/ 1773 w 35615"/>
                <a:gd name="csY66" fmla="*/ 61219 h 98546"/>
                <a:gd name="csX67" fmla="*/ 0 w 35615"/>
                <a:gd name="csY67" fmla="*/ 55923 h 98546"/>
                <a:gd name="csX68" fmla="*/ 2199 w 35615"/>
                <a:gd name="csY68" fmla="*/ 53823 h 98546"/>
                <a:gd name="csX69" fmla="*/ 2237 w 35615"/>
                <a:gd name="csY69" fmla="*/ 52088 h 98546"/>
                <a:gd name="csX70" fmla="*/ 5980 w 35615"/>
                <a:gd name="csY70" fmla="*/ 48025 h 98546"/>
                <a:gd name="csX71" fmla="*/ 5950 w 35615"/>
                <a:gd name="csY71" fmla="*/ 47630 h 98546"/>
                <a:gd name="csX72" fmla="*/ 4953 w 35615"/>
                <a:gd name="csY72" fmla="*/ 46549 h 98546"/>
                <a:gd name="csX73" fmla="*/ 5098 w 35615"/>
                <a:gd name="csY73" fmla="*/ 46367 h 98546"/>
                <a:gd name="csX74" fmla="*/ 9244 w 35615"/>
                <a:gd name="csY74" fmla="*/ 38781 h 98546"/>
                <a:gd name="csX75" fmla="*/ 11923 w 35615"/>
                <a:gd name="csY75" fmla="*/ 31248 h 98546"/>
                <a:gd name="csX76" fmla="*/ 14441 w 35615"/>
                <a:gd name="csY76" fmla="*/ 20726 h 98546"/>
                <a:gd name="csX77" fmla="*/ 16236 w 35615"/>
                <a:gd name="csY77" fmla="*/ 15362 h 98546"/>
                <a:gd name="csX78" fmla="*/ 17758 w 35615"/>
                <a:gd name="csY78" fmla="*/ 11801 h 98546"/>
                <a:gd name="csX79" fmla="*/ 18428 w 35615"/>
                <a:gd name="csY79" fmla="*/ 8849 h 98546"/>
                <a:gd name="csX80" fmla="*/ 20878 w 35615"/>
                <a:gd name="csY80" fmla="*/ 8643 h 98546"/>
                <a:gd name="csX81" fmla="*/ 22704 w 35615"/>
                <a:gd name="csY81" fmla="*/ 8955 h 98546"/>
                <a:gd name="csX82" fmla="*/ 24895 w 35615"/>
                <a:gd name="csY82" fmla="*/ 9054 h 98546"/>
                <a:gd name="csX83" fmla="*/ 26645 w 35615"/>
                <a:gd name="csY83" fmla="*/ 7943 h 98546"/>
                <a:gd name="csX84" fmla="*/ 27482 w 35615"/>
                <a:gd name="csY84" fmla="*/ 4618 h 98546"/>
                <a:gd name="csX85" fmla="*/ 28479 w 35615"/>
                <a:gd name="csY85" fmla="*/ 4078 h 98546"/>
                <a:gd name="csX86" fmla="*/ 28989 w 35615"/>
                <a:gd name="csY86" fmla="*/ 4870 h 98546"/>
                <a:gd name="csX87" fmla="*/ 29506 w 35615"/>
                <a:gd name="csY87" fmla="*/ 3994 h 98546"/>
                <a:gd name="csX88" fmla="*/ 31796 w 35615"/>
                <a:gd name="csY88" fmla="*/ 2526 h 98546"/>
                <a:gd name="csX89" fmla="*/ 32930 w 35615"/>
                <a:gd name="csY89" fmla="*/ 1583 h 98546"/>
                <a:gd name="csX90" fmla="*/ 34063 w 35615"/>
                <a:gd name="csY90" fmla="*/ 418 h 98546"/>
                <a:gd name="csX91" fmla="*/ 34672 w 35615"/>
                <a:gd name="csY91" fmla="*/ 0 h 98546"/>
                <a:gd name="csX92" fmla="*/ 34292 w 35615"/>
                <a:gd name="csY92" fmla="*/ 1560 h 98546"/>
                <a:gd name="csX93" fmla="*/ 33987 w 35615"/>
                <a:gd name="csY93" fmla="*/ 2579 h 98546"/>
                <a:gd name="csX94" fmla="*/ 33987 w 35615"/>
                <a:gd name="csY94" fmla="*/ 3911 h 98546"/>
                <a:gd name="csX95" fmla="*/ 34452 w 35615"/>
                <a:gd name="csY95" fmla="*/ 4641 h 98546"/>
                <a:gd name="csX96" fmla="*/ 35083 w 35615"/>
                <a:gd name="csY96" fmla="*/ 6087 h 98546"/>
                <a:gd name="csX97" fmla="*/ 35471 w 35615"/>
                <a:gd name="csY97" fmla="*/ 7533 h 98546"/>
                <a:gd name="csX98" fmla="*/ 34650 w 35615"/>
                <a:gd name="csY98" fmla="*/ 8727 h 98546"/>
                <a:gd name="csX99" fmla="*/ 34725 w 35615"/>
                <a:gd name="csY99" fmla="*/ 9975 h 98546"/>
                <a:gd name="csX100" fmla="*/ 34946 w 35615"/>
                <a:gd name="csY100" fmla="*/ 11025 h 98546"/>
                <a:gd name="csX101" fmla="*/ 35615 w 35615"/>
                <a:gd name="csY101" fmla="*/ 12250 h 98546"/>
                <a:gd name="csX102" fmla="*/ 34414 w 35615"/>
                <a:gd name="csY102" fmla="*/ 14456 h 98546"/>
                <a:gd name="csX103" fmla="*/ 33227 w 35615"/>
                <a:gd name="csY103" fmla="*/ 16480 h 985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35615" h="98546">
                  <a:moveTo>
                    <a:pt x="32922" y="17682"/>
                  </a:moveTo>
                  <a:lnTo>
                    <a:pt x="31796" y="17834"/>
                  </a:lnTo>
                  <a:lnTo>
                    <a:pt x="29164" y="19014"/>
                  </a:lnTo>
                  <a:lnTo>
                    <a:pt x="28806" y="19372"/>
                  </a:lnTo>
                  <a:lnTo>
                    <a:pt x="28342" y="20056"/>
                  </a:lnTo>
                  <a:lnTo>
                    <a:pt x="28258" y="20581"/>
                  </a:lnTo>
                  <a:lnTo>
                    <a:pt x="27885" y="26242"/>
                  </a:lnTo>
                  <a:lnTo>
                    <a:pt x="26455" y="26082"/>
                  </a:lnTo>
                  <a:lnTo>
                    <a:pt x="24713" y="24850"/>
                  </a:lnTo>
                  <a:lnTo>
                    <a:pt x="24370" y="23784"/>
                  </a:lnTo>
                  <a:lnTo>
                    <a:pt x="23845" y="23419"/>
                  </a:lnTo>
                  <a:lnTo>
                    <a:pt x="22597" y="23282"/>
                  </a:lnTo>
                  <a:lnTo>
                    <a:pt x="20239" y="22742"/>
                  </a:lnTo>
                  <a:lnTo>
                    <a:pt x="17500" y="24606"/>
                  </a:lnTo>
                  <a:lnTo>
                    <a:pt x="16335" y="27680"/>
                  </a:lnTo>
                  <a:lnTo>
                    <a:pt x="16099" y="29118"/>
                  </a:lnTo>
                  <a:lnTo>
                    <a:pt x="15172" y="32131"/>
                  </a:lnTo>
                  <a:lnTo>
                    <a:pt x="15499" y="33988"/>
                  </a:lnTo>
                  <a:lnTo>
                    <a:pt x="15658" y="36384"/>
                  </a:lnTo>
                  <a:lnTo>
                    <a:pt x="15894" y="38340"/>
                  </a:lnTo>
                  <a:lnTo>
                    <a:pt x="15651" y="39519"/>
                  </a:lnTo>
                  <a:lnTo>
                    <a:pt x="15126" y="40143"/>
                  </a:lnTo>
                  <a:lnTo>
                    <a:pt x="15278" y="40592"/>
                  </a:lnTo>
                  <a:lnTo>
                    <a:pt x="15750" y="40759"/>
                  </a:lnTo>
                  <a:lnTo>
                    <a:pt x="17248" y="40227"/>
                  </a:lnTo>
                  <a:lnTo>
                    <a:pt x="18824" y="40759"/>
                  </a:lnTo>
                  <a:lnTo>
                    <a:pt x="20338" y="41771"/>
                  </a:lnTo>
                  <a:lnTo>
                    <a:pt x="20459" y="42425"/>
                  </a:lnTo>
                  <a:lnTo>
                    <a:pt x="19386" y="42813"/>
                  </a:lnTo>
                  <a:lnTo>
                    <a:pt x="16853" y="44343"/>
                  </a:lnTo>
                  <a:lnTo>
                    <a:pt x="15065" y="46116"/>
                  </a:lnTo>
                  <a:lnTo>
                    <a:pt x="14601" y="47751"/>
                  </a:lnTo>
                  <a:lnTo>
                    <a:pt x="13391" y="51236"/>
                  </a:lnTo>
                  <a:lnTo>
                    <a:pt x="13558" y="51951"/>
                  </a:lnTo>
                  <a:lnTo>
                    <a:pt x="14144" y="52370"/>
                  </a:lnTo>
                  <a:lnTo>
                    <a:pt x="18268" y="51997"/>
                  </a:lnTo>
                  <a:lnTo>
                    <a:pt x="22019" y="50589"/>
                  </a:lnTo>
                  <a:lnTo>
                    <a:pt x="24842" y="49090"/>
                  </a:lnTo>
                  <a:lnTo>
                    <a:pt x="25732" y="49182"/>
                  </a:lnTo>
                  <a:lnTo>
                    <a:pt x="25139" y="53017"/>
                  </a:lnTo>
                  <a:lnTo>
                    <a:pt x="25154" y="53032"/>
                  </a:lnTo>
                  <a:lnTo>
                    <a:pt x="24667" y="55375"/>
                  </a:lnTo>
                  <a:lnTo>
                    <a:pt x="24857" y="55771"/>
                  </a:lnTo>
                  <a:lnTo>
                    <a:pt x="25496" y="57810"/>
                  </a:lnTo>
                  <a:lnTo>
                    <a:pt x="24287" y="61530"/>
                  </a:lnTo>
                  <a:lnTo>
                    <a:pt x="22947" y="64559"/>
                  </a:lnTo>
                  <a:lnTo>
                    <a:pt x="22476" y="65989"/>
                  </a:lnTo>
                  <a:lnTo>
                    <a:pt x="21167" y="69177"/>
                  </a:lnTo>
                  <a:lnTo>
                    <a:pt x="19828" y="72867"/>
                  </a:lnTo>
                  <a:lnTo>
                    <a:pt x="19113" y="75409"/>
                  </a:lnTo>
                  <a:lnTo>
                    <a:pt x="19273" y="76306"/>
                  </a:lnTo>
                  <a:lnTo>
                    <a:pt x="18945" y="80955"/>
                  </a:lnTo>
                  <a:lnTo>
                    <a:pt x="19136" y="82271"/>
                  </a:lnTo>
                  <a:lnTo>
                    <a:pt x="17568" y="86296"/>
                  </a:lnTo>
                  <a:lnTo>
                    <a:pt x="17256" y="88282"/>
                  </a:lnTo>
                  <a:lnTo>
                    <a:pt x="16625" y="90968"/>
                  </a:lnTo>
                  <a:lnTo>
                    <a:pt x="15544" y="96644"/>
                  </a:lnTo>
                  <a:lnTo>
                    <a:pt x="14068" y="98546"/>
                  </a:lnTo>
                  <a:lnTo>
                    <a:pt x="13338" y="96431"/>
                  </a:lnTo>
                  <a:lnTo>
                    <a:pt x="11649" y="90359"/>
                  </a:lnTo>
                  <a:lnTo>
                    <a:pt x="10454" y="86190"/>
                  </a:lnTo>
                  <a:lnTo>
                    <a:pt x="8818" y="81054"/>
                  </a:lnTo>
                  <a:lnTo>
                    <a:pt x="6064" y="74785"/>
                  </a:lnTo>
                  <a:lnTo>
                    <a:pt x="5813" y="73270"/>
                  </a:lnTo>
                  <a:lnTo>
                    <a:pt x="5219" y="71079"/>
                  </a:lnTo>
                  <a:lnTo>
                    <a:pt x="3325" y="65357"/>
                  </a:lnTo>
                  <a:lnTo>
                    <a:pt x="1773" y="61219"/>
                  </a:lnTo>
                  <a:lnTo>
                    <a:pt x="0" y="55923"/>
                  </a:lnTo>
                  <a:lnTo>
                    <a:pt x="2199" y="53823"/>
                  </a:lnTo>
                  <a:lnTo>
                    <a:pt x="2237" y="52088"/>
                  </a:lnTo>
                  <a:lnTo>
                    <a:pt x="5980" y="48025"/>
                  </a:lnTo>
                  <a:lnTo>
                    <a:pt x="5950" y="47630"/>
                  </a:lnTo>
                  <a:lnTo>
                    <a:pt x="4953" y="46549"/>
                  </a:lnTo>
                  <a:lnTo>
                    <a:pt x="5098" y="46367"/>
                  </a:lnTo>
                  <a:lnTo>
                    <a:pt x="9244" y="38781"/>
                  </a:lnTo>
                  <a:lnTo>
                    <a:pt x="11923" y="31248"/>
                  </a:lnTo>
                  <a:lnTo>
                    <a:pt x="14441" y="20726"/>
                  </a:lnTo>
                  <a:lnTo>
                    <a:pt x="16236" y="15362"/>
                  </a:lnTo>
                  <a:lnTo>
                    <a:pt x="17758" y="11801"/>
                  </a:lnTo>
                  <a:lnTo>
                    <a:pt x="18428" y="8849"/>
                  </a:lnTo>
                  <a:lnTo>
                    <a:pt x="20878" y="8643"/>
                  </a:lnTo>
                  <a:lnTo>
                    <a:pt x="22704" y="8955"/>
                  </a:lnTo>
                  <a:lnTo>
                    <a:pt x="24895" y="9054"/>
                  </a:lnTo>
                  <a:lnTo>
                    <a:pt x="26645" y="7943"/>
                  </a:lnTo>
                  <a:lnTo>
                    <a:pt x="27482" y="4618"/>
                  </a:lnTo>
                  <a:lnTo>
                    <a:pt x="28479" y="4078"/>
                  </a:lnTo>
                  <a:lnTo>
                    <a:pt x="28989" y="4870"/>
                  </a:lnTo>
                  <a:lnTo>
                    <a:pt x="29506" y="3994"/>
                  </a:lnTo>
                  <a:lnTo>
                    <a:pt x="31796" y="2526"/>
                  </a:lnTo>
                  <a:lnTo>
                    <a:pt x="32930" y="1583"/>
                  </a:lnTo>
                  <a:lnTo>
                    <a:pt x="34063" y="418"/>
                  </a:lnTo>
                  <a:lnTo>
                    <a:pt x="34672" y="0"/>
                  </a:lnTo>
                  <a:lnTo>
                    <a:pt x="34292" y="1560"/>
                  </a:lnTo>
                  <a:lnTo>
                    <a:pt x="33987" y="2579"/>
                  </a:lnTo>
                  <a:lnTo>
                    <a:pt x="33987" y="3911"/>
                  </a:lnTo>
                  <a:lnTo>
                    <a:pt x="34452" y="4641"/>
                  </a:lnTo>
                  <a:lnTo>
                    <a:pt x="35083" y="6087"/>
                  </a:lnTo>
                  <a:lnTo>
                    <a:pt x="35471" y="7533"/>
                  </a:lnTo>
                  <a:lnTo>
                    <a:pt x="34650" y="8727"/>
                  </a:lnTo>
                  <a:lnTo>
                    <a:pt x="34725" y="9975"/>
                  </a:lnTo>
                  <a:lnTo>
                    <a:pt x="34946" y="11025"/>
                  </a:lnTo>
                  <a:lnTo>
                    <a:pt x="35615" y="12250"/>
                  </a:lnTo>
                  <a:lnTo>
                    <a:pt x="34414" y="14456"/>
                  </a:lnTo>
                  <a:lnTo>
                    <a:pt x="33227" y="1648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26" name="Freeform: Shape 2225">
              <a:extLst>
                <a:ext uri="{FF2B5EF4-FFF2-40B4-BE49-F238E27FC236}">
                  <a16:creationId xmlns:a16="http://schemas.microsoft.com/office/drawing/2014/main" id="{88DF1F2D-A313-DC6A-5169-7634DACF4217}"/>
                </a:ext>
              </a:extLst>
            </p:cNvPr>
            <p:cNvSpPr/>
            <p:nvPr/>
          </p:nvSpPr>
          <p:spPr>
            <a:xfrm>
              <a:off x="9471686" y="3620674"/>
              <a:ext cx="9548" cy="12698"/>
            </a:xfrm>
            <a:custGeom>
              <a:avLst/>
              <a:gdLst>
                <a:gd name="csX0" fmla="*/ 7966 w 9548"/>
                <a:gd name="csY0" fmla="*/ 8095 h 12698"/>
                <a:gd name="csX1" fmla="*/ 3652 w 9548"/>
                <a:gd name="csY1" fmla="*/ 12699 h 12698"/>
                <a:gd name="csX2" fmla="*/ 1902 w 9548"/>
                <a:gd name="csY2" fmla="*/ 11877 h 12698"/>
                <a:gd name="csX3" fmla="*/ 411 w 9548"/>
                <a:gd name="csY3" fmla="*/ 12311 h 12698"/>
                <a:gd name="csX4" fmla="*/ 0 w 9548"/>
                <a:gd name="csY4" fmla="*/ 12181 h 12698"/>
                <a:gd name="csX5" fmla="*/ 844 w 9548"/>
                <a:gd name="csY5" fmla="*/ 10515 h 12698"/>
                <a:gd name="csX6" fmla="*/ 1849 w 9548"/>
                <a:gd name="csY6" fmla="*/ 6657 h 12698"/>
                <a:gd name="csX7" fmla="*/ 3637 w 9548"/>
                <a:gd name="csY7" fmla="*/ 5128 h 12698"/>
                <a:gd name="csX8" fmla="*/ 5904 w 9548"/>
                <a:gd name="csY8" fmla="*/ 1111 h 12698"/>
                <a:gd name="csX9" fmla="*/ 7700 w 9548"/>
                <a:gd name="csY9" fmla="*/ 0 h 12698"/>
                <a:gd name="csX10" fmla="*/ 8316 w 9548"/>
                <a:gd name="csY10" fmla="*/ 152 h 12698"/>
                <a:gd name="csX11" fmla="*/ 8712 w 9548"/>
                <a:gd name="csY11" fmla="*/ 533 h 12698"/>
                <a:gd name="csX12" fmla="*/ 9549 w 9548"/>
                <a:gd name="csY12" fmla="*/ 5044 h 12698"/>
                <a:gd name="csX13" fmla="*/ 8392 w 9548"/>
                <a:gd name="csY13" fmla="*/ 6635 h 126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9548" h="12698">
                  <a:moveTo>
                    <a:pt x="7966" y="8095"/>
                  </a:moveTo>
                  <a:lnTo>
                    <a:pt x="3652" y="12699"/>
                  </a:lnTo>
                  <a:lnTo>
                    <a:pt x="1902" y="11877"/>
                  </a:lnTo>
                  <a:lnTo>
                    <a:pt x="411" y="12311"/>
                  </a:lnTo>
                  <a:lnTo>
                    <a:pt x="0" y="12181"/>
                  </a:lnTo>
                  <a:lnTo>
                    <a:pt x="844" y="10515"/>
                  </a:lnTo>
                  <a:lnTo>
                    <a:pt x="1849" y="6657"/>
                  </a:lnTo>
                  <a:lnTo>
                    <a:pt x="3637" y="5128"/>
                  </a:lnTo>
                  <a:lnTo>
                    <a:pt x="5904" y="1111"/>
                  </a:lnTo>
                  <a:lnTo>
                    <a:pt x="7700" y="0"/>
                  </a:lnTo>
                  <a:lnTo>
                    <a:pt x="8316" y="152"/>
                  </a:lnTo>
                  <a:lnTo>
                    <a:pt x="8712" y="533"/>
                  </a:lnTo>
                  <a:lnTo>
                    <a:pt x="9549" y="5044"/>
                  </a:lnTo>
                  <a:lnTo>
                    <a:pt x="8392" y="6635"/>
                  </a:lnTo>
                  <a:close/>
                </a:path>
              </a:pathLst>
            </a:custGeom>
            <a:solidFill>
              <a:srgbClr val="2562E8"/>
            </a:solidFill>
            <a:ln w="6168" cap="flat">
              <a:solidFill>
                <a:srgbClr val="2562E8"/>
              </a:solidFill>
              <a:prstDash val="solid"/>
              <a:miter/>
            </a:ln>
          </p:spPr>
          <p:txBody>
            <a:bodyPr/>
            <a:lstStyle/>
            <a:p>
              <a:endParaRPr lang="en-US"/>
            </a:p>
          </p:txBody>
        </p:sp>
        <p:sp>
          <p:nvSpPr>
            <p:cNvPr id="2227" name="Freeform: Shape 2226">
              <a:extLst>
                <a:ext uri="{FF2B5EF4-FFF2-40B4-BE49-F238E27FC236}">
                  <a16:creationId xmlns:a16="http://schemas.microsoft.com/office/drawing/2014/main" id="{36D39613-8779-73DE-8579-F700E3435BB5}"/>
                </a:ext>
              </a:extLst>
            </p:cNvPr>
            <p:cNvSpPr/>
            <p:nvPr/>
          </p:nvSpPr>
          <p:spPr>
            <a:xfrm>
              <a:off x="11029480" y="4197304"/>
              <a:ext cx="622997" cy="663466"/>
            </a:xfrm>
            <a:custGeom>
              <a:avLst/>
              <a:gdLst>
                <a:gd name="csX0" fmla="*/ 549255 w 622997"/>
                <a:gd name="csY0" fmla="*/ 661709 h 663466"/>
                <a:gd name="csX1" fmla="*/ 547946 w 622997"/>
                <a:gd name="csY1" fmla="*/ 663466 h 663466"/>
                <a:gd name="csX2" fmla="*/ 545390 w 622997"/>
                <a:gd name="csY2" fmla="*/ 658079 h 663466"/>
                <a:gd name="csX3" fmla="*/ 544294 w 622997"/>
                <a:gd name="csY3" fmla="*/ 657752 h 663466"/>
                <a:gd name="csX4" fmla="*/ 544256 w 622997"/>
                <a:gd name="csY4" fmla="*/ 655188 h 663466"/>
                <a:gd name="csX5" fmla="*/ 544849 w 622997"/>
                <a:gd name="csY5" fmla="*/ 654176 h 663466"/>
                <a:gd name="csX6" fmla="*/ 547809 w 622997"/>
                <a:gd name="csY6" fmla="*/ 653043 h 663466"/>
                <a:gd name="csX7" fmla="*/ 548586 w 622997"/>
                <a:gd name="csY7" fmla="*/ 653674 h 663466"/>
                <a:gd name="csX8" fmla="*/ 550092 w 622997"/>
                <a:gd name="csY8" fmla="*/ 658665 h 663466"/>
                <a:gd name="csX9" fmla="*/ 549255 w 622997"/>
                <a:gd name="csY9" fmla="*/ 661709 h 663466"/>
                <a:gd name="csX10" fmla="*/ 545915 w 622997"/>
                <a:gd name="csY10" fmla="*/ 650471 h 663466"/>
                <a:gd name="csX11" fmla="*/ 543883 w 622997"/>
                <a:gd name="csY11" fmla="*/ 652495 h 663466"/>
                <a:gd name="csX12" fmla="*/ 543001 w 622997"/>
                <a:gd name="csY12" fmla="*/ 651277 h 663466"/>
                <a:gd name="csX13" fmla="*/ 543366 w 622997"/>
                <a:gd name="csY13" fmla="*/ 650433 h 663466"/>
                <a:gd name="csX14" fmla="*/ 544226 w 622997"/>
                <a:gd name="csY14" fmla="*/ 649969 h 663466"/>
                <a:gd name="csX15" fmla="*/ 545032 w 622997"/>
                <a:gd name="csY15" fmla="*/ 649314 h 663466"/>
                <a:gd name="csX16" fmla="*/ 545915 w 622997"/>
                <a:gd name="csY16" fmla="*/ 650471 h 663466"/>
                <a:gd name="csX17" fmla="*/ 539698 w 622997"/>
                <a:gd name="csY17" fmla="*/ 639317 h 663466"/>
                <a:gd name="csX18" fmla="*/ 538040 w 622997"/>
                <a:gd name="csY18" fmla="*/ 639340 h 663466"/>
                <a:gd name="csX19" fmla="*/ 537553 w 622997"/>
                <a:gd name="csY19" fmla="*/ 638419 h 663466"/>
                <a:gd name="csX20" fmla="*/ 536853 w 622997"/>
                <a:gd name="csY20" fmla="*/ 637468 h 663466"/>
                <a:gd name="csX21" fmla="*/ 537385 w 622997"/>
                <a:gd name="csY21" fmla="*/ 636547 h 663466"/>
                <a:gd name="csX22" fmla="*/ 538261 w 622997"/>
                <a:gd name="csY22" fmla="*/ 636311 h 663466"/>
                <a:gd name="csX23" fmla="*/ 539501 w 622997"/>
                <a:gd name="csY23" fmla="*/ 637803 h 663466"/>
                <a:gd name="csX24" fmla="*/ 539790 w 622997"/>
                <a:gd name="csY24" fmla="*/ 638860 h 663466"/>
                <a:gd name="csX25" fmla="*/ 539698 w 622997"/>
                <a:gd name="csY25" fmla="*/ 639317 h 663466"/>
                <a:gd name="csX26" fmla="*/ 541715 w 622997"/>
                <a:gd name="csY26" fmla="*/ 635490 h 663466"/>
                <a:gd name="csX27" fmla="*/ 540710 w 622997"/>
                <a:gd name="csY27" fmla="*/ 636281 h 663466"/>
                <a:gd name="csX28" fmla="*/ 540460 w 622997"/>
                <a:gd name="csY28" fmla="*/ 636174 h 663466"/>
                <a:gd name="csX29" fmla="*/ 540315 w 622997"/>
                <a:gd name="csY29" fmla="*/ 635566 h 663466"/>
                <a:gd name="csX30" fmla="*/ 540277 w 622997"/>
                <a:gd name="csY30" fmla="*/ 635140 h 663466"/>
                <a:gd name="csX31" fmla="*/ 540094 w 622997"/>
                <a:gd name="csY31" fmla="*/ 634371 h 663466"/>
                <a:gd name="csX32" fmla="*/ 539995 w 622997"/>
                <a:gd name="csY32" fmla="*/ 633017 h 663466"/>
                <a:gd name="csX33" fmla="*/ 540794 w 622997"/>
                <a:gd name="csY33" fmla="*/ 631883 h 663466"/>
                <a:gd name="csX34" fmla="*/ 541593 w 622997"/>
                <a:gd name="csY34" fmla="*/ 632119 h 663466"/>
                <a:gd name="csX35" fmla="*/ 541159 w 622997"/>
                <a:gd name="csY35" fmla="*/ 633276 h 663466"/>
                <a:gd name="csX36" fmla="*/ 541715 w 622997"/>
                <a:gd name="csY36" fmla="*/ 635490 h 663466"/>
                <a:gd name="csX37" fmla="*/ 104625 w 622997"/>
                <a:gd name="csY37" fmla="*/ 630932 h 663466"/>
                <a:gd name="csX38" fmla="*/ 104321 w 622997"/>
                <a:gd name="csY38" fmla="*/ 631198 h 663466"/>
                <a:gd name="csX39" fmla="*/ 104009 w 622997"/>
                <a:gd name="csY39" fmla="*/ 631297 h 663466"/>
                <a:gd name="csX40" fmla="*/ 103796 w 622997"/>
                <a:gd name="csY40" fmla="*/ 631267 h 663466"/>
                <a:gd name="csX41" fmla="*/ 103682 w 622997"/>
                <a:gd name="csY41" fmla="*/ 631000 h 663466"/>
                <a:gd name="csX42" fmla="*/ 103743 w 622997"/>
                <a:gd name="csY42" fmla="*/ 630803 h 663466"/>
                <a:gd name="csX43" fmla="*/ 104017 w 622997"/>
                <a:gd name="csY43" fmla="*/ 631031 h 663466"/>
                <a:gd name="csX44" fmla="*/ 104382 w 622997"/>
                <a:gd name="csY44" fmla="*/ 630818 h 663466"/>
                <a:gd name="csX45" fmla="*/ 104793 w 622997"/>
                <a:gd name="csY45" fmla="*/ 630141 h 663466"/>
                <a:gd name="csX46" fmla="*/ 104892 w 622997"/>
                <a:gd name="csY46" fmla="*/ 629920 h 663466"/>
                <a:gd name="csX47" fmla="*/ 104975 w 622997"/>
                <a:gd name="csY47" fmla="*/ 630042 h 663466"/>
                <a:gd name="csX48" fmla="*/ 104892 w 622997"/>
                <a:gd name="csY48" fmla="*/ 630430 h 663466"/>
                <a:gd name="csX49" fmla="*/ 104625 w 622997"/>
                <a:gd name="csY49" fmla="*/ 630932 h 663466"/>
                <a:gd name="csX50" fmla="*/ 533254 w 622997"/>
                <a:gd name="csY50" fmla="*/ 631350 h 663466"/>
                <a:gd name="csX51" fmla="*/ 533893 w 622997"/>
                <a:gd name="csY51" fmla="*/ 632149 h 663466"/>
                <a:gd name="csX52" fmla="*/ 532714 w 622997"/>
                <a:gd name="csY52" fmla="*/ 632012 h 663466"/>
                <a:gd name="csX53" fmla="*/ 531618 w 622997"/>
                <a:gd name="csY53" fmla="*/ 630803 h 663466"/>
                <a:gd name="csX54" fmla="*/ 531907 w 622997"/>
                <a:gd name="csY54" fmla="*/ 629669 h 663466"/>
                <a:gd name="csX55" fmla="*/ 532318 w 622997"/>
                <a:gd name="csY55" fmla="*/ 629205 h 663466"/>
                <a:gd name="csX56" fmla="*/ 533254 w 622997"/>
                <a:gd name="csY56" fmla="*/ 631350 h 663466"/>
                <a:gd name="csX57" fmla="*/ 525706 w 622997"/>
                <a:gd name="csY57" fmla="*/ 612314 h 663466"/>
                <a:gd name="csX58" fmla="*/ 524771 w 622997"/>
                <a:gd name="csY58" fmla="*/ 612436 h 663466"/>
                <a:gd name="csX59" fmla="*/ 524192 w 622997"/>
                <a:gd name="csY59" fmla="*/ 611705 h 663466"/>
                <a:gd name="csX60" fmla="*/ 524124 w 622997"/>
                <a:gd name="csY60" fmla="*/ 610853 h 663466"/>
                <a:gd name="csX61" fmla="*/ 524656 w 622997"/>
                <a:gd name="csY61" fmla="*/ 610298 h 663466"/>
                <a:gd name="csX62" fmla="*/ 525158 w 622997"/>
                <a:gd name="csY62" fmla="*/ 610008 h 663466"/>
                <a:gd name="csX63" fmla="*/ 525661 w 622997"/>
                <a:gd name="csY63" fmla="*/ 610085 h 663466"/>
                <a:gd name="csX64" fmla="*/ 526163 w 622997"/>
                <a:gd name="csY64" fmla="*/ 611523 h 663466"/>
                <a:gd name="csX65" fmla="*/ 525706 w 622997"/>
                <a:gd name="csY65" fmla="*/ 612314 h 663466"/>
                <a:gd name="csX66" fmla="*/ 519635 w 622997"/>
                <a:gd name="csY66" fmla="*/ 581781 h 663466"/>
                <a:gd name="csX67" fmla="*/ 518988 w 622997"/>
                <a:gd name="csY67" fmla="*/ 582519 h 663466"/>
                <a:gd name="csX68" fmla="*/ 516789 w 622997"/>
                <a:gd name="csY68" fmla="*/ 581941 h 663466"/>
                <a:gd name="csX69" fmla="*/ 516949 w 622997"/>
                <a:gd name="csY69" fmla="*/ 579719 h 663466"/>
                <a:gd name="csX70" fmla="*/ 516432 w 622997"/>
                <a:gd name="csY70" fmla="*/ 577543 h 663466"/>
                <a:gd name="csX71" fmla="*/ 516812 w 622997"/>
                <a:gd name="csY71" fmla="*/ 576630 h 663466"/>
                <a:gd name="csX72" fmla="*/ 518463 w 622997"/>
                <a:gd name="csY72" fmla="*/ 575070 h 663466"/>
                <a:gd name="csX73" fmla="*/ 519802 w 622997"/>
                <a:gd name="csY73" fmla="*/ 574385 h 663466"/>
                <a:gd name="csX74" fmla="*/ 520730 w 622997"/>
                <a:gd name="csY74" fmla="*/ 576493 h 663466"/>
                <a:gd name="csX75" fmla="*/ 521164 w 622997"/>
                <a:gd name="csY75" fmla="*/ 578555 h 663466"/>
                <a:gd name="csX76" fmla="*/ 519635 w 622997"/>
                <a:gd name="csY76" fmla="*/ 581781 h 663466"/>
                <a:gd name="csX77" fmla="*/ 98493 w 622997"/>
                <a:gd name="csY77" fmla="*/ 567789 h 663466"/>
                <a:gd name="csX78" fmla="*/ 98333 w 622997"/>
                <a:gd name="csY78" fmla="*/ 567925 h 663466"/>
                <a:gd name="csX79" fmla="*/ 98318 w 622997"/>
                <a:gd name="csY79" fmla="*/ 567530 h 663466"/>
                <a:gd name="csX80" fmla="*/ 98516 w 622997"/>
                <a:gd name="csY80" fmla="*/ 566898 h 663466"/>
                <a:gd name="csX81" fmla="*/ 98744 w 622997"/>
                <a:gd name="csY81" fmla="*/ 566480 h 663466"/>
                <a:gd name="csX82" fmla="*/ 98812 w 622997"/>
                <a:gd name="csY82" fmla="*/ 566526 h 663466"/>
                <a:gd name="csX83" fmla="*/ 98752 w 622997"/>
                <a:gd name="csY83" fmla="*/ 566937 h 663466"/>
                <a:gd name="csX84" fmla="*/ 98637 w 622997"/>
                <a:gd name="csY84" fmla="*/ 567492 h 663466"/>
                <a:gd name="csX85" fmla="*/ 98493 w 622997"/>
                <a:gd name="csY85" fmla="*/ 567789 h 663466"/>
                <a:gd name="csX86" fmla="*/ 523698 w 622997"/>
                <a:gd name="csY86" fmla="*/ 563916 h 663466"/>
                <a:gd name="csX87" fmla="*/ 522655 w 622997"/>
                <a:gd name="csY87" fmla="*/ 564349 h 663466"/>
                <a:gd name="csX88" fmla="*/ 521613 w 622997"/>
                <a:gd name="csY88" fmla="*/ 563809 h 663466"/>
                <a:gd name="csX89" fmla="*/ 522427 w 622997"/>
                <a:gd name="csY89" fmla="*/ 562934 h 663466"/>
                <a:gd name="csX90" fmla="*/ 522564 w 622997"/>
                <a:gd name="csY90" fmla="*/ 561154 h 663466"/>
                <a:gd name="csX91" fmla="*/ 523629 w 622997"/>
                <a:gd name="csY91" fmla="*/ 562143 h 663466"/>
                <a:gd name="csX92" fmla="*/ 523568 w 622997"/>
                <a:gd name="csY92" fmla="*/ 563269 h 663466"/>
                <a:gd name="csX93" fmla="*/ 523698 w 622997"/>
                <a:gd name="csY93" fmla="*/ 563916 h 663466"/>
                <a:gd name="csX94" fmla="*/ 530622 w 622997"/>
                <a:gd name="csY94" fmla="*/ 549711 h 663466"/>
                <a:gd name="csX95" fmla="*/ 531573 w 622997"/>
                <a:gd name="csY95" fmla="*/ 552693 h 663466"/>
                <a:gd name="csX96" fmla="*/ 529853 w 622997"/>
                <a:gd name="csY96" fmla="*/ 551392 h 663466"/>
                <a:gd name="csX97" fmla="*/ 529298 w 622997"/>
                <a:gd name="csY97" fmla="*/ 550456 h 663466"/>
                <a:gd name="csX98" fmla="*/ 530158 w 622997"/>
                <a:gd name="csY98" fmla="*/ 549825 h 663466"/>
                <a:gd name="csX99" fmla="*/ 530622 w 622997"/>
                <a:gd name="csY99" fmla="*/ 549711 h 663466"/>
                <a:gd name="csX100" fmla="*/ 524215 w 622997"/>
                <a:gd name="csY100" fmla="*/ 531724 h 663466"/>
                <a:gd name="csX101" fmla="*/ 523538 w 622997"/>
                <a:gd name="csY101" fmla="*/ 533139 h 663466"/>
                <a:gd name="csX102" fmla="*/ 523401 w 622997"/>
                <a:gd name="csY102" fmla="*/ 530111 h 663466"/>
                <a:gd name="csX103" fmla="*/ 523721 w 622997"/>
                <a:gd name="csY103" fmla="*/ 529731 h 663466"/>
                <a:gd name="csX104" fmla="*/ 524063 w 622997"/>
                <a:gd name="csY104" fmla="*/ 529624 h 663466"/>
                <a:gd name="csX105" fmla="*/ 524497 w 622997"/>
                <a:gd name="csY105" fmla="*/ 529906 h 663466"/>
                <a:gd name="csX106" fmla="*/ 524215 w 622997"/>
                <a:gd name="csY106" fmla="*/ 531724 h 663466"/>
                <a:gd name="csX107" fmla="*/ 524329 w 622997"/>
                <a:gd name="csY107" fmla="*/ 560568 h 663466"/>
                <a:gd name="csX108" fmla="*/ 523858 w 622997"/>
                <a:gd name="csY108" fmla="*/ 561078 h 663466"/>
                <a:gd name="csX109" fmla="*/ 523165 w 622997"/>
                <a:gd name="csY109" fmla="*/ 560507 h 663466"/>
                <a:gd name="csX110" fmla="*/ 521179 w 622997"/>
                <a:gd name="csY110" fmla="*/ 556619 h 663466"/>
                <a:gd name="csX111" fmla="*/ 520837 w 622997"/>
                <a:gd name="csY111" fmla="*/ 554124 h 663466"/>
                <a:gd name="csX112" fmla="*/ 520289 w 622997"/>
                <a:gd name="csY112" fmla="*/ 553256 h 663466"/>
                <a:gd name="csX113" fmla="*/ 520989 w 622997"/>
                <a:gd name="csY113" fmla="*/ 552016 h 663466"/>
                <a:gd name="csX114" fmla="*/ 521864 w 622997"/>
                <a:gd name="csY114" fmla="*/ 551605 h 663466"/>
                <a:gd name="csX115" fmla="*/ 522381 w 622997"/>
                <a:gd name="csY115" fmla="*/ 550205 h 663466"/>
                <a:gd name="csX116" fmla="*/ 522564 w 622997"/>
                <a:gd name="csY116" fmla="*/ 548075 h 663466"/>
                <a:gd name="csX117" fmla="*/ 523332 w 622997"/>
                <a:gd name="csY117" fmla="*/ 546333 h 663466"/>
                <a:gd name="csX118" fmla="*/ 523721 w 622997"/>
                <a:gd name="csY118" fmla="*/ 545846 h 663466"/>
                <a:gd name="csX119" fmla="*/ 525318 w 622997"/>
                <a:gd name="csY119" fmla="*/ 545830 h 663466"/>
                <a:gd name="csX120" fmla="*/ 525722 w 622997"/>
                <a:gd name="csY120" fmla="*/ 545610 h 663466"/>
                <a:gd name="csX121" fmla="*/ 525501 w 622997"/>
                <a:gd name="csY121" fmla="*/ 543943 h 663466"/>
                <a:gd name="csX122" fmla="*/ 524573 w 622997"/>
                <a:gd name="csY122" fmla="*/ 543221 h 663466"/>
                <a:gd name="csX123" fmla="*/ 524245 w 622997"/>
                <a:gd name="csY123" fmla="*/ 542756 h 663466"/>
                <a:gd name="csX124" fmla="*/ 524283 w 622997"/>
                <a:gd name="csY124" fmla="*/ 538762 h 663466"/>
                <a:gd name="csX125" fmla="*/ 524527 w 622997"/>
                <a:gd name="csY125" fmla="*/ 537149 h 663466"/>
                <a:gd name="csX126" fmla="*/ 525105 w 622997"/>
                <a:gd name="csY126" fmla="*/ 535985 h 663466"/>
                <a:gd name="csX127" fmla="*/ 524694 w 622997"/>
                <a:gd name="csY127" fmla="*/ 533581 h 663466"/>
                <a:gd name="csX128" fmla="*/ 524968 w 622997"/>
                <a:gd name="csY128" fmla="*/ 532683 h 663466"/>
                <a:gd name="csX129" fmla="*/ 526117 w 622997"/>
                <a:gd name="csY129" fmla="*/ 531420 h 663466"/>
                <a:gd name="csX130" fmla="*/ 526627 w 622997"/>
                <a:gd name="csY130" fmla="*/ 528726 h 663466"/>
                <a:gd name="csX131" fmla="*/ 526155 w 622997"/>
                <a:gd name="csY131" fmla="*/ 527920 h 663466"/>
                <a:gd name="csX132" fmla="*/ 527251 w 622997"/>
                <a:gd name="csY132" fmla="*/ 523765 h 663466"/>
                <a:gd name="csX133" fmla="*/ 527190 w 622997"/>
                <a:gd name="csY133" fmla="*/ 520981 h 663466"/>
                <a:gd name="csX134" fmla="*/ 528620 w 622997"/>
                <a:gd name="csY134" fmla="*/ 518196 h 663466"/>
                <a:gd name="csX135" fmla="*/ 530857 w 622997"/>
                <a:gd name="csY135" fmla="*/ 516925 h 663466"/>
                <a:gd name="csX136" fmla="*/ 531565 w 622997"/>
                <a:gd name="csY136" fmla="*/ 516895 h 663466"/>
                <a:gd name="csX137" fmla="*/ 531656 w 622997"/>
                <a:gd name="csY137" fmla="*/ 519276 h 663466"/>
                <a:gd name="csX138" fmla="*/ 531869 w 622997"/>
                <a:gd name="csY138" fmla="*/ 520060 h 663466"/>
                <a:gd name="csX139" fmla="*/ 530576 w 622997"/>
                <a:gd name="csY139" fmla="*/ 521468 h 663466"/>
                <a:gd name="csX140" fmla="*/ 531808 w 622997"/>
                <a:gd name="csY140" fmla="*/ 523301 h 663466"/>
                <a:gd name="csX141" fmla="*/ 531649 w 622997"/>
                <a:gd name="csY141" fmla="*/ 523963 h 663466"/>
                <a:gd name="csX142" fmla="*/ 531154 w 622997"/>
                <a:gd name="csY142" fmla="*/ 525417 h 663466"/>
                <a:gd name="csX143" fmla="*/ 530340 w 622997"/>
                <a:gd name="csY143" fmla="*/ 526847 h 663466"/>
                <a:gd name="csX144" fmla="*/ 529207 w 622997"/>
                <a:gd name="csY144" fmla="*/ 527433 h 663466"/>
                <a:gd name="csX145" fmla="*/ 528324 w 622997"/>
                <a:gd name="csY145" fmla="*/ 529335 h 663466"/>
                <a:gd name="csX146" fmla="*/ 527822 w 622997"/>
                <a:gd name="csY146" fmla="*/ 530050 h 663466"/>
                <a:gd name="csX147" fmla="*/ 529503 w 622997"/>
                <a:gd name="csY147" fmla="*/ 532051 h 663466"/>
                <a:gd name="csX148" fmla="*/ 530043 w 622997"/>
                <a:gd name="csY148" fmla="*/ 538838 h 663466"/>
                <a:gd name="csX149" fmla="*/ 528811 w 622997"/>
                <a:gd name="csY149" fmla="*/ 540695 h 663466"/>
                <a:gd name="csX150" fmla="*/ 527342 w 622997"/>
                <a:gd name="csY150" fmla="*/ 541067 h 663466"/>
                <a:gd name="csX151" fmla="*/ 527685 w 622997"/>
                <a:gd name="csY151" fmla="*/ 545587 h 663466"/>
                <a:gd name="csX152" fmla="*/ 527418 w 622997"/>
                <a:gd name="csY152" fmla="*/ 546599 h 663466"/>
                <a:gd name="csX153" fmla="*/ 525965 w 622997"/>
                <a:gd name="csY153" fmla="*/ 548813 h 663466"/>
                <a:gd name="csX154" fmla="*/ 525691 w 622997"/>
                <a:gd name="csY154" fmla="*/ 549779 h 663466"/>
                <a:gd name="csX155" fmla="*/ 524877 w 622997"/>
                <a:gd name="csY155" fmla="*/ 550692 h 663466"/>
                <a:gd name="csX156" fmla="*/ 525219 w 622997"/>
                <a:gd name="csY156" fmla="*/ 551826 h 663466"/>
                <a:gd name="csX157" fmla="*/ 525927 w 622997"/>
                <a:gd name="csY157" fmla="*/ 552320 h 663466"/>
                <a:gd name="csX158" fmla="*/ 525942 w 622997"/>
                <a:gd name="csY158" fmla="*/ 553249 h 663466"/>
                <a:gd name="csX159" fmla="*/ 525288 w 622997"/>
                <a:gd name="csY159" fmla="*/ 555630 h 663466"/>
                <a:gd name="csX160" fmla="*/ 525235 w 622997"/>
                <a:gd name="csY160" fmla="*/ 558346 h 663466"/>
                <a:gd name="csX161" fmla="*/ 524329 w 622997"/>
                <a:gd name="csY161" fmla="*/ 560568 h 663466"/>
                <a:gd name="csX162" fmla="*/ 225312 w 622997"/>
                <a:gd name="csY162" fmla="*/ 92223 h 663466"/>
                <a:gd name="csX163" fmla="*/ 225259 w 622997"/>
                <a:gd name="csY163" fmla="*/ 92140 h 663466"/>
                <a:gd name="csX164" fmla="*/ 224004 w 622997"/>
                <a:gd name="csY164" fmla="*/ 90275 h 663466"/>
                <a:gd name="csX165" fmla="*/ 225312 w 622997"/>
                <a:gd name="csY165" fmla="*/ 92223 h 663466"/>
                <a:gd name="csX166" fmla="*/ 224613 w 622997"/>
                <a:gd name="csY166" fmla="*/ 94278 h 663466"/>
                <a:gd name="csX167" fmla="*/ 224757 w 622997"/>
                <a:gd name="csY167" fmla="*/ 95906 h 663466"/>
                <a:gd name="csX168" fmla="*/ 226051 w 622997"/>
                <a:gd name="csY168" fmla="*/ 97701 h 663466"/>
                <a:gd name="csX169" fmla="*/ 227101 w 622997"/>
                <a:gd name="csY169" fmla="*/ 98957 h 663466"/>
                <a:gd name="csX170" fmla="*/ 226073 w 622997"/>
                <a:gd name="csY170" fmla="*/ 100646 h 663466"/>
                <a:gd name="csX171" fmla="*/ 225465 w 622997"/>
                <a:gd name="csY171" fmla="*/ 102601 h 663466"/>
                <a:gd name="csX172" fmla="*/ 226150 w 622997"/>
                <a:gd name="csY172" fmla="*/ 103476 h 663466"/>
                <a:gd name="csX173" fmla="*/ 225830 w 622997"/>
                <a:gd name="csY173" fmla="*/ 106284 h 663466"/>
                <a:gd name="csX174" fmla="*/ 226134 w 622997"/>
                <a:gd name="csY174" fmla="*/ 106809 h 663466"/>
                <a:gd name="csX175" fmla="*/ 226857 w 622997"/>
                <a:gd name="csY175" fmla="*/ 107029 h 663466"/>
                <a:gd name="csX176" fmla="*/ 227983 w 622997"/>
                <a:gd name="csY176" fmla="*/ 106839 h 663466"/>
                <a:gd name="csX177" fmla="*/ 228843 w 622997"/>
                <a:gd name="csY177" fmla="*/ 108209 h 663466"/>
                <a:gd name="csX178" fmla="*/ 228067 w 622997"/>
                <a:gd name="csY178" fmla="*/ 106976 h 663466"/>
                <a:gd name="csX179" fmla="*/ 227976 w 622997"/>
                <a:gd name="csY179" fmla="*/ 106839 h 663466"/>
                <a:gd name="csX180" fmla="*/ 229147 w 622997"/>
                <a:gd name="csY180" fmla="*/ 106094 h 663466"/>
                <a:gd name="csX181" fmla="*/ 230144 w 622997"/>
                <a:gd name="csY181" fmla="*/ 105949 h 663466"/>
                <a:gd name="csX182" fmla="*/ 230737 w 622997"/>
                <a:gd name="csY182" fmla="*/ 106162 h 663466"/>
                <a:gd name="csX183" fmla="*/ 231529 w 622997"/>
                <a:gd name="csY183" fmla="*/ 104039 h 663466"/>
                <a:gd name="csX184" fmla="*/ 232229 w 622997"/>
                <a:gd name="csY184" fmla="*/ 103735 h 663466"/>
                <a:gd name="csX185" fmla="*/ 233583 w 622997"/>
                <a:gd name="csY185" fmla="*/ 104321 h 663466"/>
                <a:gd name="csX186" fmla="*/ 236261 w 622997"/>
                <a:gd name="csY186" fmla="*/ 108323 h 663466"/>
                <a:gd name="csX187" fmla="*/ 238528 w 622997"/>
                <a:gd name="csY187" fmla="*/ 111701 h 663466"/>
                <a:gd name="csX188" fmla="*/ 239008 w 622997"/>
                <a:gd name="csY188" fmla="*/ 112165 h 663466"/>
                <a:gd name="csX189" fmla="*/ 239183 w 622997"/>
                <a:gd name="csY189" fmla="*/ 112340 h 663466"/>
                <a:gd name="csX190" fmla="*/ 239586 w 622997"/>
                <a:gd name="csY190" fmla="*/ 112728 h 663466"/>
                <a:gd name="csX191" fmla="*/ 241823 w 622997"/>
                <a:gd name="csY191" fmla="*/ 114478 h 663466"/>
                <a:gd name="csX192" fmla="*/ 243367 w 622997"/>
                <a:gd name="csY192" fmla="*/ 115581 h 663466"/>
                <a:gd name="csX193" fmla="*/ 245475 w 622997"/>
                <a:gd name="csY193" fmla="*/ 115186 h 663466"/>
                <a:gd name="csX194" fmla="*/ 248260 w 622997"/>
                <a:gd name="csY194" fmla="*/ 115110 h 663466"/>
                <a:gd name="csX195" fmla="*/ 249911 w 622997"/>
                <a:gd name="csY195" fmla="*/ 116190 h 663466"/>
                <a:gd name="csX196" fmla="*/ 250862 w 622997"/>
                <a:gd name="csY196" fmla="*/ 116944 h 663466"/>
                <a:gd name="csX197" fmla="*/ 250908 w 622997"/>
                <a:gd name="csY197" fmla="*/ 117050 h 663466"/>
                <a:gd name="csX198" fmla="*/ 251037 w 622997"/>
                <a:gd name="csY198" fmla="*/ 117073 h 663466"/>
                <a:gd name="csX199" fmla="*/ 251037 w 622997"/>
                <a:gd name="csY199" fmla="*/ 117073 h 663466"/>
                <a:gd name="csX200" fmla="*/ 254385 w 622997"/>
                <a:gd name="csY200" fmla="*/ 119721 h 663466"/>
                <a:gd name="csX201" fmla="*/ 255830 w 622997"/>
                <a:gd name="csY201" fmla="*/ 119523 h 663466"/>
                <a:gd name="csX202" fmla="*/ 256789 w 622997"/>
                <a:gd name="csY202" fmla="*/ 120284 h 663466"/>
                <a:gd name="csX203" fmla="*/ 257063 w 622997"/>
                <a:gd name="csY203" fmla="*/ 122148 h 663466"/>
                <a:gd name="csX204" fmla="*/ 256614 w 622997"/>
                <a:gd name="csY204" fmla="*/ 124088 h 663466"/>
                <a:gd name="csX205" fmla="*/ 256720 w 622997"/>
                <a:gd name="csY205" fmla="*/ 125001 h 663466"/>
                <a:gd name="csX206" fmla="*/ 258212 w 622997"/>
                <a:gd name="csY206" fmla="*/ 125176 h 663466"/>
                <a:gd name="csX207" fmla="*/ 261385 w 622997"/>
                <a:gd name="csY207" fmla="*/ 126454 h 663466"/>
                <a:gd name="csX208" fmla="*/ 264185 w 622997"/>
                <a:gd name="csY208" fmla="*/ 127588 h 663466"/>
                <a:gd name="csX209" fmla="*/ 265638 w 622997"/>
                <a:gd name="csY209" fmla="*/ 127945 h 663466"/>
                <a:gd name="csX210" fmla="*/ 267198 w 622997"/>
                <a:gd name="csY210" fmla="*/ 128782 h 663466"/>
                <a:gd name="csX211" fmla="*/ 268582 w 622997"/>
                <a:gd name="csY211" fmla="*/ 130121 h 663466"/>
                <a:gd name="csX212" fmla="*/ 271283 w 622997"/>
                <a:gd name="csY212" fmla="*/ 131841 h 663466"/>
                <a:gd name="csX213" fmla="*/ 273673 w 622997"/>
                <a:gd name="csY213" fmla="*/ 133157 h 663466"/>
                <a:gd name="csX214" fmla="*/ 274197 w 622997"/>
                <a:gd name="csY214" fmla="*/ 134938 h 663466"/>
                <a:gd name="csX215" fmla="*/ 273254 w 622997"/>
                <a:gd name="csY215" fmla="*/ 134557 h 663466"/>
                <a:gd name="csX216" fmla="*/ 272006 w 622997"/>
                <a:gd name="csY216" fmla="*/ 134755 h 663466"/>
                <a:gd name="csX217" fmla="*/ 270736 w 622997"/>
                <a:gd name="csY217" fmla="*/ 135546 h 663466"/>
                <a:gd name="csX218" fmla="*/ 270134 w 622997"/>
                <a:gd name="csY218" fmla="*/ 136049 h 663466"/>
                <a:gd name="csX219" fmla="*/ 267236 w 622997"/>
                <a:gd name="csY219" fmla="*/ 139115 h 663466"/>
                <a:gd name="csX220" fmla="*/ 265714 w 622997"/>
                <a:gd name="csY220" fmla="*/ 140058 h 663466"/>
                <a:gd name="csX221" fmla="*/ 264352 w 622997"/>
                <a:gd name="csY221" fmla="*/ 141435 h 663466"/>
                <a:gd name="csX222" fmla="*/ 261210 w 622997"/>
                <a:gd name="csY222" fmla="*/ 145582 h 663466"/>
                <a:gd name="csX223" fmla="*/ 259391 w 622997"/>
                <a:gd name="csY223" fmla="*/ 149447 h 663466"/>
                <a:gd name="csX224" fmla="*/ 258067 w 622997"/>
                <a:gd name="csY224" fmla="*/ 153077 h 663466"/>
                <a:gd name="csX225" fmla="*/ 258090 w 622997"/>
                <a:gd name="csY225" fmla="*/ 155641 h 663466"/>
                <a:gd name="csX226" fmla="*/ 257603 w 622997"/>
                <a:gd name="csY226" fmla="*/ 158646 h 663466"/>
                <a:gd name="csX227" fmla="*/ 256249 w 622997"/>
                <a:gd name="csY227" fmla="*/ 160358 h 663466"/>
                <a:gd name="csX228" fmla="*/ 255420 w 622997"/>
                <a:gd name="csY228" fmla="*/ 160936 h 663466"/>
                <a:gd name="csX229" fmla="*/ 254438 w 622997"/>
                <a:gd name="csY229" fmla="*/ 163516 h 663466"/>
                <a:gd name="csX230" fmla="*/ 253731 w 622997"/>
                <a:gd name="csY230" fmla="*/ 166521 h 663466"/>
                <a:gd name="csX231" fmla="*/ 254141 w 622997"/>
                <a:gd name="csY231" fmla="*/ 167495 h 663466"/>
                <a:gd name="csX232" fmla="*/ 255830 w 622997"/>
                <a:gd name="csY232" fmla="*/ 168803 h 663466"/>
                <a:gd name="csX233" fmla="*/ 257474 w 622997"/>
                <a:gd name="csY233" fmla="*/ 170082 h 663466"/>
                <a:gd name="csX234" fmla="*/ 259566 w 622997"/>
                <a:gd name="csY234" fmla="*/ 171466 h 663466"/>
                <a:gd name="csX235" fmla="*/ 261575 w 622997"/>
                <a:gd name="csY235" fmla="*/ 172783 h 663466"/>
                <a:gd name="csX236" fmla="*/ 262869 w 622997"/>
                <a:gd name="csY236" fmla="*/ 172950 h 663466"/>
                <a:gd name="csX237" fmla="*/ 263226 w 622997"/>
                <a:gd name="csY237" fmla="*/ 172204 h 663466"/>
                <a:gd name="csX238" fmla="*/ 263698 w 622997"/>
                <a:gd name="csY238" fmla="*/ 171489 h 663466"/>
                <a:gd name="csX239" fmla="*/ 265174 w 622997"/>
                <a:gd name="csY239" fmla="*/ 171870 h 663466"/>
                <a:gd name="csX240" fmla="*/ 266970 w 622997"/>
                <a:gd name="csY240" fmla="*/ 173156 h 663466"/>
                <a:gd name="csX241" fmla="*/ 268141 w 622997"/>
                <a:gd name="csY241" fmla="*/ 174183 h 663466"/>
                <a:gd name="csX242" fmla="*/ 268659 w 622997"/>
                <a:gd name="csY242" fmla="*/ 174525 h 663466"/>
                <a:gd name="csX243" fmla="*/ 271763 w 622997"/>
                <a:gd name="csY243" fmla="*/ 176252 h 663466"/>
                <a:gd name="csX244" fmla="*/ 274334 w 622997"/>
                <a:gd name="csY244" fmla="*/ 177675 h 663466"/>
                <a:gd name="csX245" fmla="*/ 277591 w 622997"/>
                <a:gd name="csY245" fmla="*/ 179478 h 663466"/>
                <a:gd name="csX246" fmla="*/ 278382 w 622997"/>
                <a:gd name="csY246" fmla="*/ 180581 h 663466"/>
                <a:gd name="csX247" fmla="*/ 279082 w 622997"/>
                <a:gd name="csY247" fmla="*/ 181753 h 663466"/>
                <a:gd name="csX248" fmla="*/ 280619 w 622997"/>
                <a:gd name="csY248" fmla="*/ 183305 h 663466"/>
                <a:gd name="csX249" fmla="*/ 284355 w 622997"/>
                <a:gd name="csY249" fmla="*/ 186052 h 663466"/>
                <a:gd name="csX250" fmla="*/ 287550 w 622997"/>
                <a:gd name="csY250" fmla="*/ 188023 h 663466"/>
                <a:gd name="csX251" fmla="*/ 290153 w 622997"/>
                <a:gd name="csY251" fmla="*/ 189620 h 663466"/>
                <a:gd name="csX252" fmla="*/ 292192 w 622997"/>
                <a:gd name="csY252" fmla="*/ 190739 h 663466"/>
                <a:gd name="csX253" fmla="*/ 293135 w 622997"/>
                <a:gd name="csY253" fmla="*/ 190564 h 663466"/>
                <a:gd name="csX254" fmla="*/ 294170 w 622997"/>
                <a:gd name="csY254" fmla="*/ 189963 h 663466"/>
                <a:gd name="csX255" fmla="*/ 295075 w 622997"/>
                <a:gd name="csY255" fmla="*/ 189620 h 663466"/>
                <a:gd name="csX256" fmla="*/ 296133 w 622997"/>
                <a:gd name="csY256" fmla="*/ 189940 h 663466"/>
                <a:gd name="csX257" fmla="*/ 297731 w 622997"/>
                <a:gd name="csY257" fmla="*/ 190792 h 663466"/>
                <a:gd name="csX258" fmla="*/ 301482 w 622997"/>
                <a:gd name="csY258" fmla="*/ 193394 h 663466"/>
                <a:gd name="csX259" fmla="*/ 304982 w 622997"/>
                <a:gd name="csY259" fmla="*/ 195426 h 663466"/>
                <a:gd name="csX260" fmla="*/ 308794 w 622997"/>
                <a:gd name="csY260" fmla="*/ 195061 h 663466"/>
                <a:gd name="csX261" fmla="*/ 309806 w 622997"/>
                <a:gd name="csY261" fmla="*/ 195388 h 663466"/>
                <a:gd name="csX262" fmla="*/ 310521 w 622997"/>
                <a:gd name="csY262" fmla="*/ 197229 h 663466"/>
                <a:gd name="csX263" fmla="*/ 311000 w 622997"/>
                <a:gd name="csY263" fmla="*/ 199093 h 663466"/>
                <a:gd name="csX264" fmla="*/ 315261 w 622997"/>
                <a:gd name="csY264" fmla="*/ 200326 h 663466"/>
                <a:gd name="csX265" fmla="*/ 318061 w 622997"/>
                <a:gd name="csY265" fmla="*/ 200881 h 663466"/>
                <a:gd name="csX266" fmla="*/ 321264 w 622997"/>
                <a:gd name="csY266" fmla="*/ 201893 h 663466"/>
                <a:gd name="csX267" fmla="*/ 322885 w 622997"/>
                <a:gd name="csY267" fmla="*/ 202646 h 663466"/>
                <a:gd name="csX268" fmla="*/ 324589 w 622997"/>
                <a:gd name="csY268" fmla="*/ 201703 h 663466"/>
                <a:gd name="csX269" fmla="*/ 324901 w 622997"/>
                <a:gd name="csY269" fmla="*/ 200874 h 663466"/>
                <a:gd name="csX270" fmla="*/ 326248 w 622997"/>
                <a:gd name="csY270" fmla="*/ 200386 h 663466"/>
                <a:gd name="csX271" fmla="*/ 328485 w 622997"/>
                <a:gd name="csY271" fmla="*/ 200600 h 663466"/>
                <a:gd name="csX272" fmla="*/ 332654 w 622997"/>
                <a:gd name="csY272" fmla="*/ 202045 h 663466"/>
                <a:gd name="csX273" fmla="*/ 334397 w 622997"/>
                <a:gd name="csY273" fmla="*/ 202479 h 663466"/>
                <a:gd name="csX274" fmla="*/ 335857 w 622997"/>
                <a:gd name="csY274" fmla="*/ 201109 h 663466"/>
                <a:gd name="csX275" fmla="*/ 338573 w 622997"/>
                <a:gd name="csY275" fmla="*/ 200478 h 663466"/>
                <a:gd name="csX276" fmla="*/ 339996 w 622997"/>
                <a:gd name="csY276" fmla="*/ 199763 h 663466"/>
                <a:gd name="csX277" fmla="*/ 342964 w 622997"/>
                <a:gd name="csY277" fmla="*/ 201284 h 663466"/>
                <a:gd name="csX278" fmla="*/ 348320 w 622997"/>
                <a:gd name="csY278" fmla="*/ 203186 h 663466"/>
                <a:gd name="csX279" fmla="*/ 351082 w 622997"/>
                <a:gd name="csY279" fmla="*/ 204373 h 663466"/>
                <a:gd name="csX280" fmla="*/ 351737 w 622997"/>
                <a:gd name="csY280" fmla="*/ 205537 h 663466"/>
                <a:gd name="csX281" fmla="*/ 352033 w 622997"/>
                <a:gd name="csY281" fmla="*/ 206641 h 663466"/>
                <a:gd name="csX282" fmla="*/ 352011 w 622997"/>
                <a:gd name="csY282" fmla="*/ 209319 h 663466"/>
                <a:gd name="csX283" fmla="*/ 352688 w 622997"/>
                <a:gd name="csY283" fmla="*/ 210529 h 663466"/>
                <a:gd name="csX284" fmla="*/ 358059 w 622997"/>
                <a:gd name="csY284" fmla="*/ 213245 h 663466"/>
                <a:gd name="csX285" fmla="*/ 359832 w 622997"/>
                <a:gd name="csY285" fmla="*/ 214394 h 663466"/>
                <a:gd name="csX286" fmla="*/ 361263 w 622997"/>
                <a:gd name="csY286" fmla="*/ 214767 h 663466"/>
                <a:gd name="csX287" fmla="*/ 362069 w 622997"/>
                <a:gd name="csY287" fmla="*/ 214812 h 663466"/>
                <a:gd name="csX288" fmla="*/ 362624 w 622997"/>
                <a:gd name="csY288" fmla="*/ 215155 h 663466"/>
                <a:gd name="csX289" fmla="*/ 363104 w 622997"/>
                <a:gd name="csY289" fmla="*/ 216699 h 663466"/>
                <a:gd name="csX290" fmla="*/ 363484 w 622997"/>
                <a:gd name="csY290" fmla="*/ 217057 h 663466"/>
                <a:gd name="csX291" fmla="*/ 364519 w 622997"/>
                <a:gd name="csY291" fmla="*/ 217437 h 663466"/>
                <a:gd name="csX292" fmla="*/ 365645 w 622997"/>
                <a:gd name="csY292" fmla="*/ 217658 h 663466"/>
                <a:gd name="csX293" fmla="*/ 369137 w 622997"/>
                <a:gd name="csY293" fmla="*/ 216319 h 663466"/>
                <a:gd name="csX294" fmla="*/ 371527 w 622997"/>
                <a:gd name="csY294" fmla="*/ 215307 h 663466"/>
                <a:gd name="csX295" fmla="*/ 373231 w 622997"/>
                <a:gd name="csY295" fmla="*/ 215566 h 663466"/>
                <a:gd name="csX296" fmla="*/ 374334 w 622997"/>
                <a:gd name="csY296" fmla="*/ 216692 h 663466"/>
                <a:gd name="csX297" fmla="*/ 374494 w 622997"/>
                <a:gd name="csY297" fmla="*/ 218335 h 663466"/>
                <a:gd name="csX298" fmla="*/ 375133 w 622997"/>
                <a:gd name="csY298" fmla="*/ 220070 h 663466"/>
                <a:gd name="csX299" fmla="*/ 376350 w 622997"/>
                <a:gd name="csY299" fmla="*/ 220914 h 663466"/>
                <a:gd name="csX300" fmla="*/ 377659 w 622997"/>
                <a:gd name="csY300" fmla="*/ 221006 h 663466"/>
                <a:gd name="csX301" fmla="*/ 380900 w 622997"/>
                <a:gd name="csY301" fmla="*/ 219834 h 663466"/>
                <a:gd name="csX302" fmla="*/ 383510 w 622997"/>
                <a:gd name="csY302" fmla="*/ 220732 h 663466"/>
                <a:gd name="csX303" fmla="*/ 385899 w 622997"/>
                <a:gd name="csY303" fmla="*/ 221059 h 663466"/>
                <a:gd name="csX304" fmla="*/ 388562 w 622997"/>
                <a:gd name="csY304" fmla="*/ 221622 h 663466"/>
                <a:gd name="csX305" fmla="*/ 389597 w 622997"/>
                <a:gd name="csY305" fmla="*/ 222048 h 663466"/>
                <a:gd name="csX306" fmla="*/ 392351 w 622997"/>
                <a:gd name="csY306" fmla="*/ 223478 h 663466"/>
                <a:gd name="csX307" fmla="*/ 395722 w 622997"/>
                <a:gd name="csY307" fmla="*/ 224924 h 663466"/>
                <a:gd name="csX308" fmla="*/ 397022 w 622997"/>
                <a:gd name="csY308" fmla="*/ 224764 h 663466"/>
                <a:gd name="csX309" fmla="*/ 402447 w 622997"/>
                <a:gd name="csY309" fmla="*/ 222071 h 663466"/>
                <a:gd name="csX310" fmla="*/ 402912 w 622997"/>
                <a:gd name="csY310" fmla="*/ 222398 h 663466"/>
                <a:gd name="csX311" fmla="*/ 404015 w 622997"/>
                <a:gd name="csY311" fmla="*/ 224970 h 663466"/>
                <a:gd name="csX312" fmla="*/ 405666 w 622997"/>
                <a:gd name="csY312" fmla="*/ 225890 h 663466"/>
                <a:gd name="csX313" fmla="*/ 408245 w 622997"/>
                <a:gd name="csY313" fmla="*/ 226697 h 663466"/>
                <a:gd name="csX314" fmla="*/ 410939 w 622997"/>
                <a:gd name="csY314" fmla="*/ 225213 h 663466"/>
                <a:gd name="csX315" fmla="*/ 413062 w 622997"/>
                <a:gd name="csY315" fmla="*/ 225639 h 663466"/>
                <a:gd name="csX316" fmla="*/ 415633 w 622997"/>
                <a:gd name="csY316" fmla="*/ 225776 h 663466"/>
                <a:gd name="csX317" fmla="*/ 418098 w 622997"/>
                <a:gd name="csY317" fmla="*/ 225061 h 663466"/>
                <a:gd name="csX318" fmla="*/ 420236 w 622997"/>
                <a:gd name="csY318" fmla="*/ 224879 h 663466"/>
                <a:gd name="csX319" fmla="*/ 423348 w 622997"/>
                <a:gd name="csY319" fmla="*/ 226172 h 663466"/>
                <a:gd name="csX320" fmla="*/ 424033 w 622997"/>
                <a:gd name="csY320" fmla="*/ 225875 h 663466"/>
                <a:gd name="csX321" fmla="*/ 424627 w 622997"/>
                <a:gd name="csY321" fmla="*/ 225046 h 663466"/>
                <a:gd name="csX322" fmla="*/ 425836 w 622997"/>
                <a:gd name="csY322" fmla="*/ 221333 h 663466"/>
                <a:gd name="csX323" fmla="*/ 426909 w 622997"/>
                <a:gd name="csY323" fmla="*/ 218046 h 663466"/>
                <a:gd name="csX324" fmla="*/ 426810 w 622997"/>
                <a:gd name="csY324" fmla="*/ 216083 h 663466"/>
                <a:gd name="csX325" fmla="*/ 425829 w 622997"/>
                <a:gd name="csY325" fmla="*/ 213199 h 663466"/>
                <a:gd name="csX326" fmla="*/ 423310 w 622997"/>
                <a:gd name="csY326" fmla="*/ 209441 h 663466"/>
                <a:gd name="csX327" fmla="*/ 423128 w 622997"/>
                <a:gd name="csY327" fmla="*/ 208299 h 663466"/>
                <a:gd name="csX328" fmla="*/ 423972 w 622997"/>
                <a:gd name="csY328" fmla="*/ 201733 h 663466"/>
                <a:gd name="csX329" fmla="*/ 424908 w 622997"/>
                <a:gd name="csY329" fmla="*/ 197937 h 663466"/>
                <a:gd name="csX330" fmla="*/ 425707 w 622997"/>
                <a:gd name="csY330" fmla="*/ 196141 h 663466"/>
                <a:gd name="csX331" fmla="*/ 426590 w 622997"/>
                <a:gd name="csY331" fmla="*/ 193577 h 663466"/>
                <a:gd name="csX332" fmla="*/ 426749 w 622997"/>
                <a:gd name="csY332" fmla="*/ 192390 h 663466"/>
                <a:gd name="csX333" fmla="*/ 426658 w 622997"/>
                <a:gd name="csY333" fmla="*/ 191317 h 663466"/>
                <a:gd name="csX334" fmla="*/ 425798 w 622997"/>
                <a:gd name="csY334" fmla="*/ 190663 h 663466"/>
                <a:gd name="csX335" fmla="*/ 425570 w 622997"/>
                <a:gd name="csY335" fmla="*/ 189849 h 663466"/>
                <a:gd name="csX336" fmla="*/ 425783 w 622997"/>
                <a:gd name="csY336" fmla="*/ 189164 h 663466"/>
                <a:gd name="csX337" fmla="*/ 426468 w 622997"/>
                <a:gd name="csY337" fmla="*/ 188783 h 663466"/>
                <a:gd name="csX338" fmla="*/ 429329 w 622997"/>
                <a:gd name="csY338" fmla="*/ 188304 h 663466"/>
                <a:gd name="csX339" fmla="*/ 432555 w 622997"/>
                <a:gd name="csY339" fmla="*/ 187277 h 663466"/>
                <a:gd name="csX340" fmla="*/ 433841 w 622997"/>
                <a:gd name="csY340" fmla="*/ 186729 h 663466"/>
                <a:gd name="csX341" fmla="*/ 434807 w 622997"/>
                <a:gd name="csY341" fmla="*/ 186181 h 663466"/>
                <a:gd name="csX342" fmla="*/ 435796 w 622997"/>
                <a:gd name="csY342" fmla="*/ 185314 h 663466"/>
                <a:gd name="csX343" fmla="*/ 436717 w 622997"/>
                <a:gd name="csY343" fmla="*/ 185352 h 663466"/>
                <a:gd name="csX344" fmla="*/ 439608 w 622997"/>
                <a:gd name="csY344" fmla="*/ 186608 h 663466"/>
                <a:gd name="csX345" fmla="*/ 440620 w 622997"/>
                <a:gd name="csY345" fmla="*/ 187399 h 663466"/>
                <a:gd name="csX346" fmla="*/ 441153 w 622997"/>
                <a:gd name="csY346" fmla="*/ 189795 h 663466"/>
                <a:gd name="csX347" fmla="*/ 441586 w 622997"/>
                <a:gd name="csY347" fmla="*/ 190724 h 663466"/>
                <a:gd name="csX348" fmla="*/ 441205 w 622997"/>
                <a:gd name="csY348" fmla="*/ 193158 h 663466"/>
                <a:gd name="csX349" fmla="*/ 439471 w 622997"/>
                <a:gd name="csY349" fmla="*/ 199047 h 663466"/>
                <a:gd name="csX350" fmla="*/ 439813 w 622997"/>
                <a:gd name="csY350" fmla="*/ 201246 h 663466"/>
                <a:gd name="csX351" fmla="*/ 441251 w 622997"/>
                <a:gd name="csY351" fmla="*/ 202852 h 663466"/>
                <a:gd name="csX352" fmla="*/ 442507 w 622997"/>
                <a:gd name="csY352" fmla="*/ 203970 h 663466"/>
                <a:gd name="csX353" fmla="*/ 442301 w 622997"/>
                <a:gd name="csY353" fmla="*/ 204419 h 663466"/>
                <a:gd name="csX354" fmla="*/ 439714 w 622997"/>
                <a:gd name="csY354" fmla="*/ 206314 h 663466"/>
                <a:gd name="csX355" fmla="*/ 439250 w 622997"/>
                <a:gd name="csY355" fmla="*/ 207326 h 663466"/>
                <a:gd name="csX356" fmla="*/ 439821 w 622997"/>
                <a:gd name="csY356" fmla="*/ 208315 h 663466"/>
                <a:gd name="csX357" fmla="*/ 440848 w 622997"/>
                <a:gd name="csY357" fmla="*/ 209152 h 663466"/>
                <a:gd name="csX358" fmla="*/ 441312 w 622997"/>
                <a:gd name="csY358" fmla="*/ 209951 h 663466"/>
                <a:gd name="csX359" fmla="*/ 441792 w 622997"/>
                <a:gd name="csY359" fmla="*/ 212431 h 663466"/>
                <a:gd name="csX360" fmla="*/ 443108 w 622997"/>
                <a:gd name="csY360" fmla="*/ 213131 h 663466"/>
                <a:gd name="csX361" fmla="*/ 445710 w 622997"/>
                <a:gd name="csY361" fmla="*/ 214729 h 663466"/>
                <a:gd name="csX362" fmla="*/ 448000 w 622997"/>
                <a:gd name="csY362" fmla="*/ 215893 h 663466"/>
                <a:gd name="csX363" fmla="*/ 451934 w 622997"/>
                <a:gd name="csY363" fmla="*/ 215117 h 663466"/>
                <a:gd name="csX364" fmla="*/ 453045 w 622997"/>
                <a:gd name="csY364" fmla="*/ 215642 h 663466"/>
                <a:gd name="csX365" fmla="*/ 454977 w 622997"/>
                <a:gd name="csY365" fmla="*/ 216190 h 663466"/>
                <a:gd name="csX366" fmla="*/ 456483 w 622997"/>
                <a:gd name="csY366" fmla="*/ 216357 h 663466"/>
                <a:gd name="csX367" fmla="*/ 457358 w 622997"/>
                <a:gd name="csY367" fmla="*/ 216768 h 663466"/>
                <a:gd name="csX368" fmla="*/ 457846 w 622997"/>
                <a:gd name="csY368" fmla="*/ 217163 h 663466"/>
                <a:gd name="csX369" fmla="*/ 457777 w 622997"/>
                <a:gd name="csY369" fmla="*/ 217665 h 663466"/>
                <a:gd name="csX370" fmla="*/ 457861 w 622997"/>
                <a:gd name="csY370" fmla="*/ 218183 h 663466"/>
                <a:gd name="csX371" fmla="*/ 460014 w 622997"/>
                <a:gd name="csY371" fmla="*/ 218320 h 663466"/>
                <a:gd name="csX372" fmla="*/ 461148 w 622997"/>
                <a:gd name="csY372" fmla="*/ 218617 h 663466"/>
                <a:gd name="csX373" fmla="*/ 464975 w 622997"/>
                <a:gd name="csY373" fmla="*/ 218084 h 663466"/>
                <a:gd name="csX374" fmla="*/ 468817 w 622997"/>
                <a:gd name="csY374" fmla="*/ 217354 h 663466"/>
                <a:gd name="csX375" fmla="*/ 470582 w 622997"/>
                <a:gd name="csY375" fmla="*/ 215140 h 663466"/>
                <a:gd name="csX376" fmla="*/ 471366 w 622997"/>
                <a:gd name="csY376" fmla="*/ 214980 h 663466"/>
                <a:gd name="csX377" fmla="*/ 473573 w 622997"/>
                <a:gd name="csY377" fmla="*/ 214120 h 663466"/>
                <a:gd name="csX378" fmla="*/ 475749 w 622997"/>
                <a:gd name="csY378" fmla="*/ 215063 h 663466"/>
                <a:gd name="csX379" fmla="*/ 478138 w 622997"/>
                <a:gd name="csY379" fmla="*/ 216349 h 663466"/>
                <a:gd name="csX380" fmla="*/ 479431 w 622997"/>
                <a:gd name="csY380" fmla="*/ 216737 h 663466"/>
                <a:gd name="csX381" fmla="*/ 481980 w 622997"/>
                <a:gd name="csY381" fmla="*/ 216943 h 663466"/>
                <a:gd name="csX382" fmla="*/ 484460 w 622997"/>
                <a:gd name="csY382" fmla="*/ 216798 h 663466"/>
                <a:gd name="csX383" fmla="*/ 490395 w 622997"/>
                <a:gd name="csY383" fmla="*/ 216182 h 663466"/>
                <a:gd name="csX384" fmla="*/ 493659 w 622997"/>
                <a:gd name="csY384" fmla="*/ 216501 h 663466"/>
                <a:gd name="csX385" fmla="*/ 496657 w 622997"/>
                <a:gd name="csY385" fmla="*/ 214660 h 663466"/>
                <a:gd name="csX386" fmla="*/ 497273 w 622997"/>
                <a:gd name="csY386" fmla="*/ 214668 h 663466"/>
                <a:gd name="csX387" fmla="*/ 498589 w 622997"/>
                <a:gd name="csY387" fmla="*/ 216091 h 663466"/>
                <a:gd name="csX388" fmla="*/ 501884 w 622997"/>
                <a:gd name="csY388" fmla="*/ 216220 h 663466"/>
                <a:gd name="csX389" fmla="*/ 503634 w 622997"/>
                <a:gd name="csY389" fmla="*/ 215535 h 663466"/>
                <a:gd name="csX390" fmla="*/ 505521 w 622997"/>
                <a:gd name="csY390" fmla="*/ 215010 h 663466"/>
                <a:gd name="csX391" fmla="*/ 506723 w 622997"/>
                <a:gd name="csY391" fmla="*/ 214843 h 663466"/>
                <a:gd name="csX392" fmla="*/ 507689 w 622997"/>
                <a:gd name="csY392" fmla="*/ 214828 h 663466"/>
                <a:gd name="csX393" fmla="*/ 508853 w 622997"/>
                <a:gd name="csY393" fmla="*/ 214965 h 663466"/>
                <a:gd name="csX394" fmla="*/ 509957 w 622997"/>
                <a:gd name="csY394" fmla="*/ 214493 h 663466"/>
                <a:gd name="csX395" fmla="*/ 510459 w 622997"/>
                <a:gd name="csY395" fmla="*/ 213542 h 663466"/>
                <a:gd name="csX396" fmla="*/ 510345 w 622997"/>
                <a:gd name="csY396" fmla="*/ 212104 h 663466"/>
                <a:gd name="csX397" fmla="*/ 509554 w 622997"/>
                <a:gd name="csY397" fmla="*/ 210536 h 663466"/>
                <a:gd name="csX398" fmla="*/ 508861 w 622997"/>
                <a:gd name="csY398" fmla="*/ 209616 h 663466"/>
                <a:gd name="csX399" fmla="*/ 508724 w 622997"/>
                <a:gd name="csY399" fmla="*/ 209129 h 663466"/>
                <a:gd name="csX400" fmla="*/ 508937 w 622997"/>
                <a:gd name="csY400" fmla="*/ 207995 h 663466"/>
                <a:gd name="csX401" fmla="*/ 509546 w 622997"/>
                <a:gd name="csY401" fmla="*/ 206397 h 663466"/>
                <a:gd name="csX402" fmla="*/ 510664 w 622997"/>
                <a:gd name="csY402" fmla="*/ 204571 h 663466"/>
                <a:gd name="csX403" fmla="*/ 509842 w 622997"/>
                <a:gd name="csY403" fmla="*/ 202798 h 663466"/>
                <a:gd name="csX404" fmla="*/ 508693 w 622997"/>
                <a:gd name="csY404" fmla="*/ 200767 h 663466"/>
                <a:gd name="csX405" fmla="*/ 507849 w 622997"/>
                <a:gd name="csY405" fmla="*/ 200569 h 663466"/>
                <a:gd name="csX406" fmla="*/ 505719 w 622997"/>
                <a:gd name="csY406" fmla="*/ 201041 h 663466"/>
                <a:gd name="csX407" fmla="*/ 503413 w 622997"/>
                <a:gd name="csY407" fmla="*/ 200949 h 663466"/>
                <a:gd name="csX408" fmla="*/ 501595 w 622997"/>
                <a:gd name="csY408" fmla="*/ 199725 h 663466"/>
                <a:gd name="csX409" fmla="*/ 500241 w 622997"/>
                <a:gd name="csY409" fmla="*/ 198188 h 663466"/>
                <a:gd name="csX410" fmla="*/ 499913 w 622997"/>
                <a:gd name="csY410" fmla="*/ 196902 h 663466"/>
                <a:gd name="csX411" fmla="*/ 500309 w 622997"/>
                <a:gd name="csY411" fmla="*/ 195327 h 663466"/>
                <a:gd name="csX412" fmla="*/ 500910 w 622997"/>
                <a:gd name="csY412" fmla="*/ 193881 h 663466"/>
                <a:gd name="csX413" fmla="*/ 501039 w 622997"/>
                <a:gd name="csY413" fmla="*/ 193341 h 663466"/>
                <a:gd name="csX414" fmla="*/ 502766 w 622997"/>
                <a:gd name="csY414" fmla="*/ 193341 h 663466"/>
                <a:gd name="csX415" fmla="*/ 505156 w 622997"/>
                <a:gd name="csY415" fmla="*/ 193660 h 663466"/>
                <a:gd name="csX416" fmla="*/ 506966 w 622997"/>
                <a:gd name="csY416" fmla="*/ 194064 h 663466"/>
                <a:gd name="csX417" fmla="*/ 508420 w 622997"/>
                <a:gd name="csY417" fmla="*/ 194049 h 663466"/>
                <a:gd name="csX418" fmla="*/ 511060 w 622997"/>
                <a:gd name="csY418" fmla="*/ 192192 h 663466"/>
                <a:gd name="csX419" fmla="*/ 512262 w 622997"/>
                <a:gd name="csY419" fmla="*/ 192078 h 663466"/>
                <a:gd name="csX420" fmla="*/ 513647 w 622997"/>
                <a:gd name="csY420" fmla="*/ 191728 h 663466"/>
                <a:gd name="csX421" fmla="*/ 514248 w 622997"/>
                <a:gd name="csY421" fmla="*/ 191378 h 663466"/>
                <a:gd name="csX422" fmla="*/ 514666 w 622997"/>
                <a:gd name="csY422" fmla="*/ 191652 h 663466"/>
                <a:gd name="csX423" fmla="*/ 516180 w 622997"/>
                <a:gd name="csY423" fmla="*/ 191880 h 663466"/>
                <a:gd name="csX424" fmla="*/ 517756 w 622997"/>
                <a:gd name="csY424" fmla="*/ 191789 h 663466"/>
                <a:gd name="csX425" fmla="*/ 519163 w 622997"/>
                <a:gd name="csY425" fmla="*/ 191279 h 663466"/>
                <a:gd name="csX426" fmla="*/ 520578 w 622997"/>
                <a:gd name="csY426" fmla="*/ 190480 h 663466"/>
                <a:gd name="csX427" fmla="*/ 523089 w 622997"/>
                <a:gd name="csY427" fmla="*/ 188806 h 663466"/>
                <a:gd name="csX428" fmla="*/ 523584 w 622997"/>
                <a:gd name="csY428" fmla="*/ 187848 h 663466"/>
                <a:gd name="csX429" fmla="*/ 523584 w 622997"/>
                <a:gd name="csY429" fmla="*/ 186965 h 663466"/>
                <a:gd name="csX430" fmla="*/ 523112 w 622997"/>
                <a:gd name="csY430" fmla="*/ 186379 h 663466"/>
                <a:gd name="csX431" fmla="*/ 522633 w 622997"/>
                <a:gd name="csY431" fmla="*/ 186098 h 663466"/>
                <a:gd name="csX432" fmla="*/ 522823 w 622997"/>
                <a:gd name="csY432" fmla="*/ 185329 h 663466"/>
                <a:gd name="csX433" fmla="*/ 523880 w 622997"/>
                <a:gd name="csY433" fmla="*/ 184036 h 663466"/>
                <a:gd name="csX434" fmla="*/ 527723 w 622997"/>
                <a:gd name="csY434" fmla="*/ 182088 h 663466"/>
                <a:gd name="csX435" fmla="*/ 530994 w 622997"/>
                <a:gd name="csY435" fmla="*/ 179684 h 663466"/>
                <a:gd name="csX436" fmla="*/ 532790 w 622997"/>
                <a:gd name="csY436" fmla="*/ 177880 h 663466"/>
                <a:gd name="csX437" fmla="*/ 533612 w 622997"/>
                <a:gd name="csY437" fmla="*/ 175697 h 663466"/>
                <a:gd name="csX438" fmla="*/ 534654 w 622997"/>
                <a:gd name="csY438" fmla="*/ 173323 h 663466"/>
                <a:gd name="csX439" fmla="*/ 535628 w 622997"/>
                <a:gd name="csY439" fmla="*/ 172387 h 663466"/>
                <a:gd name="csX440" fmla="*/ 537949 w 622997"/>
                <a:gd name="csY440" fmla="*/ 171793 h 663466"/>
                <a:gd name="csX441" fmla="*/ 544446 w 622997"/>
                <a:gd name="csY441" fmla="*/ 170919 h 663466"/>
                <a:gd name="csX442" fmla="*/ 546493 w 622997"/>
                <a:gd name="csY442" fmla="*/ 169960 h 663466"/>
                <a:gd name="csX443" fmla="*/ 549514 w 622997"/>
                <a:gd name="csY443" fmla="*/ 168179 h 663466"/>
                <a:gd name="csX444" fmla="*/ 551035 w 622997"/>
                <a:gd name="csY444" fmla="*/ 166779 h 663466"/>
                <a:gd name="csX445" fmla="*/ 551880 w 622997"/>
                <a:gd name="csY445" fmla="*/ 165646 h 663466"/>
                <a:gd name="csX446" fmla="*/ 551971 w 622997"/>
                <a:gd name="csY446" fmla="*/ 164383 h 663466"/>
                <a:gd name="csX447" fmla="*/ 553980 w 622997"/>
                <a:gd name="csY447" fmla="*/ 163987 h 663466"/>
                <a:gd name="csX448" fmla="*/ 555730 w 622997"/>
                <a:gd name="csY448" fmla="*/ 161941 h 663466"/>
                <a:gd name="csX449" fmla="*/ 557852 w 622997"/>
                <a:gd name="csY449" fmla="*/ 159879 h 663466"/>
                <a:gd name="csX450" fmla="*/ 561588 w 622997"/>
                <a:gd name="csY450" fmla="*/ 158136 h 663466"/>
                <a:gd name="csX451" fmla="*/ 564898 w 622997"/>
                <a:gd name="csY451" fmla="*/ 155793 h 663466"/>
                <a:gd name="csX452" fmla="*/ 566047 w 622997"/>
                <a:gd name="csY452" fmla="*/ 156166 h 663466"/>
                <a:gd name="csX453" fmla="*/ 567249 w 622997"/>
                <a:gd name="csY453" fmla="*/ 157276 h 663466"/>
                <a:gd name="csX454" fmla="*/ 567888 w 622997"/>
                <a:gd name="csY454" fmla="*/ 158502 h 663466"/>
                <a:gd name="csX455" fmla="*/ 568025 w 622997"/>
                <a:gd name="csY455" fmla="*/ 159125 h 663466"/>
                <a:gd name="csX456" fmla="*/ 572255 w 622997"/>
                <a:gd name="csY456" fmla="*/ 159901 h 663466"/>
                <a:gd name="csX457" fmla="*/ 572925 w 622997"/>
                <a:gd name="csY457" fmla="*/ 159780 h 663466"/>
                <a:gd name="csX458" fmla="*/ 576037 w 622997"/>
                <a:gd name="csY458" fmla="*/ 160875 h 663466"/>
                <a:gd name="csX459" fmla="*/ 578906 w 622997"/>
                <a:gd name="csY459" fmla="*/ 162199 h 663466"/>
                <a:gd name="csX460" fmla="*/ 580488 w 622997"/>
                <a:gd name="csY460" fmla="*/ 162526 h 663466"/>
                <a:gd name="csX461" fmla="*/ 581264 w 622997"/>
                <a:gd name="csY461" fmla="*/ 162488 h 663466"/>
                <a:gd name="csX462" fmla="*/ 581926 w 622997"/>
                <a:gd name="csY462" fmla="*/ 162077 h 663466"/>
                <a:gd name="csX463" fmla="*/ 582702 w 622997"/>
                <a:gd name="csY463" fmla="*/ 160913 h 663466"/>
                <a:gd name="csX464" fmla="*/ 583493 w 622997"/>
                <a:gd name="csY464" fmla="*/ 160069 h 663466"/>
                <a:gd name="csX465" fmla="*/ 583988 w 622997"/>
                <a:gd name="csY465" fmla="*/ 159726 h 663466"/>
                <a:gd name="csX466" fmla="*/ 583965 w 622997"/>
                <a:gd name="csY466" fmla="*/ 158387 h 663466"/>
                <a:gd name="csX467" fmla="*/ 588120 w 622997"/>
                <a:gd name="csY467" fmla="*/ 155770 h 663466"/>
                <a:gd name="csX468" fmla="*/ 591848 w 622997"/>
                <a:gd name="csY468" fmla="*/ 153891 h 663466"/>
                <a:gd name="csX469" fmla="*/ 595058 w 622997"/>
                <a:gd name="csY469" fmla="*/ 152521 h 663466"/>
                <a:gd name="csX470" fmla="*/ 596002 w 622997"/>
                <a:gd name="csY470" fmla="*/ 153084 h 663466"/>
                <a:gd name="csX471" fmla="*/ 597044 w 622997"/>
                <a:gd name="csY471" fmla="*/ 154126 h 663466"/>
                <a:gd name="csX472" fmla="*/ 598467 w 622997"/>
                <a:gd name="csY472" fmla="*/ 156782 h 663466"/>
                <a:gd name="csX473" fmla="*/ 599327 w 622997"/>
                <a:gd name="csY473" fmla="*/ 157429 h 663466"/>
                <a:gd name="csX474" fmla="*/ 601503 w 622997"/>
                <a:gd name="csY474" fmla="*/ 157056 h 663466"/>
                <a:gd name="csX475" fmla="*/ 601906 w 622997"/>
                <a:gd name="csY475" fmla="*/ 157353 h 663466"/>
                <a:gd name="csX476" fmla="*/ 601564 w 622997"/>
                <a:gd name="csY476" fmla="*/ 158304 h 663466"/>
                <a:gd name="csX477" fmla="*/ 600088 w 622997"/>
                <a:gd name="csY477" fmla="*/ 159483 h 663466"/>
                <a:gd name="csX478" fmla="*/ 598170 w 622997"/>
                <a:gd name="csY478" fmla="*/ 160540 h 663466"/>
                <a:gd name="csX479" fmla="*/ 596922 w 622997"/>
                <a:gd name="csY479" fmla="*/ 161408 h 663466"/>
                <a:gd name="csX480" fmla="*/ 597333 w 622997"/>
                <a:gd name="csY480" fmla="*/ 164292 h 663466"/>
                <a:gd name="csX481" fmla="*/ 597235 w 622997"/>
                <a:gd name="csY481" fmla="*/ 165281 h 663466"/>
                <a:gd name="csX482" fmla="*/ 597775 w 622997"/>
                <a:gd name="csY482" fmla="*/ 165593 h 663466"/>
                <a:gd name="csX483" fmla="*/ 601716 w 622997"/>
                <a:gd name="csY483" fmla="*/ 162732 h 663466"/>
                <a:gd name="csX484" fmla="*/ 603611 w 622997"/>
                <a:gd name="csY484" fmla="*/ 162169 h 663466"/>
                <a:gd name="csX485" fmla="*/ 604288 w 622997"/>
                <a:gd name="csY485" fmla="*/ 162861 h 663466"/>
                <a:gd name="csX486" fmla="*/ 604493 w 622997"/>
                <a:gd name="csY486" fmla="*/ 164390 h 663466"/>
                <a:gd name="csX487" fmla="*/ 606053 w 622997"/>
                <a:gd name="csY487" fmla="*/ 167540 h 663466"/>
                <a:gd name="csX488" fmla="*/ 606715 w 622997"/>
                <a:gd name="csY488" fmla="*/ 169138 h 663466"/>
                <a:gd name="csX489" fmla="*/ 602751 w 622997"/>
                <a:gd name="csY489" fmla="*/ 172942 h 663466"/>
                <a:gd name="csX490" fmla="*/ 601298 w 622997"/>
                <a:gd name="csY490" fmla="*/ 174905 h 663466"/>
                <a:gd name="csX491" fmla="*/ 601351 w 622997"/>
                <a:gd name="csY491" fmla="*/ 175598 h 663466"/>
                <a:gd name="csX492" fmla="*/ 601275 w 622997"/>
                <a:gd name="csY492" fmla="*/ 176283 h 663466"/>
                <a:gd name="csX493" fmla="*/ 600263 w 622997"/>
                <a:gd name="csY493" fmla="*/ 177257 h 663466"/>
                <a:gd name="csX494" fmla="*/ 600316 w 622997"/>
                <a:gd name="csY494" fmla="*/ 177645 h 663466"/>
                <a:gd name="csX495" fmla="*/ 601130 w 622997"/>
                <a:gd name="csY495" fmla="*/ 178261 h 663466"/>
                <a:gd name="csX496" fmla="*/ 602127 w 622997"/>
                <a:gd name="csY496" fmla="*/ 178725 h 663466"/>
                <a:gd name="csX497" fmla="*/ 602606 w 622997"/>
                <a:gd name="csY497" fmla="*/ 178710 h 663466"/>
                <a:gd name="csX498" fmla="*/ 603428 w 622997"/>
                <a:gd name="csY498" fmla="*/ 177789 h 663466"/>
                <a:gd name="csX499" fmla="*/ 607164 w 622997"/>
                <a:gd name="csY499" fmla="*/ 176488 h 663466"/>
                <a:gd name="csX500" fmla="*/ 608236 w 622997"/>
                <a:gd name="csY500" fmla="*/ 176732 h 663466"/>
                <a:gd name="csX501" fmla="*/ 610869 w 622997"/>
                <a:gd name="csY501" fmla="*/ 178725 h 663466"/>
                <a:gd name="csX502" fmla="*/ 612087 w 622997"/>
                <a:gd name="csY502" fmla="*/ 178839 h 663466"/>
                <a:gd name="csX503" fmla="*/ 615244 w 622997"/>
                <a:gd name="csY503" fmla="*/ 179432 h 663466"/>
                <a:gd name="csX504" fmla="*/ 617268 w 622997"/>
                <a:gd name="csY504" fmla="*/ 178679 h 663466"/>
                <a:gd name="csX505" fmla="*/ 618752 w 622997"/>
                <a:gd name="csY505" fmla="*/ 179372 h 663466"/>
                <a:gd name="csX506" fmla="*/ 621833 w 622997"/>
                <a:gd name="csY506" fmla="*/ 181867 h 663466"/>
                <a:gd name="csX507" fmla="*/ 622541 w 622997"/>
                <a:gd name="csY507" fmla="*/ 182324 h 663466"/>
                <a:gd name="csX508" fmla="*/ 622282 w 622997"/>
                <a:gd name="csY508" fmla="*/ 183838 h 663466"/>
                <a:gd name="csX509" fmla="*/ 622122 w 622997"/>
                <a:gd name="csY509" fmla="*/ 185504 h 663466"/>
                <a:gd name="csX510" fmla="*/ 622906 w 622997"/>
                <a:gd name="csY510" fmla="*/ 186828 h 663466"/>
                <a:gd name="csX511" fmla="*/ 622997 w 622997"/>
                <a:gd name="csY511" fmla="*/ 188000 h 663466"/>
                <a:gd name="csX512" fmla="*/ 622822 w 622997"/>
                <a:gd name="csY512" fmla="*/ 189073 h 663466"/>
                <a:gd name="csX513" fmla="*/ 622206 w 622997"/>
                <a:gd name="csY513" fmla="*/ 189811 h 663466"/>
                <a:gd name="csX514" fmla="*/ 620494 w 622997"/>
                <a:gd name="csY514" fmla="*/ 190221 h 663466"/>
                <a:gd name="csX515" fmla="*/ 619040 w 622997"/>
                <a:gd name="csY515" fmla="*/ 191500 h 663466"/>
                <a:gd name="csX516" fmla="*/ 616728 w 622997"/>
                <a:gd name="csY516" fmla="*/ 193349 h 663466"/>
                <a:gd name="csX517" fmla="*/ 614871 w 622997"/>
                <a:gd name="csY517" fmla="*/ 194825 h 663466"/>
                <a:gd name="csX518" fmla="*/ 613524 w 622997"/>
                <a:gd name="csY518" fmla="*/ 196133 h 663466"/>
                <a:gd name="csX519" fmla="*/ 613038 w 622997"/>
                <a:gd name="csY519" fmla="*/ 197503 h 663466"/>
                <a:gd name="csX520" fmla="*/ 613190 w 622997"/>
                <a:gd name="csY520" fmla="*/ 199230 h 663466"/>
                <a:gd name="csX521" fmla="*/ 613578 w 622997"/>
                <a:gd name="csY521" fmla="*/ 201033 h 663466"/>
                <a:gd name="csX522" fmla="*/ 617884 w 622997"/>
                <a:gd name="csY522" fmla="*/ 207637 h 663466"/>
                <a:gd name="csX523" fmla="*/ 617846 w 622997"/>
                <a:gd name="csY523" fmla="*/ 208779 h 663466"/>
                <a:gd name="csX524" fmla="*/ 616484 w 622997"/>
                <a:gd name="csY524" fmla="*/ 209098 h 663466"/>
                <a:gd name="csX525" fmla="*/ 614673 w 622997"/>
                <a:gd name="csY525" fmla="*/ 208353 h 663466"/>
                <a:gd name="csX526" fmla="*/ 613113 w 622997"/>
                <a:gd name="csY526" fmla="*/ 207287 h 663466"/>
                <a:gd name="csX527" fmla="*/ 611356 w 622997"/>
                <a:gd name="csY527" fmla="*/ 204457 h 663466"/>
                <a:gd name="csX528" fmla="*/ 609941 w 622997"/>
                <a:gd name="csY528" fmla="*/ 203613 h 663466"/>
                <a:gd name="csX529" fmla="*/ 608533 w 622997"/>
                <a:gd name="csY529" fmla="*/ 203430 h 663466"/>
                <a:gd name="csX530" fmla="*/ 600164 w 622997"/>
                <a:gd name="csY530" fmla="*/ 204883 h 663466"/>
                <a:gd name="csX531" fmla="*/ 598391 w 622997"/>
                <a:gd name="csY531" fmla="*/ 205294 h 663466"/>
                <a:gd name="csX532" fmla="*/ 595629 w 622997"/>
                <a:gd name="csY532" fmla="*/ 206352 h 663466"/>
                <a:gd name="csX533" fmla="*/ 593696 w 622997"/>
                <a:gd name="csY533" fmla="*/ 208474 h 663466"/>
                <a:gd name="csX534" fmla="*/ 592289 w 622997"/>
                <a:gd name="csY534" fmla="*/ 210415 h 663466"/>
                <a:gd name="csX535" fmla="*/ 590843 w 622997"/>
                <a:gd name="csY535" fmla="*/ 211198 h 663466"/>
                <a:gd name="csX536" fmla="*/ 588728 w 622997"/>
                <a:gd name="csY536" fmla="*/ 212705 h 663466"/>
                <a:gd name="csX537" fmla="*/ 582862 w 622997"/>
                <a:gd name="csY537" fmla="*/ 217331 h 663466"/>
                <a:gd name="csX538" fmla="*/ 579476 w 622997"/>
                <a:gd name="csY538" fmla="*/ 219324 h 663466"/>
                <a:gd name="csX539" fmla="*/ 577262 w 622997"/>
                <a:gd name="csY539" fmla="*/ 220055 h 663466"/>
                <a:gd name="csX540" fmla="*/ 575710 w 622997"/>
                <a:gd name="csY540" fmla="*/ 221105 h 663466"/>
                <a:gd name="csX541" fmla="*/ 574873 w 622997"/>
                <a:gd name="csY541" fmla="*/ 222809 h 663466"/>
                <a:gd name="csX542" fmla="*/ 574242 w 622997"/>
                <a:gd name="csY542" fmla="*/ 224034 h 663466"/>
                <a:gd name="csX543" fmla="*/ 574059 w 622997"/>
                <a:gd name="csY543" fmla="*/ 227039 h 663466"/>
                <a:gd name="csX544" fmla="*/ 574447 w 622997"/>
                <a:gd name="csY544" fmla="*/ 230737 h 663466"/>
                <a:gd name="csX545" fmla="*/ 575284 w 622997"/>
                <a:gd name="csY545" fmla="*/ 233096 h 663466"/>
                <a:gd name="csX546" fmla="*/ 575733 w 622997"/>
                <a:gd name="csY546" fmla="*/ 233590 h 663466"/>
                <a:gd name="csX547" fmla="*/ 575801 w 622997"/>
                <a:gd name="csY547" fmla="*/ 234283 h 663466"/>
                <a:gd name="csX548" fmla="*/ 574957 w 622997"/>
                <a:gd name="csY548" fmla="*/ 235553 h 663466"/>
                <a:gd name="csX549" fmla="*/ 573846 w 622997"/>
                <a:gd name="csY549" fmla="*/ 236641 h 663466"/>
                <a:gd name="csX550" fmla="*/ 573305 w 622997"/>
                <a:gd name="csY550" fmla="*/ 237311 h 663466"/>
                <a:gd name="csX551" fmla="*/ 572811 w 622997"/>
                <a:gd name="csY551" fmla="*/ 240674 h 663466"/>
                <a:gd name="csX552" fmla="*/ 571830 w 622997"/>
                <a:gd name="csY552" fmla="*/ 242325 h 663466"/>
                <a:gd name="csX553" fmla="*/ 570019 w 622997"/>
                <a:gd name="csY553" fmla="*/ 244752 h 663466"/>
                <a:gd name="csX554" fmla="*/ 568413 w 622997"/>
                <a:gd name="csY554" fmla="*/ 246586 h 663466"/>
                <a:gd name="csX555" fmla="*/ 565895 w 622997"/>
                <a:gd name="csY555" fmla="*/ 248008 h 663466"/>
                <a:gd name="csX556" fmla="*/ 564936 w 622997"/>
                <a:gd name="csY556" fmla="*/ 249157 h 663466"/>
                <a:gd name="csX557" fmla="*/ 564015 w 622997"/>
                <a:gd name="csY557" fmla="*/ 251280 h 663466"/>
                <a:gd name="csX558" fmla="*/ 563475 w 622997"/>
                <a:gd name="csY558" fmla="*/ 253076 h 663466"/>
                <a:gd name="csX559" fmla="*/ 563445 w 622997"/>
                <a:gd name="csY559" fmla="*/ 253722 h 663466"/>
                <a:gd name="csX560" fmla="*/ 563734 w 622997"/>
                <a:gd name="csY560" fmla="*/ 254293 h 663466"/>
                <a:gd name="csX561" fmla="*/ 564784 w 622997"/>
                <a:gd name="csY561" fmla="*/ 254925 h 663466"/>
                <a:gd name="csX562" fmla="*/ 566054 w 622997"/>
                <a:gd name="csY562" fmla="*/ 255533 h 663466"/>
                <a:gd name="csX563" fmla="*/ 566663 w 622997"/>
                <a:gd name="csY563" fmla="*/ 256484 h 663466"/>
                <a:gd name="csX564" fmla="*/ 566747 w 622997"/>
                <a:gd name="csY564" fmla="*/ 257633 h 663466"/>
                <a:gd name="csX565" fmla="*/ 565804 w 622997"/>
                <a:gd name="csY565" fmla="*/ 260395 h 663466"/>
                <a:gd name="csX566" fmla="*/ 564107 w 622997"/>
                <a:gd name="csY566" fmla="*/ 264222 h 663466"/>
                <a:gd name="csX567" fmla="*/ 562167 w 622997"/>
                <a:gd name="csY567" fmla="*/ 267251 h 663466"/>
                <a:gd name="csX568" fmla="*/ 560166 w 622997"/>
                <a:gd name="csY568" fmla="*/ 270134 h 663466"/>
                <a:gd name="csX569" fmla="*/ 559686 w 622997"/>
                <a:gd name="csY569" fmla="*/ 271078 h 663466"/>
                <a:gd name="csX570" fmla="*/ 557890 w 622997"/>
                <a:gd name="csY570" fmla="*/ 274616 h 663466"/>
                <a:gd name="csX571" fmla="*/ 556323 w 622997"/>
                <a:gd name="csY571" fmla="*/ 279478 h 663466"/>
                <a:gd name="csX572" fmla="*/ 555266 w 622997"/>
                <a:gd name="csY572" fmla="*/ 282742 h 663466"/>
                <a:gd name="csX573" fmla="*/ 554353 w 622997"/>
                <a:gd name="csY573" fmla="*/ 284978 h 663466"/>
                <a:gd name="csX574" fmla="*/ 553227 w 622997"/>
                <a:gd name="csY574" fmla="*/ 285077 h 663466"/>
                <a:gd name="csX575" fmla="*/ 551865 w 622997"/>
                <a:gd name="csY575" fmla="*/ 284362 h 663466"/>
                <a:gd name="csX576" fmla="*/ 548540 w 622997"/>
                <a:gd name="csY576" fmla="*/ 283411 h 663466"/>
                <a:gd name="csX577" fmla="*/ 546417 w 622997"/>
                <a:gd name="csY577" fmla="*/ 282643 h 663466"/>
                <a:gd name="csX578" fmla="*/ 544872 w 622997"/>
                <a:gd name="csY578" fmla="*/ 281950 h 663466"/>
                <a:gd name="csX579" fmla="*/ 543800 w 622997"/>
                <a:gd name="csY579" fmla="*/ 281981 h 663466"/>
                <a:gd name="csX580" fmla="*/ 542324 w 622997"/>
                <a:gd name="csY580" fmla="*/ 282430 h 663466"/>
                <a:gd name="csX581" fmla="*/ 540825 w 622997"/>
                <a:gd name="csY581" fmla="*/ 282742 h 663466"/>
                <a:gd name="csX582" fmla="*/ 539934 w 622997"/>
                <a:gd name="csY582" fmla="*/ 282407 h 663466"/>
                <a:gd name="csX583" fmla="*/ 537872 w 622997"/>
                <a:gd name="csY583" fmla="*/ 280391 h 663466"/>
                <a:gd name="csX584" fmla="*/ 537241 w 622997"/>
                <a:gd name="csY584" fmla="*/ 280619 h 663466"/>
                <a:gd name="csX585" fmla="*/ 536838 w 622997"/>
                <a:gd name="csY585" fmla="*/ 281600 h 663466"/>
                <a:gd name="csX586" fmla="*/ 538230 w 622997"/>
                <a:gd name="csY586" fmla="*/ 287352 h 663466"/>
                <a:gd name="csX587" fmla="*/ 539136 w 622997"/>
                <a:gd name="csY587" fmla="*/ 289490 h 663466"/>
                <a:gd name="csX588" fmla="*/ 538983 w 622997"/>
                <a:gd name="csY588" fmla="*/ 293059 h 663466"/>
                <a:gd name="csX589" fmla="*/ 538626 w 622997"/>
                <a:gd name="csY589" fmla="*/ 297434 h 663466"/>
                <a:gd name="csX590" fmla="*/ 538093 w 622997"/>
                <a:gd name="csY590" fmla="*/ 302204 h 663466"/>
                <a:gd name="csX591" fmla="*/ 537735 w 622997"/>
                <a:gd name="csY591" fmla="*/ 303307 h 663466"/>
                <a:gd name="csX592" fmla="*/ 536853 w 622997"/>
                <a:gd name="csY592" fmla="*/ 304571 h 663466"/>
                <a:gd name="csX593" fmla="*/ 535689 w 622997"/>
                <a:gd name="csY593" fmla="*/ 304913 h 663466"/>
                <a:gd name="csX594" fmla="*/ 534631 w 622997"/>
                <a:gd name="csY594" fmla="*/ 304418 h 663466"/>
                <a:gd name="csX595" fmla="*/ 533787 w 622997"/>
                <a:gd name="csY595" fmla="*/ 304533 h 663466"/>
                <a:gd name="csX596" fmla="*/ 533505 w 622997"/>
                <a:gd name="csY596" fmla="*/ 305331 h 663466"/>
                <a:gd name="csX597" fmla="*/ 533749 w 622997"/>
                <a:gd name="csY597" fmla="*/ 307393 h 663466"/>
                <a:gd name="csX598" fmla="*/ 532714 w 622997"/>
                <a:gd name="csY598" fmla="*/ 309752 h 663466"/>
                <a:gd name="csX599" fmla="*/ 531953 w 622997"/>
                <a:gd name="csY599" fmla="*/ 311768 h 663466"/>
                <a:gd name="csX600" fmla="*/ 532151 w 622997"/>
                <a:gd name="csY600" fmla="*/ 313723 h 663466"/>
                <a:gd name="csX601" fmla="*/ 532516 w 622997"/>
                <a:gd name="csY601" fmla="*/ 315709 h 663466"/>
                <a:gd name="csX602" fmla="*/ 533726 w 622997"/>
                <a:gd name="csY602" fmla="*/ 320001 h 663466"/>
                <a:gd name="csX603" fmla="*/ 533733 w 622997"/>
                <a:gd name="csY603" fmla="*/ 321568 h 663466"/>
                <a:gd name="csX604" fmla="*/ 533497 w 622997"/>
                <a:gd name="csY604" fmla="*/ 322976 h 663466"/>
                <a:gd name="csX605" fmla="*/ 532866 w 622997"/>
                <a:gd name="csY605" fmla="*/ 323562 h 663466"/>
                <a:gd name="csX606" fmla="*/ 531778 w 622997"/>
                <a:gd name="csY606" fmla="*/ 323463 h 663466"/>
                <a:gd name="csX607" fmla="*/ 531184 w 622997"/>
                <a:gd name="csY607" fmla="*/ 324041 h 663466"/>
                <a:gd name="csX608" fmla="*/ 530736 w 622997"/>
                <a:gd name="csY608" fmla="*/ 324923 h 663466"/>
                <a:gd name="csX609" fmla="*/ 529511 w 622997"/>
                <a:gd name="csY609" fmla="*/ 328172 h 663466"/>
                <a:gd name="csX610" fmla="*/ 528339 w 622997"/>
                <a:gd name="csY610" fmla="*/ 328515 h 663466"/>
                <a:gd name="csX611" fmla="*/ 527159 w 622997"/>
                <a:gd name="csY611" fmla="*/ 328028 h 663466"/>
                <a:gd name="csX612" fmla="*/ 525394 w 622997"/>
                <a:gd name="csY612" fmla="*/ 325859 h 663466"/>
                <a:gd name="csX613" fmla="*/ 524314 w 622997"/>
                <a:gd name="csY613" fmla="*/ 325228 h 663466"/>
                <a:gd name="csX614" fmla="*/ 523629 w 622997"/>
                <a:gd name="csY614" fmla="*/ 325266 h 663466"/>
                <a:gd name="csX615" fmla="*/ 523325 w 622997"/>
                <a:gd name="csY615" fmla="*/ 325836 h 663466"/>
                <a:gd name="csX616" fmla="*/ 522846 w 622997"/>
                <a:gd name="csY616" fmla="*/ 327130 h 663466"/>
                <a:gd name="csX617" fmla="*/ 522366 w 622997"/>
                <a:gd name="csY617" fmla="*/ 327997 h 663466"/>
                <a:gd name="csX618" fmla="*/ 521187 w 622997"/>
                <a:gd name="csY618" fmla="*/ 328758 h 663466"/>
                <a:gd name="csX619" fmla="*/ 520898 w 622997"/>
                <a:gd name="csY619" fmla="*/ 327160 h 663466"/>
                <a:gd name="csX620" fmla="*/ 520266 w 622997"/>
                <a:gd name="csY620" fmla="*/ 318852 h 663466"/>
                <a:gd name="csX621" fmla="*/ 519787 w 622997"/>
                <a:gd name="csY621" fmla="*/ 316204 h 663466"/>
                <a:gd name="csX622" fmla="*/ 519399 w 622997"/>
                <a:gd name="csY622" fmla="*/ 312529 h 663466"/>
                <a:gd name="csX623" fmla="*/ 518828 w 622997"/>
                <a:gd name="csY623" fmla="*/ 311403 h 663466"/>
                <a:gd name="csX624" fmla="*/ 518098 w 622997"/>
                <a:gd name="csY624" fmla="*/ 309387 h 663466"/>
                <a:gd name="csX625" fmla="*/ 517291 w 622997"/>
                <a:gd name="csY625" fmla="*/ 307644 h 663466"/>
                <a:gd name="csX626" fmla="*/ 516614 w 622997"/>
                <a:gd name="csY626" fmla="*/ 306906 h 663466"/>
                <a:gd name="csX627" fmla="*/ 516180 w 622997"/>
                <a:gd name="csY627" fmla="*/ 303657 h 663466"/>
                <a:gd name="csX628" fmla="*/ 516021 w 622997"/>
                <a:gd name="csY628" fmla="*/ 299678 h 663466"/>
                <a:gd name="csX629" fmla="*/ 516028 w 622997"/>
                <a:gd name="csY629" fmla="*/ 297791 h 663466"/>
                <a:gd name="csX630" fmla="*/ 515077 w 622997"/>
                <a:gd name="csY630" fmla="*/ 293888 h 663466"/>
                <a:gd name="csX631" fmla="*/ 514149 w 622997"/>
                <a:gd name="csY631" fmla="*/ 289460 h 663466"/>
                <a:gd name="csX632" fmla="*/ 512893 w 622997"/>
                <a:gd name="csY632" fmla="*/ 289643 h 663466"/>
                <a:gd name="csX633" fmla="*/ 512148 w 622997"/>
                <a:gd name="csY633" fmla="*/ 288570 h 663466"/>
                <a:gd name="csX634" fmla="*/ 511607 w 622997"/>
                <a:gd name="csY634" fmla="*/ 288593 h 663466"/>
                <a:gd name="csX635" fmla="*/ 509842 w 622997"/>
                <a:gd name="csY635" fmla="*/ 289589 h 663466"/>
                <a:gd name="csX636" fmla="*/ 508435 w 622997"/>
                <a:gd name="csY636" fmla="*/ 289262 h 663466"/>
                <a:gd name="csX637" fmla="*/ 507393 w 622997"/>
                <a:gd name="csY637" fmla="*/ 289399 h 663466"/>
                <a:gd name="csX638" fmla="*/ 507385 w 622997"/>
                <a:gd name="csY638" fmla="*/ 291438 h 663466"/>
                <a:gd name="csX639" fmla="*/ 507560 w 622997"/>
                <a:gd name="csY639" fmla="*/ 293607 h 663466"/>
                <a:gd name="csX640" fmla="*/ 507164 w 622997"/>
                <a:gd name="csY640" fmla="*/ 294390 h 663466"/>
                <a:gd name="csX641" fmla="*/ 504410 w 622997"/>
                <a:gd name="csY641" fmla="*/ 296932 h 663466"/>
                <a:gd name="csX642" fmla="*/ 503641 w 622997"/>
                <a:gd name="csY642" fmla="*/ 298636 h 663466"/>
                <a:gd name="csX643" fmla="*/ 503718 w 622997"/>
                <a:gd name="csY643" fmla="*/ 300424 h 663466"/>
                <a:gd name="csX644" fmla="*/ 504060 w 622997"/>
                <a:gd name="csY644" fmla="*/ 302813 h 663466"/>
                <a:gd name="csX645" fmla="*/ 503573 w 622997"/>
                <a:gd name="csY645" fmla="*/ 304030 h 663466"/>
                <a:gd name="csX646" fmla="*/ 502379 w 622997"/>
                <a:gd name="csY646" fmla="*/ 305149 h 663466"/>
                <a:gd name="csX647" fmla="*/ 500773 w 622997"/>
                <a:gd name="csY647" fmla="*/ 305735 h 663466"/>
                <a:gd name="csX648" fmla="*/ 499358 w 622997"/>
                <a:gd name="csY648" fmla="*/ 305461 h 663466"/>
                <a:gd name="csX649" fmla="*/ 498452 w 622997"/>
                <a:gd name="csY649" fmla="*/ 304487 h 663466"/>
                <a:gd name="csX650" fmla="*/ 497608 w 622997"/>
                <a:gd name="csY650" fmla="*/ 302006 h 663466"/>
                <a:gd name="csX651" fmla="*/ 496855 w 622997"/>
                <a:gd name="csY651" fmla="*/ 300652 h 663466"/>
                <a:gd name="csX652" fmla="*/ 496063 w 622997"/>
                <a:gd name="csY652" fmla="*/ 300333 h 663466"/>
                <a:gd name="csX653" fmla="*/ 495447 w 622997"/>
                <a:gd name="csY653" fmla="*/ 300698 h 663466"/>
                <a:gd name="csX654" fmla="*/ 495364 w 622997"/>
                <a:gd name="csY654" fmla="*/ 302257 h 663466"/>
                <a:gd name="csX655" fmla="*/ 495409 w 622997"/>
                <a:gd name="csY655" fmla="*/ 303543 h 663466"/>
                <a:gd name="csX656" fmla="*/ 495211 w 622997"/>
                <a:gd name="csY656" fmla="*/ 303688 h 663466"/>
                <a:gd name="csX657" fmla="*/ 494770 w 622997"/>
                <a:gd name="csY657" fmla="*/ 303490 h 663466"/>
                <a:gd name="csX658" fmla="*/ 494268 w 622997"/>
                <a:gd name="csY658" fmla="*/ 302859 h 663466"/>
                <a:gd name="csX659" fmla="*/ 492952 w 622997"/>
                <a:gd name="csY659" fmla="*/ 296635 h 663466"/>
                <a:gd name="csX660" fmla="*/ 491072 w 622997"/>
                <a:gd name="csY660" fmla="*/ 291834 h 663466"/>
                <a:gd name="csX661" fmla="*/ 490958 w 622997"/>
                <a:gd name="csY661" fmla="*/ 289992 h 663466"/>
                <a:gd name="csX662" fmla="*/ 491643 w 622997"/>
                <a:gd name="csY662" fmla="*/ 287619 h 663466"/>
                <a:gd name="csX663" fmla="*/ 492487 w 622997"/>
                <a:gd name="csY663" fmla="*/ 283959 h 663466"/>
                <a:gd name="csX664" fmla="*/ 494717 w 622997"/>
                <a:gd name="csY664" fmla="*/ 281676 h 663466"/>
                <a:gd name="csX665" fmla="*/ 495006 w 622997"/>
                <a:gd name="csY665" fmla="*/ 280710 h 663466"/>
                <a:gd name="csX666" fmla="*/ 495371 w 622997"/>
                <a:gd name="csY666" fmla="*/ 279942 h 663466"/>
                <a:gd name="csX667" fmla="*/ 495911 w 622997"/>
                <a:gd name="csY667" fmla="*/ 279789 h 663466"/>
                <a:gd name="csX668" fmla="*/ 498772 w 622997"/>
                <a:gd name="csY668" fmla="*/ 280003 h 663466"/>
                <a:gd name="csX669" fmla="*/ 499731 w 622997"/>
                <a:gd name="csY669" fmla="*/ 279637 h 663466"/>
                <a:gd name="csX670" fmla="*/ 500575 w 622997"/>
                <a:gd name="csY670" fmla="*/ 278557 h 663466"/>
                <a:gd name="csX671" fmla="*/ 501808 w 622997"/>
                <a:gd name="csY671" fmla="*/ 277689 h 663466"/>
                <a:gd name="csX672" fmla="*/ 503040 w 622997"/>
                <a:gd name="csY672" fmla="*/ 277339 h 663466"/>
                <a:gd name="csX673" fmla="*/ 504022 w 622997"/>
                <a:gd name="csY673" fmla="*/ 277210 h 663466"/>
                <a:gd name="csX674" fmla="*/ 505597 w 622997"/>
                <a:gd name="csY674" fmla="*/ 278032 h 663466"/>
                <a:gd name="csX675" fmla="*/ 506251 w 622997"/>
                <a:gd name="csY675" fmla="*/ 277560 h 663466"/>
                <a:gd name="csX676" fmla="*/ 506730 w 622997"/>
                <a:gd name="csY676" fmla="*/ 276039 h 663466"/>
                <a:gd name="csX677" fmla="*/ 507415 w 622997"/>
                <a:gd name="csY677" fmla="*/ 274532 h 663466"/>
                <a:gd name="csX678" fmla="*/ 507857 w 622997"/>
                <a:gd name="csY678" fmla="*/ 273802 h 663466"/>
                <a:gd name="csX679" fmla="*/ 508914 w 622997"/>
                <a:gd name="csY679" fmla="*/ 273474 h 663466"/>
                <a:gd name="csX680" fmla="*/ 510261 w 622997"/>
                <a:gd name="csY680" fmla="*/ 273398 h 663466"/>
                <a:gd name="csX681" fmla="*/ 510710 w 622997"/>
                <a:gd name="csY681" fmla="*/ 273117 h 663466"/>
                <a:gd name="csX682" fmla="*/ 511075 w 622997"/>
                <a:gd name="csY682" fmla="*/ 272607 h 663466"/>
                <a:gd name="csX683" fmla="*/ 511410 w 622997"/>
                <a:gd name="csY683" fmla="*/ 270606 h 663466"/>
                <a:gd name="csX684" fmla="*/ 513129 w 622997"/>
                <a:gd name="csY684" fmla="*/ 266124 h 663466"/>
                <a:gd name="csX685" fmla="*/ 513738 w 622997"/>
                <a:gd name="csY685" fmla="*/ 264131 h 663466"/>
                <a:gd name="csX686" fmla="*/ 513830 w 622997"/>
                <a:gd name="csY686" fmla="*/ 263781 h 663466"/>
                <a:gd name="csX687" fmla="*/ 513776 w 622997"/>
                <a:gd name="csY687" fmla="*/ 261559 h 663466"/>
                <a:gd name="csX688" fmla="*/ 514263 w 622997"/>
                <a:gd name="csY688" fmla="*/ 261240 h 663466"/>
                <a:gd name="csX689" fmla="*/ 517116 w 622997"/>
                <a:gd name="csY689" fmla="*/ 262328 h 663466"/>
                <a:gd name="csX690" fmla="*/ 518364 w 622997"/>
                <a:gd name="csY690" fmla="*/ 262313 h 663466"/>
                <a:gd name="csX691" fmla="*/ 519041 w 622997"/>
                <a:gd name="csY691" fmla="*/ 261864 h 663466"/>
                <a:gd name="csX692" fmla="*/ 519262 w 622997"/>
                <a:gd name="csY692" fmla="*/ 261050 h 663466"/>
                <a:gd name="csX693" fmla="*/ 518897 w 622997"/>
                <a:gd name="csY693" fmla="*/ 260099 h 663466"/>
                <a:gd name="csX694" fmla="*/ 516865 w 622997"/>
                <a:gd name="csY694" fmla="*/ 258432 h 663466"/>
                <a:gd name="csX695" fmla="*/ 513259 w 622997"/>
                <a:gd name="csY695" fmla="*/ 256188 h 663466"/>
                <a:gd name="csX696" fmla="*/ 509949 w 622997"/>
                <a:gd name="csY696" fmla="*/ 254811 h 663466"/>
                <a:gd name="csX697" fmla="*/ 503832 w 622997"/>
                <a:gd name="csY697" fmla="*/ 255016 h 663466"/>
                <a:gd name="csX698" fmla="*/ 497775 w 622997"/>
                <a:gd name="csY698" fmla="*/ 255450 h 663466"/>
                <a:gd name="csX699" fmla="*/ 496003 w 622997"/>
                <a:gd name="csY699" fmla="*/ 255229 h 663466"/>
                <a:gd name="csX700" fmla="*/ 493788 w 622997"/>
                <a:gd name="csY700" fmla="*/ 254605 h 663466"/>
                <a:gd name="csX701" fmla="*/ 488349 w 622997"/>
                <a:gd name="csY701" fmla="*/ 254696 h 663466"/>
                <a:gd name="csX702" fmla="*/ 481775 w 622997"/>
                <a:gd name="csY702" fmla="*/ 255039 h 663466"/>
                <a:gd name="csX703" fmla="*/ 479271 w 622997"/>
                <a:gd name="csY703" fmla="*/ 254849 h 663466"/>
                <a:gd name="csX704" fmla="*/ 478039 w 622997"/>
                <a:gd name="csY704" fmla="*/ 254871 h 663466"/>
                <a:gd name="csX705" fmla="*/ 475566 w 622997"/>
                <a:gd name="csY705" fmla="*/ 255077 h 663466"/>
                <a:gd name="csX706" fmla="*/ 471533 w 622997"/>
                <a:gd name="csY706" fmla="*/ 254438 h 663466"/>
                <a:gd name="csX707" fmla="*/ 468741 w 622997"/>
                <a:gd name="csY707" fmla="*/ 253616 h 663466"/>
                <a:gd name="csX708" fmla="*/ 466268 w 622997"/>
                <a:gd name="csY708" fmla="*/ 252711 h 663466"/>
                <a:gd name="csX709" fmla="*/ 463331 w 622997"/>
                <a:gd name="csY709" fmla="*/ 251897 h 663466"/>
                <a:gd name="csX710" fmla="*/ 462624 w 622997"/>
                <a:gd name="csY710" fmla="*/ 251904 h 663466"/>
                <a:gd name="csX711" fmla="*/ 462213 w 622997"/>
                <a:gd name="csY711" fmla="*/ 251607 h 663466"/>
                <a:gd name="csX712" fmla="*/ 461931 w 622997"/>
                <a:gd name="csY712" fmla="*/ 250885 h 663466"/>
                <a:gd name="csX713" fmla="*/ 461832 w 622997"/>
                <a:gd name="csY713" fmla="*/ 249949 h 663466"/>
                <a:gd name="csX714" fmla="*/ 462441 w 622997"/>
                <a:gd name="csY714" fmla="*/ 245612 h 663466"/>
                <a:gd name="csX715" fmla="*/ 461901 w 622997"/>
                <a:gd name="csY715" fmla="*/ 239023 h 663466"/>
                <a:gd name="csX716" fmla="*/ 462396 w 622997"/>
                <a:gd name="csY716" fmla="*/ 236619 h 663466"/>
                <a:gd name="csX717" fmla="*/ 459991 w 622997"/>
                <a:gd name="csY717" fmla="*/ 231201 h 663466"/>
                <a:gd name="csX718" fmla="*/ 459169 w 622997"/>
                <a:gd name="csY718" fmla="*/ 230197 h 663466"/>
                <a:gd name="csX719" fmla="*/ 458059 w 622997"/>
                <a:gd name="csY719" fmla="*/ 230151 h 663466"/>
                <a:gd name="csX720" fmla="*/ 457351 w 622997"/>
                <a:gd name="csY720" fmla="*/ 230851 h 663466"/>
                <a:gd name="csX721" fmla="*/ 457070 w 622997"/>
                <a:gd name="csY721" fmla="*/ 232122 h 663466"/>
                <a:gd name="csX722" fmla="*/ 457473 w 622997"/>
                <a:gd name="csY722" fmla="*/ 233545 h 663466"/>
                <a:gd name="csX723" fmla="*/ 456590 w 622997"/>
                <a:gd name="csY723" fmla="*/ 235127 h 663466"/>
                <a:gd name="csX724" fmla="*/ 454817 w 622997"/>
                <a:gd name="csY724" fmla="*/ 235637 h 663466"/>
                <a:gd name="csX725" fmla="*/ 452748 w 622997"/>
                <a:gd name="csY725" fmla="*/ 235104 h 663466"/>
                <a:gd name="csX726" fmla="*/ 451028 w 622997"/>
                <a:gd name="csY726" fmla="*/ 234359 h 663466"/>
                <a:gd name="csX727" fmla="*/ 448814 w 622997"/>
                <a:gd name="csY727" fmla="*/ 232746 h 663466"/>
                <a:gd name="csX728" fmla="*/ 447148 w 622997"/>
                <a:gd name="csY728" fmla="*/ 230471 h 663466"/>
                <a:gd name="csX729" fmla="*/ 447003 w 622997"/>
                <a:gd name="csY729" fmla="*/ 227952 h 663466"/>
                <a:gd name="csX730" fmla="*/ 446250 w 622997"/>
                <a:gd name="csY730" fmla="*/ 226332 h 663466"/>
                <a:gd name="csX731" fmla="*/ 445223 w 622997"/>
                <a:gd name="csY731" fmla="*/ 225540 h 663466"/>
                <a:gd name="csX732" fmla="*/ 444470 w 622997"/>
                <a:gd name="csY732" fmla="*/ 225320 h 663466"/>
                <a:gd name="csX733" fmla="*/ 443793 w 622997"/>
                <a:gd name="csY733" fmla="*/ 225495 h 663466"/>
                <a:gd name="csX734" fmla="*/ 443199 w 622997"/>
                <a:gd name="csY734" fmla="*/ 226377 h 663466"/>
                <a:gd name="csX735" fmla="*/ 443716 w 622997"/>
                <a:gd name="csY735" fmla="*/ 227252 h 663466"/>
                <a:gd name="csX736" fmla="*/ 444424 w 622997"/>
                <a:gd name="csY736" fmla="*/ 228485 h 663466"/>
                <a:gd name="csX737" fmla="*/ 444188 w 622997"/>
                <a:gd name="csY737" fmla="*/ 229322 h 663466"/>
                <a:gd name="csX738" fmla="*/ 443557 w 622997"/>
                <a:gd name="csY738" fmla="*/ 229451 h 663466"/>
                <a:gd name="csX739" fmla="*/ 442613 w 622997"/>
                <a:gd name="csY739" fmla="*/ 229094 h 663466"/>
                <a:gd name="csX740" fmla="*/ 441153 w 622997"/>
                <a:gd name="csY740" fmla="*/ 229284 h 663466"/>
                <a:gd name="csX741" fmla="*/ 439737 w 622997"/>
                <a:gd name="csY741" fmla="*/ 228645 h 663466"/>
                <a:gd name="csX742" fmla="*/ 438893 w 622997"/>
                <a:gd name="csY742" fmla="*/ 228591 h 663466"/>
                <a:gd name="csX743" fmla="*/ 438056 w 622997"/>
                <a:gd name="csY743" fmla="*/ 228356 h 663466"/>
                <a:gd name="csX744" fmla="*/ 438003 w 622997"/>
                <a:gd name="csY744" fmla="*/ 226902 h 663466"/>
                <a:gd name="csX745" fmla="*/ 436717 w 622997"/>
                <a:gd name="csY745" fmla="*/ 225061 h 663466"/>
                <a:gd name="csX746" fmla="*/ 434541 w 622997"/>
                <a:gd name="csY746" fmla="*/ 222999 h 663466"/>
                <a:gd name="csX747" fmla="*/ 432403 w 622997"/>
                <a:gd name="csY747" fmla="*/ 221721 h 663466"/>
                <a:gd name="csX748" fmla="*/ 431375 w 622997"/>
                <a:gd name="csY748" fmla="*/ 221896 h 663466"/>
                <a:gd name="csX749" fmla="*/ 430858 w 622997"/>
                <a:gd name="csY749" fmla="*/ 223304 h 663466"/>
                <a:gd name="csX750" fmla="*/ 430980 w 622997"/>
                <a:gd name="csY750" fmla="*/ 223829 h 663466"/>
                <a:gd name="csX751" fmla="*/ 431733 w 622997"/>
                <a:gd name="csY751" fmla="*/ 224087 h 663466"/>
                <a:gd name="csX752" fmla="*/ 432813 w 622997"/>
                <a:gd name="csY752" fmla="*/ 224901 h 663466"/>
                <a:gd name="csX753" fmla="*/ 433042 w 622997"/>
                <a:gd name="csY753" fmla="*/ 225753 h 663466"/>
                <a:gd name="csX754" fmla="*/ 432882 w 622997"/>
                <a:gd name="csY754" fmla="*/ 226499 h 663466"/>
                <a:gd name="csX755" fmla="*/ 431550 w 622997"/>
                <a:gd name="csY755" fmla="*/ 227861 h 663466"/>
                <a:gd name="csX756" fmla="*/ 430607 w 622997"/>
                <a:gd name="csY756" fmla="*/ 229154 h 663466"/>
                <a:gd name="csX757" fmla="*/ 428499 w 622997"/>
                <a:gd name="csY757" fmla="*/ 231034 h 663466"/>
                <a:gd name="csX758" fmla="*/ 426704 w 622997"/>
                <a:gd name="csY758" fmla="*/ 233187 h 663466"/>
                <a:gd name="csX759" fmla="*/ 426232 w 622997"/>
                <a:gd name="csY759" fmla="*/ 234815 h 663466"/>
                <a:gd name="csX760" fmla="*/ 425555 w 622997"/>
                <a:gd name="csY760" fmla="*/ 236276 h 663466"/>
                <a:gd name="csX761" fmla="*/ 425289 w 622997"/>
                <a:gd name="csY761" fmla="*/ 237881 h 663466"/>
                <a:gd name="csX762" fmla="*/ 425760 w 622997"/>
                <a:gd name="csY762" fmla="*/ 238992 h 663466"/>
                <a:gd name="csX763" fmla="*/ 426628 w 622997"/>
                <a:gd name="csY763" fmla="*/ 239692 h 663466"/>
                <a:gd name="csX764" fmla="*/ 428880 w 622997"/>
                <a:gd name="csY764" fmla="*/ 240202 h 663466"/>
                <a:gd name="csX765" fmla="*/ 431238 w 622997"/>
                <a:gd name="csY765" fmla="*/ 242363 h 663466"/>
                <a:gd name="csX766" fmla="*/ 433140 w 622997"/>
                <a:gd name="csY766" fmla="*/ 245277 h 663466"/>
                <a:gd name="csX767" fmla="*/ 434213 w 622997"/>
                <a:gd name="csY767" fmla="*/ 246160 h 663466"/>
                <a:gd name="csX768" fmla="*/ 436161 w 622997"/>
                <a:gd name="csY768" fmla="*/ 247141 h 663466"/>
                <a:gd name="csX769" fmla="*/ 439912 w 622997"/>
                <a:gd name="csY769" fmla="*/ 247255 h 663466"/>
                <a:gd name="csX770" fmla="*/ 440468 w 622997"/>
                <a:gd name="csY770" fmla="*/ 248054 h 663466"/>
                <a:gd name="csX771" fmla="*/ 441000 w 622997"/>
                <a:gd name="csY771" fmla="*/ 250192 h 663466"/>
                <a:gd name="csX772" fmla="*/ 441738 w 622997"/>
                <a:gd name="csY772" fmla="*/ 250945 h 663466"/>
                <a:gd name="csX773" fmla="*/ 443648 w 622997"/>
                <a:gd name="csY773" fmla="*/ 251950 h 663466"/>
                <a:gd name="csX774" fmla="*/ 443808 w 622997"/>
                <a:gd name="csY774" fmla="*/ 252688 h 663466"/>
                <a:gd name="csX775" fmla="*/ 443344 w 622997"/>
                <a:gd name="csY775" fmla="*/ 253540 h 663466"/>
                <a:gd name="csX776" fmla="*/ 442499 w 622997"/>
                <a:gd name="csY776" fmla="*/ 254209 h 663466"/>
                <a:gd name="csX777" fmla="*/ 440939 w 622997"/>
                <a:gd name="csY777" fmla="*/ 254635 h 663466"/>
                <a:gd name="csX778" fmla="*/ 439456 w 622997"/>
                <a:gd name="csY778" fmla="*/ 254803 h 663466"/>
                <a:gd name="csX779" fmla="*/ 437965 w 622997"/>
                <a:gd name="csY779" fmla="*/ 254529 h 663466"/>
                <a:gd name="csX780" fmla="*/ 435750 w 622997"/>
                <a:gd name="csY780" fmla="*/ 254362 h 663466"/>
                <a:gd name="csX781" fmla="*/ 433239 w 622997"/>
                <a:gd name="csY781" fmla="*/ 254346 h 663466"/>
                <a:gd name="csX782" fmla="*/ 431459 w 622997"/>
                <a:gd name="csY782" fmla="*/ 259665 h 663466"/>
                <a:gd name="csX783" fmla="*/ 430188 w 622997"/>
                <a:gd name="csY783" fmla="*/ 261529 h 663466"/>
                <a:gd name="csX784" fmla="*/ 429466 w 622997"/>
                <a:gd name="csY784" fmla="*/ 261529 h 663466"/>
                <a:gd name="csX785" fmla="*/ 427525 w 622997"/>
                <a:gd name="csY785" fmla="*/ 260624 h 663466"/>
                <a:gd name="csX786" fmla="*/ 426696 w 622997"/>
                <a:gd name="csY786" fmla="*/ 260768 h 663466"/>
                <a:gd name="csX787" fmla="*/ 424459 w 622997"/>
                <a:gd name="csY787" fmla="*/ 265485 h 663466"/>
                <a:gd name="csX788" fmla="*/ 424147 w 622997"/>
                <a:gd name="csY788" fmla="*/ 266619 h 663466"/>
                <a:gd name="csX789" fmla="*/ 423995 w 622997"/>
                <a:gd name="csY789" fmla="*/ 267471 h 663466"/>
                <a:gd name="csX790" fmla="*/ 425182 w 622997"/>
                <a:gd name="csY790" fmla="*/ 269290 h 663466"/>
                <a:gd name="csX791" fmla="*/ 426605 w 622997"/>
                <a:gd name="csY791" fmla="*/ 270789 h 663466"/>
                <a:gd name="csX792" fmla="*/ 428301 w 622997"/>
                <a:gd name="csY792" fmla="*/ 271374 h 663466"/>
                <a:gd name="csX793" fmla="*/ 429633 w 622997"/>
                <a:gd name="csY793" fmla="*/ 270925 h 663466"/>
                <a:gd name="csX794" fmla="*/ 430714 w 622997"/>
                <a:gd name="csY794" fmla="*/ 271527 h 663466"/>
                <a:gd name="csX795" fmla="*/ 431976 w 622997"/>
                <a:gd name="csY795" fmla="*/ 273033 h 663466"/>
                <a:gd name="csX796" fmla="*/ 434145 w 622997"/>
                <a:gd name="csY796" fmla="*/ 274030 h 663466"/>
                <a:gd name="csX797" fmla="*/ 437211 w 622997"/>
                <a:gd name="csY797" fmla="*/ 274509 h 663466"/>
                <a:gd name="csX798" fmla="*/ 438954 w 622997"/>
                <a:gd name="csY798" fmla="*/ 275696 h 663466"/>
                <a:gd name="csX799" fmla="*/ 439166 w 622997"/>
                <a:gd name="csY799" fmla="*/ 276723 h 663466"/>
                <a:gd name="csX800" fmla="*/ 439014 w 622997"/>
                <a:gd name="csY800" fmla="*/ 277766 h 663466"/>
                <a:gd name="csX801" fmla="*/ 438741 w 622997"/>
                <a:gd name="csY801" fmla="*/ 280474 h 663466"/>
                <a:gd name="csX802" fmla="*/ 438444 w 622997"/>
                <a:gd name="csY802" fmla="*/ 282034 h 663466"/>
                <a:gd name="csX803" fmla="*/ 436793 w 622997"/>
                <a:gd name="csY803" fmla="*/ 286127 h 663466"/>
                <a:gd name="csX804" fmla="*/ 435613 w 622997"/>
                <a:gd name="csY804" fmla="*/ 289650 h 663466"/>
                <a:gd name="csX805" fmla="*/ 436222 w 622997"/>
                <a:gd name="csY805" fmla="*/ 291324 h 663466"/>
                <a:gd name="csX806" fmla="*/ 436663 w 622997"/>
                <a:gd name="csY806" fmla="*/ 292009 h 663466"/>
                <a:gd name="csX807" fmla="*/ 437082 w 622997"/>
                <a:gd name="csY807" fmla="*/ 292534 h 663466"/>
                <a:gd name="csX808" fmla="*/ 438406 w 622997"/>
                <a:gd name="csY808" fmla="*/ 293850 h 663466"/>
                <a:gd name="csX809" fmla="*/ 439326 w 622997"/>
                <a:gd name="csY809" fmla="*/ 295151 h 663466"/>
                <a:gd name="csX810" fmla="*/ 438535 w 622997"/>
                <a:gd name="csY810" fmla="*/ 298476 h 663466"/>
                <a:gd name="csX811" fmla="*/ 438969 w 622997"/>
                <a:gd name="csY811" fmla="*/ 299351 h 663466"/>
                <a:gd name="csX812" fmla="*/ 440742 w 622997"/>
                <a:gd name="csY812" fmla="*/ 299937 h 663466"/>
                <a:gd name="csX813" fmla="*/ 442651 w 622997"/>
                <a:gd name="csY813" fmla="*/ 300386 h 663466"/>
                <a:gd name="csX814" fmla="*/ 443321 w 622997"/>
                <a:gd name="csY814" fmla="*/ 300934 h 663466"/>
                <a:gd name="csX815" fmla="*/ 441662 w 622997"/>
                <a:gd name="csY815" fmla="*/ 304304 h 663466"/>
                <a:gd name="csX816" fmla="*/ 442012 w 622997"/>
                <a:gd name="csY816" fmla="*/ 306648 h 663466"/>
                <a:gd name="csX817" fmla="*/ 442712 w 622997"/>
                <a:gd name="csY817" fmla="*/ 308846 h 663466"/>
                <a:gd name="csX818" fmla="*/ 443214 w 622997"/>
                <a:gd name="csY818" fmla="*/ 312438 h 663466"/>
                <a:gd name="csX819" fmla="*/ 443290 w 622997"/>
                <a:gd name="csY819" fmla="*/ 312818 h 663466"/>
                <a:gd name="csX820" fmla="*/ 443154 w 622997"/>
                <a:gd name="csY820" fmla="*/ 313716 h 663466"/>
                <a:gd name="csX821" fmla="*/ 444241 w 622997"/>
                <a:gd name="csY821" fmla="*/ 316501 h 663466"/>
                <a:gd name="csX822" fmla="*/ 445923 w 622997"/>
                <a:gd name="csY822" fmla="*/ 321926 h 663466"/>
                <a:gd name="csX823" fmla="*/ 446052 w 622997"/>
                <a:gd name="csY823" fmla="*/ 323950 h 663466"/>
                <a:gd name="csX824" fmla="*/ 445953 w 622997"/>
                <a:gd name="csY824" fmla="*/ 326087 h 663466"/>
                <a:gd name="csX825" fmla="*/ 445459 w 622997"/>
                <a:gd name="csY825" fmla="*/ 329656 h 663466"/>
                <a:gd name="csX826" fmla="*/ 443777 w 622997"/>
                <a:gd name="csY826" fmla="*/ 329641 h 663466"/>
                <a:gd name="csX827" fmla="*/ 445276 w 622997"/>
                <a:gd name="csY827" fmla="*/ 332022 h 663466"/>
                <a:gd name="csX828" fmla="*/ 445756 w 622997"/>
                <a:gd name="csY828" fmla="*/ 333734 h 663466"/>
                <a:gd name="csX829" fmla="*/ 445961 w 622997"/>
                <a:gd name="csY829" fmla="*/ 336123 h 663466"/>
                <a:gd name="csX830" fmla="*/ 444158 w 622997"/>
                <a:gd name="csY830" fmla="*/ 336420 h 663466"/>
                <a:gd name="csX831" fmla="*/ 442880 w 622997"/>
                <a:gd name="csY831" fmla="*/ 336154 h 663466"/>
                <a:gd name="csX832" fmla="*/ 441814 w 622997"/>
                <a:gd name="csY832" fmla="*/ 334061 h 663466"/>
                <a:gd name="csX833" fmla="*/ 441320 w 622997"/>
                <a:gd name="csY833" fmla="*/ 335963 h 663466"/>
                <a:gd name="csX834" fmla="*/ 439418 w 622997"/>
                <a:gd name="csY834" fmla="*/ 337721 h 663466"/>
                <a:gd name="csX835" fmla="*/ 438733 w 622997"/>
                <a:gd name="csY835" fmla="*/ 336861 h 663466"/>
                <a:gd name="csX836" fmla="*/ 438337 w 622997"/>
                <a:gd name="csY836" fmla="*/ 335941 h 663466"/>
                <a:gd name="csX837" fmla="*/ 438261 w 622997"/>
                <a:gd name="csY837" fmla="*/ 334312 h 663466"/>
                <a:gd name="csX838" fmla="*/ 439311 w 622997"/>
                <a:gd name="csY838" fmla="*/ 328096 h 663466"/>
                <a:gd name="csX839" fmla="*/ 439098 w 622997"/>
                <a:gd name="csY839" fmla="*/ 327396 h 663466"/>
                <a:gd name="csX840" fmla="*/ 438626 w 622997"/>
                <a:gd name="csY840" fmla="*/ 326932 h 663466"/>
                <a:gd name="csX841" fmla="*/ 437584 w 622997"/>
                <a:gd name="csY841" fmla="*/ 326681 h 663466"/>
                <a:gd name="csX842" fmla="*/ 437196 w 622997"/>
                <a:gd name="csY842" fmla="*/ 325418 h 663466"/>
                <a:gd name="csX843" fmla="*/ 435606 w 622997"/>
                <a:gd name="csY843" fmla="*/ 332053 h 663466"/>
                <a:gd name="csX844" fmla="*/ 436306 w 622997"/>
                <a:gd name="csY844" fmla="*/ 334761 h 663466"/>
                <a:gd name="csX845" fmla="*/ 435986 w 622997"/>
                <a:gd name="csY845" fmla="*/ 335994 h 663466"/>
                <a:gd name="csX846" fmla="*/ 433019 w 622997"/>
                <a:gd name="csY846" fmla="*/ 337029 h 663466"/>
                <a:gd name="csX847" fmla="*/ 430013 w 622997"/>
                <a:gd name="csY847" fmla="*/ 334541 h 663466"/>
                <a:gd name="csX848" fmla="*/ 429633 w 622997"/>
                <a:gd name="csY848" fmla="*/ 333742 h 663466"/>
                <a:gd name="csX849" fmla="*/ 429458 w 622997"/>
                <a:gd name="csY849" fmla="*/ 335142 h 663466"/>
                <a:gd name="csX850" fmla="*/ 428918 w 622997"/>
                <a:gd name="csY850" fmla="*/ 336846 h 663466"/>
                <a:gd name="csX851" fmla="*/ 426103 w 622997"/>
                <a:gd name="csY851" fmla="*/ 336534 h 663466"/>
                <a:gd name="csX852" fmla="*/ 424710 w 622997"/>
                <a:gd name="csY852" fmla="*/ 335203 h 663466"/>
                <a:gd name="csX853" fmla="*/ 425615 w 622997"/>
                <a:gd name="csY853" fmla="*/ 332935 h 663466"/>
                <a:gd name="csX854" fmla="*/ 427358 w 622997"/>
                <a:gd name="csY854" fmla="*/ 327457 h 663466"/>
                <a:gd name="csX855" fmla="*/ 427685 w 622997"/>
                <a:gd name="csY855" fmla="*/ 325015 h 663466"/>
                <a:gd name="csX856" fmla="*/ 425349 w 622997"/>
                <a:gd name="csY856" fmla="*/ 323219 h 663466"/>
                <a:gd name="csX857" fmla="*/ 423371 w 622997"/>
                <a:gd name="csY857" fmla="*/ 322116 h 663466"/>
                <a:gd name="csX858" fmla="*/ 422237 w 622997"/>
                <a:gd name="csY858" fmla="*/ 319620 h 663466"/>
                <a:gd name="csX859" fmla="*/ 422671 w 622997"/>
                <a:gd name="csY859" fmla="*/ 322359 h 663466"/>
                <a:gd name="csX860" fmla="*/ 423729 w 622997"/>
                <a:gd name="csY860" fmla="*/ 323333 h 663466"/>
                <a:gd name="csX861" fmla="*/ 425266 w 622997"/>
                <a:gd name="csY861" fmla="*/ 324018 h 663466"/>
                <a:gd name="csX862" fmla="*/ 426894 w 622997"/>
                <a:gd name="csY862" fmla="*/ 325418 h 663466"/>
                <a:gd name="csX863" fmla="*/ 425722 w 622997"/>
                <a:gd name="csY863" fmla="*/ 327122 h 663466"/>
                <a:gd name="csX864" fmla="*/ 424581 w 622997"/>
                <a:gd name="csY864" fmla="*/ 328180 h 663466"/>
                <a:gd name="csX865" fmla="*/ 422397 w 622997"/>
                <a:gd name="csY865" fmla="*/ 332197 h 663466"/>
                <a:gd name="csX866" fmla="*/ 419734 w 622997"/>
                <a:gd name="csY866" fmla="*/ 334442 h 663466"/>
                <a:gd name="csX867" fmla="*/ 416630 w 622997"/>
                <a:gd name="csY867" fmla="*/ 336131 h 663466"/>
                <a:gd name="csX868" fmla="*/ 406434 w 622997"/>
                <a:gd name="csY868" fmla="*/ 338611 h 663466"/>
                <a:gd name="csX869" fmla="*/ 404296 w 622997"/>
                <a:gd name="csY869" fmla="*/ 339616 h 663466"/>
                <a:gd name="csX870" fmla="*/ 401169 w 622997"/>
                <a:gd name="csY870" fmla="*/ 342705 h 663466"/>
                <a:gd name="csX871" fmla="*/ 399146 w 622997"/>
                <a:gd name="csY871" fmla="*/ 345634 h 663466"/>
                <a:gd name="csX872" fmla="*/ 398773 w 622997"/>
                <a:gd name="csY872" fmla="*/ 348601 h 663466"/>
                <a:gd name="csX873" fmla="*/ 399914 w 622997"/>
                <a:gd name="csY873" fmla="*/ 351804 h 663466"/>
                <a:gd name="csX874" fmla="*/ 400842 w 622997"/>
                <a:gd name="csY874" fmla="*/ 356811 h 663466"/>
                <a:gd name="csX875" fmla="*/ 401618 w 622997"/>
                <a:gd name="csY875" fmla="*/ 357831 h 663466"/>
                <a:gd name="csX876" fmla="*/ 400530 w 622997"/>
                <a:gd name="csY876" fmla="*/ 359656 h 663466"/>
                <a:gd name="csX877" fmla="*/ 398636 w 622997"/>
                <a:gd name="csY877" fmla="*/ 361597 h 663466"/>
                <a:gd name="csX878" fmla="*/ 397068 w 622997"/>
                <a:gd name="csY878" fmla="*/ 364206 h 663466"/>
                <a:gd name="csX879" fmla="*/ 397213 w 622997"/>
                <a:gd name="csY879" fmla="*/ 365637 h 663466"/>
                <a:gd name="csX880" fmla="*/ 396810 w 622997"/>
                <a:gd name="csY880" fmla="*/ 366603 h 663466"/>
                <a:gd name="csX881" fmla="*/ 391438 w 622997"/>
                <a:gd name="csY881" fmla="*/ 369806 h 663466"/>
                <a:gd name="csX882" fmla="*/ 390312 w 622997"/>
                <a:gd name="csY882" fmla="*/ 371678 h 663466"/>
                <a:gd name="csX883" fmla="*/ 388836 w 622997"/>
                <a:gd name="csY883" fmla="*/ 373535 h 663466"/>
                <a:gd name="csX884" fmla="*/ 387071 w 622997"/>
                <a:gd name="csY884" fmla="*/ 372469 h 663466"/>
                <a:gd name="csX885" fmla="*/ 386036 w 622997"/>
                <a:gd name="csY885" fmla="*/ 372485 h 663466"/>
                <a:gd name="csX886" fmla="*/ 387459 w 622997"/>
                <a:gd name="csY886" fmla="*/ 373961 h 663466"/>
                <a:gd name="csX887" fmla="*/ 387276 w 622997"/>
                <a:gd name="csY887" fmla="*/ 374934 h 663466"/>
                <a:gd name="csX888" fmla="*/ 386774 w 622997"/>
                <a:gd name="csY888" fmla="*/ 375505 h 663466"/>
                <a:gd name="csX889" fmla="*/ 385420 w 622997"/>
                <a:gd name="csY889" fmla="*/ 376038 h 663466"/>
                <a:gd name="csX890" fmla="*/ 377659 w 622997"/>
                <a:gd name="csY890" fmla="*/ 378389 h 663466"/>
                <a:gd name="csX891" fmla="*/ 371724 w 622997"/>
                <a:gd name="csY891" fmla="*/ 380618 h 663466"/>
                <a:gd name="csX892" fmla="*/ 370058 w 622997"/>
                <a:gd name="csY892" fmla="*/ 380527 h 663466"/>
                <a:gd name="csX893" fmla="*/ 370362 w 622997"/>
                <a:gd name="csY893" fmla="*/ 379850 h 663466"/>
                <a:gd name="csX894" fmla="*/ 371404 w 622997"/>
                <a:gd name="csY894" fmla="*/ 379249 h 663466"/>
                <a:gd name="csX895" fmla="*/ 371298 w 622997"/>
                <a:gd name="csY895" fmla="*/ 376692 h 663466"/>
                <a:gd name="csX896" fmla="*/ 370210 w 622997"/>
                <a:gd name="csY896" fmla="*/ 376220 h 663466"/>
                <a:gd name="csX897" fmla="*/ 369267 w 622997"/>
                <a:gd name="csY897" fmla="*/ 376038 h 663466"/>
                <a:gd name="csX898" fmla="*/ 364747 w 622997"/>
                <a:gd name="csY898" fmla="*/ 379157 h 663466"/>
                <a:gd name="csX899" fmla="*/ 362921 w 622997"/>
                <a:gd name="csY899" fmla="*/ 382239 h 663466"/>
                <a:gd name="csX900" fmla="*/ 363301 w 622997"/>
                <a:gd name="csY900" fmla="*/ 382824 h 663466"/>
                <a:gd name="csX901" fmla="*/ 364328 w 622997"/>
                <a:gd name="csY901" fmla="*/ 382680 h 663466"/>
                <a:gd name="csX902" fmla="*/ 367365 w 622997"/>
                <a:gd name="csY902" fmla="*/ 380938 h 663466"/>
                <a:gd name="csX903" fmla="*/ 368780 w 622997"/>
                <a:gd name="csY903" fmla="*/ 381432 h 663466"/>
                <a:gd name="csX904" fmla="*/ 368879 w 622997"/>
                <a:gd name="csY904" fmla="*/ 382117 h 663466"/>
                <a:gd name="csX905" fmla="*/ 364268 w 622997"/>
                <a:gd name="csY905" fmla="*/ 384780 h 663466"/>
                <a:gd name="csX906" fmla="*/ 354567 w 622997"/>
                <a:gd name="csY906" fmla="*/ 393393 h 663466"/>
                <a:gd name="csX907" fmla="*/ 354111 w 622997"/>
                <a:gd name="csY907" fmla="*/ 395089 h 663466"/>
                <a:gd name="csX908" fmla="*/ 352847 w 622997"/>
                <a:gd name="csY908" fmla="*/ 397007 h 663466"/>
                <a:gd name="csX909" fmla="*/ 351105 w 622997"/>
                <a:gd name="csY909" fmla="*/ 398810 h 663466"/>
                <a:gd name="csX910" fmla="*/ 347978 w 622997"/>
                <a:gd name="csY910" fmla="*/ 403170 h 663466"/>
                <a:gd name="csX911" fmla="*/ 341982 w 622997"/>
                <a:gd name="csY911" fmla="*/ 409645 h 663466"/>
                <a:gd name="csX912" fmla="*/ 340316 w 622997"/>
                <a:gd name="csY912" fmla="*/ 412057 h 663466"/>
                <a:gd name="csX913" fmla="*/ 330714 w 622997"/>
                <a:gd name="csY913" fmla="*/ 417033 h 663466"/>
                <a:gd name="csX914" fmla="*/ 328964 w 622997"/>
                <a:gd name="csY914" fmla="*/ 418509 h 663466"/>
                <a:gd name="csX915" fmla="*/ 325023 w 622997"/>
                <a:gd name="csY915" fmla="*/ 423348 h 663466"/>
                <a:gd name="csX916" fmla="*/ 320975 w 622997"/>
                <a:gd name="csY916" fmla="*/ 427304 h 663466"/>
                <a:gd name="csX917" fmla="*/ 316250 w 622997"/>
                <a:gd name="csY917" fmla="*/ 430583 h 663466"/>
                <a:gd name="csX918" fmla="*/ 308056 w 622997"/>
                <a:gd name="csY918" fmla="*/ 434761 h 663466"/>
                <a:gd name="csX919" fmla="*/ 303072 w 622997"/>
                <a:gd name="csY919" fmla="*/ 438709 h 663466"/>
                <a:gd name="csX920" fmla="*/ 301512 w 622997"/>
                <a:gd name="csY920" fmla="*/ 441334 h 663466"/>
                <a:gd name="csX921" fmla="*/ 301413 w 622997"/>
                <a:gd name="csY921" fmla="*/ 442270 h 663466"/>
                <a:gd name="csX922" fmla="*/ 301946 w 622997"/>
                <a:gd name="csY922" fmla="*/ 443541 h 663466"/>
                <a:gd name="csX923" fmla="*/ 302859 w 622997"/>
                <a:gd name="csY923" fmla="*/ 444728 h 663466"/>
                <a:gd name="csX924" fmla="*/ 303064 w 622997"/>
                <a:gd name="csY924" fmla="*/ 445671 h 663466"/>
                <a:gd name="csX925" fmla="*/ 302616 w 622997"/>
                <a:gd name="csY925" fmla="*/ 447360 h 663466"/>
                <a:gd name="csX926" fmla="*/ 302372 w 622997"/>
                <a:gd name="csY926" fmla="*/ 448296 h 663466"/>
                <a:gd name="csX927" fmla="*/ 300911 w 622997"/>
                <a:gd name="csY927" fmla="*/ 450609 h 663466"/>
                <a:gd name="csX928" fmla="*/ 298408 w 622997"/>
                <a:gd name="csY928" fmla="*/ 452260 h 663466"/>
                <a:gd name="csX929" fmla="*/ 290305 w 622997"/>
                <a:gd name="csY929" fmla="*/ 455707 h 663466"/>
                <a:gd name="csX930" fmla="*/ 289232 w 622997"/>
                <a:gd name="csY930" fmla="*/ 455600 h 663466"/>
                <a:gd name="csX931" fmla="*/ 282620 w 622997"/>
                <a:gd name="csY931" fmla="*/ 454916 h 663466"/>
                <a:gd name="csX932" fmla="*/ 280148 w 622997"/>
                <a:gd name="csY932" fmla="*/ 455539 h 663466"/>
                <a:gd name="csX933" fmla="*/ 279128 w 622997"/>
                <a:gd name="csY933" fmla="*/ 457153 h 663466"/>
                <a:gd name="csX934" fmla="*/ 276853 w 622997"/>
                <a:gd name="csY934" fmla="*/ 463825 h 663466"/>
                <a:gd name="csX935" fmla="*/ 274677 w 622997"/>
                <a:gd name="csY935" fmla="*/ 465598 h 663466"/>
                <a:gd name="csX936" fmla="*/ 273893 w 622997"/>
                <a:gd name="csY936" fmla="*/ 467204 h 663466"/>
                <a:gd name="csX937" fmla="*/ 273581 w 622997"/>
                <a:gd name="csY937" fmla="*/ 468314 h 663466"/>
                <a:gd name="csX938" fmla="*/ 272272 w 622997"/>
                <a:gd name="csY938" fmla="*/ 468284 h 663466"/>
                <a:gd name="csX939" fmla="*/ 271146 w 622997"/>
                <a:gd name="csY939" fmla="*/ 467789 h 663466"/>
                <a:gd name="csX940" fmla="*/ 270325 w 622997"/>
                <a:gd name="csY940" fmla="*/ 468147 h 663466"/>
                <a:gd name="csX941" fmla="*/ 269381 w 622997"/>
                <a:gd name="csY941" fmla="*/ 465910 h 663466"/>
                <a:gd name="csX942" fmla="*/ 267799 w 622997"/>
                <a:gd name="csY942" fmla="*/ 465453 h 663466"/>
                <a:gd name="csX943" fmla="*/ 266490 w 622997"/>
                <a:gd name="csY943" fmla="*/ 465294 h 663466"/>
                <a:gd name="csX944" fmla="*/ 260906 w 622997"/>
                <a:gd name="csY944" fmla="*/ 467546 h 663466"/>
                <a:gd name="csX945" fmla="*/ 258950 w 622997"/>
                <a:gd name="csY945" fmla="*/ 469357 h 663466"/>
                <a:gd name="csX946" fmla="*/ 254842 w 622997"/>
                <a:gd name="csY946" fmla="*/ 477886 h 663466"/>
                <a:gd name="csX947" fmla="*/ 253822 w 622997"/>
                <a:gd name="csY947" fmla="*/ 483379 h 663466"/>
                <a:gd name="csX948" fmla="*/ 254788 w 622997"/>
                <a:gd name="csY948" fmla="*/ 489436 h 663466"/>
                <a:gd name="csX949" fmla="*/ 256218 w 622997"/>
                <a:gd name="csY949" fmla="*/ 494267 h 663466"/>
                <a:gd name="csX950" fmla="*/ 256500 w 622997"/>
                <a:gd name="csY950" fmla="*/ 496451 h 663466"/>
                <a:gd name="csX951" fmla="*/ 256325 w 622997"/>
                <a:gd name="csY951" fmla="*/ 499281 h 663466"/>
                <a:gd name="csX952" fmla="*/ 255595 w 622997"/>
                <a:gd name="csY952" fmla="*/ 500658 h 663466"/>
                <a:gd name="csX953" fmla="*/ 255077 w 622997"/>
                <a:gd name="csY953" fmla="*/ 502287 h 663466"/>
                <a:gd name="csX954" fmla="*/ 255762 w 622997"/>
                <a:gd name="csY954" fmla="*/ 505642 h 663466"/>
                <a:gd name="csX955" fmla="*/ 257489 w 622997"/>
                <a:gd name="csY955" fmla="*/ 510032 h 663466"/>
                <a:gd name="csX956" fmla="*/ 257907 w 622997"/>
                <a:gd name="csY956" fmla="*/ 511889 h 663466"/>
                <a:gd name="csX957" fmla="*/ 257946 w 622997"/>
                <a:gd name="csY957" fmla="*/ 513798 h 663466"/>
                <a:gd name="csX958" fmla="*/ 259247 w 622997"/>
                <a:gd name="csY958" fmla="*/ 518181 h 663466"/>
                <a:gd name="csX959" fmla="*/ 258372 w 622997"/>
                <a:gd name="csY959" fmla="*/ 517389 h 663466"/>
                <a:gd name="csX960" fmla="*/ 257679 w 622997"/>
                <a:gd name="csY960" fmla="*/ 515541 h 663466"/>
                <a:gd name="csX961" fmla="*/ 256036 w 622997"/>
                <a:gd name="csY961" fmla="*/ 513182 h 663466"/>
                <a:gd name="csX962" fmla="*/ 254020 w 622997"/>
                <a:gd name="csY962" fmla="*/ 515533 h 663466"/>
                <a:gd name="csX963" fmla="*/ 255130 w 622997"/>
                <a:gd name="csY963" fmla="*/ 517222 h 663466"/>
                <a:gd name="csX964" fmla="*/ 258889 w 622997"/>
                <a:gd name="csY964" fmla="*/ 519231 h 663466"/>
                <a:gd name="csX965" fmla="*/ 260000 w 622997"/>
                <a:gd name="csY965" fmla="*/ 520874 h 663466"/>
                <a:gd name="csX966" fmla="*/ 257581 w 622997"/>
                <a:gd name="csY966" fmla="*/ 535490 h 663466"/>
                <a:gd name="csX967" fmla="*/ 255747 w 622997"/>
                <a:gd name="csY967" fmla="*/ 540672 h 663466"/>
                <a:gd name="csX968" fmla="*/ 253495 w 622997"/>
                <a:gd name="csY968" fmla="*/ 544065 h 663466"/>
                <a:gd name="csX969" fmla="*/ 252300 w 622997"/>
                <a:gd name="csY969" fmla="*/ 545374 h 663466"/>
                <a:gd name="csX970" fmla="*/ 249630 w 622997"/>
                <a:gd name="csY970" fmla="*/ 550761 h 663466"/>
                <a:gd name="csX971" fmla="*/ 247773 w 622997"/>
                <a:gd name="csY971" fmla="*/ 557235 h 663466"/>
                <a:gd name="csX972" fmla="*/ 247400 w 622997"/>
                <a:gd name="csY972" fmla="*/ 559723 h 663466"/>
                <a:gd name="csX973" fmla="*/ 248237 w 622997"/>
                <a:gd name="csY973" fmla="*/ 562508 h 663466"/>
                <a:gd name="csX974" fmla="*/ 247286 w 622997"/>
                <a:gd name="csY974" fmla="*/ 564152 h 663466"/>
                <a:gd name="csX975" fmla="*/ 246099 w 622997"/>
                <a:gd name="csY975" fmla="*/ 565407 h 663466"/>
                <a:gd name="csX976" fmla="*/ 248359 w 622997"/>
                <a:gd name="csY976" fmla="*/ 564844 h 663466"/>
                <a:gd name="csX977" fmla="*/ 249135 w 622997"/>
                <a:gd name="csY977" fmla="*/ 566350 h 663466"/>
                <a:gd name="csX978" fmla="*/ 249424 w 622997"/>
                <a:gd name="csY978" fmla="*/ 567910 h 663466"/>
                <a:gd name="csX979" fmla="*/ 249455 w 622997"/>
                <a:gd name="csY979" fmla="*/ 577162 h 663466"/>
                <a:gd name="csX980" fmla="*/ 249203 w 622997"/>
                <a:gd name="csY980" fmla="*/ 586795 h 663466"/>
                <a:gd name="csX981" fmla="*/ 247461 w 622997"/>
                <a:gd name="csY981" fmla="*/ 587190 h 663466"/>
                <a:gd name="csX982" fmla="*/ 245551 w 622997"/>
                <a:gd name="csY982" fmla="*/ 587289 h 663466"/>
                <a:gd name="csX983" fmla="*/ 243862 w 622997"/>
                <a:gd name="csY983" fmla="*/ 587015 h 663466"/>
                <a:gd name="csX984" fmla="*/ 242652 w 622997"/>
                <a:gd name="csY984" fmla="*/ 586643 h 663466"/>
                <a:gd name="csX985" fmla="*/ 239639 w 622997"/>
                <a:gd name="csY985" fmla="*/ 587152 h 663466"/>
                <a:gd name="csX986" fmla="*/ 238019 w 622997"/>
                <a:gd name="csY986" fmla="*/ 588218 h 663466"/>
                <a:gd name="csX987" fmla="*/ 236718 w 622997"/>
                <a:gd name="csY987" fmla="*/ 589983 h 663466"/>
                <a:gd name="csX988" fmla="*/ 236809 w 622997"/>
                <a:gd name="csY988" fmla="*/ 592996 h 663466"/>
                <a:gd name="csX989" fmla="*/ 231225 w 622997"/>
                <a:gd name="csY989" fmla="*/ 600574 h 663466"/>
                <a:gd name="csX990" fmla="*/ 230022 w 622997"/>
                <a:gd name="csY990" fmla="*/ 603100 h 663466"/>
                <a:gd name="csX991" fmla="*/ 229581 w 622997"/>
                <a:gd name="csY991" fmla="*/ 605527 h 663466"/>
                <a:gd name="csX992" fmla="*/ 230304 w 622997"/>
                <a:gd name="csY992" fmla="*/ 606798 h 663466"/>
                <a:gd name="csX993" fmla="*/ 231734 w 622997"/>
                <a:gd name="csY993" fmla="*/ 608099 h 663466"/>
                <a:gd name="csX994" fmla="*/ 233598 w 622997"/>
                <a:gd name="csY994" fmla="*/ 608624 h 663466"/>
                <a:gd name="csX995" fmla="*/ 237197 w 622997"/>
                <a:gd name="csY995" fmla="*/ 609149 h 663466"/>
                <a:gd name="csX996" fmla="*/ 238924 w 622997"/>
                <a:gd name="csY996" fmla="*/ 609841 h 663466"/>
                <a:gd name="csX997" fmla="*/ 240096 w 622997"/>
                <a:gd name="csY997" fmla="*/ 611127 h 663466"/>
                <a:gd name="csX998" fmla="*/ 235858 w 622997"/>
                <a:gd name="csY998" fmla="*/ 609757 h 663466"/>
                <a:gd name="csX999" fmla="*/ 230874 w 622997"/>
                <a:gd name="csY999" fmla="*/ 609483 h 663466"/>
                <a:gd name="csX1000" fmla="*/ 218959 w 622997"/>
                <a:gd name="csY1000" fmla="*/ 612999 h 663466"/>
                <a:gd name="csX1001" fmla="*/ 215824 w 622997"/>
                <a:gd name="csY1001" fmla="*/ 615464 h 663466"/>
                <a:gd name="csX1002" fmla="*/ 214075 w 622997"/>
                <a:gd name="csY1002" fmla="*/ 617602 h 663466"/>
                <a:gd name="csX1003" fmla="*/ 212872 w 622997"/>
                <a:gd name="csY1003" fmla="*/ 622487 h 663466"/>
                <a:gd name="csX1004" fmla="*/ 212667 w 622997"/>
                <a:gd name="csY1004" fmla="*/ 625751 h 663466"/>
                <a:gd name="csX1005" fmla="*/ 211252 w 622997"/>
                <a:gd name="csY1005" fmla="*/ 628467 h 663466"/>
                <a:gd name="csX1006" fmla="*/ 205066 w 622997"/>
                <a:gd name="csY1006" fmla="*/ 632636 h 663466"/>
                <a:gd name="csX1007" fmla="*/ 201155 w 622997"/>
                <a:gd name="csY1007" fmla="*/ 633922 h 663466"/>
                <a:gd name="csX1008" fmla="*/ 199672 w 622997"/>
                <a:gd name="csY1008" fmla="*/ 635033 h 663466"/>
                <a:gd name="csX1009" fmla="*/ 195061 w 622997"/>
                <a:gd name="csY1009" fmla="*/ 633595 h 663466"/>
                <a:gd name="csX1010" fmla="*/ 190032 w 622997"/>
                <a:gd name="csY1010" fmla="*/ 629943 h 663466"/>
                <a:gd name="csX1011" fmla="*/ 187916 w 622997"/>
                <a:gd name="csY1011" fmla="*/ 627980 h 663466"/>
                <a:gd name="csX1012" fmla="*/ 180452 w 622997"/>
                <a:gd name="csY1012" fmla="*/ 618545 h 663466"/>
                <a:gd name="csX1013" fmla="*/ 179090 w 622997"/>
                <a:gd name="csY1013" fmla="*/ 617351 h 663466"/>
                <a:gd name="csX1014" fmla="*/ 177584 w 622997"/>
                <a:gd name="csY1014" fmla="*/ 613311 h 663466"/>
                <a:gd name="csX1015" fmla="*/ 177348 w 622997"/>
                <a:gd name="csY1015" fmla="*/ 611804 h 663466"/>
                <a:gd name="csX1016" fmla="*/ 176929 w 622997"/>
                <a:gd name="csY1016" fmla="*/ 611203 h 663466"/>
                <a:gd name="csX1017" fmla="*/ 176222 w 622997"/>
                <a:gd name="csY1017" fmla="*/ 610792 h 663466"/>
                <a:gd name="csX1018" fmla="*/ 175879 w 622997"/>
                <a:gd name="csY1018" fmla="*/ 610168 h 663466"/>
                <a:gd name="csX1019" fmla="*/ 174198 w 622997"/>
                <a:gd name="csY1019" fmla="*/ 605542 h 663466"/>
                <a:gd name="csX1020" fmla="*/ 173513 w 622997"/>
                <a:gd name="csY1020" fmla="*/ 600718 h 663466"/>
                <a:gd name="csX1021" fmla="*/ 172441 w 622997"/>
                <a:gd name="csY1021" fmla="*/ 595324 h 663466"/>
                <a:gd name="csX1022" fmla="*/ 173338 w 622997"/>
                <a:gd name="csY1022" fmla="*/ 595697 h 663466"/>
                <a:gd name="csX1023" fmla="*/ 174586 w 622997"/>
                <a:gd name="csY1023" fmla="*/ 597470 h 663466"/>
                <a:gd name="csX1024" fmla="*/ 175210 w 622997"/>
                <a:gd name="csY1024" fmla="*/ 600049 h 663466"/>
                <a:gd name="csX1025" fmla="*/ 175286 w 622997"/>
                <a:gd name="csY1025" fmla="*/ 603655 h 663466"/>
                <a:gd name="csX1026" fmla="*/ 176222 w 622997"/>
                <a:gd name="csY1026" fmla="*/ 604074 h 663466"/>
                <a:gd name="csX1027" fmla="*/ 177059 w 622997"/>
                <a:gd name="csY1027" fmla="*/ 603732 h 663466"/>
                <a:gd name="csX1028" fmla="*/ 174662 w 622997"/>
                <a:gd name="csY1028" fmla="*/ 595423 h 663466"/>
                <a:gd name="csX1029" fmla="*/ 172578 w 622997"/>
                <a:gd name="csY1029" fmla="*/ 593361 h 663466"/>
                <a:gd name="csX1030" fmla="*/ 172030 w 622997"/>
                <a:gd name="csY1030" fmla="*/ 593224 h 663466"/>
                <a:gd name="csX1031" fmla="*/ 171444 w 622997"/>
                <a:gd name="csY1031" fmla="*/ 591893 h 663466"/>
                <a:gd name="csX1032" fmla="*/ 171383 w 622997"/>
                <a:gd name="csY1032" fmla="*/ 590219 h 663466"/>
                <a:gd name="csX1033" fmla="*/ 171566 w 622997"/>
                <a:gd name="csY1033" fmla="*/ 589427 h 663466"/>
                <a:gd name="csX1034" fmla="*/ 169899 w 622997"/>
                <a:gd name="csY1034" fmla="*/ 586704 h 663466"/>
                <a:gd name="csX1035" fmla="*/ 169313 w 622997"/>
                <a:gd name="csY1035" fmla="*/ 585083 h 663466"/>
                <a:gd name="csX1036" fmla="*/ 165615 w 622997"/>
                <a:gd name="csY1036" fmla="*/ 576843 h 663466"/>
                <a:gd name="csX1037" fmla="*/ 163949 w 622997"/>
                <a:gd name="csY1037" fmla="*/ 570931 h 663466"/>
                <a:gd name="csX1038" fmla="*/ 161370 w 622997"/>
                <a:gd name="csY1038" fmla="*/ 564349 h 663466"/>
                <a:gd name="csX1039" fmla="*/ 159704 w 622997"/>
                <a:gd name="csY1039" fmla="*/ 562044 h 663466"/>
                <a:gd name="csX1040" fmla="*/ 157109 w 622997"/>
                <a:gd name="csY1040" fmla="*/ 556962 h 663466"/>
                <a:gd name="csX1041" fmla="*/ 154933 w 622997"/>
                <a:gd name="csY1041" fmla="*/ 554595 h 663466"/>
                <a:gd name="csX1042" fmla="*/ 152628 w 622997"/>
                <a:gd name="csY1042" fmla="*/ 551423 h 663466"/>
                <a:gd name="csX1043" fmla="*/ 150817 w 622997"/>
                <a:gd name="csY1043" fmla="*/ 550015 h 663466"/>
                <a:gd name="csX1044" fmla="*/ 150109 w 622997"/>
                <a:gd name="csY1044" fmla="*/ 549277 h 663466"/>
                <a:gd name="csX1045" fmla="*/ 144745 w 622997"/>
                <a:gd name="csY1045" fmla="*/ 538267 h 663466"/>
                <a:gd name="csX1046" fmla="*/ 143094 w 622997"/>
                <a:gd name="csY1046" fmla="*/ 532173 h 663466"/>
                <a:gd name="csX1047" fmla="*/ 141694 w 622997"/>
                <a:gd name="csY1047" fmla="*/ 529297 h 663466"/>
                <a:gd name="csX1048" fmla="*/ 141002 w 622997"/>
                <a:gd name="csY1048" fmla="*/ 527106 h 663466"/>
                <a:gd name="csX1049" fmla="*/ 139122 w 622997"/>
                <a:gd name="csY1049" fmla="*/ 517740 h 663466"/>
                <a:gd name="csX1050" fmla="*/ 139108 w 622997"/>
                <a:gd name="csY1050" fmla="*/ 516066 h 663466"/>
                <a:gd name="csX1051" fmla="*/ 138879 w 622997"/>
                <a:gd name="csY1051" fmla="*/ 514232 h 663466"/>
                <a:gd name="csX1052" fmla="*/ 137540 w 622997"/>
                <a:gd name="csY1052" fmla="*/ 510260 h 663466"/>
                <a:gd name="csX1053" fmla="*/ 135189 w 622997"/>
                <a:gd name="csY1053" fmla="*/ 505961 h 663466"/>
                <a:gd name="csX1054" fmla="*/ 134512 w 622997"/>
                <a:gd name="csY1054" fmla="*/ 503283 h 663466"/>
                <a:gd name="csX1055" fmla="*/ 134519 w 622997"/>
                <a:gd name="csY1055" fmla="*/ 502241 h 663466"/>
                <a:gd name="csX1056" fmla="*/ 133028 w 622997"/>
                <a:gd name="csY1056" fmla="*/ 498056 h 663466"/>
                <a:gd name="csX1057" fmla="*/ 132709 w 622997"/>
                <a:gd name="csY1057" fmla="*/ 496146 h 663466"/>
                <a:gd name="csX1058" fmla="*/ 131704 w 622997"/>
                <a:gd name="csY1058" fmla="*/ 494381 h 663466"/>
                <a:gd name="csX1059" fmla="*/ 130533 w 622997"/>
                <a:gd name="csY1059" fmla="*/ 492761 h 663466"/>
                <a:gd name="csX1060" fmla="*/ 129315 w 622997"/>
                <a:gd name="csY1060" fmla="*/ 491460 h 663466"/>
                <a:gd name="csX1061" fmla="*/ 126447 w 622997"/>
                <a:gd name="csY1061" fmla="*/ 487214 h 663466"/>
                <a:gd name="csX1062" fmla="*/ 125420 w 622997"/>
                <a:gd name="csY1062" fmla="*/ 486179 h 663466"/>
                <a:gd name="csX1063" fmla="*/ 123464 w 622997"/>
                <a:gd name="csY1063" fmla="*/ 483425 h 663466"/>
                <a:gd name="csX1064" fmla="*/ 122072 w 622997"/>
                <a:gd name="csY1064" fmla="*/ 478335 h 663466"/>
                <a:gd name="csX1065" fmla="*/ 120291 w 622997"/>
                <a:gd name="csY1065" fmla="*/ 476341 h 663466"/>
                <a:gd name="csX1066" fmla="*/ 123091 w 622997"/>
                <a:gd name="csY1066" fmla="*/ 476341 h 663466"/>
                <a:gd name="csX1067" fmla="*/ 121380 w 622997"/>
                <a:gd name="csY1067" fmla="*/ 474454 h 663466"/>
                <a:gd name="csX1068" fmla="*/ 120573 w 622997"/>
                <a:gd name="csY1068" fmla="*/ 473222 h 663466"/>
                <a:gd name="csX1069" fmla="*/ 119675 w 622997"/>
                <a:gd name="csY1069" fmla="*/ 472461 h 663466"/>
                <a:gd name="csX1070" fmla="*/ 120976 w 622997"/>
                <a:gd name="csY1070" fmla="*/ 470559 h 663466"/>
                <a:gd name="csX1071" fmla="*/ 118846 w 622997"/>
                <a:gd name="csY1071" fmla="*/ 470612 h 663466"/>
                <a:gd name="csX1072" fmla="*/ 117720 w 622997"/>
                <a:gd name="csY1072" fmla="*/ 469471 h 663466"/>
                <a:gd name="csX1073" fmla="*/ 116175 w 622997"/>
                <a:gd name="csY1073" fmla="*/ 465895 h 663466"/>
                <a:gd name="csX1074" fmla="*/ 113367 w 622997"/>
                <a:gd name="csY1074" fmla="*/ 461847 h 663466"/>
                <a:gd name="csX1075" fmla="*/ 112888 w 622997"/>
                <a:gd name="csY1075" fmla="*/ 459686 h 663466"/>
                <a:gd name="csX1076" fmla="*/ 110408 w 622997"/>
                <a:gd name="csY1076" fmla="*/ 452876 h 663466"/>
                <a:gd name="csX1077" fmla="*/ 108308 w 622997"/>
                <a:gd name="csY1077" fmla="*/ 436495 h 663466"/>
                <a:gd name="csX1078" fmla="*/ 106383 w 622997"/>
                <a:gd name="csY1078" fmla="*/ 429184 h 663466"/>
                <a:gd name="csX1079" fmla="*/ 106535 w 622997"/>
                <a:gd name="csY1079" fmla="*/ 427084 h 663466"/>
                <a:gd name="csX1080" fmla="*/ 104207 w 622997"/>
                <a:gd name="csY1080" fmla="*/ 420738 h 663466"/>
                <a:gd name="csX1081" fmla="*/ 103073 w 622997"/>
                <a:gd name="csY1081" fmla="*/ 416477 h 663466"/>
                <a:gd name="csX1082" fmla="*/ 102609 w 622997"/>
                <a:gd name="csY1082" fmla="*/ 412863 h 663466"/>
                <a:gd name="csX1083" fmla="*/ 101993 w 622997"/>
                <a:gd name="csY1083" fmla="*/ 410489 h 663466"/>
                <a:gd name="csX1084" fmla="*/ 101437 w 622997"/>
                <a:gd name="csY1084" fmla="*/ 405772 h 663466"/>
                <a:gd name="csX1085" fmla="*/ 100547 w 622997"/>
                <a:gd name="csY1085" fmla="*/ 404281 h 663466"/>
                <a:gd name="csX1086" fmla="*/ 100448 w 622997"/>
                <a:gd name="csY1086" fmla="*/ 403383 h 663466"/>
                <a:gd name="csX1087" fmla="*/ 101042 w 622997"/>
                <a:gd name="csY1087" fmla="*/ 401230 h 663466"/>
                <a:gd name="csX1088" fmla="*/ 102708 w 622997"/>
                <a:gd name="csY1088" fmla="*/ 397905 h 663466"/>
                <a:gd name="csX1089" fmla="*/ 103324 w 622997"/>
                <a:gd name="csY1089" fmla="*/ 395797 h 663466"/>
                <a:gd name="csX1090" fmla="*/ 102601 w 622997"/>
                <a:gd name="csY1090" fmla="*/ 392830 h 663466"/>
                <a:gd name="csX1091" fmla="*/ 101088 w 622997"/>
                <a:gd name="csY1091" fmla="*/ 395949 h 663466"/>
                <a:gd name="csX1092" fmla="*/ 99672 w 622997"/>
                <a:gd name="csY1092" fmla="*/ 396824 h 663466"/>
                <a:gd name="csX1093" fmla="*/ 98995 w 622997"/>
                <a:gd name="csY1093" fmla="*/ 394496 h 663466"/>
                <a:gd name="csX1094" fmla="*/ 98988 w 622997"/>
                <a:gd name="csY1094" fmla="*/ 391361 h 663466"/>
                <a:gd name="csX1095" fmla="*/ 98812 w 622997"/>
                <a:gd name="csY1095" fmla="*/ 390608 h 663466"/>
                <a:gd name="csX1096" fmla="*/ 99185 w 622997"/>
                <a:gd name="csY1096" fmla="*/ 389558 h 663466"/>
                <a:gd name="csX1097" fmla="*/ 102929 w 622997"/>
                <a:gd name="csY1097" fmla="*/ 390038 h 663466"/>
                <a:gd name="csX1098" fmla="*/ 98668 w 622997"/>
                <a:gd name="csY1098" fmla="*/ 388112 h 663466"/>
                <a:gd name="csX1099" fmla="*/ 98166 w 622997"/>
                <a:gd name="csY1099" fmla="*/ 386987 h 663466"/>
                <a:gd name="csX1100" fmla="*/ 98006 w 622997"/>
                <a:gd name="csY1100" fmla="*/ 386142 h 663466"/>
                <a:gd name="csX1101" fmla="*/ 98919 w 622997"/>
                <a:gd name="csY1101" fmla="*/ 384582 h 663466"/>
                <a:gd name="csX1102" fmla="*/ 97367 w 622997"/>
                <a:gd name="csY1102" fmla="*/ 383266 h 663466"/>
                <a:gd name="csX1103" fmla="*/ 96743 w 622997"/>
                <a:gd name="csY1103" fmla="*/ 379233 h 663466"/>
                <a:gd name="csX1104" fmla="*/ 96286 w 622997"/>
                <a:gd name="csY1104" fmla="*/ 378313 h 663466"/>
                <a:gd name="csX1105" fmla="*/ 96112 w 622997"/>
                <a:gd name="csY1105" fmla="*/ 377567 h 663466"/>
                <a:gd name="csX1106" fmla="*/ 96994 w 622997"/>
                <a:gd name="csY1106" fmla="*/ 371990 h 663466"/>
                <a:gd name="csX1107" fmla="*/ 100661 w 622997"/>
                <a:gd name="csY1107" fmla="*/ 361011 h 663466"/>
                <a:gd name="csX1108" fmla="*/ 100935 w 622997"/>
                <a:gd name="csY1108" fmla="*/ 358523 h 663466"/>
                <a:gd name="csX1109" fmla="*/ 100616 w 622997"/>
                <a:gd name="csY1109" fmla="*/ 354985 h 663466"/>
                <a:gd name="csX1110" fmla="*/ 99802 w 622997"/>
                <a:gd name="csY1110" fmla="*/ 352170 h 663466"/>
                <a:gd name="csX1111" fmla="*/ 99451 w 622997"/>
                <a:gd name="csY1111" fmla="*/ 349187 h 663466"/>
                <a:gd name="csX1112" fmla="*/ 99231 w 622997"/>
                <a:gd name="csY1112" fmla="*/ 348419 h 663466"/>
                <a:gd name="csX1113" fmla="*/ 97899 w 622997"/>
                <a:gd name="csY1113" fmla="*/ 348145 h 663466"/>
                <a:gd name="csX1114" fmla="*/ 96636 w 622997"/>
                <a:gd name="csY1114" fmla="*/ 347042 h 663466"/>
                <a:gd name="csX1115" fmla="*/ 95175 w 622997"/>
                <a:gd name="csY1115" fmla="*/ 342613 h 663466"/>
                <a:gd name="csX1116" fmla="*/ 96515 w 622997"/>
                <a:gd name="csY1116" fmla="*/ 341160 h 663466"/>
                <a:gd name="csX1117" fmla="*/ 97549 w 622997"/>
                <a:gd name="csY1117" fmla="*/ 340361 h 663466"/>
                <a:gd name="csX1118" fmla="*/ 96126 w 622997"/>
                <a:gd name="csY1118" fmla="*/ 340696 h 663466"/>
                <a:gd name="csX1119" fmla="*/ 94955 w 622997"/>
                <a:gd name="csY1119" fmla="*/ 340559 h 663466"/>
                <a:gd name="csX1120" fmla="*/ 97176 w 622997"/>
                <a:gd name="csY1120" fmla="*/ 338512 h 663466"/>
                <a:gd name="csX1121" fmla="*/ 99163 w 622997"/>
                <a:gd name="csY1121" fmla="*/ 336945 h 663466"/>
                <a:gd name="csX1122" fmla="*/ 103690 w 622997"/>
                <a:gd name="csY1122" fmla="*/ 335127 h 663466"/>
                <a:gd name="csX1123" fmla="*/ 105614 w 622997"/>
                <a:gd name="csY1123" fmla="*/ 333962 h 663466"/>
                <a:gd name="csX1124" fmla="*/ 102769 w 622997"/>
                <a:gd name="csY1124" fmla="*/ 335012 h 663466"/>
                <a:gd name="csX1125" fmla="*/ 99786 w 622997"/>
                <a:gd name="csY1125" fmla="*/ 335408 h 663466"/>
                <a:gd name="csX1126" fmla="*/ 93456 w 622997"/>
                <a:gd name="csY1126" fmla="*/ 335195 h 663466"/>
                <a:gd name="csX1127" fmla="*/ 94514 w 622997"/>
                <a:gd name="csY1127" fmla="*/ 331056 h 663466"/>
                <a:gd name="csX1128" fmla="*/ 95617 w 622997"/>
                <a:gd name="csY1128" fmla="*/ 329671 h 663466"/>
                <a:gd name="csX1129" fmla="*/ 96811 w 622997"/>
                <a:gd name="csY1129" fmla="*/ 328895 h 663466"/>
                <a:gd name="csX1130" fmla="*/ 95054 w 622997"/>
                <a:gd name="csY1130" fmla="*/ 329131 h 663466"/>
                <a:gd name="csX1131" fmla="*/ 93015 w 622997"/>
                <a:gd name="csY1131" fmla="*/ 328804 h 663466"/>
                <a:gd name="csX1132" fmla="*/ 93669 w 622997"/>
                <a:gd name="csY1132" fmla="*/ 324596 h 663466"/>
                <a:gd name="csX1133" fmla="*/ 95274 w 622997"/>
                <a:gd name="csY1133" fmla="*/ 323683 h 663466"/>
                <a:gd name="csX1134" fmla="*/ 97001 w 622997"/>
                <a:gd name="csY1134" fmla="*/ 323508 h 663466"/>
                <a:gd name="csX1135" fmla="*/ 99147 w 622997"/>
                <a:gd name="csY1135" fmla="*/ 322907 h 663466"/>
                <a:gd name="csX1136" fmla="*/ 96849 w 622997"/>
                <a:gd name="csY1136" fmla="*/ 322215 h 663466"/>
                <a:gd name="csX1137" fmla="*/ 94468 w 622997"/>
                <a:gd name="csY1137" fmla="*/ 321880 h 663466"/>
                <a:gd name="csX1138" fmla="*/ 91600 w 622997"/>
                <a:gd name="csY1138" fmla="*/ 322572 h 663466"/>
                <a:gd name="csX1139" fmla="*/ 88967 w 622997"/>
                <a:gd name="csY1139" fmla="*/ 322063 h 663466"/>
                <a:gd name="csX1140" fmla="*/ 85764 w 622997"/>
                <a:gd name="csY1140" fmla="*/ 322070 h 663466"/>
                <a:gd name="csX1141" fmla="*/ 87042 w 622997"/>
                <a:gd name="csY1141" fmla="*/ 322633 h 663466"/>
                <a:gd name="csX1142" fmla="*/ 88412 w 622997"/>
                <a:gd name="csY1142" fmla="*/ 323912 h 663466"/>
                <a:gd name="csX1143" fmla="*/ 87727 w 622997"/>
                <a:gd name="csY1143" fmla="*/ 326194 h 663466"/>
                <a:gd name="csX1144" fmla="*/ 87080 w 622997"/>
                <a:gd name="csY1144" fmla="*/ 327617 h 663466"/>
                <a:gd name="csX1145" fmla="*/ 85322 w 622997"/>
                <a:gd name="csY1145" fmla="*/ 328598 h 663466"/>
                <a:gd name="csX1146" fmla="*/ 83884 w 622997"/>
                <a:gd name="csY1146" fmla="*/ 330082 h 663466"/>
                <a:gd name="csX1147" fmla="*/ 83481 w 622997"/>
                <a:gd name="csY1147" fmla="*/ 331383 h 663466"/>
                <a:gd name="csX1148" fmla="*/ 82667 w 622997"/>
                <a:gd name="csY1148" fmla="*/ 332296 h 663466"/>
                <a:gd name="csX1149" fmla="*/ 84075 w 622997"/>
                <a:gd name="csY1149" fmla="*/ 332943 h 663466"/>
                <a:gd name="csX1150" fmla="*/ 85520 w 622997"/>
                <a:gd name="csY1150" fmla="*/ 333407 h 663466"/>
                <a:gd name="csX1151" fmla="*/ 86357 w 622997"/>
                <a:gd name="csY1151" fmla="*/ 334465 h 663466"/>
                <a:gd name="csX1152" fmla="*/ 87346 w 622997"/>
                <a:gd name="csY1152" fmla="*/ 335994 h 663466"/>
                <a:gd name="csX1153" fmla="*/ 87293 w 622997"/>
                <a:gd name="csY1153" fmla="*/ 338969 h 663466"/>
                <a:gd name="csX1154" fmla="*/ 83504 w 622997"/>
                <a:gd name="csY1154" fmla="*/ 345961 h 663466"/>
                <a:gd name="csX1155" fmla="*/ 82195 w 622997"/>
                <a:gd name="csY1155" fmla="*/ 347521 h 663466"/>
                <a:gd name="csX1156" fmla="*/ 72707 w 622997"/>
                <a:gd name="csY1156" fmla="*/ 351736 h 663466"/>
                <a:gd name="csX1157" fmla="*/ 68987 w 622997"/>
                <a:gd name="csY1157" fmla="*/ 354026 h 663466"/>
                <a:gd name="csX1158" fmla="*/ 61044 w 622997"/>
                <a:gd name="csY1158" fmla="*/ 357001 h 663466"/>
                <a:gd name="csX1159" fmla="*/ 57954 w 622997"/>
                <a:gd name="csY1159" fmla="*/ 357557 h 663466"/>
                <a:gd name="csX1160" fmla="*/ 54531 w 622997"/>
                <a:gd name="csY1160" fmla="*/ 356963 h 663466"/>
                <a:gd name="csX1161" fmla="*/ 49524 w 622997"/>
                <a:gd name="csY1161" fmla="*/ 354703 h 663466"/>
                <a:gd name="csX1162" fmla="*/ 41885 w 622997"/>
                <a:gd name="csY1162" fmla="*/ 348913 h 663466"/>
                <a:gd name="csX1163" fmla="*/ 39899 w 622997"/>
                <a:gd name="csY1163" fmla="*/ 347004 h 663466"/>
                <a:gd name="csX1164" fmla="*/ 33789 w 622997"/>
                <a:gd name="csY1164" fmla="*/ 339555 h 663466"/>
                <a:gd name="csX1165" fmla="*/ 29384 w 622997"/>
                <a:gd name="csY1165" fmla="*/ 335606 h 663466"/>
                <a:gd name="csX1166" fmla="*/ 26044 w 622997"/>
                <a:gd name="csY1166" fmla="*/ 331931 h 663466"/>
                <a:gd name="csX1167" fmla="*/ 21905 w 622997"/>
                <a:gd name="csY1167" fmla="*/ 328446 h 663466"/>
                <a:gd name="csX1168" fmla="*/ 18002 w 622997"/>
                <a:gd name="csY1168" fmla="*/ 323744 h 663466"/>
                <a:gd name="csX1169" fmla="*/ 17173 w 622997"/>
                <a:gd name="csY1169" fmla="*/ 321598 h 663466"/>
                <a:gd name="csX1170" fmla="*/ 17462 w 622997"/>
                <a:gd name="csY1170" fmla="*/ 319415 h 663466"/>
                <a:gd name="csX1171" fmla="*/ 18915 w 622997"/>
                <a:gd name="csY1171" fmla="*/ 318228 h 663466"/>
                <a:gd name="csX1172" fmla="*/ 20619 w 622997"/>
                <a:gd name="csY1172" fmla="*/ 318707 h 663466"/>
                <a:gd name="csX1173" fmla="*/ 21966 w 622997"/>
                <a:gd name="csY1173" fmla="*/ 320548 h 663466"/>
                <a:gd name="csX1174" fmla="*/ 22917 w 622997"/>
                <a:gd name="csY1174" fmla="*/ 321370 h 663466"/>
                <a:gd name="csX1175" fmla="*/ 23716 w 622997"/>
                <a:gd name="csY1175" fmla="*/ 321705 h 663466"/>
                <a:gd name="csX1176" fmla="*/ 29544 w 622997"/>
                <a:gd name="csY1176" fmla="*/ 318882 h 663466"/>
                <a:gd name="csX1177" fmla="*/ 31804 w 622997"/>
                <a:gd name="csY1177" fmla="*/ 318996 h 663466"/>
                <a:gd name="csX1178" fmla="*/ 33348 w 622997"/>
                <a:gd name="csY1178" fmla="*/ 317581 h 663466"/>
                <a:gd name="csX1179" fmla="*/ 35304 w 622997"/>
                <a:gd name="csY1179" fmla="*/ 317893 h 663466"/>
                <a:gd name="csX1180" fmla="*/ 39291 w 622997"/>
                <a:gd name="csY1180" fmla="*/ 315687 h 663466"/>
                <a:gd name="csX1181" fmla="*/ 40964 w 622997"/>
                <a:gd name="csY1181" fmla="*/ 315550 h 663466"/>
                <a:gd name="csX1182" fmla="*/ 42958 w 622997"/>
                <a:gd name="csY1182" fmla="*/ 315108 h 663466"/>
                <a:gd name="csX1183" fmla="*/ 46169 w 622997"/>
                <a:gd name="csY1183" fmla="*/ 309516 h 663466"/>
                <a:gd name="csX1184" fmla="*/ 48573 w 622997"/>
                <a:gd name="csY1184" fmla="*/ 305955 h 663466"/>
                <a:gd name="csX1185" fmla="*/ 50133 w 622997"/>
                <a:gd name="csY1185" fmla="*/ 305210 h 663466"/>
                <a:gd name="csX1186" fmla="*/ 50041 w 622997"/>
                <a:gd name="csY1186" fmla="*/ 304342 h 663466"/>
                <a:gd name="csX1187" fmla="*/ 49608 w 622997"/>
                <a:gd name="csY1187" fmla="*/ 303209 h 663466"/>
                <a:gd name="csX1188" fmla="*/ 48444 w 622997"/>
                <a:gd name="csY1188" fmla="*/ 303498 h 663466"/>
                <a:gd name="csX1189" fmla="*/ 47630 w 622997"/>
                <a:gd name="csY1189" fmla="*/ 304578 h 663466"/>
                <a:gd name="csX1190" fmla="*/ 47028 w 622997"/>
                <a:gd name="csY1190" fmla="*/ 305887 h 663466"/>
                <a:gd name="csX1191" fmla="*/ 46420 w 622997"/>
                <a:gd name="csY1191" fmla="*/ 306671 h 663466"/>
                <a:gd name="csX1192" fmla="*/ 44533 w 622997"/>
                <a:gd name="csY1192" fmla="*/ 305948 h 663466"/>
                <a:gd name="csX1193" fmla="*/ 43262 w 622997"/>
                <a:gd name="csY1193" fmla="*/ 306069 h 663466"/>
                <a:gd name="csX1194" fmla="*/ 41695 w 622997"/>
                <a:gd name="csY1194" fmla="*/ 306496 h 663466"/>
                <a:gd name="csX1195" fmla="*/ 35966 w 622997"/>
                <a:gd name="csY1195" fmla="*/ 308580 h 663466"/>
                <a:gd name="csX1196" fmla="*/ 33607 w 622997"/>
                <a:gd name="csY1196" fmla="*/ 310452 h 663466"/>
                <a:gd name="csX1197" fmla="*/ 32009 w 622997"/>
                <a:gd name="csY1197" fmla="*/ 310825 h 663466"/>
                <a:gd name="csX1198" fmla="*/ 22856 w 622997"/>
                <a:gd name="csY1198" fmla="*/ 308763 h 663466"/>
                <a:gd name="csX1199" fmla="*/ 13908 w 622997"/>
                <a:gd name="csY1199" fmla="*/ 304030 h 663466"/>
                <a:gd name="csX1200" fmla="*/ 10142 w 622997"/>
                <a:gd name="csY1200" fmla="*/ 300880 h 663466"/>
                <a:gd name="csX1201" fmla="*/ 7761 w 622997"/>
                <a:gd name="csY1201" fmla="*/ 296855 h 663466"/>
                <a:gd name="csX1202" fmla="*/ 5379 w 622997"/>
                <a:gd name="csY1202" fmla="*/ 292054 h 663466"/>
                <a:gd name="csX1203" fmla="*/ 6163 w 622997"/>
                <a:gd name="csY1203" fmla="*/ 290708 h 663466"/>
                <a:gd name="csX1204" fmla="*/ 9861 w 622997"/>
                <a:gd name="csY1204" fmla="*/ 287816 h 663466"/>
                <a:gd name="csX1205" fmla="*/ 13056 w 622997"/>
                <a:gd name="csY1205" fmla="*/ 285542 h 663466"/>
                <a:gd name="csX1206" fmla="*/ 10188 w 622997"/>
                <a:gd name="csY1206" fmla="*/ 286553 h 663466"/>
                <a:gd name="csX1207" fmla="*/ 7083 w 622997"/>
                <a:gd name="csY1207" fmla="*/ 287961 h 663466"/>
                <a:gd name="csX1208" fmla="*/ 5547 w 622997"/>
                <a:gd name="csY1208" fmla="*/ 288943 h 663466"/>
                <a:gd name="csX1209" fmla="*/ 3804 w 622997"/>
                <a:gd name="csY1209" fmla="*/ 291004 h 663466"/>
                <a:gd name="csX1210" fmla="*/ 1491 w 622997"/>
                <a:gd name="csY1210" fmla="*/ 291469 h 663466"/>
                <a:gd name="csX1211" fmla="*/ 578 w 622997"/>
                <a:gd name="csY1211" fmla="*/ 288410 h 663466"/>
                <a:gd name="csX1212" fmla="*/ 0 w 622997"/>
                <a:gd name="csY1212" fmla="*/ 285427 h 663466"/>
                <a:gd name="csX1213" fmla="*/ 1476 w 622997"/>
                <a:gd name="csY1213" fmla="*/ 284423 h 663466"/>
                <a:gd name="csX1214" fmla="*/ 2511 w 622997"/>
                <a:gd name="csY1214" fmla="*/ 283791 h 663466"/>
                <a:gd name="csX1215" fmla="*/ 4611 w 622997"/>
                <a:gd name="csY1215" fmla="*/ 283259 h 663466"/>
                <a:gd name="csX1216" fmla="*/ 6909 w 622997"/>
                <a:gd name="csY1216" fmla="*/ 282879 h 663466"/>
                <a:gd name="csX1217" fmla="*/ 8993 w 622997"/>
                <a:gd name="csY1217" fmla="*/ 282894 h 663466"/>
                <a:gd name="csX1218" fmla="*/ 11938 w 622997"/>
                <a:gd name="csY1218" fmla="*/ 282939 h 663466"/>
                <a:gd name="csX1219" fmla="*/ 12022 w 622997"/>
                <a:gd name="csY1219" fmla="*/ 275940 h 663466"/>
                <a:gd name="csX1220" fmla="*/ 12265 w 622997"/>
                <a:gd name="csY1220" fmla="*/ 275323 h 663466"/>
                <a:gd name="csX1221" fmla="*/ 12683 w 622997"/>
                <a:gd name="csY1221" fmla="*/ 274966 h 663466"/>
                <a:gd name="csX1222" fmla="*/ 13163 w 622997"/>
                <a:gd name="csY1222" fmla="*/ 274813 h 663466"/>
                <a:gd name="csX1223" fmla="*/ 13566 w 622997"/>
                <a:gd name="csY1223" fmla="*/ 274920 h 663466"/>
                <a:gd name="csX1224" fmla="*/ 14167 w 622997"/>
                <a:gd name="csY1224" fmla="*/ 275970 h 663466"/>
                <a:gd name="csX1225" fmla="*/ 14920 w 622997"/>
                <a:gd name="csY1225" fmla="*/ 275909 h 663466"/>
                <a:gd name="csX1226" fmla="*/ 15719 w 622997"/>
                <a:gd name="csY1226" fmla="*/ 275300 h 663466"/>
                <a:gd name="csX1227" fmla="*/ 17500 w 622997"/>
                <a:gd name="csY1227" fmla="*/ 275757 h 663466"/>
                <a:gd name="csX1228" fmla="*/ 18930 w 622997"/>
                <a:gd name="csY1228" fmla="*/ 275445 h 663466"/>
                <a:gd name="csX1229" fmla="*/ 20376 w 622997"/>
                <a:gd name="csY1229" fmla="*/ 275856 h 663466"/>
                <a:gd name="csX1230" fmla="*/ 22841 w 622997"/>
                <a:gd name="csY1230" fmla="*/ 275863 h 663466"/>
                <a:gd name="csX1231" fmla="*/ 27292 w 622997"/>
                <a:gd name="csY1231" fmla="*/ 275696 h 663466"/>
                <a:gd name="csX1232" fmla="*/ 29765 w 622997"/>
                <a:gd name="csY1232" fmla="*/ 275749 h 663466"/>
                <a:gd name="csX1233" fmla="*/ 31363 w 622997"/>
                <a:gd name="csY1233" fmla="*/ 276860 h 663466"/>
                <a:gd name="csX1234" fmla="*/ 33112 w 622997"/>
                <a:gd name="csY1234" fmla="*/ 278085 h 663466"/>
                <a:gd name="csX1235" fmla="*/ 35007 w 622997"/>
                <a:gd name="csY1235" fmla="*/ 278260 h 663466"/>
                <a:gd name="csX1236" fmla="*/ 37754 w 622997"/>
                <a:gd name="csY1236" fmla="*/ 278115 h 663466"/>
                <a:gd name="csX1237" fmla="*/ 39618 w 622997"/>
                <a:gd name="csY1237" fmla="*/ 277644 h 663466"/>
                <a:gd name="csX1238" fmla="*/ 40561 w 622997"/>
                <a:gd name="csY1238" fmla="*/ 276502 h 663466"/>
                <a:gd name="csX1239" fmla="*/ 41269 w 622997"/>
                <a:gd name="csY1239" fmla="*/ 275407 h 663466"/>
                <a:gd name="csX1240" fmla="*/ 45339 w 622997"/>
                <a:gd name="csY1240" fmla="*/ 273809 h 663466"/>
                <a:gd name="csX1241" fmla="*/ 49615 w 622997"/>
                <a:gd name="csY1241" fmla="*/ 272508 h 663466"/>
                <a:gd name="csX1242" fmla="*/ 50848 w 622997"/>
                <a:gd name="csY1242" fmla="*/ 272364 h 663466"/>
                <a:gd name="csX1243" fmla="*/ 51236 w 622997"/>
                <a:gd name="csY1243" fmla="*/ 273124 h 663466"/>
                <a:gd name="csX1244" fmla="*/ 51046 w 622997"/>
                <a:gd name="csY1244" fmla="*/ 274395 h 663466"/>
                <a:gd name="csX1245" fmla="*/ 51540 w 622997"/>
                <a:gd name="csY1245" fmla="*/ 275605 h 663466"/>
                <a:gd name="csX1246" fmla="*/ 53260 w 622997"/>
                <a:gd name="csY1246" fmla="*/ 276373 h 663466"/>
                <a:gd name="csX1247" fmla="*/ 54470 w 622997"/>
                <a:gd name="csY1247" fmla="*/ 276564 h 663466"/>
                <a:gd name="csX1248" fmla="*/ 55558 w 622997"/>
                <a:gd name="csY1248" fmla="*/ 276388 h 663466"/>
                <a:gd name="csX1249" fmla="*/ 56364 w 622997"/>
                <a:gd name="csY1249" fmla="*/ 276000 h 663466"/>
                <a:gd name="csX1250" fmla="*/ 58099 w 622997"/>
                <a:gd name="csY1250" fmla="*/ 274098 h 663466"/>
                <a:gd name="csX1251" fmla="*/ 58997 w 622997"/>
                <a:gd name="csY1251" fmla="*/ 273665 h 663466"/>
                <a:gd name="csX1252" fmla="*/ 60161 w 622997"/>
                <a:gd name="csY1252" fmla="*/ 273695 h 663466"/>
                <a:gd name="csX1253" fmla="*/ 61469 w 622997"/>
                <a:gd name="csY1253" fmla="*/ 272782 h 663466"/>
                <a:gd name="csX1254" fmla="*/ 61492 w 622997"/>
                <a:gd name="csY1254" fmla="*/ 272082 h 663466"/>
                <a:gd name="csX1255" fmla="*/ 60663 w 622997"/>
                <a:gd name="csY1255" fmla="*/ 271747 h 663466"/>
                <a:gd name="csX1256" fmla="*/ 59956 w 622997"/>
                <a:gd name="csY1256" fmla="*/ 270743 h 663466"/>
                <a:gd name="csX1257" fmla="*/ 60093 w 622997"/>
                <a:gd name="csY1257" fmla="*/ 269929 h 663466"/>
                <a:gd name="csX1258" fmla="*/ 59887 w 622997"/>
                <a:gd name="csY1258" fmla="*/ 268772 h 663466"/>
                <a:gd name="csX1259" fmla="*/ 60032 w 622997"/>
                <a:gd name="csY1259" fmla="*/ 267677 h 663466"/>
                <a:gd name="csX1260" fmla="*/ 60587 w 622997"/>
                <a:gd name="csY1260" fmla="*/ 266855 h 663466"/>
                <a:gd name="csX1261" fmla="*/ 61561 w 622997"/>
                <a:gd name="csY1261" fmla="*/ 266064 h 663466"/>
                <a:gd name="csX1262" fmla="*/ 60983 w 622997"/>
                <a:gd name="csY1262" fmla="*/ 264428 h 663466"/>
                <a:gd name="csX1263" fmla="*/ 59491 w 622997"/>
                <a:gd name="csY1263" fmla="*/ 261293 h 663466"/>
                <a:gd name="csX1264" fmla="*/ 57932 w 622997"/>
                <a:gd name="csY1264" fmla="*/ 257276 h 663466"/>
                <a:gd name="csX1265" fmla="*/ 56280 w 622997"/>
                <a:gd name="csY1265" fmla="*/ 253928 h 663466"/>
                <a:gd name="csX1266" fmla="*/ 54188 w 622997"/>
                <a:gd name="csY1266" fmla="*/ 250991 h 663466"/>
                <a:gd name="csX1267" fmla="*/ 53108 w 622997"/>
                <a:gd name="csY1267" fmla="*/ 248830 h 663466"/>
                <a:gd name="csX1268" fmla="*/ 53222 w 622997"/>
                <a:gd name="csY1268" fmla="*/ 244060 h 663466"/>
                <a:gd name="csX1269" fmla="*/ 53039 w 622997"/>
                <a:gd name="csY1269" fmla="*/ 243093 h 663466"/>
                <a:gd name="csX1270" fmla="*/ 52316 w 622997"/>
                <a:gd name="csY1270" fmla="*/ 242500 h 663466"/>
                <a:gd name="csX1271" fmla="*/ 51350 w 622997"/>
                <a:gd name="csY1271" fmla="*/ 242173 h 663466"/>
                <a:gd name="csX1272" fmla="*/ 49988 w 622997"/>
                <a:gd name="csY1272" fmla="*/ 242660 h 663466"/>
                <a:gd name="csX1273" fmla="*/ 48763 w 622997"/>
                <a:gd name="csY1273" fmla="*/ 242751 h 663466"/>
                <a:gd name="csX1274" fmla="*/ 46131 w 622997"/>
                <a:gd name="csY1274" fmla="*/ 242644 h 663466"/>
                <a:gd name="csX1275" fmla="*/ 44837 w 622997"/>
                <a:gd name="csY1275" fmla="*/ 242158 h 663466"/>
                <a:gd name="csX1276" fmla="*/ 41322 w 622997"/>
                <a:gd name="csY1276" fmla="*/ 237356 h 663466"/>
                <a:gd name="csX1277" fmla="*/ 40858 w 622997"/>
                <a:gd name="csY1277" fmla="*/ 235470 h 663466"/>
                <a:gd name="csX1278" fmla="*/ 40843 w 622997"/>
                <a:gd name="csY1278" fmla="*/ 233529 h 663466"/>
                <a:gd name="csX1279" fmla="*/ 42007 w 622997"/>
                <a:gd name="csY1279" fmla="*/ 230151 h 663466"/>
                <a:gd name="csX1280" fmla="*/ 42364 w 622997"/>
                <a:gd name="csY1280" fmla="*/ 227001 h 663466"/>
                <a:gd name="csX1281" fmla="*/ 42524 w 622997"/>
                <a:gd name="csY1281" fmla="*/ 224064 h 663466"/>
                <a:gd name="csX1282" fmla="*/ 42334 w 622997"/>
                <a:gd name="csY1282" fmla="*/ 223235 h 663466"/>
                <a:gd name="csX1283" fmla="*/ 41627 w 622997"/>
                <a:gd name="csY1283" fmla="*/ 222246 h 663466"/>
                <a:gd name="csX1284" fmla="*/ 40447 w 622997"/>
                <a:gd name="csY1284" fmla="*/ 221515 h 663466"/>
                <a:gd name="csX1285" fmla="*/ 37290 w 622997"/>
                <a:gd name="csY1285" fmla="*/ 221340 h 663466"/>
                <a:gd name="csX1286" fmla="*/ 33539 w 622997"/>
                <a:gd name="csY1286" fmla="*/ 220367 h 663466"/>
                <a:gd name="csX1287" fmla="*/ 30655 w 622997"/>
                <a:gd name="csY1287" fmla="*/ 218655 h 663466"/>
                <a:gd name="csX1288" fmla="*/ 28646 w 622997"/>
                <a:gd name="csY1288" fmla="*/ 217620 h 663466"/>
                <a:gd name="csX1289" fmla="*/ 28106 w 622997"/>
                <a:gd name="csY1289" fmla="*/ 216943 h 663466"/>
                <a:gd name="csX1290" fmla="*/ 27862 w 622997"/>
                <a:gd name="csY1290" fmla="*/ 216152 h 663466"/>
                <a:gd name="csX1291" fmla="*/ 28388 w 622997"/>
                <a:gd name="csY1291" fmla="*/ 212583 h 663466"/>
                <a:gd name="csX1292" fmla="*/ 29293 w 622997"/>
                <a:gd name="csY1292" fmla="*/ 208558 h 663466"/>
                <a:gd name="csX1293" fmla="*/ 29955 w 622997"/>
                <a:gd name="csY1293" fmla="*/ 207326 h 663466"/>
                <a:gd name="csX1294" fmla="*/ 31096 w 622997"/>
                <a:gd name="csY1294" fmla="*/ 206047 h 663466"/>
                <a:gd name="csX1295" fmla="*/ 31941 w 622997"/>
                <a:gd name="csY1295" fmla="*/ 205180 h 663466"/>
                <a:gd name="csX1296" fmla="*/ 33295 w 622997"/>
                <a:gd name="csY1296" fmla="*/ 204031 h 663466"/>
                <a:gd name="csX1297" fmla="*/ 36955 w 622997"/>
                <a:gd name="csY1297" fmla="*/ 200181 h 663466"/>
                <a:gd name="csX1298" fmla="*/ 40234 w 622997"/>
                <a:gd name="csY1298" fmla="*/ 194878 h 663466"/>
                <a:gd name="csX1299" fmla="*/ 42266 w 622997"/>
                <a:gd name="csY1299" fmla="*/ 191172 h 663466"/>
                <a:gd name="csX1300" fmla="*/ 43323 w 622997"/>
                <a:gd name="csY1300" fmla="*/ 190069 h 663466"/>
                <a:gd name="csX1301" fmla="*/ 44404 w 622997"/>
                <a:gd name="csY1301" fmla="*/ 189126 h 663466"/>
                <a:gd name="csX1302" fmla="*/ 45978 w 622997"/>
                <a:gd name="csY1302" fmla="*/ 187985 h 663466"/>
                <a:gd name="csX1303" fmla="*/ 47805 w 622997"/>
                <a:gd name="csY1303" fmla="*/ 186942 h 663466"/>
                <a:gd name="csX1304" fmla="*/ 49615 w 622997"/>
                <a:gd name="csY1304" fmla="*/ 186988 h 663466"/>
                <a:gd name="csX1305" fmla="*/ 51335 w 622997"/>
                <a:gd name="csY1305" fmla="*/ 187939 h 663466"/>
                <a:gd name="csX1306" fmla="*/ 52613 w 622997"/>
                <a:gd name="csY1306" fmla="*/ 189050 h 663466"/>
                <a:gd name="csX1307" fmla="*/ 53047 w 622997"/>
                <a:gd name="csY1307" fmla="*/ 191507 h 663466"/>
                <a:gd name="csX1308" fmla="*/ 53952 w 622997"/>
                <a:gd name="csY1308" fmla="*/ 193098 h 663466"/>
                <a:gd name="csX1309" fmla="*/ 54926 w 622997"/>
                <a:gd name="csY1309" fmla="*/ 194056 h 663466"/>
                <a:gd name="csX1310" fmla="*/ 56220 w 622997"/>
                <a:gd name="csY1310" fmla="*/ 194520 h 663466"/>
                <a:gd name="csX1311" fmla="*/ 57871 w 622997"/>
                <a:gd name="csY1311" fmla="*/ 194406 h 663466"/>
                <a:gd name="csX1312" fmla="*/ 64482 w 622997"/>
                <a:gd name="csY1312" fmla="*/ 191591 h 663466"/>
                <a:gd name="csX1313" fmla="*/ 66735 w 622997"/>
                <a:gd name="csY1313" fmla="*/ 191020 h 663466"/>
                <a:gd name="csX1314" fmla="*/ 72137 w 622997"/>
                <a:gd name="csY1314" fmla="*/ 190670 h 663466"/>
                <a:gd name="csX1315" fmla="*/ 75842 w 622997"/>
                <a:gd name="csY1315" fmla="*/ 189582 h 663466"/>
                <a:gd name="csX1316" fmla="*/ 79121 w 622997"/>
                <a:gd name="csY1316" fmla="*/ 188441 h 663466"/>
                <a:gd name="csX1317" fmla="*/ 79524 w 622997"/>
                <a:gd name="csY1317" fmla="*/ 186394 h 663466"/>
                <a:gd name="csX1318" fmla="*/ 80788 w 622997"/>
                <a:gd name="csY1318" fmla="*/ 183267 h 663466"/>
                <a:gd name="csX1319" fmla="*/ 84637 w 622997"/>
                <a:gd name="csY1319" fmla="*/ 179189 h 663466"/>
                <a:gd name="csX1320" fmla="*/ 85725 w 622997"/>
                <a:gd name="csY1320" fmla="*/ 177371 h 663466"/>
                <a:gd name="csX1321" fmla="*/ 86890 w 622997"/>
                <a:gd name="csY1321" fmla="*/ 173886 h 663466"/>
                <a:gd name="csX1322" fmla="*/ 88130 w 622997"/>
                <a:gd name="csY1322" fmla="*/ 170705 h 663466"/>
                <a:gd name="csX1323" fmla="*/ 89203 w 622997"/>
                <a:gd name="csY1323" fmla="*/ 169382 h 663466"/>
                <a:gd name="csX1324" fmla="*/ 95259 w 622997"/>
                <a:gd name="csY1324" fmla="*/ 165882 h 663466"/>
                <a:gd name="csX1325" fmla="*/ 101186 w 622997"/>
                <a:gd name="csY1325" fmla="*/ 162663 h 663466"/>
                <a:gd name="csX1326" fmla="*/ 102160 w 622997"/>
                <a:gd name="csY1326" fmla="*/ 161202 h 663466"/>
                <a:gd name="csX1327" fmla="*/ 105995 w 622997"/>
                <a:gd name="csY1327" fmla="*/ 154507 h 663466"/>
                <a:gd name="csX1328" fmla="*/ 108186 w 622997"/>
                <a:gd name="csY1328" fmla="*/ 149949 h 663466"/>
                <a:gd name="csX1329" fmla="*/ 108757 w 622997"/>
                <a:gd name="csY1329" fmla="*/ 148481 h 663466"/>
                <a:gd name="csX1330" fmla="*/ 110027 w 622997"/>
                <a:gd name="csY1330" fmla="*/ 144517 h 663466"/>
                <a:gd name="csX1331" fmla="*/ 111404 w 622997"/>
                <a:gd name="csY1331" fmla="*/ 140561 h 663466"/>
                <a:gd name="csX1332" fmla="*/ 113231 w 622997"/>
                <a:gd name="csY1332" fmla="*/ 139640 h 663466"/>
                <a:gd name="csX1333" fmla="*/ 117301 w 622997"/>
                <a:gd name="csY1333" fmla="*/ 138133 h 663466"/>
                <a:gd name="csX1334" fmla="*/ 120527 w 622997"/>
                <a:gd name="csY1334" fmla="*/ 136657 h 663466"/>
                <a:gd name="csX1335" fmla="*/ 122186 w 622997"/>
                <a:gd name="csY1335" fmla="*/ 134968 h 663466"/>
                <a:gd name="csX1336" fmla="*/ 123183 w 622997"/>
                <a:gd name="csY1336" fmla="*/ 133492 h 663466"/>
                <a:gd name="csX1337" fmla="*/ 123000 w 622997"/>
                <a:gd name="csY1337" fmla="*/ 132031 h 663466"/>
                <a:gd name="csX1338" fmla="*/ 122110 w 622997"/>
                <a:gd name="csY1338" fmla="*/ 130297 h 663466"/>
                <a:gd name="csX1339" fmla="*/ 122293 w 622997"/>
                <a:gd name="csY1339" fmla="*/ 129262 h 663466"/>
                <a:gd name="csX1340" fmla="*/ 122452 w 622997"/>
                <a:gd name="csY1340" fmla="*/ 128242 h 663466"/>
                <a:gd name="csX1341" fmla="*/ 124803 w 622997"/>
                <a:gd name="csY1341" fmla="*/ 126165 h 663466"/>
                <a:gd name="csX1342" fmla="*/ 129209 w 622997"/>
                <a:gd name="csY1342" fmla="*/ 120010 h 663466"/>
                <a:gd name="csX1343" fmla="*/ 131857 w 622997"/>
                <a:gd name="csY1343" fmla="*/ 116928 h 663466"/>
                <a:gd name="csX1344" fmla="*/ 132732 w 622997"/>
                <a:gd name="csY1344" fmla="*/ 116928 h 663466"/>
                <a:gd name="csX1345" fmla="*/ 135493 w 622997"/>
                <a:gd name="csY1345" fmla="*/ 115285 h 663466"/>
                <a:gd name="csX1346" fmla="*/ 138118 w 622997"/>
                <a:gd name="csY1346" fmla="*/ 113428 h 663466"/>
                <a:gd name="csX1347" fmla="*/ 137966 w 622997"/>
                <a:gd name="csY1347" fmla="*/ 112584 h 663466"/>
                <a:gd name="csX1348" fmla="*/ 137639 w 622997"/>
                <a:gd name="csY1348" fmla="*/ 111488 h 663466"/>
                <a:gd name="csX1349" fmla="*/ 136132 w 622997"/>
                <a:gd name="csY1349" fmla="*/ 111001 h 663466"/>
                <a:gd name="csX1350" fmla="*/ 135653 w 622997"/>
                <a:gd name="csY1350" fmla="*/ 109685 h 663466"/>
                <a:gd name="csX1351" fmla="*/ 136026 w 622997"/>
                <a:gd name="csY1351" fmla="*/ 107798 h 663466"/>
                <a:gd name="csX1352" fmla="*/ 137289 w 622997"/>
                <a:gd name="csY1352" fmla="*/ 102723 h 663466"/>
                <a:gd name="csX1353" fmla="*/ 137030 w 622997"/>
                <a:gd name="csY1353" fmla="*/ 101262 h 663466"/>
                <a:gd name="csX1354" fmla="*/ 135493 w 622997"/>
                <a:gd name="csY1354" fmla="*/ 96545 h 663466"/>
                <a:gd name="csX1355" fmla="*/ 135836 w 622997"/>
                <a:gd name="csY1355" fmla="*/ 95244 h 663466"/>
                <a:gd name="csX1356" fmla="*/ 136467 w 622997"/>
                <a:gd name="csY1356" fmla="*/ 93905 h 663466"/>
                <a:gd name="csX1357" fmla="*/ 138187 w 622997"/>
                <a:gd name="csY1357" fmla="*/ 92124 h 663466"/>
                <a:gd name="csX1358" fmla="*/ 140401 w 622997"/>
                <a:gd name="csY1358" fmla="*/ 90641 h 663466"/>
                <a:gd name="csX1359" fmla="*/ 147492 w 622997"/>
                <a:gd name="csY1359" fmla="*/ 87126 h 663466"/>
                <a:gd name="csX1360" fmla="*/ 148930 w 622997"/>
                <a:gd name="csY1360" fmla="*/ 86738 h 663466"/>
                <a:gd name="csX1361" fmla="*/ 151387 w 622997"/>
                <a:gd name="csY1361" fmla="*/ 85847 h 663466"/>
                <a:gd name="csX1362" fmla="*/ 152894 w 622997"/>
                <a:gd name="csY1362" fmla="*/ 83968 h 663466"/>
                <a:gd name="csX1363" fmla="*/ 153077 w 622997"/>
                <a:gd name="csY1363" fmla="*/ 82363 h 663466"/>
                <a:gd name="csX1364" fmla="*/ 152415 w 622997"/>
                <a:gd name="csY1364" fmla="*/ 81366 h 663466"/>
                <a:gd name="csX1365" fmla="*/ 150946 w 622997"/>
                <a:gd name="csY1365" fmla="*/ 80027 h 663466"/>
                <a:gd name="csX1366" fmla="*/ 148185 w 622997"/>
                <a:gd name="csY1366" fmla="*/ 78817 h 663466"/>
                <a:gd name="csX1367" fmla="*/ 145689 w 622997"/>
                <a:gd name="csY1367" fmla="*/ 77759 h 663466"/>
                <a:gd name="csX1368" fmla="*/ 141451 w 622997"/>
                <a:gd name="csY1368" fmla="*/ 77873 h 663466"/>
                <a:gd name="csX1369" fmla="*/ 139252 w 622997"/>
                <a:gd name="csY1369" fmla="*/ 76968 h 663466"/>
                <a:gd name="csX1370" fmla="*/ 138651 w 622997"/>
                <a:gd name="csY1370" fmla="*/ 76337 h 663466"/>
                <a:gd name="csX1371" fmla="*/ 138346 w 622997"/>
                <a:gd name="csY1371" fmla="*/ 74100 h 663466"/>
                <a:gd name="csX1372" fmla="*/ 138773 w 622997"/>
                <a:gd name="csY1372" fmla="*/ 70311 h 663466"/>
                <a:gd name="csX1373" fmla="*/ 138111 w 622997"/>
                <a:gd name="csY1373" fmla="*/ 69976 h 663466"/>
                <a:gd name="csX1374" fmla="*/ 137167 w 622997"/>
                <a:gd name="csY1374" fmla="*/ 70425 h 663466"/>
                <a:gd name="csX1375" fmla="*/ 134930 w 622997"/>
                <a:gd name="csY1375" fmla="*/ 69976 h 663466"/>
                <a:gd name="csX1376" fmla="*/ 132184 w 622997"/>
                <a:gd name="csY1376" fmla="*/ 70029 h 663466"/>
                <a:gd name="csX1377" fmla="*/ 131134 w 622997"/>
                <a:gd name="csY1377" fmla="*/ 68971 h 663466"/>
                <a:gd name="csX1378" fmla="*/ 131651 w 622997"/>
                <a:gd name="csY1378" fmla="*/ 67701 h 663466"/>
                <a:gd name="csX1379" fmla="*/ 131491 w 622997"/>
                <a:gd name="csY1379" fmla="*/ 66004 h 663466"/>
                <a:gd name="csX1380" fmla="*/ 131080 w 622997"/>
                <a:gd name="csY1380" fmla="*/ 64391 h 663466"/>
                <a:gd name="csX1381" fmla="*/ 130654 w 622997"/>
                <a:gd name="csY1381" fmla="*/ 64056 h 663466"/>
                <a:gd name="csX1382" fmla="*/ 129338 w 622997"/>
                <a:gd name="csY1382" fmla="*/ 63668 h 663466"/>
                <a:gd name="csX1383" fmla="*/ 127291 w 622997"/>
                <a:gd name="csY1383" fmla="*/ 62268 h 663466"/>
                <a:gd name="csX1384" fmla="*/ 125640 w 622997"/>
                <a:gd name="csY1384" fmla="*/ 60541 h 663466"/>
                <a:gd name="csX1385" fmla="*/ 124674 w 622997"/>
                <a:gd name="csY1385" fmla="*/ 59369 h 663466"/>
                <a:gd name="csX1386" fmla="*/ 124377 w 622997"/>
                <a:gd name="csY1386" fmla="*/ 58563 h 663466"/>
                <a:gd name="csX1387" fmla="*/ 124469 w 622997"/>
                <a:gd name="csY1387" fmla="*/ 58030 h 663466"/>
                <a:gd name="csX1388" fmla="*/ 125670 w 622997"/>
                <a:gd name="csY1388" fmla="*/ 56532 h 663466"/>
                <a:gd name="csX1389" fmla="*/ 127101 w 622997"/>
                <a:gd name="csY1389" fmla="*/ 54424 h 663466"/>
                <a:gd name="csX1390" fmla="*/ 127626 w 622997"/>
                <a:gd name="csY1390" fmla="*/ 52613 h 663466"/>
                <a:gd name="csX1391" fmla="*/ 127786 w 622997"/>
                <a:gd name="csY1391" fmla="*/ 51297 h 663466"/>
                <a:gd name="csX1392" fmla="*/ 127383 w 622997"/>
                <a:gd name="csY1392" fmla="*/ 50331 h 663466"/>
                <a:gd name="csX1393" fmla="*/ 126066 w 622997"/>
                <a:gd name="csY1393" fmla="*/ 49144 h 663466"/>
                <a:gd name="csX1394" fmla="*/ 124659 w 622997"/>
                <a:gd name="csY1394" fmla="*/ 48101 h 663466"/>
                <a:gd name="csX1395" fmla="*/ 124096 w 622997"/>
                <a:gd name="csY1395" fmla="*/ 47196 h 663466"/>
                <a:gd name="csX1396" fmla="*/ 124073 w 622997"/>
                <a:gd name="csY1396" fmla="*/ 45826 h 663466"/>
                <a:gd name="csX1397" fmla="*/ 124598 w 622997"/>
                <a:gd name="csY1397" fmla="*/ 44114 h 663466"/>
                <a:gd name="csX1398" fmla="*/ 126249 w 622997"/>
                <a:gd name="csY1398" fmla="*/ 42821 h 663466"/>
                <a:gd name="csX1399" fmla="*/ 129178 w 622997"/>
                <a:gd name="csY1399" fmla="*/ 41596 h 663466"/>
                <a:gd name="csX1400" fmla="*/ 129939 w 622997"/>
                <a:gd name="csY1400" fmla="*/ 40074 h 663466"/>
                <a:gd name="csX1401" fmla="*/ 129840 w 622997"/>
                <a:gd name="csY1401" fmla="*/ 38948 h 663466"/>
                <a:gd name="csX1402" fmla="*/ 129041 w 622997"/>
                <a:gd name="csY1402" fmla="*/ 38613 h 663466"/>
                <a:gd name="csX1403" fmla="*/ 126979 w 622997"/>
                <a:gd name="csY1403" fmla="*/ 38606 h 663466"/>
                <a:gd name="csX1404" fmla="*/ 123510 w 622997"/>
                <a:gd name="csY1404" fmla="*/ 38218 h 663466"/>
                <a:gd name="csX1405" fmla="*/ 122924 w 622997"/>
                <a:gd name="csY1405" fmla="*/ 37594 h 663466"/>
                <a:gd name="csX1406" fmla="*/ 122528 w 622997"/>
                <a:gd name="csY1406" fmla="*/ 36757 h 663466"/>
                <a:gd name="csX1407" fmla="*/ 122521 w 622997"/>
                <a:gd name="csY1407" fmla="*/ 35928 h 663466"/>
                <a:gd name="csX1408" fmla="*/ 123259 w 622997"/>
                <a:gd name="csY1408" fmla="*/ 34984 h 663466"/>
                <a:gd name="csX1409" fmla="*/ 124141 w 622997"/>
                <a:gd name="csY1409" fmla="*/ 33789 h 663466"/>
                <a:gd name="csX1410" fmla="*/ 123981 w 622997"/>
                <a:gd name="csY1410" fmla="*/ 32625 h 663466"/>
                <a:gd name="csX1411" fmla="*/ 122962 w 622997"/>
                <a:gd name="csY1411" fmla="*/ 31309 h 663466"/>
                <a:gd name="csX1412" fmla="*/ 120519 w 622997"/>
                <a:gd name="csY1412" fmla="*/ 30350 h 663466"/>
                <a:gd name="csX1413" fmla="*/ 120185 w 622997"/>
                <a:gd name="csY1413" fmla="*/ 28989 h 663466"/>
                <a:gd name="csX1414" fmla="*/ 120565 w 622997"/>
                <a:gd name="csY1414" fmla="*/ 27855 h 663466"/>
                <a:gd name="csX1415" fmla="*/ 121372 w 622997"/>
                <a:gd name="csY1415" fmla="*/ 26234 h 663466"/>
                <a:gd name="csX1416" fmla="*/ 122079 w 622997"/>
                <a:gd name="csY1416" fmla="*/ 25108 h 663466"/>
                <a:gd name="csX1417" fmla="*/ 123746 w 622997"/>
                <a:gd name="csY1417" fmla="*/ 21897 h 663466"/>
                <a:gd name="csX1418" fmla="*/ 125769 w 622997"/>
                <a:gd name="csY1418" fmla="*/ 21197 h 663466"/>
                <a:gd name="csX1419" fmla="*/ 128250 w 622997"/>
                <a:gd name="csY1419" fmla="*/ 20155 h 663466"/>
                <a:gd name="csX1420" fmla="*/ 130989 w 622997"/>
                <a:gd name="csY1420" fmla="*/ 19006 h 663466"/>
                <a:gd name="csX1421" fmla="*/ 135212 w 622997"/>
                <a:gd name="csY1421" fmla="*/ 19866 h 663466"/>
                <a:gd name="csX1422" fmla="*/ 137266 w 622997"/>
                <a:gd name="csY1422" fmla="*/ 20292 h 663466"/>
                <a:gd name="csX1423" fmla="*/ 141420 w 622997"/>
                <a:gd name="csY1423" fmla="*/ 21273 h 663466"/>
                <a:gd name="csX1424" fmla="*/ 144905 w 622997"/>
                <a:gd name="csY1424" fmla="*/ 22095 h 663466"/>
                <a:gd name="csX1425" fmla="*/ 148466 w 622997"/>
                <a:gd name="csY1425" fmla="*/ 22331 h 663466"/>
                <a:gd name="csX1426" fmla="*/ 149942 w 622997"/>
                <a:gd name="csY1426" fmla="*/ 22270 h 663466"/>
                <a:gd name="csX1427" fmla="*/ 151570 w 622997"/>
                <a:gd name="csY1427" fmla="*/ 23244 h 663466"/>
                <a:gd name="csX1428" fmla="*/ 155595 w 622997"/>
                <a:gd name="csY1428" fmla="*/ 24910 h 663466"/>
                <a:gd name="csX1429" fmla="*/ 158867 w 622997"/>
                <a:gd name="csY1429" fmla="*/ 25785 h 663466"/>
                <a:gd name="csX1430" fmla="*/ 161081 w 622997"/>
                <a:gd name="csY1430" fmla="*/ 25778 h 663466"/>
                <a:gd name="csX1431" fmla="*/ 164345 w 622997"/>
                <a:gd name="csY1431" fmla="*/ 24302 h 663466"/>
                <a:gd name="csX1432" fmla="*/ 165973 w 622997"/>
                <a:gd name="csY1432" fmla="*/ 22947 h 663466"/>
                <a:gd name="csX1433" fmla="*/ 168165 w 622997"/>
                <a:gd name="csY1433" fmla="*/ 21464 h 663466"/>
                <a:gd name="csX1434" fmla="*/ 170972 w 622997"/>
                <a:gd name="csY1434" fmla="*/ 21524 h 663466"/>
                <a:gd name="csX1435" fmla="*/ 177044 w 622997"/>
                <a:gd name="csY1435" fmla="*/ 19234 h 663466"/>
                <a:gd name="csX1436" fmla="*/ 178177 w 622997"/>
                <a:gd name="csY1436" fmla="*/ 19630 h 663466"/>
                <a:gd name="csX1437" fmla="*/ 179980 w 622997"/>
                <a:gd name="csY1437" fmla="*/ 19759 h 663466"/>
                <a:gd name="csX1438" fmla="*/ 182157 w 622997"/>
                <a:gd name="csY1438" fmla="*/ 18435 h 663466"/>
                <a:gd name="csX1439" fmla="*/ 183275 w 622997"/>
                <a:gd name="csY1439" fmla="*/ 16868 h 663466"/>
                <a:gd name="csX1440" fmla="*/ 183450 w 622997"/>
                <a:gd name="csY1440" fmla="*/ 16077 h 663466"/>
                <a:gd name="csX1441" fmla="*/ 183990 w 622997"/>
                <a:gd name="csY1441" fmla="*/ 15499 h 663466"/>
                <a:gd name="csX1442" fmla="*/ 186318 w 622997"/>
                <a:gd name="csY1442" fmla="*/ 14502 h 663466"/>
                <a:gd name="csX1443" fmla="*/ 188654 w 622997"/>
                <a:gd name="csY1443" fmla="*/ 13117 h 663466"/>
                <a:gd name="csX1444" fmla="*/ 189286 w 622997"/>
                <a:gd name="csY1444" fmla="*/ 11291 h 663466"/>
                <a:gd name="csX1445" fmla="*/ 189674 w 622997"/>
                <a:gd name="csY1445" fmla="*/ 10051 h 663466"/>
                <a:gd name="csX1446" fmla="*/ 192231 w 622997"/>
                <a:gd name="csY1446" fmla="*/ 8453 h 663466"/>
                <a:gd name="csX1447" fmla="*/ 194893 w 622997"/>
                <a:gd name="csY1447" fmla="*/ 6787 h 663466"/>
                <a:gd name="csX1448" fmla="*/ 197678 w 622997"/>
                <a:gd name="csY1448" fmla="*/ 5044 h 663466"/>
                <a:gd name="csX1449" fmla="*/ 200843 w 622997"/>
                <a:gd name="csY1449" fmla="*/ 3058 h 663466"/>
                <a:gd name="csX1450" fmla="*/ 203521 w 622997"/>
                <a:gd name="csY1450" fmla="*/ 1377 h 663466"/>
                <a:gd name="csX1451" fmla="*/ 205713 w 622997"/>
                <a:gd name="csY1451" fmla="*/ 0 h 663466"/>
                <a:gd name="csX1452" fmla="*/ 205956 w 622997"/>
                <a:gd name="csY1452" fmla="*/ 297 h 663466"/>
                <a:gd name="csX1453" fmla="*/ 206816 w 622997"/>
                <a:gd name="csY1453" fmla="*/ 920 h 663466"/>
                <a:gd name="csX1454" fmla="*/ 207744 w 622997"/>
                <a:gd name="csY1454" fmla="*/ 1225 h 663466"/>
                <a:gd name="csX1455" fmla="*/ 208833 w 622997"/>
                <a:gd name="csY1455" fmla="*/ 639 h 663466"/>
                <a:gd name="csX1456" fmla="*/ 210194 w 622997"/>
                <a:gd name="csY1456" fmla="*/ 152 h 663466"/>
                <a:gd name="csX1457" fmla="*/ 210909 w 622997"/>
                <a:gd name="csY1457" fmla="*/ 426 h 663466"/>
                <a:gd name="csX1458" fmla="*/ 211008 w 622997"/>
                <a:gd name="csY1458" fmla="*/ 1217 h 663466"/>
                <a:gd name="csX1459" fmla="*/ 210194 w 622997"/>
                <a:gd name="csY1459" fmla="*/ 4930 h 663466"/>
                <a:gd name="csX1460" fmla="*/ 210263 w 622997"/>
                <a:gd name="csY1460" fmla="*/ 6383 h 663466"/>
                <a:gd name="csX1461" fmla="*/ 211624 w 622997"/>
                <a:gd name="csY1461" fmla="*/ 9404 h 663466"/>
                <a:gd name="csX1462" fmla="*/ 213390 w 622997"/>
                <a:gd name="csY1462" fmla="*/ 14296 h 663466"/>
                <a:gd name="csX1463" fmla="*/ 215048 w 622997"/>
                <a:gd name="csY1463" fmla="*/ 18877 h 663466"/>
                <a:gd name="csX1464" fmla="*/ 216022 w 622997"/>
                <a:gd name="csY1464" fmla="*/ 21875 h 663466"/>
                <a:gd name="csX1465" fmla="*/ 216989 w 622997"/>
                <a:gd name="csY1465" fmla="*/ 23099 h 663466"/>
                <a:gd name="csX1466" fmla="*/ 221013 w 622997"/>
                <a:gd name="csY1466" fmla="*/ 24355 h 663466"/>
                <a:gd name="csX1467" fmla="*/ 224331 w 622997"/>
                <a:gd name="csY1467" fmla="*/ 25382 h 663466"/>
                <a:gd name="csX1468" fmla="*/ 226302 w 622997"/>
                <a:gd name="csY1468" fmla="*/ 27063 h 663466"/>
                <a:gd name="csX1469" fmla="*/ 228478 w 622997"/>
                <a:gd name="csY1469" fmla="*/ 28677 h 663466"/>
                <a:gd name="csX1470" fmla="*/ 229999 w 622997"/>
                <a:gd name="csY1470" fmla="*/ 29666 h 663466"/>
                <a:gd name="csX1471" fmla="*/ 230722 w 622997"/>
                <a:gd name="csY1471" fmla="*/ 30936 h 663466"/>
                <a:gd name="csX1472" fmla="*/ 230874 w 622997"/>
                <a:gd name="csY1472" fmla="*/ 32077 h 663466"/>
                <a:gd name="csX1473" fmla="*/ 230737 w 622997"/>
                <a:gd name="csY1473" fmla="*/ 32846 h 663466"/>
                <a:gd name="csX1474" fmla="*/ 229908 w 622997"/>
                <a:gd name="csY1474" fmla="*/ 33858 h 663466"/>
                <a:gd name="csX1475" fmla="*/ 226088 w 622997"/>
                <a:gd name="csY1475" fmla="*/ 36460 h 663466"/>
                <a:gd name="csX1476" fmla="*/ 225632 w 622997"/>
                <a:gd name="csY1476" fmla="*/ 37282 h 663466"/>
                <a:gd name="csX1477" fmla="*/ 225518 w 622997"/>
                <a:gd name="csY1477" fmla="*/ 38362 h 663466"/>
                <a:gd name="csX1478" fmla="*/ 226271 w 622997"/>
                <a:gd name="csY1478" fmla="*/ 41581 h 663466"/>
                <a:gd name="csX1479" fmla="*/ 226743 w 622997"/>
                <a:gd name="csY1479" fmla="*/ 43597 h 663466"/>
                <a:gd name="csX1480" fmla="*/ 226880 w 622997"/>
                <a:gd name="csY1480" fmla="*/ 47645 h 663466"/>
                <a:gd name="csX1481" fmla="*/ 227131 w 622997"/>
                <a:gd name="csY1481" fmla="*/ 51487 h 663466"/>
                <a:gd name="csX1482" fmla="*/ 228485 w 622997"/>
                <a:gd name="csY1482" fmla="*/ 53237 h 663466"/>
                <a:gd name="csX1483" fmla="*/ 229596 w 622997"/>
                <a:gd name="csY1483" fmla="*/ 54363 h 663466"/>
                <a:gd name="csX1484" fmla="*/ 230273 w 622997"/>
                <a:gd name="csY1484" fmla="*/ 55383 h 663466"/>
                <a:gd name="csX1485" fmla="*/ 231643 w 622997"/>
                <a:gd name="csY1485" fmla="*/ 56790 h 663466"/>
                <a:gd name="csX1486" fmla="*/ 232792 w 622997"/>
                <a:gd name="csY1486" fmla="*/ 57833 h 663466"/>
                <a:gd name="csX1487" fmla="*/ 233773 w 622997"/>
                <a:gd name="csY1487" fmla="*/ 58449 h 663466"/>
                <a:gd name="csX1488" fmla="*/ 234252 w 622997"/>
                <a:gd name="csY1488" fmla="*/ 59826 h 663466"/>
                <a:gd name="csX1489" fmla="*/ 233971 w 622997"/>
                <a:gd name="csY1489" fmla="*/ 61447 h 663466"/>
                <a:gd name="csX1490" fmla="*/ 233560 w 622997"/>
                <a:gd name="csY1490" fmla="*/ 62854 h 663466"/>
                <a:gd name="csX1491" fmla="*/ 233689 w 622997"/>
                <a:gd name="csY1491" fmla="*/ 63615 h 663466"/>
                <a:gd name="csX1492" fmla="*/ 234481 w 622997"/>
                <a:gd name="csY1492" fmla="*/ 64155 h 663466"/>
                <a:gd name="csX1493" fmla="*/ 235691 w 622997"/>
                <a:gd name="csY1493" fmla="*/ 65563 h 663466"/>
                <a:gd name="csX1494" fmla="*/ 235850 w 622997"/>
                <a:gd name="csY1494" fmla="*/ 67617 h 663466"/>
                <a:gd name="csX1495" fmla="*/ 235767 w 622997"/>
                <a:gd name="csY1495" fmla="*/ 69032 h 663466"/>
                <a:gd name="csX1496" fmla="*/ 236246 w 622997"/>
                <a:gd name="csY1496" fmla="*/ 70303 h 663466"/>
                <a:gd name="csX1497" fmla="*/ 236376 w 622997"/>
                <a:gd name="csY1497" fmla="*/ 71711 h 663466"/>
                <a:gd name="csX1498" fmla="*/ 236003 w 622997"/>
                <a:gd name="csY1498" fmla="*/ 75218 h 663466"/>
                <a:gd name="csX1499" fmla="*/ 236063 w 622997"/>
                <a:gd name="csY1499" fmla="*/ 76801 h 663466"/>
                <a:gd name="csX1500" fmla="*/ 235006 w 622997"/>
                <a:gd name="csY1500" fmla="*/ 76900 h 663466"/>
                <a:gd name="csX1501" fmla="*/ 234100 w 622997"/>
                <a:gd name="csY1501" fmla="*/ 77440 h 663466"/>
                <a:gd name="csX1502" fmla="*/ 232815 w 622997"/>
                <a:gd name="csY1502" fmla="*/ 79646 h 663466"/>
                <a:gd name="csX1503" fmla="*/ 231331 w 622997"/>
                <a:gd name="csY1503" fmla="*/ 80224 h 663466"/>
                <a:gd name="csX1504" fmla="*/ 229649 w 622997"/>
                <a:gd name="csY1504" fmla="*/ 80400 h 663466"/>
                <a:gd name="csX1505" fmla="*/ 227915 w 622997"/>
                <a:gd name="csY1505" fmla="*/ 79045 h 663466"/>
                <a:gd name="csX1506" fmla="*/ 226492 w 622997"/>
                <a:gd name="csY1506" fmla="*/ 77630 h 663466"/>
                <a:gd name="csX1507" fmla="*/ 226104 w 622997"/>
                <a:gd name="csY1507" fmla="*/ 76846 h 663466"/>
                <a:gd name="csX1508" fmla="*/ 225746 w 622997"/>
                <a:gd name="csY1508" fmla="*/ 75355 h 663466"/>
                <a:gd name="csX1509" fmla="*/ 224978 w 622997"/>
                <a:gd name="csY1509" fmla="*/ 74381 h 663466"/>
                <a:gd name="csX1510" fmla="*/ 223502 w 622997"/>
                <a:gd name="csY1510" fmla="*/ 74838 h 663466"/>
                <a:gd name="csX1511" fmla="*/ 221257 w 622997"/>
                <a:gd name="csY1511" fmla="*/ 75043 h 663466"/>
                <a:gd name="csX1512" fmla="*/ 218830 w 622997"/>
                <a:gd name="csY1512" fmla="*/ 75370 h 663466"/>
                <a:gd name="csX1513" fmla="*/ 218381 w 622997"/>
                <a:gd name="csY1513" fmla="*/ 75697 h 663466"/>
                <a:gd name="csX1514" fmla="*/ 218335 w 622997"/>
                <a:gd name="csY1514" fmla="*/ 76329 h 663466"/>
                <a:gd name="csX1515" fmla="*/ 218929 w 622997"/>
                <a:gd name="csY1515" fmla="*/ 77668 h 663466"/>
                <a:gd name="csX1516" fmla="*/ 219431 w 622997"/>
                <a:gd name="csY1516" fmla="*/ 79410 h 663466"/>
                <a:gd name="csX1517" fmla="*/ 219735 w 622997"/>
                <a:gd name="csY1517" fmla="*/ 81845 h 663466"/>
                <a:gd name="csX1518" fmla="*/ 220390 w 622997"/>
                <a:gd name="csY1518" fmla="*/ 83458 h 663466"/>
                <a:gd name="csX1519" fmla="*/ 220595 w 622997"/>
                <a:gd name="csY1519" fmla="*/ 83968 h 663466"/>
                <a:gd name="csX1520" fmla="*/ 224483 w 622997"/>
                <a:gd name="csY1520" fmla="*/ 88807 h 663466"/>
                <a:gd name="csX1521" fmla="*/ 225503 w 622997"/>
                <a:gd name="csY1521" fmla="*/ 89789 h 663466"/>
                <a:gd name="csX1522" fmla="*/ 225716 w 622997"/>
                <a:gd name="csY1522" fmla="*/ 90435 h 663466"/>
                <a:gd name="csX1523" fmla="*/ 225312 w 622997"/>
                <a:gd name="csY1523" fmla="*/ 92223 h 66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Lst>
              <a:rect l="l" t="t" r="r" b="b"/>
              <a:pathLst>
                <a:path w="622997" h="663466">
                  <a:moveTo>
                    <a:pt x="549255" y="661709"/>
                  </a:moveTo>
                  <a:lnTo>
                    <a:pt x="547946" y="663466"/>
                  </a:lnTo>
                  <a:lnTo>
                    <a:pt x="545390" y="658079"/>
                  </a:lnTo>
                  <a:lnTo>
                    <a:pt x="544294" y="657752"/>
                  </a:lnTo>
                  <a:lnTo>
                    <a:pt x="544256" y="655188"/>
                  </a:lnTo>
                  <a:lnTo>
                    <a:pt x="544849" y="654176"/>
                  </a:lnTo>
                  <a:lnTo>
                    <a:pt x="547809" y="653043"/>
                  </a:lnTo>
                  <a:lnTo>
                    <a:pt x="548586" y="653674"/>
                  </a:lnTo>
                  <a:lnTo>
                    <a:pt x="550092" y="658665"/>
                  </a:lnTo>
                  <a:lnTo>
                    <a:pt x="549255" y="661709"/>
                  </a:lnTo>
                  <a:close/>
                  <a:moveTo>
                    <a:pt x="545915" y="650471"/>
                  </a:moveTo>
                  <a:lnTo>
                    <a:pt x="543883" y="652495"/>
                  </a:lnTo>
                  <a:lnTo>
                    <a:pt x="543001" y="651277"/>
                  </a:lnTo>
                  <a:lnTo>
                    <a:pt x="543366" y="650433"/>
                  </a:lnTo>
                  <a:lnTo>
                    <a:pt x="544226" y="649969"/>
                  </a:lnTo>
                  <a:lnTo>
                    <a:pt x="545032" y="649314"/>
                  </a:lnTo>
                  <a:lnTo>
                    <a:pt x="545915" y="650471"/>
                  </a:lnTo>
                  <a:close/>
                  <a:moveTo>
                    <a:pt x="539698" y="639317"/>
                  </a:moveTo>
                  <a:lnTo>
                    <a:pt x="538040" y="639340"/>
                  </a:lnTo>
                  <a:lnTo>
                    <a:pt x="537553" y="638419"/>
                  </a:lnTo>
                  <a:lnTo>
                    <a:pt x="536853" y="637468"/>
                  </a:lnTo>
                  <a:lnTo>
                    <a:pt x="537385" y="636547"/>
                  </a:lnTo>
                  <a:lnTo>
                    <a:pt x="538261" y="636311"/>
                  </a:lnTo>
                  <a:lnTo>
                    <a:pt x="539501" y="637803"/>
                  </a:lnTo>
                  <a:lnTo>
                    <a:pt x="539790" y="638860"/>
                  </a:lnTo>
                  <a:lnTo>
                    <a:pt x="539698" y="639317"/>
                  </a:lnTo>
                  <a:close/>
                  <a:moveTo>
                    <a:pt x="541715" y="635490"/>
                  </a:moveTo>
                  <a:lnTo>
                    <a:pt x="540710" y="636281"/>
                  </a:lnTo>
                  <a:lnTo>
                    <a:pt x="540460" y="636174"/>
                  </a:lnTo>
                  <a:lnTo>
                    <a:pt x="540315" y="635566"/>
                  </a:lnTo>
                  <a:lnTo>
                    <a:pt x="540277" y="635140"/>
                  </a:lnTo>
                  <a:lnTo>
                    <a:pt x="540094" y="634371"/>
                  </a:lnTo>
                  <a:lnTo>
                    <a:pt x="539995" y="633017"/>
                  </a:lnTo>
                  <a:lnTo>
                    <a:pt x="540794" y="631883"/>
                  </a:lnTo>
                  <a:lnTo>
                    <a:pt x="541593" y="632119"/>
                  </a:lnTo>
                  <a:lnTo>
                    <a:pt x="541159" y="633276"/>
                  </a:lnTo>
                  <a:lnTo>
                    <a:pt x="541715" y="635490"/>
                  </a:lnTo>
                  <a:close/>
                  <a:moveTo>
                    <a:pt x="104625" y="630932"/>
                  </a:moveTo>
                  <a:lnTo>
                    <a:pt x="104321" y="631198"/>
                  </a:lnTo>
                  <a:lnTo>
                    <a:pt x="104009" y="631297"/>
                  </a:lnTo>
                  <a:lnTo>
                    <a:pt x="103796" y="631267"/>
                  </a:lnTo>
                  <a:lnTo>
                    <a:pt x="103682" y="631000"/>
                  </a:lnTo>
                  <a:lnTo>
                    <a:pt x="103743" y="630803"/>
                  </a:lnTo>
                  <a:lnTo>
                    <a:pt x="104017" y="631031"/>
                  </a:lnTo>
                  <a:lnTo>
                    <a:pt x="104382" y="630818"/>
                  </a:lnTo>
                  <a:lnTo>
                    <a:pt x="104793" y="630141"/>
                  </a:lnTo>
                  <a:lnTo>
                    <a:pt x="104892" y="629920"/>
                  </a:lnTo>
                  <a:lnTo>
                    <a:pt x="104975" y="630042"/>
                  </a:lnTo>
                  <a:lnTo>
                    <a:pt x="104892" y="630430"/>
                  </a:lnTo>
                  <a:lnTo>
                    <a:pt x="104625" y="630932"/>
                  </a:lnTo>
                  <a:close/>
                  <a:moveTo>
                    <a:pt x="533254" y="631350"/>
                  </a:moveTo>
                  <a:lnTo>
                    <a:pt x="533893" y="632149"/>
                  </a:lnTo>
                  <a:lnTo>
                    <a:pt x="532714" y="632012"/>
                  </a:lnTo>
                  <a:lnTo>
                    <a:pt x="531618" y="630803"/>
                  </a:lnTo>
                  <a:lnTo>
                    <a:pt x="531907" y="629669"/>
                  </a:lnTo>
                  <a:lnTo>
                    <a:pt x="532318" y="629205"/>
                  </a:lnTo>
                  <a:lnTo>
                    <a:pt x="533254" y="631350"/>
                  </a:lnTo>
                  <a:close/>
                  <a:moveTo>
                    <a:pt x="525706" y="612314"/>
                  </a:moveTo>
                  <a:lnTo>
                    <a:pt x="524771" y="612436"/>
                  </a:lnTo>
                  <a:lnTo>
                    <a:pt x="524192" y="611705"/>
                  </a:lnTo>
                  <a:lnTo>
                    <a:pt x="524124" y="610853"/>
                  </a:lnTo>
                  <a:lnTo>
                    <a:pt x="524656" y="610298"/>
                  </a:lnTo>
                  <a:lnTo>
                    <a:pt x="525158" y="610008"/>
                  </a:lnTo>
                  <a:lnTo>
                    <a:pt x="525661" y="610085"/>
                  </a:lnTo>
                  <a:lnTo>
                    <a:pt x="526163" y="611523"/>
                  </a:lnTo>
                  <a:lnTo>
                    <a:pt x="525706" y="612314"/>
                  </a:lnTo>
                  <a:close/>
                  <a:moveTo>
                    <a:pt x="519635" y="581781"/>
                  </a:moveTo>
                  <a:lnTo>
                    <a:pt x="518988" y="582519"/>
                  </a:lnTo>
                  <a:lnTo>
                    <a:pt x="516789" y="581941"/>
                  </a:lnTo>
                  <a:lnTo>
                    <a:pt x="516949" y="579719"/>
                  </a:lnTo>
                  <a:lnTo>
                    <a:pt x="516432" y="577543"/>
                  </a:lnTo>
                  <a:lnTo>
                    <a:pt x="516812" y="576630"/>
                  </a:lnTo>
                  <a:lnTo>
                    <a:pt x="518463" y="575070"/>
                  </a:lnTo>
                  <a:lnTo>
                    <a:pt x="519802" y="574385"/>
                  </a:lnTo>
                  <a:lnTo>
                    <a:pt x="520730" y="576493"/>
                  </a:lnTo>
                  <a:lnTo>
                    <a:pt x="521164" y="578555"/>
                  </a:lnTo>
                  <a:lnTo>
                    <a:pt x="519635" y="581781"/>
                  </a:lnTo>
                  <a:close/>
                  <a:moveTo>
                    <a:pt x="98493" y="567789"/>
                  </a:moveTo>
                  <a:lnTo>
                    <a:pt x="98333" y="567925"/>
                  </a:lnTo>
                  <a:lnTo>
                    <a:pt x="98318" y="567530"/>
                  </a:lnTo>
                  <a:lnTo>
                    <a:pt x="98516" y="566898"/>
                  </a:lnTo>
                  <a:lnTo>
                    <a:pt x="98744" y="566480"/>
                  </a:lnTo>
                  <a:lnTo>
                    <a:pt x="98812" y="566526"/>
                  </a:lnTo>
                  <a:lnTo>
                    <a:pt x="98752" y="566937"/>
                  </a:lnTo>
                  <a:lnTo>
                    <a:pt x="98637" y="567492"/>
                  </a:lnTo>
                  <a:lnTo>
                    <a:pt x="98493" y="567789"/>
                  </a:lnTo>
                  <a:close/>
                  <a:moveTo>
                    <a:pt x="523698" y="563916"/>
                  </a:moveTo>
                  <a:lnTo>
                    <a:pt x="522655" y="564349"/>
                  </a:lnTo>
                  <a:lnTo>
                    <a:pt x="521613" y="563809"/>
                  </a:lnTo>
                  <a:lnTo>
                    <a:pt x="522427" y="562934"/>
                  </a:lnTo>
                  <a:lnTo>
                    <a:pt x="522564" y="561154"/>
                  </a:lnTo>
                  <a:lnTo>
                    <a:pt x="523629" y="562143"/>
                  </a:lnTo>
                  <a:lnTo>
                    <a:pt x="523568" y="563269"/>
                  </a:lnTo>
                  <a:lnTo>
                    <a:pt x="523698" y="563916"/>
                  </a:lnTo>
                  <a:close/>
                  <a:moveTo>
                    <a:pt x="530622" y="549711"/>
                  </a:moveTo>
                  <a:lnTo>
                    <a:pt x="531573" y="552693"/>
                  </a:lnTo>
                  <a:lnTo>
                    <a:pt x="529853" y="551392"/>
                  </a:lnTo>
                  <a:lnTo>
                    <a:pt x="529298" y="550456"/>
                  </a:lnTo>
                  <a:lnTo>
                    <a:pt x="530158" y="549825"/>
                  </a:lnTo>
                  <a:lnTo>
                    <a:pt x="530622" y="549711"/>
                  </a:lnTo>
                  <a:close/>
                  <a:moveTo>
                    <a:pt x="524215" y="531724"/>
                  </a:moveTo>
                  <a:lnTo>
                    <a:pt x="523538" y="533139"/>
                  </a:lnTo>
                  <a:lnTo>
                    <a:pt x="523401" y="530111"/>
                  </a:lnTo>
                  <a:lnTo>
                    <a:pt x="523721" y="529731"/>
                  </a:lnTo>
                  <a:lnTo>
                    <a:pt x="524063" y="529624"/>
                  </a:lnTo>
                  <a:lnTo>
                    <a:pt x="524497" y="529906"/>
                  </a:lnTo>
                  <a:lnTo>
                    <a:pt x="524215" y="531724"/>
                  </a:lnTo>
                  <a:close/>
                  <a:moveTo>
                    <a:pt x="524329" y="560568"/>
                  </a:moveTo>
                  <a:lnTo>
                    <a:pt x="523858" y="561078"/>
                  </a:lnTo>
                  <a:lnTo>
                    <a:pt x="523165" y="560507"/>
                  </a:lnTo>
                  <a:lnTo>
                    <a:pt x="521179" y="556619"/>
                  </a:lnTo>
                  <a:lnTo>
                    <a:pt x="520837" y="554124"/>
                  </a:lnTo>
                  <a:lnTo>
                    <a:pt x="520289" y="553256"/>
                  </a:lnTo>
                  <a:lnTo>
                    <a:pt x="520989" y="552016"/>
                  </a:lnTo>
                  <a:lnTo>
                    <a:pt x="521864" y="551605"/>
                  </a:lnTo>
                  <a:lnTo>
                    <a:pt x="522381" y="550205"/>
                  </a:lnTo>
                  <a:lnTo>
                    <a:pt x="522564" y="548075"/>
                  </a:lnTo>
                  <a:lnTo>
                    <a:pt x="523332" y="546333"/>
                  </a:lnTo>
                  <a:lnTo>
                    <a:pt x="523721" y="545846"/>
                  </a:lnTo>
                  <a:lnTo>
                    <a:pt x="525318" y="545830"/>
                  </a:lnTo>
                  <a:lnTo>
                    <a:pt x="525722" y="545610"/>
                  </a:lnTo>
                  <a:lnTo>
                    <a:pt x="525501" y="543943"/>
                  </a:lnTo>
                  <a:lnTo>
                    <a:pt x="524573" y="543221"/>
                  </a:lnTo>
                  <a:lnTo>
                    <a:pt x="524245" y="542756"/>
                  </a:lnTo>
                  <a:lnTo>
                    <a:pt x="524283" y="538762"/>
                  </a:lnTo>
                  <a:lnTo>
                    <a:pt x="524527" y="537149"/>
                  </a:lnTo>
                  <a:lnTo>
                    <a:pt x="525105" y="535985"/>
                  </a:lnTo>
                  <a:lnTo>
                    <a:pt x="524694" y="533581"/>
                  </a:lnTo>
                  <a:lnTo>
                    <a:pt x="524968" y="532683"/>
                  </a:lnTo>
                  <a:lnTo>
                    <a:pt x="526117" y="531420"/>
                  </a:lnTo>
                  <a:lnTo>
                    <a:pt x="526627" y="528726"/>
                  </a:lnTo>
                  <a:lnTo>
                    <a:pt x="526155" y="527920"/>
                  </a:lnTo>
                  <a:lnTo>
                    <a:pt x="527251" y="523765"/>
                  </a:lnTo>
                  <a:lnTo>
                    <a:pt x="527190" y="520981"/>
                  </a:lnTo>
                  <a:lnTo>
                    <a:pt x="528620" y="518196"/>
                  </a:lnTo>
                  <a:lnTo>
                    <a:pt x="530857" y="516925"/>
                  </a:lnTo>
                  <a:lnTo>
                    <a:pt x="531565" y="516895"/>
                  </a:lnTo>
                  <a:lnTo>
                    <a:pt x="531656" y="519276"/>
                  </a:lnTo>
                  <a:lnTo>
                    <a:pt x="531869" y="520060"/>
                  </a:lnTo>
                  <a:lnTo>
                    <a:pt x="530576" y="521468"/>
                  </a:lnTo>
                  <a:lnTo>
                    <a:pt x="531808" y="523301"/>
                  </a:lnTo>
                  <a:lnTo>
                    <a:pt x="531649" y="523963"/>
                  </a:lnTo>
                  <a:lnTo>
                    <a:pt x="531154" y="525417"/>
                  </a:lnTo>
                  <a:lnTo>
                    <a:pt x="530340" y="526847"/>
                  </a:lnTo>
                  <a:lnTo>
                    <a:pt x="529207" y="527433"/>
                  </a:lnTo>
                  <a:lnTo>
                    <a:pt x="528324" y="529335"/>
                  </a:lnTo>
                  <a:lnTo>
                    <a:pt x="527822" y="530050"/>
                  </a:lnTo>
                  <a:lnTo>
                    <a:pt x="529503" y="532051"/>
                  </a:lnTo>
                  <a:lnTo>
                    <a:pt x="530043" y="538838"/>
                  </a:lnTo>
                  <a:lnTo>
                    <a:pt x="528811" y="540695"/>
                  </a:lnTo>
                  <a:lnTo>
                    <a:pt x="527342" y="541067"/>
                  </a:lnTo>
                  <a:lnTo>
                    <a:pt x="527685" y="545587"/>
                  </a:lnTo>
                  <a:lnTo>
                    <a:pt x="527418" y="546599"/>
                  </a:lnTo>
                  <a:lnTo>
                    <a:pt x="525965" y="548813"/>
                  </a:lnTo>
                  <a:lnTo>
                    <a:pt x="525691" y="549779"/>
                  </a:lnTo>
                  <a:lnTo>
                    <a:pt x="524877" y="550692"/>
                  </a:lnTo>
                  <a:lnTo>
                    <a:pt x="525219" y="551826"/>
                  </a:lnTo>
                  <a:lnTo>
                    <a:pt x="525927" y="552320"/>
                  </a:lnTo>
                  <a:lnTo>
                    <a:pt x="525942" y="553249"/>
                  </a:lnTo>
                  <a:lnTo>
                    <a:pt x="525288" y="555630"/>
                  </a:lnTo>
                  <a:lnTo>
                    <a:pt x="525235" y="558346"/>
                  </a:lnTo>
                  <a:lnTo>
                    <a:pt x="524329" y="560568"/>
                  </a:lnTo>
                  <a:close/>
                  <a:moveTo>
                    <a:pt x="225312" y="92223"/>
                  </a:moveTo>
                  <a:lnTo>
                    <a:pt x="225259" y="92140"/>
                  </a:lnTo>
                  <a:lnTo>
                    <a:pt x="224004" y="90275"/>
                  </a:lnTo>
                  <a:lnTo>
                    <a:pt x="225312" y="92223"/>
                  </a:lnTo>
                  <a:lnTo>
                    <a:pt x="224613" y="94278"/>
                  </a:lnTo>
                  <a:lnTo>
                    <a:pt x="224757" y="95906"/>
                  </a:lnTo>
                  <a:lnTo>
                    <a:pt x="226051" y="97701"/>
                  </a:lnTo>
                  <a:lnTo>
                    <a:pt x="227101" y="98957"/>
                  </a:lnTo>
                  <a:lnTo>
                    <a:pt x="226073" y="100646"/>
                  </a:lnTo>
                  <a:lnTo>
                    <a:pt x="225465" y="102601"/>
                  </a:lnTo>
                  <a:lnTo>
                    <a:pt x="226150" y="103476"/>
                  </a:lnTo>
                  <a:lnTo>
                    <a:pt x="225830" y="106284"/>
                  </a:lnTo>
                  <a:lnTo>
                    <a:pt x="226134" y="106809"/>
                  </a:lnTo>
                  <a:lnTo>
                    <a:pt x="226857" y="107029"/>
                  </a:lnTo>
                  <a:lnTo>
                    <a:pt x="227983" y="106839"/>
                  </a:lnTo>
                  <a:lnTo>
                    <a:pt x="228843" y="108209"/>
                  </a:lnTo>
                  <a:lnTo>
                    <a:pt x="228067" y="106976"/>
                  </a:lnTo>
                  <a:lnTo>
                    <a:pt x="227976" y="106839"/>
                  </a:lnTo>
                  <a:lnTo>
                    <a:pt x="229147" y="106094"/>
                  </a:lnTo>
                  <a:lnTo>
                    <a:pt x="230144" y="105949"/>
                  </a:lnTo>
                  <a:lnTo>
                    <a:pt x="230737" y="106162"/>
                  </a:lnTo>
                  <a:lnTo>
                    <a:pt x="231529" y="104039"/>
                  </a:lnTo>
                  <a:lnTo>
                    <a:pt x="232229" y="103735"/>
                  </a:lnTo>
                  <a:lnTo>
                    <a:pt x="233583" y="104321"/>
                  </a:lnTo>
                  <a:lnTo>
                    <a:pt x="236261" y="108323"/>
                  </a:lnTo>
                  <a:lnTo>
                    <a:pt x="238528" y="111701"/>
                  </a:lnTo>
                  <a:lnTo>
                    <a:pt x="239008" y="112165"/>
                  </a:lnTo>
                  <a:lnTo>
                    <a:pt x="239183" y="112340"/>
                  </a:lnTo>
                  <a:lnTo>
                    <a:pt x="239586" y="112728"/>
                  </a:lnTo>
                  <a:lnTo>
                    <a:pt x="241823" y="114478"/>
                  </a:lnTo>
                  <a:lnTo>
                    <a:pt x="243367" y="115581"/>
                  </a:lnTo>
                  <a:lnTo>
                    <a:pt x="245475" y="115186"/>
                  </a:lnTo>
                  <a:lnTo>
                    <a:pt x="248260" y="115110"/>
                  </a:lnTo>
                  <a:lnTo>
                    <a:pt x="249911" y="116190"/>
                  </a:lnTo>
                  <a:lnTo>
                    <a:pt x="250862" y="116944"/>
                  </a:lnTo>
                  <a:lnTo>
                    <a:pt x="250908" y="117050"/>
                  </a:lnTo>
                  <a:lnTo>
                    <a:pt x="251037" y="117073"/>
                  </a:lnTo>
                  <a:lnTo>
                    <a:pt x="251037" y="117073"/>
                  </a:lnTo>
                  <a:lnTo>
                    <a:pt x="254385" y="119721"/>
                  </a:lnTo>
                  <a:lnTo>
                    <a:pt x="255830" y="119523"/>
                  </a:lnTo>
                  <a:lnTo>
                    <a:pt x="256789" y="120284"/>
                  </a:lnTo>
                  <a:lnTo>
                    <a:pt x="257063" y="122148"/>
                  </a:lnTo>
                  <a:lnTo>
                    <a:pt x="256614" y="124088"/>
                  </a:lnTo>
                  <a:lnTo>
                    <a:pt x="256720" y="125001"/>
                  </a:lnTo>
                  <a:lnTo>
                    <a:pt x="258212" y="125176"/>
                  </a:lnTo>
                  <a:lnTo>
                    <a:pt x="261385" y="126454"/>
                  </a:lnTo>
                  <a:lnTo>
                    <a:pt x="264185" y="127588"/>
                  </a:lnTo>
                  <a:lnTo>
                    <a:pt x="265638" y="127945"/>
                  </a:lnTo>
                  <a:lnTo>
                    <a:pt x="267198" y="128782"/>
                  </a:lnTo>
                  <a:lnTo>
                    <a:pt x="268582" y="130121"/>
                  </a:lnTo>
                  <a:lnTo>
                    <a:pt x="271283" y="131841"/>
                  </a:lnTo>
                  <a:lnTo>
                    <a:pt x="273673" y="133157"/>
                  </a:lnTo>
                  <a:lnTo>
                    <a:pt x="274197" y="134938"/>
                  </a:lnTo>
                  <a:lnTo>
                    <a:pt x="273254" y="134557"/>
                  </a:lnTo>
                  <a:lnTo>
                    <a:pt x="272006" y="134755"/>
                  </a:lnTo>
                  <a:lnTo>
                    <a:pt x="270736" y="135546"/>
                  </a:lnTo>
                  <a:lnTo>
                    <a:pt x="270134" y="136049"/>
                  </a:lnTo>
                  <a:lnTo>
                    <a:pt x="267236" y="139115"/>
                  </a:lnTo>
                  <a:lnTo>
                    <a:pt x="265714" y="140058"/>
                  </a:lnTo>
                  <a:lnTo>
                    <a:pt x="264352" y="141435"/>
                  </a:lnTo>
                  <a:lnTo>
                    <a:pt x="261210" y="145582"/>
                  </a:lnTo>
                  <a:lnTo>
                    <a:pt x="259391" y="149447"/>
                  </a:lnTo>
                  <a:lnTo>
                    <a:pt x="258067" y="153077"/>
                  </a:lnTo>
                  <a:lnTo>
                    <a:pt x="258090" y="155641"/>
                  </a:lnTo>
                  <a:lnTo>
                    <a:pt x="257603" y="158646"/>
                  </a:lnTo>
                  <a:lnTo>
                    <a:pt x="256249" y="160358"/>
                  </a:lnTo>
                  <a:lnTo>
                    <a:pt x="255420" y="160936"/>
                  </a:lnTo>
                  <a:lnTo>
                    <a:pt x="254438" y="163516"/>
                  </a:lnTo>
                  <a:lnTo>
                    <a:pt x="253731" y="166521"/>
                  </a:lnTo>
                  <a:lnTo>
                    <a:pt x="254141" y="167495"/>
                  </a:lnTo>
                  <a:lnTo>
                    <a:pt x="255830" y="168803"/>
                  </a:lnTo>
                  <a:lnTo>
                    <a:pt x="257474" y="170082"/>
                  </a:lnTo>
                  <a:lnTo>
                    <a:pt x="259566" y="171466"/>
                  </a:lnTo>
                  <a:lnTo>
                    <a:pt x="261575" y="172783"/>
                  </a:lnTo>
                  <a:lnTo>
                    <a:pt x="262869" y="172950"/>
                  </a:lnTo>
                  <a:lnTo>
                    <a:pt x="263226" y="172204"/>
                  </a:lnTo>
                  <a:lnTo>
                    <a:pt x="263698" y="171489"/>
                  </a:lnTo>
                  <a:lnTo>
                    <a:pt x="265174" y="171870"/>
                  </a:lnTo>
                  <a:lnTo>
                    <a:pt x="266970" y="173156"/>
                  </a:lnTo>
                  <a:lnTo>
                    <a:pt x="268141" y="174183"/>
                  </a:lnTo>
                  <a:lnTo>
                    <a:pt x="268659" y="174525"/>
                  </a:lnTo>
                  <a:lnTo>
                    <a:pt x="271763" y="176252"/>
                  </a:lnTo>
                  <a:lnTo>
                    <a:pt x="274334" y="177675"/>
                  </a:lnTo>
                  <a:lnTo>
                    <a:pt x="277591" y="179478"/>
                  </a:lnTo>
                  <a:lnTo>
                    <a:pt x="278382" y="180581"/>
                  </a:lnTo>
                  <a:lnTo>
                    <a:pt x="279082" y="181753"/>
                  </a:lnTo>
                  <a:lnTo>
                    <a:pt x="280619" y="183305"/>
                  </a:lnTo>
                  <a:lnTo>
                    <a:pt x="284355" y="186052"/>
                  </a:lnTo>
                  <a:lnTo>
                    <a:pt x="287550" y="188023"/>
                  </a:lnTo>
                  <a:lnTo>
                    <a:pt x="290153" y="189620"/>
                  </a:lnTo>
                  <a:lnTo>
                    <a:pt x="292192" y="190739"/>
                  </a:lnTo>
                  <a:lnTo>
                    <a:pt x="293135" y="190564"/>
                  </a:lnTo>
                  <a:lnTo>
                    <a:pt x="294170" y="189963"/>
                  </a:lnTo>
                  <a:lnTo>
                    <a:pt x="295075" y="189620"/>
                  </a:lnTo>
                  <a:lnTo>
                    <a:pt x="296133" y="189940"/>
                  </a:lnTo>
                  <a:lnTo>
                    <a:pt x="297731" y="190792"/>
                  </a:lnTo>
                  <a:lnTo>
                    <a:pt x="301482" y="193394"/>
                  </a:lnTo>
                  <a:lnTo>
                    <a:pt x="304982" y="195426"/>
                  </a:lnTo>
                  <a:lnTo>
                    <a:pt x="308794" y="195061"/>
                  </a:lnTo>
                  <a:lnTo>
                    <a:pt x="309806" y="195388"/>
                  </a:lnTo>
                  <a:lnTo>
                    <a:pt x="310521" y="197229"/>
                  </a:lnTo>
                  <a:lnTo>
                    <a:pt x="311000" y="199093"/>
                  </a:lnTo>
                  <a:lnTo>
                    <a:pt x="315261" y="200326"/>
                  </a:lnTo>
                  <a:lnTo>
                    <a:pt x="318061" y="200881"/>
                  </a:lnTo>
                  <a:lnTo>
                    <a:pt x="321264" y="201893"/>
                  </a:lnTo>
                  <a:lnTo>
                    <a:pt x="322885" y="202646"/>
                  </a:lnTo>
                  <a:lnTo>
                    <a:pt x="324589" y="201703"/>
                  </a:lnTo>
                  <a:lnTo>
                    <a:pt x="324901" y="200874"/>
                  </a:lnTo>
                  <a:lnTo>
                    <a:pt x="326248" y="200386"/>
                  </a:lnTo>
                  <a:lnTo>
                    <a:pt x="328485" y="200600"/>
                  </a:lnTo>
                  <a:lnTo>
                    <a:pt x="332654" y="202045"/>
                  </a:lnTo>
                  <a:lnTo>
                    <a:pt x="334397" y="202479"/>
                  </a:lnTo>
                  <a:lnTo>
                    <a:pt x="335857" y="201109"/>
                  </a:lnTo>
                  <a:lnTo>
                    <a:pt x="338573" y="200478"/>
                  </a:lnTo>
                  <a:lnTo>
                    <a:pt x="339996" y="199763"/>
                  </a:lnTo>
                  <a:lnTo>
                    <a:pt x="342964" y="201284"/>
                  </a:lnTo>
                  <a:lnTo>
                    <a:pt x="348320" y="203186"/>
                  </a:lnTo>
                  <a:lnTo>
                    <a:pt x="351082" y="204373"/>
                  </a:lnTo>
                  <a:lnTo>
                    <a:pt x="351737" y="205537"/>
                  </a:lnTo>
                  <a:lnTo>
                    <a:pt x="352033" y="206641"/>
                  </a:lnTo>
                  <a:lnTo>
                    <a:pt x="352011" y="209319"/>
                  </a:lnTo>
                  <a:lnTo>
                    <a:pt x="352688" y="210529"/>
                  </a:lnTo>
                  <a:lnTo>
                    <a:pt x="358059" y="213245"/>
                  </a:lnTo>
                  <a:lnTo>
                    <a:pt x="359832" y="214394"/>
                  </a:lnTo>
                  <a:lnTo>
                    <a:pt x="361263" y="214767"/>
                  </a:lnTo>
                  <a:lnTo>
                    <a:pt x="362069" y="214812"/>
                  </a:lnTo>
                  <a:lnTo>
                    <a:pt x="362624" y="215155"/>
                  </a:lnTo>
                  <a:lnTo>
                    <a:pt x="363104" y="216699"/>
                  </a:lnTo>
                  <a:lnTo>
                    <a:pt x="363484" y="217057"/>
                  </a:lnTo>
                  <a:lnTo>
                    <a:pt x="364519" y="217437"/>
                  </a:lnTo>
                  <a:lnTo>
                    <a:pt x="365645" y="217658"/>
                  </a:lnTo>
                  <a:lnTo>
                    <a:pt x="369137" y="216319"/>
                  </a:lnTo>
                  <a:lnTo>
                    <a:pt x="371527" y="215307"/>
                  </a:lnTo>
                  <a:lnTo>
                    <a:pt x="373231" y="215566"/>
                  </a:lnTo>
                  <a:lnTo>
                    <a:pt x="374334" y="216692"/>
                  </a:lnTo>
                  <a:lnTo>
                    <a:pt x="374494" y="218335"/>
                  </a:lnTo>
                  <a:lnTo>
                    <a:pt x="375133" y="220070"/>
                  </a:lnTo>
                  <a:lnTo>
                    <a:pt x="376350" y="220914"/>
                  </a:lnTo>
                  <a:lnTo>
                    <a:pt x="377659" y="221006"/>
                  </a:lnTo>
                  <a:lnTo>
                    <a:pt x="380900" y="219834"/>
                  </a:lnTo>
                  <a:lnTo>
                    <a:pt x="383510" y="220732"/>
                  </a:lnTo>
                  <a:lnTo>
                    <a:pt x="385899" y="221059"/>
                  </a:lnTo>
                  <a:lnTo>
                    <a:pt x="388562" y="221622"/>
                  </a:lnTo>
                  <a:lnTo>
                    <a:pt x="389597" y="222048"/>
                  </a:lnTo>
                  <a:lnTo>
                    <a:pt x="392351" y="223478"/>
                  </a:lnTo>
                  <a:lnTo>
                    <a:pt x="395722" y="224924"/>
                  </a:lnTo>
                  <a:lnTo>
                    <a:pt x="397022" y="224764"/>
                  </a:lnTo>
                  <a:lnTo>
                    <a:pt x="402447" y="222071"/>
                  </a:lnTo>
                  <a:lnTo>
                    <a:pt x="402912" y="222398"/>
                  </a:lnTo>
                  <a:lnTo>
                    <a:pt x="404015" y="224970"/>
                  </a:lnTo>
                  <a:lnTo>
                    <a:pt x="405666" y="225890"/>
                  </a:lnTo>
                  <a:lnTo>
                    <a:pt x="408245" y="226697"/>
                  </a:lnTo>
                  <a:lnTo>
                    <a:pt x="410939" y="225213"/>
                  </a:lnTo>
                  <a:lnTo>
                    <a:pt x="413062" y="225639"/>
                  </a:lnTo>
                  <a:lnTo>
                    <a:pt x="415633" y="225776"/>
                  </a:lnTo>
                  <a:lnTo>
                    <a:pt x="418098" y="225061"/>
                  </a:lnTo>
                  <a:lnTo>
                    <a:pt x="420236" y="224879"/>
                  </a:lnTo>
                  <a:lnTo>
                    <a:pt x="423348" y="226172"/>
                  </a:lnTo>
                  <a:lnTo>
                    <a:pt x="424033" y="225875"/>
                  </a:lnTo>
                  <a:lnTo>
                    <a:pt x="424627" y="225046"/>
                  </a:lnTo>
                  <a:lnTo>
                    <a:pt x="425836" y="221333"/>
                  </a:lnTo>
                  <a:lnTo>
                    <a:pt x="426909" y="218046"/>
                  </a:lnTo>
                  <a:lnTo>
                    <a:pt x="426810" y="216083"/>
                  </a:lnTo>
                  <a:lnTo>
                    <a:pt x="425829" y="213199"/>
                  </a:lnTo>
                  <a:lnTo>
                    <a:pt x="423310" y="209441"/>
                  </a:lnTo>
                  <a:lnTo>
                    <a:pt x="423128" y="208299"/>
                  </a:lnTo>
                  <a:lnTo>
                    <a:pt x="423972" y="201733"/>
                  </a:lnTo>
                  <a:lnTo>
                    <a:pt x="424908" y="197937"/>
                  </a:lnTo>
                  <a:lnTo>
                    <a:pt x="425707" y="196141"/>
                  </a:lnTo>
                  <a:lnTo>
                    <a:pt x="426590" y="193577"/>
                  </a:lnTo>
                  <a:lnTo>
                    <a:pt x="426749" y="192390"/>
                  </a:lnTo>
                  <a:lnTo>
                    <a:pt x="426658" y="191317"/>
                  </a:lnTo>
                  <a:lnTo>
                    <a:pt x="425798" y="190663"/>
                  </a:lnTo>
                  <a:lnTo>
                    <a:pt x="425570" y="189849"/>
                  </a:lnTo>
                  <a:lnTo>
                    <a:pt x="425783" y="189164"/>
                  </a:lnTo>
                  <a:lnTo>
                    <a:pt x="426468" y="188783"/>
                  </a:lnTo>
                  <a:lnTo>
                    <a:pt x="429329" y="188304"/>
                  </a:lnTo>
                  <a:lnTo>
                    <a:pt x="432555" y="187277"/>
                  </a:lnTo>
                  <a:lnTo>
                    <a:pt x="433841" y="186729"/>
                  </a:lnTo>
                  <a:lnTo>
                    <a:pt x="434807" y="186181"/>
                  </a:lnTo>
                  <a:lnTo>
                    <a:pt x="435796" y="185314"/>
                  </a:lnTo>
                  <a:lnTo>
                    <a:pt x="436717" y="185352"/>
                  </a:lnTo>
                  <a:lnTo>
                    <a:pt x="439608" y="186608"/>
                  </a:lnTo>
                  <a:lnTo>
                    <a:pt x="440620" y="187399"/>
                  </a:lnTo>
                  <a:lnTo>
                    <a:pt x="441153" y="189795"/>
                  </a:lnTo>
                  <a:lnTo>
                    <a:pt x="441586" y="190724"/>
                  </a:lnTo>
                  <a:lnTo>
                    <a:pt x="441205" y="193158"/>
                  </a:lnTo>
                  <a:lnTo>
                    <a:pt x="439471" y="199047"/>
                  </a:lnTo>
                  <a:lnTo>
                    <a:pt x="439813" y="201246"/>
                  </a:lnTo>
                  <a:lnTo>
                    <a:pt x="441251" y="202852"/>
                  </a:lnTo>
                  <a:lnTo>
                    <a:pt x="442507" y="203970"/>
                  </a:lnTo>
                  <a:lnTo>
                    <a:pt x="442301" y="204419"/>
                  </a:lnTo>
                  <a:lnTo>
                    <a:pt x="439714" y="206314"/>
                  </a:lnTo>
                  <a:lnTo>
                    <a:pt x="439250" y="207326"/>
                  </a:lnTo>
                  <a:lnTo>
                    <a:pt x="439821" y="208315"/>
                  </a:lnTo>
                  <a:lnTo>
                    <a:pt x="440848" y="209152"/>
                  </a:lnTo>
                  <a:lnTo>
                    <a:pt x="441312" y="209951"/>
                  </a:lnTo>
                  <a:lnTo>
                    <a:pt x="441792" y="212431"/>
                  </a:lnTo>
                  <a:lnTo>
                    <a:pt x="443108" y="213131"/>
                  </a:lnTo>
                  <a:lnTo>
                    <a:pt x="445710" y="214729"/>
                  </a:lnTo>
                  <a:lnTo>
                    <a:pt x="448000" y="215893"/>
                  </a:lnTo>
                  <a:lnTo>
                    <a:pt x="451934" y="215117"/>
                  </a:lnTo>
                  <a:lnTo>
                    <a:pt x="453045" y="215642"/>
                  </a:lnTo>
                  <a:lnTo>
                    <a:pt x="454977" y="216190"/>
                  </a:lnTo>
                  <a:lnTo>
                    <a:pt x="456483" y="216357"/>
                  </a:lnTo>
                  <a:lnTo>
                    <a:pt x="457358" y="216768"/>
                  </a:lnTo>
                  <a:lnTo>
                    <a:pt x="457846" y="217163"/>
                  </a:lnTo>
                  <a:lnTo>
                    <a:pt x="457777" y="217665"/>
                  </a:lnTo>
                  <a:lnTo>
                    <a:pt x="457861" y="218183"/>
                  </a:lnTo>
                  <a:lnTo>
                    <a:pt x="460014" y="218320"/>
                  </a:lnTo>
                  <a:lnTo>
                    <a:pt x="461148" y="218617"/>
                  </a:lnTo>
                  <a:lnTo>
                    <a:pt x="464975" y="218084"/>
                  </a:lnTo>
                  <a:lnTo>
                    <a:pt x="468817" y="217354"/>
                  </a:lnTo>
                  <a:lnTo>
                    <a:pt x="470582" y="215140"/>
                  </a:lnTo>
                  <a:lnTo>
                    <a:pt x="471366" y="214980"/>
                  </a:lnTo>
                  <a:lnTo>
                    <a:pt x="473573" y="214120"/>
                  </a:lnTo>
                  <a:lnTo>
                    <a:pt x="475749" y="215063"/>
                  </a:lnTo>
                  <a:lnTo>
                    <a:pt x="478138" y="216349"/>
                  </a:lnTo>
                  <a:lnTo>
                    <a:pt x="479431" y="216737"/>
                  </a:lnTo>
                  <a:lnTo>
                    <a:pt x="481980" y="216943"/>
                  </a:lnTo>
                  <a:lnTo>
                    <a:pt x="484460" y="216798"/>
                  </a:lnTo>
                  <a:lnTo>
                    <a:pt x="490395" y="216182"/>
                  </a:lnTo>
                  <a:lnTo>
                    <a:pt x="493659" y="216501"/>
                  </a:lnTo>
                  <a:lnTo>
                    <a:pt x="496657" y="214660"/>
                  </a:lnTo>
                  <a:lnTo>
                    <a:pt x="497273" y="214668"/>
                  </a:lnTo>
                  <a:lnTo>
                    <a:pt x="498589" y="216091"/>
                  </a:lnTo>
                  <a:lnTo>
                    <a:pt x="501884" y="216220"/>
                  </a:lnTo>
                  <a:lnTo>
                    <a:pt x="503634" y="215535"/>
                  </a:lnTo>
                  <a:lnTo>
                    <a:pt x="505521" y="215010"/>
                  </a:lnTo>
                  <a:lnTo>
                    <a:pt x="506723" y="214843"/>
                  </a:lnTo>
                  <a:lnTo>
                    <a:pt x="507689" y="214828"/>
                  </a:lnTo>
                  <a:lnTo>
                    <a:pt x="508853" y="214965"/>
                  </a:lnTo>
                  <a:lnTo>
                    <a:pt x="509957" y="214493"/>
                  </a:lnTo>
                  <a:lnTo>
                    <a:pt x="510459" y="213542"/>
                  </a:lnTo>
                  <a:lnTo>
                    <a:pt x="510345" y="212104"/>
                  </a:lnTo>
                  <a:lnTo>
                    <a:pt x="509554" y="210536"/>
                  </a:lnTo>
                  <a:lnTo>
                    <a:pt x="508861" y="209616"/>
                  </a:lnTo>
                  <a:lnTo>
                    <a:pt x="508724" y="209129"/>
                  </a:lnTo>
                  <a:lnTo>
                    <a:pt x="508937" y="207995"/>
                  </a:lnTo>
                  <a:lnTo>
                    <a:pt x="509546" y="206397"/>
                  </a:lnTo>
                  <a:lnTo>
                    <a:pt x="510664" y="204571"/>
                  </a:lnTo>
                  <a:lnTo>
                    <a:pt x="509842" y="202798"/>
                  </a:lnTo>
                  <a:lnTo>
                    <a:pt x="508693" y="200767"/>
                  </a:lnTo>
                  <a:lnTo>
                    <a:pt x="507849" y="200569"/>
                  </a:lnTo>
                  <a:lnTo>
                    <a:pt x="505719" y="201041"/>
                  </a:lnTo>
                  <a:lnTo>
                    <a:pt x="503413" y="200949"/>
                  </a:lnTo>
                  <a:lnTo>
                    <a:pt x="501595" y="199725"/>
                  </a:lnTo>
                  <a:lnTo>
                    <a:pt x="500241" y="198188"/>
                  </a:lnTo>
                  <a:lnTo>
                    <a:pt x="499913" y="196902"/>
                  </a:lnTo>
                  <a:lnTo>
                    <a:pt x="500309" y="195327"/>
                  </a:lnTo>
                  <a:lnTo>
                    <a:pt x="500910" y="193881"/>
                  </a:lnTo>
                  <a:lnTo>
                    <a:pt x="501039" y="193341"/>
                  </a:lnTo>
                  <a:lnTo>
                    <a:pt x="502766" y="193341"/>
                  </a:lnTo>
                  <a:lnTo>
                    <a:pt x="505156" y="193660"/>
                  </a:lnTo>
                  <a:lnTo>
                    <a:pt x="506966" y="194064"/>
                  </a:lnTo>
                  <a:lnTo>
                    <a:pt x="508420" y="194049"/>
                  </a:lnTo>
                  <a:lnTo>
                    <a:pt x="511060" y="192192"/>
                  </a:lnTo>
                  <a:lnTo>
                    <a:pt x="512262" y="192078"/>
                  </a:lnTo>
                  <a:lnTo>
                    <a:pt x="513647" y="191728"/>
                  </a:lnTo>
                  <a:lnTo>
                    <a:pt x="514248" y="191378"/>
                  </a:lnTo>
                  <a:lnTo>
                    <a:pt x="514666" y="191652"/>
                  </a:lnTo>
                  <a:lnTo>
                    <a:pt x="516180" y="191880"/>
                  </a:lnTo>
                  <a:lnTo>
                    <a:pt x="517756" y="191789"/>
                  </a:lnTo>
                  <a:lnTo>
                    <a:pt x="519163" y="191279"/>
                  </a:lnTo>
                  <a:lnTo>
                    <a:pt x="520578" y="190480"/>
                  </a:lnTo>
                  <a:lnTo>
                    <a:pt x="523089" y="188806"/>
                  </a:lnTo>
                  <a:lnTo>
                    <a:pt x="523584" y="187848"/>
                  </a:lnTo>
                  <a:lnTo>
                    <a:pt x="523584" y="186965"/>
                  </a:lnTo>
                  <a:lnTo>
                    <a:pt x="523112" y="186379"/>
                  </a:lnTo>
                  <a:lnTo>
                    <a:pt x="522633" y="186098"/>
                  </a:lnTo>
                  <a:lnTo>
                    <a:pt x="522823" y="185329"/>
                  </a:lnTo>
                  <a:lnTo>
                    <a:pt x="523880" y="184036"/>
                  </a:lnTo>
                  <a:lnTo>
                    <a:pt x="527723" y="182088"/>
                  </a:lnTo>
                  <a:lnTo>
                    <a:pt x="530994" y="179684"/>
                  </a:lnTo>
                  <a:lnTo>
                    <a:pt x="532790" y="177880"/>
                  </a:lnTo>
                  <a:lnTo>
                    <a:pt x="533612" y="175697"/>
                  </a:lnTo>
                  <a:lnTo>
                    <a:pt x="534654" y="173323"/>
                  </a:lnTo>
                  <a:lnTo>
                    <a:pt x="535628" y="172387"/>
                  </a:lnTo>
                  <a:lnTo>
                    <a:pt x="537949" y="171793"/>
                  </a:lnTo>
                  <a:lnTo>
                    <a:pt x="544446" y="170919"/>
                  </a:lnTo>
                  <a:lnTo>
                    <a:pt x="546493" y="169960"/>
                  </a:lnTo>
                  <a:lnTo>
                    <a:pt x="549514" y="168179"/>
                  </a:lnTo>
                  <a:lnTo>
                    <a:pt x="551035" y="166779"/>
                  </a:lnTo>
                  <a:lnTo>
                    <a:pt x="551880" y="165646"/>
                  </a:lnTo>
                  <a:lnTo>
                    <a:pt x="551971" y="164383"/>
                  </a:lnTo>
                  <a:lnTo>
                    <a:pt x="553980" y="163987"/>
                  </a:lnTo>
                  <a:lnTo>
                    <a:pt x="555730" y="161941"/>
                  </a:lnTo>
                  <a:lnTo>
                    <a:pt x="557852" y="159879"/>
                  </a:lnTo>
                  <a:lnTo>
                    <a:pt x="561588" y="158136"/>
                  </a:lnTo>
                  <a:lnTo>
                    <a:pt x="564898" y="155793"/>
                  </a:lnTo>
                  <a:lnTo>
                    <a:pt x="566047" y="156166"/>
                  </a:lnTo>
                  <a:lnTo>
                    <a:pt x="567249" y="157276"/>
                  </a:lnTo>
                  <a:lnTo>
                    <a:pt x="567888" y="158502"/>
                  </a:lnTo>
                  <a:lnTo>
                    <a:pt x="568025" y="159125"/>
                  </a:lnTo>
                  <a:lnTo>
                    <a:pt x="572255" y="159901"/>
                  </a:lnTo>
                  <a:lnTo>
                    <a:pt x="572925" y="159780"/>
                  </a:lnTo>
                  <a:lnTo>
                    <a:pt x="576037" y="160875"/>
                  </a:lnTo>
                  <a:lnTo>
                    <a:pt x="578906" y="162199"/>
                  </a:lnTo>
                  <a:lnTo>
                    <a:pt x="580488" y="162526"/>
                  </a:lnTo>
                  <a:lnTo>
                    <a:pt x="581264" y="162488"/>
                  </a:lnTo>
                  <a:lnTo>
                    <a:pt x="581926" y="162077"/>
                  </a:lnTo>
                  <a:lnTo>
                    <a:pt x="582702" y="160913"/>
                  </a:lnTo>
                  <a:lnTo>
                    <a:pt x="583493" y="160069"/>
                  </a:lnTo>
                  <a:lnTo>
                    <a:pt x="583988" y="159726"/>
                  </a:lnTo>
                  <a:lnTo>
                    <a:pt x="583965" y="158387"/>
                  </a:lnTo>
                  <a:lnTo>
                    <a:pt x="588120" y="155770"/>
                  </a:lnTo>
                  <a:lnTo>
                    <a:pt x="591848" y="153891"/>
                  </a:lnTo>
                  <a:lnTo>
                    <a:pt x="595058" y="152521"/>
                  </a:lnTo>
                  <a:lnTo>
                    <a:pt x="596002" y="153084"/>
                  </a:lnTo>
                  <a:lnTo>
                    <a:pt x="597044" y="154126"/>
                  </a:lnTo>
                  <a:lnTo>
                    <a:pt x="598467" y="156782"/>
                  </a:lnTo>
                  <a:lnTo>
                    <a:pt x="599327" y="157429"/>
                  </a:lnTo>
                  <a:lnTo>
                    <a:pt x="601503" y="157056"/>
                  </a:lnTo>
                  <a:lnTo>
                    <a:pt x="601906" y="157353"/>
                  </a:lnTo>
                  <a:lnTo>
                    <a:pt x="601564" y="158304"/>
                  </a:lnTo>
                  <a:lnTo>
                    <a:pt x="600088" y="159483"/>
                  </a:lnTo>
                  <a:lnTo>
                    <a:pt x="598170" y="160540"/>
                  </a:lnTo>
                  <a:lnTo>
                    <a:pt x="596922" y="161408"/>
                  </a:lnTo>
                  <a:lnTo>
                    <a:pt x="597333" y="164292"/>
                  </a:lnTo>
                  <a:lnTo>
                    <a:pt x="597235" y="165281"/>
                  </a:lnTo>
                  <a:lnTo>
                    <a:pt x="597775" y="165593"/>
                  </a:lnTo>
                  <a:lnTo>
                    <a:pt x="601716" y="162732"/>
                  </a:lnTo>
                  <a:lnTo>
                    <a:pt x="603611" y="162169"/>
                  </a:lnTo>
                  <a:lnTo>
                    <a:pt x="604288" y="162861"/>
                  </a:lnTo>
                  <a:lnTo>
                    <a:pt x="604493" y="164390"/>
                  </a:lnTo>
                  <a:lnTo>
                    <a:pt x="606053" y="167540"/>
                  </a:lnTo>
                  <a:lnTo>
                    <a:pt x="606715" y="169138"/>
                  </a:lnTo>
                  <a:lnTo>
                    <a:pt x="602751" y="172942"/>
                  </a:lnTo>
                  <a:lnTo>
                    <a:pt x="601298" y="174905"/>
                  </a:lnTo>
                  <a:lnTo>
                    <a:pt x="601351" y="175598"/>
                  </a:lnTo>
                  <a:lnTo>
                    <a:pt x="601275" y="176283"/>
                  </a:lnTo>
                  <a:lnTo>
                    <a:pt x="600263" y="177257"/>
                  </a:lnTo>
                  <a:lnTo>
                    <a:pt x="600316" y="177645"/>
                  </a:lnTo>
                  <a:lnTo>
                    <a:pt x="601130" y="178261"/>
                  </a:lnTo>
                  <a:lnTo>
                    <a:pt x="602127" y="178725"/>
                  </a:lnTo>
                  <a:lnTo>
                    <a:pt x="602606" y="178710"/>
                  </a:lnTo>
                  <a:lnTo>
                    <a:pt x="603428" y="177789"/>
                  </a:lnTo>
                  <a:lnTo>
                    <a:pt x="607164" y="176488"/>
                  </a:lnTo>
                  <a:lnTo>
                    <a:pt x="608236" y="176732"/>
                  </a:lnTo>
                  <a:lnTo>
                    <a:pt x="610869" y="178725"/>
                  </a:lnTo>
                  <a:lnTo>
                    <a:pt x="612087" y="178839"/>
                  </a:lnTo>
                  <a:lnTo>
                    <a:pt x="615244" y="179432"/>
                  </a:lnTo>
                  <a:lnTo>
                    <a:pt x="617268" y="178679"/>
                  </a:lnTo>
                  <a:lnTo>
                    <a:pt x="618752" y="179372"/>
                  </a:lnTo>
                  <a:lnTo>
                    <a:pt x="621833" y="181867"/>
                  </a:lnTo>
                  <a:lnTo>
                    <a:pt x="622541" y="182324"/>
                  </a:lnTo>
                  <a:lnTo>
                    <a:pt x="622282" y="183838"/>
                  </a:lnTo>
                  <a:lnTo>
                    <a:pt x="622122" y="185504"/>
                  </a:lnTo>
                  <a:lnTo>
                    <a:pt x="622906" y="186828"/>
                  </a:lnTo>
                  <a:lnTo>
                    <a:pt x="622997" y="188000"/>
                  </a:lnTo>
                  <a:lnTo>
                    <a:pt x="622822" y="189073"/>
                  </a:lnTo>
                  <a:lnTo>
                    <a:pt x="622206" y="189811"/>
                  </a:lnTo>
                  <a:lnTo>
                    <a:pt x="620494" y="190221"/>
                  </a:lnTo>
                  <a:lnTo>
                    <a:pt x="619040" y="191500"/>
                  </a:lnTo>
                  <a:lnTo>
                    <a:pt x="616728" y="193349"/>
                  </a:lnTo>
                  <a:lnTo>
                    <a:pt x="614871" y="194825"/>
                  </a:lnTo>
                  <a:lnTo>
                    <a:pt x="613524" y="196133"/>
                  </a:lnTo>
                  <a:lnTo>
                    <a:pt x="613038" y="197503"/>
                  </a:lnTo>
                  <a:lnTo>
                    <a:pt x="613190" y="199230"/>
                  </a:lnTo>
                  <a:lnTo>
                    <a:pt x="613578" y="201033"/>
                  </a:lnTo>
                  <a:lnTo>
                    <a:pt x="617884" y="207637"/>
                  </a:lnTo>
                  <a:lnTo>
                    <a:pt x="617846" y="208779"/>
                  </a:lnTo>
                  <a:lnTo>
                    <a:pt x="616484" y="209098"/>
                  </a:lnTo>
                  <a:lnTo>
                    <a:pt x="614673" y="208353"/>
                  </a:lnTo>
                  <a:lnTo>
                    <a:pt x="613113" y="207287"/>
                  </a:lnTo>
                  <a:lnTo>
                    <a:pt x="611356" y="204457"/>
                  </a:lnTo>
                  <a:lnTo>
                    <a:pt x="609941" y="203613"/>
                  </a:lnTo>
                  <a:lnTo>
                    <a:pt x="608533" y="203430"/>
                  </a:lnTo>
                  <a:lnTo>
                    <a:pt x="600164" y="204883"/>
                  </a:lnTo>
                  <a:lnTo>
                    <a:pt x="598391" y="205294"/>
                  </a:lnTo>
                  <a:lnTo>
                    <a:pt x="595629" y="206352"/>
                  </a:lnTo>
                  <a:lnTo>
                    <a:pt x="593696" y="208474"/>
                  </a:lnTo>
                  <a:lnTo>
                    <a:pt x="592289" y="210415"/>
                  </a:lnTo>
                  <a:lnTo>
                    <a:pt x="590843" y="211198"/>
                  </a:lnTo>
                  <a:lnTo>
                    <a:pt x="588728" y="212705"/>
                  </a:lnTo>
                  <a:lnTo>
                    <a:pt x="582862" y="217331"/>
                  </a:lnTo>
                  <a:lnTo>
                    <a:pt x="579476" y="219324"/>
                  </a:lnTo>
                  <a:lnTo>
                    <a:pt x="577262" y="220055"/>
                  </a:lnTo>
                  <a:lnTo>
                    <a:pt x="575710" y="221105"/>
                  </a:lnTo>
                  <a:lnTo>
                    <a:pt x="574873" y="222809"/>
                  </a:lnTo>
                  <a:lnTo>
                    <a:pt x="574242" y="224034"/>
                  </a:lnTo>
                  <a:lnTo>
                    <a:pt x="574059" y="227039"/>
                  </a:lnTo>
                  <a:lnTo>
                    <a:pt x="574447" y="230737"/>
                  </a:lnTo>
                  <a:lnTo>
                    <a:pt x="575284" y="233096"/>
                  </a:lnTo>
                  <a:lnTo>
                    <a:pt x="575733" y="233590"/>
                  </a:lnTo>
                  <a:lnTo>
                    <a:pt x="575801" y="234283"/>
                  </a:lnTo>
                  <a:lnTo>
                    <a:pt x="574957" y="235553"/>
                  </a:lnTo>
                  <a:lnTo>
                    <a:pt x="573846" y="236641"/>
                  </a:lnTo>
                  <a:lnTo>
                    <a:pt x="573305" y="237311"/>
                  </a:lnTo>
                  <a:lnTo>
                    <a:pt x="572811" y="240674"/>
                  </a:lnTo>
                  <a:lnTo>
                    <a:pt x="571830" y="242325"/>
                  </a:lnTo>
                  <a:lnTo>
                    <a:pt x="570019" y="244752"/>
                  </a:lnTo>
                  <a:lnTo>
                    <a:pt x="568413" y="246586"/>
                  </a:lnTo>
                  <a:lnTo>
                    <a:pt x="565895" y="248008"/>
                  </a:lnTo>
                  <a:lnTo>
                    <a:pt x="564936" y="249157"/>
                  </a:lnTo>
                  <a:lnTo>
                    <a:pt x="564015" y="251280"/>
                  </a:lnTo>
                  <a:lnTo>
                    <a:pt x="563475" y="253076"/>
                  </a:lnTo>
                  <a:lnTo>
                    <a:pt x="563445" y="253722"/>
                  </a:lnTo>
                  <a:lnTo>
                    <a:pt x="563734" y="254293"/>
                  </a:lnTo>
                  <a:lnTo>
                    <a:pt x="564784" y="254925"/>
                  </a:lnTo>
                  <a:lnTo>
                    <a:pt x="566054" y="255533"/>
                  </a:lnTo>
                  <a:lnTo>
                    <a:pt x="566663" y="256484"/>
                  </a:lnTo>
                  <a:lnTo>
                    <a:pt x="566747" y="257633"/>
                  </a:lnTo>
                  <a:lnTo>
                    <a:pt x="565804" y="260395"/>
                  </a:lnTo>
                  <a:lnTo>
                    <a:pt x="564107" y="264222"/>
                  </a:lnTo>
                  <a:lnTo>
                    <a:pt x="562167" y="267251"/>
                  </a:lnTo>
                  <a:lnTo>
                    <a:pt x="560166" y="270134"/>
                  </a:lnTo>
                  <a:lnTo>
                    <a:pt x="559686" y="271078"/>
                  </a:lnTo>
                  <a:lnTo>
                    <a:pt x="557890" y="274616"/>
                  </a:lnTo>
                  <a:lnTo>
                    <a:pt x="556323" y="279478"/>
                  </a:lnTo>
                  <a:lnTo>
                    <a:pt x="555266" y="282742"/>
                  </a:lnTo>
                  <a:lnTo>
                    <a:pt x="554353" y="284978"/>
                  </a:lnTo>
                  <a:lnTo>
                    <a:pt x="553227" y="285077"/>
                  </a:lnTo>
                  <a:lnTo>
                    <a:pt x="551865" y="284362"/>
                  </a:lnTo>
                  <a:lnTo>
                    <a:pt x="548540" y="283411"/>
                  </a:lnTo>
                  <a:lnTo>
                    <a:pt x="546417" y="282643"/>
                  </a:lnTo>
                  <a:lnTo>
                    <a:pt x="544872" y="281950"/>
                  </a:lnTo>
                  <a:lnTo>
                    <a:pt x="543800" y="281981"/>
                  </a:lnTo>
                  <a:lnTo>
                    <a:pt x="542324" y="282430"/>
                  </a:lnTo>
                  <a:lnTo>
                    <a:pt x="540825" y="282742"/>
                  </a:lnTo>
                  <a:lnTo>
                    <a:pt x="539934" y="282407"/>
                  </a:lnTo>
                  <a:lnTo>
                    <a:pt x="537872" y="280391"/>
                  </a:lnTo>
                  <a:lnTo>
                    <a:pt x="537241" y="280619"/>
                  </a:lnTo>
                  <a:lnTo>
                    <a:pt x="536838" y="281600"/>
                  </a:lnTo>
                  <a:lnTo>
                    <a:pt x="538230" y="287352"/>
                  </a:lnTo>
                  <a:lnTo>
                    <a:pt x="539136" y="289490"/>
                  </a:lnTo>
                  <a:lnTo>
                    <a:pt x="538983" y="293059"/>
                  </a:lnTo>
                  <a:lnTo>
                    <a:pt x="538626" y="297434"/>
                  </a:lnTo>
                  <a:lnTo>
                    <a:pt x="538093" y="302204"/>
                  </a:lnTo>
                  <a:lnTo>
                    <a:pt x="537735" y="303307"/>
                  </a:lnTo>
                  <a:lnTo>
                    <a:pt x="536853" y="304571"/>
                  </a:lnTo>
                  <a:lnTo>
                    <a:pt x="535689" y="304913"/>
                  </a:lnTo>
                  <a:lnTo>
                    <a:pt x="534631" y="304418"/>
                  </a:lnTo>
                  <a:lnTo>
                    <a:pt x="533787" y="304533"/>
                  </a:lnTo>
                  <a:lnTo>
                    <a:pt x="533505" y="305331"/>
                  </a:lnTo>
                  <a:lnTo>
                    <a:pt x="533749" y="307393"/>
                  </a:lnTo>
                  <a:lnTo>
                    <a:pt x="532714" y="309752"/>
                  </a:lnTo>
                  <a:lnTo>
                    <a:pt x="531953" y="311768"/>
                  </a:lnTo>
                  <a:lnTo>
                    <a:pt x="532151" y="313723"/>
                  </a:lnTo>
                  <a:lnTo>
                    <a:pt x="532516" y="315709"/>
                  </a:lnTo>
                  <a:lnTo>
                    <a:pt x="533726" y="320001"/>
                  </a:lnTo>
                  <a:lnTo>
                    <a:pt x="533733" y="321568"/>
                  </a:lnTo>
                  <a:lnTo>
                    <a:pt x="533497" y="322976"/>
                  </a:lnTo>
                  <a:lnTo>
                    <a:pt x="532866" y="323562"/>
                  </a:lnTo>
                  <a:lnTo>
                    <a:pt x="531778" y="323463"/>
                  </a:lnTo>
                  <a:lnTo>
                    <a:pt x="531184" y="324041"/>
                  </a:lnTo>
                  <a:lnTo>
                    <a:pt x="530736" y="324923"/>
                  </a:lnTo>
                  <a:lnTo>
                    <a:pt x="529511" y="328172"/>
                  </a:lnTo>
                  <a:lnTo>
                    <a:pt x="528339" y="328515"/>
                  </a:lnTo>
                  <a:lnTo>
                    <a:pt x="527159" y="328028"/>
                  </a:lnTo>
                  <a:lnTo>
                    <a:pt x="525394" y="325859"/>
                  </a:lnTo>
                  <a:lnTo>
                    <a:pt x="524314" y="325228"/>
                  </a:lnTo>
                  <a:lnTo>
                    <a:pt x="523629" y="325266"/>
                  </a:lnTo>
                  <a:lnTo>
                    <a:pt x="523325" y="325836"/>
                  </a:lnTo>
                  <a:lnTo>
                    <a:pt x="522846" y="327130"/>
                  </a:lnTo>
                  <a:lnTo>
                    <a:pt x="522366" y="327997"/>
                  </a:lnTo>
                  <a:lnTo>
                    <a:pt x="521187" y="328758"/>
                  </a:lnTo>
                  <a:lnTo>
                    <a:pt x="520898" y="327160"/>
                  </a:lnTo>
                  <a:lnTo>
                    <a:pt x="520266" y="318852"/>
                  </a:lnTo>
                  <a:lnTo>
                    <a:pt x="519787" y="316204"/>
                  </a:lnTo>
                  <a:lnTo>
                    <a:pt x="519399" y="312529"/>
                  </a:lnTo>
                  <a:lnTo>
                    <a:pt x="518828" y="311403"/>
                  </a:lnTo>
                  <a:lnTo>
                    <a:pt x="518098" y="309387"/>
                  </a:lnTo>
                  <a:lnTo>
                    <a:pt x="517291" y="307644"/>
                  </a:lnTo>
                  <a:lnTo>
                    <a:pt x="516614" y="306906"/>
                  </a:lnTo>
                  <a:lnTo>
                    <a:pt x="516180" y="303657"/>
                  </a:lnTo>
                  <a:lnTo>
                    <a:pt x="516021" y="299678"/>
                  </a:lnTo>
                  <a:lnTo>
                    <a:pt x="516028" y="297791"/>
                  </a:lnTo>
                  <a:lnTo>
                    <a:pt x="515077" y="293888"/>
                  </a:lnTo>
                  <a:lnTo>
                    <a:pt x="514149" y="289460"/>
                  </a:lnTo>
                  <a:lnTo>
                    <a:pt x="512893" y="289643"/>
                  </a:lnTo>
                  <a:lnTo>
                    <a:pt x="512148" y="288570"/>
                  </a:lnTo>
                  <a:lnTo>
                    <a:pt x="511607" y="288593"/>
                  </a:lnTo>
                  <a:lnTo>
                    <a:pt x="509842" y="289589"/>
                  </a:lnTo>
                  <a:lnTo>
                    <a:pt x="508435" y="289262"/>
                  </a:lnTo>
                  <a:lnTo>
                    <a:pt x="507393" y="289399"/>
                  </a:lnTo>
                  <a:lnTo>
                    <a:pt x="507385" y="291438"/>
                  </a:lnTo>
                  <a:lnTo>
                    <a:pt x="507560" y="293607"/>
                  </a:lnTo>
                  <a:lnTo>
                    <a:pt x="507164" y="294390"/>
                  </a:lnTo>
                  <a:lnTo>
                    <a:pt x="504410" y="296932"/>
                  </a:lnTo>
                  <a:lnTo>
                    <a:pt x="503641" y="298636"/>
                  </a:lnTo>
                  <a:lnTo>
                    <a:pt x="503718" y="300424"/>
                  </a:lnTo>
                  <a:lnTo>
                    <a:pt x="504060" y="302813"/>
                  </a:lnTo>
                  <a:lnTo>
                    <a:pt x="503573" y="304030"/>
                  </a:lnTo>
                  <a:lnTo>
                    <a:pt x="502379" y="305149"/>
                  </a:lnTo>
                  <a:lnTo>
                    <a:pt x="500773" y="305735"/>
                  </a:lnTo>
                  <a:lnTo>
                    <a:pt x="499358" y="305461"/>
                  </a:lnTo>
                  <a:lnTo>
                    <a:pt x="498452" y="304487"/>
                  </a:lnTo>
                  <a:lnTo>
                    <a:pt x="497608" y="302006"/>
                  </a:lnTo>
                  <a:lnTo>
                    <a:pt x="496855" y="300652"/>
                  </a:lnTo>
                  <a:lnTo>
                    <a:pt x="496063" y="300333"/>
                  </a:lnTo>
                  <a:lnTo>
                    <a:pt x="495447" y="300698"/>
                  </a:lnTo>
                  <a:lnTo>
                    <a:pt x="495364" y="302257"/>
                  </a:lnTo>
                  <a:lnTo>
                    <a:pt x="495409" y="303543"/>
                  </a:lnTo>
                  <a:lnTo>
                    <a:pt x="495211" y="303688"/>
                  </a:lnTo>
                  <a:lnTo>
                    <a:pt x="494770" y="303490"/>
                  </a:lnTo>
                  <a:lnTo>
                    <a:pt x="494268" y="302859"/>
                  </a:lnTo>
                  <a:lnTo>
                    <a:pt x="492952" y="296635"/>
                  </a:lnTo>
                  <a:lnTo>
                    <a:pt x="491072" y="291834"/>
                  </a:lnTo>
                  <a:lnTo>
                    <a:pt x="490958" y="289992"/>
                  </a:lnTo>
                  <a:lnTo>
                    <a:pt x="491643" y="287619"/>
                  </a:lnTo>
                  <a:lnTo>
                    <a:pt x="492487" y="283959"/>
                  </a:lnTo>
                  <a:lnTo>
                    <a:pt x="494717" y="281676"/>
                  </a:lnTo>
                  <a:lnTo>
                    <a:pt x="495006" y="280710"/>
                  </a:lnTo>
                  <a:lnTo>
                    <a:pt x="495371" y="279942"/>
                  </a:lnTo>
                  <a:lnTo>
                    <a:pt x="495911" y="279789"/>
                  </a:lnTo>
                  <a:lnTo>
                    <a:pt x="498772" y="280003"/>
                  </a:lnTo>
                  <a:lnTo>
                    <a:pt x="499731" y="279637"/>
                  </a:lnTo>
                  <a:lnTo>
                    <a:pt x="500575" y="278557"/>
                  </a:lnTo>
                  <a:lnTo>
                    <a:pt x="501808" y="277689"/>
                  </a:lnTo>
                  <a:lnTo>
                    <a:pt x="503040" y="277339"/>
                  </a:lnTo>
                  <a:lnTo>
                    <a:pt x="504022" y="277210"/>
                  </a:lnTo>
                  <a:lnTo>
                    <a:pt x="505597" y="278032"/>
                  </a:lnTo>
                  <a:lnTo>
                    <a:pt x="506251" y="277560"/>
                  </a:lnTo>
                  <a:lnTo>
                    <a:pt x="506730" y="276039"/>
                  </a:lnTo>
                  <a:lnTo>
                    <a:pt x="507415" y="274532"/>
                  </a:lnTo>
                  <a:lnTo>
                    <a:pt x="507857" y="273802"/>
                  </a:lnTo>
                  <a:lnTo>
                    <a:pt x="508914" y="273474"/>
                  </a:lnTo>
                  <a:lnTo>
                    <a:pt x="510261" y="273398"/>
                  </a:lnTo>
                  <a:lnTo>
                    <a:pt x="510710" y="273117"/>
                  </a:lnTo>
                  <a:lnTo>
                    <a:pt x="511075" y="272607"/>
                  </a:lnTo>
                  <a:lnTo>
                    <a:pt x="511410" y="270606"/>
                  </a:lnTo>
                  <a:lnTo>
                    <a:pt x="513129" y="266124"/>
                  </a:lnTo>
                  <a:lnTo>
                    <a:pt x="513738" y="264131"/>
                  </a:lnTo>
                  <a:lnTo>
                    <a:pt x="513830" y="263781"/>
                  </a:lnTo>
                  <a:lnTo>
                    <a:pt x="513776" y="261559"/>
                  </a:lnTo>
                  <a:lnTo>
                    <a:pt x="514263" y="261240"/>
                  </a:lnTo>
                  <a:lnTo>
                    <a:pt x="517116" y="262328"/>
                  </a:lnTo>
                  <a:lnTo>
                    <a:pt x="518364" y="262313"/>
                  </a:lnTo>
                  <a:lnTo>
                    <a:pt x="519041" y="261864"/>
                  </a:lnTo>
                  <a:lnTo>
                    <a:pt x="519262" y="261050"/>
                  </a:lnTo>
                  <a:lnTo>
                    <a:pt x="518897" y="260099"/>
                  </a:lnTo>
                  <a:lnTo>
                    <a:pt x="516865" y="258432"/>
                  </a:lnTo>
                  <a:lnTo>
                    <a:pt x="513259" y="256188"/>
                  </a:lnTo>
                  <a:lnTo>
                    <a:pt x="509949" y="254811"/>
                  </a:lnTo>
                  <a:lnTo>
                    <a:pt x="503832" y="255016"/>
                  </a:lnTo>
                  <a:lnTo>
                    <a:pt x="497775" y="255450"/>
                  </a:lnTo>
                  <a:lnTo>
                    <a:pt x="496003" y="255229"/>
                  </a:lnTo>
                  <a:lnTo>
                    <a:pt x="493788" y="254605"/>
                  </a:lnTo>
                  <a:lnTo>
                    <a:pt x="488349" y="254696"/>
                  </a:lnTo>
                  <a:lnTo>
                    <a:pt x="481775" y="255039"/>
                  </a:lnTo>
                  <a:lnTo>
                    <a:pt x="479271" y="254849"/>
                  </a:lnTo>
                  <a:lnTo>
                    <a:pt x="478039" y="254871"/>
                  </a:lnTo>
                  <a:lnTo>
                    <a:pt x="475566" y="255077"/>
                  </a:lnTo>
                  <a:lnTo>
                    <a:pt x="471533" y="254438"/>
                  </a:lnTo>
                  <a:lnTo>
                    <a:pt x="468741" y="253616"/>
                  </a:lnTo>
                  <a:lnTo>
                    <a:pt x="466268" y="252711"/>
                  </a:lnTo>
                  <a:lnTo>
                    <a:pt x="463331" y="251897"/>
                  </a:lnTo>
                  <a:lnTo>
                    <a:pt x="462624" y="251904"/>
                  </a:lnTo>
                  <a:lnTo>
                    <a:pt x="462213" y="251607"/>
                  </a:lnTo>
                  <a:lnTo>
                    <a:pt x="461931" y="250885"/>
                  </a:lnTo>
                  <a:lnTo>
                    <a:pt x="461832" y="249949"/>
                  </a:lnTo>
                  <a:lnTo>
                    <a:pt x="462441" y="245612"/>
                  </a:lnTo>
                  <a:lnTo>
                    <a:pt x="461901" y="239023"/>
                  </a:lnTo>
                  <a:lnTo>
                    <a:pt x="462396" y="236619"/>
                  </a:lnTo>
                  <a:lnTo>
                    <a:pt x="459991" y="231201"/>
                  </a:lnTo>
                  <a:lnTo>
                    <a:pt x="459169" y="230197"/>
                  </a:lnTo>
                  <a:lnTo>
                    <a:pt x="458059" y="230151"/>
                  </a:lnTo>
                  <a:lnTo>
                    <a:pt x="457351" y="230851"/>
                  </a:lnTo>
                  <a:lnTo>
                    <a:pt x="457070" y="232122"/>
                  </a:lnTo>
                  <a:lnTo>
                    <a:pt x="457473" y="233545"/>
                  </a:lnTo>
                  <a:lnTo>
                    <a:pt x="456590" y="235127"/>
                  </a:lnTo>
                  <a:lnTo>
                    <a:pt x="454817" y="235637"/>
                  </a:lnTo>
                  <a:lnTo>
                    <a:pt x="452748" y="235104"/>
                  </a:lnTo>
                  <a:lnTo>
                    <a:pt x="451028" y="234359"/>
                  </a:lnTo>
                  <a:lnTo>
                    <a:pt x="448814" y="232746"/>
                  </a:lnTo>
                  <a:lnTo>
                    <a:pt x="447148" y="230471"/>
                  </a:lnTo>
                  <a:lnTo>
                    <a:pt x="447003" y="227952"/>
                  </a:lnTo>
                  <a:lnTo>
                    <a:pt x="446250" y="226332"/>
                  </a:lnTo>
                  <a:lnTo>
                    <a:pt x="445223" y="225540"/>
                  </a:lnTo>
                  <a:lnTo>
                    <a:pt x="444470" y="225320"/>
                  </a:lnTo>
                  <a:lnTo>
                    <a:pt x="443793" y="225495"/>
                  </a:lnTo>
                  <a:lnTo>
                    <a:pt x="443199" y="226377"/>
                  </a:lnTo>
                  <a:lnTo>
                    <a:pt x="443716" y="227252"/>
                  </a:lnTo>
                  <a:lnTo>
                    <a:pt x="444424" y="228485"/>
                  </a:lnTo>
                  <a:lnTo>
                    <a:pt x="444188" y="229322"/>
                  </a:lnTo>
                  <a:lnTo>
                    <a:pt x="443557" y="229451"/>
                  </a:lnTo>
                  <a:lnTo>
                    <a:pt x="442613" y="229094"/>
                  </a:lnTo>
                  <a:lnTo>
                    <a:pt x="441153" y="229284"/>
                  </a:lnTo>
                  <a:lnTo>
                    <a:pt x="439737" y="228645"/>
                  </a:lnTo>
                  <a:lnTo>
                    <a:pt x="438893" y="228591"/>
                  </a:lnTo>
                  <a:lnTo>
                    <a:pt x="438056" y="228356"/>
                  </a:lnTo>
                  <a:lnTo>
                    <a:pt x="438003" y="226902"/>
                  </a:lnTo>
                  <a:lnTo>
                    <a:pt x="436717" y="225061"/>
                  </a:lnTo>
                  <a:lnTo>
                    <a:pt x="434541" y="222999"/>
                  </a:lnTo>
                  <a:lnTo>
                    <a:pt x="432403" y="221721"/>
                  </a:lnTo>
                  <a:lnTo>
                    <a:pt x="431375" y="221896"/>
                  </a:lnTo>
                  <a:lnTo>
                    <a:pt x="430858" y="223304"/>
                  </a:lnTo>
                  <a:lnTo>
                    <a:pt x="430980" y="223829"/>
                  </a:lnTo>
                  <a:lnTo>
                    <a:pt x="431733" y="224087"/>
                  </a:lnTo>
                  <a:lnTo>
                    <a:pt x="432813" y="224901"/>
                  </a:lnTo>
                  <a:lnTo>
                    <a:pt x="433042" y="225753"/>
                  </a:lnTo>
                  <a:lnTo>
                    <a:pt x="432882" y="226499"/>
                  </a:lnTo>
                  <a:lnTo>
                    <a:pt x="431550" y="227861"/>
                  </a:lnTo>
                  <a:lnTo>
                    <a:pt x="430607" y="229154"/>
                  </a:lnTo>
                  <a:lnTo>
                    <a:pt x="428499" y="231034"/>
                  </a:lnTo>
                  <a:lnTo>
                    <a:pt x="426704" y="233187"/>
                  </a:lnTo>
                  <a:lnTo>
                    <a:pt x="426232" y="234815"/>
                  </a:lnTo>
                  <a:lnTo>
                    <a:pt x="425555" y="236276"/>
                  </a:lnTo>
                  <a:lnTo>
                    <a:pt x="425289" y="237881"/>
                  </a:lnTo>
                  <a:lnTo>
                    <a:pt x="425760" y="238992"/>
                  </a:lnTo>
                  <a:lnTo>
                    <a:pt x="426628" y="239692"/>
                  </a:lnTo>
                  <a:lnTo>
                    <a:pt x="428880" y="240202"/>
                  </a:lnTo>
                  <a:lnTo>
                    <a:pt x="431238" y="242363"/>
                  </a:lnTo>
                  <a:lnTo>
                    <a:pt x="433140" y="245277"/>
                  </a:lnTo>
                  <a:lnTo>
                    <a:pt x="434213" y="246160"/>
                  </a:lnTo>
                  <a:lnTo>
                    <a:pt x="436161" y="247141"/>
                  </a:lnTo>
                  <a:lnTo>
                    <a:pt x="439912" y="247255"/>
                  </a:lnTo>
                  <a:lnTo>
                    <a:pt x="440468" y="248054"/>
                  </a:lnTo>
                  <a:lnTo>
                    <a:pt x="441000" y="250192"/>
                  </a:lnTo>
                  <a:lnTo>
                    <a:pt x="441738" y="250945"/>
                  </a:lnTo>
                  <a:lnTo>
                    <a:pt x="443648" y="251950"/>
                  </a:lnTo>
                  <a:lnTo>
                    <a:pt x="443808" y="252688"/>
                  </a:lnTo>
                  <a:lnTo>
                    <a:pt x="443344" y="253540"/>
                  </a:lnTo>
                  <a:lnTo>
                    <a:pt x="442499" y="254209"/>
                  </a:lnTo>
                  <a:lnTo>
                    <a:pt x="440939" y="254635"/>
                  </a:lnTo>
                  <a:lnTo>
                    <a:pt x="439456" y="254803"/>
                  </a:lnTo>
                  <a:lnTo>
                    <a:pt x="437965" y="254529"/>
                  </a:lnTo>
                  <a:lnTo>
                    <a:pt x="435750" y="254362"/>
                  </a:lnTo>
                  <a:lnTo>
                    <a:pt x="433239" y="254346"/>
                  </a:lnTo>
                  <a:lnTo>
                    <a:pt x="431459" y="259665"/>
                  </a:lnTo>
                  <a:lnTo>
                    <a:pt x="430188" y="261529"/>
                  </a:lnTo>
                  <a:lnTo>
                    <a:pt x="429466" y="261529"/>
                  </a:lnTo>
                  <a:lnTo>
                    <a:pt x="427525" y="260624"/>
                  </a:lnTo>
                  <a:lnTo>
                    <a:pt x="426696" y="260768"/>
                  </a:lnTo>
                  <a:lnTo>
                    <a:pt x="424459" y="265485"/>
                  </a:lnTo>
                  <a:lnTo>
                    <a:pt x="424147" y="266619"/>
                  </a:lnTo>
                  <a:lnTo>
                    <a:pt x="423995" y="267471"/>
                  </a:lnTo>
                  <a:lnTo>
                    <a:pt x="425182" y="269290"/>
                  </a:lnTo>
                  <a:lnTo>
                    <a:pt x="426605" y="270789"/>
                  </a:lnTo>
                  <a:lnTo>
                    <a:pt x="428301" y="271374"/>
                  </a:lnTo>
                  <a:lnTo>
                    <a:pt x="429633" y="270925"/>
                  </a:lnTo>
                  <a:lnTo>
                    <a:pt x="430714" y="271527"/>
                  </a:lnTo>
                  <a:lnTo>
                    <a:pt x="431976" y="273033"/>
                  </a:lnTo>
                  <a:lnTo>
                    <a:pt x="434145" y="274030"/>
                  </a:lnTo>
                  <a:lnTo>
                    <a:pt x="437211" y="274509"/>
                  </a:lnTo>
                  <a:lnTo>
                    <a:pt x="438954" y="275696"/>
                  </a:lnTo>
                  <a:lnTo>
                    <a:pt x="439166" y="276723"/>
                  </a:lnTo>
                  <a:lnTo>
                    <a:pt x="439014" y="277766"/>
                  </a:lnTo>
                  <a:lnTo>
                    <a:pt x="438741" y="280474"/>
                  </a:lnTo>
                  <a:lnTo>
                    <a:pt x="438444" y="282034"/>
                  </a:lnTo>
                  <a:lnTo>
                    <a:pt x="436793" y="286127"/>
                  </a:lnTo>
                  <a:lnTo>
                    <a:pt x="435613" y="289650"/>
                  </a:lnTo>
                  <a:lnTo>
                    <a:pt x="436222" y="291324"/>
                  </a:lnTo>
                  <a:lnTo>
                    <a:pt x="436663" y="292009"/>
                  </a:lnTo>
                  <a:lnTo>
                    <a:pt x="437082" y="292534"/>
                  </a:lnTo>
                  <a:lnTo>
                    <a:pt x="438406" y="293850"/>
                  </a:lnTo>
                  <a:lnTo>
                    <a:pt x="439326" y="295151"/>
                  </a:lnTo>
                  <a:lnTo>
                    <a:pt x="438535" y="298476"/>
                  </a:lnTo>
                  <a:lnTo>
                    <a:pt x="438969" y="299351"/>
                  </a:lnTo>
                  <a:lnTo>
                    <a:pt x="440742" y="299937"/>
                  </a:lnTo>
                  <a:lnTo>
                    <a:pt x="442651" y="300386"/>
                  </a:lnTo>
                  <a:lnTo>
                    <a:pt x="443321" y="300934"/>
                  </a:lnTo>
                  <a:lnTo>
                    <a:pt x="441662" y="304304"/>
                  </a:lnTo>
                  <a:lnTo>
                    <a:pt x="442012" y="306648"/>
                  </a:lnTo>
                  <a:lnTo>
                    <a:pt x="442712" y="308846"/>
                  </a:lnTo>
                  <a:lnTo>
                    <a:pt x="443214" y="312438"/>
                  </a:lnTo>
                  <a:lnTo>
                    <a:pt x="443290" y="312818"/>
                  </a:lnTo>
                  <a:lnTo>
                    <a:pt x="443154" y="313716"/>
                  </a:lnTo>
                  <a:lnTo>
                    <a:pt x="444241" y="316501"/>
                  </a:lnTo>
                  <a:lnTo>
                    <a:pt x="445923" y="321926"/>
                  </a:lnTo>
                  <a:lnTo>
                    <a:pt x="446052" y="323950"/>
                  </a:lnTo>
                  <a:lnTo>
                    <a:pt x="445953" y="326087"/>
                  </a:lnTo>
                  <a:lnTo>
                    <a:pt x="445459" y="329656"/>
                  </a:lnTo>
                  <a:lnTo>
                    <a:pt x="443777" y="329641"/>
                  </a:lnTo>
                  <a:lnTo>
                    <a:pt x="445276" y="332022"/>
                  </a:lnTo>
                  <a:lnTo>
                    <a:pt x="445756" y="333734"/>
                  </a:lnTo>
                  <a:lnTo>
                    <a:pt x="445961" y="336123"/>
                  </a:lnTo>
                  <a:lnTo>
                    <a:pt x="444158" y="336420"/>
                  </a:lnTo>
                  <a:lnTo>
                    <a:pt x="442880" y="336154"/>
                  </a:lnTo>
                  <a:lnTo>
                    <a:pt x="441814" y="334061"/>
                  </a:lnTo>
                  <a:lnTo>
                    <a:pt x="441320" y="335963"/>
                  </a:lnTo>
                  <a:lnTo>
                    <a:pt x="439418" y="337721"/>
                  </a:lnTo>
                  <a:lnTo>
                    <a:pt x="438733" y="336861"/>
                  </a:lnTo>
                  <a:lnTo>
                    <a:pt x="438337" y="335941"/>
                  </a:lnTo>
                  <a:lnTo>
                    <a:pt x="438261" y="334312"/>
                  </a:lnTo>
                  <a:lnTo>
                    <a:pt x="439311" y="328096"/>
                  </a:lnTo>
                  <a:lnTo>
                    <a:pt x="439098" y="327396"/>
                  </a:lnTo>
                  <a:lnTo>
                    <a:pt x="438626" y="326932"/>
                  </a:lnTo>
                  <a:lnTo>
                    <a:pt x="437584" y="326681"/>
                  </a:lnTo>
                  <a:lnTo>
                    <a:pt x="437196" y="325418"/>
                  </a:lnTo>
                  <a:lnTo>
                    <a:pt x="435606" y="332053"/>
                  </a:lnTo>
                  <a:lnTo>
                    <a:pt x="436306" y="334761"/>
                  </a:lnTo>
                  <a:lnTo>
                    <a:pt x="435986" y="335994"/>
                  </a:lnTo>
                  <a:lnTo>
                    <a:pt x="433019" y="337029"/>
                  </a:lnTo>
                  <a:lnTo>
                    <a:pt x="430013" y="334541"/>
                  </a:lnTo>
                  <a:lnTo>
                    <a:pt x="429633" y="333742"/>
                  </a:lnTo>
                  <a:lnTo>
                    <a:pt x="429458" y="335142"/>
                  </a:lnTo>
                  <a:lnTo>
                    <a:pt x="428918" y="336846"/>
                  </a:lnTo>
                  <a:lnTo>
                    <a:pt x="426103" y="336534"/>
                  </a:lnTo>
                  <a:lnTo>
                    <a:pt x="424710" y="335203"/>
                  </a:lnTo>
                  <a:lnTo>
                    <a:pt x="425615" y="332935"/>
                  </a:lnTo>
                  <a:lnTo>
                    <a:pt x="427358" y="327457"/>
                  </a:lnTo>
                  <a:lnTo>
                    <a:pt x="427685" y="325015"/>
                  </a:lnTo>
                  <a:lnTo>
                    <a:pt x="425349" y="323219"/>
                  </a:lnTo>
                  <a:lnTo>
                    <a:pt x="423371" y="322116"/>
                  </a:lnTo>
                  <a:lnTo>
                    <a:pt x="422237" y="319620"/>
                  </a:lnTo>
                  <a:lnTo>
                    <a:pt x="422671" y="322359"/>
                  </a:lnTo>
                  <a:lnTo>
                    <a:pt x="423729" y="323333"/>
                  </a:lnTo>
                  <a:lnTo>
                    <a:pt x="425266" y="324018"/>
                  </a:lnTo>
                  <a:lnTo>
                    <a:pt x="426894" y="325418"/>
                  </a:lnTo>
                  <a:lnTo>
                    <a:pt x="425722" y="327122"/>
                  </a:lnTo>
                  <a:lnTo>
                    <a:pt x="424581" y="328180"/>
                  </a:lnTo>
                  <a:lnTo>
                    <a:pt x="422397" y="332197"/>
                  </a:lnTo>
                  <a:lnTo>
                    <a:pt x="419734" y="334442"/>
                  </a:lnTo>
                  <a:lnTo>
                    <a:pt x="416630" y="336131"/>
                  </a:lnTo>
                  <a:lnTo>
                    <a:pt x="406434" y="338611"/>
                  </a:lnTo>
                  <a:lnTo>
                    <a:pt x="404296" y="339616"/>
                  </a:lnTo>
                  <a:lnTo>
                    <a:pt x="401169" y="342705"/>
                  </a:lnTo>
                  <a:lnTo>
                    <a:pt x="399146" y="345634"/>
                  </a:lnTo>
                  <a:lnTo>
                    <a:pt x="398773" y="348601"/>
                  </a:lnTo>
                  <a:lnTo>
                    <a:pt x="399914" y="351804"/>
                  </a:lnTo>
                  <a:lnTo>
                    <a:pt x="400842" y="356811"/>
                  </a:lnTo>
                  <a:lnTo>
                    <a:pt x="401618" y="357831"/>
                  </a:lnTo>
                  <a:lnTo>
                    <a:pt x="400530" y="359656"/>
                  </a:lnTo>
                  <a:lnTo>
                    <a:pt x="398636" y="361597"/>
                  </a:lnTo>
                  <a:lnTo>
                    <a:pt x="397068" y="364206"/>
                  </a:lnTo>
                  <a:lnTo>
                    <a:pt x="397213" y="365637"/>
                  </a:lnTo>
                  <a:lnTo>
                    <a:pt x="396810" y="366603"/>
                  </a:lnTo>
                  <a:lnTo>
                    <a:pt x="391438" y="369806"/>
                  </a:lnTo>
                  <a:lnTo>
                    <a:pt x="390312" y="371678"/>
                  </a:lnTo>
                  <a:lnTo>
                    <a:pt x="388836" y="373535"/>
                  </a:lnTo>
                  <a:lnTo>
                    <a:pt x="387071" y="372469"/>
                  </a:lnTo>
                  <a:lnTo>
                    <a:pt x="386036" y="372485"/>
                  </a:lnTo>
                  <a:lnTo>
                    <a:pt x="387459" y="373961"/>
                  </a:lnTo>
                  <a:lnTo>
                    <a:pt x="387276" y="374934"/>
                  </a:lnTo>
                  <a:lnTo>
                    <a:pt x="386774" y="375505"/>
                  </a:lnTo>
                  <a:lnTo>
                    <a:pt x="385420" y="376038"/>
                  </a:lnTo>
                  <a:lnTo>
                    <a:pt x="377659" y="378389"/>
                  </a:lnTo>
                  <a:lnTo>
                    <a:pt x="371724" y="380618"/>
                  </a:lnTo>
                  <a:lnTo>
                    <a:pt x="370058" y="380527"/>
                  </a:lnTo>
                  <a:lnTo>
                    <a:pt x="370362" y="379850"/>
                  </a:lnTo>
                  <a:lnTo>
                    <a:pt x="371404" y="379249"/>
                  </a:lnTo>
                  <a:lnTo>
                    <a:pt x="371298" y="376692"/>
                  </a:lnTo>
                  <a:lnTo>
                    <a:pt x="370210" y="376220"/>
                  </a:lnTo>
                  <a:lnTo>
                    <a:pt x="369267" y="376038"/>
                  </a:lnTo>
                  <a:lnTo>
                    <a:pt x="364747" y="379157"/>
                  </a:lnTo>
                  <a:lnTo>
                    <a:pt x="362921" y="382239"/>
                  </a:lnTo>
                  <a:lnTo>
                    <a:pt x="363301" y="382824"/>
                  </a:lnTo>
                  <a:lnTo>
                    <a:pt x="364328" y="382680"/>
                  </a:lnTo>
                  <a:lnTo>
                    <a:pt x="367365" y="380938"/>
                  </a:lnTo>
                  <a:lnTo>
                    <a:pt x="368780" y="381432"/>
                  </a:lnTo>
                  <a:lnTo>
                    <a:pt x="368879" y="382117"/>
                  </a:lnTo>
                  <a:lnTo>
                    <a:pt x="364268" y="384780"/>
                  </a:lnTo>
                  <a:lnTo>
                    <a:pt x="354567" y="393393"/>
                  </a:lnTo>
                  <a:lnTo>
                    <a:pt x="354111" y="395089"/>
                  </a:lnTo>
                  <a:lnTo>
                    <a:pt x="352847" y="397007"/>
                  </a:lnTo>
                  <a:lnTo>
                    <a:pt x="351105" y="398810"/>
                  </a:lnTo>
                  <a:lnTo>
                    <a:pt x="347978" y="403170"/>
                  </a:lnTo>
                  <a:lnTo>
                    <a:pt x="341982" y="409645"/>
                  </a:lnTo>
                  <a:lnTo>
                    <a:pt x="340316" y="412057"/>
                  </a:lnTo>
                  <a:lnTo>
                    <a:pt x="330714" y="417033"/>
                  </a:lnTo>
                  <a:lnTo>
                    <a:pt x="328964" y="418509"/>
                  </a:lnTo>
                  <a:lnTo>
                    <a:pt x="325023" y="423348"/>
                  </a:lnTo>
                  <a:lnTo>
                    <a:pt x="320975" y="427304"/>
                  </a:lnTo>
                  <a:lnTo>
                    <a:pt x="316250" y="430583"/>
                  </a:lnTo>
                  <a:lnTo>
                    <a:pt x="308056" y="434761"/>
                  </a:lnTo>
                  <a:lnTo>
                    <a:pt x="303072" y="438709"/>
                  </a:lnTo>
                  <a:lnTo>
                    <a:pt x="301512" y="441334"/>
                  </a:lnTo>
                  <a:lnTo>
                    <a:pt x="301413" y="442270"/>
                  </a:lnTo>
                  <a:lnTo>
                    <a:pt x="301946" y="443541"/>
                  </a:lnTo>
                  <a:lnTo>
                    <a:pt x="302859" y="444728"/>
                  </a:lnTo>
                  <a:lnTo>
                    <a:pt x="303064" y="445671"/>
                  </a:lnTo>
                  <a:lnTo>
                    <a:pt x="302616" y="447360"/>
                  </a:lnTo>
                  <a:lnTo>
                    <a:pt x="302372" y="448296"/>
                  </a:lnTo>
                  <a:lnTo>
                    <a:pt x="300911" y="450609"/>
                  </a:lnTo>
                  <a:lnTo>
                    <a:pt x="298408" y="452260"/>
                  </a:lnTo>
                  <a:lnTo>
                    <a:pt x="290305" y="455707"/>
                  </a:lnTo>
                  <a:lnTo>
                    <a:pt x="289232" y="455600"/>
                  </a:lnTo>
                  <a:lnTo>
                    <a:pt x="282620" y="454916"/>
                  </a:lnTo>
                  <a:lnTo>
                    <a:pt x="280148" y="455539"/>
                  </a:lnTo>
                  <a:lnTo>
                    <a:pt x="279128" y="457153"/>
                  </a:lnTo>
                  <a:lnTo>
                    <a:pt x="276853" y="463825"/>
                  </a:lnTo>
                  <a:lnTo>
                    <a:pt x="274677" y="465598"/>
                  </a:lnTo>
                  <a:lnTo>
                    <a:pt x="273893" y="467204"/>
                  </a:lnTo>
                  <a:lnTo>
                    <a:pt x="273581" y="468314"/>
                  </a:lnTo>
                  <a:lnTo>
                    <a:pt x="272272" y="468284"/>
                  </a:lnTo>
                  <a:lnTo>
                    <a:pt x="271146" y="467789"/>
                  </a:lnTo>
                  <a:lnTo>
                    <a:pt x="270325" y="468147"/>
                  </a:lnTo>
                  <a:lnTo>
                    <a:pt x="269381" y="465910"/>
                  </a:lnTo>
                  <a:lnTo>
                    <a:pt x="267799" y="465453"/>
                  </a:lnTo>
                  <a:lnTo>
                    <a:pt x="266490" y="465294"/>
                  </a:lnTo>
                  <a:lnTo>
                    <a:pt x="260906" y="467546"/>
                  </a:lnTo>
                  <a:lnTo>
                    <a:pt x="258950" y="469357"/>
                  </a:lnTo>
                  <a:lnTo>
                    <a:pt x="254842" y="477886"/>
                  </a:lnTo>
                  <a:lnTo>
                    <a:pt x="253822" y="483379"/>
                  </a:lnTo>
                  <a:lnTo>
                    <a:pt x="254788" y="489436"/>
                  </a:lnTo>
                  <a:lnTo>
                    <a:pt x="256218" y="494267"/>
                  </a:lnTo>
                  <a:lnTo>
                    <a:pt x="256500" y="496451"/>
                  </a:lnTo>
                  <a:lnTo>
                    <a:pt x="256325" y="499281"/>
                  </a:lnTo>
                  <a:lnTo>
                    <a:pt x="255595" y="500658"/>
                  </a:lnTo>
                  <a:lnTo>
                    <a:pt x="255077" y="502287"/>
                  </a:lnTo>
                  <a:lnTo>
                    <a:pt x="255762" y="505642"/>
                  </a:lnTo>
                  <a:lnTo>
                    <a:pt x="257489" y="510032"/>
                  </a:lnTo>
                  <a:lnTo>
                    <a:pt x="257907" y="511889"/>
                  </a:lnTo>
                  <a:lnTo>
                    <a:pt x="257946" y="513798"/>
                  </a:lnTo>
                  <a:lnTo>
                    <a:pt x="259247" y="518181"/>
                  </a:lnTo>
                  <a:lnTo>
                    <a:pt x="258372" y="517389"/>
                  </a:lnTo>
                  <a:lnTo>
                    <a:pt x="257679" y="515541"/>
                  </a:lnTo>
                  <a:lnTo>
                    <a:pt x="256036" y="513182"/>
                  </a:lnTo>
                  <a:lnTo>
                    <a:pt x="254020" y="515533"/>
                  </a:lnTo>
                  <a:lnTo>
                    <a:pt x="255130" y="517222"/>
                  </a:lnTo>
                  <a:lnTo>
                    <a:pt x="258889" y="519231"/>
                  </a:lnTo>
                  <a:lnTo>
                    <a:pt x="260000" y="520874"/>
                  </a:lnTo>
                  <a:lnTo>
                    <a:pt x="257581" y="535490"/>
                  </a:lnTo>
                  <a:lnTo>
                    <a:pt x="255747" y="540672"/>
                  </a:lnTo>
                  <a:lnTo>
                    <a:pt x="253495" y="544065"/>
                  </a:lnTo>
                  <a:lnTo>
                    <a:pt x="252300" y="545374"/>
                  </a:lnTo>
                  <a:lnTo>
                    <a:pt x="249630" y="550761"/>
                  </a:lnTo>
                  <a:lnTo>
                    <a:pt x="247773" y="557235"/>
                  </a:lnTo>
                  <a:lnTo>
                    <a:pt x="247400" y="559723"/>
                  </a:lnTo>
                  <a:lnTo>
                    <a:pt x="248237" y="562508"/>
                  </a:lnTo>
                  <a:lnTo>
                    <a:pt x="247286" y="564152"/>
                  </a:lnTo>
                  <a:lnTo>
                    <a:pt x="246099" y="565407"/>
                  </a:lnTo>
                  <a:lnTo>
                    <a:pt x="248359" y="564844"/>
                  </a:lnTo>
                  <a:lnTo>
                    <a:pt x="249135" y="566350"/>
                  </a:lnTo>
                  <a:lnTo>
                    <a:pt x="249424" y="567910"/>
                  </a:lnTo>
                  <a:lnTo>
                    <a:pt x="249455" y="577162"/>
                  </a:lnTo>
                  <a:lnTo>
                    <a:pt x="249203" y="586795"/>
                  </a:lnTo>
                  <a:lnTo>
                    <a:pt x="247461" y="587190"/>
                  </a:lnTo>
                  <a:lnTo>
                    <a:pt x="245551" y="587289"/>
                  </a:lnTo>
                  <a:lnTo>
                    <a:pt x="243862" y="587015"/>
                  </a:lnTo>
                  <a:lnTo>
                    <a:pt x="242652" y="586643"/>
                  </a:lnTo>
                  <a:lnTo>
                    <a:pt x="239639" y="587152"/>
                  </a:lnTo>
                  <a:lnTo>
                    <a:pt x="238019" y="588218"/>
                  </a:lnTo>
                  <a:lnTo>
                    <a:pt x="236718" y="589983"/>
                  </a:lnTo>
                  <a:lnTo>
                    <a:pt x="236809" y="592996"/>
                  </a:lnTo>
                  <a:lnTo>
                    <a:pt x="231225" y="600574"/>
                  </a:lnTo>
                  <a:lnTo>
                    <a:pt x="230022" y="603100"/>
                  </a:lnTo>
                  <a:lnTo>
                    <a:pt x="229581" y="605527"/>
                  </a:lnTo>
                  <a:lnTo>
                    <a:pt x="230304" y="606798"/>
                  </a:lnTo>
                  <a:lnTo>
                    <a:pt x="231734" y="608099"/>
                  </a:lnTo>
                  <a:lnTo>
                    <a:pt x="233598" y="608624"/>
                  </a:lnTo>
                  <a:lnTo>
                    <a:pt x="237197" y="609149"/>
                  </a:lnTo>
                  <a:lnTo>
                    <a:pt x="238924" y="609841"/>
                  </a:lnTo>
                  <a:lnTo>
                    <a:pt x="240096" y="611127"/>
                  </a:lnTo>
                  <a:lnTo>
                    <a:pt x="235858" y="609757"/>
                  </a:lnTo>
                  <a:lnTo>
                    <a:pt x="230874" y="609483"/>
                  </a:lnTo>
                  <a:lnTo>
                    <a:pt x="218959" y="612999"/>
                  </a:lnTo>
                  <a:lnTo>
                    <a:pt x="215824" y="615464"/>
                  </a:lnTo>
                  <a:lnTo>
                    <a:pt x="214075" y="617602"/>
                  </a:lnTo>
                  <a:lnTo>
                    <a:pt x="212872" y="622487"/>
                  </a:lnTo>
                  <a:lnTo>
                    <a:pt x="212667" y="625751"/>
                  </a:lnTo>
                  <a:lnTo>
                    <a:pt x="211252" y="628467"/>
                  </a:lnTo>
                  <a:lnTo>
                    <a:pt x="205066" y="632636"/>
                  </a:lnTo>
                  <a:lnTo>
                    <a:pt x="201155" y="633922"/>
                  </a:lnTo>
                  <a:lnTo>
                    <a:pt x="199672" y="635033"/>
                  </a:lnTo>
                  <a:lnTo>
                    <a:pt x="195061" y="633595"/>
                  </a:lnTo>
                  <a:lnTo>
                    <a:pt x="190032" y="629943"/>
                  </a:lnTo>
                  <a:lnTo>
                    <a:pt x="187916" y="627980"/>
                  </a:lnTo>
                  <a:lnTo>
                    <a:pt x="180452" y="618545"/>
                  </a:lnTo>
                  <a:lnTo>
                    <a:pt x="179090" y="617351"/>
                  </a:lnTo>
                  <a:lnTo>
                    <a:pt x="177584" y="613311"/>
                  </a:lnTo>
                  <a:lnTo>
                    <a:pt x="177348" y="611804"/>
                  </a:lnTo>
                  <a:lnTo>
                    <a:pt x="176929" y="611203"/>
                  </a:lnTo>
                  <a:lnTo>
                    <a:pt x="176222" y="610792"/>
                  </a:lnTo>
                  <a:lnTo>
                    <a:pt x="175879" y="610168"/>
                  </a:lnTo>
                  <a:lnTo>
                    <a:pt x="174198" y="605542"/>
                  </a:lnTo>
                  <a:lnTo>
                    <a:pt x="173513" y="600718"/>
                  </a:lnTo>
                  <a:lnTo>
                    <a:pt x="172441" y="595324"/>
                  </a:lnTo>
                  <a:lnTo>
                    <a:pt x="173338" y="595697"/>
                  </a:lnTo>
                  <a:lnTo>
                    <a:pt x="174586" y="597470"/>
                  </a:lnTo>
                  <a:lnTo>
                    <a:pt x="175210" y="600049"/>
                  </a:lnTo>
                  <a:lnTo>
                    <a:pt x="175286" y="603655"/>
                  </a:lnTo>
                  <a:lnTo>
                    <a:pt x="176222" y="604074"/>
                  </a:lnTo>
                  <a:lnTo>
                    <a:pt x="177059" y="603732"/>
                  </a:lnTo>
                  <a:lnTo>
                    <a:pt x="174662" y="595423"/>
                  </a:lnTo>
                  <a:lnTo>
                    <a:pt x="172578" y="593361"/>
                  </a:lnTo>
                  <a:lnTo>
                    <a:pt x="172030" y="593224"/>
                  </a:lnTo>
                  <a:lnTo>
                    <a:pt x="171444" y="591893"/>
                  </a:lnTo>
                  <a:lnTo>
                    <a:pt x="171383" y="590219"/>
                  </a:lnTo>
                  <a:lnTo>
                    <a:pt x="171566" y="589427"/>
                  </a:lnTo>
                  <a:lnTo>
                    <a:pt x="169899" y="586704"/>
                  </a:lnTo>
                  <a:lnTo>
                    <a:pt x="169313" y="585083"/>
                  </a:lnTo>
                  <a:lnTo>
                    <a:pt x="165615" y="576843"/>
                  </a:lnTo>
                  <a:lnTo>
                    <a:pt x="163949" y="570931"/>
                  </a:lnTo>
                  <a:lnTo>
                    <a:pt x="161370" y="564349"/>
                  </a:lnTo>
                  <a:lnTo>
                    <a:pt x="159704" y="562044"/>
                  </a:lnTo>
                  <a:lnTo>
                    <a:pt x="157109" y="556962"/>
                  </a:lnTo>
                  <a:lnTo>
                    <a:pt x="154933" y="554595"/>
                  </a:lnTo>
                  <a:lnTo>
                    <a:pt x="152628" y="551423"/>
                  </a:lnTo>
                  <a:lnTo>
                    <a:pt x="150817" y="550015"/>
                  </a:lnTo>
                  <a:lnTo>
                    <a:pt x="150109" y="549277"/>
                  </a:lnTo>
                  <a:lnTo>
                    <a:pt x="144745" y="538267"/>
                  </a:lnTo>
                  <a:lnTo>
                    <a:pt x="143094" y="532173"/>
                  </a:lnTo>
                  <a:lnTo>
                    <a:pt x="141694" y="529297"/>
                  </a:lnTo>
                  <a:lnTo>
                    <a:pt x="141002" y="527106"/>
                  </a:lnTo>
                  <a:lnTo>
                    <a:pt x="139122" y="517740"/>
                  </a:lnTo>
                  <a:lnTo>
                    <a:pt x="139108" y="516066"/>
                  </a:lnTo>
                  <a:lnTo>
                    <a:pt x="138879" y="514232"/>
                  </a:lnTo>
                  <a:lnTo>
                    <a:pt x="137540" y="510260"/>
                  </a:lnTo>
                  <a:lnTo>
                    <a:pt x="135189" y="505961"/>
                  </a:lnTo>
                  <a:lnTo>
                    <a:pt x="134512" y="503283"/>
                  </a:lnTo>
                  <a:lnTo>
                    <a:pt x="134519" y="502241"/>
                  </a:lnTo>
                  <a:lnTo>
                    <a:pt x="133028" y="498056"/>
                  </a:lnTo>
                  <a:lnTo>
                    <a:pt x="132709" y="496146"/>
                  </a:lnTo>
                  <a:lnTo>
                    <a:pt x="131704" y="494381"/>
                  </a:lnTo>
                  <a:lnTo>
                    <a:pt x="130533" y="492761"/>
                  </a:lnTo>
                  <a:lnTo>
                    <a:pt x="129315" y="491460"/>
                  </a:lnTo>
                  <a:lnTo>
                    <a:pt x="126447" y="487214"/>
                  </a:lnTo>
                  <a:lnTo>
                    <a:pt x="125420" y="486179"/>
                  </a:lnTo>
                  <a:lnTo>
                    <a:pt x="123464" y="483425"/>
                  </a:lnTo>
                  <a:lnTo>
                    <a:pt x="122072" y="478335"/>
                  </a:lnTo>
                  <a:lnTo>
                    <a:pt x="120291" y="476341"/>
                  </a:lnTo>
                  <a:lnTo>
                    <a:pt x="123091" y="476341"/>
                  </a:lnTo>
                  <a:lnTo>
                    <a:pt x="121380" y="474454"/>
                  </a:lnTo>
                  <a:lnTo>
                    <a:pt x="120573" y="473222"/>
                  </a:lnTo>
                  <a:lnTo>
                    <a:pt x="119675" y="472461"/>
                  </a:lnTo>
                  <a:lnTo>
                    <a:pt x="120976" y="470559"/>
                  </a:lnTo>
                  <a:lnTo>
                    <a:pt x="118846" y="470612"/>
                  </a:lnTo>
                  <a:lnTo>
                    <a:pt x="117720" y="469471"/>
                  </a:lnTo>
                  <a:lnTo>
                    <a:pt x="116175" y="465895"/>
                  </a:lnTo>
                  <a:lnTo>
                    <a:pt x="113367" y="461847"/>
                  </a:lnTo>
                  <a:lnTo>
                    <a:pt x="112888" y="459686"/>
                  </a:lnTo>
                  <a:lnTo>
                    <a:pt x="110408" y="452876"/>
                  </a:lnTo>
                  <a:lnTo>
                    <a:pt x="108308" y="436495"/>
                  </a:lnTo>
                  <a:lnTo>
                    <a:pt x="106383" y="429184"/>
                  </a:lnTo>
                  <a:lnTo>
                    <a:pt x="106535" y="427084"/>
                  </a:lnTo>
                  <a:lnTo>
                    <a:pt x="104207" y="420738"/>
                  </a:lnTo>
                  <a:lnTo>
                    <a:pt x="103073" y="416477"/>
                  </a:lnTo>
                  <a:lnTo>
                    <a:pt x="102609" y="412863"/>
                  </a:lnTo>
                  <a:lnTo>
                    <a:pt x="101993" y="410489"/>
                  </a:lnTo>
                  <a:lnTo>
                    <a:pt x="101437" y="405772"/>
                  </a:lnTo>
                  <a:lnTo>
                    <a:pt x="100547" y="404281"/>
                  </a:lnTo>
                  <a:lnTo>
                    <a:pt x="100448" y="403383"/>
                  </a:lnTo>
                  <a:lnTo>
                    <a:pt x="101042" y="401230"/>
                  </a:lnTo>
                  <a:lnTo>
                    <a:pt x="102708" y="397905"/>
                  </a:lnTo>
                  <a:lnTo>
                    <a:pt x="103324" y="395797"/>
                  </a:lnTo>
                  <a:lnTo>
                    <a:pt x="102601" y="392830"/>
                  </a:lnTo>
                  <a:lnTo>
                    <a:pt x="101088" y="395949"/>
                  </a:lnTo>
                  <a:lnTo>
                    <a:pt x="99672" y="396824"/>
                  </a:lnTo>
                  <a:lnTo>
                    <a:pt x="98995" y="394496"/>
                  </a:lnTo>
                  <a:lnTo>
                    <a:pt x="98988" y="391361"/>
                  </a:lnTo>
                  <a:lnTo>
                    <a:pt x="98812" y="390608"/>
                  </a:lnTo>
                  <a:lnTo>
                    <a:pt x="99185" y="389558"/>
                  </a:lnTo>
                  <a:lnTo>
                    <a:pt x="102929" y="390038"/>
                  </a:lnTo>
                  <a:lnTo>
                    <a:pt x="98668" y="388112"/>
                  </a:lnTo>
                  <a:lnTo>
                    <a:pt x="98166" y="386987"/>
                  </a:lnTo>
                  <a:lnTo>
                    <a:pt x="98006" y="386142"/>
                  </a:lnTo>
                  <a:lnTo>
                    <a:pt x="98919" y="384582"/>
                  </a:lnTo>
                  <a:lnTo>
                    <a:pt x="97367" y="383266"/>
                  </a:lnTo>
                  <a:lnTo>
                    <a:pt x="96743" y="379233"/>
                  </a:lnTo>
                  <a:lnTo>
                    <a:pt x="96286" y="378313"/>
                  </a:lnTo>
                  <a:lnTo>
                    <a:pt x="96112" y="377567"/>
                  </a:lnTo>
                  <a:lnTo>
                    <a:pt x="96994" y="371990"/>
                  </a:lnTo>
                  <a:lnTo>
                    <a:pt x="100661" y="361011"/>
                  </a:lnTo>
                  <a:lnTo>
                    <a:pt x="100935" y="358523"/>
                  </a:lnTo>
                  <a:lnTo>
                    <a:pt x="100616" y="354985"/>
                  </a:lnTo>
                  <a:lnTo>
                    <a:pt x="99802" y="352170"/>
                  </a:lnTo>
                  <a:lnTo>
                    <a:pt x="99451" y="349187"/>
                  </a:lnTo>
                  <a:lnTo>
                    <a:pt x="99231" y="348419"/>
                  </a:lnTo>
                  <a:lnTo>
                    <a:pt x="97899" y="348145"/>
                  </a:lnTo>
                  <a:lnTo>
                    <a:pt x="96636" y="347042"/>
                  </a:lnTo>
                  <a:lnTo>
                    <a:pt x="95175" y="342613"/>
                  </a:lnTo>
                  <a:lnTo>
                    <a:pt x="96515" y="341160"/>
                  </a:lnTo>
                  <a:lnTo>
                    <a:pt x="97549" y="340361"/>
                  </a:lnTo>
                  <a:lnTo>
                    <a:pt x="96126" y="340696"/>
                  </a:lnTo>
                  <a:lnTo>
                    <a:pt x="94955" y="340559"/>
                  </a:lnTo>
                  <a:lnTo>
                    <a:pt x="97176" y="338512"/>
                  </a:lnTo>
                  <a:lnTo>
                    <a:pt x="99163" y="336945"/>
                  </a:lnTo>
                  <a:lnTo>
                    <a:pt x="103690" y="335127"/>
                  </a:lnTo>
                  <a:lnTo>
                    <a:pt x="105614" y="333962"/>
                  </a:lnTo>
                  <a:lnTo>
                    <a:pt x="102769" y="335012"/>
                  </a:lnTo>
                  <a:lnTo>
                    <a:pt x="99786" y="335408"/>
                  </a:lnTo>
                  <a:lnTo>
                    <a:pt x="93456" y="335195"/>
                  </a:lnTo>
                  <a:lnTo>
                    <a:pt x="94514" y="331056"/>
                  </a:lnTo>
                  <a:lnTo>
                    <a:pt x="95617" y="329671"/>
                  </a:lnTo>
                  <a:lnTo>
                    <a:pt x="96811" y="328895"/>
                  </a:lnTo>
                  <a:lnTo>
                    <a:pt x="95054" y="329131"/>
                  </a:lnTo>
                  <a:lnTo>
                    <a:pt x="93015" y="328804"/>
                  </a:lnTo>
                  <a:lnTo>
                    <a:pt x="93669" y="324596"/>
                  </a:lnTo>
                  <a:lnTo>
                    <a:pt x="95274" y="323683"/>
                  </a:lnTo>
                  <a:lnTo>
                    <a:pt x="97001" y="323508"/>
                  </a:lnTo>
                  <a:lnTo>
                    <a:pt x="99147" y="322907"/>
                  </a:lnTo>
                  <a:lnTo>
                    <a:pt x="96849" y="322215"/>
                  </a:lnTo>
                  <a:lnTo>
                    <a:pt x="94468" y="321880"/>
                  </a:lnTo>
                  <a:lnTo>
                    <a:pt x="91600" y="322572"/>
                  </a:lnTo>
                  <a:lnTo>
                    <a:pt x="88967" y="322063"/>
                  </a:lnTo>
                  <a:lnTo>
                    <a:pt x="85764" y="322070"/>
                  </a:lnTo>
                  <a:lnTo>
                    <a:pt x="87042" y="322633"/>
                  </a:lnTo>
                  <a:lnTo>
                    <a:pt x="88412" y="323912"/>
                  </a:lnTo>
                  <a:lnTo>
                    <a:pt x="87727" y="326194"/>
                  </a:lnTo>
                  <a:lnTo>
                    <a:pt x="87080" y="327617"/>
                  </a:lnTo>
                  <a:lnTo>
                    <a:pt x="85322" y="328598"/>
                  </a:lnTo>
                  <a:lnTo>
                    <a:pt x="83884" y="330082"/>
                  </a:lnTo>
                  <a:lnTo>
                    <a:pt x="83481" y="331383"/>
                  </a:lnTo>
                  <a:lnTo>
                    <a:pt x="82667" y="332296"/>
                  </a:lnTo>
                  <a:lnTo>
                    <a:pt x="84075" y="332943"/>
                  </a:lnTo>
                  <a:lnTo>
                    <a:pt x="85520" y="333407"/>
                  </a:lnTo>
                  <a:lnTo>
                    <a:pt x="86357" y="334465"/>
                  </a:lnTo>
                  <a:lnTo>
                    <a:pt x="87346" y="335994"/>
                  </a:lnTo>
                  <a:lnTo>
                    <a:pt x="87293" y="338969"/>
                  </a:lnTo>
                  <a:lnTo>
                    <a:pt x="83504" y="345961"/>
                  </a:lnTo>
                  <a:lnTo>
                    <a:pt x="82195" y="347521"/>
                  </a:lnTo>
                  <a:lnTo>
                    <a:pt x="72707" y="351736"/>
                  </a:lnTo>
                  <a:lnTo>
                    <a:pt x="68987" y="354026"/>
                  </a:lnTo>
                  <a:lnTo>
                    <a:pt x="61044" y="357001"/>
                  </a:lnTo>
                  <a:lnTo>
                    <a:pt x="57954" y="357557"/>
                  </a:lnTo>
                  <a:lnTo>
                    <a:pt x="54531" y="356963"/>
                  </a:lnTo>
                  <a:lnTo>
                    <a:pt x="49524" y="354703"/>
                  </a:lnTo>
                  <a:lnTo>
                    <a:pt x="41885" y="348913"/>
                  </a:lnTo>
                  <a:lnTo>
                    <a:pt x="39899" y="347004"/>
                  </a:lnTo>
                  <a:lnTo>
                    <a:pt x="33789" y="339555"/>
                  </a:lnTo>
                  <a:lnTo>
                    <a:pt x="29384" y="335606"/>
                  </a:lnTo>
                  <a:lnTo>
                    <a:pt x="26044" y="331931"/>
                  </a:lnTo>
                  <a:lnTo>
                    <a:pt x="21905" y="328446"/>
                  </a:lnTo>
                  <a:lnTo>
                    <a:pt x="18002" y="323744"/>
                  </a:lnTo>
                  <a:lnTo>
                    <a:pt x="17173" y="321598"/>
                  </a:lnTo>
                  <a:lnTo>
                    <a:pt x="17462" y="319415"/>
                  </a:lnTo>
                  <a:lnTo>
                    <a:pt x="18915" y="318228"/>
                  </a:lnTo>
                  <a:lnTo>
                    <a:pt x="20619" y="318707"/>
                  </a:lnTo>
                  <a:lnTo>
                    <a:pt x="21966" y="320548"/>
                  </a:lnTo>
                  <a:lnTo>
                    <a:pt x="22917" y="321370"/>
                  </a:lnTo>
                  <a:lnTo>
                    <a:pt x="23716" y="321705"/>
                  </a:lnTo>
                  <a:lnTo>
                    <a:pt x="29544" y="318882"/>
                  </a:lnTo>
                  <a:lnTo>
                    <a:pt x="31804" y="318996"/>
                  </a:lnTo>
                  <a:lnTo>
                    <a:pt x="33348" y="317581"/>
                  </a:lnTo>
                  <a:lnTo>
                    <a:pt x="35304" y="317893"/>
                  </a:lnTo>
                  <a:lnTo>
                    <a:pt x="39291" y="315687"/>
                  </a:lnTo>
                  <a:lnTo>
                    <a:pt x="40964" y="315550"/>
                  </a:lnTo>
                  <a:lnTo>
                    <a:pt x="42958" y="315108"/>
                  </a:lnTo>
                  <a:lnTo>
                    <a:pt x="46169" y="309516"/>
                  </a:lnTo>
                  <a:lnTo>
                    <a:pt x="48573" y="305955"/>
                  </a:lnTo>
                  <a:lnTo>
                    <a:pt x="50133" y="305210"/>
                  </a:lnTo>
                  <a:lnTo>
                    <a:pt x="50041" y="304342"/>
                  </a:lnTo>
                  <a:lnTo>
                    <a:pt x="49608" y="303209"/>
                  </a:lnTo>
                  <a:lnTo>
                    <a:pt x="48444" y="303498"/>
                  </a:lnTo>
                  <a:lnTo>
                    <a:pt x="47630" y="304578"/>
                  </a:lnTo>
                  <a:lnTo>
                    <a:pt x="47028" y="305887"/>
                  </a:lnTo>
                  <a:lnTo>
                    <a:pt x="46420" y="306671"/>
                  </a:lnTo>
                  <a:lnTo>
                    <a:pt x="44533" y="305948"/>
                  </a:lnTo>
                  <a:lnTo>
                    <a:pt x="43262" y="306069"/>
                  </a:lnTo>
                  <a:lnTo>
                    <a:pt x="41695" y="306496"/>
                  </a:lnTo>
                  <a:lnTo>
                    <a:pt x="35966" y="308580"/>
                  </a:lnTo>
                  <a:lnTo>
                    <a:pt x="33607" y="310452"/>
                  </a:lnTo>
                  <a:lnTo>
                    <a:pt x="32009" y="310825"/>
                  </a:lnTo>
                  <a:lnTo>
                    <a:pt x="22856" y="308763"/>
                  </a:lnTo>
                  <a:lnTo>
                    <a:pt x="13908" y="304030"/>
                  </a:lnTo>
                  <a:lnTo>
                    <a:pt x="10142" y="300880"/>
                  </a:lnTo>
                  <a:lnTo>
                    <a:pt x="7761" y="296855"/>
                  </a:lnTo>
                  <a:lnTo>
                    <a:pt x="5379" y="292054"/>
                  </a:lnTo>
                  <a:lnTo>
                    <a:pt x="6163" y="290708"/>
                  </a:lnTo>
                  <a:lnTo>
                    <a:pt x="9861" y="287816"/>
                  </a:lnTo>
                  <a:lnTo>
                    <a:pt x="13056" y="285542"/>
                  </a:lnTo>
                  <a:lnTo>
                    <a:pt x="10188" y="286553"/>
                  </a:lnTo>
                  <a:lnTo>
                    <a:pt x="7083" y="287961"/>
                  </a:lnTo>
                  <a:lnTo>
                    <a:pt x="5547" y="288943"/>
                  </a:lnTo>
                  <a:lnTo>
                    <a:pt x="3804" y="291004"/>
                  </a:lnTo>
                  <a:lnTo>
                    <a:pt x="1491" y="291469"/>
                  </a:lnTo>
                  <a:lnTo>
                    <a:pt x="578" y="288410"/>
                  </a:lnTo>
                  <a:lnTo>
                    <a:pt x="0" y="285427"/>
                  </a:lnTo>
                  <a:lnTo>
                    <a:pt x="1476" y="284423"/>
                  </a:lnTo>
                  <a:lnTo>
                    <a:pt x="2511" y="283791"/>
                  </a:lnTo>
                  <a:lnTo>
                    <a:pt x="4611" y="283259"/>
                  </a:lnTo>
                  <a:lnTo>
                    <a:pt x="6909" y="282879"/>
                  </a:lnTo>
                  <a:lnTo>
                    <a:pt x="8993" y="282894"/>
                  </a:lnTo>
                  <a:lnTo>
                    <a:pt x="11938" y="282939"/>
                  </a:lnTo>
                  <a:lnTo>
                    <a:pt x="12022" y="275940"/>
                  </a:lnTo>
                  <a:lnTo>
                    <a:pt x="12265" y="275323"/>
                  </a:lnTo>
                  <a:lnTo>
                    <a:pt x="12683" y="274966"/>
                  </a:lnTo>
                  <a:lnTo>
                    <a:pt x="13163" y="274813"/>
                  </a:lnTo>
                  <a:lnTo>
                    <a:pt x="13566" y="274920"/>
                  </a:lnTo>
                  <a:lnTo>
                    <a:pt x="14167" y="275970"/>
                  </a:lnTo>
                  <a:lnTo>
                    <a:pt x="14920" y="275909"/>
                  </a:lnTo>
                  <a:lnTo>
                    <a:pt x="15719" y="275300"/>
                  </a:lnTo>
                  <a:lnTo>
                    <a:pt x="17500" y="275757"/>
                  </a:lnTo>
                  <a:lnTo>
                    <a:pt x="18930" y="275445"/>
                  </a:lnTo>
                  <a:lnTo>
                    <a:pt x="20376" y="275856"/>
                  </a:lnTo>
                  <a:lnTo>
                    <a:pt x="22841" y="275863"/>
                  </a:lnTo>
                  <a:lnTo>
                    <a:pt x="27292" y="275696"/>
                  </a:lnTo>
                  <a:lnTo>
                    <a:pt x="29765" y="275749"/>
                  </a:lnTo>
                  <a:lnTo>
                    <a:pt x="31363" y="276860"/>
                  </a:lnTo>
                  <a:lnTo>
                    <a:pt x="33112" y="278085"/>
                  </a:lnTo>
                  <a:lnTo>
                    <a:pt x="35007" y="278260"/>
                  </a:lnTo>
                  <a:lnTo>
                    <a:pt x="37754" y="278115"/>
                  </a:lnTo>
                  <a:lnTo>
                    <a:pt x="39618" y="277644"/>
                  </a:lnTo>
                  <a:lnTo>
                    <a:pt x="40561" y="276502"/>
                  </a:lnTo>
                  <a:lnTo>
                    <a:pt x="41269" y="275407"/>
                  </a:lnTo>
                  <a:lnTo>
                    <a:pt x="45339" y="273809"/>
                  </a:lnTo>
                  <a:lnTo>
                    <a:pt x="49615" y="272508"/>
                  </a:lnTo>
                  <a:lnTo>
                    <a:pt x="50848" y="272364"/>
                  </a:lnTo>
                  <a:lnTo>
                    <a:pt x="51236" y="273124"/>
                  </a:lnTo>
                  <a:lnTo>
                    <a:pt x="51046" y="274395"/>
                  </a:lnTo>
                  <a:lnTo>
                    <a:pt x="51540" y="275605"/>
                  </a:lnTo>
                  <a:lnTo>
                    <a:pt x="53260" y="276373"/>
                  </a:lnTo>
                  <a:lnTo>
                    <a:pt x="54470" y="276564"/>
                  </a:lnTo>
                  <a:lnTo>
                    <a:pt x="55558" y="276388"/>
                  </a:lnTo>
                  <a:lnTo>
                    <a:pt x="56364" y="276000"/>
                  </a:lnTo>
                  <a:lnTo>
                    <a:pt x="58099" y="274098"/>
                  </a:lnTo>
                  <a:lnTo>
                    <a:pt x="58997" y="273665"/>
                  </a:lnTo>
                  <a:lnTo>
                    <a:pt x="60161" y="273695"/>
                  </a:lnTo>
                  <a:lnTo>
                    <a:pt x="61469" y="272782"/>
                  </a:lnTo>
                  <a:lnTo>
                    <a:pt x="61492" y="272082"/>
                  </a:lnTo>
                  <a:lnTo>
                    <a:pt x="60663" y="271747"/>
                  </a:lnTo>
                  <a:lnTo>
                    <a:pt x="59956" y="270743"/>
                  </a:lnTo>
                  <a:lnTo>
                    <a:pt x="60093" y="269929"/>
                  </a:lnTo>
                  <a:lnTo>
                    <a:pt x="59887" y="268772"/>
                  </a:lnTo>
                  <a:lnTo>
                    <a:pt x="60032" y="267677"/>
                  </a:lnTo>
                  <a:lnTo>
                    <a:pt x="60587" y="266855"/>
                  </a:lnTo>
                  <a:lnTo>
                    <a:pt x="61561" y="266064"/>
                  </a:lnTo>
                  <a:lnTo>
                    <a:pt x="60983" y="264428"/>
                  </a:lnTo>
                  <a:lnTo>
                    <a:pt x="59491" y="261293"/>
                  </a:lnTo>
                  <a:lnTo>
                    <a:pt x="57932" y="257276"/>
                  </a:lnTo>
                  <a:lnTo>
                    <a:pt x="56280" y="253928"/>
                  </a:lnTo>
                  <a:lnTo>
                    <a:pt x="54188" y="250991"/>
                  </a:lnTo>
                  <a:lnTo>
                    <a:pt x="53108" y="248830"/>
                  </a:lnTo>
                  <a:lnTo>
                    <a:pt x="53222" y="244060"/>
                  </a:lnTo>
                  <a:lnTo>
                    <a:pt x="53039" y="243093"/>
                  </a:lnTo>
                  <a:lnTo>
                    <a:pt x="52316" y="242500"/>
                  </a:lnTo>
                  <a:lnTo>
                    <a:pt x="51350" y="242173"/>
                  </a:lnTo>
                  <a:lnTo>
                    <a:pt x="49988" y="242660"/>
                  </a:lnTo>
                  <a:lnTo>
                    <a:pt x="48763" y="242751"/>
                  </a:lnTo>
                  <a:lnTo>
                    <a:pt x="46131" y="242644"/>
                  </a:lnTo>
                  <a:lnTo>
                    <a:pt x="44837" y="242158"/>
                  </a:lnTo>
                  <a:lnTo>
                    <a:pt x="41322" y="237356"/>
                  </a:lnTo>
                  <a:lnTo>
                    <a:pt x="40858" y="235470"/>
                  </a:lnTo>
                  <a:lnTo>
                    <a:pt x="40843" y="233529"/>
                  </a:lnTo>
                  <a:lnTo>
                    <a:pt x="42007" y="230151"/>
                  </a:lnTo>
                  <a:lnTo>
                    <a:pt x="42364" y="227001"/>
                  </a:lnTo>
                  <a:lnTo>
                    <a:pt x="42524" y="224064"/>
                  </a:lnTo>
                  <a:lnTo>
                    <a:pt x="42334" y="223235"/>
                  </a:lnTo>
                  <a:lnTo>
                    <a:pt x="41627" y="222246"/>
                  </a:lnTo>
                  <a:lnTo>
                    <a:pt x="40447" y="221515"/>
                  </a:lnTo>
                  <a:lnTo>
                    <a:pt x="37290" y="221340"/>
                  </a:lnTo>
                  <a:lnTo>
                    <a:pt x="33539" y="220367"/>
                  </a:lnTo>
                  <a:lnTo>
                    <a:pt x="30655" y="218655"/>
                  </a:lnTo>
                  <a:lnTo>
                    <a:pt x="28646" y="217620"/>
                  </a:lnTo>
                  <a:lnTo>
                    <a:pt x="28106" y="216943"/>
                  </a:lnTo>
                  <a:lnTo>
                    <a:pt x="27862" y="216152"/>
                  </a:lnTo>
                  <a:lnTo>
                    <a:pt x="28388" y="212583"/>
                  </a:lnTo>
                  <a:lnTo>
                    <a:pt x="29293" y="208558"/>
                  </a:lnTo>
                  <a:lnTo>
                    <a:pt x="29955" y="207326"/>
                  </a:lnTo>
                  <a:lnTo>
                    <a:pt x="31096" y="206047"/>
                  </a:lnTo>
                  <a:lnTo>
                    <a:pt x="31941" y="205180"/>
                  </a:lnTo>
                  <a:lnTo>
                    <a:pt x="33295" y="204031"/>
                  </a:lnTo>
                  <a:lnTo>
                    <a:pt x="36955" y="200181"/>
                  </a:lnTo>
                  <a:lnTo>
                    <a:pt x="40234" y="194878"/>
                  </a:lnTo>
                  <a:lnTo>
                    <a:pt x="42266" y="191172"/>
                  </a:lnTo>
                  <a:lnTo>
                    <a:pt x="43323" y="190069"/>
                  </a:lnTo>
                  <a:lnTo>
                    <a:pt x="44404" y="189126"/>
                  </a:lnTo>
                  <a:lnTo>
                    <a:pt x="45978" y="187985"/>
                  </a:lnTo>
                  <a:lnTo>
                    <a:pt x="47805" y="186942"/>
                  </a:lnTo>
                  <a:lnTo>
                    <a:pt x="49615" y="186988"/>
                  </a:lnTo>
                  <a:lnTo>
                    <a:pt x="51335" y="187939"/>
                  </a:lnTo>
                  <a:lnTo>
                    <a:pt x="52613" y="189050"/>
                  </a:lnTo>
                  <a:lnTo>
                    <a:pt x="53047" y="191507"/>
                  </a:lnTo>
                  <a:lnTo>
                    <a:pt x="53952" y="193098"/>
                  </a:lnTo>
                  <a:lnTo>
                    <a:pt x="54926" y="194056"/>
                  </a:lnTo>
                  <a:lnTo>
                    <a:pt x="56220" y="194520"/>
                  </a:lnTo>
                  <a:lnTo>
                    <a:pt x="57871" y="194406"/>
                  </a:lnTo>
                  <a:lnTo>
                    <a:pt x="64482" y="191591"/>
                  </a:lnTo>
                  <a:lnTo>
                    <a:pt x="66735" y="191020"/>
                  </a:lnTo>
                  <a:lnTo>
                    <a:pt x="72137" y="190670"/>
                  </a:lnTo>
                  <a:lnTo>
                    <a:pt x="75842" y="189582"/>
                  </a:lnTo>
                  <a:lnTo>
                    <a:pt x="79121" y="188441"/>
                  </a:lnTo>
                  <a:lnTo>
                    <a:pt x="79524" y="186394"/>
                  </a:lnTo>
                  <a:lnTo>
                    <a:pt x="80788" y="183267"/>
                  </a:lnTo>
                  <a:lnTo>
                    <a:pt x="84637" y="179189"/>
                  </a:lnTo>
                  <a:lnTo>
                    <a:pt x="85725" y="177371"/>
                  </a:lnTo>
                  <a:lnTo>
                    <a:pt x="86890" y="173886"/>
                  </a:lnTo>
                  <a:lnTo>
                    <a:pt x="88130" y="170705"/>
                  </a:lnTo>
                  <a:lnTo>
                    <a:pt x="89203" y="169382"/>
                  </a:lnTo>
                  <a:lnTo>
                    <a:pt x="95259" y="165882"/>
                  </a:lnTo>
                  <a:lnTo>
                    <a:pt x="101186" y="162663"/>
                  </a:lnTo>
                  <a:lnTo>
                    <a:pt x="102160" y="161202"/>
                  </a:lnTo>
                  <a:lnTo>
                    <a:pt x="105995" y="154507"/>
                  </a:lnTo>
                  <a:lnTo>
                    <a:pt x="108186" y="149949"/>
                  </a:lnTo>
                  <a:lnTo>
                    <a:pt x="108757" y="148481"/>
                  </a:lnTo>
                  <a:lnTo>
                    <a:pt x="110027" y="144517"/>
                  </a:lnTo>
                  <a:lnTo>
                    <a:pt x="111404" y="140561"/>
                  </a:lnTo>
                  <a:lnTo>
                    <a:pt x="113231" y="139640"/>
                  </a:lnTo>
                  <a:lnTo>
                    <a:pt x="117301" y="138133"/>
                  </a:lnTo>
                  <a:lnTo>
                    <a:pt x="120527" y="136657"/>
                  </a:lnTo>
                  <a:lnTo>
                    <a:pt x="122186" y="134968"/>
                  </a:lnTo>
                  <a:lnTo>
                    <a:pt x="123183" y="133492"/>
                  </a:lnTo>
                  <a:lnTo>
                    <a:pt x="123000" y="132031"/>
                  </a:lnTo>
                  <a:lnTo>
                    <a:pt x="122110" y="130297"/>
                  </a:lnTo>
                  <a:lnTo>
                    <a:pt x="122293" y="129262"/>
                  </a:lnTo>
                  <a:lnTo>
                    <a:pt x="122452" y="128242"/>
                  </a:lnTo>
                  <a:lnTo>
                    <a:pt x="124803" y="126165"/>
                  </a:lnTo>
                  <a:lnTo>
                    <a:pt x="129209" y="120010"/>
                  </a:lnTo>
                  <a:lnTo>
                    <a:pt x="131857" y="116928"/>
                  </a:lnTo>
                  <a:lnTo>
                    <a:pt x="132732" y="116928"/>
                  </a:lnTo>
                  <a:lnTo>
                    <a:pt x="135493" y="115285"/>
                  </a:lnTo>
                  <a:lnTo>
                    <a:pt x="138118" y="113428"/>
                  </a:lnTo>
                  <a:lnTo>
                    <a:pt x="137966" y="112584"/>
                  </a:lnTo>
                  <a:lnTo>
                    <a:pt x="137639" y="111488"/>
                  </a:lnTo>
                  <a:lnTo>
                    <a:pt x="136132" y="111001"/>
                  </a:lnTo>
                  <a:lnTo>
                    <a:pt x="135653" y="109685"/>
                  </a:lnTo>
                  <a:lnTo>
                    <a:pt x="136026" y="107798"/>
                  </a:lnTo>
                  <a:lnTo>
                    <a:pt x="137289" y="102723"/>
                  </a:lnTo>
                  <a:lnTo>
                    <a:pt x="137030" y="101262"/>
                  </a:lnTo>
                  <a:lnTo>
                    <a:pt x="135493" y="96545"/>
                  </a:lnTo>
                  <a:lnTo>
                    <a:pt x="135836" y="95244"/>
                  </a:lnTo>
                  <a:lnTo>
                    <a:pt x="136467" y="93905"/>
                  </a:lnTo>
                  <a:lnTo>
                    <a:pt x="138187" y="92124"/>
                  </a:lnTo>
                  <a:lnTo>
                    <a:pt x="140401" y="90641"/>
                  </a:lnTo>
                  <a:lnTo>
                    <a:pt x="147492" y="87126"/>
                  </a:lnTo>
                  <a:lnTo>
                    <a:pt x="148930" y="86738"/>
                  </a:lnTo>
                  <a:lnTo>
                    <a:pt x="151387" y="85847"/>
                  </a:lnTo>
                  <a:lnTo>
                    <a:pt x="152894" y="83968"/>
                  </a:lnTo>
                  <a:lnTo>
                    <a:pt x="153077" y="82363"/>
                  </a:lnTo>
                  <a:lnTo>
                    <a:pt x="152415" y="81366"/>
                  </a:lnTo>
                  <a:lnTo>
                    <a:pt x="150946" y="80027"/>
                  </a:lnTo>
                  <a:lnTo>
                    <a:pt x="148185" y="78817"/>
                  </a:lnTo>
                  <a:lnTo>
                    <a:pt x="145689" y="77759"/>
                  </a:lnTo>
                  <a:lnTo>
                    <a:pt x="141451" y="77873"/>
                  </a:lnTo>
                  <a:lnTo>
                    <a:pt x="139252" y="76968"/>
                  </a:lnTo>
                  <a:lnTo>
                    <a:pt x="138651" y="76337"/>
                  </a:lnTo>
                  <a:lnTo>
                    <a:pt x="138346" y="74100"/>
                  </a:lnTo>
                  <a:lnTo>
                    <a:pt x="138773" y="70311"/>
                  </a:lnTo>
                  <a:lnTo>
                    <a:pt x="138111" y="69976"/>
                  </a:lnTo>
                  <a:lnTo>
                    <a:pt x="137167" y="70425"/>
                  </a:lnTo>
                  <a:lnTo>
                    <a:pt x="134930" y="69976"/>
                  </a:lnTo>
                  <a:lnTo>
                    <a:pt x="132184" y="70029"/>
                  </a:lnTo>
                  <a:lnTo>
                    <a:pt x="131134" y="68971"/>
                  </a:lnTo>
                  <a:lnTo>
                    <a:pt x="131651" y="67701"/>
                  </a:lnTo>
                  <a:lnTo>
                    <a:pt x="131491" y="66004"/>
                  </a:lnTo>
                  <a:lnTo>
                    <a:pt x="131080" y="64391"/>
                  </a:lnTo>
                  <a:lnTo>
                    <a:pt x="130654" y="64056"/>
                  </a:lnTo>
                  <a:lnTo>
                    <a:pt x="129338" y="63668"/>
                  </a:lnTo>
                  <a:lnTo>
                    <a:pt x="127291" y="62268"/>
                  </a:lnTo>
                  <a:lnTo>
                    <a:pt x="125640" y="60541"/>
                  </a:lnTo>
                  <a:lnTo>
                    <a:pt x="124674" y="59369"/>
                  </a:lnTo>
                  <a:lnTo>
                    <a:pt x="124377" y="58563"/>
                  </a:lnTo>
                  <a:lnTo>
                    <a:pt x="124469" y="58030"/>
                  </a:lnTo>
                  <a:lnTo>
                    <a:pt x="125670" y="56532"/>
                  </a:lnTo>
                  <a:lnTo>
                    <a:pt x="127101" y="54424"/>
                  </a:lnTo>
                  <a:lnTo>
                    <a:pt x="127626" y="52613"/>
                  </a:lnTo>
                  <a:lnTo>
                    <a:pt x="127786" y="51297"/>
                  </a:lnTo>
                  <a:lnTo>
                    <a:pt x="127383" y="50331"/>
                  </a:lnTo>
                  <a:lnTo>
                    <a:pt x="126066" y="49144"/>
                  </a:lnTo>
                  <a:lnTo>
                    <a:pt x="124659" y="48101"/>
                  </a:lnTo>
                  <a:lnTo>
                    <a:pt x="124096" y="47196"/>
                  </a:lnTo>
                  <a:lnTo>
                    <a:pt x="124073" y="45826"/>
                  </a:lnTo>
                  <a:lnTo>
                    <a:pt x="124598" y="44114"/>
                  </a:lnTo>
                  <a:lnTo>
                    <a:pt x="126249" y="42821"/>
                  </a:lnTo>
                  <a:lnTo>
                    <a:pt x="129178" y="41596"/>
                  </a:lnTo>
                  <a:lnTo>
                    <a:pt x="129939" y="40074"/>
                  </a:lnTo>
                  <a:lnTo>
                    <a:pt x="129840" y="38948"/>
                  </a:lnTo>
                  <a:lnTo>
                    <a:pt x="129041" y="38613"/>
                  </a:lnTo>
                  <a:lnTo>
                    <a:pt x="126979" y="38606"/>
                  </a:lnTo>
                  <a:lnTo>
                    <a:pt x="123510" y="38218"/>
                  </a:lnTo>
                  <a:lnTo>
                    <a:pt x="122924" y="37594"/>
                  </a:lnTo>
                  <a:lnTo>
                    <a:pt x="122528" y="36757"/>
                  </a:lnTo>
                  <a:lnTo>
                    <a:pt x="122521" y="35928"/>
                  </a:lnTo>
                  <a:lnTo>
                    <a:pt x="123259" y="34984"/>
                  </a:lnTo>
                  <a:lnTo>
                    <a:pt x="124141" y="33789"/>
                  </a:lnTo>
                  <a:lnTo>
                    <a:pt x="123981" y="32625"/>
                  </a:lnTo>
                  <a:lnTo>
                    <a:pt x="122962" y="31309"/>
                  </a:lnTo>
                  <a:lnTo>
                    <a:pt x="120519" y="30350"/>
                  </a:lnTo>
                  <a:lnTo>
                    <a:pt x="120185" y="28989"/>
                  </a:lnTo>
                  <a:lnTo>
                    <a:pt x="120565" y="27855"/>
                  </a:lnTo>
                  <a:lnTo>
                    <a:pt x="121372" y="26234"/>
                  </a:lnTo>
                  <a:lnTo>
                    <a:pt x="122079" y="25108"/>
                  </a:lnTo>
                  <a:lnTo>
                    <a:pt x="123746" y="21897"/>
                  </a:lnTo>
                  <a:lnTo>
                    <a:pt x="125769" y="21197"/>
                  </a:lnTo>
                  <a:lnTo>
                    <a:pt x="128250" y="20155"/>
                  </a:lnTo>
                  <a:lnTo>
                    <a:pt x="130989" y="19006"/>
                  </a:lnTo>
                  <a:lnTo>
                    <a:pt x="135212" y="19866"/>
                  </a:lnTo>
                  <a:lnTo>
                    <a:pt x="137266" y="20292"/>
                  </a:lnTo>
                  <a:lnTo>
                    <a:pt x="141420" y="21273"/>
                  </a:lnTo>
                  <a:lnTo>
                    <a:pt x="144905" y="22095"/>
                  </a:lnTo>
                  <a:lnTo>
                    <a:pt x="148466" y="22331"/>
                  </a:lnTo>
                  <a:lnTo>
                    <a:pt x="149942" y="22270"/>
                  </a:lnTo>
                  <a:lnTo>
                    <a:pt x="151570" y="23244"/>
                  </a:lnTo>
                  <a:lnTo>
                    <a:pt x="155595" y="24910"/>
                  </a:lnTo>
                  <a:lnTo>
                    <a:pt x="158867" y="25785"/>
                  </a:lnTo>
                  <a:lnTo>
                    <a:pt x="161081" y="25778"/>
                  </a:lnTo>
                  <a:lnTo>
                    <a:pt x="164345" y="24302"/>
                  </a:lnTo>
                  <a:lnTo>
                    <a:pt x="165973" y="22947"/>
                  </a:lnTo>
                  <a:lnTo>
                    <a:pt x="168165" y="21464"/>
                  </a:lnTo>
                  <a:lnTo>
                    <a:pt x="170972" y="21524"/>
                  </a:lnTo>
                  <a:lnTo>
                    <a:pt x="177044" y="19234"/>
                  </a:lnTo>
                  <a:lnTo>
                    <a:pt x="178177" y="19630"/>
                  </a:lnTo>
                  <a:lnTo>
                    <a:pt x="179980" y="19759"/>
                  </a:lnTo>
                  <a:lnTo>
                    <a:pt x="182157" y="18435"/>
                  </a:lnTo>
                  <a:lnTo>
                    <a:pt x="183275" y="16868"/>
                  </a:lnTo>
                  <a:lnTo>
                    <a:pt x="183450" y="16077"/>
                  </a:lnTo>
                  <a:lnTo>
                    <a:pt x="183990" y="15499"/>
                  </a:lnTo>
                  <a:lnTo>
                    <a:pt x="186318" y="14502"/>
                  </a:lnTo>
                  <a:lnTo>
                    <a:pt x="188654" y="13117"/>
                  </a:lnTo>
                  <a:lnTo>
                    <a:pt x="189286" y="11291"/>
                  </a:lnTo>
                  <a:lnTo>
                    <a:pt x="189674" y="10051"/>
                  </a:lnTo>
                  <a:lnTo>
                    <a:pt x="192231" y="8453"/>
                  </a:lnTo>
                  <a:lnTo>
                    <a:pt x="194893" y="6787"/>
                  </a:lnTo>
                  <a:lnTo>
                    <a:pt x="197678" y="5044"/>
                  </a:lnTo>
                  <a:lnTo>
                    <a:pt x="200843" y="3058"/>
                  </a:lnTo>
                  <a:lnTo>
                    <a:pt x="203521" y="1377"/>
                  </a:lnTo>
                  <a:lnTo>
                    <a:pt x="205713" y="0"/>
                  </a:lnTo>
                  <a:lnTo>
                    <a:pt x="205956" y="297"/>
                  </a:lnTo>
                  <a:lnTo>
                    <a:pt x="206816" y="920"/>
                  </a:lnTo>
                  <a:lnTo>
                    <a:pt x="207744" y="1225"/>
                  </a:lnTo>
                  <a:lnTo>
                    <a:pt x="208833" y="639"/>
                  </a:lnTo>
                  <a:lnTo>
                    <a:pt x="210194" y="152"/>
                  </a:lnTo>
                  <a:lnTo>
                    <a:pt x="210909" y="426"/>
                  </a:lnTo>
                  <a:lnTo>
                    <a:pt x="211008" y="1217"/>
                  </a:lnTo>
                  <a:lnTo>
                    <a:pt x="210194" y="4930"/>
                  </a:lnTo>
                  <a:lnTo>
                    <a:pt x="210263" y="6383"/>
                  </a:lnTo>
                  <a:lnTo>
                    <a:pt x="211624" y="9404"/>
                  </a:lnTo>
                  <a:lnTo>
                    <a:pt x="213390" y="14296"/>
                  </a:lnTo>
                  <a:lnTo>
                    <a:pt x="215048" y="18877"/>
                  </a:lnTo>
                  <a:lnTo>
                    <a:pt x="216022" y="21875"/>
                  </a:lnTo>
                  <a:lnTo>
                    <a:pt x="216989" y="23099"/>
                  </a:lnTo>
                  <a:lnTo>
                    <a:pt x="221013" y="24355"/>
                  </a:lnTo>
                  <a:lnTo>
                    <a:pt x="224331" y="25382"/>
                  </a:lnTo>
                  <a:lnTo>
                    <a:pt x="226302" y="27063"/>
                  </a:lnTo>
                  <a:lnTo>
                    <a:pt x="228478" y="28677"/>
                  </a:lnTo>
                  <a:lnTo>
                    <a:pt x="229999" y="29666"/>
                  </a:lnTo>
                  <a:lnTo>
                    <a:pt x="230722" y="30936"/>
                  </a:lnTo>
                  <a:lnTo>
                    <a:pt x="230874" y="32077"/>
                  </a:lnTo>
                  <a:lnTo>
                    <a:pt x="230737" y="32846"/>
                  </a:lnTo>
                  <a:lnTo>
                    <a:pt x="229908" y="33858"/>
                  </a:lnTo>
                  <a:lnTo>
                    <a:pt x="226088" y="36460"/>
                  </a:lnTo>
                  <a:lnTo>
                    <a:pt x="225632" y="37282"/>
                  </a:lnTo>
                  <a:lnTo>
                    <a:pt x="225518" y="38362"/>
                  </a:lnTo>
                  <a:lnTo>
                    <a:pt x="226271" y="41581"/>
                  </a:lnTo>
                  <a:lnTo>
                    <a:pt x="226743" y="43597"/>
                  </a:lnTo>
                  <a:lnTo>
                    <a:pt x="226880" y="47645"/>
                  </a:lnTo>
                  <a:lnTo>
                    <a:pt x="227131" y="51487"/>
                  </a:lnTo>
                  <a:lnTo>
                    <a:pt x="228485" y="53237"/>
                  </a:lnTo>
                  <a:lnTo>
                    <a:pt x="229596" y="54363"/>
                  </a:lnTo>
                  <a:lnTo>
                    <a:pt x="230273" y="55383"/>
                  </a:lnTo>
                  <a:lnTo>
                    <a:pt x="231643" y="56790"/>
                  </a:lnTo>
                  <a:lnTo>
                    <a:pt x="232792" y="57833"/>
                  </a:lnTo>
                  <a:lnTo>
                    <a:pt x="233773" y="58449"/>
                  </a:lnTo>
                  <a:lnTo>
                    <a:pt x="234252" y="59826"/>
                  </a:lnTo>
                  <a:lnTo>
                    <a:pt x="233971" y="61447"/>
                  </a:lnTo>
                  <a:lnTo>
                    <a:pt x="233560" y="62854"/>
                  </a:lnTo>
                  <a:lnTo>
                    <a:pt x="233689" y="63615"/>
                  </a:lnTo>
                  <a:lnTo>
                    <a:pt x="234481" y="64155"/>
                  </a:lnTo>
                  <a:lnTo>
                    <a:pt x="235691" y="65563"/>
                  </a:lnTo>
                  <a:lnTo>
                    <a:pt x="235850" y="67617"/>
                  </a:lnTo>
                  <a:lnTo>
                    <a:pt x="235767" y="69032"/>
                  </a:lnTo>
                  <a:lnTo>
                    <a:pt x="236246" y="70303"/>
                  </a:lnTo>
                  <a:lnTo>
                    <a:pt x="236376" y="71711"/>
                  </a:lnTo>
                  <a:lnTo>
                    <a:pt x="236003" y="75218"/>
                  </a:lnTo>
                  <a:lnTo>
                    <a:pt x="236063" y="76801"/>
                  </a:lnTo>
                  <a:lnTo>
                    <a:pt x="235006" y="76900"/>
                  </a:lnTo>
                  <a:lnTo>
                    <a:pt x="234100" y="77440"/>
                  </a:lnTo>
                  <a:lnTo>
                    <a:pt x="232815" y="79646"/>
                  </a:lnTo>
                  <a:lnTo>
                    <a:pt x="231331" y="80224"/>
                  </a:lnTo>
                  <a:lnTo>
                    <a:pt x="229649" y="80400"/>
                  </a:lnTo>
                  <a:lnTo>
                    <a:pt x="227915" y="79045"/>
                  </a:lnTo>
                  <a:lnTo>
                    <a:pt x="226492" y="77630"/>
                  </a:lnTo>
                  <a:lnTo>
                    <a:pt x="226104" y="76846"/>
                  </a:lnTo>
                  <a:lnTo>
                    <a:pt x="225746" y="75355"/>
                  </a:lnTo>
                  <a:lnTo>
                    <a:pt x="224978" y="74381"/>
                  </a:lnTo>
                  <a:lnTo>
                    <a:pt x="223502" y="74838"/>
                  </a:lnTo>
                  <a:lnTo>
                    <a:pt x="221257" y="75043"/>
                  </a:lnTo>
                  <a:lnTo>
                    <a:pt x="218830" y="75370"/>
                  </a:lnTo>
                  <a:lnTo>
                    <a:pt x="218381" y="75697"/>
                  </a:lnTo>
                  <a:lnTo>
                    <a:pt x="218335" y="76329"/>
                  </a:lnTo>
                  <a:lnTo>
                    <a:pt x="218929" y="77668"/>
                  </a:lnTo>
                  <a:lnTo>
                    <a:pt x="219431" y="79410"/>
                  </a:lnTo>
                  <a:lnTo>
                    <a:pt x="219735" y="81845"/>
                  </a:lnTo>
                  <a:lnTo>
                    <a:pt x="220390" y="83458"/>
                  </a:lnTo>
                  <a:lnTo>
                    <a:pt x="220595" y="83968"/>
                  </a:lnTo>
                  <a:lnTo>
                    <a:pt x="224483" y="88807"/>
                  </a:lnTo>
                  <a:lnTo>
                    <a:pt x="225503" y="89789"/>
                  </a:lnTo>
                  <a:lnTo>
                    <a:pt x="225716" y="90435"/>
                  </a:lnTo>
                  <a:lnTo>
                    <a:pt x="225312" y="92223"/>
                  </a:lnTo>
                  <a:close/>
                </a:path>
              </a:pathLst>
            </a:custGeom>
            <a:solidFill>
              <a:srgbClr val="2562E8"/>
            </a:solidFill>
            <a:ln w="6168" cap="flat">
              <a:solidFill>
                <a:srgbClr val="2562E8"/>
              </a:solidFill>
              <a:prstDash val="solid"/>
              <a:miter/>
            </a:ln>
          </p:spPr>
          <p:txBody>
            <a:bodyPr/>
            <a:lstStyle/>
            <a:p>
              <a:endParaRPr lang="en-US"/>
            </a:p>
          </p:txBody>
        </p:sp>
        <p:sp>
          <p:nvSpPr>
            <p:cNvPr id="2228" name="Freeform: Shape 2227">
              <a:extLst>
                <a:ext uri="{FF2B5EF4-FFF2-40B4-BE49-F238E27FC236}">
                  <a16:creationId xmlns:a16="http://schemas.microsoft.com/office/drawing/2014/main" id="{BE29B6C7-1870-4ACB-D935-A19635C362E1}"/>
                </a:ext>
              </a:extLst>
            </p:cNvPr>
            <p:cNvSpPr/>
            <p:nvPr/>
          </p:nvSpPr>
          <p:spPr>
            <a:xfrm>
              <a:off x="11118773" y="5157809"/>
              <a:ext cx="3180" cy="4595"/>
            </a:xfrm>
            <a:custGeom>
              <a:avLst/>
              <a:gdLst>
                <a:gd name="csX0" fmla="*/ 3036 w 3180"/>
                <a:gd name="csY0" fmla="*/ 3355 h 4595"/>
                <a:gd name="csX1" fmla="*/ 2542 w 3180"/>
                <a:gd name="csY1" fmla="*/ 4208 h 4595"/>
                <a:gd name="csX2" fmla="*/ 1697 w 3180"/>
                <a:gd name="csY2" fmla="*/ 4596 h 4595"/>
                <a:gd name="csX3" fmla="*/ 1233 w 3180"/>
                <a:gd name="csY3" fmla="*/ 2442 h 4595"/>
                <a:gd name="csX4" fmla="*/ 0 w 3180"/>
                <a:gd name="csY4" fmla="*/ 921 h 4595"/>
                <a:gd name="csX5" fmla="*/ 495 w 3180"/>
                <a:gd name="csY5" fmla="*/ 921 h 4595"/>
                <a:gd name="csX6" fmla="*/ 1659 w 3180"/>
                <a:gd name="csY6" fmla="*/ 1697 h 4595"/>
                <a:gd name="csX7" fmla="*/ 2077 w 3180"/>
                <a:gd name="csY7" fmla="*/ 3751 h 4595"/>
                <a:gd name="csX8" fmla="*/ 2511 w 3180"/>
                <a:gd name="csY8" fmla="*/ 3150 h 4595"/>
                <a:gd name="csX9" fmla="*/ 2397 w 3180"/>
                <a:gd name="csY9" fmla="*/ 2511 h 4595"/>
                <a:gd name="csX10" fmla="*/ 2648 w 3180"/>
                <a:gd name="csY10" fmla="*/ 1910 h 4595"/>
                <a:gd name="csX11" fmla="*/ 2473 w 3180"/>
                <a:gd name="csY11" fmla="*/ 1240 h 4595"/>
                <a:gd name="csX12" fmla="*/ 1834 w 3180"/>
                <a:gd name="csY12" fmla="*/ 213 h 4595"/>
                <a:gd name="csX13" fmla="*/ 2054 w 3180"/>
                <a:gd name="csY13" fmla="*/ 0 h 4595"/>
                <a:gd name="csX14" fmla="*/ 3074 w 3180"/>
                <a:gd name="csY14" fmla="*/ 883 h 4595"/>
                <a:gd name="csX15" fmla="*/ 3181 w 3180"/>
                <a:gd name="csY15" fmla="*/ 1590 h 4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180" h="4595">
                  <a:moveTo>
                    <a:pt x="3036" y="3355"/>
                  </a:moveTo>
                  <a:lnTo>
                    <a:pt x="2542" y="4208"/>
                  </a:lnTo>
                  <a:lnTo>
                    <a:pt x="1697" y="4596"/>
                  </a:lnTo>
                  <a:lnTo>
                    <a:pt x="1233" y="2442"/>
                  </a:lnTo>
                  <a:lnTo>
                    <a:pt x="0" y="921"/>
                  </a:lnTo>
                  <a:lnTo>
                    <a:pt x="495" y="921"/>
                  </a:lnTo>
                  <a:lnTo>
                    <a:pt x="1659" y="1697"/>
                  </a:lnTo>
                  <a:lnTo>
                    <a:pt x="2077" y="3751"/>
                  </a:lnTo>
                  <a:lnTo>
                    <a:pt x="2511" y="3150"/>
                  </a:lnTo>
                  <a:lnTo>
                    <a:pt x="2397" y="2511"/>
                  </a:lnTo>
                  <a:lnTo>
                    <a:pt x="2648" y="1910"/>
                  </a:lnTo>
                  <a:lnTo>
                    <a:pt x="2473" y="1240"/>
                  </a:lnTo>
                  <a:lnTo>
                    <a:pt x="1834" y="213"/>
                  </a:lnTo>
                  <a:lnTo>
                    <a:pt x="2054" y="0"/>
                  </a:lnTo>
                  <a:lnTo>
                    <a:pt x="3074" y="883"/>
                  </a:lnTo>
                  <a:lnTo>
                    <a:pt x="3181" y="1590"/>
                  </a:lnTo>
                  <a:close/>
                </a:path>
              </a:pathLst>
            </a:custGeom>
            <a:solidFill>
              <a:srgbClr val="2562E8"/>
            </a:solidFill>
            <a:ln w="6168" cap="flat">
              <a:solidFill>
                <a:srgbClr val="2562E8"/>
              </a:solidFill>
              <a:prstDash val="solid"/>
              <a:miter/>
            </a:ln>
          </p:spPr>
          <p:txBody>
            <a:bodyPr/>
            <a:lstStyle/>
            <a:p>
              <a:endParaRPr lang="en-US"/>
            </a:p>
          </p:txBody>
        </p:sp>
        <p:sp>
          <p:nvSpPr>
            <p:cNvPr id="2229" name="Freeform: Shape 2228">
              <a:extLst>
                <a:ext uri="{FF2B5EF4-FFF2-40B4-BE49-F238E27FC236}">
                  <a16:creationId xmlns:a16="http://schemas.microsoft.com/office/drawing/2014/main" id="{3A9F80F5-82C4-8EB4-81B1-3153AC7EEC8B}"/>
                </a:ext>
              </a:extLst>
            </p:cNvPr>
            <p:cNvSpPr/>
            <p:nvPr/>
          </p:nvSpPr>
          <p:spPr>
            <a:xfrm>
              <a:off x="10401811" y="4147750"/>
              <a:ext cx="208687" cy="211411"/>
            </a:xfrm>
            <a:custGeom>
              <a:avLst/>
              <a:gdLst>
                <a:gd name="csX0" fmla="*/ 127946 w 208687"/>
                <a:gd name="csY0" fmla="*/ 6125 h 211411"/>
                <a:gd name="csX1" fmla="*/ 127946 w 208687"/>
                <a:gd name="csY1" fmla="*/ 6323 h 211411"/>
                <a:gd name="csX2" fmla="*/ 128653 w 208687"/>
                <a:gd name="csY2" fmla="*/ 8217 h 211411"/>
                <a:gd name="csX3" fmla="*/ 130411 w 208687"/>
                <a:gd name="csY3" fmla="*/ 15255 h 211411"/>
                <a:gd name="csX4" fmla="*/ 131415 w 208687"/>
                <a:gd name="csY4" fmla="*/ 16145 h 211411"/>
                <a:gd name="csX5" fmla="*/ 132556 w 208687"/>
                <a:gd name="csY5" fmla="*/ 16891 h 211411"/>
                <a:gd name="csX6" fmla="*/ 133363 w 208687"/>
                <a:gd name="csY6" fmla="*/ 17933 h 211411"/>
                <a:gd name="csX7" fmla="*/ 133683 w 208687"/>
                <a:gd name="csY7" fmla="*/ 18983 h 211411"/>
                <a:gd name="csX8" fmla="*/ 133584 w 208687"/>
                <a:gd name="csY8" fmla="*/ 20611 h 211411"/>
                <a:gd name="csX9" fmla="*/ 133622 w 208687"/>
                <a:gd name="csY9" fmla="*/ 22499 h 211411"/>
                <a:gd name="csX10" fmla="*/ 134093 w 208687"/>
                <a:gd name="csY10" fmla="*/ 23944 h 211411"/>
                <a:gd name="csX11" fmla="*/ 134747 w 208687"/>
                <a:gd name="csY11" fmla="*/ 25040 h 211411"/>
                <a:gd name="csX12" fmla="*/ 135356 w 208687"/>
                <a:gd name="csY12" fmla="*/ 25587 h 211411"/>
                <a:gd name="csX13" fmla="*/ 136269 w 208687"/>
                <a:gd name="csY13" fmla="*/ 25641 h 211411"/>
                <a:gd name="csX14" fmla="*/ 137365 w 208687"/>
                <a:gd name="csY14" fmla="*/ 25907 h 211411"/>
                <a:gd name="csX15" fmla="*/ 138103 w 208687"/>
                <a:gd name="csY15" fmla="*/ 26995 h 211411"/>
                <a:gd name="csX16" fmla="*/ 140454 w 208687"/>
                <a:gd name="csY16" fmla="*/ 34931 h 211411"/>
                <a:gd name="csX17" fmla="*/ 140675 w 208687"/>
                <a:gd name="csY17" fmla="*/ 35966 h 211411"/>
                <a:gd name="csX18" fmla="*/ 141664 w 208687"/>
                <a:gd name="csY18" fmla="*/ 36300 h 211411"/>
                <a:gd name="csX19" fmla="*/ 143284 w 208687"/>
                <a:gd name="csY19" fmla="*/ 36148 h 211411"/>
                <a:gd name="csX20" fmla="*/ 144951 w 208687"/>
                <a:gd name="csY20" fmla="*/ 36970 h 211411"/>
                <a:gd name="csX21" fmla="*/ 146731 w 208687"/>
                <a:gd name="csY21" fmla="*/ 38248 h 211411"/>
                <a:gd name="csX22" fmla="*/ 148405 w 208687"/>
                <a:gd name="csY22" fmla="*/ 40660 h 211411"/>
                <a:gd name="csX23" fmla="*/ 149531 w 208687"/>
                <a:gd name="csY23" fmla="*/ 41048 h 211411"/>
                <a:gd name="csX24" fmla="*/ 153062 w 208687"/>
                <a:gd name="csY24" fmla="*/ 40691 h 211411"/>
                <a:gd name="csX25" fmla="*/ 157885 w 208687"/>
                <a:gd name="csY25" fmla="*/ 41079 h 211411"/>
                <a:gd name="csX26" fmla="*/ 160145 w 208687"/>
                <a:gd name="csY26" fmla="*/ 42319 h 211411"/>
                <a:gd name="csX27" fmla="*/ 159917 w 208687"/>
                <a:gd name="csY27" fmla="*/ 43087 h 211411"/>
                <a:gd name="csX28" fmla="*/ 158175 w 208687"/>
                <a:gd name="csY28" fmla="*/ 43939 h 211411"/>
                <a:gd name="csX29" fmla="*/ 155108 w 208687"/>
                <a:gd name="csY29" fmla="*/ 44944 h 211411"/>
                <a:gd name="csX30" fmla="*/ 154203 w 208687"/>
                <a:gd name="csY30" fmla="*/ 46640 h 211411"/>
                <a:gd name="csX31" fmla="*/ 153693 w 208687"/>
                <a:gd name="csY31" fmla="*/ 48839 h 211411"/>
                <a:gd name="csX32" fmla="*/ 153784 w 208687"/>
                <a:gd name="csY32" fmla="*/ 50072 h 211411"/>
                <a:gd name="csX33" fmla="*/ 154537 w 208687"/>
                <a:gd name="csY33" fmla="*/ 51426 h 211411"/>
                <a:gd name="csX34" fmla="*/ 156698 w 208687"/>
                <a:gd name="csY34" fmla="*/ 54119 h 211411"/>
                <a:gd name="csX35" fmla="*/ 156820 w 208687"/>
                <a:gd name="csY35" fmla="*/ 55094 h 211411"/>
                <a:gd name="csX36" fmla="*/ 157208 w 208687"/>
                <a:gd name="csY36" fmla="*/ 56448 h 211411"/>
                <a:gd name="csX37" fmla="*/ 157611 w 208687"/>
                <a:gd name="csY37" fmla="*/ 57376 h 211411"/>
                <a:gd name="csX38" fmla="*/ 157163 w 208687"/>
                <a:gd name="csY38" fmla="*/ 59164 h 211411"/>
                <a:gd name="csX39" fmla="*/ 155200 w 208687"/>
                <a:gd name="csY39" fmla="*/ 60404 h 211411"/>
                <a:gd name="csX40" fmla="*/ 152620 w 208687"/>
                <a:gd name="csY40" fmla="*/ 61743 h 211411"/>
                <a:gd name="csX41" fmla="*/ 147439 w 208687"/>
                <a:gd name="csY41" fmla="*/ 67708 h 211411"/>
                <a:gd name="csX42" fmla="*/ 147051 w 208687"/>
                <a:gd name="csY42" fmla="*/ 68994 h 211411"/>
                <a:gd name="csX43" fmla="*/ 147081 w 208687"/>
                <a:gd name="csY43" fmla="*/ 72510 h 211411"/>
                <a:gd name="csX44" fmla="*/ 146564 w 208687"/>
                <a:gd name="csY44" fmla="*/ 73514 h 211411"/>
                <a:gd name="csX45" fmla="*/ 144928 w 208687"/>
                <a:gd name="csY45" fmla="*/ 73498 h 211411"/>
                <a:gd name="csX46" fmla="*/ 143650 w 208687"/>
                <a:gd name="csY46" fmla="*/ 73316 h 211411"/>
                <a:gd name="csX47" fmla="*/ 143581 w 208687"/>
                <a:gd name="csY47" fmla="*/ 74541 h 211411"/>
                <a:gd name="csX48" fmla="*/ 142767 w 208687"/>
                <a:gd name="csY48" fmla="*/ 76185 h 211411"/>
                <a:gd name="csX49" fmla="*/ 142303 w 208687"/>
                <a:gd name="csY49" fmla="*/ 77607 h 211411"/>
                <a:gd name="csX50" fmla="*/ 144205 w 208687"/>
                <a:gd name="csY50" fmla="*/ 80963 h 211411"/>
                <a:gd name="csX51" fmla="*/ 144547 w 208687"/>
                <a:gd name="csY51" fmla="*/ 82743 h 211411"/>
                <a:gd name="csX52" fmla="*/ 144243 w 208687"/>
                <a:gd name="csY52" fmla="*/ 84364 h 211411"/>
                <a:gd name="csX53" fmla="*/ 142478 w 208687"/>
                <a:gd name="csY53" fmla="*/ 87148 h 211411"/>
                <a:gd name="csX54" fmla="*/ 141436 w 208687"/>
                <a:gd name="csY54" fmla="*/ 89020 h 211411"/>
                <a:gd name="csX55" fmla="*/ 141687 w 208687"/>
                <a:gd name="csY55" fmla="*/ 89438 h 211411"/>
                <a:gd name="csX56" fmla="*/ 143064 w 208687"/>
                <a:gd name="csY56" fmla="*/ 90184 h 211411"/>
                <a:gd name="csX57" fmla="*/ 147340 w 208687"/>
                <a:gd name="csY57" fmla="*/ 96294 h 211411"/>
                <a:gd name="csX58" fmla="*/ 148717 w 208687"/>
                <a:gd name="csY58" fmla="*/ 98439 h 211411"/>
                <a:gd name="csX59" fmla="*/ 150528 w 208687"/>
                <a:gd name="csY59" fmla="*/ 97876 h 211411"/>
                <a:gd name="csX60" fmla="*/ 151205 w 208687"/>
                <a:gd name="csY60" fmla="*/ 97914 h 211411"/>
                <a:gd name="csX61" fmla="*/ 151730 w 208687"/>
                <a:gd name="csY61" fmla="*/ 98257 h 211411"/>
                <a:gd name="csX62" fmla="*/ 152057 w 208687"/>
                <a:gd name="csY62" fmla="*/ 98980 h 211411"/>
                <a:gd name="csX63" fmla="*/ 152057 w 208687"/>
                <a:gd name="csY63" fmla="*/ 99893 h 211411"/>
                <a:gd name="csX64" fmla="*/ 151601 w 208687"/>
                <a:gd name="csY64" fmla="*/ 101262 h 211411"/>
                <a:gd name="csX65" fmla="*/ 153906 w 208687"/>
                <a:gd name="csY65" fmla="*/ 101818 h 211411"/>
                <a:gd name="csX66" fmla="*/ 154735 w 208687"/>
                <a:gd name="csY66" fmla="*/ 103202 h 211411"/>
                <a:gd name="csX67" fmla="*/ 157421 w 208687"/>
                <a:gd name="csY67" fmla="*/ 107935 h 211411"/>
                <a:gd name="csX68" fmla="*/ 157322 w 208687"/>
                <a:gd name="csY68" fmla="*/ 109342 h 211411"/>
                <a:gd name="csX69" fmla="*/ 156036 w 208687"/>
                <a:gd name="csY69" fmla="*/ 111572 h 211411"/>
                <a:gd name="csX70" fmla="*/ 156021 w 208687"/>
                <a:gd name="csY70" fmla="*/ 113048 h 211411"/>
                <a:gd name="csX71" fmla="*/ 156295 w 208687"/>
                <a:gd name="csY71" fmla="*/ 114372 h 211411"/>
                <a:gd name="csX72" fmla="*/ 156714 w 208687"/>
                <a:gd name="csY72" fmla="*/ 114836 h 211411"/>
                <a:gd name="csX73" fmla="*/ 160678 w 208687"/>
                <a:gd name="csY73" fmla="*/ 115026 h 211411"/>
                <a:gd name="csX74" fmla="*/ 162359 w 208687"/>
                <a:gd name="csY74" fmla="*/ 115559 h 211411"/>
                <a:gd name="csX75" fmla="*/ 166476 w 208687"/>
                <a:gd name="csY75" fmla="*/ 117963 h 211411"/>
                <a:gd name="csX76" fmla="*/ 171162 w 208687"/>
                <a:gd name="csY76" fmla="*/ 121653 h 211411"/>
                <a:gd name="csX77" fmla="*/ 174989 w 208687"/>
                <a:gd name="csY77" fmla="*/ 124674 h 211411"/>
                <a:gd name="csX78" fmla="*/ 178253 w 208687"/>
                <a:gd name="csY78" fmla="*/ 127238 h 211411"/>
                <a:gd name="csX79" fmla="*/ 181753 w 208687"/>
                <a:gd name="csY79" fmla="*/ 127055 h 211411"/>
                <a:gd name="csX80" fmla="*/ 182705 w 208687"/>
                <a:gd name="csY80" fmla="*/ 127519 h 211411"/>
                <a:gd name="csX81" fmla="*/ 183587 w 208687"/>
                <a:gd name="csY81" fmla="*/ 128318 h 211411"/>
                <a:gd name="csX82" fmla="*/ 184591 w 208687"/>
                <a:gd name="csY82" fmla="*/ 130426 h 211411"/>
                <a:gd name="csX83" fmla="*/ 186592 w 208687"/>
                <a:gd name="csY83" fmla="*/ 135181 h 211411"/>
                <a:gd name="csX84" fmla="*/ 188297 w 208687"/>
                <a:gd name="csY84" fmla="*/ 136756 h 211411"/>
                <a:gd name="csX85" fmla="*/ 190922 w 208687"/>
                <a:gd name="csY85" fmla="*/ 140553 h 211411"/>
                <a:gd name="csX86" fmla="*/ 193387 w 208687"/>
                <a:gd name="csY86" fmla="*/ 144106 h 211411"/>
                <a:gd name="csX87" fmla="*/ 191766 w 208687"/>
                <a:gd name="csY87" fmla="*/ 148930 h 211411"/>
                <a:gd name="csX88" fmla="*/ 190176 w 208687"/>
                <a:gd name="csY88" fmla="*/ 153936 h 211411"/>
                <a:gd name="csX89" fmla="*/ 190176 w 208687"/>
                <a:gd name="csY89" fmla="*/ 160373 h 211411"/>
                <a:gd name="csX90" fmla="*/ 190176 w 208687"/>
                <a:gd name="csY90" fmla="*/ 163827 h 211411"/>
                <a:gd name="csX91" fmla="*/ 193524 w 208687"/>
                <a:gd name="csY91" fmla="*/ 163972 h 211411"/>
                <a:gd name="csX92" fmla="*/ 197245 w 208687"/>
                <a:gd name="csY92" fmla="*/ 164139 h 211411"/>
                <a:gd name="csX93" fmla="*/ 197275 w 208687"/>
                <a:gd name="csY93" fmla="*/ 168256 h 211411"/>
                <a:gd name="csX94" fmla="*/ 197305 w 208687"/>
                <a:gd name="csY94" fmla="*/ 172387 h 211411"/>
                <a:gd name="csX95" fmla="*/ 197336 w 208687"/>
                <a:gd name="csY95" fmla="*/ 177089 h 211411"/>
                <a:gd name="csX96" fmla="*/ 198432 w 208687"/>
                <a:gd name="csY96" fmla="*/ 177287 h 211411"/>
                <a:gd name="csX97" fmla="*/ 200166 w 208687"/>
                <a:gd name="csY97" fmla="*/ 178299 h 211411"/>
                <a:gd name="csX98" fmla="*/ 200912 w 208687"/>
                <a:gd name="csY98" fmla="*/ 179820 h 211411"/>
                <a:gd name="csX99" fmla="*/ 201840 w 208687"/>
                <a:gd name="csY99" fmla="*/ 180650 h 211411"/>
                <a:gd name="csX100" fmla="*/ 202974 w 208687"/>
                <a:gd name="csY100" fmla="*/ 180787 h 211411"/>
                <a:gd name="csX101" fmla="*/ 204085 w 208687"/>
                <a:gd name="csY101" fmla="*/ 181532 h 211411"/>
                <a:gd name="csX102" fmla="*/ 205188 w 208687"/>
                <a:gd name="csY102" fmla="*/ 182894 h 211411"/>
                <a:gd name="csX103" fmla="*/ 205591 w 208687"/>
                <a:gd name="csY103" fmla="*/ 183914 h 211411"/>
                <a:gd name="csX104" fmla="*/ 205294 w 208687"/>
                <a:gd name="csY104" fmla="*/ 184622 h 211411"/>
                <a:gd name="csX105" fmla="*/ 205530 w 208687"/>
                <a:gd name="csY105" fmla="*/ 185854 h 211411"/>
                <a:gd name="csX106" fmla="*/ 206299 w 208687"/>
                <a:gd name="csY106" fmla="*/ 187619 h 211411"/>
                <a:gd name="csX107" fmla="*/ 207235 w 208687"/>
                <a:gd name="csY107" fmla="*/ 188449 h 211411"/>
                <a:gd name="csX108" fmla="*/ 208688 w 208687"/>
                <a:gd name="csY108" fmla="*/ 189468 h 211411"/>
                <a:gd name="csX109" fmla="*/ 206717 w 208687"/>
                <a:gd name="csY109" fmla="*/ 190054 h 211411"/>
                <a:gd name="csX110" fmla="*/ 204587 w 208687"/>
                <a:gd name="csY110" fmla="*/ 189605 h 211411"/>
                <a:gd name="csX111" fmla="*/ 200044 w 208687"/>
                <a:gd name="csY111" fmla="*/ 187543 h 211411"/>
                <a:gd name="csX112" fmla="*/ 198568 w 208687"/>
                <a:gd name="csY112" fmla="*/ 187482 h 211411"/>
                <a:gd name="csX113" fmla="*/ 196643 w 208687"/>
                <a:gd name="csY113" fmla="*/ 188266 h 211411"/>
                <a:gd name="csX114" fmla="*/ 196560 w 208687"/>
                <a:gd name="csY114" fmla="*/ 188966 h 211411"/>
                <a:gd name="csX115" fmla="*/ 191759 w 208687"/>
                <a:gd name="csY115" fmla="*/ 186661 h 211411"/>
                <a:gd name="csX116" fmla="*/ 190032 w 208687"/>
                <a:gd name="csY116" fmla="*/ 186197 h 211411"/>
                <a:gd name="csX117" fmla="*/ 189408 w 208687"/>
                <a:gd name="csY117" fmla="*/ 186151 h 211411"/>
                <a:gd name="csX118" fmla="*/ 186653 w 208687"/>
                <a:gd name="csY118" fmla="*/ 186174 h 211411"/>
                <a:gd name="csX119" fmla="*/ 182735 w 208687"/>
                <a:gd name="csY119" fmla="*/ 186592 h 211411"/>
                <a:gd name="csX120" fmla="*/ 180430 w 208687"/>
                <a:gd name="csY120" fmla="*/ 187528 h 211411"/>
                <a:gd name="csX121" fmla="*/ 178832 w 208687"/>
                <a:gd name="csY121" fmla="*/ 188517 h 211411"/>
                <a:gd name="csX122" fmla="*/ 178101 w 208687"/>
                <a:gd name="csY122" fmla="*/ 189491 h 211411"/>
                <a:gd name="csX123" fmla="*/ 177842 w 208687"/>
                <a:gd name="csY123" fmla="*/ 190016 h 211411"/>
                <a:gd name="csX124" fmla="*/ 176595 w 208687"/>
                <a:gd name="csY124" fmla="*/ 192884 h 211411"/>
                <a:gd name="csX125" fmla="*/ 175149 w 208687"/>
                <a:gd name="csY125" fmla="*/ 196559 h 211411"/>
                <a:gd name="csX126" fmla="*/ 173650 w 208687"/>
                <a:gd name="csY126" fmla="*/ 199861 h 211411"/>
                <a:gd name="csX127" fmla="*/ 170736 w 208687"/>
                <a:gd name="csY127" fmla="*/ 204503 h 211411"/>
                <a:gd name="csX128" fmla="*/ 169123 w 208687"/>
                <a:gd name="csY128" fmla="*/ 206641 h 211411"/>
                <a:gd name="csX129" fmla="*/ 165661 w 208687"/>
                <a:gd name="csY129" fmla="*/ 210613 h 211411"/>
                <a:gd name="csX130" fmla="*/ 161918 w 208687"/>
                <a:gd name="csY130" fmla="*/ 211411 h 211411"/>
                <a:gd name="csX131" fmla="*/ 153237 w 208687"/>
                <a:gd name="csY131" fmla="*/ 210628 h 211411"/>
                <a:gd name="csX132" fmla="*/ 143612 w 208687"/>
                <a:gd name="csY132" fmla="*/ 209753 h 211411"/>
                <a:gd name="csX133" fmla="*/ 134032 w 208687"/>
                <a:gd name="csY133" fmla="*/ 208893 h 211411"/>
                <a:gd name="csX134" fmla="*/ 126903 w 208687"/>
                <a:gd name="csY134" fmla="*/ 208246 h 211411"/>
                <a:gd name="csX135" fmla="*/ 126355 w 208687"/>
                <a:gd name="csY135" fmla="*/ 208033 h 211411"/>
                <a:gd name="csX136" fmla="*/ 119302 w 208687"/>
                <a:gd name="csY136" fmla="*/ 202357 h 211411"/>
                <a:gd name="csX137" fmla="*/ 113733 w 208687"/>
                <a:gd name="csY137" fmla="*/ 197860 h 211411"/>
                <a:gd name="csX138" fmla="*/ 106771 w 208687"/>
                <a:gd name="csY138" fmla="*/ 192238 h 211411"/>
                <a:gd name="csX139" fmla="*/ 99665 w 208687"/>
                <a:gd name="csY139" fmla="*/ 186478 h 211411"/>
                <a:gd name="csX140" fmla="*/ 92452 w 208687"/>
                <a:gd name="csY140" fmla="*/ 180627 h 211411"/>
                <a:gd name="csX141" fmla="*/ 87209 w 208687"/>
                <a:gd name="csY141" fmla="*/ 176366 h 211411"/>
                <a:gd name="csX142" fmla="*/ 80848 w 208687"/>
                <a:gd name="csY142" fmla="*/ 170873 h 211411"/>
                <a:gd name="csX143" fmla="*/ 75058 w 208687"/>
                <a:gd name="csY143" fmla="*/ 165859 h 211411"/>
                <a:gd name="csX144" fmla="*/ 70486 w 208687"/>
                <a:gd name="csY144" fmla="*/ 161887 h 211411"/>
                <a:gd name="csX145" fmla="*/ 64619 w 208687"/>
                <a:gd name="csY145" fmla="*/ 158418 h 211411"/>
                <a:gd name="csX146" fmla="*/ 60039 w 208687"/>
                <a:gd name="csY146" fmla="*/ 155694 h 211411"/>
                <a:gd name="csX147" fmla="*/ 53359 w 208687"/>
                <a:gd name="csY147" fmla="*/ 151730 h 211411"/>
                <a:gd name="csX148" fmla="*/ 48025 w 208687"/>
                <a:gd name="csY148" fmla="*/ 148557 h 211411"/>
                <a:gd name="csX149" fmla="*/ 43453 w 208687"/>
                <a:gd name="csY149" fmla="*/ 145833 h 211411"/>
                <a:gd name="csX150" fmla="*/ 36415 w 208687"/>
                <a:gd name="csY150" fmla="*/ 141633 h 211411"/>
                <a:gd name="csX151" fmla="*/ 34079 w 208687"/>
                <a:gd name="csY151" fmla="*/ 140492 h 211411"/>
                <a:gd name="csX152" fmla="*/ 26782 w 208687"/>
                <a:gd name="csY152" fmla="*/ 139084 h 211411"/>
                <a:gd name="csX153" fmla="*/ 19866 w 208687"/>
                <a:gd name="csY153" fmla="*/ 137897 h 211411"/>
                <a:gd name="csX154" fmla="*/ 12706 w 208687"/>
                <a:gd name="csY154" fmla="*/ 136665 h 211411"/>
                <a:gd name="csX155" fmla="*/ 7943 w 208687"/>
                <a:gd name="csY155" fmla="*/ 135843 h 211411"/>
                <a:gd name="csX156" fmla="*/ 11085 w 208687"/>
                <a:gd name="csY156" fmla="*/ 132845 h 211411"/>
                <a:gd name="csX157" fmla="*/ 10120 w 208687"/>
                <a:gd name="csY157" fmla="*/ 130152 h 211411"/>
                <a:gd name="csX158" fmla="*/ 7829 w 208687"/>
                <a:gd name="csY158" fmla="*/ 130646 h 211411"/>
                <a:gd name="csX159" fmla="*/ 5722 w 208687"/>
                <a:gd name="csY159" fmla="*/ 131285 h 211411"/>
                <a:gd name="csX160" fmla="*/ 4443 w 208687"/>
                <a:gd name="csY160" fmla="*/ 127093 h 211411"/>
                <a:gd name="csX161" fmla="*/ 6071 w 208687"/>
                <a:gd name="csY161" fmla="*/ 126568 h 211411"/>
                <a:gd name="csX162" fmla="*/ 4565 w 208687"/>
                <a:gd name="csY162" fmla="*/ 121083 h 211411"/>
                <a:gd name="csX163" fmla="*/ 3020 w 208687"/>
                <a:gd name="csY163" fmla="*/ 115422 h 211411"/>
                <a:gd name="csX164" fmla="*/ 1529 w 208687"/>
                <a:gd name="csY164" fmla="*/ 109936 h 211411"/>
                <a:gd name="csX165" fmla="*/ 0 w 208687"/>
                <a:gd name="csY165" fmla="*/ 104313 h 211411"/>
                <a:gd name="csX166" fmla="*/ 6049 w 208687"/>
                <a:gd name="csY166" fmla="*/ 100699 h 211411"/>
                <a:gd name="csX167" fmla="*/ 10568 w 208687"/>
                <a:gd name="csY167" fmla="*/ 97998 h 211411"/>
                <a:gd name="csX168" fmla="*/ 16891 w 208687"/>
                <a:gd name="csY168" fmla="*/ 94209 h 211411"/>
                <a:gd name="csX169" fmla="*/ 22985 w 208687"/>
                <a:gd name="csY169" fmla="*/ 90549 h 211411"/>
                <a:gd name="csX170" fmla="*/ 28791 w 208687"/>
                <a:gd name="csY170" fmla="*/ 87057 h 211411"/>
                <a:gd name="csX171" fmla="*/ 35190 w 208687"/>
                <a:gd name="csY171" fmla="*/ 83200 h 211411"/>
                <a:gd name="csX172" fmla="*/ 40911 w 208687"/>
                <a:gd name="csY172" fmla="*/ 79745 h 211411"/>
                <a:gd name="csX173" fmla="*/ 46153 w 208687"/>
                <a:gd name="csY173" fmla="*/ 78338 h 211411"/>
                <a:gd name="csX174" fmla="*/ 47264 w 208687"/>
                <a:gd name="csY174" fmla="*/ 77250 h 211411"/>
                <a:gd name="csX175" fmla="*/ 49654 w 208687"/>
                <a:gd name="csY175" fmla="*/ 72517 h 211411"/>
                <a:gd name="csX176" fmla="*/ 51700 w 208687"/>
                <a:gd name="csY176" fmla="*/ 68469 h 211411"/>
                <a:gd name="csX177" fmla="*/ 51799 w 208687"/>
                <a:gd name="csY177" fmla="*/ 67533 h 211411"/>
                <a:gd name="csX178" fmla="*/ 51806 w 208687"/>
                <a:gd name="csY178" fmla="*/ 61774 h 211411"/>
                <a:gd name="csX179" fmla="*/ 52164 w 208687"/>
                <a:gd name="csY179" fmla="*/ 54995 h 211411"/>
                <a:gd name="csX180" fmla="*/ 52842 w 208687"/>
                <a:gd name="csY180" fmla="*/ 51365 h 211411"/>
                <a:gd name="csX181" fmla="*/ 54021 w 208687"/>
                <a:gd name="csY181" fmla="*/ 48147 h 211411"/>
                <a:gd name="csX182" fmla="*/ 55101 w 208687"/>
                <a:gd name="csY182" fmla="*/ 45796 h 211411"/>
                <a:gd name="csX183" fmla="*/ 55215 w 208687"/>
                <a:gd name="csY183" fmla="*/ 43597 h 211411"/>
                <a:gd name="csX184" fmla="*/ 55071 w 208687"/>
                <a:gd name="csY184" fmla="*/ 41360 h 211411"/>
                <a:gd name="csX185" fmla="*/ 53952 w 208687"/>
                <a:gd name="csY185" fmla="*/ 37974 h 211411"/>
                <a:gd name="csX186" fmla="*/ 52788 w 208687"/>
                <a:gd name="csY186" fmla="*/ 34436 h 211411"/>
                <a:gd name="csX187" fmla="*/ 52918 w 208687"/>
                <a:gd name="csY187" fmla="*/ 31027 h 211411"/>
                <a:gd name="csX188" fmla="*/ 53130 w 208687"/>
                <a:gd name="csY188" fmla="*/ 29202 h 211411"/>
                <a:gd name="csX189" fmla="*/ 53861 w 208687"/>
                <a:gd name="csY189" fmla="*/ 26272 h 211411"/>
                <a:gd name="csX190" fmla="*/ 55109 w 208687"/>
                <a:gd name="csY190" fmla="*/ 24127 h 211411"/>
                <a:gd name="csX191" fmla="*/ 56448 w 208687"/>
                <a:gd name="csY191" fmla="*/ 22803 h 211411"/>
                <a:gd name="csX192" fmla="*/ 61424 w 208687"/>
                <a:gd name="csY192" fmla="*/ 21433 h 211411"/>
                <a:gd name="csX193" fmla="*/ 64384 w 208687"/>
                <a:gd name="csY193" fmla="*/ 20619 h 211411"/>
                <a:gd name="csX194" fmla="*/ 68340 w 208687"/>
                <a:gd name="csY194" fmla="*/ 16815 h 211411"/>
                <a:gd name="csX195" fmla="*/ 70691 w 208687"/>
                <a:gd name="csY195" fmla="*/ 14547 h 211411"/>
                <a:gd name="csX196" fmla="*/ 73963 w 208687"/>
                <a:gd name="csY196" fmla="*/ 10956 h 211411"/>
                <a:gd name="csX197" fmla="*/ 76375 w 208687"/>
                <a:gd name="csY197" fmla="*/ 8308 h 211411"/>
                <a:gd name="csX198" fmla="*/ 76565 w 208687"/>
                <a:gd name="csY198" fmla="*/ 7388 h 211411"/>
                <a:gd name="csX199" fmla="*/ 76565 w 208687"/>
                <a:gd name="csY199" fmla="*/ 7030 h 211411"/>
                <a:gd name="csX200" fmla="*/ 78634 w 208687"/>
                <a:gd name="csY200" fmla="*/ 6490 h 211411"/>
                <a:gd name="csX201" fmla="*/ 82462 w 208687"/>
                <a:gd name="csY201" fmla="*/ 3272 h 211411"/>
                <a:gd name="csX202" fmla="*/ 84721 w 208687"/>
                <a:gd name="csY202" fmla="*/ 266 h 211411"/>
                <a:gd name="csX203" fmla="*/ 85437 w 208687"/>
                <a:gd name="csY203" fmla="*/ 0 h 211411"/>
                <a:gd name="csX204" fmla="*/ 87453 w 208687"/>
                <a:gd name="csY204" fmla="*/ 981 h 211411"/>
                <a:gd name="csX205" fmla="*/ 88898 w 208687"/>
                <a:gd name="csY205" fmla="*/ 1255 h 211411"/>
                <a:gd name="csX206" fmla="*/ 92223 w 208687"/>
                <a:gd name="csY206" fmla="*/ 114 h 211411"/>
                <a:gd name="csX207" fmla="*/ 94202 w 208687"/>
                <a:gd name="csY207" fmla="*/ 715 h 211411"/>
                <a:gd name="csX208" fmla="*/ 95868 w 208687"/>
                <a:gd name="csY208" fmla="*/ 1476 h 211411"/>
                <a:gd name="csX209" fmla="*/ 96796 w 208687"/>
                <a:gd name="csY209" fmla="*/ 1529 h 211411"/>
                <a:gd name="csX210" fmla="*/ 101262 w 208687"/>
                <a:gd name="csY210" fmla="*/ 3401 h 211411"/>
                <a:gd name="csX211" fmla="*/ 102381 w 208687"/>
                <a:gd name="csY211" fmla="*/ 3629 h 211411"/>
                <a:gd name="csX212" fmla="*/ 104679 w 208687"/>
                <a:gd name="csY212" fmla="*/ 3857 h 211411"/>
                <a:gd name="csX213" fmla="*/ 108110 w 208687"/>
                <a:gd name="csY213" fmla="*/ 3964 h 211411"/>
                <a:gd name="csX214" fmla="*/ 110324 w 208687"/>
                <a:gd name="csY214" fmla="*/ 2739 h 211411"/>
                <a:gd name="csX215" fmla="*/ 111884 w 208687"/>
                <a:gd name="csY215" fmla="*/ 1560 h 211411"/>
                <a:gd name="csX216" fmla="*/ 112980 w 208687"/>
                <a:gd name="csY216" fmla="*/ 1590 h 211411"/>
                <a:gd name="csX217" fmla="*/ 114045 w 208687"/>
                <a:gd name="csY217" fmla="*/ 1871 h 211411"/>
                <a:gd name="csX218" fmla="*/ 114943 w 208687"/>
                <a:gd name="csY218" fmla="*/ 2374 h 211411"/>
                <a:gd name="csX219" fmla="*/ 115696 w 208687"/>
                <a:gd name="csY219" fmla="*/ 3256 h 211411"/>
                <a:gd name="csX220" fmla="*/ 116053 w 208687"/>
                <a:gd name="csY220" fmla="*/ 4519 h 211411"/>
                <a:gd name="csX221" fmla="*/ 115909 w 208687"/>
                <a:gd name="csY221" fmla="*/ 8544 h 211411"/>
                <a:gd name="csX222" fmla="*/ 116244 w 208687"/>
                <a:gd name="csY222" fmla="*/ 9602 h 211411"/>
                <a:gd name="csX223" fmla="*/ 116852 w 208687"/>
                <a:gd name="csY223" fmla="*/ 10363 h 211411"/>
                <a:gd name="csX224" fmla="*/ 117621 w 208687"/>
                <a:gd name="csY224" fmla="*/ 10507 h 211411"/>
                <a:gd name="csX225" fmla="*/ 118556 w 208687"/>
                <a:gd name="csY225" fmla="*/ 9632 h 211411"/>
                <a:gd name="csX226" fmla="*/ 120185 w 208687"/>
                <a:gd name="csY226" fmla="*/ 8362 h 211411"/>
                <a:gd name="csX227" fmla="*/ 122194 w 208687"/>
                <a:gd name="csY227" fmla="*/ 6977 h 211411"/>
                <a:gd name="csX228" fmla="*/ 123685 w 208687"/>
                <a:gd name="csY228" fmla="*/ 5706 h 211411"/>
                <a:gd name="csX229" fmla="*/ 124544 w 208687"/>
                <a:gd name="csY229" fmla="*/ 5227 h 211411"/>
                <a:gd name="csX230" fmla="*/ 125891 w 208687"/>
                <a:gd name="csY230" fmla="*/ 5295 h 211411"/>
                <a:gd name="csX231" fmla="*/ 127208 w 208687"/>
                <a:gd name="csY231" fmla="*/ 5516 h 2114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Lst>
              <a:rect l="l" t="t" r="r" b="b"/>
              <a:pathLst>
                <a:path w="208687" h="211411">
                  <a:moveTo>
                    <a:pt x="127946" y="6125"/>
                  </a:moveTo>
                  <a:lnTo>
                    <a:pt x="127946" y="6323"/>
                  </a:lnTo>
                  <a:lnTo>
                    <a:pt x="128653" y="8217"/>
                  </a:lnTo>
                  <a:lnTo>
                    <a:pt x="130411" y="15255"/>
                  </a:lnTo>
                  <a:lnTo>
                    <a:pt x="131415" y="16145"/>
                  </a:lnTo>
                  <a:lnTo>
                    <a:pt x="132556" y="16891"/>
                  </a:lnTo>
                  <a:lnTo>
                    <a:pt x="133363" y="17933"/>
                  </a:lnTo>
                  <a:lnTo>
                    <a:pt x="133683" y="18983"/>
                  </a:lnTo>
                  <a:lnTo>
                    <a:pt x="133584" y="20611"/>
                  </a:lnTo>
                  <a:lnTo>
                    <a:pt x="133622" y="22499"/>
                  </a:lnTo>
                  <a:lnTo>
                    <a:pt x="134093" y="23944"/>
                  </a:lnTo>
                  <a:lnTo>
                    <a:pt x="134747" y="25040"/>
                  </a:lnTo>
                  <a:lnTo>
                    <a:pt x="135356" y="25587"/>
                  </a:lnTo>
                  <a:lnTo>
                    <a:pt x="136269" y="25641"/>
                  </a:lnTo>
                  <a:lnTo>
                    <a:pt x="137365" y="25907"/>
                  </a:lnTo>
                  <a:lnTo>
                    <a:pt x="138103" y="26995"/>
                  </a:lnTo>
                  <a:lnTo>
                    <a:pt x="140454" y="34931"/>
                  </a:lnTo>
                  <a:lnTo>
                    <a:pt x="140675" y="35966"/>
                  </a:lnTo>
                  <a:lnTo>
                    <a:pt x="141664" y="36300"/>
                  </a:lnTo>
                  <a:lnTo>
                    <a:pt x="143284" y="36148"/>
                  </a:lnTo>
                  <a:lnTo>
                    <a:pt x="144951" y="36970"/>
                  </a:lnTo>
                  <a:lnTo>
                    <a:pt x="146731" y="38248"/>
                  </a:lnTo>
                  <a:lnTo>
                    <a:pt x="148405" y="40660"/>
                  </a:lnTo>
                  <a:lnTo>
                    <a:pt x="149531" y="41048"/>
                  </a:lnTo>
                  <a:lnTo>
                    <a:pt x="153062" y="40691"/>
                  </a:lnTo>
                  <a:lnTo>
                    <a:pt x="157885" y="41079"/>
                  </a:lnTo>
                  <a:lnTo>
                    <a:pt x="160145" y="42319"/>
                  </a:lnTo>
                  <a:lnTo>
                    <a:pt x="159917" y="43087"/>
                  </a:lnTo>
                  <a:lnTo>
                    <a:pt x="158175" y="43939"/>
                  </a:lnTo>
                  <a:lnTo>
                    <a:pt x="155108" y="44944"/>
                  </a:lnTo>
                  <a:lnTo>
                    <a:pt x="154203" y="46640"/>
                  </a:lnTo>
                  <a:lnTo>
                    <a:pt x="153693" y="48839"/>
                  </a:lnTo>
                  <a:lnTo>
                    <a:pt x="153784" y="50072"/>
                  </a:lnTo>
                  <a:lnTo>
                    <a:pt x="154537" y="51426"/>
                  </a:lnTo>
                  <a:lnTo>
                    <a:pt x="156698" y="54119"/>
                  </a:lnTo>
                  <a:lnTo>
                    <a:pt x="156820" y="55094"/>
                  </a:lnTo>
                  <a:lnTo>
                    <a:pt x="157208" y="56448"/>
                  </a:lnTo>
                  <a:lnTo>
                    <a:pt x="157611" y="57376"/>
                  </a:lnTo>
                  <a:lnTo>
                    <a:pt x="157163" y="59164"/>
                  </a:lnTo>
                  <a:lnTo>
                    <a:pt x="155200" y="60404"/>
                  </a:lnTo>
                  <a:lnTo>
                    <a:pt x="152620" y="61743"/>
                  </a:lnTo>
                  <a:lnTo>
                    <a:pt x="147439" y="67708"/>
                  </a:lnTo>
                  <a:lnTo>
                    <a:pt x="147051" y="68994"/>
                  </a:lnTo>
                  <a:lnTo>
                    <a:pt x="147081" y="72510"/>
                  </a:lnTo>
                  <a:lnTo>
                    <a:pt x="146564" y="73514"/>
                  </a:lnTo>
                  <a:lnTo>
                    <a:pt x="144928" y="73498"/>
                  </a:lnTo>
                  <a:lnTo>
                    <a:pt x="143650" y="73316"/>
                  </a:lnTo>
                  <a:lnTo>
                    <a:pt x="143581" y="74541"/>
                  </a:lnTo>
                  <a:lnTo>
                    <a:pt x="142767" y="76185"/>
                  </a:lnTo>
                  <a:lnTo>
                    <a:pt x="142303" y="77607"/>
                  </a:lnTo>
                  <a:lnTo>
                    <a:pt x="144205" y="80963"/>
                  </a:lnTo>
                  <a:lnTo>
                    <a:pt x="144547" y="82743"/>
                  </a:lnTo>
                  <a:lnTo>
                    <a:pt x="144243" y="84364"/>
                  </a:lnTo>
                  <a:lnTo>
                    <a:pt x="142478" y="87148"/>
                  </a:lnTo>
                  <a:lnTo>
                    <a:pt x="141436" y="89020"/>
                  </a:lnTo>
                  <a:lnTo>
                    <a:pt x="141687" y="89438"/>
                  </a:lnTo>
                  <a:lnTo>
                    <a:pt x="143064" y="90184"/>
                  </a:lnTo>
                  <a:lnTo>
                    <a:pt x="147340" y="96294"/>
                  </a:lnTo>
                  <a:lnTo>
                    <a:pt x="148717" y="98439"/>
                  </a:lnTo>
                  <a:lnTo>
                    <a:pt x="150528" y="97876"/>
                  </a:lnTo>
                  <a:lnTo>
                    <a:pt x="151205" y="97914"/>
                  </a:lnTo>
                  <a:lnTo>
                    <a:pt x="151730" y="98257"/>
                  </a:lnTo>
                  <a:lnTo>
                    <a:pt x="152057" y="98980"/>
                  </a:lnTo>
                  <a:lnTo>
                    <a:pt x="152057" y="99893"/>
                  </a:lnTo>
                  <a:lnTo>
                    <a:pt x="151601" y="101262"/>
                  </a:lnTo>
                  <a:lnTo>
                    <a:pt x="153906" y="101818"/>
                  </a:lnTo>
                  <a:lnTo>
                    <a:pt x="154735" y="103202"/>
                  </a:lnTo>
                  <a:lnTo>
                    <a:pt x="157421" y="107935"/>
                  </a:lnTo>
                  <a:lnTo>
                    <a:pt x="157322" y="109342"/>
                  </a:lnTo>
                  <a:lnTo>
                    <a:pt x="156036" y="111572"/>
                  </a:lnTo>
                  <a:lnTo>
                    <a:pt x="156021" y="113048"/>
                  </a:lnTo>
                  <a:lnTo>
                    <a:pt x="156295" y="114372"/>
                  </a:lnTo>
                  <a:lnTo>
                    <a:pt x="156714" y="114836"/>
                  </a:lnTo>
                  <a:lnTo>
                    <a:pt x="160678" y="115026"/>
                  </a:lnTo>
                  <a:lnTo>
                    <a:pt x="162359" y="115559"/>
                  </a:lnTo>
                  <a:lnTo>
                    <a:pt x="166476" y="117963"/>
                  </a:lnTo>
                  <a:lnTo>
                    <a:pt x="171162" y="121653"/>
                  </a:lnTo>
                  <a:lnTo>
                    <a:pt x="174989" y="124674"/>
                  </a:lnTo>
                  <a:lnTo>
                    <a:pt x="178253" y="127238"/>
                  </a:lnTo>
                  <a:lnTo>
                    <a:pt x="181753" y="127055"/>
                  </a:lnTo>
                  <a:lnTo>
                    <a:pt x="182705" y="127519"/>
                  </a:lnTo>
                  <a:lnTo>
                    <a:pt x="183587" y="128318"/>
                  </a:lnTo>
                  <a:lnTo>
                    <a:pt x="184591" y="130426"/>
                  </a:lnTo>
                  <a:lnTo>
                    <a:pt x="186592" y="135181"/>
                  </a:lnTo>
                  <a:lnTo>
                    <a:pt x="188297" y="136756"/>
                  </a:lnTo>
                  <a:lnTo>
                    <a:pt x="190922" y="140553"/>
                  </a:lnTo>
                  <a:lnTo>
                    <a:pt x="193387" y="144106"/>
                  </a:lnTo>
                  <a:lnTo>
                    <a:pt x="191766" y="148930"/>
                  </a:lnTo>
                  <a:lnTo>
                    <a:pt x="190176" y="153936"/>
                  </a:lnTo>
                  <a:lnTo>
                    <a:pt x="190176" y="160373"/>
                  </a:lnTo>
                  <a:lnTo>
                    <a:pt x="190176" y="163827"/>
                  </a:lnTo>
                  <a:lnTo>
                    <a:pt x="193524" y="163972"/>
                  </a:lnTo>
                  <a:lnTo>
                    <a:pt x="197245" y="164139"/>
                  </a:lnTo>
                  <a:lnTo>
                    <a:pt x="197275" y="168256"/>
                  </a:lnTo>
                  <a:lnTo>
                    <a:pt x="197305" y="172387"/>
                  </a:lnTo>
                  <a:lnTo>
                    <a:pt x="197336" y="177089"/>
                  </a:lnTo>
                  <a:lnTo>
                    <a:pt x="198432" y="177287"/>
                  </a:lnTo>
                  <a:lnTo>
                    <a:pt x="200166" y="178299"/>
                  </a:lnTo>
                  <a:lnTo>
                    <a:pt x="200912" y="179820"/>
                  </a:lnTo>
                  <a:lnTo>
                    <a:pt x="201840" y="180650"/>
                  </a:lnTo>
                  <a:lnTo>
                    <a:pt x="202974" y="180787"/>
                  </a:lnTo>
                  <a:lnTo>
                    <a:pt x="204085" y="181532"/>
                  </a:lnTo>
                  <a:lnTo>
                    <a:pt x="205188" y="182894"/>
                  </a:lnTo>
                  <a:lnTo>
                    <a:pt x="205591" y="183914"/>
                  </a:lnTo>
                  <a:lnTo>
                    <a:pt x="205294" y="184622"/>
                  </a:lnTo>
                  <a:lnTo>
                    <a:pt x="205530" y="185854"/>
                  </a:lnTo>
                  <a:lnTo>
                    <a:pt x="206299" y="187619"/>
                  </a:lnTo>
                  <a:lnTo>
                    <a:pt x="207235" y="188449"/>
                  </a:lnTo>
                  <a:lnTo>
                    <a:pt x="208688" y="189468"/>
                  </a:lnTo>
                  <a:lnTo>
                    <a:pt x="206717" y="190054"/>
                  </a:lnTo>
                  <a:lnTo>
                    <a:pt x="204587" y="189605"/>
                  </a:lnTo>
                  <a:lnTo>
                    <a:pt x="200044" y="187543"/>
                  </a:lnTo>
                  <a:lnTo>
                    <a:pt x="198568" y="187482"/>
                  </a:lnTo>
                  <a:lnTo>
                    <a:pt x="196643" y="188266"/>
                  </a:lnTo>
                  <a:lnTo>
                    <a:pt x="196560" y="188966"/>
                  </a:lnTo>
                  <a:lnTo>
                    <a:pt x="191759" y="186661"/>
                  </a:lnTo>
                  <a:lnTo>
                    <a:pt x="190032" y="186197"/>
                  </a:lnTo>
                  <a:lnTo>
                    <a:pt x="189408" y="186151"/>
                  </a:lnTo>
                  <a:lnTo>
                    <a:pt x="186653" y="186174"/>
                  </a:lnTo>
                  <a:lnTo>
                    <a:pt x="182735" y="186592"/>
                  </a:lnTo>
                  <a:lnTo>
                    <a:pt x="180430" y="187528"/>
                  </a:lnTo>
                  <a:lnTo>
                    <a:pt x="178832" y="188517"/>
                  </a:lnTo>
                  <a:lnTo>
                    <a:pt x="178101" y="189491"/>
                  </a:lnTo>
                  <a:lnTo>
                    <a:pt x="177842" y="190016"/>
                  </a:lnTo>
                  <a:lnTo>
                    <a:pt x="176595" y="192884"/>
                  </a:lnTo>
                  <a:lnTo>
                    <a:pt x="175149" y="196559"/>
                  </a:lnTo>
                  <a:lnTo>
                    <a:pt x="173650" y="199861"/>
                  </a:lnTo>
                  <a:lnTo>
                    <a:pt x="170736" y="204503"/>
                  </a:lnTo>
                  <a:lnTo>
                    <a:pt x="169123" y="206641"/>
                  </a:lnTo>
                  <a:lnTo>
                    <a:pt x="165661" y="210613"/>
                  </a:lnTo>
                  <a:lnTo>
                    <a:pt x="161918" y="211411"/>
                  </a:lnTo>
                  <a:lnTo>
                    <a:pt x="153237" y="210628"/>
                  </a:lnTo>
                  <a:lnTo>
                    <a:pt x="143612" y="209753"/>
                  </a:lnTo>
                  <a:lnTo>
                    <a:pt x="134032" y="208893"/>
                  </a:lnTo>
                  <a:lnTo>
                    <a:pt x="126903" y="208246"/>
                  </a:lnTo>
                  <a:lnTo>
                    <a:pt x="126355" y="208033"/>
                  </a:lnTo>
                  <a:lnTo>
                    <a:pt x="119302" y="202357"/>
                  </a:lnTo>
                  <a:lnTo>
                    <a:pt x="113733" y="197860"/>
                  </a:lnTo>
                  <a:lnTo>
                    <a:pt x="106771" y="192238"/>
                  </a:lnTo>
                  <a:lnTo>
                    <a:pt x="99665" y="186478"/>
                  </a:lnTo>
                  <a:lnTo>
                    <a:pt x="92452" y="180627"/>
                  </a:lnTo>
                  <a:lnTo>
                    <a:pt x="87209" y="176366"/>
                  </a:lnTo>
                  <a:lnTo>
                    <a:pt x="80848" y="170873"/>
                  </a:lnTo>
                  <a:lnTo>
                    <a:pt x="75058" y="165859"/>
                  </a:lnTo>
                  <a:lnTo>
                    <a:pt x="70486" y="161887"/>
                  </a:lnTo>
                  <a:lnTo>
                    <a:pt x="64619" y="158418"/>
                  </a:lnTo>
                  <a:lnTo>
                    <a:pt x="60039" y="155694"/>
                  </a:lnTo>
                  <a:lnTo>
                    <a:pt x="53359" y="151730"/>
                  </a:lnTo>
                  <a:lnTo>
                    <a:pt x="48025" y="148557"/>
                  </a:lnTo>
                  <a:lnTo>
                    <a:pt x="43453" y="145833"/>
                  </a:lnTo>
                  <a:lnTo>
                    <a:pt x="36415" y="141633"/>
                  </a:lnTo>
                  <a:lnTo>
                    <a:pt x="34079" y="140492"/>
                  </a:lnTo>
                  <a:lnTo>
                    <a:pt x="26782" y="139084"/>
                  </a:lnTo>
                  <a:lnTo>
                    <a:pt x="19866" y="137897"/>
                  </a:lnTo>
                  <a:lnTo>
                    <a:pt x="12706" y="136665"/>
                  </a:lnTo>
                  <a:lnTo>
                    <a:pt x="7943" y="135843"/>
                  </a:lnTo>
                  <a:lnTo>
                    <a:pt x="11085" y="132845"/>
                  </a:lnTo>
                  <a:lnTo>
                    <a:pt x="10120" y="130152"/>
                  </a:lnTo>
                  <a:lnTo>
                    <a:pt x="7829" y="130646"/>
                  </a:lnTo>
                  <a:lnTo>
                    <a:pt x="5722" y="131285"/>
                  </a:lnTo>
                  <a:lnTo>
                    <a:pt x="4443" y="127093"/>
                  </a:lnTo>
                  <a:lnTo>
                    <a:pt x="6071" y="126568"/>
                  </a:lnTo>
                  <a:lnTo>
                    <a:pt x="4565" y="121083"/>
                  </a:lnTo>
                  <a:lnTo>
                    <a:pt x="3020" y="115422"/>
                  </a:lnTo>
                  <a:lnTo>
                    <a:pt x="1529" y="109936"/>
                  </a:lnTo>
                  <a:lnTo>
                    <a:pt x="0" y="104313"/>
                  </a:lnTo>
                  <a:lnTo>
                    <a:pt x="6049" y="100699"/>
                  </a:lnTo>
                  <a:lnTo>
                    <a:pt x="10568" y="97998"/>
                  </a:lnTo>
                  <a:lnTo>
                    <a:pt x="16891" y="94209"/>
                  </a:lnTo>
                  <a:lnTo>
                    <a:pt x="22985" y="90549"/>
                  </a:lnTo>
                  <a:lnTo>
                    <a:pt x="28791" y="87057"/>
                  </a:lnTo>
                  <a:lnTo>
                    <a:pt x="35190" y="83200"/>
                  </a:lnTo>
                  <a:lnTo>
                    <a:pt x="40911" y="79745"/>
                  </a:lnTo>
                  <a:lnTo>
                    <a:pt x="46153" y="78338"/>
                  </a:lnTo>
                  <a:lnTo>
                    <a:pt x="47264" y="77250"/>
                  </a:lnTo>
                  <a:lnTo>
                    <a:pt x="49654" y="72517"/>
                  </a:lnTo>
                  <a:lnTo>
                    <a:pt x="51700" y="68469"/>
                  </a:lnTo>
                  <a:lnTo>
                    <a:pt x="51799" y="67533"/>
                  </a:lnTo>
                  <a:lnTo>
                    <a:pt x="51806" y="61774"/>
                  </a:lnTo>
                  <a:lnTo>
                    <a:pt x="52164" y="54995"/>
                  </a:lnTo>
                  <a:lnTo>
                    <a:pt x="52842" y="51365"/>
                  </a:lnTo>
                  <a:lnTo>
                    <a:pt x="54021" y="48147"/>
                  </a:lnTo>
                  <a:lnTo>
                    <a:pt x="55101" y="45796"/>
                  </a:lnTo>
                  <a:lnTo>
                    <a:pt x="55215" y="43597"/>
                  </a:lnTo>
                  <a:lnTo>
                    <a:pt x="55071" y="41360"/>
                  </a:lnTo>
                  <a:lnTo>
                    <a:pt x="53952" y="37974"/>
                  </a:lnTo>
                  <a:lnTo>
                    <a:pt x="52788" y="34436"/>
                  </a:lnTo>
                  <a:lnTo>
                    <a:pt x="52918" y="31027"/>
                  </a:lnTo>
                  <a:lnTo>
                    <a:pt x="53130" y="29202"/>
                  </a:lnTo>
                  <a:lnTo>
                    <a:pt x="53861" y="26272"/>
                  </a:lnTo>
                  <a:lnTo>
                    <a:pt x="55109" y="24127"/>
                  </a:lnTo>
                  <a:lnTo>
                    <a:pt x="56448" y="22803"/>
                  </a:lnTo>
                  <a:lnTo>
                    <a:pt x="61424" y="21433"/>
                  </a:lnTo>
                  <a:lnTo>
                    <a:pt x="64384" y="20619"/>
                  </a:lnTo>
                  <a:lnTo>
                    <a:pt x="68340" y="16815"/>
                  </a:lnTo>
                  <a:lnTo>
                    <a:pt x="70691" y="14547"/>
                  </a:lnTo>
                  <a:lnTo>
                    <a:pt x="73963" y="10956"/>
                  </a:lnTo>
                  <a:lnTo>
                    <a:pt x="76375" y="8308"/>
                  </a:lnTo>
                  <a:lnTo>
                    <a:pt x="76565" y="7388"/>
                  </a:lnTo>
                  <a:lnTo>
                    <a:pt x="76565" y="7030"/>
                  </a:lnTo>
                  <a:lnTo>
                    <a:pt x="78634" y="6490"/>
                  </a:lnTo>
                  <a:lnTo>
                    <a:pt x="82462" y="3272"/>
                  </a:lnTo>
                  <a:lnTo>
                    <a:pt x="84721" y="266"/>
                  </a:lnTo>
                  <a:lnTo>
                    <a:pt x="85437" y="0"/>
                  </a:lnTo>
                  <a:lnTo>
                    <a:pt x="87453" y="981"/>
                  </a:lnTo>
                  <a:lnTo>
                    <a:pt x="88898" y="1255"/>
                  </a:lnTo>
                  <a:lnTo>
                    <a:pt x="92223" y="114"/>
                  </a:lnTo>
                  <a:lnTo>
                    <a:pt x="94202" y="715"/>
                  </a:lnTo>
                  <a:lnTo>
                    <a:pt x="95868" y="1476"/>
                  </a:lnTo>
                  <a:lnTo>
                    <a:pt x="96796" y="1529"/>
                  </a:lnTo>
                  <a:lnTo>
                    <a:pt x="101262" y="3401"/>
                  </a:lnTo>
                  <a:lnTo>
                    <a:pt x="102381" y="3629"/>
                  </a:lnTo>
                  <a:lnTo>
                    <a:pt x="104679" y="3857"/>
                  </a:lnTo>
                  <a:lnTo>
                    <a:pt x="108110" y="3964"/>
                  </a:lnTo>
                  <a:lnTo>
                    <a:pt x="110324" y="2739"/>
                  </a:lnTo>
                  <a:lnTo>
                    <a:pt x="111884" y="1560"/>
                  </a:lnTo>
                  <a:lnTo>
                    <a:pt x="112980" y="1590"/>
                  </a:lnTo>
                  <a:lnTo>
                    <a:pt x="114045" y="1871"/>
                  </a:lnTo>
                  <a:lnTo>
                    <a:pt x="114943" y="2374"/>
                  </a:lnTo>
                  <a:lnTo>
                    <a:pt x="115696" y="3256"/>
                  </a:lnTo>
                  <a:lnTo>
                    <a:pt x="116053" y="4519"/>
                  </a:lnTo>
                  <a:lnTo>
                    <a:pt x="115909" y="8544"/>
                  </a:lnTo>
                  <a:lnTo>
                    <a:pt x="116244" y="9602"/>
                  </a:lnTo>
                  <a:lnTo>
                    <a:pt x="116852" y="10363"/>
                  </a:lnTo>
                  <a:lnTo>
                    <a:pt x="117621" y="10507"/>
                  </a:lnTo>
                  <a:lnTo>
                    <a:pt x="118556" y="9632"/>
                  </a:lnTo>
                  <a:lnTo>
                    <a:pt x="120185" y="8362"/>
                  </a:lnTo>
                  <a:lnTo>
                    <a:pt x="122194" y="6977"/>
                  </a:lnTo>
                  <a:lnTo>
                    <a:pt x="123685" y="5706"/>
                  </a:lnTo>
                  <a:lnTo>
                    <a:pt x="124544" y="5227"/>
                  </a:lnTo>
                  <a:lnTo>
                    <a:pt x="125891" y="5295"/>
                  </a:lnTo>
                  <a:lnTo>
                    <a:pt x="127208" y="5516"/>
                  </a:lnTo>
                  <a:close/>
                </a:path>
              </a:pathLst>
            </a:custGeom>
            <a:solidFill>
              <a:srgbClr val="2562E8"/>
            </a:solidFill>
            <a:ln w="6168" cap="flat">
              <a:solidFill>
                <a:srgbClr val="2562E8"/>
              </a:solidFill>
              <a:prstDash val="solid"/>
              <a:miter/>
            </a:ln>
          </p:spPr>
          <p:txBody>
            <a:bodyPr/>
            <a:lstStyle/>
            <a:p>
              <a:endParaRPr lang="en-US"/>
            </a:p>
          </p:txBody>
        </p:sp>
        <p:sp>
          <p:nvSpPr>
            <p:cNvPr id="2230" name="Freeform: Shape 2229">
              <a:extLst>
                <a:ext uri="{FF2B5EF4-FFF2-40B4-BE49-F238E27FC236}">
                  <a16:creationId xmlns:a16="http://schemas.microsoft.com/office/drawing/2014/main" id="{402912F9-A553-9790-E539-3A8C427DB80A}"/>
                </a:ext>
              </a:extLst>
            </p:cNvPr>
            <p:cNvSpPr/>
            <p:nvPr/>
          </p:nvSpPr>
          <p:spPr>
            <a:xfrm>
              <a:off x="10513999" y="4082483"/>
              <a:ext cx="411661" cy="371198"/>
            </a:xfrm>
            <a:custGeom>
              <a:avLst/>
              <a:gdLst>
                <a:gd name="csX0" fmla="*/ 16868 w 411661"/>
                <a:gd name="csY0" fmla="*/ 3325 h 371198"/>
                <a:gd name="csX1" fmla="*/ 17317 w 411661"/>
                <a:gd name="csY1" fmla="*/ 3918 h 371198"/>
                <a:gd name="csX2" fmla="*/ 20779 w 411661"/>
                <a:gd name="csY2" fmla="*/ 9587 h 371198"/>
                <a:gd name="csX3" fmla="*/ 22300 w 411661"/>
                <a:gd name="csY3" fmla="*/ 11253 h 371198"/>
                <a:gd name="csX4" fmla="*/ 23191 w 411661"/>
                <a:gd name="csY4" fmla="*/ 12668 h 371198"/>
                <a:gd name="csX5" fmla="*/ 23792 w 411661"/>
                <a:gd name="csY5" fmla="*/ 14243 h 371198"/>
                <a:gd name="csX6" fmla="*/ 24850 w 411661"/>
                <a:gd name="csY6" fmla="*/ 15308 h 371198"/>
                <a:gd name="csX7" fmla="*/ 26250 w 411661"/>
                <a:gd name="csY7" fmla="*/ 15887 h 371198"/>
                <a:gd name="csX8" fmla="*/ 27946 w 411661"/>
                <a:gd name="csY8" fmla="*/ 17408 h 371198"/>
                <a:gd name="csX9" fmla="*/ 29095 w 411661"/>
                <a:gd name="csY9" fmla="*/ 18595 h 371198"/>
                <a:gd name="csX10" fmla="*/ 31020 w 411661"/>
                <a:gd name="csY10" fmla="*/ 21053 h 371198"/>
                <a:gd name="csX11" fmla="*/ 33059 w 411661"/>
                <a:gd name="csY11" fmla="*/ 21966 h 371198"/>
                <a:gd name="csX12" fmla="*/ 40462 w 411661"/>
                <a:gd name="csY12" fmla="*/ 23739 h 371198"/>
                <a:gd name="csX13" fmla="*/ 44579 w 411661"/>
                <a:gd name="csY13" fmla="*/ 24560 h 371198"/>
                <a:gd name="csX14" fmla="*/ 45766 w 411661"/>
                <a:gd name="csY14" fmla="*/ 24796 h 371198"/>
                <a:gd name="csX15" fmla="*/ 48916 w 411661"/>
                <a:gd name="csY15" fmla="*/ 23609 h 371198"/>
                <a:gd name="csX16" fmla="*/ 52606 w 411661"/>
                <a:gd name="csY16" fmla="*/ 23769 h 371198"/>
                <a:gd name="csX17" fmla="*/ 53975 w 411661"/>
                <a:gd name="csY17" fmla="*/ 23830 h 371198"/>
                <a:gd name="csX18" fmla="*/ 58852 w 411661"/>
                <a:gd name="csY18" fmla="*/ 18824 h 371198"/>
                <a:gd name="csX19" fmla="*/ 60336 w 411661"/>
                <a:gd name="csY19" fmla="*/ 17150 h 371198"/>
                <a:gd name="csX20" fmla="*/ 63243 w 411661"/>
                <a:gd name="csY20" fmla="*/ 16282 h 371198"/>
                <a:gd name="csX21" fmla="*/ 64878 w 411661"/>
                <a:gd name="csY21" fmla="*/ 14281 h 371198"/>
                <a:gd name="csX22" fmla="*/ 67503 w 411661"/>
                <a:gd name="csY22" fmla="*/ 11862 h 371198"/>
                <a:gd name="csX23" fmla="*/ 70706 w 411661"/>
                <a:gd name="csY23" fmla="*/ 9579 h 371198"/>
                <a:gd name="csX24" fmla="*/ 73651 w 411661"/>
                <a:gd name="csY24" fmla="*/ 7525 h 371198"/>
                <a:gd name="csX25" fmla="*/ 75903 w 411661"/>
                <a:gd name="csY25" fmla="*/ 6285 h 371198"/>
                <a:gd name="csX26" fmla="*/ 79981 w 411661"/>
                <a:gd name="csY26" fmla="*/ 3378 h 371198"/>
                <a:gd name="csX27" fmla="*/ 82530 w 411661"/>
                <a:gd name="csY27" fmla="*/ 2374 h 371198"/>
                <a:gd name="csX28" fmla="*/ 84744 w 411661"/>
                <a:gd name="csY28" fmla="*/ 2404 h 371198"/>
                <a:gd name="csX29" fmla="*/ 88061 w 411661"/>
                <a:gd name="csY29" fmla="*/ 5813 h 371198"/>
                <a:gd name="csX30" fmla="*/ 90854 w 411661"/>
                <a:gd name="csY30" fmla="*/ 8910 h 371198"/>
                <a:gd name="csX31" fmla="*/ 91714 w 411661"/>
                <a:gd name="csY31" fmla="*/ 10264 h 371198"/>
                <a:gd name="csX32" fmla="*/ 90329 w 411661"/>
                <a:gd name="csY32" fmla="*/ 11481 h 371198"/>
                <a:gd name="csX33" fmla="*/ 87742 w 411661"/>
                <a:gd name="csY33" fmla="*/ 12653 h 371198"/>
                <a:gd name="csX34" fmla="*/ 87247 w 411661"/>
                <a:gd name="csY34" fmla="*/ 13513 h 371198"/>
                <a:gd name="csX35" fmla="*/ 87072 w 411661"/>
                <a:gd name="csY35" fmla="*/ 14616 h 371198"/>
                <a:gd name="csX36" fmla="*/ 87171 w 411661"/>
                <a:gd name="csY36" fmla="*/ 15666 h 371198"/>
                <a:gd name="csX37" fmla="*/ 87521 w 411661"/>
                <a:gd name="csY37" fmla="*/ 16526 h 371198"/>
                <a:gd name="csX38" fmla="*/ 90694 w 411661"/>
                <a:gd name="csY38" fmla="*/ 18511 h 371198"/>
                <a:gd name="csX39" fmla="*/ 91052 w 411661"/>
                <a:gd name="csY39" fmla="*/ 19607 h 371198"/>
                <a:gd name="csX40" fmla="*/ 91074 w 411661"/>
                <a:gd name="csY40" fmla="*/ 20718 h 371198"/>
                <a:gd name="csX41" fmla="*/ 90717 w 411661"/>
                <a:gd name="csY41" fmla="*/ 21410 h 371198"/>
                <a:gd name="csX42" fmla="*/ 90009 w 411661"/>
                <a:gd name="csY42" fmla="*/ 21814 h 371198"/>
                <a:gd name="csX43" fmla="*/ 87803 w 411661"/>
                <a:gd name="csY43" fmla="*/ 22369 h 371198"/>
                <a:gd name="csX44" fmla="*/ 85908 w 411661"/>
                <a:gd name="csY44" fmla="*/ 23016 h 371198"/>
                <a:gd name="csX45" fmla="*/ 85254 w 411661"/>
                <a:gd name="csY45" fmla="*/ 23647 h 371198"/>
                <a:gd name="csX46" fmla="*/ 84683 w 411661"/>
                <a:gd name="csY46" fmla="*/ 24401 h 371198"/>
                <a:gd name="csX47" fmla="*/ 84767 w 411661"/>
                <a:gd name="csY47" fmla="*/ 25237 h 371198"/>
                <a:gd name="csX48" fmla="*/ 85338 w 411661"/>
                <a:gd name="csY48" fmla="*/ 26189 h 371198"/>
                <a:gd name="csX49" fmla="*/ 89210 w 411661"/>
                <a:gd name="csY49" fmla="*/ 28775 h 371198"/>
                <a:gd name="csX50" fmla="*/ 89652 w 411661"/>
                <a:gd name="csY50" fmla="*/ 29727 h 371198"/>
                <a:gd name="csX51" fmla="*/ 90420 w 411661"/>
                <a:gd name="csY51" fmla="*/ 31005 h 371198"/>
                <a:gd name="csX52" fmla="*/ 91371 w 411661"/>
                <a:gd name="csY52" fmla="*/ 31788 h 371198"/>
                <a:gd name="csX53" fmla="*/ 92984 w 411661"/>
                <a:gd name="csY53" fmla="*/ 32002 h 371198"/>
                <a:gd name="csX54" fmla="*/ 93760 w 411661"/>
                <a:gd name="csY54" fmla="*/ 32527 h 371198"/>
                <a:gd name="csX55" fmla="*/ 97504 w 411661"/>
                <a:gd name="csY55" fmla="*/ 37290 h 371198"/>
                <a:gd name="csX56" fmla="*/ 98417 w 411661"/>
                <a:gd name="csY56" fmla="*/ 37624 h 371198"/>
                <a:gd name="csX57" fmla="*/ 102792 w 411661"/>
                <a:gd name="csY57" fmla="*/ 36574 h 371198"/>
                <a:gd name="csX58" fmla="*/ 103400 w 411661"/>
                <a:gd name="csY58" fmla="*/ 36620 h 371198"/>
                <a:gd name="csX59" fmla="*/ 103438 w 411661"/>
                <a:gd name="csY59" fmla="*/ 37784 h 371198"/>
                <a:gd name="csX60" fmla="*/ 104093 w 411661"/>
                <a:gd name="csY60" fmla="*/ 44525 h 371198"/>
                <a:gd name="csX61" fmla="*/ 104595 w 411661"/>
                <a:gd name="csY61" fmla="*/ 48002 h 371198"/>
                <a:gd name="csX62" fmla="*/ 105348 w 411661"/>
                <a:gd name="csY62" fmla="*/ 51373 h 371198"/>
                <a:gd name="csX63" fmla="*/ 106527 w 411661"/>
                <a:gd name="csY63" fmla="*/ 54447 h 371198"/>
                <a:gd name="csX64" fmla="*/ 107928 w 411661"/>
                <a:gd name="csY64" fmla="*/ 57361 h 371198"/>
                <a:gd name="csX65" fmla="*/ 109860 w 411661"/>
                <a:gd name="csY65" fmla="*/ 59156 h 371198"/>
                <a:gd name="csX66" fmla="*/ 114151 w 411661"/>
                <a:gd name="csY66" fmla="*/ 61317 h 371198"/>
                <a:gd name="csX67" fmla="*/ 116236 w 411661"/>
                <a:gd name="csY67" fmla="*/ 61941 h 371198"/>
                <a:gd name="csX68" fmla="*/ 121722 w 411661"/>
                <a:gd name="csY68" fmla="*/ 62375 h 371198"/>
                <a:gd name="csX69" fmla="*/ 127139 w 411661"/>
                <a:gd name="csY69" fmla="*/ 63326 h 371198"/>
                <a:gd name="csX70" fmla="*/ 130335 w 411661"/>
                <a:gd name="csY70" fmla="*/ 64338 h 371198"/>
                <a:gd name="csX71" fmla="*/ 131316 w 411661"/>
                <a:gd name="csY71" fmla="*/ 65053 h 371198"/>
                <a:gd name="csX72" fmla="*/ 132123 w 411661"/>
                <a:gd name="csY72" fmla="*/ 66149 h 371198"/>
                <a:gd name="csX73" fmla="*/ 134771 w 411661"/>
                <a:gd name="csY73" fmla="*/ 71231 h 371198"/>
                <a:gd name="csX74" fmla="*/ 138940 w 411661"/>
                <a:gd name="csY74" fmla="*/ 74845 h 371198"/>
                <a:gd name="csX75" fmla="*/ 147355 w 411661"/>
                <a:gd name="csY75" fmla="*/ 80255 h 371198"/>
                <a:gd name="csX76" fmla="*/ 151433 w 411661"/>
                <a:gd name="csY76" fmla="*/ 82051 h 371198"/>
                <a:gd name="csX77" fmla="*/ 165174 w 411661"/>
                <a:gd name="csY77" fmla="*/ 85444 h 371198"/>
                <a:gd name="csX78" fmla="*/ 174320 w 411661"/>
                <a:gd name="csY78" fmla="*/ 85254 h 371198"/>
                <a:gd name="csX79" fmla="*/ 199595 w 411661"/>
                <a:gd name="csY79" fmla="*/ 78703 h 371198"/>
                <a:gd name="csX80" fmla="*/ 207995 w 411661"/>
                <a:gd name="csY80" fmla="*/ 77067 h 371198"/>
                <a:gd name="csX81" fmla="*/ 211153 w 411661"/>
                <a:gd name="csY81" fmla="*/ 77067 h 371198"/>
                <a:gd name="csX82" fmla="*/ 209274 w 411661"/>
                <a:gd name="csY82" fmla="*/ 78368 h 371198"/>
                <a:gd name="csX83" fmla="*/ 206116 w 411661"/>
                <a:gd name="csY83" fmla="*/ 79114 h 371198"/>
                <a:gd name="csX84" fmla="*/ 208018 w 411661"/>
                <a:gd name="csY84" fmla="*/ 80034 h 371198"/>
                <a:gd name="csX85" fmla="*/ 210963 w 411661"/>
                <a:gd name="csY85" fmla="*/ 80187 h 371198"/>
                <a:gd name="csX86" fmla="*/ 212325 w 411661"/>
                <a:gd name="csY86" fmla="*/ 80034 h 371198"/>
                <a:gd name="csX87" fmla="*/ 213314 w 411661"/>
                <a:gd name="csY87" fmla="*/ 79205 h 371198"/>
                <a:gd name="csX88" fmla="*/ 213474 w 411661"/>
                <a:gd name="csY88" fmla="*/ 77828 h 371198"/>
                <a:gd name="csX89" fmla="*/ 213329 w 411661"/>
                <a:gd name="csY89" fmla="*/ 76466 h 371198"/>
                <a:gd name="csX90" fmla="*/ 211937 w 411661"/>
                <a:gd name="csY90" fmla="*/ 70356 h 371198"/>
                <a:gd name="csX91" fmla="*/ 211130 w 411661"/>
                <a:gd name="csY91" fmla="*/ 66035 h 371198"/>
                <a:gd name="csX92" fmla="*/ 217057 w 411661"/>
                <a:gd name="csY92" fmla="*/ 66331 h 371198"/>
                <a:gd name="csX93" fmla="*/ 219363 w 411661"/>
                <a:gd name="csY93" fmla="*/ 65768 h 371198"/>
                <a:gd name="csX94" fmla="*/ 222756 w 411661"/>
                <a:gd name="csY94" fmla="*/ 64323 h 371198"/>
                <a:gd name="csX95" fmla="*/ 225328 w 411661"/>
                <a:gd name="csY95" fmla="*/ 63448 h 371198"/>
                <a:gd name="csX96" fmla="*/ 226621 w 411661"/>
                <a:gd name="csY96" fmla="*/ 63326 h 371198"/>
                <a:gd name="csX97" fmla="*/ 227899 w 411661"/>
                <a:gd name="csY97" fmla="*/ 62649 h 371198"/>
                <a:gd name="csX98" fmla="*/ 228881 w 411661"/>
                <a:gd name="csY98" fmla="*/ 61797 h 371198"/>
                <a:gd name="csX99" fmla="*/ 231088 w 411661"/>
                <a:gd name="csY99" fmla="*/ 55870 h 371198"/>
                <a:gd name="csX100" fmla="*/ 232190 w 411661"/>
                <a:gd name="csY100" fmla="*/ 54378 h 371198"/>
                <a:gd name="csX101" fmla="*/ 235934 w 411661"/>
                <a:gd name="csY101" fmla="*/ 51031 h 371198"/>
                <a:gd name="csX102" fmla="*/ 239114 w 411661"/>
                <a:gd name="csY102" fmla="*/ 48908 h 371198"/>
                <a:gd name="csX103" fmla="*/ 242447 w 411661"/>
                <a:gd name="csY103" fmla="*/ 47021 h 371198"/>
                <a:gd name="csX104" fmla="*/ 246670 w 411661"/>
                <a:gd name="csY104" fmla="*/ 45705 h 371198"/>
                <a:gd name="csX105" fmla="*/ 252277 w 411661"/>
                <a:gd name="csY105" fmla="*/ 45842 h 371198"/>
                <a:gd name="csX106" fmla="*/ 256744 w 411661"/>
                <a:gd name="csY106" fmla="*/ 46306 h 371198"/>
                <a:gd name="csX107" fmla="*/ 259330 w 411661"/>
                <a:gd name="csY107" fmla="*/ 46283 h 371198"/>
                <a:gd name="csX108" fmla="*/ 260555 w 411661"/>
                <a:gd name="csY108" fmla="*/ 46420 h 371198"/>
                <a:gd name="csX109" fmla="*/ 261476 w 411661"/>
                <a:gd name="csY109" fmla="*/ 46230 h 371198"/>
                <a:gd name="csX110" fmla="*/ 262008 w 411661"/>
                <a:gd name="csY110" fmla="*/ 45842 h 371198"/>
                <a:gd name="csX111" fmla="*/ 262587 w 411661"/>
                <a:gd name="csY111" fmla="*/ 43239 h 371198"/>
                <a:gd name="csX112" fmla="*/ 263500 w 411661"/>
                <a:gd name="csY112" fmla="*/ 42387 h 371198"/>
                <a:gd name="csX113" fmla="*/ 265075 w 411661"/>
                <a:gd name="csY113" fmla="*/ 41657 h 371198"/>
                <a:gd name="csX114" fmla="*/ 267281 w 411661"/>
                <a:gd name="csY114" fmla="*/ 41657 h 371198"/>
                <a:gd name="csX115" fmla="*/ 269975 w 411661"/>
                <a:gd name="csY115" fmla="*/ 41467 h 371198"/>
                <a:gd name="csX116" fmla="*/ 272212 w 411661"/>
                <a:gd name="csY116" fmla="*/ 41642 h 371198"/>
                <a:gd name="csX117" fmla="*/ 275027 w 411661"/>
                <a:gd name="csY117" fmla="*/ 42638 h 371198"/>
                <a:gd name="csX118" fmla="*/ 278702 w 411661"/>
                <a:gd name="csY118" fmla="*/ 42722 h 371198"/>
                <a:gd name="csX119" fmla="*/ 281152 w 411661"/>
                <a:gd name="csY119" fmla="*/ 42547 h 371198"/>
                <a:gd name="csX120" fmla="*/ 282574 w 411661"/>
                <a:gd name="csY120" fmla="*/ 43544 h 371198"/>
                <a:gd name="csX121" fmla="*/ 283602 w 411661"/>
                <a:gd name="csY121" fmla="*/ 44875 h 371198"/>
                <a:gd name="csX122" fmla="*/ 284096 w 411661"/>
                <a:gd name="csY122" fmla="*/ 45986 h 371198"/>
                <a:gd name="csX123" fmla="*/ 284211 w 411661"/>
                <a:gd name="csY123" fmla="*/ 47508 h 371198"/>
                <a:gd name="csX124" fmla="*/ 284188 w 411661"/>
                <a:gd name="csY124" fmla="*/ 48664 h 371198"/>
                <a:gd name="csX125" fmla="*/ 284576 w 411661"/>
                <a:gd name="csY125" fmla="*/ 49113 h 371198"/>
                <a:gd name="csX126" fmla="*/ 286067 w 411661"/>
                <a:gd name="csY126" fmla="*/ 49806 h 371198"/>
                <a:gd name="csX127" fmla="*/ 288144 w 411661"/>
                <a:gd name="csY127" fmla="*/ 50323 h 371198"/>
                <a:gd name="csX128" fmla="*/ 292184 w 411661"/>
                <a:gd name="csY128" fmla="*/ 50947 h 371198"/>
                <a:gd name="csX129" fmla="*/ 295981 w 411661"/>
                <a:gd name="csY129" fmla="*/ 52149 h 371198"/>
                <a:gd name="csX130" fmla="*/ 297951 w 411661"/>
                <a:gd name="csY130" fmla="*/ 52963 h 371198"/>
                <a:gd name="csX131" fmla="*/ 300691 w 411661"/>
                <a:gd name="csY131" fmla="*/ 54234 h 371198"/>
                <a:gd name="csX132" fmla="*/ 303955 w 411661"/>
                <a:gd name="csY132" fmla="*/ 57391 h 371198"/>
                <a:gd name="csX133" fmla="*/ 305164 w 411661"/>
                <a:gd name="csY133" fmla="*/ 57886 h 371198"/>
                <a:gd name="csX134" fmla="*/ 306625 w 411661"/>
                <a:gd name="csY134" fmla="*/ 58205 h 371198"/>
                <a:gd name="csX135" fmla="*/ 307668 w 411661"/>
                <a:gd name="csY135" fmla="*/ 58122 h 371198"/>
                <a:gd name="csX136" fmla="*/ 310117 w 411661"/>
                <a:gd name="csY136" fmla="*/ 56790 h 371198"/>
                <a:gd name="csX137" fmla="*/ 312248 w 411661"/>
                <a:gd name="csY137" fmla="*/ 57772 h 371198"/>
                <a:gd name="csX138" fmla="*/ 313328 w 411661"/>
                <a:gd name="csY138" fmla="*/ 57642 h 371198"/>
                <a:gd name="csX139" fmla="*/ 315778 w 411661"/>
                <a:gd name="csY139" fmla="*/ 56912 h 371198"/>
                <a:gd name="csX140" fmla="*/ 318380 w 411661"/>
                <a:gd name="csY140" fmla="*/ 57825 h 371198"/>
                <a:gd name="csX141" fmla="*/ 324863 w 411661"/>
                <a:gd name="csY141" fmla="*/ 61279 h 371198"/>
                <a:gd name="csX142" fmla="*/ 325578 w 411661"/>
                <a:gd name="csY142" fmla="*/ 61203 h 371198"/>
                <a:gd name="csX143" fmla="*/ 326164 w 411661"/>
                <a:gd name="csY143" fmla="*/ 61553 h 371198"/>
                <a:gd name="csX144" fmla="*/ 326704 w 411661"/>
                <a:gd name="csY144" fmla="*/ 62345 h 371198"/>
                <a:gd name="csX145" fmla="*/ 327085 w 411661"/>
                <a:gd name="csY145" fmla="*/ 63318 h 371198"/>
                <a:gd name="csX146" fmla="*/ 327564 w 411661"/>
                <a:gd name="csY146" fmla="*/ 66286 h 371198"/>
                <a:gd name="csX147" fmla="*/ 329436 w 411661"/>
                <a:gd name="csY147" fmla="*/ 68454 h 371198"/>
                <a:gd name="csX148" fmla="*/ 331726 w 411661"/>
                <a:gd name="csY148" fmla="*/ 70425 h 371198"/>
                <a:gd name="csX149" fmla="*/ 334397 w 411661"/>
                <a:gd name="csY149" fmla="*/ 71505 h 371198"/>
                <a:gd name="csX150" fmla="*/ 339974 w 411661"/>
                <a:gd name="csY150" fmla="*/ 74085 h 371198"/>
                <a:gd name="csX151" fmla="*/ 342408 w 411661"/>
                <a:gd name="csY151" fmla="*/ 76177 h 371198"/>
                <a:gd name="csX152" fmla="*/ 344873 w 411661"/>
                <a:gd name="csY152" fmla="*/ 79722 h 371198"/>
                <a:gd name="csX153" fmla="*/ 347917 w 411661"/>
                <a:gd name="csY153" fmla="*/ 84387 h 371198"/>
                <a:gd name="csX154" fmla="*/ 348358 w 411661"/>
                <a:gd name="csY154" fmla="*/ 84813 h 371198"/>
                <a:gd name="csX155" fmla="*/ 356180 w 411661"/>
                <a:gd name="csY155" fmla="*/ 84668 h 371198"/>
                <a:gd name="csX156" fmla="*/ 364975 w 411661"/>
                <a:gd name="csY156" fmla="*/ 84676 h 371198"/>
                <a:gd name="csX157" fmla="*/ 366048 w 411661"/>
                <a:gd name="csY157" fmla="*/ 86540 h 371198"/>
                <a:gd name="csX158" fmla="*/ 365850 w 411661"/>
                <a:gd name="csY158" fmla="*/ 90230 h 371198"/>
                <a:gd name="csX159" fmla="*/ 366162 w 411661"/>
                <a:gd name="csY159" fmla="*/ 94011 h 371198"/>
                <a:gd name="csX160" fmla="*/ 366954 w 411661"/>
                <a:gd name="csY160" fmla="*/ 96621 h 371198"/>
                <a:gd name="csX161" fmla="*/ 366961 w 411661"/>
                <a:gd name="csY161" fmla="*/ 99025 h 371198"/>
                <a:gd name="csX162" fmla="*/ 366330 w 411661"/>
                <a:gd name="csY162" fmla="*/ 100243 h 371198"/>
                <a:gd name="csX163" fmla="*/ 365835 w 411661"/>
                <a:gd name="csY163" fmla="*/ 101635 h 371198"/>
                <a:gd name="csX164" fmla="*/ 365691 w 411661"/>
                <a:gd name="csY164" fmla="*/ 102244 h 371198"/>
                <a:gd name="csX165" fmla="*/ 366817 w 411661"/>
                <a:gd name="csY165" fmla="*/ 103111 h 371198"/>
                <a:gd name="csX166" fmla="*/ 367806 w 411661"/>
                <a:gd name="csY166" fmla="*/ 105105 h 371198"/>
                <a:gd name="csX167" fmla="*/ 367950 w 411661"/>
                <a:gd name="csY167" fmla="*/ 107882 h 371198"/>
                <a:gd name="csX168" fmla="*/ 367464 w 411661"/>
                <a:gd name="csY168" fmla="*/ 109350 h 371198"/>
                <a:gd name="csX169" fmla="*/ 367532 w 411661"/>
                <a:gd name="csY169" fmla="*/ 110567 h 371198"/>
                <a:gd name="csX170" fmla="*/ 368026 w 411661"/>
                <a:gd name="csY170" fmla="*/ 111602 h 371198"/>
                <a:gd name="csX171" fmla="*/ 368452 w 411661"/>
                <a:gd name="csY171" fmla="*/ 113329 h 371198"/>
                <a:gd name="csX172" fmla="*/ 368377 w 411661"/>
                <a:gd name="csY172" fmla="*/ 114372 h 371198"/>
                <a:gd name="csX173" fmla="*/ 367669 w 411661"/>
                <a:gd name="csY173" fmla="*/ 115407 h 371198"/>
                <a:gd name="csX174" fmla="*/ 367243 w 411661"/>
                <a:gd name="csY174" fmla="*/ 116700 h 371198"/>
                <a:gd name="csX175" fmla="*/ 366680 w 411661"/>
                <a:gd name="csY175" fmla="*/ 118336 h 371198"/>
                <a:gd name="csX176" fmla="*/ 366474 w 411661"/>
                <a:gd name="csY176" fmla="*/ 119629 h 371198"/>
                <a:gd name="csX177" fmla="*/ 365409 w 411661"/>
                <a:gd name="csY177" fmla="*/ 120230 h 371198"/>
                <a:gd name="csX178" fmla="*/ 364564 w 411661"/>
                <a:gd name="csY178" fmla="*/ 120664 h 371198"/>
                <a:gd name="csX179" fmla="*/ 364709 w 411661"/>
                <a:gd name="csY179" fmla="*/ 122300 h 371198"/>
                <a:gd name="csX180" fmla="*/ 365135 w 411661"/>
                <a:gd name="csY180" fmla="*/ 123677 h 371198"/>
                <a:gd name="csX181" fmla="*/ 365630 w 411661"/>
                <a:gd name="csY181" fmla="*/ 125305 h 371198"/>
                <a:gd name="csX182" fmla="*/ 365067 w 411661"/>
                <a:gd name="csY182" fmla="*/ 126424 h 371198"/>
                <a:gd name="csX183" fmla="*/ 364709 w 411661"/>
                <a:gd name="csY183" fmla="*/ 127710 h 371198"/>
                <a:gd name="csX184" fmla="*/ 363925 w 411661"/>
                <a:gd name="csY184" fmla="*/ 129772 h 371198"/>
                <a:gd name="csX185" fmla="*/ 364139 w 411661"/>
                <a:gd name="csY185" fmla="*/ 131483 h 371198"/>
                <a:gd name="csX186" fmla="*/ 363294 w 411661"/>
                <a:gd name="csY186" fmla="*/ 132937 h 371198"/>
                <a:gd name="csX187" fmla="*/ 362229 w 411661"/>
                <a:gd name="csY187" fmla="*/ 134223 h 371198"/>
                <a:gd name="csX188" fmla="*/ 361521 w 411661"/>
                <a:gd name="csY188" fmla="*/ 135250 h 371198"/>
                <a:gd name="csX189" fmla="*/ 361376 w 411661"/>
                <a:gd name="csY189" fmla="*/ 136703 h 371198"/>
                <a:gd name="csX190" fmla="*/ 360600 w 411661"/>
                <a:gd name="csY190" fmla="*/ 137213 h 371198"/>
                <a:gd name="csX191" fmla="*/ 359117 w 411661"/>
                <a:gd name="csY191" fmla="*/ 138407 h 371198"/>
                <a:gd name="csX192" fmla="*/ 358204 w 411661"/>
                <a:gd name="csY192" fmla="*/ 139259 h 371198"/>
                <a:gd name="csX193" fmla="*/ 356857 w 411661"/>
                <a:gd name="csY193" fmla="*/ 139518 h 371198"/>
                <a:gd name="csX194" fmla="*/ 356575 w 411661"/>
                <a:gd name="csY194" fmla="*/ 140203 h 371198"/>
                <a:gd name="csX195" fmla="*/ 356789 w 411661"/>
                <a:gd name="csY195" fmla="*/ 140880 h 371198"/>
                <a:gd name="csX196" fmla="*/ 357351 w 411661"/>
                <a:gd name="csY196" fmla="*/ 141306 h 371198"/>
                <a:gd name="csX197" fmla="*/ 358226 w 411661"/>
                <a:gd name="csY197" fmla="*/ 142782 h 371198"/>
                <a:gd name="csX198" fmla="*/ 360053 w 411661"/>
                <a:gd name="csY198" fmla="*/ 145323 h 371198"/>
                <a:gd name="csX199" fmla="*/ 354788 w 411661"/>
                <a:gd name="csY199" fmla="*/ 145643 h 371198"/>
                <a:gd name="csX200" fmla="*/ 353243 w 411661"/>
                <a:gd name="csY200" fmla="*/ 147887 h 371198"/>
                <a:gd name="csX201" fmla="*/ 351440 w 411661"/>
                <a:gd name="csY201" fmla="*/ 151098 h 371198"/>
                <a:gd name="csX202" fmla="*/ 352322 w 411661"/>
                <a:gd name="csY202" fmla="*/ 157581 h 371198"/>
                <a:gd name="csX203" fmla="*/ 351440 w 411661"/>
                <a:gd name="csY203" fmla="*/ 160906 h 371198"/>
                <a:gd name="csX204" fmla="*/ 351972 w 411661"/>
                <a:gd name="csY204" fmla="*/ 162770 h 371198"/>
                <a:gd name="csX205" fmla="*/ 353319 w 411661"/>
                <a:gd name="csY205" fmla="*/ 164056 h 371198"/>
                <a:gd name="csX206" fmla="*/ 355046 w 411661"/>
                <a:gd name="csY206" fmla="*/ 164771 h 371198"/>
                <a:gd name="csX207" fmla="*/ 358287 w 411661"/>
                <a:gd name="csY207" fmla="*/ 164817 h 371198"/>
                <a:gd name="csX208" fmla="*/ 360433 w 411661"/>
                <a:gd name="csY208" fmla="*/ 165319 h 371198"/>
                <a:gd name="csX209" fmla="*/ 360646 w 411661"/>
                <a:gd name="csY209" fmla="*/ 166179 h 371198"/>
                <a:gd name="csX210" fmla="*/ 359413 w 411661"/>
                <a:gd name="csY210" fmla="*/ 167434 h 371198"/>
                <a:gd name="csX211" fmla="*/ 357443 w 411661"/>
                <a:gd name="csY211" fmla="*/ 169785 h 371198"/>
                <a:gd name="csX212" fmla="*/ 356393 w 411661"/>
                <a:gd name="csY212" fmla="*/ 170812 h 371198"/>
                <a:gd name="csX213" fmla="*/ 353037 w 411661"/>
                <a:gd name="csY213" fmla="*/ 175529 h 371198"/>
                <a:gd name="csX214" fmla="*/ 353068 w 411661"/>
                <a:gd name="csY214" fmla="*/ 177538 h 371198"/>
                <a:gd name="csX215" fmla="*/ 353380 w 411661"/>
                <a:gd name="csY215" fmla="*/ 179159 h 371198"/>
                <a:gd name="csX216" fmla="*/ 354826 w 411661"/>
                <a:gd name="csY216" fmla="*/ 184234 h 371198"/>
                <a:gd name="csX217" fmla="*/ 356241 w 411661"/>
                <a:gd name="csY217" fmla="*/ 189141 h 371198"/>
                <a:gd name="csX218" fmla="*/ 358774 w 411661"/>
                <a:gd name="csY218" fmla="*/ 197967 h 371198"/>
                <a:gd name="csX219" fmla="*/ 358729 w 411661"/>
                <a:gd name="csY219" fmla="*/ 200014 h 371198"/>
                <a:gd name="csX220" fmla="*/ 357938 w 411661"/>
                <a:gd name="csY220" fmla="*/ 204549 h 371198"/>
                <a:gd name="csX221" fmla="*/ 357884 w 411661"/>
                <a:gd name="csY221" fmla="*/ 207303 h 371198"/>
                <a:gd name="csX222" fmla="*/ 358242 w 411661"/>
                <a:gd name="csY222" fmla="*/ 210871 h 371198"/>
                <a:gd name="csX223" fmla="*/ 357976 w 411661"/>
                <a:gd name="csY223" fmla="*/ 212712 h 371198"/>
                <a:gd name="csX224" fmla="*/ 358599 w 411661"/>
                <a:gd name="csY224" fmla="*/ 216836 h 371198"/>
                <a:gd name="csX225" fmla="*/ 359307 w 411661"/>
                <a:gd name="csY225" fmla="*/ 217133 h 371198"/>
                <a:gd name="csX226" fmla="*/ 364793 w 411661"/>
                <a:gd name="csY226" fmla="*/ 217932 h 371198"/>
                <a:gd name="csX227" fmla="*/ 369822 w 411661"/>
                <a:gd name="csY227" fmla="*/ 218670 h 371198"/>
                <a:gd name="csX228" fmla="*/ 376525 w 411661"/>
                <a:gd name="csY228" fmla="*/ 219644 h 371198"/>
                <a:gd name="csX229" fmla="*/ 378556 w 411661"/>
                <a:gd name="csY229" fmla="*/ 222056 h 371198"/>
                <a:gd name="csX230" fmla="*/ 379820 w 411661"/>
                <a:gd name="csY230" fmla="*/ 227344 h 371198"/>
                <a:gd name="csX231" fmla="*/ 379743 w 411661"/>
                <a:gd name="csY231" fmla="*/ 231292 h 371198"/>
                <a:gd name="csX232" fmla="*/ 379173 w 411661"/>
                <a:gd name="csY232" fmla="*/ 233309 h 371198"/>
                <a:gd name="csX233" fmla="*/ 374380 w 411661"/>
                <a:gd name="csY233" fmla="*/ 239053 h 371198"/>
                <a:gd name="csX234" fmla="*/ 369510 w 411661"/>
                <a:gd name="csY234" fmla="*/ 244866 h 371198"/>
                <a:gd name="csX235" fmla="*/ 364648 w 411661"/>
                <a:gd name="csY235" fmla="*/ 250656 h 371198"/>
                <a:gd name="csX236" fmla="*/ 359611 w 411661"/>
                <a:gd name="csY236" fmla="*/ 256644 h 371198"/>
                <a:gd name="csX237" fmla="*/ 359086 w 411661"/>
                <a:gd name="csY237" fmla="*/ 257276 h 371198"/>
                <a:gd name="csX238" fmla="*/ 363157 w 411661"/>
                <a:gd name="csY238" fmla="*/ 262054 h 371198"/>
                <a:gd name="csX239" fmla="*/ 365675 w 411661"/>
                <a:gd name="csY239" fmla="*/ 265006 h 371198"/>
                <a:gd name="csX240" fmla="*/ 369229 w 411661"/>
                <a:gd name="csY240" fmla="*/ 269153 h 371198"/>
                <a:gd name="csX241" fmla="*/ 369677 w 411661"/>
                <a:gd name="csY241" fmla="*/ 270149 h 371198"/>
                <a:gd name="csX242" fmla="*/ 369647 w 411661"/>
                <a:gd name="csY242" fmla="*/ 271778 h 371198"/>
                <a:gd name="csX243" fmla="*/ 373292 w 411661"/>
                <a:gd name="csY243" fmla="*/ 278078 h 371198"/>
                <a:gd name="csX244" fmla="*/ 374578 w 411661"/>
                <a:gd name="csY244" fmla="*/ 281357 h 371198"/>
                <a:gd name="csX245" fmla="*/ 375734 w 411661"/>
                <a:gd name="csY245" fmla="*/ 283282 h 371198"/>
                <a:gd name="csX246" fmla="*/ 378617 w 411661"/>
                <a:gd name="csY246" fmla="*/ 286287 h 371198"/>
                <a:gd name="csX247" fmla="*/ 381433 w 411661"/>
                <a:gd name="csY247" fmla="*/ 289216 h 371198"/>
                <a:gd name="csX248" fmla="*/ 384484 w 411661"/>
                <a:gd name="csY248" fmla="*/ 290556 h 371198"/>
                <a:gd name="csX249" fmla="*/ 386569 w 411661"/>
                <a:gd name="csY249" fmla="*/ 290852 h 371198"/>
                <a:gd name="csX250" fmla="*/ 391316 w 411661"/>
                <a:gd name="csY250" fmla="*/ 292397 h 371198"/>
                <a:gd name="csX251" fmla="*/ 393051 w 411661"/>
                <a:gd name="csY251" fmla="*/ 293629 h 371198"/>
                <a:gd name="csX252" fmla="*/ 395835 w 411661"/>
                <a:gd name="csY252" fmla="*/ 296734 h 371198"/>
                <a:gd name="csX253" fmla="*/ 399108 w 411661"/>
                <a:gd name="csY253" fmla="*/ 296308 h 371198"/>
                <a:gd name="csX254" fmla="*/ 399785 w 411661"/>
                <a:gd name="csY254" fmla="*/ 296308 h 371198"/>
                <a:gd name="csX255" fmla="*/ 399967 w 411661"/>
                <a:gd name="csY255" fmla="*/ 296528 h 371198"/>
                <a:gd name="csX256" fmla="*/ 400066 w 411661"/>
                <a:gd name="csY256" fmla="*/ 297525 h 371198"/>
                <a:gd name="csX257" fmla="*/ 399587 w 411661"/>
                <a:gd name="csY257" fmla="*/ 302341 h 371198"/>
                <a:gd name="csX258" fmla="*/ 400492 w 411661"/>
                <a:gd name="csY258" fmla="*/ 307188 h 371198"/>
                <a:gd name="csX259" fmla="*/ 401124 w 411661"/>
                <a:gd name="csY259" fmla="*/ 314469 h 371198"/>
                <a:gd name="csX260" fmla="*/ 400888 w 411661"/>
                <a:gd name="csY260" fmla="*/ 315725 h 371198"/>
                <a:gd name="csX261" fmla="*/ 400104 w 411661"/>
                <a:gd name="csY261" fmla="*/ 317825 h 371198"/>
                <a:gd name="csX262" fmla="*/ 400066 w 411661"/>
                <a:gd name="csY262" fmla="*/ 319171 h 371198"/>
                <a:gd name="csX263" fmla="*/ 399861 w 411661"/>
                <a:gd name="csY263" fmla="*/ 320001 h 371198"/>
                <a:gd name="csX264" fmla="*/ 400074 w 411661"/>
                <a:gd name="csY264" fmla="*/ 320366 h 371198"/>
                <a:gd name="csX265" fmla="*/ 401116 w 411661"/>
                <a:gd name="csY265" fmla="*/ 320860 h 371198"/>
                <a:gd name="csX266" fmla="*/ 403338 w 411661"/>
                <a:gd name="csY266" fmla="*/ 321127 h 371198"/>
                <a:gd name="csX267" fmla="*/ 408702 w 411661"/>
                <a:gd name="csY267" fmla="*/ 320313 h 371198"/>
                <a:gd name="csX268" fmla="*/ 409326 w 411661"/>
                <a:gd name="csY268" fmla="*/ 320518 h 371198"/>
                <a:gd name="csX269" fmla="*/ 410611 w 411661"/>
                <a:gd name="csY269" fmla="*/ 321378 h 371198"/>
                <a:gd name="csX270" fmla="*/ 411578 w 411661"/>
                <a:gd name="csY270" fmla="*/ 322725 h 371198"/>
                <a:gd name="csX271" fmla="*/ 411661 w 411661"/>
                <a:gd name="csY271" fmla="*/ 323364 h 371198"/>
                <a:gd name="csX272" fmla="*/ 410307 w 411661"/>
                <a:gd name="csY272" fmla="*/ 324482 h 371198"/>
                <a:gd name="csX273" fmla="*/ 410087 w 411661"/>
                <a:gd name="csY273" fmla="*/ 326377 h 371198"/>
                <a:gd name="csX274" fmla="*/ 410490 w 411661"/>
                <a:gd name="csY274" fmla="*/ 329215 h 371198"/>
                <a:gd name="csX275" fmla="*/ 410307 w 411661"/>
                <a:gd name="csY275" fmla="*/ 329557 h 371198"/>
                <a:gd name="csX276" fmla="*/ 409120 w 411661"/>
                <a:gd name="csY276" fmla="*/ 330196 h 371198"/>
                <a:gd name="csX277" fmla="*/ 408732 w 411661"/>
                <a:gd name="csY277" fmla="*/ 334290 h 371198"/>
                <a:gd name="csX278" fmla="*/ 408519 w 411661"/>
                <a:gd name="csY278" fmla="*/ 334662 h 371198"/>
                <a:gd name="csX279" fmla="*/ 407135 w 411661"/>
                <a:gd name="csY279" fmla="*/ 335081 h 371198"/>
                <a:gd name="csX280" fmla="*/ 400591 w 411661"/>
                <a:gd name="csY280" fmla="*/ 334799 h 371198"/>
                <a:gd name="csX281" fmla="*/ 399846 w 411661"/>
                <a:gd name="csY281" fmla="*/ 334913 h 371198"/>
                <a:gd name="csX282" fmla="*/ 397388 w 411661"/>
                <a:gd name="csY282" fmla="*/ 335994 h 371198"/>
                <a:gd name="csX283" fmla="*/ 393173 w 411661"/>
                <a:gd name="csY283" fmla="*/ 336770 h 371198"/>
                <a:gd name="csX284" fmla="*/ 392016 w 411661"/>
                <a:gd name="csY284" fmla="*/ 337211 h 371198"/>
                <a:gd name="csX285" fmla="*/ 390464 w 411661"/>
                <a:gd name="csY285" fmla="*/ 338444 h 371198"/>
                <a:gd name="csX286" fmla="*/ 389346 w 411661"/>
                <a:gd name="csY286" fmla="*/ 339943 h 371198"/>
                <a:gd name="csX287" fmla="*/ 389132 w 411661"/>
                <a:gd name="csY287" fmla="*/ 341328 h 371198"/>
                <a:gd name="csX288" fmla="*/ 388912 w 411661"/>
                <a:gd name="csY288" fmla="*/ 341617 h 371198"/>
                <a:gd name="csX289" fmla="*/ 386500 w 411661"/>
                <a:gd name="csY289" fmla="*/ 341335 h 371198"/>
                <a:gd name="csX290" fmla="*/ 385709 w 411661"/>
                <a:gd name="csY290" fmla="*/ 342537 h 371198"/>
                <a:gd name="csX291" fmla="*/ 381029 w 411661"/>
                <a:gd name="csY291" fmla="*/ 344333 h 371198"/>
                <a:gd name="csX292" fmla="*/ 380451 w 411661"/>
                <a:gd name="csY292" fmla="*/ 344721 h 371198"/>
                <a:gd name="csX293" fmla="*/ 379759 w 411661"/>
                <a:gd name="csY293" fmla="*/ 346151 h 371198"/>
                <a:gd name="csX294" fmla="*/ 379135 w 411661"/>
                <a:gd name="csY294" fmla="*/ 350161 h 371198"/>
                <a:gd name="csX295" fmla="*/ 378572 w 411661"/>
                <a:gd name="csY295" fmla="*/ 353760 h 371198"/>
                <a:gd name="csX296" fmla="*/ 378214 w 411661"/>
                <a:gd name="csY296" fmla="*/ 354285 h 371198"/>
                <a:gd name="csX297" fmla="*/ 376738 w 411661"/>
                <a:gd name="csY297" fmla="*/ 355517 h 371198"/>
                <a:gd name="csX298" fmla="*/ 376593 w 411661"/>
                <a:gd name="csY298" fmla="*/ 355936 h 371198"/>
                <a:gd name="csX299" fmla="*/ 376791 w 411661"/>
                <a:gd name="csY299" fmla="*/ 357328 h 371198"/>
                <a:gd name="csX300" fmla="*/ 376122 w 411661"/>
                <a:gd name="csY300" fmla="*/ 359862 h 371198"/>
                <a:gd name="csX301" fmla="*/ 375597 w 411661"/>
                <a:gd name="csY301" fmla="*/ 366885 h 371198"/>
                <a:gd name="csX302" fmla="*/ 375011 w 411661"/>
                <a:gd name="csY302" fmla="*/ 368848 h 371198"/>
                <a:gd name="csX303" fmla="*/ 373847 w 411661"/>
                <a:gd name="csY303" fmla="*/ 369007 h 371198"/>
                <a:gd name="csX304" fmla="*/ 372934 w 411661"/>
                <a:gd name="csY304" fmla="*/ 369989 h 371198"/>
                <a:gd name="csX305" fmla="*/ 371260 w 411661"/>
                <a:gd name="csY305" fmla="*/ 371199 h 371198"/>
                <a:gd name="csX306" fmla="*/ 367646 w 411661"/>
                <a:gd name="csY306" fmla="*/ 370263 h 371198"/>
                <a:gd name="csX307" fmla="*/ 364778 w 411661"/>
                <a:gd name="csY307" fmla="*/ 369281 h 371198"/>
                <a:gd name="csX308" fmla="*/ 355282 w 411661"/>
                <a:gd name="csY308" fmla="*/ 366976 h 371198"/>
                <a:gd name="csX309" fmla="*/ 354240 w 411661"/>
                <a:gd name="csY309" fmla="*/ 365857 h 371198"/>
                <a:gd name="csX310" fmla="*/ 353646 w 411661"/>
                <a:gd name="csY310" fmla="*/ 363887 h 371198"/>
                <a:gd name="csX311" fmla="*/ 352003 w 411661"/>
                <a:gd name="csY311" fmla="*/ 363331 h 371198"/>
                <a:gd name="csX312" fmla="*/ 349644 w 411661"/>
                <a:gd name="csY312" fmla="*/ 366284 h 371198"/>
                <a:gd name="csX313" fmla="*/ 341624 w 411661"/>
                <a:gd name="csY313" fmla="*/ 364579 h 371198"/>
                <a:gd name="csX314" fmla="*/ 338901 w 411661"/>
                <a:gd name="csY314" fmla="*/ 365104 h 371198"/>
                <a:gd name="csX315" fmla="*/ 337219 w 411661"/>
                <a:gd name="csY315" fmla="*/ 364184 h 371198"/>
                <a:gd name="csX316" fmla="*/ 332898 w 411661"/>
                <a:gd name="csY316" fmla="*/ 364130 h 371198"/>
                <a:gd name="csX317" fmla="*/ 329489 w 411661"/>
                <a:gd name="csY317" fmla="*/ 362289 h 371198"/>
                <a:gd name="csX318" fmla="*/ 324597 w 411661"/>
                <a:gd name="csY318" fmla="*/ 363552 h 371198"/>
                <a:gd name="csX319" fmla="*/ 320732 w 411661"/>
                <a:gd name="csY319" fmla="*/ 363796 h 371198"/>
                <a:gd name="csX320" fmla="*/ 315428 w 411661"/>
                <a:gd name="csY320" fmla="*/ 360569 h 371198"/>
                <a:gd name="csX321" fmla="*/ 309730 w 411661"/>
                <a:gd name="csY321" fmla="*/ 359679 h 371198"/>
                <a:gd name="csX322" fmla="*/ 305103 w 411661"/>
                <a:gd name="csY322" fmla="*/ 359953 h 371198"/>
                <a:gd name="csX323" fmla="*/ 302722 w 411661"/>
                <a:gd name="csY323" fmla="*/ 359702 h 371198"/>
                <a:gd name="csX324" fmla="*/ 298864 w 411661"/>
                <a:gd name="csY324" fmla="*/ 358546 h 371198"/>
                <a:gd name="csX325" fmla="*/ 297038 w 411661"/>
                <a:gd name="csY325" fmla="*/ 357351 h 371198"/>
                <a:gd name="csX326" fmla="*/ 294033 w 411661"/>
                <a:gd name="csY326" fmla="*/ 358264 h 371198"/>
                <a:gd name="csX327" fmla="*/ 292679 w 411661"/>
                <a:gd name="csY327" fmla="*/ 356567 h 371198"/>
                <a:gd name="csX328" fmla="*/ 284180 w 411661"/>
                <a:gd name="csY328" fmla="*/ 354992 h 371198"/>
                <a:gd name="csX329" fmla="*/ 282605 w 411661"/>
                <a:gd name="csY329" fmla="*/ 351987 h 371198"/>
                <a:gd name="csX330" fmla="*/ 281426 w 411661"/>
                <a:gd name="csY330" fmla="*/ 349195 h 371198"/>
                <a:gd name="csX331" fmla="*/ 281335 w 411661"/>
                <a:gd name="csY331" fmla="*/ 346319 h 371198"/>
                <a:gd name="csX332" fmla="*/ 279265 w 411661"/>
                <a:gd name="csY332" fmla="*/ 341282 h 371198"/>
                <a:gd name="csX333" fmla="*/ 278572 w 411661"/>
                <a:gd name="csY333" fmla="*/ 333955 h 371198"/>
                <a:gd name="csX334" fmla="*/ 277804 w 411661"/>
                <a:gd name="csY334" fmla="*/ 331086 h 371198"/>
                <a:gd name="csX335" fmla="*/ 276655 w 411661"/>
                <a:gd name="csY335" fmla="*/ 328591 h 371198"/>
                <a:gd name="csX336" fmla="*/ 275126 w 411661"/>
                <a:gd name="csY336" fmla="*/ 326468 h 371198"/>
                <a:gd name="csX337" fmla="*/ 273048 w 411661"/>
                <a:gd name="csY337" fmla="*/ 324193 h 371198"/>
                <a:gd name="csX338" fmla="*/ 271238 w 411661"/>
                <a:gd name="csY338" fmla="*/ 323288 h 371198"/>
                <a:gd name="csX339" fmla="*/ 263294 w 411661"/>
                <a:gd name="csY339" fmla="*/ 321553 h 371198"/>
                <a:gd name="csX340" fmla="*/ 261765 w 411661"/>
                <a:gd name="csY340" fmla="*/ 321781 h 371198"/>
                <a:gd name="csX341" fmla="*/ 258212 w 411661"/>
                <a:gd name="csY341" fmla="*/ 322915 h 371198"/>
                <a:gd name="csX342" fmla="*/ 254431 w 411661"/>
                <a:gd name="csY342" fmla="*/ 325433 h 371198"/>
                <a:gd name="csX343" fmla="*/ 248222 w 411661"/>
                <a:gd name="csY343" fmla="*/ 326864 h 371198"/>
                <a:gd name="csX344" fmla="*/ 246974 w 411661"/>
                <a:gd name="csY344" fmla="*/ 327944 h 371198"/>
                <a:gd name="csX345" fmla="*/ 245414 w 411661"/>
                <a:gd name="csY345" fmla="*/ 330379 h 371198"/>
                <a:gd name="csX346" fmla="*/ 243391 w 411661"/>
                <a:gd name="csY346" fmla="*/ 331794 h 371198"/>
                <a:gd name="csX347" fmla="*/ 240621 w 411661"/>
                <a:gd name="csY347" fmla="*/ 331429 h 371198"/>
                <a:gd name="csX348" fmla="*/ 237638 w 411661"/>
                <a:gd name="csY348" fmla="*/ 332867 h 371198"/>
                <a:gd name="csX349" fmla="*/ 232107 w 411661"/>
                <a:gd name="csY349" fmla="*/ 336877 h 371198"/>
                <a:gd name="csX350" fmla="*/ 229193 w 411661"/>
                <a:gd name="csY350" fmla="*/ 338101 h 371198"/>
                <a:gd name="csX351" fmla="*/ 226751 w 411661"/>
                <a:gd name="csY351" fmla="*/ 338010 h 371198"/>
                <a:gd name="csX352" fmla="*/ 224125 w 411661"/>
                <a:gd name="csY352" fmla="*/ 336108 h 371198"/>
                <a:gd name="csX353" fmla="*/ 218259 w 411661"/>
                <a:gd name="csY353" fmla="*/ 333552 h 371198"/>
                <a:gd name="csX354" fmla="*/ 214463 w 411661"/>
                <a:gd name="csY354" fmla="*/ 332699 h 371198"/>
                <a:gd name="csX355" fmla="*/ 209198 w 411661"/>
                <a:gd name="csY355" fmla="*/ 333285 h 371198"/>
                <a:gd name="csX356" fmla="*/ 206702 w 411661"/>
                <a:gd name="csY356" fmla="*/ 332859 h 371198"/>
                <a:gd name="csX357" fmla="*/ 202464 w 411661"/>
                <a:gd name="csY357" fmla="*/ 329854 h 371198"/>
                <a:gd name="csX358" fmla="*/ 201353 w 411661"/>
                <a:gd name="csY358" fmla="*/ 327670 h 371198"/>
                <a:gd name="csX359" fmla="*/ 198934 w 411661"/>
                <a:gd name="csY359" fmla="*/ 326209 h 371198"/>
                <a:gd name="csX360" fmla="*/ 191264 w 411661"/>
                <a:gd name="csY360" fmla="*/ 322930 h 371198"/>
                <a:gd name="csX361" fmla="*/ 185056 w 411661"/>
                <a:gd name="csY361" fmla="*/ 318593 h 371198"/>
                <a:gd name="csX362" fmla="*/ 183914 w 411661"/>
                <a:gd name="csY362" fmla="*/ 316950 h 371198"/>
                <a:gd name="csX363" fmla="*/ 183154 w 411661"/>
                <a:gd name="csY363" fmla="*/ 314522 h 371198"/>
                <a:gd name="csX364" fmla="*/ 180452 w 411661"/>
                <a:gd name="csY364" fmla="*/ 311570 h 371198"/>
                <a:gd name="csX365" fmla="*/ 174388 w 411661"/>
                <a:gd name="csY365" fmla="*/ 309159 h 371198"/>
                <a:gd name="csX366" fmla="*/ 170949 w 411661"/>
                <a:gd name="csY366" fmla="*/ 306587 h 371198"/>
                <a:gd name="csX367" fmla="*/ 166917 w 411661"/>
                <a:gd name="csY367" fmla="*/ 306009 h 371198"/>
                <a:gd name="csX368" fmla="*/ 163166 w 411661"/>
                <a:gd name="csY368" fmla="*/ 306092 h 371198"/>
                <a:gd name="csX369" fmla="*/ 161514 w 411661"/>
                <a:gd name="csY369" fmla="*/ 305628 h 371198"/>
                <a:gd name="csX370" fmla="*/ 160016 w 411661"/>
                <a:gd name="csY370" fmla="*/ 304525 h 371198"/>
                <a:gd name="csX371" fmla="*/ 154895 w 411661"/>
                <a:gd name="csY371" fmla="*/ 299199 h 371198"/>
                <a:gd name="csX372" fmla="*/ 154834 w 411661"/>
                <a:gd name="csY372" fmla="*/ 297091 h 371198"/>
                <a:gd name="csX373" fmla="*/ 151677 w 411661"/>
                <a:gd name="csY373" fmla="*/ 291872 h 371198"/>
                <a:gd name="csX374" fmla="*/ 150939 w 411661"/>
                <a:gd name="csY374" fmla="*/ 290008 h 371198"/>
                <a:gd name="csX375" fmla="*/ 150261 w 411661"/>
                <a:gd name="csY375" fmla="*/ 284826 h 371198"/>
                <a:gd name="csX376" fmla="*/ 149386 w 411661"/>
                <a:gd name="csY376" fmla="*/ 283472 h 371198"/>
                <a:gd name="csX377" fmla="*/ 146092 w 411661"/>
                <a:gd name="csY377" fmla="*/ 281334 h 371198"/>
                <a:gd name="csX378" fmla="*/ 145582 w 411661"/>
                <a:gd name="csY378" fmla="*/ 279934 h 371198"/>
                <a:gd name="csX379" fmla="*/ 146282 w 411661"/>
                <a:gd name="csY379" fmla="*/ 278070 h 371198"/>
                <a:gd name="csX380" fmla="*/ 146282 w 411661"/>
                <a:gd name="csY380" fmla="*/ 276655 h 371198"/>
                <a:gd name="csX381" fmla="*/ 144570 w 411661"/>
                <a:gd name="csY381" fmla="*/ 275323 h 371198"/>
                <a:gd name="csX382" fmla="*/ 141998 w 411661"/>
                <a:gd name="csY382" fmla="*/ 274616 h 371198"/>
                <a:gd name="csX383" fmla="*/ 141375 w 411661"/>
                <a:gd name="csY383" fmla="*/ 273018 h 371198"/>
                <a:gd name="csX384" fmla="*/ 141847 w 411661"/>
                <a:gd name="csY384" fmla="*/ 269906 h 371198"/>
                <a:gd name="csX385" fmla="*/ 141458 w 411661"/>
                <a:gd name="csY385" fmla="*/ 267950 h 371198"/>
                <a:gd name="csX386" fmla="*/ 139191 w 411661"/>
                <a:gd name="csY386" fmla="*/ 264824 h 371198"/>
                <a:gd name="csX387" fmla="*/ 135843 w 411661"/>
                <a:gd name="csY387" fmla="*/ 261620 h 371198"/>
                <a:gd name="csX388" fmla="*/ 132503 w 411661"/>
                <a:gd name="csY388" fmla="*/ 256872 h 371198"/>
                <a:gd name="csX389" fmla="*/ 131194 w 411661"/>
                <a:gd name="csY389" fmla="*/ 255685 h 371198"/>
                <a:gd name="csX390" fmla="*/ 130342 w 411661"/>
                <a:gd name="csY390" fmla="*/ 252574 h 371198"/>
                <a:gd name="csX391" fmla="*/ 129117 w 411661"/>
                <a:gd name="csY391" fmla="*/ 248876 h 371198"/>
                <a:gd name="csX392" fmla="*/ 127230 w 411661"/>
                <a:gd name="csY392" fmla="*/ 248610 h 371198"/>
                <a:gd name="csX393" fmla="*/ 118085 w 411661"/>
                <a:gd name="csY393" fmla="*/ 253045 h 371198"/>
                <a:gd name="csX394" fmla="*/ 115414 w 411661"/>
                <a:gd name="csY394" fmla="*/ 250550 h 371198"/>
                <a:gd name="csX395" fmla="*/ 107395 w 411661"/>
                <a:gd name="csY395" fmla="*/ 246213 h 371198"/>
                <a:gd name="csX396" fmla="*/ 106839 w 411661"/>
                <a:gd name="csY396" fmla="*/ 245559 h 371198"/>
                <a:gd name="csX397" fmla="*/ 106277 w 411661"/>
                <a:gd name="csY397" fmla="*/ 244562 h 371198"/>
                <a:gd name="csX398" fmla="*/ 107289 w 411661"/>
                <a:gd name="csY398" fmla="*/ 243984 h 371198"/>
                <a:gd name="csX399" fmla="*/ 108293 w 411661"/>
                <a:gd name="csY399" fmla="*/ 243748 h 371198"/>
                <a:gd name="csX400" fmla="*/ 110309 w 411661"/>
                <a:gd name="csY400" fmla="*/ 244524 h 371198"/>
                <a:gd name="csX401" fmla="*/ 111519 w 411661"/>
                <a:gd name="csY401" fmla="*/ 243611 h 371198"/>
                <a:gd name="csX402" fmla="*/ 111039 w 411661"/>
                <a:gd name="csY402" fmla="*/ 242135 h 371198"/>
                <a:gd name="csX403" fmla="*/ 109023 w 411661"/>
                <a:gd name="csY403" fmla="*/ 241222 h 371198"/>
                <a:gd name="csX404" fmla="*/ 106284 w 411661"/>
                <a:gd name="csY404" fmla="*/ 241290 h 371198"/>
                <a:gd name="csX405" fmla="*/ 107037 w 411661"/>
                <a:gd name="csY405" fmla="*/ 242675 h 371198"/>
                <a:gd name="csX406" fmla="*/ 104473 w 411661"/>
                <a:gd name="csY406" fmla="*/ 243984 h 371198"/>
                <a:gd name="csX407" fmla="*/ 103925 w 411661"/>
                <a:gd name="csY407" fmla="*/ 245696 h 371198"/>
                <a:gd name="csX408" fmla="*/ 104298 w 411661"/>
                <a:gd name="csY408" fmla="*/ 247818 h 371198"/>
                <a:gd name="csX409" fmla="*/ 104519 w 411661"/>
                <a:gd name="csY409" fmla="*/ 250786 h 371198"/>
                <a:gd name="csX410" fmla="*/ 103476 w 411661"/>
                <a:gd name="csY410" fmla="*/ 252216 h 371198"/>
                <a:gd name="csX411" fmla="*/ 102670 w 411661"/>
                <a:gd name="csY411" fmla="*/ 252878 h 371198"/>
                <a:gd name="csX412" fmla="*/ 99223 w 411661"/>
                <a:gd name="csY412" fmla="*/ 253053 h 371198"/>
                <a:gd name="csX413" fmla="*/ 97610 w 411661"/>
                <a:gd name="csY413" fmla="*/ 254362 h 371198"/>
                <a:gd name="csX414" fmla="*/ 96568 w 411661"/>
                <a:gd name="csY414" fmla="*/ 254674 h 371198"/>
                <a:gd name="csX415" fmla="*/ 95115 w 411661"/>
                <a:gd name="csY415" fmla="*/ 253654 h 371198"/>
                <a:gd name="csX416" fmla="*/ 94179 w 411661"/>
                <a:gd name="csY416" fmla="*/ 252825 h 371198"/>
                <a:gd name="csX417" fmla="*/ 93410 w 411661"/>
                <a:gd name="csY417" fmla="*/ 251059 h 371198"/>
                <a:gd name="csX418" fmla="*/ 93174 w 411661"/>
                <a:gd name="csY418" fmla="*/ 249827 h 371198"/>
                <a:gd name="csX419" fmla="*/ 93471 w 411661"/>
                <a:gd name="csY419" fmla="*/ 249127 h 371198"/>
                <a:gd name="csX420" fmla="*/ 93068 w 411661"/>
                <a:gd name="csY420" fmla="*/ 248100 h 371198"/>
                <a:gd name="csX421" fmla="*/ 91965 w 411661"/>
                <a:gd name="csY421" fmla="*/ 246738 h 371198"/>
                <a:gd name="csX422" fmla="*/ 90854 w 411661"/>
                <a:gd name="csY422" fmla="*/ 245992 h 371198"/>
                <a:gd name="csX423" fmla="*/ 89728 w 411661"/>
                <a:gd name="csY423" fmla="*/ 245855 h 371198"/>
                <a:gd name="csX424" fmla="*/ 88792 w 411661"/>
                <a:gd name="csY424" fmla="*/ 245026 h 371198"/>
                <a:gd name="csX425" fmla="*/ 88047 w 411661"/>
                <a:gd name="csY425" fmla="*/ 243504 h 371198"/>
                <a:gd name="csX426" fmla="*/ 86304 w 411661"/>
                <a:gd name="csY426" fmla="*/ 242500 h 371198"/>
                <a:gd name="csX427" fmla="*/ 85208 w 411661"/>
                <a:gd name="csY427" fmla="*/ 242302 h 371198"/>
                <a:gd name="csX428" fmla="*/ 85178 w 411661"/>
                <a:gd name="csY428" fmla="*/ 237592 h 371198"/>
                <a:gd name="csX429" fmla="*/ 85147 w 411661"/>
                <a:gd name="csY429" fmla="*/ 233461 h 371198"/>
                <a:gd name="csX430" fmla="*/ 85117 w 411661"/>
                <a:gd name="csY430" fmla="*/ 229345 h 371198"/>
                <a:gd name="csX431" fmla="*/ 81396 w 411661"/>
                <a:gd name="csY431" fmla="*/ 229177 h 371198"/>
                <a:gd name="csX432" fmla="*/ 78049 w 411661"/>
                <a:gd name="csY432" fmla="*/ 229033 h 371198"/>
                <a:gd name="csX433" fmla="*/ 78049 w 411661"/>
                <a:gd name="csY433" fmla="*/ 225578 h 371198"/>
                <a:gd name="csX434" fmla="*/ 78049 w 411661"/>
                <a:gd name="csY434" fmla="*/ 219134 h 371198"/>
                <a:gd name="csX435" fmla="*/ 79639 w 411661"/>
                <a:gd name="csY435" fmla="*/ 214127 h 371198"/>
                <a:gd name="csX436" fmla="*/ 81259 w 411661"/>
                <a:gd name="csY436" fmla="*/ 209304 h 371198"/>
                <a:gd name="csX437" fmla="*/ 78794 w 411661"/>
                <a:gd name="csY437" fmla="*/ 205751 h 371198"/>
                <a:gd name="csX438" fmla="*/ 76169 w 411661"/>
                <a:gd name="csY438" fmla="*/ 201954 h 371198"/>
                <a:gd name="csX439" fmla="*/ 74465 w 411661"/>
                <a:gd name="csY439" fmla="*/ 200371 h 371198"/>
                <a:gd name="csX440" fmla="*/ 72464 w 411661"/>
                <a:gd name="csY440" fmla="*/ 195616 h 371198"/>
                <a:gd name="csX441" fmla="*/ 71467 w 411661"/>
                <a:gd name="csY441" fmla="*/ 193508 h 371198"/>
                <a:gd name="csX442" fmla="*/ 70585 w 411661"/>
                <a:gd name="csY442" fmla="*/ 192710 h 371198"/>
                <a:gd name="csX443" fmla="*/ 69633 w 411661"/>
                <a:gd name="csY443" fmla="*/ 192245 h 371198"/>
                <a:gd name="csX444" fmla="*/ 66141 w 411661"/>
                <a:gd name="csY444" fmla="*/ 192428 h 371198"/>
                <a:gd name="csX445" fmla="*/ 62877 w 411661"/>
                <a:gd name="csY445" fmla="*/ 189864 h 371198"/>
                <a:gd name="csX446" fmla="*/ 59050 w 411661"/>
                <a:gd name="csY446" fmla="*/ 186851 h 371198"/>
                <a:gd name="csX447" fmla="*/ 54371 w 411661"/>
                <a:gd name="csY447" fmla="*/ 183161 h 371198"/>
                <a:gd name="csX448" fmla="*/ 50247 w 411661"/>
                <a:gd name="csY448" fmla="*/ 180749 h 371198"/>
                <a:gd name="csX449" fmla="*/ 48565 w 411661"/>
                <a:gd name="csY449" fmla="*/ 180216 h 371198"/>
                <a:gd name="csX450" fmla="*/ 44601 w 411661"/>
                <a:gd name="csY450" fmla="*/ 180034 h 371198"/>
                <a:gd name="csX451" fmla="*/ 44183 w 411661"/>
                <a:gd name="csY451" fmla="*/ 179569 h 371198"/>
                <a:gd name="csX452" fmla="*/ 43909 w 411661"/>
                <a:gd name="csY452" fmla="*/ 178246 h 371198"/>
                <a:gd name="csX453" fmla="*/ 43916 w 411661"/>
                <a:gd name="csY453" fmla="*/ 176770 h 371198"/>
                <a:gd name="csX454" fmla="*/ 45202 w 411661"/>
                <a:gd name="csY454" fmla="*/ 174540 h 371198"/>
                <a:gd name="csX455" fmla="*/ 45301 w 411661"/>
                <a:gd name="csY455" fmla="*/ 173133 h 371198"/>
                <a:gd name="csX456" fmla="*/ 42616 w 411661"/>
                <a:gd name="csY456" fmla="*/ 168400 h 371198"/>
                <a:gd name="csX457" fmla="*/ 41786 w 411661"/>
                <a:gd name="csY457" fmla="*/ 167015 h 371198"/>
                <a:gd name="csX458" fmla="*/ 39488 w 411661"/>
                <a:gd name="csY458" fmla="*/ 166460 h 371198"/>
                <a:gd name="csX459" fmla="*/ 39945 w 411661"/>
                <a:gd name="csY459" fmla="*/ 165090 h 371198"/>
                <a:gd name="csX460" fmla="*/ 39945 w 411661"/>
                <a:gd name="csY460" fmla="*/ 164178 h 371198"/>
                <a:gd name="csX461" fmla="*/ 39618 w 411661"/>
                <a:gd name="csY461" fmla="*/ 163455 h 371198"/>
                <a:gd name="csX462" fmla="*/ 39085 w 411661"/>
                <a:gd name="csY462" fmla="*/ 163112 h 371198"/>
                <a:gd name="csX463" fmla="*/ 38408 w 411661"/>
                <a:gd name="csY463" fmla="*/ 163074 h 371198"/>
                <a:gd name="csX464" fmla="*/ 36605 w 411661"/>
                <a:gd name="csY464" fmla="*/ 163637 h 371198"/>
                <a:gd name="csX465" fmla="*/ 35228 w 411661"/>
                <a:gd name="csY465" fmla="*/ 161491 h 371198"/>
                <a:gd name="csX466" fmla="*/ 30944 w 411661"/>
                <a:gd name="csY466" fmla="*/ 155382 h 371198"/>
                <a:gd name="csX467" fmla="*/ 29567 w 411661"/>
                <a:gd name="csY467" fmla="*/ 154636 h 371198"/>
                <a:gd name="csX468" fmla="*/ 29316 w 411661"/>
                <a:gd name="csY468" fmla="*/ 154218 h 371198"/>
                <a:gd name="csX469" fmla="*/ 30358 w 411661"/>
                <a:gd name="csY469" fmla="*/ 152339 h 371198"/>
                <a:gd name="csX470" fmla="*/ 32123 w 411661"/>
                <a:gd name="csY470" fmla="*/ 149554 h 371198"/>
                <a:gd name="csX471" fmla="*/ 32427 w 411661"/>
                <a:gd name="csY471" fmla="*/ 147941 h 371198"/>
                <a:gd name="csX472" fmla="*/ 32093 w 411661"/>
                <a:gd name="csY472" fmla="*/ 146160 h 371198"/>
                <a:gd name="csX473" fmla="*/ 30191 w 411661"/>
                <a:gd name="csY473" fmla="*/ 142805 h 371198"/>
                <a:gd name="csX474" fmla="*/ 30655 w 411661"/>
                <a:gd name="csY474" fmla="*/ 141382 h 371198"/>
                <a:gd name="csX475" fmla="*/ 31469 w 411661"/>
                <a:gd name="csY475" fmla="*/ 139746 h 371198"/>
                <a:gd name="csX476" fmla="*/ 31538 w 411661"/>
                <a:gd name="csY476" fmla="*/ 138514 h 371198"/>
                <a:gd name="csX477" fmla="*/ 32816 w 411661"/>
                <a:gd name="csY477" fmla="*/ 138696 h 371198"/>
                <a:gd name="csX478" fmla="*/ 34452 w 411661"/>
                <a:gd name="csY478" fmla="*/ 138712 h 371198"/>
                <a:gd name="csX479" fmla="*/ 34969 w 411661"/>
                <a:gd name="csY479" fmla="*/ 137707 h 371198"/>
                <a:gd name="csX480" fmla="*/ 34938 w 411661"/>
                <a:gd name="csY480" fmla="*/ 134192 h 371198"/>
                <a:gd name="csX481" fmla="*/ 35327 w 411661"/>
                <a:gd name="csY481" fmla="*/ 132906 h 371198"/>
                <a:gd name="csX482" fmla="*/ 40516 w 411661"/>
                <a:gd name="csY482" fmla="*/ 126941 h 371198"/>
                <a:gd name="csX483" fmla="*/ 43095 w 411661"/>
                <a:gd name="csY483" fmla="*/ 125602 h 371198"/>
                <a:gd name="csX484" fmla="*/ 45058 w 411661"/>
                <a:gd name="csY484" fmla="*/ 124369 h 371198"/>
                <a:gd name="csX485" fmla="*/ 45507 w 411661"/>
                <a:gd name="csY485" fmla="*/ 122574 h 371198"/>
                <a:gd name="csX486" fmla="*/ 45103 w 411661"/>
                <a:gd name="csY486" fmla="*/ 121645 h 371198"/>
                <a:gd name="csX487" fmla="*/ 44716 w 411661"/>
                <a:gd name="csY487" fmla="*/ 120291 h 371198"/>
                <a:gd name="csX488" fmla="*/ 44594 w 411661"/>
                <a:gd name="csY488" fmla="*/ 119317 h 371198"/>
                <a:gd name="csX489" fmla="*/ 42433 w 411661"/>
                <a:gd name="csY489" fmla="*/ 116624 h 371198"/>
                <a:gd name="csX490" fmla="*/ 41679 w 411661"/>
                <a:gd name="csY490" fmla="*/ 115270 h 371198"/>
                <a:gd name="csX491" fmla="*/ 41588 w 411661"/>
                <a:gd name="csY491" fmla="*/ 114029 h 371198"/>
                <a:gd name="csX492" fmla="*/ 42098 w 411661"/>
                <a:gd name="csY492" fmla="*/ 111838 h 371198"/>
                <a:gd name="csX493" fmla="*/ 43003 w 411661"/>
                <a:gd name="csY493" fmla="*/ 110134 h 371198"/>
                <a:gd name="csX494" fmla="*/ 46070 w 411661"/>
                <a:gd name="csY494" fmla="*/ 109129 h 371198"/>
                <a:gd name="csX495" fmla="*/ 47812 w 411661"/>
                <a:gd name="csY495" fmla="*/ 108277 h 371198"/>
                <a:gd name="csX496" fmla="*/ 48048 w 411661"/>
                <a:gd name="csY496" fmla="*/ 107509 h 371198"/>
                <a:gd name="csX497" fmla="*/ 45788 w 411661"/>
                <a:gd name="csY497" fmla="*/ 106269 h 371198"/>
                <a:gd name="csX498" fmla="*/ 40964 w 411661"/>
                <a:gd name="csY498" fmla="*/ 105881 h 371198"/>
                <a:gd name="csX499" fmla="*/ 37434 w 411661"/>
                <a:gd name="csY499" fmla="*/ 106238 h 371198"/>
                <a:gd name="csX500" fmla="*/ 36308 w 411661"/>
                <a:gd name="csY500" fmla="*/ 105850 h 371198"/>
                <a:gd name="csX501" fmla="*/ 34634 w 411661"/>
                <a:gd name="csY501" fmla="*/ 103446 h 371198"/>
                <a:gd name="csX502" fmla="*/ 32854 w 411661"/>
                <a:gd name="csY502" fmla="*/ 102168 h 371198"/>
                <a:gd name="csX503" fmla="*/ 31188 w 411661"/>
                <a:gd name="csY503" fmla="*/ 101346 h 371198"/>
                <a:gd name="csX504" fmla="*/ 29567 w 411661"/>
                <a:gd name="csY504" fmla="*/ 101498 h 371198"/>
                <a:gd name="csX505" fmla="*/ 28586 w 411661"/>
                <a:gd name="csY505" fmla="*/ 101171 h 371198"/>
                <a:gd name="csX506" fmla="*/ 28357 w 411661"/>
                <a:gd name="csY506" fmla="*/ 100136 h 371198"/>
                <a:gd name="csX507" fmla="*/ 26014 w 411661"/>
                <a:gd name="csY507" fmla="*/ 92200 h 371198"/>
                <a:gd name="csX508" fmla="*/ 25276 w 411661"/>
                <a:gd name="csY508" fmla="*/ 91112 h 371198"/>
                <a:gd name="csX509" fmla="*/ 24180 w 411661"/>
                <a:gd name="csY509" fmla="*/ 90846 h 371198"/>
                <a:gd name="csX510" fmla="*/ 23259 w 411661"/>
                <a:gd name="csY510" fmla="*/ 90793 h 371198"/>
                <a:gd name="csX511" fmla="*/ 22651 w 411661"/>
                <a:gd name="csY511" fmla="*/ 90245 h 371198"/>
                <a:gd name="csX512" fmla="*/ 21996 w 411661"/>
                <a:gd name="csY512" fmla="*/ 89149 h 371198"/>
                <a:gd name="csX513" fmla="*/ 21524 w 411661"/>
                <a:gd name="csY513" fmla="*/ 87711 h 371198"/>
                <a:gd name="csX514" fmla="*/ 21494 w 411661"/>
                <a:gd name="csY514" fmla="*/ 85817 h 371198"/>
                <a:gd name="csX515" fmla="*/ 21593 w 411661"/>
                <a:gd name="csY515" fmla="*/ 84189 h 371198"/>
                <a:gd name="csX516" fmla="*/ 21274 w 411661"/>
                <a:gd name="csY516" fmla="*/ 83139 h 371198"/>
                <a:gd name="csX517" fmla="*/ 20467 w 411661"/>
                <a:gd name="csY517" fmla="*/ 82096 h 371198"/>
                <a:gd name="csX518" fmla="*/ 19326 w 411661"/>
                <a:gd name="csY518" fmla="*/ 81343 h 371198"/>
                <a:gd name="csX519" fmla="*/ 18322 w 411661"/>
                <a:gd name="csY519" fmla="*/ 80460 h 371198"/>
                <a:gd name="csX520" fmla="*/ 16564 w 411661"/>
                <a:gd name="csY520" fmla="*/ 73423 h 371198"/>
                <a:gd name="csX521" fmla="*/ 15856 w 411661"/>
                <a:gd name="csY521" fmla="*/ 71528 h 371198"/>
                <a:gd name="csX522" fmla="*/ 15856 w 411661"/>
                <a:gd name="csY522" fmla="*/ 71330 h 371198"/>
                <a:gd name="csX523" fmla="*/ 15887 w 411661"/>
                <a:gd name="csY523" fmla="*/ 70957 h 371198"/>
                <a:gd name="csX524" fmla="*/ 15712 w 411661"/>
                <a:gd name="csY524" fmla="*/ 69337 h 371198"/>
                <a:gd name="csX525" fmla="*/ 16526 w 411661"/>
                <a:gd name="csY525" fmla="*/ 67929 h 371198"/>
                <a:gd name="csX526" fmla="*/ 16472 w 411661"/>
                <a:gd name="csY526" fmla="*/ 67374 h 371198"/>
                <a:gd name="csX527" fmla="*/ 14783 w 411661"/>
                <a:gd name="csY527" fmla="*/ 65593 h 371198"/>
                <a:gd name="csX528" fmla="*/ 12409 w 411661"/>
                <a:gd name="csY528" fmla="*/ 63813 h 371198"/>
                <a:gd name="csX529" fmla="*/ 11770 w 411661"/>
                <a:gd name="csY529" fmla="*/ 63501 h 371198"/>
                <a:gd name="csX530" fmla="*/ 11755 w 411661"/>
                <a:gd name="csY530" fmla="*/ 61599 h 371198"/>
                <a:gd name="csX531" fmla="*/ 11839 w 411661"/>
                <a:gd name="csY531" fmla="*/ 60161 h 371198"/>
                <a:gd name="csX532" fmla="*/ 11626 w 411661"/>
                <a:gd name="csY532" fmla="*/ 58860 h 371198"/>
                <a:gd name="csX533" fmla="*/ 11170 w 411661"/>
                <a:gd name="csY533" fmla="*/ 58114 h 371198"/>
                <a:gd name="csX534" fmla="*/ 11154 w 411661"/>
                <a:gd name="csY534" fmla="*/ 57528 h 371198"/>
                <a:gd name="csX535" fmla="*/ 12105 w 411661"/>
                <a:gd name="csY535" fmla="*/ 56128 h 371198"/>
                <a:gd name="csX536" fmla="*/ 11489 w 411661"/>
                <a:gd name="csY536" fmla="*/ 55208 h 371198"/>
                <a:gd name="csX537" fmla="*/ 7996 w 411661"/>
                <a:gd name="csY537" fmla="*/ 52933 h 371198"/>
                <a:gd name="csX538" fmla="*/ 6688 w 411661"/>
                <a:gd name="csY538" fmla="*/ 51791 h 371198"/>
                <a:gd name="csX539" fmla="*/ 4268 w 411661"/>
                <a:gd name="csY539" fmla="*/ 51563 h 371198"/>
                <a:gd name="csX540" fmla="*/ 4017 w 411661"/>
                <a:gd name="csY540" fmla="*/ 50810 h 371198"/>
                <a:gd name="csX541" fmla="*/ 4398 w 411661"/>
                <a:gd name="csY541" fmla="*/ 49220 h 371198"/>
                <a:gd name="csX542" fmla="*/ 5227 w 411661"/>
                <a:gd name="csY542" fmla="*/ 47287 h 371198"/>
                <a:gd name="csX543" fmla="*/ 6536 w 411661"/>
                <a:gd name="csY543" fmla="*/ 45385 h 371198"/>
                <a:gd name="csX544" fmla="*/ 6954 w 411661"/>
                <a:gd name="csY544" fmla="*/ 44381 h 371198"/>
                <a:gd name="csX545" fmla="*/ 7464 w 411661"/>
                <a:gd name="csY545" fmla="*/ 42669 h 371198"/>
                <a:gd name="csX546" fmla="*/ 7639 w 411661"/>
                <a:gd name="csY546" fmla="*/ 41451 h 371198"/>
                <a:gd name="csX547" fmla="*/ 9108 w 411661"/>
                <a:gd name="csY547" fmla="*/ 39739 h 371198"/>
                <a:gd name="csX548" fmla="*/ 9115 w 411661"/>
                <a:gd name="csY548" fmla="*/ 39291 h 371198"/>
                <a:gd name="csX549" fmla="*/ 8704 w 411661"/>
                <a:gd name="csY549" fmla="*/ 38674 h 371198"/>
                <a:gd name="csX550" fmla="*/ 7532 w 411661"/>
                <a:gd name="csY550" fmla="*/ 38332 h 371198"/>
                <a:gd name="csX551" fmla="*/ 6330 w 411661"/>
                <a:gd name="csY551" fmla="*/ 38187 h 371198"/>
                <a:gd name="csX552" fmla="*/ 5882 w 411661"/>
                <a:gd name="csY552" fmla="*/ 37875 h 371198"/>
                <a:gd name="csX553" fmla="*/ 5722 w 411661"/>
                <a:gd name="csY553" fmla="*/ 36955 h 371198"/>
                <a:gd name="csX554" fmla="*/ 5874 w 411661"/>
                <a:gd name="csY554" fmla="*/ 33211 h 371198"/>
                <a:gd name="csX555" fmla="*/ 5493 w 411661"/>
                <a:gd name="csY555" fmla="*/ 30959 h 371198"/>
                <a:gd name="csX556" fmla="*/ 4999 w 411661"/>
                <a:gd name="csY556" fmla="*/ 29323 h 371198"/>
                <a:gd name="csX557" fmla="*/ 5311 w 411661"/>
                <a:gd name="csY557" fmla="*/ 25633 h 371198"/>
                <a:gd name="csX558" fmla="*/ 4474 w 411661"/>
                <a:gd name="csY558" fmla="*/ 24888 h 371198"/>
                <a:gd name="csX559" fmla="*/ 3157 w 411661"/>
                <a:gd name="csY559" fmla="*/ 22947 h 371198"/>
                <a:gd name="csX560" fmla="*/ 2595 w 411661"/>
                <a:gd name="csY560" fmla="*/ 21304 h 371198"/>
                <a:gd name="csX561" fmla="*/ 2899 w 411661"/>
                <a:gd name="csY561" fmla="*/ 20688 h 371198"/>
                <a:gd name="csX562" fmla="*/ 3180 w 411661"/>
                <a:gd name="csY562" fmla="*/ 19607 h 371198"/>
                <a:gd name="csX563" fmla="*/ 3363 w 411661"/>
                <a:gd name="csY563" fmla="*/ 18184 h 371198"/>
                <a:gd name="csX564" fmla="*/ 3310 w 411661"/>
                <a:gd name="csY564" fmla="*/ 17180 h 371198"/>
                <a:gd name="csX565" fmla="*/ 2100 w 411661"/>
                <a:gd name="csY565" fmla="*/ 16199 h 371198"/>
                <a:gd name="csX566" fmla="*/ 1202 w 411661"/>
                <a:gd name="csY566" fmla="*/ 15164 h 371198"/>
                <a:gd name="csX567" fmla="*/ 1095 w 411661"/>
                <a:gd name="csY567" fmla="*/ 14022 h 371198"/>
                <a:gd name="csX568" fmla="*/ 738 w 411661"/>
                <a:gd name="csY568" fmla="*/ 12623 h 371198"/>
                <a:gd name="csX569" fmla="*/ 228 w 411661"/>
                <a:gd name="csY569" fmla="*/ 11512 h 371198"/>
                <a:gd name="csX570" fmla="*/ 0 w 411661"/>
                <a:gd name="csY570" fmla="*/ 10789 h 371198"/>
                <a:gd name="csX571" fmla="*/ 441 w 411661"/>
                <a:gd name="csY571" fmla="*/ 10363 h 371198"/>
                <a:gd name="csX572" fmla="*/ 2153 w 411661"/>
                <a:gd name="csY572" fmla="*/ 10028 h 371198"/>
                <a:gd name="csX573" fmla="*/ 4641 w 411661"/>
                <a:gd name="csY573" fmla="*/ 10264 h 371198"/>
                <a:gd name="csX574" fmla="*/ 6673 w 411661"/>
                <a:gd name="csY574" fmla="*/ 10279 h 371198"/>
                <a:gd name="csX575" fmla="*/ 7822 w 411661"/>
                <a:gd name="csY575" fmla="*/ 9564 h 371198"/>
                <a:gd name="csX576" fmla="*/ 9244 w 411661"/>
                <a:gd name="csY576" fmla="*/ 2815 h 371198"/>
                <a:gd name="csX577" fmla="*/ 10545 w 411661"/>
                <a:gd name="csY577" fmla="*/ 1035 h 371198"/>
                <a:gd name="csX578" fmla="*/ 12052 w 411661"/>
                <a:gd name="csY578" fmla="*/ 0 h 371198"/>
                <a:gd name="csX579" fmla="*/ 14997 w 411661"/>
                <a:gd name="csY579" fmla="*/ 2404 h 371198"/>
                <a:gd name="csX580" fmla="*/ 16214 w 411661"/>
                <a:gd name="csY580" fmla="*/ 3249 h 371198"/>
                <a:gd name="csX581" fmla="*/ 16868 w 411661"/>
                <a:gd name="csY581" fmla="*/ 3325 h 371198"/>
                <a:gd name="csX582" fmla="*/ 259673 w 411661"/>
                <a:gd name="csY582" fmla="*/ 328218 h 371198"/>
                <a:gd name="csX583" fmla="*/ 257679 w 411661"/>
                <a:gd name="csY583" fmla="*/ 331071 h 371198"/>
                <a:gd name="csX584" fmla="*/ 254674 w 411661"/>
                <a:gd name="csY584" fmla="*/ 333453 h 371198"/>
                <a:gd name="csX585" fmla="*/ 253396 w 411661"/>
                <a:gd name="csY585" fmla="*/ 332715 h 371198"/>
                <a:gd name="csX586" fmla="*/ 252399 w 411661"/>
                <a:gd name="csY586" fmla="*/ 332745 h 371198"/>
                <a:gd name="csX587" fmla="*/ 250253 w 411661"/>
                <a:gd name="csY587" fmla="*/ 333658 h 371198"/>
                <a:gd name="csX588" fmla="*/ 248709 w 411661"/>
                <a:gd name="csY588" fmla="*/ 333818 h 371198"/>
                <a:gd name="csX589" fmla="*/ 245901 w 411661"/>
                <a:gd name="csY589" fmla="*/ 335438 h 371198"/>
                <a:gd name="csX590" fmla="*/ 243345 w 411661"/>
                <a:gd name="csY590" fmla="*/ 336253 h 371198"/>
                <a:gd name="csX591" fmla="*/ 241572 w 411661"/>
                <a:gd name="csY591" fmla="*/ 336192 h 371198"/>
                <a:gd name="csX592" fmla="*/ 240956 w 411661"/>
                <a:gd name="csY592" fmla="*/ 336024 h 371198"/>
                <a:gd name="csX593" fmla="*/ 240606 w 411661"/>
                <a:gd name="csY593" fmla="*/ 334921 h 371198"/>
                <a:gd name="csX594" fmla="*/ 240636 w 411661"/>
                <a:gd name="csY594" fmla="*/ 334480 h 371198"/>
                <a:gd name="csX595" fmla="*/ 241716 w 411661"/>
                <a:gd name="csY595" fmla="*/ 334708 h 371198"/>
                <a:gd name="csX596" fmla="*/ 245665 w 411661"/>
                <a:gd name="csY596" fmla="*/ 333232 h 371198"/>
                <a:gd name="csX597" fmla="*/ 250588 w 411661"/>
                <a:gd name="csY597" fmla="*/ 330813 h 371198"/>
                <a:gd name="csX598" fmla="*/ 251060 w 411661"/>
                <a:gd name="csY598" fmla="*/ 329732 h 371198"/>
                <a:gd name="csX599" fmla="*/ 250269 w 411661"/>
                <a:gd name="csY599" fmla="*/ 327974 h 371198"/>
                <a:gd name="csX600" fmla="*/ 250482 w 411661"/>
                <a:gd name="csY600" fmla="*/ 327579 h 371198"/>
                <a:gd name="csX601" fmla="*/ 253677 w 411661"/>
                <a:gd name="csY601" fmla="*/ 328477 h 371198"/>
                <a:gd name="csX602" fmla="*/ 257246 w 411661"/>
                <a:gd name="csY602" fmla="*/ 326727 h 371198"/>
                <a:gd name="csX603" fmla="*/ 260228 w 411661"/>
                <a:gd name="csY603" fmla="*/ 326247 h 371198"/>
                <a:gd name="csX604" fmla="*/ 261628 w 411661"/>
                <a:gd name="csY604" fmla="*/ 327465 h 371198"/>
                <a:gd name="csX605" fmla="*/ 259673 w 411661"/>
                <a:gd name="csY605" fmla="*/ 328218 h 371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Lst>
              <a:rect l="l" t="t" r="r" b="b"/>
              <a:pathLst>
                <a:path w="411661" h="371198">
                  <a:moveTo>
                    <a:pt x="16868" y="3325"/>
                  </a:moveTo>
                  <a:lnTo>
                    <a:pt x="17317" y="3918"/>
                  </a:lnTo>
                  <a:lnTo>
                    <a:pt x="20779" y="9587"/>
                  </a:lnTo>
                  <a:lnTo>
                    <a:pt x="22300" y="11253"/>
                  </a:lnTo>
                  <a:lnTo>
                    <a:pt x="23191" y="12668"/>
                  </a:lnTo>
                  <a:lnTo>
                    <a:pt x="23792" y="14243"/>
                  </a:lnTo>
                  <a:lnTo>
                    <a:pt x="24850" y="15308"/>
                  </a:lnTo>
                  <a:lnTo>
                    <a:pt x="26250" y="15887"/>
                  </a:lnTo>
                  <a:lnTo>
                    <a:pt x="27946" y="17408"/>
                  </a:lnTo>
                  <a:lnTo>
                    <a:pt x="29095" y="18595"/>
                  </a:lnTo>
                  <a:lnTo>
                    <a:pt x="31020" y="21053"/>
                  </a:lnTo>
                  <a:lnTo>
                    <a:pt x="33059" y="21966"/>
                  </a:lnTo>
                  <a:lnTo>
                    <a:pt x="40462" y="23739"/>
                  </a:lnTo>
                  <a:lnTo>
                    <a:pt x="44579" y="24560"/>
                  </a:lnTo>
                  <a:lnTo>
                    <a:pt x="45766" y="24796"/>
                  </a:lnTo>
                  <a:lnTo>
                    <a:pt x="48916" y="23609"/>
                  </a:lnTo>
                  <a:lnTo>
                    <a:pt x="52606" y="23769"/>
                  </a:lnTo>
                  <a:lnTo>
                    <a:pt x="53975" y="23830"/>
                  </a:lnTo>
                  <a:lnTo>
                    <a:pt x="58852" y="18824"/>
                  </a:lnTo>
                  <a:lnTo>
                    <a:pt x="60336" y="17150"/>
                  </a:lnTo>
                  <a:lnTo>
                    <a:pt x="63243" y="16282"/>
                  </a:lnTo>
                  <a:lnTo>
                    <a:pt x="64878" y="14281"/>
                  </a:lnTo>
                  <a:lnTo>
                    <a:pt x="67503" y="11862"/>
                  </a:lnTo>
                  <a:lnTo>
                    <a:pt x="70706" y="9579"/>
                  </a:lnTo>
                  <a:lnTo>
                    <a:pt x="73651" y="7525"/>
                  </a:lnTo>
                  <a:lnTo>
                    <a:pt x="75903" y="6285"/>
                  </a:lnTo>
                  <a:lnTo>
                    <a:pt x="79981" y="3378"/>
                  </a:lnTo>
                  <a:lnTo>
                    <a:pt x="82530" y="2374"/>
                  </a:lnTo>
                  <a:lnTo>
                    <a:pt x="84744" y="2404"/>
                  </a:lnTo>
                  <a:lnTo>
                    <a:pt x="88061" y="5813"/>
                  </a:lnTo>
                  <a:lnTo>
                    <a:pt x="90854" y="8910"/>
                  </a:lnTo>
                  <a:lnTo>
                    <a:pt x="91714" y="10264"/>
                  </a:lnTo>
                  <a:lnTo>
                    <a:pt x="90329" y="11481"/>
                  </a:lnTo>
                  <a:lnTo>
                    <a:pt x="87742" y="12653"/>
                  </a:lnTo>
                  <a:lnTo>
                    <a:pt x="87247" y="13513"/>
                  </a:lnTo>
                  <a:lnTo>
                    <a:pt x="87072" y="14616"/>
                  </a:lnTo>
                  <a:lnTo>
                    <a:pt x="87171" y="15666"/>
                  </a:lnTo>
                  <a:lnTo>
                    <a:pt x="87521" y="16526"/>
                  </a:lnTo>
                  <a:lnTo>
                    <a:pt x="90694" y="18511"/>
                  </a:lnTo>
                  <a:lnTo>
                    <a:pt x="91052" y="19607"/>
                  </a:lnTo>
                  <a:lnTo>
                    <a:pt x="91074" y="20718"/>
                  </a:lnTo>
                  <a:lnTo>
                    <a:pt x="90717" y="21410"/>
                  </a:lnTo>
                  <a:lnTo>
                    <a:pt x="90009" y="21814"/>
                  </a:lnTo>
                  <a:lnTo>
                    <a:pt x="87803" y="22369"/>
                  </a:lnTo>
                  <a:lnTo>
                    <a:pt x="85908" y="23016"/>
                  </a:lnTo>
                  <a:lnTo>
                    <a:pt x="85254" y="23647"/>
                  </a:lnTo>
                  <a:lnTo>
                    <a:pt x="84683" y="24401"/>
                  </a:lnTo>
                  <a:lnTo>
                    <a:pt x="84767" y="25237"/>
                  </a:lnTo>
                  <a:lnTo>
                    <a:pt x="85338" y="26189"/>
                  </a:lnTo>
                  <a:lnTo>
                    <a:pt x="89210" y="28775"/>
                  </a:lnTo>
                  <a:lnTo>
                    <a:pt x="89652" y="29727"/>
                  </a:lnTo>
                  <a:lnTo>
                    <a:pt x="90420" y="31005"/>
                  </a:lnTo>
                  <a:lnTo>
                    <a:pt x="91371" y="31788"/>
                  </a:lnTo>
                  <a:lnTo>
                    <a:pt x="92984" y="32002"/>
                  </a:lnTo>
                  <a:lnTo>
                    <a:pt x="93760" y="32527"/>
                  </a:lnTo>
                  <a:lnTo>
                    <a:pt x="97504" y="37290"/>
                  </a:lnTo>
                  <a:lnTo>
                    <a:pt x="98417" y="37624"/>
                  </a:lnTo>
                  <a:lnTo>
                    <a:pt x="102792" y="36574"/>
                  </a:lnTo>
                  <a:lnTo>
                    <a:pt x="103400" y="36620"/>
                  </a:lnTo>
                  <a:lnTo>
                    <a:pt x="103438" y="37784"/>
                  </a:lnTo>
                  <a:lnTo>
                    <a:pt x="104093" y="44525"/>
                  </a:lnTo>
                  <a:lnTo>
                    <a:pt x="104595" y="48002"/>
                  </a:lnTo>
                  <a:lnTo>
                    <a:pt x="105348" y="51373"/>
                  </a:lnTo>
                  <a:lnTo>
                    <a:pt x="106527" y="54447"/>
                  </a:lnTo>
                  <a:lnTo>
                    <a:pt x="107928" y="57361"/>
                  </a:lnTo>
                  <a:lnTo>
                    <a:pt x="109860" y="59156"/>
                  </a:lnTo>
                  <a:lnTo>
                    <a:pt x="114151" y="61317"/>
                  </a:lnTo>
                  <a:lnTo>
                    <a:pt x="116236" y="61941"/>
                  </a:lnTo>
                  <a:lnTo>
                    <a:pt x="121722" y="62375"/>
                  </a:lnTo>
                  <a:lnTo>
                    <a:pt x="127139" y="63326"/>
                  </a:lnTo>
                  <a:lnTo>
                    <a:pt x="130335" y="64338"/>
                  </a:lnTo>
                  <a:lnTo>
                    <a:pt x="131316" y="65053"/>
                  </a:lnTo>
                  <a:lnTo>
                    <a:pt x="132123" y="66149"/>
                  </a:lnTo>
                  <a:lnTo>
                    <a:pt x="134771" y="71231"/>
                  </a:lnTo>
                  <a:lnTo>
                    <a:pt x="138940" y="74845"/>
                  </a:lnTo>
                  <a:lnTo>
                    <a:pt x="147355" y="80255"/>
                  </a:lnTo>
                  <a:lnTo>
                    <a:pt x="151433" y="82051"/>
                  </a:lnTo>
                  <a:lnTo>
                    <a:pt x="165174" y="85444"/>
                  </a:lnTo>
                  <a:lnTo>
                    <a:pt x="174320" y="85254"/>
                  </a:lnTo>
                  <a:lnTo>
                    <a:pt x="199595" y="78703"/>
                  </a:lnTo>
                  <a:lnTo>
                    <a:pt x="207995" y="77067"/>
                  </a:lnTo>
                  <a:lnTo>
                    <a:pt x="211153" y="77067"/>
                  </a:lnTo>
                  <a:lnTo>
                    <a:pt x="209274" y="78368"/>
                  </a:lnTo>
                  <a:lnTo>
                    <a:pt x="206116" y="79114"/>
                  </a:lnTo>
                  <a:lnTo>
                    <a:pt x="208018" y="80034"/>
                  </a:lnTo>
                  <a:lnTo>
                    <a:pt x="210963" y="80187"/>
                  </a:lnTo>
                  <a:lnTo>
                    <a:pt x="212325" y="80034"/>
                  </a:lnTo>
                  <a:lnTo>
                    <a:pt x="213314" y="79205"/>
                  </a:lnTo>
                  <a:lnTo>
                    <a:pt x="213474" y="77828"/>
                  </a:lnTo>
                  <a:lnTo>
                    <a:pt x="213329" y="76466"/>
                  </a:lnTo>
                  <a:lnTo>
                    <a:pt x="211937" y="70356"/>
                  </a:lnTo>
                  <a:lnTo>
                    <a:pt x="211130" y="66035"/>
                  </a:lnTo>
                  <a:lnTo>
                    <a:pt x="217057" y="66331"/>
                  </a:lnTo>
                  <a:lnTo>
                    <a:pt x="219363" y="65768"/>
                  </a:lnTo>
                  <a:lnTo>
                    <a:pt x="222756" y="64323"/>
                  </a:lnTo>
                  <a:lnTo>
                    <a:pt x="225328" y="63448"/>
                  </a:lnTo>
                  <a:lnTo>
                    <a:pt x="226621" y="63326"/>
                  </a:lnTo>
                  <a:lnTo>
                    <a:pt x="227899" y="62649"/>
                  </a:lnTo>
                  <a:lnTo>
                    <a:pt x="228881" y="61797"/>
                  </a:lnTo>
                  <a:lnTo>
                    <a:pt x="231088" y="55870"/>
                  </a:lnTo>
                  <a:lnTo>
                    <a:pt x="232190" y="54378"/>
                  </a:lnTo>
                  <a:lnTo>
                    <a:pt x="235934" y="51031"/>
                  </a:lnTo>
                  <a:lnTo>
                    <a:pt x="239114" y="48908"/>
                  </a:lnTo>
                  <a:lnTo>
                    <a:pt x="242447" y="47021"/>
                  </a:lnTo>
                  <a:lnTo>
                    <a:pt x="246670" y="45705"/>
                  </a:lnTo>
                  <a:lnTo>
                    <a:pt x="252277" y="45842"/>
                  </a:lnTo>
                  <a:lnTo>
                    <a:pt x="256744" y="46306"/>
                  </a:lnTo>
                  <a:lnTo>
                    <a:pt x="259330" y="46283"/>
                  </a:lnTo>
                  <a:lnTo>
                    <a:pt x="260555" y="46420"/>
                  </a:lnTo>
                  <a:lnTo>
                    <a:pt x="261476" y="46230"/>
                  </a:lnTo>
                  <a:lnTo>
                    <a:pt x="262008" y="45842"/>
                  </a:lnTo>
                  <a:lnTo>
                    <a:pt x="262587" y="43239"/>
                  </a:lnTo>
                  <a:lnTo>
                    <a:pt x="263500" y="42387"/>
                  </a:lnTo>
                  <a:lnTo>
                    <a:pt x="265075" y="41657"/>
                  </a:lnTo>
                  <a:lnTo>
                    <a:pt x="267281" y="41657"/>
                  </a:lnTo>
                  <a:lnTo>
                    <a:pt x="269975" y="41467"/>
                  </a:lnTo>
                  <a:lnTo>
                    <a:pt x="272212" y="41642"/>
                  </a:lnTo>
                  <a:lnTo>
                    <a:pt x="275027" y="42638"/>
                  </a:lnTo>
                  <a:lnTo>
                    <a:pt x="278702" y="42722"/>
                  </a:lnTo>
                  <a:lnTo>
                    <a:pt x="281152" y="42547"/>
                  </a:lnTo>
                  <a:lnTo>
                    <a:pt x="282574" y="43544"/>
                  </a:lnTo>
                  <a:lnTo>
                    <a:pt x="283602" y="44875"/>
                  </a:lnTo>
                  <a:lnTo>
                    <a:pt x="284096" y="45986"/>
                  </a:lnTo>
                  <a:lnTo>
                    <a:pt x="284211" y="47508"/>
                  </a:lnTo>
                  <a:lnTo>
                    <a:pt x="284188" y="48664"/>
                  </a:lnTo>
                  <a:lnTo>
                    <a:pt x="284576" y="49113"/>
                  </a:lnTo>
                  <a:lnTo>
                    <a:pt x="286067" y="49806"/>
                  </a:lnTo>
                  <a:lnTo>
                    <a:pt x="288144" y="50323"/>
                  </a:lnTo>
                  <a:lnTo>
                    <a:pt x="292184" y="50947"/>
                  </a:lnTo>
                  <a:lnTo>
                    <a:pt x="295981" y="52149"/>
                  </a:lnTo>
                  <a:lnTo>
                    <a:pt x="297951" y="52963"/>
                  </a:lnTo>
                  <a:lnTo>
                    <a:pt x="300691" y="54234"/>
                  </a:lnTo>
                  <a:lnTo>
                    <a:pt x="303955" y="57391"/>
                  </a:lnTo>
                  <a:lnTo>
                    <a:pt x="305164" y="57886"/>
                  </a:lnTo>
                  <a:lnTo>
                    <a:pt x="306625" y="58205"/>
                  </a:lnTo>
                  <a:lnTo>
                    <a:pt x="307668" y="58122"/>
                  </a:lnTo>
                  <a:lnTo>
                    <a:pt x="310117" y="56790"/>
                  </a:lnTo>
                  <a:lnTo>
                    <a:pt x="312248" y="57772"/>
                  </a:lnTo>
                  <a:lnTo>
                    <a:pt x="313328" y="57642"/>
                  </a:lnTo>
                  <a:lnTo>
                    <a:pt x="315778" y="56912"/>
                  </a:lnTo>
                  <a:lnTo>
                    <a:pt x="318380" y="57825"/>
                  </a:lnTo>
                  <a:lnTo>
                    <a:pt x="324863" y="61279"/>
                  </a:lnTo>
                  <a:lnTo>
                    <a:pt x="325578" y="61203"/>
                  </a:lnTo>
                  <a:lnTo>
                    <a:pt x="326164" y="61553"/>
                  </a:lnTo>
                  <a:lnTo>
                    <a:pt x="326704" y="62345"/>
                  </a:lnTo>
                  <a:lnTo>
                    <a:pt x="327085" y="63318"/>
                  </a:lnTo>
                  <a:lnTo>
                    <a:pt x="327564" y="66286"/>
                  </a:lnTo>
                  <a:lnTo>
                    <a:pt x="329436" y="68454"/>
                  </a:lnTo>
                  <a:lnTo>
                    <a:pt x="331726" y="70425"/>
                  </a:lnTo>
                  <a:lnTo>
                    <a:pt x="334397" y="71505"/>
                  </a:lnTo>
                  <a:lnTo>
                    <a:pt x="339974" y="74085"/>
                  </a:lnTo>
                  <a:lnTo>
                    <a:pt x="342408" y="76177"/>
                  </a:lnTo>
                  <a:lnTo>
                    <a:pt x="344873" y="79722"/>
                  </a:lnTo>
                  <a:lnTo>
                    <a:pt x="347917" y="84387"/>
                  </a:lnTo>
                  <a:lnTo>
                    <a:pt x="348358" y="84813"/>
                  </a:lnTo>
                  <a:lnTo>
                    <a:pt x="356180" y="84668"/>
                  </a:lnTo>
                  <a:lnTo>
                    <a:pt x="364975" y="84676"/>
                  </a:lnTo>
                  <a:lnTo>
                    <a:pt x="366048" y="86540"/>
                  </a:lnTo>
                  <a:lnTo>
                    <a:pt x="365850" y="90230"/>
                  </a:lnTo>
                  <a:lnTo>
                    <a:pt x="366162" y="94011"/>
                  </a:lnTo>
                  <a:lnTo>
                    <a:pt x="366954" y="96621"/>
                  </a:lnTo>
                  <a:lnTo>
                    <a:pt x="366961" y="99025"/>
                  </a:lnTo>
                  <a:lnTo>
                    <a:pt x="366330" y="100243"/>
                  </a:lnTo>
                  <a:lnTo>
                    <a:pt x="365835" y="101635"/>
                  </a:lnTo>
                  <a:lnTo>
                    <a:pt x="365691" y="102244"/>
                  </a:lnTo>
                  <a:lnTo>
                    <a:pt x="366817" y="103111"/>
                  </a:lnTo>
                  <a:lnTo>
                    <a:pt x="367806" y="105105"/>
                  </a:lnTo>
                  <a:lnTo>
                    <a:pt x="367950" y="107882"/>
                  </a:lnTo>
                  <a:lnTo>
                    <a:pt x="367464" y="109350"/>
                  </a:lnTo>
                  <a:lnTo>
                    <a:pt x="367532" y="110567"/>
                  </a:lnTo>
                  <a:lnTo>
                    <a:pt x="368026" y="111602"/>
                  </a:lnTo>
                  <a:lnTo>
                    <a:pt x="368452" y="113329"/>
                  </a:lnTo>
                  <a:lnTo>
                    <a:pt x="368377" y="114372"/>
                  </a:lnTo>
                  <a:lnTo>
                    <a:pt x="367669" y="115407"/>
                  </a:lnTo>
                  <a:lnTo>
                    <a:pt x="367243" y="116700"/>
                  </a:lnTo>
                  <a:lnTo>
                    <a:pt x="366680" y="118336"/>
                  </a:lnTo>
                  <a:lnTo>
                    <a:pt x="366474" y="119629"/>
                  </a:lnTo>
                  <a:lnTo>
                    <a:pt x="365409" y="120230"/>
                  </a:lnTo>
                  <a:lnTo>
                    <a:pt x="364564" y="120664"/>
                  </a:lnTo>
                  <a:lnTo>
                    <a:pt x="364709" y="122300"/>
                  </a:lnTo>
                  <a:lnTo>
                    <a:pt x="365135" y="123677"/>
                  </a:lnTo>
                  <a:lnTo>
                    <a:pt x="365630" y="125305"/>
                  </a:lnTo>
                  <a:lnTo>
                    <a:pt x="365067" y="126424"/>
                  </a:lnTo>
                  <a:lnTo>
                    <a:pt x="364709" y="127710"/>
                  </a:lnTo>
                  <a:lnTo>
                    <a:pt x="363925" y="129772"/>
                  </a:lnTo>
                  <a:lnTo>
                    <a:pt x="364139" y="131483"/>
                  </a:lnTo>
                  <a:lnTo>
                    <a:pt x="363294" y="132937"/>
                  </a:lnTo>
                  <a:lnTo>
                    <a:pt x="362229" y="134223"/>
                  </a:lnTo>
                  <a:lnTo>
                    <a:pt x="361521" y="135250"/>
                  </a:lnTo>
                  <a:lnTo>
                    <a:pt x="361376" y="136703"/>
                  </a:lnTo>
                  <a:lnTo>
                    <a:pt x="360600" y="137213"/>
                  </a:lnTo>
                  <a:lnTo>
                    <a:pt x="359117" y="138407"/>
                  </a:lnTo>
                  <a:lnTo>
                    <a:pt x="358204" y="139259"/>
                  </a:lnTo>
                  <a:lnTo>
                    <a:pt x="356857" y="139518"/>
                  </a:lnTo>
                  <a:lnTo>
                    <a:pt x="356575" y="140203"/>
                  </a:lnTo>
                  <a:lnTo>
                    <a:pt x="356789" y="140880"/>
                  </a:lnTo>
                  <a:lnTo>
                    <a:pt x="357351" y="141306"/>
                  </a:lnTo>
                  <a:lnTo>
                    <a:pt x="358226" y="142782"/>
                  </a:lnTo>
                  <a:lnTo>
                    <a:pt x="360053" y="145323"/>
                  </a:lnTo>
                  <a:lnTo>
                    <a:pt x="354788" y="145643"/>
                  </a:lnTo>
                  <a:lnTo>
                    <a:pt x="353243" y="147887"/>
                  </a:lnTo>
                  <a:lnTo>
                    <a:pt x="351440" y="151098"/>
                  </a:lnTo>
                  <a:lnTo>
                    <a:pt x="352322" y="157581"/>
                  </a:lnTo>
                  <a:lnTo>
                    <a:pt x="351440" y="160906"/>
                  </a:lnTo>
                  <a:lnTo>
                    <a:pt x="351972" y="162770"/>
                  </a:lnTo>
                  <a:lnTo>
                    <a:pt x="353319" y="164056"/>
                  </a:lnTo>
                  <a:lnTo>
                    <a:pt x="355046" y="164771"/>
                  </a:lnTo>
                  <a:lnTo>
                    <a:pt x="358287" y="164817"/>
                  </a:lnTo>
                  <a:lnTo>
                    <a:pt x="360433" y="165319"/>
                  </a:lnTo>
                  <a:lnTo>
                    <a:pt x="360646" y="166179"/>
                  </a:lnTo>
                  <a:lnTo>
                    <a:pt x="359413" y="167434"/>
                  </a:lnTo>
                  <a:lnTo>
                    <a:pt x="357443" y="169785"/>
                  </a:lnTo>
                  <a:lnTo>
                    <a:pt x="356393" y="170812"/>
                  </a:lnTo>
                  <a:lnTo>
                    <a:pt x="353037" y="175529"/>
                  </a:lnTo>
                  <a:lnTo>
                    <a:pt x="353068" y="177538"/>
                  </a:lnTo>
                  <a:lnTo>
                    <a:pt x="353380" y="179159"/>
                  </a:lnTo>
                  <a:lnTo>
                    <a:pt x="354826" y="184234"/>
                  </a:lnTo>
                  <a:lnTo>
                    <a:pt x="356241" y="189141"/>
                  </a:lnTo>
                  <a:lnTo>
                    <a:pt x="358774" y="197967"/>
                  </a:lnTo>
                  <a:lnTo>
                    <a:pt x="358729" y="200014"/>
                  </a:lnTo>
                  <a:lnTo>
                    <a:pt x="357938" y="204549"/>
                  </a:lnTo>
                  <a:lnTo>
                    <a:pt x="357884" y="207303"/>
                  </a:lnTo>
                  <a:lnTo>
                    <a:pt x="358242" y="210871"/>
                  </a:lnTo>
                  <a:lnTo>
                    <a:pt x="357976" y="212712"/>
                  </a:lnTo>
                  <a:lnTo>
                    <a:pt x="358599" y="216836"/>
                  </a:lnTo>
                  <a:lnTo>
                    <a:pt x="359307" y="217133"/>
                  </a:lnTo>
                  <a:lnTo>
                    <a:pt x="364793" y="217932"/>
                  </a:lnTo>
                  <a:lnTo>
                    <a:pt x="369822" y="218670"/>
                  </a:lnTo>
                  <a:lnTo>
                    <a:pt x="376525" y="219644"/>
                  </a:lnTo>
                  <a:lnTo>
                    <a:pt x="378556" y="222056"/>
                  </a:lnTo>
                  <a:lnTo>
                    <a:pt x="379820" y="227344"/>
                  </a:lnTo>
                  <a:lnTo>
                    <a:pt x="379743" y="231292"/>
                  </a:lnTo>
                  <a:lnTo>
                    <a:pt x="379173" y="233309"/>
                  </a:lnTo>
                  <a:lnTo>
                    <a:pt x="374380" y="239053"/>
                  </a:lnTo>
                  <a:lnTo>
                    <a:pt x="369510" y="244866"/>
                  </a:lnTo>
                  <a:lnTo>
                    <a:pt x="364648" y="250656"/>
                  </a:lnTo>
                  <a:lnTo>
                    <a:pt x="359611" y="256644"/>
                  </a:lnTo>
                  <a:lnTo>
                    <a:pt x="359086" y="257276"/>
                  </a:lnTo>
                  <a:lnTo>
                    <a:pt x="363157" y="262054"/>
                  </a:lnTo>
                  <a:lnTo>
                    <a:pt x="365675" y="265006"/>
                  </a:lnTo>
                  <a:lnTo>
                    <a:pt x="369229" y="269153"/>
                  </a:lnTo>
                  <a:lnTo>
                    <a:pt x="369677" y="270149"/>
                  </a:lnTo>
                  <a:lnTo>
                    <a:pt x="369647" y="271778"/>
                  </a:lnTo>
                  <a:lnTo>
                    <a:pt x="373292" y="278078"/>
                  </a:lnTo>
                  <a:lnTo>
                    <a:pt x="374578" y="281357"/>
                  </a:lnTo>
                  <a:lnTo>
                    <a:pt x="375734" y="283282"/>
                  </a:lnTo>
                  <a:lnTo>
                    <a:pt x="378617" y="286287"/>
                  </a:lnTo>
                  <a:lnTo>
                    <a:pt x="381433" y="289216"/>
                  </a:lnTo>
                  <a:lnTo>
                    <a:pt x="384484" y="290556"/>
                  </a:lnTo>
                  <a:lnTo>
                    <a:pt x="386569" y="290852"/>
                  </a:lnTo>
                  <a:lnTo>
                    <a:pt x="391316" y="292397"/>
                  </a:lnTo>
                  <a:lnTo>
                    <a:pt x="393051" y="293629"/>
                  </a:lnTo>
                  <a:lnTo>
                    <a:pt x="395835" y="296734"/>
                  </a:lnTo>
                  <a:lnTo>
                    <a:pt x="399108" y="296308"/>
                  </a:lnTo>
                  <a:lnTo>
                    <a:pt x="399785" y="296308"/>
                  </a:lnTo>
                  <a:lnTo>
                    <a:pt x="399967" y="296528"/>
                  </a:lnTo>
                  <a:lnTo>
                    <a:pt x="400066" y="297525"/>
                  </a:lnTo>
                  <a:lnTo>
                    <a:pt x="399587" y="302341"/>
                  </a:lnTo>
                  <a:lnTo>
                    <a:pt x="400492" y="307188"/>
                  </a:lnTo>
                  <a:lnTo>
                    <a:pt x="401124" y="314469"/>
                  </a:lnTo>
                  <a:lnTo>
                    <a:pt x="400888" y="315725"/>
                  </a:lnTo>
                  <a:lnTo>
                    <a:pt x="400104" y="317825"/>
                  </a:lnTo>
                  <a:lnTo>
                    <a:pt x="400066" y="319171"/>
                  </a:lnTo>
                  <a:lnTo>
                    <a:pt x="399861" y="320001"/>
                  </a:lnTo>
                  <a:lnTo>
                    <a:pt x="400074" y="320366"/>
                  </a:lnTo>
                  <a:lnTo>
                    <a:pt x="401116" y="320860"/>
                  </a:lnTo>
                  <a:lnTo>
                    <a:pt x="403338" y="321127"/>
                  </a:lnTo>
                  <a:lnTo>
                    <a:pt x="408702" y="320313"/>
                  </a:lnTo>
                  <a:lnTo>
                    <a:pt x="409326" y="320518"/>
                  </a:lnTo>
                  <a:lnTo>
                    <a:pt x="410611" y="321378"/>
                  </a:lnTo>
                  <a:lnTo>
                    <a:pt x="411578" y="322725"/>
                  </a:lnTo>
                  <a:lnTo>
                    <a:pt x="411661" y="323364"/>
                  </a:lnTo>
                  <a:lnTo>
                    <a:pt x="410307" y="324482"/>
                  </a:lnTo>
                  <a:lnTo>
                    <a:pt x="410087" y="326377"/>
                  </a:lnTo>
                  <a:lnTo>
                    <a:pt x="410490" y="329215"/>
                  </a:lnTo>
                  <a:lnTo>
                    <a:pt x="410307" y="329557"/>
                  </a:lnTo>
                  <a:lnTo>
                    <a:pt x="409120" y="330196"/>
                  </a:lnTo>
                  <a:lnTo>
                    <a:pt x="408732" y="334290"/>
                  </a:lnTo>
                  <a:lnTo>
                    <a:pt x="408519" y="334662"/>
                  </a:lnTo>
                  <a:lnTo>
                    <a:pt x="407135" y="335081"/>
                  </a:lnTo>
                  <a:lnTo>
                    <a:pt x="400591" y="334799"/>
                  </a:lnTo>
                  <a:lnTo>
                    <a:pt x="399846" y="334913"/>
                  </a:lnTo>
                  <a:lnTo>
                    <a:pt x="397388" y="335994"/>
                  </a:lnTo>
                  <a:lnTo>
                    <a:pt x="393173" y="336770"/>
                  </a:lnTo>
                  <a:lnTo>
                    <a:pt x="392016" y="337211"/>
                  </a:lnTo>
                  <a:lnTo>
                    <a:pt x="390464" y="338444"/>
                  </a:lnTo>
                  <a:lnTo>
                    <a:pt x="389346" y="339943"/>
                  </a:lnTo>
                  <a:lnTo>
                    <a:pt x="389132" y="341328"/>
                  </a:lnTo>
                  <a:lnTo>
                    <a:pt x="388912" y="341617"/>
                  </a:lnTo>
                  <a:lnTo>
                    <a:pt x="386500" y="341335"/>
                  </a:lnTo>
                  <a:lnTo>
                    <a:pt x="385709" y="342537"/>
                  </a:lnTo>
                  <a:lnTo>
                    <a:pt x="381029" y="344333"/>
                  </a:lnTo>
                  <a:lnTo>
                    <a:pt x="380451" y="344721"/>
                  </a:lnTo>
                  <a:lnTo>
                    <a:pt x="379759" y="346151"/>
                  </a:lnTo>
                  <a:lnTo>
                    <a:pt x="379135" y="350161"/>
                  </a:lnTo>
                  <a:lnTo>
                    <a:pt x="378572" y="353760"/>
                  </a:lnTo>
                  <a:lnTo>
                    <a:pt x="378214" y="354285"/>
                  </a:lnTo>
                  <a:lnTo>
                    <a:pt x="376738" y="355517"/>
                  </a:lnTo>
                  <a:lnTo>
                    <a:pt x="376593" y="355936"/>
                  </a:lnTo>
                  <a:lnTo>
                    <a:pt x="376791" y="357328"/>
                  </a:lnTo>
                  <a:lnTo>
                    <a:pt x="376122" y="359862"/>
                  </a:lnTo>
                  <a:lnTo>
                    <a:pt x="375597" y="366885"/>
                  </a:lnTo>
                  <a:lnTo>
                    <a:pt x="375011" y="368848"/>
                  </a:lnTo>
                  <a:lnTo>
                    <a:pt x="373847" y="369007"/>
                  </a:lnTo>
                  <a:lnTo>
                    <a:pt x="372934" y="369989"/>
                  </a:lnTo>
                  <a:lnTo>
                    <a:pt x="371260" y="371199"/>
                  </a:lnTo>
                  <a:lnTo>
                    <a:pt x="367646" y="370263"/>
                  </a:lnTo>
                  <a:lnTo>
                    <a:pt x="364778" y="369281"/>
                  </a:lnTo>
                  <a:lnTo>
                    <a:pt x="355282" y="366976"/>
                  </a:lnTo>
                  <a:lnTo>
                    <a:pt x="354240" y="365857"/>
                  </a:lnTo>
                  <a:lnTo>
                    <a:pt x="353646" y="363887"/>
                  </a:lnTo>
                  <a:lnTo>
                    <a:pt x="352003" y="363331"/>
                  </a:lnTo>
                  <a:lnTo>
                    <a:pt x="349644" y="366284"/>
                  </a:lnTo>
                  <a:lnTo>
                    <a:pt x="341624" y="364579"/>
                  </a:lnTo>
                  <a:lnTo>
                    <a:pt x="338901" y="365104"/>
                  </a:lnTo>
                  <a:lnTo>
                    <a:pt x="337219" y="364184"/>
                  </a:lnTo>
                  <a:lnTo>
                    <a:pt x="332898" y="364130"/>
                  </a:lnTo>
                  <a:lnTo>
                    <a:pt x="329489" y="362289"/>
                  </a:lnTo>
                  <a:lnTo>
                    <a:pt x="324597" y="363552"/>
                  </a:lnTo>
                  <a:lnTo>
                    <a:pt x="320732" y="363796"/>
                  </a:lnTo>
                  <a:lnTo>
                    <a:pt x="315428" y="360569"/>
                  </a:lnTo>
                  <a:lnTo>
                    <a:pt x="309730" y="359679"/>
                  </a:lnTo>
                  <a:lnTo>
                    <a:pt x="305103" y="359953"/>
                  </a:lnTo>
                  <a:lnTo>
                    <a:pt x="302722" y="359702"/>
                  </a:lnTo>
                  <a:lnTo>
                    <a:pt x="298864" y="358546"/>
                  </a:lnTo>
                  <a:lnTo>
                    <a:pt x="297038" y="357351"/>
                  </a:lnTo>
                  <a:lnTo>
                    <a:pt x="294033" y="358264"/>
                  </a:lnTo>
                  <a:lnTo>
                    <a:pt x="292679" y="356567"/>
                  </a:lnTo>
                  <a:lnTo>
                    <a:pt x="284180" y="354992"/>
                  </a:lnTo>
                  <a:lnTo>
                    <a:pt x="282605" y="351987"/>
                  </a:lnTo>
                  <a:lnTo>
                    <a:pt x="281426" y="349195"/>
                  </a:lnTo>
                  <a:lnTo>
                    <a:pt x="281335" y="346319"/>
                  </a:lnTo>
                  <a:lnTo>
                    <a:pt x="279265" y="341282"/>
                  </a:lnTo>
                  <a:lnTo>
                    <a:pt x="278572" y="333955"/>
                  </a:lnTo>
                  <a:lnTo>
                    <a:pt x="277804" y="331086"/>
                  </a:lnTo>
                  <a:lnTo>
                    <a:pt x="276655" y="328591"/>
                  </a:lnTo>
                  <a:lnTo>
                    <a:pt x="275126" y="326468"/>
                  </a:lnTo>
                  <a:lnTo>
                    <a:pt x="273048" y="324193"/>
                  </a:lnTo>
                  <a:lnTo>
                    <a:pt x="271238" y="323288"/>
                  </a:lnTo>
                  <a:lnTo>
                    <a:pt x="263294" y="321553"/>
                  </a:lnTo>
                  <a:lnTo>
                    <a:pt x="261765" y="321781"/>
                  </a:lnTo>
                  <a:lnTo>
                    <a:pt x="258212" y="322915"/>
                  </a:lnTo>
                  <a:lnTo>
                    <a:pt x="254431" y="325433"/>
                  </a:lnTo>
                  <a:lnTo>
                    <a:pt x="248222" y="326864"/>
                  </a:lnTo>
                  <a:lnTo>
                    <a:pt x="246974" y="327944"/>
                  </a:lnTo>
                  <a:lnTo>
                    <a:pt x="245414" y="330379"/>
                  </a:lnTo>
                  <a:lnTo>
                    <a:pt x="243391" y="331794"/>
                  </a:lnTo>
                  <a:lnTo>
                    <a:pt x="240621" y="331429"/>
                  </a:lnTo>
                  <a:lnTo>
                    <a:pt x="237638" y="332867"/>
                  </a:lnTo>
                  <a:lnTo>
                    <a:pt x="232107" y="336877"/>
                  </a:lnTo>
                  <a:lnTo>
                    <a:pt x="229193" y="338101"/>
                  </a:lnTo>
                  <a:lnTo>
                    <a:pt x="226751" y="338010"/>
                  </a:lnTo>
                  <a:lnTo>
                    <a:pt x="224125" y="336108"/>
                  </a:lnTo>
                  <a:lnTo>
                    <a:pt x="218259" y="333552"/>
                  </a:lnTo>
                  <a:lnTo>
                    <a:pt x="214463" y="332699"/>
                  </a:lnTo>
                  <a:lnTo>
                    <a:pt x="209198" y="333285"/>
                  </a:lnTo>
                  <a:lnTo>
                    <a:pt x="206702" y="332859"/>
                  </a:lnTo>
                  <a:lnTo>
                    <a:pt x="202464" y="329854"/>
                  </a:lnTo>
                  <a:lnTo>
                    <a:pt x="201353" y="327670"/>
                  </a:lnTo>
                  <a:lnTo>
                    <a:pt x="198934" y="326209"/>
                  </a:lnTo>
                  <a:lnTo>
                    <a:pt x="191264" y="322930"/>
                  </a:lnTo>
                  <a:lnTo>
                    <a:pt x="185056" y="318593"/>
                  </a:lnTo>
                  <a:lnTo>
                    <a:pt x="183914" y="316950"/>
                  </a:lnTo>
                  <a:lnTo>
                    <a:pt x="183154" y="314522"/>
                  </a:lnTo>
                  <a:lnTo>
                    <a:pt x="180452" y="311570"/>
                  </a:lnTo>
                  <a:lnTo>
                    <a:pt x="174388" y="309159"/>
                  </a:lnTo>
                  <a:lnTo>
                    <a:pt x="170949" y="306587"/>
                  </a:lnTo>
                  <a:lnTo>
                    <a:pt x="166917" y="306009"/>
                  </a:lnTo>
                  <a:lnTo>
                    <a:pt x="163166" y="306092"/>
                  </a:lnTo>
                  <a:lnTo>
                    <a:pt x="161514" y="305628"/>
                  </a:lnTo>
                  <a:lnTo>
                    <a:pt x="160016" y="304525"/>
                  </a:lnTo>
                  <a:lnTo>
                    <a:pt x="154895" y="299199"/>
                  </a:lnTo>
                  <a:lnTo>
                    <a:pt x="154834" y="297091"/>
                  </a:lnTo>
                  <a:lnTo>
                    <a:pt x="151677" y="291872"/>
                  </a:lnTo>
                  <a:lnTo>
                    <a:pt x="150939" y="290008"/>
                  </a:lnTo>
                  <a:lnTo>
                    <a:pt x="150261" y="284826"/>
                  </a:lnTo>
                  <a:lnTo>
                    <a:pt x="149386" y="283472"/>
                  </a:lnTo>
                  <a:lnTo>
                    <a:pt x="146092" y="281334"/>
                  </a:lnTo>
                  <a:lnTo>
                    <a:pt x="145582" y="279934"/>
                  </a:lnTo>
                  <a:lnTo>
                    <a:pt x="146282" y="278070"/>
                  </a:lnTo>
                  <a:lnTo>
                    <a:pt x="146282" y="276655"/>
                  </a:lnTo>
                  <a:lnTo>
                    <a:pt x="144570" y="275323"/>
                  </a:lnTo>
                  <a:lnTo>
                    <a:pt x="141998" y="274616"/>
                  </a:lnTo>
                  <a:lnTo>
                    <a:pt x="141375" y="273018"/>
                  </a:lnTo>
                  <a:lnTo>
                    <a:pt x="141847" y="269906"/>
                  </a:lnTo>
                  <a:lnTo>
                    <a:pt x="141458" y="267950"/>
                  </a:lnTo>
                  <a:lnTo>
                    <a:pt x="139191" y="264824"/>
                  </a:lnTo>
                  <a:lnTo>
                    <a:pt x="135843" y="261620"/>
                  </a:lnTo>
                  <a:lnTo>
                    <a:pt x="132503" y="256872"/>
                  </a:lnTo>
                  <a:lnTo>
                    <a:pt x="131194" y="255685"/>
                  </a:lnTo>
                  <a:lnTo>
                    <a:pt x="130342" y="252574"/>
                  </a:lnTo>
                  <a:lnTo>
                    <a:pt x="129117" y="248876"/>
                  </a:lnTo>
                  <a:lnTo>
                    <a:pt x="127230" y="248610"/>
                  </a:lnTo>
                  <a:lnTo>
                    <a:pt x="118085" y="253045"/>
                  </a:lnTo>
                  <a:lnTo>
                    <a:pt x="115414" y="250550"/>
                  </a:lnTo>
                  <a:lnTo>
                    <a:pt x="107395" y="246213"/>
                  </a:lnTo>
                  <a:lnTo>
                    <a:pt x="106839" y="245559"/>
                  </a:lnTo>
                  <a:lnTo>
                    <a:pt x="106277" y="244562"/>
                  </a:lnTo>
                  <a:lnTo>
                    <a:pt x="107289" y="243984"/>
                  </a:lnTo>
                  <a:lnTo>
                    <a:pt x="108293" y="243748"/>
                  </a:lnTo>
                  <a:lnTo>
                    <a:pt x="110309" y="244524"/>
                  </a:lnTo>
                  <a:lnTo>
                    <a:pt x="111519" y="243611"/>
                  </a:lnTo>
                  <a:lnTo>
                    <a:pt x="111039" y="242135"/>
                  </a:lnTo>
                  <a:lnTo>
                    <a:pt x="109023" y="241222"/>
                  </a:lnTo>
                  <a:lnTo>
                    <a:pt x="106284" y="241290"/>
                  </a:lnTo>
                  <a:lnTo>
                    <a:pt x="107037" y="242675"/>
                  </a:lnTo>
                  <a:lnTo>
                    <a:pt x="104473" y="243984"/>
                  </a:lnTo>
                  <a:lnTo>
                    <a:pt x="103925" y="245696"/>
                  </a:lnTo>
                  <a:lnTo>
                    <a:pt x="104298" y="247818"/>
                  </a:lnTo>
                  <a:lnTo>
                    <a:pt x="104519" y="250786"/>
                  </a:lnTo>
                  <a:lnTo>
                    <a:pt x="103476" y="252216"/>
                  </a:lnTo>
                  <a:lnTo>
                    <a:pt x="102670" y="252878"/>
                  </a:lnTo>
                  <a:lnTo>
                    <a:pt x="99223" y="253053"/>
                  </a:lnTo>
                  <a:lnTo>
                    <a:pt x="97610" y="254362"/>
                  </a:lnTo>
                  <a:lnTo>
                    <a:pt x="96568" y="254674"/>
                  </a:lnTo>
                  <a:lnTo>
                    <a:pt x="95115" y="253654"/>
                  </a:lnTo>
                  <a:lnTo>
                    <a:pt x="94179" y="252825"/>
                  </a:lnTo>
                  <a:lnTo>
                    <a:pt x="93410" y="251059"/>
                  </a:lnTo>
                  <a:lnTo>
                    <a:pt x="93174" y="249827"/>
                  </a:lnTo>
                  <a:lnTo>
                    <a:pt x="93471" y="249127"/>
                  </a:lnTo>
                  <a:lnTo>
                    <a:pt x="93068" y="248100"/>
                  </a:lnTo>
                  <a:lnTo>
                    <a:pt x="91965" y="246738"/>
                  </a:lnTo>
                  <a:lnTo>
                    <a:pt x="90854" y="245992"/>
                  </a:lnTo>
                  <a:lnTo>
                    <a:pt x="89728" y="245855"/>
                  </a:lnTo>
                  <a:lnTo>
                    <a:pt x="88792" y="245026"/>
                  </a:lnTo>
                  <a:lnTo>
                    <a:pt x="88047" y="243504"/>
                  </a:lnTo>
                  <a:lnTo>
                    <a:pt x="86304" y="242500"/>
                  </a:lnTo>
                  <a:lnTo>
                    <a:pt x="85208" y="242302"/>
                  </a:lnTo>
                  <a:lnTo>
                    <a:pt x="85178" y="237592"/>
                  </a:lnTo>
                  <a:lnTo>
                    <a:pt x="85147" y="233461"/>
                  </a:lnTo>
                  <a:lnTo>
                    <a:pt x="85117" y="229345"/>
                  </a:lnTo>
                  <a:lnTo>
                    <a:pt x="81396" y="229177"/>
                  </a:lnTo>
                  <a:lnTo>
                    <a:pt x="78049" y="229033"/>
                  </a:lnTo>
                  <a:lnTo>
                    <a:pt x="78049" y="225578"/>
                  </a:lnTo>
                  <a:lnTo>
                    <a:pt x="78049" y="219134"/>
                  </a:lnTo>
                  <a:lnTo>
                    <a:pt x="79639" y="214127"/>
                  </a:lnTo>
                  <a:lnTo>
                    <a:pt x="81259" y="209304"/>
                  </a:lnTo>
                  <a:lnTo>
                    <a:pt x="78794" y="205751"/>
                  </a:lnTo>
                  <a:lnTo>
                    <a:pt x="76169" y="201954"/>
                  </a:lnTo>
                  <a:lnTo>
                    <a:pt x="74465" y="200371"/>
                  </a:lnTo>
                  <a:lnTo>
                    <a:pt x="72464" y="195616"/>
                  </a:lnTo>
                  <a:lnTo>
                    <a:pt x="71467" y="193508"/>
                  </a:lnTo>
                  <a:lnTo>
                    <a:pt x="70585" y="192710"/>
                  </a:lnTo>
                  <a:lnTo>
                    <a:pt x="69633" y="192245"/>
                  </a:lnTo>
                  <a:lnTo>
                    <a:pt x="66141" y="192428"/>
                  </a:lnTo>
                  <a:lnTo>
                    <a:pt x="62877" y="189864"/>
                  </a:lnTo>
                  <a:lnTo>
                    <a:pt x="59050" y="186851"/>
                  </a:lnTo>
                  <a:lnTo>
                    <a:pt x="54371" y="183161"/>
                  </a:lnTo>
                  <a:lnTo>
                    <a:pt x="50247" y="180749"/>
                  </a:lnTo>
                  <a:lnTo>
                    <a:pt x="48565" y="180216"/>
                  </a:lnTo>
                  <a:lnTo>
                    <a:pt x="44601" y="180034"/>
                  </a:lnTo>
                  <a:lnTo>
                    <a:pt x="44183" y="179569"/>
                  </a:lnTo>
                  <a:lnTo>
                    <a:pt x="43909" y="178246"/>
                  </a:lnTo>
                  <a:lnTo>
                    <a:pt x="43916" y="176770"/>
                  </a:lnTo>
                  <a:lnTo>
                    <a:pt x="45202" y="174540"/>
                  </a:lnTo>
                  <a:lnTo>
                    <a:pt x="45301" y="173133"/>
                  </a:lnTo>
                  <a:lnTo>
                    <a:pt x="42616" y="168400"/>
                  </a:lnTo>
                  <a:lnTo>
                    <a:pt x="41786" y="167015"/>
                  </a:lnTo>
                  <a:lnTo>
                    <a:pt x="39488" y="166460"/>
                  </a:lnTo>
                  <a:lnTo>
                    <a:pt x="39945" y="165090"/>
                  </a:lnTo>
                  <a:lnTo>
                    <a:pt x="39945" y="164178"/>
                  </a:lnTo>
                  <a:lnTo>
                    <a:pt x="39618" y="163455"/>
                  </a:lnTo>
                  <a:lnTo>
                    <a:pt x="39085" y="163112"/>
                  </a:lnTo>
                  <a:lnTo>
                    <a:pt x="38408" y="163074"/>
                  </a:lnTo>
                  <a:lnTo>
                    <a:pt x="36605" y="163637"/>
                  </a:lnTo>
                  <a:lnTo>
                    <a:pt x="35228" y="161491"/>
                  </a:lnTo>
                  <a:lnTo>
                    <a:pt x="30944" y="155382"/>
                  </a:lnTo>
                  <a:lnTo>
                    <a:pt x="29567" y="154636"/>
                  </a:lnTo>
                  <a:lnTo>
                    <a:pt x="29316" y="154218"/>
                  </a:lnTo>
                  <a:lnTo>
                    <a:pt x="30358" y="152339"/>
                  </a:lnTo>
                  <a:lnTo>
                    <a:pt x="32123" y="149554"/>
                  </a:lnTo>
                  <a:lnTo>
                    <a:pt x="32427" y="147941"/>
                  </a:lnTo>
                  <a:lnTo>
                    <a:pt x="32093" y="146160"/>
                  </a:lnTo>
                  <a:lnTo>
                    <a:pt x="30191" y="142805"/>
                  </a:lnTo>
                  <a:lnTo>
                    <a:pt x="30655" y="141382"/>
                  </a:lnTo>
                  <a:lnTo>
                    <a:pt x="31469" y="139746"/>
                  </a:lnTo>
                  <a:lnTo>
                    <a:pt x="31538" y="138514"/>
                  </a:lnTo>
                  <a:lnTo>
                    <a:pt x="32816" y="138696"/>
                  </a:lnTo>
                  <a:lnTo>
                    <a:pt x="34452" y="138712"/>
                  </a:lnTo>
                  <a:lnTo>
                    <a:pt x="34969" y="137707"/>
                  </a:lnTo>
                  <a:lnTo>
                    <a:pt x="34938" y="134192"/>
                  </a:lnTo>
                  <a:lnTo>
                    <a:pt x="35327" y="132906"/>
                  </a:lnTo>
                  <a:lnTo>
                    <a:pt x="40516" y="126941"/>
                  </a:lnTo>
                  <a:lnTo>
                    <a:pt x="43095" y="125602"/>
                  </a:lnTo>
                  <a:lnTo>
                    <a:pt x="45058" y="124369"/>
                  </a:lnTo>
                  <a:lnTo>
                    <a:pt x="45507" y="122574"/>
                  </a:lnTo>
                  <a:lnTo>
                    <a:pt x="45103" y="121645"/>
                  </a:lnTo>
                  <a:lnTo>
                    <a:pt x="44716" y="120291"/>
                  </a:lnTo>
                  <a:lnTo>
                    <a:pt x="44594" y="119317"/>
                  </a:lnTo>
                  <a:lnTo>
                    <a:pt x="42433" y="116624"/>
                  </a:lnTo>
                  <a:lnTo>
                    <a:pt x="41679" y="115270"/>
                  </a:lnTo>
                  <a:lnTo>
                    <a:pt x="41588" y="114029"/>
                  </a:lnTo>
                  <a:lnTo>
                    <a:pt x="42098" y="111838"/>
                  </a:lnTo>
                  <a:lnTo>
                    <a:pt x="43003" y="110134"/>
                  </a:lnTo>
                  <a:lnTo>
                    <a:pt x="46070" y="109129"/>
                  </a:lnTo>
                  <a:lnTo>
                    <a:pt x="47812" y="108277"/>
                  </a:lnTo>
                  <a:lnTo>
                    <a:pt x="48048" y="107509"/>
                  </a:lnTo>
                  <a:lnTo>
                    <a:pt x="45788" y="106269"/>
                  </a:lnTo>
                  <a:lnTo>
                    <a:pt x="40964" y="105881"/>
                  </a:lnTo>
                  <a:lnTo>
                    <a:pt x="37434" y="106238"/>
                  </a:lnTo>
                  <a:lnTo>
                    <a:pt x="36308" y="105850"/>
                  </a:lnTo>
                  <a:lnTo>
                    <a:pt x="34634" y="103446"/>
                  </a:lnTo>
                  <a:lnTo>
                    <a:pt x="32854" y="102168"/>
                  </a:lnTo>
                  <a:lnTo>
                    <a:pt x="31188" y="101346"/>
                  </a:lnTo>
                  <a:lnTo>
                    <a:pt x="29567" y="101498"/>
                  </a:lnTo>
                  <a:lnTo>
                    <a:pt x="28586" y="101171"/>
                  </a:lnTo>
                  <a:lnTo>
                    <a:pt x="28357" y="100136"/>
                  </a:lnTo>
                  <a:lnTo>
                    <a:pt x="26014" y="92200"/>
                  </a:lnTo>
                  <a:lnTo>
                    <a:pt x="25276" y="91112"/>
                  </a:lnTo>
                  <a:lnTo>
                    <a:pt x="24180" y="90846"/>
                  </a:lnTo>
                  <a:lnTo>
                    <a:pt x="23259" y="90793"/>
                  </a:lnTo>
                  <a:lnTo>
                    <a:pt x="22651" y="90245"/>
                  </a:lnTo>
                  <a:lnTo>
                    <a:pt x="21996" y="89149"/>
                  </a:lnTo>
                  <a:lnTo>
                    <a:pt x="21524" y="87711"/>
                  </a:lnTo>
                  <a:lnTo>
                    <a:pt x="21494" y="85817"/>
                  </a:lnTo>
                  <a:lnTo>
                    <a:pt x="21593" y="84189"/>
                  </a:lnTo>
                  <a:lnTo>
                    <a:pt x="21274" y="83139"/>
                  </a:lnTo>
                  <a:lnTo>
                    <a:pt x="20467" y="82096"/>
                  </a:lnTo>
                  <a:lnTo>
                    <a:pt x="19326" y="81343"/>
                  </a:lnTo>
                  <a:lnTo>
                    <a:pt x="18322" y="80460"/>
                  </a:lnTo>
                  <a:lnTo>
                    <a:pt x="16564" y="73423"/>
                  </a:lnTo>
                  <a:lnTo>
                    <a:pt x="15856" y="71528"/>
                  </a:lnTo>
                  <a:lnTo>
                    <a:pt x="15856" y="71330"/>
                  </a:lnTo>
                  <a:lnTo>
                    <a:pt x="15887" y="70957"/>
                  </a:lnTo>
                  <a:lnTo>
                    <a:pt x="15712" y="69337"/>
                  </a:lnTo>
                  <a:lnTo>
                    <a:pt x="16526" y="67929"/>
                  </a:lnTo>
                  <a:lnTo>
                    <a:pt x="16472" y="67374"/>
                  </a:lnTo>
                  <a:lnTo>
                    <a:pt x="14783" y="65593"/>
                  </a:lnTo>
                  <a:lnTo>
                    <a:pt x="12409" y="63813"/>
                  </a:lnTo>
                  <a:lnTo>
                    <a:pt x="11770" y="63501"/>
                  </a:lnTo>
                  <a:lnTo>
                    <a:pt x="11755" y="61599"/>
                  </a:lnTo>
                  <a:lnTo>
                    <a:pt x="11839" y="60161"/>
                  </a:lnTo>
                  <a:lnTo>
                    <a:pt x="11626" y="58860"/>
                  </a:lnTo>
                  <a:lnTo>
                    <a:pt x="11170" y="58114"/>
                  </a:lnTo>
                  <a:lnTo>
                    <a:pt x="11154" y="57528"/>
                  </a:lnTo>
                  <a:lnTo>
                    <a:pt x="12105" y="56128"/>
                  </a:lnTo>
                  <a:lnTo>
                    <a:pt x="11489" y="55208"/>
                  </a:lnTo>
                  <a:lnTo>
                    <a:pt x="7996" y="52933"/>
                  </a:lnTo>
                  <a:lnTo>
                    <a:pt x="6688" y="51791"/>
                  </a:lnTo>
                  <a:lnTo>
                    <a:pt x="4268" y="51563"/>
                  </a:lnTo>
                  <a:lnTo>
                    <a:pt x="4017" y="50810"/>
                  </a:lnTo>
                  <a:lnTo>
                    <a:pt x="4398" y="49220"/>
                  </a:lnTo>
                  <a:lnTo>
                    <a:pt x="5227" y="47287"/>
                  </a:lnTo>
                  <a:lnTo>
                    <a:pt x="6536" y="45385"/>
                  </a:lnTo>
                  <a:lnTo>
                    <a:pt x="6954" y="44381"/>
                  </a:lnTo>
                  <a:lnTo>
                    <a:pt x="7464" y="42669"/>
                  </a:lnTo>
                  <a:lnTo>
                    <a:pt x="7639" y="41451"/>
                  </a:lnTo>
                  <a:lnTo>
                    <a:pt x="9108" y="39739"/>
                  </a:lnTo>
                  <a:lnTo>
                    <a:pt x="9115" y="39291"/>
                  </a:lnTo>
                  <a:lnTo>
                    <a:pt x="8704" y="38674"/>
                  </a:lnTo>
                  <a:lnTo>
                    <a:pt x="7532" y="38332"/>
                  </a:lnTo>
                  <a:lnTo>
                    <a:pt x="6330" y="38187"/>
                  </a:lnTo>
                  <a:lnTo>
                    <a:pt x="5882" y="37875"/>
                  </a:lnTo>
                  <a:lnTo>
                    <a:pt x="5722" y="36955"/>
                  </a:lnTo>
                  <a:lnTo>
                    <a:pt x="5874" y="33211"/>
                  </a:lnTo>
                  <a:lnTo>
                    <a:pt x="5493" y="30959"/>
                  </a:lnTo>
                  <a:lnTo>
                    <a:pt x="4999" y="29323"/>
                  </a:lnTo>
                  <a:lnTo>
                    <a:pt x="5311" y="25633"/>
                  </a:lnTo>
                  <a:lnTo>
                    <a:pt x="4474" y="24888"/>
                  </a:lnTo>
                  <a:lnTo>
                    <a:pt x="3157" y="22947"/>
                  </a:lnTo>
                  <a:lnTo>
                    <a:pt x="2595" y="21304"/>
                  </a:lnTo>
                  <a:lnTo>
                    <a:pt x="2899" y="20688"/>
                  </a:lnTo>
                  <a:lnTo>
                    <a:pt x="3180" y="19607"/>
                  </a:lnTo>
                  <a:lnTo>
                    <a:pt x="3363" y="18184"/>
                  </a:lnTo>
                  <a:lnTo>
                    <a:pt x="3310" y="17180"/>
                  </a:lnTo>
                  <a:lnTo>
                    <a:pt x="2100" y="16199"/>
                  </a:lnTo>
                  <a:lnTo>
                    <a:pt x="1202" y="15164"/>
                  </a:lnTo>
                  <a:lnTo>
                    <a:pt x="1095" y="14022"/>
                  </a:lnTo>
                  <a:lnTo>
                    <a:pt x="738" y="12623"/>
                  </a:lnTo>
                  <a:lnTo>
                    <a:pt x="228" y="11512"/>
                  </a:lnTo>
                  <a:lnTo>
                    <a:pt x="0" y="10789"/>
                  </a:lnTo>
                  <a:lnTo>
                    <a:pt x="441" y="10363"/>
                  </a:lnTo>
                  <a:lnTo>
                    <a:pt x="2153" y="10028"/>
                  </a:lnTo>
                  <a:lnTo>
                    <a:pt x="4641" y="10264"/>
                  </a:lnTo>
                  <a:lnTo>
                    <a:pt x="6673" y="10279"/>
                  </a:lnTo>
                  <a:lnTo>
                    <a:pt x="7822" y="9564"/>
                  </a:lnTo>
                  <a:lnTo>
                    <a:pt x="9244" y="2815"/>
                  </a:lnTo>
                  <a:lnTo>
                    <a:pt x="10545" y="1035"/>
                  </a:lnTo>
                  <a:lnTo>
                    <a:pt x="12052" y="0"/>
                  </a:lnTo>
                  <a:lnTo>
                    <a:pt x="14997" y="2404"/>
                  </a:lnTo>
                  <a:lnTo>
                    <a:pt x="16214" y="3249"/>
                  </a:lnTo>
                  <a:lnTo>
                    <a:pt x="16868" y="3325"/>
                  </a:lnTo>
                  <a:close/>
                  <a:moveTo>
                    <a:pt x="259673" y="328218"/>
                  </a:moveTo>
                  <a:lnTo>
                    <a:pt x="257679" y="331071"/>
                  </a:lnTo>
                  <a:lnTo>
                    <a:pt x="254674" y="333453"/>
                  </a:lnTo>
                  <a:lnTo>
                    <a:pt x="253396" y="332715"/>
                  </a:lnTo>
                  <a:lnTo>
                    <a:pt x="252399" y="332745"/>
                  </a:lnTo>
                  <a:lnTo>
                    <a:pt x="250253" y="333658"/>
                  </a:lnTo>
                  <a:lnTo>
                    <a:pt x="248709" y="333818"/>
                  </a:lnTo>
                  <a:lnTo>
                    <a:pt x="245901" y="335438"/>
                  </a:lnTo>
                  <a:lnTo>
                    <a:pt x="243345" y="336253"/>
                  </a:lnTo>
                  <a:lnTo>
                    <a:pt x="241572" y="336192"/>
                  </a:lnTo>
                  <a:lnTo>
                    <a:pt x="240956" y="336024"/>
                  </a:lnTo>
                  <a:lnTo>
                    <a:pt x="240606" y="334921"/>
                  </a:lnTo>
                  <a:lnTo>
                    <a:pt x="240636" y="334480"/>
                  </a:lnTo>
                  <a:lnTo>
                    <a:pt x="241716" y="334708"/>
                  </a:lnTo>
                  <a:lnTo>
                    <a:pt x="245665" y="333232"/>
                  </a:lnTo>
                  <a:lnTo>
                    <a:pt x="250588" y="330813"/>
                  </a:lnTo>
                  <a:lnTo>
                    <a:pt x="251060" y="329732"/>
                  </a:lnTo>
                  <a:lnTo>
                    <a:pt x="250269" y="327974"/>
                  </a:lnTo>
                  <a:lnTo>
                    <a:pt x="250482" y="327579"/>
                  </a:lnTo>
                  <a:lnTo>
                    <a:pt x="253677" y="328477"/>
                  </a:lnTo>
                  <a:lnTo>
                    <a:pt x="257246" y="326727"/>
                  </a:lnTo>
                  <a:lnTo>
                    <a:pt x="260228" y="326247"/>
                  </a:lnTo>
                  <a:lnTo>
                    <a:pt x="261628" y="327465"/>
                  </a:lnTo>
                  <a:lnTo>
                    <a:pt x="259673" y="328218"/>
                  </a:lnTo>
                  <a:close/>
                </a:path>
              </a:pathLst>
            </a:custGeom>
            <a:solidFill>
              <a:srgbClr val="2562E8"/>
            </a:solidFill>
            <a:ln w="6168" cap="flat">
              <a:solidFill>
                <a:srgbClr val="2562E8"/>
              </a:solidFill>
              <a:prstDash val="solid"/>
              <a:miter/>
            </a:ln>
          </p:spPr>
          <p:txBody>
            <a:bodyPr/>
            <a:lstStyle/>
            <a:p>
              <a:endParaRPr lang="en-US"/>
            </a:p>
          </p:txBody>
        </p:sp>
        <p:sp>
          <p:nvSpPr>
            <p:cNvPr id="2231" name="Freeform: Shape 2230">
              <a:extLst>
                <a:ext uri="{FF2B5EF4-FFF2-40B4-BE49-F238E27FC236}">
                  <a16:creationId xmlns:a16="http://schemas.microsoft.com/office/drawing/2014/main" id="{02776E71-0019-F5BB-864A-9A747942902E}"/>
                </a:ext>
              </a:extLst>
            </p:cNvPr>
            <p:cNvSpPr/>
            <p:nvPr/>
          </p:nvSpPr>
          <p:spPr>
            <a:xfrm>
              <a:off x="9051229" y="3089285"/>
              <a:ext cx="233164" cy="157421"/>
            </a:xfrm>
            <a:custGeom>
              <a:avLst/>
              <a:gdLst>
                <a:gd name="csX0" fmla="*/ 190739 w 233164"/>
                <a:gd name="csY0" fmla="*/ 15841 h 157421"/>
                <a:gd name="csX1" fmla="*/ 193189 w 233164"/>
                <a:gd name="csY1" fmla="*/ 16039 h 157421"/>
                <a:gd name="csX2" fmla="*/ 197191 w 233164"/>
                <a:gd name="csY2" fmla="*/ 14220 h 157421"/>
                <a:gd name="csX3" fmla="*/ 198865 w 233164"/>
                <a:gd name="csY3" fmla="*/ 13026 h 157421"/>
                <a:gd name="csX4" fmla="*/ 202981 w 233164"/>
                <a:gd name="csY4" fmla="*/ 8879 h 157421"/>
                <a:gd name="csX5" fmla="*/ 205409 w 233164"/>
                <a:gd name="csY5" fmla="*/ 7723 h 157421"/>
                <a:gd name="csX6" fmla="*/ 209160 w 233164"/>
                <a:gd name="csY6" fmla="*/ 8012 h 157421"/>
                <a:gd name="csX7" fmla="*/ 210963 w 233164"/>
                <a:gd name="csY7" fmla="*/ 7723 h 157421"/>
                <a:gd name="csX8" fmla="*/ 211008 w 233164"/>
                <a:gd name="csY8" fmla="*/ 8126 h 157421"/>
                <a:gd name="csX9" fmla="*/ 208703 w 233164"/>
                <a:gd name="csY9" fmla="*/ 9807 h 157421"/>
                <a:gd name="csX10" fmla="*/ 206862 w 233164"/>
                <a:gd name="csY10" fmla="*/ 10386 h 157421"/>
                <a:gd name="csX11" fmla="*/ 204214 w 233164"/>
                <a:gd name="csY11" fmla="*/ 12889 h 157421"/>
                <a:gd name="csX12" fmla="*/ 201696 w 233164"/>
                <a:gd name="csY12" fmla="*/ 18519 h 157421"/>
                <a:gd name="csX13" fmla="*/ 199832 w 233164"/>
                <a:gd name="csY13" fmla="*/ 21274 h 157421"/>
                <a:gd name="csX14" fmla="*/ 199847 w 233164"/>
                <a:gd name="csY14" fmla="*/ 22499 h 157421"/>
                <a:gd name="csX15" fmla="*/ 202114 w 233164"/>
                <a:gd name="csY15" fmla="*/ 24667 h 157421"/>
                <a:gd name="csX16" fmla="*/ 204602 w 233164"/>
                <a:gd name="csY16" fmla="*/ 25892 h 157421"/>
                <a:gd name="csX17" fmla="*/ 206885 w 233164"/>
                <a:gd name="csY17" fmla="*/ 24781 h 157421"/>
                <a:gd name="csX18" fmla="*/ 207881 w 233164"/>
                <a:gd name="csY18" fmla="*/ 25215 h 157421"/>
                <a:gd name="csX19" fmla="*/ 208779 w 233164"/>
                <a:gd name="csY19" fmla="*/ 26820 h 157421"/>
                <a:gd name="csX20" fmla="*/ 209289 w 233164"/>
                <a:gd name="csY20" fmla="*/ 28410 h 157421"/>
                <a:gd name="csX21" fmla="*/ 209403 w 233164"/>
                <a:gd name="csY21" fmla="*/ 29985 h 157421"/>
                <a:gd name="csX22" fmla="*/ 208992 w 233164"/>
                <a:gd name="csY22" fmla="*/ 33272 h 157421"/>
                <a:gd name="csX23" fmla="*/ 207623 w 233164"/>
                <a:gd name="csY23" fmla="*/ 36567 h 157421"/>
                <a:gd name="csX24" fmla="*/ 205766 w 233164"/>
                <a:gd name="csY24" fmla="*/ 39321 h 157421"/>
                <a:gd name="csX25" fmla="*/ 206025 w 233164"/>
                <a:gd name="csY25" fmla="*/ 40189 h 157421"/>
                <a:gd name="csX26" fmla="*/ 207516 w 233164"/>
                <a:gd name="csY26" fmla="*/ 40630 h 157421"/>
                <a:gd name="csX27" fmla="*/ 214584 w 233164"/>
                <a:gd name="csY27" fmla="*/ 38849 h 157421"/>
                <a:gd name="csX28" fmla="*/ 215323 w 233164"/>
                <a:gd name="csY28" fmla="*/ 38979 h 157421"/>
                <a:gd name="csX29" fmla="*/ 215726 w 233164"/>
                <a:gd name="csY29" fmla="*/ 39869 h 157421"/>
                <a:gd name="csX30" fmla="*/ 215810 w 233164"/>
                <a:gd name="csY30" fmla="*/ 41512 h 157421"/>
                <a:gd name="csX31" fmla="*/ 216198 w 233164"/>
                <a:gd name="csY31" fmla="*/ 42996 h 157421"/>
                <a:gd name="csX32" fmla="*/ 216898 w 233164"/>
                <a:gd name="csY32" fmla="*/ 44327 h 157421"/>
                <a:gd name="csX33" fmla="*/ 216677 w 233164"/>
                <a:gd name="csY33" fmla="*/ 45682 h 157421"/>
                <a:gd name="csX34" fmla="*/ 213580 w 233164"/>
                <a:gd name="csY34" fmla="*/ 49965 h 157421"/>
                <a:gd name="csX35" fmla="*/ 217240 w 233164"/>
                <a:gd name="csY35" fmla="*/ 47272 h 157421"/>
                <a:gd name="csX36" fmla="*/ 220123 w 233164"/>
                <a:gd name="csY36" fmla="*/ 46511 h 157421"/>
                <a:gd name="csX37" fmla="*/ 225069 w 233164"/>
                <a:gd name="csY37" fmla="*/ 47865 h 157421"/>
                <a:gd name="csX38" fmla="*/ 227093 w 233164"/>
                <a:gd name="csY38" fmla="*/ 49418 h 157421"/>
                <a:gd name="csX39" fmla="*/ 228272 w 233164"/>
                <a:gd name="csY39" fmla="*/ 52149 h 157421"/>
                <a:gd name="csX40" fmla="*/ 229984 w 233164"/>
                <a:gd name="csY40" fmla="*/ 51244 h 157421"/>
                <a:gd name="csX41" fmla="*/ 230730 w 233164"/>
                <a:gd name="csY41" fmla="*/ 51297 h 157421"/>
                <a:gd name="csX42" fmla="*/ 231848 w 233164"/>
                <a:gd name="csY42" fmla="*/ 52849 h 157421"/>
                <a:gd name="csX43" fmla="*/ 231886 w 233164"/>
                <a:gd name="csY43" fmla="*/ 54508 h 157421"/>
                <a:gd name="csX44" fmla="*/ 231065 w 233164"/>
                <a:gd name="csY44" fmla="*/ 56859 h 157421"/>
                <a:gd name="csX45" fmla="*/ 230783 w 233164"/>
                <a:gd name="csY45" fmla="*/ 59035 h 157421"/>
                <a:gd name="csX46" fmla="*/ 229924 w 233164"/>
                <a:gd name="csY46" fmla="*/ 59925 h 157421"/>
                <a:gd name="csX47" fmla="*/ 228318 w 233164"/>
                <a:gd name="csY47" fmla="*/ 60572 h 157421"/>
                <a:gd name="csX48" fmla="*/ 227862 w 233164"/>
                <a:gd name="csY48" fmla="*/ 61295 h 157421"/>
                <a:gd name="csX49" fmla="*/ 228569 w 233164"/>
                <a:gd name="csY49" fmla="*/ 62946 h 157421"/>
                <a:gd name="csX50" fmla="*/ 229611 w 233164"/>
                <a:gd name="csY50" fmla="*/ 64559 h 157421"/>
                <a:gd name="csX51" fmla="*/ 231088 w 233164"/>
                <a:gd name="csY51" fmla="*/ 64627 h 157421"/>
                <a:gd name="csX52" fmla="*/ 231354 w 233164"/>
                <a:gd name="csY52" fmla="*/ 65373 h 157421"/>
                <a:gd name="csX53" fmla="*/ 231384 w 233164"/>
                <a:gd name="csY53" fmla="*/ 66263 h 157421"/>
                <a:gd name="csX54" fmla="*/ 231186 w 233164"/>
                <a:gd name="csY54" fmla="*/ 67313 h 157421"/>
                <a:gd name="csX55" fmla="*/ 230707 w 233164"/>
                <a:gd name="csY55" fmla="*/ 68028 h 157421"/>
                <a:gd name="csX56" fmla="*/ 229939 w 233164"/>
                <a:gd name="csY56" fmla="*/ 68424 h 157421"/>
                <a:gd name="csX57" fmla="*/ 228927 w 233164"/>
                <a:gd name="csY57" fmla="*/ 69573 h 157421"/>
                <a:gd name="csX58" fmla="*/ 232640 w 233164"/>
                <a:gd name="csY58" fmla="*/ 72084 h 157421"/>
                <a:gd name="csX59" fmla="*/ 233111 w 233164"/>
                <a:gd name="csY59" fmla="*/ 73019 h 157421"/>
                <a:gd name="csX60" fmla="*/ 233165 w 233164"/>
                <a:gd name="csY60" fmla="*/ 74381 h 157421"/>
                <a:gd name="csX61" fmla="*/ 232876 w 233164"/>
                <a:gd name="csY61" fmla="*/ 75880 h 157421"/>
                <a:gd name="csX62" fmla="*/ 232244 w 233164"/>
                <a:gd name="csY62" fmla="*/ 77508 h 157421"/>
                <a:gd name="csX63" fmla="*/ 231126 w 233164"/>
                <a:gd name="csY63" fmla="*/ 78467 h 157421"/>
                <a:gd name="csX64" fmla="*/ 228447 w 233164"/>
                <a:gd name="csY64" fmla="*/ 78627 h 157421"/>
                <a:gd name="csX65" fmla="*/ 226804 w 233164"/>
                <a:gd name="csY65" fmla="*/ 79684 h 157421"/>
                <a:gd name="csX66" fmla="*/ 227367 w 233164"/>
                <a:gd name="csY66" fmla="*/ 81434 h 157421"/>
                <a:gd name="csX67" fmla="*/ 227321 w 233164"/>
                <a:gd name="csY67" fmla="*/ 83649 h 157421"/>
                <a:gd name="csX68" fmla="*/ 226827 w 233164"/>
                <a:gd name="csY68" fmla="*/ 86258 h 157421"/>
                <a:gd name="csX69" fmla="*/ 224719 w 233164"/>
                <a:gd name="csY69" fmla="*/ 90192 h 157421"/>
                <a:gd name="csX70" fmla="*/ 222741 w 233164"/>
                <a:gd name="csY70" fmla="*/ 92284 h 157421"/>
                <a:gd name="csX71" fmla="*/ 220801 w 233164"/>
                <a:gd name="csY71" fmla="*/ 93639 h 157421"/>
                <a:gd name="csX72" fmla="*/ 217346 w 233164"/>
                <a:gd name="csY72" fmla="*/ 93159 h 157421"/>
                <a:gd name="csX73" fmla="*/ 215467 w 233164"/>
                <a:gd name="csY73" fmla="*/ 92117 h 157421"/>
                <a:gd name="csX74" fmla="*/ 215673 w 233164"/>
                <a:gd name="csY74" fmla="*/ 95503 h 157421"/>
                <a:gd name="csX75" fmla="*/ 213755 w 233164"/>
                <a:gd name="csY75" fmla="*/ 97580 h 157421"/>
                <a:gd name="csX76" fmla="*/ 214113 w 233164"/>
                <a:gd name="csY76" fmla="*/ 99315 h 157421"/>
                <a:gd name="csX77" fmla="*/ 214782 w 233164"/>
                <a:gd name="csY77" fmla="*/ 100197 h 157421"/>
                <a:gd name="csX78" fmla="*/ 214455 w 233164"/>
                <a:gd name="csY78" fmla="*/ 102419 h 157421"/>
                <a:gd name="csX79" fmla="*/ 213542 w 233164"/>
                <a:gd name="csY79" fmla="*/ 104618 h 157421"/>
                <a:gd name="csX80" fmla="*/ 212013 w 233164"/>
                <a:gd name="csY80" fmla="*/ 106992 h 157421"/>
                <a:gd name="csX81" fmla="*/ 210278 w 233164"/>
                <a:gd name="csY81" fmla="*/ 108475 h 157421"/>
                <a:gd name="csX82" fmla="*/ 206831 w 233164"/>
                <a:gd name="csY82" fmla="*/ 110263 h 157421"/>
                <a:gd name="csX83" fmla="*/ 203887 w 233164"/>
                <a:gd name="csY83" fmla="*/ 113223 h 157421"/>
                <a:gd name="csX84" fmla="*/ 201878 w 233164"/>
                <a:gd name="csY84" fmla="*/ 114395 h 157421"/>
                <a:gd name="csX85" fmla="*/ 196872 w 233164"/>
                <a:gd name="csY85" fmla="*/ 114342 h 157421"/>
                <a:gd name="csX86" fmla="*/ 191766 w 233164"/>
                <a:gd name="csY86" fmla="*/ 116244 h 157421"/>
                <a:gd name="csX87" fmla="*/ 184554 w 233164"/>
                <a:gd name="csY87" fmla="*/ 120246 h 157421"/>
                <a:gd name="csX88" fmla="*/ 179692 w 233164"/>
                <a:gd name="csY88" fmla="*/ 123441 h 157421"/>
                <a:gd name="csX89" fmla="*/ 175941 w 233164"/>
                <a:gd name="csY89" fmla="*/ 127055 h 157421"/>
                <a:gd name="csX90" fmla="*/ 170988 w 233164"/>
                <a:gd name="csY90" fmla="*/ 132929 h 157421"/>
                <a:gd name="csX91" fmla="*/ 167313 w 233164"/>
                <a:gd name="csY91" fmla="*/ 135394 h 157421"/>
                <a:gd name="csX92" fmla="*/ 165190 w 233164"/>
                <a:gd name="csY92" fmla="*/ 136056 h 157421"/>
                <a:gd name="csX93" fmla="*/ 161058 w 233164"/>
                <a:gd name="csY93" fmla="*/ 136581 h 157421"/>
                <a:gd name="csX94" fmla="*/ 157596 w 233164"/>
                <a:gd name="csY94" fmla="*/ 138171 h 157421"/>
                <a:gd name="csX95" fmla="*/ 146100 w 233164"/>
                <a:gd name="csY95" fmla="*/ 141139 h 157421"/>
                <a:gd name="csX96" fmla="*/ 142212 w 233164"/>
                <a:gd name="csY96" fmla="*/ 142759 h 157421"/>
                <a:gd name="csX97" fmla="*/ 141710 w 233164"/>
                <a:gd name="csY97" fmla="*/ 144228 h 157421"/>
                <a:gd name="csX98" fmla="*/ 140097 w 233164"/>
                <a:gd name="csY98" fmla="*/ 146442 h 157421"/>
                <a:gd name="csX99" fmla="*/ 139998 w 233164"/>
                <a:gd name="csY99" fmla="*/ 147241 h 157421"/>
                <a:gd name="csX100" fmla="*/ 140698 w 233164"/>
                <a:gd name="csY100" fmla="*/ 147857 h 157421"/>
                <a:gd name="csX101" fmla="*/ 140835 w 233164"/>
                <a:gd name="csY101" fmla="*/ 148656 h 157421"/>
                <a:gd name="csX102" fmla="*/ 139412 w 233164"/>
                <a:gd name="csY102" fmla="*/ 151266 h 157421"/>
                <a:gd name="csX103" fmla="*/ 136566 w 233164"/>
                <a:gd name="csY103" fmla="*/ 153145 h 157421"/>
                <a:gd name="csX104" fmla="*/ 135227 w 233164"/>
                <a:gd name="csY104" fmla="*/ 153115 h 157421"/>
                <a:gd name="csX105" fmla="*/ 133599 w 233164"/>
                <a:gd name="csY105" fmla="*/ 151494 h 157421"/>
                <a:gd name="csX106" fmla="*/ 132891 w 233164"/>
                <a:gd name="csY106" fmla="*/ 151555 h 157421"/>
                <a:gd name="csX107" fmla="*/ 132610 w 233164"/>
                <a:gd name="csY107" fmla="*/ 151806 h 157421"/>
                <a:gd name="csX108" fmla="*/ 132595 w 233164"/>
                <a:gd name="csY108" fmla="*/ 152308 h 157421"/>
                <a:gd name="csX109" fmla="*/ 133531 w 233164"/>
                <a:gd name="csY109" fmla="*/ 154256 h 157421"/>
                <a:gd name="csX110" fmla="*/ 131811 w 233164"/>
                <a:gd name="csY110" fmla="*/ 155154 h 157421"/>
                <a:gd name="csX111" fmla="*/ 124324 w 233164"/>
                <a:gd name="csY111" fmla="*/ 157421 h 157421"/>
                <a:gd name="csX112" fmla="*/ 111580 w 233164"/>
                <a:gd name="csY112" fmla="*/ 155747 h 157421"/>
                <a:gd name="csX113" fmla="*/ 106535 w 233164"/>
                <a:gd name="csY113" fmla="*/ 154005 h 157421"/>
                <a:gd name="csX114" fmla="*/ 100304 w 233164"/>
                <a:gd name="csY114" fmla="*/ 151220 h 157421"/>
                <a:gd name="csX115" fmla="*/ 96598 w 233164"/>
                <a:gd name="csY115" fmla="*/ 150482 h 157421"/>
                <a:gd name="csX116" fmla="*/ 91341 w 233164"/>
                <a:gd name="csY116" fmla="*/ 150300 h 157421"/>
                <a:gd name="csX117" fmla="*/ 87019 w 233164"/>
                <a:gd name="csY117" fmla="*/ 146404 h 157421"/>
                <a:gd name="csX118" fmla="*/ 85018 w 233164"/>
                <a:gd name="csY118" fmla="*/ 143992 h 157421"/>
                <a:gd name="csX119" fmla="*/ 84858 w 233164"/>
                <a:gd name="csY119" fmla="*/ 142988 h 157421"/>
                <a:gd name="csX120" fmla="*/ 85087 w 233164"/>
                <a:gd name="csY120" fmla="*/ 141839 h 157421"/>
                <a:gd name="csX121" fmla="*/ 85536 w 233164"/>
                <a:gd name="csY121" fmla="*/ 141055 h 157421"/>
                <a:gd name="csX122" fmla="*/ 86205 w 233164"/>
                <a:gd name="csY122" fmla="*/ 140637 h 157421"/>
                <a:gd name="csX123" fmla="*/ 87628 w 233164"/>
                <a:gd name="csY123" fmla="*/ 140591 h 157421"/>
                <a:gd name="csX124" fmla="*/ 87818 w 233164"/>
                <a:gd name="csY124" fmla="*/ 140249 h 157421"/>
                <a:gd name="csX125" fmla="*/ 86730 w 233164"/>
                <a:gd name="csY125" fmla="*/ 138308 h 157421"/>
                <a:gd name="csX126" fmla="*/ 85688 w 233164"/>
                <a:gd name="csY126" fmla="*/ 138940 h 157421"/>
                <a:gd name="csX127" fmla="*/ 82911 w 233164"/>
                <a:gd name="csY127" fmla="*/ 141679 h 157421"/>
                <a:gd name="csX128" fmla="*/ 81670 w 233164"/>
                <a:gd name="csY128" fmla="*/ 141580 h 157421"/>
                <a:gd name="csX129" fmla="*/ 80042 w 233164"/>
                <a:gd name="csY129" fmla="*/ 140211 h 157421"/>
                <a:gd name="csX130" fmla="*/ 79981 w 233164"/>
                <a:gd name="csY130" fmla="*/ 138879 h 157421"/>
                <a:gd name="csX131" fmla="*/ 76809 w 233164"/>
                <a:gd name="csY131" fmla="*/ 138369 h 157421"/>
                <a:gd name="csX132" fmla="*/ 74047 w 233164"/>
                <a:gd name="csY132" fmla="*/ 136703 h 157421"/>
                <a:gd name="csX133" fmla="*/ 71300 w 233164"/>
                <a:gd name="csY133" fmla="*/ 134306 h 157421"/>
                <a:gd name="csX134" fmla="*/ 70889 w 233164"/>
                <a:gd name="csY134" fmla="*/ 133393 h 157421"/>
                <a:gd name="csX135" fmla="*/ 72213 w 233164"/>
                <a:gd name="csY135" fmla="*/ 132047 h 157421"/>
                <a:gd name="csX136" fmla="*/ 71954 w 233164"/>
                <a:gd name="csY136" fmla="*/ 131788 h 157421"/>
                <a:gd name="csX137" fmla="*/ 70958 w 233164"/>
                <a:gd name="csY137" fmla="*/ 131560 h 157421"/>
                <a:gd name="csX138" fmla="*/ 68957 w 233164"/>
                <a:gd name="csY138" fmla="*/ 132001 h 157421"/>
                <a:gd name="csX139" fmla="*/ 65936 w 233164"/>
                <a:gd name="csY139" fmla="*/ 135037 h 157421"/>
                <a:gd name="csX140" fmla="*/ 64635 w 233164"/>
                <a:gd name="csY140" fmla="*/ 135737 h 157421"/>
                <a:gd name="csX141" fmla="*/ 44906 w 233164"/>
                <a:gd name="csY141" fmla="*/ 136444 h 157421"/>
                <a:gd name="csX142" fmla="*/ 39899 w 233164"/>
                <a:gd name="csY142" fmla="*/ 136756 h 157421"/>
                <a:gd name="csX143" fmla="*/ 38933 w 233164"/>
                <a:gd name="csY143" fmla="*/ 137220 h 157421"/>
                <a:gd name="csX144" fmla="*/ 38066 w 233164"/>
                <a:gd name="csY144" fmla="*/ 135250 h 157421"/>
                <a:gd name="csX145" fmla="*/ 37290 w 233164"/>
                <a:gd name="csY145" fmla="*/ 130837 h 157421"/>
                <a:gd name="csX146" fmla="*/ 37001 w 233164"/>
                <a:gd name="csY146" fmla="*/ 127923 h 157421"/>
                <a:gd name="csX147" fmla="*/ 37198 w 233164"/>
                <a:gd name="csY147" fmla="*/ 126508 h 157421"/>
                <a:gd name="csX148" fmla="*/ 37891 w 233164"/>
                <a:gd name="csY148" fmla="*/ 124811 h 157421"/>
                <a:gd name="csX149" fmla="*/ 38963 w 233164"/>
                <a:gd name="csY149" fmla="*/ 125100 h 157421"/>
                <a:gd name="csX150" fmla="*/ 39983 w 233164"/>
                <a:gd name="csY150" fmla="*/ 126447 h 157421"/>
                <a:gd name="csX151" fmla="*/ 40911 w 233164"/>
                <a:gd name="csY151" fmla="*/ 128356 h 157421"/>
                <a:gd name="csX152" fmla="*/ 41969 w 233164"/>
                <a:gd name="csY152" fmla="*/ 129285 h 157421"/>
                <a:gd name="csX153" fmla="*/ 48855 w 233164"/>
                <a:gd name="csY153" fmla="*/ 126956 h 157421"/>
                <a:gd name="csX154" fmla="*/ 51655 w 233164"/>
                <a:gd name="csY154" fmla="*/ 125389 h 157421"/>
                <a:gd name="csX155" fmla="*/ 52842 w 233164"/>
                <a:gd name="csY155" fmla="*/ 123905 h 157421"/>
                <a:gd name="csX156" fmla="*/ 54242 w 233164"/>
                <a:gd name="csY156" fmla="*/ 121364 h 157421"/>
                <a:gd name="csX157" fmla="*/ 55725 w 233164"/>
                <a:gd name="csY157" fmla="*/ 120063 h 157421"/>
                <a:gd name="csX158" fmla="*/ 56433 w 233164"/>
                <a:gd name="csY158" fmla="*/ 118838 h 157421"/>
                <a:gd name="csX159" fmla="*/ 57825 w 233164"/>
                <a:gd name="csY159" fmla="*/ 114935 h 157421"/>
                <a:gd name="csX160" fmla="*/ 58784 w 233164"/>
                <a:gd name="csY160" fmla="*/ 113124 h 157421"/>
                <a:gd name="csX161" fmla="*/ 59940 w 233164"/>
                <a:gd name="csY161" fmla="*/ 111777 h 157421"/>
                <a:gd name="csX162" fmla="*/ 61280 w 233164"/>
                <a:gd name="csY162" fmla="*/ 110910 h 157421"/>
                <a:gd name="csX163" fmla="*/ 64323 w 233164"/>
                <a:gd name="csY163" fmla="*/ 110294 h 157421"/>
                <a:gd name="csX164" fmla="*/ 62322 w 233164"/>
                <a:gd name="csY164" fmla="*/ 109373 h 157421"/>
                <a:gd name="csX165" fmla="*/ 60405 w 233164"/>
                <a:gd name="csY165" fmla="*/ 109373 h 157421"/>
                <a:gd name="csX166" fmla="*/ 53907 w 233164"/>
                <a:gd name="csY166" fmla="*/ 113505 h 157421"/>
                <a:gd name="csX167" fmla="*/ 51723 w 233164"/>
                <a:gd name="csY167" fmla="*/ 113505 h 157421"/>
                <a:gd name="csX168" fmla="*/ 51815 w 233164"/>
                <a:gd name="csY168" fmla="*/ 112858 h 157421"/>
                <a:gd name="csX169" fmla="*/ 52735 w 233164"/>
                <a:gd name="csY169" fmla="*/ 111694 h 157421"/>
                <a:gd name="csX170" fmla="*/ 54972 w 233164"/>
                <a:gd name="csY170" fmla="*/ 109677 h 157421"/>
                <a:gd name="csX171" fmla="*/ 53435 w 233164"/>
                <a:gd name="csY171" fmla="*/ 109525 h 157421"/>
                <a:gd name="csX172" fmla="*/ 52849 w 233164"/>
                <a:gd name="csY172" fmla="*/ 108612 h 157421"/>
                <a:gd name="csX173" fmla="*/ 52781 w 233164"/>
                <a:gd name="csY173" fmla="*/ 106687 h 157421"/>
                <a:gd name="csX174" fmla="*/ 53922 w 233164"/>
                <a:gd name="csY174" fmla="*/ 103575 h 157421"/>
                <a:gd name="csX175" fmla="*/ 59218 w 233164"/>
                <a:gd name="csY175" fmla="*/ 99467 h 157421"/>
                <a:gd name="csX176" fmla="*/ 61051 w 233164"/>
                <a:gd name="csY176" fmla="*/ 98858 h 157421"/>
                <a:gd name="csX177" fmla="*/ 61607 w 233164"/>
                <a:gd name="csY177" fmla="*/ 98044 h 157421"/>
                <a:gd name="csX178" fmla="*/ 60914 w 233164"/>
                <a:gd name="csY178" fmla="*/ 97382 h 157421"/>
                <a:gd name="csX179" fmla="*/ 59803 w 233164"/>
                <a:gd name="csY179" fmla="*/ 96979 h 157421"/>
                <a:gd name="csX180" fmla="*/ 54477 w 233164"/>
                <a:gd name="csY180" fmla="*/ 101217 h 157421"/>
                <a:gd name="csX181" fmla="*/ 50597 w 233164"/>
                <a:gd name="csY181" fmla="*/ 102678 h 157421"/>
                <a:gd name="csX182" fmla="*/ 49448 w 233164"/>
                <a:gd name="csY182" fmla="*/ 102396 h 157421"/>
                <a:gd name="csX183" fmla="*/ 47440 w 233164"/>
                <a:gd name="csY183" fmla="*/ 100760 h 157421"/>
                <a:gd name="csX184" fmla="*/ 46793 w 233164"/>
                <a:gd name="csY184" fmla="*/ 100022 h 157421"/>
                <a:gd name="csX185" fmla="*/ 45925 w 233164"/>
                <a:gd name="csY185" fmla="*/ 98143 h 157421"/>
                <a:gd name="csX186" fmla="*/ 46032 w 233164"/>
                <a:gd name="csY186" fmla="*/ 97009 h 157421"/>
                <a:gd name="csX187" fmla="*/ 47873 w 233164"/>
                <a:gd name="csY187" fmla="*/ 93677 h 157421"/>
                <a:gd name="csX188" fmla="*/ 47577 w 233164"/>
                <a:gd name="csY188" fmla="*/ 93030 h 157421"/>
                <a:gd name="csX189" fmla="*/ 46306 w 233164"/>
                <a:gd name="csY189" fmla="*/ 92703 h 157421"/>
                <a:gd name="csX190" fmla="*/ 42890 w 233164"/>
                <a:gd name="csY190" fmla="*/ 89629 h 157421"/>
                <a:gd name="csX191" fmla="*/ 37487 w 233164"/>
                <a:gd name="csY191" fmla="*/ 89941 h 157421"/>
                <a:gd name="csX192" fmla="*/ 24104 w 233164"/>
                <a:gd name="csY192" fmla="*/ 88153 h 157421"/>
                <a:gd name="csX193" fmla="*/ 21335 w 233164"/>
                <a:gd name="csY193" fmla="*/ 88914 h 157421"/>
                <a:gd name="csX194" fmla="*/ 16777 w 233164"/>
                <a:gd name="csY194" fmla="*/ 91554 h 157421"/>
                <a:gd name="csX195" fmla="*/ 14023 w 233164"/>
                <a:gd name="csY195" fmla="*/ 92421 h 157421"/>
                <a:gd name="csX196" fmla="*/ 12752 w 233164"/>
                <a:gd name="csY196" fmla="*/ 91851 h 157421"/>
                <a:gd name="csX197" fmla="*/ 11596 w 233164"/>
                <a:gd name="csY197" fmla="*/ 90451 h 157421"/>
                <a:gd name="csX198" fmla="*/ 10546 w 233164"/>
                <a:gd name="csY198" fmla="*/ 88571 h 157421"/>
                <a:gd name="csX199" fmla="*/ 9602 w 233164"/>
                <a:gd name="csY199" fmla="*/ 86190 h 157421"/>
                <a:gd name="csX200" fmla="*/ 10005 w 233164"/>
                <a:gd name="csY200" fmla="*/ 84539 h 157421"/>
                <a:gd name="csX201" fmla="*/ 11771 w 233164"/>
                <a:gd name="csY201" fmla="*/ 83595 h 157421"/>
                <a:gd name="csX202" fmla="*/ 13064 w 233164"/>
                <a:gd name="csY202" fmla="*/ 83146 h 157421"/>
                <a:gd name="csX203" fmla="*/ 16709 w 233164"/>
                <a:gd name="csY203" fmla="*/ 83717 h 157421"/>
                <a:gd name="csX204" fmla="*/ 21152 w 233164"/>
                <a:gd name="csY204" fmla="*/ 82051 h 157421"/>
                <a:gd name="csX205" fmla="*/ 23982 w 233164"/>
                <a:gd name="csY205" fmla="*/ 81701 h 157421"/>
                <a:gd name="csX206" fmla="*/ 24796 w 233164"/>
                <a:gd name="csY206" fmla="*/ 81434 h 157421"/>
                <a:gd name="csX207" fmla="*/ 26463 w 233164"/>
                <a:gd name="csY207" fmla="*/ 79662 h 157421"/>
                <a:gd name="csX208" fmla="*/ 27284 w 233164"/>
                <a:gd name="csY208" fmla="*/ 79213 h 157421"/>
                <a:gd name="csX209" fmla="*/ 28563 w 233164"/>
                <a:gd name="csY209" fmla="*/ 79837 h 157421"/>
                <a:gd name="csX210" fmla="*/ 29186 w 233164"/>
                <a:gd name="csY210" fmla="*/ 81039 h 157421"/>
                <a:gd name="csX211" fmla="*/ 33653 w 233164"/>
                <a:gd name="csY211" fmla="*/ 79167 h 157421"/>
                <a:gd name="csX212" fmla="*/ 35190 w 233164"/>
                <a:gd name="csY212" fmla="*/ 78231 h 157421"/>
                <a:gd name="csX213" fmla="*/ 35365 w 233164"/>
                <a:gd name="csY213" fmla="*/ 77645 h 157421"/>
                <a:gd name="csX214" fmla="*/ 36034 w 233164"/>
                <a:gd name="csY214" fmla="*/ 76976 h 157421"/>
                <a:gd name="csX215" fmla="*/ 38256 w 233164"/>
                <a:gd name="csY215" fmla="*/ 77988 h 157421"/>
                <a:gd name="csX216" fmla="*/ 40059 w 233164"/>
                <a:gd name="csY216" fmla="*/ 78018 h 157421"/>
                <a:gd name="csX217" fmla="*/ 42304 w 233164"/>
                <a:gd name="csY217" fmla="*/ 77318 h 157421"/>
                <a:gd name="csX218" fmla="*/ 46275 w 233164"/>
                <a:gd name="csY218" fmla="*/ 77014 h 157421"/>
                <a:gd name="csX219" fmla="*/ 55170 w 233164"/>
                <a:gd name="csY219" fmla="*/ 76854 h 157421"/>
                <a:gd name="csX220" fmla="*/ 56501 w 233164"/>
                <a:gd name="csY220" fmla="*/ 75325 h 157421"/>
                <a:gd name="csX221" fmla="*/ 57125 w 233164"/>
                <a:gd name="csY221" fmla="*/ 73970 h 157421"/>
                <a:gd name="csX222" fmla="*/ 57909 w 233164"/>
                <a:gd name="csY222" fmla="*/ 70524 h 157421"/>
                <a:gd name="csX223" fmla="*/ 57559 w 233164"/>
                <a:gd name="csY223" fmla="*/ 69816 h 157421"/>
                <a:gd name="csX224" fmla="*/ 52012 w 233164"/>
                <a:gd name="csY224" fmla="*/ 72989 h 157421"/>
                <a:gd name="csX225" fmla="*/ 50742 w 233164"/>
                <a:gd name="csY225" fmla="*/ 72936 h 157421"/>
                <a:gd name="csX226" fmla="*/ 44312 w 233164"/>
                <a:gd name="csY226" fmla="*/ 71254 h 157421"/>
                <a:gd name="csX227" fmla="*/ 41992 w 233164"/>
                <a:gd name="csY227" fmla="*/ 69352 h 157421"/>
                <a:gd name="csX228" fmla="*/ 42753 w 233164"/>
                <a:gd name="csY228" fmla="*/ 67823 h 157421"/>
                <a:gd name="csX229" fmla="*/ 46161 w 233164"/>
                <a:gd name="csY229" fmla="*/ 64521 h 157421"/>
                <a:gd name="csX230" fmla="*/ 49677 w 233164"/>
                <a:gd name="csY230" fmla="*/ 61873 h 157421"/>
                <a:gd name="csX231" fmla="*/ 54850 w 233164"/>
                <a:gd name="csY231" fmla="*/ 58997 h 157421"/>
                <a:gd name="csX232" fmla="*/ 56060 w 233164"/>
                <a:gd name="csY232" fmla="*/ 57878 h 157421"/>
                <a:gd name="csX233" fmla="*/ 56189 w 233164"/>
                <a:gd name="csY233" fmla="*/ 56547 h 157421"/>
                <a:gd name="csX234" fmla="*/ 52735 w 233164"/>
                <a:gd name="csY234" fmla="*/ 54181 h 157421"/>
                <a:gd name="csX235" fmla="*/ 46214 w 233164"/>
                <a:gd name="csY235" fmla="*/ 54835 h 157421"/>
                <a:gd name="csX236" fmla="*/ 44541 w 233164"/>
                <a:gd name="csY236" fmla="*/ 52027 h 157421"/>
                <a:gd name="csX237" fmla="*/ 39116 w 233164"/>
                <a:gd name="csY237" fmla="*/ 50361 h 157421"/>
                <a:gd name="csX238" fmla="*/ 35509 w 233164"/>
                <a:gd name="csY238" fmla="*/ 51404 h 157421"/>
                <a:gd name="csX239" fmla="*/ 33592 w 233164"/>
                <a:gd name="csY239" fmla="*/ 49699 h 157421"/>
                <a:gd name="csX240" fmla="*/ 28905 w 233164"/>
                <a:gd name="csY240" fmla="*/ 52058 h 157421"/>
                <a:gd name="csX241" fmla="*/ 18603 w 233164"/>
                <a:gd name="csY241" fmla="*/ 55459 h 157421"/>
                <a:gd name="csX242" fmla="*/ 14502 w 233164"/>
                <a:gd name="csY242" fmla="*/ 57810 h 157421"/>
                <a:gd name="csX243" fmla="*/ 12296 w 233164"/>
                <a:gd name="csY243" fmla="*/ 58594 h 157421"/>
                <a:gd name="csX244" fmla="*/ 9754 w 233164"/>
                <a:gd name="csY244" fmla="*/ 56676 h 157421"/>
                <a:gd name="csX245" fmla="*/ 5372 w 233164"/>
                <a:gd name="csY245" fmla="*/ 54508 h 157421"/>
                <a:gd name="csX246" fmla="*/ 441 w 233164"/>
                <a:gd name="csY246" fmla="*/ 53831 h 157421"/>
                <a:gd name="csX247" fmla="*/ 0 w 233164"/>
                <a:gd name="csY247" fmla="*/ 52552 h 157421"/>
                <a:gd name="csX248" fmla="*/ 2876 w 233164"/>
                <a:gd name="csY248" fmla="*/ 48634 h 157421"/>
                <a:gd name="csX249" fmla="*/ 4847 w 233164"/>
                <a:gd name="csY249" fmla="*/ 47919 h 157421"/>
                <a:gd name="csX250" fmla="*/ 6825 w 233164"/>
                <a:gd name="csY250" fmla="*/ 48284 h 157421"/>
                <a:gd name="csX251" fmla="*/ 10606 w 233164"/>
                <a:gd name="csY251" fmla="*/ 51015 h 157421"/>
                <a:gd name="csX252" fmla="*/ 13216 w 233164"/>
                <a:gd name="csY252" fmla="*/ 51875 h 157421"/>
                <a:gd name="csX253" fmla="*/ 9944 w 233164"/>
                <a:gd name="csY253" fmla="*/ 47858 h 157421"/>
                <a:gd name="csX254" fmla="*/ 10028 w 233164"/>
                <a:gd name="csY254" fmla="*/ 46313 h 157421"/>
                <a:gd name="csX255" fmla="*/ 9777 w 233164"/>
                <a:gd name="csY255" fmla="*/ 43993 h 157421"/>
                <a:gd name="csX256" fmla="*/ 8773 w 233164"/>
                <a:gd name="csY256" fmla="*/ 42996 h 157421"/>
                <a:gd name="csX257" fmla="*/ 7769 w 233164"/>
                <a:gd name="csY257" fmla="*/ 40424 h 157421"/>
                <a:gd name="csX258" fmla="*/ 8179 w 233164"/>
                <a:gd name="csY258" fmla="*/ 39557 h 157421"/>
                <a:gd name="csX259" fmla="*/ 9465 w 233164"/>
                <a:gd name="csY259" fmla="*/ 39245 h 157421"/>
                <a:gd name="csX260" fmla="*/ 12098 w 233164"/>
                <a:gd name="csY260" fmla="*/ 40120 h 157421"/>
                <a:gd name="csX261" fmla="*/ 18360 w 233164"/>
                <a:gd name="csY261" fmla="*/ 44579 h 157421"/>
                <a:gd name="csX262" fmla="*/ 21433 w 233164"/>
                <a:gd name="csY262" fmla="*/ 43787 h 157421"/>
                <a:gd name="csX263" fmla="*/ 23115 w 233164"/>
                <a:gd name="csY263" fmla="*/ 42144 h 157421"/>
                <a:gd name="csX264" fmla="*/ 25420 w 233164"/>
                <a:gd name="csY264" fmla="*/ 40927 h 157421"/>
                <a:gd name="csX265" fmla="*/ 24766 w 233164"/>
                <a:gd name="csY265" fmla="*/ 40295 h 157421"/>
                <a:gd name="csX266" fmla="*/ 19356 w 233164"/>
                <a:gd name="csY266" fmla="*/ 40219 h 157421"/>
                <a:gd name="csX267" fmla="*/ 16458 w 233164"/>
                <a:gd name="csY267" fmla="*/ 39306 h 157421"/>
                <a:gd name="csX268" fmla="*/ 14997 w 233164"/>
                <a:gd name="csY268" fmla="*/ 37997 h 157421"/>
                <a:gd name="csX269" fmla="*/ 13726 w 233164"/>
                <a:gd name="csY269" fmla="*/ 35768 h 157421"/>
                <a:gd name="csX270" fmla="*/ 14175 w 233164"/>
                <a:gd name="csY270" fmla="*/ 34741 h 157421"/>
                <a:gd name="csX271" fmla="*/ 15681 w 233164"/>
                <a:gd name="csY271" fmla="*/ 33919 h 157421"/>
                <a:gd name="csX272" fmla="*/ 20300 w 233164"/>
                <a:gd name="csY272" fmla="*/ 34162 h 157421"/>
                <a:gd name="csX273" fmla="*/ 17256 w 233164"/>
                <a:gd name="csY273" fmla="*/ 30274 h 157421"/>
                <a:gd name="csX274" fmla="*/ 15141 w 233164"/>
                <a:gd name="csY274" fmla="*/ 28038 h 157421"/>
                <a:gd name="csX275" fmla="*/ 14913 w 233164"/>
                <a:gd name="csY275" fmla="*/ 26957 h 157421"/>
                <a:gd name="csX276" fmla="*/ 15057 w 233164"/>
                <a:gd name="csY276" fmla="*/ 25603 h 157421"/>
                <a:gd name="csX277" fmla="*/ 15339 w 233164"/>
                <a:gd name="csY277" fmla="*/ 24690 h 157421"/>
                <a:gd name="csX278" fmla="*/ 15773 w 233164"/>
                <a:gd name="csY278" fmla="*/ 24233 h 157421"/>
                <a:gd name="csX279" fmla="*/ 21068 w 233164"/>
                <a:gd name="csY279" fmla="*/ 26516 h 157421"/>
                <a:gd name="csX280" fmla="*/ 22232 w 233164"/>
                <a:gd name="csY280" fmla="*/ 26607 h 157421"/>
                <a:gd name="csX281" fmla="*/ 21159 w 233164"/>
                <a:gd name="csY281" fmla="*/ 25139 h 157421"/>
                <a:gd name="csX282" fmla="*/ 18831 w 233164"/>
                <a:gd name="csY282" fmla="*/ 22970 h 157421"/>
                <a:gd name="csX283" fmla="*/ 18732 w 233164"/>
                <a:gd name="csY283" fmla="*/ 22156 h 157421"/>
                <a:gd name="csX284" fmla="*/ 19714 w 233164"/>
                <a:gd name="csY284" fmla="*/ 21494 h 157421"/>
                <a:gd name="csX285" fmla="*/ 20193 w 233164"/>
                <a:gd name="csY285" fmla="*/ 20254 h 157421"/>
                <a:gd name="csX286" fmla="*/ 20239 w 233164"/>
                <a:gd name="csY286" fmla="*/ 19235 h 157421"/>
                <a:gd name="csX287" fmla="*/ 21844 w 233164"/>
                <a:gd name="csY287" fmla="*/ 18352 h 157421"/>
                <a:gd name="csX288" fmla="*/ 23473 w 233164"/>
                <a:gd name="csY288" fmla="*/ 18314 h 157421"/>
                <a:gd name="csX289" fmla="*/ 25108 w 233164"/>
                <a:gd name="csY289" fmla="*/ 19120 h 157421"/>
                <a:gd name="csX290" fmla="*/ 30176 w 233164"/>
                <a:gd name="csY290" fmla="*/ 23351 h 157421"/>
                <a:gd name="csX291" fmla="*/ 30898 w 233164"/>
                <a:gd name="csY291" fmla="*/ 24538 h 157421"/>
                <a:gd name="csX292" fmla="*/ 31142 w 233164"/>
                <a:gd name="csY292" fmla="*/ 26097 h 157421"/>
                <a:gd name="csX293" fmla="*/ 30891 w 233164"/>
                <a:gd name="csY293" fmla="*/ 28038 h 157421"/>
                <a:gd name="csX294" fmla="*/ 31104 w 233164"/>
                <a:gd name="csY294" fmla="*/ 28814 h 157421"/>
                <a:gd name="csX295" fmla="*/ 33082 w 233164"/>
                <a:gd name="csY295" fmla="*/ 28152 h 157421"/>
                <a:gd name="csX296" fmla="*/ 34665 w 233164"/>
                <a:gd name="csY296" fmla="*/ 28966 h 157421"/>
                <a:gd name="csX297" fmla="*/ 35449 w 233164"/>
                <a:gd name="csY297" fmla="*/ 28745 h 157421"/>
                <a:gd name="csX298" fmla="*/ 37419 w 233164"/>
                <a:gd name="csY298" fmla="*/ 25831 h 157421"/>
                <a:gd name="csX299" fmla="*/ 38773 w 233164"/>
                <a:gd name="csY299" fmla="*/ 26523 h 157421"/>
                <a:gd name="csX300" fmla="*/ 39587 w 233164"/>
                <a:gd name="csY300" fmla="*/ 27885 h 157421"/>
                <a:gd name="csX301" fmla="*/ 39846 w 233164"/>
                <a:gd name="csY301" fmla="*/ 29118 h 157421"/>
                <a:gd name="csX302" fmla="*/ 39968 w 233164"/>
                <a:gd name="csY302" fmla="*/ 30807 h 157421"/>
                <a:gd name="csX303" fmla="*/ 39618 w 233164"/>
                <a:gd name="csY303" fmla="*/ 34322 h 157421"/>
                <a:gd name="csX304" fmla="*/ 39709 w 233164"/>
                <a:gd name="csY304" fmla="*/ 34817 h 157421"/>
                <a:gd name="csX305" fmla="*/ 41086 w 233164"/>
                <a:gd name="csY305" fmla="*/ 32831 h 157421"/>
                <a:gd name="csX306" fmla="*/ 43430 w 233164"/>
                <a:gd name="csY306" fmla="*/ 32679 h 157421"/>
                <a:gd name="csX307" fmla="*/ 43734 w 233164"/>
                <a:gd name="csY307" fmla="*/ 31682 h 157421"/>
                <a:gd name="csX308" fmla="*/ 43803 w 233164"/>
                <a:gd name="csY308" fmla="*/ 27984 h 157421"/>
                <a:gd name="csX309" fmla="*/ 43613 w 233164"/>
                <a:gd name="csY309" fmla="*/ 24850 h 157421"/>
                <a:gd name="csX310" fmla="*/ 43354 w 233164"/>
                <a:gd name="csY310" fmla="*/ 24210 h 157421"/>
                <a:gd name="csX311" fmla="*/ 35639 w 233164"/>
                <a:gd name="csY311" fmla="*/ 19858 h 157421"/>
                <a:gd name="csX312" fmla="*/ 34300 w 233164"/>
                <a:gd name="csY312" fmla="*/ 18824 h 157421"/>
                <a:gd name="csX313" fmla="*/ 32618 w 233164"/>
                <a:gd name="csY313" fmla="*/ 16678 h 157421"/>
                <a:gd name="csX314" fmla="*/ 32960 w 233164"/>
                <a:gd name="csY314" fmla="*/ 15598 h 157421"/>
                <a:gd name="csX315" fmla="*/ 34467 w 233164"/>
                <a:gd name="csY315" fmla="*/ 14631 h 157421"/>
                <a:gd name="csX316" fmla="*/ 36727 w 233164"/>
                <a:gd name="csY316" fmla="*/ 14243 h 157421"/>
                <a:gd name="csX317" fmla="*/ 41984 w 233164"/>
                <a:gd name="csY317" fmla="*/ 14297 h 157421"/>
                <a:gd name="csX318" fmla="*/ 42517 w 233164"/>
                <a:gd name="csY318" fmla="*/ 13840 h 157421"/>
                <a:gd name="csX319" fmla="*/ 41497 w 233164"/>
                <a:gd name="csY319" fmla="*/ 12706 h 157421"/>
                <a:gd name="csX320" fmla="*/ 39070 w 233164"/>
                <a:gd name="csY320" fmla="*/ 11976 h 157421"/>
                <a:gd name="csX321" fmla="*/ 38500 w 233164"/>
                <a:gd name="csY321" fmla="*/ 11314 h 157421"/>
                <a:gd name="csX322" fmla="*/ 38210 w 233164"/>
                <a:gd name="csY322" fmla="*/ 10051 h 157421"/>
                <a:gd name="csX323" fmla="*/ 35327 w 233164"/>
                <a:gd name="csY323" fmla="*/ 10743 h 157421"/>
                <a:gd name="csX324" fmla="*/ 32108 w 233164"/>
                <a:gd name="csY324" fmla="*/ 10774 h 157421"/>
                <a:gd name="csX325" fmla="*/ 29012 w 233164"/>
                <a:gd name="csY325" fmla="*/ 9998 h 157421"/>
                <a:gd name="csX326" fmla="*/ 28951 w 233164"/>
                <a:gd name="csY326" fmla="*/ 9016 h 157421"/>
                <a:gd name="csX327" fmla="*/ 30168 w 233164"/>
                <a:gd name="csY327" fmla="*/ 7571 h 157421"/>
                <a:gd name="csX328" fmla="*/ 32702 w 233164"/>
                <a:gd name="csY328" fmla="*/ 5174 h 157421"/>
                <a:gd name="csX329" fmla="*/ 33874 w 233164"/>
                <a:gd name="csY329" fmla="*/ 4573 h 157421"/>
                <a:gd name="csX330" fmla="*/ 37412 w 233164"/>
                <a:gd name="csY330" fmla="*/ 4991 h 157421"/>
                <a:gd name="csX331" fmla="*/ 40919 w 233164"/>
                <a:gd name="csY331" fmla="*/ 4314 h 157421"/>
                <a:gd name="csX332" fmla="*/ 43765 w 233164"/>
                <a:gd name="csY332" fmla="*/ 5136 h 157421"/>
                <a:gd name="csX333" fmla="*/ 46024 w 233164"/>
                <a:gd name="csY333" fmla="*/ 7510 h 157421"/>
                <a:gd name="csX334" fmla="*/ 49227 w 233164"/>
                <a:gd name="csY334" fmla="*/ 11679 h 157421"/>
                <a:gd name="csX335" fmla="*/ 53564 w 233164"/>
                <a:gd name="csY335" fmla="*/ 14335 h 157421"/>
                <a:gd name="csX336" fmla="*/ 53968 w 233164"/>
                <a:gd name="csY336" fmla="*/ 15171 h 157421"/>
                <a:gd name="csX337" fmla="*/ 56273 w 233164"/>
                <a:gd name="csY337" fmla="*/ 17340 h 157421"/>
                <a:gd name="csX338" fmla="*/ 60869 w 233164"/>
                <a:gd name="csY338" fmla="*/ 23168 h 157421"/>
                <a:gd name="csX339" fmla="*/ 65533 w 233164"/>
                <a:gd name="csY339" fmla="*/ 26539 h 157421"/>
                <a:gd name="csX340" fmla="*/ 65746 w 233164"/>
                <a:gd name="csY340" fmla="*/ 27399 h 157421"/>
                <a:gd name="csX341" fmla="*/ 64977 w 233164"/>
                <a:gd name="csY341" fmla="*/ 28403 h 157421"/>
                <a:gd name="csX342" fmla="*/ 63182 w 233164"/>
                <a:gd name="csY342" fmla="*/ 29582 h 157421"/>
                <a:gd name="csX343" fmla="*/ 63592 w 233164"/>
                <a:gd name="csY343" fmla="*/ 30229 h 157421"/>
                <a:gd name="csX344" fmla="*/ 65936 w 233164"/>
                <a:gd name="csY344" fmla="*/ 31089 h 157421"/>
                <a:gd name="csX345" fmla="*/ 67625 w 233164"/>
                <a:gd name="csY345" fmla="*/ 33356 h 157421"/>
                <a:gd name="csX346" fmla="*/ 67739 w 233164"/>
                <a:gd name="csY346" fmla="*/ 34345 h 157421"/>
                <a:gd name="csX347" fmla="*/ 66210 w 233164"/>
                <a:gd name="csY347" fmla="*/ 41345 h 157421"/>
                <a:gd name="csX348" fmla="*/ 65396 w 233164"/>
                <a:gd name="csY348" fmla="*/ 42829 h 157421"/>
                <a:gd name="csX349" fmla="*/ 64468 w 233164"/>
                <a:gd name="csY349" fmla="*/ 43612 h 157421"/>
                <a:gd name="csX350" fmla="*/ 60161 w 233164"/>
                <a:gd name="csY350" fmla="*/ 42296 h 157421"/>
                <a:gd name="csX351" fmla="*/ 61181 w 233164"/>
                <a:gd name="csY351" fmla="*/ 44518 h 157421"/>
                <a:gd name="csX352" fmla="*/ 64262 w 233164"/>
                <a:gd name="csY352" fmla="*/ 46876 h 157421"/>
                <a:gd name="csX353" fmla="*/ 64954 w 233164"/>
                <a:gd name="csY353" fmla="*/ 48193 h 157421"/>
                <a:gd name="csX354" fmla="*/ 64498 w 233164"/>
                <a:gd name="csY354" fmla="*/ 49486 h 157421"/>
                <a:gd name="csX355" fmla="*/ 64833 w 233164"/>
                <a:gd name="csY355" fmla="*/ 49783 h 157421"/>
                <a:gd name="csX356" fmla="*/ 65959 w 233164"/>
                <a:gd name="csY356" fmla="*/ 49091 h 157421"/>
                <a:gd name="csX357" fmla="*/ 66431 w 233164"/>
                <a:gd name="csY357" fmla="*/ 49821 h 157421"/>
                <a:gd name="csX358" fmla="*/ 66233 w 233164"/>
                <a:gd name="csY358" fmla="*/ 51974 h 157421"/>
                <a:gd name="csX359" fmla="*/ 65753 w 233164"/>
                <a:gd name="csY359" fmla="*/ 53762 h 157421"/>
                <a:gd name="csX360" fmla="*/ 64985 w 233164"/>
                <a:gd name="csY360" fmla="*/ 55177 h 157421"/>
                <a:gd name="csX361" fmla="*/ 65213 w 233164"/>
                <a:gd name="csY361" fmla="*/ 55794 h 157421"/>
                <a:gd name="csX362" fmla="*/ 66415 w 233164"/>
                <a:gd name="csY362" fmla="*/ 55603 h 157421"/>
                <a:gd name="csX363" fmla="*/ 67541 w 233164"/>
                <a:gd name="csY363" fmla="*/ 55969 h 157421"/>
                <a:gd name="csX364" fmla="*/ 69307 w 233164"/>
                <a:gd name="csY364" fmla="*/ 57924 h 157421"/>
                <a:gd name="csX365" fmla="*/ 70737 w 233164"/>
                <a:gd name="csY365" fmla="*/ 63882 h 157421"/>
                <a:gd name="csX366" fmla="*/ 71445 w 233164"/>
                <a:gd name="csY366" fmla="*/ 65799 h 157421"/>
                <a:gd name="csX367" fmla="*/ 71962 w 233164"/>
                <a:gd name="csY367" fmla="*/ 64095 h 157421"/>
                <a:gd name="csX368" fmla="*/ 72601 w 233164"/>
                <a:gd name="csY368" fmla="*/ 59750 h 157421"/>
                <a:gd name="csX369" fmla="*/ 73202 w 233164"/>
                <a:gd name="csY369" fmla="*/ 57528 h 157421"/>
                <a:gd name="csX370" fmla="*/ 73773 w 233164"/>
                <a:gd name="csY370" fmla="*/ 57429 h 157421"/>
                <a:gd name="csX371" fmla="*/ 74260 w 233164"/>
                <a:gd name="csY371" fmla="*/ 56699 h 157421"/>
                <a:gd name="csX372" fmla="*/ 74671 w 233164"/>
                <a:gd name="csY372" fmla="*/ 55329 h 157421"/>
                <a:gd name="csX373" fmla="*/ 75508 w 233164"/>
                <a:gd name="csY373" fmla="*/ 50490 h 157421"/>
                <a:gd name="csX374" fmla="*/ 78399 w 233164"/>
                <a:gd name="csY374" fmla="*/ 46816 h 157421"/>
                <a:gd name="csX375" fmla="*/ 79776 w 233164"/>
                <a:gd name="csY375" fmla="*/ 45682 h 157421"/>
                <a:gd name="csX376" fmla="*/ 81077 w 233164"/>
                <a:gd name="csY376" fmla="*/ 45438 h 157421"/>
                <a:gd name="csX377" fmla="*/ 81701 w 233164"/>
                <a:gd name="csY377" fmla="*/ 45895 h 157421"/>
                <a:gd name="csX378" fmla="*/ 83869 w 233164"/>
                <a:gd name="csY378" fmla="*/ 49752 h 157421"/>
                <a:gd name="csX379" fmla="*/ 85186 w 233164"/>
                <a:gd name="csY379" fmla="*/ 50399 h 157421"/>
                <a:gd name="csX380" fmla="*/ 85855 w 233164"/>
                <a:gd name="csY380" fmla="*/ 50194 h 157421"/>
                <a:gd name="csX381" fmla="*/ 86783 w 233164"/>
                <a:gd name="csY381" fmla="*/ 47569 h 157421"/>
                <a:gd name="csX382" fmla="*/ 87955 w 233164"/>
                <a:gd name="csY382" fmla="*/ 42532 h 157421"/>
                <a:gd name="csX383" fmla="*/ 88221 w 233164"/>
                <a:gd name="csY383" fmla="*/ 36886 h 157421"/>
                <a:gd name="csX384" fmla="*/ 87590 w 233164"/>
                <a:gd name="csY384" fmla="*/ 30625 h 157421"/>
                <a:gd name="csX385" fmla="*/ 87955 w 233164"/>
                <a:gd name="csY385" fmla="*/ 26135 h 157421"/>
                <a:gd name="csX386" fmla="*/ 89332 w 233164"/>
                <a:gd name="csY386" fmla="*/ 23450 h 157421"/>
                <a:gd name="csX387" fmla="*/ 91136 w 233164"/>
                <a:gd name="csY387" fmla="*/ 22620 h 157421"/>
                <a:gd name="csX388" fmla="*/ 93380 w 233164"/>
                <a:gd name="csY388" fmla="*/ 23655 h 157421"/>
                <a:gd name="csX389" fmla="*/ 95016 w 233164"/>
                <a:gd name="csY389" fmla="*/ 25299 h 157421"/>
                <a:gd name="csX390" fmla="*/ 98242 w 233164"/>
                <a:gd name="csY390" fmla="*/ 31538 h 157421"/>
                <a:gd name="csX391" fmla="*/ 100852 w 233164"/>
                <a:gd name="csY391" fmla="*/ 34802 h 157421"/>
                <a:gd name="csX392" fmla="*/ 103089 w 233164"/>
                <a:gd name="csY392" fmla="*/ 38286 h 157421"/>
                <a:gd name="csX393" fmla="*/ 104245 w 233164"/>
                <a:gd name="csY393" fmla="*/ 39420 h 157421"/>
                <a:gd name="csX394" fmla="*/ 106467 w 233164"/>
                <a:gd name="csY394" fmla="*/ 39991 h 157421"/>
                <a:gd name="csX395" fmla="*/ 107060 w 233164"/>
                <a:gd name="csY395" fmla="*/ 39762 h 157421"/>
                <a:gd name="csX396" fmla="*/ 107456 w 233164"/>
                <a:gd name="csY396" fmla="*/ 38963 h 157421"/>
                <a:gd name="csX397" fmla="*/ 107661 w 233164"/>
                <a:gd name="csY397" fmla="*/ 37579 h 157421"/>
                <a:gd name="csX398" fmla="*/ 107182 w 233164"/>
                <a:gd name="csY398" fmla="*/ 28669 h 157421"/>
                <a:gd name="csX399" fmla="*/ 107806 w 233164"/>
                <a:gd name="csY399" fmla="*/ 25892 h 157421"/>
                <a:gd name="csX400" fmla="*/ 108749 w 233164"/>
                <a:gd name="csY400" fmla="*/ 23906 h 157421"/>
                <a:gd name="csX401" fmla="*/ 112751 w 233164"/>
                <a:gd name="csY401" fmla="*/ 22742 h 157421"/>
                <a:gd name="csX402" fmla="*/ 114935 w 233164"/>
                <a:gd name="csY402" fmla="*/ 21494 h 157421"/>
                <a:gd name="csX403" fmla="*/ 117058 w 233164"/>
                <a:gd name="csY403" fmla="*/ 19448 h 157421"/>
                <a:gd name="csX404" fmla="*/ 118816 w 233164"/>
                <a:gd name="csY404" fmla="*/ 18344 h 157421"/>
                <a:gd name="csX405" fmla="*/ 120216 w 233164"/>
                <a:gd name="csY405" fmla="*/ 18200 h 157421"/>
                <a:gd name="csX406" fmla="*/ 121669 w 233164"/>
                <a:gd name="csY406" fmla="*/ 18999 h 157421"/>
                <a:gd name="csX407" fmla="*/ 123198 w 233164"/>
                <a:gd name="csY407" fmla="*/ 20741 h 157421"/>
                <a:gd name="csX408" fmla="*/ 125572 w 233164"/>
                <a:gd name="csY408" fmla="*/ 24134 h 157421"/>
                <a:gd name="csX409" fmla="*/ 128562 w 233164"/>
                <a:gd name="csY409" fmla="*/ 29742 h 157421"/>
                <a:gd name="csX410" fmla="*/ 132366 w 233164"/>
                <a:gd name="csY410" fmla="*/ 33911 h 157421"/>
                <a:gd name="csX411" fmla="*/ 134352 w 233164"/>
                <a:gd name="csY411" fmla="*/ 40516 h 157421"/>
                <a:gd name="csX412" fmla="*/ 134778 w 233164"/>
                <a:gd name="csY412" fmla="*/ 41626 h 157421"/>
                <a:gd name="csX413" fmla="*/ 135250 w 233164"/>
                <a:gd name="csY413" fmla="*/ 41756 h 157421"/>
                <a:gd name="csX414" fmla="*/ 135752 w 233164"/>
                <a:gd name="csY414" fmla="*/ 40896 h 157421"/>
                <a:gd name="csX415" fmla="*/ 136072 w 233164"/>
                <a:gd name="csY415" fmla="*/ 39686 h 157421"/>
                <a:gd name="csX416" fmla="*/ 136163 w 233164"/>
                <a:gd name="csY416" fmla="*/ 36749 h 157421"/>
                <a:gd name="csX417" fmla="*/ 135098 w 233164"/>
                <a:gd name="csY417" fmla="*/ 32854 h 157421"/>
                <a:gd name="csX418" fmla="*/ 131545 w 233164"/>
                <a:gd name="csY418" fmla="*/ 22986 h 157421"/>
                <a:gd name="csX419" fmla="*/ 131484 w 233164"/>
                <a:gd name="csY419" fmla="*/ 21106 h 157421"/>
                <a:gd name="csX420" fmla="*/ 131933 w 233164"/>
                <a:gd name="csY420" fmla="*/ 19600 h 157421"/>
                <a:gd name="csX421" fmla="*/ 134436 w 233164"/>
                <a:gd name="csY421" fmla="*/ 19432 h 157421"/>
                <a:gd name="csX422" fmla="*/ 140264 w 233164"/>
                <a:gd name="csY422" fmla="*/ 20345 h 157421"/>
                <a:gd name="csX423" fmla="*/ 142121 w 233164"/>
                <a:gd name="csY423" fmla="*/ 21882 h 157421"/>
                <a:gd name="csX424" fmla="*/ 146085 w 233164"/>
                <a:gd name="csY424" fmla="*/ 27924 h 157421"/>
                <a:gd name="csX425" fmla="*/ 147195 w 233164"/>
                <a:gd name="csY425" fmla="*/ 29384 h 157421"/>
                <a:gd name="csX426" fmla="*/ 147873 w 233164"/>
                <a:gd name="csY426" fmla="*/ 29749 h 157421"/>
                <a:gd name="csX427" fmla="*/ 148124 w 233164"/>
                <a:gd name="csY427" fmla="*/ 29019 h 157421"/>
                <a:gd name="csX428" fmla="*/ 149661 w 233164"/>
                <a:gd name="csY428" fmla="*/ 27901 h 157421"/>
                <a:gd name="csX429" fmla="*/ 150718 w 233164"/>
                <a:gd name="csY429" fmla="*/ 26546 h 157421"/>
                <a:gd name="csX430" fmla="*/ 152491 w 233164"/>
                <a:gd name="csY430" fmla="*/ 23214 h 157421"/>
                <a:gd name="csX431" fmla="*/ 156364 w 233164"/>
                <a:gd name="csY431" fmla="*/ 17203 h 157421"/>
                <a:gd name="csX432" fmla="*/ 157170 w 233164"/>
                <a:gd name="csY432" fmla="*/ 17028 h 157421"/>
                <a:gd name="csX433" fmla="*/ 158296 w 233164"/>
                <a:gd name="csY433" fmla="*/ 17500 h 157421"/>
                <a:gd name="csX434" fmla="*/ 160282 w 233164"/>
                <a:gd name="csY434" fmla="*/ 19075 h 157421"/>
                <a:gd name="csX435" fmla="*/ 161226 w 233164"/>
                <a:gd name="csY435" fmla="*/ 20338 h 157421"/>
                <a:gd name="csX436" fmla="*/ 163090 w 233164"/>
                <a:gd name="csY436" fmla="*/ 21296 h 157421"/>
                <a:gd name="csX437" fmla="*/ 164999 w 233164"/>
                <a:gd name="csY437" fmla="*/ 20962 h 157421"/>
                <a:gd name="csX438" fmla="*/ 167640 w 233164"/>
                <a:gd name="csY438" fmla="*/ 18854 h 157421"/>
                <a:gd name="csX439" fmla="*/ 170630 w 233164"/>
                <a:gd name="csY439" fmla="*/ 17561 h 157421"/>
                <a:gd name="csX440" fmla="*/ 171650 w 233164"/>
                <a:gd name="csY440" fmla="*/ 14570 h 157421"/>
                <a:gd name="csX441" fmla="*/ 171840 w 233164"/>
                <a:gd name="csY441" fmla="*/ 13201 h 157421"/>
                <a:gd name="csX442" fmla="*/ 169435 w 233164"/>
                <a:gd name="csY442" fmla="*/ 4246 h 157421"/>
                <a:gd name="csX443" fmla="*/ 170447 w 233164"/>
                <a:gd name="csY443" fmla="*/ 2404 h 157421"/>
                <a:gd name="csX444" fmla="*/ 175659 w 233164"/>
                <a:gd name="csY444" fmla="*/ 175 h 157421"/>
                <a:gd name="csX445" fmla="*/ 180217 w 233164"/>
                <a:gd name="csY445" fmla="*/ 0 h 157421"/>
                <a:gd name="csX446" fmla="*/ 181297 w 233164"/>
                <a:gd name="csY446" fmla="*/ 616 h 157421"/>
                <a:gd name="csX447" fmla="*/ 184166 w 233164"/>
                <a:gd name="csY447" fmla="*/ 4991 h 157421"/>
                <a:gd name="csX448" fmla="*/ 186113 w 233164"/>
                <a:gd name="csY448" fmla="*/ 7182 h 157421"/>
                <a:gd name="csX449" fmla="*/ 187095 w 233164"/>
                <a:gd name="csY449" fmla="*/ 8940 h 157421"/>
                <a:gd name="csX450" fmla="*/ 187331 w 233164"/>
                <a:gd name="csY450" fmla="*/ 12813 h 157421"/>
                <a:gd name="csX451" fmla="*/ 188510 w 233164"/>
                <a:gd name="csY451" fmla="*/ 14236 h 1574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Lst>
              <a:rect l="l" t="t" r="r" b="b"/>
              <a:pathLst>
                <a:path w="233164" h="157421">
                  <a:moveTo>
                    <a:pt x="190739" y="15841"/>
                  </a:moveTo>
                  <a:lnTo>
                    <a:pt x="193189" y="16039"/>
                  </a:lnTo>
                  <a:lnTo>
                    <a:pt x="197191" y="14220"/>
                  </a:lnTo>
                  <a:lnTo>
                    <a:pt x="198865" y="13026"/>
                  </a:lnTo>
                  <a:lnTo>
                    <a:pt x="202981" y="8879"/>
                  </a:lnTo>
                  <a:lnTo>
                    <a:pt x="205409" y="7723"/>
                  </a:lnTo>
                  <a:lnTo>
                    <a:pt x="209160" y="8012"/>
                  </a:lnTo>
                  <a:lnTo>
                    <a:pt x="210963" y="7723"/>
                  </a:lnTo>
                  <a:lnTo>
                    <a:pt x="211008" y="8126"/>
                  </a:lnTo>
                  <a:lnTo>
                    <a:pt x="208703" y="9807"/>
                  </a:lnTo>
                  <a:lnTo>
                    <a:pt x="206862" y="10386"/>
                  </a:lnTo>
                  <a:lnTo>
                    <a:pt x="204214" y="12889"/>
                  </a:lnTo>
                  <a:lnTo>
                    <a:pt x="201696" y="18519"/>
                  </a:lnTo>
                  <a:lnTo>
                    <a:pt x="199832" y="21274"/>
                  </a:lnTo>
                  <a:lnTo>
                    <a:pt x="199847" y="22499"/>
                  </a:lnTo>
                  <a:lnTo>
                    <a:pt x="202114" y="24667"/>
                  </a:lnTo>
                  <a:lnTo>
                    <a:pt x="204602" y="25892"/>
                  </a:lnTo>
                  <a:lnTo>
                    <a:pt x="206885" y="24781"/>
                  </a:lnTo>
                  <a:lnTo>
                    <a:pt x="207881" y="25215"/>
                  </a:lnTo>
                  <a:lnTo>
                    <a:pt x="208779" y="26820"/>
                  </a:lnTo>
                  <a:lnTo>
                    <a:pt x="209289" y="28410"/>
                  </a:lnTo>
                  <a:lnTo>
                    <a:pt x="209403" y="29985"/>
                  </a:lnTo>
                  <a:lnTo>
                    <a:pt x="208992" y="33272"/>
                  </a:lnTo>
                  <a:lnTo>
                    <a:pt x="207623" y="36567"/>
                  </a:lnTo>
                  <a:lnTo>
                    <a:pt x="205766" y="39321"/>
                  </a:lnTo>
                  <a:lnTo>
                    <a:pt x="206025" y="40189"/>
                  </a:lnTo>
                  <a:lnTo>
                    <a:pt x="207516" y="40630"/>
                  </a:lnTo>
                  <a:lnTo>
                    <a:pt x="214584" y="38849"/>
                  </a:lnTo>
                  <a:lnTo>
                    <a:pt x="215323" y="38979"/>
                  </a:lnTo>
                  <a:lnTo>
                    <a:pt x="215726" y="39869"/>
                  </a:lnTo>
                  <a:lnTo>
                    <a:pt x="215810" y="41512"/>
                  </a:lnTo>
                  <a:lnTo>
                    <a:pt x="216198" y="42996"/>
                  </a:lnTo>
                  <a:lnTo>
                    <a:pt x="216898" y="44327"/>
                  </a:lnTo>
                  <a:lnTo>
                    <a:pt x="216677" y="45682"/>
                  </a:lnTo>
                  <a:lnTo>
                    <a:pt x="213580" y="49965"/>
                  </a:lnTo>
                  <a:lnTo>
                    <a:pt x="217240" y="47272"/>
                  </a:lnTo>
                  <a:lnTo>
                    <a:pt x="220123" y="46511"/>
                  </a:lnTo>
                  <a:lnTo>
                    <a:pt x="225069" y="47865"/>
                  </a:lnTo>
                  <a:lnTo>
                    <a:pt x="227093" y="49418"/>
                  </a:lnTo>
                  <a:lnTo>
                    <a:pt x="228272" y="52149"/>
                  </a:lnTo>
                  <a:lnTo>
                    <a:pt x="229984" y="51244"/>
                  </a:lnTo>
                  <a:lnTo>
                    <a:pt x="230730" y="51297"/>
                  </a:lnTo>
                  <a:lnTo>
                    <a:pt x="231848" y="52849"/>
                  </a:lnTo>
                  <a:lnTo>
                    <a:pt x="231886" y="54508"/>
                  </a:lnTo>
                  <a:lnTo>
                    <a:pt x="231065" y="56859"/>
                  </a:lnTo>
                  <a:lnTo>
                    <a:pt x="230783" y="59035"/>
                  </a:lnTo>
                  <a:lnTo>
                    <a:pt x="229924" y="59925"/>
                  </a:lnTo>
                  <a:lnTo>
                    <a:pt x="228318" y="60572"/>
                  </a:lnTo>
                  <a:lnTo>
                    <a:pt x="227862" y="61295"/>
                  </a:lnTo>
                  <a:lnTo>
                    <a:pt x="228569" y="62946"/>
                  </a:lnTo>
                  <a:lnTo>
                    <a:pt x="229611" y="64559"/>
                  </a:lnTo>
                  <a:lnTo>
                    <a:pt x="231088" y="64627"/>
                  </a:lnTo>
                  <a:lnTo>
                    <a:pt x="231354" y="65373"/>
                  </a:lnTo>
                  <a:lnTo>
                    <a:pt x="231384" y="66263"/>
                  </a:lnTo>
                  <a:lnTo>
                    <a:pt x="231186" y="67313"/>
                  </a:lnTo>
                  <a:lnTo>
                    <a:pt x="230707" y="68028"/>
                  </a:lnTo>
                  <a:lnTo>
                    <a:pt x="229939" y="68424"/>
                  </a:lnTo>
                  <a:lnTo>
                    <a:pt x="228927" y="69573"/>
                  </a:lnTo>
                  <a:lnTo>
                    <a:pt x="232640" y="72084"/>
                  </a:lnTo>
                  <a:lnTo>
                    <a:pt x="233111" y="73019"/>
                  </a:lnTo>
                  <a:lnTo>
                    <a:pt x="233165" y="74381"/>
                  </a:lnTo>
                  <a:lnTo>
                    <a:pt x="232876" y="75880"/>
                  </a:lnTo>
                  <a:lnTo>
                    <a:pt x="232244" y="77508"/>
                  </a:lnTo>
                  <a:lnTo>
                    <a:pt x="231126" y="78467"/>
                  </a:lnTo>
                  <a:lnTo>
                    <a:pt x="228447" y="78627"/>
                  </a:lnTo>
                  <a:lnTo>
                    <a:pt x="226804" y="79684"/>
                  </a:lnTo>
                  <a:lnTo>
                    <a:pt x="227367" y="81434"/>
                  </a:lnTo>
                  <a:lnTo>
                    <a:pt x="227321" y="83649"/>
                  </a:lnTo>
                  <a:lnTo>
                    <a:pt x="226827" y="86258"/>
                  </a:lnTo>
                  <a:lnTo>
                    <a:pt x="224719" y="90192"/>
                  </a:lnTo>
                  <a:lnTo>
                    <a:pt x="222741" y="92284"/>
                  </a:lnTo>
                  <a:lnTo>
                    <a:pt x="220801" y="93639"/>
                  </a:lnTo>
                  <a:lnTo>
                    <a:pt x="217346" y="93159"/>
                  </a:lnTo>
                  <a:lnTo>
                    <a:pt x="215467" y="92117"/>
                  </a:lnTo>
                  <a:lnTo>
                    <a:pt x="215673" y="95503"/>
                  </a:lnTo>
                  <a:lnTo>
                    <a:pt x="213755" y="97580"/>
                  </a:lnTo>
                  <a:lnTo>
                    <a:pt x="214113" y="99315"/>
                  </a:lnTo>
                  <a:lnTo>
                    <a:pt x="214782" y="100197"/>
                  </a:lnTo>
                  <a:lnTo>
                    <a:pt x="214455" y="102419"/>
                  </a:lnTo>
                  <a:lnTo>
                    <a:pt x="213542" y="104618"/>
                  </a:lnTo>
                  <a:lnTo>
                    <a:pt x="212013" y="106992"/>
                  </a:lnTo>
                  <a:lnTo>
                    <a:pt x="210278" y="108475"/>
                  </a:lnTo>
                  <a:lnTo>
                    <a:pt x="206831" y="110263"/>
                  </a:lnTo>
                  <a:lnTo>
                    <a:pt x="203887" y="113223"/>
                  </a:lnTo>
                  <a:lnTo>
                    <a:pt x="201878" y="114395"/>
                  </a:lnTo>
                  <a:lnTo>
                    <a:pt x="196872" y="114342"/>
                  </a:lnTo>
                  <a:lnTo>
                    <a:pt x="191766" y="116244"/>
                  </a:lnTo>
                  <a:lnTo>
                    <a:pt x="184554" y="120246"/>
                  </a:lnTo>
                  <a:lnTo>
                    <a:pt x="179692" y="123441"/>
                  </a:lnTo>
                  <a:lnTo>
                    <a:pt x="175941" y="127055"/>
                  </a:lnTo>
                  <a:lnTo>
                    <a:pt x="170988" y="132929"/>
                  </a:lnTo>
                  <a:lnTo>
                    <a:pt x="167313" y="135394"/>
                  </a:lnTo>
                  <a:lnTo>
                    <a:pt x="165190" y="136056"/>
                  </a:lnTo>
                  <a:lnTo>
                    <a:pt x="161058" y="136581"/>
                  </a:lnTo>
                  <a:lnTo>
                    <a:pt x="157596" y="138171"/>
                  </a:lnTo>
                  <a:lnTo>
                    <a:pt x="146100" y="141139"/>
                  </a:lnTo>
                  <a:lnTo>
                    <a:pt x="142212" y="142759"/>
                  </a:lnTo>
                  <a:lnTo>
                    <a:pt x="141710" y="144228"/>
                  </a:lnTo>
                  <a:lnTo>
                    <a:pt x="140097" y="146442"/>
                  </a:lnTo>
                  <a:lnTo>
                    <a:pt x="139998" y="147241"/>
                  </a:lnTo>
                  <a:lnTo>
                    <a:pt x="140698" y="147857"/>
                  </a:lnTo>
                  <a:lnTo>
                    <a:pt x="140835" y="148656"/>
                  </a:lnTo>
                  <a:lnTo>
                    <a:pt x="139412" y="151266"/>
                  </a:lnTo>
                  <a:lnTo>
                    <a:pt x="136566" y="153145"/>
                  </a:lnTo>
                  <a:lnTo>
                    <a:pt x="135227" y="153115"/>
                  </a:lnTo>
                  <a:lnTo>
                    <a:pt x="133599" y="151494"/>
                  </a:lnTo>
                  <a:lnTo>
                    <a:pt x="132891" y="151555"/>
                  </a:lnTo>
                  <a:lnTo>
                    <a:pt x="132610" y="151806"/>
                  </a:lnTo>
                  <a:lnTo>
                    <a:pt x="132595" y="152308"/>
                  </a:lnTo>
                  <a:lnTo>
                    <a:pt x="133531" y="154256"/>
                  </a:lnTo>
                  <a:lnTo>
                    <a:pt x="131811" y="155154"/>
                  </a:lnTo>
                  <a:lnTo>
                    <a:pt x="124324" y="157421"/>
                  </a:lnTo>
                  <a:lnTo>
                    <a:pt x="111580" y="155747"/>
                  </a:lnTo>
                  <a:lnTo>
                    <a:pt x="106535" y="154005"/>
                  </a:lnTo>
                  <a:lnTo>
                    <a:pt x="100304" y="151220"/>
                  </a:lnTo>
                  <a:lnTo>
                    <a:pt x="96598" y="150482"/>
                  </a:lnTo>
                  <a:lnTo>
                    <a:pt x="91341" y="150300"/>
                  </a:lnTo>
                  <a:lnTo>
                    <a:pt x="87019" y="146404"/>
                  </a:lnTo>
                  <a:lnTo>
                    <a:pt x="85018" y="143992"/>
                  </a:lnTo>
                  <a:lnTo>
                    <a:pt x="84858" y="142988"/>
                  </a:lnTo>
                  <a:lnTo>
                    <a:pt x="85087" y="141839"/>
                  </a:lnTo>
                  <a:lnTo>
                    <a:pt x="85536" y="141055"/>
                  </a:lnTo>
                  <a:lnTo>
                    <a:pt x="86205" y="140637"/>
                  </a:lnTo>
                  <a:lnTo>
                    <a:pt x="87628" y="140591"/>
                  </a:lnTo>
                  <a:lnTo>
                    <a:pt x="87818" y="140249"/>
                  </a:lnTo>
                  <a:lnTo>
                    <a:pt x="86730" y="138308"/>
                  </a:lnTo>
                  <a:lnTo>
                    <a:pt x="85688" y="138940"/>
                  </a:lnTo>
                  <a:lnTo>
                    <a:pt x="82911" y="141679"/>
                  </a:lnTo>
                  <a:lnTo>
                    <a:pt x="81670" y="141580"/>
                  </a:lnTo>
                  <a:lnTo>
                    <a:pt x="80042" y="140211"/>
                  </a:lnTo>
                  <a:lnTo>
                    <a:pt x="79981" y="138879"/>
                  </a:lnTo>
                  <a:lnTo>
                    <a:pt x="76809" y="138369"/>
                  </a:lnTo>
                  <a:lnTo>
                    <a:pt x="74047" y="136703"/>
                  </a:lnTo>
                  <a:lnTo>
                    <a:pt x="71300" y="134306"/>
                  </a:lnTo>
                  <a:lnTo>
                    <a:pt x="70889" y="133393"/>
                  </a:lnTo>
                  <a:lnTo>
                    <a:pt x="72213" y="132047"/>
                  </a:lnTo>
                  <a:lnTo>
                    <a:pt x="71954" y="131788"/>
                  </a:lnTo>
                  <a:lnTo>
                    <a:pt x="70958" y="131560"/>
                  </a:lnTo>
                  <a:lnTo>
                    <a:pt x="68957" y="132001"/>
                  </a:lnTo>
                  <a:lnTo>
                    <a:pt x="65936" y="135037"/>
                  </a:lnTo>
                  <a:lnTo>
                    <a:pt x="64635" y="135737"/>
                  </a:lnTo>
                  <a:lnTo>
                    <a:pt x="44906" y="136444"/>
                  </a:lnTo>
                  <a:lnTo>
                    <a:pt x="39899" y="136756"/>
                  </a:lnTo>
                  <a:lnTo>
                    <a:pt x="38933" y="137220"/>
                  </a:lnTo>
                  <a:lnTo>
                    <a:pt x="38066" y="135250"/>
                  </a:lnTo>
                  <a:lnTo>
                    <a:pt x="37290" y="130837"/>
                  </a:lnTo>
                  <a:lnTo>
                    <a:pt x="37001" y="127923"/>
                  </a:lnTo>
                  <a:lnTo>
                    <a:pt x="37198" y="126508"/>
                  </a:lnTo>
                  <a:lnTo>
                    <a:pt x="37891" y="124811"/>
                  </a:lnTo>
                  <a:lnTo>
                    <a:pt x="38963" y="125100"/>
                  </a:lnTo>
                  <a:lnTo>
                    <a:pt x="39983" y="126447"/>
                  </a:lnTo>
                  <a:lnTo>
                    <a:pt x="40911" y="128356"/>
                  </a:lnTo>
                  <a:lnTo>
                    <a:pt x="41969" y="129285"/>
                  </a:lnTo>
                  <a:lnTo>
                    <a:pt x="48855" y="126956"/>
                  </a:lnTo>
                  <a:lnTo>
                    <a:pt x="51655" y="125389"/>
                  </a:lnTo>
                  <a:lnTo>
                    <a:pt x="52842" y="123905"/>
                  </a:lnTo>
                  <a:lnTo>
                    <a:pt x="54242" y="121364"/>
                  </a:lnTo>
                  <a:lnTo>
                    <a:pt x="55725" y="120063"/>
                  </a:lnTo>
                  <a:lnTo>
                    <a:pt x="56433" y="118838"/>
                  </a:lnTo>
                  <a:lnTo>
                    <a:pt x="57825" y="114935"/>
                  </a:lnTo>
                  <a:lnTo>
                    <a:pt x="58784" y="113124"/>
                  </a:lnTo>
                  <a:lnTo>
                    <a:pt x="59940" y="111777"/>
                  </a:lnTo>
                  <a:lnTo>
                    <a:pt x="61280" y="110910"/>
                  </a:lnTo>
                  <a:lnTo>
                    <a:pt x="64323" y="110294"/>
                  </a:lnTo>
                  <a:lnTo>
                    <a:pt x="62322" y="109373"/>
                  </a:lnTo>
                  <a:lnTo>
                    <a:pt x="60405" y="109373"/>
                  </a:lnTo>
                  <a:lnTo>
                    <a:pt x="53907" y="113505"/>
                  </a:lnTo>
                  <a:lnTo>
                    <a:pt x="51723" y="113505"/>
                  </a:lnTo>
                  <a:lnTo>
                    <a:pt x="51815" y="112858"/>
                  </a:lnTo>
                  <a:lnTo>
                    <a:pt x="52735" y="111694"/>
                  </a:lnTo>
                  <a:lnTo>
                    <a:pt x="54972" y="109677"/>
                  </a:lnTo>
                  <a:lnTo>
                    <a:pt x="53435" y="109525"/>
                  </a:lnTo>
                  <a:lnTo>
                    <a:pt x="52849" y="108612"/>
                  </a:lnTo>
                  <a:lnTo>
                    <a:pt x="52781" y="106687"/>
                  </a:lnTo>
                  <a:lnTo>
                    <a:pt x="53922" y="103575"/>
                  </a:lnTo>
                  <a:lnTo>
                    <a:pt x="59218" y="99467"/>
                  </a:lnTo>
                  <a:lnTo>
                    <a:pt x="61051" y="98858"/>
                  </a:lnTo>
                  <a:lnTo>
                    <a:pt x="61607" y="98044"/>
                  </a:lnTo>
                  <a:lnTo>
                    <a:pt x="60914" y="97382"/>
                  </a:lnTo>
                  <a:lnTo>
                    <a:pt x="59803" y="96979"/>
                  </a:lnTo>
                  <a:lnTo>
                    <a:pt x="54477" y="101217"/>
                  </a:lnTo>
                  <a:lnTo>
                    <a:pt x="50597" y="102678"/>
                  </a:lnTo>
                  <a:lnTo>
                    <a:pt x="49448" y="102396"/>
                  </a:lnTo>
                  <a:lnTo>
                    <a:pt x="47440" y="100760"/>
                  </a:lnTo>
                  <a:lnTo>
                    <a:pt x="46793" y="100022"/>
                  </a:lnTo>
                  <a:lnTo>
                    <a:pt x="45925" y="98143"/>
                  </a:lnTo>
                  <a:lnTo>
                    <a:pt x="46032" y="97009"/>
                  </a:lnTo>
                  <a:lnTo>
                    <a:pt x="47873" y="93677"/>
                  </a:lnTo>
                  <a:lnTo>
                    <a:pt x="47577" y="93030"/>
                  </a:lnTo>
                  <a:lnTo>
                    <a:pt x="46306" y="92703"/>
                  </a:lnTo>
                  <a:lnTo>
                    <a:pt x="42890" y="89629"/>
                  </a:lnTo>
                  <a:lnTo>
                    <a:pt x="37487" y="89941"/>
                  </a:lnTo>
                  <a:lnTo>
                    <a:pt x="24104" y="88153"/>
                  </a:lnTo>
                  <a:lnTo>
                    <a:pt x="21335" y="88914"/>
                  </a:lnTo>
                  <a:lnTo>
                    <a:pt x="16777" y="91554"/>
                  </a:lnTo>
                  <a:lnTo>
                    <a:pt x="14023" y="92421"/>
                  </a:lnTo>
                  <a:lnTo>
                    <a:pt x="12752" y="91851"/>
                  </a:lnTo>
                  <a:lnTo>
                    <a:pt x="11596" y="90451"/>
                  </a:lnTo>
                  <a:lnTo>
                    <a:pt x="10546" y="88571"/>
                  </a:lnTo>
                  <a:lnTo>
                    <a:pt x="9602" y="86190"/>
                  </a:lnTo>
                  <a:lnTo>
                    <a:pt x="10005" y="84539"/>
                  </a:lnTo>
                  <a:lnTo>
                    <a:pt x="11771" y="83595"/>
                  </a:lnTo>
                  <a:lnTo>
                    <a:pt x="13064" y="83146"/>
                  </a:lnTo>
                  <a:lnTo>
                    <a:pt x="16709" y="83717"/>
                  </a:lnTo>
                  <a:lnTo>
                    <a:pt x="21152" y="82051"/>
                  </a:lnTo>
                  <a:lnTo>
                    <a:pt x="23982" y="81701"/>
                  </a:lnTo>
                  <a:lnTo>
                    <a:pt x="24796" y="81434"/>
                  </a:lnTo>
                  <a:lnTo>
                    <a:pt x="26463" y="79662"/>
                  </a:lnTo>
                  <a:lnTo>
                    <a:pt x="27284" y="79213"/>
                  </a:lnTo>
                  <a:lnTo>
                    <a:pt x="28563" y="79837"/>
                  </a:lnTo>
                  <a:lnTo>
                    <a:pt x="29186" y="81039"/>
                  </a:lnTo>
                  <a:lnTo>
                    <a:pt x="33653" y="79167"/>
                  </a:lnTo>
                  <a:lnTo>
                    <a:pt x="35190" y="78231"/>
                  </a:lnTo>
                  <a:lnTo>
                    <a:pt x="35365" y="77645"/>
                  </a:lnTo>
                  <a:lnTo>
                    <a:pt x="36034" y="76976"/>
                  </a:lnTo>
                  <a:lnTo>
                    <a:pt x="38256" y="77988"/>
                  </a:lnTo>
                  <a:lnTo>
                    <a:pt x="40059" y="78018"/>
                  </a:lnTo>
                  <a:lnTo>
                    <a:pt x="42304" y="77318"/>
                  </a:lnTo>
                  <a:lnTo>
                    <a:pt x="46275" y="77014"/>
                  </a:lnTo>
                  <a:lnTo>
                    <a:pt x="55170" y="76854"/>
                  </a:lnTo>
                  <a:lnTo>
                    <a:pt x="56501" y="75325"/>
                  </a:lnTo>
                  <a:lnTo>
                    <a:pt x="57125" y="73970"/>
                  </a:lnTo>
                  <a:lnTo>
                    <a:pt x="57909" y="70524"/>
                  </a:lnTo>
                  <a:lnTo>
                    <a:pt x="57559" y="69816"/>
                  </a:lnTo>
                  <a:lnTo>
                    <a:pt x="52012" y="72989"/>
                  </a:lnTo>
                  <a:lnTo>
                    <a:pt x="50742" y="72936"/>
                  </a:lnTo>
                  <a:lnTo>
                    <a:pt x="44312" y="71254"/>
                  </a:lnTo>
                  <a:lnTo>
                    <a:pt x="41992" y="69352"/>
                  </a:lnTo>
                  <a:lnTo>
                    <a:pt x="42753" y="67823"/>
                  </a:lnTo>
                  <a:lnTo>
                    <a:pt x="46161" y="64521"/>
                  </a:lnTo>
                  <a:lnTo>
                    <a:pt x="49677" y="61873"/>
                  </a:lnTo>
                  <a:lnTo>
                    <a:pt x="54850" y="58997"/>
                  </a:lnTo>
                  <a:lnTo>
                    <a:pt x="56060" y="57878"/>
                  </a:lnTo>
                  <a:lnTo>
                    <a:pt x="56189" y="56547"/>
                  </a:lnTo>
                  <a:lnTo>
                    <a:pt x="52735" y="54181"/>
                  </a:lnTo>
                  <a:lnTo>
                    <a:pt x="46214" y="54835"/>
                  </a:lnTo>
                  <a:lnTo>
                    <a:pt x="44541" y="52027"/>
                  </a:lnTo>
                  <a:lnTo>
                    <a:pt x="39116" y="50361"/>
                  </a:lnTo>
                  <a:lnTo>
                    <a:pt x="35509" y="51404"/>
                  </a:lnTo>
                  <a:lnTo>
                    <a:pt x="33592" y="49699"/>
                  </a:lnTo>
                  <a:lnTo>
                    <a:pt x="28905" y="52058"/>
                  </a:lnTo>
                  <a:lnTo>
                    <a:pt x="18603" y="55459"/>
                  </a:lnTo>
                  <a:lnTo>
                    <a:pt x="14502" y="57810"/>
                  </a:lnTo>
                  <a:lnTo>
                    <a:pt x="12296" y="58594"/>
                  </a:lnTo>
                  <a:lnTo>
                    <a:pt x="9754" y="56676"/>
                  </a:lnTo>
                  <a:lnTo>
                    <a:pt x="5372" y="54508"/>
                  </a:lnTo>
                  <a:lnTo>
                    <a:pt x="441" y="53831"/>
                  </a:lnTo>
                  <a:lnTo>
                    <a:pt x="0" y="52552"/>
                  </a:lnTo>
                  <a:lnTo>
                    <a:pt x="2876" y="48634"/>
                  </a:lnTo>
                  <a:lnTo>
                    <a:pt x="4847" y="47919"/>
                  </a:lnTo>
                  <a:lnTo>
                    <a:pt x="6825" y="48284"/>
                  </a:lnTo>
                  <a:lnTo>
                    <a:pt x="10606" y="51015"/>
                  </a:lnTo>
                  <a:lnTo>
                    <a:pt x="13216" y="51875"/>
                  </a:lnTo>
                  <a:lnTo>
                    <a:pt x="9944" y="47858"/>
                  </a:lnTo>
                  <a:lnTo>
                    <a:pt x="10028" y="46313"/>
                  </a:lnTo>
                  <a:lnTo>
                    <a:pt x="9777" y="43993"/>
                  </a:lnTo>
                  <a:lnTo>
                    <a:pt x="8773" y="42996"/>
                  </a:lnTo>
                  <a:lnTo>
                    <a:pt x="7769" y="40424"/>
                  </a:lnTo>
                  <a:lnTo>
                    <a:pt x="8179" y="39557"/>
                  </a:lnTo>
                  <a:lnTo>
                    <a:pt x="9465" y="39245"/>
                  </a:lnTo>
                  <a:lnTo>
                    <a:pt x="12098" y="40120"/>
                  </a:lnTo>
                  <a:lnTo>
                    <a:pt x="18360" y="44579"/>
                  </a:lnTo>
                  <a:lnTo>
                    <a:pt x="21433" y="43787"/>
                  </a:lnTo>
                  <a:lnTo>
                    <a:pt x="23115" y="42144"/>
                  </a:lnTo>
                  <a:lnTo>
                    <a:pt x="25420" y="40927"/>
                  </a:lnTo>
                  <a:lnTo>
                    <a:pt x="24766" y="40295"/>
                  </a:lnTo>
                  <a:lnTo>
                    <a:pt x="19356" y="40219"/>
                  </a:lnTo>
                  <a:lnTo>
                    <a:pt x="16458" y="39306"/>
                  </a:lnTo>
                  <a:lnTo>
                    <a:pt x="14997" y="37997"/>
                  </a:lnTo>
                  <a:lnTo>
                    <a:pt x="13726" y="35768"/>
                  </a:lnTo>
                  <a:lnTo>
                    <a:pt x="14175" y="34741"/>
                  </a:lnTo>
                  <a:lnTo>
                    <a:pt x="15681" y="33919"/>
                  </a:lnTo>
                  <a:lnTo>
                    <a:pt x="20300" y="34162"/>
                  </a:lnTo>
                  <a:lnTo>
                    <a:pt x="17256" y="30274"/>
                  </a:lnTo>
                  <a:lnTo>
                    <a:pt x="15141" y="28038"/>
                  </a:lnTo>
                  <a:lnTo>
                    <a:pt x="14913" y="26957"/>
                  </a:lnTo>
                  <a:lnTo>
                    <a:pt x="15057" y="25603"/>
                  </a:lnTo>
                  <a:lnTo>
                    <a:pt x="15339" y="24690"/>
                  </a:lnTo>
                  <a:lnTo>
                    <a:pt x="15773" y="24233"/>
                  </a:lnTo>
                  <a:lnTo>
                    <a:pt x="21068" y="26516"/>
                  </a:lnTo>
                  <a:lnTo>
                    <a:pt x="22232" y="26607"/>
                  </a:lnTo>
                  <a:lnTo>
                    <a:pt x="21159" y="25139"/>
                  </a:lnTo>
                  <a:lnTo>
                    <a:pt x="18831" y="22970"/>
                  </a:lnTo>
                  <a:lnTo>
                    <a:pt x="18732" y="22156"/>
                  </a:lnTo>
                  <a:lnTo>
                    <a:pt x="19714" y="21494"/>
                  </a:lnTo>
                  <a:lnTo>
                    <a:pt x="20193" y="20254"/>
                  </a:lnTo>
                  <a:lnTo>
                    <a:pt x="20239" y="19235"/>
                  </a:lnTo>
                  <a:lnTo>
                    <a:pt x="21844" y="18352"/>
                  </a:lnTo>
                  <a:lnTo>
                    <a:pt x="23473" y="18314"/>
                  </a:lnTo>
                  <a:lnTo>
                    <a:pt x="25108" y="19120"/>
                  </a:lnTo>
                  <a:lnTo>
                    <a:pt x="30176" y="23351"/>
                  </a:lnTo>
                  <a:lnTo>
                    <a:pt x="30898" y="24538"/>
                  </a:lnTo>
                  <a:lnTo>
                    <a:pt x="31142" y="26097"/>
                  </a:lnTo>
                  <a:lnTo>
                    <a:pt x="30891" y="28038"/>
                  </a:lnTo>
                  <a:lnTo>
                    <a:pt x="31104" y="28814"/>
                  </a:lnTo>
                  <a:lnTo>
                    <a:pt x="33082" y="28152"/>
                  </a:lnTo>
                  <a:lnTo>
                    <a:pt x="34665" y="28966"/>
                  </a:lnTo>
                  <a:lnTo>
                    <a:pt x="35449" y="28745"/>
                  </a:lnTo>
                  <a:lnTo>
                    <a:pt x="37419" y="25831"/>
                  </a:lnTo>
                  <a:lnTo>
                    <a:pt x="38773" y="26523"/>
                  </a:lnTo>
                  <a:lnTo>
                    <a:pt x="39587" y="27885"/>
                  </a:lnTo>
                  <a:lnTo>
                    <a:pt x="39846" y="29118"/>
                  </a:lnTo>
                  <a:lnTo>
                    <a:pt x="39968" y="30807"/>
                  </a:lnTo>
                  <a:lnTo>
                    <a:pt x="39618" y="34322"/>
                  </a:lnTo>
                  <a:lnTo>
                    <a:pt x="39709" y="34817"/>
                  </a:lnTo>
                  <a:lnTo>
                    <a:pt x="41086" y="32831"/>
                  </a:lnTo>
                  <a:lnTo>
                    <a:pt x="43430" y="32679"/>
                  </a:lnTo>
                  <a:lnTo>
                    <a:pt x="43734" y="31682"/>
                  </a:lnTo>
                  <a:lnTo>
                    <a:pt x="43803" y="27984"/>
                  </a:lnTo>
                  <a:lnTo>
                    <a:pt x="43613" y="24850"/>
                  </a:lnTo>
                  <a:lnTo>
                    <a:pt x="43354" y="24210"/>
                  </a:lnTo>
                  <a:lnTo>
                    <a:pt x="35639" y="19858"/>
                  </a:lnTo>
                  <a:lnTo>
                    <a:pt x="34300" y="18824"/>
                  </a:lnTo>
                  <a:lnTo>
                    <a:pt x="32618" y="16678"/>
                  </a:lnTo>
                  <a:lnTo>
                    <a:pt x="32960" y="15598"/>
                  </a:lnTo>
                  <a:lnTo>
                    <a:pt x="34467" y="14631"/>
                  </a:lnTo>
                  <a:lnTo>
                    <a:pt x="36727" y="14243"/>
                  </a:lnTo>
                  <a:lnTo>
                    <a:pt x="41984" y="14297"/>
                  </a:lnTo>
                  <a:lnTo>
                    <a:pt x="42517" y="13840"/>
                  </a:lnTo>
                  <a:lnTo>
                    <a:pt x="41497" y="12706"/>
                  </a:lnTo>
                  <a:lnTo>
                    <a:pt x="39070" y="11976"/>
                  </a:lnTo>
                  <a:lnTo>
                    <a:pt x="38500" y="11314"/>
                  </a:lnTo>
                  <a:lnTo>
                    <a:pt x="38210" y="10051"/>
                  </a:lnTo>
                  <a:lnTo>
                    <a:pt x="35327" y="10743"/>
                  </a:lnTo>
                  <a:lnTo>
                    <a:pt x="32108" y="10774"/>
                  </a:lnTo>
                  <a:lnTo>
                    <a:pt x="29012" y="9998"/>
                  </a:lnTo>
                  <a:lnTo>
                    <a:pt x="28951" y="9016"/>
                  </a:lnTo>
                  <a:lnTo>
                    <a:pt x="30168" y="7571"/>
                  </a:lnTo>
                  <a:lnTo>
                    <a:pt x="32702" y="5174"/>
                  </a:lnTo>
                  <a:lnTo>
                    <a:pt x="33874" y="4573"/>
                  </a:lnTo>
                  <a:lnTo>
                    <a:pt x="37412" y="4991"/>
                  </a:lnTo>
                  <a:lnTo>
                    <a:pt x="40919" y="4314"/>
                  </a:lnTo>
                  <a:lnTo>
                    <a:pt x="43765" y="5136"/>
                  </a:lnTo>
                  <a:lnTo>
                    <a:pt x="46024" y="7510"/>
                  </a:lnTo>
                  <a:lnTo>
                    <a:pt x="49227" y="11679"/>
                  </a:lnTo>
                  <a:lnTo>
                    <a:pt x="53564" y="14335"/>
                  </a:lnTo>
                  <a:lnTo>
                    <a:pt x="53968" y="15171"/>
                  </a:lnTo>
                  <a:lnTo>
                    <a:pt x="56273" y="17340"/>
                  </a:lnTo>
                  <a:lnTo>
                    <a:pt x="60869" y="23168"/>
                  </a:lnTo>
                  <a:lnTo>
                    <a:pt x="65533" y="26539"/>
                  </a:lnTo>
                  <a:lnTo>
                    <a:pt x="65746" y="27399"/>
                  </a:lnTo>
                  <a:lnTo>
                    <a:pt x="64977" y="28403"/>
                  </a:lnTo>
                  <a:lnTo>
                    <a:pt x="63182" y="29582"/>
                  </a:lnTo>
                  <a:lnTo>
                    <a:pt x="63592" y="30229"/>
                  </a:lnTo>
                  <a:lnTo>
                    <a:pt x="65936" y="31089"/>
                  </a:lnTo>
                  <a:lnTo>
                    <a:pt x="67625" y="33356"/>
                  </a:lnTo>
                  <a:lnTo>
                    <a:pt x="67739" y="34345"/>
                  </a:lnTo>
                  <a:lnTo>
                    <a:pt x="66210" y="41345"/>
                  </a:lnTo>
                  <a:lnTo>
                    <a:pt x="65396" y="42829"/>
                  </a:lnTo>
                  <a:lnTo>
                    <a:pt x="64468" y="43612"/>
                  </a:lnTo>
                  <a:lnTo>
                    <a:pt x="60161" y="42296"/>
                  </a:lnTo>
                  <a:lnTo>
                    <a:pt x="61181" y="44518"/>
                  </a:lnTo>
                  <a:lnTo>
                    <a:pt x="64262" y="46876"/>
                  </a:lnTo>
                  <a:lnTo>
                    <a:pt x="64954" y="48193"/>
                  </a:lnTo>
                  <a:lnTo>
                    <a:pt x="64498" y="49486"/>
                  </a:lnTo>
                  <a:lnTo>
                    <a:pt x="64833" y="49783"/>
                  </a:lnTo>
                  <a:lnTo>
                    <a:pt x="65959" y="49091"/>
                  </a:lnTo>
                  <a:lnTo>
                    <a:pt x="66431" y="49821"/>
                  </a:lnTo>
                  <a:lnTo>
                    <a:pt x="66233" y="51974"/>
                  </a:lnTo>
                  <a:lnTo>
                    <a:pt x="65753" y="53762"/>
                  </a:lnTo>
                  <a:lnTo>
                    <a:pt x="64985" y="55177"/>
                  </a:lnTo>
                  <a:lnTo>
                    <a:pt x="65213" y="55794"/>
                  </a:lnTo>
                  <a:lnTo>
                    <a:pt x="66415" y="55603"/>
                  </a:lnTo>
                  <a:lnTo>
                    <a:pt x="67541" y="55969"/>
                  </a:lnTo>
                  <a:lnTo>
                    <a:pt x="69307" y="57924"/>
                  </a:lnTo>
                  <a:lnTo>
                    <a:pt x="70737" y="63882"/>
                  </a:lnTo>
                  <a:lnTo>
                    <a:pt x="71445" y="65799"/>
                  </a:lnTo>
                  <a:lnTo>
                    <a:pt x="71962" y="64095"/>
                  </a:lnTo>
                  <a:lnTo>
                    <a:pt x="72601" y="59750"/>
                  </a:lnTo>
                  <a:lnTo>
                    <a:pt x="73202" y="57528"/>
                  </a:lnTo>
                  <a:lnTo>
                    <a:pt x="73773" y="57429"/>
                  </a:lnTo>
                  <a:lnTo>
                    <a:pt x="74260" y="56699"/>
                  </a:lnTo>
                  <a:lnTo>
                    <a:pt x="74671" y="55329"/>
                  </a:lnTo>
                  <a:lnTo>
                    <a:pt x="75508" y="50490"/>
                  </a:lnTo>
                  <a:lnTo>
                    <a:pt x="78399" y="46816"/>
                  </a:lnTo>
                  <a:lnTo>
                    <a:pt x="79776" y="45682"/>
                  </a:lnTo>
                  <a:lnTo>
                    <a:pt x="81077" y="45438"/>
                  </a:lnTo>
                  <a:lnTo>
                    <a:pt x="81701" y="45895"/>
                  </a:lnTo>
                  <a:lnTo>
                    <a:pt x="83869" y="49752"/>
                  </a:lnTo>
                  <a:lnTo>
                    <a:pt x="85186" y="50399"/>
                  </a:lnTo>
                  <a:lnTo>
                    <a:pt x="85855" y="50194"/>
                  </a:lnTo>
                  <a:lnTo>
                    <a:pt x="86783" y="47569"/>
                  </a:lnTo>
                  <a:lnTo>
                    <a:pt x="87955" y="42532"/>
                  </a:lnTo>
                  <a:lnTo>
                    <a:pt x="88221" y="36886"/>
                  </a:lnTo>
                  <a:lnTo>
                    <a:pt x="87590" y="30625"/>
                  </a:lnTo>
                  <a:lnTo>
                    <a:pt x="87955" y="26135"/>
                  </a:lnTo>
                  <a:lnTo>
                    <a:pt x="89332" y="23450"/>
                  </a:lnTo>
                  <a:lnTo>
                    <a:pt x="91136" y="22620"/>
                  </a:lnTo>
                  <a:lnTo>
                    <a:pt x="93380" y="23655"/>
                  </a:lnTo>
                  <a:lnTo>
                    <a:pt x="95016" y="25299"/>
                  </a:lnTo>
                  <a:lnTo>
                    <a:pt x="98242" y="31538"/>
                  </a:lnTo>
                  <a:lnTo>
                    <a:pt x="100852" y="34802"/>
                  </a:lnTo>
                  <a:lnTo>
                    <a:pt x="103089" y="38286"/>
                  </a:lnTo>
                  <a:lnTo>
                    <a:pt x="104245" y="39420"/>
                  </a:lnTo>
                  <a:lnTo>
                    <a:pt x="106467" y="39991"/>
                  </a:lnTo>
                  <a:lnTo>
                    <a:pt x="107060" y="39762"/>
                  </a:lnTo>
                  <a:lnTo>
                    <a:pt x="107456" y="38963"/>
                  </a:lnTo>
                  <a:lnTo>
                    <a:pt x="107661" y="37579"/>
                  </a:lnTo>
                  <a:lnTo>
                    <a:pt x="107182" y="28669"/>
                  </a:lnTo>
                  <a:lnTo>
                    <a:pt x="107806" y="25892"/>
                  </a:lnTo>
                  <a:lnTo>
                    <a:pt x="108749" y="23906"/>
                  </a:lnTo>
                  <a:lnTo>
                    <a:pt x="112751" y="22742"/>
                  </a:lnTo>
                  <a:lnTo>
                    <a:pt x="114935" y="21494"/>
                  </a:lnTo>
                  <a:lnTo>
                    <a:pt x="117058" y="19448"/>
                  </a:lnTo>
                  <a:lnTo>
                    <a:pt x="118816" y="18344"/>
                  </a:lnTo>
                  <a:lnTo>
                    <a:pt x="120216" y="18200"/>
                  </a:lnTo>
                  <a:lnTo>
                    <a:pt x="121669" y="18999"/>
                  </a:lnTo>
                  <a:lnTo>
                    <a:pt x="123198" y="20741"/>
                  </a:lnTo>
                  <a:lnTo>
                    <a:pt x="125572" y="24134"/>
                  </a:lnTo>
                  <a:lnTo>
                    <a:pt x="128562" y="29742"/>
                  </a:lnTo>
                  <a:lnTo>
                    <a:pt x="132366" y="33911"/>
                  </a:lnTo>
                  <a:lnTo>
                    <a:pt x="134352" y="40516"/>
                  </a:lnTo>
                  <a:lnTo>
                    <a:pt x="134778" y="41626"/>
                  </a:lnTo>
                  <a:lnTo>
                    <a:pt x="135250" y="41756"/>
                  </a:lnTo>
                  <a:lnTo>
                    <a:pt x="135752" y="40896"/>
                  </a:lnTo>
                  <a:lnTo>
                    <a:pt x="136072" y="39686"/>
                  </a:lnTo>
                  <a:lnTo>
                    <a:pt x="136163" y="36749"/>
                  </a:lnTo>
                  <a:lnTo>
                    <a:pt x="135098" y="32854"/>
                  </a:lnTo>
                  <a:lnTo>
                    <a:pt x="131545" y="22986"/>
                  </a:lnTo>
                  <a:lnTo>
                    <a:pt x="131484" y="21106"/>
                  </a:lnTo>
                  <a:lnTo>
                    <a:pt x="131933" y="19600"/>
                  </a:lnTo>
                  <a:lnTo>
                    <a:pt x="134436" y="19432"/>
                  </a:lnTo>
                  <a:lnTo>
                    <a:pt x="140264" y="20345"/>
                  </a:lnTo>
                  <a:lnTo>
                    <a:pt x="142121" y="21882"/>
                  </a:lnTo>
                  <a:lnTo>
                    <a:pt x="146085" y="27924"/>
                  </a:lnTo>
                  <a:lnTo>
                    <a:pt x="147195" y="29384"/>
                  </a:lnTo>
                  <a:lnTo>
                    <a:pt x="147873" y="29749"/>
                  </a:lnTo>
                  <a:lnTo>
                    <a:pt x="148124" y="29019"/>
                  </a:lnTo>
                  <a:lnTo>
                    <a:pt x="149661" y="27901"/>
                  </a:lnTo>
                  <a:lnTo>
                    <a:pt x="150718" y="26546"/>
                  </a:lnTo>
                  <a:lnTo>
                    <a:pt x="152491" y="23214"/>
                  </a:lnTo>
                  <a:lnTo>
                    <a:pt x="156364" y="17203"/>
                  </a:lnTo>
                  <a:lnTo>
                    <a:pt x="157170" y="17028"/>
                  </a:lnTo>
                  <a:lnTo>
                    <a:pt x="158296" y="17500"/>
                  </a:lnTo>
                  <a:lnTo>
                    <a:pt x="160282" y="19075"/>
                  </a:lnTo>
                  <a:lnTo>
                    <a:pt x="161226" y="20338"/>
                  </a:lnTo>
                  <a:lnTo>
                    <a:pt x="163090" y="21296"/>
                  </a:lnTo>
                  <a:lnTo>
                    <a:pt x="164999" y="20962"/>
                  </a:lnTo>
                  <a:lnTo>
                    <a:pt x="167640" y="18854"/>
                  </a:lnTo>
                  <a:lnTo>
                    <a:pt x="170630" y="17561"/>
                  </a:lnTo>
                  <a:lnTo>
                    <a:pt x="171650" y="14570"/>
                  </a:lnTo>
                  <a:lnTo>
                    <a:pt x="171840" y="13201"/>
                  </a:lnTo>
                  <a:lnTo>
                    <a:pt x="169435" y="4246"/>
                  </a:lnTo>
                  <a:lnTo>
                    <a:pt x="170447" y="2404"/>
                  </a:lnTo>
                  <a:lnTo>
                    <a:pt x="175659" y="175"/>
                  </a:lnTo>
                  <a:lnTo>
                    <a:pt x="180217" y="0"/>
                  </a:lnTo>
                  <a:lnTo>
                    <a:pt x="181297" y="616"/>
                  </a:lnTo>
                  <a:lnTo>
                    <a:pt x="184166" y="4991"/>
                  </a:lnTo>
                  <a:lnTo>
                    <a:pt x="186113" y="7182"/>
                  </a:lnTo>
                  <a:lnTo>
                    <a:pt x="187095" y="8940"/>
                  </a:lnTo>
                  <a:lnTo>
                    <a:pt x="187331" y="12813"/>
                  </a:lnTo>
                  <a:lnTo>
                    <a:pt x="188510" y="14236"/>
                  </a:lnTo>
                  <a:close/>
                </a:path>
              </a:pathLst>
            </a:custGeom>
            <a:solidFill>
              <a:srgbClr val="2562E8"/>
            </a:solidFill>
            <a:ln w="6168" cap="flat">
              <a:solidFill>
                <a:srgbClr val="2562E8"/>
              </a:solidFill>
              <a:prstDash val="solid"/>
              <a:miter/>
            </a:ln>
          </p:spPr>
          <p:txBody>
            <a:bodyPr/>
            <a:lstStyle/>
            <a:p>
              <a:endParaRPr lang="en-US"/>
            </a:p>
          </p:txBody>
        </p:sp>
        <p:sp>
          <p:nvSpPr>
            <p:cNvPr id="2232" name="Freeform: Shape 2231">
              <a:extLst>
                <a:ext uri="{FF2B5EF4-FFF2-40B4-BE49-F238E27FC236}">
                  <a16:creationId xmlns:a16="http://schemas.microsoft.com/office/drawing/2014/main" id="{BCD0123E-66D7-30A7-0C6F-120ECB597AF2}"/>
                </a:ext>
              </a:extLst>
            </p:cNvPr>
            <p:cNvSpPr/>
            <p:nvPr/>
          </p:nvSpPr>
          <p:spPr>
            <a:xfrm>
              <a:off x="9715411" y="3867968"/>
              <a:ext cx="253205" cy="297966"/>
            </a:xfrm>
            <a:custGeom>
              <a:avLst/>
              <a:gdLst>
                <a:gd name="csX0" fmla="*/ 150992 w 253205"/>
                <a:gd name="csY0" fmla="*/ 17370 h 297966"/>
                <a:gd name="csX1" fmla="*/ 150558 w 253205"/>
                <a:gd name="csY1" fmla="*/ 19143 h 297966"/>
                <a:gd name="csX2" fmla="*/ 149653 w 253205"/>
                <a:gd name="csY2" fmla="*/ 19584 h 297966"/>
                <a:gd name="csX3" fmla="*/ 148071 w 253205"/>
                <a:gd name="csY3" fmla="*/ 20619 h 297966"/>
                <a:gd name="csX4" fmla="*/ 146259 w 253205"/>
                <a:gd name="csY4" fmla="*/ 22034 h 297966"/>
                <a:gd name="csX5" fmla="*/ 144570 w 253205"/>
                <a:gd name="csY5" fmla="*/ 23624 h 297966"/>
                <a:gd name="csX6" fmla="*/ 144114 w 253205"/>
                <a:gd name="csY6" fmla="*/ 25352 h 297966"/>
                <a:gd name="csX7" fmla="*/ 144578 w 253205"/>
                <a:gd name="csY7" fmla="*/ 26478 h 297966"/>
                <a:gd name="csX8" fmla="*/ 145034 w 253205"/>
                <a:gd name="csY8" fmla="*/ 26866 h 297966"/>
                <a:gd name="csX9" fmla="*/ 145651 w 253205"/>
                <a:gd name="csY9" fmla="*/ 26523 h 297966"/>
                <a:gd name="csX10" fmla="*/ 146549 w 253205"/>
                <a:gd name="csY10" fmla="*/ 26736 h 297966"/>
                <a:gd name="csX11" fmla="*/ 147675 w 253205"/>
                <a:gd name="csY11" fmla="*/ 27353 h 297966"/>
                <a:gd name="csX12" fmla="*/ 149554 w 253205"/>
                <a:gd name="csY12" fmla="*/ 27954 h 297966"/>
                <a:gd name="csX13" fmla="*/ 149607 w 253205"/>
                <a:gd name="csY13" fmla="*/ 28547 h 297966"/>
                <a:gd name="csX14" fmla="*/ 149212 w 253205"/>
                <a:gd name="csY14" fmla="*/ 29308 h 297966"/>
                <a:gd name="csX15" fmla="*/ 147751 w 253205"/>
                <a:gd name="csY15" fmla="*/ 30655 h 297966"/>
                <a:gd name="csX16" fmla="*/ 146435 w 253205"/>
                <a:gd name="csY16" fmla="*/ 32177 h 297966"/>
                <a:gd name="csX17" fmla="*/ 146305 w 253205"/>
                <a:gd name="csY17" fmla="*/ 33105 h 297966"/>
                <a:gd name="csX18" fmla="*/ 146465 w 253205"/>
                <a:gd name="csY18" fmla="*/ 33782 h 297966"/>
                <a:gd name="csX19" fmla="*/ 146922 w 253205"/>
                <a:gd name="csY19" fmla="*/ 34193 h 297966"/>
                <a:gd name="csX20" fmla="*/ 148869 w 253205"/>
                <a:gd name="csY20" fmla="*/ 34010 h 297966"/>
                <a:gd name="csX21" fmla="*/ 149159 w 253205"/>
                <a:gd name="csY21" fmla="*/ 34566 h 297966"/>
                <a:gd name="csX22" fmla="*/ 148208 w 253205"/>
                <a:gd name="csY22" fmla="*/ 38469 h 297966"/>
                <a:gd name="csX23" fmla="*/ 148504 w 253205"/>
                <a:gd name="csY23" fmla="*/ 39131 h 297966"/>
                <a:gd name="csX24" fmla="*/ 150216 w 253205"/>
                <a:gd name="csY24" fmla="*/ 39755 h 297966"/>
                <a:gd name="csX25" fmla="*/ 151464 w 253205"/>
                <a:gd name="csY25" fmla="*/ 40691 h 297966"/>
                <a:gd name="csX26" fmla="*/ 153800 w 253205"/>
                <a:gd name="csY26" fmla="*/ 43156 h 297966"/>
                <a:gd name="csX27" fmla="*/ 154728 w 253205"/>
                <a:gd name="csY27" fmla="*/ 45149 h 297966"/>
                <a:gd name="csX28" fmla="*/ 154089 w 253205"/>
                <a:gd name="csY28" fmla="*/ 45819 h 297966"/>
                <a:gd name="csX29" fmla="*/ 152620 w 253205"/>
                <a:gd name="csY29" fmla="*/ 46146 h 297966"/>
                <a:gd name="csX30" fmla="*/ 151426 w 253205"/>
                <a:gd name="csY30" fmla="*/ 45979 h 297966"/>
                <a:gd name="csX31" fmla="*/ 152780 w 253205"/>
                <a:gd name="csY31" fmla="*/ 44776 h 297966"/>
                <a:gd name="csX32" fmla="*/ 149470 w 253205"/>
                <a:gd name="csY32" fmla="*/ 40394 h 297966"/>
                <a:gd name="csX33" fmla="*/ 147972 w 253205"/>
                <a:gd name="csY33" fmla="*/ 40401 h 297966"/>
                <a:gd name="csX34" fmla="*/ 145985 w 253205"/>
                <a:gd name="csY34" fmla="*/ 42258 h 297966"/>
                <a:gd name="csX35" fmla="*/ 140462 w 253205"/>
                <a:gd name="csY35" fmla="*/ 40378 h 297966"/>
                <a:gd name="csX36" fmla="*/ 139404 w 253205"/>
                <a:gd name="csY36" fmla="*/ 41139 h 297966"/>
                <a:gd name="csX37" fmla="*/ 138620 w 253205"/>
                <a:gd name="csY37" fmla="*/ 42623 h 297966"/>
                <a:gd name="csX38" fmla="*/ 136703 w 253205"/>
                <a:gd name="csY38" fmla="*/ 44464 h 297966"/>
                <a:gd name="csX39" fmla="*/ 133987 w 253205"/>
                <a:gd name="csY39" fmla="*/ 45271 h 297966"/>
                <a:gd name="csX40" fmla="*/ 130959 w 253205"/>
                <a:gd name="csY40" fmla="*/ 47295 h 297966"/>
                <a:gd name="csX41" fmla="*/ 127771 w 253205"/>
                <a:gd name="csY41" fmla="*/ 48725 h 297966"/>
                <a:gd name="csX42" fmla="*/ 125336 w 253205"/>
                <a:gd name="csY42" fmla="*/ 49806 h 297966"/>
                <a:gd name="csX43" fmla="*/ 123936 w 253205"/>
                <a:gd name="csY43" fmla="*/ 49615 h 297966"/>
                <a:gd name="csX44" fmla="*/ 126158 w 253205"/>
                <a:gd name="csY44" fmla="*/ 47280 h 297966"/>
                <a:gd name="csX45" fmla="*/ 125214 w 253205"/>
                <a:gd name="csY45" fmla="*/ 47234 h 297966"/>
                <a:gd name="csX46" fmla="*/ 122262 w 253205"/>
                <a:gd name="csY46" fmla="*/ 48885 h 297966"/>
                <a:gd name="csX47" fmla="*/ 120565 w 253205"/>
                <a:gd name="csY47" fmla="*/ 50277 h 297966"/>
                <a:gd name="csX48" fmla="*/ 120018 w 253205"/>
                <a:gd name="csY48" fmla="*/ 52621 h 297966"/>
                <a:gd name="csX49" fmla="*/ 119523 w 253205"/>
                <a:gd name="csY49" fmla="*/ 56471 h 297966"/>
                <a:gd name="csX50" fmla="*/ 120816 w 253205"/>
                <a:gd name="csY50" fmla="*/ 57490 h 297966"/>
                <a:gd name="csX51" fmla="*/ 123084 w 253205"/>
                <a:gd name="csY51" fmla="*/ 62557 h 297966"/>
                <a:gd name="csX52" fmla="*/ 125876 w 253205"/>
                <a:gd name="csY52" fmla="*/ 64718 h 297966"/>
                <a:gd name="csX53" fmla="*/ 125336 w 253205"/>
                <a:gd name="csY53" fmla="*/ 66780 h 297966"/>
                <a:gd name="csX54" fmla="*/ 124598 w 253205"/>
                <a:gd name="csY54" fmla="*/ 68409 h 297966"/>
                <a:gd name="csX55" fmla="*/ 122909 w 253205"/>
                <a:gd name="csY55" fmla="*/ 69816 h 297966"/>
                <a:gd name="csX56" fmla="*/ 121509 w 253205"/>
                <a:gd name="csY56" fmla="*/ 68774 h 297966"/>
                <a:gd name="csX57" fmla="*/ 120649 w 253205"/>
                <a:gd name="csY57" fmla="*/ 68797 h 297966"/>
                <a:gd name="csX58" fmla="*/ 120002 w 253205"/>
                <a:gd name="csY58" fmla="*/ 72091 h 297966"/>
                <a:gd name="csX59" fmla="*/ 121212 w 253205"/>
                <a:gd name="csY59" fmla="*/ 80848 h 297966"/>
                <a:gd name="csX60" fmla="*/ 123160 w 253205"/>
                <a:gd name="csY60" fmla="*/ 86966 h 297966"/>
                <a:gd name="csX61" fmla="*/ 125093 w 253205"/>
                <a:gd name="csY61" fmla="*/ 89629 h 297966"/>
                <a:gd name="csX62" fmla="*/ 129452 w 253205"/>
                <a:gd name="csY62" fmla="*/ 93760 h 297966"/>
                <a:gd name="csX63" fmla="*/ 134063 w 253205"/>
                <a:gd name="csY63" fmla="*/ 95936 h 297966"/>
                <a:gd name="csX64" fmla="*/ 142356 w 253205"/>
                <a:gd name="csY64" fmla="*/ 102868 h 297966"/>
                <a:gd name="csX65" fmla="*/ 146906 w 253205"/>
                <a:gd name="csY65" fmla="*/ 105059 h 297966"/>
                <a:gd name="csX66" fmla="*/ 148101 w 253205"/>
                <a:gd name="csY66" fmla="*/ 106246 h 297966"/>
                <a:gd name="csX67" fmla="*/ 150855 w 253205"/>
                <a:gd name="csY67" fmla="*/ 111564 h 297966"/>
                <a:gd name="csX68" fmla="*/ 153236 w 253205"/>
                <a:gd name="csY68" fmla="*/ 117689 h 297966"/>
                <a:gd name="csX69" fmla="*/ 155801 w 253205"/>
                <a:gd name="csY69" fmla="*/ 127261 h 297966"/>
                <a:gd name="csX70" fmla="*/ 157627 w 253205"/>
                <a:gd name="csY70" fmla="*/ 131955 h 297966"/>
                <a:gd name="csX71" fmla="*/ 161309 w 253205"/>
                <a:gd name="csY71" fmla="*/ 137251 h 297966"/>
                <a:gd name="csX72" fmla="*/ 168948 w 253205"/>
                <a:gd name="csY72" fmla="*/ 144798 h 297966"/>
                <a:gd name="csX73" fmla="*/ 175895 w 253205"/>
                <a:gd name="csY73" fmla="*/ 150299 h 297966"/>
                <a:gd name="csX74" fmla="*/ 182362 w 253205"/>
                <a:gd name="csY74" fmla="*/ 153693 h 297966"/>
                <a:gd name="csX75" fmla="*/ 187407 w 253205"/>
                <a:gd name="csY75" fmla="*/ 154286 h 297966"/>
                <a:gd name="csX76" fmla="*/ 199344 w 253205"/>
                <a:gd name="csY76" fmla="*/ 153541 h 297966"/>
                <a:gd name="csX77" fmla="*/ 201422 w 253205"/>
                <a:gd name="csY77" fmla="*/ 153860 h 297966"/>
                <a:gd name="csX78" fmla="*/ 203628 w 253205"/>
                <a:gd name="csY78" fmla="*/ 154773 h 297966"/>
                <a:gd name="csX79" fmla="*/ 204153 w 253205"/>
                <a:gd name="csY79" fmla="*/ 157124 h 297966"/>
                <a:gd name="csX80" fmla="*/ 203346 w 253205"/>
                <a:gd name="csY80" fmla="*/ 158707 h 297966"/>
                <a:gd name="csX81" fmla="*/ 200836 w 253205"/>
                <a:gd name="csY81" fmla="*/ 160350 h 297966"/>
                <a:gd name="csX82" fmla="*/ 198280 w 253205"/>
                <a:gd name="csY82" fmla="*/ 162625 h 297966"/>
                <a:gd name="csX83" fmla="*/ 197998 w 253205"/>
                <a:gd name="csY83" fmla="*/ 165722 h 297966"/>
                <a:gd name="csX84" fmla="*/ 200387 w 253205"/>
                <a:gd name="csY84" fmla="*/ 167898 h 297966"/>
                <a:gd name="csX85" fmla="*/ 211906 w 253205"/>
                <a:gd name="csY85" fmla="*/ 173658 h 297966"/>
                <a:gd name="csX86" fmla="*/ 223684 w 253205"/>
                <a:gd name="csY86" fmla="*/ 178459 h 297966"/>
                <a:gd name="csX87" fmla="*/ 227352 w 253205"/>
                <a:gd name="csY87" fmla="*/ 180901 h 297966"/>
                <a:gd name="csX88" fmla="*/ 231605 w 253205"/>
                <a:gd name="csY88" fmla="*/ 184698 h 297966"/>
                <a:gd name="csX89" fmla="*/ 241869 w 253205"/>
                <a:gd name="csY89" fmla="*/ 189902 h 297966"/>
                <a:gd name="csX90" fmla="*/ 243604 w 253205"/>
                <a:gd name="csY90" fmla="*/ 192428 h 297966"/>
                <a:gd name="csX91" fmla="*/ 249843 w 253205"/>
                <a:gd name="csY91" fmla="*/ 197853 h 297966"/>
                <a:gd name="csX92" fmla="*/ 252665 w 253205"/>
                <a:gd name="csY92" fmla="*/ 202030 h 297966"/>
                <a:gd name="csX93" fmla="*/ 253206 w 253205"/>
                <a:gd name="csY93" fmla="*/ 205264 h 297966"/>
                <a:gd name="csX94" fmla="*/ 251859 w 253205"/>
                <a:gd name="csY94" fmla="*/ 208543 h 297966"/>
                <a:gd name="csX95" fmla="*/ 251235 w 253205"/>
                <a:gd name="csY95" fmla="*/ 210848 h 297966"/>
                <a:gd name="csX96" fmla="*/ 250177 w 253205"/>
                <a:gd name="csY96" fmla="*/ 213123 h 297966"/>
                <a:gd name="csX97" fmla="*/ 247522 w 253205"/>
                <a:gd name="csY97" fmla="*/ 212263 h 297966"/>
                <a:gd name="csX98" fmla="*/ 244501 w 253205"/>
                <a:gd name="csY98" fmla="*/ 209920 h 297966"/>
                <a:gd name="csX99" fmla="*/ 239952 w 253205"/>
                <a:gd name="csY99" fmla="*/ 200379 h 297966"/>
                <a:gd name="csX100" fmla="*/ 231651 w 253205"/>
                <a:gd name="csY100" fmla="*/ 199413 h 297966"/>
                <a:gd name="csX101" fmla="*/ 229931 w 253205"/>
                <a:gd name="csY101" fmla="*/ 198705 h 297966"/>
                <a:gd name="csX102" fmla="*/ 226979 w 253205"/>
                <a:gd name="csY102" fmla="*/ 197062 h 297966"/>
                <a:gd name="csX103" fmla="*/ 226804 w 253205"/>
                <a:gd name="csY103" fmla="*/ 195974 h 297966"/>
                <a:gd name="csX104" fmla="*/ 226073 w 253205"/>
                <a:gd name="csY104" fmla="*/ 194619 h 297966"/>
                <a:gd name="csX105" fmla="*/ 225320 w 253205"/>
                <a:gd name="csY105" fmla="*/ 194163 h 297966"/>
                <a:gd name="csX106" fmla="*/ 222147 w 253205"/>
                <a:gd name="csY106" fmla="*/ 193859 h 297966"/>
                <a:gd name="csX107" fmla="*/ 219948 w 253205"/>
                <a:gd name="csY107" fmla="*/ 195410 h 297966"/>
                <a:gd name="csX108" fmla="*/ 217362 w 253205"/>
                <a:gd name="csY108" fmla="*/ 199085 h 297966"/>
                <a:gd name="csX109" fmla="*/ 214425 w 253205"/>
                <a:gd name="csY109" fmla="*/ 204358 h 297966"/>
                <a:gd name="csX110" fmla="*/ 211442 w 253205"/>
                <a:gd name="csY110" fmla="*/ 212066 h 297966"/>
                <a:gd name="csX111" fmla="*/ 211275 w 253205"/>
                <a:gd name="csY111" fmla="*/ 215170 h 297966"/>
                <a:gd name="csX112" fmla="*/ 212895 w 253205"/>
                <a:gd name="csY112" fmla="*/ 218175 h 297966"/>
                <a:gd name="csX113" fmla="*/ 217735 w 253205"/>
                <a:gd name="csY113" fmla="*/ 219849 h 297966"/>
                <a:gd name="csX114" fmla="*/ 221470 w 253205"/>
                <a:gd name="csY114" fmla="*/ 222520 h 297966"/>
                <a:gd name="csX115" fmla="*/ 223936 w 253205"/>
                <a:gd name="csY115" fmla="*/ 225305 h 297966"/>
                <a:gd name="csX116" fmla="*/ 224110 w 253205"/>
                <a:gd name="csY116" fmla="*/ 232008 h 297966"/>
                <a:gd name="csX117" fmla="*/ 225214 w 253205"/>
                <a:gd name="csY117" fmla="*/ 235804 h 297966"/>
                <a:gd name="csX118" fmla="*/ 223593 w 253205"/>
                <a:gd name="csY118" fmla="*/ 237958 h 297966"/>
                <a:gd name="csX119" fmla="*/ 220451 w 253205"/>
                <a:gd name="csY119" fmla="*/ 237402 h 297966"/>
                <a:gd name="csX120" fmla="*/ 216266 w 253205"/>
                <a:gd name="csY120" fmla="*/ 238772 h 297966"/>
                <a:gd name="csX121" fmla="*/ 213299 w 253205"/>
                <a:gd name="csY121" fmla="*/ 241222 h 297966"/>
                <a:gd name="csX122" fmla="*/ 212066 w 253205"/>
                <a:gd name="csY122" fmla="*/ 243550 h 297966"/>
                <a:gd name="csX123" fmla="*/ 212386 w 253205"/>
                <a:gd name="csY123" fmla="*/ 249576 h 297966"/>
                <a:gd name="csX124" fmla="*/ 211777 w 253205"/>
                <a:gd name="csY124" fmla="*/ 251866 h 297966"/>
                <a:gd name="csX125" fmla="*/ 206154 w 253205"/>
                <a:gd name="csY125" fmla="*/ 256188 h 297966"/>
                <a:gd name="csX126" fmla="*/ 203202 w 253205"/>
                <a:gd name="csY126" fmla="*/ 260601 h 297966"/>
                <a:gd name="csX127" fmla="*/ 202464 w 253205"/>
                <a:gd name="csY127" fmla="*/ 262427 h 297966"/>
                <a:gd name="csX128" fmla="*/ 201338 w 253205"/>
                <a:gd name="csY128" fmla="*/ 264496 h 297966"/>
                <a:gd name="csX129" fmla="*/ 194239 w 253205"/>
                <a:gd name="csY129" fmla="*/ 264572 h 297966"/>
                <a:gd name="csX130" fmla="*/ 192558 w 253205"/>
                <a:gd name="csY130" fmla="*/ 262008 h 297966"/>
                <a:gd name="csX131" fmla="*/ 192497 w 253205"/>
                <a:gd name="csY131" fmla="*/ 258196 h 297966"/>
                <a:gd name="csX132" fmla="*/ 193714 w 253205"/>
                <a:gd name="csY132" fmla="*/ 255845 h 297966"/>
                <a:gd name="csX133" fmla="*/ 196324 w 253205"/>
                <a:gd name="csY133" fmla="*/ 254742 h 297966"/>
                <a:gd name="csX134" fmla="*/ 198082 w 253205"/>
                <a:gd name="csY134" fmla="*/ 249842 h 297966"/>
                <a:gd name="csX135" fmla="*/ 197526 w 253205"/>
                <a:gd name="csY135" fmla="*/ 246297 h 297966"/>
                <a:gd name="csX136" fmla="*/ 198553 w 253205"/>
                <a:gd name="csY136" fmla="*/ 244722 h 297966"/>
                <a:gd name="csX137" fmla="*/ 199519 w 253205"/>
                <a:gd name="csY137" fmla="*/ 243611 h 297966"/>
                <a:gd name="csX138" fmla="*/ 201505 w 253205"/>
                <a:gd name="csY138" fmla="*/ 242956 h 297966"/>
                <a:gd name="csX139" fmla="*/ 204313 w 253205"/>
                <a:gd name="csY139" fmla="*/ 242332 h 297966"/>
                <a:gd name="csX140" fmla="*/ 204594 w 253205"/>
                <a:gd name="csY140" fmla="*/ 237364 h 297966"/>
                <a:gd name="csX141" fmla="*/ 202403 w 253205"/>
                <a:gd name="csY141" fmla="*/ 235104 h 297966"/>
                <a:gd name="csX142" fmla="*/ 201635 w 253205"/>
                <a:gd name="csY142" fmla="*/ 231932 h 297966"/>
                <a:gd name="csX143" fmla="*/ 200615 w 253205"/>
                <a:gd name="csY143" fmla="*/ 226058 h 297966"/>
                <a:gd name="csX144" fmla="*/ 197001 w 253205"/>
                <a:gd name="csY144" fmla="*/ 218533 h 297966"/>
                <a:gd name="csX145" fmla="*/ 195069 w 253205"/>
                <a:gd name="csY145" fmla="*/ 211799 h 297966"/>
                <a:gd name="csX146" fmla="*/ 193554 w 253205"/>
                <a:gd name="csY146" fmla="*/ 208467 h 297966"/>
                <a:gd name="csX147" fmla="*/ 191257 w 253205"/>
                <a:gd name="csY147" fmla="*/ 206724 h 297966"/>
                <a:gd name="csX148" fmla="*/ 187110 w 253205"/>
                <a:gd name="csY148" fmla="*/ 206747 h 297966"/>
                <a:gd name="csX149" fmla="*/ 185048 w 253205"/>
                <a:gd name="csY149" fmla="*/ 206253 h 297966"/>
                <a:gd name="csX150" fmla="*/ 177714 w 253205"/>
                <a:gd name="csY150" fmla="*/ 201551 h 297966"/>
                <a:gd name="csX151" fmla="*/ 177204 w 253205"/>
                <a:gd name="csY151" fmla="*/ 200835 h 297966"/>
                <a:gd name="csX152" fmla="*/ 177249 w 253205"/>
                <a:gd name="csY152" fmla="*/ 199580 h 297966"/>
                <a:gd name="csX153" fmla="*/ 178467 w 253205"/>
                <a:gd name="csY153" fmla="*/ 197686 h 297966"/>
                <a:gd name="csX154" fmla="*/ 177645 w 253205"/>
                <a:gd name="csY154" fmla="*/ 195121 h 297966"/>
                <a:gd name="csX155" fmla="*/ 176777 w 253205"/>
                <a:gd name="csY155" fmla="*/ 192694 h 297966"/>
                <a:gd name="csX156" fmla="*/ 175340 w 253205"/>
                <a:gd name="csY156" fmla="*/ 190625 h 297966"/>
                <a:gd name="csX157" fmla="*/ 173764 w 253205"/>
                <a:gd name="csY157" fmla="*/ 189544 h 297966"/>
                <a:gd name="csX158" fmla="*/ 170463 w 253205"/>
                <a:gd name="csY158" fmla="*/ 190206 h 297966"/>
                <a:gd name="csX159" fmla="*/ 169306 w 253205"/>
                <a:gd name="csY159" fmla="*/ 190716 h 297966"/>
                <a:gd name="csX160" fmla="*/ 167221 w 253205"/>
                <a:gd name="csY160" fmla="*/ 190541 h 297966"/>
                <a:gd name="csX161" fmla="*/ 165586 w 253205"/>
                <a:gd name="csY161" fmla="*/ 191462 h 297966"/>
                <a:gd name="csX162" fmla="*/ 164673 w 253205"/>
                <a:gd name="csY162" fmla="*/ 191492 h 297966"/>
                <a:gd name="csX163" fmla="*/ 167244 w 253205"/>
                <a:gd name="csY163" fmla="*/ 187848 h 297966"/>
                <a:gd name="csX164" fmla="*/ 166551 w 253205"/>
                <a:gd name="csY164" fmla="*/ 186988 h 297966"/>
                <a:gd name="csX165" fmla="*/ 164010 w 253205"/>
                <a:gd name="csY165" fmla="*/ 185489 h 297966"/>
                <a:gd name="csX166" fmla="*/ 160556 w 253205"/>
                <a:gd name="csY166" fmla="*/ 185261 h 297966"/>
                <a:gd name="csX167" fmla="*/ 159597 w 253205"/>
                <a:gd name="csY167" fmla="*/ 185078 h 297966"/>
                <a:gd name="csX168" fmla="*/ 159034 w 253205"/>
                <a:gd name="csY168" fmla="*/ 186014 h 297966"/>
                <a:gd name="csX169" fmla="*/ 158365 w 253205"/>
                <a:gd name="csY169" fmla="*/ 185504 h 297966"/>
                <a:gd name="csX170" fmla="*/ 158433 w 253205"/>
                <a:gd name="csY170" fmla="*/ 183876 h 297966"/>
                <a:gd name="csX171" fmla="*/ 154423 w 253205"/>
                <a:gd name="csY171" fmla="*/ 176557 h 297966"/>
                <a:gd name="csX172" fmla="*/ 151730 w 253205"/>
                <a:gd name="csY172" fmla="*/ 173566 h 297966"/>
                <a:gd name="csX173" fmla="*/ 150368 w 253205"/>
                <a:gd name="csY173" fmla="*/ 173034 h 297966"/>
                <a:gd name="csX174" fmla="*/ 147911 w 253205"/>
                <a:gd name="csY174" fmla="*/ 173665 h 297966"/>
                <a:gd name="csX175" fmla="*/ 143794 w 253205"/>
                <a:gd name="csY175" fmla="*/ 172357 h 297966"/>
                <a:gd name="csX176" fmla="*/ 141337 w 253205"/>
                <a:gd name="csY176" fmla="*/ 172067 h 297966"/>
                <a:gd name="csX177" fmla="*/ 139983 w 253205"/>
                <a:gd name="csY177" fmla="*/ 172387 h 297966"/>
                <a:gd name="csX178" fmla="*/ 137959 w 253205"/>
                <a:gd name="csY178" fmla="*/ 173338 h 297966"/>
                <a:gd name="csX179" fmla="*/ 136939 w 253205"/>
                <a:gd name="csY179" fmla="*/ 172707 h 297966"/>
                <a:gd name="csX180" fmla="*/ 136582 w 253205"/>
                <a:gd name="csY180" fmla="*/ 171725 h 297966"/>
                <a:gd name="csX181" fmla="*/ 132846 w 253205"/>
                <a:gd name="csY181" fmla="*/ 168674 h 297966"/>
                <a:gd name="csX182" fmla="*/ 128182 w 253205"/>
                <a:gd name="csY182" fmla="*/ 166947 h 297966"/>
                <a:gd name="csX183" fmla="*/ 119105 w 253205"/>
                <a:gd name="csY183" fmla="*/ 157185 h 297966"/>
                <a:gd name="csX184" fmla="*/ 116320 w 253205"/>
                <a:gd name="csY184" fmla="*/ 153525 h 297966"/>
                <a:gd name="csX185" fmla="*/ 110591 w 253205"/>
                <a:gd name="csY185" fmla="*/ 149485 h 297966"/>
                <a:gd name="csX186" fmla="*/ 106969 w 253205"/>
                <a:gd name="csY186" fmla="*/ 143581 h 297966"/>
                <a:gd name="csX187" fmla="*/ 104002 w 253205"/>
                <a:gd name="csY187" fmla="*/ 141413 h 297966"/>
                <a:gd name="csX188" fmla="*/ 99688 w 253205"/>
                <a:gd name="csY188" fmla="*/ 139670 h 297966"/>
                <a:gd name="csX189" fmla="*/ 98691 w 253205"/>
                <a:gd name="csY189" fmla="*/ 139891 h 297966"/>
                <a:gd name="csX190" fmla="*/ 97397 w 253205"/>
                <a:gd name="csY190" fmla="*/ 140545 h 297966"/>
                <a:gd name="csX191" fmla="*/ 96378 w 253205"/>
                <a:gd name="csY191" fmla="*/ 140636 h 297966"/>
                <a:gd name="csX192" fmla="*/ 95571 w 253205"/>
                <a:gd name="csY192" fmla="*/ 139868 h 297966"/>
                <a:gd name="csX193" fmla="*/ 96393 w 253205"/>
                <a:gd name="csY193" fmla="*/ 139077 h 297966"/>
                <a:gd name="csX194" fmla="*/ 97314 w 253205"/>
                <a:gd name="csY194" fmla="*/ 138719 h 297966"/>
                <a:gd name="csX195" fmla="*/ 96956 w 253205"/>
                <a:gd name="csY195" fmla="*/ 136452 h 297966"/>
                <a:gd name="csX196" fmla="*/ 92041 w 253205"/>
                <a:gd name="csY196" fmla="*/ 130563 h 297966"/>
                <a:gd name="csX197" fmla="*/ 89165 w 253205"/>
                <a:gd name="csY197" fmla="*/ 128661 h 297966"/>
                <a:gd name="csX198" fmla="*/ 88351 w 253205"/>
                <a:gd name="csY198" fmla="*/ 127489 h 297966"/>
                <a:gd name="csX199" fmla="*/ 87750 w 253205"/>
                <a:gd name="csY199" fmla="*/ 125883 h 297966"/>
                <a:gd name="csX200" fmla="*/ 87133 w 253205"/>
                <a:gd name="csY200" fmla="*/ 124826 h 297966"/>
                <a:gd name="csX201" fmla="*/ 85771 w 253205"/>
                <a:gd name="csY201" fmla="*/ 124217 h 297966"/>
                <a:gd name="csX202" fmla="*/ 84607 w 253205"/>
                <a:gd name="csY202" fmla="*/ 124324 h 297966"/>
                <a:gd name="csX203" fmla="*/ 83002 w 253205"/>
                <a:gd name="csY203" fmla="*/ 123921 h 297966"/>
                <a:gd name="csX204" fmla="*/ 83055 w 253205"/>
                <a:gd name="csY204" fmla="*/ 121075 h 297966"/>
                <a:gd name="csX205" fmla="*/ 83375 w 253205"/>
                <a:gd name="csY205" fmla="*/ 118891 h 297966"/>
                <a:gd name="csX206" fmla="*/ 83131 w 253205"/>
                <a:gd name="csY206" fmla="*/ 117035 h 297966"/>
                <a:gd name="csX207" fmla="*/ 81564 w 253205"/>
                <a:gd name="csY207" fmla="*/ 112142 h 297966"/>
                <a:gd name="csX208" fmla="*/ 78855 w 253205"/>
                <a:gd name="csY208" fmla="*/ 107988 h 297966"/>
                <a:gd name="csX209" fmla="*/ 77258 w 253205"/>
                <a:gd name="csY209" fmla="*/ 98013 h 297966"/>
                <a:gd name="csX210" fmla="*/ 76025 w 253205"/>
                <a:gd name="csY210" fmla="*/ 95191 h 297966"/>
                <a:gd name="csX211" fmla="*/ 73027 w 253205"/>
                <a:gd name="csY211" fmla="*/ 93053 h 297966"/>
                <a:gd name="csX212" fmla="*/ 66263 w 253205"/>
                <a:gd name="csY212" fmla="*/ 90648 h 297966"/>
                <a:gd name="csX213" fmla="*/ 56836 w 253205"/>
                <a:gd name="csY213" fmla="*/ 84173 h 297966"/>
                <a:gd name="csX214" fmla="*/ 54843 w 253205"/>
                <a:gd name="csY214" fmla="*/ 84059 h 297966"/>
                <a:gd name="csX215" fmla="*/ 49174 w 253205"/>
                <a:gd name="csY215" fmla="*/ 81533 h 297966"/>
                <a:gd name="csX216" fmla="*/ 45659 w 253205"/>
                <a:gd name="csY216" fmla="*/ 81100 h 297966"/>
                <a:gd name="csX217" fmla="*/ 41094 w 253205"/>
                <a:gd name="csY217" fmla="*/ 83367 h 297966"/>
                <a:gd name="csX218" fmla="*/ 35547 w 253205"/>
                <a:gd name="csY218" fmla="*/ 89591 h 297966"/>
                <a:gd name="csX219" fmla="*/ 31051 w 253205"/>
                <a:gd name="csY219" fmla="*/ 96035 h 297966"/>
                <a:gd name="csX220" fmla="*/ 29415 w 253205"/>
                <a:gd name="csY220" fmla="*/ 97283 h 297966"/>
                <a:gd name="csX221" fmla="*/ 23609 w 253205"/>
                <a:gd name="csY221" fmla="*/ 99474 h 297966"/>
                <a:gd name="csX222" fmla="*/ 18481 w 253205"/>
                <a:gd name="csY222" fmla="*/ 100517 h 297966"/>
                <a:gd name="csX223" fmla="*/ 18428 w 253205"/>
                <a:gd name="csY223" fmla="*/ 98873 h 297966"/>
                <a:gd name="csX224" fmla="*/ 18245 w 253205"/>
                <a:gd name="csY224" fmla="*/ 97633 h 297966"/>
                <a:gd name="csX225" fmla="*/ 19113 w 253205"/>
                <a:gd name="csY225" fmla="*/ 96271 h 297966"/>
                <a:gd name="csX226" fmla="*/ 20543 w 253205"/>
                <a:gd name="csY226" fmla="*/ 94666 h 297966"/>
                <a:gd name="csX227" fmla="*/ 21860 w 253205"/>
                <a:gd name="csY227" fmla="*/ 92642 h 297966"/>
                <a:gd name="csX228" fmla="*/ 22407 w 253205"/>
                <a:gd name="csY228" fmla="*/ 91181 h 297966"/>
                <a:gd name="csX229" fmla="*/ 22149 w 253205"/>
                <a:gd name="csY229" fmla="*/ 90207 h 297966"/>
                <a:gd name="csX230" fmla="*/ 21555 w 253205"/>
                <a:gd name="csY230" fmla="*/ 88761 h 297966"/>
                <a:gd name="csX231" fmla="*/ 20749 w 253205"/>
                <a:gd name="csY231" fmla="*/ 88655 h 297966"/>
                <a:gd name="csX232" fmla="*/ 15864 w 253205"/>
                <a:gd name="csY232" fmla="*/ 89872 h 297966"/>
                <a:gd name="csX233" fmla="*/ 14746 w 253205"/>
                <a:gd name="csY233" fmla="*/ 89560 h 297966"/>
                <a:gd name="csX234" fmla="*/ 11131 w 253205"/>
                <a:gd name="csY234" fmla="*/ 87666 h 297966"/>
                <a:gd name="csX235" fmla="*/ 7243 w 253205"/>
                <a:gd name="csY235" fmla="*/ 85338 h 297966"/>
                <a:gd name="csX236" fmla="*/ 5813 w 253205"/>
                <a:gd name="csY236" fmla="*/ 83679 h 297966"/>
                <a:gd name="csX237" fmla="*/ 5273 w 253205"/>
                <a:gd name="csY237" fmla="*/ 82005 h 297966"/>
                <a:gd name="csX238" fmla="*/ 5676 w 253205"/>
                <a:gd name="csY238" fmla="*/ 80925 h 297966"/>
                <a:gd name="csX239" fmla="*/ 5357 w 253205"/>
                <a:gd name="csY239" fmla="*/ 79875 h 297966"/>
                <a:gd name="csX240" fmla="*/ 4596 w 253205"/>
                <a:gd name="csY240" fmla="*/ 78459 h 297966"/>
                <a:gd name="csX241" fmla="*/ 5280 w 253205"/>
                <a:gd name="csY241" fmla="*/ 76854 h 297966"/>
                <a:gd name="csX242" fmla="*/ 6490 w 253205"/>
                <a:gd name="csY242" fmla="*/ 74853 h 297966"/>
                <a:gd name="csX243" fmla="*/ 7099 w 253205"/>
                <a:gd name="csY243" fmla="*/ 73491 h 297966"/>
                <a:gd name="csX244" fmla="*/ 8118 w 253205"/>
                <a:gd name="csY244" fmla="*/ 73141 h 297966"/>
                <a:gd name="csX245" fmla="*/ 8605 w 253205"/>
                <a:gd name="csY245" fmla="*/ 72312 h 297966"/>
                <a:gd name="csX246" fmla="*/ 7791 w 253205"/>
                <a:gd name="csY246" fmla="*/ 68994 h 297966"/>
                <a:gd name="csX247" fmla="*/ 7365 w 253205"/>
                <a:gd name="csY247" fmla="*/ 68462 h 297966"/>
                <a:gd name="csX248" fmla="*/ 6665 w 253205"/>
                <a:gd name="csY248" fmla="*/ 68051 h 297966"/>
                <a:gd name="csX249" fmla="*/ 5585 w 253205"/>
                <a:gd name="csY249" fmla="*/ 68005 h 297966"/>
                <a:gd name="csX250" fmla="*/ 3698 w 253205"/>
                <a:gd name="csY250" fmla="*/ 67320 h 297966"/>
                <a:gd name="csX251" fmla="*/ 2359 w 253205"/>
                <a:gd name="csY251" fmla="*/ 66172 h 297966"/>
                <a:gd name="csX252" fmla="*/ 2070 w 253205"/>
                <a:gd name="csY252" fmla="*/ 64619 h 297966"/>
                <a:gd name="csX253" fmla="*/ 1362 w 253205"/>
                <a:gd name="csY253" fmla="*/ 63128 h 297966"/>
                <a:gd name="csX254" fmla="*/ 152 w 253205"/>
                <a:gd name="csY254" fmla="*/ 61759 h 297966"/>
                <a:gd name="csX255" fmla="*/ 0 w 253205"/>
                <a:gd name="csY255" fmla="*/ 60260 h 297966"/>
                <a:gd name="csX256" fmla="*/ 1377 w 253205"/>
                <a:gd name="csY256" fmla="*/ 59468 h 297966"/>
                <a:gd name="csX257" fmla="*/ 3257 w 253205"/>
                <a:gd name="csY257" fmla="*/ 59438 h 297966"/>
                <a:gd name="csX258" fmla="*/ 4581 w 253205"/>
                <a:gd name="csY258" fmla="*/ 59735 h 297966"/>
                <a:gd name="csX259" fmla="*/ 7548 w 253205"/>
                <a:gd name="csY259" fmla="*/ 57323 h 297966"/>
                <a:gd name="csX260" fmla="*/ 8643 w 253205"/>
                <a:gd name="csY260" fmla="*/ 57110 h 297966"/>
                <a:gd name="csX261" fmla="*/ 9625 w 253205"/>
                <a:gd name="csY261" fmla="*/ 56592 h 297966"/>
                <a:gd name="csX262" fmla="*/ 10447 w 253205"/>
                <a:gd name="csY262" fmla="*/ 53290 h 297966"/>
                <a:gd name="csX263" fmla="*/ 11078 w 253205"/>
                <a:gd name="csY263" fmla="*/ 52301 h 297966"/>
                <a:gd name="csX264" fmla="*/ 11230 w 253205"/>
                <a:gd name="csY264" fmla="*/ 51723 h 297966"/>
                <a:gd name="csX265" fmla="*/ 10645 w 253205"/>
                <a:gd name="csY265" fmla="*/ 51031 h 297966"/>
                <a:gd name="csX266" fmla="*/ 8248 w 253205"/>
                <a:gd name="csY266" fmla="*/ 48702 h 297966"/>
                <a:gd name="csX267" fmla="*/ 7152 w 253205"/>
                <a:gd name="csY267" fmla="*/ 46268 h 297966"/>
                <a:gd name="csX268" fmla="*/ 5425 w 253205"/>
                <a:gd name="csY268" fmla="*/ 43536 h 297966"/>
                <a:gd name="csX269" fmla="*/ 3820 w 253205"/>
                <a:gd name="csY269" fmla="*/ 42326 h 297966"/>
                <a:gd name="csX270" fmla="*/ 3492 w 253205"/>
                <a:gd name="csY270" fmla="*/ 41383 h 297966"/>
                <a:gd name="csX271" fmla="*/ 3454 w 253205"/>
                <a:gd name="csY271" fmla="*/ 40188 h 297966"/>
                <a:gd name="csX272" fmla="*/ 3782 w 253205"/>
                <a:gd name="csY272" fmla="*/ 39131 h 297966"/>
                <a:gd name="csX273" fmla="*/ 6688 w 253205"/>
                <a:gd name="csY273" fmla="*/ 37487 h 297966"/>
                <a:gd name="csX274" fmla="*/ 8408 w 253205"/>
                <a:gd name="csY274" fmla="*/ 35737 h 297966"/>
                <a:gd name="csX275" fmla="*/ 9145 w 253205"/>
                <a:gd name="csY275" fmla="*/ 36407 h 297966"/>
                <a:gd name="csX276" fmla="*/ 10713 w 253205"/>
                <a:gd name="csY276" fmla="*/ 37122 h 297966"/>
                <a:gd name="csX277" fmla="*/ 14966 w 253205"/>
                <a:gd name="csY277" fmla="*/ 36148 h 297966"/>
                <a:gd name="csX278" fmla="*/ 17606 w 253205"/>
                <a:gd name="csY278" fmla="*/ 35167 h 297966"/>
                <a:gd name="csX279" fmla="*/ 19463 w 253205"/>
                <a:gd name="csY279" fmla="*/ 34132 h 297966"/>
                <a:gd name="csX280" fmla="*/ 20612 w 253205"/>
                <a:gd name="csY280" fmla="*/ 34314 h 297966"/>
                <a:gd name="csX281" fmla="*/ 24781 w 253205"/>
                <a:gd name="csY281" fmla="*/ 35859 h 297966"/>
                <a:gd name="csX282" fmla="*/ 26158 w 253205"/>
                <a:gd name="csY282" fmla="*/ 35075 h 297966"/>
                <a:gd name="csX283" fmla="*/ 29164 w 253205"/>
                <a:gd name="csY283" fmla="*/ 32983 h 297966"/>
                <a:gd name="csX284" fmla="*/ 29613 w 253205"/>
                <a:gd name="csY284" fmla="*/ 31880 h 297966"/>
                <a:gd name="csX285" fmla="*/ 31986 w 253205"/>
                <a:gd name="csY285" fmla="*/ 28532 h 297966"/>
                <a:gd name="csX286" fmla="*/ 32032 w 253205"/>
                <a:gd name="csY286" fmla="*/ 27718 h 297966"/>
                <a:gd name="csX287" fmla="*/ 31058 w 253205"/>
                <a:gd name="csY287" fmla="*/ 25610 h 297966"/>
                <a:gd name="csX288" fmla="*/ 31363 w 253205"/>
                <a:gd name="csY288" fmla="*/ 25146 h 297966"/>
                <a:gd name="csX289" fmla="*/ 34269 w 253205"/>
                <a:gd name="csY289" fmla="*/ 22985 h 297966"/>
                <a:gd name="csX290" fmla="*/ 35692 w 253205"/>
                <a:gd name="csY290" fmla="*/ 21068 h 297966"/>
                <a:gd name="csX291" fmla="*/ 37236 w 253205"/>
                <a:gd name="csY291" fmla="*/ 19782 h 297966"/>
                <a:gd name="csX292" fmla="*/ 38347 w 253205"/>
                <a:gd name="csY292" fmla="*/ 19752 h 297966"/>
                <a:gd name="csX293" fmla="*/ 38652 w 253205"/>
                <a:gd name="csY293" fmla="*/ 20193 h 297966"/>
                <a:gd name="csX294" fmla="*/ 38781 w 253205"/>
                <a:gd name="csY294" fmla="*/ 21091 h 297966"/>
                <a:gd name="csX295" fmla="*/ 38682 w 253205"/>
                <a:gd name="csY295" fmla="*/ 24789 h 297966"/>
                <a:gd name="csX296" fmla="*/ 39108 w 253205"/>
                <a:gd name="csY296" fmla="*/ 25922 h 297966"/>
                <a:gd name="csX297" fmla="*/ 41391 w 253205"/>
                <a:gd name="csY297" fmla="*/ 28570 h 297966"/>
                <a:gd name="csX298" fmla="*/ 43019 w 253205"/>
                <a:gd name="csY298" fmla="*/ 30077 h 297966"/>
                <a:gd name="csX299" fmla="*/ 46800 w 253205"/>
                <a:gd name="csY299" fmla="*/ 31111 h 297966"/>
                <a:gd name="csX300" fmla="*/ 46975 w 253205"/>
                <a:gd name="csY300" fmla="*/ 31606 h 297966"/>
                <a:gd name="csX301" fmla="*/ 45933 w 253205"/>
                <a:gd name="csY301" fmla="*/ 33592 h 297966"/>
                <a:gd name="csX302" fmla="*/ 48223 w 253205"/>
                <a:gd name="csY302" fmla="*/ 35966 h 297966"/>
                <a:gd name="csX303" fmla="*/ 48634 w 253205"/>
                <a:gd name="csY303" fmla="*/ 37700 h 297966"/>
                <a:gd name="csX304" fmla="*/ 49692 w 253205"/>
                <a:gd name="csY304" fmla="*/ 38674 h 297966"/>
                <a:gd name="csX305" fmla="*/ 51183 w 253205"/>
                <a:gd name="csY305" fmla="*/ 38195 h 297966"/>
                <a:gd name="csX306" fmla="*/ 51670 w 253205"/>
                <a:gd name="csY306" fmla="*/ 37274 h 297966"/>
                <a:gd name="csX307" fmla="*/ 51084 w 253205"/>
                <a:gd name="csY307" fmla="*/ 35669 h 297966"/>
                <a:gd name="csX308" fmla="*/ 50650 w 253205"/>
                <a:gd name="csY308" fmla="*/ 33987 h 297966"/>
                <a:gd name="csX309" fmla="*/ 50734 w 253205"/>
                <a:gd name="csY309" fmla="*/ 33013 h 297966"/>
                <a:gd name="csX310" fmla="*/ 51145 w 253205"/>
                <a:gd name="csY310" fmla="*/ 31895 h 297966"/>
                <a:gd name="csX311" fmla="*/ 52187 w 253205"/>
                <a:gd name="csY311" fmla="*/ 30328 h 297966"/>
                <a:gd name="csX312" fmla="*/ 55018 w 253205"/>
                <a:gd name="csY312" fmla="*/ 26736 h 297966"/>
                <a:gd name="csX313" fmla="*/ 56037 w 253205"/>
                <a:gd name="csY313" fmla="*/ 24659 h 297966"/>
                <a:gd name="csX314" fmla="*/ 56220 w 253205"/>
                <a:gd name="csY314" fmla="*/ 21441 h 297966"/>
                <a:gd name="csX315" fmla="*/ 56227 w 253205"/>
                <a:gd name="csY315" fmla="*/ 18854 h 297966"/>
                <a:gd name="csX316" fmla="*/ 57171 w 253205"/>
                <a:gd name="csY316" fmla="*/ 18222 h 297966"/>
                <a:gd name="csX317" fmla="*/ 59202 w 253205"/>
                <a:gd name="csY317" fmla="*/ 18687 h 297966"/>
                <a:gd name="csX318" fmla="*/ 59811 w 253205"/>
                <a:gd name="csY318" fmla="*/ 18633 h 297966"/>
                <a:gd name="csX319" fmla="*/ 60085 w 253205"/>
                <a:gd name="csY319" fmla="*/ 20223 h 297966"/>
                <a:gd name="csX320" fmla="*/ 60952 w 253205"/>
                <a:gd name="csY320" fmla="*/ 22757 h 297966"/>
                <a:gd name="csX321" fmla="*/ 61972 w 253205"/>
                <a:gd name="csY321" fmla="*/ 24066 h 297966"/>
                <a:gd name="csX322" fmla="*/ 63060 w 253205"/>
                <a:gd name="csY322" fmla="*/ 24378 h 297966"/>
                <a:gd name="csX323" fmla="*/ 64338 w 253205"/>
                <a:gd name="csY323" fmla="*/ 24385 h 297966"/>
                <a:gd name="csX324" fmla="*/ 67503 w 253205"/>
                <a:gd name="csY324" fmla="*/ 22841 h 297966"/>
                <a:gd name="csX325" fmla="*/ 69565 w 253205"/>
                <a:gd name="csY325" fmla="*/ 22171 h 297966"/>
                <a:gd name="csX326" fmla="*/ 70737 w 253205"/>
                <a:gd name="csY326" fmla="*/ 22354 h 297966"/>
                <a:gd name="csX327" fmla="*/ 71429 w 253205"/>
                <a:gd name="csY327" fmla="*/ 23404 h 297966"/>
                <a:gd name="csX328" fmla="*/ 72905 w 253205"/>
                <a:gd name="csY328" fmla="*/ 26166 h 297966"/>
                <a:gd name="csX329" fmla="*/ 73750 w 253205"/>
                <a:gd name="csY329" fmla="*/ 26478 h 297966"/>
                <a:gd name="csX330" fmla="*/ 74769 w 253205"/>
                <a:gd name="csY330" fmla="*/ 26158 h 297966"/>
                <a:gd name="csX331" fmla="*/ 75127 w 253205"/>
                <a:gd name="csY331" fmla="*/ 25686 h 297966"/>
                <a:gd name="csX332" fmla="*/ 74800 w 253205"/>
                <a:gd name="csY332" fmla="*/ 24621 h 297966"/>
                <a:gd name="csX333" fmla="*/ 74366 w 253205"/>
                <a:gd name="csY333" fmla="*/ 22316 h 297966"/>
                <a:gd name="csX334" fmla="*/ 73773 w 253205"/>
                <a:gd name="csY334" fmla="*/ 20528 h 297966"/>
                <a:gd name="csX335" fmla="*/ 72997 w 253205"/>
                <a:gd name="csY335" fmla="*/ 19691 h 297966"/>
                <a:gd name="csX336" fmla="*/ 72837 w 253205"/>
                <a:gd name="csY336" fmla="*/ 18603 h 297966"/>
                <a:gd name="csX337" fmla="*/ 73324 w 253205"/>
                <a:gd name="csY337" fmla="*/ 16640 h 297966"/>
                <a:gd name="csX338" fmla="*/ 73879 w 253205"/>
                <a:gd name="csY338" fmla="*/ 14996 h 297966"/>
                <a:gd name="csX339" fmla="*/ 74960 w 253205"/>
                <a:gd name="csY339" fmla="*/ 14547 h 297966"/>
                <a:gd name="csX340" fmla="*/ 76200 w 253205"/>
                <a:gd name="csY340" fmla="*/ 14342 h 297966"/>
                <a:gd name="csX341" fmla="*/ 77836 w 253205"/>
                <a:gd name="csY341" fmla="*/ 16084 h 297966"/>
                <a:gd name="csX342" fmla="*/ 79776 w 253205"/>
                <a:gd name="csY342" fmla="*/ 16632 h 297966"/>
                <a:gd name="csX343" fmla="*/ 81222 w 253205"/>
                <a:gd name="csY343" fmla="*/ 16541 h 297966"/>
                <a:gd name="csX344" fmla="*/ 81473 w 253205"/>
                <a:gd name="csY344" fmla="*/ 15529 h 297966"/>
                <a:gd name="csX345" fmla="*/ 81381 w 253205"/>
                <a:gd name="csY345" fmla="*/ 14418 h 297966"/>
                <a:gd name="csX346" fmla="*/ 80522 w 253205"/>
                <a:gd name="csY346" fmla="*/ 12988 h 297966"/>
                <a:gd name="csX347" fmla="*/ 80689 w 253205"/>
                <a:gd name="csY347" fmla="*/ 10819 h 297966"/>
                <a:gd name="csX348" fmla="*/ 81686 w 253205"/>
                <a:gd name="csY348" fmla="*/ 6771 h 297966"/>
                <a:gd name="csX349" fmla="*/ 82256 w 253205"/>
                <a:gd name="csY349" fmla="*/ 7084 h 297966"/>
                <a:gd name="csX350" fmla="*/ 84402 w 253205"/>
                <a:gd name="csY350" fmla="*/ 7122 h 297966"/>
                <a:gd name="csX351" fmla="*/ 86738 w 253205"/>
                <a:gd name="csY351" fmla="*/ 7350 h 297966"/>
                <a:gd name="csX352" fmla="*/ 88244 w 253205"/>
                <a:gd name="csY352" fmla="*/ 9001 h 297966"/>
                <a:gd name="csX353" fmla="*/ 89720 w 253205"/>
                <a:gd name="csY353" fmla="*/ 9564 h 297966"/>
                <a:gd name="csX354" fmla="*/ 91820 w 253205"/>
                <a:gd name="csY354" fmla="*/ 9739 h 297966"/>
                <a:gd name="csX355" fmla="*/ 93228 w 253205"/>
                <a:gd name="csY355" fmla="*/ 9511 h 297966"/>
                <a:gd name="csX356" fmla="*/ 93913 w 253205"/>
                <a:gd name="csY356" fmla="*/ 8887 h 297966"/>
                <a:gd name="csX357" fmla="*/ 94727 w 253205"/>
                <a:gd name="csY357" fmla="*/ 6954 h 297966"/>
                <a:gd name="csX358" fmla="*/ 96233 w 253205"/>
                <a:gd name="csY358" fmla="*/ 4558 h 297966"/>
                <a:gd name="csX359" fmla="*/ 98592 w 253205"/>
                <a:gd name="csY359" fmla="*/ 3325 h 297966"/>
                <a:gd name="csX360" fmla="*/ 102624 w 253205"/>
                <a:gd name="csY360" fmla="*/ 3097 h 297966"/>
                <a:gd name="csX361" fmla="*/ 104641 w 253205"/>
                <a:gd name="csY361" fmla="*/ 2648 h 297966"/>
                <a:gd name="csX362" fmla="*/ 106733 w 253205"/>
                <a:gd name="csY362" fmla="*/ 2670 h 297966"/>
                <a:gd name="csX363" fmla="*/ 108308 w 253205"/>
                <a:gd name="csY363" fmla="*/ 3043 h 297966"/>
                <a:gd name="csX364" fmla="*/ 109936 w 253205"/>
                <a:gd name="csY364" fmla="*/ 2998 h 297966"/>
                <a:gd name="csX365" fmla="*/ 114075 w 253205"/>
                <a:gd name="csY365" fmla="*/ 1324 h 297966"/>
                <a:gd name="csX366" fmla="*/ 118344 w 253205"/>
                <a:gd name="csY366" fmla="*/ 0 h 297966"/>
                <a:gd name="csX367" fmla="*/ 118937 w 253205"/>
                <a:gd name="csY367" fmla="*/ 221 h 297966"/>
                <a:gd name="csX368" fmla="*/ 119029 w 253205"/>
                <a:gd name="csY368" fmla="*/ 662 h 297966"/>
                <a:gd name="csX369" fmla="*/ 118260 w 253205"/>
                <a:gd name="csY369" fmla="*/ 1681 h 297966"/>
                <a:gd name="csX370" fmla="*/ 117514 w 253205"/>
                <a:gd name="csY370" fmla="*/ 3036 h 297966"/>
                <a:gd name="csX371" fmla="*/ 118017 w 253205"/>
                <a:gd name="csY371" fmla="*/ 4580 h 297966"/>
                <a:gd name="csX372" fmla="*/ 120444 w 253205"/>
                <a:gd name="csY372" fmla="*/ 7677 h 297966"/>
                <a:gd name="csX373" fmla="*/ 121768 w 253205"/>
                <a:gd name="csY373" fmla="*/ 10043 h 297966"/>
                <a:gd name="csX374" fmla="*/ 123015 w 253205"/>
                <a:gd name="csY374" fmla="*/ 11816 h 297966"/>
                <a:gd name="csX375" fmla="*/ 124956 w 253205"/>
                <a:gd name="csY375" fmla="*/ 12752 h 297966"/>
                <a:gd name="csX376" fmla="*/ 127504 w 253205"/>
                <a:gd name="csY376" fmla="*/ 13322 h 297966"/>
                <a:gd name="csX377" fmla="*/ 129665 w 253205"/>
                <a:gd name="csY377" fmla="*/ 13528 h 297966"/>
                <a:gd name="csX378" fmla="*/ 131925 w 253205"/>
                <a:gd name="csY378" fmla="*/ 14198 h 297966"/>
                <a:gd name="csX379" fmla="*/ 139678 w 253205"/>
                <a:gd name="csY379" fmla="*/ 15848 h 297966"/>
                <a:gd name="csX380" fmla="*/ 143581 w 253205"/>
                <a:gd name="csY380" fmla="*/ 16305 h 297966"/>
                <a:gd name="csX381" fmla="*/ 146541 w 253205"/>
                <a:gd name="csY381" fmla="*/ 16373 h 297966"/>
                <a:gd name="csX382" fmla="*/ 150992 w 253205"/>
                <a:gd name="csY382" fmla="*/ 17370 h 297966"/>
                <a:gd name="csX383" fmla="*/ 125054 w 253205"/>
                <a:gd name="csY383" fmla="*/ 96507 h 297966"/>
                <a:gd name="csX384" fmla="*/ 125686 w 253205"/>
                <a:gd name="csY384" fmla="*/ 94985 h 297966"/>
                <a:gd name="csX385" fmla="*/ 125450 w 253205"/>
                <a:gd name="csY385" fmla="*/ 93897 h 297966"/>
                <a:gd name="csX386" fmla="*/ 124111 w 253205"/>
                <a:gd name="csY386" fmla="*/ 94118 h 297966"/>
                <a:gd name="csX387" fmla="*/ 123168 w 253205"/>
                <a:gd name="csY387" fmla="*/ 95533 h 297966"/>
                <a:gd name="csX388" fmla="*/ 123799 w 253205"/>
                <a:gd name="csY388" fmla="*/ 96727 h 297966"/>
                <a:gd name="csX389" fmla="*/ 125054 w 253205"/>
                <a:gd name="csY389" fmla="*/ 96507 h 297966"/>
                <a:gd name="csX390" fmla="*/ 124073 w 253205"/>
                <a:gd name="csY390" fmla="*/ 154697 h 297966"/>
                <a:gd name="csX391" fmla="*/ 124058 w 253205"/>
                <a:gd name="csY391" fmla="*/ 154469 h 297966"/>
                <a:gd name="csX392" fmla="*/ 123898 w 253205"/>
                <a:gd name="csY392" fmla="*/ 154492 h 297966"/>
                <a:gd name="csX393" fmla="*/ 123829 w 253205"/>
                <a:gd name="csY393" fmla="*/ 154629 h 297966"/>
                <a:gd name="csX394" fmla="*/ 123898 w 253205"/>
                <a:gd name="csY394" fmla="*/ 154720 h 297966"/>
                <a:gd name="csX395" fmla="*/ 124073 w 253205"/>
                <a:gd name="csY395" fmla="*/ 154697 h 297966"/>
                <a:gd name="csX396" fmla="*/ 80430 w 253205"/>
                <a:gd name="csY396" fmla="*/ 127048 h 297966"/>
                <a:gd name="csX397" fmla="*/ 81138 w 253205"/>
                <a:gd name="csY397" fmla="*/ 128174 h 297966"/>
                <a:gd name="csX398" fmla="*/ 81222 w 253205"/>
                <a:gd name="csY398" fmla="*/ 128828 h 297966"/>
                <a:gd name="csX399" fmla="*/ 80742 w 253205"/>
                <a:gd name="csY399" fmla="*/ 129574 h 297966"/>
                <a:gd name="csX400" fmla="*/ 80940 w 253205"/>
                <a:gd name="csY400" fmla="*/ 131248 h 297966"/>
                <a:gd name="csX401" fmla="*/ 79152 w 253205"/>
                <a:gd name="csY401" fmla="*/ 129855 h 297966"/>
                <a:gd name="csX402" fmla="*/ 76451 w 253205"/>
                <a:gd name="csY402" fmla="*/ 130555 h 297966"/>
                <a:gd name="csX403" fmla="*/ 74792 w 253205"/>
                <a:gd name="csY403" fmla="*/ 130403 h 297966"/>
                <a:gd name="csX404" fmla="*/ 74336 w 253205"/>
                <a:gd name="csY404" fmla="*/ 129155 h 297966"/>
                <a:gd name="csX405" fmla="*/ 74716 w 253205"/>
                <a:gd name="csY405" fmla="*/ 128425 h 297966"/>
                <a:gd name="csX406" fmla="*/ 77288 w 253205"/>
                <a:gd name="csY406" fmla="*/ 128265 h 297966"/>
                <a:gd name="csX407" fmla="*/ 78087 w 253205"/>
                <a:gd name="csY407" fmla="*/ 127908 h 297966"/>
                <a:gd name="csX408" fmla="*/ 79654 w 253205"/>
                <a:gd name="csY408" fmla="*/ 128075 h 297966"/>
                <a:gd name="csX409" fmla="*/ 80430 w 253205"/>
                <a:gd name="csY409" fmla="*/ 127048 h 297966"/>
                <a:gd name="csX410" fmla="*/ 64125 w 253205"/>
                <a:gd name="csY410" fmla="*/ 183511 h 297966"/>
                <a:gd name="csX411" fmla="*/ 65198 w 253205"/>
                <a:gd name="csY411" fmla="*/ 185306 h 297966"/>
                <a:gd name="csX412" fmla="*/ 67595 w 253205"/>
                <a:gd name="csY412" fmla="*/ 192656 h 297966"/>
                <a:gd name="csX413" fmla="*/ 67823 w 253205"/>
                <a:gd name="csY413" fmla="*/ 194239 h 297966"/>
                <a:gd name="csX414" fmla="*/ 67344 w 253205"/>
                <a:gd name="csY414" fmla="*/ 195860 h 297966"/>
                <a:gd name="csX415" fmla="*/ 66735 w 253205"/>
                <a:gd name="csY415" fmla="*/ 197008 h 297966"/>
                <a:gd name="csX416" fmla="*/ 64353 w 253205"/>
                <a:gd name="csY416" fmla="*/ 200691 h 297966"/>
                <a:gd name="csX417" fmla="*/ 64703 w 253205"/>
                <a:gd name="csY417" fmla="*/ 203727 h 297966"/>
                <a:gd name="csX418" fmla="*/ 65586 w 253205"/>
                <a:gd name="csY418" fmla="*/ 205606 h 297966"/>
                <a:gd name="csX419" fmla="*/ 65715 w 253205"/>
                <a:gd name="csY419" fmla="*/ 207683 h 297966"/>
                <a:gd name="csX420" fmla="*/ 65274 w 253205"/>
                <a:gd name="csY420" fmla="*/ 210255 h 297966"/>
                <a:gd name="csX421" fmla="*/ 63798 w 253205"/>
                <a:gd name="csY421" fmla="*/ 225997 h 297966"/>
                <a:gd name="csX422" fmla="*/ 63083 w 253205"/>
                <a:gd name="csY422" fmla="*/ 228774 h 297966"/>
                <a:gd name="csX423" fmla="*/ 62634 w 253205"/>
                <a:gd name="csY423" fmla="*/ 231171 h 297966"/>
                <a:gd name="csX424" fmla="*/ 61006 w 253205"/>
                <a:gd name="csY424" fmla="*/ 231901 h 297966"/>
                <a:gd name="csX425" fmla="*/ 58906 w 253205"/>
                <a:gd name="csY425" fmla="*/ 231133 h 297966"/>
                <a:gd name="csX426" fmla="*/ 56258 w 253205"/>
                <a:gd name="csY426" fmla="*/ 229778 h 297966"/>
                <a:gd name="csX427" fmla="*/ 55033 w 253205"/>
                <a:gd name="csY427" fmla="*/ 229862 h 297966"/>
                <a:gd name="csX428" fmla="*/ 53800 w 253205"/>
                <a:gd name="csY428" fmla="*/ 230326 h 297966"/>
                <a:gd name="csX429" fmla="*/ 52788 w 253205"/>
                <a:gd name="csY429" fmla="*/ 229931 h 297966"/>
                <a:gd name="csX430" fmla="*/ 51822 w 253205"/>
                <a:gd name="csY430" fmla="*/ 229162 h 297966"/>
                <a:gd name="csX431" fmla="*/ 51099 w 253205"/>
                <a:gd name="csY431" fmla="*/ 234534 h 297966"/>
                <a:gd name="csX432" fmla="*/ 49905 w 253205"/>
                <a:gd name="csY432" fmla="*/ 236710 h 297966"/>
                <a:gd name="csX433" fmla="*/ 48086 w 253205"/>
                <a:gd name="csY433" fmla="*/ 238102 h 297966"/>
                <a:gd name="csX434" fmla="*/ 46374 w 253205"/>
                <a:gd name="csY434" fmla="*/ 238186 h 297966"/>
                <a:gd name="csX435" fmla="*/ 44609 w 253205"/>
                <a:gd name="csY435" fmla="*/ 237722 h 297966"/>
                <a:gd name="csX436" fmla="*/ 43118 w 253205"/>
                <a:gd name="csY436" fmla="*/ 237722 h 297966"/>
                <a:gd name="csX437" fmla="*/ 41984 w 253205"/>
                <a:gd name="csY437" fmla="*/ 236694 h 297966"/>
                <a:gd name="csX438" fmla="*/ 41086 w 253205"/>
                <a:gd name="csY438" fmla="*/ 234884 h 297966"/>
                <a:gd name="csX439" fmla="*/ 39656 w 253205"/>
                <a:gd name="csY439" fmla="*/ 232685 h 297966"/>
                <a:gd name="csX440" fmla="*/ 38203 w 253205"/>
                <a:gd name="csY440" fmla="*/ 230075 h 297966"/>
                <a:gd name="csX441" fmla="*/ 38043 w 253205"/>
                <a:gd name="csY441" fmla="*/ 227709 h 297966"/>
                <a:gd name="csX442" fmla="*/ 37792 w 253205"/>
                <a:gd name="csY442" fmla="*/ 222482 h 297966"/>
                <a:gd name="csX443" fmla="*/ 38210 w 253205"/>
                <a:gd name="csY443" fmla="*/ 221341 h 297966"/>
                <a:gd name="csX444" fmla="*/ 38819 w 253205"/>
                <a:gd name="csY444" fmla="*/ 220245 h 297966"/>
                <a:gd name="csX445" fmla="*/ 39116 w 253205"/>
                <a:gd name="csY445" fmla="*/ 217901 h 297966"/>
                <a:gd name="csX446" fmla="*/ 38910 w 253205"/>
                <a:gd name="csY446" fmla="*/ 215855 h 297966"/>
                <a:gd name="csX447" fmla="*/ 39336 w 253205"/>
                <a:gd name="csY447" fmla="*/ 215124 h 297966"/>
                <a:gd name="csX448" fmla="*/ 40181 w 253205"/>
                <a:gd name="csY448" fmla="*/ 215855 h 297966"/>
                <a:gd name="csX449" fmla="*/ 40812 w 253205"/>
                <a:gd name="csY449" fmla="*/ 215581 h 297966"/>
                <a:gd name="csX450" fmla="*/ 40774 w 253205"/>
                <a:gd name="csY450" fmla="*/ 214523 h 297966"/>
                <a:gd name="csX451" fmla="*/ 40965 w 253205"/>
                <a:gd name="csY451" fmla="*/ 212598 h 297966"/>
                <a:gd name="csX452" fmla="*/ 39854 w 253205"/>
                <a:gd name="csY452" fmla="*/ 210985 h 297966"/>
                <a:gd name="csX453" fmla="*/ 37974 w 253205"/>
                <a:gd name="csY453" fmla="*/ 210437 h 297966"/>
                <a:gd name="csX454" fmla="*/ 37792 w 253205"/>
                <a:gd name="csY454" fmla="*/ 208748 h 297966"/>
                <a:gd name="csX455" fmla="*/ 37990 w 253205"/>
                <a:gd name="csY455" fmla="*/ 207097 h 297966"/>
                <a:gd name="csX456" fmla="*/ 38979 w 253205"/>
                <a:gd name="csY456" fmla="*/ 205986 h 297966"/>
                <a:gd name="csX457" fmla="*/ 39313 w 253205"/>
                <a:gd name="csY457" fmla="*/ 204510 h 297966"/>
                <a:gd name="csX458" fmla="*/ 39321 w 253205"/>
                <a:gd name="csY458" fmla="*/ 199998 h 297966"/>
                <a:gd name="csX459" fmla="*/ 37997 w 253205"/>
                <a:gd name="csY459" fmla="*/ 198332 h 297966"/>
                <a:gd name="csX460" fmla="*/ 37487 w 253205"/>
                <a:gd name="csY460" fmla="*/ 195806 h 297966"/>
                <a:gd name="csX461" fmla="*/ 36803 w 253205"/>
                <a:gd name="csY461" fmla="*/ 194193 h 297966"/>
                <a:gd name="csX462" fmla="*/ 35570 w 253205"/>
                <a:gd name="csY462" fmla="*/ 192565 h 297966"/>
                <a:gd name="csX463" fmla="*/ 34170 w 253205"/>
                <a:gd name="csY463" fmla="*/ 191241 h 297966"/>
                <a:gd name="csX464" fmla="*/ 33310 w 253205"/>
                <a:gd name="csY464" fmla="*/ 189963 h 297966"/>
                <a:gd name="csX465" fmla="*/ 33120 w 253205"/>
                <a:gd name="csY465" fmla="*/ 186615 h 297966"/>
                <a:gd name="csX466" fmla="*/ 33607 w 253205"/>
                <a:gd name="csY466" fmla="*/ 183815 h 297966"/>
                <a:gd name="csX467" fmla="*/ 34048 w 253205"/>
                <a:gd name="csY467" fmla="*/ 182613 h 297966"/>
                <a:gd name="csX468" fmla="*/ 34497 w 253205"/>
                <a:gd name="csY468" fmla="*/ 182788 h 297966"/>
                <a:gd name="csX469" fmla="*/ 35882 w 253205"/>
                <a:gd name="csY469" fmla="*/ 184180 h 297966"/>
                <a:gd name="csX470" fmla="*/ 37016 w 253205"/>
                <a:gd name="csY470" fmla="*/ 184492 h 297966"/>
                <a:gd name="csX471" fmla="*/ 39260 w 253205"/>
                <a:gd name="csY471" fmla="*/ 184827 h 297966"/>
                <a:gd name="csX472" fmla="*/ 41467 w 253205"/>
                <a:gd name="csY472" fmla="*/ 184378 h 297966"/>
                <a:gd name="csX473" fmla="*/ 44175 w 253205"/>
                <a:gd name="csY473" fmla="*/ 183107 h 297966"/>
                <a:gd name="csX474" fmla="*/ 46785 w 253205"/>
                <a:gd name="csY474" fmla="*/ 181571 h 297966"/>
                <a:gd name="csX475" fmla="*/ 50567 w 253205"/>
                <a:gd name="csY475" fmla="*/ 177043 h 297966"/>
                <a:gd name="csX476" fmla="*/ 52895 w 253205"/>
                <a:gd name="csY476" fmla="*/ 176123 h 297966"/>
                <a:gd name="csX477" fmla="*/ 54089 w 253205"/>
                <a:gd name="csY477" fmla="*/ 174928 h 297966"/>
                <a:gd name="csX478" fmla="*/ 54500 w 253205"/>
                <a:gd name="csY478" fmla="*/ 173315 h 297966"/>
                <a:gd name="csX479" fmla="*/ 55489 w 253205"/>
                <a:gd name="csY479" fmla="*/ 172897 h 297966"/>
                <a:gd name="csX480" fmla="*/ 56654 w 253205"/>
                <a:gd name="csY480" fmla="*/ 174464 h 297966"/>
                <a:gd name="csX481" fmla="*/ 58099 w 253205"/>
                <a:gd name="csY481" fmla="*/ 174632 h 297966"/>
                <a:gd name="csX482" fmla="*/ 60328 w 253205"/>
                <a:gd name="csY482" fmla="*/ 175925 h 297966"/>
                <a:gd name="csX483" fmla="*/ 61287 w 253205"/>
                <a:gd name="csY483" fmla="*/ 177158 h 297966"/>
                <a:gd name="csX484" fmla="*/ 62109 w 253205"/>
                <a:gd name="csY484" fmla="*/ 178641 h 297966"/>
                <a:gd name="csX485" fmla="*/ 62900 w 253205"/>
                <a:gd name="csY485" fmla="*/ 179296 h 297966"/>
                <a:gd name="csX486" fmla="*/ 63745 w 253205"/>
                <a:gd name="csY486" fmla="*/ 179668 h 297966"/>
                <a:gd name="csX487" fmla="*/ 63866 w 253205"/>
                <a:gd name="csY487" fmla="*/ 180019 h 297966"/>
                <a:gd name="csX488" fmla="*/ 63197 w 253205"/>
                <a:gd name="csY488" fmla="*/ 180368 h 297966"/>
                <a:gd name="csX489" fmla="*/ 62428 w 253205"/>
                <a:gd name="csY489" fmla="*/ 182065 h 297966"/>
                <a:gd name="csX490" fmla="*/ 62862 w 253205"/>
                <a:gd name="csY490" fmla="*/ 182552 h 297966"/>
                <a:gd name="csX491" fmla="*/ 64125 w 253205"/>
                <a:gd name="csY491" fmla="*/ 183511 h 297966"/>
                <a:gd name="csX492" fmla="*/ 35387 w 253205"/>
                <a:gd name="csY492" fmla="*/ 179067 h 297966"/>
                <a:gd name="csX493" fmla="*/ 34680 w 253205"/>
                <a:gd name="csY493" fmla="*/ 180353 h 297966"/>
                <a:gd name="csX494" fmla="*/ 33675 w 253205"/>
                <a:gd name="csY494" fmla="*/ 180262 h 297966"/>
                <a:gd name="csX495" fmla="*/ 34071 w 253205"/>
                <a:gd name="csY495" fmla="*/ 179311 h 297966"/>
                <a:gd name="csX496" fmla="*/ 34999 w 253205"/>
                <a:gd name="csY496" fmla="*/ 177401 h 297966"/>
                <a:gd name="csX497" fmla="*/ 36126 w 253205"/>
                <a:gd name="csY497" fmla="*/ 176762 h 297966"/>
                <a:gd name="csX498" fmla="*/ 36628 w 253205"/>
                <a:gd name="csY498" fmla="*/ 177333 h 297966"/>
                <a:gd name="csX499" fmla="*/ 36095 w 253205"/>
                <a:gd name="csY499" fmla="*/ 178428 h 297966"/>
                <a:gd name="csX500" fmla="*/ 35387 w 253205"/>
                <a:gd name="csY500" fmla="*/ 179067 h 297966"/>
                <a:gd name="csX501" fmla="*/ 156082 w 253205"/>
                <a:gd name="csY501" fmla="*/ 188472 h 297966"/>
                <a:gd name="csX502" fmla="*/ 155131 w 253205"/>
                <a:gd name="csY502" fmla="*/ 188715 h 297966"/>
                <a:gd name="csX503" fmla="*/ 154576 w 253205"/>
                <a:gd name="csY503" fmla="*/ 188380 h 297966"/>
                <a:gd name="csX504" fmla="*/ 154272 w 253205"/>
                <a:gd name="csY504" fmla="*/ 187954 h 297966"/>
                <a:gd name="csX505" fmla="*/ 154644 w 253205"/>
                <a:gd name="csY505" fmla="*/ 186897 h 297966"/>
                <a:gd name="csX506" fmla="*/ 156584 w 253205"/>
                <a:gd name="csY506" fmla="*/ 187528 h 297966"/>
                <a:gd name="csX507" fmla="*/ 156561 w 253205"/>
                <a:gd name="csY507" fmla="*/ 188121 h 297966"/>
                <a:gd name="csX508" fmla="*/ 156082 w 253205"/>
                <a:gd name="csY508" fmla="*/ 188472 h 297966"/>
                <a:gd name="csX509" fmla="*/ 39511 w 253205"/>
                <a:gd name="csY509" fmla="*/ 233879 h 297966"/>
                <a:gd name="csX510" fmla="*/ 38279 w 253205"/>
                <a:gd name="csY510" fmla="*/ 236588 h 297966"/>
                <a:gd name="csX511" fmla="*/ 36993 w 253205"/>
                <a:gd name="csY511" fmla="*/ 234671 h 297966"/>
                <a:gd name="csX512" fmla="*/ 36940 w 253205"/>
                <a:gd name="csY512" fmla="*/ 233027 h 297966"/>
                <a:gd name="csX513" fmla="*/ 37115 w 253205"/>
                <a:gd name="csY513" fmla="*/ 232556 h 297966"/>
                <a:gd name="csX514" fmla="*/ 38697 w 253205"/>
                <a:gd name="csY514" fmla="*/ 233248 h 297966"/>
                <a:gd name="csX515" fmla="*/ 39511 w 253205"/>
                <a:gd name="csY515" fmla="*/ 233879 h 297966"/>
                <a:gd name="csX516" fmla="*/ 191067 w 253205"/>
                <a:gd name="csY516" fmla="*/ 256949 h 297966"/>
                <a:gd name="csX517" fmla="*/ 189621 w 253205"/>
                <a:gd name="csY517" fmla="*/ 260022 h 297966"/>
                <a:gd name="csX518" fmla="*/ 188913 w 253205"/>
                <a:gd name="csY518" fmla="*/ 261202 h 297966"/>
                <a:gd name="csX519" fmla="*/ 183762 w 253205"/>
                <a:gd name="csY519" fmla="*/ 268696 h 297966"/>
                <a:gd name="csX520" fmla="*/ 183169 w 253205"/>
                <a:gd name="csY520" fmla="*/ 270423 h 297966"/>
                <a:gd name="csX521" fmla="*/ 182804 w 253205"/>
                <a:gd name="csY521" fmla="*/ 272303 h 297966"/>
                <a:gd name="csX522" fmla="*/ 182271 w 253205"/>
                <a:gd name="csY522" fmla="*/ 273946 h 297966"/>
                <a:gd name="csX523" fmla="*/ 181556 w 253205"/>
                <a:gd name="csY523" fmla="*/ 275491 h 297966"/>
                <a:gd name="csX524" fmla="*/ 180878 w 253205"/>
                <a:gd name="csY524" fmla="*/ 277454 h 297966"/>
                <a:gd name="csX525" fmla="*/ 181008 w 253205"/>
                <a:gd name="csY525" fmla="*/ 279675 h 297966"/>
                <a:gd name="csX526" fmla="*/ 181251 w 253205"/>
                <a:gd name="csY526" fmla="*/ 280763 h 297966"/>
                <a:gd name="csX527" fmla="*/ 181875 w 253205"/>
                <a:gd name="csY527" fmla="*/ 281479 h 297966"/>
                <a:gd name="csX528" fmla="*/ 182895 w 253205"/>
                <a:gd name="csY528" fmla="*/ 282148 h 297966"/>
                <a:gd name="csX529" fmla="*/ 183679 w 253205"/>
                <a:gd name="csY529" fmla="*/ 283183 h 297966"/>
                <a:gd name="csX530" fmla="*/ 182476 w 253205"/>
                <a:gd name="csY530" fmla="*/ 284119 h 297966"/>
                <a:gd name="csX531" fmla="*/ 183793 w 253205"/>
                <a:gd name="csY531" fmla="*/ 285998 h 297966"/>
                <a:gd name="csX532" fmla="*/ 184919 w 253205"/>
                <a:gd name="csY532" fmla="*/ 287109 h 297966"/>
                <a:gd name="csX533" fmla="*/ 185071 w 253205"/>
                <a:gd name="csY533" fmla="*/ 288220 h 297966"/>
                <a:gd name="csX534" fmla="*/ 185048 w 253205"/>
                <a:gd name="csY534" fmla="*/ 289331 h 297966"/>
                <a:gd name="csX535" fmla="*/ 182712 w 253205"/>
                <a:gd name="csY535" fmla="*/ 291415 h 297966"/>
                <a:gd name="csX536" fmla="*/ 181799 w 253205"/>
                <a:gd name="csY536" fmla="*/ 292564 h 297966"/>
                <a:gd name="csX537" fmla="*/ 181236 w 253205"/>
                <a:gd name="csY537" fmla="*/ 293957 h 297966"/>
                <a:gd name="csX538" fmla="*/ 180993 w 253205"/>
                <a:gd name="csY538" fmla="*/ 295387 h 297966"/>
                <a:gd name="csX539" fmla="*/ 181244 w 253205"/>
                <a:gd name="csY539" fmla="*/ 296680 h 297966"/>
                <a:gd name="csX540" fmla="*/ 181168 w 253205"/>
                <a:gd name="csY540" fmla="*/ 297966 h 297966"/>
                <a:gd name="csX541" fmla="*/ 178816 w 253205"/>
                <a:gd name="csY541" fmla="*/ 297807 h 297966"/>
                <a:gd name="csX542" fmla="*/ 176412 w 253205"/>
                <a:gd name="csY542" fmla="*/ 297015 h 297966"/>
                <a:gd name="csX543" fmla="*/ 173985 w 253205"/>
                <a:gd name="csY543" fmla="*/ 297358 h 297966"/>
                <a:gd name="csX544" fmla="*/ 170531 w 253205"/>
                <a:gd name="csY544" fmla="*/ 295866 h 297966"/>
                <a:gd name="csX545" fmla="*/ 169276 w 253205"/>
                <a:gd name="csY545" fmla="*/ 295600 h 297966"/>
                <a:gd name="csX546" fmla="*/ 168134 w 253205"/>
                <a:gd name="csY546" fmla="*/ 295014 h 297966"/>
                <a:gd name="csX547" fmla="*/ 165266 w 253205"/>
                <a:gd name="csY547" fmla="*/ 290388 h 297966"/>
                <a:gd name="csX548" fmla="*/ 162953 w 253205"/>
                <a:gd name="csY548" fmla="*/ 288433 h 297966"/>
                <a:gd name="csX549" fmla="*/ 160473 w 253205"/>
                <a:gd name="csY549" fmla="*/ 286903 h 297966"/>
                <a:gd name="csX550" fmla="*/ 157939 w 253205"/>
                <a:gd name="csY550" fmla="*/ 286812 h 297966"/>
                <a:gd name="csX551" fmla="*/ 155405 w 253205"/>
                <a:gd name="csY551" fmla="*/ 286987 h 297966"/>
                <a:gd name="csX552" fmla="*/ 153168 w 253205"/>
                <a:gd name="csY552" fmla="*/ 286044 h 297966"/>
                <a:gd name="csX553" fmla="*/ 148611 w 253205"/>
                <a:gd name="csY553" fmla="*/ 282886 h 297966"/>
                <a:gd name="csX554" fmla="*/ 143779 w 253205"/>
                <a:gd name="csY554" fmla="*/ 280352 h 297966"/>
                <a:gd name="csX555" fmla="*/ 141733 w 253205"/>
                <a:gd name="csY555" fmla="*/ 278709 h 297966"/>
                <a:gd name="csX556" fmla="*/ 140797 w 253205"/>
                <a:gd name="csY556" fmla="*/ 277598 h 297966"/>
                <a:gd name="csX557" fmla="*/ 139701 w 253205"/>
                <a:gd name="csY557" fmla="*/ 276860 h 297966"/>
                <a:gd name="csX558" fmla="*/ 136939 w 253205"/>
                <a:gd name="csY558" fmla="*/ 276130 h 297966"/>
                <a:gd name="csX559" fmla="*/ 134451 w 253205"/>
                <a:gd name="csY559" fmla="*/ 274410 h 297966"/>
                <a:gd name="csX560" fmla="*/ 133325 w 253205"/>
                <a:gd name="csY560" fmla="*/ 274288 h 297966"/>
                <a:gd name="csX561" fmla="*/ 130898 w 253205"/>
                <a:gd name="csY561" fmla="*/ 274494 h 297966"/>
                <a:gd name="csX562" fmla="*/ 129650 w 253205"/>
                <a:gd name="csY562" fmla="*/ 274372 h 297966"/>
                <a:gd name="csX563" fmla="*/ 128395 w 253205"/>
                <a:gd name="csY563" fmla="*/ 273763 h 297966"/>
                <a:gd name="csX564" fmla="*/ 125975 w 253205"/>
                <a:gd name="csY564" fmla="*/ 271747 h 297966"/>
                <a:gd name="csX565" fmla="*/ 124423 w 253205"/>
                <a:gd name="csY565" fmla="*/ 268947 h 297966"/>
                <a:gd name="csX566" fmla="*/ 124020 w 253205"/>
                <a:gd name="csY566" fmla="*/ 267707 h 297966"/>
                <a:gd name="csX567" fmla="*/ 125115 w 253205"/>
                <a:gd name="csY567" fmla="*/ 264504 h 297966"/>
                <a:gd name="csX568" fmla="*/ 126417 w 253205"/>
                <a:gd name="csY568" fmla="*/ 261422 h 297966"/>
                <a:gd name="csX569" fmla="*/ 127565 w 253205"/>
                <a:gd name="csY569" fmla="*/ 260563 h 297966"/>
                <a:gd name="csX570" fmla="*/ 128904 w 253205"/>
                <a:gd name="csY570" fmla="*/ 259939 h 297966"/>
                <a:gd name="csX571" fmla="*/ 129711 w 253205"/>
                <a:gd name="csY571" fmla="*/ 259026 h 297966"/>
                <a:gd name="csX572" fmla="*/ 130396 w 253205"/>
                <a:gd name="csY572" fmla="*/ 257907 h 297966"/>
                <a:gd name="csX573" fmla="*/ 132884 w 253205"/>
                <a:gd name="csY573" fmla="*/ 261133 h 297966"/>
                <a:gd name="csX574" fmla="*/ 133994 w 253205"/>
                <a:gd name="csY574" fmla="*/ 261917 h 297966"/>
                <a:gd name="csX575" fmla="*/ 135121 w 253205"/>
                <a:gd name="csY575" fmla="*/ 261742 h 297966"/>
                <a:gd name="csX576" fmla="*/ 137114 w 253205"/>
                <a:gd name="csY576" fmla="*/ 260585 h 297966"/>
                <a:gd name="csX577" fmla="*/ 137281 w 253205"/>
                <a:gd name="csY577" fmla="*/ 259315 h 297966"/>
                <a:gd name="csX578" fmla="*/ 139488 w 253205"/>
                <a:gd name="csY578" fmla="*/ 257710 h 297966"/>
                <a:gd name="csX579" fmla="*/ 142288 w 253205"/>
                <a:gd name="csY579" fmla="*/ 257679 h 297966"/>
                <a:gd name="csX580" fmla="*/ 143581 w 253205"/>
                <a:gd name="csY580" fmla="*/ 257976 h 297966"/>
                <a:gd name="csX581" fmla="*/ 144258 w 253205"/>
                <a:gd name="csY581" fmla="*/ 259429 h 297966"/>
                <a:gd name="csX582" fmla="*/ 145324 w 253205"/>
                <a:gd name="csY582" fmla="*/ 259878 h 297966"/>
                <a:gd name="csX583" fmla="*/ 146556 w 253205"/>
                <a:gd name="csY583" fmla="*/ 260068 h 297966"/>
                <a:gd name="csX584" fmla="*/ 150619 w 253205"/>
                <a:gd name="csY584" fmla="*/ 262830 h 297966"/>
                <a:gd name="csX585" fmla="*/ 151761 w 253205"/>
                <a:gd name="csY585" fmla="*/ 263279 h 297966"/>
                <a:gd name="csX586" fmla="*/ 152910 w 253205"/>
                <a:gd name="csY586" fmla="*/ 263355 h 297966"/>
                <a:gd name="csX587" fmla="*/ 156067 w 253205"/>
                <a:gd name="csY587" fmla="*/ 262199 h 297966"/>
                <a:gd name="csX588" fmla="*/ 158486 w 253205"/>
                <a:gd name="csY588" fmla="*/ 261757 h 297966"/>
                <a:gd name="csX589" fmla="*/ 163561 w 253205"/>
                <a:gd name="csY589" fmla="*/ 262396 h 297966"/>
                <a:gd name="csX590" fmla="*/ 166301 w 253205"/>
                <a:gd name="csY590" fmla="*/ 261704 h 297966"/>
                <a:gd name="csX591" fmla="*/ 168218 w 253205"/>
                <a:gd name="csY591" fmla="*/ 261620 h 297966"/>
                <a:gd name="csX592" fmla="*/ 171010 w 253205"/>
                <a:gd name="csY592" fmla="*/ 260555 h 297966"/>
                <a:gd name="csX593" fmla="*/ 173156 w 253205"/>
                <a:gd name="csY593" fmla="*/ 258782 h 297966"/>
                <a:gd name="csX594" fmla="*/ 174274 w 253205"/>
                <a:gd name="csY594" fmla="*/ 258341 h 297966"/>
                <a:gd name="csX595" fmla="*/ 175477 w 253205"/>
                <a:gd name="csY595" fmla="*/ 258212 h 297966"/>
                <a:gd name="csX596" fmla="*/ 178383 w 253205"/>
                <a:gd name="csY596" fmla="*/ 258326 h 297966"/>
                <a:gd name="csX597" fmla="*/ 181305 w 253205"/>
                <a:gd name="csY597" fmla="*/ 258729 h 297966"/>
                <a:gd name="csX598" fmla="*/ 182530 w 253205"/>
                <a:gd name="csY598" fmla="*/ 258310 h 297966"/>
                <a:gd name="csX599" fmla="*/ 183557 w 253205"/>
                <a:gd name="csY599" fmla="*/ 257146 h 297966"/>
                <a:gd name="csX600" fmla="*/ 184744 w 253205"/>
                <a:gd name="csY600" fmla="*/ 256621 h 297966"/>
                <a:gd name="csX601" fmla="*/ 186045 w 253205"/>
                <a:gd name="csY601" fmla="*/ 256971 h 297966"/>
                <a:gd name="csX602" fmla="*/ 189415 w 253205"/>
                <a:gd name="csY602" fmla="*/ 254978 h 297966"/>
                <a:gd name="csX603" fmla="*/ 190907 w 253205"/>
                <a:gd name="csY603" fmla="*/ 254841 h 297966"/>
                <a:gd name="csX604" fmla="*/ 192322 w 253205"/>
                <a:gd name="csY604" fmla="*/ 255610 h 297966"/>
                <a:gd name="csX605" fmla="*/ 191067 w 253205"/>
                <a:gd name="csY605" fmla="*/ 256949 h 297966"/>
                <a:gd name="csX606" fmla="*/ 115787 w 253205"/>
                <a:gd name="csY606" fmla="*/ 296163 h 297966"/>
                <a:gd name="csX607" fmla="*/ 114760 w 253205"/>
                <a:gd name="csY607" fmla="*/ 296460 h 297966"/>
                <a:gd name="csX608" fmla="*/ 113421 w 253205"/>
                <a:gd name="csY608" fmla="*/ 295547 h 297966"/>
                <a:gd name="csX609" fmla="*/ 113330 w 253205"/>
                <a:gd name="csY609" fmla="*/ 294269 h 297966"/>
                <a:gd name="csX610" fmla="*/ 113573 w 253205"/>
                <a:gd name="csY610" fmla="*/ 293888 h 297966"/>
                <a:gd name="csX611" fmla="*/ 115202 w 253205"/>
                <a:gd name="csY611" fmla="*/ 294474 h 297966"/>
                <a:gd name="csX612" fmla="*/ 115711 w 253205"/>
                <a:gd name="csY612" fmla="*/ 295661 h 297966"/>
                <a:gd name="csX613" fmla="*/ 115787 w 253205"/>
                <a:gd name="csY613" fmla="*/ 296163 h 297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Lst>
              <a:rect l="l" t="t" r="r" b="b"/>
              <a:pathLst>
                <a:path w="253205" h="297966">
                  <a:moveTo>
                    <a:pt x="150992" y="17370"/>
                  </a:moveTo>
                  <a:lnTo>
                    <a:pt x="150558" y="19143"/>
                  </a:lnTo>
                  <a:lnTo>
                    <a:pt x="149653" y="19584"/>
                  </a:lnTo>
                  <a:lnTo>
                    <a:pt x="148071" y="20619"/>
                  </a:lnTo>
                  <a:lnTo>
                    <a:pt x="146259" y="22034"/>
                  </a:lnTo>
                  <a:lnTo>
                    <a:pt x="144570" y="23624"/>
                  </a:lnTo>
                  <a:lnTo>
                    <a:pt x="144114" y="25352"/>
                  </a:lnTo>
                  <a:lnTo>
                    <a:pt x="144578" y="26478"/>
                  </a:lnTo>
                  <a:lnTo>
                    <a:pt x="145034" y="26866"/>
                  </a:lnTo>
                  <a:lnTo>
                    <a:pt x="145651" y="26523"/>
                  </a:lnTo>
                  <a:lnTo>
                    <a:pt x="146549" y="26736"/>
                  </a:lnTo>
                  <a:lnTo>
                    <a:pt x="147675" y="27353"/>
                  </a:lnTo>
                  <a:lnTo>
                    <a:pt x="149554" y="27954"/>
                  </a:lnTo>
                  <a:lnTo>
                    <a:pt x="149607" y="28547"/>
                  </a:lnTo>
                  <a:lnTo>
                    <a:pt x="149212" y="29308"/>
                  </a:lnTo>
                  <a:lnTo>
                    <a:pt x="147751" y="30655"/>
                  </a:lnTo>
                  <a:lnTo>
                    <a:pt x="146435" y="32177"/>
                  </a:lnTo>
                  <a:lnTo>
                    <a:pt x="146305" y="33105"/>
                  </a:lnTo>
                  <a:lnTo>
                    <a:pt x="146465" y="33782"/>
                  </a:lnTo>
                  <a:lnTo>
                    <a:pt x="146922" y="34193"/>
                  </a:lnTo>
                  <a:lnTo>
                    <a:pt x="148869" y="34010"/>
                  </a:lnTo>
                  <a:lnTo>
                    <a:pt x="149159" y="34566"/>
                  </a:lnTo>
                  <a:lnTo>
                    <a:pt x="148208" y="38469"/>
                  </a:lnTo>
                  <a:lnTo>
                    <a:pt x="148504" y="39131"/>
                  </a:lnTo>
                  <a:lnTo>
                    <a:pt x="150216" y="39755"/>
                  </a:lnTo>
                  <a:lnTo>
                    <a:pt x="151464" y="40691"/>
                  </a:lnTo>
                  <a:lnTo>
                    <a:pt x="153800" y="43156"/>
                  </a:lnTo>
                  <a:lnTo>
                    <a:pt x="154728" y="45149"/>
                  </a:lnTo>
                  <a:lnTo>
                    <a:pt x="154089" y="45819"/>
                  </a:lnTo>
                  <a:lnTo>
                    <a:pt x="152620" y="46146"/>
                  </a:lnTo>
                  <a:lnTo>
                    <a:pt x="151426" y="45979"/>
                  </a:lnTo>
                  <a:lnTo>
                    <a:pt x="152780" y="44776"/>
                  </a:lnTo>
                  <a:lnTo>
                    <a:pt x="149470" y="40394"/>
                  </a:lnTo>
                  <a:lnTo>
                    <a:pt x="147972" y="40401"/>
                  </a:lnTo>
                  <a:lnTo>
                    <a:pt x="145985" y="42258"/>
                  </a:lnTo>
                  <a:lnTo>
                    <a:pt x="140462" y="40378"/>
                  </a:lnTo>
                  <a:lnTo>
                    <a:pt x="139404" y="41139"/>
                  </a:lnTo>
                  <a:lnTo>
                    <a:pt x="138620" y="42623"/>
                  </a:lnTo>
                  <a:lnTo>
                    <a:pt x="136703" y="44464"/>
                  </a:lnTo>
                  <a:lnTo>
                    <a:pt x="133987" y="45271"/>
                  </a:lnTo>
                  <a:lnTo>
                    <a:pt x="130959" y="47295"/>
                  </a:lnTo>
                  <a:lnTo>
                    <a:pt x="127771" y="48725"/>
                  </a:lnTo>
                  <a:lnTo>
                    <a:pt x="125336" y="49806"/>
                  </a:lnTo>
                  <a:lnTo>
                    <a:pt x="123936" y="49615"/>
                  </a:lnTo>
                  <a:lnTo>
                    <a:pt x="126158" y="47280"/>
                  </a:lnTo>
                  <a:lnTo>
                    <a:pt x="125214" y="47234"/>
                  </a:lnTo>
                  <a:lnTo>
                    <a:pt x="122262" y="48885"/>
                  </a:lnTo>
                  <a:lnTo>
                    <a:pt x="120565" y="50277"/>
                  </a:lnTo>
                  <a:lnTo>
                    <a:pt x="120018" y="52621"/>
                  </a:lnTo>
                  <a:lnTo>
                    <a:pt x="119523" y="56471"/>
                  </a:lnTo>
                  <a:lnTo>
                    <a:pt x="120816" y="57490"/>
                  </a:lnTo>
                  <a:lnTo>
                    <a:pt x="123084" y="62557"/>
                  </a:lnTo>
                  <a:lnTo>
                    <a:pt x="125876" y="64718"/>
                  </a:lnTo>
                  <a:lnTo>
                    <a:pt x="125336" y="66780"/>
                  </a:lnTo>
                  <a:lnTo>
                    <a:pt x="124598" y="68409"/>
                  </a:lnTo>
                  <a:lnTo>
                    <a:pt x="122909" y="69816"/>
                  </a:lnTo>
                  <a:lnTo>
                    <a:pt x="121509" y="68774"/>
                  </a:lnTo>
                  <a:lnTo>
                    <a:pt x="120649" y="68797"/>
                  </a:lnTo>
                  <a:lnTo>
                    <a:pt x="120002" y="72091"/>
                  </a:lnTo>
                  <a:lnTo>
                    <a:pt x="121212" y="80848"/>
                  </a:lnTo>
                  <a:lnTo>
                    <a:pt x="123160" y="86966"/>
                  </a:lnTo>
                  <a:lnTo>
                    <a:pt x="125093" y="89629"/>
                  </a:lnTo>
                  <a:lnTo>
                    <a:pt x="129452" y="93760"/>
                  </a:lnTo>
                  <a:lnTo>
                    <a:pt x="134063" y="95936"/>
                  </a:lnTo>
                  <a:lnTo>
                    <a:pt x="142356" y="102868"/>
                  </a:lnTo>
                  <a:lnTo>
                    <a:pt x="146906" y="105059"/>
                  </a:lnTo>
                  <a:lnTo>
                    <a:pt x="148101" y="106246"/>
                  </a:lnTo>
                  <a:lnTo>
                    <a:pt x="150855" y="111564"/>
                  </a:lnTo>
                  <a:lnTo>
                    <a:pt x="153236" y="117689"/>
                  </a:lnTo>
                  <a:lnTo>
                    <a:pt x="155801" y="127261"/>
                  </a:lnTo>
                  <a:lnTo>
                    <a:pt x="157627" y="131955"/>
                  </a:lnTo>
                  <a:lnTo>
                    <a:pt x="161309" y="137251"/>
                  </a:lnTo>
                  <a:lnTo>
                    <a:pt x="168948" y="144798"/>
                  </a:lnTo>
                  <a:lnTo>
                    <a:pt x="175895" y="150299"/>
                  </a:lnTo>
                  <a:lnTo>
                    <a:pt x="182362" y="153693"/>
                  </a:lnTo>
                  <a:lnTo>
                    <a:pt x="187407" y="154286"/>
                  </a:lnTo>
                  <a:lnTo>
                    <a:pt x="199344" y="153541"/>
                  </a:lnTo>
                  <a:lnTo>
                    <a:pt x="201422" y="153860"/>
                  </a:lnTo>
                  <a:lnTo>
                    <a:pt x="203628" y="154773"/>
                  </a:lnTo>
                  <a:lnTo>
                    <a:pt x="204153" y="157124"/>
                  </a:lnTo>
                  <a:lnTo>
                    <a:pt x="203346" y="158707"/>
                  </a:lnTo>
                  <a:lnTo>
                    <a:pt x="200836" y="160350"/>
                  </a:lnTo>
                  <a:lnTo>
                    <a:pt x="198280" y="162625"/>
                  </a:lnTo>
                  <a:lnTo>
                    <a:pt x="197998" y="165722"/>
                  </a:lnTo>
                  <a:lnTo>
                    <a:pt x="200387" y="167898"/>
                  </a:lnTo>
                  <a:lnTo>
                    <a:pt x="211906" y="173658"/>
                  </a:lnTo>
                  <a:lnTo>
                    <a:pt x="223684" y="178459"/>
                  </a:lnTo>
                  <a:lnTo>
                    <a:pt x="227352" y="180901"/>
                  </a:lnTo>
                  <a:lnTo>
                    <a:pt x="231605" y="184698"/>
                  </a:lnTo>
                  <a:lnTo>
                    <a:pt x="241869" y="189902"/>
                  </a:lnTo>
                  <a:lnTo>
                    <a:pt x="243604" y="192428"/>
                  </a:lnTo>
                  <a:lnTo>
                    <a:pt x="249843" y="197853"/>
                  </a:lnTo>
                  <a:lnTo>
                    <a:pt x="252665" y="202030"/>
                  </a:lnTo>
                  <a:lnTo>
                    <a:pt x="253206" y="205264"/>
                  </a:lnTo>
                  <a:lnTo>
                    <a:pt x="251859" y="208543"/>
                  </a:lnTo>
                  <a:lnTo>
                    <a:pt x="251235" y="210848"/>
                  </a:lnTo>
                  <a:lnTo>
                    <a:pt x="250177" y="213123"/>
                  </a:lnTo>
                  <a:lnTo>
                    <a:pt x="247522" y="212263"/>
                  </a:lnTo>
                  <a:lnTo>
                    <a:pt x="244501" y="209920"/>
                  </a:lnTo>
                  <a:lnTo>
                    <a:pt x="239952" y="200379"/>
                  </a:lnTo>
                  <a:lnTo>
                    <a:pt x="231651" y="199413"/>
                  </a:lnTo>
                  <a:lnTo>
                    <a:pt x="229931" y="198705"/>
                  </a:lnTo>
                  <a:lnTo>
                    <a:pt x="226979" y="197062"/>
                  </a:lnTo>
                  <a:lnTo>
                    <a:pt x="226804" y="195974"/>
                  </a:lnTo>
                  <a:lnTo>
                    <a:pt x="226073" y="194619"/>
                  </a:lnTo>
                  <a:lnTo>
                    <a:pt x="225320" y="194163"/>
                  </a:lnTo>
                  <a:lnTo>
                    <a:pt x="222147" y="193859"/>
                  </a:lnTo>
                  <a:lnTo>
                    <a:pt x="219948" y="195410"/>
                  </a:lnTo>
                  <a:lnTo>
                    <a:pt x="217362" y="199085"/>
                  </a:lnTo>
                  <a:lnTo>
                    <a:pt x="214425" y="204358"/>
                  </a:lnTo>
                  <a:lnTo>
                    <a:pt x="211442" y="212066"/>
                  </a:lnTo>
                  <a:lnTo>
                    <a:pt x="211275" y="215170"/>
                  </a:lnTo>
                  <a:lnTo>
                    <a:pt x="212895" y="218175"/>
                  </a:lnTo>
                  <a:lnTo>
                    <a:pt x="217735" y="219849"/>
                  </a:lnTo>
                  <a:lnTo>
                    <a:pt x="221470" y="222520"/>
                  </a:lnTo>
                  <a:lnTo>
                    <a:pt x="223936" y="225305"/>
                  </a:lnTo>
                  <a:lnTo>
                    <a:pt x="224110" y="232008"/>
                  </a:lnTo>
                  <a:lnTo>
                    <a:pt x="225214" y="235804"/>
                  </a:lnTo>
                  <a:lnTo>
                    <a:pt x="223593" y="237958"/>
                  </a:lnTo>
                  <a:lnTo>
                    <a:pt x="220451" y="237402"/>
                  </a:lnTo>
                  <a:lnTo>
                    <a:pt x="216266" y="238772"/>
                  </a:lnTo>
                  <a:lnTo>
                    <a:pt x="213299" y="241222"/>
                  </a:lnTo>
                  <a:lnTo>
                    <a:pt x="212066" y="243550"/>
                  </a:lnTo>
                  <a:lnTo>
                    <a:pt x="212386" y="249576"/>
                  </a:lnTo>
                  <a:lnTo>
                    <a:pt x="211777" y="251866"/>
                  </a:lnTo>
                  <a:lnTo>
                    <a:pt x="206154" y="256188"/>
                  </a:lnTo>
                  <a:lnTo>
                    <a:pt x="203202" y="260601"/>
                  </a:lnTo>
                  <a:lnTo>
                    <a:pt x="202464" y="262427"/>
                  </a:lnTo>
                  <a:lnTo>
                    <a:pt x="201338" y="264496"/>
                  </a:lnTo>
                  <a:lnTo>
                    <a:pt x="194239" y="264572"/>
                  </a:lnTo>
                  <a:lnTo>
                    <a:pt x="192558" y="262008"/>
                  </a:lnTo>
                  <a:lnTo>
                    <a:pt x="192497" y="258196"/>
                  </a:lnTo>
                  <a:lnTo>
                    <a:pt x="193714" y="255845"/>
                  </a:lnTo>
                  <a:lnTo>
                    <a:pt x="196324" y="254742"/>
                  </a:lnTo>
                  <a:lnTo>
                    <a:pt x="198082" y="249842"/>
                  </a:lnTo>
                  <a:lnTo>
                    <a:pt x="197526" y="246297"/>
                  </a:lnTo>
                  <a:lnTo>
                    <a:pt x="198553" y="244722"/>
                  </a:lnTo>
                  <a:lnTo>
                    <a:pt x="199519" y="243611"/>
                  </a:lnTo>
                  <a:lnTo>
                    <a:pt x="201505" y="242956"/>
                  </a:lnTo>
                  <a:lnTo>
                    <a:pt x="204313" y="242332"/>
                  </a:lnTo>
                  <a:lnTo>
                    <a:pt x="204594" y="237364"/>
                  </a:lnTo>
                  <a:lnTo>
                    <a:pt x="202403" y="235104"/>
                  </a:lnTo>
                  <a:lnTo>
                    <a:pt x="201635" y="231932"/>
                  </a:lnTo>
                  <a:lnTo>
                    <a:pt x="200615" y="226058"/>
                  </a:lnTo>
                  <a:lnTo>
                    <a:pt x="197001" y="218533"/>
                  </a:lnTo>
                  <a:lnTo>
                    <a:pt x="195069" y="211799"/>
                  </a:lnTo>
                  <a:lnTo>
                    <a:pt x="193554" y="208467"/>
                  </a:lnTo>
                  <a:lnTo>
                    <a:pt x="191257" y="206724"/>
                  </a:lnTo>
                  <a:lnTo>
                    <a:pt x="187110" y="206747"/>
                  </a:lnTo>
                  <a:lnTo>
                    <a:pt x="185048" y="206253"/>
                  </a:lnTo>
                  <a:lnTo>
                    <a:pt x="177714" y="201551"/>
                  </a:lnTo>
                  <a:lnTo>
                    <a:pt x="177204" y="200835"/>
                  </a:lnTo>
                  <a:lnTo>
                    <a:pt x="177249" y="199580"/>
                  </a:lnTo>
                  <a:lnTo>
                    <a:pt x="178467" y="197686"/>
                  </a:lnTo>
                  <a:lnTo>
                    <a:pt x="177645" y="195121"/>
                  </a:lnTo>
                  <a:lnTo>
                    <a:pt x="176777" y="192694"/>
                  </a:lnTo>
                  <a:lnTo>
                    <a:pt x="175340" y="190625"/>
                  </a:lnTo>
                  <a:lnTo>
                    <a:pt x="173764" y="189544"/>
                  </a:lnTo>
                  <a:lnTo>
                    <a:pt x="170463" y="190206"/>
                  </a:lnTo>
                  <a:lnTo>
                    <a:pt x="169306" y="190716"/>
                  </a:lnTo>
                  <a:lnTo>
                    <a:pt x="167221" y="190541"/>
                  </a:lnTo>
                  <a:lnTo>
                    <a:pt x="165586" y="191462"/>
                  </a:lnTo>
                  <a:lnTo>
                    <a:pt x="164673" y="191492"/>
                  </a:lnTo>
                  <a:lnTo>
                    <a:pt x="167244" y="187848"/>
                  </a:lnTo>
                  <a:lnTo>
                    <a:pt x="166551" y="186988"/>
                  </a:lnTo>
                  <a:lnTo>
                    <a:pt x="164010" y="185489"/>
                  </a:lnTo>
                  <a:lnTo>
                    <a:pt x="160556" y="185261"/>
                  </a:lnTo>
                  <a:lnTo>
                    <a:pt x="159597" y="185078"/>
                  </a:lnTo>
                  <a:lnTo>
                    <a:pt x="159034" y="186014"/>
                  </a:lnTo>
                  <a:lnTo>
                    <a:pt x="158365" y="185504"/>
                  </a:lnTo>
                  <a:lnTo>
                    <a:pt x="158433" y="183876"/>
                  </a:lnTo>
                  <a:lnTo>
                    <a:pt x="154423" y="176557"/>
                  </a:lnTo>
                  <a:lnTo>
                    <a:pt x="151730" y="173566"/>
                  </a:lnTo>
                  <a:lnTo>
                    <a:pt x="150368" y="173034"/>
                  </a:lnTo>
                  <a:lnTo>
                    <a:pt x="147911" y="173665"/>
                  </a:lnTo>
                  <a:lnTo>
                    <a:pt x="143794" y="172357"/>
                  </a:lnTo>
                  <a:lnTo>
                    <a:pt x="141337" y="172067"/>
                  </a:lnTo>
                  <a:lnTo>
                    <a:pt x="139983" y="172387"/>
                  </a:lnTo>
                  <a:lnTo>
                    <a:pt x="137959" y="173338"/>
                  </a:lnTo>
                  <a:lnTo>
                    <a:pt x="136939" y="172707"/>
                  </a:lnTo>
                  <a:lnTo>
                    <a:pt x="136582" y="171725"/>
                  </a:lnTo>
                  <a:lnTo>
                    <a:pt x="132846" y="168674"/>
                  </a:lnTo>
                  <a:lnTo>
                    <a:pt x="128182" y="166947"/>
                  </a:lnTo>
                  <a:lnTo>
                    <a:pt x="119105" y="157185"/>
                  </a:lnTo>
                  <a:lnTo>
                    <a:pt x="116320" y="153525"/>
                  </a:lnTo>
                  <a:lnTo>
                    <a:pt x="110591" y="149485"/>
                  </a:lnTo>
                  <a:lnTo>
                    <a:pt x="106969" y="143581"/>
                  </a:lnTo>
                  <a:lnTo>
                    <a:pt x="104002" y="141413"/>
                  </a:lnTo>
                  <a:lnTo>
                    <a:pt x="99688" y="139670"/>
                  </a:lnTo>
                  <a:lnTo>
                    <a:pt x="98691" y="139891"/>
                  </a:lnTo>
                  <a:lnTo>
                    <a:pt x="97397" y="140545"/>
                  </a:lnTo>
                  <a:lnTo>
                    <a:pt x="96378" y="140636"/>
                  </a:lnTo>
                  <a:lnTo>
                    <a:pt x="95571" y="139868"/>
                  </a:lnTo>
                  <a:lnTo>
                    <a:pt x="96393" y="139077"/>
                  </a:lnTo>
                  <a:lnTo>
                    <a:pt x="97314" y="138719"/>
                  </a:lnTo>
                  <a:lnTo>
                    <a:pt x="96956" y="136452"/>
                  </a:lnTo>
                  <a:lnTo>
                    <a:pt x="92041" y="130563"/>
                  </a:lnTo>
                  <a:lnTo>
                    <a:pt x="89165" y="128661"/>
                  </a:lnTo>
                  <a:lnTo>
                    <a:pt x="88351" y="127489"/>
                  </a:lnTo>
                  <a:lnTo>
                    <a:pt x="87750" y="125883"/>
                  </a:lnTo>
                  <a:lnTo>
                    <a:pt x="87133" y="124826"/>
                  </a:lnTo>
                  <a:lnTo>
                    <a:pt x="85771" y="124217"/>
                  </a:lnTo>
                  <a:lnTo>
                    <a:pt x="84607" y="124324"/>
                  </a:lnTo>
                  <a:lnTo>
                    <a:pt x="83002" y="123921"/>
                  </a:lnTo>
                  <a:lnTo>
                    <a:pt x="83055" y="121075"/>
                  </a:lnTo>
                  <a:lnTo>
                    <a:pt x="83375" y="118891"/>
                  </a:lnTo>
                  <a:lnTo>
                    <a:pt x="83131" y="117035"/>
                  </a:lnTo>
                  <a:lnTo>
                    <a:pt x="81564" y="112142"/>
                  </a:lnTo>
                  <a:lnTo>
                    <a:pt x="78855" y="107988"/>
                  </a:lnTo>
                  <a:lnTo>
                    <a:pt x="77258" y="98013"/>
                  </a:lnTo>
                  <a:lnTo>
                    <a:pt x="76025" y="95191"/>
                  </a:lnTo>
                  <a:lnTo>
                    <a:pt x="73027" y="93053"/>
                  </a:lnTo>
                  <a:lnTo>
                    <a:pt x="66263" y="90648"/>
                  </a:lnTo>
                  <a:lnTo>
                    <a:pt x="56836" y="84173"/>
                  </a:lnTo>
                  <a:lnTo>
                    <a:pt x="54843" y="84059"/>
                  </a:lnTo>
                  <a:lnTo>
                    <a:pt x="49174" y="81533"/>
                  </a:lnTo>
                  <a:lnTo>
                    <a:pt x="45659" y="81100"/>
                  </a:lnTo>
                  <a:lnTo>
                    <a:pt x="41094" y="83367"/>
                  </a:lnTo>
                  <a:lnTo>
                    <a:pt x="35547" y="89591"/>
                  </a:lnTo>
                  <a:lnTo>
                    <a:pt x="31051" y="96035"/>
                  </a:lnTo>
                  <a:lnTo>
                    <a:pt x="29415" y="97283"/>
                  </a:lnTo>
                  <a:lnTo>
                    <a:pt x="23609" y="99474"/>
                  </a:lnTo>
                  <a:lnTo>
                    <a:pt x="18481" y="100517"/>
                  </a:lnTo>
                  <a:lnTo>
                    <a:pt x="18428" y="98873"/>
                  </a:lnTo>
                  <a:lnTo>
                    <a:pt x="18245" y="97633"/>
                  </a:lnTo>
                  <a:lnTo>
                    <a:pt x="19113" y="96271"/>
                  </a:lnTo>
                  <a:lnTo>
                    <a:pt x="20543" y="94666"/>
                  </a:lnTo>
                  <a:lnTo>
                    <a:pt x="21860" y="92642"/>
                  </a:lnTo>
                  <a:lnTo>
                    <a:pt x="22407" y="91181"/>
                  </a:lnTo>
                  <a:lnTo>
                    <a:pt x="22149" y="90207"/>
                  </a:lnTo>
                  <a:lnTo>
                    <a:pt x="21555" y="88761"/>
                  </a:lnTo>
                  <a:lnTo>
                    <a:pt x="20749" y="88655"/>
                  </a:lnTo>
                  <a:lnTo>
                    <a:pt x="15864" y="89872"/>
                  </a:lnTo>
                  <a:lnTo>
                    <a:pt x="14746" y="89560"/>
                  </a:lnTo>
                  <a:lnTo>
                    <a:pt x="11131" y="87666"/>
                  </a:lnTo>
                  <a:lnTo>
                    <a:pt x="7243" y="85338"/>
                  </a:lnTo>
                  <a:lnTo>
                    <a:pt x="5813" y="83679"/>
                  </a:lnTo>
                  <a:lnTo>
                    <a:pt x="5273" y="82005"/>
                  </a:lnTo>
                  <a:lnTo>
                    <a:pt x="5676" y="80925"/>
                  </a:lnTo>
                  <a:lnTo>
                    <a:pt x="5357" y="79875"/>
                  </a:lnTo>
                  <a:lnTo>
                    <a:pt x="4596" y="78459"/>
                  </a:lnTo>
                  <a:lnTo>
                    <a:pt x="5280" y="76854"/>
                  </a:lnTo>
                  <a:lnTo>
                    <a:pt x="6490" y="74853"/>
                  </a:lnTo>
                  <a:lnTo>
                    <a:pt x="7099" y="73491"/>
                  </a:lnTo>
                  <a:lnTo>
                    <a:pt x="8118" y="73141"/>
                  </a:lnTo>
                  <a:lnTo>
                    <a:pt x="8605" y="72312"/>
                  </a:lnTo>
                  <a:lnTo>
                    <a:pt x="7791" y="68994"/>
                  </a:lnTo>
                  <a:lnTo>
                    <a:pt x="7365" y="68462"/>
                  </a:lnTo>
                  <a:lnTo>
                    <a:pt x="6665" y="68051"/>
                  </a:lnTo>
                  <a:lnTo>
                    <a:pt x="5585" y="68005"/>
                  </a:lnTo>
                  <a:lnTo>
                    <a:pt x="3698" y="67320"/>
                  </a:lnTo>
                  <a:lnTo>
                    <a:pt x="2359" y="66172"/>
                  </a:lnTo>
                  <a:lnTo>
                    <a:pt x="2070" y="64619"/>
                  </a:lnTo>
                  <a:lnTo>
                    <a:pt x="1362" y="63128"/>
                  </a:lnTo>
                  <a:lnTo>
                    <a:pt x="152" y="61759"/>
                  </a:lnTo>
                  <a:lnTo>
                    <a:pt x="0" y="60260"/>
                  </a:lnTo>
                  <a:lnTo>
                    <a:pt x="1377" y="59468"/>
                  </a:lnTo>
                  <a:lnTo>
                    <a:pt x="3257" y="59438"/>
                  </a:lnTo>
                  <a:lnTo>
                    <a:pt x="4581" y="59735"/>
                  </a:lnTo>
                  <a:lnTo>
                    <a:pt x="7548" y="57323"/>
                  </a:lnTo>
                  <a:lnTo>
                    <a:pt x="8643" y="57110"/>
                  </a:lnTo>
                  <a:lnTo>
                    <a:pt x="9625" y="56592"/>
                  </a:lnTo>
                  <a:lnTo>
                    <a:pt x="10447" y="53290"/>
                  </a:lnTo>
                  <a:lnTo>
                    <a:pt x="11078" y="52301"/>
                  </a:lnTo>
                  <a:lnTo>
                    <a:pt x="11230" y="51723"/>
                  </a:lnTo>
                  <a:lnTo>
                    <a:pt x="10645" y="51031"/>
                  </a:lnTo>
                  <a:lnTo>
                    <a:pt x="8248" y="48702"/>
                  </a:lnTo>
                  <a:lnTo>
                    <a:pt x="7152" y="46268"/>
                  </a:lnTo>
                  <a:lnTo>
                    <a:pt x="5425" y="43536"/>
                  </a:lnTo>
                  <a:lnTo>
                    <a:pt x="3820" y="42326"/>
                  </a:lnTo>
                  <a:lnTo>
                    <a:pt x="3492" y="41383"/>
                  </a:lnTo>
                  <a:lnTo>
                    <a:pt x="3454" y="40188"/>
                  </a:lnTo>
                  <a:lnTo>
                    <a:pt x="3782" y="39131"/>
                  </a:lnTo>
                  <a:lnTo>
                    <a:pt x="6688" y="37487"/>
                  </a:lnTo>
                  <a:lnTo>
                    <a:pt x="8408" y="35737"/>
                  </a:lnTo>
                  <a:lnTo>
                    <a:pt x="9145" y="36407"/>
                  </a:lnTo>
                  <a:lnTo>
                    <a:pt x="10713" y="37122"/>
                  </a:lnTo>
                  <a:lnTo>
                    <a:pt x="14966" y="36148"/>
                  </a:lnTo>
                  <a:lnTo>
                    <a:pt x="17606" y="35167"/>
                  </a:lnTo>
                  <a:lnTo>
                    <a:pt x="19463" y="34132"/>
                  </a:lnTo>
                  <a:lnTo>
                    <a:pt x="20612" y="34314"/>
                  </a:lnTo>
                  <a:lnTo>
                    <a:pt x="24781" y="35859"/>
                  </a:lnTo>
                  <a:lnTo>
                    <a:pt x="26158" y="35075"/>
                  </a:lnTo>
                  <a:lnTo>
                    <a:pt x="29164" y="32983"/>
                  </a:lnTo>
                  <a:lnTo>
                    <a:pt x="29613" y="31880"/>
                  </a:lnTo>
                  <a:lnTo>
                    <a:pt x="31986" y="28532"/>
                  </a:lnTo>
                  <a:lnTo>
                    <a:pt x="32032" y="27718"/>
                  </a:lnTo>
                  <a:lnTo>
                    <a:pt x="31058" y="25610"/>
                  </a:lnTo>
                  <a:lnTo>
                    <a:pt x="31363" y="25146"/>
                  </a:lnTo>
                  <a:lnTo>
                    <a:pt x="34269" y="22985"/>
                  </a:lnTo>
                  <a:lnTo>
                    <a:pt x="35692" y="21068"/>
                  </a:lnTo>
                  <a:lnTo>
                    <a:pt x="37236" y="19782"/>
                  </a:lnTo>
                  <a:lnTo>
                    <a:pt x="38347" y="19752"/>
                  </a:lnTo>
                  <a:lnTo>
                    <a:pt x="38652" y="20193"/>
                  </a:lnTo>
                  <a:lnTo>
                    <a:pt x="38781" y="21091"/>
                  </a:lnTo>
                  <a:lnTo>
                    <a:pt x="38682" y="24789"/>
                  </a:lnTo>
                  <a:lnTo>
                    <a:pt x="39108" y="25922"/>
                  </a:lnTo>
                  <a:lnTo>
                    <a:pt x="41391" y="28570"/>
                  </a:lnTo>
                  <a:lnTo>
                    <a:pt x="43019" y="30077"/>
                  </a:lnTo>
                  <a:lnTo>
                    <a:pt x="46800" y="31111"/>
                  </a:lnTo>
                  <a:lnTo>
                    <a:pt x="46975" y="31606"/>
                  </a:lnTo>
                  <a:lnTo>
                    <a:pt x="45933" y="33592"/>
                  </a:lnTo>
                  <a:lnTo>
                    <a:pt x="48223" y="35966"/>
                  </a:lnTo>
                  <a:lnTo>
                    <a:pt x="48634" y="37700"/>
                  </a:lnTo>
                  <a:lnTo>
                    <a:pt x="49692" y="38674"/>
                  </a:lnTo>
                  <a:lnTo>
                    <a:pt x="51183" y="38195"/>
                  </a:lnTo>
                  <a:lnTo>
                    <a:pt x="51670" y="37274"/>
                  </a:lnTo>
                  <a:lnTo>
                    <a:pt x="51084" y="35669"/>
                  </a:lnTo>
                  <a:lnTo>
                    <a:pt x="50650" y="33987"/>
                  </a:lnTo>
                  <a:lnTo>
                    <a:pt x="50734" y="33013"/>
                  </a:lnTo>
                  <a:lnTo>
                    <a:pt x="51145" y="31895"/>
                  </a:lnTo>
                  <a:lnTo>
                    <a:pt x="52187" y="30328"/>
                  </a:lnTo>
                  <a:lnTo>
                    <a:pt x="55018" y="26736"/>
                  </a:lnTo>
                  <a:lnTo>
                    <a:pt x="56037" y="24659"/>
                  </a:lnTo>
                  <a:lnTo>
                    <a:pt x="56220" y="21441"/>
                  </a:lnTo>
                  <a:lnTo>
                    <a:pt x="56227" y="18854"/>
                  </a:lnTo>
                  <a:lnTo>
                    <a:pt x="57171" y="18222"/>
                  </a:lnTo>
                  <a:lnTo>
                    <a:pt x="59202" y="18687"/>
                  </a:lnTo>
                  <a:lnTo>
                    <a:pt x="59811" y="18633"/>
                  </a:lnTo>
                  <a:lnTo>
                    <a:pt x="60085" y="20223"/>
                  </a:lnTo>
                  <a:lnTo>
                    <a:pt x="60952" y="22757"/>
                  </a:lnTo>
                  <a:lnTo>
                    <a:pt x="61972" y="24066"/>
                  </a:lnTo>
                  <a:lnTo>
                    <a:pt x="63060" y="24378"/>
                  </a:lnTo>
                  <a:lnTo>
                    <a:pt x="64338" y="24385"/>
                  </a:lnTo>
                  <a:lnTo>
                    <a:pt x="67503" y="22841"/>
                  </a:lnTo>
                  <a:lnTo>
                    <a:pt x="69565" y="22171"/>
                  </a:lnTo>
                  <a:lnTo>
                    <a:pt x="70737" y="22354"/>
                  </a:lnTo>
                  <a:lnTo>
                    <a:pt x="71429" y="23404"/>
                  </a:lnTo>
                  <a:lnTo>
                    <a:pt x="72905" y="26166"/>
                  </a:lnTo>
                  <a:lnTo>
                    <a:pt x="73750" y="26478"/>
                  </a:lnTo>
                  <a:lnTo>
                    <a:pt x="74769" y="26158"/>
                  </a:lnTo>
                  <a:lnTo>
                    <a:pt x="75127" y="25686"/>
                  </a:lnTo>
                  <a:lnTo>
                    <a:pt x="74800" y="24621"/>
                  </a:lnTo>
                  <a:lnTo>
                    <a:pt x="74366" y="22316"/>
                  </a:lnTo>
                  <a:lnTo>
                    <a:pt x="73773" y="20528"/>
                  </a:lnTo>
                  <a:lnTo>
                    <a:pt x="72997" y="19691"/>
                  </a:lnTo>
                  <a:lnTo>
                    <a:pt x="72837" y="18603"/>
                  </a:lnTo>
                  <a:lnTo>
                    <a:pt x="73324" y="16640"/>
                  </a:lnTo>
                  <a:lnTo>
                    <a:pt x="73879" y="14996"/>
                  </a:lnTo>
                  <a:lnTo>
                    <a:pt x="74960" y="14547"/>
                  </a:lnTo>
                  <a:lnTo>
                    <a:pt x="76200" y="14342"/>
                  </a:lnTo>
                  <a:lnTo>
                    <a:pt x="77836" y="16084"/>
                  </a:lnTo>
                  <a:lnTo>
                    <a:pt x="79776" y="16632"/>
                  </a:lnTo>
                  <a:lnTo>
                    <a:pt x="81222" y="16541"/>
                  </a:lnTo>
                  <a:lnTo>
                    <a:pt x="81473" y="15529"/>
                  </a:lnTo>
                  <a:lnTo>
                    <a:pt x="81381" y="14418"/>
                  </a:lnTo>
                  <a:lnTo>
                    <a:pt x="80522" y="12988"/>
                  </a:lnTo>
                  <a:lnTo>
                    <a:pt x="80689" y="10819"/>
                  </a:lnTo>
                  <a:lnTo>
                    <a:pt x="81686" y="6771"/>
                  </a:lnTo>
                  <a:lnTo>
                    <a:pt x="82256" y="7084"/>
                  </a:lnTo>
                  <a:lnTo>
                    <a:pt x="84402" y="7122"/>
                  </a:lnTo>
                  <a:lnTo>
                    <a:pt x="86738" y="7350"/>
                  </a:lnTo>
                  <a:lnTo>
                    <a:pt x="88244" y="9001"/>
                  </a:lnTo>
                  <a:lnTo>
                    <a:pt x="89720" y="9564"/>
                  </a:lnTo>
                  <a:lnTo>
                    <a:pt x="91820" y="9739"/>
                  </a:lnTo>
                  <a:lnTo>
                    <a:pt x="93228" y="9511"/>
                  </a:lnTo>
                  <a:lnTo>
                    <a:pt x="93913" y="8887"/>
                  </a:lnTo>
                  <a:lnTo>
                    <a:pt x="94727" y="6954"/>
                  </a:lnTo>
                  <a:lnTo>
                    <a:pt x="96233" y="4558"/>
                  </a:lnTo>
                  <a:lnTo>
                    <a:pt x="98592" y="3325"/>
                  </a:lnTo>
                  <a:lnTo>
                    <a:pt x="102624" y="3097"/>
                  </a:lnTo>
                  <a:lnTo>
                    <a:pt x="104641" y="2648"/>
                  </a:lnTo>
                  <a:lnTo>
                    <a:pt x="106733" y="2670"/>
                  </a:lnTo>
                  <a:lnTo>
                    <a:pt x="108308" y="3043"/>
                  </a:lnTo>
                  <a:lnTo>
                    <a:pt x="109936" y="2998"/>
                  </a:lnTo>
                  <a:lnTo>
                    <a:pt x="114075" y="1324"/>
                  </a:lnTo>
                  <a:lnTo>
                    <a:pt x="118344" y="0"/>
                  </a:lnTo>
                  <a:lnTo>
                    <a:pt x="118937" y="221"/>
                  </a:lnTo>
                  <a:lnTo>
                    <a:pt x="119029" y="662"/>
                  </a:lnTo>
                  <a:lnTo>
                    <a:pt x="118260" y="1681"/>
                  </a:lnTo>
                  <a:lnTo>
                    <a:pt x="117514" y="3036"/>
                  </a:lnTo>
                  <a:lnTo>
                    <a:pt x="118017" y="4580"/>
                  </a:lnTo>
                  <a:lnTo>
                    <a:pt x="120444" y="7677"/>
                  </a:lnTo>
                  <a:lnTo>
                    <a:pt x="121768" y="10043"/>
                  </a:lnTo>
                  <a:lnTo>
                    <a:pt x="123015" y="11816"/>
                  </a:lnTo>
                  <a:lnTo>
                    <a:pt x="124956" y="12752"/>
                  </a:lnTo>
                  <a:lnTo>
                    <a:pt x="127504" y="13322"/>
                  </a:lnTo>
                  <a:lnTo>
                    <a:pt x="129665" y="13528"/>
                  </a:lnTo>
                  <a:lnTo>
                    <a:pt x="131925" y="14198"/>
                  </a:lnTo>
                  <a:lnTo>
                    <a:pt x="139678" y="15848"/>
                  </a:lnTo>
                  <a:lnTo>
                    <a:pt x="143581" y="16305"/>
                  </a:lnTo>
                  <a:lnTo>
                    <a:pt x="146541" y="16373"/>
                  </a:lnTo>
                  <a:lnTo>
                    <a:pt x="150992" y="17370"/>
                  </a:lnTo>
                  <a:close/>
                  <a:moveTo>
                    <a:pt x="125054" y="96507"/>
                  </a:moveTo>
                  <a:lnTo>
                    <a:pt x="125686" y="94985"/>
                  </a:lnTo>
                  <a:lnTo>
                    <a:pt x="125450" y="93897"/>
                  </a:lnTo>
                  <a:lnTo>
                    <a:pt x="124111" y="94118"/>
                  </a:lnTo>
                  <a:lnTo>
                    <a:pt x="123168" y="95533"/>
                  </a:lnTo>
                  <a:lnTo>
                    <a:pt x="123799" y="96727"/>
                  </a:lnTo>
                  <a:lnTo>
                    <a:pt x="125054" y="96507"/>
                  </a:lnTo>
                  <a:close/>
                  <a:moveTo>
                    <a:pt x="124073" y="154697"/>
                  </a:moveTo>
                  <a:lnTo>
                    <a:pt x="124058" y="154469"/>
                  </a:lnTo>
                  <a:lnTo>
                    <a:pt x="123898" y="154492"/>
                  </a:lnTo>
                  <a:lnTo>
                    <a:pt x="123829" y="154629"/>
                  </a:lnTo>
                  <a:lnTo>
                    <a:pt x="123898" y="154720"/>
                  </a:lnTo>
                  <a:lnTo>
                    <a:pt x="124073" y="154697"/>
                  </a:lnTo>
                  <a:close/>
                  <a:moveTo>
                    <a:pt x="80430" y="127048"/>
                  </a:moveTo>
                  <a:lnTo>
                    <a:pt x="81138" y="128174"/>
                  </a:lnTo>
                  <a:lnTo>
                    <a:pt x="81222" y="128828"/>
                  </a:lnTo>
                  <a:lnTo>
                    <a:pt x="80742" y="129574"/>
                  </a:lnTo>
                  <a:lnTo>
                    <a:pt x="80940" y="131248"/>
                  </a:lnTo>
                  <a:lnTo>
                    <a:pt x="79152" y="129855"/>
                  </a:lnTo>
                  <a:lnTo>
                    <a:pt x="76451" y="130555"/>
                  </a:lnTo>
                  <a:lnTo>
                    <a:pt x="74792" y="130403"/>
                  </a:lnTo>
                  <a:lnTo>
                    <a:pt x="74336" y="129155"/>
                  </a:lnTo>
                  <a:lnTo>
                    <a:pt x="74716" y="128425"/>
                  </a:lnTo>
                  <a:lnTo>
                    <a:pt x="77288" y="128265"/>
                  </a:lnTo>
                  <a:lnTo>
                    <a:pt x="78087" y="127908"/>
                  </a:lnTo>
                  <a:lnTo>
                    <a:pt x="79654" y="128075"/>
                  </a:lnTo>
                  <a:lnTo>
                    <a:pt x="80430" y="127048"/>
                  </a:lnTo>
                  <a:close/>
                  <a:moveTo>
                    <a:pt x="64125" y="183511"/>
                  </a:moveTo>
                  <a:lnTo>
                    <a:pt x="65198" y="185306"/>
                  </a:lnTo>
                  <a:lnTo>
                    <a:pt x="67595" y="192656"/>
                  </a:lnTo>
                  <a:lnTo>
                    <a:pt x="67823" y="194239"/>
                  </a:lnTo>
                  <a:lnTo>
                    <a:pt x="67344" y="195860"/>
                  </a:lnTo>
                  <a:lnTo>
                    <a:pt x="66735" y="197008"/>
                  </a:lnTo>
                  <a:lnTo>
                    <a:pt x="64353" y="200691"/>
                  </a:lnTo>
                  <a:lnTo>
                    <a:pt x="64703" y="203727"/>
                  </a:lnTo>
                  <a:lnTo>
                    <a:pt x="65586" y="205606"/>
                  </a:lnTo>
                  <a:lnTo>
                    <a:pt x="65715" y="207683"/>
                  </a:lnTo>
                  <a:lnTo>
                    <a:pt x="65274" y="210255"/>
                  </a:lnTo>
                  <a:lnTo>
                    <a:pt x="63798" y="225997"/>
                  </a:lnTo>
                  <a:lnTo>
                    <a:pt x="63083" y="228774"/>
                  </a:lnTo>
                  <a:lnTo>
                    <a:pt x="62634" y="231171"/>
                  </a:lnTo>
                  <a:lnTo>
                    <a:pt x="61006" y="231901"/>
                  </a:lnTo>
                  <a:lnTo>
                    <a:pt x="58906" y="231133"/>
                  </a:lnTo>
                  <a:lnTo>
                    <a:pt x="56258" y="229778"/>
                  </a:lnTo>
                  <a:lnTo>
                    <a:pt x="55033" y="229862"/>
                  </a:lnTo>
                  <a:lnTo>
                    <a:pt x="53800" y="230326"/>
                  </a:lnTo>
                  <a:lnTo>
                    <a:pt x="52788" y="229931"/>
                  </a:lnTo>
                  <a:lnTo>
                    <a:pt x="51822" y="229162"/>
                  </a:lnTo>
                  <a:lnTo>
                    <a:pt x="51099" y="234534"/>
                  </a:lnTo>
                  <a:lnTo>
                    <a:pt x="49905" y="236710"/>
                  </a:lnTo>
                  <a:lnTo>
                    <a:pt x="48086" y="238102"/>
                  </a:lnTo>
                  <a:lnTo>
                    <a:pt x="46374" y="238186"/>
                  </a:lnTo>
                  <a:lnTo>
                    <a:pt x="44609" y="237722"/>
                  </a:lnTo>
                  <a:lnTo>
                    <a:pt x="43118" y="237722"/>
                  </a:lnTo>
                  <a:lnTo>
                    <a:pt x="41984" y="236694"/>
                  </a:lnTo>
                  <a:lnTo>
                    <a:pt x="41086" y="234884"/>
                  </a:lnTo>
                  <a:lnTo>
                    <a:pt x="39656" y="232685"/>
                  </a:lnTo>
                  <a:lnTo>
                    <a:pt x="38203" y="230075"/>
                  </a:lnTo>
                  <a:lnTo>
                    <a:pt x="38043" y="227709"/>
                  </a:lnTo>
                  <a:lnTo>
                    <a:pt x="37792" y="222482"/>
                  </a:lnTo>
                  <a:lnTo>
                    <a:pt x="38210" y="221341"/>
                  </a:lnTo>
                  <a:lnTo>
                    <a:pt x="38819" y="220245"/>
                  </a:lnTo>
                  <a:lnTo>
                    <a:pt x="39116" y="217901"/>
                  </a:lnTo>
                  <a:lnTo>
                    <a:pt x="38910" y="215855"/>
                  </a:lnTo>
                  <a:lnTo>
                    <a:pt x="39336" y="215124"/>
                  </a:lnTo>
                  <a:lnTo>
                    <a:pt x="40181" y="215855"/>
                  </a:lnTo>
                  <a:lnTo>
                    <a:pt x="40812" y="215581"/>
                  </a:lnTo>
                  <a:lnTo>
                    <a:pt x="40774" y="214523"/>
                  </a:lnTo>
                  <a:lnTo>
                    <a:pt x="40965" y="212598"/>
                  </a:lnTo>
                  <a:lnTo>
                    <a:pt x="39854" y="210985"/>
                  </a:lnTo>
                  <a:lnTo>
                    <a:pt x="37974" y="210437"/>
                  </a:lnTo>
                  <a:lnTo>
                    <a:pt x="37792" y="208748"/>
                  </a:lnTo>
                  <a:lnTo>
                    <a:pt x="37990" y="207097"/>
                  </a:lnTo>
                  <a:lnTo>
                    <a:pt x="38979" y="205986"/>
                  </a:lnTo>
                  <a:lnTo>
                    <a:pt x="39313" y="204510"/>
                  </a:lnTo>
                  <a:lnTo>
                    <a:pt x="39321" y="199998"/>
                  </a:lnTo>
                  <a:lnTo>
                    <a:pt x="37997" y="198332"/>
                  </a:lnTo>
                  <a:lnTo>
                    <a:pt x="37487" y="195806"/>
                  </a:lnTo>
                  <a:lnTo>
                    <a:pt x="36803" y="194193"/>
                  </a:lnTo>
                  <a:lnTo>
                    <a:pt x="35570" y="192565"/>
                  </a:lnTo>
                  <a:lnTo>
                    <a:pt x="34170" y="191241"/>
                  </a:lnTo>
                  <a:lnTo>
                    <a:pt x="33310" y="189963"/>
                  </a:lnTo>
                  <a:lnTo>
                    <a:pt x="33120" y="186615"/>
                  </a:lnTo>
                  <a:lnTo>
                    <a:pt x="33607" y="183815"/>
                  </a:lnTo>
                  <a:lnTo>
                    <a:pt x="34048" y="182613"/>
                  </a:lnTo>
                  <a:lnTo>
                    <a:pt x="34497" y="182788"/>
                  </a:lnTo>
                  <a:lnTo>
                    <a:pt x="35882" y="184180"/>
                  </a:lnTo>
                  <a:lnTo>
                    <a:pt x="37016" y="184492"/>
                  </a:lnTo>
                  <a:lnTo>
                    <a:pt x="39260" y="184827"/>
                  </a:lnTo>
                  <a:lnTo>
                    <a:pt x="41467" y="184378"/>
                  </a:lnTo>
                  <a:lnTo>
                    <a:pt x="44175" y="183107"/>
                  </a:lnTo>
                  <a:lnTo>
                    <a:pt x="46785" y="181571"/>
                  </a:lnTo>
                  <a:lnTo>
                    <a:pt x="50567" y="177043"/>
                  </a:lnTo>
                  <a:lnTo>
                    <a:pt x="52895" y="176123"/>
                  </a:lnTo>
                  <a:lnTo>
                    <a:pt x="54089" y="174928"/>
                  </a:lnTo>
                  <a:lnTo>
                    <a:pt x="54500" y="173315"/>
                  </a:lnTo>
                  <a:lnTo>
                    <a:pt x="55489" y="172897"/>
                  </a:lnTo>
                  <a:lnTo>
                    <a:pt x="56654" y="174464"/>
                  </a:lnTo>
                  <a:lnTo>
                    <a:pt x="58099" y="174632"/>
                  </a:lnTo>
                  <a:lnTo>
                    <a:pt x="60328" y="175925"/>
                  </a:lnTo>
                  <a:lnTo>
                    <a:pt x="61287" y="177158"/>
                  </a:lnTo>
                  <a:lnTo>
                    <a:pt x="62109" y="178641"/>
                  </a:lnTo>
                  <a:lnTo>
                    <a:pt x="62900" y="179296"/>
                  </a:lnTo>
                  <a:lnTo>
                    <a:pt x="63745" y="179668"/>
                  </a:lnTo>
                  <a:lnTo>
                    <a:pt x="63866" y="180019"/>
                  </a:lnTo>
                  <a:lnTo>
                    <a:pt x="63197" y="180368"/>
                  </a:lnTo>
                  <a:lnTo>
                    <a:pt x="62428" y="182065"/>
                  </a:lnTo>
                  <a:lnTo>
                    <a:pt x="62862" y="182552"/>
                  </a:lnTo>
                  <a:lnTo>
                    <a:pt x="64125" y="183511"/>
                  </a:lnTo>
                  <a:close/>
                  <a:moveTo>
                    <a:pt x="35387" y="179067"/>
                  </a:moveTo>
                  <a:lnTo>
                    <a:pt x="34680" y="180353"/>
                  </a:lnTo>
                  <a:lnTo>
                    <a:pt x="33675" y="180262"/>
                  </a:lnTo>
                  <a:lnTo>
                    <a:pt x="34071" y="179311"/>
                  </a:lnTo>
                  <a:lnTo>
                    <a:pt x="34999" y="177401"/>
                  </a:lnTo>
                  <a:lnTo>
                    <a:pt x="36126" y="176762"/>
                  </a:lnTo>
                  <a:lnTo>
                    <a:pt x="36628" y="177333"/>
                  </a:lnTo>
                  <a:lnTo>
                    <a:pt x="36095" y="178428"/>
                  </a:lnTo>
                  <a:lnTo>
                    <a:pt x="35387" y="179067"/>
                  </a:lnTo>
                  <a:close/>
                  <a:moveTo>
                    <a:pt x="156082" y="188472"/>
                  </a:moveTo>
                  <a:lnTo>
                    <a:pt x="155131" y="188715"/>
                  </a:lnTo>
                  <a:lnTo>
                    <a:pt x="154576" y="188380"/>
                  </a:lnTo>
                  <a:lnTo>
                    <a:pt x="154272" y="187954"/>
                  </a:lnTo>
                  <a:lnTo>
                    <a:pt x="154644" y="186897"/>
                  </a:lnTo>
                  <a:lnTo>
                    <a:pt x="156584" y="187528"/>
                  </a:lnTo>
                  <a:lnTo>
                    <a:pt x="156561" y="188121"/>
                  </a:lnTo>
                  <a:lnTo>
                    <a:pt x="156082" y="188472"/>
                  </a:lnTo>
                  <a:close/>
                  <a:moveTo>
                    <a:pt x="39511" y="233879"/>
                  </a:moveTo>
                  <a:lnTo>
                    <a:pt x="38279" y="236588"/>
                  </a:lnTo>
                  <a:lnTo>
                    <a:pt x="36993" y="234671"/>
                  </a:lnTo>
                  <a:lnTo>
                    <a:pt x="36940" y="233027"/>
                  </a:lnTo>
                  <a:lnTo>
                    <a:pt x="37115" y="232556"/>
                  </a:lnTo>
                  <a:lnTo>
                    <a:pt x="38697" y="233248"/>
                  </a:lnTo>
                  <a:lnTo>
                    <a:pt x="39511" y="233879"/>
                  </a:lnTo>
                  <a:close/>
                  <a:moveTo>
                    <a:pt x="191067" y="256949"/>
                  </a:moveTo>
                  <a:lnTo>
                    <a:pt x="189621" y="260022"/>
                  </a:lnTo>
                  <a:lnTo>
                    <a:pt x="188913" y="261202"/>
                  </a:lnTo>
                  <a:lnTo>
                    <a:pt x="183762" y="268696"/>
                  </a:lnTo>
                  <a:lnTo>
                    <a:pt x="183169" y="270423"/>
                  </a:lnTo>
                  <a:lnTo>
                    <a:pt x="182804" y="272303"/>
                  </a:lnTo>
                  <a:lnTo>
                    <a:pt x="182271" y="273946"/>
                  </a:lnTo>
                  <a:lnTo>
                    <a:pt x="181556" y="275491"/>
                  </a:lnTo>
                  <a:lnTo>
                    <a:pt x="180878" y="277454"/>
                  </a:lnTo>
                  <a:lnTo>
                    <a:pt x="181008" y="279675"/>
                  </a:lnTo>
                  <a:lnTo>
                    <a:pt x="181251" y="280763"/>
                  </a:lnTo>
                  <a:lnTo>
                    <a:pt x="181875" y="281479"/>
                  </a:lnTo>
                  <a:lnTo>
                    <a:pt x="182895" y="282148"/>
                  </a:lnTo>
                  <a:lnTo>
                    <a:pt x="183679" y="283183"/>
                  </a:lnTo>
                  <a:lnTo>
                    <a:pt x="182476" y="284119"/>
                  </a:lnTo>
                  <a:lnTo>
                    <a:pt x="183793" y="285998"/>
                  </a:lnTo>
                  <a:lnTo>
                    <a:pt x="184919" y="287109"/>
                  </a:lnTo>
                  <a:lnTo>
                    <a:pt x="185071" y="288220"/>
                  </a:lnTo>
                  <a:lnTo>
                    <a:pt x="185048" y="289331"/>
                  </a:lnTo>
                  <a:lnTo>
                    <a:pt x="182712" y="291415"/>
                  </a:lnTo>
                  <a:lnTo>
                    <a:pt x="181799" y="292564"/>
                  </a:lnTo>
                  <a:lnTo>
                    <a:pt x="181236" y="293957"/>
                  </a:lnTo>
                  <a:lnTo>
                    <a:pt x="180993" y="295387"/>
                  </a:lnTo>
                  <a:lnTo>
                    <a:pt x="181244" y="296680"/>
                  </a:lnTo>
                  <a:lnTo>
                    <a:pt x="181168" y="297966"/>
                  </a:lnTo>
                  <a:lnTo>
                    <a:pt x="178816" y="297807"/>
                  </a:lnTo>
                  <a:lnTo>
                    <a:pt x="176412" y="297015"/>
                  </a:lnTo>
                  <a:lnTo>
                    <a:pt x="173985" y="297358"/>
                  </a:lnTo>
                  <a:lnTo>
                    <a:pt x="170531" y="295866"/>
                  </a:lnTo>
                  <a:lnTo>
                    <a:pt x="169276" y="295600"/>
                  </a:lnTo>
                  <a:lnTo>
                    <a:pt x="168134" y="295014"/>
                  </a:lnTo>
                  <a:lnTo>
                    <a:pt x="165266" y="290388"/>
                  </a:lnTo>
                  <a:lnTo>
                    <a:pt x="162953" y="288433"/>
                  </a:lnTo>
                  <a:lnTo>
                    <a:pt x="160473" y="286903"/>
                  </a:lnTo>
                  <a:lnTo>
                    <a:pt x="157939" y="286812"/>
                  </a:lnTo>
                  <a:lnTo>
                    <a:pt x="155405" y="286987"/>
                  </a:lnTo>
                  <a:lnTo>
                    <a:pt x="153168" y="286044"/>
                  </a:lnTo>
                  <a:lnTo>
                    <a:pt x="148611" y="282886"/>
                  </a:lnTo>
                  <a:lnTo>
                    <a:pt x="143779" y="280352"/>
                  </a:lnTo>
                  <a:lnTo>
                    <a:pt x="141733" y="278709"/>
                  </a:lnTo>
                  <a:lnTo>
                    <a:pt x="140797" y="277598"/>
                  </a:lnTo>
                  <a:lnTo>
                    <a:pt x="139701" y="276860"/>
                  </a:lnTo>
                  <a:lnTo>
                    <a:pt x="136939" y="276130"/>
                  </a:lnTo>
                  <a:lnTo>
                    <a:pt x="134451" y="274410"/>
                  </a:lnTo>
                  <a:lnTo>
                    <a:pt x="133325" y="274288"/>
                  </a:lnTo>
                  <a:lnTo>
                    <a:pt x="130898" y="274494"/>
                  </a:lnTo>
                  <a:lnTo>
                    <a:pt x="129650" y="274372"/>
                  </a:lnTo>
                  <a:lnTo>
                    <a:pt x="128395" y="273763"/>
                  </a:lnTo>
                  <a:lnTo>
                    <a:pt x="125975" y="271747"/>
                  </a:lnTo>
                  <a:lnTo>
                    <a:pt x="124423" y="268947"/>
                  </a:lnTo>
                  <a:lnTo>
                    <a:pt x="124020" y="267707"/>
                  </a:lnTo>
                  <a:lnTo>
                    <a:pt x="125115" y="264504"/>
                  </a:lnTo>
                  <a:lnTo>
                    <a:pt x="126417" y="261422"/>
                  </a:lnTo>
                  <a:lnTo>
                    <a:pt x="127565" y="260563"/>
                  </a:lnTo>
                  <a:lnTo>
                    <a:pt x="128904" y="259939"/>
                  </a:lnTo>
                  <a:lnTo>
                    <a:pt x="129711" y="259026"/>
                  </a:lnTo>
                  <a:lnTo>
                    <a:pt x="130396" y="257907"/>
                  </a:lnTo>
                  <a:lnTo>
                    <a:pt x="132884" y="261133"/>
                  </a:lnTo>
                  <a:lnTo>
                    <a:pt x="133994" y="261917"/>
                  </a:lnTo>
                  <a:lnTo>
                    <a:pt x="135121" y="261742"/>
                  </a:lnTo>
                  <a:lnTo>
                    <a:pt x="137114" y="260585"/>
                  </a:lnTo>
                  <a:lnTo>
                    <a:pt x="137281" y="259315"/>
                  </a:lnTo>
                  <a:lnTo>
                    <a:pt x="139488" y="257710"/>
                  </a:lnTo>
                  <a:lnTo>
                    <a:pt x="142288" y="257679"/>
                  </a:lnTo>
                  <a:lnTo>
                    <a:pt x="143581" y="257976"/>
                  </a:lnTo>
                  <a:lnTo>
                    <a:pt x="144258" y="259429"/>
                  </a:lnTo>
                  <a:lnTo>
                    <a:pt x="145324" y="259878"/>
                  </a:lnTo>
                  <a:lnTo>
                    <a:pt x="146556" y="260068"/>
                  </a:lnTo>
                  <a:lnTo>
                    <a:pt x="150619" y="262830"/>
                  </a:lnTo>
                  <a:lnTo>
                    <a:pt x="151761" y="263279"/>
                  </a:lnTo>
                  <a:lnTo>
                    <a:pt x="152910" y="263355"/>
                  </a:lnTo>
                  <a:lnTo>
                    <a:pt x="156067" y="262199"/>
                  </a:lnTo>
                  <a:lnTo>
                    <a:pt x="158486" y="261757"/>
                  </a:lnTo>
                  <a:lnTo>
                    <a:pt x="163561" y="262396"/>
                  </a:lnTo>
                  <a:lnTo>
                    <a:pt x="166301" y="261704"/>
                  </a:lnTo>
                  <a:lnTo>
                    <a:pt x="168218" y="261620"/>
                  </a:lnTo>
                  <a:lnTo>
                    <a:pt x="171010" y="260555"/>
                  </a:lnTo>
                  <a:lnTo>
                    <a:pt x="173156" y="258782"/>
                  </a:lnTo>
                  <a:lnTo>
                    <a:pt x="174274" y="258341"/>
                  </a:lnTo>
                  <a:lnTo>
                    <a:pt x="175477" y="258212"/>
                  </a:lnTo>
                  <a:lnTo>
                    <a:pt x="178383" y="258326"/>
                  </a:lnTo>
                  <a:lnTo>
                    <a:pt x="181305" y="258729"/>
                  </a:lnTo>
                  <a:lnTo>
                    <a:pt x="182530" y="258310"/>
                  </a:lnTo>
                  <a:lnTo>
                    <a:pt x="183557" y="257146"/>
                  </a:lnTo>
                  <a:lnTo>
                    <a:pt x="184744" y="256621"/>
                  </a:lnTo>
                  <a:lnTo>
                    <a:pt x="186045" y="256971"/>
                  </a:lnTo>
                  <a:lnTo>
                    <a:pt x="189415" y="254978"/>
                  </a:lnTo>
                  <a:lnTo>
                    <a:pt x="190907" y="254841"/>
                  </a:lnTo>
                  <a:lnTo>
                    <a:pt x="192322" y="255610"/>
                  </a:lnTo>
                  <a:lnTo>
                    <a:pt x="191067" y="256949"/>
                  </a:lnTo>
                  <a:close/>
                  <a:moveTo>
                    <a:pt x="115787" y="296163"/>
                  </a:moveTo>
                  <a:lnTo>
                    <a:pt x="114760" y="296460"/>
                  </a:lnTo>
                  <a:lnTo>
                    <a:pt x="113421" y="295547"/>
                  </a:lnTo>
                  <a:lnTo>
                    <a:pt x="113330" y="294269"/>
                  </a:lnTo>
                  <a:lnTo>
                    <a:pt x="113573" y="293888"/>
                  </a:lnTo>
                  <a:lnTo>
                    <a:pt x="115202" y="294474"/>
                  </a:lnTo>
                  <a:lnTo>
                    <a:pt x="115711" y="295661"/>
                  </a:lnTo>
                  <a:lnTo>
                    <a:pt x="115787" y="296163"/>
                  </a:lnTo>
                  <a:close/>
                </a:path>
              </a:pathLst>
            </a:custGeom>
            <a:solidFill>
              <a:srgbClr val="2562E8"/>
            </a:solidFill>
            <a:ln w="6168" cap="flat">
              <a:solidFill>
                <a:srgbClr val="2562E8"/>
              </a:solidFill>
              <a:prstDash val="solid"/>
              <a:miter/>
            </a:ln>
          </p:spPr>
          <p:txBody>
            <a:bodyPr/>
            <a:lstStyle/>
            <a:p>
              <a:endParaRPr lang="en-US"/>
            </a:p>
          </p:txBody>
        </p:sp>
        <p:sp>
          <p:nvSpPr>
            <p:cNvPr id="2233" name="Freeform: Shape 2232">
              <a:extLst>
                <a:ext uri="{FF2B5EF4-FFF2-40B4-BE49-F238E27FC236}">
                  <a16:creationId xmlns:a16="http://schemas.microsoft.com/office/drawing/2014/main" id="{53205090-8760-0055-A1C2-621B993CE1D2}"/>
                </a:ext>
              </a:extLst>
            </p:cNvPr>
            <p:cNvSpPr/>
            <p:nvPr/>
          </p:nvSpPr>
          <p:spPr>
            <a:xfrm>
              <a:off x="9526125" y="3798121"/>
              <a:ext cx="4823" cy="3149"/>
            </a:xfrm>
            <a:custGeom>
              <a:avLst/>
              <a:gdLst>
                <a:gd name="csX0" fmla="*/ 4634 w 4823"/>
                <a:gd name="csY0" fmla="*/ 1149 h 3149"/>
                <a:gd name="csX1" fmla="*/ 4824 w 4823"/>
                <a:gd name="csY1" fmla="*/ 2792 h 3149"/>
                <a:gd name="csX2" fmla="*/ 3888 w 4823"/>
                <a:gd name="csY2" fmla="*/ 3150 h 3149"/>
                <a:gd name="csX3" fmla="*/ 3089 w 4823"/>
                <a:gd name="csY3" fmla="*/ 2579 h 3149"/>
                <a:gd name="csX4" fmla="*/ 1499 w 4823"/>
                <a:gd name="csY4" fmla="*/ 2579 h 3149"/>
                <a:gd name="csX5" fmla="*/ 0 w 4823"/>
                <a:gd name="csY5" fmla="*/ 2937 h 3149"/>
                <a:gd name="csX6" fmla="*/ 327 w 4823"/>
                <a:gd name="csY6" fmla="*/ 0 h 3149"/>
                <a:gd name="csX7" fmla="*/ 3279 w 4823"/>
                <a:gd name="csY7" fmla="*/ 358 h 3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823" h="3149">
                  <a:moveTo>
                    <a:pt x="4634" y="1149"/>
                  </a:moveTo>
                  <a:lnTo>
                    <a:pt x="4824" y="2792"/>
                  </a:lnTo>
                  <a:lnTo>
                    <a:pt x="3888" y="3150"/>
                  </a:lnTo>
                  <a:lnTo>
                    <a:pt x="3089" y="2579"/>
                  </a:lnTo>
                  <a:lnTo>
                    <a:pt x="1499" y="2579"/>
                  </a:lnTo>
                  <a:lnTo>
                    <a:pt x="0" y="2937"/>
                  </a:lnTo>
                  <a:lnTo>
                    <a:pt x="327" y="0"/>
                  </a:lnTo>
                  <a:lnTo>
                    <a:pt x="3279" y="358"/>
                  </a:lnTo>
                  <a:close/>
                </a:path>
              </a:pathLst>
            </a:custGeom>
            <a:solidFill>
              <a:srgbClr val="2562E8"/>
            </a:solidFill>
            <a:ln w="6168" cap="flat">
              <a:solidFill>
                <a:srgbClr val="2562E8"/>
              </a:solidFill>
              <a:prstDash val="solid"/>
              <a:miter/>
            </a:ln>
          </p:spPr>
          <p:txBody>
            <a:bodyPr/>
            <a:lstStyle/>
            <a:p>
              <a:endParaRPr lang="en-US"/>
            </a:p>
          </p:txBody>
        </p:sp>
        <p:sp>
          <p:nvSpPr>
            <p:cNvPr id="2234" name="Freeform: Shape 2233">
              <a:extLst>
                <a:ext uri="{FF2B5EF4-FFF2-40B4-BE49-F238E27FC236}">
                  <a16:creationId xmlns:a16="http://schemas.microsoft.com/office/drawing/2014/main" id="{A0BA1401-FD84-7FD2-AC8E-0693CDF3D47D}"/>
                </a:ext>
              </a:extLst>
            </p:cNvPr>
            <p:cNvSpPr/>
            <p:nvPr/>
          </p:nvSpPr>
          <p:spPr>
            <a:xfrm>
              <a:off x="7901057" y="4604263"/>
              <a:ext cx="45453" cy="18032"/>
            </a:xfrm>
            <a:custGeom>
              <a:avLst/>
              <a:gdLst>
                <a:gd name="csX0" fmla="*/ 23016 w 45453"/>
                <a:gd name="csY0" fmla="*/ 1453 h 18032"/>
                <a:gd name="csX1" fmla="*/ 25618 w 45453"/>
                <a:gd name="csY1" fmla="*/ 2252 h 18032"/>
                <a:gd name="csX2" fmla="*/ 28311 w 45453"/>
                <a:gd name="csY2" fmla="*/ 2670 h 18032"/>
                <a:gd name="csX3" fmla="*/ 29468 w 45453"/>
                <a:gd name="csY3" fmla="*/ 2693 h 18032"/>
                <a:gd name="csX4" fmla="*/ 30556 w 45453"/>
                <a:gd name="csY4" fmla="*/ 2952 h 18032"/>
                <a:gd name="csX5" fmla="*/ 33014 w 45453"/>
                <a:gd name="csY5" fmla="*/ 4877 h 18032"/>
                <a:gd name="csX6" fmla="*/ 34992 w 45453"/>
                <a:gd name="csY6" fmla="*/ 5927 h 18032"/>
                <a:gd name="csX7" fmla="*/ 42486 w 45453"/>
                <a:gd name="csY7" fmla="*/ 8278 h 18032"/>
                <a:gd name="csX8" fmla="*/ 44982 w 45453"/>
                <a:gd name="csY8" fmla="*/ 12333 h 18032"/>
                <a:gd name="csX9" fmla="*/ 45453 w 45453"/>
                <a:gd name="csY9" fmla="*/ 13604 h 18032"/>
                <a:gd name="csX10" fmla="*/ 43521 w 45453"/>
                <a:gd name="csY10" fmla="*/ 14350 h 18032"/>
                <a:gd name="csX11" fmla="*/ 41079 w 45453"/>
                <a:gd name="csY11" fmla="*/ 14616 h 18032"/>
                <a:gd name="csX12" fmla="*/ 38750 w 45453"/>
                <a:gd name="csY12" fmla="*/ 14654 h 18032"/>
                <a:gd name="csX13" fmla="*/ 36597 w 45453"/>
                <a:gd name="csY13" fmla="*/ 13885 h 18032"/>
                <a:gd name="csX14" fmla="*/ 35661 w 45453"/>
                <a:gd name="csY14" fmla="*/ 13292 h 18032"/>
                <a:gd name="csX15" fmla="*/ 33417 w 45453"/>
                <a:gd name="csY15" fmla="*/ 13003 h 18032"/>
                <a:gd name="csX16" fmla="*/ 33980 w 45453"/>
                <a:gd name="csY16" fmla="*/ 12455 h 18032"/>
                <a:gd name="csX17" fmla="*/ 32983 w 45453"/>
                <a:gd name="csY17" fmla="*/ 12204 h 18032"/>
                <a:gd name="csX18" fmla="*/ 31735 w 45453"/>
                <a:gd name="csY18" fmla="*/ 12257 h 18032"/>
                <a:gd name="csX19" fmla="*/ 30815 w 45453"/>
                <a:gd name="csY19" fmla="*/ 13817 h 18032"/>
                <a:gd name="csX20" fmla="*/ 29795 w 45453"/>
                <a:gd name="csY20" fmla="*/ 15050 h 18032"/>
                <a:gd name="csX21" fmla="*/ 27832 w 45453"/>
                <a:gd name="csY21" fmla="*/ 14928 h 18032"/>
                <a:gd name="csX22" fmla="*/ 27079 w 45453"/>
                <a:gd name="csY22" fmla="*/ 13878 h 18032"/>
                <a:gd name="csX23" fmla="*/ 26052 w 45453"/>
                <a:gd name="csY23" fmla="*/ 14350 h 18032"/>
                <a:gd name="csX24" fmla="*/ 25215 w 45453"/>
                <a:gd name="csY24" fmla="*/ 15126 h 18032"/>
                <a:gd name="csX25" fmla="*/ 24226 w 45453"/>
                <a:gd name="csY25" fmla="*/ 18032 h 18032"/>
                <a:gd name="csX26" fmla="*/ 22620 w 45453"/>
                <a:gd name="csY26" fmla="*/ 16587 h 18032"/>
                <a:gd name="csX27" fmla="*/ 20878 w 45453"/>
                <a:gd name="csY27" fmla="*/ 15384 h 18032"/>
                <a:gd name="csX28" fmla="*/ 18694 w 45453"/>
                <a:gd name="csY28" fmla="*/ 14882 h 18032"/>
                <a:gd name="csX29" fmla="*/ 14281 w 45453"/>
                <a:gd name="csY29" fmla="*/ 14798 h 18032"/>
                <a:gd name="csX30" fmla="*/ 12197 w 45453"/>
                <a:gd name="csY30" fmla="*/ 14410 h 18032"/>
                <a:gd name="csX31" fmla="*/ 10462 w 45453"/>
                <a:gd name="csY31" fmla="*/ 11953 h 18032"/>
                <a:gd name="csX32" fmla="*/ 9777 w 45453"/>
                <a:gd name="csY32" fmla="*/ 11253 h 18032"/>
                <a:gd name="csX33" fmla="*/ 8035 w 45453"/>
                <a:gd name="csY33" fmla="*/ 10614 h 18032"/>
                <a:gd name="csX34" fmla="*/ 6300 w 45453"/>
                <a:gd name="csY34" fmla="*/ 7791 h 18032"/>
                <a:gd name="csX35" fmla="*/ 5676 w 45453"/>
                <a:gd name="csY35" fmla="*/ 7403 h 18032"/>
                <a:gd name="csX36" fmla="*/ 966 w 45453"/>
                <a:gd name="csY36" fmla="*/ 6802 h 18032"/>
                <a:gd name="csX37" fmla="*/ 0 w 45453"/>
                <a:gd name="csY37" fmla="*/ 5257 h 18032"/>
                <a:gd name="csX38" fmla="*/ 289 w 45453"/>
                <a:gd name="csY38" fmla="*/ 3857 h 18032"/>
                <a:gd name="csX39" fmla="*/ 1857 w 45453"/>
                <a:gd name="csY39" fmla="*/ 2145 h 18032"/>
                <a:gd name="csX40" fmla="*/ 2625 w 45453"/>
                <a:gd name="csY40" fmla="*/ 1659 h 18032"/>
                <a:gd name="csX41" fmla="*/ 5227 w 45453"/>
                <a:gd name="csY41" fmla="*/ 1735 h 18032"/>
                <a:gd name="csX42" fmla="*/ 7715 w 45453"/>
                <a:gd name="csY42" fmla="*/ 1217 h 18032"/>
                <a:gd name="csX43" fmla="*/ 8811 w 45453"/>
                <a:gd name="csY43" fmla="*/ 487 h 18032"/>
                <a:gd name="csX44" fmla="*/ 9952 w 45453"/>
                <a:gd name="csY44" fmla="*/ 0 h 18032"/>
                <a:gd name="csX45" fmla="*/ 18960 w 45453"/>
                <a:gd name="csY45" fmla="*/ 1240 h 18032"/>
                <a:gd name="csX46" fmla="*/ 21038 w 45453"/>
                <a:gd name="csY46" fmla="*/ 1248 h 18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45453" h="18032">
                  <a:moveTo>
                    <a:pt x="23016" y="1453"/>
                  </a:moveTo>
                  <a:lnTo>
                    <a:pt x="25618" y="2252"/>
                  </a:lnTo>
                  <a:lnTo>
                    <a:pt x="28311" y="2670"/>
                  </a:lnTo>
                  <a:lnTo>
                    <a:pt x="29468" y="2693"/>
                  </a:lnTo>
                  <a:lnTo>
                    <a:pt x="30556" y="2952"/>
                  </a:lnTo>
                  <a:lnTo>
                    <a:pt x="33014" y="4877"/>
                  </a:lnTo>
                  <a:lnTo>
                    <a:pt x="34992" y="5927"/>
                  </a:lnTo>
                  <a:lnTo>
                    <a:pt x="42486" y="8278"/>
                  </a:lnTo>
                  <a:lnTo>
                    <a:pt x="44982" y="12333"/>
                  </a:lnTo>
                  <a:lnTo>
                    <a:pt x="45453" y="13604"/>
                  </a:lnTo>
                  <a:lnTo>
                    <a:pt x="43521" y="14350"/>
                  </a:lnTo>
                  <a:lnTo>
                    <a:pt x="41079" y="14616"/>
                  </a:lnTo>
                  <a:lnTo>
                    <a:pt x="38750" y="14654"/>
                  </a:lnTo>
                  <a:lnTo>
                    <a:pt x="36597" y="13885"/>
                  </a:lnTo>
                  <a:lnTo>
                    <a:pt x="35661" y="13292"/>
                  </a:lnTo>
                  <a:lnTo>
                    <a:pt x="33417" y="13003"/>
                  </a:lnTo>
                  <a:lnTo>
                    <a:pt x="33980" y="12455"/>
                  </a:lnTo>
                  <a:lnTo>
                    <a:pt x="32983" y="12204"/>
                  </a:lnTo>
                  <a:lnTo>
                    <a:pt x="31735" y="12257"/>
                  </a:lnTo>
                  <a:lnTo>
                    <a:pt x="30815" y="13817"/>
                  </a:lnTo>
                  <a:lnTo>
                    <a:pt x="29795" y="15050"/>
                  </a:lnTo>
                  <a:lnTo>
                    <a:pt x="27832" y="14928"/>
                  </a:lnTo>
                  <a:lnTo>
                    <a:pt x="27079" y="13878"/>
                  </a:lnTo>
                  <a:lnTo>
                    <a:pt x="26052" y="14350"/>
                  </a:lnTo>
                  <a:lnTo>
                    <a:pt x="25215" y="15126"/>
                  </a:lnTo>
                  <a:lnTo>
                    <a:pt x="24226" y="18032"/>
                  </a:lnTo>
                  <a:lnTo>
                    <a:pt x="22620" y="16587"/>
                  </a:lnTo>
                  <a:lnTo>
                    <a:pt x="20878" y="15384"/>
                  </a:lnTo>
                  <a:lnTo>
                    <a:pt x="18694" y="14882"/>
                  </a:lnTo>
                  <a:lnTo>
                    <a:pt x="14281" y="14798"/>
                  </a:lnTo>
                  <a:lnTo>
                    <a:pt x="12197" y="14410"/>
                  </a:lnTo>
                  <a:lnTo>
                    <a:pt x="10462" y="11953"/>
                  </a:lnTo>
                  <a:lnTo>
                    <a:pt x="9777" y="11253"/>
                  </a:lnTo>
                  <a:lnTo>
                    <a:pt x="8035" y="10614"/>
                  </a:lnTo>
                  <a:lnTo>
                    <a:pt x="6300" y="7791"/>
                  </a:lnTo>
                  <a:lnTo>
                    <a:pt x="5676" y="7403"/>
                  </a:lnTo>
                  <a:lnTo>
                    <a:pt x="966" y="6802"/>
                  </a:lnTo>
                  <a:lnTo>
                    <a:pt x="0" y="5257"/>
                  </a:lnTo>
                  <a:lnTo>
                    <a:pt x="289" y="3857"/>
                  </a:lnTo>
                  <a:lnTo>
                    <a:pt x="1857" y="2145"/>
                  </a:lnTo>
                  <a:lnTo>
                    <a:pt x="2625" y="1659"/>
                  </a:lnTo>
                  <a:lnTo>
                    <a:pt x="5227" y="1735"/>
                  </a:lnTo>
                  <a:lnTo>
                    <a:pt x="7715" y="1217"/>
                  </a:lnTo>
                  <a:lnTo>
                    <a:pt x="8811" y="487"/>
                  </a:lnTo>
                  <a:lnTo>
                    <a:pt x="9952" y="0"/>
                  </a:lnTo>
                  <a:lnTo>
                    <a:pt x="18960" y="1240"/>
                  </a:lnTo>
                  <a:lnTo>
                    <a:pt x="21038" y="124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35" name="Freeform: Shape 2234">
              <a:extLst>
                <a:ext uri="{FF2B5EF4-FFF2-40B4-BE49-F238E27FC236}">
                  <a16:creationId xmlns:a16="http://schemas.microsoft.com/office/drawing/2014/main" id="{AB4D4771-F3E9-BE5C-12E5-376C59C889FD}"/>
                </a:ext>
              </a:extLst>
            </p:cNvPr>
            <p:cNvSpPr/>
            <p:nvPr/>
          </p:nvSpPr>
          <p:spPr>
            <a:xfrm>
              <a:off x="10320186" y="4252063"/>
              <a:ext cx="92710" cy="104008"/>
            </a:xfrm>
            <a:custGeom>
              <a:avLst/>
              <a:gdLst>
                <a:gd name="csX0" fmla="*/ 89568 w 92710"/>
                <a:gd name="csY0" fmla="*/ 31530 h 104008"/>
                <a:gd name="csX1" fmla="*/ 86403 w 92710"/>
                <a:gd name="csY1" fmla="*/ 34459 h 104008"/>
                <a:gd name="csX2" fmla="*/ 85657 w 92710"/>
                <a:gd name="csY2" fmla="*/ 34779 h 104008"/>
                <a:gd name="csX3" fmla="*/ 81541 w 92710"/>
                <a:gd name="csY3" fmla="*/ 35988 h 104008"/>
                <a:gd name="csX4" fmla="*/ 73126 w 92710"/>
                <a:gd name="csY4" fmla="*/ 38469 h 104008"/>
                <a:gd name="csX5" fmla="*/ 67488 w 92710"/>
                <a:gd name="csY5" fmla="*/ 40127 h 104008"/>
                <a:gd name="csX6" fmla="*/ 60275 w 92710"/>
                <a:gd name="csY6" fmla="*/ 42243 h 104008"/>
                <a:gd name="csX7" fmla="*/ 54287 w 92710"/>
                <a:gd name="csY7" fmla="*/ 44008 h 104008"/>
                <a:gd name="csX8" fmla="*/ 48360 w 92710"/>
                <a:gd name="csY8" fmla="*/ 45743 h 104008"/>
                <a:gd name="csX9" fmla="*/ 42867 w 92710"/>
                <a:gd name="csY9" fmla="*/ 47356 h 104008"/>
                <a:gd name="csX10" fmla="*/ 46002 w 92710"/>
                <a:gd name="csY10" fmla="*/ 50749 h 104008"/>
                <a:gd name="csX11" fmla="*/ 50787 w 92710"/>
                <a:gd name="csY11" fmla="*/ 55930 h 104008"/>
                <a:gd name="csX12" fmla="*/ 53983 w 92710"/>
                <a:gd name="csY12" fmla="*/ 59377 h 104008"/>
                <a:gd name="csX13" fmla="*/ 57749 w 92710"/>
                <a:gd name="csY13" fmla="*/ 63805 h 104008"/>
                <a:gd name="csX14" fmla="*/ 61112 w 92710"/>
                <a:gd name="csY14" fmla="*/ 67754 h 104008"/>
                <a:gd name="csX15" fmla="*/ 64681 w 92710"/>
                <a:gd name="csY15" fmla="*/ 71931 h 104008"/>
                <a:gd name="csX16" fmla="*/ 62177 w 92710"/>
                <a:gd name="csY16" fmla="*/ 73346 h 104008"/>
                <a:gd name="csX17" fmla="*/ 58053 w 92710"/>
                <a:gd name="csY17" fmla="*/ 75675 h 104008"/>
                <a:gd name="csX18" fmla="*/ 57635 w 92710"/>
                <a:gd name="csY18" fmla="*/ 76101 h 104008"/>
                <a:gd name="csX19" fmla="*/ 57277 w 92710"/>
                <a:gd name="csY19" fmla="*/ 76534 h 104008"/>
                <a:gd name="csX20" fmla="*/ 55573 w 92710"/>
                <a:gd name="csY20" fmla="*/ 80681 h 104008"/>
                <a:gd name="csX21" fmla="*/ 54234 w 92710"/>
                <a:gd name="csY21" fmla="*/ 83945 h 104008"/>
                <a:gd name="csX22" fmla="*/ 53770 w 92710"/>
                <a:gd name="csY22" fmla="*/ 84348 h 104008"/>
                <a:gd name="csX23" fmla="*/ 48018 w 92710"/>
                <a:gd name="csY23" fmla="*/ 85551 h 104008"/>
                <a:gd name="csX24" fmla="*/ 42197 w 92710"/>
                <a:gd name="csY24" fmla="*/ 86753 h 104008"/>
                <a:gd name="csX25" fmla="*/ 38530 w 92710"/>
                <a:gd name="csY25" fmla="*/ 87521 h 104008"/>
                <a:gd name="csX26" fmla="*/ 37427 w 92710"/>
                <a:gd name="csY26" fmla="*/ 88358 h 104008"/>
                <a:gd name="csX27" fmla="*/ 35038 w 92710"/>
                <a:gd name="csY27" fmla="*/ 92414 h 104008"/>
                <a:gd name="csX28" fmla="*/ 32565 w 92710"/>
                <a:gd name="csY28" fmla="*/ 96583 h 104008"/>
                <a:gd name="csX29" fmla="*/ 28441 w 92710"/>
                <a:gd name="csY29" fmla="*/ 99992 h 104008"/>
                <a:gd name="csX30" fmla="*/ 23860 w 92710"/>
                <a:gd name="csY30" fmla="*/ 103766 h 104008"/>
                <a:gd name="csX31" fmla="*/ 22727 w 92710"/>
                <a:gd name="csY31" fmla="*/ 104009 h 104008"/>
                <a:gd name="csX32" fmla="*/ 19417 w 92710"/>
                <a:gd name="csY32" fmla="*/ 103431 h 104008"/>
                <a:gd name="csX33" fmla="*/ 13757 w 92710"/>
                <a:gd name="csY33" fmla="*/ 102442 h 104008"/>
                <a:gd name="csX34" fmla="*/ 8286 w 92710"/>
                <a:gd name="csY34" fmla="*/ 101483 h 104008"/>
                <a:gd name="csX35" fmla="*/ 4542 w 92710"/>
                <a:gd name="csY35" fmla="*/ 100836 h 104008"/>
                <a:gd name="csX36" fmla="*/ 0 w 92710"/>
                <a:gd name="csY36" fmla="*/ 100037 h 104008"/>
                <a:gd name="csX37" fmla="*/ 662 w 92710"/>
                <a:gd name="csY37" fmla="*/ 96849 h 104008"/>
                <a:gd name="csX38" fmla="*/ 479 w 92710"/>
                <a:gd name="csY38" fmla="*/ 95122 h 104008"/>
                <a:gd name="csX39" fmla="*/ 1560 w 92710"/>
                <a:gd name="csY39" fmla="*/ 89446 h 104008"/>
                <a:gd name="csX40" fmla="*/ 2191 w 92710"/>
                <a:gd name="csY40" fmla="*/ 86760 h 104008"/>
                <a:gd name="csX41" fmla="*/ 2504 w 92710"/>
                <a:gd name="csY41" fmla="*/ 84775 h 104008"/>
                <a:gd name="csX42" fmla="*/ 4071 w 92710"/>
                <a:gd name="csY42" fmla="*/ 80750 h 104008"/>
                <a:gd name="csX43" fmla="*/ 3880 w 92710"/>
                <a:gd name="csY43" fmla="*/ 79433 h 104008"/>
                <a:gd name="csX44" fmla="*/ 4208 w 92710"/>
                <a:gd name="csY44" fmla="*/ 74785 h 104008"/>
                <a:gd name="csX45" fmla="*/ 4048 w 92710"/>
                <a:gd name="csY45" fmla="*/ 73887 h 104008"/>
                <a:gd name="csX46" fmla="*/ 4763 w 92710"/>
                <a:gd name="csY46" fmla="*/ 71345 h 104008"/>
                <a:gd name="csX47" fmla="*/ 6102 w 92710"/>
                <a:gd name="csY47" fmla="*/ 67655 h 104008"/>
                <a:gd name="csX48" fmla="*/ 7411 w 92710"/>
                <a:gd name="csY48" fmla="*/ 64467 h 104008"/>
                <a:gd name="csX49" fmla="*/ 7883 w 92710"/>
                <a:gd name="csY49" fmla="*/ 63037 h 104008"/>
                <a:gd name="csX50" fmla="*/ 9222 w 92710"/>
                <a:gd name="csY50" fmla="*/ 60009 h 104008"/>
                <a:gd name="csX51" fmla="*/ 10432 w 92710"/>
                <a:gd name="csY51" fmla="*/ 56288 h 104008"/>
                <a:gd name="csX52" fmla="*/ 9792 w 92710"/>
                <a:gd name="csY52" fmla="*/ 54249 h 104008"/>
                <a:gd name="csX53" fmla="*/ 9602 w 92710"/>
                <a:gd name="csY53" fmla="*/ 53853 h 104008"/>
                <a:gd name="csX54" fmla="*/ 10089 w 92710"/>
                <a:gd name="csY54" fmla="*/ 51510 h 104008"/>
                <a:gd name="csX55" fmla="*/ 10074 w 92710"/>
                <a:gd name="csY55" fmla="*/ 51495 h 104008"/>
                <a:gd name="csX56" fmla="*/ 10668 w 92710"/>
                <a:gd name="csY56" fmla="*/ 47660 h 104008"/>
                <a:gd name="csX57" fmla="*/ 10987 w 92710"/>
                <a:gd name="csY57" fmla="*/ 45591 h 104008"/>
                <a:gd name="csX58" fmla="*/ 11710 w 92710"/>
                <a:gd name="csY58" fmla="*/ 42844 h 104008"/>
                <a:gd name="csX59" fmla="*/ 12988 w 92710"/>
                <a:gd name="csY59" fmla="*/ 40515 h 104008"/>
                <a:gd name="csX60" fmla="*/ 12395 w 92710"/>
                <a:gd name="csY60" fmla="*/ 35030 h 104008"/>
                <a:gd name="csX61" fmla="*/ 12463 w 92710"/>
                <a:gd name="csY61" fmla="*/ 32062 h 104008"/>
                <a:gd name="csX62" fmla="*/ 13262 w 92710"/>
                <a:gd name="csY62" fmla="*/ 28684 h 104008"/>
                <a:gd name="csX63" fmla="*/ 12820 w 92710"/>
                <a:gd name="csY63" fmla="*/ 24720 h 104008"/>
                <a:gd name="csX64" fmla="*/ 13193 w 92710"/>
                <a:gd name="csY64" fmla="*/ 19059 h 104008"/>
                <a:gd name="csX65" fmla="*/ 13277 w 92710"/>
                <a:gd name="csY65" fmla="*/ 18534 h 104008"/>
                <a:gd name="csX66" fmla="*/ 13741 w 92710"/>
                <a:gd name="csY66" fmla="*/ 17850 h 104008"/>
                <a:gd name="csX67" fmla="*/ 14099 w 92710"/>
                <a:gd name="csY67" fmla="*/ 17492 h 104008"/>
                <a:gd name="csX68" fmla="*/ 16732 w 92710"/>
                <a:gd name="csY68" fmla="*/ 16313 h 104008"/>
                <a:gd name="csX69" fmla="*/ 17857 w 92710"/>
                <a:gd name="csY69" fmla="*/ 16161 h 104008"/>
                <a:gd name="csX70" fmla="*/ 20155 w 92710"/>
                <a:gd name="csY70" fmla="*/ 16693 h 104008"/>
                <a:gd name="csX71" fmla="*/ 21472 w 92710"/>
                <a:gd name="csY71" fmla="*/ 17880 h 104008"/>
                <a:gd name="csX72" fmla="*/ 23670 w 92710"/>
                <a:gd name="csY72" fmla="*/ 21235 h 104008"/>
                <a:gd name="csX73" fmla="*/ 27094 w 92710"/>
                <a:gd name="csY73" fmla="*/ 22209 h 104008"/>
                <a:gd name="csX74" fmla="*/ 28471 w 92710"/>
                <a:gd name="csY74" fmla="*/ 23161 h 104008"/>
                <a:gd name="csX75" fmla="*/ 30343 w 92710"/>
                <a:gd name="csY75" fmla="*/ 24933 h 104008"/>
                <a:gd name="csX76" fmla="*/ 32633 w 92710"/>
                <a:gd name="csY76" fmla="*/ 25580 h 104008"/>
                <a:gd name="csX77" fmla="*/ 39877 w 92710"/>
                <a:gd name="csY77" fmla="*/ 26683 h 104008"/>
                <a:gd name="csX78" fmla="*/ 45651 w 92710"/>
                <a:gd name="csY78" fmla="*/ 22955 h 104008"/>
                <a:gd name="csX79" fmla="*/ 50536 w 92710"/>
                <a:gd name="csY79" fmla="*/ 19797 h 104008"/>
                <a:gd name="csX80" fmla="*/ 56083 w 92710"/>
                <a:gd name="csY80" fmla="*/ 16206 h 104008"/>
                <a:gd name="csX81" fmla="*/ 59857 w 92710"/>
                <a:gd name="csY81" fmla="*/ 13756 h 104008"/>
                <a:gd name="csX82" fmla="*/ 66294 w 92710"/>
                <a:gd name="csY82" fmla="*/ 9579 h 104008"/>
                <a:gd name="csX83" fmla="*/ 70539 w 92710"/>
                <a:gd name="csY83" fmla="*/ 6939 h 104008"/>
                <a:gd name="csX84" fmla="*/ 76116 w 92710"/>
                <a:gd name="csY84" fmla="*/ 3447 h 104008"/>
                <a:gd name="csX85" fmla="*/ 81625 w 92710"/>
                <a:gd name="csY85" fmla="*/ 0 h 104008"/>
                <a:gd name="csX86" fmla="*/ 83154 w 92710"/>
                <a:gd name="csY86" fmla="*/ 5623 h 104008"/>
                <a:gd name="csX87" fmla="*/ 84645 w 92710"/>
                <a:gd name="csY87" fmla="*/ 11108 h 104008"/>
                <a:gd name="csX88" fmla="*/ 86190 w 92710"/>
                <a:gd name="csY88" fmla="*/ 16769 h 104008"/>
                <a:gd name="csX89" fmla="*/ 87696 w 92710"/>
                <a:gd name="csY89" fmla="*/ 22255 h 104008"/>
                <a:gd name="csX90" fmla="*/ 86068 w 92710"/>
                <a:gd name="csY90" fmla="*/ 22780 h 104008"/>
                <a:gd name="csX91" fmla="*/ 87347 w 92710"/>
                <a:gd name="csY91" fmla="*/ 26972 h 104008"/>
                <a:gd name="csX92" fmla="*/ 89454 w 92710"/>
                <a:gd name="csY92" fmla="*/ 26333 h 104008"/>
                <a:gd name="csX93" fmla="*/ 91744 w 92710"/>
                <a:gd name="csY93" fmla="*/ 25839 h 104008"/>
                <a:gd name="csX94" fmla="*/ 92710 w 92710"/>
                <a:gd name="csY94" fmla="*/ 28532 h 104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92710" h="104008">
                  <a:moveTo>
                    <a:pt x="89568" y="31530"/>
                  </a:moveTo>
                  <a:lnTo>
                    <a:pt x="86403" y="34459"/>
                  </a:lnTo>
                  <a:lnTo>
                    <a:pt x="85657" y="34779"/>
                  </a:lnTo>
                  <a:lnTo>
                    <a:pt x="81541" y="35988"/>
                  </a:lnTo>
                  <a:lnTo>
                    <a:pt x="73126" y="38469"/>
                  </a:lnTo>
                  <a:lnTo>
                    <a:pt x="67488" y="40127"/>
                  </a:lnTo>
                  <a:lnTo>
                    <a:pt x="60275" y="42243"/>
                  </a:lnTo>
                  <a:lnTo>
                    <a:pt x="54287" y="44008"/>
                  </a:lnTo>
                  <a:lnTo>
                    <a:pt x="48360" y="45743"/>
                  </a:lnTo>
                  <a:lnTo>
                    <a:pt x="42867" y="47356"/>
                  </a:lnTo>
                  <a:lnTo>
                    <a:pt x="46002" y="50749"/>
                  </a:lnTo>
                  <a:lnTo>
                    <a:pt x="50787" y="55930"/>
                  </a:lnTo>
                  <a:lnTo>
                    <a:pt x="53983" y="59377"/>
                  </a:lnTo>
                  <a:lnTo>
                    <a:pt x="57749" y="63805"/>
                  </a:lnTo>
                  <a:lnTo>
                    <a:pt x="61112" y="67754"/>
                  </a:lnTo>
                  <a:lnTo>
                    <a:pt x="64681" y="71931"/>
                  </a:lnTo>
                  <a:lnTo>
                    <a:pt x="62177" y="73346"/>
                  </a:lnTo>
                  <a:lnTo>
                    <a:pt x="58053" y="75675"/>
                  </a:lnTo>
                  <a:lnTo>
                    <a:pt x="57635" y="76101"/>
                  </a:lnTo>
                  <a:lnTo>
                    <a:pt x="57277" y="76534"/>
                  </a:lnTo>
                  <a:lnTo>
                    <a:pt x="55573" y="80681"/>
                  </a:lnTo>
                  <a:lnTo>
                    <a:pt x="54234" y="83945"/>
                  </a:lnTo>
                  <a:lnTo>
                    <a:pt x="53770" y="84348"/>
                  </a:lnTo>
                  <a:lnTo>
                    <a:pt x="48018" y="85551"/>
                  </a:lnTo>
                  <a:lnTo>
                    <a:pt x="42197" y="86753"/>
                  </a:lnTo>
                  <a:lnTo>
                    <a:pt x="38530" y="87521"/>
                  </a:lnTo>
                  <a:lnTo>
                    <a:pt x="37427" y="88358"/>
                  </a:lnTo>
                  <a:lnTo>
                    <a:pt x="35038" y="92414"/>
                  </a:lnTo>
                  <a:lnTo>
                    <a:pt x="32565" y="96583"/>
                  </a:lnTo>
                  <a:lnTo>
                    <a:pt x="28441" y="99992"/>
                  </a:lnTo>
                  <a:lnTo>
                    <a:pt x="23860" y="103766"/>
                  </a:lnTo>
                  <a:lnTo>
                    <a:pt x="22727" y="104009"/>
                  </a:lnTo>
                  <a:lnTo>
                    <a:pt x="19417" y="103431"/>
                  </a:lnTo>
                  <a:lnTo>
                    <a:pt x="13757" y="102442"/>
                  </a:lnTo>
                  <a:lnTo>
                    <a:pt x="8286" y="101483"/>
                  </a:lnTo>
                  <a:lnTo>
                    <a:pt x="4542" y="100836"/>
                  </a:lnTo>
                  <a:lnTo>
                    <a:pt x="0" y="100037"/>
                  </a:lnTo>
                  <a:lnTo>
                    <a:pt x="662" y="96849"/>
                  </a:lnTo>
                  <a:lnTo>
                    <a:pt x="479" y="95122"/>
                  </a:lnTo>
                  <a:lnTo>
                    <a:pt x="1560" y="89446"/>
                  </a:lnTo>
                  <a:lnTo>
                    <a:pt x="2191" y="86760"/>
                  </a:lnTo>
                  <a:lnTo>
                    <a:pt x="2504" y="84775"/>
                  </a:lnTo>
                  <a:lnTo>
                    <a:pt x="4071" y="80750"/>
                  </a:lnTo>
                  <a:lnTo>
                    <a:pt x="3880" y="79433"/>
                  </a:lnTo>
                  <a:lnTo>
                    <a:pt x="4208" y="74785"/>
                  </a:lnTo>
                  <a:lnTo>
                    <a:pt x="4048" y="73887"/>
                  </a:lnTo>
                  <a:lnTo>
                    <a:pt x="4763" y="71345"/>
                  </a:lnTo>
                  <a:lnTo>
                    <a:pt x="6102" y="67655"/>
                  </a:lnTo>
                  <a:lnTo>
                    <a:pt x="7411" y="64467"/>
                  </a:lnTo>
                  <a:lnTo>
                    <a:pt x="7883" y="63037"/>
                  </a:lnTo>
                  <a:lnTo>
                    <a:pt x="9222" y="60009"/>
                  </a:lnTo>
                  <a:lnTo>
                    <a:pt x="10432" y="56288"/>
                  </a:lnTo>
                  <a:lnTo>
                    <a:pt x="9792" y="54249"/>
                  </a:lnTo>
                  <a:lnTo>
                    <a:pt x="9602" y="53853"/>
                  </a:lnTo>
                  <a:lnTo>
                    <a:pt x="10089" y="51510"/>
                  </a:lnTo>
                  <a:lnTo>
                    <a:pt x="10074" y="51495"/>
                  </a:lnTo>
                  <a:lnTo>
                    <a:pt x="10668" y="47660"/>
                  </a:lnTo>
                  <a:lnTo>
                    <a:pt x="10987" y="45591"/>
                  </a:lnTo>
                  <a:lnTo>
                    <a:pt x="11710" y="42844"/>
                  </a:lnTo>
                  <a:lnTo>
                    <a:pt x="12988" y="40515"/>
                  </a:lnTo>
                  <a:lnTo>
                    <a:pt x="12395" y="35030"/>
                  </a:lnTo>
                  <a:lnTo>
                    <a:pt x="12463" y="32062"/>
                  </a:lnTo>
                  <a:lnTo>
                    <a:pt x="13262" y="28684"/>
                  </a:lnTo>
                  <a:lnTo>
                    <a:pt x="12820" y="24720"/>
                  </a:lnTo>
                  <a:lnTo>
                    <a:pt x="13193" y="19059"/>
                  </a:lnTo>
                  <a:lnTo>
                    <a:pt x="13277" y="18534"/>
                  </a:lnTo>
                  <a:lnTo>
                    <a:pt x="13741" y="17850"/>
                  </a:lnTo>
                  <a:lnTo>
                    <a:pt x="14099" y="17492"/>
                  </a:lnTo>
                  <a:lnTo>
                    <a:pt x="16732" y="16313"/>
                  </a:lnTo>
                  <a:lnTo>
                    <a:pt x="17857" y="16161"/>
                  </a:lnTo>
                  <a:lnTo>
                    <a:pt x="20155" y="16693"/>
                  </a:lnTo>
                  <a:lnTo>
                    <a:pt x="21472" y="17880"/>
                  </a:lnTo>
                  <a:lnTo>
                    <a:pt x="23670" y="21235"/>
                  </a:lnTo>
                  <a:lnTo>
                    <a:pt x="27094" y="22209"/>
                  </a:lnTo>
                  <a:lnTo>
                    <a:pt x="28471" y="23161"/>
                  </a:lnTo>
                  <a:lnTo>
                    <a:pt x="30343" y="24933"/>
                  </a:lnTo>
                  <a:lnTo>
                    <a:pt x="32633" y="25580"/>
                  </a:lnTo>
                  <a:lnTo>
                    <a:pt x="39877" y="26683"/>
                  </a:lnTo>
                  <a:lnTo>
                    <a:pt x="45651" y="22955"/>
                  </a:lnTo>
                  <a:lnTo>
                    <a:pt x="50536" y="19797"/>
                  </a:lnTo>
                  <a:lnTo>
                    <a:pt x="56083" y="16206"/>
                  </a:lnTo>
                  <a:lnTo>
                    <a:pt x="59857" y="13756"/>
                  </a:lnTo>
                  <a:lnTo>
                    <a:pt x="66294" y="9579"/>
                  </a:lnTo>
                  <a:lnTo>
                    <a:pt x="70539" y="6939"/>
                  </a:lnTo>
                  <a:lnTo>
                    <a:pt x="76116" y="3447"/>
                  </a:lnTo>
                  <a:lnTo>
                    <a:pt x="81625" y="0"/>
                  </a:lnTo>
                  <a:lnTo>
                    <a:pt x="83154" y="5623"/>
                  </a:lnTo>
                  <a:lnTo>
                    <a:pt x="84645" y="11108"/>
                  </a:lnTo>
                  <a:lnTo>
                    <a:pt x="86190" y="16769"/>
                  </a:lnTo>
                  <a:lnTo>
                    <a:pt x="87696" y="22255"/>
                  </a:lnTo>
                  <a:lnTo>
                    <a:pt x="86068" y="22780"/>
                  </a:lnTo>
                  <a:lnTo>
                    <a:pt x="87347" y="26972"/>
                  </a:lnTo>
                  <a:lnTo>
                    <a:pt x="89454" y="26333"/>
                  </a:lnTo>
                  <a:lnTo>
                    <a:pt x="91744" y="25839"/>
                  </a:lnTo>
                  <a:lnTo>
                    <a:pt x="92710" y="2853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36" name="Freeform: Shape 2235">
              <a:extLst>
                <a:ext uri="{FF2B5EF4-FFF2-40B4-BE49-F238E27FC236}">
                  <a16:creationId xmlns:a16="http://schemas.microsoft.com/office/drawing/2014/main" id="{11F629A9-2260-E7F7-EFF8-DBCEA388E8FE}"/>
                </a:ext>
              </a:extLst>
            </p:cNvPr>
            <p:cNvSpPr/>
            <p:nvPr/>
          </p:nvSpPr>
          <p:spPr>
            <a:xfrm>
              <a:off x="12214849" y="3916328"/>
              <a:ext cx="473039" cy="556900"/>
            </a:xfrm>
            <a:custGeom>
              <a:avLst/>
              <a:gdLst>
                <a:gd name="csX0" fmla="*/ 430150 w 473039"/>
                <a:gd name="csY0" fmla="*/ 41771 h 556900"/>
                <a:gd name="csX1" fmla="*/ 432828 w 473039"/>
                <a:gd name="csY1" fmla="*/ 41923 h 556900"/>
                <a:gd name="csX2" fmla="*/ 434023 w 473039"/>
                <a:gd name="csY2" fmla="*/ 41786 h 556900"/>
                <a:gd name="csX3" fmla="*/ 436070 w 473039"/>
                <a:gd name="csY3" fmla="*/ 42235 h 556900"/>
                <a:gd name="csX4" fmla="*/ 444188 w 473039"/>
                <a:gd name="csY4" fmla="*/ 46732 h 556900"/>
                <a:gd name="csX5" fmla="*/ 446638 w 473039"/>
                <a:gd name="csY5" fmla="*/ 47302 h 556900"/>
                <a:gd name="csX6" fmla="*/ 449172 w 473039"/>
                <a:gd name="csY6" fmla="*/ 47371 h 556900"/>
                <a:gd name="csX7" fmla="*/ 450952 w 473039"/>
                <a:gd name="csY7" fmla="*/ 47006 h 556900"/>
                <a:gd name="csX8" fmla="*/ 452519 w 473039"/>
                <a:gd name="csY8" fmla="*/ 45773 h 556900"/>
                <a:gd name="csX9" fmla="*/ 457419 w 473039"/>
                <a:gd name="csY9" fmla="*/ 40318 h 556900"/>
                <a:gd name="csX10" fmla="*/ 462578 w 473039"/>
                <a:gd name="csY10" fmla="*/ 35334 h 556900"/>
                <a:gd name="csX11" fmla="*/ 463149 w 473039"/>
                <a:gd name="csY11" fmla="*/ 35524 h 556900"/>
                <a:gd name="csX12" fmla="*/ 463149 w 473039"/>
                <a:gd name="csY12" fmla="*/ 36902 h 556900"/>
                <a:gd name="csX13" fmla="*/ 462768 w 473039"/>
                <a:gd name="csY13" fmla="*/ 38431 h 556900"/>
                <a:gd name="csX14" fmla="*/ 460486 w 473039"/>
                <a:gd name="csY14" fmla="*/ 42988 h 556900"/>
                <a:gd name="csX15" fmla="*/ 457952 w 473039"/>
                <a:gd name="csY15" fmla="*/ 49106 h 556900"/>
                <a:gd name="csX16" fmla="*/ 457412 w 473039"/>
                <a:gd name="csY16" fmla="*/ 52195 h 556900"/>
                <a:gd name="csX17" fmla="*/ 458234 w 473039"/>
                <a:gd name="csY17" fmla="*/ 55200 h 556900"/>
                <a:gd name="csX18" fmla="*/ 459824 w 473039"/>
                <a:gd name="csY18" fmla="*/ 57680 h 556900"/>
                <a:gd name="csX19" fmla="*/ 461079 w 473039"/>
                <a:gd name="csY19" fmla="*/ 61066 h 556900"/>
                <a:gd name="csX20" fmla="*/ 462525 w 473039"/>
                <a:gd name="csY20" fmla="*/ 65761 h 556900"/>
                <a:gd name="csX21" fmla="*/ 464564 w 473039"/>
                <a:gd name="csY21" fmla="*/ 66354 h 556900"/>
                <a:gd name="csX22" fmla="*/ 465675 w 473039"/>
                <a:gd name="csY22" fmla="*/ 66423 h 556900"/>
                <a:gd name="csX23" fmla="*/ 467714 w 473039"/>
                <a:gd name="csY23" fmla="*/ 65015 h 556900"/>
                <a:gd name="csX24" fmla="*/ 469639 w 473039"/>
                <a:gd name="csY24" fmla="*/ 63227 h 556900"/>
                <a:gd name="csX25" fmla="*/ 471298 w 473039"/>
                <a:gd name="csY25" fmla="*/ 63007 h 556900"/>
                <a:gd name="csX26" fmla="*/ 473040 w 473039"/>
                <a:gd name="csY26" fmla="*/ 63311 h 556900"/>
                <a:gd name="csX27" fmla="*/ 470750 w 473039"/>
                <a:gd name="csY27" fmla="*/ 64559 h 556900"/>
                <a:gd name="csX28" fmla="*/ 468589 w 473039"/>
                <a:gd name="csY28" fmla="*/ 66080 h 556900"/>
                <a:gd name="csX29" fmla="*/ 466732 w 473039"/>
                <a:gd name="csY29" fmla="*/ 68956 h 556900"/>
                <a:gd name="csX30" fmla="*/ 466040 w 473039"/>
                <a:gd name="csY30" fmla="*/ 69497 h 556900"/>
                <a:gd name="csX31" fmla="*/ 463902 w 473039"/>
                <a:gd name="csY31" fmla="*/ 69322 h 556900"/>
                <a:gd name="csX32" fmla="*/ 462677 w 473039"/>
                <a:gd name="csY32" fmla="*/ 69428 h 556900"/>
                <a:gd name="csX33" fmla="*/ 460174 w 473039"/>
                <a:gd name="csY33" fmla="*/ 70630 h 556900"/>
                <a:gd name="csX34" fmla="*/ 457975 w 473039"/>
                <a:gd name="csY34" fmla="*/ 71992 h 556900"/>
                <a:gd name="csX35" fmla="*/ 455875 w 473039"/>
                <a:gd name="csY35" fmla="*/ 73658 h 556900"/>
                <a:gd name="csX36" fmla="*/ 453585 w 473039"/>
                <a:gd name="csY36" fmla="*/ 74549 h 556900"/>
                <a:gd name="csX37" fmla="*/ 451143 w 473039"/>
                <a:gd name="csY37" fmla="*/ 74762 h 556900"/>
                <a:gd name="csX38" fmla="*/ 447376 w 473039"/>
                <a:gd name="csY38" fmla="*/ 76124 h 556900"/>
                <a:gd name="csX39" fmla="*/ 444934 w 473039"/>
                <a:gd name="csY39" fmla="*/ 76223 h 556900"/>
                <a:gd name="csX40" fmla="*/ 440346 w 473039"/>
                <a:gd name="csY40" fmla="*/ 75036 h 556900"/>
                <a:gd name="csX41" fmla="*/ 438116 w 473039"/>
                <a:gd name="csY41" fmla="*/ 75355 h 556900"/>
                <a:gd name="csX42" fmla="*/ 433255 w 473039"/>
                <a:gd name="csY42" fmla="*/ 78033 h 556900"/>
                <a:gd name="csX43" fmla="*/ 428826 w 473039"/>
                <a:gd name="csY43" fmla="*/ 81899 h 556900"/>
                <a:gd name="csX44" fmla="*/ 424954 w 473039"/>
                <a:gd name="csY44" fmla="*/ 86228 h 556900"/>
                <a:gd name="csX45" fmla="*/ 421720 w 473039"/>
                <a:gd name="csY45" fmla="*/ 91417 h 556900"/>
                <a:gd name="csX46" fmla="*/ 420419 w 473039"/>
                <a:gd name="csY46" fmla="*/ 94110 h 556900"/>
                <a:gd name="csX47" fmla="*/ 419635 w 473039"/>
                <a:gd name="csY47" fmla="*/ 97123 h 556900"/>
                <a:gd name="csX48" fmla="*/ 419529 w 473039"/>
                <a:gd name="csY48" fmla="*/ 99117 h 556900"/>
                <a:gd name="csX49" fmla="*/ 419240 w 473039"/>
                <a:gd name="csY49" fmla="*/ 101027 h 556900"/>
                <a:gd name="csX50" fmla="*/ 418494 w 473039"/>
                <a:gd name="csY50" fmla="*/ 102358 h 556900"/>
                <a:gd name="csX51" fmla="*/ 417596 w 473039"/>
                <a:gd name="csY51" fmla="*/ 103438 h 556900"/>
                <a:gd name="csX52" fmla="*/ 414926 w 473039"/>
                <a:gd name="csY52" fmla="*/ 102807 h 556900"/>
                <a:gd name="csX53" fmla="*/ 410543 w 473039"/>
                <a:gd name="csY53" fmla="*/ 100053 h 556900"/>
                <a:gd name="csX54" fmla="*/ 402044 w 473039"/>
                <a:gd name="csY54" fmla="*/ 96043 h 556900"/>
                <a:gd name="csX55" fmla="*/ 393066 w 473039"/>
                <a:gd name="csY55" fmla="*/ 89887 h 556900"/>
                <a:gd name="csX56" fmla="*/ 388014 w 473039"/>
                <a:gd name="csY56" fmla="*/ 86791 h 556900"/>
                <a:gd name="csX57" fmla="*/ 378518 w 473039"/>
                <a:gd name="csY57" fmla="*/ 87719 h 556900"/>
                <a:gd name="csX58" fmla="*/ 369533 w 473039"/>
                <a:gd name="csY58" fmla="*/ 93623 h 556900"/>
                <a:gd name="csX59" fmla="*/ 368734 w 473039"/>
                <a:gd name="csY59" fmla="*/ 93121 h 556900"/>
                <a:gd name="csX60" fmla="*/ 365302 w 473039"/>
                <a:gd name="csY60" fmla="*/ 89073 h 556900"/>
                <a:gd name="csX61" fmla="*/ 363636 w 473039"/>
                <a:gd name="csY61" fmla="*/ 87468 h 556900"/>
                <a:gd name="csX62" fmla="*/ 361650 w 473039"/>
                <a:gd name="csY62" fmla="*/ 87012 h 556900"/>
                <a:gd name="csX63" fmla="*/ 360175 w 473039"/>
                <a:gd name="csY63" fmla="*/ 87065 h 556900"/>
                <a:gd name="csX64" fmla="*/ 358744 w 473039"/>
                <a:gd name="csY64" fmla="*/ 87361 h 556900"/>
                <a:gd name="csX65" fmla="*/ 356712 w 473039"/>
                <a:gd name="csY65" fmla="*/ 89446 h 556900"/>
                <a:gd name="csX66" fmla="*/ 355967 w 473039"/>
                <a:gd name="csY66" fmla="*/ 90945 h 556900"/>
                <a:gd name="csX67" fmla="*/ 355389 w 473039"/>
                <a:gd name="csY67" fmla="*/ 92649 h 556900"/>
                <a:gd name="csX68" fmla="*/ 355213 w 473039"/>
                <a:gd name="csY68" fmla="*/ 93852 h 556900"/>
                <a:gd name="csX69" fmla="*/ 355457 w 473039"/>
                <a:gd name="csY69" fmla="*/ 95031 h 556900"/>
                <a:gd name="csX70" fmla="*/ 357382 w 473039"/>
                <a:gd name="csY70" fmla="*/ 97694 h 556900"/>
                <a:gd name="csX71" fmla="*/ 359756 w 473039"/>
                <a:gd name="csY71" fmla="*/ 99672 h 556900"/>
                <a:gd name="csX72" fmla="*/ 360829 w 473039"/>
                <a:gd name="csY72" fmla="*/ 100045 h 556900"/>
                <a:gd name="csX73" fmla="*/ 363103 w 473039"/>
                <a:gd name="csY73" fmla="*/ 99908 h 556900"/>
                <a:gd name="csX74" fmla="*/ 364161 w 473039"/>
                <a:gd name="csY74" fmla="*/ 100113 h 556900"/>
                <a:gd name="csX75" fmla="*/ 367973 w 473039"/>
                <a:gd name="csY75" fmla="*/ 104078 h 556900"/>
                <a:gd name="csX76" fmla="*/ 372150 w 473039"/>
                <a:gd name="csY76" fmla="*/ 107790 h 556900"/>
                <a:gd name="csX77" fmla="*/ 373071 w 473039"/>
                <a:gd name="csY77" fmla="*/ 109015 h 556900"/>
                <a:gd name="csX78" fmla="*/ 371526 w 473039"/>
                <a:gd name="csY78" fmla="*/ 110301 h 556900"/>
                <a:gd name="csX79" fmla="*/ 369837 w 473039"/>
                <a:gd name="csY79" fmla="*/ 110940 h 556900"/>
                <a:gd name="csX80" fmla="*/ 367867 w 473039"/>
                <a:gd name="csY80" fmla="*/ 110781 h 556900"/>
                <a:gd name="csX81" fmla="*/ 365919 w 473039"/>
                <a:gd name="csY81" fmla="*/ 110294 h 556900"/>
                <a:gd name="csX82" fmla="*/ 362586 w 473039"/>
                <a:gd name="csY82" fmla="*/ 108719 h 556900"/>
                <a:gd name="csX83" fmla="*/ 361156 w 473039"/>
                <a:gd name="csY83" fmla="*/ 110058 h 556900"/>
                <a:gd name="csX84" fmla="*/ 358934 w 473039"/>
                <a:gd name="csY84" fmla="*/ 112804 h 556900"/>
                <a:gd name="csX85" fmla="*/ 357709 w 473039"/>
                <a:gd name="csY85" fmla="*/ 115787 h 556900"/>
                <a:gd name="csX86" fmla="*/ 356712 w 473039"/>
                <a:gd name="csY86" fmla="*/ 117149 h 556900"/>
                <a:gd name="csX87" fmla="*/ 354262 w 473039"/>
                <a:gd name="csY87" fmla="*/ 118945 h 556900"/>
                <a:gd name="csX88" fmla="*/ 351668 w 473039"/>
                <a:gd name="csY88" fmla="*/ 119873 h 556900"/>
                <a:gd name="csX89" fmla="*/ 350306 w 473039"/>
                <a:gd name="csY89" fmla="*/ 119568 h 556900"/>
                <a:gd name="csX90" fmla="*/ 349271 w 473039"/>
                <a:gd name="csY90" fmla="*/ 118443 h 556900"/>
                <a:gd name="csX91" fmla="*/ 348686 w 473039"/>
                <a:gd name="csY91" fmla="*/ 117096 h 556900"/>
                <a:gd name="csX92" fmla="*/ 348389 w 473039"/>
                <a:gd name="csY92" fmla="*/ 115528 h 556900"/>
                <a:gd name="csX93" fmla="*/ 348936 w 473039"/>
                <a:gd name="csY93" fmla="*/ 112135 h 556900"/>
                <a:gd name="csX94" fmla="*/ 350283 w 473039"/>
                <a:gd name="csY94" fmla="*/ 109069 h 556900"/>
                <a:gd name="csX95" fmla="*/ 350800 w 473039"/>
                <a:gd name="csY95" fmla="*/ 105934 h 556900"/>
                <a:gd name="csX96" fmla="*/ 349697 w 473039"/>
                <a:gd name="csY96" fmla="*/ 101513 h 556900"/>
                <a:gd name="csX97" fmla="*/ 348997 w 473039"/>
                <a:gd name="csY97" fmla="*/ 100585 h 556900"/>
                <a:gd name="csX98" fmla="*/ 346243 w 473039"/>
                <a:gd name="csY98" fmla="*/ 97991 h 556900"/>
                <a:gd name="csX99" fmla="*/ 344965 w 473039"/>
                <a:gd name="csY99" fmla="*/ 95457 h 556900"/>
                <a:gd name="csX100" fmla="*/ 344661 w 473039"/>
                <a:gd name="csY100" fmla="*/ 92300 h 556900"/>
                <a:gd name="csX101" fmla="*/ 344820 w 473039"/>
                <a:gd name="csY101" fmla="*/ 90557 h 556900"/>
                <a:gd name="csX102" fmla="*/ 345490 w 473039"/>
                <a:gd name="csY102" fmla="*/ 86699 h 556900"/>
                <a:gd name="csX103" fmla="*/ 346159 w 473039"/>
                <a:gd name="csY103" fmla="*/ 84752 h 556900"/>
                <a:gd name="csX104" fmla="*/ 347422 w 473039"/>
                <a:gd name="csY104" fmla="*/ 84113 h 556900"/>
                <a:gd name="csX105" fmla="*/ 348807 w 473039"/>
                <a:gd name="csY105" fmla="*/ 83725 h 556900"/>
                <a:gd name="csX106" fmla="*/ 350930 w 473039"/>
                <a:gd name="csY106" fmla="*/ 82325 h 556900"/>
                <a:gd name="csX107" fmla="*/ 353266 w 473039"/>
                <a:gd name="csY107" fmla="*/ 80514 h 556900"/>
                <a:gd name="csX108" fmla="*/ 355503 w 473039"/>
                <a:gd name="csY108" fmla="*/ 78444 h 556900"/>
                <a:gd name="csX109" fmla="*/ 357717 w 473039"/>
                <a:gd name="csY109" fmla="*/ 75911 h 556900"/>
                <a:gd name="csX110" fmla="*/ 358866 w 473039"/>
                <a:gd name="csY110" fmla="*/ 73126 h 556900"/>
                <a:gd name="csX111" fmla="*/ 356971 w 473039"/>
                <a:gd name="csY111" fmla="*/ 69702 h 556900"/>
                <a:gd name="csX112" fmla="*/ 356575 w 473039"/>
                <a:gd name="csY112" fmla="*/ 67663 h 556900"/>
                <a:gd name="csX113" fmla="*/ 356857 w 473039"/>
                <a:gd name="csY113" fmla="*/ 65738 h 556900"/>
                <a:gd name="csX114" fmla="*/ 358881 w 473039"/>
                <a:gd name="csY114" fmla="*/ 64711 h 556900"/>
                <a:gd name="csX115" fmla="*/ 360958 w 473039"/>
                <a:gd name="csY115" fmla="*/ 65487 h 556900"/>
                <a:gd name="csX116" fmla="*/ 365150 w 473039"/>
                <a:gd name="csY116" fmla="*/ 68317 h 556900"/>
                <a:gd name="csX117" fmla="*/ 365965 w 473039"/>
                <a:gd name="csY117" fmla="*/ 68599 h 556900"/>
                <a:gd name="csX118" fmla="*/ 368840 w 473039"/>
                <a:gd name="csY118" fmla="*/ 68728 h 556900"/>
                <a:gd name="csX119" fmla="*/ 372782 w 473039"/>
                <a:gd name="csY119" fmla="*/ 69345 h 556900"/>
                <a:gd name="csX120" fmla="*/ 375064 w 473039"/>
                <a:gd name="csY120" fmla="*/ 69192 h 556900"/>
                <a:gd name="csX121" fmla="*/ 376168 w 473039"/>
                <a:gd name="csY121" fmla="*/ 68766 h 556900"/>
                <a:gd name="csX122" fmla="*/ 377826 w 473039"/>
                <a:gd name="csY122" fmla="*/ 66430 h 556900"/>
                <a:gd name="csX123" fmla="*/ 378641 w 473039"/>
                <a:gd name="csY123" fmla="*/ 63448 h 556900"/>
                <a:gd name="csX124" fmla="*/ 378344 w 473039"/>
                <a:gd name="csY124" fmla="*/ 59606 h 556900"/>
                <a:gd name="csX125" fmla="*/ 378328 w 473039"/>
                <a:gd name="csY125" fmla="*/ 55786 h 556900"/>
                <a:gd name="csX126" fmla="*/ 379378 w 473039"/>
                <a:gd name="csY126" fmla="*/ 52666 h 556900"/>
                <a:gd name="csX127" fmla="*/ 382665 w 473039"/>
                <a:gd name="csY127" fmla="*/ 47637 h 556900"/>
                <a:gd name="csX128" fmla="*/ 383609 w 473039"/>
                <a:gd name="csY128" fmla="*/ 44670 h 556900"/>
                <a:gd name="csX129" fmla="*/ 383951 w 473039"/>
                <a:gd name="csY129" fmla="*/ 37427 h 556900"/>
                <a:gd name="csX130" fmla="*/ 385138 w 473039"/>
                <a:gd name="csY130" fmla="*/ 34231 h 556900"/>
                <a:gd name="csX131" fmla="*/ 386089 w 473039"/>
                <a:gd name="csY131" fmla="*/ 30906 h 556900"/>
                <a:gd name="csX132" fmla="*/ 386546 w 473039"/>
                <a:gd name="csY132" fmla="*/ 23921 h 556900"/>
                <a:gd name="csX133" fmla="*/ 385199 w 473039"/>
                <a:gd name="csY133" fmla="*/ 17180 h 556900"/>
                <a:gd name="csX134" fmla="*/ 383844 w 473039"/>
                <a:gd name="csY134" fmla="*/ 13863 h 556900"/>
                <a:gd name="csX135" fmla="*/ 382292 w 473039"/>
                <a:gd name="csY135" fmla="*/ 10705 h 556900"/>
                <a:gd name="csX136" fmla="*/ 382521 w 473039"/>
                <a:gd name="csY136" fmla="*/ 7685 h 556900"/>
                <a:gd name="csX137" fmla="*/ 383776 w 473039"/>
                <a:gd name="csY137" fmla="*/ 4877 h 556900"/>
                <a:gd name="csX138" fmla="*/ 383806 w 473039"/>
                <a:gd name="csY138" fmla="*/ 4033 h 556900"/>
                <a:gd name="csX139" fmla="*/ 384103 w 473039"/>
                <a:gd name="csY139" fmla="*/ 3279 h 556900"/>
                <a:gd name="csX140" fmla="*/ 386454 w 473039"/>
                <a:gd name="csY140" fmla="*/ 2747 h 556900"/>
                <a:gd name="csX141" fmla="*/ 387558 w 473039"/>
                <a:gd name="csY141" fmla="*/ 2146 h 556900"/>
                <a:gd name="csX142" fmla="*/ 388615 w 473039"/>
                <a:gd name="csY142" fmla="*/ 791 h 556900"/>
                <a:gd name="csX143" fmla="*/ 389870 w 473039"/>
                <a:gd name="csY143" fmla="*/ 0 h 556900"/>
                <a:gd name="csX144" fmla="*/ 390791 w 473039"/>
                <a:gd name="csY144" fmla="*/ 791 h 556900"/>
                <a:gd name="csX145" fmla="*/ 391552 w 473039"/>
                <a:gd name="csY145" fmla="*/ 2176 h 556900"/>
                <a:gd name="csX146" fmla="*/ 394870 w 473039"/>
                <a:gd name="csY146" fmla="*/ 5577 h 556900"/>
                <a:gd name="csX147" fmla="*/ 400096 w 473039"/>
                <a:gd name="csY147" fmla="*/ 11633 h 556900"/>
                <a:gd name="csX148" fmla="*/ 406252 w 473039"/>
                <a:gd name="csY148" fmla="*/ 20832 h 556900"/>
                <a:gd name="csX149" fmla="*/ 410109 w 473039"/>
                <a:gd name="csY149" fmla="*/ 25299 h 556900"/>
                <a:gd name="csX150" fmla="*/ 414172 w 473039"/>
                <a:gd name="csY150" fmla="*/ 29339 h 556900"/>
                <a:gd name="csX151" fmla="*/ 418730 w 473039"/>
                <a:gd name="csY151" fmla="*/ 33463 h 556900"/>
                <a:gd name="csX152" fmla="*/ 423501 w 473039"/>
                <a:gd name="csY152" fmla="*/ 37000 h 556900"/>
                <a:gd name="csX153" fmla="*/ 426544 w 473039"/>
                <a:gd name="csY153" fmla="*/ 38674 h 556900"/>
                <a:gd name="csX154" fmla="*/ 428773 w 473039"/>
                <a:gd name="csY154" fmla="*/ 41337 h 556900"/>
                <a:gd name="csX155" fmla="*/ 430150 w 473039"/>
                <a:gd name="csY155" fmla="*/ 41771 h 556900"/>
                <a:gd name="csX156" fmla="*/ 371390 w 473039"/>
                <a:gd name="csY156" fmla="*/ 5349 h 556900"/>
                <a:gd name="csX157" fmla="*/ 370568 w 473039"/>
                <a:gd name="csY157" fmla="*/ 7266 h 556900"/>
                <a:gd name="csX158" fmla="*/ 369457 w 473039"/>
                <a:gd name="csY158" fmla="*/ 4413 h 556900"/>
                <a:gd name="csX159" fmla="*/ 369236 w 473039"/>
                <a:gd name="csY159" fmla="*/ 1331 h 556900"/>
                <a:gd name="csX160" fmla="*/ 369875 w 473039"/>
                <a:gd name="csY160" fmla="*/ 1347 h 556900"/>
                <a:gd name="csX161" fmla="*/ 371047 w 473039"/>
                <a:gd name="csY161" fmla="*/ 1811 h 556900"/>
                <a:gd name="csX162" fmla="*/ 371329 w 473039"/>
                <a:gd name="csY162" fmla="*/ 3310 h 556900"/>
                <a:gd name="csX163" fmla="*/ 371390 w 473039"/>
                <a:gd name="csY163" fmla="*/ 5349 h 556900"/>
                <a:gd name="csX164" fmla="*/ 376145 w 473039"/>
                <a:gd name="csY164" fmla="*/ 11801 h 556900"/>
                <a:gd name="csX165" fmla="*/ 374669 w 473039"/>
                <a:gd name="csY165" fmla="*/ 12014 h 556900"/>
                <a:gd name="csX166" fmla="*/ 372942 w 473039"/>
                <a:gd name="csY166" fmla="*/ 10751 h 556900"/>
                <a:gd name="csX167" fmla="*/ 372728 w 473039"/>
                <a:gd name="csY167" fmla="*/ 9168 h 556900"/>
                <a:gd name="csX168" fmla="*/ 373976 w 473039"/>
                <a:gd name="csY168" fmla="*/ 7905 h 556900"/>
                <a:gd name="csX169" fmla="*/ 375217 w 473039"/>
                <a:gd name="csY169" fmla="*/ 8369 h 556900"/>
                <a:gd name="csX170" fmla="*/ 376456 w 473039"/>
                <a:gd name="csY170" fmla="*/ 9998 h 556900"/>
                <a:gd name="csX171" fmla="*/ 376867 w 473039"/>
                <a:gd name="csY171" fmla="*/ 10850 h 556900"/>
                <a:gd name="csX172" fmla="*/ 376145 w 473039"/>
                <a:gd name="csY172" fmla="*/ 11801 h 556900"/>
                <a:gd name="csX173" fmla="*/ 337410 w 473039"/>
                <a:gd name="csY173" fmla="*/ 101110 h 556900"/>
                <a:gd name="csX174" fmla="*/ 336922 w 473039"/>
                <a:gd name="csY174" fmla="*/ 101262 h 556900"/>
                <a:gd name="csX175" fmla="*/ 336420 w 473039"/>
                <a:gd name="csY175" fmla="*/ 101019 h 556900"/>
                <a:gd name="csX176" fmla="*/ 335926 w 473039"/>
                <a:gd name="csY176" fmla="*/ 98850 h 556900"/>
                <a:gd name="csX177" fmla="*/ 336352 w 473039"/>
                <a:gd name="csY177" fmla="*/ 97709 h 556900"/>
                <a:gd name="csX178" fmla="*/ 337729 w 473039"/>
                <a:gd name="csY178" fmla="*/ 96910 h 556900"/>
                <a:gd name="csX179" fmla="*/ 339068 w 473039"/>
                <a:gd name="csY179" fmla="*/ 96690 h 556900"/>
                <a:gd name="csX180" fmla="*/ 337934 w 473039"/>
                <a:gd name="csY180" fmla="*/ 100676 h 556900"/>
                <a:gd name="csX181" fmla="*/ 337410 w 473039"/>
                <a:gd name="csY181" fmla="*/ 101110 h 556900"/>
                <a:gd name="csX182" fmla="*/ 374737 w 473039"/>
                <a:gd name="csY182" fmla="*/ 121296 h 556900"/>
                <a:gd name="csX183" fmla="*/ 375574 w 473039"/>
                <a:gd name="csY183" fmla="*/ 121828 h 556900"/>
                <a:gd name="csX184" fmla="*/ 379561 w 473039"/>
                <a:gd name="csY184" fmla="*/ 120390 h 556900"/>
                <a:gd name="csX185" fmla="*/ 378800 w 473039"/>
                <a:gd name="csY185" fmla="*/ 124735 h 556900"/>
                <a:gd name="csX186" fmla="*/ 378374 w 473039"/>
                <a:gd name="csY186" fmla="*/ 129110 h 556900"/>
                <a:gd name="csX187" fmla="*/ 378663 w 473039"/>
                <a:gd name="csY187" fmla="*/ 136353 h 556900"/>
                <a:gd name="csX188" fmla="*/ 379021 w 473039"/>
                <a:gd name="csY188" fmla="*/ 139609 h 556900"/>
                <a:gd name="csX189" fmla="*/ 379713 w 473039"/>
                <a:gd name="csY189" fmla="*/ 142759 h 556900"/>
                <a:gd name="csX190" fmla="*/ 381418 w 473039"/>
                <a:gd name="csY190" fmla="*/ 145011 h 556900"/>
                <a:gd name="csX191" fmla="*/ 383639 w 473039"/>
                <a:gd name="csY191" fmla="*/ 146609 h 556900"/>
                <a:gd name="csX192" fmla="*/ 386857 w 473039"/>
                <a:gd name="csY192" fmla="*/ 151699 h 556900"/>
                <a:gd name="csX193" fmla="*/ 388585 w 473039"/>
                <a:gd name="csY193" fmla="*/ 157938 h 556900"/>
                <a:gd name="csX194" fmla="*/ 389802 w 473039"/>
                <a:gd name="csY194" fmla="*/ 160959 h 556900"/>
                <a:gd name="csX195" fmla="*/ 390715 w 473039"/>
                <a:gd name="csY195" fmla="*/ 164124 h 556900"/>
                <a:gd name="csX196" fmla="*/ 390997 w 473039"/>
                <a:gd name="csY196" fmla="*/ 165570 h 556900"/>
                <a:gd name="csX197" fmla="*/ 391019 w 473039"/>
                <a:gd name="csY197" fmla="*/ 167015 h 556900"/>
                <a:gd name="csX198" fmla="*/ 390745 w 473039"/>
                <a:gd name="csY198" fmla="*/ 168994 h 556900"/>
                <a:gd name="csX199" fmla="*/ 391050 w 473039"/>
                <a:gd name="csY199" fmla="*/ 170591 h 556900"/>
                <a:gd name="csX200" fmla="*/ 390700 w 473039"/>
                <a:gd name="csY200" fmla="*/ 175598 h 556900"/>
                <a:gd name="csX201" fmla="*/ 389262 w 473039"/>
                <a:gd name="csY201" fmla="*/ 181373 h 556900"/>
                <a:gd name="csX202" fmla="*/ 389079 w 473039"/>
                <a:gd name="csY202" fmla="*/ 184317 h 556900"/>
                <a:gd name="csX203" fmla="*/ 387824 w 473039"/>
                <a:gd name="csY203" fmla="*/ 184903 h 556900"/>
                <a:gd name="csX204" fmla="*/ 387063 w 473039"/>
                <a:gd name="csY204" fmla="*/ 186265 h 556900"/>
                <a:gd name="csX205" fmla="*/ 386416 w 473039"/>
                <a:gd name="csY205" fmla="*/ 186897 h 556900"/>
                <a:gd name="csX206" fmla="*/ 385693 w 473039"/>
                <a:gd name="csY206" fmla="*/ 187384 h 556900"/>
                <a:gd name="csX207" fmla="*/ 384651 w 473039"/>
                <a:gd name="csY207" fmla="*/ 187505 h 556900"/>
                <a:gd name="csX208" fmla="*/ 383898 w 473039"/>
                <a:gd name="csY208" fmla="*/ 188061 h 556900"/>
                <a:gd name="csX209" fmla="*/ 383601 w 473039"/>
                <a:gd name="csY209" fmla="*/ 189620 h 556900"/>
                <a:gd name="csX210" fmla="*/ 383122 w 473039"/>
                <a:gd name="csY210" fmla="*/ 191058 h 556900"/>
                <a:gd name="csX211" fmla="*/ 382209 w 473039"/>
                <a:gd name="csY211" fmla="*/ 192390 h 556900"/>
                <a:gd name="csX212" fmla="*/ 381494 w 473039"/>
                <a:gd name="csY212" fmla="*/ 193851 h 556900"/>
                <a:gd name="csX213" fmla="*/ 380908 w 473039"/>
                <a:gd name="csY213" fmla="*/ 197412 h 556900"/>
                <a:gd name="csX214" fmla="*/ 380695 w 473039"/>
                <a:gd name="csY214" fmla="*/ 201056 h 556900"/>
                <a:gd name="csX215" fmla="*/ 379820 w 473039"/>
                <a:gd name="csY215" fmla="*/ 203597 h 556900"/>
                <a:gd name="csX216" fmla="*/ 377697 w 473039"/>
                <a:gd name="csY216" fmla="*/ 204259 h 556900"/>
                <a:gd name="csX217" fmla="*/ 375270 w 473039"/>
                <a:gd name="csY217" fmla="*/ 204221 h 556900"/>
                <a:gd name="csX218" fmla="*/ 372158 w 473039"/>
                <a:gd name="csY218" fmla="*/ 205393 h 556900"/>
                <a:gd name="csX219" fmla="*/ 371488 w 473039"/>
                <a:gd name="csY219" fmla="*/ 206085 h 556900"/>
                <a:gd name="csX220" fmla="*/ 369031 w 473039"/>
                <a:gd name="csY220" fmla="*/ 210514 h 556900"/>
                <a:gd name="csX221" fmla="*/ 368323 w 473039"/>
                <a:gd name="csY221" fmla="*/ 213108 h 556900"/>
                <a:gd name="csX222" fmla="*/ 368300 w 473039"/>
                <a:gd name="csY222" fmla="*/ 215893 h 556900"/>
                <a:gd name="csX223" fmla="*/ 368985 w 473039"/>
                <a:gd name="csY223" fmla="*/ 219317 h 556900"/>
                <a:gd name="csX224" fmla="*/ 369913 w 473039"/>
                <a:gd name="csY224" fmla="*/ 222657 h 556900"/>
                <a:gd name="csX225" fmla="*/ 370613 w 473039"/>
                <a:gd name="csY225" fmla="*/ 228858 h 556900"/>
                <a:gd name="csX226" fmla="*/ 369875 w 473039"/>
                <a:gd name="csY226" fmla="*/ 238277 h 556900"/>
                <a:gd name="csX227" fmla="*/ 369160 w 473039"/>
                <a:gd name="csY227" fmla="*/ 241283 h 556900"/>
                <a:gd name="csX228" fmla="*/ 367600 w 473039"/>
                <a:gd name="csY228" fmla="*/ 243314 h 556900"/>
                <a:gd name="csX229" fmla="*/ 366413 w 473039"/>
                <a:gd name="csY229" fmla="*/ 244258 h 556900"/>
                <a:gd name="csX230" fmla="*/ 365394 w 473039"/>
                <a:gd name="csY230" fmla="*/ 245414 h 556900"/>
                <a:gd name="csX231" fmla="*/ 364070 w 473039"/>
                <a:gd name="csY231" fmla="*/ 248465 h 556900"/>
                <a:gd name="csX232" fmla="*/ 361879 w 473039"/>
                <a:gd name="csY232" fmla="*/ 254537 h 556900"/>
                <a:gd name="csX233" fmla="*/ 361704 w 473039"/>
                <a:gd name="csY233" fmla="*/ 256058 h 556900"/>
                <a:gd name="csX234" fmla="*/ 361711 w 473039"/>
                <a:gd name="csY234" fmla="*/ 257633 h 556900"/>
                <a:gd name="csX235" fmla="*/ 361118 w 473039"/>
                <a:gd name="csY235" fmla="*/ 259688 h 556900"/>
                <a:gd name="csX236" fmla="*/ 360737 w 473039"/>
                <a:gd name="csY236" fmla="*/ 261704 h 556900"/>
                <a:gd name="csX237" fmla="*/ 361095 w 473039"/>
                <a:gd name="csY237" fmla="*/ 264048 h 556900"/>
                <a:gd name="csX238" fmla="*/ 361772 w 473039"/>
                <a:gd name="csY238" fmla="*/ 266239 h 556900"/>
                <a:gd name="csX239" fmla="*/ 364709 w 473039"/>
                <a:gd name="csY239" fmla="*/ 271846 h 556900"/>
                <a:gd name="csX240" fmla="*/ 365858 w 473039"/>
                <a:gd name="csY240" fmla="*/ 273505 h 556900"/>
                <a:gd name="csX241" fmla="*/ 367152 w 473039"/>
                <a:gd name="csY241" fmla="*/ 275011 h 556900"/>
                <a:gd name="csX242" fmla="*/ 362137 w 473039"/>
                <a:gd name="csY242" fmla="*/ 276678 h 556900"/>
                <a:gd name="csX243" fmla="*/ 361239 w 473039"/>
                <a:gd name="csY243" fmla="*/ 277446 h 556900"/>
                <a:gd name="csX244" fmla="*/ 358257 w 473039"/>
                <a:gd name="csY244" fmla="*/ 280626 h 556900"/>
                <a:gd name="csX245" fmla="*/ 357306 w 473039"/>
                <a:gd name="csY245" fmla="*/ 283639 h 556900"/>
                <a:gd name="csX246" fmla="*/ 357382 w 473039"/>
                <a:gd name="csY246" fmla="*/ 286972 h 556900"/>
                <a:gd name="csX247" fmla="*/ 356888 w 473039"/>
                <a:gd name="csY247" fmla="*/ 288167 h 556900"/>
                <a:gd name="csX248" fmla="*/ 356073 w 473039"/>
                <a:gd name="csY248" fmla="*/ 289201 h 556900"/>
                <a:gd name="csX249" fmla="*/ 355221 w 473039"/>
                <a:gd name="csY249" fmla="*/ 289886 h 556900"/>
                <a:gd name="csX250" fmla="*/ 351888 w 473039"/>
                <a:gd name="csY250" fmla="*/ 291408 h 556900"/>
                <a:gd name="csX251" fmla="*/ 349758 w 473039"/>
                <a:gd name="csY251" fmla="*/ 292922 h 556900"/>
                <a:gd name="csX252" fmla="*/ 347643 w 473039"/>
                <a:gd name="csY252" fmla="*/ 295288 h 556900"/>
                <a:gd name="csX253" fmla="*/ 346806 w 473039"/>
                <a:gd name="csY253" fmla="*/ 296521 h 556900"/>
                <a:gd name="csX254" fmla="*/ 345170 w 473039"/>
                <a:gd name="csY254" fmla="*/ 296125 h 556900"/>
                <a:gd name="csX255" fmla="*/ 344212 w 473039"/>
                <a:gd name="csY255" fmla="*/ 295029 h 556900"/>
                <a:gd name="csX256" fmla="*/ 345155 w 473039"/>
                <a:gd name="csY256" fmla="*/ 293660 h 556900"/>
                <a:gd name="csX257" fmla="*/ 344866 w 473039"/>
                <a:gd name="csY257" fmla="*/ 292039 h 556900"/>
                <a:gd name="csX258" fmla="*/ 345330 w 473039"/>
                <a:gd name="csY258" fmla="*/ 287877 h 556900"/>
                <a:gd name="csX259" fmla="*/ 344805 w 473039"/>
                <a:gd name="csY259" fmla="*/ 286204 h 556900"/>
                <a:gd name="csX260" fmla="*/ 346509 w 473039"/>
                <a:gd name="csY260" fmla="*/ 284933 h 556900"/>
                <a:gd name="csX261" fmla="*/ 347316 w 473039"/>
                <a:gd name="csY261" fmla="*/ 282909 h 556900"/>
                <a:gd name="csX262" fmla="*/ 349081 w 473039"/>
                <a:gd name="csY262" fmla="*/ 281288 h 556900"/>
                <a:gd name="csX263" fmla="*/ 350352 w 473039"/>
                <a:gd name="csY263" fmla="*/ 279850 h 556900"/>
                <a:gd name="csX264" fmla="*/ 350572 w 473039"/>
                <a:gd name="csY264" fmla="*/ 278679 h 556900"/>
                <a:gd name="csX265" fmla="*/ 349439 w 473039"/>
                <a:gd name="csY265" fmla="*/ 277416 h 556900"/>
                <a:gd name="csX266" fmla="*/ 348236 w 473039"/>
                <a:gd name="csY266" fmla="*/ 276503 h 556900"/>
                <a:gd name="csX267" fmla="*/ 346578 w 473039"/>
                <a:gd name="csY267" fmla="*/ 276503 h 556900"/>
                <a:gd name="csX268" fmla="*/ 344980 w 473039"/>
                <a:gd name="csY268" fmla="*/ 276769 h 556900"/>
                <a:gd name="csX269" fmla="*/ 343938 w 473039"/>
                <a:gd name="csY269" fmla="*/ 277971 h 556900"/>
                <a:gd name="csX270" fmla="*/ 343595 w 473039"/>
                <a:gd name="csY270" fmla="*/ 279607 h 556900"/>
                <a:gd name="csX271" fmla="*/ 343679 w 473039"/>
                <a:gd name="csY271" fmla="*/ 280368 h 556900"/>
                <a:gd name="csX272" fmla="*/ 343542 w 473039"/>
                <a:gd name="csY272" fmla="*/ 281030 h 556900"/>
                <a:gd name="csX273" fmla="*/ 341031 w 473039"/>
                <a:gd name="csY273" fmla="*/ 283267 h 556900"/>
                <a:gd name="csX274" fmla="*/ 341358 w 473039"/>
                <a:gd name="csY274" fmla="*/ 285602 h 556900"/>
                <a:gd name="csX275" fmla="*/ 342096 w 473039"/>
                <a:gd name="csY275" fmla="*/ 286789 h 556900"/>
                <a:gd name="csX276" fmla="*/ 343040 w 473039"/>
                <a:gd name="csY276" fmla="*/ 287352 h 556900"/>
                <a:gd name="csX277" fmla="*/ 342758 w 473039"/>
                <a:gd name="csY277" fmla="*/ 288151 h 556900"/>
                <a:gd name="csX278" fmla="*/ 341564 w 473039"/>
                <a:gd name="csY278" fmla="*/ 290031 h 556900"/>
                <a:gd name="csX279" fmla="*/ 340734 w 473039"/>
                <a:gd name="csY279" fmla="*/ 290213 h 556900"/>
                <a:gd name="csX280" fmla="*/ 339205 w 473039"/>
                <a:gd name="csY280" fmla="*/ 287581 h 556900"/>
                <a:gd name="csX281" fmla="*/ 337288 w 473039"/>
                <a:gd name="csY281" fmla="*/ 286143 h 556900"/>
                <a:gd name="csX282" fmla="*/ 334914 w 473039"/>
                <a:gd name="csY282" fmla="*/ 286150 h 556900"/>
                <a:gd name="csX283" fmla="*/ 332479 w 473039"/>
                <a:gd name="csY283" fmla="*/ 286675 h 556900"/>
                <a:gd name="csX284" fmla="*/ 330630 w 473039"/>
                <a:gd name="csY284" fmla="*/ 288425 h 556900"/>
                <a:gd name="csX285" fmla="*/ 330022 w 473039"/>
                <a:gd name="csY285" fmla="*/ 289878 h 556900"/>
                <a:gd name="csX286" fmla="*/ 329626 w 473039"/>
                <a:gd name="csY286" fmla="*/ 291377 h 556900"/>
                <a:gd name="csX287" fmla="*/ 329763 w 473039"/>
                <a:gd name="csY287" fmla="*/ 295022 h 556900"/>
                <a:gd name="csX288" fmla="*/ 328994 w 473039"/>
                <a:gd name="csY288" fmla="*/ 298065 h 556900"/>
                <a:gd name="csX289" fmla="*/ 327488 w 473039"/>
                <a:gd name="csY289" fmla="*/ 300736 h 556900"/>
                <a:gd name="csX290" fmla="*/ 326788 w 473039"/>
                <a:gd name="csY290" fmla="*/ 301710 h 556900"/>
                <a:gd name="csX291" fmla="*/ 324954 w 473039"/>
                <a:gd name="csY291" fmla="*/ 303521 h 556900"/>
                <a:gd name="csX292" fmla="*/ 323684 w 473039"/>
                <a:gd name="csY292" fmla="*/ 303757 h 556900"/>
                <a:gd name="csX293" fmla="*/ 322786 w 473039"/>
                <a:gd name="csY293" fmla="*/ 302935 h 556900"/>
                <a:gd name="csX294" fmla="*/ 322056 w 473039"/>
                <a:gd name="csY294" fmla="*/ 301687 h 556900"/>
                <a:gd name="csX295" fmla="*/ 322984 w 473039"/>
                <a:gd name="csY295" fmla="*/ 297122 h 556900"/>
                <a:gd name="csX296" fmla="*/ 322946 w 473039"/>
                <a:gd name="csY296" fmla="*/ 294550 h 556900"/>
                <a:gd name="csX297" fmla="*/ 325091 w 473039"/>
                <a:gd name="csY297" fmla="*/ 293242 h 556900"/>
                <a:gd name="csX298" fmla="*/ 323334 w 473039"/>
                <a:gd name="csY298" fmla="*/ 291415 h 556900"/>
                <a:gd name="csX299" fmla="*/ 321173 w 473039"/>
                <a:gd name="csY299" fmla="*/ 290677 h 556900"/>
                <a:gd name="csX300" fmla="*/ 318137 w 473039"/>
                <a:gd name="csY300" fmla="*/ 291651 h 556900"/>
                <a:gd name="csX301" fmla="*/ 317277 w 473039"/>
                <a:gd name="csY301" fmla="*/ 292754 h 556900"/>
                <a:gd name="csX302" fmla="*/ 316691 w 473039"/>
                <a:gd name="csY302" fmla="*/ 294231 h 556900"/>
                <a:gd name="csX303" fmla="*/ 315055 w 473039"/>
                <a:gd name="csY303" fmla="*/ 296102 h 556900"/>
                <a:gd name="csX304" fmla="*/ 313260 w 473039"/>
                <a:gd name="csY304" fmla="*/ 297845 h 556900"/>
                <a:gd name="csX305" fmla="*/ 311213 w 473039"/>
                <a:gd name="csY305" fmla="*/ 300827 h 556900"/>
                <a:gd name="csX306" fmla="*/ 309843 w 473039"/>
                <a:gd name="csY306" fmla="*/ 304350 h 556900"/>
                <a:gd name="csX307" fmla="*/ 305355 w 473039"/>
                <a:gd name="csY307" fmla="*/ 303201 h 556900"/>
                <a:gd name="csX308" fmla="*/ 302912 w 473039"/>
                <a:gd name="csY308" fmla="*/ 302942 h 556900"/>
                <a:gd name="csX309" fmla="*/ 300440 w 473039"/>
                <a:gd name="csY309" fmla="*/ 303034 h 556900"/>
                <a:gd name="csX310" fmla="*/ 296057 w 473039"/>
                <a:gd name="csY310" fmla="*/ 302600 h 556900"/>
                <a:gd name="csX311" fmla="*/ 291248 w 473039"/>
                <a:gd name="csY311" fmla="*/ 303323 h 556900"/>
                <a:gd name="csX312" fmla="*/ 285770 w 473039"/>
                <a:gd name="csY312" fmla="*/ 304708 h 556900"/>
                <a:gd name="csX313" fmla="*/ 286097 w 473039"/>
                <a:gd name="csY313" fmla="*/ 303711 h 556900"/>
                <a:gd name="csX314" fmla="*/ 290601 w 473039"/>
                <a:gd name="csY314" fmla="*/ 301588 h 556900"/>
                <a:gd name="csX315" fmla="*/ 290761 w 473039"/>
                <a:gd name="csY315" fmla="*/ 300964 h 556900"/>
                <a:gd name="csX316" fmla="*/ 290327 w 473039"/>
                <a:gd name="csY316" fmla="*/ 299800 h 556900"/>
                <a:gd name="csX317" fmla="*/ 289209 w 473039"/>
                <a:gd name="csY317" fmla="*/ 299747 h 556900"/>
                <a:gd name="csX318" fmla="*/ 286516 w 473039"/>
                <a:gd name="csY318" fmla="*/ 300150 h 556900"/>
                <a:gd name="csX319" fmla="*/ 285139 w 473039"/>
                <a:gd name="csY319" fmla="*/ 299975 h 556900"/>
                <a:gd name="csX320" fmla="*/ 284583 w 473039"/>
                <a:gd name="csY320" fmla="*/ 298727 h 556900"/>
                <a:gd name="csX321" fmla="*/ 283670 w 473039"/>
                <a:gd name="csY321" fmla="*/ 298195 h 556900"/>
                <a:gd name="csX322" fmla="*/ 283062 w 473039"/>
                <a:gd name="csY322" fmla="*/ 298704 h 556900"/>
                <a:gd name="csX323" fmla="*/ 283259 w 473039"/>
                <a:gd name="csY323" fmla="*/ 301124 h 556900"/>
                <a:gd name="csX324" fmla="*/ 282597 w 473039"/>
                <a:gd name="csY324" fmla="*/ 301443 h 556900"/>
                <a:gd name="csX325" fmla="*/ 281707 w 473039"/>
                <a:gd name="csY325" fmla="*/ 300819 h 556900"/>
                <a:gd name="csX326" fmla="*/ 281989 w 473039"/>
                <a:gd name="csY326" fmla="*/ 298933 h 556900"/>
                <a:gd name="csX327" fmla="*/ 281387 w 473039"/>
                <a:gd name="csY327" fmla="*/ 296171 h 556900"/>
                <a:gd name="csX328" fmla="*/ 281311 w 473039"/>
                <a:gd name="csY328" fmla="*/ 294451 h 556900"/>
                <a:gd name="csX329" fmla="*/ 282255 w 473039"/>
                <a:gd name="csY329" fmla="*/ 292975 h 556900"/>
                <a:gd name="csX330" fmla="*/ 281289 w 473039"/>
                <a:gd name="csY330" fmla="*/ 292351 h 556900"/>
                <a:gd name="csX331" fmla="*/ 280269 w 473039"/>
                <a:gd name="csY331" fmla="*/ 292587 h 556900"/>
                <a:gd name="csX332" fmla="*/ 278976 w 473039"/>
                <a:gd name="csY332" fmla="*/ 293295 h 556900"/>
                <a:gd name="csX333" fmla="*/ 277834 w 473039"/>
                <a:gd name="csY333" fmla="*/ 294299 h 556900"/>
                <a:gd name="csX334" fmla="*/ 275422 w 473039"/>
                <a:gd name="csY334" fmla="*/ 299344 h 556900"/>
                <a:gd name="csX335" fmla="*/ 274487 w 473039"/>
                <a:gd name="csY335" fmla="*/ 302220 h 556900"/>
                <a:gd name="csX336" fmla="*/ 276252 w 473039"/>
                <a:gd name="csY336" fmla="*/ 304525 h 556900"/>
                <a:gd name="csX337" fmla="*/ 281075 w 473039"/>
                <a:gd name="csY337" fmla="*/ 307743 h 556900"/>
                <a:gd name="csX338" fmla="*/ 281897 w 473039"/>
                <a:gd name="csY338" fmla="*/ 308535 h 556900"/>
                <a:gd name="csX339" fmla="*/ 281913 w 473039"/>
                <a:gd name="csY339" fmla="*/ 309904 h 556900"/>
                <a:gd name="csX340" fmla="*/ 281327 w 473039"/>
                <a:gd name="csY340" fmla="*/ 311357 h 556900"/>
                <a:gd name="csX341" fmla="*/ 280018 w 473039"/>
                <a:gd name="csY341" fmla="*/ 311989 h 556900"/>
                <a:gd name="csX342" fmla="*/ 274730 w 473039"/>
                <a:gd name="csY342" fmla="*/ 313062 h 556900"/>
                <a:gd name="csX343" fmla="*/ 270142 w 473039"/>
                <a:gd name="csY343" fmla="*/ 315139 h 556900"/>
                <a:gd name="csX344" fmla="*/ 268818 w 473039"/>
                <a:gd name="csY344" fmla="*/ 317239 h 556900"/>
                <a:gd name="csX345" fmla="*/ 264649 w 473039"/>
                <a:gd name="csY345" fmla="*/ 325350 h 556900"/>
                <a:gd name="csX346" fmla="*/ 261309 w 473039"/>
                <a:gd name="csY346" fmla="*/ 330881 h 556900"/>
                <a:gd name="csX347" fmla="*/ 256591 w 473039"/>
                <a:gd name="csY347" fmla="*/ 332783 h 556900"/>
                <a:gd name="csX348" fmla="*/ 251418 w 473039"/>
                <a:gd name="csY348" fmla="*/ 331087 h 556900"/>
                <a:gd name="csX349" fmla="*/ 250162 w 473039"/>
                <a:gd name="csY349" fmla="*/ 329161 h 556900"/>
                <a:gd name="csX350" fmla="*/ 249150 w 473039"/>
                <a:gd name="csY350" fmla="*/ 326780 h 556900"/>
                <a:gd name="csX351" fmla="*/ 247225 w 473039"/>
                <a:gd name="csY351" fmla="*/ 324627 h 556900"/>
                <a:gd name="csX352" fmla="*/ 245483 w 473039"/>
                <a:gd name="csY352" fmla="*/ 322276 h 556900"/>
                <a:gd name="csX353" fmla="*/ 244471 w 473039"/>
                <a:gd name="csY353" fmla="*/ 319483 h 556900"/>
                <a:gd name="csX354" fmla="*/ 244631 w 473039"/>
                <a:gd name="csY354" fmla="*/ 314979 h 556900"/>
                <a:gd name="csX355" fmla="*/ 243877 w 473039"/>
                <a:gd name="csY355" fmla="*/ 312263 h 556900"/>
                <a:gd name="csX356" fmla="*/ 244554 w 473039"/>
                <a:gd name="csY356" fmla="*/ 311540 h 556900"/>
                <a:gd name="csX357" fmla="*/ 247408 w 473039"/>
                <a:gd name="csY357" fmla="*/ 309881 h 556900"/>
                <a:gd name="csX358" fmla="*/ 248344 w 473039"/>
                <a:gd name="csY358" fmla="*/ 308953 h 556900"/>
                <a:gd name="csX359" fmla="*/ 249957 w 473039"/>
                <a:gd name="csY359" fmla="*/ 306792 h 556900"/>
                <a:gd name="csX360" fmla="*/ 250535 w 473039"/>
                <a:gd name="csY360" fmla="*/ 305590 h 556900"/>
                <a:gd name="csX361" fmla="*/ 250618 w 473039"/>
                <a:gd name="csY361" fmla="*/ 303772 h 556900"/>
                <a:gd name="csX362" fmla="*/ 249325 w 473039"/>
                <a:gd name="csY362" fmla="*/ 302821 h 556900"/>
                <a:gd name="csX363" fmla="*/ 245977 w 473039"/>
                <a:gd name="csY363" fmla="*/ 302851 h 556900"/>
                <a:gd name="csX364" fmla="*/ 242637 w 473039"/>
                <a:gd name="csY364" fmla="*/ 303422 h 556900"/>
                <a:gd name="csX365" fmla="*/ 240256 w 473039"/>
                <a:gd name="csY365" fmla="*/ 302630 h 556900"/>
                <a:gd name="csX366" fmla="*/ 237159 w 473039"/>
                <a:gd name="csY366" fmla="*/ 300424 h 556900"/>
                <a:gd name="csX367" fmla="*/ 236200 w 473039"/>
                <a:gd name="csY367" fmla="*/ 299952 h 556900"/>
                <a:gd name="csX368" fmla="*/ 232868 w 473039"/>
                <a:gd name="csY368" fmla="*/ 299815 h 556900"/>
                <a:gd name="csX369" fmla="*/ 230486 w 473039"/>
                <a:gd name="csY369" fmla="*/ 300226 h 556900"/>
                <a:gd name="csX370" fmla="*/ 228150 w 473039"/>
                <a:gd name="csY370" fmla="*/ 301025 h 556900"/>
                <a:gd name="csX371" fmla="*/ 225678 w 473039"/>
                <a:gd name="csY371" fmla="*/ 301284 h 556900"/>
                <a:gd name="csX372" fmla="*/ 224856 w 473039"/>
                <a:gd name="csY372" fmla="*/ 301702 h 556900"/>
                <a:gd name="csX373" fmla="*/ 222003 w 473039"/>
                <a:gd name="csY373" fmla="*/ 304403 h 556900"/>
                <a:gd name="csX374" fmla="*/ 219728 w 473039"/>
                <a:gd name="csY374" fmla="*/ 306100 h 556900"/>
                <a:gd name="csX375" fmla="*/ 217765 w 473039"/>
                <a:gd name="csY375" fmla="*/ 306945 h 556900"/>
                <a:gd name="csX376" fmla="*/ 213527 w 473039"/>
                <a:gd name="csY376" fmla="*/ 307165 h 556900"/>
                <a:gd name="csX377" fmla="*/ 211404 w 473039"/>
                <a:gd name="csY377" fmla="*/ 307713 h 556900"/>
                <a:gd name="csX378" fmla="*/ 209182 w 473039"/>
                <a:gd name="csY378" fmla="*/ 308603 h 556900"/>
                <a:gd name="csX379" fmla="*/ 208559 w 473039"/>
                <a:gd name="csY379" fmla="*/ 308527 h 556900"/>
                <a:gd name="csX380" fmla="*/ 206215 w 473039"/>
                <a:gd name="csY380" fmla="*/ 309760 h 556900"/>
                <a:gd name="csX381" fmla="*/ 203521 w 473039"/>
                <a:gd name="csY381" fmla="*/ 310825 h 556900"/>
                <a:gd name="csX382" fmla="*/ 202091 w 473039"/>
                <a:gd name="csY382" fmla="*/ 311890 h 556900"/>
                <a:gd name="csX383" fmla="*/ 199451 w 473039"/>
                <a:gd name="csY383" fmla="*/ 311190 h 556900"/>
                <a:gd name="csX384" fmla="*/ 194232 w 473039"/>
                <a:gd name="csY384" fmla="*/ 313100 h 556900"/>
                <a:gd name="csX385" fmla="*/ 191705 w 473039"/>
                <a:gd name="csY385" fmla="*/ 313336 h 556900"/>
                <a:gd name="csX386" fmla="*/ 189103 w 473039"/>
                <a:gd name="csY386" fmla="*/ 312278 h 556900"/>
                <a:gd name="csX387" fmla="*/ 186684 w 473039"/>
                <a:gd name="csY387" fmla="*/ 310566 h 556900"/>
                <a:gd name="csX388" fmla="*/ 184363 w 473039"/>
                <a:gd name="csY388" fmla="*/ 311304 h 556900"/>
                <a:gd name="csX389" fmla="*/ 182773 w 473039"/>
                <a:gd name="csY389" fmla="*/ 313823 h 556900"/>
                <a:gd name="csX390" fmla="*/ 181997 w 473039"/>
                <a:gd name="csY390" fmla="*/ 318829 h 556900"/>
                <a:gd name="csX391" fmla="*/ 181091 w 473039"/>
                <a:gd name="csY391" fmla="*/ 321081 h 556900"/>
                <a:gd name="csX392" fmla="*/ 180818 w 473039"/>
                <a:gd name="csY392" fmla="*/ 323782 h 556900"/>
                <a:gd name="csX393" fmla="*/ 179615 w 473039"/>
                <a:gd name="csY393" fmla="*/ 323356 h 556900"/>
                <a:gd name="csX394" fmla="*/ 172631 w 473039"/>
                <a:gd name="csY394" fmla="*/ 318494 h 556900"/>
                <a:gd name="csX395" fmla="*/ 172151 w 473039"/>
                <a:gd name="csY395" fmla="*/ 318319 h 556900"/>
                <a:gd name="csX396" fmla="*/ 166506 w 473039"/>
                <a:gd name="csY396" fmla="*/ 319156 h 556900"/>
                <a:gd name="csX397" fmla="*/ 165053 w 473039"/>
                <a:gd name="csY397" fmla="*/ 319559 h 556900"/>
                <a:gd name="csX398" fmla="*/ 163234 w 473039"/>
                <a:gd name="csY398" fmla="*/ 320541 h 556900"/>
                <a:gd name="csX399" fmla="*/ 161309 w 473039"/>
                <a:gd name="csY399" fmla="*/ 320982 h 556900"/>
                <a:gd name="csX400" fmla="*/ 159559 w 473039"/>
                <a:gd name="csY400" fmla="*/ 320275 h 556900"/>
                <a:gd name="csX401" fmla="*/ 157878 w 473039"/>
                <a:gd name="csY401" fmla="*/ 319126 h 556900"/>
                <a:gd name="csX402" fmla="*/ 156265 w 473039"/>
                <a:gd name="csY402" fmla="*/ 319468 h 556900"/>
                <a:gd name="csX403" fmla="*/ 154614 w 473039"/>
                <a:gd name="csY403" fmla="*/ 320275 h 556900"/>
                <a:gd name="csX404" fmla="*/ 153975 w 473039"/>
                <a:gd name="csY404" fmla="*/ 312925 h 556900"/>
                <a:gd name="csX405" fmla="*/ 154302 w 473039"/>
                <a:gd name="csY405" fmla="*/ 311959 h 556900"/>
                <a:gd name="csX406" fmla="*/ 155313 w 473039"/>
                <a:gd name="csY406" fmla="*/ 310673 h 556900"/>
                <a:gd name="csX407" fmla="*/ 156432 w 473039"/>
                <a:gd name="csY407" fmla="*/ 309570 h 556900"/>
                <a:gd name="csX408" fmla="*/ 159164 w 473039"/>
                <a:gd name="csY408" fmla="*/ 309189 h 556900"/>
                <a:gd name="csX409" fmla="*/ 161925 w 473039"/>
                <a:gd name="csY409" fmla="*/ 309547 h 556900"/>
                <a:gd name="csX410" fmla="*/ 163904 w 473039"/>
                <a:gd name="csY410" fmla="*/ 309045 h 556900"/>
                <a:gd name="csX411" fmla="*/ 165577 w 473039"/>
                <a:gd name="csY411" fmla="*/ 307584 h 556900"/>
                <a:gd name="csX412" fmla="*/ 167335 w 473039"/>
                <a:gd name="csY412" fmla="*/ 305514 h 556900"/>
                <a:gd name="csX413" fmla="*/ 169321 w 473039"/>
                <a:gd name="csY413" fmla="*/ 303825 h 556900"/>
                <a:gd name="csX414" fmla="*/ 172014 w 473039"/>
                <a:gd name="csY414" fmla="*/ 302493 h 556900"/>
                <a:gd name="csX415" fmla="*/ 174617 w 473039"/>
                <a:gd name="csY415" fmla="*/ 300964 h 556900"/>
                <a:gd name="csX416" fmla="*/ 176907 w 473039"/>
                <a:gd name="csY416" fmla="*/ 298819 h 556900"/>
                <a:gd name="csX417" fmla="*/ 179075 w 473039"/>
                <a:gd name="csY417" fmla="*/ 296467 h 556900"/>
                <a:gd name="csX418" fmla="*/ 181069 w 473039"/>
                <a:gd name="csY418" fmla="*/ 294740 h 556900"/>
                <a:gd name="csX419" fmla="*/ 183237 w 473039"/>
                <a:gd name="csY419" fmla="*/ 293295 h 556900"/>
                <a:gd name="csX420" fmla="*/ 186539 w 473039"/>
                <a:gd name="csY420" fmla="*/ 289810 h 556900"/>
                <a:gd name="csX421" fmla="*/ 190914 w 473039"/>
                <a:gd name="csY421" fmla="*/ 285892 h 556900"/>
                <a:gd name="csX422" fmla="*/ 192596 w 473039"/>
                <a:gd name="csY422" fmla="*/ 282985 h 556900"/>
                <a:gd name="csX423" fmla="*/ 193638 w 473039"/>
                <a:gd name="csY423" fmla="*/ 282186 h 556900"/>
                <a:gd name="csX424" fmla="*/ 197404 w 473039"/>
                <a:gd name="csY424" fmla="*/ 280566 h 556900"/>
                <a:gd name="csX425" fmla="*/ 202403 w 473039"/>
                <a:gd name="csY425" fmla="*/ 279318 h 556900"/>
                <a:gd name="csX426" fmla="*/ 204762 w 473039"/>
                <a:gd name="csY426" fmla="*/ 279379 h 556900"/>
                <a:gd name="csX427" fmla="*/ 207090 w 473039"/>
                <a:gd name="csY427" fmla="*/ 281928 h 556900"/>
                <a:gd name="csX428" fmla="*/ 208345 w 473039"/>
                <a:gd name="csY428" fmla="*/ 281578 h 556900"/>
                <a:gd name="csX429" fmla="*/ 209623 w 473039"/>
                <a:gd name="csY429" fmla="*/ 280916 h 556900"/>
                <a:gd name="csX430" fmla="*/ 212195 w 473039"/>
                <a:gd name="csY430" fmla="*/ 280551 h 556900"/>
                <a:gd name="csX431" fmla="*/ 214843 w 473039"/>
                <a:gd name="csY431" fmla="*/ 280977 h 556900"/>
                <a:gd name="csX432" fmla="*/ 217430 w 473039"/>
                <a:gd name="csY432" fmla="*/ 280984 h 556900"/>
                <a:gd name="csX433" fmla="*/ 220017 w 473039"/>
                <a:gd name="csY433" fmla="*/ 280665 h 556900"/>
                <a:gd name="csX434" fmla="*/ 224978 w 473039"/>
                <a:gd name="csY434" fmla="*/ 279828 h 556900"/>
                <a:gd name="csX435" fmla="*/ 227595 w 473039"/>
                <a:gd name="csY435" fmla="*/ 278816 h 556900"/>
                <a:gd name="csX436" fmla="*/ 230151 w 473039"/>
                <a:gd name="csY436" fmla="*/ 277507 h 556900"/>
                <a:gd name="csX437" fmla="*/ 239251 w 473039"/>
                <a:gd name="csY437" fmla="*/ 276586 h 556900"/>
                <a:gd name="csX438" fmla="*/ 245483 w 473039"/>
                <a:gd name="csY438" fmla="*/ 274387 h 556900"/>
                <a:gd name="csX439" fmla="*/ 246472 w 473039"/>
                <a:gd name="csY439" fmla="*/ 274547 h 556900"/>
                <a:gd name="csX440" fmla="*/ 247430 w 473039"/>
                <a:gd name="csY440" fmla="*/ 275049 h 556900"/>
                <a:gd name="csX441" fmla="*/ 247506 w 473039"/>
                <a:gd name="csY441" fmla="*/ 276678 h 556900"/>
                <a:gd name="csX442" fmla="*/ 246715 w 473039"/>
                <a:gd name="csY442" fmla="*/ 278451 h 556900"/>
                <a:gd name="csX443" fmla="*/ 247484 w 473039"/>
                <a:gd name="csY443" fmla="*/ 279523 h 556900"/>
                <a:gd name="csX444" fmla="*/ 248747 w 473039"/>
                <a:gd name="csY444" fmla="*/ 280185 h 556900"/>
                <a:gd name="csX445" fmla="*/ 254613 w 473039"/>
                <a:gd name="csY445" fmla="*/ 280391 h 556900"/>
                <a:gd name="csX446" fmla="*/ 256287 w 473039"/>
                <a:gd name="csY446" fmla="*/ 280771 h 556900"/>
                <a:gd name="csX447" fmla="*/ 258737 w 473039"/>
                <a:gd name="csY447" fmla="*/ 279561 h 556900"/>
                <a:gd name="csX448" fmla="*/ 261050 w 473039"/>
                <a:gd name="csY448" fmla="*/ 278062 h 556900"/>
                <a:gd name="csX449" fmla="*/ 263462 w 473039"/>
                <a:gd name="csY449" fmla="*/ 276084 h 556900"/>
                <a:gd name="csX450" fmla="*/ 265151 w 473039"/>
                <a:gd name="csY450" fmla="*/ 273855 h 556900"/>
                <a:gd name="csX451" fmla="*/ 263591 w 473039"/>
                <a:gd name="csY451" fmla="*/ 271063 h 556900"/>
                <a:gd name="csX452" fmla="*/ 263249 w 473039"/>
                <a:gd name="csY452" fmla="*/ 268004 h 556900"/>
                <a:gd name="csX453" fmla="*/ 264558 w 473039"/>
                <a:gd name="csY453" fmla="*/ 264679 h 556900"/>
                <a:gd name="csX454" fmla="*/ 266452 w 473039"/>
                <a:gd name="csY454" fmla="*/ 261879 h 556900"/>
                <a:gd name="csX455" fmla="*/ 268704 w 473039"/>
                <a:gd name="csY455" fmla="*/ 260182 h 556900"/>
                <a:gd name="csX456" fmla="*/ 270781 w 473039"/>
                <a:gd name="csY456" fmla="*/ 258227 h 556900"/>
                <a:gd name="csX457" fmla="*/ 274981 w 473039"/>
                <a:gd name="csY457" fmla="*/ 252673 h 556900"/>
                <a:gd name="csX458" fmla="*/ 278017 w 473039"/>
                <a:gd name="csY458" fmla="*/ 248168 h 556900"/>
                <a:gd name="csX459" fmla="*/ 279112 w 473039"/>
                <a:gd name="csY459" fmla="*/ 242614 h 556900"/>
                <a:gd name="csX460" fmla="*/ 278473 w 473039"/>
                <a:gd name="csY460" fmla="*/ 236025 h 556900"/>
                <a:gd name="csX461" fmla="*/ 281129 w 473039"/>
                <a:gd name="csY461" fmla="*/ 231110 h 556900"/>
                <a:gd name="csX462" fmla="*/ 283670 w 473039"/>
                <a:gd name="csY462" fmla="*/ 230265 h 556900"/>
                <a:gd name="csX463" fmla="*/ 288715 w 473039"/>
                <a:gd name="csY463" fmla="*/ 228021 h 556900"/>
                <a:gd name="csX464" fmla="*/ 291363 w 473039"/>
                <a:gd name="csY464" fmla="*/ 227367 h 556900"/>
                <a:gd name="csX465" fmla="*/ 291758 w 473039"/>
                <a:gd name="csY465" fmla="*/ 228348 h 556900"/>
                <a:gd name="csX466" fmla="*/ 291682 w 473039"/>
                <a:gd name="csY466" fmla="*/ 229634 h 556900"/>
                <a:gd name="csX467" fmla="*/ 287718 w 473039"/>
                <a:gd name="csY467" fmla="*/ 233758 h 556900"/>
                <a:gd name="csX468" fmla="*/ 285443 w 473039"/>
                <a:gd name="csY468" fmla="*/ 235455 h 556900"/>
                <a:gd name="csX469" fmla="*/ 284089 w 473039"/>
                <a:gd name="csY469" fmla="*/ 235980 h 556900"/>
                <a:gd name="csX470" fmla="*/ 282841 w 473039"/>
                <a:gd name="csY470" fmla="*/ 236725 h 556900"/>
                <a:gd name="csX471" fmla="*/ 282331 w 473039"/>
                <a:gd name="csY471" fmla="*/ 238178 h 556900"/>
                <a:gd name="csX472" fmla="*/ 284355 w 473039"/>
                <a:gd name="csY472" fmla="*/ 240598 h 556900"/>
                <a:gd name="csX473" fmla="*/ 284865 w 473039"/>
                <a:gd name="csY473" fmla="*/ 242386 h 556900"/>
                <a:gd name="csX474" fmla="*/ 284735 w 473039"/>
                <a:gd name="csY474" fmla="*/ 244098 h 556900"/>
                <a:gd name="csX475" fmla="*/ 284827 w 473039"/>
                <a:gd name="csY475" fmla="*/ 245642 h 556900"/>
                <a:gd name="csX476" fmla="*/ 287109 w 473039"/>
                <a:gd name="csY476" fmla="*/ 247316 h 556900"/>
                <a:gd name="csX477" fmla="*/ 289734 w 473039"/>
                <a:gd name="csY477" fmla="*/ 247872 h 556900"/>
                <a:gd name="csX478" fmla="*/ 290830 w 473039"/>
                <a:gd name="csY478" fmla="*/ 247856 h 556900"/>
                <a:gd name="csX479" fmla="*/ 291788 w 473039"/>
                <a:gd name="csY479" fmla="*/ 247415 h 556900"/>
                <a:gd name="csX480" fmla="*/ 294786 w 473039"/>
                <a:gd name="csY480" fmla="*/ 243314 h 556900"/>
                <a:gd name="csX481" fmla="*/ 295456 w 473039"/>
                <a:gd name="csY481" fmla="*/ 242599 h 556900"/>
                <a:gd name="csX482" fmla="*/ 303977 w 473039"/>
                <a:gd name="csY482" fmla="*/ 239586 h 556900"/>
                <a:gd name="csX483" fmla="*/ 308170 w 473039"/>
                <a:gd name="csY483" fmla="*/ 237281 h 556900"/>
                <a:gd name="csX484" fmla="*/ 310490 w 473039"/>
                <a:gd name="csY484" fmla="*/ 236679 h 556900"/>
                <a:gd name="csX485" fmla="*/ 312666 w 473039"/>
                <a:gd name="csY485" fmla="*/ 235477 h 556900"/>
                <a:gd name="csX486" fmla="*/ 317551 w 473039"/>
                <a:gd name="csY486" fmla="*/ 230836 h 556900"/>
                <a:gd name="csX487" fmla="*/ 319347 w 473039"/>
                <a:gd name="csY487" fmla="*/ 228691 h 556900"/>
                <a:gd name="csX488" fmla="*/ 320983 w 473039"/>
                <a:gd name="csY488" fmla="*/ 226317 h 556900"/>
                <a:gd name="csX489" fmla="*/ 322291 w 473039"/>
                <a:gd name="csY489" fmla="*/ 223555 h 556900"/>
                <a:gd name="csX490" fmla="*/ 323326 w 473039"/>
                <a:gd name="csY490" fmla="*/ 220565 h 556900"/>
                <a:gd name="csX491" fmla="*/ 324741 w 473039"/>
                <a:gd name="csY491" fmla="*/ 218700 h 556900"/>
                <a:gd name="csX492" fmla="*/ 332479 w 473039"/>
                <a:gd name="csY492" fmla="*/ 214249 h 556900"/>
                <a:gd name="csX493" fmla="*/ 334967 w 473039"/>
                <a:gd name="csY493" fmla="*/ 211822 h 556900"/>
                <a:gd name="csX494" fmla="*/ 335758 w 473039"/>
                <a:gd name="csY494" fmla="*/ 210643 h 556900"/>
                <a:gd name="csX495" fmla="*/ 336717 w 473039"/>
                <a:gd name="csY495" fmla="*/ 207227 h 556900"/>
                <a:gd name="csX496" fmla="*/ 337379 w 473039"/>
                <a:gd name="csY496" fmla="*/ 203674 h 556900"/>
                <a:gd name="csX497" fmla="*/ 338315 w 473039"/>
                <a:gd name="csY497" fmla="*/ 200881 h 556900"/>
                <a:gd name="csX498" fmla="*/ 339585 w 473039"/>
                <a:gd name="csY498" fmla="*/ 198264 h 556900"/>
                <a:gd name="csX499" fmla="*/ 341282 w 473039"/>
                <a:gd name="csY499" fmla="*/ 195593 h 556900"/>
                <a:gd name="csX500" fmla="*/ 343192 w 473039"/>
                <a:gd name="csY500" fmla="*/ 193105 h 556900"/>
                <a:gd name="csX501" fmla="*/ 344318 w 473039"/>
                <a:gd name="csY501" fmla="*/ 190556 h 556900"/>
                <a:gd name="csX502" fmla="*/ 345961 w 473039"/>
                <a:gd name="csY502" fmla="*/ 184447 h 556900"/>
                <a:gd name="csX503" fmla="*/ 346677 w 473039"/>
                <a:gd name="csY503" fmla="*/ 181053 h 556900"/>
                <a:gd name="csX504" fmla="*/ 347240 w 473039"/>
                <a:gd name="csY504" fmla="*/ 179828 h 556900"/>
                <a:gd name="csX505" fmla="*/ 348061 w 473039"/>
                <a:gd name="csY505" fmla="*/ 178801 h 556900"/>
                <a:gd name="csX506" fmla="*/ 348777 w 473039"/>
                <a:gd name="csY506" fmla="*/ 177492 h 556900"/>
                <a:gd name="csX507" fmla="*/ 349325 w 473039"/>
                <a:gd name="csY507" fmla="*/ 176032 h 556900"/>
                <a:gd name="csX508" fmla="*/ 349576 w 473039"/>
                <a:gd name="csY508" fmla="*/ 174586 h 556900"/>
                <a:gd name="csX509" fmla="*/ 349925 w 473039"/>
                <a:gd name="csY509" fmla="*/ 170158 h 556900"/>
                <a:gd name="csX510" fmla="*/ 349713 w 473039"/>
                <a:gd name="csY510" fmla="*/ 166704 h 556900"/>
                <a:gd name="csX511" fmla="*/ 348434 w 473039"/>
                <a:gd name="csY511" fmla="*/ 163774 h 556900"/>
                <a:gd name="csX512" fmla="*/ 347377 w 473039"/>
                <a:gd name="csY512" fmla="*/ 162945 h 556900"/>
                <a:gd name="csX513" fmla="*/ 346228 w 473039"/>
                <a:gd name="csY513" fmla="*/ 162899 h 556900"/>
                <a:gd name="csX514" fmla="*/ 344493 w 473039"/>
                <a:gd name="csY514" fmla="*/ 163150 h 556900"/>
                <a:gd name="csX515" fmla="*/ 343025 w 473039"/>
                <a:gd name="csY515" fmla="*/ 161956 h 556900"/>
                <a:gd name="csX516" fmla="*/ 343329 w 473039"/>
                <a:gd name="csY516" fmla="*/ 160898 h 556900"/>
                <a:gd name="csX517" fmla="*/ 344828 w 473039"/>
                <a:gd name="csY517" fmla="*/ 160700 h 556900"/>
                <a:gd name="csX518" fmla="*/ 345847 w 473039"/>
                <a:gd name="csY518" fmla="*/ 160153 h 556900"/>
                <a:gd name="csX519" fmla="*/ 346586 w 473039"/>
                <a:gd name="csY519" fmla="*/ 159156 h 556900"/>
                <a:gd name="csX520" fmla="*/ 347962 w 473039"/>
                <a:gd name="csY520" fmla="*/ 155953 h 556900"/>
                <a:gd name="csX521" fmla="*/ 348784 w 473039"/>
                <a:gd name="csY521" fmla="*/ 152514 h 556900"/>
                <a:gd name="csX522" fmla="*/ 348861 w 473039"/>
                <a:gd name="csY522" fmla="*/ 150992 h 556900"/>
                <a:gd name="csX523" fmla="*/ 347780 w 473039"/>
                <a:gd name="csY523" fmla="*/ 148215 h 556900"/>
                <a:gd name="csX524" fmla="*/ 346928 w 473039"/>
                <a:gd name="csY524" fmla="*/ 144875 h 556900"/>
                <a:gd name="csX525" fmla="*/ 346905 w 473039"/>
                <a:gd name="csY525" fmla="*/ 143071 h 556900"/>
                <a:gd name="csX526" fmla="*/ 347841 w 473039"/>
                <a:gd name="csY526" fmla="*/ 140987 h 556900"/>
                <a:gd name="csX527" fmla="*/ 349180 w 473039"/>
                <a:gd name="csY527" fmla="*/ 139290 h 556900"/>
                <a:gd name="csX528" fmla="*/ 350374 w 473039"/>
                <a:gd name="csY528" fmla="*/ 138894 h 556900"/>
                <a:gd name="csX529" fmla="*/ 351668 w 473039"/>
                <a:gd name="csY529" fmla="*/ 138773 h 556900"/>
                <a:gd name="csX530" fmla="*/ 352847 w 473039"/>
                <a:gd name="csY530" fmla="*/ 138118 h 556900"/>
                <a:gd name="csX531" fmla="*/ 353943 w 473039"/>
                <a:gd name="csY531" fmla="*/ 137167 h 556900"/>
                <a:gd name="csX532" fmla="*/ 354559 w 473039"/>
                <a:gd name="csY532" fmla="*/ 136117 h 556900"/>
                <a:gd name="csX533" fmla="*/ 355518 w 473039"/>
                <a:gd name="csY533" fmla="*/ 133256 h 556900"/>
                <a:gd name="csX534" fmla="*/ 355891 w 473039"/>
                <a:gd name="csY534" fmla="*/ 131628 h 556900"/>
                <a:gd name="csX535" fmla="*/ 355282 w 473039"/>
                <a:gd name="csY535" fmla="*/ 127246 h 556900"/>
                <a:gd name="csX536" fmla="*/ 355906 w 473039"/>
                <a:gd name="csY536" fmla="*/ 126043 h 556900"/>
                <a:gd name="csX537" fmla="*/ 356789 w 473039"/>
                <a:gd name="csY537" fmla="*/ 125298 h 556900"/>
                <a:gd name="csX538" fmla="*/ 357968 w 473039"/>
                <a:gd name="csY538" fmla="*/ 125861 h 556900"/>
                <a:gd name="csX539" fmla="*/ 359185 w 473039"/>
                <a:gd name="csY539" fmla="*/ 125975 h 556900"/>
                <a:gd name="csX540" fmla="*/ 360600 w 473039"/>
                <a:gd name="csY540" fmla="*/ 125800 h 556900"/>
                <a:gd name="csX541" fmla="*/ 361955 w 473039"/>
                <a:gd name="csY541" fmla="*/ 126264 h 556900"/>
                <a:gd name="csX542" fmla="*/ 362206 w 473039"/>
                <a:gd name="csY542" fmla="*/ 127390 h 556900"/>
                <a:gd name="csX543" fmla="*/ 363058 w 473039"/>
                <a:gd name="csY543" fmla="*/ 134786 h 556900"/>
                <a:gd name="csX544" fmla="*/ 363545 w 473039"/>
                <a:gd name="csY544" fmla="*/ 135782 h 556900"/>
                <a:gd name="csX545" fmla="*/ 364534 w 473039"/>
                <a:gd name="csY545" fmla="*/ 136558 h 556900"/>
                <a:gd name="csX546" fmla="*/ 365645 w 473039"/>
                <a:gd name="csY546" fmla="*/ 136444 h 556900"/>
                <a:gd name="csX547" fmla="*/ 366604 w 473039"/>
                <a:gd name="csY547" fmla="*/ 135295 h 556900"/>
                <a:gd name="csX548" fmla="*/ 367250 w 473039"/>
                <a:gd name="csY548" fmla="*/ 133766 h 556900"/>
                <a:gd name="csX549" fmla="*/ 368528 w 473039"/>
                <a:gd name="csY549" fmla="*/ 133447 h 556900"/>
                <a:gd name="csX550" fmla="*/ 372432 w 473039"/>
                <a:gd name="csY550" fmla="*/ 135090 h 556900"/>
                <a:gd name="csX551" fmla="*/ 373816 w 473039"/>
                <a:gd name="csY551" fmla="*/ 133918 h 556900"/>
                <a:gd name="csX552" fmla="*/ 374714 w 473039"/>
                <a:gd name="csY552" fmla="*/ 132100 h 556900"/>
                <a:gd name="csX553" fmla="*/ 375498 w 473039"/>
                <a:gd name="csY553" fmla="*/ 128881 h 556900"/>
                <a:gd name="csX554" fmla="*/ 375118 w 473039"/>
                <a:gd name="csY554" fmla="*/ 125975 h 556900"/>
                <a:gd name="csX555" fmla="*/ 374182 w 473039"/>
                <a:gd name="csY555" fmla="*/ 124895 h 556900"/>
                <a:gd name="csX556" fmla="*/ 373216 w 473039"/>
                <a:gd name="csY556" fmla="*/ 125085 h 556900"/>
                <a:gd name="csX557" fmla="*/ 372363 w 473039"/>
                <a:gd name="csY557" fmla="*/ 125884 h 556900"/>
                <a:gd name="csX558" fmla="*/ 371404 w 473039"/>
                <a:gd name="csY558" fmla="*/ 126317 h 556900"/>
                <a:gd name="csX559" fmla="*/ 365645 w 473039"/>
                <a:gd name="csY559" fmla="*/ 127847 h 556900"/>
                <a:gd name="csX560" fmla="*/ 365675 w 473039"/>
                <a:gd name="csY560" fmla="*/ 124605 h 556900"/>
                <a:gd name="csX561" fmla="*/ 366908 w 473039"/>
                <a:gd name="csY561" fmla="*/ 119736 h 556900"/>
                <a:gd name="csX562" fmla="*/ 367585 w 473039"/>
                <a:gd name="csY562" fmla="*/ 118191 h 556900"/>
                <a:gd name="csX563" fmla="*/ 368559 w 473039"/>
                <a:gd name="csY563" fmla="*/ 117461 h 556900"/>
                <a:gd name="csX564" fmla="*/ 370979 w 473039"/>
                <a:gd name="csY564" fmla="*/ 118313 h 556900"/>
                <a:gd name="csX565" fmla="*/ 372158 w 473039"/>
                <a:gd name="csY565" fmla="*/ 118876 h 556900"/>
                <a:gd name="csX566" fmla="*/ 374737 w 473039"/>
                <a:gd name="csY566" fmla="*/ 121296 h 556900"/>
                <a:gd name="csX567" fmla="*/ 313123 w 473039"/>
                <a:gd name="csY567" fmla="*/ 219332 h 556900"/>
                <a:gd name="csX568" fmla="*/ 311091 w 473039"/>
                <a:gd name="csY568" fmla="*/ 219400 h 556900"/>
                <a:gd name="csX569" fmla="*/ 310589 w 473039"/>
                <a:gd name="csY569" fmla="*/ 219134 h 556900"/>
                <a:gd name="csX570" fmla="*/ 311814 w 473039"/>
                <a:gd name="csY570" fmla="*/ 218465 h 556900"/>
                <a:gd name="csX571" fmla="*/ 311929 w 473039"/>
                <a:gd name="csY571" fmla="*/ 217346 h 556900"/>
                <a:gd name="csX572" fmla="*/ 312666 w 473039"/>
                <a:gd name="csY572" fmla="*/ 215353 h 556900"/>
                <a:gd name="csX573" fmla="*/ 312651 w 473039"/>
                <a:gd name="csY573" fmla="*/ 214782 h 556900"/>
                <a:gd name="csX574" fmla="*/ 311038 w 473039"/>
                <a:gd name="csY574" fmla="*/ 214675 h 556900"/>
                <a:gd name="csX575" fmla="*/ 311122 w 473039"/>
                <a:gd name="csY575" fmla="*/ 212416 h 556900"/>
                <a:gd name="csX576" fmla="*/ 312324 w 473039"/>
                <a:gd name="csY576" fmla="*/ 210179 h 556900"/>
                <a:gd name="csX577" fmla="*/ 315634 w 473039"/>
                <a:gd name="csY577" fmla="*/ 206656 h 556900"/>
                <a:gd name="csX578" fmla="*/ 316539 w 473039"/>
                <a:gd name="csY578" fmla="*/ 205994 h 556900"/>
                <a:gd name="csX579" fmla="*/ 316676 w 473039"/>
                <a:gd name="csY579" fmla="*/ 207539 h 556900"/>
                <a:gd name="csX580" fmla="*/ 315672 w 473039"/>
                <a:gd name="csY580" fmla="*/ 211183 h 556900"/>
                <a:gd name="csX581" fmla="*/ 315474 w 473039"/>
                <a:gd name="csY581" fmla="*/ 212500 h 556900"/>
                <a:gd name="csX582" fmla="*/ 318076 w 473039"/>
                <a:gd name="csY582" fmla="*/ 212773 h 556900"/>
                <a:gd name="csX583" fmla="*/ 316402 w 473039"/>
                <a:gd name="csY583" fmla="*/ 217133 h 556900"/>
                <a:gd name="csX584" fmla="*/ 313123 w 473039"/>
                <a:gd name="csY584" fmla="*/ 219332 h 556900"/>
                <a:gd name="csX585" fmla="*/ 206923 w 473039"/>
                <a:gd name="csY585" fmla="*/ 262427 h 556900"/>
                <a:gd name="csX586" fmla="*/ 205949 w 473039"/>
                <a:gd name="csY586" fmla="*/ 263408 h 556900"/>
                <a:gd name="csX587" fmla="*/ 204123 w 473039"/>
                <a:gd name="csY587" fmla="*/ 263089 h 556900"/>
                <a:gd name="csX588" fmla="*/ 203065 w 473039"/>
                <a:gd name="csY588" fmla="*/ 261666 h 556900"/>
                <a:gd name="csX589" fmla="*/ 203415 w 473039"/>
                <a:gd name="csY589" fmla="*/ 260060 h 556900"/>
                <a:gd name="csX590" fmla="*/ 205325 w 473039"/>
                <a:gd name="csY590" fmla="*/ 258828 h 556900"/>
                <a:gd name="csX591" fmla="*/ 207151 w 473039"/>
                <a:gd name="csY591" fmla="*/ 261301 h 556900"/>
                <a:gd name="csX592" fmla="*/ 206923 w 473039"/>
                <a:gd name="csY592" fmla="*/ 262427 h 556900"/>
                <a:gd name="csX593" fmla="*/ 336877 w 473039"/>
                <a:gd name="csY593" fmla="*/ 300995 h 556900"/>
                <a:gd name="csX594" fmla="*/ 336649 w 473039"/>
                <a:gd name="csY594" fmla="*/ 302212 h 556900"/>
                <a:gd name="csX595" fmla="*/ 335515 w 473039"/>
                <a:gd name="csY595" fmla="*/ 301946 h 556900"/>
                <a:gd name="csX596" fmla="*/ 334975 w 473039"/>
                <a:gd name="csY596" fmla="*/ 301154 h 556900"/>
                <a:gd name="csX597" fmla="*/ 335043 w 473039"/>
                <a:gd name="csY597" fmla="*/ 299732 h 556900"/>
                <a:gd name="csX598" fmla="*/ 336238 w 473039"/>
                <a:gd name="csY598" fmla="*/ 299724 h 556900"/>
                <a:gd name="csX599" fmla="*/ 336877 w 473039"/>
                <a:gd name="csY599" fmla="*/ 300995 h 556900"/>
                <a:gd name="csX600" fmla="*/ 121828 w 473039"/>
                <a:gd name="csY600" fmla="*/ 310612 h 556900"/>
                <a:gd name="csX601" fmla="*/ 121394 w 473039"/>
                <a:gd name="csY601" fmla="*/ 311852 h 556900"/>
                <a:gd name="csX602" fmla="*/ 119949 w 473039"/>
                <a:gd name="csY602" fmla="*/ 310977 h 556900"/>
                <a:gd name="csX603" fmla="*/ 119287 w 473039"/>
                <a:gd name="csY603" fmla="*/ 310186 h 556900"/>
                <a:gd name="csX604" fmla="*/ 120634 w 473039"/>
                <a:gd name="csY604" fmla="*/ 306283 h 556900"/>
                <a:gd name="csX605" fmla="*/ 120474 w 473039"/>
                <a:gd name="csY605" fmla="*/ 304799 h 556900"/>
                <a:gd name="csX606" fmla="*/ 120558 w 473039"/>
                <a:gd name="csY606" fmla="*/ 304076 h 556900"/>
                <a:gd name="csX607" fmla="*/ 123228 w 473039"/>
                <a:gd name="csY607" fmla="*/ 302029 h 556900"/>
                <a:gd name="csX608" fmla="*/ 123692 w 473039"/>
                <a:gd name="csY608" fmla="*/ 302417 h 556900"/>
                <a:gd name="csX609" fmla="*/ 123852 w 473039"/>
                <a:gd name="csY609" fmla="*/ 302988 h 556900"/>
                <a:gd name="csX610" fmla="*/ 123616 w 473039"/>
                <a:gd name="csY610" fmla="*/ 303863 h 556900"/>
                <a:gd name="csX611" fmla="*/ 123753 w 473039"/>
                <a:gd name="csY611" fmla="*/ 305796 h 556900"/>
                <a:gd name="csX612" fmla="*/ 121745 w 473039"/>
                <a:gd name="csY612" fmla="*/ 308991 h 556900"/>
                <a:gd name="csX613" fmla="*/ 121828 w 473039"/>
                <a:gd name="csY613" fmla="*/ 310612 h 556900"/>
                <a:gd name="csX614" fmla="*/ 240286 w 473039"/>
                <a:gd name="csY614" fmla="*/ 312293 h 556900"/>
                <a:gd name="csX615" fmla="*/ 237973 w 473039"/>
                <a:gd name="csY615" fmla="*/ 314485 h 556900"/>
                <a:gd name="csX616" fmla="*/ 235965 w 473039"/>
                <a:gd name="csY616" fmla="*/ 314332 h 556900"/>
                <a:gd name="csX617" fmla="*/ 234960 w 473039"/>
                <a:gd name="csY617" fmla="*/ 313351 h 556900"/>
                <a:gd name="csX618" fmla="*/ 234625 w 473039"/>
                <a:gd name="csY618" fmla="*/ 312141 h 556900"/>
                <a:gd name="csX619" fmla="*/ 236535 w 473039"/>
                <a:gd name="csY619" fmla="*/ 310239 h 556900"/>
                <a:gd name="csX620" fmla="*/ 238179 w 473039"/>
                <a:gd name="csY620" fmla="*/ 307545 h 556900"/>
                <a:gd name="csX621" fmla="*/ 239670 w 473039"/>
                <a:gd name="csY621" fmla="*/ 306351 h 556900"/>
                <a:gd name="csX622" fmla="*/ 240872 w 473039"/>
                <a:gd name="csY622" fmla="*/ 305681 h 556900"/>
                <a:gd name="csX623" fmla="*/ 241815 w 473039"/>
                <a:gd name="csY623" fmla="*/ 305704 h 556900"/>
                <a:gd name="csX624" fmla="*/ 239700 w 473039"/>
                <a:gd name="csY624" fmla="*/ 309463 h 556900"/>
                <a:gd name="csX625" fmla="*/ 240286 w 473039"/>
                <a:gd name="csY625" fmla="*/ 312293 h 556900"/>
                <a:gd name="csX626" fmla="*/ 227877 w 473039"/>
                <a:gd name="csY626" fmla="*/ 307264 h 556900"/>
                <a:gd name="csX627" fmla="*/ 227481 w 473039"/>
                <a:gd name="csY627" fmla="*/ 307774 h 556900"/>
                <a:gd name="csX628" fmla="*/ 227100 w 473039"/>
                <a:gd name="csY628" fmla="*/ 307637 h 556900"/>
                <a:gd name="csX629" fmla="*/ 225739 w 473039"/>
                <a:gd name="csY629" fmla="*/ 308816 h 556900"/>
                <a:gd name="csX630" fmla="*/ 225449 w 473039"/>
                <a:gd name="csY630" fmla="*/ 307682 h 556900"/>
                <a:gd name="csX631" fmla="*/ 224377 w 473039"/>
                <a:gd name="csY631" fmla="*/ 306929 h 556900"/>
                <a:gd name="csX632" fmla="*/ 224247 w 473039"/>
                <a:gd name="csY632" fmla="*/ 306336 h 556900"/>
                <a:gd name="csX633" fmla="*/ 227313 w 473039"/>
                <a:gd name="csY633" fmla="*/ 305948 h 556900"/>
                <a:gd name="csX634" fmla="*/ 228303 w 473039"/>
                <a:gd name="csY634" fmla="*/ 306260 h 556900"/>
                <a:gd name="csX635" fmla="*/ 227877 w 473039"/>
                <a:gd name="csY635" fmla="*/ 307264 h 556900"/>
                <a:gd name="csX636" fmla="*/ 227990 w 473039"/>
                <a:gd name="csY636" fmla="*/ 313115 h 556900"/>
                <a:gd name="csX637" fmla="*/ 230951 w 473039"/>
                <a:gd name="csY637" fmla="*/ 314188 h 556900"/>
                <a:gd name="csX638" fmla="*/ 233971 w 473039"/>
                <a:gd name="csY638" fmla="*/ 313883 h 556900"/>
                <a:gd name="csX639" fmla="*/ 233925 w 473039"/>
                <a:gd name="csY639" fmla="*/ 318578 h 556900"/>
                <a:gd name="csX640" fmla="*/ 234359 w 473039"/>
                <a:gd name="csY640" fmla="*/ 320153 h 556900"/>
                <a:gd name="csX641" fmla="*/ 235203 w 473039"/>
                <a:gd name="csY641" fmla="*/ 321561 h 556900"/>
                <a:gd name="csX642" fmla="*/ 234770 w 473039"/>
                <a:gd name="csY642" fmla="*/ 323607 h 556900"/>
                <a:gd name="csX643" fmla="*/ 236140 w 473039"/>
                <a:gd name="csY643" fmla="*/ 324307 h 556900"/>
                <a:gd name="csX644" fmla="*/ 232077 w 473039"/>
                <a:gd name="csY644" fmla="*/ 326635 h 556900"/>
                <a:gd name="csX645" fmla="*/ 228417 w 473039"/>
                <a:gd name="csY645" fmla="*/ 329724 h 556900"/>
                <a:gd name="csX646" fmla="*/ 226910 w 473039"/>
                <a:gd name="csY646" fmla="*/ 331802 h 556900"/>
                <a:gd name="csX647" fmla="*/ 225548 w 473039"/>
                <a:gd name="csY647" fmla="*/ 334031 h 556900"/>
                <a:gd name="csX648" fmla="*/ 224757 w 473039"/>
                <a:gd name="csY648" fmla="*/ 336390 h 556900"/>
                <a:gd name="csX649" fmla="*/ 224247 w 473039"/>
                <a:gd name="csY649" fmla="*/ 338923 h 556900"/>
                <a:gd name="csX650" fmla="*/ 223022 w 473039"/>
                <a:gd name="csY650" fmla="*/ 337919 h 556900"/>
                <a:gd name="csX651" fmla="*/ 219492 w 473039"/>
                <a:gd name="csY651" fmla="*/ 333803 h 556900"/>
                <a:gd name="csX652" fmla="*/ 217255 w 473039"/>
                <a:gd name="csY652" fmla="*/ 332677 h 556900"/>
                <a:gd name="csX653" fmla="*/ 213656 w 473039"/>
                <a:gd name="csY653" fmla="*/ 332075 h 556900"/>
                <a:gd name="csX654" fmla="*/ 212515 w 473039"/>
                <a:gd name="csY654" fmla="*/ 332212 h 556900"/>
                <a:gd name="csX655" fmla="*/ 205119 w 473039"/>
                <a:gd name="csY655" fmla="*/ 336055 h 556900"/>
                <a:gd name="csX656" fmla="*/ 204138 w 473039"/>
                <a:gd name="csY656" fmla="*/ 338862 h 556900"/>
                <a:gd name="csX657" fmla="*/ 202122 w 473039"/>
                <a:gd name="csY657" fmla="*/ 343085 h 556900"/>
                <a:gd name="csX658" fmla="*/ 201163 w 473039"/>
                <a:gd name="csY658" fmla="*/ 344477 h 556900"/>
                <a:gd name="csX659" fmla="*/ 200098 w 473039"/>
                <a:gd name="csY659" fmla="*/ 344881 h 556900"/>
                <a:gd name="csX660" fmla="*/ 199345 w 473039"/>
                <a:gd name="csY660" fmla="*/ 345604 h 556900"/>
                <a:gd name="csX661" fmla="*/ 198523 w 473039"/>
                <a:gd name="csY661" fmla="*/ 349195 h 556900"/>
                <a:gd name="csX662" fmla="*/ 196233 w 473039"/>
                <a:gd name="csY662" fmla="*/ 351401 h 556900"/>
                <a:gd name="csX663" fmla="*/ 194825 w 473039"/>
                <a:gd name="csY663" fmla="*/ 351470 h 556900"/>
                <a:gd name="csX664" fmla="*/ 192436 w 473039"/>
                <a:gd name="csY664" fmla="*/ 350861 h 556900"/>
                <a:gd name="csX665" fmla="*/ 191355 w 473039"/>
                <a:gd name="csY665" fmla="*/ 351203 h 556900"/>
                <a:gd name="csX666" fmla="*/ 192786 w 473039"/>
                <a:gd name="csY666" fmla="*/ 347665 h 556900"/>
                <a:gd name="csX667" fmla="*/ 190503 w 473039"/>
                <a:gd name="csY667" fmla="*/ 347232 h 556900"/>
                <a:gd name="csX668" fmla="*/ 188213 w 473039"/>
                <a:gd name="csY668" fmla="*/ 347308 h 556900"/>
                <a:gd name="csX669" fmla="*/ 188160 w 473039"/>
                <a:gd name="csY669" fmla="*/ 345002 h 556900"/>
                <a:gd name="csX670" fmla="*/ 186775 w 473039"/>
                <a:gd name="csY670" fmla="*/ 343694 h 556900"/>
                <a:gd name="csX671" fmla="*/ 187802 w 473039"/>
                <a:gd name="csY671" fmla="*/ 341989 h 556900"/>
                <a:gd name="csX672" fmla="*/ 187833 w 473039"/>
                <a:gd name="csY672" fmla="*/ 340597 h 556900"/>
                <a:gd name="csX673" fmla="*/ 188434 w 473039"/>
                <a:gd name="csY673" fmla="*/ 339829 h 556900"/>
                <a:gd name="csX674" fmla="*/ 188639 w 473039"/>
                <a:gd name="csY674" fmla="*/ 338710 h 556900"/>
                <a:gd name="csX675" fmla="*/ 188555 w 473039"/>
                <a:gd name="csY675" fmla="*/ 337751 h 556900"/>
                <a:gd name="csX676" fmla="*/ 187148 w 473039"/>
                <a:gd name="csY676" fmla="*/ 337462 h 556900"/>
                <a:gd name="csX677" fmla="*/ 186288 w 473039"/>
                <a:gd name="csY677" fmla="*/ 336785 h 556900"/>
                <a:gd name="csX678" fmla="*/ 186448 w 473039"/>
                <a:gd name="csY678" fmla="*/ 334259 h 556900"/>
                <a:gd name="csX679" fmla="*/ 185641 w 473039"/>
                <a:gd name="csY679" fmla="*/ 334168 h 556900"/>
                <a:gd name="csX680" fmla="*/ 183633 w 473039"/>
                <a:gd name="csY680" fmla="*/ 334609 h 556900"/>
                <a:gd name="csX681" fmla="*/ 179463 w 473039"/>
                <a:gd name="csY681" fmla="*/ 336557 h 556900"/>
                <a:gd name="csX682" fmla="*/ 178330 w 473039"/>
                <a:gd name="csY682" fmla="*/ 336557 h 556900"/>
                <a:gd name="csX683" fmla="*/ 180072 w 473039"/>
                <a:gd name="csY683" fmla="*/ 335165 h 556900"/>
                <a:gd name="csX684" fmla="*/ 183777 w 473039"/>
                <a:gd name="csY684" fmla="*/ 333262 h 556900"/>
                <a:gd name="csX685" fmla="*/ 185444 w 473039"/>
                <a:gd name="csY685" fmla="*/ 332167 h 556900"/>
                <a:gd name="csX686" fmla="*/ 189081 w 473039"/>
                <a:gd name="csY686" fmla="*/ 329093 h 556900"/>
                <a:gd name="csX687" fmla="*/ 191371 w 473039"/>
                <a:gd name="csY687" fmla="*/ 327640 h 556900"/>
                <a:gd name="csX688" fmla="*/ 192558 w 473039"/>
                <a:gd name="csY688" fmla="*/ 325060 h 556900"/>
                <a:gd name="csX689" fmla="*/ 192930 w 473039"/>
                <a:gd name="csY689" fmla="*/ 323493 h 556900"/>
                <a:gd name="csX690" fmla="*/ 193706 w 473039"/>
                <a:gd name="csY690" fmla="*/ 322108 h 556900"/>
                <a:gd name="csX691" fmla="*/ 194391 w 473039"/>
                <a:gd name="csY691" fmla="*/ 319894 h 556900"/>
                <a:gd name="csX692" fmla="*/ 195563 w 473039"/>
                <a:gd name="csY692" fmla="*/ 319156 h 556900"/>
                <a:gd name="csX693" fmla="*/ 197610 w 473039"/>
                <a:gd name="csY693" fmla="*/ 317254 h 556900"/>
                <a:gd name="csX694" fmla="*/ 198781 w 473039"/>
                <a:gd name="csY694" fmla="*/ 317437 h 556900"/>
                <a:gd name="csX695" fmla="*/ 200090 w 473039"/>
                <a:gd name="csY695" fmla="*/ 319773 h 556900"/>
                <a:gd name="csX696" fmla="*/ 201848 w 473039"/>
                <a:gd name="csY696" fmla="*/ 321561 h 556900"/>
                <a:gd name="csX697" fmla="*/ 203111 w 473039"/>
                <a:gd name="csY697" fmla="*/ 321408 h 556900"/>
                <a:gd name="csX698" fmla="*/ 205371 w 473039"/>
                <a:gd name="csY698" fmla="*/ 320488 h 556900"/>
                <a:gd name="csX699" fmla="*/ 206466 w 473039"/>
                <a:gd name="csY699" fmla="*/ 320282 h 556900"/>
                <a:gd name="csX700" fmla="*/ 209076 w 473039"/>
                <a:gd name="csY700" fmla="*/ 320397 h 556900"/>
                <a:gd name="csX701" fmla="*/ 211427 w 473039"/>
                <a:gd name="csY701" fmla="*/ 319263 h 556900"/>
                <a:gd name="csX702" fmla="*/ 212386 w 473039"/>
                <a:gd name="csY702" fmla="*/ 317924 h 556900"/>
                <a:gd name="csX703" fmla="*/ 212743 w 473039"/>
                <a:gd name="csY703" fmla="*/ 316250 h 556900"/>
                <a:gd name="csX704" fmla="*/ 211868 w 473039"/>
                <a:gd name="csY704" fmla="*/ 313442 h 556900"/>
                <a:gd name="csX705" fmla="*/ 212994 w 473039"/>
                <a:gd name="csY705" fmla="*/ 313724 h 556900"/>
                <a:gd name="csX706" fmla="*/ 214082 w 473039"/>
                <a:gd name="csY706" fmla="*/ 313610 h 556900"/>
                <a:gd name="csX707" fmla="*/ 216631 w 473039"/>
                <a:gd name="csY707" fmla="*/ 311822 h 556900"/>
                <a:gd name="csX708" fmla="*/ 219256 w 473039"/>
                <a:gd name="csY708" fmla="*/ 310757 h 556900"/>
                <a:gd name="csX709" fmla="*/ 221972 w 473039"/>
                <a:gd name="csY709" fmla="*/ 310490 h 556900"/>
                <a:gd name="csX710" fmla="*/ 225031 w 473039"/>
                <a:gd name="csY710" fmla="*/ 311502 h 556900"/>
                <a:gd name="csX711" fmla="*/ 227990 w 473039"/>
                <a:gd name="csY711" fmla="*/ 313115 h 556900"/>
                <a:gd name="csX712" fmla="*/ 119568 w 473039"/>
                <a:gd name="csY712" fmla="*/ 316531 h 556900"/>
                <a:gd name="csX713" fmla="*/ 118176 w 473039"/>
                <a:gd name="csY713" fmla="*/ 317574 h 556900"/>
                <a:gd name="csX714" fmla="*/ 117583 w 473039"/>
                <a:gd name="csY714" fmla="*/ 315983 h 556900"/>
                <a:gd name="csX715" fmla="*/ 118191 w 473039"/>
                <a:gd name="csY715" fmla="*/ 311464 h 556900"/>
                <a:gd name="csX716" fmla="*/ 120801 w 473039"/>
                <a:gd name="csY716" fmla="*/ 312392 h 556900"/>
                <a:gd name="csX717" fmla="*/ 120755 w 473039"/>
                <a:gd name="csY717" fmla="*/ 313777 h 556900"/>
                <a:gd name="csX718" fmla="*/ 119568 w 473039"/>
                <a:gd name="csY718" fmla="*/ 316531 h 556900"/>
                <a:gd name="csX719" fmla="*/ 190008 w 473039"/>
                <a:gd name="csY719" fmla="*/ 316744 h 556900"/>
                <a:gd name="csX720" fmla="*/ 189392 w 473039"/>
                <a:gd name="csY720" fmla="*/ 317772 h 556900"/>
                <a:gd name="csX721" fmla="*/ 187498 w 473039"/>
                <a:gd name="csY721" fmla="*/ 317460 h 556900"/>
                <a:gd name="csX722" fmla="*/ 188259 w 473039"/>
                <a:gd name="csY722" fmla="*/ 316569 h 556900"/>
                <a:gd name="csX723" fmla="*/ 188837 w 473039"/>
                <a:gd name="csY723" fmla="*/ 315489 h 556900"/>
                <a:gd name="csX724" fmla="*/ 189263 w 473039"/>
                <a:gd name="csY724" fmla="*/ 315268 h 556900"/>
                <a:gd name="csX725" fmla="*/ 189621 w 473039"/>
                <a:gd name="csY725" fmla="*/ 316440 h 556900"/>
                <a:gd name="csX726" fmla="*/ 190008 w 473039"/>
                <a:gd name="csY726" fmla="*/ 316744 h 556900"/>
                <a:gd name="csX727" fmla="*/ 183336 w 473039"/>
                <a:gd name="csY727" fmla="*/ 321104 h 556900"/>
                <a:gd name="csX728" fmla="*/ 184378 w 473039"/>
                <a:gd name="csY728" fmla="*/ 322047 h 556900"/>
                <a:gd name="csX729" fmla="*/ 186851 w 473039"/>
                <a:gd name="csY729" fmla="*/ 321667 h 556900"/>
                <a:gd name="csX730" fmla="*/ 187155 w 473039"/>
                <a:gd name="csY730" fmla="*/ 321933 h 556900"/>
                <a:gd name="csX731" fmla="*/ 186433 w 473039"/>
                <a:gd name="csY731" fmla="*/ 322786 h 556900"/>
                <a:gd name="csX732" fmla="*/ 185337 w 473039"/>
                <a:gd name="csY732" fmla="*/ 323630 h 556900"/>
                <a:gd name="csX733" fmla="*/ 183359 w 473039"/>
                <a:gd name="csY733" fmla="*/ 322999 h 556900"/>
                <a:gd name="csX734" fmla="*/ 182111 w 473039"/>
                <a:gd name="csY734" fmla="*/ 322968 h 556900"/>
                <a:gd name="csX735" fmla="*/ 181936 w 473039"/>
                <a:gd name="csY735" fmla="*/ 321561 h 556900"/>
                <a:gd name="csX736" fmla="*/ 182096 w 473039"/>
                <a:gd name="csY736" fmla="*/ 321051 h 556900"/>
                <a:gd name="csX737" fmla="*/ 183336 w 473039"/>
                <a:gd name="csY737" fmla="*/ 321104 h 556900"/>
                <a:gd name="csX738" fmla="*/ 160039 w 473039"/>
                <a:gd name="csY738" fmla="*/ 329861 h 556900"/>
                <a:gd name="csX739" fmla="*/ 162907 w 473039"/>
                <a:gd name="csY739" fmla="*/ 330622 h 556900"/>
                <a:gd name="csX740" fmla="*/ 164124 w 473039"/>
                <a:gd name="csY740" fmla="*/ 330668 h 556900"/>
                <a:gd name="csX741" fmla="*/ 165243 w 473039"/>
                <a:gd name="csY741" fmla="*/ 330326 h 556900"/>
                <a:gd name="csX742" fmla="*/ 166962 w 473039"/>
                <a:gd name="csY742" fmla="*/ 329329 h 556900"/>
                <a:gd name="csX743" fmla="*/ 168751 w 473039"/>
                <a:gd name="csY743" fmla="*/ 328591 h 556900"/>
                <a:gd name="csX744" fmla="*/ 170036 w 473039"/>
                <a:gd name="csY744" fmla="*/ 328964 h 556900"/>
                <a:gd name="csX745" fmla="*/ 171170 w 473039"/>
                <a:gd name="csY745" fmla="*/ 329854 h 556900"/>
                <a:gd name="csX746" fmla="*/ 171764 w 473039"/>
                <a:gd name="csY746" fmla="*/ 331109 h 556900"/>
                <a:gd name="csX747" fmla="*/ 171474 w 473039"/>
                <a:gd name="csY747" fmla="*/ 332418 h 556900"/>
                <a:gd name="csX748" fmla="*/ 169443 w 473039"/>
                <a:gd name="csY748" fmla="*/ 335233 h 556900"/>
                <a:gd name="csX749" fmla="*/ 167769 w 473039"/>
                <a:gd name="csY749" fmla="*/ 338231 h 556900"/>
                <a:gd name="csX750" fmla="*/ 171604 w 473039"/>
                <a:gd name="csY750" fmla="*/ 338794 h 556900"/>
                <a:gd name="csX751" fmla="*/ 175438 w 473039"/>
                <a:gd name="csY751" fmla="*/ 338733 h 556900"/>
                <a:gd name="csX752" fmla="*/ 174548 w 473039"/>
                <a:gd name="csY752" fmla="*/ 340582 h 556900"/>
                <a:gd name="csX753" fmla="*/ 174396 w 473039"/>
                <a:gd name="csY753" fmla="*/ 342195 h 556900"/>
                <a:gd name="csX754" fmla="*/ 175568 w 473039"/>
                <a:gd name="csY754" fmla="*/ 342963 h 556900"/>
                <a:gd name="csX755" fmla="*/ 176564 w 473039"/>
                <a:gd name="csY755" fmla="*/ 343998 h 556900"/>
                <a:gd name="csX756" fmla="*/ 176306 w 473039"/>
                <a:gd name="csY756" fmla="*/ 344934 h 556900"/>
                <a:gd name="csX757" fmla="*/ 175735 w 473039"/>
                <a:gd name="csY757" fmla="*/ 345855 h 556900"/>
                <a:gd name="csX758" fmla="*/ 177828 w 473039"/>
                <a:gd name="csY758" fmla="*/ 347239 h 556900"/>
                <a:gd name="csX759" fmla="*/ 177691 w 473039"/>
                <a:gd name="csY759" fmla="*/ 348168 h 556900"/>
                <a:gd name="csX760" fmla="*/ 177150 w 473039"/>
                <a:gd name="csY760" fmla="*/ 349142 h 556900"/>
                <a:gd name="csX761" fmla="*/ 171923 w 473039"/>
                <a:gd name="csY761" fmla="*/ 355487 h 556900"/>
                <a:gd name="csX762" fmla="*/ 170386 w 473039"/>
                <a:gd name="csY762" fmla="*/ 358690 h 556900"/>
                <a:gd name="csX763" fmla="*/ 169321 w 473039"/>
                <a:gd name="csY763" fmla="*/ 362213 h 556900"/>
                <a:gd name="csX764" fmla="*/ 168340 w 473039"/>
                <a:gd name="csY764" fmla="*/ 364785 h 556900"/>
                <a:gd name="csX765" fmla="*/ 167624 w 473039"/>
                <a:gd name="csY765" fmla="*/ 367455 h 556900"/>
                <a:gd name="csX766" fmla="*/ 167084 w 473039"/>
                <a:gd name="csY766" fmla="*/ 370331 h 556900"/>
                <a:gd name="csX767" fmla="*/ 166110 w 473039"/>
                <a:gd name="csY767" fmla="*/ 373299 h 556900"/>
                <a:gd name="csX768" fmla="*/ 166437 w 473039"/>
                <a:gd name="csY768" fmla="*/ 375924 h 556900"/>
                <a:gd name="csX769" fmla="*/ 166110 w 473039"/>
                <a:gd name="csY769" fmla="*/ 378617 h 556900"/>
                <a:gd name="csX770" fmla="*/ 163485 w 473039"/>
                <a:gd name="csY770" fmla="*/ 385252 h 556900"/>
                <a:gd name="csX771" fmla="*/ 161613 w 473039"/>
                <a:gd name="csY771" fmla="*/ 385130 h 556900"/>
                <a:gd name="csX772" fmla="*/ 159263 w 473039"/>
                <a:gd name="csY772" fmla="*/ 384331 h 556900"/>
                <a:gd name="csX773" fmla="*/ 157794 w 473039"/>
                <a:gd name="csY773" fmla="*/ 384453 h 556900"/>
                <a:gd name="csX774" fmla="*/ 157033 w 473039"/>
                <a:gd name="csY774" fmla="*/ 385921 h 556900"/>
                <a:gd name="csX775" fmla="*/ 158380 w 473039"/>
                <a:gd name="csY775" fmla="*/ 388942 h 556900"/>
                <a:gd name="csX776" fmla="*/ 154195 w 473039"/>
                <a:gd name="csY776" fmla="*/ 392526 h 556900"/>
                <a:gd name="csX777" fmla="*/ 149569 w 473039"/>
                <a:gd name="csY777" fmla="*/ 394930 h 556900"/>
                <a:gd name="csX778" fmla="*/ 149539 w 473039"/>
                <a:gd name="csY778" fmla="*/ 393834 h 556900"/>
                <a:gd name="csX779" fmla="*/ 149980 w 473039"/>
                <a:gd name="csY779" fmla="*/ 392975 h 556900"/>
                <a:gd name="csX780" fmla="*/ 150642 w 473039"/>
                <a:gd name="csY780" fmla="*/ 392282 h 556900"/>
                <a:gd name="csX781" fmla="*/ 151121 w 473039"/>
                <a:gd name="csY781" fmla="*/ 391445 h 556900"/>
                <a:gd name="csX782" fmla="*/ 151798 w 473039"/>
                <a:gd name="csY782" fmla="*/ 388630 h 556900"/>
                <a:gd name="csX783" fmla="*/ 151464 w 473039"/>
                <a:gd name="csY783" fmla="*/ 385792 h 556900"/>
                <a:gd name="csX784" fmla="*/ 150064 w 473039"/>
                <a:gd name="csY784" fmla="*/ 382231 h 556900"/>
                <a:gd name="csX785" fmla="*/ 149965 w 473039"/>
                <a:gd name="csY785" fmla="*/ 380953 h 556900"/>
                <a:gd name="csX786" fmla="*/ 150931 w 473039"/>
                <a:gd name="csY786" fmla="*/ 380436 h 556900"/>
                <a:gd name="csX787" fmla="*/ 151578 w 473039"/>
                <a:gd name="csY787" fmla="*/ 380283 h 556900"/>
                <a:gd name="csX788" fmla="*/ 151928 w 473039"/>
                <a:gd name="csY788" fmla="*/ 379789 h 556900"/>
                <a:gd name="csX789" fmla="*/ 151943 w 473039"/>
                <a:gd name="csY789" fmla="*/ 378610 h 556900"/>
                <a:gd name="csX790" fmla="*/ 151502 w 473039"/>
                <a:gd name="csY790" fmla="*/ 377734 h 556900"/>
                <a:gd name="csX791" fmla="*/ 150178 w 473039"/>
                <a:gd name="csY791" fmla="*/ 377453 h 556900"/>
                <a:gd name="csX792" fmla="*/ 148915 w 473039"/>
                <a:gd name="csY792" fmla="*/ 377438 h 556900"/>
                <a:gd name="csX793" fmla="*/ 148024 w 473039"/>
                <a:gd name="csY793" fmla="*/ 378762 h 556900"/>
                <a:gd name="csX794" fmla="*/ 146800 w 473039"/>
                <a:gd name="csY794" fmla="*/ 381311 h 556900"/>
                <a:gd name="csX795" fmla="*/ 146206 w 473039"/>
                <a:gd name="csY795" fmla="*/ 383890 h 556900"/>
                <a:gd name="csX796" fmla="*/ 146465 w 473039"/>
                <a:gd name="csY796" fmla="*/ 385298 h 556900"/>
                <a:gd name="csX797" fmla="*/ 147005 w 473039"/>
                <a:gd name="csY797" fmla="*/ 386560 h 556900"/>
                <a:gd name="csX798" fmla="*/ 148687 w 473039"/>
                <a:gd name="csY798" fmla="*/ 388668 h 556900"/>
                <a:gd name="csX799" fmla="*/ 148199 w 473039"/>
                <a:gd name="csY799" fmla="*/ 389916 h 556900"/>
                <a:gd name="csX800" fmla="*/ 147500 w 473039"/>
                <a:gd name="csY800" fmla="*/ 390882 h 556900"/>
                <a:gd name="csX801" fmla="*/ 141565 w 473039"/>
                <a:gd name="csY801" fmla="*/ 388683 h 556900"/>
                <a:gd name="csX802" fmla="*/ 140279 w 473039"/>
                <a:gd name="csY802" fmla="*/ 388523 h 556900"/>
                <a:gd name="csX803" fmla="*/ 139214 w 473039"/>
                <a:gd name="csY803" fmla="*/ 388059 h 556900"/>
                <a:gd name="csX804" fmla="*/ 138072 w 473039"/>
                <a:gd name="csY804" fmla="*/ 385161 h 556900"/>
                <a:gd name="csX805" fmla="*/ 140492 w 473039"/>
                <a:gd name="csY805" fmla="*/ 384460 h 556900"/>
                <a:gd name="csX806" fmla="*/ 141207 w 473039"/>
                <a:gd name="csY806" fmla="*/ 384111 h 556900"/>
                <a:gd name="csX807" fmla="*/ 141474 w 473039"/>
                <a:gd name="csY807" fmla="*/ 383182 h 556900"/>
                <a:gd name="csX808" fmla="*/ 141801 w 473039"/>
                <a:gd name="csY808" fmla="*/ 380352 h 556900"/>
                <a:gd name="csX809" fmla="*/ 140675 w 473039"/>
                <a:gd name="csY809" fmla="*/ 377978 h 556900"/>
                <a:gd name="csX810" fmla="*/ 139716 w 473039"/>
                <a:gd name="csY810" fmla="*/ 377134 h 556900"/>
                <a:gd name="csX811" fmla="*/ 138940 w 473039"/>
                <a:gd name="csY811" fmla="*/ 376167 h 556900"/>
                <a:gd name="csX812" fmla="*/ 139427 w 473039"/>
                <a:gd name="csY812" fmla="*/ 374166 h 556900"/>
                <a:gd name="csX813" fmla="*/ 139107 w 473039"/>
                <a:gd name="csY813" fmla="*/ 371640 h 556900"/>
                <a:gd name="csX814" fmla="*/ 139077 w 473039"/>
                <a:gd name="csY814" fmla="*/ 368110 h 556900"/>
                <a:gd name="csX815" fmla="*/ 139495 w 473039"/>
                <a:gd name="csY815" fmla="*/ 367501 h 556900"/>
                <a:gd name="csX816" fmla="*/ 141740 w 473039"/>
                <a:gd name="csY816" fmla="*/ 366786 h 556900"/>
                <a:gd name="csX817" fmla="*/ 143360 w 473039"/>
                <a:gd name="csY817" fmla="*/ 364891 h 556900"/>
                <a:gd name="csX818" fmla="*/ 144791 w 473039"/>
                <a:gd name="csY818" fmla="*/ 362731 h 556900"/>
                <a:gd name="csX819" fmla="*/ 146883 w 473039"/>
                <a:gd name="csY819" fmla="*/ 358926 h 556900"/>
                <a:gd name="csX820" fmla="*/ 148603 w 473039"/>
                <a:gd name="csY820" fmla="*/ 354810 h 556900"/>
                <a:gd name="csX821" fmla="*/ 146952 w 473039"/>
                <a:gd name="csY821" fmla="*/ 354635 h 556900"/>
                <a:gd name="csX822" fmla="*/ 145552 w 473039"/>
                <a:gd name="csY822" fmla="*/ 353859 h 556900"/>
                <a:gd name="csX823" fmla="*/ 147073 w 473039"/>
                <a:gd name="csY823" fmla="*/ 351911 h 556900"/>
                <a:gd name="csX824" fmla="*/ 146602 w 473039"/>
                <a:gd name="csY824" fmla="*/ 349446 h 556900"/>
                <a:gd name="csX825" fmla="*/ 144319 w 473039"/>
                <a:gd name="csY825" fmla="*/ 346418 h 556900"/>
                <a:gd name="csX826" fmla="*/ 143064 w 473039"/>
                <a:gd name="csY826" fmla="*/ 342842 h 556900"/>
                <a:gd name="csX827" fmla="*/ 141047 w 473039"/>
                <a:gd name="csY827" fmla="*/ 341259 h 556900"/>
                <a:gd name="csX828" fmla="*/ 139983 w 473039"/>
                <a:gd name="csY828" fmla="*/ 340681 h 556900"/>
                <a:gd name="csX829" fmla="*/ 138681 w 473039"/>
                <a:gd name="csY829" fmla="*/ 341518 h 556900"/>
                <a:gd name="csX830" fmla="*/ 137616 w 473039"/>
                <a:gd name="csY830" fmla="*/ 342522 h 556900"/>
                <a:gd name="csX831" fmla="*/ 138605 w 473039"/>
                <a:gd name="csY831" fmla="*/ 344850 h 556900"/>
                <a:gd name="csX832" fmla="*/ 138483 w 473039"/>
                <a:gd name="csY832" fmla="*/ 346912 h 556900"/>
                <a:gd name="csX833" fmla="*/ 138643 w 473039"/>
                <a:gd name="csY833" fmla="*/ 348951 h 556900"/>
                <a:gd name="csX834" fmla="*/ 139648 w 473039"/>
                <a:gd name="csY834" fmla="*/ 349065 h 556900"/>
                <a:gd name="csX835" fmla="*/ 140888 w 473039"/>
                <a:gd name="csY835" fmla="*/ 348556 h 556900"/>
                <a:gd name="csX836" fmla="*/ 141877 w 473039"/>
                <a:gd name="csY836" fmla="*/ 348913 h 556900"/>
                <a:gd name="csX837" fmla="*/ 142455 w 473039"/>
                <a:gd name="csY837" fmla="*/ 349986 h 556900"/>
                <a:gd name="csX838" fmla="*/ 142615 w 473039"/>
                <a:gd name="csY838" fmla="*/ 351363 h 556900"/>
                <a:gd name="csX839" fmla="*/ 142174 w 473039"/>
                <a:gd name="csY839" fmla="*/ 352725 h 556900"/>
                <a:gd name="csX840" fmla="*/ 141268 w 473039"/>
                <a:gd name="csY840" fmla="*/ 353402 h 556900"/>
                <a:gd name="csX841" fmla="*/ 140157 w 473039"/>
                <a:gd name="csY841" fmla="*/ 353349 h 556900"/>
                <a:gd name="csX842" fmla="*/ 139039 w 473039"/>
                <a:gd name="csY842" fmla="*/ 352611 h 556900"/>
                <a:gd name="csX843" fmla="*/ 138164 w 473039"/>
                <a:gd name="csY843" fmla="*/ 351561 h 556900"/>
                <a:gd name="csX844" fmla="*/ 136071 w 473039"/>
                <a:gd name="csY844" fmla="*/ 350983 h 556900"/>
                <a:gd name="csX845" fmla="*/ 133865 w 473039"/>
                <a:gd name="csY845" fmla="*/ 352223 h 556900"/>
                <a:gd name="csX846" fmla="*/ 131773 w 473039"/>
                <a:gd name="csY846" fmla="*/ 354749 h 556900"/>
                <a:gd name="csX847" fmla="*/ 129985 w 473039"/>
                <a:gd name="csY847" fmla="*/ 356027 h 556900"/>
                <a:gd name="csX848" fmla="*/ 130821 w 473039"/>
                <a:gd name="csY848" fmla="*/ 354156 h 556900"/>
                <a:gd name="csX849" fmla="*/ 131225 w 473039"/>
                <a:gd name="csY849" fmla="*/ 352132 h 556900"/>
                <a:gd name="csX850" fmla="*/ 130358 w 473039"/>
                <a:gd name="csY850" fmla="*/ 350709 h 556900"/>
                <a:gd name="csX851" fmla="*/ 128303 w 473039"/>
                <a:gd name="csY851" fmla="*/ 348343 h 556900"/>
                <a:gd name="csX852" fmla="*/ 127824 w 473039"/>
                <a:gd name="csY852" fmla="*/ 346973 h 556900"/>
                <a:gd name="csX853" fmla="*/ 127702 w 473039"/>
                <a:gd name="csY853" fmla="*/ 345315 h 556900"/>
                <a:gd name="csX854" fmla="*/ 128067 w 473039"/>
                <a:gd name="csY854" fmla="*/ 343671 h 556900"/>
                <a:gd name="csX855" fmla="*/ 130167 w 473039"/>
                <a:gd name="csY855" fmla="*/ 345558 h 556900"/>
                <a:gd name="csX856" fmla="*/ 131248 w 473039"/>
                <a:gd name="csY856" fmla="*/ 347909 h 556900"/>
                <a:gd name="csX857" fmla="*/ 132800 w 473039"/>
                <a:gd name="csY857" fmla="*/ 348944 h 556900"/>
                <a:gd name="csX858" fmla="*/ 134740 w 473039"/>
                <a:gd name="csY858" fmla="*/ 348951 h 556900"/>
                <a:gd name="csX859" fmla="*/ 133249 w 473039"/>
                <a:gd name="csY859" fmla="*/ 345497 h 556900"/>
                <a:gd name="csX860" fmla="*/ 132716 w 473039"/>
                <a:gd name="csY860" fmla="*/ 344622 h 556900"/>
                <a:gd name="csX861" fmla="*/ 130632 w 473039"/>
                <a:gd name="csY861" fmla="*/ 343070 h 556900"/>
                <a:gd name="csX862" fmla="*/ 127770 w 473039"/>
                <a:gd name="csY862" fmla="*/ 340460 h 556900"/>
                <a:gd name="csX863" fmla="*/ 125960 w 473039"/>
                <a:gd name="csY863" fmla="*/ 339197 h 556900"/>
                <a:gd name="csX864" fmla="*/ 126599 w 473039"/>
                <a:gd name="csY864" fmla="*/ 336466 h 556900"/>
                <a:gd name="csX865" fmla="*/ 127672 w 473039"/>
                <a:gd name="csY865" fmla="*/ 335925 h 556900"/>
                <a:gd name="csX866" fmla="*/ 128570 w 473039"/>
                <a:gd name="csY866" fmla="*/ 336055 h 556900"/>
                <a:gd name="csX867" fmla="*/ 131597 w 473039"/>
                <a:gd name="csY867" fmla="*/ 337021 h 556900"/>
                <a:gd name="csX868" fmla="*/ 131879 w 473039"/>
                <a:gd name="csY868" fmla="*/ 335659 h 556900"/>
                <a:gd name="csX869" fmla="*/ 131430 w 473039"/>
                <a:gd name="csY869" fmla="*/ 334929 h 556900"/>
                <a:gd name="csX870" fmla="*/ 131202 w 473039"/>
                <a:gd name="csY870" fmla="*/ 334084 h 556900"/>
                <a:gd name="csX871" fmla="*/ 133203 w 473039"/>
                <a:gd name="csY871" fmla="*/ 332905 h 556900"/>
                <a:gd name="csX872" fmla="*/ 136467 w 473039"/>
                <a:gd name="csY872" fmla="*/ 331931 h 556900"/>
                <a:gd name="csX873" fmla="*/ 137137 w 473039"/>
                <a:gd name="csY873" fmla="*/ 331475 h 556900"/>
                <a:gd name="csX874" fmla="*/ 137715 w 473039"/>
                <a:gd name="csY874" fmla="*/ 330493 h 556900"/>
                <a:gd name="csX875" fmla="*/ 138514 w 473039"/>
                <a:gd name="csY875" fmla="*/ 329983 h 556900"/>
                <a:gd name="csX876" fmla="*/ 140797 w 473039"/>
                <a:gd name="csY876" fmla="*/ 329998 h 556900"/>
                <a:gd name="csX877" fmla="*/ 142721 w 473039"/>
                <a:gd name="csY877" fmla="*/ 329055 h 556900"/>
                <a:gd name="csX878" fmla="*/ 144312 w 473039"/>
                <a:gd name="csY878" fmla="*/ 326506 h 556900"/>
                <a:gd name="csX879" fmla="*/ 144692 w 473039"/>
                <a:gd name="csY879" fmla="*/ 325106 h 556900"/>
                <a:gd name="csX880" fmla="*/ 145255 w 473039"/>
                <a:gd name="csY880" fmla="*/ 323934 h 556900"/>
                <a:gd name="csX881" fmla="*/ 149219 w 473039"/>
                <a:gd name="csY881" fmla="*/ 321865 h 556900"/>
                <a:gd name="csX882" fmla="*/ 150201 w 473039"/>
                <a:gd name="csY882" fmla="*/ 321545 h 556900"/>
                <a:gd name="csX883" fmla="*/ 152856 w 473039"/>
                <a:gd name="csY883" fmla="*/ 321804 h 556900"/>
                <a:gd name="csX884" fmla="*/ 155275 w 473039"/>
                <a:gd name="csY884" fmla="*/ 322976 h 556900"/>
                <a:gd name="csX885" fmla="*/ 156470 w 473039"/>
                <a:gd name="csY885" fmla="*/ 325441 h 556900"/>
                <a:gd name="csX886" fmla="*/ 157520 w 473039"/>
                <a:gd name="csY886" fmla="*/ 328073 h 556900"/>
                <a:gd name="csX887" fmla="*/ 160039 w 473039"/>
                <a:gd name="csY887" fmla="*/ 329861 h 556900"/>
                <a:gd name="csX888" fmla="*/ 130593 w 473039"/>
                <a:gd name="csY888" fmla="*/ 326126 h 556900"/>
                <a:gd name="csX889" fmla="*/ 129117 w 473039"/>
                <a:gd name="csY889" fmla="*/ 327183 h 556900"/>
                <a:gd name="csX890" fmla="*/ 128006 w 473039"/>
                <a:gd name="csY890" fmla="*/ 326362 h 556900"/>
                <a:gd name="csX891" fmla="*/ 128546 w 473039"/>
                <a:gd name="csY891" fmla="*/ 324079 h 556900"/>
                <a:gd name="csX892" fmla="*/ 128912 w 473039"/>
                <a:gd name="csY892" fmla="*/ 323318 h 556900"/>
                <a:gd name="csX893" fmla="*/ 130175 w 473039"/>
                <a:gd name="csY893" fmla="*/ 324071 h 556900"/>
                <a:gd name="csX894" fmla="*/ 130593 w 473039"/>
                <a:gd name="csY894" fmla="*/ 326126 h 556900"/>
                <a:gd name="csX895" fmla="*/ 124096 w 473039"/>
                <a:gd name="csY895" fmla="*/ 339532 h 556900"/>
                <a:gd name="csX896" fmla="*/ 122597 w 473039"/>
                <a:gd name="csY896" fmla="*/ 340727 h 556900"/>
                <a:gd name="csX897" fmla="*/ 121509 w 473039"/>
                <a:gd name="csY897" fmla="*/ 340727 h 556900"/>
                <a:gd name="csX898" fmla="*/ 122498 w 473039"/>
                <a:gd name="csY898" fmla="*/ 339326 h 556900"/>
                <a:gd name="csX899" fmla="*/ 122635 w 473039"/>
                <a:gd name="csY899" fmla="*/ 338665 h 556900"/>
                <a:gd name="csX900" fmla="*/ 123464 w 473039"/>
                <a:gd name="csY900" fmla="*/ 336785 h 556900"/>
                <a:gd name="csX901" fmla="*/ 125085 w 473039"/>
                <a:gd name="csY901" fmla="*/ 336116 h 556900"/>
                <a:gd name="csX902" fmla="*/ 125769 w 473039"/>
                <a:gd name="csY902" fmla="*/ 336032 h 556900"/>
                <a:gd name="csX903" fmla="*/ 124445 w 473039"/>
                <a:gd name="csY903" fmla="*/ 337980 h 556900"/>
                <a:gd name="csX904" fmla="*/ 124096 w 473039"/>
                <a:gd name="csY904" fmla="*/ 339532 h 556900"/>
                <a:gd name="csX905" fmla="*/ 115239 w 473039"/>
                <a:gd name="csY905" fmla="*/ 349225 h 556900"/>
                <a:gd name="csX906" fmla="*/ 114707 w 473039"/>
                <a:gd name="csY906" fmla="*/ 349499 h 556900"/>
                <a:gd name="csX907" fmla="*/ 114022 w 473039"/>
                <a:gd name="csY907" fmla="*/ 347217 h 556900"/>
                <a:gd name="csX908" fmla="*/ 113542 w 473039"/>
                <a:gd name="csY908" fmla="*/ 346403 h 556900"/>
                <a:gd name="csX909" fmla="*/ 114342 w 473039"/>
                <a:gd name="csY909" fmla="*/ 345969 h 556900"/>
                <a:gd name="csX910" fmla="*/ 115947 w 473039"/>
                <a:gd name="csY910" fmla="*/ 341822 h 556900"/>
                <a:gd name="csX911" fmla="*/ 116236 w 473039"/>
                <a:gd name="csY911" fmla="*/ 343466 h 556900"/>
                <a:gd name="csX912" fmla="*/ 116860 w 473039"/>
                <a:gd name="csY912" fmla="*/ 345094 h 556900"/>
                <a:gd name="csX913" fmla="*/ 117484 w 473039"/>
                <a:gd name="csY913" fmla="*/ 345353 h 556900"/>
                <a:gd name="csX914" fmla="*/ 116875 w 473039"/>
                <a:gd name="csY914" fmla="*/ 346539 h 556900"/>
                <a:gd name="csX915" fmla="*/ 115985 w 473039"/>
                <a:gd name="csY915" fmla="*/ 346981 h 556900"/>
                <a:gd name="csX916" fmla="*/ 115239 w 473039"/>
                <a:gd name="csY916" fmla="*/ 349225 h 556900"/>
                <a:gd name="csX917" fmla="*/ 345094 w 473039"/>
                <a:gd name="csY917" fmla="*/ 343762 h 556900"/>
                <a:gd name="csX918" fmla="*/ 344721 w 473039"/>
                <a:gd name="csY918" fmla="*/ 344029 h 556900"/>
                <a:gd name="csX919" fmla="*/ 343694 w 473039"/>
                <a:gd name="csY919" fmla="*/ 343199 h 556900"/>
                <a:gd name="csX920" fmla="*/ 343542 w 473039"/>
                <a:gd name="csY920" fmla="*/ 342461 h 556900"/>
                <a:gd name="csX921" fmla="*/ 343724 w 473039"/>
                <a:gd name="csY921" fmla="*/ 342005 h 556900"/>
                <a:gd name="csX922" fmla="*/ 344394 w 473039"/>
                <a:gd name="csY922" fmla="*/ 341906 h 556900"/>
                <a:gd name="csX923" fmla="*/ 345779 w 473039"/>
                <a:gd name="csY923" fmla="*/ 342811 h 556900"/>
                <a:gd name="csX924" fmla="*/ 345094 w 473039"/>
                <a:gd name="csY924" fmla="*/ 343762 h 556900"/>
                <a:gd name="csX925" fmla="*/ 106451 w 473039"/>
                <a:gd name="csY925" fmla="*/ 350656 h 556900"/>
                <a:gd name="csX926" fmla="*/ 107281 w 473039"/>
                <a:gd name="csY926" fmla="*/ 351340 h 556900"/>
                <a:gd name="csX927" fmla="*/ 108490 w 473039"/>
                <a:gd name="csY927" fmla="*/ 350952 h 556900"/>
                <a:gd name="csX928" fmla="*/ 109457 w 473039"/>
                <a:gd name="csY928" fmla="*/ 350861 h 556900"/>
                <a:gd name="csX929" fmla="*/ 110149 w 473039"/>
                <a:gd name="csY929" fmla="*/ 351188 h 556900"/>
                <a:gd name="csX930" fmla="*/ 111024 w 473039"/>
                <a:gd name="csY930" fmla="*/ 352946 h 556900"/>
                <a:gd name="csX931" fmla="*/ 111344 w 473039"/>
                <a:gd name="csY931" fmla="*/ 353988 h 556900"/>
                <a:gd name="csX932" fmla="*/ 109784 w 473039"/>
                <a:gd name="csY932" fmla="*/ 354133 h 556900"/>
                <a:gd name="csX933" fmla="*/ 109122 w 473039"/>
                <a:gd name="csY933" fmla="*/ 354376 h 556900"/>
                <a:gd name="csX934" fmla="*/ 108270 w 473039"/>
                <a:gd name="csY934" fmla="*/ 355647 h 556900"/>
                <a:gd name="csX935" fmla="*/ 107045 w 473039"/>
                <a:gd name="csY935" fmla="*/ 355175 h 556900"/>
                <a:gd name="csX936" fmla="*/ 106276 w 473039"/>
                <a:gd name="csY936" fmla="*/ 354574 h 556900"/>
                <a:gd name="csX937" fmla="*/ 106109 w 473039"/>
                <a:gd name="csY937" fmla="*/ 353729 h 556900"/>
                <a:gd name="csX938" fmla="*/ 106451 w 473039"/>
                <a:gd name="csY938" fmla="*/ 350656 h 556900"/>
                <a:gd name="csX939" fmla="*/ 136710 w 473039"/>
                <a:gd name="csY939" fmla="*/ 364617 h 556900"/>
                <a:gd name="csX940" fmla="*/ 135021 w 473039"/>
                <a:gd name="csY940" fmla="*/ 365515 h 556900"/>
                <a:gd name="csX941" fmla="*/ 134808 w 473039"/>
                <a:gd name="csY941" fmla="*/ 364655 h 556900"/>
                <a:gd name="csX942" fmla="*/ 134093 w 473039"/>
                <a:gd name="csY942" fmla="*/ 364260 h 556900"/>
                <a:gd name="csX943" fmla="*/ 135318 w 473039"/>
                <a:gd name="csY943" fmla="*/ 363050 h 556900"/>
                <a:gd name="csX944" fmla="*/ 135273 w 473039"/>
                <a:gd name="csY944" fmla="*/ 362502 h 556900"/>
                <a:gd name="csX945" fmla="*/ 134497 w 473039"/>
                <a:gd name="csY945" fmla="*/ 361688 h 556900"/>
                <a:gd name="csX946" fmla="*/ 135394 w 473039"/>
                <a:gd name="csY946" fmla="*/ 358599 h 556900"/>
                <a:gd name="csX947" fmla="*/ 135151 w 473039"/>
                <a:gd name="csY947" fmla="*/ 357267 h 556900"/>
                <a:gd name="csX948" fmla="*/ 138522 w 473039"/>
                <a:gd name="csY948" fmla="*/ 356773 h 556900"/>
                <a:gd name="csX949" fmla="*/ 139138 w 473039"/>
                <a:gd name="csY949" fmla="*/ 358028 h 556900"/>
                <a:gd name="csX950" fmla="*/ 139199 w 473039"/>
                <a:gd name="csY950" fmla="*/ 361833 h 556900"/>
                <a:gd name="csX951" fmla="*/ 136710 w 473039"/>
                <a:gd name="csY951" fmla="*/ 364617 h 556900"/>
                <a:gd name="csX952" fmla="*/ 143087 w 473039"/>
                <a:gd name="csY952" fmla="*/ 359740 h 556900"/>
                <a:gd name="csX953" fmla="*/ 141200 w 473039"/>
                <a:gd name="csY953" fmla="*/ 359854 h 556900"/>
                <a:gd name="csX954" fmla="*/ 140416 w 473039"/>
                <a:gd name="csY954" fmla="*/ 359558 h 556900"/>
                <a:gd name="csX955" fmla="*/ 140104 w 473039"/>
                <a:gd name="csY955" fmla="*/ 358759 h 556900"/>
                <a:gd name="csX956" fmla="*/ 142752 w 473039"/>
                <a:gd name="csY956" fmla="*/ 357138 h 556900"/>
                <a:gd name="csX957" fmla="*/ 144806 w 473039"/>
                <a:gd name="csY957" fmla="*/ 357427 h 556900"/>
                <a:gd name="csX958" fmla="*/ 143893 w 473039"/>
                <a:gd name="csY958" fmla="*/ 358888 h 556900"/>
                <a:gd name="csX959" fmla="*/ 143087 w 473039"/>
                <a:gd name="csY959" fmla="*/ 359740 h 556900"/>
                <a:gd name="csX960" fmla="*/ 128935 w 473039"/>
                <a:gd name="csY960" fmla="*/ 378960 h 556900"/>
                <a:gd name="csX961" fmla="*/ 128265 w 473039"/>
                <a:gd name="csY961" fmla="*/ 379393 h 556900"/>
                <a:gd name="csX962" fmla="*/ 128691 w 473039"/>
                <a:gd name="csY962" fmla="*/ 377430 h 556900"/>
                <a:gd name="csX963" fmla="*/ 130411 w 473039"/>
                <a:gd name="csY963" fmla="*/ 375711 h 556900"/>
                <a:gd name="csX964" fmla="*/ 130555 w 473039"/>
                <a:gd name="csY964" fmla="*/ 376821 h 556900"/>
                <a:gd name="csX965" fmla="*/ 128935 w 473039"/>
                <a:gd name="csY965" fmla="*/ 378960 h 556900"/>
                <a:gd name="csX966" fmla="*/ 155443 w 473039"/>
                <a:gd name="csY966" fmla="*/ 410208 h 556900"/>
                <a:gd name="csX967" fmla="*/ 153571 w 473039"/>
                <a:gd name="csY967" fmla="*/ 410467 h 556900"/>
                <a:gd name="csX968" fmla="*/ 153533 w 473039"/>
                <a:gd name="csY968" fmla="*/ 409036 h 556900"/>
                <a:gd name="csX969" fmla="*/ 155017 w 473039"/>
                <a:gd name="csY969" fmla="*/ 405810 h 556900"/>
                <a:gd name="csX970" fmla="*/ 155176 w 473039"/>
                <a:gd name="csY970" fmla="*/ 403436 h 556900"/>
                <a:gd name="csX971" fmla="*/ 156561 w 473039"/>
                <a:gd name="csY971" fmla="*/ 400438 h 556900"/>
                <a:gd name="csX972" fmla="*/ 157147 w 473039"/>
                <a:gd name="csY972" fmla="*/ 399784 h 556900"/>
                <a:gd name="csX973" fmla="*/ 157588 w 473039"/>
                <a:gd name="csY973" fmla="*/ 399548 h 556900"/>
                <a:gd name="csX974" fmla="*/ 158068 w 473039"/>
                <a:gd name="csY974" fmla="*/ 400484 h 556900"/>
                <a:gd name="csX975" fmla="*/ 157535 w 473039"/>
                <a:gd name="csY975" fmla="*/ 404152 h 556900"/>
                <a:gd name="csX976" fmla="*/ 156143 w 473039"/>
                <a:gd name="csY976" fmla="*/ 406929 h 556900"/>
                <a:gd name="csX977" fmla="*/ 155443 w 473039"/>
                <a:gd name="csY977" fmla="*/ 410208 h 556900"/>
                <a:gd name="csX978" fmla="*/ 148253 w 473039"/>
                <a:gd name="csY978" fmla="*/ 413502 h 556900"/>
                <a:gd name="csX979" fmla="*/ 145811 w 473039"/>
                <a:gd name="csY979" fmla="*/ 414035 h 556900"/>
                <a:gd name="csX980" fmla="*/ 144471 w 473039"/>
                <a:gd name="csY980" fmla="*/ 413464 h 556900"/>
                <a:gd name="csX981" fmla="*/ 143239 w 473039"/>
                <a:gd name="csY981" fmla="*/ 410428 h 556900"/>
                <a:gd name="csX982" fmla="*/ 145575 w 473039"/>
                <a:gd name="csY982" fmla="*/ 408526 h 556900"/>
                <a:gd name="csX983" fmla="*/ 148694 w 473039"/>
                <a:gd name="csY983" fmla="*/ 410413 h 556900"/>
                <a:gd name="csX984" fmla="*/ 149333 w 473039"/>
                <a:gd name="csY984" fmla="*/ 410953 h 556900"/>
                <a:gd name="csX985" fmla="*/ 148253 w 473039"/>
                <a:gd name="csY985" fmla="*/ 413502 h 556900"/>
                <a:gd name="csX986" fmla="*/ 123266 w 473039"/>
                <a:gd name="csY986" fmla="*/ 463514 h 556900"/>
                <a:gd name="csX987" fmla="*/ 121425 w 473039"/>
                <a:gd name="csY987" fmla="*/ 465469 h 556900"/>
                <a:gd name="csX988" fmla="*/ 119469 w 473039"/>
                <a:gd name="csY988" fmla="*/ 463704 h 556900"/>
                <a:gd name="csX989" fmla="*/ 117111 w 473039"/>
                <a:gd name="csY989" fmla="*/ 462524 h 556900"/>
                <a:gd name="csX990" fmla="*/ 118230 w 473039"/>
                <a:gd name="csY990" fmla="*/ 462205 h 556900"/>
                <a:gd name="csX991" fmla="*/ 118884 w 473039"/>
                <a:gd name="csY991" fmla="*/ 461725 h 556900"/>
                <a:gd name="csX992" fmla="*/ 118952 w 473039"/>
                <a:gd name="csY992" fmla="*/ 460980 h 556900"/>
                <a:gd name="csX993" fmla="*/ 120481 w 473039"/>
                <a:gd name="csY993" fmla="*/ 459869 h 556900"/>
                <a:gd name="csX994" fmla="*/ 123510 w 473039"/>
                <a:gd name="csY994" fmla="*/ 459009 h 556900"/>
                <a:gd name="csX995" fmla="*/ 124476 w 473039"/>
                <a:gd name="csY995" fmla="*/ 458956 h 556900"/>
                <a:gd name="csX996" fmla="*/ 125564 w 473039"/>
                <a:gd name="csY996" fmla="*/ 458149 h 556900"/>
                <a:gd name="csX997" fmla="*/ 125922 w 473039"/>
                <a:gd name="csY997" fmla="*/ 457419 h 556900"/>
                <a:gd name="csX998" fmla="*/ 126371 w 473039"/>
                <a:gd name="csY998" fmla="*/ 457069 h 556900"/>
                <a:gd name="csX999" fmla="*/ 128326 w 473039"/>
                <a:gd name="csY999" fmla="*/ 456065 h 556900"/>
                <a:gd name="csX1000" fmla="*/ 128859 w 473039"/>
                <a:gd name="csY1000" fmla="*/ 457221 h 556900"/>
                <a:gd name="csX1001" fmla="*/ 128767 w 473039"/>
                <a:gd name="csY1001" fmla="*/ 458127 h 556900"/>
                <a:gd name="csX1002" fmla="*/ 127299 w 473039"/>
                <a:gd name="csY1002" fmla="*/ 458629 h 556900"/>
                <a:gd name="csX1003" fmla="*/ 125868 w 473039"/>
                <a:gd name="csY1003" fmla="*/ 459839 h 556900"/>
                <a:gd name="csX1004" fmla="*/ 124537 w 473039"/>
                <a:gd name="csY1004" fmla="*/ 461345 h 556900"/>
                <a:gd name="csX1005" fmla="*/ 123350 w 473039"/>
                <a:gd name="csY1005" fmla="*/ 461984 h 556900"/>
                <a:gd name="csX1006" fmla="*/ 122970 w 473039"/>
                <a:gd name="csY1006" fmla="*/ 462410 h 556900"/>
                <a:gd name="csX1007" fmla="*/ 123266 w 473039"/>
                <a:gd name="csY1007" fmla="*/ 463514 h 556900"/>
                <a:gd name="csX1008" fmla="*/ 120519 w 473039"/>
                <a:gd name="csY1008" fmla="*/ 466024 h 556900"/>
                <a:gd name="csX1009" fmla="*/ 120664 w 473039"/>
                <a:gd name="csY1009" fmla="*/ 466587 h 556900"/>
                <a:gd name="csX1010" fmla="*/ 118572 w 473039"/>
                <a:gd name="csY1010" fmla="*/ 466115 h 556900"/>
                <a:gd name="csX1011" fmla="*/ 117720 w 473039"/>
                <a:gd name="csY1011" fmla="*/ 463917 h 556900"/>
                <a:gd name="csX1012" fmla="*/ 119112 w 473039"/>
                <a:gd name="csY1012" fmla="*/ 464312 h 556900"/>
                <a:gd name="csX1013" fmla="*/ 119538 w 473039"/>
                <a:gd name="csY1013" fmla="*/ 465065 h 556900"/>
                <a:gd name="csX1014" fmla="*/ 120519 w 473039"/>
                <a:gd name="csY1014" fmla="*/ 466024 h 556900"/>
                <a:gd name="csX1015" fmla="*/ 113558 w 473039"/>
                <a:gd name="csY1015" fmla="*/ 475254 h 556900"/>
                <a:gd name="csX1016" fmla="*/ 112660 w 473039"/>
                <a:gd name="csY1016" fmla="*/ 475695 h 556900"/>
                <a:gd name="csX1017" fmla="*/ 111465 w 473039"/>
                <a:gd name="csY1017" fmla="*/ 475086 h 556900"/>
                <a:gd name="csX1018" fmla="*/ 111093 w 473039"/>
                <a:gd name="csY1018" fmla="*/ 472332 h 556900"/>
                <a:gd name="csX1019" fmla="*/ 111625 w 473039"/>
                <a:gd name="csY1019" fmla="*/ 470993 h 556900"/>
                <a:gd name="csX1020" fmla="*/ 112561 w 473039"/>
                <a:gd name="csY1020" fmla="*/ 470696 h 556900"/>
                <a:gd name="csX1021" fmla="*/ 113375 w 473039"/>
                <a:gd name="csY1021" fmla="*/ 473077 h 556900"/>
                <a:gd name="csX1022" fmla="*/ 113938 w 473039"/>
                <a:gd name="csY1022" fmla="*/ 474059 h 556900"/>
                <a:gd name="csX1023" fmla="*/ 113558 w 473039"/>
                <a:gd name="csY1023" fmla="*/ 475254 h 556900"/>
                <a:gd name="csX1024" fmla="*/ 97770 w 473039"/>
                <a:gd name="csY1024" fmla="*/ 500757 h 556900"/>
                <a:gd name="csX1025" fmla="*/ 95708 w 473039"/>
                <a:gd name="csY1025" fmla="*/ 501853 h 556900"/>
                <a:gd name="csX1026" fmla="*/ 94947 w 473039"/>
                <a:gd name="csY1026" fmla="*/ 503154 h 556900"/>
                <a:gd name="csX1027" fmla="*/ 93045 w 473039"/>
                <a:gd name="csY1027" fmla="*/ 503595 h 556900"/>
                <a:gd name="csX1028" fmla="*/ 91196 w 473039"/>
                <a:gd name="csY1028" fmla="*/ 505421 h 556900"/>
                <a:gd name="csX1029" fmla="*/ 89401 w 473039"/>
                <a:gd name="csY1029" fmla="*/ 505749 h 556900"/>
                <a:gd name="csX1030" fmla="*/ 89446 w 473039"/>
                <a:gd name="csY1030" fmla="*/ 507217 h 556900"/>
                <a:gd name="csX1031" fmla="*/ 90215 w 473039"/>
                <a:gd name="csY1031" fmla="*/ 508457 h 556900"/>
                <a:gd name="csX1032" fmla="*/ 89020 w 473039"/>
                <a:gd name="csY1032" fmla="*/ 508678 h 556900"/>
                <a:gd name="csX1033" fmla="*/ 87765 w 473039"/>
                <a:gd name="csY1033" fmla="*/ 510192 h 556900"/>
                <a:gd name="csX1034" fmla="*/ 87666 w 473039"/>
                <a:gd name="csY1034" fmla="*/ 511295 h 556900"/>
                <a:gd name="csX1035" fmla="*/ 88115 w 473039"/>
                <a:gd name="csY1035" fmla="*/ 512178 h 556900"/>
                <a:gd name="csX1036" fmla="*/ 88054 w 473039"/>
                <a:gd name="csY1036" fmla="*/ 512627 h 556900"/>
                <a:gd name="csX1037" fmla="*/ 86471 w 473039"/>
                <a:gd name="csY1037" fmla="*/ 513935 h 556900"/>
                <a:gd name="csX1038" fmla="*/ 84835 w 473039"/>
                <a:gd name="csY1038" fmla="*/ 513996 h 556900"/>
                <a:gd name="csX1039" fmla="*/ 84767 w 473039"/>
                <a:gd name="csY1039" fmla="*/ 512581 h 556900"/>
                <a:gd name="csX1040" fmla="*/ 84873 w 473039"/>
                <a:gd name="csY1040" fmla="*/ 511523 h 556900"/>
                <a:gd name="csX1041" fmla="*/ 86418 w 473039"/>
                <a:gd name="csY1041" fmla="*/ 508952 h 556900"/>
                <a:gd name="csX1042" fmla="*/ 86456 w 473039"/>
                <a:gd name="csY1042" fmla="*/ 505961 h 556900"/>
                <a:gd name="csX1043" fmla="*/ 87886 w 473039"/>
                <a:gd name="csY1043" fmla="*/ 505619 h 556900"/>
                <a:gd name="csX1044" fmla="*/ 88404 w 473039"/>
                <a:gd name="csY1044" fmla="*/ 505201 h 556900"/>
                <a:gd name="csX1045" fmla="*/ 90664 w 473039"/>
                <a:gd name="csY1045" fmla="*/ 503070 h 556900"/>
                <a:gd name="csX1046" fmla="*/ 91082 w 473039"/>
                <a:gd name="csY1046" fmla="*/ 502165 h 556900"/>
                <a:gd name="csX1047" fmla="*/ 89910 w 473039"/>
                <a:gd name="csY1047" fmla="*/ 501282 h 556900"/>
                <a:gd name="csX1048" fmla="*/ 90002 w 473039"/>
                <a:gd name="csY1048" fmla="*/ 500240 h 556900"/>
                <a:gd name="csX1049" fmla="*/ 90268 w 473039"/>
                <a:gd name="csY1049" fmla="*/ 499799 h 556900"/>
                <a:gd name="csX1050" fmla="*/ 92124 w 473039"/>
                <a:gd name="csY1050" fmla="*/ 500133 h 556900"/>
                <a:gd name="csX1051" fmla="*/ 92878 w 473039"/>
                <a:gd name="csY1051" fmla="*/ 500909 h 556900"/>
                <a:gd name="csX1052" fmla="*/ 93250 w 473039"/>
                <a:gd name="csY1052" fmla="*/ 500993 h 556900"/>
                <a:gd name="csX1053" fmla="*/ 94339 w 473039"/>
                <a:gd name="csY1053" fmla="*/ 500415 h 556900"/>
                <a:gd name="csX1054" fmla="*/ 94848 w 473039"/>
                <a:gd name="csY1054" fmla="*/ 499380 h 556900"/>
                <a:gd name="csX1055" fmla="*/ 96872 w 473039"/>
                <a:gd name="csY1055" fmla="*/ 497341 h 556900"/>
                <a:gd name="csX1056" fmla="*/ 97694 w 473039"/>
                <a:gd name="csY1056" fmla="*/ 495317 h 556900"/>
                <a:gd name="csX1057" fmla="*/ 99330 w 473039"/>
                <a:gd name="csY1057" fmla="*/ 496976 h 556900"/>
                <a:gd name="csX1058" fmla="*/ 98889 w 473039"/>
                <a:gd name="csY1058" fmla="*/ 499152 h 556900"/>
                <a:gd name="csX1059" fmla="*/ 97770 w 473039"/>
                <a:gd name="csY1059" fmla="*/ 500757 h 556900"/>
                <a:gd name="csX1060" fmla="*/ 395212 w 473039"/>
                <a:gd name="csY1060" fmla="*/ 501625 h 556900"/>
                <a:gd name="csX1061" fmla="*/ 394816 w 473039"/>
                <a:gd name="csY1061" fmla="*/ 501640 h 556900"/>
                <a:gd name="csX1062" fmla="*/ 393477 w 473039"/>
                <a:gd name="csY1062" fmla="*/ 499122 h 556900"/>
                <a:gd name="csX1063" fmla="*/ 393865 w 473039"/>
                <a:gd name="csY1063" fmla="*/ 499000 h 556900"/>
                <a:gd name="csX1064" fmla="*/ 394649 w 473039"/>
                <a:gd name="csY1064" fmla="*/ 499395 h 556900"/>
                <a:gd name="csX1065" fmla="*/ 395509 w 473039"/>
                <a:gd name="csY1065" fmla="*/ 500849 h 556900"/>
                <a:gd name="csX1066" fmla="*/ 395212 w 473039"/>
                <a:gd name="csY1066" fmla="*/ 501625 h 556900"/>
                <a:gd name="csX1067" fmla="*/ 37670 w 473039"/>
                <a:gd name="csY1067" fmla="*/ 545769 h 556900"/>
                <a:gd name="csX1068" fmla="*/ 35867 w 473039"/>
                <a:gd name="csY1068" fmla="*/ 546378 h 556900"/>
                <a:gd name="csX1069" fmla="*/ 33934 w 473039"/>
                <a:gd name="csY1069" fmla="*/ 546021 h 556900"/>
                <a:gd name="csX1070" fmla="*/ 34246 w 473039"/>
                <a:gd name="csY1070" fmla="*/ 542756 h 556900"/>
                <a:gd name="csX1071" fmla="*/ 34916 w 473039"/>
                <a:gd name="csY1071" fmla="*/ 543213 h 556900"/>
                <a:gd name="csX1072" fmla="*/ 35334 w 473039"/>
                <a:gd name="csY1072" fmla="*/ 544324 h 556900"/>
                <a:gd name="csX1073" fmla="*/ 36772 w 473039"/>
                <a:gd name="csY1073" fmla="*/ 544978 h 556900"/>
                <a:gd name="csX1074" fmla="*/ 37670 w 473039"/>
                <a:gd name="csY1074" fmla="*/ 545769 h 556900"/>
                <a:gd name="csX1075" fmla="*/ 13087 w 473039"/>
                <a:gd name="csY1075" fmla="*/ 551080 h 556900"/>
                <a:gd name="csX1076" fmla="*/ 11831 w 473039"/>
                <a:gd name="csY1076" fmla="*/ 554763 h 556900"/>
                <a:gd name="csX1077" fmla="*/ 10789 w 473039"/>
                <a:gd name="csY1077" fmla="*/ 555295 h 556900"/>
                <a:gd name="csX1078" fmla="*/ 9724 w 473039"/>
                <a:gd name="csY1078" fmla="*/ 554999 h 556900"/>
                <a:gd name="csX1079" fmla="*/ 8628 w 473039"/>
                <a:gd name="csY1079" fmla="*/ 552945 h 556900"/>
                <a:gd name="csX1080" fmla="*/ 9396 w 473039"/>
                <a:gd name="csY1080" fmla="*/ 552153 h 556900"/>
                <a:gd name="csX1081" fmla="*/ 10462 w 473039"/>
                <a:gd name="csY1081" fmla="*/ 552572 h 556900"/>
                <a:gd name="csX1082" fmla="*/ 11321 w 473039"/>
                <a:gd name="csY1082" fmla="*/ 552412 h 556900"/>
                <a:gd name="csX1083" fmla="*/ 13277 w 473039"/>
                <a:gd name="csY1083" fmla="*/ 549414 h 556900"/>
                <a:gd name="csX1084" fmla="*/ 13749 w 473039"/>
                <a:gd name="csY1084" fmla="*/ 549901 h 556900"/>
                <a:gd name="csX1085" fmla="*/ 13087 w 473039"/>
                <a:gd name="csY1085" fmla="*/ 551080 h 556900"/>
                <a:gd name="csX1086" fmla="*/ 4459 w 473039"/>
                <a:gd name="csY1086" fmla="*/ 556574 h 556900"/>
                <a:gd name="csX1087" fmla="*/ 3112 w 473039"/>
                <a:gd name="csY1087" fmla="*/ 556901 h 556900"/>
                <a:gd name="csX1088" fmla="*/ 1491 w 473039"/>
                <a:gd name="csY1088" fmla="*/ 556498 h 556900"/>
                <a:gd name="csX1089" fmla="*/ 15 w 473039"/>
                <a:gd name="csY1089" fmla="*/ 556384 h 556900"/>
                <a:gd name="csX1090" fmla="*/ 0 w 473039"/>
                <a:gd name="csY1090" fmla="*/ 555691 h 556900"/>
                <a:gd name="csX1091" fmla="*/ 1545 w 473039"/>
                <a:gd name="csY1091" fmla="*/ 554976 h 556900"/>
                <a:gd name="csX1092" fmla="*/ 1575 w 473039"/>
                <a:gd name="csY1092" fmla="*/ 553979 h 556900"/>
                <a:gd name="csX1093" fmla="*/ 1955 w 473039"/>
                <a:gd name="csY1093" fmla="*/ 553439 h 556900"/>
                <a:gd name="csX1094" fmla="*/ 5448 w 473039"/>
                <a:gd name="csY1094" fmla="*/ 554664 h 556900"/>
                <a:gd name="csX1095" fmla="*/ 5295 w 473039"/>
                <a:gd name="csY1095" fmla="*/ 555562 h 556900"/>
                <a:gd name="csX1096" fmla="*/ 4459 w 473039"/>
                <a:gd name="csY1096" fmla="*/ 556574 h 556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Lst>
              <a:rect l="l" t="t" r="r" b="b"/>
              <a:pathLst>
                <a:path w="473039" h="556900">
                  <a:moveTo>
                    <a:pt x="430150" y="41771"/>
                  </a:moveTo>
                  <a:lnTo>
                    <a:pt x="432828" y="41923"/>
                  </a:lnTo>
                  <a:lnTo>
                    <a:pt x="434023" y="41786"/>
                  </a:lnTo>
                  <a:lnTo>
                    <a:pt x="436070" y="42235"/>
                  </a:lnTo>
                  <a:lnTo>
                    <a:pt x="444188" y="46732"/>
                  </a:lnTo>
                  <a:lnTo>
                    <a:pt x="446638" y="47302"/>
                  </a:lnTo>
                  <a:lnTo>
                    <a:pt x="449172" y="47371"/>
                  </a:lnTo>
                  <a:lnTo>
                    <a:pt x="450952" y="47006"/>
                  </a:lnTo>
                  <a:lnTo>
                    <a:pt x="452519" y="45773"/>
                  </a:lnTo>
                  <a:lnTo>
                    <a:pt x="457419" y="40318"/>
                  </a:lnTo>
                  <a:lnTo>
                    <a:pt x="462578" y="35334"/>
                  </a:lnTo>
                  <a:lnTo>
                    <a:pt x="463149" y="35524"/>
                  </a:lnTo>
                  <a:lnTo>
                    <a:pt x="463149" y="36902"/>
                  </a:lnTo>
                  <a:lnTo>
                    <a:pt x="462768" y="38431"/>
                  </a:lnTo>
                  <a:lnTo>
                    <a:pt x="460486" y="42988"/>
                  </a:lnTo>
                  <a:lnTo>
                    <a:pt x="457952" y="49106"/>
                  </a:lnTo>
                  <a:lnTo>
                    <a:pt x="457412" y="52195"/>
                  </a:lnTo>
                  <a:lnTo>
                    <a:pt x="458234" y="55200"/>
                  </a:lnTo>
                  <a:lnTo>
                    <a:pt x="459824" y="57680"/>
                  </a:lnTo>
                  <a:lnTo>
                    <a:pt x="461079" y="61066"/>
                  </a:lnTo>
                  <a:lnTo>
                    <a:pt x="462525" y="65761"/>
                  </a:lnTo>
                  <a:lnTo>
                    <a:pt x="464564" y="66354"/>
                  </a:lnTo>
                  <a:lnTo>
                    <a:pt x="465675" y="66423"/>
                  </a:lnTo>
                  <a:lnTo>
                    <a:pt x="467714" y="65015"/>
                  </a:lnTo>
                  <a:lnTo>
                    <a:pt x="469639" y="63227"/>
                  </a:lnTo>
                  <a:lnTo>
                    <a:pt x="471298" y="63007"/>
                  </a:lnTo>
                  <a:lnTo>
                    <a:pt x="473040" y="63311"/>
                  </a:lnTo>
                  <a:lnTo>
                    <a:pt x="470750" y="64559"/>
                  </a:lnTo>
                  <a:lnTo>
                    <a:pt x="468589" y="66080"/>
                  </a:lnTo>
                  <a:lnTo>
                    <a:pt x="466732" y="68956"/>
                  </a:lnTo>
                  <a:lnTo>
                    <a:pt x="466040" y="69497"/>
                  </a:lnTo>
                  <a:lnTo>
                    <a:pt x="463902" y="69322"/>
                  </a:lnTo>
                  <a:lnTo>
                    <a:pt x="462677" y="69428"/>
                  </a:lnTo>
                  <a:lnTo>
                    <a:pt x="460174" y="70630"/>
                  </a:lnTo>
                  <a:lnTo>
                    <a:pt x="457975" y="71992"/>
                  </a:lnTo>
                  <a:lnTo>
                    <a:pt x="455875" y="73658"/>
                  </a:lnTo>
                  <a:lnTo>
                    <a:pt x="453585" y="74549"/>
                  </a:lnTo>
                  <a:lnTo>
                    <a:pt x="451143" y="74762"/>
                  </a:lnTo>
                  <a:lnTo>
                    <a:pt x="447376" y="76124"/>
                  </a:lnTo>
                  <a:lnTo>
                    <a:pt x="444934" y="76223"/>
                  </a:lnTo>
                  <a:lnTo>
                    <a:pt x="440346" y="75036"/>
                  </a:lnTo>
                  <a:lnTo>
                    <a:pt x="438116" y="75355"/>
                  </a:lnTo>
                  <a:lnTo>
                    <a:pt x="433255" y="78033"/>
                  </a:lnTo>
                  <a:lnTo>
                    <a:pt x="428826" y="81899"/>
                  </a:lnTo>
                  <a:lnTo>
                    <a:pt x="424954" y="86228"/>
                  </a:lnTo>
                  <a:lnTo>
                    <a:pt x="421720" y="91417"/>
                  </a:lnTo>
                  <a:lnTo>
                    <a:pt x="420419" y="94110"/>
                  </a:lnTo>
                  <a:lnTo>
                    <a:pt x="419635" y="97123"/>
                  </a:lnTo>
                  <a:lnTo>
                    <a:pt x="419529" y="99117"/>
                  </a:lnTo>
                  <a:lnTo>
                    <a:pt x="419240" y="101027"/>
                  </a:lnTo>
                  <a:lnTo>
                    <a:pt x="418494" y="102358"/>
                  </a:lnTo>
                  <a:lnTo>
                    <a:pt x="417596" y="103438"/>
                  </a:lnTo>
                  <a:lnTo>
                    <a:pt x="414926" y="102807"/>
                  </a:lnTo>
                  <a:lnTo>
                    <a:pt x="410543" y="100053"/>
                  </a:lnTo>
                  <a:lnTo>
                    <a:pt x="402044" y="96043"/>
                  </a:lnTo>
                  <a:lnTo>
                    <a:pt x="393066" y="89887"/>
                  </a:lnTo>
                  <a:lnTo>
                    <a:pt x="388014" y="86791"/>
                  </a:lnTo>
                  <a:lnTo>
                    <a:pt x="378518" y="87719"/>
                  </a:lnTo>
                  <a:lnTo>
                    <a:pt x="369533" y="93623"/>
                  </a:lnTo>
                  <a:lnTo>
                    <a:pt x="368734" y="93121"/>
                  </a:lnTo>
                  <a:lnTo>
                    <a:pt x="365302" y="89073"/>
                  </a:lnTo>
                  <a:lnTo>
                    <a:pt x="363636" y="87468"/>
                  </a:lnTo>
                  <a:lnTo>
                    <a:pt x="361650" y="87012"/>
                  </a:lnTo>
                  <a:lnTo>
                    <a:pt x="360175" y="87065"/>
                  </a:lnTo>
                  <a:lnTo>
                    <a:pt x="358744" y="87361"/>
                  </a:lnTo>
                  <a:lnTo>
                    <a:pt x="356712" y="89446"/>
                  </a:lnTo>
                  <a:lnTo>
                    <a:pt x="355967" y="90945"/>
                  </a:lnTo>
                  <a:lnTo>
                    <a:pt x="355389" y="92649"/>
                  </a:lnTo>
                  <a:lnTo>
                    <a:pt x="355213" y="93852"/>
                  </a:lnTo>
                  <a:lnTo>
                    <a:pt x="355457" y="95031"/>
                  </a:lnTo>
                  <a:lnTo>
                    <a:pt x="357382" y="97694"/>
                  </a:lnTo>
                  <a:lnTo>
                    <a:pt x="359756" y="99672"/>
                  </a:lnTo>
                  <a:lnTo>
                    <a:pt x="360829" y="100045"/>
                  </a:lnTo>
                  <a:lnTo>
                    <a:pt x="363103" y="99908"/>
                  </a:lnTo>
                  <a:lnTo>
                    <a:pt x="364161" y="100113"/>
                  </a:lnTo>
                  <a:lnTo>
                    <a:pt x="367973" y="104078"/>
                  </a:lnTo>
                  <a:lnTo>
                    <a:pt x="372150" y="107790"/>
                  </a:lnTo>
                  <a:lnTo>
                    <a:pt x="373071" y="109015"/>
                  </a:lnTo>
                  <a:lnTo>
                    <a:pt x="371526" y="110301"/>
                  </a:lnTo>
                  <a:lnTo>
                    <a:pt x="369837" y="110940"/>
                  </a:lnTo>
                  <a:lnTo>
                    <a:pt x="367867" y="110781"/>
                  </a:lnTo>
                  <a:lnTo>
                    <a:pt x="365919" y="110294"/>
                  </a:lnTo>
                  <a:lnTo>
                    <a:pt x="362586" y="108719"/>
                  </a:lnTo>
                  <a:lnTo>
                    <a:pt x="361156" y="110058"/>
                  </a:lnTo>
                  <a:lnTo>
                    <a:pt x="358934" y="112804"/>
                  </a:lnTo>
                  <a:lnTo>
                    <a:pt x="357709" y="115787"/>
                  </a:lnTo>
                  <a:lnTo>
                    <a:pt x="356712" y="117149"/>
                  </a:lnTo>
                  <a:lnTo>
                    <a:pt x="354262" y="118945"/>
                  </a:lnTo>
                  <a:lnTo>
                    <a:pt x="351668" y="119873"/>
                  </a:lnTo>
                  <a:lnTo>
                    <a:pt x="350306" y="119568"/>
                  </a:lnTo>
                  <a:lnTo>
                    <a:pt x="349271" y="118443"/>
                  </a:lnTo>
                  <a:lnTo>
                    <a:pt x="348686" y="117096"/>
                  </a:lnTo>
                  <a:lnTo>
                    <a:pt x="348389" y="115528"/>
                  </a:lnTo>
                  <a:lnTo>
                    <a:pt x="348936" y="112135"/>
                  </a:lnTo>
                  <a:lnTo>
                    <a:pt x="350283" y="109069"/>
                  </a:lnTo>
                  <a:lnTo>
                    <a:pt x="350800" y="105934"/>
                  </a:lnTo>
                  <a:lnTo>
                    <a:pt x="349697" y="101513"/>
                  </a:lnTo>
                  <a:lnTo>
                    <a:pt x="348997" y="100585"/>
                  </a:lnTo>
                  <a:lnTo>
                    <a:pt x="346243" y="97991"/>
                  </a:lnTo>
                  <a:lnTo>
                    <a:pt x="344965" y="95457"/>
                  </a:lnTo>
                  <a:lnTo>
                    <a:pt x="344661" y="92300"/>
                  </a:lnTo>
                  <a:lnTo>
                    <a:pt x="344820" y="90557"/>
                  </a:lnTo>
                  <a:lnTo>
                    <a:pt x="345490" y="86699"/>
                  </a:lnTo>
                  <a:lnTo>
                    <a:pt x="346159" y="84752"/>
                  </a:lnTo>
                  <a:lnTo>
                    <a:pt x="347422" y="84113"/>
                  </a:lnTo>
                  <a:lnTo>
                    <a:pt x="348807" y="83725"/>
                  </a:lnTo>
                  <a:lnTo>
                    <a:pt x="350930" y="82325"/>
                  </a:lnTo>
                  <a:lnTo>
                    <a:pt x="353266" y="80514"/>
                  </a:lnTo>
                  <a:lnTo>
                    <a:pt x="355503" y="78444"/>
                  </a:lnTo>
                  <a:lnTo>
                    <a:pt x="357717" y="75911"/>
                  </a:lnTo>
                  <a:lnTo>
                    <a:pt x="358866" y="73126"/>
                  </a:lnTo>
                  <a:lnTo>
                    <a:pt x="356971" y="69702"/>
                  </a:lnTo>
                  <a:lnTo>
                    <a:pt x="356575" y="67663"/>
                  </a:lnTo>
                  <a:lnTo>
                    <a:pt x="356857" y="65738"/>
                  </a:lnTo>
                  <a:lnTo>
                    <a:pt x="358881" y="64711"/>
                  </a:lnTo>
                  <a:lnTo>
                    <a:pt x="360958" y="65487"/>
                  </a:lnTo>
                  <a:lnTo>
                    <a:pt x="365150" y="68317"/>
                  </a:lnTo>
                  <a:lnTo>
                    <a:pt x="365965" y="68599"/>
                  </a:lnTo>
                  <a:lnTo>
                    <a:pt x="368840" y="68728"/>
                  </a:lnTo>
                  <a:lnTo>
                    <a:pt x="372782" y="69345"/>
                  </a:lnTo>
                  <a:lnTo>
                    <a:pt x="375064" y="69192"/>
                  </a:lnTo>
                  <a:lnTo>
                    <a:pt x="376168" y="68766"/>
                  </a:lnTo>
                  <a:lnTo>
                    <a:pt x="377826" y="66430"/>
                  </a:lnTo>
                  <a:lnTo>
                    <a:pt x="378641" y="63448"/>
                  </a:lnTo>
                  <a:lnTo>
                    <a:pt x="378344" y="59606"/>
                  </a:lnTo>
                  <a:lnTo>
                    <a:pt x="378328" y="55786"/>
                  </a:lnTo>
                  <a:lnTo>
                    <a:pt x="379378" y="52666"/>
                  </a:lnTo>
                  <a:lnTo>
                    <a:pt x="382665" y="47637"/>
                  </a:lnTo>
                  <a:lnTo>
                    <a:pt x="383609" y="44670"/>
                  </a:lnTo>
                  <a:lnTo>
                    <a:pt x="383951" y="37427"/>
                  </a:lnTo>
                  <a:lnTo>
                    <a:pt x="385138" y="34231"/>
                  </a:lnTo>
                  <a:lnTo>
                    <a:pt x="386089" y="30906"/>
                  </a:lnTo>
                  <a:lnTo>
                    <a:pt x="386546" y="23921"/>
                  </a:lnTo>
                  <a:lnTo>
                    <a:pt x="385199" y="17180"/>
                  </a:lnTo>
                  <a:lnTo>
                    <a:pt x="383844" y="13863"/>
                  </a:lnTo>
                  <a:lnTo>
                    <a:pt x="382292" y="10705"/>
                  </a:lnTo>
                  <a:lnTo>
                    <a:pt x="382521" y="7685"/>
                  </a:lnTo>
                  <a:lnTo>
                    <a:pt x="383776" y="4877"/>
                  </a:lnTo>
                  <a:lnTo>
                    <a:pt x="383806" y="4033"/>
                  </a:lnTo>
                  <a:lnTo>
                    <a:pt x="384103" y="3279"/>
                  </a:lnTo>
                  <a:lnTo>
                    <a:pt x="386454" y="2747"/>
                  </a:lnTo>
                  <a:lnTo>
                    <a:pt x="387558" y="2146"/>
                  </a:lnTo>
                  <a:lnTo>
                    <a:pt x="388615" y="791"/>
                  </a:lnTo>
                  <a:lnTo>
                    <a:pt x="389870" y="0"/>
                  </a:lnTo>
                  <a:lnTo>
                    <a:pt x="390791" y="791"/>
                  </a:lnTo>
                  <a:lnTo>
                    <a:pt x="391552" y="2176"/>
                  </a:lnTo>
                  <a:lnTo>
                    <a:pt x="394870" y="5577"/>
                  </a:lnTo>
                  <a:lnTo>
                    <a:pt x="400096" y="11633"/>
                  </a:lnTo>
                  <a:lnTo>
                    <a:pt x="406252" y="20832"/>
                  </a:lnTo>
                  <a:lnTo>
                    <a:pt x="410109" y="25299"/>
                  </a:lnTo>
                  <a:lnTo>
                    <a:pt x="414172" y="29339"/>
                  </a:lnTo>
                  <a:lnTo>
                    <a:pt x="418730" y="33463"/>
                  </a:lnTo>
                  <a:lnTo>
                    <a:pt x="423501" y="37000"/>
                  </a:lnTo>
                  <a:lnTo>
                    <a:pt x="426544" y="38674"/>
                  </a:lnTo>
                  <a:lnTo>
                    <a:pt x="428773" y="41337"/>
                  </a:lnTo>
                  <a:lnTo>
                    <a:pt x="430150" y="41771"/>
                  </a:lnTo>
                  <a:close/>
                  <a:moveTo>
                    <a:pt x="371390" y="5349"/>
                  </a:moveTo>
                  <a:lnTo>
                    <a:pt x="370568" y="7266"/>
                  </a:lnTo>
                  <a:lnTo>
                    <a:pt x="369457" y="4413"/>
                  </a:lnTo>
                  <a:lnTo>
                    <a:pt x="369236" y="1331"/>
                  </a:lnTo>
                  <a:lnTo>
                    <a:pt x="369875" y="1347"/>
                  </a:lnTo>
                  <a:lnTo>
                    <a:pt x="371047" y="1811"/>
                  </a:lnTo>
                  <a:lnTo>
                    <a:pt x="371329" y="3310"/>
                  </a:lnTo>
                  <a:lnTo>
                    <a:pt x="371390" y="5349"/>
                  </a:lnTo>
                  <a:close/>
                  <a:moveTo>
                    <a:pt x="376145" y="11801"/>
                  </a:moveTo>
                  <a:lnTo>
                    <a:pt x="374669" y="12014"/>
                  </a:lnTo>
                  <a:lnTo>
                    <a:pt x="372942" y="10751"/>
                  </a:lnTo>
                  <a:lnTo>
                    <a:pt x="372728" y="9168"/>
                  </a:lnTo>
                  <a:lnTo>
                    <a:pt x="373976" y="7905"/>
                  </a:lnTo>
                  <a:lnTo>
                    <a:pt x="375217" y="8369"/>
                  </a:lnTo>
                  <a:lnTo>
                    <a:pt x="376456" y="9998"/>
                  </a:lnTo>
                  <a:lnTo>
                    <a:pt x="376867" y="10850"/>
                  </a:lnTo>
                  <a:lnTo>
                    <a:pt x="376145" y="11801"/>
                  </a:lnTo>
                  <a:close/>
                  <a:moveTo>
                    <a:pt x="337410" y="101110"/>
                  </a:moveTo>
                  <a:lnTo>
                    <a:pt x="336922" y="101262"/>
                  </a:lnTo>
                  <a:lnTo>
                    <a:pt x="336420" y="101019"/>
                  </a:lnTo>
                  <a:lnTo>
                    <a:pt x="335926" y="98850"/>
                  </a:lnTo>
                  <a:lnTo>
                    <a:pt x="336352" y="97709"/>
                  </a:lnTo>
                  <a:lnTo>
                    <a:pt x="337729" y="96910"/>
                  </a:lnTo>
                  <a:lnTo>
                    <a:pt x="339068" y="96690"/>
                  </a:lnTo>
                  <a:lnTo>
                    <a:pt x="337934" y="100676"/>
                  </a:lnTo>
                  <a:lnTo>
                    <a:pt x="337410" y="101110"/>
                  </a:lnTo>
                  <a:close/>
                  <a:moveTo>
                    <a:pt x="374737" y="121296"/>
                  </a:moveTo>
                  <a:lnTo>
                    <a:pt x="375574" y="121828"/>
                  </a:lnTo>
                  <a:lnTo>
                    <a:pt x="379561" y="120390"/>
                  </a:lnTo>
                  <a:lnTo>
                    <a:pt x="378800" y="124735"/>
                  </a:lnTo>
                  <a:lnTo>
                    <a:pt x="378374" y="129110"/>
                  </a:lnTo>
                  <a:lnTo>
                    <a:pt x="378663" y="136353"/>
                  </a:lnTo>
                  <a:lnTo>
                    <a:pt x="379021" y="139609"/>
                  </a:lnTo>
                  <a:lnTo>
                    <a:pt x="379713" y="142759"/>
                  </a:lnTo>
                  <a:lnTo>
                    <a:pt x="381418" y="145011"/>
                  </a:lnTo>
                  <a:lnTo>
                    <a:pt x="383639" y="146609"/>
                  </a:lnTo>
                  <a:lnTo>
                    <a:pt x="386857" y="151699"/>
                  </a:lnTo>
                  <a:lnTo>
                    <a:pt x="388585" y="157938"/>
                  </a:lnTo>
                  <a:lnTo>
                    <a:pt x="389802" y="160959"/>
                  </a:lnTo>
                  <a:lnTo>
                    <a:pt x="390715" y="164124"/>
                  </a:lnTo>
                  <a:lnTo>
                    <a:pt x="390997" y="165570"/>
                  </a:lnTo>
                  <a:lnTo>
                    <a:pt x="391019" y="167015"/>
                  </a:lnTo>
                  <a:lnTo>
                    <a:pt x="390745" y="168994"/>
                  </a:lnTo>
                  <a:lnTo>
                    <a:pt x="391050" y="170591"/>
                  </a:lnTo>
                  <a:lnTo>
                    <a:pt x="390700" y="175598"/>
                  </a:lnTo>
                  <a:lnTo>
                    <a:pt x="389262" y="181373"/>
                  </a:lnTo>
                  <a:lnTo>
                    <a:pt x="389079" y="184317"/>
                  </a:lnTo>
                  <a:lnTo>
                    <a:pt x="387824" y="184903"/>
                  </a:lnTo>
                  <a:lnTo>
                    <a:pt x="387063" y="186265"/>
                  </a:lnTo>
                  <a:lnTo>
                    <a:pt x="386416" y="186897"/>
                  </a:lnTo>
                  <a:lnTo>
                    <a:pt x="385693" y="187384"/>
                  </a:lnTo>
                  <a:lnTo>
                    <a:pt x="384651" y="187505"/>
                  </a:lnTo>
                  <a:lnTo>
                    <a:pt x="383898" y="188061"/>
                  </a:lnTo>
                  <a:lnTo>
                    <a:pt x="383601" y="189620"/>
                  </a:lnTo>
                  <a:lnTo>
                    <a:pt x="383122" y="191058"/>
                  </a:lnTo>
                  <a:lnTo>
                    <a:pt x="382209" y="192390"/>
                  </a:lnTo>
                  <a:lnTo>
                    <a:pt x="381494" y="193851"/>
                  </a:lnTo>
                  <a:lnTo>
                    <a:pt x="380908" y="197412"/>
                  </a:lnTo>
                  <a:lnTo>
                    <a:pt x="380695" y="201056"/>
                  </a:lnTo>
                  <a:lnTo>
                    <a:pt x="379820" y="203597"/>
                  </a:lnTo>
                  <a:lnTo>
                    <a:pt x="377697" y="204259"/>
                  </a:lnTo>
                  <a:lnTo>
                    <a:pt x="375270" y="204221"/>
                  </a:lnTo>
                  <a:lnTo>
                    <a:pt x="372158" y="205393"/>
                  </a:lnTo>
                  <a:lnTo>
                    <a:pt x="371488" y="206085"/>
                  </a:lnTo>
                  <a:lnTo>
                    <a:pt x="369031" y="210514"/>
                  </a:lnTo>
                  <a:lnTo>
                    <a:pt x="368323" y="213108"/>
                  </a:lnTo>
                  <a:lnTo>
                    <a:pt x="368300" y="215893"/>
                  </a:lnTo>
                  <a:lnTo>
                    <a:pt x="368985" y="219317"/>
                  </a:lnTo>
                  <a:lnTo>
                    <a:pt x="369913" y="222657"/>
                  </a:lnTo>
                  <a:lnTo>
                    <a:pt x="370613" y="228858"/>
                  </a:lnTo>
                  <a:lnTo>
                    <a:pt x="369875" y="238277"/>
                  </a:lnTo>
                  <a:lnTo>
                    <a:pt x="369160" y="241283"/>
                  </a:lnTo>
                  <a:lnTo>
                    <a:pt x="367600" y="243314"/>
                  </a:lnTo>
                  <a:lnTo>
                    <a:pt x="366413" y="244258"/>
                  </a:lnTo>
                  <a:lnTo>
                    <a:pt x="365394" y="245414"/>
                  </a:lnTo>
                  <a:lnTo>
                    <a:pt x="364070" y="248465"/>
                  </a:lnTo>
                  <a:lnTo>
                    <a:pt x="361879" y="254537"/>
                  </a:lnTo>
                  <a:lnTo>
                    <a:pt x="361704" y="256058"/>
                  </a:lnTo>
                  <a:lnTo>
                    <a:pt x="361711" y="257633"/>
                  </a:lnTo>
                  <a:lnTo>
                    <a:pt x="361118" y="259688"/>
                  </a:lnTo>
                  <a:lnTo>
                    <a:pt x="360737" y="261704"/>
                  </a:lnTo>
                  <a:lnTo>
                    <a:pt x="361095" y="264048"/>
                  </a:lnTo>
                  <a:lnTo>
                    <a:pt x="361772" y="266239"/>
                  </a:lnTo>
                  <a:lnTo>
                    <a:pt x="364709" y="271846"/>
                  </a:lnTo>
                  <a:lnTo>
                    <a:pt x="365858" y="273505"/>
                  </a:lnTo>
                  <a:lnTo>
                    <a:pt x="367152" y="275011"/>
                  </a:lnTo>
                  <a:lnTo>
                    <a:pt x="362137" y="276678"/>
                  </a:lnTo>
                  <a:lnTo>
                    <a:pt x="361239" y="277446"/>
                  </a:lnTo>
                  <a:lnTo>
                    <a:pt x="358257" y="280626"/>
                  </a:lnTo>
                  <a:lnTo>
                    <a:pt x="357306" y="283639"/>
                  </a:lnTo>
                  <a:lnTo>
                    <a:pt x="357382" y="286972"/>
                  </a:lnTo>
                  <a:lnTo>
                    <a:pt x="356888" y="288167"/>
                  </a:lnTo>
                  <a:lnTo>
                    <a:pt x="356073" y="289201"/>
                  </a:lnTo>
                  <a:lnTo>
                    <a:pt x="355221" y="289886"/>
                  </a:lnTo>
                  <a:lnTo>
                    <a:pt x="351888" y="291408"/>
                  </a:lnTo>
                  <a:lnTo>
                    <a:pt x="349758" y="292922"/>
                  </a:lnTo>
                  <a:lnTo>
                    <a:pt x="347643" y="295288"/>
                  </a:lnTo>
                  <a:lnTo>
                    <a:pt x="346806" y="296521"/>
                  </a:lnTo>
                  <a:lnTo>
                    <a:pt x="345170" y="296125"/>
                  </a:lnTo>
                  <a:lnTo>
                    <a:pt x="344212" y="295029"/>
                  </a:lnTo>
                  <a:lnTo>
                    <a:pt x="345155" y="293660"/>
                  </a:lnTo>
                  <a:lnTo>
                    <a:pt x="344866" y="292039"/>
                  </a:lnTo>
                  <a:lnTo>
                    <a:pt x="345330" y="287877"/>
                  </a:lnTo>
                  <a:lnTo>
                    <a:pt x="344805" y="286204"/>
                  </a:lnTo>
                  <a:lnTo>
                    <a:pt x="346509" y="284933"/>
                  </a:lnTo>
                  <a:lnTo>
                    <a:pt x="347316" y="282909"/>
                  </a:lnTo>
                  <a:lnTo>
                    <a:pt x="349081" y="281288"/>
                  </a:lnTo>
                  <a:lnTo>
                    <a:pt x="350352" y="279850"/>
                  </a:lnTo>
                  <a:lnTo>
                    <a:pt x="350572" y="278679"/>
                  </a:lnTo>
                  <a:lnTo>
                    <a:pt x="349439" y="277416"/>
                  </a:lnTo>
                  <a:lnTo>
                    <a:pt x="348236" y="276503"/>
                  </a:lnTo>
                  <a:lnTo>
                    <a:pt x="346578" y="276503"/>
                  </a:lnTo>
                  <a:lnTo>
                    <a:pt x="344980" y="276769"/>
                  </a:lnTo>
                  <a:lnTo>
                    <a:pt x="343938" y="277971"/>
                  </a:lnTo>
                  <a:lnTo>
                    <a:pt x="343595" y="279607"/>
                  </a:lnTo>
                  <a:lnTo>
                    <a:pt x="343679" y="280368"/>
                  </a:lnTo>
                  <a:lnTo>
                    <a:pt x="343542" y="281030"/>
                  </a:lnTo>
                  <a:lnTo>
                    <a:pt x="341031" y="283267"/>
                  </a:lnTo>
                  <a:lnTo>
                    <a:pt x="341358" y="285602"/>
                  </a:lnTo>
                  <a:lnTo>
                    <a:pt x="342096" y="286789"/>
                  </a:lnTo>
                  <a:lnTo>
                    <a:pt x="343040" y="287352"/>
                  </a:lnTo>
                  <a:lnTo>
                    <a:pt x="342758" y="288151"/>
                  </a:lnTo>
                  <a:lnTo>
                    <a:pt x="341564" y="290031"/>
                  </a:lnTo>
                  <a:lnTo>
                    <a:pt x="340734" y="290213"/>
                  </a:lnTo>
                  <a:lnTo>
                    <a:pt x="339205" y="287581"/>
                  </a:lnTo>
                  <a:lnTo>
                    <a:pt x="337288" y="286143"/>
                  </a:lnTo>
                  <a:lnTo>
                    <a:pt x="334914" y="286150"/>
                  </a:lnTo>
                  <a:lnTo>
                    <a:pt x="332479" y="286675"/>
                  </a:lnTo>
                  <a:lnTo>
                    <a:pt x="330630" y="288425"/>
                  </a:lnTo>
                  <a:lnTo>
                    <a:pt x="330022" y="289878"/>
                  </a:lnTo>
                  <a:lnTo>
                    <a:pt x="329626" y="291377"/>
                  </a:lnTo>
                  <a:lnTo>
                    <a:pt x="329763" y="295022"/>
                  </a:lnTo>
                  <a:lnTo>
                    <a:pt x="328994" y="298065"/>
                  </a:lnTo>
                  <a:lnTo>
                    <a:pt x="327488" y="300736"/>
                  </a:lnTo>
                  <a:lnTo>
                    <a:pt x="326788" y="301710"/>
                  </a:lnTo>
                  <a:lnTo>
                    <a:pt x="324954" y="303521"/>
                  </a:lnTo>
                  <a:lnTo>
                    <a:pt x="323684" y="303757"/>
                  </a:lnTo>
                  <a:lnTo>
                    <a:pt x="322786" y="302935"/>
                  </a:lnTo>
                  <a:lnTo>
                    <a:pt x="322056" y="301687"/>
                  </a:lnTo>
                  <a:lnTo>
                    <a:pt x="322984" y="297122"/>
                  </a:lnTo>
                  <a:lnTo>
                    <a:pt x="322946" y="294550"/>
                  </a:lnTo>
                  <a:lnTo>
                    <a:pt x="325091" y="293242"/>
                  </a:lnTo>
                  <a:lnTo>
                    <a:pt x="323334" y="291415"/>
                  </a:lnTo>
                  <a:lnTo>
                    <a:pt x="321173" y="290677"/>
                  </a:lnTo>
                  <a:lnTo>
                    <a:pt x="318137" y="291651"/>
                  </a:lnTo>
                  <a:lnTo>
                    <a:pt x="317277" y="292754"/>
                  </a:lnTo>
                  <a:lnTo>
                    <a:pt x="316691" y="294231"/>
                  </a:lnTo>
                  <a:lnTo>
                    <a:pt x="315055" y="296102"/>
                  </a:lnTo>
                  <a:lnTo>
                    <a:pt x="313260" y="297845"/>
                  </a:lnTo>
                  <a:lnTo>
                    <a:pt x="311213" y="300827"/>
                  </a:lnTo>
                  <a:lnTo>
                    <a:pt x="309843" y="304350"/>
                  </a:lnTo>
                  <a:lnTo>
                    <a:pt x="305355" y="303201"/>
                  </a:lnTo>
                  <a:lnTo>
                    <a:pt x="302912" y="302942"/>
                  </a:lnTo>
                  <a:lnTo>
                    <a:pt x="300440" y="303034"/>
                  </a:lnTo>
                  <a:lnTo>
                    <a:pt x="296057" y="302600"/>
                  </a:lnTo>
                  <a:lnTo>
                    <a:pt x="291248" y="303323"/>
                  </a:lnTo>
                  <a:lnTo>
                    <a:pt x="285770" y="304708"/>
                  </a:lnTo>
                  <a:lnTo>
                    <a:pt x="286097" y="303711"/>
                  </a:lnTo>
                  <a:lnTo>
                    <a:pt x="290601" y="301588"/>
                  </a:lnTo>
                  <a:lnTo>
                    <a:pt x="290761" y="300964"/>
                  </a:lnTo>
                  <a:lnTo>
                    <a:pt x="290327" y="299800"/>
                  </a:lnTo>
                  <a:lnTo>
                    <a:pt x="289209" y="299747"/>
                  </a:lnTo>
                  <a:lnTo>
                    <a:pt x="286516" y="300150"/>
                  </a:lnTo>
                  <a:lnTo>
                    <a:pt x="285139" y="299975"/>
                  </a:lnTo>
                  <a:lnTo>
                    <a:pt x="284583" y="298727"/>
                  </a:lnTo>
                  <a:lnTo>
                    <a:pt x="283670" y="298195"/>
                  </a:lnTo>
                  <a:lnTo>
                    <a:pt x="283062" y="298704"/>
                  </a:lnTo>
                  <a:lnTo>
                    <a:pt x="283259" y="301124"/>
                  </a:lnTo>
                  <a:lnTo>
                    <a:pt x="282597" y="301443"/>
                  </a:lnTo>
                  <a:lnTo>
                    <a:pt x="281707" y="300819"/>
                  </a:lnTo>
                  <a:lnTo>
                    <a:pt x="281989" y="298933"/>
                  </a:lnTo>
                  <a:lnTo>
                    <a:pt x="281387" y="296171"/>
                  </a:lnTo>
                  <a:lnTo>
                    <a:pt x="281311" y="294451"/>
                  </a:lnTo>
                  <a:lnTo>
                    <a:pt x="282255" y="292975"/>
                  </a:lnTo>
                  <a:lnTo>
                    <a:pt x="281289" y="292351"/>
                  </a:lnTo>
                  <a:lnTo>
                    <a:pt x="280269" y="292587"/>
                  </a:lnTo>
                  <a:lnTo>
                    <a:pt x="278976" y="293295"/>
                  </a:lnTo>
                  <a:lnTo>
                    <a:pt x="277834" y="294299"/>
                  </a:lnTo>
                  <a:lnTo>
                    <a:pt x="275422" y="299344"/>
                  </a:lnTo>
                  <a:lnTo>
                    <a:pt x="274487" y="302220"/>
                  </a:lnTo>
                  <a:lnTo>
                    <a:pt x="276252" y="304525"/>
                  </a:lnTo>
                  <a:lnTo>
                    <a:pt x="281075" y="307743"/>
                  </a:lnTo>
                  <a:lnTo>
                    <a:pt x="281897" y="308535"/>
                  </a:lnTo>
                  <a:lnTo>
                    <a:pt x="281913" y="309904"/>
                  </a:lnTo>
                  <a:lnTo>
                    <a:pt x="281327" y="311357"/>
                  </a:lnTo>
                  <a:lnTo>
                    <a:pt x="280018" y="311989"/>
                  </a:lnTo>
                  <a:lnTo>
                    <a:pt x="274730" y="313062"/>
                  </a:lnTo>
                  <a:lnTo>
                    <a:pt x="270142" y="315139"/>
                  </a:lnTo>
                  <a:lnTo>
                    <a:pt x="268818" y="317239"/>
                  </a:lnTo>
                  <a:lnTo>
                    <a:pt x="264649" y="325350"/>
                  </a:lnTo>
                  <a:lnTo>
                    <a:pt x="261309" y="330881"/>
                  </a:lnTo>
                  <a:lnTo>
                    <a:pt x="256591" y="332783"/>
                  </a:lnTo>
                  <a:lnTo>
                    <a:pt x="251418" y="331087"/>
                  </a:lnTo>
                  <a:lnTo>
                    <a:pt x="250162" y="329161"/>
                  </a:lnTo>
                  <a:lnTo>
                    <a:pt x="249150" y="326780"/>
                  </a:lnTo>
                  <a:lnTo>
                    <a:pt x="247225" y="324627"/>
                  </a:lnTo>
                  <a:lnTo>
                    <a:pt x="245483" y="322276"/>
                  </a:lnTo>
                  <a:lnTo>
                    <a:pt x="244471" y="319483"/>
                  </a:lnTo>
                  <a:lnTo>
                    <a:pt x="244631" y="314979"/>
                  </a:lnTo>
                  <a:lnTo>
                    <a:pt x="243877" y="312263"/>
                  </a:lnTo>
                  <a:lnTo>
                    <a:pt x="244554" y="311540"/>
                  </a:lnTo>
                  <a:lnTo>
                    <a:pt x="247408" y="309881"/>
                  </a:lnTo>
                  <a:lnTo>
                    <a:pt x="248344" y="308953"/>
                  </a:lnTo>
                  <a:lnTo>
                    <a:pt x="249957" y="306792"/>
                  </a:lnTo>
                  <a:lnTo>
                    <a:pt x="250535" y="305590"/>
                  </a:lnTo>
                  <a:lnTo>
                    <a:pt x="250618" y="303772"/>
                  </a:lnTo>
                  <a:lnTo>
                    <a:pt x="249325" y="302821"/>
                  </a:lnTo>
                  <a:lnTo>
                    <a:pt x="245977" y="302851"/>
                  </a:lnTo>
                  <a:lnTo>
                    <a:pt x="242637" y="303422"/>
                  </a:lnTo>
                  <a:lnTo>
                    <a:pt x="240256" y="302630"/>
                  </a:lnTo>
                  <a:lnTo>
                    <a:pt x="237159" y="300424"/>
                  </a:lnTo>
                  <a:lnTo>
                    <a:pt x="236200" y="299952"/>
                  </a:lnTo>
                  <a:lnTo>
                    <a:pt x="232868" y="299815"/>
                  </a:lnTo>
                  <a:lnTo>
                    <a:pt x="230486" y="300226"/>
                  </a:lnTo>
                  <a:lnTo>
                    <a:pt x="228150" y="301025"/>
                  </a:lnTo>
                  <a:lnTo>
                    <a:pt x="225678" y="301284"/>
                  </a:lnTo>
                  <a:lnTo>
                    <a:pt x="224856" y="301702"/>
                  </a:lnTo>
                  <a:lnTo>
                    <a:pt x="222003" y="304403"/>
                  </a:lnTo>
                  <a:lnTo>
                    <a:pt x="219728" y="306100"/>
                  </a:lnTo>
                  <a:lnTo>
                    <a:pt x="217765" y="306945"/>
                  </a:lnTo>
                  <a:lnTo>
                    <a:pt x="213527" y="307165"/>
                  </a:lnTo>
                  <a:lnTo>
                    <a:pt x="211404" y="307713"/>
                  </a:lnTo>
                  <a:lnTo>
                    <a:pt x="209182" y="308603"/>
                  </a:lnTo>
                  <a:lnTo>
                    <a:pt x="208559" y="308527"/>
                  </a:lnTo>
                  <a:lnTo>
                    <a:pt x="206215" y="309760"/>
                  </a:lnTo>
                  <a:lnTo>
                    <a:pt x="203521" y="310825"/>
                  </a:lnTo>
                  <a:lnTo>
                    <a:pt x="202091" y="311890"/>
                  </a:lnTo>
                  <a:lnTo>
                    <a:pt x="199451" y="311190"/>
                  </a:lnTo>
                  <a:lnTo>
                    <a:pt x="194232" y="313100"/>
                  </a:lnTo>
                  <a:lnTo>
                    <a:pt x="191705" y="313336"/>
                  </a:lnTo>
                  <a:lnTo>
                    <a:pt x="189103" y="312278"/>
                  </a:lnTo>
                  <a:lnTo>
                    <a:pt x="186684" y="310566"/>
                  </a:lnTo>
                  <a:lnTo>
                    <a:pt x="184363" y="311304"/>
                  </a:lnTo>
                  <a:lnTo>
                    <a:pt x="182773" y="313823"/>
                  </a:lnTo>
                  <a:lnTo>
                    <a:pt x="181997" y="318829"/>
                  </a:lnTo>
                  <a:lnTo>
                    <a:pt x="181091" y="321081"/>
                  </a:lnTo>
                  <a:lnTo>
                    <a:pt x="180818" y="323782"/>
                  </a:lnTo>
                  <a:lnTo>
                    <a:pt x="179615" y="323356"/>
                  </a:lnTo>
                  <a:lnTo>
                    <a:pt x="172631" y="318494"/>
                  </a:lnTo>
                  <a:lnTo>
                    <a:pt x="172151" y="318319"/>
                  </a:lnTo>
                  <a:lnTo>
                    <a:pt x="166506" y="319156"/>
                  </a:lnTo>
                  <a:lnTo>
                    <a:pt x="165053" y="319559"/>
                  </a:lnTo>
                  <a:lnTo>
                    <a:pt x="163234" y="320541"/>
                  </a:lnTo>
                  <a:lnTo>
                    <a:pt x="161309" y="320982"/>
                  </a:lnTo>
                  <a:lnTo>
                    <a:pt x="159559" y="320275"/>
                  </a:lnTo>
                  <a:lnTo>
                    <a:pt x="157878" y="319126"/>
                  </a:lnTo>
                  <a:lnTo>
                    <a:pt x="156265" y="319468"/>
                  </a:lnTo>
                  <a:lnTo>
                    <a:pt x="154614" y="320275"/>
                  </a:lnTo>
                  <a:lnTo>
                    <a:pt x="153975" y="312925"/>
                  </a:lnTo>
                  <a:lnTo>
                    <a:pt x="154302" y="311959"/>
                  </a:lnTo>
                  <a:lnTo>
                    <a:pt x="155313" y="310673"/>
                  </a:lnTo>
                  <a:lnTo>
                    <a:pt x="156432" y="309570"/>
                  </a:lnTo>
                  <a:lnTo>
                    <a:pt x="159164" y="309189"/>
                  </a:lnTo>
                  <a:lnTo>
                    <a:pt x="161925" y="309547"/>
                  </a:lnTo>
                  <a:lnTo>
                    <a:pt x="163904" y="309045"/>
                  </a:lnTo>
                  <a:lnTo>
                    <a:pt x="165577" y="307584"/>
                  </a:lnTo>
                  <a:lnTo>
                    <a:pt x="167335" y="305514"/>
                  </a:lnTo>
                  <a:lnTo>
                    <a:pt x="169321" y="303825"/>
                  </a:lnTo>
                  <a:lnTo>
                    <a:pt x="172014" y="302493"/>
                  </a:lnTo>
                  <a:lnTo>
                    <a:pt x="174617" y="300964"/>
                  </a:lnTo>
                  <a:lnTo>
                    <a:pt x="176907" y="298819"/>
                  </a:lnTo>
                  <a:lnTo>
                    <a:pt x="179075" y="296467"/>
                  </a:lnTo>
                  <a:lnTo>
                    <a:pt x="181069" y="294740"/>
                  </a:lnTo>
                  <a:lnTo>
                    <a:pt x="183237" y="293295"/>
                  </a:lnTo>
                  <a:lnTo>
                    <a:pt x="186539" y="289810"/>
                  </a:lnTo>
                  <a:lnTo>
                    <a:pt x="190914" y="285892"/>
                  </a:lnTo>
                  <a:lnTo>
                    <a:pt x="192596" y="282985"/>
                  </a:lnTo>
                  <a:lnTo>
                    <a:pt x="193638" y="282186"/>
                  </a:lnTo>
                  <a:lnTo>
                    <a:pt x="197404" y="280566"/>
                  </a:lnTo>
                  <a:lnTo>
                    <a:pt x="202403" y="279318"/>
                  </a:lnTo>
                  <a:lnTo>
                    <a:pt x="204762" y="279379"/>
                  </a:lnTo>
                  <a:lnTo>
                    <a:pt x="207090" y="281928"/>
                  </a:lnTo>
                  <a:lnTo>
                    <a:pt x="208345" y="281578"/>
                  </a:lnTo>
                  <a:lnTo>
                    <a:pt x="209623" y="280916"/>
                  </a:lnTo>
                  <a:lnTo>
                    <a:pt x="212195" y="280551"/>
                  </a:lnTo>
                  <a:lnTo>
                    <a:pt x="214843" y="280977"/>
                  </a:lnTo>
                  <a:lnTo>
                    <a:pt x="217430" y="280984"/>
                  </a:lnTo>
                  <a:lnTo>
                    <a:pt x="220017" y="280665"/>
                  </a:lnTo>
                  <a:lnTo>
                    <a:pt x="224978" y="279828"/>
                  </a:lnTo>
                  <a:lnTo>
                    <a:pt x="227595" y="278816"/>
                  </a:lnTo>
                  <a:lnTo>
                    <a:pt x="230151" y="277507"/>
                  </a:lnTo>
                  <a:lnTo>
                    <a:pt x="239251" y="276586"/>
                  </a:lnTo>
                  <a:lnTo>
                    <a:pt x="245483" y="274387"/>
                  </a:lnTo>
                  <a:lnTo>
                    <a:pt x="246472" y="274547"/>
                  </a:lnTo>
                  <a:lnTo>
                    <a:pt x="247430" y="275049"/>
                  </a:lnTo>
                  <a:lnTo>
                    <a:pt x="247506" y="276678"/>
                  </a:lnTo>
                  <a:lnTo>
                    <a:pt x="246715" y="278451"/>
                  </a:lnTo>
                  <a:lnTo>
                    <a:pt x="247484" y="279523"/>
                  </a:lnTo>
                  <a:lnTo>
                    <a:pt x="248747" y="280185"/>
                  </a:lnTo>
                  <a:lnTo>
                    <a:pt x="254613" y="280391"/>
                  </a:lnTo>
                  <a:lnTo>
                    <a:pt x="256287" y="280771"/>
                  </a:lnTo>
                  <a:lnTo>
                    <a:pt x="258737" y="279561"/>
                  </a:lnTo>
                  <a:lnTo>
                    <a:pt x="261050" y="278062"/>
                  </a:lnTo>
                  <a:lnTo>
                    <a:pt x="263462" y="276084"/>
                  </a:lnTo>
                  <a:lnTo>
                    <a:pt x="265151" y="273855"/>
                  </a:lnTo>
                  <a:lnTo>
                    <a:pt x="263591" y="271063"/>
                  </a:lnTo>
                  <a:lnTo>
                    <a:pt x="263249" y="268004"/>
                  </a:lnTo>
                  <a:lnTo>
                    <a:pt x="264558" y="264679"/>
                  </a:lnTo>
                  <a:lnTo>
                    <a:pt x="266452" y="261879"/>
                  </a:lnTo>
                  <a:lnTo>
                    <a:pt x="268704" y="260182"/>
                  </a:lnTo>
                  <a:lnTo>
                    <a:pt x="270781" y="258227"/>
                  </a:lnTo>
                  <a:lnTo>
                    <a:pt x="274981" y="252673"/>
                  </a:lnTo>
                  <a:lnTo>
                    <a:pt x="278017" y="248168"/>
                  </a:lnTo>
                  <a:lnTo>
                    <a:pt x="279112" y="242614"/>
                  </a:lnTo>
                  <a:lnTo>
                    <a:pt x="278473" y="236025"/>
                  </a:lnTo>
                  <a:lnTo>
                    <a:pt x="281129" y="231110"/>
                  </a:lnTo>
                  <a:lnTo>
                    <a:pt x="283670" y="230265"/>
                  </a:lnTo>
                  <a:lnTo>
                    <a:pt x="288715" y="228021"/>
                  </a:lnTo>
                  <a:lnTo>
                    <a:pt x="291363" y="227367"/>
                  </a:lnTo>
                  <a:lnTo>
                    <a:pt x="291758" y="228348"/>
                  </a:lnTo>
                  <a:lnTo>
                    <a:pt x="291682" y="229634"/>
                  </a:lnTo>
                  <a:lnTo>
                    <a:pt x="287718" y="233758"/>
                  </a:lnTo>
                  <a:lnTo>
                    <a:pt x="285443" y="235455"/>
                  </a:lnTo>
                  <a:lnTo>
                    <a:pt x="284089" y="235980"/>
                  </a:lnTo>
                  <a:lnTo>
                    <a:pt x="282841" y="236725"/>
                  </a:lnTo>
                  <a:lnTo>
                    <a:pt x="282331" y="238178"/>
                  </a:lnTo>
                  <a:lnTo>
                    <a:pt x="284355" y="240598"/>
                  </a:lnTo>
                  <a:lnTo>
                    <a:pt x="284865" y="242386"/>
                  </a:lnTo>
                  <a:lnTo>
                    <a:pt x="284735" y="244098"/>
                  </a:lnTo>
                  <a:lnTo>
                    <a:pt x="284827" y="245642"/>
                  </a:lnTo>
                  <a:lnTo>
                    <a:pt x="287109" y="247316"/>
                  </a:lnTo>
                  <a:lnTo>
                    <a:pt x="289734" y="247872"/>
                  </a:lnTo>
                  <a:lnTo>
                    <a:pt x="290830" y="247856"/>
                  </a:lnTo>
                  <a:lnTo>
                    <a:pt x="291788" y="247415"/>
                  </a:lnTo>
                  <a:lnTo>
                    <a:pt x="294786" y="243314"/>
                  </a:lnTo>
                  <a:lnTo>
                    <a:pt x="295456" y="242599"/>
                  </a:lnTo>
                  <a:lnTo>
                    <a:pt x="303977" y="239586"/>
                  </a:lnTo>
                  <a:lnTo>
                    <a:pt x="308170" y="237281"/>
                  </a:lnTo>
                  <a:lnTo>
                    <a:pt x="310490" y="236679"/>
                  </a:lnTo>
                  <a:lnTo>
                    <a:pt x="312666" y="235477"/>
                  </a:lnTo>
                  <a:lnTo>
                    <a:pt x="317551" y="230836"/>
                  </a:lnTo>
                  <a:lnTo>
                    <a:pt x="319347" y="228691"/>
                  </a:lnTo>
                  <a:lnTo>
                    <a:pt x="320983" y="226317"/>
                  </a:lnTo>
                  <a:lnTo>
                    <a:pt x="322291" y="223555"/>
                  </a:lnTo>
                  <a:lnTo>
                    <a:pt x="323326" y="220565"/>
                  </a:lnTo>
                  <a:lnTo>
                    <a:pt x="324741" y="218700"/>
                  </a:lnTo>
                  <a:lnTo>
                    <a:pt x="332479" y="214249"/>
                  </a:lnTo>
                  <a:lnTo>
                    <a:pt x="334967" y="211822"/>
                  </a:lnTo>
                  <a:lnTo>
                    <a:pt x="335758" y="210643"/>
                  </a:lnTo>
                  <a:lnTo>
                    <a:pt x="336717" y="207227"/>
                  </a:lnTo>
                  <a:lnTo>
                    <a:pt x="337379" y="203674"/>
                  </a:lnTo>
                  <a:lnTo>
                    <a:pt x="338315" y="200881"/>
                  </a:lnTo>
                  <a:lnTo>
                    <a:pt x="339585" y="198264"/>
                  </a:lnTo>
                  <a:lnTo>
                    <a:pt x="341282" y="195593"/>
                  </a:lnTo>
                  <a:lnTo>
                    <a:pt x="343192" y="193105"/>
                  </a:lnTo>
                  <a:lnTo>
                    <a:pt x="344318" y="190556"/>
                  </a:lnTo>
                  <a:lnTo>
                    <a:pt x="345961" y="184447"/>
                  </a:lnTo>
                  <a:lnTo>
                    <a:pt x="346677" y="181053"/>
                  </a:lnTo>
                  <a:lnTo>
                    <a:pt x="347240" y="179828"/>
                  </a:lnTo>
                  <a:lnTo>
                    <a:pt x="348061" y="178801"/>
                  </a:lnTo>
                  <a:lnTo>
                    <a:pt x="348777" y="177492"/>
                  </a:lnTo>
                  <a:lnTo>
                    <a:pt x="349325" y="176032"/>
                  </a:lnTo>
                  <a:lnTo>
                    <a:pt x="349576" y="174586"/>
                  </a:lnTo>
                  <a:lnTo>
                    <a:pt x="349925" y="170158"/>
                  </a:lnTo>
                  <a:lnTo>
                    <a:pt x="349713" y="166704"/>
                  </a:lnTo>
                  <a:lnTo>
                    <a:pt x="348434" y="163774"/>
                  </a:lnTo>
                  <a:lnTo>
                    <a:pt x="347377" y="162945"/>
                  </a:lnTo>
                  <a:lnTo>
                    <a:pt x="346228" y="162899"/>
                  </a:lnTo>
                  <a:lnTo>
                    <a:pt x="344493" y="163150"/>
                  </a:lnTo>
                  <a:lnTo>
                    <a:pt x="343025" y="161956"/>
                  </a:lnTo>
                  <a:lnTo>
                    <a:pt x="343329" y="160898"/>
                  </a:lnTo>
                  <a:lnTo>
                    <a:pt x="344828" y="160700"/>
                  </a:lnTo>
                  <a:lnTo>
                    <a:pt x="345847" y="160153"/>
                  </a:lnTo>
                  <a:lnTo>
                    <a:pt x="346586" y="159156"/>
                  </a:lnTo>
                  <a:lnTo>
                    <a:pt x="347962" y="155953"/>
                  </a:lnTo>
                  <a:lnTo>
                    <a:pt x="348784" y="152514"/>
                  </a:lnTo>
                  <a:lnTo>
                    <a:pt x="348861" y="150992"/>
                  </a:lnTo>
                  <a:lnTo>
                    <a:pt x="347780" y="148215"/>
                  </a:lnTo>
                  <a:lnTo>
                    <a:pt x="346928" y="144875"/>
                  </a:lnTo>
                  <a:lnTo>
                    <a:pt x="346905" y="143071"/>
                  </a:lnTo>
                  <a:lnTo>
                    <a:pt x="347841" y="140987"/>
                  </a:lnTo>
                  <a:lnTo>
                    <a:pt x="349180" y="139290"/>
                  </a:lnTo>
                  <a:lnTo>
                    <a:pt x="350374" y="138894"/>
                  </a:lnTo>
                  <a:lnTo>
                    <a:pt x="351668" y="138773"/>
                  </a:lnTo>
                  <a:lnTo>
                    <a:pt x="352847" y="138118"/>
                  </a:lnTo>
                  <a:lnTo>
                    <a:pt x="353943" y="137167"/>
                  </a:lnTo>
                  <a:lnTo>
                    <a:pt x="354559" y="136117"/>
                  </a:lnTo>
                  <a:lnTo>
                    <a:pt x="355518" y="133256"/>
                  </a:lnTo>
                  <a:lnTo>
                    <a:pt x="355891" y="131628"/>
                  </a:lnTo>
                  <a:lnTo>
                    <a:pt x="355282" y="127246"/>
                  </a:lnTo>
                  <a:lnTo>
                    <a:pt x="355906" y="126043"/>
                  </a:lnTo>
                  <a:lnTo>
                    <a:pt x="356789" y="125298"/>
                  </a:lnTo>
                  <a:lnTo>
                    <a:pt x="357968" y="125861"/>
                  </a:lnTo>
                  <a:lnTo>
                    <a:pt x="359185" y="125975"/>
                  </a:lnTo>
                  <a:lnTo>
                    <a:pt x="360600" y="125800"/>
                  </a:lnTo>
                  <a:lnTo>
                    <a:pt x="361955" y="126264"/>
                  </a:lnTo>
                  <a:lnTo>
                    <a:pt x="362206" y="127390"/>
                  </a:lnTo>
                  <a:lnTo>
                    <a:pt x="363058" y="134786"/>
                  </a:lnTo>
                  <a:lnTo>
                    <a:pt x="363545" y="135782"/>
                  </a:lnTo>
                  <a:lnTo>
                    <a:pt x="364534" y="136558"/>
                  </a:lnTo>
                  <a:lnTo>
                    <a:pt x="365645" y="136444"/>
                  </a:lnTo>
                  <a:lnTo>
                    <a:pt x="366604" y="135295"/>
                  </a:lnTo>
                  <a:lnTo>
                    <a:pt x="367250" y="133766"/>
                  </a:lnTo>
                  <a:lnTo>
                    <a:pt x="368528" y="133447"/>
                  </a:lnTo>
                  <a:lnTo>
                    <a:pt x="372432" y="135090"/>
                  </a:lnTo>
                  <a:lnTo>
                    <a:pt x="373816" y="133918"/>
                  </a:lnTo>
                  <a:lnTo>
                    <a:pt x="374714" y="132100"/>
                  </a:lnTo>
                  <a:lnTo>
                    <a:pt x="375498" y="128881"/>
                  </a:lnTo>
                  <a:lnTo>
                    <a:pt x="375118" y="125975"/>
                  </a:lnTo>
                  <a:lnTo>
                    <a:pt x="374182" y="124895"/>
                  </a:lnTo>
                  <a:lnTo>
                    <a:pt x="373216" y="125085"/>
                  </a:lnTo>
                  <a:lnTo>
                    <a:pt x="372363" y="125884"/>
                  </a:lnTo>
                  <a:lnTo>
                    <a:pt x="371404" y="126317"/>
                  </a:lnTo>
                  <a:lnTo>
                    <a:pt x="365645" y="127847"/>
                  </a:lnTo>
                  <a:lnTo>
                    <a:pt x="365675" y="124605"/>
                  </a:lnTo>
                  <a:lnTo>
                    <a:pt x="366908" y="119736"/>
                  </a:lnTo>
                  <a:lnTo>
                    <a:pt x="367585" y="118191"/>
                  </a:lnTo>
                  <a:lnTo>
                    <a:pt x="368559" y="117461"/>
                  </a:lnTo>
                  <a:lnTo>
                    <a:pt x="370979" y="118313"/>
                  </a:lnTo>
                  <a:lnTo>
                    <a:pt x="372158" y="118876"/>
                  </a:lnTo>
                  <a:lnTo>
                    <a:pt x="374737" y="121296"/>
                  </a:lnTo>
                  <a:close/>
                  <a:moveTo>
                    <a:pt x="313123" y="219332"/>
                  </a:moveTo>
                  <a:lnTo>
                    <a:pt x="311091" y="219400"/>
                  </a:lnTo>
                  <a:lnTo>
                    <a:pt x="310589" y="219134"/>
                  </a:lnTo>
                  <a:lnTo>
                    <a:pt x="311814" y="218465"/>
                  </a:lnTo>
                  <a:lnTo>
                    <a:pt x="311929" y="217346"/>
                  </a:lnTo>
                  <a:lnTo>
                    <a:pt x="312666" y="215353"/>
                  </a:lnTo>
                  <a:lnTo>
                    <a:pt x="312651" y="214782"/>
                  </a:lnTo>
                  <a:lnTo>
                    <a:pt x="311038" y="214675"/>
                  </a:lnTo>
                  <a:lnTo>
                    <a:pt x="311122" y="212416"/>
                  </a:lnTo>
                  <a:lnTo>
                    <a:pt x="312324" y="210179"/>
                  </a:lnTo>
                  <a:lnTo>
                    <a:pt x="315634" y="206656"/>
                  </a:lnTo>
                  <a:lnTo>
                    <a:pt x="316539" y="205994"/>
                  </a:lnTo>
                  <a:lnTo>
                    <a:pt x="316676" y="207539"/>
                  </a:lnTo>
                  <a:lnTo>
                    <a:pt x="315672" y="211183"/>
                  </a:lnTo>
                  <a:lnTo>
                    <a:pt x="315474" y="212500"/>
                  </a:lnTo>
                  <a:lnTo>
                    <a:pt x="318076" y="212773"/>
                  </a:lnTo>
                  <a:lnTo>
                    <a:pt x="316402" y="217133"/>
                  </a:lnTo>
                  <a:lnTo>
                    <a:pt x="313123" y="219332"/>
                  </a:lnTo>
                  <a:close/>
                  <a:moveTo>
                    <a:pt x="206923" y="262427"/>
                  </a:moveTo>
                  <a:lnTo>
                    <a:pt x="205949" y="263408"/>
                  </a:lnTo>
                  <a:lnTo>
                    <a:pt x="204123" y="263089"/>
                  </a:lnTo>
                  <a:lnTo>
                    <a:pt x="203065" y="261666"/>
                  </a:lnTo>
                  <a:lnTo>
                    <a:pt x="203415" y="260060"/>
                  </a:lnTo>
                  <a:lnTo>
                    <a:pt x="205325" y="258828"/>
                  </a:lnTo>
                  <a:lnTo>
                    <a:pt x="207151" y="261301"/>
                  </a:lnTo>
                  <a:lnTo>
                    <a:pt x="206923" y="262427"/>
                  </a:lnTo>
                  <a:close/>
                  <a:moveTo>
                    <a:pt x="336877" y="300995"/>
                  </a:moveTo>
                  <a:lnTo>
                    <a:pt x="336649" y="302212"/>
                  </a:lnTo>
                  <a:lnTo>
                    <a:pt x="335515" y="301946"/>
                  </a:lnTo>
                  <a:lnTo>
                    <a:pt x="334975" y="301154"/>
                  </a:lnTo>
                  <a:lnTo>
                    <a:pt x="335043" y="299732"/>
                  </a:lnTo>
                  <a:lnTo>
                    <a:pt x="336238" y="299724"/>
                  </a:lnTo>
                  <a:lnTo>
                    <a:pt x="336877" y="300995"/>
                  </a:lnTo>
                  <a:close/>
                  <a:moveTo>
                    <a:pt x="121828" y="310612"/>
                  </a:moveTo>
                  <a:lnTo>
                    <a:pt x="121394" y="311852"/>
                  </a:lnTo>
                  <a:lnTo>
                    <a:pt x="119949" y="310977"/>
                  </a:lnTo>
                  <a:lnTo>
                    <a:pt x="119287" y="310186"/>
                  </a:lnTo>
                  <a:lnTo>
                    <a:pt x="120634" y="306283"/>
                  </a:lnTo>
                  <a:lnTo>
                    <a:pt x="120474" y="304799"/>
                  </a:lnTo>
                  <a:lnTo>
                    <a:pt x="120558" y="304076"/>
                  </a:lnTo>
                  <a:lnTo>
                    <a:pt x="123228" y="302029"/>
                  </a:lnTo>
                  <a:lnTo>
                    <a:pt x="123692" y="302417"/>
                  </a:lnTo>
                  <a:lnTo>
                    <a:pt x="123852" y="302988"/>
                  </a:lnTo>
                  <a:lnTo>
                    <a:pt x="123616" y="303863"/>
                  </a:lnTo>
                  <a:lnTo>
                    <a:pt x="123753" y="305796"/>
                  </a:lnTo>
                  <a:lnTo>
                    <a:pt x="121745" y="308991"/>
                  </a:lnTo>
                  <a:lnTo>
                    <a:pt x="121828" y="310612"/>
                  </a:lnTo>
                  <a:close/>
                  <a:moveTo>
                    <a:pt x="240286" y="312293"/>
                  </a:moveTo>
                  <a:lnTo>
                    <a:pt x="237973" y="314485"/>
                  </a:lnTo>
                  <a:lnTo>
                    <a:pt x="235965" y="314332"/>
                  </a:lnTo>
                  <a:lnTo>
                    <a:pt x="234960" y="313351"/>
                  </a:lnTo>
                  <a:lnTo>
                    <a:pt x="234625" y="312141"/>
                  </a:lnTo>
                  <a:lnTo>
                    <a:pt x="236535" y="310239"/>
                  </a:lnTo>
                  <a:lnTo>
                    <a:pt x="238179" y="307545"/>
                  </a:lnTo>
                  <a:lnTo>
                    <a:pt x="239670" y="306351"/>
                  </a:lnTo>
                  <a:lnTo>
                    <a:pt x="240872" y="305681"/>
                  </a:lnTo>
                  <a:lnTo>
                    <a:pt x="241815" y="305704"/>
                  </a:lnTo>
                  <a:lnTo>
                    <a:pt x="239700" y="309463"/>
                  </a:lnTo>
                  <a:lnTo>
                    <a:pt x="240286" y="312293"/>
                  </a:lnTo>
                  <a:close/>
                  <a:moveTo>
                    <a:pt x="227877" y="307264"/>
                  </a:moveTo>
                  <a:lnTo>
                    <a:pt x="227481" y="307774"/>
                  </a:lnTo>
                  <a:lnTo>
                    <a:pt x="227100" y="307637"/>
                  </a:lnTo>
                  <a:lnTo>
                    <a:pt x="225739" y="308816"/>
                  </a:lnTo>
                  <a:lnTo>
                    <a:pt x="225449" y="307682"/>
                  </a:lnTo>
                  <a:lnTo>
                    <a:pt x="224377" y="306929"/>
                  </a:lnTo>
                  <a:lnTo>
                    <a:pt x="224247" y="306336"/>
                  </a:lnTo>
                  <a:lnTo>
                    <a:pt x="227313" y="305948"/>
                  </a:lnTo>
                  <a:lnTo>
                    <a:pt x="228303" y="306260"/>
                  </a:lnTo>
                  <a:lnTo>
                    <a:pt x="227877" y="307264"/>
                  </a:lnTo>
                  <a:close/>
                  <a:moveTo>
                    <a:pt x="227990" y="313115"/>
                  </a:moveTo>
                  <a:lnTo>
                    <a:pt x="230951" y="314188"/>
                  </a:lnTo>
                  <a:lnTo>
                    <a:pt x="233971" y="313883"/>
                  </a:lnTo>
                  <a:lnTo>
                    <a:pt x="233925" y="318578"/>
                  </a:lnTo>
                  <a:lnTo>
                    <a:pt x="234359" y="320153"/>
                  </a:lnTo>
                  <a:lnTo>
                    <a:pt x="235203" y="321561"/>
                  </a:lnTo>
                  <a:lnTo>
                    <a:pt x="234770" y="323607"/>
                  </a:lnTo>
                  <a:lnTo>
                    <a:pt x="236140" y="324307"/>
                  </a:lnTo>
                  <a:lnTo>
                    <a:pt x="232077" y="326635"/>
                  </a:lnTo>
                  <a:lnTo>
                    <a:pt x="228417" y="329724"/>
                  </a:lnTo>
                  <a:lnTo>
                    <a:pt x="226910" y="331802"/>
                  </a:lnTo>
                  <a:lnTo>
                    <a:pt x="225548" y="334031"/>
                  </a:lnTo>
                  <a:lnTo>
                    <a:pt x="224757" y="336390"/>
                  </a:lnTo>
                  <a:lnTo>
                    <a:pt x="224247" y="338923"/>
                  </a:lnTo>
                  <a:lnTo>
                    <a:pt x="223022" y="337919"/>
                  </a:lnTo>
                  <a:lnTo>
                    <a:pt x="219492" y="333803"/>
                  </a:lnTo>
                  <a:lnTo>
                    <a:pt x="217255" y="332677"/>
                  </a:lnTo>
                  <a:lnTo>
                    <a:pt x="213656" y="332075"/>
                  </a:lnTo>
                  <a:lnTo>
                    <a:pt x="212515" y="332212"/>
                  </a:lnTo>
                  <a:lnTo>
                    <a:pt x="205119" y="336055"/>
                  </a:lnTo>
                  <a:lnTo>
                    <a:pt x="204138" y="338862"/>
                  </a:lnTo>
                  <a:lnTo>
                    <a:pt x="202122" y="343085"/>
                  </a:lnTo>
                  <a:lnTo>
                    <a:pt x="201163" y="344477"/>
                  </a:lnTo>
                  <a:lnTo>
                    <a:pt x="200098" y="344881"/>
                  </a:lnTo>
                  <a:lnTo>
                    <a:pt x="199345" y="345604"/>
                  </a:lnTo>
                  <a:lnTo>
                    <a:pt x="198523" y="349195"/>
                  </a:lnTo>
                  <a:lnTo>
                    <a:pt x="196233" y="351401"/>
                  </a:lnTo>
                  <a:lnTo>
                    <a:pt x="194825" y="351470"/>
                  </a:lnTo>
                  <a:lnTo>
                    <a:pt x="192436" y="350861"/>
                  </a:lnTo>
                  <a:lnTo>
                    <a:pt x="191355" y="351203"/>
                  </a:lnTo>
                  <a:lnTo>
                    <a:pt x="192786" y="347665"/>
                  </a:lnTo>
                  <a:lnTo>
                    <a:pt x="190503" y="347232"/>
                  </a:lnTo>
                  <a:lnTo>
                    <a:pt x="188213" y="347308"/>
                  </a:lnTo>
                  <a:lnTo>
                    <a:pt x="188160" y="345002"/>
                  </a:lnTo>
                  <a:lnTo>
                    <a:pt x="186775" y="343694"/>
                  </a:lnTo>
                  <a:lnTo>
                    <a:pt x="187802" y="341989"/>
                  </a:lnTo>
                  <a:lnTo>
                    <a:pt x="187833" y="340597"/>
                  </a:lnTo>
                  <a:lnTo>
                    <a:pt x="188434" y="339829"/>
                  </a:lnTo>
                  <a:lnTo>
                    <a:pt x="188639" y="338710"/>
                  </a:lnTo>
                  <a:lnTo>
                    <a:pt x="188555" y="337751"/>
                  </a:lnTo>
                  <a:lnTo>
                    <a:pt x="187148" y="337462"/>
                  </a:lnTo>
                  <a:lnTo>
                    <a:pt x="186288" y="336785"/>
                  </a:lnTo>
                  <a:lnTo>
                    <a:pt x="186448" y="334259"/>
                  </a:lnTo>
                  <a:lnTo>
                    <a:pt x="185641" y="334168"/>
                  </a:lnTo>
                  <a:lnTo>
                    <a:pt x="183633" y="334609"/>
                  </a:lnTo>
                  <a:lnTo>
                    <a:pt x="179463" y="336557"/>
                  </a:lnTo>
                  <a:lnTo>
                    <a:pt x="178330" y="336557"/>
                  </a:lnTo>
                  <a:lnTo>
                    <a:pt x="180072" y="335165"/>
                  </a:lnTo>
                  <a:lnTo>
                    <a:pt x="183777" y="333262"/>
                  </a:lnTo>
                  <a:lnTo>
                    <a:pt x="185444" y="332167"/>
                  </a:lnTo>
                  <a:lnTo>
                    <a:pt x="189081" y="329093"/>
                  </a:lnTo>
                  <a:lnTo>
                    <a:pt x="191371" y="327640"/>
                  </a:lnTo>
                  <a:lnTo>
                    <a:pt x="192558" y="325060"/>
                  </a:lnTo>
                  <a:lnTo>
                    <a:pt x="192930" y="323493"/>
                  </a:lnTo>
                  <a:lnTo>
                    <a:pt x="193706" y="322108"/>
                  </a:lnTo>
                  <a:lnTo>
                    <a:pt x="194391" y="319894"/>
                  </a:lnTo>
                  <a:lnTo>
                    <a:pt x="195563" y="319156"/>
                  </a:lnTo>
                  <a:lnTo>
                    <a:pt x="197610" y="317254"/>
                  </a:lnTo>
                  <a:lnTo>
                    <a:pt x="198781" y="317437"/>
                  </a:lnTo>
                  <a:lnTo>
                    <a:pt x="200090" y="319773"/>
                  </a:lnTo>
                  <a:lnTo>
                    <a:pt x="201848" y="321561"/>
                  </a:lnTo>
                  <a:lnTo>
                    <a:pt x="203111" y="321408"/>
                  </a:lnTo>
                  <a:lnTo>
                    <a:pt x="205371" y="320488"/>
                  </a:lnTo>
                  <a:lnTo>
                    <a:pt x="206466" y="320282"/>
                  </a:lnTo>
                  <a:lnTo>
                    <a:pt x="209076" y="320397"/>
                  </a:lnTo>
                  <a:lnTo>
                    <a:pt x="211427" y="319263"/>
                  </a:lnTo>
                  <a:lnTo>
                    <a:pt x="212386" y="317924"/>
                  </a:lnTo>
                  <a:lnTo>
                    <a:pt x="212743" y="316250"/>
                  </a:lnTo>
                  <a:lnTo>
                    <a:pt x="211868" y="313442"/>
                  </a:lnTo>
                  <a:lnTo>
                    <a:pt x="212994" y="313724"/>
                  </a:lnTo>
                  <a:lnTo>
                    <a:pt x="214082" y="313610"/>
                  </a:lnTo>
                  <a:lnTo>
                    <a:pt x="216631" y="311822"/>
                  </a:lnTo>
                  <a:lnTo>
                    <a:pt x="219256" y="310757"/>
                  </a:lnTo>
                  <a:lnTo>
                    <a:pt x="221972" y="310490"/>
                  </a:lnTo>
                  <a:lnTo>
                    <a:pt x="225031" y="311502"/>
                  </a:lnTo>
                  <a:lnTo>
                    <a:pt x="227990" y="313115"/>
                  </a:lnTo>
                  <a:close/>
                  <a:moveTo>
                    <a:pt x="119568" y="316531"/>
                  </a:moveTo>
                  <a:lnTo>
                    <a:pt x="118176" y="317574"/>
                  </a:lnTo>
                  <a:lnTo>
                    <a:pt x="117583" y="315983"/>
                  </a:lnTo>
                  <a:lnTo>
                    <a:pt x="118191" y="311464"/>
                  </a:lnTo>
                  <a:lnTo>
                    <a:pt x="120801" y="312392"/>
                  </a:lnTo>
                  <a:lnTo>
                    <a:pt x="120755" y="313777"/>
                  </a:lnTo>
                  <a:lnTo>
                    <a:pt x="119568" y="316531"/>
                  </a:lnTo>
                  <a:close/>
                  <a:moveTo>
                    <a:pt x="190008" y="316744"/>
                  </a:moveTo>
                  <a:lnTo>
                    <a:pt x="189392" y="317772"/>
                  </a:lnTo>
                  <a:lnTo>
                    <a:pt x="187498" y="317460"/>
                  </a:lnTo>
                  <a:lnTo>
                    <a:pt x="188259" y="316569"/>
                  </a:lnTo>
                  <a:lnTo>
                    <a:pt x="188837" y="315489"/>
                  </a:lnTo>
                  <a:lnTo>
                    <a:pt x="189263" y="315268"/>
                  </a:lnTo>
                  <a:lnTo>
                    <a:pt x="189621" y="316440"/>
                  </a:lnTo>
                  <a:lnTo>
                    <a:pt x="190008" y="316744"/>
                  </a:lnTo>
                  <a:close/>
                  <a:moveTo>
                    <a:pt x="183336" y="321104"/>
                  </a:moveTo>
                  <a:lnTo>
                    <a:pt x="184378" y="322047"/>
                  </a:lnTo>
                  <a:lnTo>
                    <a:pt x="186851" y="321667"/>
                  </a:lnTo>
                  <a:lnTo>
                    <a:pt x="187155" y="321933"/>
                  </a:lnTo>
                  <a:lnTo>
                    <a:pt x="186433" y="322786"/>
                  </a:lnTo>
                  <a:lnTo>
                    <a:pt x="185337" y="323630"/>
                  </a:lnTo>
                  <a:lnTo>
                    <a:pt x="183359" y="322999"/>
                  </a:lnTo>
                  <a:lnTo>
                    <a:pt x="182111" y="322968"/>
                  </a:lnTo>
                  <a:lnTo>
                    <a:pt x="181936" y="321561"/>
                  </a:lnTo>
                  <a:lnTo>
                    <a:pt x="182096" y="321051"/>
                  </a:lnTo>
                  <a:lnTo>
                    <a:pt x="183336" y="321104"/>
                  </a:lnTo>
                  <a:close/>
                  <a:moveTo>
                    <a:pt x="160039" y="329861"/>
                  </a:moveTo>
                  <a:lnTo>
                    <a:pt x="162907" y="330622"/>
                  </a:lnTo>
                  <a:lnTo>
                    <a:pt x="164124" y="330668"/>
                  </a:lnTo>
                  <a:lnTo>
                    <a:pt x="165243" y="330326"/>
                  </a:lnTo>
                  <a:lnTo>
                    <a:pt x="166962" y="329329"/>
                  </a:lnTo>
                  <a:lnTo>
                    <a:pt x="168751" y="328591"/>
                  </a:lnTo>
                  <a:lnTo>
                    <a:pt x="170036" y="328964"/>
                  </a:lnTo>
                  <a:lnTo>
                    <a:pt x="171170" y="329854"/>
                  </a:lnTo>
                  <a:lnTo>
                    <a:pt x="171764" y="331109"/>
                  </a:lnTo>
                  <a:lnTo>
                    <a:pt x="171474" y="332418"/>
                  </a:lnTo>
                  <a:lnTo>
                    <a:pt x="169443" y="335233"/>
                  </a:lnTo>
                  <a:lnTo>
                    <a:pt x="167769" y="338231"/>
                  </a:lnTo>
                  <a:lnTo>
                    <a:pt x="171604" y="338794"/>
                  </a:lnTo>
                  <a:lnTo>
                    <a:pt x="175438" y="338733"/>
                  </a:lnTo>
                  <a:lnTo>
                    <a:pt x="174548" y="340582"/>
                  </a:lnTo>
                  <a:lnTo>
                    <a:pt x="174396" y="342195"/>
                  </a:lnTo>
                  <a:lnTo>
                    <a:pt x="175568" y="342963"/>
                  </a:lnTo>
                  <a:lnTo>
                    <a:pt x="176564" y="343998"/>
                  </a:lnTo>
                  <a:lnTo>
                    <a:pt x="176306" y="344934"/>
                  </a:lnTo>
                  <a:lnTo>
                    <a:pt x="175735" y="345855"/>
                  </a:lnTo>
                  <a:lnTo>
                    <a:pt x="177828" y="347239"/>
                  </a:lnTo>
                  <a:lnTo>
                    <a:pt x="177691" y="348168"/>
                  </a:lnTo>
                  <a:lnTo>
                    <a:pt x="177150" y="349142"/>
                  </a:lnTo>
                  <a:lnTo>
                    <a:pt x="171923" y="355487"/>
                  </a:lnTo>
                  <a:lnTo>
                    <a:pt x="170386" y="358690"/>
                  </a:lnTo>
                  <a:lnTo>
                    <a:pt x="169321" y="362213"/>
                  </a:lnTo>
                  <a:lnTo>
                    <a:pt x="168340" y="364785"/>
                  </a:lnTo>
                  <a:lnTo>
                    <a:pt x="167624" y="367455"/>
                  </a:lnTo>
                  <a:lnTo>
                    <a:pt x="167084" y="370331"/>
                  </a:lnTo>
                  <a:lnTo>
                    <a:pt x="166110" y="373299"/>
                  </a:lnTo>
                  <a:lnTo>
                    <a:pt x="166437" y="375924"/>
                  </a:lnTo>
                  <a:lnTo>
                    <a:pt x="166110" y="378617"/>
                  </a:lnTo>
                  <a:lnTo>
                    <a:pt x="163485" y="385252"/>
                  </a:lnTo>
                  <a:lnTo>
                    <a:pt x="161613" y="385130"/>
                  </a:lnTo>
                  <a:lnTo>
                    <a:pt x="159263" y="384331"/>
                  </a:lnTo>
                  <a:lnTo>
                    <a:pt x="157794" y="384453"/>
                  </a:lnTo>
                  <a:lnTo>
                    <a:pt x="157033" y="385921"/>
                  </a:lnTo>
                  <a:lnTo>
                    <a:pt x="158380" y="388942"/>
                  </a:lnTo>
                  <a:lnTo>
                    <a:pt x="154195" y="392526"/>
                  </a:lnTo>
                  <a:lnTo>
                    <a:pt x="149569" y="394930"/>
                  </a:lnTo>
                  <a:lnTo>
                    <a:pt x="149539" y="393834"/>
                  </a:lnTo>
                  <a:lnTo>
                    <a:pt x="149980" y="392975"/>
                  </a:lnTo>
                  <a:lnTo>
                    <a:pt x="150642" y="392282"/>
                  </a:lnTo>
                  <a:lnTo>
                    <a:pt x="151121" y="391445"/>
                  </a:lnTo>
                  <a:lnTo>
                    <a:pt x="151798" y="388630"/>
                  </a:lnTo>
                  <a:lnTo>
                    <a:pt x="151464" y="385792"/>
                  </a:lnTo>
                  <a:lnTo>
                    <a:pt x="150064" y="382231"/>
                  </a:lnTo>
                  <a:lnTo>
                    <a:pt x="149965" y="380953"/>
                  </a:lnTo>
                  <a:lnTo>
                    <a:pt x="150931" y="380436"/>
                  </a:lnTo>
                  <a:lnTo>
                    <a:pt x="151578" y="380283"/>
                  </a:lnTo>
                  <a:lnTo>
                    <a:pt x="151928" y="379789"/>
                  </a:lnTo>
                  <a:lnTo>
                    <a:pt x="151943" y="378610"/>
                  </a:lnTo>
                  <a:lnTo>
                    <a:pt x="151502" y="377734"/>
                  </a:lnTo>
                  <a:lnTo>
                    <a:pt x="150178" y="377453"/>
                  </a:lnTo>
                  <a:lnTo>
                    <a:pt x="148915" y="377438"/>
                  </a:lnTo>
                  <a:lnTo>
                    <a:pt x="148024" y="378762"/>
                  </a:lnTo>
                  <a:lnTo>
                    <a:pt x="146800" y="381311"/>
                  </a:lnTo>
                  <a:lnTo>
                    <a:pt x="146206" y="383890"/>
                  </a:lnTo>
                  <a:lnTo>
                    <a:pt x="146465" y="385298"/>
                  </a:lnTo>
                  <a:lnTo>
                    <a:pt x="147005" y="386560"/>
                  </a:lnTo>
                  <a:lnTo>
                    <a:pt x="148687" y="388668"/>
                  </a:lnTo>
                  <a:lnTo>
                    <a:pt x="148199" y="389916"/>
                  </a:lnTo>
                  <a:lnTo>
                    <a:pt x="147500" y="390882"/>
                  </a:lnTo>
                  <a:lnTo>
                    <a:pt x="141565" y="388683"/>
                  </a:lnTo>
                  <a:lnTo>
                    <a:pt x="140279" y="388523"/>
                  </a:lnTo>
                  <a:lnTo>
                    <a:pt x="139214" y="388059"/>
                  </a:lnTo>
                  <a:lnTo>
                    <a:pt x="138072" y="385161"/>
                  </a:lnTo>
                  <a:lnTo>
                    <a:pt x="140492" y="384460"/>
                  </a:lnTo>
                  <a:lnTo>
                    <a:pt x="141207" y="384111"/>
                  </a:lnTo>
                  <a:lnTo>
                    <a:pt x="141474" y="383182"/>
                  </a:lnTo>
                  <a:lnTo>
                    <a:pt x="141801" y="380352"/>
                  </a:lnTo>
                  <a:lnTo>
                    <a:pt x="140675" y="377978"/>
                  </a:lnTo>
                  <a:lnTo>
                    <a:pt x="139716" y="377134"/>
                  </a:lnTo>
                  <a:lnTo>
                    <a:pt x="138940" y="376167"/>
                  </a:lnTo>
                  <a:lnTo>
                    <a:pt x="139427" y="374166"/>
                  </a:lnTo>
                  <a:lnTo>
                    <a:pt x="139107" y="371640"/>
                  </a:lnTo>
                  <a:lnTo>
                    <a:pt x="139077" y="368110"/>
                  </a:lnTo>
                  <a:lnTo>
                    <a:pt x="139495" y="367501"/>
                  </a:lnTo>
                  <a:lnTo>
                    <a:pt x="141740" y="366786"/>
                  </a:lnTo>
                  <a:lnTo>
                    <a:pt x="143360" y="364891"/>
                  </a:lnTo>
                  <a:lnTo>
                    <a:pt x="144791" y="362731"/>
                  </a:lnTo>
                  <a:lnTo>
                    <a:pt x="146883" y="358926"/>
                  </a:lnTo>
                  <a:lnTo>
                    <a:pt x="148603" y="354810"/>
                  </a:lnTo>
                  <a:lnTo>
                    <a:pt x="146952" y="354635"/>
                  </a:lnTo>
                  <a:lnTo>
                    <a:pt x="145552" y="353859"/>
                  </a:lnTo>
                  <a:lnTo>
                    <a:pt x="147073" y="351911"/>
                  </a:lnTo>
                  <a:lnTo>
                    <a:pt x="146602" y="349446"/>
                  </a:lnTo>
                  <a:lnTo>
                    <a:pt x="144319" y="346418"/>
                  </a:lnTo>
                  <a:lnTo>
                    <a:pt x="143064" y="342842"/>
                  </a:lnTo>
                  <a:lnTo>
                    <a:pt x="141047" y="341259"/>
                  </a:lnTo>
                  <a:lnTo>
                    <a:pt x="139983" y="340681"/>
                  </a:lnTo>
                  <a:lnTo>
                    <a:pt x="138681" y="341518"/>
                  </a:lnTo>
                  <a:lnTo>
                    <a:pt x="137616" y="342522"/>
                  </a:lnTo>
                  <a:lnTo>
                    <a:pt x="138605" y="344850"/>
                  </a:lnTo>
                  <a:lnTo>
                    <a:pt x="138483" y="346912"/>
                  </a:lnTo>
                  <a:lnTo>
                    <a:pt x="138643" y="348951"/>
                  </a:lnTo>
                  <a:lnTo>
                    <a:pt x="139648" y="349065"/>
                  </a:lnTo>
                  <a:lnTo>
                    <a:pt x="140888" y="348556"/>
                  </a:lnTo>
                  <a:lnTo>
                    <a:pt x="141877" y="348913"/>
                  </a:lnTo>
                  <a:lnTo>
                    <a:pt x="142455" y="349986"/>
                  </a:lnTo>
                  <a:lnTo>
                    <a:pt x="142615" y="351363"/>
                  </a:lnTo>
                  <a:lnTo>
                    <a:pt x="142174" y="352725"/>
                  </a:lnTo>
                  <a:lnTo>
                    <a:pt x="141268" y="353402"/>
                  </a:lnTo>
                  <a:lnTo>
                    <a:pt x="140157" y="353349"/>
                  </a:lnTo>
                  <a:lnTo>
                    <a:pt x="139039" y="352611"/>
                  </a:lnTo>
                  <a:lnTo>
                    <a:pt x="138164" y="351561"/>
                  </a:lnTo>
                  <a:lnTo>
                    <a:pt x="136071" y="350983"/>
                  </a:lnTo>
                  <a:lnTo>
                    <a:pt x="133865" y="352223"/>
                  </a:lnTo>
                  <a:lnTo>
                    <a:pt x="131773" y="354749"/>
                  </a:lnTo>
                  <a:lnTo>
                    <a:pt x="129985" y="356027"/>
                  </a:lnTo>
                  <a:lnTo>
                    <a:pt x="130821" y="354156"/>
                  </a:lnTo>
                  <a:lnTo>
                    <a:pt x="131225" y="352132"/>
                  </a:lnTo>
                  <a:lnTo>
                    <a:pt x="130358" y="350709"/>
                  </a:lnTo>
                  <a:lnTo>
                    <a:pt x="128303" y="348343"/>
                  </a:lnTo>
                  <a:lnTo>
                    <a:pt x="127824" y="346973"/>
                  </a:lnTo>
                  <a:lnTo>
                    <a:pt x="127702" y="345315"/>
                  </a:lnTo>
                  <a:lnTo>
                    <a:pt x="128067" y="343671"/>
                  </a:lnTo>
                  <a:lnTo>
                    <a:pt x="130167" y="345558"/>
                  </a:lnTo>
                  <a:lnTo>
                    <a:pt x="131248" y="347909"/>
                  </a:lnTo>
                  <a:lnTo>
                    <a:pt x="132800" y="348944"/>
                  </a:lnTo>
                  <a:lnTo>
                    <a:pt x="134740" y="348951"/>
                  </a:lnTo>
                  <a:lnTo>
                    <a:pt x="133249" y="345497"/>
                  </a:lnTo>
                  <a:lnTo>
                    <a:pt x="132716" y="344622"/>
                  </a:lnTo>
                  <a:lnTo>
                    <a:pt x="130632" y="343070"/>
                  </a:lnTo>
                  <a:lnTo>
                    <a:pt x="127770" y="340460"/>
                  </a:lnTo>
                  <a:lnTo>
                    <a:pt x="125960" y="339197"/>
                  </a:lnTo>
                  <a:lnTo>
                    <a:pt x="126599" y="336466"/>
                  </a:lnTo>
                  <a:lnTo>
                    <a:pt x="127672" y="335925"/>
                  </a:lnTo>
                  <a:lnTo>
                    <a:pt x="128570" y="336055"/>
                  </a:lnTo>
                  <a:lnTo>
                    <a:pt x="131597" y="337021"/>
                  </a:lnTo>
                  <a:lnTo>
                    <a:pt x="131879" y="335659"/>
                  </a:lnTo>
                  <a:lnTo>
                    <a:pt x="131430" y="334929"/>
                  </a:lnTo>
                  <a:lnTo>
                    <a:pt x="131202" y="334084"/>
                  </a:lnTo>
                  <a:lnTo>
                    <a:pt x="133203" y="332905"/>
                  </a:lnTo>
                  <a:lnTo>
                    <a:pt x="136467" y="331931"/>
                  </a:lnTo>
                  <a:lnTo>
                    <a:pt x="137137" y="331475"/>
                  </a:lnTo>
                  <a:lnTo>
                    <a:pt x="137715" y="330493"/>
                  </a:lnTo>
                  <a:lnTo>
                    <a:pt x="138514" y="329983"/>
                  </a:lnTo>
                  <a:lnTo>
                    <a:pt x="140797" y="329998"/>
                  </a:lnTo>
                  <a:lnTo>
                    <a:pt x="142721" y="329055"/>
                  </a:lnTo>
                  <a:lnTo>
                    <a:pt x="144312" y="326506"/>
                  </a:lnTo>
                  <a:lnTo>
                    <a:pt x="144692" y="325106"/>
                  </a:lnTo>
                  <a:lnTo>
                    <a:pt x="145255" y="323934"/>
                  </a:lnTo>
                  <a:lnTo>
                    <a:pt x="149219" y="321865"/>
                  </a:lnTo>
                  <a:lnTo>
                    <a:pt x="150201" y="321545"/>
                  </a:lnTo>
                  <a:lnTo>
                    <a:pt x="152856" y="321804"/>
                  </a:lnTo>
                  <a:lnTo>
                    <a:pt x="155275" y="322976"/>
                  </a:lnTo>
                  <a:lnTo>
                    <a:pt x="156470" y="325441"/>
                  </a:lnTo>
                  <a:lnTo>
                    <a:pt x="157520" y="328073"/>
                  </a:lnTo>
                  <a:lnTo>
                    <a:pt x="160039" y="329861"/>
                  </a:lnTo>
                  <a:close/>
                  <a:moveTo>
                    <a:pt x="130593" y="326126"/>
                  </a:moveTo>
                  <a:lnTo>
                    <a:pt x="129117" y="327183"/>
                  </a:lnTo>
                  <a:lnTo>
                    <a:pt x="128006" y="326362"/>
                  </a:lnTo>
                  <a:lnTo>
                    <a:pt x="128546" y="324079"/>
                  </a:lnTo>
                  <a:lnTo>
                    <a:pt x="128912" y="323318"/>
                  </a:lnTo>
                  <a:lnTo>
                    <a:pt x="130175" y="324071"/>
                  </a:lnTo>
                  <a:lnTo>
                    <a:pt x="130593" y="326126"/>
                  </a:lnTo>
                  <a:close/>
                  <a:moveTo>
                    <a:pt x="124096" y="339532"/>
                  </a:moveTo>
                  <a:lnTo>
                    <a:pt x="122597" y="340727"/>
                  </a:lnTo>
                  <a:lnTo>
                    <a:pt x="121509" y="340727"/>
                  </a:lnTo>
                  <a:lnTo>
                    <a:pt x="122498" y="339326"/>
                  </a:lnTo>
                  <a:lnTo>
                    <a:pt x="122635" y="338665"/>
                  </a:lnTo>
                  <a:lnTo>
                    <a:pt x="123464" y="336785"/>
                  </a:lnTo>
                  <a:lnTo>
                    <a:pt x="125085" y="336116"/>
                  </a:lnTo>
                  <a:lnTo>
                    <a:pt x="125769" y="336032"/>
                  </a:lnTo>
                  <a:lnTo>
                    <a:pt x="124445" y="337980"/>
                  </a:lnTo>
                  <a:lnTo>
                    <a:pt x="124096" y="339532"/>
                  </a:lnTo>
                  <a:close/>
                  <a:moveTo>
                    <a:pt x="115239" y="349225"/>
                  </a:moveTo>
                  <a:lnTo>
                    <a:pt x="114707" y="349499"/>
                  </a:lnTo>
                  <a:lnTo>
                    <a:pt x="114022" y="347217"/>
                  </a:lnTo>
                  <a:lnTo>
                    <a:pt x="113542" y="346403"/>
                  </a:lnTo>
                  <a:lnTo>
                    <a:pt x="114342" y="345969"/>
                  </a:lnTo>
                  <a:lnTo>
                    <a:pt x="115947" y="341822"/>
                  </a:lnTo>
                  <a:lnTo>
                    <a:pt x="116236" y="343466"/>
                  </a:lnTo>
                  <a:lnTo>
                    <a:pt x="116860" y="345094"/>
                  </a:lnTo>
                  <a:lnTo>
                    <a:pt x="117484" y="345353"/>
                  </a:lnTo>
                  <a:lnTo>
                    <a:pt x="116875" y="346539"/>
                  </a:lnTo>
                  <a:lnTo>
                    <a:pt x="115985" y="346981"/>
                  </a:lnTo>
                  <a:lnTo>
                    <a:pt x="115239" y="349225"/>
                  </a:lnTo>
                  <a:close/>
                  <a:moveTo>
                    <a:pt x="345094" y="343762"/>
                  </a:moveTo>
                  <a:lnTo>
                    <a:pt x="344721" y="344029"/>
                  </a:lnTo>
                  <a:lnTo>
                    <a:pt x="343694" y="343199"/>
                  </a:lnTo>
                  <a:lnTo>
                    <a:pt x="343542" y="342461"/>
                  </a:lnTo>
                  <a:lnTo>
                    <a:pt x="343724" y="342005"/>
                  </a:lnTo>
                  <a:lnTo>
                    <a:pt x="344394" y="341906"/>
                  </a:lnTo>
                  <a:lnTo>
                    <a:pt x="345779" y="342811"/>
                  </a:lnTo>
                  <a:lnTo>
                    <a:pt x="345094" y="343762"/>
                  </a:lnTo>
                  <a:close/>
                  <a:moveTo>
                    <a:pt x="106451" y="350656"/>
                  </a:moveTo>
                  <a:lnTo>
                    <a:pt x="107281" y="351340"/>
                  </a:lnTo>
                  <a:lnTo>
                    <a:pt x="108490" y="350952"/>
                  </a:lnTo>
                  <a:lnTo>
                    <a:pt x="109457" y="350861"/>
                  </a:lnTo>
                  <a:lnTo>
                    <a:pt x="110149" y="351188"/>
                  </a:lnTo>
                  <a:lnTo>
                    <a:pt x="111024" y="352946"/>
                  </a:lnTo>
                  <a:lnTo>
                    <a:pt x="111344" y="353988"/>
                  </a:lnTo>
                  <a:lnTo>
                    <a:pt x="109784" y="354133"/>
                  </a:lnTo>
                  <a:lnTo>
                    <a:pt x="109122" y="354376"/>
                  </a:lnTo>
                  <a:lnTo>
                    <a:pt x="108270" y="355647"/>
                  </a:lnTo>
                  <a:lnTo>
                    <a:pt x="107045" y="355175"/>
                  </a:lnTo>
                  <a:lnTo>
                    <a:pt x="106276" y="354574"/>
                  </a:lnTo>
                  <a:lnTo>
                    <a:pt x="106109" y="353729"/>
                  </a:lnTo>
                  <a:lnTo>
                    <a:pt x="106451" y="350656"/>
                  </a:lnTo>
                  <a:close/>
                  <a:moveTo>
                    <a:pt x="136710" y="364617"/>
                  </a:moveTo>
                  <a:lnTo>
                    <a:pt x="135021" y="365515"/>
                  </a:lnTo>
                  <a:lnTo>
                    <a:pt x="134808" y="364655"/>
                  </a:lnTo>
                  <a:lnTo>
                    <a:pt x="134093" y="364260"/>
                  </a:lnTo>
                  <a:lnTo>
                    <a:pt x="135318" y="363050"/>
                  </a:lnTo>
                  <a:lnTo>
                    <a:pt x="135273" y="362502"/>
                  </a:lnTo>
                  <a:lnTo>
                    <a:pt x="134497" y="361688"/>
                  </a:lnTo>
                  <a:lnTo>
                    <a:pt x="135394" y="358599"/>
                  </a:lnTo>
                  <a:lnTo>
                    <a:pt x="135151" y="357267"/>
                  </a:lnTo>
                  <a:lnTo>
                    <a:pt x="138522" y="356773"/>
                  </a:lnTo>
                  <a:lnTo>
                    <a:pt x="139138" y="358028"/>
                  </a:lnTo>
                  <a:lnTo>
                    <a:pt x="139199" y="361833"/>
                  </a:lnTo>
                  <a:lnTo>
                    <a:pt x="136710" y="364617"/>
                  </a:lnTo>
                  <a:close/>
                  <a:moveTo>
                    <a:pt x="143087" y="359740"/>
                  </a:moveTo>
                  <a:lnTo>
                    <a:pt x="141200" y="359854"/>
                  </a:lnTo>
                  <a:lnTo>
                    <a:pt x="140416" y="359558"/>
                  </a:lnTo>
                  <a:lnTo>
                    <a:pt x="140104" y="358759"/>
                  </a:lnTo>
                  <a:lnTo>
                    <a:pt x="142752" y="357138"/>
                  </a:lnTo>
                  <a:lnTo>
                    <a:pt x="144806" y="357427"/>
                  </a:lnTo>
                  <a:lnTo>
                    <a:pt x="143893" y="358888"/>
                  </a:lnTo>
                  <a:lnTo>
                    <a:pt x="143087" y="359740"/>
                  </a:lnTo>
                  <a:close/>
                  <a:moveTo>
                    <a:pt x="128935" y="378960"/>
                  </a:moveTo>
                  <a:lnTo>
                    <a:pt x="128265" y="379393"/>
                  </a:lnTo>
                  <a:lnTo>
                    <a:pt x="128691" y="377430"/>
                  </a:lnTo>
                  <a:lnTo>
                    <a:pt x="130411" y="375711"/>
                  </a:lnTo>
                  <a:lnTo>
                    <a:pt x="130555" y="376821"/>
                  </a:lnTo>
                  <a:lnTo>
                    <a:pt x="128935" y="378960"/>
                  </a:lnTo>
                  <a:close/>
                  <a:moveTo>
                    <a:pt x="155443" y="410208"/>
                  </a:moveTo>
                  <a:lnTo>
                    <a:pt x="153571" y="410467"/>
                  </a:lnTo>
                  <a:lnTo>
                    <a:pt x="153533" y="409036"/>
                  </a:lnTo>
                  <a:lnTo>
                    <a:pt x="155017" y="405810"/>
                  </a:lnTo>
                  <a:lnTo>
                    <a:pt x="155176" y="403436"/>
                  </a:lnTo>
                  <a:lnTo>
                    <a:pt x="156561" y="400438"/>
                  </a:lnTo>
                  <a:lnTo>
                    <a:pt x="157147" y="399784"/>
                  </a:lnTo>
                  <a:lnTo>
                    <a:pt x="157588" y="399548"/>
                  </a:lnTo>
                  <a:lnTo>
                    <a:pt x="158068" y="400484"/>
                  </a:lnTo>
                  <a:lnTo>
                    <a:pt x="157535" y="404152"/>
                  </a:lnTo>
                  <a:lnTo>
                    <a:pt x="156143" y="406929"/>
                  </a:lnTo>
                  <a:lnTo>
                    <a:pt x="155443" y="410208"/>
                  </a:lnTo>
                  <a:close/>
                  <a:moveTo>
                    <a:pt x="148253" y="413502"/>
                  </a:moveTo>
                  <a:lnTo>
                    <a:pt x="145811" y="414035"/>
                  </a:lnTo>
                  <a:lnTo>
                    <a:pt x="144471" y="413464"/>
                  </a:lnTo>
                  <a:lnTo>
                    <a:pt x="143239" y="410428"/>
                  </a:lnTo>
                  <a:lnTo>
                    <a:pt x="145575" y="408526"/>
                  </a:lnTo>
                  <a:lnTo>
                    <a:pt x="148694" y="410413"/>
                  </a:lnTo>
                  <a:lnTo>
                    <a:pt x="149333" y="410953"/>
                  </a:lnTo>
                  <a:lnTo>
                    <a:pt x="148253" y="413502"/>
                  </a:lnTo>
                  <a:close/>
                  <a:moveTo>
                    <a:pt x="123266" y="463514"/>
                  </a:moveTo>
                  <a:lnTo>
                    <a:pt x="121425" y="465469"/>
                  </a:lnTo>
                  <a:lnTo>
                    <a:pt x="119469" y="463704"/>
                  </a:lnTo>
                  <a:lnTo>
                    <a:pt x="117111" y="462524"/>
                  </a:lnTo>
                  <a:lnTo>
                    <a:pt x="118230" y="462205"/>
                  </a:lnTo>
                  <a:lnTo>
                    <a:pt x="118884" y="461725"/>
                  </a:lnTo>
                  <a:lnTo>
                    <a:pt x="118952" y="460980"/>
                  </a:lnTo>
                  <a:lnTo>
                    <a:pt x="120481" y="459869"/>
                  </a:lnTo>
                  <a:lnTo>
                    <a:pt x="123510" y="459009"/>
                  </a:lnTo>
                  <a:lnTo>
                    <a:pt x="124476" y="458956"/>
                  </a:lnTo>
                  <a:lnTo>
                    <a:pt x="125564" y="458149"/>
                  </a:lnTo>
                  <a:lnTo>
                    <a:pt x="125922" y="457419"/>
                  </a:lnTo>
                  <a:lnTo>
                    <a:pt x="126371" y="457069"/>
                  </a:lnTo>
                  <a:lnTo>
                    <a:pt x="128326" y="456065"/>
                  </a:lnTo>
                  <a:lnTo>
                    <a:pt x="128859" y="457221"/>
                  </a:lnTo>
                  <a:lnTo>
                    <a:pt x="128767" y="458127"/>
                  </a:lnTo>
                  <a:lnTo>
                    <a:pt x="127299" y="458629"/>
                  </a:lnTo>
                  <a:lnTo>
                    <a:pt x="125868" y="459839"/>
                  </a:lnTo>
                  <a:lnTo>
                    <a:pt x="124537" y="461345"/>
                  </a:lnTo>
                  <a:lnTo>
                    <a:pt x="123350" y="461984"/>
                  </a:lnTo>
                  <a:lnTo>
                    <a:pt x="122970" y="462410"/>
                  </a:lnTo>
                  <a:lnTo>
                    <a:pt x="123266" y="463514"/>
                  </a:lnTo>
                  <a:close/>
                  <a:moveTo>
                    <a:pt x="120519" y="466024"/>
                  </a:moveTo>
                  <a:lnTo>
                    <a:pt x="120664" y="466587"/>
                  </a:lnTo>
                  <a:lnTo>
                    <a:pt x="118572" y="466115"/>
                  </a:lnTo>
                  <a:lnTo>
                    <a:pt x="117720" y="463917"/>
                  </a:lnTo>
                  <a:lnTo>
                    <a:pt x="119112" y="464312"/>
                  </a:lnTo>
                  <a:lnTo>
                    <a:pt x="119538" y="465065"/>
                  </a:lnTo>
                  <a:lnTo>
                    <a:pt x="120519" y="466024"/>
                  </a:lnTo>
                  <a:close/>
                  <a:moveTo>
                    <a:pt x="113558" y="475254"/>
                  </a:moveTo>
                  <a:lnTo>
                    <a:pt x="112660" y="475695"/>
                  </a:lnTo>
                  <a:lnTo>
                    <a:pt x="111465" y="475086"/>
                  </a:lnTo>
                  <a:lnTo>
                    <a:pt x="111093" y="472332"/>
                  </a:lnTo>
                  <a:lnTo>
                    <a:pt x="111625" y="470993"/>
                  </a:lnTo>
                  <a:lnTo>
                    <a:pt x="112561" y="470696"/>
                  </a:lnTo>
                  <a:lnTo>
                    <a:pt x="113375" y="473077"/>
                  </a:lnTo>
                  <a:lnTo>
                    <a:pt x="113938" y="474059"/>
                  </a:lnTo>
                  <a:lnTo>
                    <a:pt x="113558" y="475254"/>
                  </a:lnTo>
                  <a:close/>
                  <a:moveTo>
                    <a:pt x="97770" y="500757"/>
                  </a:moveTo>
                  <a:lnTo>
                    <a:pt x="95708" y="501853"/>
                  </a:lnTo>
                  <a:lnTo>
                    <a:pt x="94947" y="503154"/>
                  </a:lnTo>
                  <a:lnTo>
                    <a:pt x="93045" y="503595"/>
                  </a:lnTo>
                  <a:lnTo>
                    <a:pt x="91196" y="505421"/>
                  </a:lnTo>
                  <a:lnTo>
                    <a:pt x="89401" y="505749"/>
                  </a:lnTo>
                  <a:lnTo>
                    <a:pt x="89446" y="507217"/>
                  </a:lnTo>
                  <a:lnTo>
                    <a:pt x="90215" y="508457"/>
                  </a:lnTo>
                  <a:lnTo>
                    <a:pt x="89020" y="508678"/>
                  </a:lnTo>
                  <a:lnTo>
                    <a:pt x="87765" y="510192"/>
                  </a:lnTo>
                  <a:lnTo>
                    <a:pt x="87666" y="511295"/>
                  </a:lnTo>
                  <a:lnTo>
                    <a:pt x="88115" y="512178"/>
                  </a:lnTo>
                  <a:lnTo>
                    <a:pt x="88054" y="512627"/>
                  </a:lnTo>
                  <a:lnTo>
                    <a:pt x="86471" y="513935"/>
                  </a:lnTo>
                  <a:lnTo>
                    <a:pt x="84835" y="513996"/>
                  </a:lnTo>
                  <a:lnTo>
                    <a:pt x="84767" y="512581"/>
                  </a:lnTo>
                  <a:lnTo>
                    <a:pt x="84873" y="511523"/>
                  </a:lnTo>
                  <a:lnTo>
                    <a:pt x="86418" y="508952"/>
                  </a:lnTo>
                  <a:lnTo>
                    <a:pt x="86456" y="505961"/>
                  </a:lnTo>
                  <a:lnTo>
                    <a:pt x="87886" y="505619"/>
                  </a:lnTo>
                  <a:lnTo>
                    <a:pt x="88404" y="505201"/>
                  </a:lnTo>
                  <a:lnTo>
                    <a:pt x="90664" y="503070"/>
                  </a:lnTo>
                  <a:lnTo>
                    <a:pt x="91082" y="502165"/>
                  </a:lnTo>
                  <a:lnTo>
                    <a:pt x="89910" y="501282"/>
                  </a:lnTo>
                  <a:lnTo>
                    <a:pt x="90002" y="500240"/>
                  </a:lnTo>
                  <a:lnTo>
                    <a:pt x="90268" y="499799"/>
                  </a:lnTo>
                  <a:lnTo>
                    <a:pt x="92124" y="500133"/>
                  </a:lnTo>
                  <a:lnTo>
                    <a:pt x="92878" y="500909"/>
                  </a:lnTo>
                  <a:lnTo>
                    <a:pt x="93250" y="500993"/>
                  </a:lnTo>
                  <a:lnTo>
                    <a:pt x="94339" y="500415"/>
                  </a:lnTo>
                  <a:lnTo>
                    <a:pt x="94848" y="499380"/>
                  </a:lnTo>
                  <a:lnTo>
                    <a:pt x="96872" y="497341"/>
                  </a:lnTo>
                  <a:lnTo>
                    <a:pt x="97694" y="495317"/>
                  </a:lnTo>
                  <a:lnTo>
                    <a:pt x="99330" y="496976"/>
                  </a:lnTo>
                  <a:lnTo>
                    <a:pt x="98889" y="499152"/>
                  </a:lnTo>
                  <a:lnTo>
                    <a:pt x="97770" y="500757"/>
                  </a:lnTo>
                  <a:close/>
                  <a:moveTo>
                    <a:pt x="395212" y="501625"/>
                  </a:moveTo>
                  <a:lnTo>
                    <a:pt x="394816" y="501640"/>
                  </a:lnTo>
                  <a:lnTo>
                    <a:pt x="393477" y="499122"/>
                  </a:lnTo>
                  <a:lnTo>
                    <a:pt x="393865" y="499000"/>
                  </a:lnTo>
                  <a:lnTo>
                    <a:pt x="394649" y="499395"/>
                  </a:lnTo>
                  <a:lnTo>
                    <a:pt x="395509" y="500849"/>
                  </a:lnTo>
                  <a:lnTo>
                    <a:pt x="395212" y="501625"/>
                  </a:lnTo>
                  <a:close/>
                  <a:moveTo>
                    <a:pt x="37670" y="545769"/>
                  </a:moveTo>
                  <a:lnTo>
                    <a:pt x="35867" y="546378"/>
                  </a:lnTo>
                  <a:lnTo>
                    <a:pt x="33934" y="546021"/>
                  </a:lnTo>
                  <a:lnTo>
                    <a:pt x="34246" y="542756"/>
                  </a:lnTo>
                  <a:lnTo>
                    <a:pt x="34916" y="543213"/>
                  </a:lnTo>
                  <a:lnTo>
                    <a:pt x="35334" y="544324"/>
                  </a:lnTo>
                  <a:lnTo>
                    <a:pt x="36772" y="544978"/>
                  </a:lnTo>
                  <a:lnTo>
                    <a:pt x="37670" y="545769"/>
                  </a:lnTo>
                  <a:close/>
                  <a:moveTo>
                    <a:pt x="13087" y="551080"/>
                  </a:moveTo>
                  <a:lnTo>
                    <a:pt x="11831" y="554763"/>
                  </a:lnTo>
                  <a:lnTo>
                    <a:pt x="10789" y="555295"/>
                  </a:lnTo>
                  <a:lnTo>
                    <a:pt x="9724" y="554999"/>
                  </a:lnTo>
                  <a:lnTo>
                    <a:pt x="8628" y="552945"/>
                  </a:lnTo>
                  <a:lnTo>
                    <a:pt x="9396" y="552153"/>
                  </a:lnTo>
                  <a:lnTo>
                    <a:pt x="10462" y="552572"/>
                  </a:lnTo>
                  <a:lnTo>
                    <a:pt x="11321" y="552412"/>
                  </a:lnTo>
                  <a:lnTo>
                    <a:pt x="13277" y="549414"/>
                  </a:lnTo>
                  <a:lnTo>
                    <a:pt x="13749" y="549901"/>
                  </a:lnTo>
                  <a:lnTo>
                    <a:pt x="13087" y="551080"/>
                  </a:lnTo>
                  <a:close/>
                  <a:moveTo>
                    <a:pt x="4459" y="556574"/>
                  </a:moveTo>
                  <a:lnTo>
                    <a:pt x="3112" y="556901"/>
                  </a:lnTo>
                  <a:lnTo>
                    <a:pt x="1491" y="556498"/>
                  </a:lnTo>
                  <a:lnTo>
                    <a:pt x="15" y="556384"/>
                  </a:lnTo>
                  <a:lnTo>
                    <a:pt x="0" y="555691"/>
                  </a:lnTo>
                  <a:lnTo>
                    <a:pt x="1545" y="554976"/>
                  </a:lnTo>
                  <a:lnTo>
                    <a:pt x="1575" y="553979"/>
                  </a:lnTo>
                  <a:lnTo>
                    <a:pt x="1955" y="553439"/>
                  </a:lnTo>
                  <a:lnTo>
                    <a:pt x="5448" y="554664"/>
                  </a:lnTo>
                  <a:lnTo>
                    <a:pt x="5295" y="555562"/>
                  </a:lnTo>
                  <a:lnTo>
                    <a:pt x="4459" y="556574"/>
                  </a:lnTo>
                  <a:close/>
                </a:path>
              </a:pathLst>
            </a:custGeom>
            <a:solidFill>
              <a:srgbClr val="2562E8"/>
            </a:solidFill>
            <a:ln w="6168" cap="flat">
              <a:solidFill>
                <a:srgbClr val="2562E8"/>
              </a:solidFill>
              <a:prstDash val="solid"/>
              <a:miter/>
            </a:ln>
          </p:spPr>
          <p:txBody>
            <a:bodyPr/>
            <a:lstStyle/>
            <a:p>
              <a:endParaRPr lang="en-US"/>
            </a:p>
          </p:txBody>
        </p:sp>
        <p:sp>
          <p:nvSpPr>
            <p:cNvPr id="2237" name="Freeform: Shape 2236">
              <a:extLst>
                <a:ext uri="{FF2B5EF4-FFF2-40B4-BE49-F238E27FC236}">
                  <a16:creationId xmlns:a16="http://schemas.microsoft.com/office/drawing/2014/main" id="{98B9E50C-9A23-5A3C-4FA4-41645D945155}"/>
                </a:ext>
              </a:extLst>
            </p:cNvPr>
            <p:cNvSpPr/>
            <p:nvPr/>
          </p:nvSpPr>
          <p:spPr>
            <a:xfrm>
              <a:off x="10486167" y="5371464"/>
              <a:ext cx="791" cy="532"/>
            </a:xfrm>
            <a:custGeom>
              <a:avLst/>
              <a:gdLst>
                <a:gd name="csX0" fmla="*/ 723 w 791"/>
                <a:gd name="csY0" fmla="*/ 502 h 532"/>
                <a:gd name="csX1" fmla="*/ 593 w 791"/>
                <a:gd name="csY1" fmla="*/ 533 h 532"/>
                <a:gd name="csX2" fmla="*/ 373 w 791"/>
                <a:gd name="csY2" fmla="*/ 487 h 532"/>
                <a:gd name="csX3" fmla="*/ 0 w 791"/>
                <a:gd name="csY3" fmla="*/ 129 h 532"/>
                <a:gd name="csX4" fmla="*/ 297 w 791"/>
                <a:gd name="csY4" fmla="*/ 0 h 532"/>
                <a:gd name="csX5" fmla="*/ 791 w 791"/>
                <a:gd name="csY5" fmla="*/ 289 h 532"/>
              </a:gdLst>
              <a:ahLst/>
              <a:cxnLst>
                <a:cxn ang="0">
                  <a:pos x="csX0" y="csY0"/>
                </a:cxn>
                <a:cxn ang="0">
                  <a:pos x="csX1" y="csY1"/>
                </a:cxn>
                <a:cxn ang="0">
                  <a:pos x="csX2" y="csY2"/>
                </a:cxn>
                <a:cxn ang="0">
                  <a:pos x="csX3" y="csY3"/>
                </a:cxn>
                <a:cxn ang="0">
                  <a:pos x="csX4" y="csY4"/>
                </a:cxn>
                <a:cxn ang="0">
                  <a:pos x="csX5" y="csY5"/>
                </a:cxn>
              </a:cxnLst>
              <a:rect l="l" t="t" r="r" b="b"/>
              <a:pathLst>
                <a:path w="791" h="532">
                  <a:moveTo>
                    <a:pt x="723" y="502"/>
                  </a:moveTo>
                  <a:lnTo>
                    <a:pt x="593" y="533"/>
                  </a:lnTo>
                  <a:lnTo>
                    <a:pt x="373" y="487"/>
                  </a:lnTo>
                  <a:lnTo>
                    <a:pt x="0" y="129"/>
                  </a:lnTo>
                  <a:lnTo>
                    <a:pt x="297" y="0"/>
                  </a:lnTo>
                  <a:lnTo>
                    <a:pt x="791" y="28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38" name="Freeform: Shape 2237">
              <a:extLst>
                <a:ext uri="{FF2B5EF4-FFF2-40B4-BE49-F238E27FC236}">
                  <a16:creationId xmlns:a16="http://schemas.microsoft.com/office/drawing/2014/main" id="{A3E2E714-DD59-A81C-373B-1BABF7E5AD7A}"/>
                </a:ext>
              </a:extLst>
            </p:cNvPr>
            <p:cNvSpPr/>
            <p:nvPr/>
          </p:nvSpPr>
          <p:spPr>
            <a:xfrm>
              <a:off x="10297703" y="4887537"/>
              <a:ext cx="170530" cy="216341"/>
            </a:xfrm>
            <a:custGeom>
              <a:avLst/>
              <a:gdLst>
                <a:gd name="csX0" fmla="*/ 170531 w 170530"/>
                <a:gd name="csY0" fmla="*/ 32276 h 216341"/>
                <a:gd name="csX1" fmla="*/ 167906 w 170530"/>
                <a:gd name="csY1" fmla="*/ 36019 h 216341"/>
                <a:gd name="csX2" fmla="*/ 164756 w 170530"/>
                <a:gd name="csY2" fmla="*/ 40508 h 216341"/>
                <a:gd name="csX3" fmla="*/ 158951 w 170530"/>
                <a:gd name="csY3" fmla="*/ 48763 h 216341"/>
                <a:gd name="csX4" fmla="*/ 154537 w 170530"/>
                <a:gd name="csY4" fmla="*/ 53108 h 216341"/>
                <a:gd name="csX5" fmla="*/ 151205 w 170530"/>
                <a:gd name="csY5" fmla="*/ 56395 h 216341"/>
                <a:gd name="csX6" fmla="*/ 150893 w 170530"/>
                <a:gd name="csY6" fmla="*/ 56988 h 216341"/>
                <a:gd name="csX7" fmla="*/ 150908 w 170530"/>
                <a:gd name="csY7" fmla="*/ 60648 h 216341"/>
                <a:gd name="csX8" fmla="*/ 150946 w 170530"/>
                <a:gd name="csY8" fmla="*/ 69596 h 216341"/>
                <a:gd name="csX9" fmla="*/ 151015 w 170530"/>
                <a:gd name="csY9" fmla="*/ 87483 h 216341"/>
                <a:gd name="csX10" fmla="*/ 151083 w 170530"/>
                <a:gd name="csY10" fmla="*/ 105363 h 216341"/>
                <a:gd name="csX11" fmla="*/ 151152 w 170530"/>
                <a:gd name="csY11" fmla="*/ 123243 h 216341"/>
                <a:gd name="csX12" fmla="*/ 151182 w 170530"/>
                <a:gd name="csY12" fmla="*/ 132183 h 216341"/>
                <a:gd name="csX13" fmla="*/ 151197 w 170530"/>
                <a:gd name="csY13" fmla="*/ 135189 h 216341"/>
                <a:gd name="csX14" fmla="*/ 154126 w 170530"/>
                <a:gd name="csY14" fmla="*/ 138947 h 216341"/>
                <a:gd name="csX15" fmla="*/ 156988 w 170530"/>
                <a:gd name="csY15" fmla="*/ 142622 h 216341"/>
                <a:gd name="csX16" fmla="*/ 160769 w 170530"/>
                <a:gd name="csY16" fmla="*/ 147477 h 216341"/>
                <a:gd name="csX17" fmla="*/ 162800 w 170530"/>
                <a:gd name="csY17" fmla="*/ 150079 h 216341"/>
                <a:gd name="csX18" fmla="*/ 163135 w 170530"/>
                <a:gd name="csY18" fmla="*/ 150946 h 216341"/>
                <a:gd name="csX19" fmla="*/ 163028 w 170530"/>
                <a:gd name="csY19" fmla="*/ 152689 h 216341"/>
                <a:gd name="csX20" fmla="*/ 159916 w 170530"/>
                <a:gd name="csY20" fmla="*/ 156333 h 216341"/>
                <a:gd name="csX21" fmla="*/ 157368 w 170530"/>
                <a:gd name="csY21" fmla="*/ 157992 h 216341"/>
                <a:gd name="csX22" fmla="*/ 153937 w 170530"/>
                <a:gd name="csY22" fmla="*/ 158783 h 216341"/>
                <a:gd name="csX23" fmla="*/ 152909 w 170530"/>
                <a:gd name="csY23" fmla="*/ 158631 h 216341"/>
                <a:gd name="csX24" fmla="*/ 151563 w 170530"/>
                <a:gd name="csY24" fmla="*/ 158114 h 216341"/>
                <a:gd name="csX25" fmla="*/ 151037 w 170530"/>
                <a:gd name="csY25" fmla="*/ 158988 h 216341"/>
                <a:gd name="csX26" fmla="*/ 150642 w 170530"/>
                <a:gd name="csY26" fmla="*/ 160350 h 216341"/>
                <a:gd name="csX27" fmla="*/ 149881 w 170530"/>
                <a:gd name="csY27" fmla="*/ 160061 h 216341"/>
                <a:gd name="csX28" fmla="*/ 149310 w 170530"/>
                <a:gd name="csY28" fmla="*/ 159658 h 216341"/>
                <a:gd name="csX29" fmla="*/ 149653 w 170530"/>
                <a:gd name="csY29" fmla="*/ 162078 h 216341"/>
                <a:gd name="csX30" fmla="*/ 150003 w 170530"/>
                <a:gd name="csY30" fmla="*/ 163272 h 216341"/>
                <a:gd name="csX31" fmla="*/ 149478 w 170530"/>
                <a:gd name="csY31" fmla="*/ 164870 h 216341"/>
                <a:gd name="csX32" fmla="*/ 147811 w 170530"/>
                <a:gd name="csY32" fmla="*/ 166277 h 216341"/>
                <a:gd name="csX33" fmla="*/ 147659 w 170530"/>
                <a:gd name="csY33" fmla="*/ 167472 h 216341"/>
                <a:gd name="csX34" fmla="*/ 144053 w 170530"/>
                <a:gd name="csY34" fmla="*/ 170591 h 216341"/>
                <a:gd name="csX35" fmla="*/ 138932 w 170530"/>
                <a:gd name="csY35" fmla="*/ 170934 h 216341"/>
                <a:gd name="csX36" fmla="*/ 136239 w 170530"/>
                <a:gd name="csY36" fmla="*/ 172486 h 216341"/>
                <a:gd name="csX37" fmla="*/ 135044 w 170530"/>
                <a:gd name="csY37" fmla="*/ 173757 h 216341"/>
                <a:gd name="csX38" fmla="*/ 134131 w 170530"/>
                <a:gd name="csY38" fmla="*/ 176534 h 216341"/>
                <a:gd name="csX39" fmla="*/ 134451 w 170530"/>
                <a:gd name="csY39" fmla="*/ 180787 h 216341"/>
                <a:gd name="csX40" fmla="*/ 133020 w 170530"/>
                <a:gd name="csY40" fmla="*/ 184059 h 216341"/>
                <a:gd name="csX41" fmla="*/ 132754 w 170530"/>
                <a:gd name="csY41" fmla="*/ 185702 h 216341"/>
                <a:gd name="csX42" fmla="*/ 130106 w 170530"/>
                <a:gd name="csY42" fmla="*/ 187825 h 216341"/>
                <a:gd name="csX43" fmla="*/ 128935 w 170530"/>
                <a:gd name="csY43" fmla="*/ 189773 h 216341"/>
                <a:gd name="csX44" fmla="*/ 128067 w 170530"/>
                <a:gd name="csY44" fmla="*/ 191759 h 216341"/>
                <a:gd name="csX45" fmla="*/ 127314 w 170530"/>
                <a:gd name="csY45" fmla="*/ 192626 h 216341"/>
                <a:gd name="csX46" fmla="*/ 126416 w 170530"/>
                <a:gd name="csY46" fmla="*/ 197069 h 216341"/>
                <a:gd name="csX47" fmla="*/ 125183 w 170530"/>
                <a:gd name="csY47" fmla="*/ 199770 h 216341"/>
                <a:gd name="csX48" fmla="*/ 124849 w 170530"/>
                <a:gd name="csY48" fmla="*/ 200668 h 216341"/>
                <a:gd name="csX49" fmla="*/ 124544 w 170530"/>
                <a:gd name="csY49" fmla="*/ 201475 h 216341"/>
                <a:gd name="csX50" fmla="*/ 123593 w 170530"/>
                <a:gd name="csY50" fmla="*/ 203057 h 216341"/>
                <a:gd name="csX51" fmla="*/ 122970 w 170530"/>
                <a:gd name="csY51" fmla="*/ 204153 h 216341"/>
                <a:gd name="csX52" fmla="*/ 122521 w 170530"/>
                <a:gd name="csY52" fmla="*/ 204868 h 216341"/>
                <a:gd name="csX53" fmla="*/ 119401 w 170530"/>
                <a:gd name="csY53" fmla="*/ 211792 h 216341"/>
                <a:gd name="csX54" fmla="*/ 116966 w 170530"/>
                <a:gd name="csY54" fmla="*/ 214919 h 216341"/>
                <a:gd name="csX55" fmla="*/ 115056 w 170530"/>
                <a:gd name="csY55" fmla="*/ 214561 h 216341"/>
                <a:gd name="csX56" fmla="*/ 113786 w 170530"/>
                <a:gd name="csY56" fmla="*/ 215771 h 216341"/>
                <a:gd name="csX57" fmla="*/ 113649 w 170530"/>
                <a:gd name="csY57" fmla="*/ 216342 h 216341"/>
                <a:gd name="csX58" fmla="*/ 112972 w 170530"/>
                <a:gd name="csY58" fmla="*/ 216022 h 216341"/>
                <a:gd name="csX59" fmla="*/ 111382 w 170530"/>
                <a:gd name="csY59" fmla="*/ 214873 h 216341"/>
                <a:gd name="csX60" fmla="*/ 108102 w 170530"/>
                <a:gd name="csY60" fmla="*/ 212522 h 216341"/>
                <a:gd name="csX61" fmla="*/ 104823 w 170530"/>
                <a:gd name="csY61" fmla="*/ 210171 h 216341"/>
                <a:gd name="csX62" fmla="*/ 101544 w 170530"/>
                <a:gd name="csY62" fmla="*/ 207820 h 216341"/>
                <a:gd name="csX63" fmla="*/ 98264 w 170530"/>
                <a:gd name="csY63" fmla="*/ 205469 h 216341"/>
                <a:gd name="csX64" fmla="*/ 94985 w 170530"/>
                <a:gd name="csY64" fmla="*/ 203118 h 216341"/>
                <a:gd name="csX65" fmla="*/ 91706 w 170530"/>
                <a:gd name="csY65" fmla="*/ 200767 h 216341"/>
                <a:gd name="csX66" fmla="*/ 88426 w 170530"/>
                <a:gd name="csY66" fmla="*/ 198416 h 216341"/>
                <a:gd name="csX67" fmla="*/ 85147 w 170530"/>
                <a:gd name="csY67" fmla="*/ 196065 h 216341"/>
                <a:gd name="csX68" fmla="*/ 83222 w 170530"/>
                <a:gd name="csY68" fmla="*/ 194688 h 216341"/>
                <a:gd name="csX69" fmla="*/ 82378 w 170530"/>
                <a:gd name="csY69" fmla="*/ 193874 h 216341"/>
                <a:gd name="csX70" fmla="*/ 81708 w 170530"/>
                <a:gd name="csY70" fmla="*/ 192253 h 216341"/>
                <a:gd name="csX71" fmla="*/ 81389 w 170530"/>
                <a:gd name="csY71" fmla="*/ 191850 h 216341"/>
                <a:gd name="csX72" fmla="*/ 80514 w 170530"/>
                <a:gd name="csY72" fmla="*/ 191340 h 216341"/>
                <a:gd name="csX73" fmla="*/ 79486 w 170530"/>
                <a:gd name="csY73" fmla="*/ 191226 h 216341"/>
                <a:gd name="csX74" fmla="*/ 79190 w 170530"/>
                <a:gd name="csY74" fmla="*/ 190914 h 216341"/>
                <a:gd name="csX75" fmla="*/ 79198 w 170530"/>
                <a:gd name="csY75" fmla="*/ 190130 h 216341"/>
                <a:gd name="csX76" fmla="*/ 79547 w 170530"/>
                <a:gd name="csY76" fmla="*/ 189004 h 216341"/>
                <a:gd name="csX77" fmla="*/ 80757 w 170530"/>
                <a:gd name="csY77" fmla="*/ 186851 h 216341"/>
                <a:gd name="csX78" fmla="*/ 80887 w 170530"/>
                <a:gd name="csY78" fmla="*/ 185580 h 216341"/>
                <a:gd name="csX79" fmla="*/ 80651 w 170530"/>
                <a:gd name="csY79" fmla="*/ 184142 h 216341"/>
                <a:gd name="csX80" fmla="*/ 80278 w 170530"/>
                <a:gd name="csY80" fmla="*/ 181837 h 216341"/>
                <a:gd name="csX81" fmla="*/ 79951 w 170530"/>
                <a:gd name="csY81" fmla="*/ 181312 h 216341"/>
                <a:gd name="csX82" fmla="*/ 77775 w 170530"/>
                <a:gd name="csY82" fmla="*/ 180102 h 216341"/>
                <a:gd name="csX83" fmla="*/ 73225 w 170530"/>
                <a:gd name="csY83" fmla="*/ 177576 h 216341"/>
                <a:gd name="csX84" fmla="*/ 68675 w 170530"/>
                <a:gd name="csY84" fmla="*/ 175050 h 216341"/>
                <a:gd name="csX85" fmla="*/ 64125 w 170530"/>
                <a:gd name="csY85" fmla="*/ 172524 h 216341"/>
                <a:gd name="csX86" fmla="*/ 59567 w 170530"/>
                <a:gd name="csY86" fmla="*/ 169998 h 216341"/>
                <a:gd name="csX87" fmla="*/ 55017 w 170530"/>
                <a:gd name="csY87" fmla="*/ 167472 h 216341"/>
                <a:gd name="csX88" fmla="*/ 50468 w 170530"/>
                <a:gd name="csY88" fmla="*/ 164946 h 216341"/>
                <a:gd name="csX89" fmla="*/ 45918 w 170530"/>
                <a:gd name="csY89" fmla="*/ 162420 h 216341"/>
                <a:gd name="csX90" fmla="*/ 41367 w 170530"/>
                <a:gd name="csY90" fmla="*/ 159894 h 216341"/>
                <a:gd name="csX91" fmla="*/ 36810 w 170530"/>
                <a:gd name="csY91" fmla="*/ 157368 h 216341"/>
                <a:gd name="csX92" fmla="*/ 32260 w 170530"/>
                <a:gd name="csY92" fmla="*/ 154842 h 216341"/>
                <a:gd name="csX93" fmla="*/ 27703 w 170530"/>
                <a:gd name="csY93" fmla="*/ 152316 h 216341"/>
                <a:gd name="csX94" fmla="*/ 23153 w 170530"/>
                <a:gd name="csY94" fmla="*/ 149790 h 216341"/>
                <a:gd name="csX95" fmla="*/ 18603 w 170530"/>
                <a:gd name="csY95" fmla="*/ 147264 h 216341"/>
                <a:gd name="csX96" fmla="*/ 14053 w 170530"/>
                <a:gd name="csY96" fmla="*/ 144738 h 216341"/>
                <a:gd name="csX97" fmla="*/ 9503 w 170530"/>
                <a:gd name="csY97" fmla="*/ 142212 h 216341"/>
                <a:gd name="csX98" fmla="*/ 4945 w 170530"/>
                <a:gd name="csY98" fmla="*/ 139686 h 216341"/>
                <a:gd name="csX99" fmla="*/ 3234 w 170530"/>
                <a:gd name="csY99" fmla="*/ 138735 h 216341"/>
                <a:gd name="csX100" fmla="*/ 1696 w 170530"/>
                <a:gd name="csY100" fmla="*/ 137936 h 216341"/>
                <a:gd name="csX101" fmla="*/ 68 w 170530"/>
                <a:gd name="csY101" fmla="*/ 137936 h 216341"/>
                <a:gd name="csX102" fmla="*/ 0 w 170530"/>
                <a:gd name="csY102" fmla="*/ 134321 h 216341"/>
                <a:gd name="csX103" fmla="*/ 517 w 170530"/>
                <a:gd name="csY103" fmla="*/ 125123 h 216341"/>
                <a:gd name="csX104" fmla="*/ 456 w 170530"/>
                <a:gd name="csY104" fmla="*/ 117042 h 216341"/>
                <a:gd name="csX105" fmla="*/ 920 w 170530"/>
                <a:gd name="csY105" fmla="*/ 112995 h 216341"/>
                <a:gd name="csX106" fmla="*/ 2929 w 170530"/>
                <a:gd name="csY106" fmla="*/ 110431 h 216341"/>
                <a:gd name="csX107" fmla="*/ 3857 w 170530"/>
                <a:gd name="csY107" fmla="*/ 108567 h 216341"/>
                <a:gd name="csX108" fmla="*/ 4519 w 170530"/>
                <a:gd name="csY108" fmla="*/ 105964 h 216341"/>
                <a:gd name="csX109" fmla="*/ 5569 w 170530"/>
                <a:gd name="csY109" fmla="*/ 103842 h 216341"/>
                <a:gd name="csX110" fmla="*/ 7951 w 170530"/>
                <a:gd name="csY110" fmla="*/ 102114 h 216341"/>
                <a:gd name="csX111" fmla="*/ 8377 w 170530"/>
                <a:gd name="csY111" fmla="*/ 101163 h 216341"/>
                <a:gd name="csX112" fmla="*/ 10903 w 170530"/>
                <a:gd name="csY112" fmla="*/ 98280 h 216341"/>
                <a:gd name="csX113" fmla="*/ 12417 w 170530"/>
                <a:gd name="csY113" fmla="*/ 94574 h 216341"/>
                <a:gd name="csX114" fmla="*/ 13558 w 170530"/>
                <a:gd name="csY114" fmla="*/ 93311 h 216341"/>
                <a:gd name="csX115" fmla="*/ 14989 w 170530"/>
                <a:gd name="csY115" fmla="*/ 92147 h 216341"/>
                <a:gd name="csX116" fmla="*/ 15993 w 170530"/>
                <a:gd name="csY116" fmla="*/ 91531 h 216341"/>
                <a:gd name="csX117" fmla="*/ 17651 w 170530"/>
                <a:gd name="csY117" fmla="*/ 90915 h 216341"/>
                <a:gd name="csX118" fmla="*/ 18953 w 170530"/>
                <a:gd name="csY118" fmla="*/ 90565 h 216341"/>
                <a:gd name="csX119" fmla="*/ 19189 w 170530"/>
                <a:gd name="csY119" fmla="*/ 90268 h 216341"/>
                <a:gd name="csX120" fmla="*/ 19303 w 170530"/>
                <a:gd name="csY120" fmla="*/ 89667 h 216341"/>
                <a:gd name="csX121" fmla="*/ 18869 w 170530"/>
                <a:gd name="csY121" fmla="*/ 87369 h 216341"/>
                <a:gd name="csX122" fmla="*/ 19425 w 170530"/>
                <a:gd name="csY122" fmla="*/ 86616 h 216341"/>
                <a:gd name="csX123" fmla="*/ 20307 w 170530"/>
                <a:gd name="csY123" fmla="*/ 85079 h 216341"/>
                <a:gd name="csX124" fmla="*/ 21319 w 170530"/>
                <a:gd name="csY124" fmla="*/ 83648 h 216341"/>
                <a:gd name="csX125" fmla="*/ 22232 w 170530"/>
                <a:gd name="csY125" fmla="*/ 82735 h 216341"/>
                <a:gd name="csX126" fmla="*/ 22742 w 170530"/>
                <a:gd name="csY126" fmla="*/ 81800 h 216341"/>
                <a:gd name="csX127" fmla="*/ 22978 w 170530"/>
                <a:gd name="csY127" fmla="*/ 80187 h 216341"/>
                <a:gd name="csX128" fmla="*/ 23016 w 170530"/>
                <a:gd name="csY128" fmla="*/ 79038 h 216341"/>
                <a:gd name="csX129" fmla="*/ 23008 w 170530"/>
                <a:gd name="csY129" fmla="*/ 77166 h 216341"/>
                <a:gd name="csX130" fmla="*/ 22719 w 170530"/>
                <a:gd name="csY130" fmla="*/ 72913 h 216341"/>
                <a:gd name="csX131" fmla="*/ 21646 w 170530"/>
                <a:gd name="csY131" fmla="*/ 69352 h 216341"/>
                <a:gd name="csX132" fmla="*/ 20984 w 170530"/>
                <a:gd name="csY132" fmla="*/ 65365 h 216341"/>
                <a:gd name="csX133" fmla="*/ 21471 w 170530"/>
                <a:gd name="csY133" fmla="*/ 64057 h 216341"/>
                <a:gd name="csX134" fmla="*/ 20627 w 170530"/>
                <a:gd name="csY134" fmla="*/ 61721 h 216341"/>
                <a:gd name="csX135" fmla="*/ 20208 w 170530"/>
                <a:gd name="csY135" fmla="*/ 61591 h 216341"/>
                <a:gd name="csX136" fmla="*/ 19523 w 170530"/>
                <a:gd name="csY136" fmla="*/ 61081 h 216341"/>
                <a:gd name="csX137" fmla="*/ 18641 w 170530"/>
                <a:gd name="csY137" fmla="*/ 58875 h 216341"/>
                <a:gd name="csX138" fmla="*/ 17979 w 170530"/>
                <a:gd name="csY138" fmla="*/ 56866 h 216341"/>
                <a:gd name="csX139" fmla="*/ 17568 w 170530"/>
                <a:gd name="csY139" fmla="*/ 56364 h 216341"/>
                <a:gd name="csX140" fmla="*/ 14707 w 170530"/>
                <a:gd name="csY140" fmla="*/ 54607 h 216341"/>
                <a:gd name="csX141" fmla="*/ 13284 w 170530"/>
                <a:gd name="csY141" fmla="*/ 50460 h 216341"/>
                <a:gd name="csX142" fmla="*/ 11686 w 170530"/>
                <a:gd name="csY142" fmla="*/ 49539 h 216341"/>
                <a:gd name="csX143" fmla="*/ 10819 w 170530"/>
                <a:gd name="csY143" fmla="*/ 45415 h 216341"/>
                <a:gd name="csX144" fmla="*/ 10652 w 170530"/>
                <a:gd name="csY144" fmla="*/ 44244 h 216341"/>
                <a:gd name="csX145" fmla="*/ 11557 w 170530"/>
                <a:gd name="csY145" fmla="*/ 40127 h 216341"/>
                <a:gd name="csX146" fmla="*/ 11466 w 170530"/>
                <a:gd name="csY146" fmla="*/ 39184 h 216341"/>
                <a:gd name="csX147" fmla="*/ 10507 w 170530"/>
                <a:gd name="csY147" fmla="*/ 38317 h 216341"/>
                <a:gd name="csX148" fmla="*/ 7821 w 170530"/>
                <a:gd name="csY148" fmla="*/ 37427 h 216341"/>
                <a:gd name="csX149" fmla="*/ 5645 w 170530"/>
                <a:gd name="csY149" fmla="*/ 35730 h 216341"/>
                <a:gd name="csX150" fmla="*/ 5927 w 170530"/>
                <a:gd name="csY150" fmla="*/ 35136 h 216341"/>
                <a:gd name="csX151" fmla="*/ 6087 w 170530"/>
                <a:gd name="csY151" fmla="*/ 34520 h 216341"/>
                <a:gd name="csX152" fmla="*/ 4938 w 170530"/>
                <a:gd name="csY152" fmla="*/ 34109 h 216341"/>
                <a:gd name="csX153" fmla="*/ 1605 w 170530"/>
                <a:gd name="csY153" fmla="*/ 27071 h 216341"/>
                <a:gd name="csX154" fmla="*/ 5889 w 170530"/>
                <a:gd name="csY154" fmla="*/ 22841 h 216341"/>
                <a:gd name="csX155" fmla="*/ 10233 w 170530"/>
                <a:gd name="csY155" fmla="*/ 18557 h 216341"/>
                <a:gd name="csX156" fmla="*/ 15780 w 170530"/>
                <a:gd name="csY156" fmla="*/ 13132 h 216341"/>
                <a:gd name="csX157" fmla="*/ 20870 w 170530"/>
                <a:gd name="csY157" fmla="*/ 8149 h 216341"/>
                <a:gd name="csX158" fmla="*/ 25268 w 170530"/>
                <a:gd name="csY158" fmla="*/ 3842 h 216341"/>
                <a:gd name="csX159" fmla="*/ 29194 w 170530"/>
                <a:gd name="csY159" fmla="*/ 0 h 216341"/>
                <a:gd name="csX160" fmla="*/ 29095 w 170530"/>
                <a:gd name="csY160" fmla="*/ 730 h 216341"/>
                <a:gd name="csX161" fmla="*/ 29110 w 170530"/>
                <a:gd name="csY161" fmla="*/ 1704 h 216341"/>
                <a:gd name="csX162" fmla="*/ 29597 w 170530"/>
                <a:gd name="csY162" fmla="*/ 2298 h 216341"/>
                <a:gd name="csX163" fmla="*/ 30404 w 170530"/>
                <a:gd name="csY163" fmla="*/ 2709 h 216341"/>
                <a:gd name="csX164" fmla="*/ 31522 w 170530"/>
                <a:gd name="csY164" fmla="*/ 2275 h 216341"/>
                <a:gd name="csX165" fmla="*/ 32504 w 170530"/>
                <a:gd name="csY165" fmla="*/ 1674 h 216341"/>
                <a:gd name="csX166" fmla="*/ 33462 w 170530"/>
                <a:gd name="csY166" fmla="*/ 1545 h 216341"/>
                <a:gd name="csX167" fmla="*/ 39359 w 170530"/>
                <a:gd name="csY167" fmla="*/ 3142 h 216341"/>
                <a:gd name="csX168" fmla="*/ 40348 w 170530"/>
                <a:gd name="csY168" fmla="*/ 4535 h 216341"/>
                <a:gd name="csX169" fmla="*/ 40279 w 170530"/>
                <a:gd name="csY169" fmla="*/ 6034 h 216341"/>
                <a:gd name="csX170" fmla="*/ 40538 w 170530"/>
                <a:gd name="csY170" fmla="*/ 7122 h 216341"/>
                <a:gd name="csX171" fmla="*/ 40082 w 170530"/>
                <a:gd name="csY171" fmla="*/ 8217 h 216341"/>
                <a:gd name="csX172" fmla="*/ 39595 w 170530"/>
                <a:gd name="csY172" fmla="*/ 11519 h 216341"/>
                <a:gd name="csX173" fmla="*/ 39747 w 170530"/>
                <a:gd name="csY173" fmla="*/ 14547 h 216341"/>
                <a:gd name="csX174" fmla="*/ 41504 w 170530"/>
                <a:gd name="csY174" fmla="*/ 16792 h 216341"/>
                <a:gd name="csX175" fmla="*/ 43087 w 170530"/>
                <a:gd name="csY175" fmla="*/ 18550 h 216341"/>
                <a:gd name="csX176" fmla="*/ 44342 w 170530"/>
                <a:gd name="csY176" fmla="*/ 21022 h 216341"/>
                <a:gd name="csX177" fmla="*/ 45271 w 170530"/>
                <a:gd name="csY177" fmla="*/ 21783 h 216341"/>
                <a:gd name="csX178" fmla="*/ 46549 w 170530"/>
                <a:gd name="csY178" fmla="*/ 22179 h 216341"/>
                <a:gd name="csX179" fmla="*/ 50605 w 170530"/>
                <a:gd name="csY179" fmla="*/ 22285 h 216341"/>
                <a:gd name="csX180" fmla="*/ 56607 w 170530"/>
                <a:gd name="csY180" fmla="*/ 22445 h 216341"/>
                <a:gd name="csX181" fmla="*/ 62382 w 170530"/>
                <a:gd name="csY181" fmla="*/ 22597 h 216341"/>
                <a:gd name="csX182" fmla="*/ 62907 w 170530"/>
                <a:gd name="csY182" fmla="*/ 22658 h 216341"/>
                <a:gd name="csX183" fmla="*/ 64132 w 170530"/>
                <a:gd name="csY183" fmla="*/ 22993 h 216341"/>
                <a:gd name="csX184" fmla="*/ 69451 w 170530"/>
                <a:gd name="csY184" fmla="*/ 26326 h 216341"/>
                <a:gd name="csX185" fmla="*/ 74320 w 170530"/>
                <a:gd name="csY185" fmla="*/ 29384 h 216341"/>
                <a:gd name="csX186" fmla="*/ 78444 w 170530"/>
                <a:gd name="csY186" fmla="*/ 32040 h 216341"/>
                <a:gd name="csX187" fmla="*/ 82446 w 170530"/>
                <a:gd name="csY187" fmla="*/ 34619 h 216341"/>
                <a:gd name="csX188" fmla="*/ 86334 w 170530"/>
                <a:gd name="csY188" fmla="*/ 37130 h 216341"/>
                <a:gd name="csX189" fmla="*/ 89347 w 170530"/>
                <a:gd name="csY189" fmla="*/ 39207 h 216341"/>
                <a:gd name="csX190" fmla="*/ 92322 w 170530"/>
                <a:gd name="csY190" fmla="*/ 39838 h 216341"/>
                <a:gd name="csX191" fmla="*/ 97154 w 170530"/>
                <a:gd name="csY191" fmla="*/ 40143 h 216341"/>
                <a:gd name="csX192" fmla="*/ 100494 w 170530"/>
                <a:gd name="csY192" fmla="*/ 40249 h 216341"/>
                <a:gd name="csX193" fmla="*/ 103583 w 170530"/>
                <a:gd name="csY193" fmla="*/ 41124 h 216341"/>
                <a:gd name="csX194" fmla="*/ 108178 w 170530"/>
                <a:gd name="csY194" fmla="*/ 41938 h 216341"/>
                <a:gd name="csX195" fmla="*/ 111602 w 170530"/>
                <a:gd name="csY195" fmla="*/ 42357 h 216341"/>
                <a:gd name="csX196" fmla="*/ 113672 w 170530"/>
                <a:gd name="csY196" fmla="*/ 42829 h 216341"/>
                <a:gd name="csX197" fmla="*/ 119416 w 170530"/>
                <a:gd name="csY197" fmla="*/ 43308 h 216341"/>
                <a:gd name="csX198" fmla="*/ 120367 w 170530"/>
                <a:gd name="csY198" fmla="*/ 43026 h 216341"/>
                <a:gd name="csX199" fmla="*/ 122901 w 170530"/>
                <a:gd name="csY199" fmla="*/ 40721 h 216341"/>
                <a:gd name="csX200" fmla="*/ 125739 w 170530"/>
                <a:gd name="csY200" fmla="*/ 36970 h 216341"/>
                <a:gd name="csX201" fmla="*/ 126850 w 170530"/>
                <a:gd name="csY201" fmla="*/ 34908 h 216341"/>
                <a:gd name="csX202" fmla="*/ 130517 w 170530"/>
                <a:gd name="csY202" fmla="*/ 32854 h 216341"/>
                <a:gd name="csX203" fmla="*/ 136962 w 170530"/>
                <a:gd name="csY203" fmla="*/ 29993 h 216341"/>
                <a:gd name="csX204" fmla="*/ 141504 w 170530"/>
                <a:gd name="csY204" fmla="*/ 27969 h 216341"/>
                <a:gd name="csX205" fmla="*/ 146556 w 170530"/>
                <a:gd name="csY205" fmla="*/ 25938 h 216341"/>
                <a:gd name="csX206" fmla="*/ 148854 w 170530"/>
                <a:gd name="csY206" fmla="*/ 27695 h 216341"/>
                <a:gd name="csX207" fmla="*/ 152019 w 170530"/>
                <a:gd name="csY207" fmla="*/ 30518 h 216341"/>
                <a:gd name="csX208" fmla="*/ 153434 w 170530"/>
                <a:gd name="csY208" fmla="*/ 31910 h 216341"/>
                <a:gd name="csX209" fmla="*/ 154568 w 170530"/>
                <a:gd name="csY209" fmla="*/ 32527 h 216341"/>
                <a:gd name="csX210" fmla="*/ 156287 w 170530"/>
                <a:gd name="csY210" fmla="*/ 32938 h 216341"/>
                <a:gd name="csX211" fmla="*/ 158380 w 170530"/>
                <a:gd name="csY211" fmla="*/ 32945 h 216341"/>
                <a:gd name="csX212" fmla="*/ 159521 w 170530"/>
                <a:gd name="csY212" fmla="*/ 32884 h 216341"/>
                <a:gd name="csX213" fmla="*/ 161857 w 170530"/>
                <a:gd name="csY213" fmla="*/ 32519 h 216341"/>
                <a:gd name="csX214" fmla="*/ 167320 w 170530"/>
                <a:gd name="csY214" fmla="*/ 32184 h 216341"/>
                <a:gd name="csX215" fmla="*/ 170531 w 170530"/>
                <a:gd name="csY215" fmla="*/ 32276 h 216341"/>
                <a:gd name="csX216" fmla="*/ 151532 w 170530"/>
                <a:gd name="csY216" fmla="*/ 162504 h 216341"/>
                <a:gd name="csX217" fmla="*/ 150741 w 170530"/>
                <a:gd name="csY217" fmla="*/ 162686 h 216341"/>
                <a:gd name="csX218" fmla="*/ 151152 w 170530"/>
                <a:gd name="csY218" fmla="*/ 161469 h 216341"/>
                <a:gd name="csX219" fmla="*/ 153495 w 170530"/>
                <a:gd name="csY219" fmla="*/ 159909 h 216341"/>
                <a:gd name="csX220" fmla="*/ 154446 w 170530"/>
                <a:gd name="csY220" fmla="*/ 160259 h 216341"/>
                <a:gd name="csX221" fmla="*/ 154629 w 170530"/>
                <a:gd name="csY221" fmla="*/ 160609 h 216341"/>
                <a:gd name="csX222" fmla="*/ 154576 w 170530"/>
                <a:gd name="csY222" fmla="*/ 160936 h 216341"/>
                <a:gd name="csX223" fmla="*/ 154180 w 170530"/>
                <a:gd name="csY223" fmla="*/ 161256 h 216341"/>
                <a:gd name="csX224" fmla="*/ 151532 w 170530"/>
                <a:gd name="csY224" fmla="*/ 162504 h 2163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Lst>
              <a:rect l="l" t="t" r="r" b="b"/>
              <a:pathLst>
                <a:path w="170530" h="216341">
                  <a:moveTo>
                    <a:pt x="170531" y="32276"/>
                  </a:moveTo>
                  <a:lnTo>
                    <a:pt x="167906" y="36019"/>
                  </a:lnTo>
                  <a:lnTo>
                    <a:pt x="164756" y="40508"/>
                  </a:lnTo>
                  <a:lnTo>
                    <a:pt x="158951" y="48763"/>
                  </a:lnTo>
                  <a:lnTo>
                    <a:pt x="154537" y="53108"/>
                  </a:lnTo>
                  <a:lnTo>
                    <a:pt x="151205" y="56395"/>
                  </a:lnTo>
                  <a:lnTo>
                    <a:pt x="150893" y="56988"/>
                  </a:lnTo>
                  <a:lnTo>
                    <a:pt x="150908" y="60648"/>
                  </a:lnTo>
                  <a:lnTo>
                    <a:pt x="150946" y="69596"/>
                  </a:lnTo>
                  <a:lnTo>
                    <a:pt x="151015" y="87483"/>
                  </a:lnTo>
                  <a:lnTo>
                    <a:pt x="151083" y="105363"/>
                  </a:lnTo>
                  <a:lnTo>
                    <a:pt x="151152" y="123243"/>
                  </a:lnTo>
                  <a:lnTo>
                    <a:pt x="151182" y="132183"/>
                  </a:lnTo>
                  <a:lnTo>
                    <a:pt x="151197" y="135189"/>
                  </a:lnTo>
                  <a:lnTo>
                    <a:pt x="154126" y="138947"/>
                  </a:lnTo>
                  <a:lnTo>
                    <a:pt x="156988" y="142622"/>
                  </a:lnTo>
                  <a:lnTo>
                    <a:pt x="160769" y="147477"/>
                  </a:lnTo>
                  <a:lnTo>
                    <a:pt x="162800" y="150079"/>
                  </a:lnTo>
                  <a:lnTo>
                    <a:pt x="163135" y="150946"/>
                  </a:lnTo>
                  <a:lnTo>
                    <a:pt x="163028" y="152689"/>
                  </a:lnTo>
                  <a:lnTo>
                    <a:pt x="159916" y="156333"/>
                  </a:lnTo>
                  <a:lnTo>
                    <a:pt x="157368" y="157992"/>
                  </a:lnTo>
                  <a:lnTo>
                    <a:pt x="153937" y="158783"/>
                  </a:lnTo>
                  <a:lnTo>
                    <a:pt x="152909" y="158631"/>
                  </a:lnTo>
                  <a:lnTo>
                    <a:pt x="151563" y="158114"/>
                  </a:lnTo>
                  <a:lnTo>
                    <a:pt x="151037" y="158988"/>
                  </a:lnTo>
                  <a:lnTo>
                    <a:pt x="150642" y="160350"/>
                  </a:lnTo>
                  <a:lnTo>
                    <a:pt x="149881" y="160061"/>
                  </a:lnTo>
                  <a:lnTo>
                    <a:pt x="149310" y="159658"/>
                  </a:lnTo>
                  <a:lnTo>
                    <a:pt x="149653" y="162078"/>
                  </a:lnTo>
                  <a:lnTo>
                    <a:pt x="150003" y="163272"/>
                  </a:lnTo>
                  <a:lnTo>
                    <a:pt x="149478" y="164870"/>
                  </a:lnTo>
                  <a:lnTo>
                    <a:pt x="147811" y="166277"/>
                  </a:lnTo>
                  <a:lnTo>
                    <a:pt x="147659" y="167472"/>
                  </a:lnTo>
                  <a:lnTo>
                    <a:pt x="144053" y="170591"/>
                  </a:lnTo>
                  <a:lnTo>
                    <a:pt x="138932" y="170934"/>
                  </a:lnTo>
                  <a:lnTo>
                    <a:pt x="136239" y="172486"/>
                  </a:lnTo>
                  <a:lnTo>
                    <a:pt x="135044" y="173757"/>
                  </a:lnTo>
                  <a:lnTo>
                    <a:pt x="134131" y="176534"/>
                  </a:lnTo>
                  <a:lnTo>
                    <a:pt x="134451" y="180787"/>
                  </a:lnTo>
                  <a:lnTo>
                    <a:pt x="133020" y="184059"/>
                  </a:lnTo>
                  <a:lnTo>
                    <a:pt x="132754" y="185702"/>
                  </a:lnTo>
                  <a:lnTo>
                    <a:pt x="130106" y="187825"/>
                  </a:lnTo>
                  <a:lnTo>
                    <a:pt x="128935" y="189773"/>
                  </a:lnTo>
                  <a:lnTo>
                    <a:pt x="128067" y="191759"/>
                  </a:lnTo>
                  <a:lnTo>
                    <a:pt x="127314" y="192626"/>
                  </a:lnTo>
                  <a:lnTo>
                    <a:pt x="126416" y="197069"/>
                  </a:lnTo>
                  <a:lnTo>
                    <a:pt x="125183" y="199770"/>
                  </a:lnTo>
                  <a:lnTo>
                    <a:pt x="124849" y="200668"/>
                  </a:lnTo>
                  <a:lnTo>
                    <a:pt x="124544" y="201475"/>
                  </a:lnTo>
                  <a:lnTo>
                    <a:pt x="123593" y="203057"/>
                  </a:lnTo>
                  <a:lnTo>
                    <a:pt x="122970" y="204153"/>
                  </a:lnTo>
                  <a:lnTo>
                    <a:pt x="122521" y="204868"/>
                  </a:lnTo>
                  <a:lnTo>
                    <a:pt x="119401" y="211792"/>
                  </a:lnTo>
                  <a:lnTo>
                    <a:pt x="116966" y="214919"/>
                  </a:lnTo>
                  <a:lnTo>
                    <a:pt x="115056" y="214561"/>
                  </a:lnTo>
                  <a:lnTo>
                    <a:pt x="113786" y="215771"/>
                  </a:lnTo>
                  <a:lnTo>
                    <a:pt x="113649" y="216342"/>
                  </a:lnTo>
                  <a:lnTo>
                    <a:pt x="112972" y="216022"/>
                  </a:lnTo>
                  <a:lnTo>
                    <a:pt x="111382" y="214873"/>
                  </a:lnTo>
                  <a:lnTo>
                    <a:pt x="108102" y="212522"/>
                  </a:lnTo>
                  <a:lnTo>
                    <a:pt x="104823" y="210171"/>
                  </a:lnTo>
                  <a:lnTo>
                    <a:pt x="101544" y="207820"/>
                  </a:lnTo>
                  <a:lnTo>
                    <a:pt x="98264" y="205469"/>
                  </a:lnTo>
                  <a:lnTo>
                    <a:pt x="94985" y="203118"/>
                  </a:lnTo>
                  <a:lnTo>
                    <a:pt x="91706" y="200767"/>
                  </a:lnTo>
                  <a:lnTo>
                    <a:pt x="88426" y="198416"/>
                  </a:lnTo>
                  <a:lnTo>
                    <a:pt x="85147" y="196065"/>
                  </a:lnTo>
                  <a:lnTo>
                    <a:pt x="83222" y="194688"/>
                  </a:lnTo>
                  <a:lnTo>
                    <a:pt x="82378" y="193874"/>
                  </a:lnTo>
                  <a:lnTo>
                    <a:pt x="81708" y="192253"/>
                  </a:lnTo>
                  <a:lnTo>
                    <a:pt x="81389" y="191850"/>
                  </a:lnTo>
                  <a:lnTo>
                    <a:pt x="80514" y="191340"/>
                  </a:lnTo>
                  <a:lnTo>
                    <a:pt x="79486" y="191226"/>
                  </a:lnTo>
                  <a:lnTo>
                    <a:pt x="79190" y="190914"/>
                  </a:lnTo>
                  <a:lnTo>
                    <a:pt x="79198" y="190130"/>
                  </a:lnTo>
                  <a:lnTo>
                    <a:pt x="79547" y="189004"/>
                  </a:lnTo>
                  <a:lnTo>
                    <a:pt x="80757" y="186851"/>
                  </a:lnTo>
                  <a:lnTo>
                    <a:pt x="80887" y="185580"/>
                  </a:lnTo>
                  <a:lnTo>
                    <a:pt x="80651" y="184142"/>
                  </a:lnTo>
                  <a:lnTo>
                    <a:pt x="80278" y="181837"/>
                  </a:lnTo>
                  <a:lnTo>
                    <a:pt x="79951" y="181312"/>
                  </a:lnTo>
                  <a:lnTo>
                    <a:pt x="77775" y="180102"/>
                  </a:lnTo>
                  <a:lnTo>
                    <a:pt x="73225" y="177576"/>
                  </a:lnTo>
                  <a:lnTo>
                    <a:pt x="68675" y="175050"/>
                  </a:lnTo>
                  <a:lnTo>
                    <a:pt x="64125" y="172524"/>
                  </a:lnTo>
                  <a:lnTo>
                    <a:pt x="59567" y="169998"/>
                  </a:lnTo>
                  <a:lnTo>
                    <a:pt x="55017" y="167472"/>
                  </a:lnTo>
                  <a:lnTo>
                    <a:pt x="50468" y="164946"/>
                  </a:lnTo>
                  <a:lnTo>
                    <a:pt x="45918" y="162420"/>
                  </a:lnTo>
                  <a:lnTo>
                    <a:pt x="41367" y="159894"/>
                  </a:lnTo>
                  <a:lnTo>
                    <a:pt x="36810" y="157368"/>
                  </a:lnTo>
                  <a:lnTo>
                    <a:pt x="32260" y="154842"/>
                  </a:lnTo>
                  <a:lnTo>
                    <a:pt x="27703" y="152316"/>
                  </a:lnTo>
                  <a:lnTo>
                    <a:pt x="23153" y="149790"/>
                  </a:lnTo>
                  <a:lnTo>
                    <a:pt x="18603" y="147264"/>
                  </a:lnTo>
                  <a:lnTo>
                    <a:pt x="14053" y="144738"/>
                  </a:lnTo>
                  <a:lnTo>
                    <a:pt x="9503" y="142212"/>
                  </a:lnTo>
                  <a:lnTo>
                    <a:pt x="4945" y="139686"/>
                  </a:lnTo>
                  <a:lnTo>
                    <a:pt x="3234" y="138735"/>
                  </a:lnTo>
                  <a:lnTo>
                    <a:pt x="1696" y="137936"/>
                  </a:lnTo>
                  <a:lnTo>
                    <a:pt x="68" y="137936"/>
                  </a:lnTo>
                  <a:lnTo>
                    <a:pt x="0" y="134321"/>
                  </a:lnTo>
                  <a:lnTo>
                    <a:pt x="517" y="125123"/>
                  </a:lnTo>
                  <a:lnTo>
                    <a:pt x="456" y="117042"/>
                  </a:lnTo>
                  <a:lnTo>
                    <a:pt x="920" y="112995"/>
                  </a:lnTo>
                  <a:lnTo>
                    <a:pt x="2929" y="110431"/>
                  </a:lnTo>
                  <a:lnTo>
                    <a:pt x="3857" y="108567"/>
                  </a:lnTo>
                  <a:lnTo>
                    <a:pt x="4519" y="105964"/>
                  </a:lnTo>
                  <a:lnTo>
                    <a:pt x="5569" y="103842"/>
                  </a:lnTo>
                  <a:lnTo>
                    <a:pt x="7951" y="102114"/>
                  </a:lnTo>
                  <a:lnTo>
                    <a:pt x="8377" y="101163"/>
                  </a:lnTo>
                  <a:lnTo>
                    <a:pt x="10903" y="98280"/>
                  </a:lnTo>
                  <a:lnTo>
                    <a:pt x="12417" y="94574"/>
                  </a:lnTo>
                  <a:lnTo>
                    <a:pt x="13558" y="93311"/>
                  </a:lnTo>
                  <a:lnTo>
                    <a:pt x="14989" y="92147"/>
                  </a:lnTo>
                  <a:lnTo>
                    <a:pt x="15993" y="91531"/>
                  </a:lnTo>
                  <a:lnTo>
                    <a:pt x="17651" y="90915"/>
                  </a:lnTo>
                  <a:lnTo>
                    <a:pt x="18953" y="90565"/>
                  </a:lnTo>
                  <a:lnTo>
                    <a:pt x="19189" y="90268"/>
                  </a:lnTo>
                  <a:lnTo>
                    <a:pt x="19303" y="89667"/>
                  </a:lnTo>
                  <a:lnTo>
                    <a:pt x="18869" y="87369"/>
                  </a:lnTo>
                  <a:lnTo>
                    <a:pt x="19425" y="86616"/>
                  </a:lnTo>
                  <a:lnTo>
                    <a:pt x="20307" y="85079"/>
                  </a:lnTo>
                  <a:lnTo>
                    <a:pt x="21319" y="83648"/>
                  </a:lnTo>
                  <a:lnTo>
                    <a:pt x="22232" y="82735"/>
                  </a:lnTo>
                  <a:lnTo>
                    <a:pt x="22742" y="81800"/>
                  </a:lnTo>
                  <a:lnTo>
                    <a:pt x="22978" y="80187"/>
                  </a:lnTo>
                  <a:lnTo>
                    <a:pt x="23016" y="79038"/>
                  </a:lnTo>
                  <a:lnTo>
                    <a:pt x="23008" y="77166"/>
                  </a:lnTo>
                  <a:lnTo>
                    <a:pt x="22719" y="72913"/>
                  </a:lnTo>
                  <a:lnTo>
                    <a:pt x="21646" y="69352"/>
                  </a:lnTo>
                  <a:lnTo>
                    <a:pt x="20984" y="65365"/>
                  </a:lnTo>
                  <a:lnTo>
                    <a:pt x="21471" y="64057"/>
                  </a:lnTo>
                  <a:lnTo>
                    <a:pt x="20627" y="61721"/>
                  </a:lnTo>
                  <a:lnTo>
                    <a:pt x="20208" y="61591"/>
                  </a:lnTo>
                  <a:lnTo>
                    <a:pt x="19523" y="61081"/>
                  </a:lnTo>
                  <a:lnTo>
                    <a:pt x="18641" y="58875"/>
                  </a:lnTo>
                  <a:lnTo>
                    <a:pt x="17979" y="56866"/>
                  </a:lnTo>
                  <a:lnTo>
                    <a:pt x="17568" y="56364"/>
                  </a:lnTo>
                  <a:lnTo>
                    <a:pt x="14707" y="54607"/>
                  </a:lnTo>
                  <a:lnTo>
                    <a:pt x="13284" y="50460"/>
                  </a:lnTo>
                  <a:lnTo>
                    <a:pt x="11686" y="49539"/>
                  </a:lnTo>
                  <a:lnTo>
                    <a:pt x="10819" y="45415"/>
                  </a:lnTo>
                  <a:lnTo>
                    <a:pt x="10652" y="44244"/>
                  </a:lnTo>
                  <a:lnTo>
                    <a:pt x="11557" y="40127"/>
                  </a:lnTo>
                  <a:lnTo>
                    <a:pt x="11466" y="39184"/>
                  </a:lnTo>
                  <a:lnTo>
                    <a:pt x="10507" y="38317"/>
                  </a:lnTo>
                  <a:lnTo>
                    <a:pt x="7821" y="37427"/>
                  </a:lnTo>
                  <a:lnTo>
                    <a:pt x="5645" y="35730"/>
                  </a:lnTo>
                  <a:lnTo>
                    <a:pt x="5927" y="35136"/>
                  </a:lnTo>
                  <a:lnTo>
                    <a:pt x="6087" y="34520"/>
                  </a:lnTo>
                  <a:lnTo>
                    <a:pt x="4938" y="34109"/>
                  </a:lnTo>
                  <a:lnTo>
                    <a:pt x="1605" y="27071"/>
                  </a:lnTo>
                  <a:lnTo>
                    <a:pt x="5889" y="22841"/>
                  </a:lnTo>
                  <a:lnTo>
                    <a:pt x="10233" y="18557"/>
                  </a:lnTo>
                  <a:lnTo>
                    <a:pt x="15780" y="13132"/>
                  </a:lnTo>
                  <a:lnTo>
                    <a:pt x="20870" y="8149"/>
                  </a:lnTo>
                  <a:lnTo>
                    <a:pt x="25268" y="3842"/>
                  </a:lnTo>
                  <a:lnTo>
                    <a:pt x="29194" y="0"/>
                  </a:lnTo>
                  <a:lnTo>
                    <a:pt x="29095" y="730"/>
                  </a:lnTo>
                  <a:lnTo>
                    <a:pt x="29110" y="1704"/>
                  </a:lnTo>
                  <a:lnTo>
                    <a:pt x="29597" y="2298"/>
                  </a:lnTo>
                  <a:lnTo>
                    <a:pt x="30404" y="2709"/>
                  </a:lnTo>
                  <a:lnTo>
                    <a:pt x="31522" y="2275"/>
                  </a:lnTo>
                  <a:lnTo>
                    <a:pt x="32504" y="1674"/>
                  </a:lnTo>
                  <a:lnTo>
                    <a:pt x="33462" y="1545"/>
                  </a:lnTo>
                  <a:lnTo>
                    <a:pt x="39359" y="3142"/>
                  </a:lnTo>
                  <a:lnTo>
                    <a:pt x="40348" y="4535"/>
                  </a:lnTo>
                  <a:lnTo>
                    <a:pt x="40279" y="6034"/>
                  </a:lnTo>
                  <a:lnTo>
                    <a:pt x="40538" y="7122"/>
                  </a:lnTo>
                  <a:lnTo>
                    <a:pt x="40082" y="8217"/>
                  </a:lnTo>
                  <a:lnTo>
                    <a:pt x="39595" y="11519"/>
                  </a:lnTo>
                  <a:lnTo>
                    <a:pt x="39747" y="14547"/>
                  </a:lnTo>
                  <a:lnTo>
                    <a:pt x="41504" y="16792"/>
                  </a:lnTo>
                  <a:lnTo>
                    <a:pt x="43087" y="18550"/>
                  </a:lnTo>
                  <a:lnTo>
                    <a:pt x="44342" y="21022"/>
                  </a:lnTo>
                  <a:lnTo>
                    <a:pt x="45271" y="21783"/>
                  </a:lnTo>
                  <a:lnTo>
                    <a:pt x="46549" y="22179"/>
                  </a:lnTo>
                  <a:lnTo>
                    <a:pt x="50605" y="22285"/>
                  </a:lnTo>
                  <a:lnTo>
                    <a:pt x="56607" y="22445"/>
                  </a:lnTo>
                  <a:lnTo>
                    <a:pt x="62382" y="22597"/>
                  </a:lnTo>
                  <a:lnTo>
                    <a:pt x="62907" y="22658"/>
                  </a:lnTo>
                  <a:lnTo>
                    <a:pt x="64132" y="22993"/>
                  </a:lnTo>
                  <a:lnTo>
                    <a:pt x="69451" y="26326"/>
                  </a:lnTo>
                  <a:lnTo>
                    <a:pt x="74320" y="29384"/>
                  </a:lnTo>
                  <a:lnTo>
                    <a:pt x="78444" y="32040"/>
                  </a:lnTo>
                  <a:lnTo>
                    <a:pt x="82446" y="34619"/>
                  </a:lnTo>
                  <a:lnTo>
                    <a:pt x="86334" y="37130"/>
                  </a:lnTo>
                  <a:lnTo>
                    <a:pt x="89347" y="39207"/>
                  </a:lnTo>
                  <a:lnTo>
                    <a:pt x="92322" y="39838"/>
                  </a:lnTo>
                  <a:lnTo>
                    <a:pt x="97154" y="40143"/>
                  </a:lnTo>
                  <a:lnTo>
                    <a:pt x="100494" y="40249"/>
                  </a:lnTo>
                  <a:lnTo>
                    <a:pt x="103583" y="41124"/>
                  </a:lnTo>
                  <a:lnTo>
                    <a:pt x="108178" y="41938"/>
                  </a:lnTo>
                  <a:lnTo>
                    <a:pt x="111602" y="42357"/>
                  </a:lnTo>
                  <a:lnTo>
                    <a:pt x="113672" y="42829"/>
                  </a:lnTo>
                  <a:lnTo>
                    <a:pt x="119416" y="43308"/>
                  </a:lnTo>
                  <a:lnTo>
                    <a:pt x="120367" y="43026"/>
                  </a:lnTo>
                  <a:lnTo>
                    <a:pt x="122901" y="40721"/>
                  </a:lnTo>
                  <a:lnTo>
                    <a:pt x="125739" y="36970"/>
                  </a:lnTo>
                  <a:lnTo>
                    <a:pt x="126850" y="34908"/>
                  </a:lnTo>
                  <a:lnTo>
                    <a:pt x="130517" y="32854"/>
                  </a:lnTo>
                  <a:lnTo>
                    <a:pt x="136962" y="29993"/>
                  </a:lnTo>
                  <a:lnTo>
                    <a:pt x="141504" y="27969"/>
                  </a:lnTo>
                  <a:lnTo>
                    <a:pt x="146556" y="25938"/>
                  </a:lnTo>
                  <a:lnTo>
                    <a:pt x="148854" y="27695"/>
                  </a:lnTo>
                  <a:lnTo>
                    <a:pt x="152019" y="30518"/>
                  </a:lnTo>
                  <a:lnTo>
                    <a:pt x="153434" y="31910"/>
                  </a:lnTo>
                  <a:lnTo>
                    <a:pt x="154568" y="32527"/>
                  </a:lnTo>
                  <a:lnTo>
                    <a:pt x="156287" y="32938"/>
                  </a:lnTo>
                  <a:lnTo>
                    <a:pt x="158380" y="32945"/>
                  </a:lnTo>
                  <a:lnTo>
                    <a:pt x="159521" y="32884"/>
                  </a:lnTo>
                  <a:lnTo>
                    <a:pt x="161857" y="32519"/>
                  </a:lnTo>
                  <a:lnTo>
                    <a:pt x="167320" y="32184"/>
                  </a:lnTo>
                  <a:lnTo>
                    <a:pt x="170531" y="32276"/>
                  </a:lnTo>
                  <a:close/>
                  <a:moveTo>
                    <a:pt x="151532" y="162504"/>
                  </a:moveTo>
                  <a:lnTo>
                    <a:pt x="150741" y="162686"/>
                  </a:lnTo>
                  <a:lnTo>
                    <a:pt x="151152" y="161469"/>
                  </a:lnTo>
                  <a:lnTo>
                    <a:pt x="153495" y="159909"/>
                  </a:lnTo>
                  <a:lnTo>
                    <a:pt x="154446" y="160259"/>
                  </a:lnTo>
                  <a:lnTo>
                    <a:pt x="154629" y="160609"/>
                  </a:lnTo>
                  <a:lnTo>
                    <a:pt x="154576" y="160936"/>
                  </a:lnTo>
                  <a:lnTo>
                    <a:pt x="154180" y="161256"/>
                  </a:lnTo>
                  <a:lnTo>
                    <a:pt x="151532" y="16250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39" name="Freeform: Shape 2238">
              <a:extLst>
                <a:ext uri="{FF2B5EF4-FFF2-40B4-BE49-F238E27FC236}">
                  <a16:creationId xmlns:a16="http://schemas.microsoft.com/office/drawing/2014/main" id="{B9F85E39-3A20-C554-61C2-C84F1A5D824B}"/>
                </a:ext>
              </a:extLst>
            </p:cNvPr>
            <p:cNvSpPr/>
            <p:nvPr/>
          </p:nvSpPr>
          <p:spPr>
            <a:xfrm>
              <a:off x="11052146" y="3983914"/>
              <a:ext cx="235249" cy="114120"/>
            </a:xfrm>
            <a:custGeom>
              <a:avLst/>
              <a:gdLst>
                <a:gd name="csX0" fmla="*/ 234458 w 235249"/>
                <a:gd name="csY0" fmla="*/ 30396 h 114120"/>
                <a:gd name="csX1" fmla="*/ 234884 w 235249"/>
                <a:gd name="csY1" fmla="*/ 32123 h 114120"/>
                <a:gd name="csX2" fmla="*/ 235249 w 235249"/>
                <a:gd name="csY2" fmla="*/ 34132 h 114120"/>
                <a:gd name="csX3" fmla="*/ 235021 w 235249"/>
                <a:gd name="csY3" fmla="*/ 34604 h 114120"/>
                <a:gd name="csX4" fmla="*/ 234610 w 235249"/>
                <a:gd name="csY4" fmla="*/ 34923 h 114120"/>
                <a:gd name="csX5" fmla="*/ 228067 w 235249"/>
                <a:gd name="csY5" fmla="*/ 35418 h 114120"/>
                <a:gd name="csX6" fmla="*/ 226591 w 235249"/>
                <a:gd name="csY6" fmla="*/ 35973 h 114120"/>
                <a:gd name="csX7" fmla="*/ 225008 w 235249"/>
                <a:gd name="csY7" fmla="*/ 38743 h 114120"/>
                <a:gd name="csX8" fmla="*/ 219408 w 235249"/>
                <a:gd name="csY8" fmla="*/ 40965 h 114120"/>
                <a:gd name="csX9" fmla="*/ 216213 w 235249"/>
                <a:gd name="csY9" fmla="*/ 42106 h 114120"/>
                <a:gd name="csX10" fmla="*/ 214919 w 235249"/>
                <a:gd name="csY10" fmla="*/ 42060 h 114120"/>
                <a:gd name="csX11" fmla="*/ 211815 w 235249"/>
                <a:gd name="csY11" fmla="*/ 43879 h 114120"/>
                <a:gd name="csX12" fmla="*/ 203149 w 235249"/>
                <a:gd name="csY12" fmla="*/ 48406 h 114120"/>
                <a:gd name="csX13" fmla="*/ 198888 w 235249"/>
                <a:gd name="csY13" fmla="*/ 51259 h 114120"/>
                <a:gd name="csX14" fmla="*/ 196750 w 235249"/>
                <a:gd name="csY14" fmla="*/ 52453 h 114120"/>
                <a:gd name="csX15" fmla="*/ 195030 w 235249"/>
                <a:gd name="csY15" fmla="*/ 53754 h 114120"/>
                <a:gd name="csX16" fmla="*/ 194741 w 235249"/>
                <a:gd name="csY16" fmla="*/ 55071 h 114120"/>
                <a:gd name="csX17" fmla="*/ 194680 w 235249"/>
                <a:gd name="csY17" fmla="*/ 56311 h 114120"/>
                <a:gd name="csX18" fmla="*/ 189925 w 235249"/>
                <a:gd name="csY18" fmla="*/ 62132 h 114120"/>
                <a:gd name="csX19" fmla="*/ 186357 w 235249"/>
                <a:gd name="csY19" fmla="*/ 62831 h 114120"/>
                <a:gd name="csX20" fmla="*/ 183344 w 235249"/>
                <a:gd name="csY20" fmla="*/ 62695 h 114120"/>
                <a:gd name="csX21" fmla="*/ 181289 w 235249"/>
                <a:gd name="csY21" fmla="*/ 63577 h 114120"/>
                <a:gd name="csX22" fmla="*/ 178352 w 235249"/>
                <a:gd name="csY22" fmla="*/ 64467 h 114120"/>
                <a:gd name="csX23" fmla="*/ 171992 w 235249"/>
                <a:gd name="csY23" fmla="*/ 63859 h 114120"/>
                <a:gd name="csX24" fmla="*/ 169823 w 235249"/>
                <a:gd name="csY24" fmla="*/ 63958 h 114120"/>
                <a:gd name="csX25" fmla="*/ 165646 w 235249"/>
                <a:gd name="csY25" fmla="*/ 63159 h 114120"/>
                <a:gd name="csX26" fmla="*/ 163957 w 235249"/>
                <a:gd name="csY26" fmla="*/ 63577 h 114120"/>
                <a:gd name="csX27" fmla="*/ 162177 w 235249"/>
                <a:gd name="csY27" fmla="*/ 64757 h 114120"/>
                <a:gd name="csX28" fmla="*/ 159704 w 235249"/>
                <a:gd name="csY28" fmla="*/ 69375 h 114120"/>
                <a:gd name="csX29" fmla="*/ 158699 w 235249"/>
                <a:gd name="csY29" fmla="*/ 70455 h 114120"/>
                <a:gd name="csX30" fmla="*/ 158235 w 235249"/>
                <a:gd name="csY30" fmla="*/ 71505 h 114120"/>
                <a:gd name="csX31" fmla="*/ 157855 w 235249"/>
                <a:gd name="csY31" fmla="*/ 73742 h 114120"/>
                <a:gd name="csX32" fmla="*/ 156911 w 235249"/>
                <a:gd name="csY32" fmla="*/ 76109 h 114120"/>
                <a:gd name="csX33" fmla="*/ 155702 w 235249"/>
                <a:gd name="csY33" fmla="*/ 77973 h 114120"/>
                <a:gd name="csX34" fmla="*/ 154827 w 235249"/>
                <a:gd name="csY34" fmla="*/ 79700 h 114120"/>
                <a:gd name="csX35" fmla="*/ 153039 w 235249"/>
                <a:gd name="csY35" fmla="*/ 81366 h 114120"/>
                <a:gd name="csX36" fmla="*/ 151380 w 235249"/>
                <a:gd name="csY36" fmla="*/ 82416 h 114120"/>
                <a:gd name="csX37" fmla="*/ 150094 w 235249"/>
                <a:gd name="csY37" fmla="*/ 80225 h 114120"/>
                <a:gd name="csX38" fmla="*/ 148983 w 235249"/>
                <a:gd name="csY38" fmla="*/ 80849 h 114120"/>
                <a:gd name="csX39" fmla="*/ 147918 w 235249"/>
                <a:gd name="csY39" fmla="*/ 81739 h 114120"/>
                <a:gd name="csX40" fmla="*/ 145910 w 235249"/>
                <a:gd name="csY40" fmla="*/ 81427 h 114120"/>
                <a:gd name="csX41" fmla="*/ 144669 w 235249"/>
                <a:gd name="csY41" fmla="*/ 81876 h 114120"/>
                <a:gd name="csX42" fmla="*/ 141839 w 235249"/>
                <a:gd name="csY42" fmla="*/ 83778 h 114120"/>
                <a:gd name="csX43" fmla="*/ 137685 w 235249"/>
                <a:gd name="csY43" fmla="*/ 83709 h 114120"/>
                <a:gd name="csX44" fmla="*/ 137228 w 235249"/>
                <a:gd name="csY44" fmla="*/ 83055 h 114120"/>
                <a:gd name="csX45" fmla="*/ 136406 w 235249"/>
                <a:gd name="csY45" fmla="*/ 77820 h 114120"/>
                <a:gd name="csX46" fmla="*/ 135684 w 235249"/>
                <a:gd name="csY46" fmla="*/ 75332 h 114120"/>
                <a:gd name="csX47" fmla="*/ 135082 w 235249"/>
                <a:gd name="csY47" fmla="*/ 74777 h 114120"/>
                <a:gd name="csX48" fmla="*/ 134337 w 235249"/>
                <a:gd name="csY48" fmla="*/ 74716 h 114120"/>
                <a:gd name="csX49" fmla="*/ 128364 w 235249"/>
                <a:gd name="csY49" fmla="*/ 78840 h 114120"/>
                <a:gd name="csX50" fmla="*/ 125594 w 235249"/>
                <a:gd name="csY50" fmla="*/ 79570 h 114120"/>
                <a:gd name="csX51" fmla="*/ 123320 w 235249"/>
                <a:gd name="csY51" fmla="*/ 79700 h 114120"/>
                <a:gd name="csX52" fmla="*/ 120345 w 235249"/>
                <a:gd name="csY52" fmla="*/ 78467 h 114120"/>
                <a:gd name="csX53" fmla="*/ 119698 w 235249"/>
                <a:gd name="csY53" fmla="*/ 78771 h 114120"/>
                <a:gd name="csX54" fmla="*/ 119188 w 235249"/>
                <a:gd name="csY54" fmla="*/ 79433 h 114120"/>
                <a:gd name="csX55" fmla="*/ 118975 w 235249"/>
                <a:gd name="csY55" fmla="*/ 80278 h 114120"/>
                <a:gd name="csX56" fmla="*/ 119842 w 235249"/>
                <a:gd name="csY56" fmla="*/ 82614 h 114120"/>
                <a:gd name="csX57" fmla="*/ 119599 w 235249"/>
                <a:gd name="csY57" fmla="*/ 83070 h 114120"/>
                <a:gd name="csX58" fmla="*/ 118260 w 235249"/>
                <a:gd name="csY58" fmla="*/ 83032 h 114120"/>
                <a:gd name="csX59" fmla="*/ 116388 w 235249"/>
                <a:gd name="csY59" fmla="*/ 83572 h 114120"/>
                <a:gd name="csX60" fmla="*/ 114958 w 235249"/>
                <a:gd name="csY60" fmla="*/ 84645 h 114120"/>
                <a:gd name="csX61" fmla="*/ 110666 w 235249"/>
                <a:gd name="csY61" fmla="*/ 88404 h 114120"/>
                <a:gd name="csX62" fmla="*/ 107053 w 235249"/>
                <a:gd name="csY62" fmla="*/ 89659 h 114120"/>
                <a:gd name="csX63" fmla="*/ 103690 w 235249"/>
                <a:gd name="csY63" fmla="*/ 90154 h 114120"/>
                <a:gd name="csX64" fmla="*/ 102312 w 235249"/>
                <a:gd name="csY64" fmla="*/ 90572 h 114120"/>
                <a:gd name="csX65" fmla="*/ 101696 w 235249"/>
                <a:gd name="csY65" fmla="*/ 91021 h 114120"/>
                <a:gd name="csX66" fmla="*/ 100570 w 235249"/>
                <a:gd name="csY66" fmla="*/ 92809 h 114120"/>
                <a:gd name="csX67" fmla="*/ 99413 w 235249"/>
                <a:gd name="csY67" fmla="*/ 95609 h 114120"/>
                <a:gd name="csX68" fmla="*/ 98812 w 235249"/>
                <a:gd name="csY68" fmla="*/ 96971 h 114120"/>
                <a:gd name="csX69" fmla="*/ 98363 w 235249"/>
                <a:gd name="csY69" fmla="*/ 97762 h 114120"/>
                <a:gd name="csX70" fmla="*/ 98455 w 235249"/>
                <a:gd name="csY70" fmla="*/ 98797 h 114120"/>
                <a:gd name="csX71" fmla="*/ 99368 w 235249"/>
                <a:gd name="csY71" fmla="*/ 100129 h 114120"/>
                <a:gd name="csX72" fmla="*/ 100060 w 235249"/>
                <a:gd name="csY72" fmla="*/ 103119 h 114120"/>
                <a:gd name="csX73" fmla="*/ 99901 w 235249"/>
                <a:gd name="csY73" fmla="*/ 103895 h 114120"/>
                <a:gd name="csX74" fmla="*/ 99162 w 235249"/>
                <a:gd name="csY74" fmla="*/ 105143 h 114120"/>
                <a:gd name="csX75" fmla="*/ 98097 w 235249"/>
                <a:gd name="csY75" fmla="*/ 106368 h 114120"/>
                <a:gd name="csX76" fmla="*/ 95807 w 235249"/>
                <a:gd name="csY76" fmla="*/ 107106 h 114120"/>
                <a:gd name="csX77" fmla="*/ 94012 w 235249"/>
                <a:gd name="csY77" fmla="*/ 107479 h 114120"/>
                <a:gd name="csX78" fmla="*/ 92817 w 235249"/>
                <a:gd name="csY78" fmla="*/ 107235 h 114120"/>
                <a:gd name="csX79" fmla="*/ 90572 w 235249"/>
                <a:gd name="csY79" fmla="*/ 107151 h 114120"/>
                <a:gd name="csX80" fmla="*/ 88799 w 235249"/>
                <a:gd name="csY80" fmla="*/ 107638 h 114120"/>
                <a:gd name="csX81" fmla="*/ 87704 w 235249"/>
                <a:gd name="csY81" fmla="*/ 108475 h 114120"/>
                <a:gd name="csX82" fmla="*/ 85543 w 235249"/>
                <a:gd name="csY82" fmla="*/ 109518 h 114120"/>
                <a:gd name="csX83" fmla="*/ 82857 w 235249"/>
                <a:gd name="csY83" fmla="*/ 109868 h 114120"/>
                <a:gd name="csX84" fmla="*/ 79441 w 235249"/>
                <a:gd name="csY84" fmla="*/ 110005 h 114120"/>
                <a:gd name="csX85" fmla="*/ 77797 w 235249"/>
                <a:gd name="csY85" fmla="*/ 109913 h 114120"/>
                <a:gd name="csX86" fmla="*/ 72837 w 235249"/>
                <a:gd name="csY86" fmla="*/ 109213 h 114120"/>
                <a:gd name="csX87" fmla="*/ 71201 w 235249"/>
                <a:gd name="csY87" fmla="*/ 109457 h 114120"/>
                <a:gd name="csX88" fmla="*/ 69641 w 235249"/>
                <a:gd name="csY88" fmla="*/ 109997 h 114120"/>
                <a:gd name="csX89" fmla="*/ 66811 w 235249"/>
                <a:gd name="csY89" fmla="*/ 110568 h 114120"/>
                <a:gd name="csX90" fmla="*/ 65304 w 235249"/>
                <a:gd name="csY90" fmla="*/ 112302 h 114120"/>
                <a:gd name="csX91" fmla="*/ 64513 w 235249"/>
                <a:gd name="csY91" fmla="*/ 113892 h 114120"/>
                <a:gd name="csX92" fmla="*/ 64087 w 235249"/>
                <a:gd name="csY92" fmla="*/ 114121 h 114120"/>
                <a:gd name="csX93" fmla="*/ 62322 w 235249"/>
                <a:gd name="csY93" fmla="*/ 112660 h 114120"/>
                <a:gd name="csX94" fmla="*/ 60975 w 235249"/>
                <a:gd name="csY94" fmla="*/ 111290 h 114120"/>
                <a:gd name="csX95" fmla="*/ 60093 w 235249"/>
                <a:gd name="csY95" fmla="*/ 110149 h 114120"/>
                <a:gd name="csX96" fmla="*/ 58982 w 235249"/>
                <a:gd name="csY96" fmla="*/ 110180 h 114120"/>
                <a:gd name="csX97" fmla="*/ 55033 w 235249"/>
                <a:gd name="csY97" fmla="*/ 112249 h 114120"/>
                <a:gd name="csX98" fmla="*/ 54447 w 235249"/>
                <a:gd name="csY98" fmla="*/ 112181 h 114120"/>
                <a:gd name="csX99" fmla="*/ 53321 w 235249"/>
                <a:gd name="csY99" fmla="*/ 111389 h 114120"/>
                <a:gd name="csX100" fmla="*/ 53526 w 235249"/>
                <a:gd name="csY100" fmla="*/ 109434 h 114120"/>
                <a:gd name="csX101" fmla="*/ 53450 w 235249"/>
                <a:gd name="csY101" fmla="*/ 108186 h 114120"/>
                <a:gd name="csX102" fmla="*/ 52179 w 235249"/>
                <a:gd name="csY102" fmla="*/ 107524 h 114120"/>
                <a:gd name="csX103" fmla="*/ 49486 w 235249"/>
                <a:gd name="csY103" fmla="*/ 107357 h 114120"/>
                <a:gd name="csX104" fmla="*/ 48573 w 235249"/>
                <a:gd name="csY104" fmla="*/ 106649 h 114120"/>
                <a:gd name="csX105" fmla="*/ 48626 w 235249"/>
                <a:gd name="csY105" fmla="*/ 105592 h 114120"/>
                <a:gd name="csX106" fmla="*/ 48870 w 235249"/>
                <a:gd name="csY106" fmla="*/ 104580 h 114120"/>
                <a:gd name="csX107" fmla="*/ 48565 w 235249"/>
                <a:gd name="csY107" fmla="*/ 103796 h 114120"/>
                <a:gd name="csX108" fmla="*/ 47866 w 235249"/>
                <a:gd name="csY108" fmla="*/ 103202 h 114120"/>
                <a:gd name="csX109" fmla="*/ 46450 w 235249"/>
                <a:gd name="csY109" fmla="*/ 103362 h 114120"/>
                <a:gd name="csX110" fmla="*/ 44829 w 235249"/>
                <a:gd name="csY110" fmla="*/ 104169 h 114120"/>
                <a:gd name="csX111" fmla="*/ 43642 w 235249"/>
                <a:gd name="csY111" fmla="*/ 105090 h 114120"/>
                <a:gd name="csX112" fmla="*/ 42151 w 235249"/>
                <a:gd name="csY112" fmla="*/ 105523 h 114120"/>
                <a:gd name="csX113" fmla="*/ 40341 w 235249"/>
                <a:gd name="csY113" fmla="*/ 105691 h 114120"/>
                <a:gd name="csX114" fmla="*/ 39214 w 235249"/>
                <a:gd name="csY114" fmla="*/ 106246 h 114120"/>
                <a:gd name="csX115" fmla="*/ 37929 w 235249"/>
                <a:gd name="csY115" fmla="*/ 108490 h 114120"/>
                <a:gd name="csX116" fmla="*/ 33538 w 235249"/>
                <a:gd name="csY116" fmla="*/ 108962 h 114120"/>
                <a:gd name="csX117" fmla="*/ 32123 w 235249"/>
                <a:gd name="csY117" fmla="*/ 108452 h 114120"/>
                <a:gd name="csX118" fmla="*/ 30967 w 235249"/>
                <a:gd name="csY118" fmla="*/ 106862 h 114120"/>
                <a:gd name="csX119" fmla="*/ 29453 w 235249"/>
                <a:gd name="csY119" fmla="*/ 104291 h 114120"/>
                <a:gd name="csX120" fmla="*/ 28608 w 235249"/>
                <a:gd name="csY120" fmla="*/ 103971 h 114120"/>
                <a:gd name="csX121" fmla="*/ 27178 w 235249"/>
                <a:gd name="csY121" fmla="*/ 103652 h 114120"/>
                <a:gd name="csX122" fmla="*/ 24842 w 235249"/>
                <a:gd name="csY122" fmla="*/ 103804 h 114120"/>
                <a:gd name="csX123" fmla="*/ 21700 w 235249"/>
                <a:gd name="csY123" fmla="*/ 104884 h 114120"/>
                <a:gd name="csX124" fmla="*/ 20939 w 235249"/>
                <a:gd name="csY124" fmla="*/ 103994 h 114120"/>
                <a:gd name="csX125" fmla="*/ 20124 w 235249"/>
                <a:gd name="csY125" fmla="*/ 103735 h 114120"/>
                <a:gd name="csX126" fmla="*/ 19386 w 235249"/>
                <a:gd name="csY126" fmla="*/ 104473 h 114120"/>
                <a:gd name="csX127" fmla="*/ 18633 w 235249"/>
                <a:gd name="csY127" fmla="*/ 104389 h 114120"/>
                <a:gd name="csX128" fmla="*/ 15529 w 235249"/>
                <a:gd name="csY128" fmla="*/ 104595 h 114120"/>
                <a:gd name="csX129" fmla="*/ 11595 w 235249"/>
                <a:gd name="csY129" fmla="*/ 104496 h 114120"/>
                <a:gd name="csX130" fmla="*/ 9351 w 235249"/>
                <a:gd name="csY130" fmla="*/ 103994 h 114120"/>
                <a:gd name="csX131" fmla="*/ 7897 w 235249"/>
                <a:gd name="csY131" fmla="*/ 104024 h 114120"/>
                <a:gd name="csX132" fmla="*/ 5006 w 235249"/>
                <a:gd name="csY132" fmla="*/ 105173 h 114120"/>
                <a:gd name="csX133" fmla="*/ 3477 w 235249"/>
                <a:gd name="csY133" fmla="*/ 105166 h 114120"/>
                <a:gd name="csX134" fmla="*/ 1468 w 235249"/>
                <a:gd name="csY134" fmla="*/ 105371 h 114120"/>
                <a:gd name="csX135" fmla="*/ 1095 w 235249"/>
                <a:gd name="csY135" fmla="*/ 101483 h 114120"/>
                <a:gd name="csX136" fmla="*/ 0 w 235249"/>
                <a:gd name="csY136" fmla="*/ 98850 h 114120"/>
                <a:gd name="csX137" fmla="*/ 335 w 235249"/>
                <a:gd name="csY137" fmla="*/ 97024 h 114120"/>
                <a:gd name="csX138" fmla="*/ 1065 w 235249"/>
                <a:gd name="csY138" fmla="*/ 94513 h 114120"/>
                <a:gd name="csX139" fmla="*/ 1674 w 235249"/>
                <a:gd name="csY139" fmla="*/ 93098 h 114120"/>
                <a:gd name="csX140" fmla="*/ 2914 w 235249"/>
                <a:gd name="csY140" fmla="*/ 93699 h 114120"/>
                <a:gd name="csX141" fmla="*/ 4337 w 235249"/>
                <a:gd name="csY141" fmla="*/ 94734 h 114120"/>
                <a:gd name="csX142" fmla="*/ 5280 w 235249"/>
                <a:gd name="csY142" fmla="*/ 94460 h 114120"/>
                <a:gd name="csX143" fmla="*/ 5531 w 235249"/>
                <a:gd name="csY143" fmla="*/ 93608 h 114120"/>
                <a:gd name="csX144" fmla="*/ 5166 w 235249"/>
                <a:gd name="csY144" fmla="*/ 92490 h 114120"/>
                <a:gd name="csX145" fmla="*/ 5113 w 235249"/>
                <a:gd name="csY145" fmla="*/ 91653 h 114120"/>
                <a:gd name="csX146" fmla="*/ 5646 w 235249"/>
                <a:gd name="csY146" fmla="*/ 90549 h 114120"/>
                <a:gd name="csX147" fmla="*/ 6429 w 235249"/>
                <a:gd name="csY147" fmla="*/ 89522 h 114120"/>
                <a:gd name="csX148" fmla="*/ 11451 w 235249"/>
                <a:gd name="csY148" fmla="*/ 87833 h 114120"/>
                <a:gd name="csX149" fmla="*/ 15750 w 235249"/>
                <a:gd name="csY149" fmla="*/ 86601 h 114120"/>
                <a:gd name="csX150" fmla="*/ 17987 w 235249"/>
                <a:gd name="csY150" fmla="*/ 87422 h 114120"/>
                <a:gd name="csX151" fmla="*/ 22316 w 235249"/>
                <a:gd name="csY151" fmla="*/ 89309 h 114120"/>
                <a:gd name="csX152" fmla="*/ 24545 w 235249"/>
                <a:gd name="csY152" fmla="*/ 90283 h 114120"/>
                <a:gd name="csX153" fmla="*/ 26097 w 235249"/>
                <a:gd name="csY153" fmla="*/ 90854 h 114120"/>
                <a:gd name="csX154" fmla="*/ 27459 w 235249"/>
                <a:gd name="csY154" fmla="*/ 93616 h 114120"/>
                <a:gd name="csX155" fmla="*/ 28350 w 235249"/>
                <a:gd name="csY155" fmla="*/ 93486 h 114120"/>
                <a:gd name="csX156" fmla="*/ 29247 w 235249"/>
                <a:gd name="csY156" fmla="*/ 92931 h 114120"/>
                <a:gd name="csX157" fmla="*/ 29780 w 235249"/>
                <a:gd name="csY157" fmla="*/ 92254 h 114120"/>
                <a:gd name="csX158" fmla="*/ 30214 w 235249"/>
                <a:gd name="csY158" fmla="*/ 89903 h 114120"/>
                <a:gd name="csX159" fmla="*/ 32230 w 235249"/>
                <a:gd name="csY159" fmla="*/ 88579 h 114120"/>
                <a:gd name="csX160" fmla="*/ 36665 w 235249"/>
                <a:gd name="csY160" fmla="*/ 87012 h 114120"/>
                <a:gd name="csX161" fmla="*/ 36978 w 235249"/>
                <a:gd name="csY161" fmla="*/ 86091 h 114120"/>
                <a:gd name="csX162" fmla="*/ 36909 w 235249"/>
                <a:gd name="csY162" fmla="*/ 85581 h 114120"/>
                <a:gd name="csX163" fmla="*/ 37609 w 235249"/>
                <a:gd name="csY163" fmla="*/ 85132 h 114120"/>
                <a:gd name="csX164" fmla="*/ 39831 w 235249"/>
                <a:gd name="csY164" fmla="*/ 84676 h 114120"/>
                <a:gd name="csX165" fmla="*/ 44320 w 235249"/>
                <a:gd name="csY165" fmla="*/ 84242 h 114120"/>
                <a:gd name="csX166" fmla="*/ 45841 w 235249"/>
                <a:gd name="csY166" fmla="*/ 84569 h 114120"/>
                <a:gd name="csX167" fmla="*/ 47584 w 235249"/>
                <a:gd name="csY167" fmla="*/ 85497 h 114120"/>
                <a:gd name="csX168" fmla="*/ 48930 w 235249"/>
                <a:gd name="csY168" fmla="*/ 86418 h 114120"/>
                <a:gd name="csX169" fmla="*/ 50209 w 235249"/>
                <a:gd name="csY169" fmla="*/ 86388 h 114120"/>
                <a:gd name="csX170" fmla="*/ 51266 w 235249"/>
                <a:gd name="csY170" fmla="*/ 86197 h 114120"/>
                <a:gd name="csX171" fmla="*/ 51723 w 235249"/>
                <a:gd name="csY171" fmla="*/ 86456 h 114120"/>
                <a:gd name="csX172" fmla="*/ 52058 w 235249"/>
                <a:gd name="csY172" fmla="*/ 87270 h 114120"/>
                <a:gd name="csX173" fmla="*/ 52606 w 235249"/>
                <a:gd name="csY173" fmla="*/ 88001 h 114120"/>
                <a:gd name="csX174" fmla="*/ 54325 w 235249"/>
                <a:gd name="csY174" fmla="*/ 87004 h 114120"/>
                <a:gd name="csX175" fmla="*/ 55877 w 235249"/>
                <a:gd name="csY175" fmla="*/ 85718 h 114120"/>
                <a:gd name="csX176" fmla="*/ 57102 w 235249"/>
                <a:gd name="csY176" fmla="*/ 85535 h 114120"/>
                <a:gd name="csX177" fmla="*/ 58228 w 235249"/>
                <a:gd name="csY177" fmla="*/ 85049 h 114120"/>
                <a:gd name="csX178" fmla="*/ 58555 w 235249"/>
                <a:gd name="csY178" fmla="*/ 84189 h 114120"/>
                <a:gd name="csX179" fmla="*/ 59438 w 235249"/>
                <a:gd name="csY179" fmla="*/ 82758 h 114120"/>
                <a:gd name="csX180" fmla="*/ 61971 w 235249"/>
                <a:gd name="csY180" fmla="*/ 80027 h 114120"/>
                <a:gd name="csX181" fmla="*/ 63288 w 235249"/>
                <a:gd name="csY181" fmla="*/ 79586 h 114120"/>
                <a:gd name="csX182" fmla="*/ 64140 w 235249"/>
                <a:gd name="csY182" fmla="*/ 79586 h 114120"/>
                <a:gd name="csX183" fmla="*/ 64186 w 235249"/>
                <a:gd name="csY183" fmla="*/ 80027 h 114120"/>
                <a:gd name="csX184" fmla="*/ 64597 w 235249"/>
                <a:gd name="csY184" fmla="*/ 80430 h 114120"/>
                <a:gd name="csX185" fmla="*/ 66811 w 235249"/>
                <a:gd name="csY185" fmla="*/ 81062 h 114120"/>
                <a:gd name="csX186" fmla="*/ 67488 w 235249"/>
                <a:gd name="csY186" fmla="*/ 80339 h 114120"/>
                <a:gd name="csX187" fmla="*/ 67846 w 235249"/>
                <a:gd name="csY187" fmla="*/ 79342 h 114120"/>
                <a:gd name="csX188" fmla="*/ 67070 w 235249"/>
                <a:gd name="csY188" fmla="*/ 77759 h 114120"/>
                <a:gd name="csX189" fmla="*/ 67054 w 235249"/>
                <a:gd name="csY189" fmla="*/ 77097 h 114120"/>
                <a:gd name="csX190" fmla="*/ 67344 w 235249"/>
                <a:gd name="csY190" fmla="*/ 76489 h 114120"/>
                <a:gd name="csX191" fmla="*/ 67754 w 235249"/>
                <a:gd name="csY191" fmla="*/ 76124 h 114120"/>
                <a:gd name="csX192" fmla="*/ 71292 w 235249"/>
                <a:gd name="csY192" fmla="*/ 77630 h 114120"/>
                <a:gd name="csX193" fmla="*/ 72076 w 235249"/>
                <a:gd name="csY193" fmla="*/ 77600 h 114120"/>
                <a:gd name="csX194" fmla="*/ 73689 w 235249"/>
                <a:gd name="csY194" fmla="*/ 76755 h 114120"/>
                <a:gd name="csX195" fmla="*/ 75165 w 235249"/>
                <a:gd name="csY195" fmla="*/ 75272 h 114120"/>
                <a:gd name="csX196" fmla="*/ 75697 w 235249"/>
                <a:gd name="csY196" fmla="*/ 74100 h 114120"/>
                <a:gd name="csX197" fmla="*/ 82933 w 235249"/>
                <a:gd name="csY197" fmla="*/ 70296 h 114120"/>
                <a:gd name="csX198" fmla="*/ 83443 w 235249"/>
                <a:gd name="csY198" fmla="*/ 69603 h 114120"/>
                <a:gd name="csX199" fmla="*/ 83344 w 235249"/>
                <a:gd name="csY199" fmla="*/ 69101 h 114120"/>
                <a:gd name="csX200" fmla="*/ 80308 w 235249"/>
                <a:gd name="csY200" fmla="*/ 68211 h 114120"/>
                <a:gd name="csX201" fmla="*/ 78939 w 235249"/>
                <a:gd name="csY201" fmla="*/ 68705 h 114120"/>
                <a:gd name="csX202" fmla="*/ 77676 w 235249"/>
                <a:gd name="csY202" fmla="*/ 68705 h 114120"/>
                <a:gd name="csX203" fmla="*/ 76907 w 235249"/>
                <a:gd name="csY203" fmla="*/ 68142 h 114120"/>
                <a:gd name="csX204" fmla="*/ 73225 w 235249"/>
                <a:gd name="csY204" fmla="*/ 67929 h 114120"/>
                <a:gd name="csX205" fmla="*/ 72418 w 235249"/>
                <a:gd name="csY205" fmla="*/ 67534 h 114120"/>
                <a:gd name="csX206" fmla="*/ 69976 w 235249"/>
                <a:gd name="csY206" fmla="*/ 64779 h 114120"/>
                <a:gd name="csX207" fmla="*/ 68295 w 235249"/>
                <a:gd name="csY207" fmla="*/ 63729 h 114120"/>
                <a:gd name="csX208" fmla="*/ 66940 w 235249"/>
                <a:gd name="csY208" fmla="*/ 63037 h 114120"/>
                <a:gd name="csX209" fmla="*/ 65472 w 235249"/>
                <a:gd name="csY209" fmla="*/ 63136 h 114120"/>
                <a:gd name="csX210" fmla="*/ 63722 w 235249"/>
                <a:gd name="csY210" fmla="*/ 63859 h 114120"/>
                <a:gd name="csX211" fmla="*/ 63182 w 235249"/>
                <a:gd name="csY211" fmla="*/ 63532 h 114120"/>
                <a:gd name="csX212" fmla="*/ 63029 w 235249"/>
                <a:gd name="csY212" fmla="*/ 62375 h 114120"/>
                <a:gd name="csX213" fmla="*/ 63037 w 235249"/>
                <a:gd name="csY213" fmla="*/ 60922 h 114120"/>
                <a:gd name="csX214" fmla="*/ 62679 w 235249"/>
                <a:gd name="csY214" fmla="*/ 59362 h 114120"/>
                <a:gd name="csX215" fmla="*/ 61637 w 235249"/>
                <a:gd name="csY215" fmla="*/ 58997 h 114120"/>
                <a:gd name="csX216" fmla="*/ 60290 w 235249"/>
                <a:gd name="csY216" fmla="*/ 59613 h 114120"/>
                <a:gd name="csX217" fmla="*/ 58281 w 235249"/>
                <a:gd name="csY217" fmla="*/ 58982 h 114120"/>
                <a:gd name="csX218" fmla="*/ 56570 w 235249"/>
                <a:gd name="csY218" fmla="*/ 58753 h 114120"/>
                <a:gd name="csX219" fmla="*/ 56129 w 235249"/>
                <a:gd name="csY219" fmla="*/ 55459 h 114120"/>
                <a:gd name="csX220" fmla="*/ 55436 w 235249"/>
                <a:gd name="csY220" fmla="*/ 54051 h 114120"/>
                <a:gd name="csX221" fmla="*/ 54728 w 235249"/>
                <a:gd name="csY221" fmla="*/ 52575 h 114120"/>
                <a:gd name="csX222" fmla="*/ 53983 w 235249"/>
                <a:gd name="csY222" fmla="*/ 52149 h 114120"/>
                <a:gd name="csX223" fmla="*/ 52765 w 235249"/>
                <a:gd name="csY223" fmla="*/ 51411 h 114120"/>
                <a:gd name="csX224" fmla="*/ 52689 w 235249"/>
                <a:gd name="csY224" fmla="*/ 49669 h 114120"/>
                <a:gd name="csX225" fmla="*/ 52431 w 235249"/>
                <a:gd name="csY225" fmla="*/ 49174 h 114120"/>
                <a:gd name="csX226" fmla="*/ 51997 w 235249"/>
                <a:gd name="csY226" fmla="*/ 48938 h 114120"/>
                <a:gd name="csX227" fmla="*/ 51411 w 235249"/>
                <a:gd name="csY227" fmla="*/ 49136 h 114120"/>
                <a:gd name="csX228" fmla="*/ 50658 w 235249"/>
                <a:gd name="csY228" fmla="*/ 50019 h 114120"/>
                <a:gd name="csX229" fmla="*/ 51030 w 235249"/>
                <a:gd name="csY229" fmla="*/ 51944 h 114120"/>
                <a:gd name="csX230" fmla="*/ 50742 w 235249"/>
                <a:gd name="csY230" fmla="*/ 53869 h 114120"/>
                <a:gd name="csX231" fmla="*/ 50300 w 235249"/>
                <a:gd name="csY231" fmla="*/ 54835 h 114120"/>
                <a:gd name="csX232" fmla="*/ 49448 w 235249"/>
                <a:gd name="csY232" fmla="*/ 55550 h 114120"/>
                <a:gd name="csX233" fmla="*/ 48474 w 235249"/>
                <a:gd name="csY233" fmla="*/ 55565 h 114120"/>
                <a:gd name="csX234" fmla="*/ 46785 w 235249"/>
                <a:gd name="csY234" fmla="*/ 54592 h 114120"/>
                <a:gd name="csX235" fmla="*/ 46519 w 235249"/>
                <a:gd name="csY235" fmla="*/ 60420 h 114120"/>
                <a:gd name="csX236" fmla="*/ 46191 w 235249"/>
                <a:gd name="csY236" fmla="*/ 60777 h 114120"/>
                <a:gd name="csX237" fmla="*/ 44175 w 235249"/>
                <a:gd name="csY237" fmla="*/ 59955 h 114120"/>
                <a:gd name="csX238" fmla="*/ 42562 w 235249"/>
                <a:gd name="csY238" fmla="*/ 60305 h 114120"/>
                <a:gd name="csX239" fmla="*/ 40158 w 235249"/>
                <a:gd name="csY239" fmla="*/ 59948 h 114120"/>
                <a:gd name="csX240" fmla="*/ 38355 w 235249"/>
                <a:gd name="csY240" fmla="*/ 58989 h 114120"/>
                <a:gd name="csX241" fmla="*/ 37000 w 235249"/>
                <a:gd name="csY241" fmla="*/ 58723 h 114120"/>
                <a:gd name="csX242" fmla="*/ 34817 w 235249"/>
                <a:gd name="csY242" fmla="*/ 57909 h 114120"/>
                <a:gd name="csX243" fmla="*/ 33150 w 235249"/>
                <a:gd name="csY243" fmla="*/ 56844 h 114120"/>
                <a:gd name="csX244" fmla="*/ 32123 w 235249"/>
                <a:gd name="csY244" fmla="*/ 52933 h 114120"/>
                <a:gd name="csX245" fmla="*/ 31149 w 235249"/>
                <a:gd name="csY245" fmla="*/ 51533 h 114120"/>
                <a:gd name="csX246" fmla="*/ 30229 w 235249"/>
                <a:gd name="csY246" fmla="*/ 51236 h 114120"/>
                <a:gd name="csX247" fmla="*/ 26508 w 235249"/>
                <a:gd name="csY247" fmla="*/ 52590 h 114120"/>
                <a:gd name="csX248" fmla="*/ 25146 w 235249"/>
                <a:gd name="csY248" fmla="*/ 51541 h 114120"/>
                <a:gd name="csX249" fmla="*/ 22635 w 235249"/>
                <a:gd name="csY249" fmla="*/ 50201 h 114120"/>
                <a:gd name="csX250" fmla="*/ 20733 w 235249"/>
                <a:gd name="csY250" fmla="*/ 49699 h 114120"/>
                <a:gd name="csX251" fmla="*/ 20223 w 235249"/>
                <a:gd name="csY251" fmla="*/ 48976 h 114120"/>
                <a:gd name="csX252" fmla="*/ 20307 w 235249"/>
                <a:gd name="csY252" fmla="*/ 48086 h 114120"/>
                <a:gd name="csX253" fmla="*/ 26166 w 235249"/>
                <a:gd name="csY253" fmla="*/ 43711 h 114120"/>
                <a:gd name="csX254" fmla="*/ 28471 w 235249"/>
                <a:gd name="csY254" fmla="*/ 40698 h 114120"/>
                <a:gd name="csX255" fmla="*/ 29917 w 235249"/>
                <a:gd name="csY255" fmla="*/ 39420 h 114120"/>
                <a:gd name="csX256" fmla="*/ 31986 w 235249"/>
                <a:gd name="csY256" fmla="*/ 38575 h 114120"/>
                <a:gd name="csX257" fmla="*/ 33600 w 235249"/>
                <a:gd name="csY257" fmla="*/ 38081 h 114120"/>
                <a:gd name="csX258" fmla="*/ 34421 w 235249"/>
                <a:gd name="csY258" fmla="*/ 35304 h 114120"/>
                <a:gd name="csX259" fmla="*/ 34733 w 235249"/>
                <a:gd name="csY259" fmla="*/ 34984 h 114120"/>
                <a:gd name="csX260" fmla="*/ 35882 w 235249"/>
                <a:gd name="csY260" fmla="*/ 34779 h 114120"/>
                <a:gd name="csX261" fmla="*/ 38484 w 235249"/>
                <a:gd name="csY261" fmla="*/ 33638 h 114120"/>
                <a:gd name="csX262" fmla="*/ 42677 w 235249"/>
                <a:gd name="csY262" fmla="*/ 31195 h 114120"/>
                <a:gd name="csX263" fmla="*/ 42760 w 235249"/>
                <a:gd name="csY263" fmla="*/ 30525 h 114120"/>
                <a:gd name="csX264" fmla="*/ 42334 w 235249"/>
                <a:gd name="csY264" fmla="*/ 29947 h 114120"/>
                <a:gd name="csX265" fmla="*/ 40577 w 235249"/>
                <a:gd name="csY265" fmla="*/ 28692 h 114120"/>
                <a:gd name="csX266" fmla="*/ 38568 w 235249"/>
                <a:gd name="csY266" fmla="*/ 27695 h 114120"/>
                <a:gd name="csX267" fmla="*/ 37350 w 235249"/>
                <a:gd name="csY267" fmla="*/ 28213 h 114120"/>
                <a:gd name="csX268" fmla="*/ 36658 w 235249"/>
                <a:gd name="csY268" fmla="*/ 28722 h 114120"/>
                <a:gd name="csX269" fmla="*/ 35509 w 235249"/>
                <a:gd name="csY269" fmla="*/ 27429 h 114120"/>
                <a:gd name="csX270" fmla="*/ 35509 w 235249"/>
                <a:gd name="csY270" fmla="*/ 26097 h 114120"/>
                <a:gd name="csX271" fmla="*/ 36780 w 235249"/>
                <a:gd name="csY271" fmla="*/ 23815 h 114120"/>
                <a:gd name="csX272" fmla="*/ 37845 w 235249"/>
                <a:gd name="csY272" fmla="*/ 22674 h 114120"/>
                <a:gd name="csX273" fmla="*/ 38294 w 235249"/>
                <a:gd name="csY273" fmla="*/ 20467 h 114120"/>
                <a:gd name="csX274" fmla="*/ 39801 w 235249"/>
                <a:gd name="csY274" fmla="*/ 18991 h 114120"/>
                <a:gd name="csX275" fmla="*/ 41375 w 235249"/>
                <a:gd name="csY275" fmla="*/ 16648 h 114120"/>
                <a:gd name="csX276" fmla="*/ 43285 w 235249"/>
                <a:gd name="csY276" fmla="*/ 14730 h 114120"/>
                <a:gd name="csX277" fmla="*/ 46816 w 235249"/>
                <a:gd name="csY277" fmla="*/ 13292 h 114120"/>
                <a:gd name="csX278" fmla="*/ 48786 w 235249"/>
                <a:gd name="csY278" fmla="*/ 13764 h 114120"/>
                <a:gd name="csX279" fmla="*/ 50635 w 235249"/>
                <a:gd name="csY279" fmla="*/ 13429 h 114120"/>
                <a:gd name="csX280" fmla="*/ 53496 w 235249"/>
                <a:gd name="csY280" fmla="*/ 12265 h 114120"/>
                <a:gd name="csX281" fmla="*/ 54043 w 235249"/>
                <a:gd name="csY281" fmla="*/ 12189 h 114120"/>
                <a:gd name="csX282" fmla="*/ 55246 w 235249"/>
                <a:gd name="csY282" fmla="*/ 12174 h 114120"/>
                <a:gd name="csX283" fmla="*/ 62611 w 235249"/>
                <a:gd name="csY283" fmla="*/ 13954 h 114120"/>
                <a:gd name="csX284" fmla="*/ 65046 w 235249"/>
                <a:gd name="csY284" fmla="*/ 14038 h 114120"/>
                <a:gd name="csX285" fmla="*/ 70752 w 235249"/>
                <a:gd name="csY285" fmla="*/ 16351 h 114120"/>
                <a:gd name="csX286" fmla="*/ 73377 w 235249"/>
                <a:gd name="csY286" fmla="*/ 16853 h 114120"/>
                <a:gd name="csX287" fmla="*/ 75234 w 235249"/>
                <a:gd name="csY287" fmla="*/ 17507 h 114120"/>
                <a:gd name="csX288" fmla="*/ 76070 w 235249"/>
                <a:gd name="csY288" fmla="*/ 18504 h 114120"/>
                <a:gd name="csX289" fmla="*/ 77410 w 235249"/>
                <a:gd name="csY289" fmla="*/ 19729 h 114120"/>
                <a:gd name="csX290" fmla="*/ 84577 w 235249"/>
                <a:gd name="csY290" fmla="*/ 20718 h 114120"/>
                <a:gd name="csX291" fmla="*/ 86547 w 235249"/>
                <a:gd name="csY291" fmla="*/ 21373 h 114120"/>
                <a:gd name="csX292" fmla="*/ 87255 w 235249"/>
                <a:gd name="csY292" fmla="*/ 22445 h 114120"/>
                <a:gd name="csX293" fmla="*/ 89302 w 235249"/>
                <a:gd name="csY293" fmla="*/ 23807 h 114120"/>
                <a:gd name="csX294" fmla="*/ 91044 w 235249"/>
                <a:gd name="csY294" fmla="*/ 24119 h 114120"/>
                <a:gd name="csX295" fmla="*/ 89522 w 235249"/>
                <a:gd name="csY295" fmla="*/ 18793 h 114120"/>
                <a:gd name="csX296" fmla="*/ 90131 w 235249"/>
                <a:gd name="csY296" fmla="*/ 15620 h 114120"/>
                <a:gd name="csX297" fmla="*/ 92398 w 235249"/>
                <a:gd name="csY297" fmla="*/ 6924 h 114120"/>
                <a:gd name="csX298" fmla="*/ 93585 w 235249"/>
                <a:gd name="csY298" fmla="*/ 5608 h 114120"/>
                <a:gd name="csX299" fmla="*/ 95860 w 235249"/>
                <a:gd name="csY299" fmla="*/ 4444 h 114120"/>
                <a:gd name="csX300" fmla="*/ 99436 w 235249"/>
                <a:gd name="csY300" fmla="*/ 3142 h 114120"/>
                <a:gd name="csX301" fmla="*/ 100791 w 235249"/>
                <a:gd name="csY301" fmla="*/ 1324 h 114120"/>
                <a:gd name="csX302" fmla="*/ 103720 w 235249"/>
                <a:gd name="csY302" fmla="*/ 1506 h 114120"/>
                <a:gd name="csX303" fmla="*/ 104991 w 235249"/>
                <a:gd name="csY303" fmla="*/ 1347 h 114120"/>
                <a:gd name="csX304" fmla="*/ 105866 w 235249"/>
                <a:gd name="csY304" fmla="*/ 1020 h 114120"/>
                <a:gd name="csX305" fmla="*/ 106345 w 235249"/>
                <a:gd name="csY305" fmla="*/ 0 h 114120"/>
                <a:gd name="csX306" fmla="*/ 109647 w 235249"/>
                <a:gd name="csY306" fmla="*/ 1773 h 114120"/>
                <a:gd name="csX307" fmla="*/ 115171 w 235249"/>
                <a:gd name="csY307" fmla="*/ 5364 h 114120"/>
                <a:gd name="csX308" fmla="*/ 119340 w 235249"/>
                <a:gd name="csY308" fmla="*/ 7639 h 114120"/>
                <a:gd name="csX309" fmla="*/ 124255 w 235249"/>
                <a:gd name="csY309" fmla="*/ 9785 h 114120"/>
                <a:gd name="csX310" fmla="*/ 131057 w 235249"/>
                <a:gd name="csY310" fmla="*/ 11740 h 114120"/>
                <a:gd name="csX311" fmla="*/ 136810 w 235249"/>
                <a:gd name="csY311" fmla="*/ 12387 h 114120"/>
                <a:gd name="csX312" fmla="*/ 137798 w 235249"/>
                <a:gd name="csY312" fmla="*/ 11923 h 114120"/>
                <a:gd name="csX313" fmla="*/ 140104 w 235249"/>
                <a:gd name="csY313" fmla="*/ 8948 h 114120"/>
                <a:gd name="csX314" fmla="*/ 141192 w 235249"/>
                <a:gd name="csY314" fmla="*/ 8818 h 114120"/>
                <a:gd name="csX315" fmla="*/ 143155 w 235249"/>
                <a:gd name="csY315" fmla="*/ 9077 h 114120"/>
                <a:gd name="csX316" fmla="*/ 149257 w 235249"/>
                <a:gd name="csY316" fmla="*/ 9214 h 114120"/>
                <a:gd name="csX317" fmla="*/ 155473 w 235249"/>
                <a:gd name="csY317" fmla="*/ 9359 h 114120"/>
                <a:gd name="csX318" fmla="*/ 158403 w 235249"/>
                <a:gd name="csY318" fmla="*/ 9070 h 114120"/>
                <a:gd name="csX319" fmla="*/ 164763 w 235249"/>
                <a:gd name="csY319" fmla="*/ 7829 h 114120"/>
                <a:gd name="csX320" fmla="*/ 165700 w 235249"/>
                <a:gd name="csY320" fmla="*/ 7768 h 114120"/>
                <a:gd name="csX321" fmla="*/ 167175 w 235249"/>
                <a:gd name="csY321" fmla="*/ 7852 h 114120"/>
                <a:gd name="csX322" fmla="*/ 170980 w 235249"/>
                <a:gd name="csY322" fmla="*/ 9541 h 114120"/>
                <a:gd name="csX323" fmla="*/ 173825 w 235249"/>
                <a:gd name="csY323" fmla="*/ 9777 h 114120"/>
                <a:gd name="csX324" fmla="*/ 175758 w 235249"/>
                <a:gd name="csY324" fmla="*/ 9769 h 114120"/>
                <a:gd name="csX325" fmla="*/ 176884 w 235249"/>
                <a:gd name="csY325" fmla="*/ 9906 h 114120"/>
                <a:gd name="csX326" fmla="*/ 179243 w 235249"/>
                <a:gd name="csY326" fmla="*/ 9846 h 114120"/>
                <a:gd name="csX327" fmla="*/ 183070 w 235249"/>
                <a:gd name="csY327" fmla="*/ 10043 h 114120"/>
                <a:gd name="csX328" fmla="*/ 187802 w 235249"/>
                <a:gd name="csY328" fmla="*/ 11139 h 114120"/>
                <a:gd name="csX329" fmla="*/ 193501 w 235249"/>
                <a:gd name="csY329" fmla="*/ 10941 h 114120"/>
                <a:gd name="csX330" fmla="*/ 195327 w 235249"/>
                <a:gd name="csY330" fmla="*/ 10736 h 114120"/>
                <a:gd name="csX331" fmla="*/ 198500 w 235249"/>
                <a:gd name="csY331" fmla="*/ 10934 h 114120"/>
                <a:gd name="csX332" fmla="*/ 201018 w 235249"/>
                <a:gd name="csY332" fmla="*/ 11976 h 114120"/>
                <a:gd name="csX333" fmla="*/ 204206 w 235249"/>
                <a:gd name="csY333" fmla="*/ 13079 h 114120"/>
                <a:gd name="csX334" fmla="*/ 206207 w 235249"/>
                <a:gd name="csY334" fmla="*/ 13543 h 114120"/>
                <a:gd name="csX335" fmla="*/ 207547 w 235249"/>
                <a:gd name="csY335" fmla="*/ 13779 h 114120"/>
                <a:gd name="csX336" fmla="*/ 209935 w 235249"/>
                <a:gd name="csY336" fmla="*/ 13863 h 114120"/>
                <a:gd name="csX337" fmla="*/ 211366 w 235249"/>
                <a:gd name="csY337" fmla="*/ 13520 h 114120"/>
                <a:gd name="csX338" fmla="*/ 212180 w 235249"/>
                <a:gd name="csY338" fmla="*/ 14000 h 114120"/>
                <a:gd name="csX339" fmla="*/ 212987 w 235249"/>
                <a:gd name="csY339" fmla="*/ 16693 h 114120"/>
                <a:gd name="csX340" fmla="*/ 214965 w 235249"/>
                <a:gd name="csY340" fmla="*/ 18458 h 114120"/>
                <a:gd name="csX341" fmla="*/ 216509 w 235249"/>
                <a:gd name="csY341" fmla="*/ 20125 h 114120"/>
                <a:gd name="csX342" fmla="*/ 217803 w 235249"/>
                <a:gd name="csY342" fmla="*/ 21966 h 114120"/>
                <a:gd name="csX343" fmla="*/ 219119 w 235249"/>
                <a:gd name="csY343" fmla="*/ 22719 h 114120"/>
                <a:gd name="csX344" fmla="*/ 221440 w 235249"/>
                <a:gd name="csY344" fmla="*/ 22742 h 114120"/>
                <a:gd name="csX345" fmla="*/ 225815 w 235249"/>
                <a:gd name="csY345" fmla="*/ 23267 h 114120"/>
                <a:gd name="csX346" fmla="*/ 228325 w 235249"/>
                <a:gd name="csY346" fmla="*/ 23997 h 114120"/>
                <a:gd name="csX347" fmla="*/ 231536 w 235249"/>
                <a:gd name="csY347" fmla="*/ 27170 h 114120"/>
                <a:gd name="csX348" fmla="*/ 234458 w 235249"/>
                <a:gd name="csY348" fmla="*/ 30396 h 114120"/>
                <a:gd name="csX349" fmla="*/ 42212 w 235249"/>
                <a:gd name="csY349" fmla="*/ 95198 h 114120"/>
                <a:gd name="csX350" fmla="*/ 42410 w 235249"/>
                <a:gd name="csY350" fmla="*/ 94803 h 114120"/>
                <a:gd name="csX351" fmla="*/ 41627 w 235249"/>
                <a:gd name="csY351" fmla="*/ 92771 h 114120"/>
                <a:gd name="csX352" fmla="*/ 42684 w 235249"/>
                <a:gd name="csY352" fmla="*/ 90869 h 114120"/>
                <a:gd name="csX353" fmla="*/ 40591 w 235249"/>
                <a:gd name="csY353" fmla="*/ 90549 h 114120"/>
                <a:gd name="csX354" fmla="*/ 39519 w 235249"/>
                <a:gd name="csY354" fmla="*/ 89986 h 114120"/>
                <a:gd name="csX355" fmla="*/ 38317 w 235249"/>
                <a:gd name="csY355" fmla="*/ 88061 h 114120"/>
                <a:gd name="csX356" fmla="*/ 37921 w 235249"/>
                <a:gd name="csY356" fmla="*/ 87970 h 114120"/>
                <a:gd name="csX357" fmla="*/ 37297 w 235249"/>
                <a:gd name="csY357" fmla="*/ 88495 h 114120"/>
                <a:gd name="csX358" fmla="*/ 36962 w 235249"/>
                <a:gd name="csY358" fmla="*/ 89758 h 114120"/>
                <a:gd name="csX359" fmla="*/ 37259 w 235249"/>
                <a:gd name="csY359" fmla="*/ 91120 h 114120"/>
                <a:gd name="csX360" fmla="*/ 38111 w 235249"/>
                <a:gd name="csY360" fmla="*/ 92041 h 114120"/>
                <a:gd name="csX361" fmla="*/ 38674 w 235249"/>
                <a:gd name="csY361" fmla="*/ 92345 h 114120"/>
                <a:gd name="csX362" fmla="*/ 38758 w 235249"/>
                <a:gd name="csY362" fmla="*/ 92406 h 114120"/>
                <a:gd name="csX363" fmla="*/ 38735 w 235249"/>
                <a:gd name="csY363" fmla="*/ 92855 h 114120"/>
                <a:gd name="csX364" fmla="*/ 38050 w 235249"/>
                <a:gd name="csY364" fmla="*/ 95107 h 114120"/>
                <a:gd name="csX365" fmla="*/ 39169 w 235249"/>
                <a:gd name="csY365" fmla="*/ 95396 h 114120"/>
                <a:gd name="csX366" fmla="*/ 41132 w 235249"/>
                <a:gd name="csY366" fmla="*/ 95434 h 114120"/>
                <a:gd name="csX367" fmla="*/ 42212 w 235249"/>
                <a:gd name="csY367" fmla="*/ 95198 h 114120"/>
                <a:gd name="csX368" fmla="*/ 54454 w 235249"/>
                <a:gd name="csY368" fmla="*/ 93601 h 114120"/>
                <a:gd name="csX369" fmla="*/ 54668 w 235249"/>
                <a:gd name="csY369" fmla="*/ 92345 h 114120"/>
                <a:gd name="csX370" fmla="*/ 54150 w 235249"/>
                <a:gd name="csY370" fmla="*/ 92406 h 114120"/>
                <a:gd name="csX371" fmla="*/ 53534 w 235249"/>
                <a:gd name="csY371" fmla="*/ 92748 h 114120"/>
                <a:gd name="csX372" fmla="*/ 52354 w 235249"/>
                <a:gd name="csY372" fmla="*/ 93091 h 114120"/>
                <a:gd name="csX373" fmla="*/ 52096 w 235249"/>
                <a:gd name="csY373" fmla="*/ 93715 h 114120"/>
                <a:gd name="csX374" fmla="*/ 52887 w 235249"/>
                <a:gd name="csY374" fmla="*/ 94506 h 114120"/>
                <a:gd name="csX375" fmla="*/ 53892 w 235249"/>
                <a:gd name="csY375" fmla="*/ 94795 h 114120"/>
                <a:gd name="csX376" fmla="*/ 54454 w 235249"/>
                <a:gd name="csY376" fmla="*/ 93601 h 114120"/>
                <a:gd name="csX377" fmla="*/ 31438 w 235249"/>
                <a:gd name="csY377" fmla="*/ 97063 h 114120"/>
                <a:gd name="csX378" fmla="*/ 31363 w 235249"/>
                <a:gd name="csY378" fmla="*/ 96492 h 114120"/>
                <a:gd name="csX379" fmla="*/ 30632 w 235249"/>
                <a:gd name="csY379" fmla="*/ 96225 h 114120"/>
                <a:gd name="csX380" fmla="*/ 28562 w 235249"/>
                <a:gd name="csY380" fmla="*/ 95921 h 114120"/>
                <a:gd name="csX381" fmla="*/ 27086 w 235249"/>
                <a:gd name="csY381" fmla="*/ 95480 h 114120"/>
                <a:gd name="csX382" fmla="*/ 26767 w 235249"/>
                <a:gd name="csY382" fmla="*/ 95472 h 114120"/>
                <a:gd name="csX383" fmla="*/ 26904 w 235249"/>
                <a:gd name="csY383" fmla="*/ 96020 h 114120"/>
                <a:gd name="csX384" fmla="*/ 27536 w 235249"/>
                <a:gd name="csY384" fmla="*/ 96986 h 114120"/>
                <a:gd name="csX385" fmla="*/ 28403 w 235249"/>
                <a:gd name="csY385" fmla="*/ 98021 h 114120"/>
                <a:gd name="csX386" fmla="*/ 29521 w 235249"/>
                <a:gd name="csY386" fmla="*/ 98135 h 114120"/>
                <a:gd name="csX387" fmla="*/ 31438 w 235249"/>
                <a:gd name="csY387" fmla="*/ 97063 h 1141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235249" h="114120">
                  <a:moveTo>
                    <a:pt x="234458" y="30396"/>
                  </a:moveTo>
                  <a:lnTo>
                    <a:pt x="234884" y="32123"/>
                  </a:lnTo>
                  <a:lnTo>
                    <a:pt x="235249" y="34132"/>
                  </a:lnTo>
                  <a:lnTo>
                    <a:pt x="235021" y="34604"/>
                  </a:lnTo>
                  <a:lnTo>
                    <a:pt x="234610" y="34923"/>
                  </a:lnTo>
                  <a:lnTo>
                    <a:pt x="228067" y="35418"/>
                  </a:lnTo>
                  <a:lnTo>
                    <a:pt x="226591" y="35973"/>
                  </a:lnTo>
                  <a:lnTo>
                    <a:pt x="225008" y="38743"/>
                  </a:lnTo>
                  <a:lnTo>
                    <a:pt x="219408" y="40965"/>
                  </a:lnTo>
                  <a:lnTo>
                    <a:pt x="216213" y="42106"/>
                  </a:lnTo>
                  <a:lnTo>
                    <a:pt x="214919" y="42060"/>
                  </a:lnTo>
                  <a:lnTo>
                    <a:pt x="211815" y="43879"/>
                  </a:lnTo>
                  <a:lnTo>
                    <a:pt x="203149" y="48406"/>
                  </a:lnTo>
                  <a:lnTo>
                    <a:pt x="198888" y="51259"/>
                  </a:lnTo>
                  <a:lnTo>
                    <a:pt x="196750" y="52453"/>
                  </a:lnTo>
                  <a:lnTo>
                    <a:pt x="195030" y="53754"/>
                  </a:lnTo>
                  <a:lnTo>
                    <a:pt x="194741" y="55071"/>
                  </a:lnTo>
                  <a:lnTo>
                    <a:pt x="194680" y="56311"/>
                  </a:lnTo>
                  <a:lnTo>
                    <a:pt x="189925" y="62132"/>
                  </a:lnTo>
                  <a:lnTo>
                    <a:pt x="186357" y="62831"/>
                  </a:lnTo>
                  <a:lnTo>
                    <a:pt x="183344" y="62695"/>
                  </a:lnTo>
                  <a:lnTo>
                    <a:pt x="181289" y="63577"/>
                  </a:lnTo>
                  <a:lnTo>
                    <a:pt x="178352" y="64467"/>
                  </a:lnTo>
                  <a:lnTo>
                    <a:pt x="171992" y="63859"/>
                  </a:lnTo>
                  <a:lnTo>
                    <a:pt x="169823" y="63958"/>
                  </a:lnTo>
                  <a:lnTo>
                    <a:pt x="165646" y="63159"/>
                  </a:lnTo>
                  <a:lnTo>
                    <a:pt x="163957" y="63577"/>
                  </a:lnTo>
                  <a:lnTo>
                    <a:pt x="162177" y="64757"/>
                  </a:lnTo>
                  <a:lnTo>
                    <a:pt x="159704" y="69375"/>
                  </a:lnTo>
                  <a:lnTo>
                    <a:pt x="158699" y="70455"/>
                  </a:lnTo>
                  <a:lnTo>
                    <a:pt x="158235" y="71505"/>
                  </a:lnTo>
                  <a:lnTo>
                    <a:pt x="157855" y="73742"/>
                  </a:lnTo>
                  <a:lnTo>
                    <a:pt x="156911" y="76109"/>
                  </a:lnTo>
                  <a:lnTo>
                    <a:pt x="155702" y="77973"/>
                  </a:lnTo>
                  <a:lnTo>
                    <a:pt x="154827" y="79700"/>
                  </a:lnTo>
                  <a:lnTo>
                    <a:pt x="153039" y="81366"/>
                  </a:lnTo>
                  <a:lnTo>
                    <a:pt x="151380" y="82416"/>
                  </a:lnTo>
                  <a:lnTo>
                    <a:pt x="150094" y="80225"/>
                  </a:lnTo>
                  <a:lnTo>
                    <a:pt x="148983" y="80849"/>
                  </a:lnTo>
                  <a:lnTo>
                    <a:pt x="147918" y="81739"/>
                  </a:lnTo>
                  <a:lnTo>
                    <a:pt x="145910" y="81427"/>
                  </a:lnTo>
                  <a:lnTo>
                    <a:pt x="144669" y="81876"/>
                  </a:lnTo>
                  <a:lnTo>
                    <a:pt x="141839" y="83778"/>
                  </a:lnTo>
                  <a:lnTo>
                    <a:pt x="137685" y="83709"/>
                  </a:lnTo>
                  <a:lnTo>
                    <a:pt x="137228" y="83055"/>
                  </a:lnTo>
                  <a:lnTo>
                    <a:pt x="136406" y="77820"/>
                  </a:lnTo>
                  <a:lnTo>
                    <a:pt x="135684" y="75332"/>
                  </a:lnTo>
                  <a:lnTo>
                    <a:pt x="135082" y="74777"/>
                  </a:lnTo>
                  <a:lnTo>
                    <a:pt x="134337" y="74716"/>
                  </a:lnTo>
                  <a:lnTo>
                    <a:pt x="128364" y="78840"/>
                  </a:lnTo>
                  <a:lnTo>
                    <a:pt x="125594" y="79570"/>
                  </a:lnTo>
                  <a:lnTo>
                    <a:pt x="123320" y="79700"/>
                  </a:lnTo>
                  <a:lnTo>
                    <a:pt x="120345" y="78467"/>
                  </a:lnTo>
                  <a:lnTo>
                    <a:pt x="119698" y="78771"/>
                  </a:lnTo>
                  <a:lnTo>
                    <a:pt x="119188" y="79433"/>
                  </a:lnTo>
                  <a:lnTo>
                    <a:pt x="118975" y="80278"/>
                  </a:lnTo>
                  <a:lnTo>
                    <a:pt x="119842" y="82614"/>
                  </a:lnTo>
                  <a:lnTo>
                    <a:pt x="119599" y="83070"/>
                  </a:lnTo>
                  <a:lnTo>
                    <a:pt x="118260" y="83032"/>
                  </a:lnTo>
                  <a:lnTo>
                    <a:pt x="116388" y="83572"/>
                  </a:lnTo>
                  <a:lnTo>
                    <a:pt x="114958" y="84645"/>
                  </a:lnTo>
                  <a:lnTo>
                    <a:pt x="110666" y="88404"/>
                  </a:lnTo>
                  <a:lnTo>
                    <a:pt x="107053" y="89659"/>
                  </a:lnTo>
                  <a:lnTo>
                    <a:pt x="103690" y="90154"/>
                  </a:lnTo>
                  <a:lnTo>
                    <a:pt x="102312" y="90572"/>
                  </a:lnTo>
                  <a:lnTo>
                    <a:pt x="101696" y="91021"/>
                  </a:lnTo>
                  <a:lnTo>
                    <a:pt x="100570" y="92809"/>
                  </a:lnTo>
                  <a:lnTo>
                    <a:pt x="99413" y="95609"/>
                  </a:lnTo>
                  <a:lnTo>
                    <a:pt x="98812" y="96971"/>
                  </a:lnTo>
                  <a:lnTo>
                    <a:pt x="98363" y="97762"/>
                  </a:lnTo>
                  <a:lnTo>
                    <a:pt x="98455" y="98797"/>
                  </a:lnTo>
                  <a:lnTo>
                    <a:pt x="99368" y="100129"/>
                  </a:lnTo>
                  <a:lnTo>
                    <a:pt x="100060" y="103119"/>
                  </a:lnTo>
                  <a:lnTo>
                    <a:pt x="99901" y="103895"/>
                  </a:lnTo>
                  <a:lnTo>
                    <a:pt x="99162" y="105143"/>
                  </a:lnTo>
                  <a:lnTo>
                    <a:pt x="98097" y="106368"/>
                  </a:lnTo>
                  <a:lnTo>
                    <a:pt x="95807" y="107106"/>
                  </a:lnTo>
                  <a:lnTo>
                    <a:pt x="94012" y="107479"/>
                  </a:lnTo>
                  <a:lnTo>
                    <a:pt x="92817" y="107235"/>
                  </a:lnTo>
                  <a:lnTo>
                    <a:pt x="90572" y="107151"/>
                  </a:lnTo>
                  <a:lnTo>
                    <a:pt x="88799" y="107638"/>
                  </a:lnTo>
                  <a:lnTo>
                    <a:pt x="87704" y="108475"/>
                  </a:lnTo>
                  <a:lnTo>
                    <a:pt x="85543" y="109518"/>
                  </a:lnTo>
                  <a:lnTo>
                    <a:pt x="82857" y="109868"/>
                  </a:lnTo>
                  <a:lnTo>
                    <a:pt x="79441" y="110005"/>
                  </a:lnTo>
                  <a:lnTo>
                    <a:pt x="77797" y="109913"/>
                  </a:lnTo>
                  <a:lnTo>
                    <a:pt x="72837" y="109213"/>
                  </a:lnTo>
                  <a:lnTo>
                    <a:pt x="71201" y="109457"/>
                  </a:lnTo>
                  <a:lnTo>
                    <a:pt x="69641" y="109997"/>
                  </a:lnTo>
                  <a:lnTo>
                    <a:pt x="66811" y="110568"/>
                  </a:lnTo>
                  <a:lnTo>
                    <a:pt x="65304" y="112302"/>
                  </a:lnTo>
                  <a:lnTo>
                    <a:pt x="64513" y="113892"/>
                  </a:lnTo>
                  <a:lnTo>
                    <a:pt x="64087" y="114121"/>
                  </a:lnTo>
                  <a:lnTo>
                    <a:pt x="62322" y="112660"/>
                  </a:lnTo>
                  <a:lnTo>
                    <a:pt x="60975" y="111290"/>
                  </a:lnTo>
                  <a:lnTo>
                    <a:pt x="60093" y="110149"/>
                  </a:lnTo>
                  <a:lnTo>
                    <a:pt x="58982" y="110180"/>
                  </a:lnTo>
                  <a:lnTo>
                    <a:pt x="55033" y="112249"/>
                  </a:lnTo>
                  <a:lnTo>
                    <a:pt x="54447" y="112181"/>
                  </a:lnTo>
                  <a:lnTo>
                    <a:pt x="53321" y="111389"/>
                  </a:lnTo>
                  <a:lnTo>
                    <a:pt x="53526" y="109434"/>
                  </a:lnTo>
                  <a:lnTo>
                    <a:pt x="53450" y="108186"/>
                  </a:lnTo>
                  <a:lnTo>
                    <a:pt x="52179" y="107524"/>
                  </a:lnTo>
                  <a:lnTo>
                    <a:pt x="49486" y="107357"/>
                  </a:lnTo>
                  <a:lnTo>
                    <a:pt x="48573" y="106649"/>
                  </a:lnTo>
                  <a:lnTo>
                    <a:pt x="48626" y="105592"/>
                  </a:lnTo>
                  <a:lnTo>
                    <a:pt x="48870" y="104580"/>
                  </a:lnTo>
                  <a:lnTo>
                    <a:pt x="48565" y="103796"/>
                  </a:lnTo>
                  <a:lnTo>
                    <a:pt x="47866" y="103202"/>
                  </a:lnTo>
                  <a:lnTo>
                    <a:pt x="46450" y="103362"/>
                  </a:lnTo>
                  <a:lnTo>
                    <a:pt x="44829" y="104169"/>
                  </a:lnTo>
                  <a:lnTo>
                    <a:pt x="43642" y="105090"/>
                  </a:lnTo>
                  <a:lnTo>
                    <a:pt x="42151" y="105523"/>
                  </a:lnTo>
                  <a:lnTo>
                    <a:pt x="40341" y="105691"/>
                  </a:lnTo>
                  <a:lnTo>
                    <a:pt x="39214" y="106246"/>
                  </a:lnTo>
                  <a:lnTo>
                    <a:pt x="37929" y="108490"/>
                  </a:lnTo>
                  <a:lnTo>
                    <a:pt x="33538" y="108962"/>
                  </a:lnTo>
                  <a:lnTo>
                    <a:pt x="32123" y="108452"/>
                  </a:lnTo>
                  <a:lnTo>
                    <a:pt x="30967" y="106862"/>
                  </a:lnTo>
                  <a:lnTo>
                    <a:pt x="29453" y="104291"/>
                  </a:lnTo>
                  <a:lnTo>
                    <a:pt x="28608" y="103971"/>
                  </a:lnTo>
                  <a:lnTo>
                    <a:pt x="27178" y="103652"/>
                  </a:lnTo>
                  <a:lnTo>
                    <a:pt x="24842" y="103804"/>
                  </a:lnTo>
                  <a:lnTo>
                    <a:pt x="21700" y="104884"/>
                  </a:lnTo>
                  <a:lnTo>
                    <a:pt x="20939" y="103994"/>
                  </a:lnTo>
                  <a:lnTo>
                    <a:pt x="20124" y="103735"/>
                  </a:lnTo>
                  <a:lnTo>
                    <a:pt x="19386" y="104473"/>
                  </a:lnTo>
                  <a:lnTo>
                    <a:pt x="18633" y="104389"/>
                  </a:lnTo>
                  <a:lnTo>
                    <a:pt x="15529" y="104595"/>
                  </a:lnTo>
                  <a:lnTo>
                    <a:pt x="11595" y="104496"/>
                  </a:lnTo>
                  <a:lnTo>
                    <a:pt x="9351" y="103994"/>
                  </a:lnTo>
                  <a:lnTo>
                    <a:pt x="7897" y="104024"/>
                  </a:lnTo>
                  <a:lnTo>
                    <a:pt x="5006" y="105173"/>
                  </a:lnTo>
                  <a:lnTo>
                    <a:pt x="3477" y="105166"/>
                  </a:lnTo>
                  <a:lnTo>
                    <a:pt x="1468" y="105371"/>
                  </a:lnTo>
                  <a:lnTo>
                    <a:pt x="1095" y="101483"/>
                  </a:lnTo>
                  <a:lnTo>
                    <a:pt x="0" y="98850"/>
                  </a:lnTo>
                  <a:lnTo>
                    <a:pt x="335" y="97024"/>
                  </a:lnTo>
                  <a:lnTo>
                    <a:pt x="1065" y="94513"/>
                  </a:lnTo>
                  <a:lnTo>
                    <a:pt x="1674" y="93098"/>
                  </a:lnTo>
                  <a:lnTo>
                    <a:pt x="2914" y="93699"/>
                  </a:lnTo>
                  <a:lnTo>
                    <a:pt x="4337" y="94734"/>
                  </a:lnTo>
                  <a:lnTo>
                    <a:pt x="5280" y="94460"/>
                  </a:lnTo>
                  <a:lnTo>
                    <a:pt x="5531" y="93608"/>
                  </a:lnTo>
                  <a:lnTo>
                    <a:pt x="5166" y="92490"/>
                  </a:lnTo>
                  <a:lnTo>
                    <a:pt x="5113" y="91653"/>
                  </a:lnTo>
                  <a:lnTo>
                    <a:pt x="5646" y="90549"/>
                  </a:lnTo>
                  <a:lnTo>
                    <a:pt x="6429" y="89522"/>
                  </a:lnTo>
                  <a:lnTo>
                    <a:pt x="11451" y="87833"/>
                  </a:lnTo>
                  <a:lnTo>
                    <a:pt x="15750" y="86601"/>
                  </a:lnTo>
                  <a:lnTo>
                    <a:pt x="17987" y="87422"/>
                  </a:lnTo>
                  <a:lnTo>
                    <a:pt x="22316" y="89309"/>
                  </a:lnTo>
                  <a:lnTo>
                    <a:pt x="24545" y="90283"/>
                  </a:lnTo>
                  <a:lnTo>
                    <a:pt x="26097" y="90854"/>
                  </a:lnTo>
                  <a:lnTo>
                    <a:pt x="27459" y="93616"/>
                  </a:lnTo>
                  <a:lnTo>
                    <a:pt x="28350" y="93486"/>
                  </a:lnTo>
                  <a:lnTo>
                    <a:pt x="29247" y="92931"/>
                  </a:lnTo>
                  <a:lnTo>
                    <a:pt x="29780" y="92254"/>
                  </a:lnTo>
                  <a:lnTo>
                    <a:pt x="30214" y="89903"/>
                  </a:lnTo>
                  <a:lnTo>
                    <a:pt x="32230" y="88579"/>
                  </a:lnTo>
                  <a:lnTo>
                    <a:pt x="36665" y="87012"/>
                  </a:lnTo>
                  <a:lnTo>
                    <a:pt x="36978" y="86091"/>
                  </a:lnTo>
                  <a:lnTo>
                    <a:pt x="36909" y="85581"/>
                  </a:lnTo>
                  <a:lnTo>
                    <a:pt x="37609" y="85132"/>
                  </a:lnTo>
                  <a:lnTo>
                    <a:pt x="39831" y="84676"/>
                  </a:lnTo>
                  <a:lnTo>
                    <a:pt x="44320" y="84242"/>
                  </a:lnTo>
                  <a:lnTo>
                    <a:pt x="45841" y="84569"/>
                  </a:lnTo>
                  <a:lnTo>
                    <a:pt x="47584" y="85497"/>
                  </a:lnTo>
                  <a:lnTo>
                    <a:pt x="48930" y="86418"/>
                  </a:lnTo>
                  <a:lnTo>
                    <a:pt x="50209" y="86388"/>
                  </a:lnTo>
                  <a:lnTo>
                    <a:pt x="51266" y="86197"/>
                  </a:lnTo>
                  <a:lnTo>
                    <a:pt x="51723" y="86456"/>
                  </a:lnTo>
                  <a:lnTo>
                    <a:pt x="52058" y="87270"/>
                  </a:lnTo>
                  <a:lnTo>
                    <a:pt x="52606" y="88001"/>
                  </a:lnTo>
                  <a:lnTo>
                    <a:pt x="54325" y="87004"/>
                  </a:lnTo>
                  <a:lnTo>
                    <a:pt x="55877" y="85718"/>
                  </a:lnTo>
                  <a:lnTo>
                    <a:pt x="57102" y="85535"/>
                  </a:lnTo>
                  <a:lnTo>
                    <a:pt x="58228" y="85049"/>
                  </a:lnTo>
                  <a:lnTo>
                    <a:pt x="58555" y="84189"/>
                  </a:lnTo>
                  <a:lnTo>
                    <a:pt x="59438" y="82758"/>
                  </a:lnTo>
                  <a:lnTo>
                    <a:pt x="61971" y="80027"/>
                  </a:lnTo>
                  <a:lnTo>
                    <a:pt x="63288" y="79586"/>
                  </a:lnTo>
                  <a:lnTo>
                    <a:pt x="64140" y="79586"/>
                  </a:lnTo>
                  <a:lnTo>
                    <a:pt x="64186" y="80027"/>
                  </a:lnTo>
                  <a:lnTo>
                    <a:pt x="64597" y="80430"/>
                  </a:lnTo>
                  <a:lnTo>
                    <a:pt x="66811" y="81062"/>
                  </a:lnTo>
                  <a:lnTo>
                    <a:pt x="67488" y="80339"/>
                  </a:lnTo>
                  <a:lnTo>
                    <a:pt x="67846" y="79342"/>
                  </a:lnTo>
                  <a:lnTo>
                    <a:pt x="67070" y="77759"/>
                  </a:lnTo>
                  <a:lnTo>
                    <a:pt x="67054" y="77097"/>
                  </a:lnTo>
                  <a:lnTo>
                    <a:pt x="67344" y="76489"/>
                  </a:lnTo>
                  <a:lnTo>
                    <a:pt x="67754" y="76124"/>
                  </a:lnTo>
                  <a:lnTo>
                    <a:pt x="71292" y="77630"/>
                  </a:lnTo>
                  <a:lnTo>
                    <a:pt x="72076" y="77600"/>
                  </a:lnTo>
                  <a:lnTo>
                    <a:pt x="73689" y="76755"/>
                  </a:lnTo>
                  <a:lnTo>
                    <a:pt x="75165" y="75272"/>
                  </a:lnTo>
                  <a:lnTo>
                    <a:pt x="75697" y="74100"/>
                  </a:lnTo>
                  <a:lnTo>
                    <a:pt x="82933" y="70296"/>
                  </a:lnTo>
                  <a:lnTo>
                    <a:pt x="83443" y="69603"/>
                  </a:lnTo>
                  <a:lnTo>
                    <a:pt x="83344" y="69101"/>
                  </a:lnTo>
                  <a:lnTo>
                    <a:pt x="80308" y="68211"/>
                  </a:lnTo>
                  <a:lnTo>
                    <a:pt x="78939" y="68705"/>
                  </a:lnTo>
                  <a:lnTo>
                    <a:pt x="77676" y="68705"/>
                  </a:lnTo>
                  <a:lnTo>
                    <a:pt x="76907" y="68142"/>
                  </a:lnTo>
                  <a:lnTo>
                    <a:pt x="73225" y="67929"/>
                  </a:lnTo>
                  <a:lnTo>
                    <a:pt x="72418" y="67534"/>
                  </a:lnTo>
                  <a:lnTo>
                    <a:pt x="69976" y="64779"/>
                  </a:lnTo>
                  <a:lnTo>
                    <a:pt x="68295" y="63729"/>
                  </a:lnTo>
                  <a:lnTo>
                    <a:pt x="66940" y="63037"/>
                  </a:lnTo>
                  <a:lnTo>
                    <a:pt x="65472" y="63136"/>
                  </a:lnTo>
                  <a:lnTo>
                    <a:pt x="63722" y="63859"/>
                  </a:lnTo>
                  <a:lnTo>
                    <a:pt x="63182" y="63532"/>
                  </a:lnTo>
                  <a:lnTo>
                    <a:pt x="63029" y="62375"/>
                  </a:lnTo>
                  <a:lnTo>
                    <a:pt x="63037" y="60922"/>
                  </a:lnTo>
                  <a:lnTo>
                    <a:pt x="62679" y="59362"/>
                  </a:lnTo>
                  <a:lnTo>
                    <a:pt x="61637" y="58997"/>
                  </a:lnTo>
                  <a:lnTo>
                    <a:pt x="60290" y="59613"/>
                  </a:lnTo>
                  <a:lnTo>
                    <a:pt x="58281" y="58982"/>
                  </a:lnTo>
                  <a:lnTo>
                    <a:pt x="56570" y="58753"/>
                  </a:lnTo>
                  <a:lnTo>
                    <a:pt x="56129" y="55459"/>
                  </a:lnTo>
                  <a:lnTo>
                    <a:pt x="55436" y="54051"/>
                  </a:lnTo>
                  <a:lnTo>
                    <a:pt x="54728" y="52575"/>
                  </a:lnTo>
                  <a:lnTo>
                    <a:pt x="53983" y="52149"/>
                  </a:lnTo>
                  <a:lnTo>
                    <a:pt x="52765" y="51411"/>
                  </a:lnTo>
                  <a:lnTo>
                    <a:pt x="52689" y="49669"/>
                  </a:lnTo>
                  <a:lnTo>
                    <a:pt x="52431" y="49174"/>
                  </a:lnTo>
                  <a:lnTo>
                    <a:pt x="51997" y="48938"/>
                  </a:lnTo>
                  <a:lnTo>
                    <a:pt x="51411" y="49136"/>
                  </a:lnTo>
                  <a:lnTo>
                    <a:pt x="50658" y="50019"/>
                  </a:lnTo>
                  <a:lnTo>
                    <a:pt x="51030" y="51944"/>
                  </a:lnTo>
                  <a:lnTo>
                    <a:pt x="50742" y="53869"/>
                  </a:lnTo>
                  <a:lnTo>
                    <a:pt x="50300" y="54835"/>
                  </a:lnTo>
                  <a:lnTo>
                    <a:pt x="49448" y="55550"/>
                  </a:lnTo>
                  <a:lnTo>
                    <a:pt x="48474" y="55565"/>
                  </a:lnTo>
                  <a:lnTo>
                    <a:pt x="46785" y="54592"/>
                  </a:lnTo>
                  <a:lnTo>
                    <a:pt x="46519" y="60420"/>
                  </a:lnTo>
                  <a:lnTo>
                    <a:pt x="46191" y="60777"/>
                  </a:lnTo>
                  <a:lnTo>
                    <a:pt x="44175" y="59955"/>
                  </a:lnTo>
                  <a:lnTo>
                    <a:pt x="42562" y="60305"/>
                  </a:lnTo>
                  <a:lnTo>
                    <a:pt x="40158" y="59948"/>
                  </a:lnTo>
                  <a:lnTo>
                    <a:pt x="38355" y="58989"/>
                  </a:lnTo>
                  <a:lnTo>
                    <a:pt x="37000" y="58723"/>
                  </a:lnTo>
                  <a:lnTo>
                    <a:pt x="34817" y="57909"/>
                  </a:lnTo>
                  <a:lnTo>
                    <a:pt x="33150" y="56844"/>
                  </a:lnTo>
                  <a:lnTo>
                    <a:pt x="32123" y="52933"/>
                  </a:lnTo>
                  <a:lnTo>
                    <a:pt x="31149" y="51533"/>
                  </a:lnTo>
                  <a:lnTo>
                    <a:pt x="30229" y="51236"/>
                  </a:lnTo>
                  <a:lnTo>
                    <a:pt x="26508" y="52590"/>
                  </a:lnTo>
                  <a:lnTo>
                    <a:pt x="25146" y="51541"/>
                  </a:lnTo>
                  <a:lnTo>
                    <a:pt x="22635" y="50201"/>
                  </a:lnTo>
                  <a:lnTo>
                    <a:pt x="20733" y="49699"/>
                  </a:lnTo>
                  <a:lnTo>
                    <a:pt x="20223" y="48976"/>
                  </a:lnTo>
                  <a:lnTo>
                    <a:pt x="20307" y="48086"/>
                  </a:lnTo>
                  <a:lnTo>
                    <a:pt x="26166" y="43711"/>
                  </a:lnTo>
                  <a:lnTo>
                    <a:pt x="28471" y="40698"/>
                  </a:lnTo>
                  <a:lnTo>
                    <a:pt x="29917" y="39420"/>
                  </a:lnTo>
                  <a:lnTo>
                    <a:pt x="31986" y="38575"/>
                  </a:lnTo>
                  <a:lnTo>
                    <a:pt x="33600" y="38081"/>
                  </a:lnTo>
                  <a:lnTo>
                    <a:pt x="34421" y="35304"/>
                  </a:lnTo>
                  <a:lnTo>
                    <a:pt x="34733" y="34984"/>
                  </a:lnTo>
                  <a:lnTo>
                    <a:pt x="35882" y="34779"/>
                  </a:lnTo>
                  <a:lnTo>
                    <a:pt x="38484" y="33638"/>
                  </a:lnTo>
                  <a:lnTo>
                    <a:pt x="42677" y="31195"/>
                  </a:lnTo>
                  <a:lnTo>
                    <a:pt x="42760" y="30525"/>
                  </a:lnTo>
                  <a:lnTo>
                    <a:pt x="42334" y="29947"/>
                  </a:lnTo>
                  <a:lnTo>
                    <a:pt x="40577" y="28692"/>
                  </a:lnTo>
                  <a:lnTo>
                    <a:pt x="38568" y="27695"/>
                  </a:lnTo>
                  <a:lnTo>
                    <a:pt x="37350" y="28213"/>
                  </a:lnTo>
                  <a:lnTo>
                    <a:pt x="36658" y="28722"/>
                  </a:lnTo>
                  <a:lnTo>
                    <a:pt x="35509" y="27429"/>
                  </a:lnTo>
                  <a:lnTo>
                    <a:pt x="35509" y="26097"/>
                  </a:lnTo>
                  <a:lnTo>
                    <a:pt x="36780" y="23815"/>
                  </a:lnTo>
                  <a:lnTo>
                    <a:pt x="37845" y="22674"/>
                  </a:lnTo>
                  <a:lnTo>
                    <a:pt x="38294" y="20467"/>
                  </a:lnTo>
                  <a:lnTo>
                    <a:pt x="39801" y="18991"/>
                  </a:lnTo>
                  <a:lnTo>
                    <a:pt x="41375" y="16648"/>
                  </a:lnTo>
                  <a:lnTo>
                    <a:pt x="43285" y="14730"/>
                  </a:lnTo>
                  <a:lnTo>
                    <a:pt x="46816" y="13292"/>
                  </a:lnTo>
                  <a:lnTo>
                    <a:pt x="48786" y="13764"/>
                  </a:lnTo>
                  <a:lnTo>
                    <a:pt x="50635" y="13429"/>
                  </a:lnTo>
                  <a:lnTo>
                    <a:pt x="53496" y="12265"/>
                  </a:lnTo>
                  <a:lnTo>
                    <a:pt x="54043" y="12189"/>
                  </a:lnTo>
                  <a:lnTo>
                    <a:pt x="55246" y="12174"/>
                  </a:lnTo>
                  <a:lnTo>
                    <a:pt x="62611" y="13954"/>
                  </a:lnTo>
                  <a:lnTo>
                    <a:pt x="65046" y="14038"/>
                  </a:lnTo>
                  <a:lnTo>
                    <a:pt x="70752" y="16351"/>
                  </a:lnTo>
                  <a:lnTo>
                    <a:pt x="73377" y="16853"/>
                  </a:lnTo>
                  <a:lnTo>
                    <a:pt x="75234" y="17507"/>
                  </a:lnTo>
                  <a:lnTo>
                    <a:pt x="76070" y="18504"/>
                  </a:lnTo>
                  <a:lnTo>
                    <a:pt x="77410" y="19729"/>
                  </a:lnTo>
                  <a:lnTo>
                    <a:pt x="84577" y="20718"/>
                  </a:lnTo>
                  <a:lnTo>
                    <a:pt x="86547" y="21373"/>
                  </a:lnTo>
                  <a:lnTo>
                    <a:pt x="87255" y="22445"/>
                  </a:lnTo>
                  <a:lnTo>
                    <a:pt x="89302" y="23807"/>
                  </a:lnTo>
                  <a:lnTo>
                    <a:pt x="91044" y="24119"/>
                  </a:lnTo>
                  <a:lnTo>
                    <a:pt x="89522" y="18793"/>
                  </a:lnTo>
                  <a:lnTo>
                    <a:pt x="90131" y="15620"/>
                  </a:lnTo>
                  <a:lnTo>
                    <a:pt x="92398" y="6924"/>
                  </a:lnTo>
                  <a:lnTo>
                    <a:pt x="93585" y="5608"/>
                  </a:lnTo>
                  <a:lnTo>
                    <a:pt x="95860" y="4444"/>
                  </a:lnTo>
                  <a:lnTo>
                    <a:pt x="99436" y="3142"/>
                  </a:lnTo>
                  <a:lnTo>
                    <a:pt x="100791" y="1324"/>
                  </a:lnTo>
                  <a:lnTo>
                    <a:pt x="103720" y="1506"/>
                  </a:lnTo>
                  <a:lnTo>
                    <a:pt x="104991" y="1347"/>
                  </a:lnTo>
                  <a:lnTo>
                    <a:pt x="105866" y="1020"/>
                  </a:lnTo>
                  <a:lnTo>
                    <a:pt x="106345" y="0"/>
                  </a:lnTo>
                  <a:lnTo>
                    <a:pt x="109647" y="1773"/>
                  </a:lnTo>
                  <a:lnTo>
                    <a:pt x="115171" y="5364"/>
                  </a:lnTo>
                  <a:lnTo>
                    <a:pt x="119340" y="7639"/>
                  </a:lnTo>
                  <a:lnTo>
                    <a:pt x="124255" y="9785"/>
                  </a:lnTo>
                  <a:lnTo>
                    <a:pt x="131057" y="11740"/>
                  </a:lnTo>
                  <a:lnTo>
                    <a:pt x="136810" y="12387"/>
                  </a:lnTo>
                  <a:lnTo>
                    <a:pt x="137798" y="11923"/>
                  </a:lnTo>
                  <a:lnTo>
                    <a:pt x="140104" y="8948"/>
                  </a:lnTo>
                  <a:lnTo>
                    <a:pt x="141192" y="8818"/>
                  </a:lnTo>
                  <a:lnTo>
                    <a:pt x="143155" y="9077"/>
                  </a:lnTo>
                  <a:lnTo>
                    <a:pt x="149257" y="9214"/>
                  </a:lnTo>
                  <a:lnTo>
                    <a:pt x="155473" y="9359"/>
                  </a:lnTo>
                  <a:lnTo>
                    <a:pt x="158403" y="9070"/>
                  </a:lnTo>
                  <a:lnTo>
                    <a:pt x="164763" y="7829"/>
                  </a:lnTo>
                  <a:lnTo>
                    <a:pt x="165700" y="7768"/>
                  </a:lnTo>
                  <a:lnTo>
                    <a:pt x="167175" y="7852"/>
                  </a:lnTo>
                  <a:lnTo>
                    <a:pt x="170980" y="9541"/>
                  </a:lnTo>
                  <a:lnTo>
                    <a:pt x="173825" y="9777"/>
                  </a:lnTo>
                  <a:lnTo>
                    <a:pt x="175758" y="9769"/>
                  </a:lnTo>
                  <a:lnTo>
                    <a:pt x="176884" y="9906"/>
                  </a:lnTo>
                  <a:lnTo>
                    <a:pt x="179243" y="9846"/>
                  </a:lnTo>
                  <a:lnTo>
                    <a:pt x="183070" y="10043"/>
                  </a:lnTo>
                  <a:lnTo>
                    <a:pt x="187802" y="11139"/>
                  </a:lnTo>
                  <a:lnTo>
                    <a:pt x="193501" y="10941"/>
                  </a:lnTo>
                  <a:lnTo>
                    <a:pt x="195327" y="10736"/>
                  </a:lnTo>
                  <a:lnTo>
                    <a:pt x="198500" y="10934"/>
                  </a:lnTo>
                  <a:lnTo>
                    <a:pt x="201018" y="11976"/>
                  </a:lnTo>
                  <a:lnTo>
                    <a:pt x="204206" y="13079"/>
                  </a:lnTo>
                  <a:lnTo>
                    <a:pt x="206207" y="13543"/>
                  </a:lnTo>
                  <a:lnTo>
                    <a:pt x="207547" y="13779"/>
                  </a:lnTo>
                  <a:lnTo>
                    <a:pt x="209935" y="13863"/>
                  </a:lnTo>
                  <a:lnTo>
                    <a:pt x="211366" y="13520"/>
                  </a:lnTo>
                  <a:lnTo>
                    <a:pt x="212180" y="14000"/>
                  </a:lnTo>
                  <a:lnTo>
                    <a:pt x="212987" y="16693"/>
                  </a:lnTo>
                  <a:lnTo>
                    <a:pt x="214965" y="18458"/>
                  </a:lnTo>
                  <a:lnTo>
                    <a:pt x="216509" y="20125"/>
                  </a:lnTo>
                  <a:lnTo>
                    <a:pt x="217803" y="21966"/>
                  </a:lnTo>
                  <a:lnTo>
                    <a:pt x="219119" y="22719"/>
                  </a:lnTo>
                  <a:lnTo>
                    <a:pt x="221440" y="22742"/>
                  </a:lnTo>
                  <a:lnTo>
                    <a:pt x="225815" y="23267"/>
                  </a:lnTo>
                  <a:lnTo>
                    <a:pt x="228325" y="23997"/>
                  </a:lnTo>
                  <a:lnTo>
                    <a:pt x="231536" y="27170"/>
                  </a:lnTo>
                  <a:lnTo>
                    <a:pt x="234458" y="30396"/>
                  </a:lnTo>
                  <a:close/>
                  <a:moveTo>
                    <a:pt x="42212" y="95198"/>
                  </a:moveTo>
                  <a:lnTo>
                    <a:pt x="42410" y="94803"/>
                  </a:lnTo>
                  <a:lnTo>
                    <a:pt x="41627" y="92771"/>
                  </a:lnTo>
                  <a:lnTo>
                    <a:pt x="42684" y="90869"/>
                  </a:lnTo>
                  <a:lnTo>
                    <a:pt x="40591" y="90549"/>
                  </a:lnTo>
                  <a:lnTo>
                    <a:pt x="39519" y="89986"/>
                  </a:lnTo>
                  <a:lnTo>
                    <a:pt x="38317" y="88061"/>
                  </a:lnTo>
                  <a:lnTo>
                    <a:pt x="37921" y="87970"/>
                  </a:lnTo>
                  <a:lnTo>
                    <a:pt x="37297" y="88495"/>
                  </a:lnTo>
                  <a:lnTo>
                    <a:pt x="36962" y="89758"/>
                  </a:lnTo>
                  <a:lnTo>
                    <a:pt x="37259" y="91120"/>
                  </a:lnTo>
                  <a:lnTo>
                    <a:pt x="38111" y="92041"/>
                  </a:lnTo>
                  <a:lnTo>
                    <a:pt x="38674" y="92345"/>
                  </a:lnTo>
                  <a:lnTo>
                    <a:pt x="38758" y="92406"/>
                  </a:lnTo>
                  <a:lnTo>
                    <a:pt x="38735" y="92855"/>
                  </a:lnTo>
                  <a:lnTo>
                    <a:pt x="38050" y="95107"/>
                  </a:lnTo>
                  <a:lnTo>
                    <a:pt x="39169" y="95396"/>
                  </a:lnTo>
                  <a:lnTo>
                    <a:pt x="41132" y="95434"/>
                  </a:lnTo>
                  <a:lnTo>
                    <a:pt x="42212" y="95198"/>
                  </a:lnTo>
                  <a:close/>
                  <a:moveTo>
                    <a:pt x="54454" y="93601"/>
                  </a:moveTo>
                  <a:lnTo>
                    <a:pt x="54668" y="92345"/>
                  </a:lnTo>
                  <a:lnTo>
                    <a:pt x="54150" y="92406"/>
                  </a:lnTo>
                  <a:lnTo>
                    <a:pt x="53534" y="92748"/>
                  </a:lnTo>
                  <a:lnTo>
                    <a:pt x="52354" y="93091"/>
                  </a:lnTo>
                  <a:lnTo>
                    <a:pt x="52096" y="93715"/>
                  </a:lnTo>
                  <a:lnTo>
                    <a:pt x="52887" y="94506"/>
                  </a:lnTo>
                  <a:lnTo>
                    <a:pt x="53892" y="94795"/>
                  </a:lnTo>
                  <a:lnTo>
                    <a:pt x="54454" y="93601"/>
                  </a:lnTo>
                  <a:close/>
                  <a:moveTo>
                    <a:pt x="31438" y="97063"/>
                  </a:moveTo>
                  <a:lnTo>
                    <a:pt x="31363" y="96492"/>
                  </a:lnTo>
                  <a:lnTo>
                    <a:pt x="30632" y="96225"/>
                  </a:lnTo>
                  <a:lnTo>
                    <a:pt x="28562" y="95921"/>
                  </a:lnTo>
                  <a:lnTo>
                    <a:pt x="27086" y="95480"/>
                  </a:lnTo>
                  <a:lnTo>
                    <a:pt x="26767" y="95472"/>
                  </a:lnTo>
                  <a:lnTo>
                    <a:pt x="26904" y="96020"/>
                  </a:lnTo>
                  <a:lnTo>
                    <a:pt x="27536" y="96986"/>
                  </a:lnTo>
                  <a:lnTo>
                    <a:pt x="28403" y="98021"/>
                  </a:lnTo>
                  <a:lnTo>
                    <a:pt x="29521" y="98135"/>
                  </a:lnTo>
                  <a:lnTo>
                    <a:pt x="31438" y="9706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0" name="Freeform: Shape 2239">
              <a:extLst>
                <a:ext uri="{FF2B5EF4-FFF2-40B4-BE49-F238E27FC236}">
                  <a16:creationId xmlns:a16="http://schemas.microsoft.com/office/drawing/2014/main" id="{7D17F427-CF47-279A-5396-50D96624F44D}"/>
                </a:ext>
              </a:extLst>
            </p:cNvPr>
            <p:cNvSpPr/>
            <p:nvPr/>
          </p:nvSpPr>
          <p:spPr>
            <a:xfrm>
              <a:off x="11758746" y="4688817"/>
              <a:ext cx="112872" cy="93364"/>
            </a:xfrm>
            <a:custGeom>
              <a:avLst/>
              <a:gdLst>
                <a:gd name="csX0" fmla="*/ 44974 w 112872"/>
                <a:gd name="csY0" fmla="*/ 93365 h 93364"/>
                <a:gd name="csX1" fmla="*/ 41474 w 112872"/>
                <a:gd name="csY1" fmla="*/ 90557 h 93364"/>
                <a:gd name="csX2" fmla="*/ 34527 w 112872"/>
                <a:gd name="csY2" fmla="*/ 89576 h 93364"/>
                <a:gd name="csX3" fmla="*/ 33774 w 112872"/>
                <a:gd name="csY3" fmla="*/ 88335 h 93364"/>
                <a:gd name="csX4" fmla="*/ 33105 w 112872"/>
                <a:gd name="csY4" fmla="*/ 88092 h 93364"/>
                <a:gd name="csX5" fmla="*/ 32466 w 112872"/>
                <a:gd name="csY5" fmla="*/ 89705 h 93364"/>
                <a:gd name="csX6" fmla="*/ 28646 w 112872"/>
                <a:gd name="csY6" fmla="*/ 91250 h 93364"/>
                <a:gd name="csX7" fmla="*/ 27048 w 112872"/>
                <a:gd name="csY7" fmla="*/ 90314 h 93364"/>
                <a:gd name="csX8" fmla="*/ 25884 w 112872"/>
                <a:gd name="csY8" fmla="*/ 89188 h 93364"/>
                <a:gd name="csX9" fmla="*/ 26051 w 112872"/>
                <a:gd name="csY9" fmla="*/ 87803 h 93364"/>
                <a:gd name="csX10" fmla="*/ 27162 w 112872"/>
                <a:gd name="csY10" fmla="*/ 86677 h 93364"/>
                <a:gd name="csX11" fmla="*/ 29057 w 112872"/>
                <a:gd name="csY11" fmla="*/ 85870 h 93364"/>
                <a:gd name="csX12" fmla="*/ 29932 w 112872"/>
                <a:gd name="csY12" fmla="*/ 83025 h 93364"/>
                <a:gd name="csX13" fmla="*/ 28486 w 112872"/>
                <a:gd name="csY13" fmla="*/ 79380 h 93364"/>
                <a:gd name="csX14" fmla="*/ 27223 w 112872"/>
                <a:gd name="csY14" fmla="*/ 78315 h 93364"/>
                <a:gd name="csX15" fmla="*/ 25884 w 112872"/>
                <a:gd name="csY15" fmla="*/ 77478 h 93364"/>
                <a:gd name="csX16" fmla="*/ 24477 w 112872"/>
                <a:gd name="csY16" fmla="*/ 78832 h 93364"/>
                <a:gd name="csX17" fmla="*/ 23297 w 112872"/>
                <a:gd name="csY17" fmla="*/ 81153 h 93364"/>
                <a:gd name="csX18" fmla="*/ 22065 w 112872"/>
                <a:gd name="csY18" fmla="*/ 82347 h 93364"/>
                <a:gd name="csX19" fmla="*/ 20322 w 112872"/>
                <a:gd name="csY19" fmla="*/ 82614 h 93364"/>
                <a:gd name="csX20" fmla="*/ 17774 w 112872"/>
                <a:gd name="csY20" fmla="*/ 82515 h 93364"/>
                <a:gd name="csX21" fmla="*/ 16784 w 112872"/>
                <a:gd name="csY21" fmla="*/ 79053 h 93364"/>
                <a:gd name="csX22" fmla="*/ 16457 w 112872"/>
                <a:gd name="csY22" fmla="*/ 76086 h 93364"/>
                <a:gd name="csX23" fmla="*/ 16807 w 112872"/>
                <a:gd name="csY23" fmla="*/ 72692 h 93364"/>
                <a:gd name="csX24" fmla="*/ 17195 w 112872"/>
                <a:gd name="csY24" fmla="*/ 70684 h 93364"/>
                <a:gd name="csX25" fmla="*/ 14745 w 112872"/>
                <a:gd name="csY25" fmla="*/ 67914 h 93364"/>
                <a:gd name="csX26" fmla="*/ 14600 w 112872"/>
                <a:gd name="csY26" fmla="*/ 65274 h 93364"/>
                <a:gd name="csX27" fmla="*/ 13421 w 112872"/>
                <a:gd name="csY27" fmla="*/ 63912 h 93364"/>
                <a:gd name="csX28" fmla="*/ 13071 w 112872"/>
                <a:gd name="csY28" fmla="*/ 64604 h 93364"/>
                <a:gd name="csX29" fmla="*/ 13102 w 112872"/>
                <a:gd name="csY29" fmla="*/ 65365 h 93364"/>
                <a:gd name="csX30" fmla="*/ 12767 w 112872"/>
                <a:gd name="csY30" fmla="*/ 64817 h 93364"/>
                <a:gd name="csX31" fmla="*/ 8887 w 112872"/>
                <a:gd name="csY31" fmla="*/ 57057 h 93364"/>
                <a:gd name="csX32" fmla="*/ 8240 w 112872"/>
                <a:gd name="csY32" fmla="*/ 53458 h 93364"/>
                <a:gd name="csX33" fmla="*/ 8909 w 112872"/>
                <a:gd name="csY33" fmla="*/ 50681 h 93364"/>
                <a:gd name="csX34" fmla="*/ 9298 w 112872"/>
                <a:gd name="csY34" fmla="*/ 49752 h 93364"/>
                <a:gd name="csX35" fmla="*/ 8179 w 112872"/>
                <a:gd name="csY35" fmla="*/ 48292 h 93364"/>
                <a:gd name="csX36" fmla="*/ 6612 w 112872"/>
                <a:gd name="csY36" fmla="*/ 46633 h 93364"/>
                <a:gd name="csX37" fmla="*/ 3834 w 112872"/>
                <a:gd name="csY37" fmla="*/ 44457 h 93364"/>
                <a:gd name="csX38" fmla="*/ 3652 w 112872"/>
                <a:gd name="csY38" fmla="*/ 41010 h 93364"/>
                <a:gd name="csX39" fmla="*/ 3028 w 112872"/>
                <a:gd name="csY39" fmla="*/ 36947 h 93364"/>
                <a:gd name="csX40" fmla="*/ 2198 w 112872"/>
                <a:gd name="csY40" fmla="*/ 35570 h 93364"/>
                <a:gd name="csX41" fmla="*/ 928 w 112872"/>
                <a:gd name="csY41" fmla="*/ 33067 h 93364"/>
                <a:gd name="csX42" fmla="*/ 235 w 112872"/>
                <a:gd name="csY42" fmla="*/ 30990 h 93364"/>
                <a:gd name="csX43" fmla="*/ 0 w 112872"/>
                <a:gd name="csY43" fmla="*/ 25496 h 93364"/>
                <a:gd name="csX44" fmla="*/ 358 w 112872"/>
                <a:gd name="csY44" fmla="*/ 25055 h 93364"/>
                <a:gd name="csX45" fmla="*/ 2328 w 112872"/>
                <a:gd name="csY45" fmla="*/ 24895 h 93364"/>
                <a:gd name="csX46" fmla="*/ 4854 w 112872"/>
                <a:gd name="csY46" fmla="*/ 24500 h 93364"/>
                <a:gd name="csX47" fmla="*/ 5257 w 112872"/>
                <a:gd name="csY47" fmla="*/ 23617 h 93364"/>
                <a:gd name="csX48" fmla="*/ 4808 w 112872"/>
                <a:gd name="csY48" fmla="*/ 22879 h 93364"/>
                <a:gd name="csX49" fmla="*/ 6422 w 112872"/>
                <a:gd name="csY49" fmla="*/ 21631 h 93364"/>
                <a:gd name="csX50" fmla="*/ 8742 w 112872"/>
                <a:gd name="csY50" fmla="*/ 18900 h 93364"/>
                <a:gd name="csX51" fmla="*/ 10530 w 112872"/>
                <a:gd name="csY51" fmla="*/ 16047 h 93364"/>
                <a:gd name="csX52" fmla="*/ 11823 w 112872"/>
                <a:gd name="csY52" fmla="*/ 14243 h 93364"/>
                <a:gd name="csX53" fmla="*/ 12592 w 112872"/>
                <a:gd name="csY53" fmla="*/ 12455 h 93364"/>
                <a:gd name="csX54" fmla="*/ 15194 w 112872"/>
                <a:gd name="csY54" fmla="*/ 9922 h 93364"/>
                <a:gd name="csX55" fmla="*/ 18793 w 112872"/>
                <a:gd name="csY55" fmla="*/ 8172 h 93364"/>
                <a:gd name="csX56" fmla="*/ 21228 w 112872"/>
                <a:gd name="csY56" fmla="*/ 7761 h 93364"/>
                <a:gd name="csX57" fmla="*/ 23769 w 112872"/>
                <a:gd name="csY57" fmla="*/ 7167 h 93364"/>
                <a:gd name="csX58" fmla="*/ 26196 w 112872"/>
                <a:gd name="csY58" fmla="*/ 6315 h 93364"/>
                <a:gd name="csX59" fmla="*/ 27353 w 112872"/>
                <a:gd name="csY59" fmla="*/ 6231 h 93364"/>
                <a:gd name="csX60" fmla="*/ 30366 w 112872"/>
                <a:gd name="csY60" fmla="*/ 7259 h 93364"/>
                <a:gd name="csX61" fmla="*/ 32002 w 112872"/>
                <a:gd name="csY61" fmla="*/ 7517 h 93364"/>
                <a:gd name="csX62" fmla="*/ 33721 w 112872"/>
                <a:gd name="csY62" fmla="*/ 7502 h 93364"/>
                <a:gd name="csX63" fmla="*/ 35494 w 112872"/>
                <a:gd name="csY63" fmla="*/ 7616 h 93364"/>
                <a:gd name="csX64" fmla="*/ 37038 w 112872"/>
                <a:gd name="csY64" fmla="*/ 7510 h 93364"/>
                <a:gd name="csX65" fmla="*/ 40736 w 112872"/>
                <a:gd name="csY65" fmla="*/ 6794 h 93364"/>
                <a:gd name="csX66" fmla="*/ 44670 w 112872"/>
                <a:gd name="csY66" fmla="*/ 7365 h 93364"/>
                <a:gd name="csX67" fmla="*/ 48177 w 112872"/>
                <a:gd name="csY67" fmla="*/ 6916 h 93364"/>
                <a:gd name="csX68" fmla="*/ 52514 w 112872"/>
                <a:gd name="csY68" fmla="*/ 6087 h 93364"/>
                <a:gd name="csX69" fmla="*/ 54644 w 112872"/>
                <a:gd name="csY69" fmla="*/ 6612 h 93364"/>
                <a:gd name="csX70" fmla="*/ 56585 w 112872"/>
                <a:gd name="csY70" fmla="*/ 7441 h 93364"/>
                <a:gd name="csX71" fmla="*/ 56851 w 112872"/>
                <a:gd name="csY71" fmla="*/ 9123 h 93364"/>
                <a:gd name="csX72" fmla="*/ 57308 w 112872"/>
                <a:gd name="csY72" fmla="*/ 9891 h 93364"/>
                <a:gd name="csX73" fmla="*/ 57954 w 112872"/>
                <a:gd name="csY73" fmla="*/ 10485 h 93364"/>
                <a:gd name="csX74" fmla="*/ 58814 w 112872"/>
                <a:gd name="csY74" fmla="*/ 10485 h 93364"/>
                <a:gd name="csX75" fmla="*/ 59925 w 112872"/>
                <a:gd name="csY75" fmla="*/ 9313 h 93364"/>
                <a:gd name="csX76" fmla="*/ 60845 w 112872"/>
                <a:gd name="csY76" fmla="*/ 8103 h 93364"/>
                <a:gd name="csX77" fmla="*/ 61150 w 112872"/>
                <a:gd name="csY77" fmla="*/ 7883 h 93364"/>
                <a:gd name="csX78" fmla="*/ 61195 w 112872"/>
                <a:gd name="csY78" fmla="*/ 8476 h 93364"/>
                <a:gd name="csX79" fmla="*/ 61659 w 112872"/>
                <a:gd name="csY79" fmla="*/ 9785 h 93364"/>
                <a:gd name="csX80" fmla="*/ 62481 w 112872"/>
                <a:gd name="csY80" fmla="*/ 11071 h 93364"/>
                <a:gd name="csX81" fmla="*/ 63318 w 112872"/>
                <a:gd name="csY81" fmla="*/ 11923 h 93364"/>
                <a:gd name="csX82" fmla="*/ 64710 w 112872"/>
                <a:gd name="csY82" fmla="*/ 13056 h 93364"/>
                <a:gd name="csX83" fmla="*/ 65616 w 112872"/>
                <a:gd name="csY83" fmla="*/ 13110 h 93364"/>
                <a:gd name="csX84" fmla="*/ 68591 w 112872"/>
                <a:gd name="csY84" fmla="*/ 12037 h 93364"/>
                <a:gd name="csX85" fmla="*/ 73035 w 112872"/>
                <a:gd name="csY85" fmla="*/ 13597 h 93364"/>
                <a:gd name="csX86" fmla="*/ 73552 w 112872"/>
                <a:gd name="csY86" fmla="*/ 14380 h 93364"/>
                <a:gd name="csX87" fmla="*/ 74990 w 112872"/>
                <a:gd name="csY87" fmla="*/ 15963 h 93364"/>
                <a:gd name="csX88" fmla="*/ 76542 w 112872"/>
                <a:gd name="csY88" fmla="*/ 17097 h 93364"/>
                <a:gd name="csX89" fmla="*/ 80012 w 112872"/>
                <a:gd name="csY89" fmla="*/ 17173 h 93364"/>
                <a:gd name="csX90" fmla="*/ 81244 w 112872"/>
                <a:gd name="csY90" fmla="*/ 14373 h 93364"/>
                <a:gd name="csX91" fmla="*/ 80651 w 112872"/>
                <a:gd name="csY91" fmla="*/ 12668 h 93364"/>
                <a:gd name="csX92" fmla="*/ 78672 w 112872"/>
                <a:gd name="csY92" fmla="*/ 9693 h 93364"/>
                <a:gd name="csX93" fmla="*/ 78132 w 112872"/>
                <a:gd name="csY93" fmla="*/ 7936 h 93364"/>
                <a:gd name="csX94" fmla="*/ 78764 w 112872"/>
                <a:gd name="csY94" fmla="*/ 7624 h 93364"/>
                <a:gd name="csX95" fmla="*/ 82112 w 112872"/>
                <a:gd name="csY95" fmla="*/ 7289 h 93364"/>
                <a:gd name="csX96" fmla="*/ 82652 w 112872"/>
                <a:gd name="csY96" fmla="*/ 6947 h 93364"/>
                <a:gd name="csX97" fmla="*/ 83390 w 112872"/>
                <a:gd name="csY97" fmla="*/ 5022 h 93364"/>
                <a:gd name="csX98" fmla="*/ 84303 w 112872"/>
                <a:gd name="csY98" fmla="*/ 5242 h 93364"/>
                <a:gd name="csX99" fmla="*/ 86159 w 112872"/>
                <a:gd name="csY99" fmla="*/ 5493 h 93364"/>
                <a:gd name="csX100" fmla="*/ 88122 w 112872"/>
                <a:gd name="csY100" fmla="*/ 4177 h 93364"/>
                <a:gd name="csX101" fmla="*/ 89286 w 112872"/>
                <a:gd name="csY101" fmla="*/ 2792 h 93364"/>
                <a:gd name="csX102" fmla="*/ 89918 w 112872"/>
                <a:gd name="csY102" fmla="*/ 3424 h 93364"/>
                <a:gd name="csX103" fmla="*/ 90618 w 112872"/>
                <a:gd name="csY103" fmla="*/ 4398 h 93364"/>
                <a:gd name="csX104" fmla="*/ 91379 w 112872"/>
                <a:gd name="csY104" fmla="*/ 4961 h 93364"/>
                <a:gd name="csX105" fmla="*/ 92794 w 112872"/>
                <a:gd name="csY105" fmla="*/ 5798 h 93364"/>
                <a:gd name="csX106" fmla="*/ 94346 w 112872"/>
                <a:gd name="csY106" fmla="*/ 6970 h 93364"/>
                <a:gd name="csX107" fmla="*/ 95312 w 112872"/>
                <a:gd name="csY107" fmla="*/ 8118 h 93364"/>
                <a:gd name="csX108" fmla="*/ 96096 w 112872"/>
                <a:gd name="csY108" fmla="*/ 8567 h 93364"/>
                <a:gd name="csX109" fmla="*/ 98089 w 112872"/>
                <a:gd name="csY109" fmla="*/ 8248 h 93364"/>
                <a:gd name="csX110" fmla="*/ 98622 w 112872"/>
                <a:gd name="csY110" fmla="*/ 8293 h 93364"/>
                <a:gd name="csX111" fmla="*/ 99771 w 112872"/>
                <a:gd name="csY111" fmla="*/ 6893 h 93364"/>
                <a:gd name="csX112" fmla="*/ 100578 w 112872"/>
                <a:gd name="csY112" fmla="*/ 6132 h 93364"/>
                <a:gd name="csX113" fmla="*/ 101270 w 112872"/>
                <a:gd name="csY113" fmla="*/ 6346 h 93364"/>
                <a:gd name="csX114" fmla="*/ 102274 w 112872"/>
                <a:gd name="csY114" fmla="*/ 6330 h 93364"/>
                <a:gd name="csX115" fmla="*/ 104344 w 112872"/>
                <a:gd name="csY115" fmla="*/ 4550 h 93364"/>
                <a:gd name="csX116" fmla="*/ 105531 w 112872"/>
                <a:gd name="csY116" fmla="*/ 2922 h 93364"/>
                <a:gd name="csX117" fmla="*/ 106185 w 112872"/>
                <a:gd name="csY117" fmla="*/ 2473 h 93364"/>
                <a:gd name="csX118" fmla="*/ 108041 w 112872"/>
                <a:gd name="csY118" fmla="*/ 3287 h 93364"/>
                <a:gd name="csX119" fmla="*/ 108787 w 112872"/>
                <a:gd name="csY119" fmla="*/ 3120 h 93364"/>
                <a:gd name="csX120" fmla="*/ 109867 w 112872"/>
                <a:gd name="csY120" fmla="*/ 883 h 93364"/>
                <a:gd name="csX121" fmla="*/ 111024 w 112872"/>
                <a:gd name="csY121" fmla="*/ 0 h 93364"/>
                <a:gd name="csX122" fmla="*/ 111366 w 112872"/>
                <a:gd name="csY122" fmla="*/ 1210 h 93364"/>
                <a:gd name="csX123" fmla="*/ 110469 w 112872"/>
                <a:gd name="csY123" fmla="*/ 3500 h 93364"/>
                <a:gd name="csX124" fmla="*/ 109510 w 112872"/>
                <a:gd name="csY124" fmla="*/ 5570 h 93364"/>
                <a:gd name="csX125" fmla="*/ 107722 w 112872"/>
                <a:gd name="csY125" fmla="*/ 7380 h 93364"/>
                <a:gd name="csX126" fmla="*/ 107631 w 112872"/>
                <a:gd name="csY126" fmla="*/ 8712 h 93364"/>
                <a:gd name="csX127" fmla="*/ 107014 w 112872"/>
                <a:gd name="csY127" fmla="*/ 12676 h 93364"/>
                <a:gd name="csX128" fmla="*/ 107250 w 112872"/>
                <a:gd name="csY128" fmla="*/ 13939 h 93364"/>
                <a:gd name="csX129" fmla="*/ 107668 w 112872"/>
                <a:gd name="csY129" fmla="*/ 15019 h 93364"/>
                <a:gd name="csX130" fmla="*/ 108254 w 112872"/>
                <a:gd name="csY130" fmla="*/ 15598 h 93364"/>
                <a:gd name="csX131" fmla="*/ 109806 w 112872"/>
                <a:gd name="csY131" fmla="*/ 19478 h 93364"/>
                <a:gd name="csX132" fmla="*/ 111229 w 112872"/>
                <a:gd name="csY132" fmla="*/ 23001 h 93364"/>
                <a:gd name="csX133" fmla="*/ 112629 w 112872"/>
                <a:gd name="csY133" fmla="*/ 25892 h 93364"/>
                <a:gd name="csX134" fmla="*/ 112873 w 112872"/>
                <a:gd name="csY134" fmla="*/ 27718 h 93364"/>
                <a:gd name="csX135" fmla="*/ 111587 w 112872"/>
                <a:gd name="csY135" fmla="*/ 32352 h 93364"/>
                <a:gd name="csX136" fmla="*/ 110096 w 112872"/>
                <a:gd name="csY136" fmla="*/ 36605 h 93364"/>
                <a:gd name="csX137" fmla="*/ 110225 w 112872"/>
                <a:gd name="csY137" fmla="*/ 38720 h 93364"/>
                <a:gd name="csX138" fmla="*/ 110872 w 112872"/>
                <a:gd name="csY138" fmla="*/ 40835 h 93364"/>
                <a:gd name="csX139" fmla="*/ 111557 w 112872"/>
                <a:gd name="csY139" fmla="*/ 43658 h 93364"/>
                <a:gd name="csX140" fmla="*/ 111808 w 112872"/>
                <a:gd name="csY140" fmla="*/ 47264 h 93364"/>
                <a:gd name="csX141" fmla="*/ 111435 w 112872"/>
                <a:gd name="csY141" fmla="*/ 49615 h 93364"/>
                <a:gd name="csX142" fmla="*/ 110758 w 112872"/>
                <a:gd name="csY142" fmla="*/ 51076 h 93364"/>
                <a:gd name="csX143" fmla="*/ 109464 w 112872"/>
                <a:gd name="csY143" fmla="*/ 52568 h 93364"/>
                <a:gd name="csX144" fmla="*/ 108346 w 112872"/>
                <a:gd name="csY144" fmla="*/ 53336 h 93364"/>
                <a:gd name="csX145" fmla="*/ 106991 w 112872"/>
                <a:gd name="csY145" fmla="*/ 52066 h 93364"/>
                <a:gd name="csX146" fmla="*/ 105911 w 112872"/>
                <a:gd name="csY146" fmla="*/ 52012 h 93364"/>
                <a:gd name="csX147" fmla="*/ 104473 w 112872"/>
                <a:gd name="csY147" fmla="*/ 52393 h 93364"/>
                <a:gd name="csX148" fmla="*/ 103339 w 112872"/>
                <a:gd name="csY148" fmla="*/ 52978 h 93364"/>
                <a:gd name="csX149" fmla="*/ 101026 w 112872"/>
                <a:gd name="csY149" fmla="*/ 55177 h 93364"/>
                <a:gd name="csX150" fmla="*/ 98462 w 112872"/>
                <a:gd name="csY150" fmla="*/ 57315 h 93364"/>
                <a:gd name="csX151" fmla="*/ 94917 w 112872"/>
                <a:gd name="csY151" fmla="*/ 57863 h 93364"/>
                <a:gd name="csX152" fmla="*/ 93539 w 112872"/>
                <a:gd name="csY152" fmla="*/ 59446 h 93364"/>
                <a:gd name="csX153" fmla="*/ 92063 w 112872"/>
                <a:gd name="csY153" fmla="*/ 59666 h 93364"/>
                <a:gd name="csX154" fmla="*/ 89264 w 112872"/>
                <a:gd name="csY154" fmla="*/ 59750 h 93364"/>
                <a:gd name="csX155" fmla="*/ 87430 w 112872"/>
                <a:gd name="csY155" fmla="*/ 60115 h 93364"/>
                <a:gd name="csX156" fmla="*/ 87513 w 112872"/>
                <a:gd name="csY156" fmla="*/ 60914 h 93364"/>
                <a:gd name="csX157" fmla="*/ 87362 w 112872"/>
                <a:gd name="csY157" fmla="*/ 64673 h 93364"/>
                <a:gd name="csX158" fmla="*/ 87400 w 112872"/>
                <a:gd name="csY158" fmla="*/ 65555 h 93364"/>
                <a:gd name="csX159" fmla="*/ 87118 w 112872"/>
                <a:gd name="csY159" fmla="*/ 65791 h 93364"/>
                <a:gd name="csX160" fmla="*/ 85847 w 112872"/>
                <a:gd name="csY160" fmla="*/ 65905 h 93364"/>
                <a:gd name="csX161" fmla="*/ 83702 w 112872"/>
                <a:gd name="csY161" fmla="*/ 65327 h 93364"/>
                <a:gd name="csX162" fmla="*/ 80795 w 112872"/>
                <a:gd name="csY162" fmla="*/ 64399 h 93364"/>
                <a:gd name="csX163" fmla="*/ 78726 w 112872"/>
                <a:gd name="csY163" fmla="*/ 64254 h 93364"/>
                <a:gd name="csX164" fmla="*/ 77660 w 112872"/>
                <a:gd name="csY164" fmla="*/ 65890 h 93364"/>
                <a:gd name="csX165" fmla="*/ 77029 w 112872"/>
                <a:gd name="csY165" fmla="*/ 66529 h 93364"/>
                <a:gd name="csX166" fmla="*/ 76238 w 112872"/>
                <a:gd name="csY166" fmla="*/ 66628 h 93364"/>
                <a:gd name="csX167" fmla="*/ 75423 w 112872"/>
                <a:gd name="csY167" fmla="*/ 66917 h 93364"/>
                <a:gd name="csX168" fmla="*/ 75149 w 112872"/>
                <a:gd name="csY168" fmla="*/ 67648 h 93364"/>
                <a:gd name="csX169" fmla="*/ 75081 w 112872"/>
                <a:gd name="csY169" fmla="*/ 68561 h 93364"/>
                <a:gd name="csX170" fmla="*/ 75477 w 112872"/>
                <a:gd name="csY170" fmla="*/ 70121 h 93364"/>
                <a:gd name="csX171" fmla="*/ 75629 w 112872"/>
                <a:gd name="csY171" fmla="*/ 72601 h 93364"/>
                <a:gd name="csX172" fmla="*/ 75522 w 112872"/>
                <a:gd name="csY172" fmla="*/ 74290 h 93364"/>
                <a:gd name="csX173" fmla="*/ 76283 w 112872"/>
                <a:gd name="csY173" fmla="*/ 75363 h 93364"/>
                <a:gd name="csX174" fmla="*/ 80727 w 112872"/>
                <a:gd name="csY174" fmla="*/ 78954 h 93364"/>
                <a:gd name="csX175" fmla="*/ 82035 w 112872"/>
                <a:gd name="csY175" fmla="*/ 79852 h 93364"/>
                <a:gd name="csX176" fmla="*/ 82187 w 112872"/>
                <a:gd name="csY176" fmla="*/ 80384 h 93364"/>
                <a:gd name="csX177" fmla="*/ 81411 w 112872"/>
                <a:gd name="csY177" fmla="*/ 82340 h 93364"/>
                <a:gd name="csX178" fmla="*/ 82104 w 112872"/>
                <a:gd name="csY178" fmla="*/ 85087 h 93364"/>
                <a:gd name="csX179" fmla="*/ 80711 w 112872"/>
                <a:gd name="csY179" fmla="*/ 85033 h 93364"/>
                <a:gd name="csX180" fmla="*/ 78383 w 112872"/>
                <a:gd name="csY180" fmla="*/ 83854 h 93364"/>
                <a:gd name="csX181" fmla="*/ 77272 w 112872"/>
                <a:gd name="csY181" fmla="*/ 83131 h 93364"/>
                <a:gd name="csX182" fmla="*/ 75925 w 112872"/>
                <a:gd name="csY182" fmla="*/ 83709 h 93364"/>
                <a:gd name="csX183" fmla="*/ 75454 w 112872"/>
                <a:gd name="csY183" fmla="*/ 83603 h 93364"/>
                <a:gd name="csX184" fmla="*/ 74549 w 112872"/>
                <a:gd name="csY184" fmla="*/ 82249 h 93364"/>
                <a:gd name="csX185" fmla="*/ 73362 w 112872"/>
                <a:gd name="csY185" fmla="*/ 80871 h 93364"/>
                <a:gd name="csX186" fmla="*/ 72137 w 112872"/>
                <a:gd name="csY186" fmla="*/ 80780 h 93364"/>
                <a:gd name="csX187" fmla="*/ 69550 w 112872"/>
                <a:gd name="csY187" fmla="*/ 81320 h 93364"/>
                <a:gd name="csX188" fmla="*/ 66902 w 112872"/>
                <a:gd name="csY188" fmla="*/ 81701 h 93364"/>
                <a:gd name="csX189" fmla="*/ 65897 w 112872"/>
                <a:gd name="csY189" fmla="*/ 81693 h 93364"/>
                <a:gd name="csX190" fmla="*/ 65479 w 112872"/>
                <a:gd name="csY190" fmla="*/ 81944 h 93364"/>
                <a:gd name="csX191" fmla="*/ 63950 w 112872"/>
                <a:gd name="csY191" fmla="*/ 83999 h 93364"/>
                <a:gd name="csX192" fmla="*/ 63303 w 112872"/>
                <a:gd name="csY192" fmla="*/ 83649 h 93364"/>
                <a:gd name="csX193" fmla="*/ 60633 w 112872"/>
                <a:gd name="csY193" fmla="*/ 82865 h 93364"/>
                <a:gd name="csX194" fmla="*/ 58205 w 112872"/>
                <a:gd name="csY194" fmla="*/ 82568 h 93364"/>
                <a:gd name="csX195" fmla="*/ 57711 w 112872"/>
                <a:gd name="csY195" fmla="*/ 83093 h 93364"/>
                <a:gd name="csX196" fmla="*/ 58007 w 112872"/>
                <a:gd name="csY196" fmla="*/ 84767 h 93364"/>
                <a:gd name="csX197" fmla="*/ 58540 w 112872"/>
                <a:gd name="csY197" fmla="*/ 86395 h 93364"/>
                <a:gd name="csX198" fmla="*/ 58221 w 112872"/>
                <a:gd name="csY198" fmla="*/ 87088 h 93364"/>
                <a:gd name="csX199" fmla="*/ 56881 w 112872"/>
                <a:gd name="csY199" fmla="*/ 87947 h 93364"/>
                <a:gd name="csX200" fmla="*/ 55124 w 112872"/>
                <a:gd name="csY200" fmla="*/ 89492 h 93364"/>
                <a:gd name="csX201" fmla="*/ 54036 w 112872"/>
                <a:gd name="csY201" fmla="*/ 90694 h 93364"/>
                <a:gd name="csX202" fmla="*/ 53283 w 112872"/>
                <a:gd name="csY202" fmla="*/ 90991 h 93364"/>
                <a:gd name="csX203" fmla="*/ 50597 w 112872"/>
                <a:gd name="csY203" fmla="*/ 90937 h 93364"/>
                <a:gd name="csX204" fmla="*/ 47919 w 112872"/>
                <a:gd name="csY204" fmla="*/ 91097 h 93364"/>
                <a:gd name="csX205" fmla="*/ 46838 w 112872"/>
                <a:gd name="csY205" fmla="*/ 92231 h 93364"/>
                <a:gd name="csX206" fmla="*/ 45834 w 112872"/>
                <a:gd name="csY206" fmla="*/ 93114 h 93364"/>
                <a:gd name="csX207" fmla="*/ 44974 w 112872"/>
                <a:gd name="csY207" fmla="*/ 93365 h 93364"/>
                <a:gd name="csX208" fmla="*/ 15483 w 112872"/>
                <a:gd name="csY208" fmla="*/ 74488 h 93364"/>
                <a:gd name="csX209" fmla="*/ 15103 w 112872"/>
                <a:gd name="csY209" fmla="*/ 74693 h 93364"/>
                <a:gd name="csX210" fmla="*/ 14737 w 112872"/>
                <a:gd name="csY210" fmla="*/ 74686 h 93364"/>
                <a:gd name="csX211" fmla="*/ 14372 w 112872"/>
                <a:gd name="csY211" fmla="*/ 74366 h 93364"/>
                <a:gd name="csX212" fmla="*/ 14410 w 112872"/>
                <a:gd name="csY212" fmla="*/ 73118 h 93364"/>
                <a:gd name="csX213" fmla="*/ 14677 w 112872"/>
                <a:gd name="csY213" fmla="*/ 72357 h 93364"/>
                <a:gd name="csX214" fmla="*/ 15301 w 112872"/>
                <a:gd name="csY214" fmla="*/ 72213 h 93364"/>
                <a:gd name="csX215" fmla="*/ 15483 w 112872"/>
                <a:gd name="csY215" fmla="*/ 74488 h 93364"/>
                <a:gd name="csX216" fmla="*/ 21296 w 112872"/>
                <a:gd name="csY216" fmla="*/ 86730 h 93364"/>
                <a:gd name="csX217" fmla="*/ 20513 w 112872"/>
                <a:gd name="csY217" fmla="*/ 87567 h 93364"/>
                <a:gd name="csX218" fmla="*/ 19272 w 112872"/>
                <a:gd name="csY218" fmla="*/ 85840 h 93364"/>
                <a:gd name="csX219" fmla="*/ 19280 w 112872"/>
                <a:gd name="csY219" fmla="*/ 85361 h 93364"/>
                <a:gd name="csX220" fmla="*/ 21296 w 112872"/>
                <a:gd name="csY220" fmla="*/ 86730 h 933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Lst>
              <a:rect l="l" t="t" r="r" b="b"/>
              <a:pathLst>
                <a:path w="112872" h="93364">
                  <a:moveTo>
                    <a:pt x="44974" y="93365"/>
                  </a:moveTo>
                  <a:lnTo>
                    <a:pt x="41474" y="90557"/>
                  </a:lnTo>
                  <a:lnTo>
                    <a:pt x="34527" y="89576"/>
                  </a:lnTo>
                  <a:lnTo>
                    <a:pt x="33774" y="88335"/>
                  </a:lnTo>
                  <a:lnTo>
                    <a:pt x="33105" y="88092"/>
                  </a:lnTo>
                  <a:lnTo>
                    <a:pt x="32466" y="89705"/>
                  </a:lnTo>
                  <a:lnTo>
                    <a:pt x="28646" y="91250"/>
                  </a:lnTo>
                  <a:lnTo>
                    <a:pt x="27048" y="90314"/>
                  </a:lnTo>
                  <a:lnTo>
                    <a:pt x="25884" y="89188"/>
                  </a:lnTo>
                  <a:lnTo>
                    <a:pt x="26051" y="87803"/>
                  </a:lnTo>
                  <a:lnTo>
                    <a:pt x="27162" y="86677"/>
                  </a:lnTo>
                  <a:lnTo>
                    <a:pt x="29057" y="85870"/>
                  </a:lnTo>
                  <a:lnTo>
                    <a:pt x="29932" y="83025"/>
                  </a:lnTo>
                  <a:lnTo>
                    <a:pt x="28486" y="79380"/>
                  </a:lnTo>
                  <a:lnTo>
                    <a:pt x="27223" y="78315"/>
                  </a:lnTo>
                  <a:lnTo>
                    <a:pt x="25884" y="77478"/>
                  </a:lnTo>
                  <a:lnTo>
                    <a:pt x="24477" y="78832"/>
                  </a:lnTo>
                  <a:lnTo>
                    <a:pt x="23297" y="81153"/>
                  </a:lnTo>
                  <a:lnTo>
                    <a:pt x="22065" y="82347"/>
                  </a:lnTo>
                  <a:lnTo>
                    <a:pt x="20322" y="82614"/>
                  </a:lnTo>
                  <a:lnTo>
                    <a:pt x="17774" y="82515"/>
                  </a:lnTo>
                  <a:lnTo>
                    <a:pt x="16784" y="79053"/>
                  </a:lnTo>
                  <a:lnTo>
                    <a:pt x="16457" y="76086"/>
                  </a:lnTo>
                  <a:lnTo>
                    <a:pt x="16807" y="72692"/>
                  </a:lnTo>
                  <a:lnTo>
                    <a:pt x="17195" y="70684"/>
                  </a:lnTo>
                  <a:lnTo>
                    <a:pt x="14745" y="67914"/>
                  </a:lnTo>
                  <a:lnTo>
                    <a:pt x="14600" y="65274"/>
                  </a:lnTo>
                  <a:lnTo>
                    <a:pt x="13421" y="63912"/>
                  </a:lnTo>
                  <a:lnTo>
                    <a:pt x="13071" y="64604"/>
                  </a:lnTo>
                  <a:lnTo>
                    <a:pt x="13102" y="65365"/>
                  </a:lnTo>
                  <a:lnTo>
                    <a:pt x="12767" y="64817"/>
                  </a:lnTo>
                  <a:lnTo>
                    <a:pt x="8887" y="57057"/>
                  </a:lnTo>
                  <a:lnTo>
                    <a:pt x="8240" y="53458"/>
                  </a:lnTo>
                  <a:lnTo>
                    <a:pt x="8909" y="50681"/>
                  </a:lnTo>
                  <a:lnTo>
                    <a:pt x="9298" y="49752"/>
                  </a:lnTo>
                  <a:lnTo>
                    <a:pt x="8179" y="48292"/>
                  </a:lnTo>
                  <a:lnTo>
                    <a:pt x="6612" y="46633"/>
                  </a:lnTo>
                  <a:lnTo>
                    <a:pt x="3834" y="44457"/>
                  </a:lnTo>
                  <a:lnTo>
                    <a:pt x="3652" y="41010"/>
                  </a:lnTo>
                  <a:lnTo>
                    <a:pt x="3028" y="36947"/>
                  </a:lnTo>
                  <a:lnTo>
                    <a:pt x="2198" y="35570"/>
                  </a:lnTo>
                  <a:lnTo>
                    <a:pt x="928" y="33067"/>
                  </a:lnTo>
                  <a:lnTo>
                    <a:pt x="235" y="30990"/>
                  </a:lnTo>
                  <a:lnTo>
                    <a:pt x="0" y="25496"/>
                  </a:lnTo>
                  <a:lnTo>
                    <a:pt x="358" y="25055"/>
                  </a:lnTo>
                  <a:lnTo>
                    <a:pt x="2328" y="24895"/>
                  </a:lnTo>
                  <a:lnTo>
                    <a:pt x="4854" y="24500"/>
                  </a:lnTo>
                  <a:lnTo>
                    <a:pt x="5257" y="23617"/>
                  </a:lnTo>
                  <a:lnTo>
                    <a:pt x="4808" y="22879"/>
                  </a:lnTo>
                  <a:lnTo>
                    <a:pt x="6422" y="21631"/>
                  </a:lnTo>
                  <a:lnTo>
                    <a:pt x="8742" y="18900"/>
                  </a:lnTo>
                  <a:lnTo>
                    <a:pt x="10530" y="16047"/>
                  </a:lnTo>
                  <a:lnTo>
                    <a:pt x="11823" y="14243"/>
                  </a:lnTo>
                  <a:lnTo>
                    <a:pt x="12592" y="12455"/>
                  </a:lnTo>
                  <a:lnTo>
                    <a:pt x="15194" y="9922"/>
                  </a:lnTo>
                  <a:lnTo>
                    <a:pt x="18793" y="8172"/>
                  </a:lnTo>
                  <a:lnTo>
                    <a:pt x="21228" y="7761"/>
                  </a:lnTo>
                  <a:lnTo>
                    <a:pt x="23769" y="7167"/>
                  </a:lnTo>
                  <a:lnTo>
                    <a:pt x="26196" y="6315"/>
                  </a:lnTo>
                  <a:lnTo>
                    <a:pt x="27353" y="6231"/>
                  </a:lnTo>
                  <a:lnTo>
                    <a:pt x="30366" y="7259"/>
                  </a:lnTo>
                  <a:lnTo>
                    <a:pt x="32002" y="7517"/>
                  </a:lnTo>
                  <a:lnTo>
                    <a:pt x="33721" y="7502"/>
                  </a:lnTo>
                  <a:lnTo>
                    <a:pt x="35494" y="7616"/>
                  </a:lnTo>
                  <a:lnTo>
                    <a:pt x="37038" y="7510"/>
                  </a:lnTo>
                  <a:lnTo>
                    <a:pt x="40736" y="6794"/>
                  </a:lnTo>
                  <a:lnTo>
                    <a:pt x="44670" y="7365"/>
                  </a:lnTo>
                  <a:lnTo>
                    <a:pt x="48177" y="6916"/>
                  </a:lnTo>
                  <a:lnTo>
                    <a:pt x="52514" y="6087"/>
                  </a:lnTo>
                  <a:lnTo>
                    <a:pt x="54644" y="6612"/>
                  </a:lnTo>
                  <a:lnTo>
                    <a:pt x="56585" y="7441"/>
                  </a:lnTo>
                  <a:lnTo>
                    <a:pt x="56851" y="9123"/>
                  </a:lnTo>
                  <a:lnTo>
                    <a:pt x="57308" y="9891"/>
                  </a:lnTo>
                  <a:lnTo>
                    <a:pt x="57954" y="10485"/>
                  </a:lnTo>
                  <a:lnTo>
                    <a:pt x="58814" y="10485"/>
                  </a:lnTo>
                  <a:lnTo>
                    <a:pt x="59925" y="9313"/>
                  </a:lnTo>
                  <a:lnTo>
                    <a:pt x="60845" y="8103"/>
                  </a:lnTo>
                  <a:lnTo>
                    <a:pt x="61150" y="7883"/>
                  </a:lnTo>
                  <a:lnTo>
                    <a:pt x="61195" y="8476"/>
                  </a:lnTo>
                  <a:lnTo>
                    <a:pt x="61659" y="9785"/>
                  </a:lnTo>
                  <a:lnTo>
                    <a:pt x="62481" y="11071"/>
                  </a:lnTo>
                  <a:lnTo>
                    <a:pt x="63318" y="11923"/>
                  </a:lnTo>
                  <a:lnTo>
                    <a:pt x="64710" y="13056"/>
                  </a:lnTo>
                  <a:lnTo>
                    <a:pt x="65616" y="13110"/>
                  </a:lnTo>
                  <a:lnTo>
                    <a:pt x="68591" y="12037"/>
                  </a:lnTo>
                  <a:lnTo>
                    <a:pt x="73035" y="13597"/>
                  </a:lnTo>
                  <a:lnTo>
                    <a:pt x="73552" y="14380"/>
                  </a:lnTo>
                  <a:lnTo>
                    <a:pt x="74990" y="15963"/>
                  </a:lnTo>
                  <a:lnTo>
                    <a:pt x="76542" y="17097"/>
                  </a:lnTo>
                  <a:lnTo>
                    <a:pt x="80012" y="17173"/>
                  </a:lnTo>
                  <a:lnTo>
                    <a:pt x="81244" y="14373"/>
                  </a:lnTo>
                  <a:lnTo>
                    <a:pt x="80651" y="12668"/>
                  </a:lnTo>
                  <a:lnTo>
                    <a:pt x="78672" y="9693"/>
                  </a:lnTo>
                  <a:lnTo>
                    <a:pt x="78132" y="7936"/>
                  </a:lnTo>
                  <a:lnTo>
                    <a:pt x="78764" y="7624"/>
                  </a:lnTo>
                  <a:lnTo>
                    <a:pt x="82112" y="7289"/>
                  </a:lnTo>
                  <a:lnTo>
                    <a:pt x="82652" y="6947"/>
                  </a:lnTo>
                  <a:lnTo>
                    <a:pt x="83390" y="5022"/>
                  </a:lnTo>
                  <a:lnTo>
                    <a:pt x="84303" y="5242"/>
                  </a:lnTo>
                  <a:lnTo>
                    <a:pt x="86159" y="5493"/>
                  </a:lnTo>
                  <a:lnTo>
                    <a:pt x="88122" y="4177"/>
                  </a:lnTo>
                  <a:lnTo>
                    <a:pt x="89286" y="2792"/>
                  </a:lnTo>
                  <a:lnTo>
                    <a:pt x="89918" y="3424"/>
                  </a:lnTo>
                  <a:lnTo>
                    <a:pt x="90618" y="4398"/>
                  </a:lnTo>
                  <a:lnTo>
                    <a:pt x="91379" y="4961"/>
                  </a:lnTo>
                  <a:lnTo>
                    <a:pt x="92794" y="5798"/>
                  </a:lnTo>
                  <a:lnTo>
                    <a:pt x="94346" y="6970"/>
                  </a:lnTo>
                  <a:lnTo>
                    <a:pt x="95312" y="8118"/>
                  </a:lnTo>
                  <a:lnTo>
                    <a:pt x="96096" y="8567"/>
                  </a:lnTo>
                  <a:lnTo>
                    <a:pt x="98089" y="8248"/>
                  </a:lnTo>
                  <a:lnTo>
                    <a:pt x="98622" y="8293"/>
                  </a:lnTo>
                  <a:lnTo>
                    <a:pt x="99771" y="6893"/>
                  </a:lnTo>
                  <a:lnTo>
                    <a:pt x="100578" y="6132"/>
                  </a:lnTo>
                  <a:lnTo>
                    <a:pt x="101270" y="6346"/>
                  </a:lnTo>
                  <a:lnTo>
                    <a:pt x="102274" y="6330"/>
                  </a:lnTo>
                  <a:lnTo>
                    <a:pt x="104344" y="4550"/>
                  </a:lnTo>
                  <a:lnTo>
                    <a:pt x="105531" y="2922"/>
                  </a:lnTo>
                  <a:lnTo>
                    <a:pt x="106185" y="2473"/>
                  </a:lnTo>
                  <a:lnTo>
                    <a:pt x="108041" y="3287"/>
                  </a:lnTo>
                  <a:lnTo>
                    <a:pt x="108787" y="3120"/>
                  </a:lnTo>
                  <a:lnTo>
                    <a:pt x="109867" y="883"/>
                  </a:lnTo>
                  <a:lnTo>
                    <a:pt x="111024" y="0"/>
                  </a:lnTo>
                  <a:lnTo>
                    <a:pt x="111366" y="1210"/>
                  </a:lnTo>
                  <a:lnTo>
                    <a:pt x="110469" y="3500"/>
                  </a:lnTo>
                  <a:lnTo>
                    <a:pt x="109510" y="5570"/>
                  </a:lnTo>
                  <a:lnTo>
                    <a:pt x="107722" y="7380"/>
                  </a:lnTo>
                  <a:lnTo>
                    <a:pt x="107631" y="8712"/>
                  </a:lnTo>
                  <a:lnTo>
                    <a:pt x="107014" y="12676"/>
                  </a:lnTo>
                  <a:lnTo>
                    <a:pt x="107250" y="13939"/>
                  </a:lnTo>
                  <a:lnTo>
                    <a:pt x="107668" y="15019"/>
                  </a:lnTo>
                  <a:lnTo>
                    <a:pt x="108254" y="15598"/>
                  </a:lnTo>
                  <a:lnTo>
                    <a:pt x="109806" y="19478"/>
                  </a:lnTo>
                  <a:lnTo>
                    <a:pt x="111229" y="23001"/>
                  </a:lnTo>
                  <a:lnTo>
                    <a:pt x="112629" y="25892"/>
                  </a:lnTo>
                  <a:lnTo>
                    <a:pt x="112873" y="27718"/>
                  </a:lnTo>
                  <a:lnTo>
                    <a:pt x="111587" y="32352"/>
                  </a:lnTo>
                  <a:lnTo>
                    <a:pt x="110096" y="36605"/>
                  </a:lnTo>
                  <a:lnTo>
                    <a:pt x="110225" y="38720"/>
                  </a:lnTo>
                  <a:lnTo>
                    <a:pt x="110872" y="40835"/>
                  </a:lnTo>
                  <a:lnTo>
                    <a:pt x="111557" y="43658"/>
                  </a:lnTo>
                  <a:lnTo>
                    <a:pt x="111808" y="47264"/>
                  </a:lnTo>
                  <a:lnTo>
                    <a:pt x="111435" y="49615"/>
                  </a:lnTo>
                  <a:lnTo>
                    <a:pt x="110758" y="51076"/>
                  </a:lnTo>
                  <a:lnTo>
                    <a:pt x="109464" y="52568"/>
                  </a:lnTo>
                  <a:lnTo>
                    <a:pt x="108346" y="53336"/>
                  </a:lnTo>
                  <a:lnTo>
                    <a:pt x="106991" y="52066"/>
                  </a:lnTo>
                  <a:lnTo>
                    <a:pt x="105911" y="52012"/>
                  </a:lnTo>
                  <a:lnTo>
                    <a:pt x="104473" y="52393"/>
                  </a:lnTo>
                  <a:lnTo>
                    <a:pt x="103339" y="52978"/>
                  </a:lnTo>
                  <a:lnTo>
                    <a:pt x="101026" y="55177"/>
                  </a:lnTo>
                  <a:lnTo>
                    <a:pt x="98462" y="57315"/>
                  </a:lnTo>
                  <a:lnTo>
                    <a:pt x="94917" y="57863"/>
                  </a:lnTo>
                  <a:lnTo>
                    <a:pt x="93539" y="59446"/>
                  </a:lnTo>
                  <a:lnTo>
                    <a:pt x="92063" y="59666"/>
                  </a:lnTo>
                  <a:lnTo>
                    <a:pt x="89264" y="59750"/>
                  </a:lnTo>
                  <a:lnTo>
                    <a:pt x="87430" y="60115"/>
                  </a:lnTo>
                  <a:lnTo>
                    <a:pt x="87513" y="60914"/>
                  </a:lnTo>
                  <a:lnTo>
                    <a:pt x="87362" y="64673"/>
                  </a:lnTo>
                  <a:lnTo>
                    <a:pt x="87400" y="65555"/>
                  </a:lnTo>
                  <a:lnTo>
                    <a:pt x="87118" y="65791"/>
                  </a:lnTo>
                  <a:lnTo>
                    <a:pt x="85847" y="65905"/>
                  </a:lnTo>
                  <a:lnTo>
                    <a:pt x="83702" y="65327"/>
                  </a:lnTo>
                  <a:lnTo>
                    <a:pt x="80795" y="64399"/>
                  </a:lnTo>
                  <a:lnTo>
                    <a:pt x="78726" y="64254"/>
                  </a:lnTo>
                  <a:lnTo>
                    <a:pt x="77660" y="65890"/>
                  </a:lnTo>
                  <a:lnTo>
                    <a:pt x="77029" y="66529"/>
                  </a:lnTo>
                  <a:lnTo>
                    <a:pt x="76238" y="66628"/>
                  </a:lnTo>
                  <a:lnTo>
                    <a:pt x="75423" y="66917"/>
                  </a:lnTo>
                  <a:lnTo>
                    <a:pt x="75149" y="67648"/>
                  </a:lnTo>
                  <a:lnTo>
                    <a:pt x="75081" y="68561"/>
                  </a:lnTo>
                  <a:lnTo>
                    <a:pt x="75477" y="70121"/>
                  </a:lnTo>
                  <a:lnTo>
                    <a:pt x="75629" y="72601"/>
                  </a:lnTo>
                  <a:lnTo>
                    <a:pt x="75522" y="74290"/>
                  </a:lnTo>
                  <a:lnTo>
                    <a:pt x="76283" y="75363"/>
                  </a:lnTo>
                  <a:lnTo>
                    <a:pt x="80727" y="78954"/>
                  </a:lnTo>
                  <a:lnTo>
                    <a:pt x="82035" y="79852"/>
                  </a:lnTo>
                  <a:lnTo>
                    <a:pt x="82187" y="80384"/>
                  </a:lnTo>
                  <a:lnTo>
                    <a:pt x="81411" y="82340"/>
                  </a:lnTo>
                  <a:lnTo>
                    <a:pt x="82104" y="85087"/>
                  </a:lnTo>
                  <a:lnTo>
                    <a:pt x="80711" y="85033"/>
                  </a:lnTo>
                  <a:lnTo>
                    <a:pt x="78383" y="83854"/>
                  </a:lnTo>
                  <a:lnTo>
                    <a:pt x="77272" y="83131"/>
                  </a:lnTo>
                  <a:lnTo>
                    <a:pt x="75925" y="83709"/>
                  </a:lnTo>
                  <a:lnTo>
                    <a:pt x="75454" y="83603"/>
                  </a:lnTo>
                  <a:lnTo>
                    <a:pt x="74549" y="82249"/>
                  </a:lnTo>
                  <a:lnTo>
                    <a:pt x="73362" y="80871"/>
                  </a:lnTo>
                  <a:lnTo>
                    <a:pt x="72137" y="80780"/>
                  </a:lnTo>
                  <a:lnTo>
                    <a:pt x="69550" y="81320"/>
                  </a:lnTo>
                  <a:lnTo>
                    <a:pt x="66902" y="81701"/>
                  </a:lnTo>
                  <a:lnTo>
                    <a:pt x="65897" y="81693"/>
                  </a:lnTo>
                  <a:lnTo>
                    <a:pt x="65479" y="81944"/>
                  </a:lnTo>
                  <a:lnTo>
                    <a:pt x="63950" y="83999"/>
                  </a:lnTo>
                  <a:lnTo>
                    <a:pt x="63303" y="83649"/>
                  </a:lnTo>
                  <a:lnTo>
                    <a:pt x="60633" y="82865"/>
                  </a:lnTo>
                  <a:lnTo>
                    <a:pt x="58205" y="82568"/>
                  </a:lnTo>
                  <a:lnTo>
                    <a:pt x="57711" y="83093"/>
                  </a:lnTo>
                  <a:lnTo>
                    <a:pt x="58007" y="84767"/>
                  </a:lnTo>
                  <a:lnTo>
                    <a:pt x="58540" y="86395"/>
                  </a:lnTo>
                  <a:lnTo>
                    <a:pt x="58221" y="87088"/>
                  </a:lnTo>
                  <a:lnTo>
                    <a:pt x="56881" y="87947"/>
                  </a:lnTo>
                  <a:lnTo>
                    <a:pt x="55124" y="89492"/>
                  </a:lnTo>
                  <a:lnTo>
                    <a:pt x="54036" y="90694"/>
                  </a:lnTo>
                  <a:lnTo>
                    <a:pt x="53283" y="90991"/>
                  </a:lnTo>
                  <a:lnTo>
                    <a:pt x="50597" y="90937"/>
                  </a:lnTo>
                  <a:lnTo>
                    <a:pt x="47919" y="91097"/>
                  </a:lnTo>
                  <a:lnTo>
                    <a:pt x="46838" y="92231"/>
                  </a:lnTo>
                  <a:lnTo>
                    <a:pt x="45834" y="93114"/>
                  </a:lnTo>
                  <a:lnTo>
                    <a:pt x="44974" y="93365"/>
                  </a:lnTo>
                  <a:close/>
                  <a:moveTo>
                    <a:pt x="15483" y="74488"/>
                  </a:moveTo>
                  <a:lnTo>
                    <a:pt x="15103" y="74693"/>
                  </a:lnTo>
                  <a:lnTo>
                    <a:pt x="14737" y="74686"/>
                  </a:lnTo>
                  <a:lnTo>
                    <a:pt x="14372" y="74366"/>
                  </a:lnTo>
                  <a:lnTo>
                    <a:pt x="14410" y="73118"/>
                  </a:lnTo>
                  <a:lnTo>
                    <a:pt x="14677" y="72357"/>
                  </a:lnTo>
                  <a:lnTo>
                    <a:pt x="15301" y="72213"/>
                  </a:lnTo>
                  <a:lnTo>
                    <a:pt x="15483" y="74488"/>
                  </a:lnTo>
                  <a:close/>
                  <a:moveTo>
                    <a:pt x="21296" y="86730"/>
                  </a:moveTo>
                  <a:lnTo>
                    <a:pt x="20513" y="87567"/>
                  </a:lnTo>
                  <a:lnTo>
                    <a:pt x="19272" y="85840"/>
                  </a:lnTo>
                  <a:lnTo>
                    <a:pt x="19280" y="85361"/>
                  </a:lnTo>
                  <a:lnTo>
                    <a:pt x="21296" y="86730"/>
                  </a:lnTo>
                  <a:close/>
                </a:path>
              </a:pathLst>
            </a:custGeom>
            <a:solidFill>
              <a:srgbClr val="2562E8"/>
            </a:solidFill>
            <a:ln w="6168" cap="flat">
              <a:solidFill>
                <a:srgbClr val="2562E8"/>
              </a:solidFill>
              <a:prstDash val="solid"/>
              <a:miter/>
            </a:ln>
          </p:spPr>
          <p:txBody>
            <a:bodyPr/>
            <a:lstStyle/>
            <a:p>
              <a:endParaRPr lang="en-US"/>
            </a:p>
          </p:txBody>
        </p:sp>
        <p:sp>
          <p:nvSpPr>
            <p:cNvPr id="2241" name="Freeform: Shape 2240">
              <a:extLst>
                <a:ext uri="{FF2B5EF4-FFF2-40B4-BE49-F238E27FC236}">
                  <a16:creationId xmlns:a16="http://schemas.microsoft.com/office/drawing/2014/main" id="{2E41E912-87EC-5EFC-9705-4EA01F4B63E7}"/>
                </a:ext>
              </a:extLst>
            </p:cNvPr>
            <p:cNvSpPr/>
            <p:nvPr/>
          </p:nvSpPr>
          <p:spPr>
            <a:xfrm>
              <a:off x="10496910" y="5246996"/>
              <a:ext cx="27748" cy="21676"/>
            </a:xfrm>
            <a:custGeom>
              <a:avLst/>
              <a:gdLst>
                <a:gd name="csX0" fmla="*/ 5098 w 27748"/>
                <a:gd name="csY0" fmla="*/ 11542 h 21676"/>
                <a:gd name="csX1" fmla="*/ 4695 w 27748"/>
                <a:gd name="csY1" fmla="*/ 11831 h 21676"/>
                <a:gd name="csX2" fmla="*/ 2747 w 27748"/>
                <a:gd name="csY2" fmla="*/ 10591 h 21676"/>
                <a:gd name="csX3" fmla="*/ 1636 w 27748"/>
                <a:gd name="csY3" fmla="*/ 10302 h 21676"/>
                <a:gd name="csX4" fmla="*/ 0 w 27748"/>
                <a:gd name="csY4" fmla="*/ 8301 h 21676"/>
                <a:gd name="csX5" fmla="*/ 632 w 27748"/>
                <a:gd name="csY5" fmla="*/ 1377 h 21676"/>
                <a:gd name="csX6" fmla="*/ 1157 w 27748"/>
                <a:gd name="csY6" fmla="*/ 487 h 21676"/>
                <a:gd name="csX7" fmla="*/ 1552 w 27748"/>
                <a:gd name="csY7" fmla="*/ 129 h 21676"/>
                <a:gd name="csX8" fmla="*/ 2458 w 27748"/>
                <a:gd name="csY8" fmla="*/ 0 h 21676"/>
                <a:gd name="csX9" fmla="*/ 3561 w 27748"/>
                <a:gd name="csY9" fmla="*/ 867 h 21676"/>
                <a:gd name="csX10" fmla="*/ 3272 w 27748"/>
                <a:gd name="csY10" fmla="*/ 5318 h 21676"/>
                <a:gd name="csX11" fmla="*/ 4725 w 27748"/>
                <a:gd name="csY11" fmla="*/ 8316 h 21676"/>
                <a:gd name="csX12" fmla="*/ 5661 w 27748"/>
                <a:gd name="csY12" fmla="*/ 10698 h 21676"/>
                <a:gd name="csX13" fmla="*/ 5098 w 27748"/>
                <a:gd name="csY13" fmla="*/ 11542 h 21676"/>
                <a:gd name="csX14" fmla="*/ 26676 w 27748"/>
                <a:gd name="csY14" fmla="*/ 15453 h 21676"/>
                <a:gd name="csX15" fmla="*/ 27749 w 27748"/>
                <a:gd name="csY15" fmla="*/ 18451 h 21676"/>
                <a:gd name="csX16" fmla="*/ 27741 w 27748"/>
                <a:gd name="csY16" fmla="*/ 20711 h 21676"/>
                <a:gd name="csX17" fmla="*/ 27284 w 27748"/>
                <a:gd name="csY17" fmla="*/ 21426 h 21676"/>
                <a:gd name="csX18" fmla="*/ 26326 w 27748"/>
                <a:gd name="csY18" fmla="*/ 20954 h 21676"/>
                <a:gd name="csX19" fmla="*/ 24561 w 27748"/>
                <a:gd name="csY19" fmla="*/ 19158 h 21676"/>
                <a:gd name="csX20" fmla="*/ 21205 w 27748"/>
                <a:gd name="csY20" fmla="*/ 17409 h 21676"/>
                <a:gd name="csX21" fmla="*/ 22750 w 27748"/>
                <a:gd name="csY21" fmla="*/ 17264 h 21676"/>
                <a:gd name="csX22" fmla="*/ 23648 w 27748"/>
                <a:gd name="csY22" fmla="*/ 17439 h 21676"/>
                <a:gd name="csX23" fmla="*/ 24599 w 27748"/>
                <a:gd name="csY23" fmla="*/ 17279 h 21676"/>
                <a:gd name="csX24" fmla="*/ 25192 w 27748"/>
                <a:gd name="csY24" fmla="*/ 16290 h 21676"/>
                <a:gd name="csX25" fmla="*/ 25314 w 27748"/>
                <a:gd name="csY25" fmla="*/ 15704 h 21676"/>
                <a:gd name="csX26" fmla="*/ 26151 w 27748"/>
                <a:gd name="csY26" fmla="*/ 15232 h 21676"/>
                <a:gd name="csX27" fmla="*/ 26676 w 27748"/>
                <a:gd name="csY27" fmla="*/ 15453 h 21676"/>
                <a:gd name="csX28" fmla="*/ 11991 w 27748"/>
                <a:gd name="csY28" fmla="*/ 20345 h 21676"/>
                <a:gd name="csX29" fmla="*/ 13490 w 27748"/>
                <a:gd name="csY29" fmla="*/ 21677 h 21676"/>
                <a:gd name="csX30" fmla="*/ 9321 w 27748"/>
                <a:gd name="csY30" fmla="*/ 21129 h 21676"/>
                <a:gd name="csX31" fmla="*/ 8666 w 27748"/>
                <a:gd name="csY31" fmla="*/ 19927 h 21676"/>
                <a:gd name="csX32" fmla="*/ 8636 w 27748"/>
                <a:gd name="csY32" fmla="*/ 19044 h 21676"/>
                <a:gd name="csX33" fmla="*/ 10196 w 27748"/>
                <a:gd name="csY33" fmla="*/ 19235 h 21676"/>
                <a:gd name="csX34" fmla="*/ 11991 w 27748"/>
                <a:gd name="csY34" fmla="*/ 20345 h 216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27748" h="21676">
                  <a:moveTo>
                    <a:pt x="5098" y="11542"/>
                  </a:moveTo>
                  <a:lnTo>
                    <a:pt x="4695" y="11831"/>
                  </a:lnTo>
                  <a:lnTo>
                    <a:pt x="2747" y="10591"/>
                  </a:lnTo>
                  <a:lnTo>
                    <a:pt x="1636" y="10302"/>
                  </a:lnTo>
                  <a:lnTo>
                    <a:pt x="0" y="8301"/>
                  </a:lnTo>
                  <a:lnTo>
                    <a:pt x="632" y="1377"/>
                  </a:lnTo>
                  <a:lnTo>
                    <a:pt x="1157" y="487"/>
                  </a:lnTo>
                  <a:lnTo>
                    <a:pt x="1552" y="129"/>
                  </a:lnTo>
                  <a:lnTo>
                    <a:pt x="2458" y="0"/>
                  </a:lnTo>
                  <a:lnTo>
                    <a:pt x="3561" y="867"/>
                  </a:lnTo>
                  <a:lnTo>
                    <a:pt x="3272" y="5318"/>
                  </a:lnTo>
                  <a:lnTo>
                    <a:pt x="4725" y="8316"/>
                  </a:lnTo>
                  <a:lnTo>
                    <a:pt x="5661" y="10698"/>
                  </a:lnTo>
                  <a:lnTo>
                    <a:pt x="5098" y="11542"/>
                  </a:lnTo>
                  <a:close/>
                  <a:moveTo>
                    <a:pt x="26676" y="15453"/>
                  </a:moveTo>
                  <a:lnTo>
                    <a:pt x="27749" y="18451"/>
                  </a:lnTo>
                  <a:lnTo>
                    <a:pt x="27741" y="20711"/>
                  </a:lnTo>
                  <a:lnTo>
                    <a:pt x="27284" y="21426"/>
                  </a:lnTo>
                  <a:lnTo>
                    <a:pt x="26326" y="20954"/>
                  </a:lnTo>
                  <a:lnTo>
                    <a:pt x="24561" y="19158"/>
                  </a:lnTo>
                  <a:lnTo>
                    <a:pt x="21205" y="17409"/>
                  </a:lnTo>
                  <a:lnTo>
                    <a:pt x="22750" y="17264"/>
                  </a:lnTo>
                  <a:lnTo>
                    <a:pt x="23648" y="17439"/>
                  </a:lnTo>
                  <a:lnTo>
                    <a:pt x="24599" y="17279"/>
                  </a:lnTo>
                  <a:lnTo>
                    <a:pt x="25192" y="16290"/>
                  </a:lnTo>
                  <a:lnTo>
                    <a:pt x="25314" y="15704"/>
                  </a:lnTo>
                  <a:lnTo>
                    <a:pt x="26151" y="15232"/>
                  </a:lnTo>
                  <a:lnTo>
                    <a:pt x="26676" y="15453"/>
                  </a:lnTo>
                  <a:close/>
                  <a:moveTo>
                    <a:pt x="11991" y="20345"/>
                  </a:moveTo>
                  <a:lnTo>
                    <a:pt x="13490" y="21677"/>
                  </a:lnTo>
                  <a:lnTo>
                    <a:pt x="9321" y="21129"/>
                  </a:lnTo>
                  <a:lnTo>
                    <a:pt x="8666" y="19927"/>
                  </a:lnTo>
                  <a:lnTo>
                    <a:pt x="8636" y="19044"/>
                  </a:lnTo>
                  <a:lnTo>
                    <a:pt x="10196" y="19235"/>
                  </a:lnTo>
                  <a:lnTo>
                    <a:pt x="11991" y="2034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2" name="Freeform: Shape 2241">
              <a:extLst>
                <a:ext uri="{FF2B5EF4-FFF2-40B4-BE49-F238E27FC236}">
                  <a16:creationId xmlns:a16="http://schemas.microsoft.com/office/drawing/2014/main" id="{1393F25F-78AE-5ED7-116F-666972DBABFE}"/>
                </a:ext>
              </a:extLst>
            </p:cNvPr>
            <p:cNvSpPr/>
            <p:nvPr/>
          </p:nvSpPr>
          <p:spPr>
            <a:xfrm>
              <a:off x="8232014" y="4629250"/>
              <a:ext cx="6581" cy="6710"/>
            </a:xfrm>
            <a:custGeom>
              <a:avLst/>
              <a:gdLst>
                <a:gd name="csX0" fmla="*/ 4474 w 6581"/>
                <a:gd name="csY0" fmla="*/ 3606 h 6710"/>
                <a:gd name="csX1" fmla="*/ 3926 w 6581"/>
                <a:gd name="csY1" fmla="*/ 3956 h 6710"/>
                <a:gd name="csX2" fmla="*/ 2952 w 6581"/>
                <a:gd name="csY2" fmla="*/ 2587 h 6710"/>
                <a:gd name="csX3" fmla="*/ 1385 w 6581"/>
                <a:gd name="csY3" fmla="*/ 2214 h 6710"/>
                <a:gd name="csX4" fmla="*/ 30 w 6581"/>
                <a:gd name="csY4" fmla="*/ 1408 h 6710"/>
                <a:gd name="csX5" fmla="*/ 0 w 6581"/>
                <a:gd name="csY5" fmla="*/ 1232 h 6710"/>
                <a:gd name="csX6" fmla="*/ 23 w 6581"/>
                <a:gd name="csY6" fmla="*/ 829 h 6710"/>
                <a:gd name="csX7" fmla="*/ 289 w 6581"/>
                <a:gd name="csY7" fmla="*/ 358 h 6710"/>
                <a:gd name="csX8" fmla="*/ 981 w 6581"/>
                <a:gd name="csY8" fmla="*/ 0 h 6710"/>
                <a:gd name="csX9" fmla="*/ 2709 w 6581"/>
                <a:gd name="csY9" fmla="*/ 1103 h 6710"/>
                <a:gd name="csX10" fmla="*/ 3515 w 6581"/>
                <a:gd name="csY10" fmla="*/ 2488 h 6710"/>
                <a:gd name="csX11" fmla="*/ 4268 w 6581"/>
                <a:gd name="csY11" fmla="*/ 3120 h 6710"/>
                <a:gd name="csX12" fmla="*/ 4474 w 6581"/>
                <a:gd name="csY12" fmla="*/ 3606 h 6710"/>
                <a:gd name="csX13" fmla="*/ 6581 w 6581"/>
                <a:gd name="csY13" fmla="*/ 6239 h 6710"/>
                <a:gd name="csX14" fmla="*/ 5509 w 6581"/>
                <a:gd name="csY14" fmla="*/ 6711 h 6710"/>
                <a:gd name="csX15" fmla="*/ 4596 w 6581"/>
                <a:gd name="csY15" fmla="*/ 6072 h 6710"/>
                <a:gd name="csX16" fmla="*/ 4801 w 6581"/>
                <a:gd name="csY16" fmla="*/ 4527 h 6710"/>
                <a:gd name="csX17" fmla="*/ 5668 w 6581"/>
                <a:gd name="csY17" fmla="*/ 4481 h 6710"/>
                <a:gd name="csX18" fmla="*/ 6536 w 6581"/>
                <a:gd name="csY18" fmla="*/ 5166 h 6710"/>
                <a:gd name="csX19" fmla="*/ 6581 w 6581"/>
                <a:gd name="csY19" fmla="*/ 6239 h 6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581" h="6710">
                  <a:moveTo>
                    <a:pt x="4474" y="3606"/>
                  </a:moveTo>
                  <a:lnTo>
                    <a:pt x="3926" y="3956"/>
                  </a:lnTo>
                  <a:lnTo>
                    <a:pt x="2952" y="2587"/>
                  </a:lnTo>
                  <a:lnTo>
                    <a:pt x="1385" y="2214"/>
                  </a:lnTo>
                  <a:lnTo>
                    <a:pt x="30" y="1408"/>
                  </a:lnTo>
                  <a:lnTo>
                    <a:pt x="0" y="1232"/>
                  </a:lnTo>
                  <a:lnTo>
                    <a:pt x="23" y="829"/>
                  </a:lnTo>
                  <a:lnTo>
                    <a:pt x="289" y="358"/>
                  </a:lnTo>
                  <a:lnTo>
                    <a:pt x="981" y="0"/>
                  </a:lnTo>
                  <a:lnTo>
                    <a:pt x="2709" y="1103"/>
                  </a:lnTo>
                  <a:lnTo>
                    <a:pt x="3515" y="2488"/>
                  </a:lnTo>
                  <a:lnTo>
                    <a:pt x="4268" y="3120"/>
                  </a:lnTo>
                  <a:lnTo>
                    <a:pt x="4474" y="3606"/>
                  </a:lnTo>
                  <a:close/>
                  <a:moveTo>
                    <a:pt x="6581" y="6239"/>
                  </a:moveTo>
                  <a:lnTo>
                    <a:pt x="5509" y="6711"/>
                  </a:lnTo>
                  <a:lnTo>
                    <a:pt x="4596" y="6072"/>
                  </a:lnTo>
                  <a:lnTo>
                    <a:pt x="4801" y="4527"/>
                  </a:lnTo>
                  <a:lnTo>
                    <a:pt x="5668" y="4481"/>
                  </a:lnTo>
                  <a:lnTo>
                    <a:pt x="6536" y="5166"/>
                  </a:lnTo>
                  <a:lnTo>
                    <a:pt x="6581" y="623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3" name="Freeform: Shape 2242">
              <a:extLst>
                <a:ext uri="{FF2B5EF4-FFF2-40B4-BE49-F238E27FC236}">
                  <a16:creationId xmlns:a16="http://schemas.microsoft.com/office/drawing/2014/main" id="{495BD8EC-566A-0F6D-25FE-18ED0958AE9E}"/>
                </a:ext>
              </a:extLst>
            </p:cNvPr>
            <p:cNvSpPr/>
            <p:nvPr/>
          </p:nvSpPr>
          <p:spPr>
            <a:xfrm>
              <a:off x="12229122" y="3990922"/>
              <a:ext cx="135356" cy="147499"/>
            </a:xfrm>
            <a:custGeom>
              <a:avLst/>
              <a:gdLst>
                <a:gd name="csX0" fmla="*/ 131925 w 135356"/>
                <a:gd name="csY0" fmla="*/ 13437 h 147499"/>
                <a:gd name="csX1" fmla="*/ 132504 w 135356"/>
                <a:gd name="csY1" fmla="*/ 15186 h 147499"/>
                <a:gd name="csX2" fmla="*/ 133873 w 135356"/>
                <a:gd name="csY2" fmla="*/ 16891 h 147499"/>
                <a:gd name="csX3" fmla="*/ 134588 w 135356"/>
                <a:gd name="csY3" fmla="*/ 18131 h 147499"/>
                <a:gd name="csX4" fmla="*/ 134733 w 135356"/>
                <a:gd name="csY4" fmla="*/ 19417 h 147499"/>
                <a:gd name="csX5" fmla="*/ 135357 w 135356"/>
                <a:gd name="csY5" fmla="*/ 20140 h 147499"/>
                <a:gd name="csX6" fmla="*/ 134269 w 135356"/>
                <a:gd name="csY6" fmla="*/ 20939 h 147499"/>
                <a:gd name="csX7" fmla="*/ 132838 w 135356"/>
                <a:gd name="csY7" fmla="*/ 20452 h 147499"/>
                <a:gd name="csX8" fmla="*/ 130456 w 135356"/>
                <a:gd name="csY8" fmla="*/ 20163 h 147499"/>
                <a:gd name="csX9" fmla="*/ 127405 w 135356"/>
                <a:gd name="csY9" fmla="*/ 22681 h 147499"/>
                <a:gd name="csX10" fmla="*/ 125716 w 135356"/>
                <a:gd name="csY10" fmla="*/ 23564 h 147499"/>
                <a:gd name="csX11" fmla="*/ 124529 w 135356"/>
                <a:gd name="csY11" fmla="*/ 26036 h 147499"/>
                <a:gd name="csX12" fmla="*/ 122148 w 135356"/>
                <a:gd name="csY12" fmla="*/ 27505 h 147499"/>
                <a:gd name="csX13" fmla="*/ 120847 w 135356"/>
                <a:gd name="csY13" fmla="*/ 29065 h 147499"/>
                <a:gd name="csX14" fmla="*/ 119158 w 135356"/>
                <a:gd name="csY14" fmla="*/ 31766 h 147499"/>
                <a:gd name="csX15" fmla="*/ 118047 w 135356"/>
                <a:gd name="csY15" fmla="*/ 34368 h 147499"/>
                <a:gd name="csX16" fmla="*/ 115483 w 135356"/>
                <a:gd name="csY16" fmla="*/ 37031 h 147499"/>
                <a:gd name="csX17" fmla="*/ 113984 w 135356"/>
                <a:gd name="csY17" fmla="*/ 40371 h 147499"/>
                <a:gd name="csX18" fmla="*/ 113901 w 135356"/>
                <a:gd name="csY18" fmla="*/ 43232 h 147499"/>
                <a:gd name="csX19" fmla="*/ 115536 w 135356"/>
                <a:gd name="csY19" fmla="*/ 46153 h 147499"/>
                <a:gd name="csX20" fmla="*/ 115688 w 135356"/>
                <a:gd name="csY20" fmla="*/ 48634 h 147499"/>
                <a:gd name="csX21" fmla="*/ 114547 w 135356"/>
                <a:gd name="csY21" fmla="*/ 53731 h 147499"/>
                <a:gd name="csX22" fmla="*/ 115179 w 135356"/>
                <a:gd name="csY22" fmla="*/ 59126 h 147499"/>
                <a:gd name="csX23" fmla="*/ 114471 w 135356"/>
                <a:gd name="csY23" fmla="*/ 61233 h 147499"/>
                <a:gd name="csX24" fmla="*/ 106619 w 135356"/>
                <a:gd name="csY24" fmla="*/ 64916 h 147499"/>
                <a:gd name="csX25" fmla="*/ 104564 w 135356"/>
                <a:gd name="csY25" fmla="*/ 66750 h 147499"/>
                <a:gd name="csX26" fmla="*/ 101681 w 135356"/>
                <a:gd name="csY26" fmla="*/ 71505 h 147499"/>
                <a:gd name="csX27" fmla="*/ 98166 w 135356"/>
                <a:gd name="csY27" fmla="*/ 73270 h 147499"/>
                <a:gd name="csX28" fmla="*/ 95982 w 135356"/>
                <a:gd name="csY28" fmla="*/ 75203 h 147499"/>
                <a:gd name="csX29" fmla="*/ 92962 w 135356"/>
                <a:gd name="csY29" fmla="*/ 76344 h 147499"/>
                <a:gd name="csX30" fmla="*/ 91029 w 135356"/>
                <a:gd name="csY30" fmla="*/ 79677 h 147499"/>
                <a:gd name="csX31" fmla="*/ 88906 w 135356"/>
                <a:gd name="csY31" fmla="*/ 81564 h 147499"/>
                <a:gd name="csX32" fmla="*/ 86380 w 135356"/>
                <a:gd name="csY32" fmla="*/ 82712 h 147499"/>
                <a:gd name="csX33" fmla="*/ 84486 w 135356"/>
                <a:gd name="csY33" fmla="*/ 84188 h 147499"/>
                <a:gd name="csX34" fmla="*/ 80255 w 135356"/>
                <a:gd name="csY34" fmla="*/ 84280 h 147499"/>
                <a:gd name="csX35" fmla="*/ 77265 w 135356"/>
                <a:gd name="csY35" fmla="*/ 85307 h 147499"/>
                <a:gd name="csX36" fmla="*/ 75143 w 135356"/>
                <a:gd name="csY36" fmla="*/ 88069 h 147499"/>
                <a:gd name="csX37" fmla="*/ 68759 w 135356"/>
                <a:gd name="csY37" fmla="*/ 91227 h 147499"/>
                <a:gd name="csX38" fmla="*/ 67892 w 135356"/>
                <a:gd name="csY38" fmla="*/ 93608 h 147499"/>
                <a:gd name="csX39" fmla="*/ 68317 w 135356"/>
                <a:gd name="csY39" fmla="*/ 97275 h 147499"/>
                <a:gd name="csX40" fmla="*/ 68355 w 135356"/>
                <a:gd name="csY40" fmla="*/ 100083 h 147499"/>
                <a:gd name="csX41" fmla="*/ 67800 w 135356"/>
                <a:gd name="csY41" fmla="*/ 102388 h 147499"/>
                <a:gd name="csX42" fmla="*/ 66400 w 135356"/>
                <a:gd name="csY42" fmla="*/ 101741 h 147499"/>
                <a:gd name="csX43" fmla="*/ 65647 w 135356"/>
                <a:gd name="csY43" fmla="*/ 102495 h 147499"/>
                <a:gd name="csX44" fmla="*/ 64817 w 135356"/>
                <a:gd name="csY44" fmla="*/ 104625 h 147499"/>
                <a:gd name="csX45" fmla="*/ 65053 w 135356"/>
                <a:gd name="csY45" fmla="*/ 107045 h 147499"/>
                <a:gd name="csX46" fmla="*/ 67245 w 135356"/>
                <a:gd name="csY46" fmla="*/ 107828 h 147499"/>
                <a:gd name="csX47" fmla="*/ 69033 w 135356"/>
                <a:gd name="csY47" fmla="*/ 108817 h 147499"/>
                <a:gd name="csX48" fmla="*/ 71551 w 135356"/>
                <a:gd name="csY48" fmla="*/ 109320 h 147499"/>
                <a:gd name="csX49" fmla="*/ 73415 w 135356"/>
                <a:gd name="csY49" fmla="*/ 110438 h 147499"/>
                <a:gd name="csX50" fmla="*/ 77379 w 135356"/>
                <a:gd name="csY50" fmla="*/ 115536 h 147499"/>
                <a:gd name="csX51" fmla="*/ 80613 w 135356"/>
                <a:gd name="csY51" fmla="*/ 117758 h 147499"/>
                <a:gd name="csX52" fmla="*/ 81450 w 135356"/>
                <a:gd name="csY52" fmla="*/ 118579 h 147499"/>
                <a:gd name="csX53" fmla="*/ 83306 w 135356"/>
                <a:gd name="csY53" fmla="*/ 119698 h 147499"/>
                <a:gd name="csX54" fmla="*/ 85018 w 135356"/>
                <a:gd name="csY54" fmla="*/ 121448 h 147499"/>
                <a:gd name="csX55" fmla="*/ 85985 w 135356"/>
                <a:gd name="csY55" fmla="*/ 123015 h 147499"/>
                <a:gd name="csX56" fmla="*/ 85231 w 135356"/>
                <a:gd name="csY56" fmla="*/ 123441 h 147499"/>
                <a:gd name="csX57" fmla="*/ 83945 w 135356"/>
                <a:gd name="csY57" fmla="*/ 125731 h 147499"/>
                <a:gd name="csX58" fmla="*/ 82743 w 135356"/>
                <a:gd name="csY58" fmla="*/ 128630 h 147499"/>
                <a:gd name="csX59" fmla="*/ 81587 w 135356"/>
                <a:gd name="csY59" fmla="*/ 130198 h 147499"/>
                <a:gd name="csX60" fmla="*/ 80255 w 135356"/>
                <a:gd name="csY60" fmla="*/ 131065 h 147499"/>
                <a:gd name="csX61" fmla="*/ 78817 w 135356"/>
                <a:gd name="csY61" fmla="*/ 131575 h 147499"/>
                <a:gd name="csX62" fmla="*/ 75964 w 135356"/>
                <a:gd name="csY62" fmla="*/ 131795 h 147499"/>
                <a:gd name="csX63" fmla="*/ 73385 w 135356"/>
                <a:gd name="csY63" fmla="*/ 131598 h 147499"/>
                <a:gd name="csX64" fmla="*/ 72555 w 135356"/>
                <a:gd name="csY64" fmla="*/ 131285 h 147499"/>
                <a:gd name="csX65" fmla="*/ 69010 w 135356"/>
                <a:gd name="csY65" fmla="*/ 131468 h 147499"/>
                <a:gd name="csX66" fmla="*/ 68005 w 135356"/>
                <a:gd name="csY66" fmla="*/ 131674 h 147499"/>
                <a:gd name="csX67" fmla="*/ 62915 w 135356"/>
                <a:gd name="csY67" fmla="*/ 131453 h 147499"/>
                <a:gd name="csX68" fmla="*/ 60252 w 135356"/>
                <a:gd name="csY68" fmla="*/ 131689 h 147499"/>
                <a:gd name="csX69" fmla="*/ 58555 w 135356"/>
                <a:gd name="csY69" fmla="*/ 132252 h 147499"/>
                <a:gd name="csX70" fmla="*/ 56828 w 135356"/>
                <a:gd name="csY70" fmla="*/ 133424 h 147499"/>
                <a:gd name="csX71" fmla="*/ 55345 w 135356"/>
                <a:gd name="csY71" fmla="*/ 135181 h 147499"/>
                <a:gd name="csX72" fmla="*/ 54036 w 135356"/>
                <a:gd name="csY72" fmla="*/ 137060 h 147499"/>
                <a:gd name="csX73" fmla="*/ 51373 w 135356"/>
                <a:gd name="csY73" fmla="*/ 140492 h 147499"/>
                <a:gd name="csX74" fmla="*/ 49509 w 135356"/>
                <a:gd name="csY74" fmla="*/ 142158 h 147499"/>
                <a:gd name="csX75" fmla="*/ 49501 w 135356"/>
                <a:gd name="csY75" fmla="*/ 144563 h 147499"/>
                <a:gd name="csX76" fmla="*/ 49456 w 135356"/>
                <a:gd name="csY76" fmla="*/ 145293 h 147499"/>
                <a:gd name="csX77" fmla="*/ 48801 w 135356"/>
                <a:gd name="csY77" fmla="*/ 145803 h 147499"/>
                <a:gd name="csX78" fmla="*/ 48581 w 135356"/>
                <a:gd name="csY78" fmla="*/ 145582 h 147499"/>
                <a:gd name="csX79" fmla="*/ 47500 w 135356"/>
                <a:gd name="csY79" fmla="*/ 145407 h 147499"/>
                <a:gd name="csX80" fmla="*/ 43171 w 135356"/>
                <a:gd name="csY80" fmla="*/ 143208 h 147499"/>
                <a:gd name="csX81" fmla="*/ 39603 w 135356"/>
                <a:gd name="csY81" fmla="*/ 144547 h 147499"/>
                <a:gd name="csX82" fmla="*/ 38705 w 135356"/>
                <a:gd name="csY82" fmla="*/ 146290 h 147499"/>
                <a:gd name="csX83" fmla="*/ 37761 w 135356"/>
                <a:gd name="csY83" fmla="*/ 146853 h 147499"/>
                <a:gd name="csX84" fmla="*/ 36339 w 135356"/>
                <a:gd name="csY84" fmla="*/ 143436 h 147499"/>
                <a:gd name="csX85" fmla="*/ 34018 w 135356"/>
                <a:gd name="csY85" fmla="*/ 143330 h 147499"/>
                <a:gd name="csX86" fmla="*/ 30335 w 135356"/>
                <a:gd name="csY86" fmla="*/ 140317 h 147499"/>
                <a:gd name="csX87" fmla="*/ 28753 w 135356"/>
                <a:gd name="csY87" fmla="*/ 140933 h 147499"/>
                <a:gd name="csX88" fmla="*/ 28350 w 135356"/>
                <a:gd name="csY88" fmla="*/ 142143 h 147499"/>
                <a:gd name="csX89" fmla="*/ 26326 w 135356"/>
                <a:gd name="csY89" fmla="*/ 144913 h 147499"/>
                <a:gd name="csX90" fmla="*/ 23503 w 135356"/>
                <a:gd name="csY90" fmla="*/ 147195 h 147499"/>
                <a:gd name="csX91" fmla="*/ 22590 w 135356"/>
                <a:gd name="csY91" fmla="*/ 147499 h 147499"/>
                <a:gd name="csX92" fmla="*/ 21548 w 135356"/>
                <a:gd name="csY92" fmla="*/ 147340 h 147499"/>
                <a:gd name="csX93" fmla="*/ 21700 w 135356"/>
                <a:gd name="csY93" fmla="*/ 146708 h 147499"/>
                <a:gd name="csX94" fmla="*/ 20551 w 135356"/>
                <a:gd name="csY94" fmla="*/ 144144 h 147499"/>
                <a:gd name="csX95" fmla="*/ 16092 w 135356"/>
                <a:gd name="csY95" fmla="*/ 143109 h 147499"/>
                <a:gd name="csX96" fmla="*/ 14487 w 135356"/>
                <a:gd name="csY96" fmla="*/ 142014 h 147499"/>
                <a:gd name="csX97" fmla="*/ 13673 w 135356"/>
                <a:gd name="csY97" fmla="*/ 141778 h 147499"/>
                <a:gd name="csX98" fmla="*/ 18040 w 135356"/>
                <a:gd name="csY98" fmla="*/ 138909 h 147499"/>
                <a:gd name="csX99" fmla="*/ 19181 w 135356"/>
                <a:gd name="csY99" fmla="*/ 138399 h 147499"/>
                <a:gd name="csX100" fmla="*/ 18329 w 135356"/>
                <a:gd name="csY100" fmla="*/ 137730 h 147499"/>
                <a:gd name="csX101" fmla="*/ 17386 w 135356"/>
                <a:gd name="csY101" fmla="*/ 137403 h 147499"/>
                <a:gd name="csX102" fmla="*/ 13802 w 135356"/>
                <a:gd name="csY102" fmla="*/ 137829 h 147499"/>
                <a:gd name="csX103" fmla="*/ 11930 w 135356"/>
                <a:gd name="csY103" fmla="*/ 136886 h 147499"/>
                <a:gd name="csX104" fmla="*/ 9207 w 135356"/>
                <a:gd name="csY104" fmla="*/ 137190 h 147499"/>
                <a:gd name="csX105" fmla="*/ 7312 w 135356"/>
                <a:gd name="csY105" fmla="*/ 136444 h 147499"/>
                <a:gd name="csX106" fmla="*/ 11238 w 135356"/>
                <a:gd name="csY106" fmla="*/ 133621 h 147499"/>
                <a:gd name="csX107" fmla="*/ 11413 w 135356"/>
                <a:gd name="csY107" fmla="*/ 131955 h 147499"/>
                <a:gd name="csX108" fmla="*/ 11367 w 135356"/>
                <a:gd name="csY108" fmla="*/ 130685 h 147499"/>
                <a:gd name="csX109" fmla="*/ 13353 w 135356"/>
                <a:gd name="csY109" fmla="*/ 126926 h 147499"/>
                <a:gd name="csX110" fmla="*/ 15354 w 135356"/>
                <a:gd name="csY110" fmla="*/ 124849 h 147499"/>
                <a:gd name="csX111" fmla="*/ 20536 w 135356"/>
                <a:gd name="csY111" fmla="*/ 121889 h 147499"/>
                <a:gd name="csX112" fmla="*/ 22788 w 135356"/>
                <a:gd name="csY112" fmla="*/ 121478 h 147499"/>
                <a:gd name="csX113" fmla="*/ 24424 w 135356"/>
                <a:gd name="csY113" fmla="*/ 121600 h 147499"/>
                <a:gd name="csX114" fmla="*/ 25763 w 135356"/>
                <a:gd name="csY114" fmla="*/ 121326 h 147499"/>
                <a:gd name="csX115" fmla="*/ 24355 w 135356"/>
                <a:gd name="csY115" fmla="*/ 120192 h 147499"/>
                <a:gd name="csX116" fmla="*/ 22978 w 135356"/>
                <a:gd name="csY116" fmla="*/ 119675 h 147499"/>
                <a:gd name="csX117" fmla="*/ 20300 w 135356"/>
                <a:gd name="csY117" fmla="*/ 119781 h 147499"/>
                <a:gd name="csX118" fmla="*/ 17523 w 135356"/>
                <a:gd name="csY118" fmla="*/ 118077 h 147499"/>
                <a:gd name="csX119" fmla="*/ 17279 w 135356"/>
                <a:gd name="csY119" fmla="*/ 116274 h 147499"/>
                <a:gd name="csX120" fmla="*/ 22666 w 135356"/>
                <a:gd name="csY120" fmla="*/ 104853 h 147499"/>
                <a:gd name="csX121" fmla="*/ 22742 w 135356"/>
                <a:gd name="csY121" fmla="*/ 103811 h 147499"/>
                <a:gd name="csX122" fmla="*/ 21905 w 135356"/>
                <a:gd name="csY122" fmla="*/ 101019 h 147499"/>
                <a:gd name="csX123" fmla="*/ 21631 w 135356"/>
                <a:gd name="csY123" fmla="*/ 98295 h 147499"/>
                <a:gd name="csX124" fmla="*/ 17766 w 135356"/>
                <a:gd name="csY124" fmla="*/ 96727 h 147499"/>
                <a:gd name="csX125" fmla="*/ 16054 w 135356"/>
                <a:gd name="csY125" fmla="*/ 96537 h 147499"/>
                <a:gd name="csX126" fmla="*/ 11101 w 135356"/>
                <a:gd name="csY126" fmla="*/ 93456 h 147499"/>
                <a:gd name="csX127" fmla="*/ 9123 w 135356"/>
                <a:gd name="csY127" fmla="*/ 91896 h 147499"/>
                <a:gd name="csX128" fmla="*/ 8339 w 135356"/>
                <a:gd name="csY128" fmla="*/ 92360 h 147499"/>
                <a:gd name="csX129" fmla="*/ 8195 w 135356"/>
                <a:gd name="csY129" fmla="*/ 94825 h 147499"/>
                <a:gd name="csX130" fmla="*/ 7487 w 135356"/>
                <a:gd name="csY130" fmla="*/ 95373 h 147499"/>
                <a:gd name="csX131" fmla="*/ 6186 w 135356"/>
                <a:gd name="csY131" fmla="*/ 95853 h 147499"/>
                <a:gd name="csX132" fmla="*/ 5531 w 135356"/>
                <a:gd name="csY132" fmla="*/ 93037 h 147499"/>
                <a:gd name="csX133" fmla="*/ 4459 w 135356"/>
                <a:gd name="csY133" fmla="*/ 90998 h 147499"/>
                <a:gd name="csX134" fmla="*/ 1172 w 135356"/>
                <a:gd name="csY134" fmla="*/ 88921 h 147499"/>
                <a:gd name="csX135" fmla="*/ 0 w 135356"/>
                <a:gd name="csY135" fmla="*/ 87780 h 147499"/>
                <a:gd name="csX136" fmla="*/ 563 w 135356"/>
                <a:gd name="csY136" fmla="*/ 85300 h 147499"/>
                <a:gd name="csX137" fmla="*/ 289 w 135356"/>
                <a:gd name="csY137" fmla="*/ 85079 h 147499"/>
                <a:gd name="csX138" fmla="*/ 807 w 135356"/>
                <a:gd name="csY138" fmla="*/ 82294 h 147499"/>
                <a:gd name="csX139" fmla="*/ 2823 w 135356"/>
                <a:gd name="csY139" fmla="*/ 80141 h 147499"/>
                <a:gd name="csX140" fmla="*/ 7761 w 135356"/>
                <a:gd name="csY140" fmla="*/ 76306 h 147499"/>
                <a:gd name="csX141" fmla="*/ 9031 w 135356"/>
                <a:gd name="csY141" fmla="*/ 74503 h 147499"/>
                <a:gd name="csX142" fmla="*/ 11542 w 135356"/>
                <a:gd name="csY142" fmla="*/ 72380 h 147499"/>
                <a:gd name="csX143" fmla="*/ 12669 w 135356"/>
                <a:gd name="csY143" fmla="*/ 72426 h 147499"/>
                <a:gd name="csX144" fmla="*/ 13832 w 135356"/>
                <a:gd name="csY144" fmla="*/ 72243 h 147499"/>
                <a:gd name="csX145" fmla="*/ 14182 w 135356"/>
                <a:gd name="csY145" fmla="*/ 71315 h 147499"/>
                <a:gd name="csX146" fmla="*/ 14449 w 135356"/>
                <a:gd name="csY146" fmla="*/ 70584 h 147499"/>
                <a:gd name="csX147" fmla="*/ 15453 w 135356"/>
                <a:gd name="csY147" fmla="*/ 69922 h 147499"/>
                <a:gd name="csX148" fmla="*/ 17865 w 135356"/>
                <a:gd name="csY148" fmla="*/ 68751 h 147499"/>
                <a:gd name="csX149" fmla="*/ 20604 w 135356"/>
                <a:gd name="csY149" fmla="*/ 67206 h 147499"/>
                <a:gd name="csX150" fmla="*/ 22796 w 135356"/>
                <a:gd name="csY150" fmla="*/ 66773 h 147499"/>
                <a:gd name="csX151" fmla="*/ 25481 w 135356"/>
                <a:gd name="csY151" fmla="*/ 64452 h 147499"/>
                <a:gd name="csX152" fmla="*/ 26577 w 135356"/>
                <a:gd name="csY152" fmla="*/ 63432 h 147499"/>
                <a:gd name="csX153" fmla="*/ 27680 w 135356"/>
                <a:gd name="csY153" fmla="*/ 63432 h 147499"/>
                <a:gd name="csX154" fmla="*/ 27977 w 135356"/>
                <a:gd name="csY154" fmla="*/ 62953 h 147499"/>
                <a:gd name="csX155" fmla="*/ 28601 w 135356"/>
                <a:gd name="csY155" fmla="*/ 61751 h 147499"/>
                <a:gd name="csX156" fmla="*/ 29453 w 135356"/>
                <a:gd name="csY156" fmla="*/ 60960 h 147499"/>
                <a:gd name="csX157" fmla="*/ 30640 w 135356"/>
                <a:gd name="csY157" fmla="*/ 60807 h 147499"/>
                <a:gd name="csX158" fmla="*/ 32580 w 135356"/>
                <a:gd name="csY158" fmla="*/ 60237 h 147499"/>
                <a:gd name="csX159" fmla="*/ 35015 w 135356"/>
                <a:gd name="csY159" fmla="*/ 59887 h 147499"/>
                <a:gd name="csX160" fmla="*/ 36673 w 135356"/>
                <a:gd name="csY160" fmla="*/ 57931 h 147499"/>
                <a:gd name="csX161" fmla="*/ 37236 w 135356"/>
                <a:gd name="csY161" fmla="*/ 56532 h 147499"/>
                <a:gd name="csX162" fmla="*/ 38340 w 135356"/>
                <a:gd name="csY162" fmla="*/ 54995 h 147499"/>
                <a:gd name="csX163" fmla="*/ 40668 w 135356"/>
                <a:gd name="csY163" fmla="*/ 53313 h 147499"/>
                <a:gd name="csX164" fmla="*/ 42273 w 135356"/>
                <a:gd name="csY164" fmla="*/ 50825 h 147499"/>
                <a:gd name="csX165" fmla="*/ 44046 w 135356"/>
                <a:gd name="csY165" fmla="*/ 48124 h 147499"/>
                <a:gd name="csX166" fmla="*/ 44891 w 135356"/>
                <a:gd name="csY166" fmla="*/ 47257 h 147499"/>
                <a:gd name="csX167" fmla="*/ 45720 w 135356"/>
                <a:gd name="csY167" fmla="*/ 47082 h 147499"/>
                <a:gd name="csX168" fmla="*/ 46207 w 135356"/>
                <a:gd name="csY168" fmla="*/ 46062 h 147499"/>
                <a:gd name="csX169" fmla="*/ 46778 w 135356"/>
                <a:gd name="csY169" fmla="*/ 43178 h 147499"/>
                <a:gd name="csX170" fmla="*/ 47592 w 135356"/>
                <a:gd name="csY170" fmla="*/ 40371 h 147499"/>
                <a:gd name="csX171" fmla="*/ 48071 w 135356"/>
                <a:gd name="csY171" fmla="*/ 39047 h 147499"/>
                <a:gd name="csX172" fmla="*/ 50125 w 135356"/>
                <a:gd name="csY172" fmla="*/ 37601 h 147499"/>
                <a:gd name="csX173" fmla="*/ 50643 w 135356"/>
                <a:gd name="csY173" fmla="*/ 36894 h 147499"/>
                <a:gd name="csX174" fmla="*/ 51107 w 135356"/>
                <a:gd name="csY174" fmla="*/ 36658 h 147499"/>
                <a:gd name="csX175" fmla="*/ 52058 w 135356"/>
                <a:gd name="csY175" fmla="*/ 36848 h 147499"/>
                <a:gd name="csX176" fmla="*/ 53336 w 135356"/>
                <a:gd name="csY176" fmla="*/ 35996 h 147499"/>
                <a:gd name="csX177" fmla="*/ 54531 w 135356"/>
                <a:gd name="csY177" fmla="*/ 35053 h 147499"/>
                <a:gd name="csX178" fmla="*/ 55627 w 135356"/>
                <a:gd name="csY178" fmla="*/ 35380 h 147499"/>
                <a:gd name="csX179" fmla="*/ 56737 w 135356"/>
                <a:gd name="csY179" fmla="*/ 36163 h 147499"/>
                <a:gd name="csX180" fmla="*/ 57894 w 135356"/>
                <a:gd name="csY180" fmla="*/ 37723 h 147499"/>
                <a:gd name="csX181" fmla="*/ 58411 w 135356"/>
                <a:gd name="csY181" fmla="*/ 38963 h 147499"/>
                <a:gd name="csX182" fmla="*/ 59324 w 135356"/>
                <a:gd name="csY182" fmla="*/ 39998 h 147499"/>
                <a:gd name="csX183" fmla="*/ 59499 w 135356"/>
                <a:gd name="csY183" fmla="*/ 41505 h 147499"/>
                <a:gd name="csX184" fmla="*/ 60419 w 135356"/>
                <a:gd name="csY184" fmla="*/ 42159 h 147499"/>
                <a:gd name="csX185" fmla="*/ 62368 w 135356"/>
                <a:gd name="csY185" fmla="*/ 42486 h 147499"/>
                <a:gd name="csX186" fmla="*/ 65556 w 135356"/>
                <a:gd name="csY186" fmla="*/ 43513 h 147499"/>
                <a:gd name="csX187" fmla="*/ 67618 w 135356"/>
                <a:gd name="csY187" fmla="*/ 43566 h 147499"/>
                <a:gd name="csX188" fmla="*/ 68797 w 135356"/>
                <a:gd name="csY188" fmla="*/ 44335 h 147499"/>
                <a:gd name="csX189" fmla="*/ 71262 w 135356"/>
                <a:gd name="csY189" fmla="*/ 44753 h 147499"/>
                <a:gd name="csX190" fmla="*/ 76192 w 135356"/>
                <a:gd name="csY190" fmla="*/ 44152 h 147499"/>
                <a:gd name="csX191" fmla="*/ 78208 w 135356"/>
                <a:gd name="csY191" fmla="*/ 44502 h 147499"/>
                <a:gd name="csX192" fmla="*/ 79053 w 135356"/>
                <a:gd name="csY192" fmla="*/ 45446 h 147499"/>
                <a:gd name="csX193" fmla="*/ 80301 w 135356"/>
                <a:gd name="csY193" fmla="*/ 46191 h 147499"/>
                <a:gd name="csX194" fmla="*/ 81115 w 135356"/>
                <a:gd name="csY194" fmla="*/ 46237 h 147499"/>
                <a:gd name="csX195" fmla="*/ 82203 w 135356"/>
                <a:gd name="csY195" fmla="*/ 44951 h 147499"/>
                <a:gd name="csX196" fmla="*/ 83367 w 135356"/>
                <a:gd name="csY196" fmla="*/ 42866 h 147499"/>
                <a:gd name="csX197" fmla="*/ 84135 w 135356"/>
                <a:gd name="csY197" fmla="*/ 41269 h 147499"/>
                <a:gd name="csX198" fmla="*/ 84105 w 135356"/>
                <a:gd name="csY198" fmla="*/ 39998 h 147499"/>
                <a:gd name="csX199" fmla="*/ 83428 w 135356"/>
                <a:gd name="csY199" fmla="*/ 38629 h 147499"/>
                <a:gd name="csX200" fmla="*/ 81807 w 135356"/>
                <a:gd name="csY200" fmla="*/ 37358 h 147499"/>
                <a:gd name="csX201" fmla="*/ 80735 w 135356"/>
                <a:gd name="csY201" fmla="*/ 35387 h 147499"/>
                <a:gd name="csX202" fmla="*/ 79715 w 135356"/>
                <a:gd name="csY202" fmla="*/ 33348 h 147499"/>
                <a:gd name="csX203" fmla="*/ 79114 w 135356"/>
                <a:gd name="csY203" fmla="*/ 32686 h 147499"/>
                <a:gd name="csX204" fmla="*/ 78627 w 135356"/>
                <a:gd name="csY204" fmla="*/ 31697 h 147499"/>
                <a:gd name="csX205" fmla="*/ 78536 w 135356"/>
                <a:gd name="csY205" fmla="*/ 30175 h 147499"/>
                <a:gd name="csX206" fmla="*/ 78885 w 135356"/>
                <a:gd name="csY206" fmla="*/ 29148 h 147499"/>
                <a:gd name="csX207" fmla="*/ 81343 w 135356"/>
                <a:gd name="csY207" fmla="*/ 28464 h 147499"/>
                <a:gd name="csX208" fmla="*/ 84493 w 135356"/>
                <a:gd name="csY208" fmla="*/ 28060 h 147499"/>
                <a:gd name="csX209" fmla="*/ 87042 w 135356"/>
                <a:gd name="csY209" fmla="*/ 28494 h 147499"/>
                <a:gd name="csX210" fmla="*/ 91303 w 135356"/>
                <a:gd name="csY210" fmla="*/ 28205 h 147499"/>
                <a:gd name="csX211" fmla="*/ 93920 w 135356"/>
                <a:gd name="csY211" fmla="*/ 27634 h 147499"/>
                <a:gd name="csX212" fmla="*/ 95860 w 135356"/>
                <a:gd name="csY212" fmla="*/ 27718 h 147499"/>
                <a:gd name="csX213" fmla="*/ 97641 w 135356"/>
                <a:gd name="csY213" fmla="*/ 27710 h 147499"/>
                <a:gd name="csX214" fmla="*/ 98432 w 135356"/>
                <a:gd name="csY214" fmla="*/ 26835 h 147499"/>
                <a:gd name="csX215" fmla="*/ 100920 w 135356"/>
                <a:gd name="csY215" fmla="*/ 24728 h 147499"/>
                <a:gd name="csX216" fmla="*/ 102122 w 135356"/>
                <a:gd name="csY216" fmla="*/ 23975 h 147499"/>
                <a:gd name="csX217" fmla="*/ 103446 w 135356"/>
                <a:gd name="csY217" fmla="*/ 22544 h 147499"/>
                <a:gd name="csX218" fmla="*/ 103651 w 135356"/>
                <a:gd name="csY218" fmla="*/ 21045 h 147499"/>
                <a:gd name="csX219" fmla="*/ 103918 w 135356"/>
                <a:gd name="csY219" fmla="*/ 19828 h 147499"/>
                <a:gd name="csX220" fmla="*/ 104663 w 135356"/>
                <a:gd name="csY220" fmla="*/ 18534 h 147499"/>
                <a:gd name="csX221" fmla="*/ 105972 w 135356"/>
                <a:gd name="csY221" fmla="*/ 16929 h 147499"/>
                <a:gd name="csX222" fmla="*/ 107083 w 135356"/>
                <a:gd name="csY222" fmla="*/ 16191 h 147499"/>
                <a:gd name="csX223" fmla="*/ 108323 w 135356"/>
                <a:gd name="csY223" fmla="*/ 16290 h 147499"/>
                <a:gd name="csX224" fmla="*/ 109624 w 135356"/>
                <a:gd name="csY224" fmla="*/ 17028 h 147499"/>
                <a:gd name="csX225" fmla="*/ 110454 w 135356"/>
                <a:gd name="csY225" fmla="*/ 17766 h 147499"/>
                <a:gd name="csX226" fmla="*/ 111390 w 135356"/>
                <a:gd name="csY226" fmla="*/ 17553 h 147499"/>
                <a:gd name="csX227" fmla="*/ 112173 w 135356"/>
                <a:gd name="csY227" fmla="*/ 16290 h 147499"/>
                <a:gd name="csX228" fmla="*/ 112683 w 135356"/>
                <a:gd name="csY228" fmla="*/ 16046 h 147499"/>
                <a:gd name="csX229" fmla="*/ 114167 w 135356"/>
                <a:gd name="csY229" fmla="*/ 15932 h 147499"/>
                <a:gd name="csX230" fmla="*/ 114646 w 135356"/>
                <a:gd name="csY230" fmla="*/ 15156 h 147499"/>
                <a:gd name="csX231" fmla="*/ 115217 w 135356"/>
                <a:gd name="csY231" fmla="*/ 11436 h 147499"/>
                <a:gd name="csX232" fmla="*/ 115787 w 135356"/>
                <a:gd name="csY232" fmla="*/ 8499 h 147499"/>
                <a:gd name="csX233" fmla="*/ 115909 w 135356"/>
                <a:gd name="csY233" fmla="*/ 6437 h 147499"/>
                <a:gd name="csX234" fmla="*/ 117240 w 135356"/>
                <a:gd name="csY234" fmla="*/ 3020 h 147499"/>
                <a:gd name="csX235" fmla="*/ 117667 w 135356"/>
                <a:gd name="csY235" fmla="*/ 959 h 147499"/>
                <a:gd name="csX236" fmla="*/ 118458 w 135356"/>
                <a:gd name="csY236" fmla="*/ 0 h 147499"/>
                <a:gd name="csX237" fmla="*/ 119371 w 135356"/>
                <a:gd name="csY237" fmla="*/ 68 h 147499"/>
                <a:gd name="csX238" fmla="*/ 120140 w 135356"/>
                <a:gd name="csY238" fmla="*/ 677 h 147499"/>
                <a:gd name="csX239" fmla="*/ 121106 w 135356"/>
                <a:gd name="csY239" fmla="*/ 1027 h 147499"/>
                <a:gd name="csX240" fmla="*/ 122391 w 135356"/>
                <a:gd name="csY240" fmla="*/ 692 h 147499"/>
                <a:gd name="csX241" fmla="*/ 123297 w 135356"/>
                <a:gd name="csY241" fmla="*/ 1217 h 147499"/>
                <a:gd name="csX242" fmla="*/ 123860 w 135356"/>
                <a:gd name="csY242" fmla="*/ 2328 h 147499"/>
                <a:gd name="csX243" fmla="*/ 125762 w 135356"/>
                <a:gd name="csY243" fmla="*/ 3089 h 147499"/>
                <a:gd name="csX244" fmla="*/ 125937 w 135356"/>
                <a:gd name="csY244" fmla="*/ 3644 h 147499"/>
                <a:gd name="csX245" fmla="*/ 125892 w 135356"/>
                <a:gd name="csY245" fmla="*/ 7350 h 147499"/>
                <a:gd name="csX246" fmla="*/ 126934 w 135356"/>
                <a:gd name="csY246" fmla="*/ 9085 h 147499"/>
                <a:gd name="csX247" fmla="*/ 128334 w 135356"/>
                <a:gd name="csY247" fmla="*/ 10652 h 147499"/>
                <a:gd name="csX248" fmla="*/ 130243 w 135356"/>
                <a:gd name="csY248" fmla="*/ 12075 h 147499"/>
                <a:gd name="csX249" fmla="*/ 131271 w 135356"/>
                <a:gd name="csY249" fmla="*/ 12394 h 147499"/>
                <a:gd name="csX250" fmla="*/ 131925 w 135356"/>
                <a:gd name="csY250" fmla="*/ 13437 h 147499"/>
                <a:gd name="csX251" fmla="*/ 11885 w 135356"/>
                <a:gd name="csY251" fmla="*/ 98044 h 147499"/>
                <a:gd name="csX252" fmla="*/ 10690 w 135356"/>
                <a:gd name="csY252" fmla="*/ 98835 h 147499"/>
                <a:gd name="csX253" fmla="*/ 10622 w 135356"/>
                <a:gd name="csY253" fmla="*/ 97420 h 147499"/>
                <a:gd name="csX254" fmla="*/ 11550 w 135356"/>
                <a:gd name="csY254" fmla="*/ 96225 h 147499"/>
                <a:gd name="csX255" fmla="*/ 12516 w 135356"/>
                <a:gd name="csY255" fmla="*/ 96065 h 147499"/>
                <a:gd name="csX256" fmla="*/ 11885 w 135356"/>
                <a:gd name="csY256" fmla="*/ 98044 h 1474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Lst>
              <a:rect l="l" t="t" r="r" b="b"/>
              <a:pathLst>
                <a:path w="135356" h="147499">
                  <a:moveTo>
                    <a:pt x="131925" y="13437"/>
                  </a:moveTo>
                  <a:lnTo>
                    <a:pt x="132504" y="15186"/>
                  </a:lnTo>
                  <a:lnTo>
                    <a:pt x="133873" y="16891"/>
                  </a:lnTo>
                  <a:lnTo>
                    <a:pt x="134588" y="18131"/>
                  </a:lnTo>
                  <a:lnTo>
                    <a:pt x="134733" y="19417"/>
                  </a:lnTo>
                  <a:lnTo>
                    <a:pt x="135357" y="20140"/>
                  </a:lnTo>
                  <a:lnTo>
                    <a:pt x="134269" y="20939"/>
                  </a:lnTo>
                  <a:lnTo>
                    <a:pt x="132838" y="20452"/>
                  </a:lnTo>
                  <a:lnTo>
                    <a:pt x="130456" y="20163"/>
                  </a:lnTo>
                  <a:lnTo>
                    <a:pt x="127405" y="22681"/>
                  </a:lnTo>
                  <a:lnTo>
                    <a:pt x="125716" y="23564"/>
                  </a:lnTo>
                  <a:lnTo>
                    <a:pt x="124529" y="26036"/>
                  </a:lnTo>
                  <a:lnTo>
                    <a:pt x="122148" y="27505"/>
                  </a:lnTo>
                  <a:lnTo>
                    <a:pt x="120847" y="29065"/>
                  </a:lnTo>
                  <a:lnTo>
                    <a:pt x="119158" y="31766"/>
                  </a:lnTo>
                  <a:lnTo>
                    <a:pt x="118047" y="34368"/>
                  </a:lnTo>
                  <a:lnTo>
                    <a:pt x="115483" y="37031"/>
                  </a:lnTo>
                  <a:lnTo>
                    <a:pt x="113984" y="40371"/>
                  </a:lnTo>
                  <a:lnTo>
                    <a:pt x="113901" y="43232"/>
                  </a:lnTo>
                  <a:lnTo>
                    <a:pt x="115536" y="46153"/>
                  </a:lnTo>
                  <a:lnTo>
                    <a:pt x="115688" y="48634"/>
                  </a:lnTo>
                  <a:lnTo>
                    <a:pt x="114547" y="53731"/>
                  </a:lnTo>
                  <a:lnTo>
                    <a:pt x="115179" y="59126"/>
                  </a:lnTo>
                  <a:lnTo>
                    <a:pt x="114471" y="61233"/>
                  </a:lnTo>
                  <a:lnTo>
                    <a:pt x="106619" y="64916"/>
                  </a:lnTo>
                  <a:lnTo>
                    <a:pt x="104564" y="66750"/>
                  </a:lnTo>
                  <a:lnTo>
                    <a:pt x="101681" y="71505"/>
                  </a:lnTo>
                  <a:lnTo>
                    <a:pt x="98166" y="73270"/>
                  </a:lnTo>
                  <a:lnTo>
                    <a:pt x="95982" y="75203"/>
                  </a:lnTo>
                  <a:lnTo>
                    <a:pt x="92962" y="76344"/>
                  </a:lnTo>
                  <a:lnTo>
                    <a:pt x="91029" y="79677"/>
                  </a:lnTo>
                  <a:lnTo>
                    <a:pt x="88906" y="81564"/>
                  </a:lnTo>
                  <a:lnTo>
                    <a:pt x="86380" y="82712"/>
                  </a:lnTo>
                  <a:lnTo>
                    <a:pt x="84486" y="84188"/>
                  </a:lnTo>
                  <a:lnTo>
                    <a:pt x="80255" y="84280"/>
                  </a:lnTo>
                  <a:lnTo>
                    <a:pt x="77265" y="85307"/>
                  </a:lnTo>
                  <a:lnTo>
                    <a:pt x="75143" y="88069"/>
                  </a:lnTo>
                  <a:lnTo>
                    <a:pt x="68759" y="91227"/>
                  </a:lnTo>
                  <a:lnTo>
                    <a:pt x="67892" y="93608"/>
                  </a:lnTo>
                  <a:lnTo>
                    <a:pt x="68317" y="97275"/>
                  </a:lnTo>
                  <a:lnTo>
                    <a:pt x="68355" y="100083"/>
                  </a:lnTo>
                  <a:lnTo>
                    <a:pt x="67800" y="102388"/>
                  </a:lnTo>
                  <a:lnTo>
                    <a:pt x="66400" y="101741"/>
                  </a:lnTo>
                  <a:lnTo>
                    <a:pt x="65647" y="102495"/>
                  </a:lnTo>
                  <a:lnTo>
                    <a:pt x="64817" y="104625"/>
                  </a:lnTo>
                  <a:lnTo>
                    <a:pt x="65053" y="107045"/>
                  </a:lnTo>
                  <a:lnTo>
                    <a:pt x="67245" y="107828"/>
                  </a:lnTo>
                  <a:lnTo>
                    <a:pt x="69033" y="108817"/>
                  </a:lnTo>
                  <a:lnTo>
                    <a:pt x="71551" y="109320"/>
                  </a:lnTo>
                  <a:lnTo>
                    <a:pt x="73415" y="110438"/>
                  </a:lnTo>
                  <a:lnTo>
                    <a:pt x="77379" y="115536"/>
                  </a:lnTo>
                  <a:lnTo>
                    <a:pt x="80613" y="117758"/>
                  </a:lnTo>
                  <a:lnTo>
                    <a:pt x="81450" y="118579"/>
                  </a:lnTo>
                  <a:lnTo>
                    <a:pt x="83306" y="119698"/>
                  </a:lnTo>
                  <a:lnTo>
                    <a:pt x="85018" y="121448"/>
                  </a:lnTo>
                  <a:lnTo>
                    <a:pt x="85985" y="123015"/>
                  </a:lnTo>
                  <a:lnTo>
                    <a:pt x="85231" y="123441"/>
                  </a:lnTo>
                  <a:lnTo>
                    <a:pt x="83945" y="125731"/>
                  </a:lnTo>
                  <a:lnTo>
                    <a:pt x="82743" y="128630"/>
                  </a:lnTo>
                  <a:lnTo>
                    <a:pt x="81587" y="130198"/>
                  </a:lnTo>
                  <a:lnTo>
                    <a:pt x="80255" y="131065"/>
                  </a:lnTo>
                  <a:lnTo>
                    <a:pt x="78817" y="131575"/>
                  </a:lnTo>
                  <a:lnTo>
                    <a:pt x="75964" y="131795"/>
                  </a:lnTo>
                  <a:lnTo>
                    <a:pt x="73385" y="131598"/>
                  </a:lnTo>
                  <a:lnTo>
                    <a:pt x="72555" y="131285"/>
                  </a:lnTo>
                  <a:lnTo>
                    <a:pt x="69010" y="131468"/>
                  </a:lnTo>
                  <a:lnTo>
                    <a:pt x="68005" y="131674"/>
                  </a:lnTo>
                  <a:lnTo>
                    <a:pt x="62915" y="131453"/>
                  </a:lnTo>
                  <a:lnTo>
                    <a:pt x="60252" y="131689"/>
                  </a:lnTo>
                  <a:lnTo>
                    <a:pt x="58555" y="132252"/>
                  </a:lnTo>
                  <a:lnTo>
                    <a:pt x="56828" y="133424"/>
                  </a:lnTo>
                  <a:lnTo>
                    <a:pt x="55345" y="135181"/>
                  </a:lnTo>
                  <a:lnTo>
                    <a:pt x="54036" y="137060"/>
                  </a:lnTo>
                  <a:lnTo>
                    <a:pt x="51373" y="140492"/>
                  </a:lnTo>
                  <a:lnTo>
                    <a:pt x="49509" y="142158"/>
                  </a:lnTo>
                  <a:lnTo>
                    <a:pt x="49501" y="144563"/>
                  </a:lnTo>
                  <a:lnTo>
                    <a:pt x="49456" y="145293"/>
                  </a:lnTo>
                  <a:lnTo>
                    <a:pt x="48801" y="145803"/>
                  </a:lnTo>
                  <a:lnTo>
                    <a:pt x="48581" y="145582"/>
                  </a:lnTo>
                  <a:lnTo>
                    <a:pt x="47500" y="145407"/>
                  </a:lnTo>
                  <a:lnTo>
                    <a:pt x="43171" y="143208"/>
                  </a:lnTo>
                  <a:lnTo>
                    <a:pt x="39603" y="144547"/>
                  </a:lnTo>
                  <a:lnTo>
                    <a:pt x="38705" y="146290"/>
                  </a:lnTo>
                  <a:lnTo>
                    <a:pt x="37761" y="146853"/>
                  </a:lnTo>
                  <a:lnTo>
                    <a:pt x="36339" y="143436"/>
                  </a:lnTo>
                  <a:lnTo>
                    <a:pt x="34018" y="143330"/>
                  </a:lnTo>
                  <a:lnTo>
                    <a:pt x="30335" y="140317"/>
                  </a:lnTo>
                  <a:lnTo>
                    <a:pt x="28753" y="140933"/>
                  </a:lnTo>
                  <a:lnTo>
                    <a:pt x="28350" y="142143"/>
                  </a:lnTo>
                  <a:lnTo>
                    <a:pt x="26326" y="144913"/>
                  </a:lnTo>
                  <a:lnTo>
                    <a:pt x="23503" y="147195"/>
                  </a:lnTo>
                  <a:lnTo>
                    <a:pt x="22590" y="147499"/>
                  </a:lnTo>
                  <a:lnTo>
                    <a:pt x="21548" y="147340"/>
                  </a:lnTo>
                  <a:lnTo>
                    <a:pt x="21700" y="146708"/>
                  </a:lnTo>
                  <a:lnTo>
                    <a:pt x="20551" y="144144"/>
                  </a:lnTo>
                  <a:lnTo>
                    <a:pt x="16092" y="143109"/>
                  </a:lnTo>
                  <a:lnTo>
                    <a:pt x="14487" y="142014"/>
                  </a:lnTo>
                  <a:lnTo>
                    <a:pt x="13673" y="141778"/>
                  </a:lnTo>
                  <a:lnTo>
                    <a:pt x="18040" y="138909"/>
                  </a:lnTo>
                  <a:lnTo>
                    <a:pt x="19181" y="138399"/>
                  </a:lnTo>
                  <a:lnTo>
                    <a:pt x="18329" y="137730"/>
                  </a:lnTo>
                  <a:lnTo>
                    <a:pt x="17386" y="137403"/>
                  </a:lnTo>
                  <a:lnTo>
                    <a:pt x="13802" y="137829"/>
                  </a:lnTo>
                  <a:lnTo>
                    <a:pt x="11930" y="136886"/>
                  </a:lnTo>
                  <a:lnTo>
                    <a:pt x="9207" y="137190"/>
                  </a:lnTo>
                  <a:lnTo>
                    <a:pt x="7312" y="136444"/>
                  </a:lnTo>
                  <a:lnTo>
                    <a:pt x="11238" y="133621"/>
                  </a:lnTo>
                  <a:lnTo>
                    <a:pt x="11413" y="131955"/>
                  </a:lnTo>
                  <a:lnTo>
                    <a:pt x="11367" y="130685"/>
                  </a:lnTo>
                  <a:lnTo>
                    <a:pt x="13353" y="126926"/>
                  </a:lnTo>
                  <a:lnTo>
                    <a:pt x="15354" y="124849"/>
                  </a:lnTo>
                  <a:lnTo>
                    <a:pt x="20536" y="121889"/>
                  </a:lnTo>
                  <a:lnTo>
                    <a:pt x="22788" y="121478"/>
                  </a:lnTo>
                  <a:lnTo>
                    <a:pt x="24424" y="121600"/>
                  </a:lnTo>
                  <a:lnTo>
                    <a:pt x="25763" y="121326"/>
                  </a:lnTo>
                  <a:lnTo>
                    <a:pt x="24355" y="120192"/>
                  </a:lnTo>
                  <a:lnTo>
                    <a:pt x="22978" y="119675"/>
                  </a:lnTo>
                  <a:lnTo>
                    <a:pt x="20300" y="119781"/>
                  </a:lnTo>
                  <a:lnTo>
                    <a:pt x="17523" y="118077"/>
                  </a:lnTo>
                  <a:lnTo>
                    <a:pt x="17279" y="116274"/>
                  </a:lnTo>
                  <a:lnTo>
                    <a:pt x="22666" y="104853"/>
                  </a:lnTo>
                  <a:lnTo>
                    <a:pt x="22742" y="103811"/>
                  </a:lnTo>
                  <a:lnTo>
                    <a:pt x="21905" y="101019"/>
                  </a:lnTo>
                  <a:lnTo>
                    <a:pt x="21631" y="98295"/>
                  </a:lnTo>
                  <a:lnTo>
                    <a:pt x="17766" y="96727"/>
                  </a:lnTo>
                  <a:lnTo>
                    <a:pt x="16054" y="96537"/>
                  </a:lnTo>
                  <a:lnTo>
                    <a:pt x="11101" y="93456"/>
                  </a:lnTo>
                  <a:lnTo>
                    <a:pt x="9123" y="91896"/>
                  </a:lnTo>
                  <a:lnTo>
                    <a:pt x="8339" y="92360"/>
                  </a:lnTo>
                  <a:lnTo>
                    <a:pt x="8195" y="94825"/>
                  </a:lnTo>
                  <a:lnTo>
                    <a:pt x="7487" y="95373"/>
                  </a:lnTo>
                  <a:lnTo>
                    <a:pt x="6186" y="95853"/>
                  </a:lnTo>
                  <a:lnTo>
                    <a:pt x="5531" y="93037"/>
                  </a:lnTo>
                  <a:lnTo>
                    <a:pt x="4459" y="90998"/>
                  </a:lnTo>
                  <a:lnTo>
                    <a:pt x="1172" y="88921"/>
                  </a:lnTo>
                  <a:lnTo>
                    <a:pt x="0" y="87780"/>
                  </a:lnTo>
                  <a:lnTo>
                    <a:pt x="563" y="85300"/>
                  </a:lnTo>
                  <a:lnTo>
                    <a:pt x="289" y="85079"/>
                  </a:lnTo>
                  <a:lnTo>
                    <a:pt x="807" y="82294"/>
                  </a:lnTo>
                  <a:lnTo>
                    <a:pt x="2823" y="80141"/>
                  </a:lnTo>
                  <a:lnTo>
                    <a:pt x="7761" y="76306"/>
                  </a:lnTo>
                  <a:lnTo>
                    <a:pt x="9031" y="74503"/>
                  </a:lnTo>
                  <a:lnTo>
                    <a:pt x="11542" y="72380"/>
                  </a:lnTo>
                  <a:lnTo>
                    <a:pt x="12669" y="72426"/>
                  </a:lnTo>
                  <a:lnTo>
                    <a:pt x="13832" y="72243"/>
                  </a:lnTo>
                  <a:lnTo>
                    <a:pt x="14182" y="71315"/>
                  </a:lnTo>
                  <a:lnTo>
                    <a:pt x="14449" y="70584"/>
                  </a:lnTo>
                  <a:lnTo>
                    <a:pt x="15453" y="69922"/>
                  </a:lnTo>
                  <a:lnTo>
                    <a:pt x="17865" y="68751"/>
                  </a:lnTo>
                  <a:lnTo>
                    <a:pt x="20604" y="67206"/>
                  </a:lnTo>
                  <a:lnTo>
                    <a:pt x="22796" y="66773"/>
                  </a:lnTo>
                  <a:lnTo>
                    <a:pt x="25481" y="64452"/>
                  </a:lnTo>
                  <a:lnTo>
                    <a:pt x="26577" y="63432"/>
                  </a:lnTo>
                  <a:lnTo>
                    <a:pt x="27680" y="63432"/>
                  </a:lnTo>
                  <a:lnTo>
                    <a:pt x="27977" y="62953"/>
                  </a:lnTo>
                  <a:lnTo>
                    <a:pt x="28601" y="61751"/>
                  </a:lnTo>
                  <a:lnTo>
                    <a:pt x="29453" y="60960"/>
                  </a:lnTo>
                  <a:lnTo>
                    <a:pt x="30640" y="60807"/>
                  </a:lnTo>
                  <a:lnTo>
                    <a:pt x="32580" y="60237"/>
                  </a:lnTo>
                  <a:lnTo>
                    <a:pt x="35015" y="59887"/>
                  </a:lnTo>
                  <a:lnTo>
                    <a:pt x="36673" y="57931"/>
                  </a:lnTo>
                  <a:lnTo>
                    <a:pt x="37236" y="56532"/>
                  </a:lnTo>
                  <a:lnTo>
                    <a:pt x="38340" y="54995"/>
                  </a:lnTo>
                  <a:lnTo>
                    <a:pt x="40668" y="53313"/>
                  </a:lnTo>
                  <a:lnTo>
                    <a:pt x="42273" y="50825"/>
                  </a:lnTo>
                  <a:lnTo>
                    <a:pt x="44046" y="48124"/>
                  </a:lnTo>
                  <a:lnTo>
                    <a:pt x="44891" y="47257"/>
                  </a:lnTo>
                  <a:lnTo>
                    <a:pt x="45720" y="47082"/>
                  </a:lnTo>
                  <a:lnTo>
                    <a:pt x="46207" y="46062"/>
                  </a:lnTo>
                  <a:lnTo>
                    <a:pt x="46778" y="43178"/>
                  </a:lnTo>
                  <a:lnTo>
                    <a:pt x="47592" y="40371"/>
                  </a:lnTo>
                  <a:lnTo>
                    <a:pt x="48071" y="39047"/>
                  </a:lnTo>
                  <a:lnTo>
                    <a:pt x="50125" y="37601"/>
                  </a:lnTo>
                  <a:lnTo>
                    <a:pt x="50643" y="36894"/>
                  </a:lnTo>
                  <a:lnTo>
                    <a:pt x="51107" y="36658"/>
                  </a:lnTo>
                  <a:lnTo>
                    <a:pt x="52058" y="36848"/>
                  </a:lnTo>
                  <a:lnTo>
                    <a:pt x="53336" y="35996"/>
                  </a:lnTo>
                  <a:lnTo>
                    <a:pt x="54531" y="35053"/>
                  </a:lnTo>
                  <a:lnTo>
                    <a:pt x="55627" y="35380"/>
                  </a:lnTo>
                  <a:lnTo>
                    <a:pt x="56737" y="36163"/>
                  </a:lnTo>
                  <a:lnTo>
                    <a:pt x="57894" y="37723"/>
                  </a:lnTo>
                  <a:lnTo>
                    <a:pt x="58411" y="38963"/>
                  </a:lnTo>
                  <a:lnTo>
                    <a:pt x="59324" y="39998"/>
                  </a:lnTo>
                  <a:lnTo>
                    <a:pt x="59499" y="41505"/>
                  </a:lnTo>
                  <a:lnTo>
                    <a:pt x="60419" y="42159"/>
                  </a:lnTo>
                  <a:lnTo>
                    <a:pt x="62368" y="42486"/>
                  </a:lnTo>
                  <a:lnTo>
                    <a:pt x="65556" y="43513"/>
                  </a:lnTo>
                  <a:lnTo>
                    <a:pt x="67618" y="43566"/>
                  </a:lnTo>
                  <a:lnTo>
                    <a:pt x="68797" y="44335"/>
                  </a:lnTo>
                  <a:lnTo>
                    <a:pt x="71262" y="44753"/>
                  </a:lnTo>
                  <a:lnTo>
                    <a:pt x="76192" y="44152"/>
                  </a:lnTo>
                  <a:lnTo>
                    <a:pt x="78208" y="44502"/>
                  </a:lnTo>
                  <a:lnTo>
                    <a:pt x="79053" y="45446"/>
                  </a:lnTo>
                  <a:lnTo>
                    <a:pt x="80301" y="46191"/>
                  </a:lnTo>
                  <a:lnTo>
                    <a:pt x="81115" y="46237"/>
                  </a:lnTo>
                  <a:lnTo>
                    <a:pt x="82203" y="44951"/>
                  </a:lnTo>
                  <a:lnTo>
                    <a:pt x="83367" y="42866"/>
                  </a:lnTo>
                  <a:lnTo>
                    <a:pt x="84135" y="41269"/>
                  </a:lnTo>
                  <a:lnTo>
                    <a:pt x="84105" y="39998"/>
                  </a:lnTo>
                  <a:lnTo>
                    <a:pt x="83428" y="38629"/>
                  </a:lnTo>
                  <a:lnTo>
                    <a:pt x="81807" y="37358"/>
                  </a:lnTo>
                  <a:lnTo>
                    <a:pt x="80735" y="35387"/>
                  </a:lnTo>
                  <a:lnTo>
                    <a:pt x="79715" y="33348"/>
                  </a:lnTo>
                  <a:lnTo>
                    <a:pt x="79114" y="32686"/>
                  </a:lnTo>
                  <a:lnTo>
                    <a:pt x="78627" y="31697"/>
                  </a:lnTo>
                  <a:lnTo>
                    <a:pt x="78536" y="30175"/>
                  </a:lnTo>
                  <a:lnTo>
                    <a:pt x="78885" y="29148"/>
                  </a:lnTo>
                  <a:lnTo>
                    <a:pt x="81343" y="28464"/>
                  </a:lnTo>
                  <a:lnTo>
                    <a:pt x="84493" y="28060"/>
                  </a:lnTo>
                  <a:lnTo>
                    <a:pt x="87042" y="28494"/>
                  </a:lnTo>
                  <a:lnTo>
                    <a:pt x="91303" y="28205"/>
                  </a:lnTo>
                  <a:lnTo>
                    <a:pt x="93920" y="27634"/>
                  </a:lnTo>
                  <a:lnTo>
                    <a:pt x="95860" y="27718"/>
                  </a:lnTo>
                  <a:lnTo>
                    <a:pt x="97641" y="27710"/>
                  </a:lnTo>
                  <a:lnTo>
                    <a:pt x="98432" y="26835"/>
                  </a:lnTo>
                  <a:lnTo>
                    <a:pt x="100920" y="24728"/>
                  </a:lnTo>
                  <a:lnTo>
                    <a:pt x="102122" y="23975"/>
                  </a:lnTo>
                  <a:lnTo>
                    <a:pt x="103446" y="22544"/>
                  </a:lnTo>
                  <a:lnTo>
                    <a:pt x="103651" y="21045"/>
                  </a:lnTo>
                  <a:lnTo>
                    <a:pt x="103918" y="19828"/>
                  </a:lnTo>
                  <a:lnTo>
                    <a:pt x="104663" y="18534"/>
                  </a:lnTo>
                  <a:lnTo>
                    <a:pt x="105972" y="16929"/>
                  </a:lnTo>
                  <a:lnTo>
                    <a:pt x="107083" y="16191"/>
                  </a:lnTo>
                  <a:lnTo>
                    <a:pt x="108323" y="16290"/>
                  </a:lnTo>
                  <a:lnTo>
                    <a:pt x="109624" y="17028"/>
                  </a:lnTo>
                  <a:lnTo>
                    <a:pt x="110454" y="17766"/>
                  </a:lnTo>
                  <a:lnTo>
                    <a:pt x="111390" y="17553"/>
                  </a:lnTo>
                  <a:lnTo>
                    <a:pt x="112173" y="16290"/>
                  </a:lnTo>
                  <a:lnTo>
                    <a:pt x="112683" y="16046"/>
                  </a:lnTo>
                  <a:lnTo>
                    <a:pt x="114167" y="15932"/>
                  </a:lnTo>
                  <a:lnTo>
                    <a:pt x="114646" y="15156"/>
                  </a:lnTo>
                  <a:lnTo>
                    <a:pt x="115217" y="11436"/>
                  </a:lnTo>
                  <a:lnTo>
                    <a:pt x="115787" y="8499"/>
                  </a:lnTo>
                  <a:lnTo>
                    <a:pt x="115909" y="6437"/>
                  </a:lnTo>
                  <a:lnTo>
                    <a:pt x="117240" y="3020"/>
                  </a:lnTo>
                  <a:lnTo>
                    <a:pt x="117667" y="959"/>
                  </a:lnTo>
                  <a:lnTo>
                    <a:pt x="118458" y="0"/>
                  </a:lnTo>
                  <a:lnTo>
                    <a:pt x="119371" y="68"/>
                  </a:lnTo>
                  <a:lnTo>
                    <a:pt x="120140" y="677"/>
                  </a:lnTo>
                  <a:lnTo>
                    <a:pt x="121106" y="1027"/>
                  </a:lnTo>
                  <a:lnTo>
                    <a:pt x="122391" y="692"/>
                  </a:lnTo>
                  <a:lnTo>
                    <a:pt x="123297" y="1217"/>
                  </a:lnTo>
                  <a:lnTo>
                    <a:pt x="123860" y="2328"/>
                  </a:lnTo>
                  <a:lnTo>
                    <a:pt x="125762" y="3089"/>
                  </a:lnTo>
                  <a:lnTo>
                    <a:pt x="125937" y="3644"/>
                  </a:lnTo>
                  <a:lnTo>
                    <a:pt x="125892" y="7350"/>
                  </a:lnTo>
                  <a:lnTo>
                    <a:pt x="126934" y="9085"/>
                  </a:lnTo>
                  <a:lnTo>
                    <a:pt x="128334" y="10652"/>
                  </a:lnTo>
                  <a:lnTo>
                    <a:pt x="130243" y="12075"/>
                  </a:lnTo>
                  <a:lnTo>
                    <a:pt x="131271" y="12394"/>
                  </a:lnTo>
                  <a:lnTo>
                    <a:pt x="131925" y="13437"/>
                  </a:lnTo>
                  <a:close/>
                  <a:moveTo>
                    <a:pt x="11885" y="98044"/>
                  </a:moveTo>
                  <a:lnTo>
                    <a:pt x="10690" y="98835"/>
                  </a:lnTo>
                  <a:lnTo>
                    <a:pt x="10622" y="97420"/>
                  </a:lnTo>
                  <a:lnTo>
                    <a:pt x="11550" y="96225"/>
                  </a:lnTo>
                  <a:lnTo>
                    <a:pt x="12516" y="96065"/>
                  </a:lnTo>
                  <a:lnTo>
                    <a:pt x="11885" y="98044"/>
                  </a:lnTo>
                  <a:close/>
                </a:path>
              </a:pathLst>
            </a:custGeom>
            <a:solidFill>
              <a:srgbClr val="2562E8"/>
            </a:solidFill>
            <a:ln w="6168" cap="flat">
              <a:solidFill>
                <a:srgbClr val="2562E8"/>
              </a:solidFill>
              <a:prstDash val="solid"/>
              <a:miter/>
            </a:ln>
          </p:spPr>
          <p:txBody>
            <a:bodyPr/>
            <a:lstStyle/>
            <a:p>
              <a:endParaRPr lang="en-US"/>
            </a:p>
          </p:txBody>
        </p:sp>
        <p:sp>
          <p:nvSpPr>
            <p:cNvPr id="2244" name="Freeform: Shape 2243">
              <a:extLst>
                <a:ext uri="{FF2B5EF4-FFF2-40B4-BE49-F238E27FC236}">
                  <a16:creationId xmlns:a16="http://schemas.microsoft.com/office/drawing/2014/main" id="{C858D4CA-4063-2D59-AC62-F4C4AAE9A471}"/>
                </a:ext>
              </a:extLst>
            </p:cNvPr>
            <p:cNvSpPr/>
            <p:nvPr/>
          </p:nvSpPr>
          <p:spPr>
            <a:xfrm>
              <a:off x="12264548" y="4113960"/>
              <a:ext cx="105203" cy="142439"/>
            </a:xfrm>
            <a:custGeom>
              <a:avLst/>
              <a:gdLst>
                <a:gd name="csX0" fmla="*/ 13376 w 105203"/>
                <a:gd name="csY0" fmla="*/ 22788 h 142439"/>
                <a:gd name="csX1" fmla="*/ 14030 w 105203"/>
                <a:gd name="csY1" fmla="*/ 22278 h 142439"/>
                <a:gd name="csX2" fmla="*/ 14076 w 105203"/>
                <a:gd name="csY2" fmla="*/ 21547 h 142439"/>
                <a:gd name="csX3" fmla="*/ 14084 w 105203"/>
                <a:gd name="csY3" fmla="*/ 19143 h 142439"/>
                <a:gd name="csX4" fmla="*/ 15948 w 105203"/>
                <a:gd name="csY4" fmla="*/ 17477 h 142439"/>
                <a:gd name="csX5" fmla="*/ 18610 w 105203"/>
                <a:gd name="csY5" fmla="*/ 14045 h 142439"/>
                <a:gd name="csX6" fmla="*/ 19919 w 105203"/>
                <a:gd name="csY6" fmla="*/ 12166 h 142439"/>
                <a:gd name="csX7" fmla="*/ 21403 w 105203"/>
                <a:gd name="csY7" fmla="*/ 10409 h 142439"/>
                <a:gd name="csX8" fmla="*/ 23130 w 105203"/>
                <a:gd name="csY8" fmla="*/ 9237 h 142439"/>
                <a:gd name="csX9" fmla="*/ 24827 w 105203"/>
                <a:gd name="csY9" fmla="*/ 8674 h 142439"/>
                <a:gd name="csX10" fmla="*/ 27490 w 105203"/>
                <a:gd name="csY10" fmla="*/ 8438 h 142439"/>
                <a:gd name="csX11" fmla="*/ 32580 w 105203"/>
                <a:gd name="csY11" fmla="*/ 8659 h 142439"/>
                <a:gd name="csX12" fmla="*/ 33584 w 105203"/>
                <a:gd name="csY12" fmla="*/ 8453 h 142439"/>
                <a:gd name="csX13" fmla="*/ 37130 w 105203"/>
                <a:gd name="csY13" fmla="*/ 8271 h 142439"/>
                <a:gd name="csX14" fmla="*/ 37959 w 105203"/>
                <a:gd name="csY14" fmla="*/ 8582 h 142439"/>
                <a:gd name="csX15" fmla="*/ 40538 w 105203"/>
                <a:gd name="csY15" fmla="*/ 8780 h 142439"/>
                <a:gd name="csX16" fmla="*/ 43392 w 105203"/>
                <a:gd name="csY16" fmla="*/ 8560 h 142439"/>
                <a:gd name="csX17" fmla="*/ 44830 w 105203"/>
                <a:gd name="csY17" fmla="*/ 8050 h 142439"/>
                <a:gd name="csX18" fmla="*/ 46161 w 105203"/>
                <a:gd name="csY18" fmla="*/ 7182 h 142439"/>
                <a:gd name="csX19" fmla="*/ 47318 w 105203"/>
                <a:gd name="csY19" fmla="*/ 5615 h 142439"/>
                <a:gd name="csX20" fmla="*/ 48520 w 105203"/>
                <a:gd name="csY20" fmla="*/ 2716 h 142439"/>
                <a:gd name="csX21" fmla="*/ 49806 w 105203"/>
                <a:gd name="csY21" fmla="*/ 426 h 142439"/>
                <a:gd name="csX22" fmla="*/ 50559 w 105203"/>
                <a:gd name="csY22" fmla="*/ 0 h 142439"/>
                <a:gd name="csX23" fmla="*/ 55778 w 105203"/>
                <a:gd name="csY23" fmla="*/ 12136 h 142439"/>
                <a:gd name="csX24" fmla="*/ 60762 w 105203"/>
                <a:gd name="csY24" fmla="*/ 19942 h 142439"/>
                <a:gd name="csX25" fmla="*/ 65015 w 105203"/>
                <a:gd name="csY25" fmla="*/ 25572 h 142439"/>
                <a:gd name="csX26" fmla="*/ 71072 w 105203"/>
                <a:gd name="csY26" fmla="*/ 36369 h 142439"/>
                <a:gd name="csX27" fmla="*/ 72844 w 105203"/>
                <a:gd name="csY27" fmla="*/ 42121 h 142439"/>
                <a:gd name="csX28" fmla="*/ 73012 w 105203"/>
                <a:gd name="csY28" fmla="*/ 45674 h 142439"/>
                <a:gd name="csX29" fmla="*/ 74024 w 105203"/>
                <a:gd name="csY29" fmla="*/ 50551 h 142439"/>
                <a:gd name="csX30" fmla="*/ 73164 w 105203"/>
                <a:gd name="csY30" fmla="*/ 53344 h 142439"/>
                <a:gd name="csX31" fmla="*/ 73415 w 105203"/>
                <a:gd name="csY31" fmla="*/ 57734 h 142439"/>
                <a:gd name="csX32" fmla="*/ 73035 w 105203"/>
                <a:gd name="csY32" fmla="*/ 59986 h 142439"/>
                <a:gd name="csX33" fmla="*/ 72289 w 105203"/>
                <a:gd name="csY33" fmla="*/ 61644 h 142439"/>
                <a:gd name="csX34" fmla="*/ 72266 w 105203"/>
                <a:gd name="csY34" fmla="*/ 64825 h 142439"/>
                <a:gd name="csX35" fmla="*/ 72502 w 105203"/>
                <a:gd name="csY35" fmla="*/ 66522 h 142439"/>
                <a:gd name="csX36" fmla="*/ 72525 w 105203"/>
                <a:gd name="csY36" fmla="*/ 68774 h 142439"/>
                <a:gd name="csX37" fmla="*/ 73004 w 105203"/>
                <a:gd name="csY37" fmla="*/ 69649 h 142439"/>
                <a:gd name="csX38" fmla="*/ 73696 w 105203"/>
                <a:gd name="csY38" fmla="*/ 69968 h 142439"/>
                <a:gd name="csX39" fmla="*/ 74800 w 105203"/>
                <a:gd name="csY39" fmla="*/ 69154 h 142439"/>
                <a:gd name="csX40" fmla="*/ 76147 w 105203"/>
                <a:gd name="csY40" fmla="*/ 68812 h 142439"/>
                <a:gd name="csX41" fmla="*/ 75911 w 105203"/>
                <a:gd name="csY41" fmla="*/ 71513 h 142439"/>
                <a:gd name="csX42" fmla="*/ 74282 w 105203"/>
                <a:gd name="csY42" fmla="*/ 78338 h 142439"/>
                <a:gd name="csX43" fmla="*/ 72867 w 105203"/>
                <a:gd name="csY43" fmla="*/ 83291 h 142439"/>
                <a:gd name="csX44" fmla="*/ 70942 w 105203"/>
                <a:gd name="csY44" fmla="*/ 87597 h 142439"/>
                <a:gd name="csX45" fmla="*/ 68492 w 105203"/>
                <a:gd name="csY45" fmla="*/ 91531 h 142439"/>
                <a:gd name="csX46" fmla="*/ 65556 w 105203"/>
                <a:gd name="csY46" fmla="*/ 93068 h 142439"/>
                <a:gd name="csX47" fmla="*/ 63494 w 105203"/>
                <a:gd name="csY47" fmla="*/ 93616 h 142439"/>
                <a:gd name="csX48" fmla="*/ 59552 w 105203"/>
                <a:gd name="csY48" fmla="*/ 93813 h 142439"/>
                <a:gd name="csX49" fmla="*/ 56281 w 105203"/>
                <a:gd name="csY49" fmla="*/ 93152 h 142439"/>
                <a:gd name="csX50" fmla="*/ 53473 w 105203"/>
                <a:gd name="csY50" fmla="*/ 93631 h 142439"/>
                <a:gd name="csX51" fmla="*/ 52347 w 105203"/>
                <a:gd name="csY51" fmla="*/ 94445 h 142439"/>
                <a:gd name="csX52" fmla="*/ 51510 w 105203"/>
                <a:gd name="csY52" fmla="*/ 95845 h 142439"/>
                <a:gd name="csX53" fmla="*/ 52126 w 105203"/>
                <a:gd name="csY53" fmla="*/ 98013 h 142439"/>
                <a:gd name="csX54" fmla="*/ 52043 w 105203"/>
                <a:gd name="csY54" fmla="*/ 99611 h 142439"/>
                <a:gd name="csX55" fmla="*/ 50841 w 105203"/>
                <a:gd name="csY55" fmla="*/ 99489 h 142439"/>
                <a:gd name="csX56" fmla="*/ 48459 w 105203"/>
                <a:gd name="csY56" fmla="*/ 98561 h 142439"/>
                <a:gd name="csX57" fmla="*/ 45819 w 105203"/>
                <a:gd name="csY57" fmla="*/ 98432 h 142439"/>
                <a:gd name="csX58" fmla="*/ 44586 w 105203"/>
                <a:gd name="csY58" fmla="*/ 97968 h 142439"/>
                <a:gd name="csX59" fmla="*/ 43338 w 105203"/>
                <a:gd name="csY59" fmla="*/ 95677 h 142439"/>
                <a:gd name="csX60" fmla="*/ 42068 w 105203"/>
                <a:gd name="csY60" fmla="*/ 95761 h 142439"/>
                <a:gd name="csX61" fmla="*/ 39861 w 105203"/>
                <a:gd name="csY61" fmla="*/ 97123 h 142439"/>
                <a:gd name="csX62" fmla="*/ 36483 w 105203"/>
                <a:gd name="csY62" fmla="*/ 97428 h 142439"/>
                <a:gd name="csX63" fmla="*/ 35296 w 105203"/>
                <a:gd name="csY63" fmla="*/ 98166 h 142439"/>
                <a:gd name="csX64" fmla="*/ 34870 w 105203"/>
                <a:gd name="csY64" fmla="*/ 99117 h 142439"/>
                <a:gd name="csX65" fmla="*/ 35357 w 105203"/>
                <a:gd name="csY65" fmla="*/ 100319 h 142439"/>
                <a:gd name="csX66" fmla="*/ 37062 w 105203"/>
                <a:gd name="csY66" fmla="*/ 101894 h 142439"/>
                <a:gd name="csX67" fmla="*/ 36491 w 105203"/>
                <a:gd name="csY67" fmla="*/ 103484 h 142439"/>
                <a:gd name="csX68" fmla="*/ 34726 w 105203"/>
                <a:gd name="csY68" fmla="*/ 104275 h 142439"/>
                <a:gd name="csX69" fmla="*/ 33295 w 105203"/>
                <a:gd name="csY69" fmla="*/ 102320 h 142439"/>
                <a:gd name="csX70" fmla="*/ 32405 w 105203"/>
                <a:gd name="csY70" fmla="*/ 100402 h 142439"/>
                <a:gd name="csX71" fmla="*/ 31408 w 105203"/>
                <a:gd name="csY71" fmla="*/ 100296 h 142439"/>
                <a:gd name="csX72" fmla="*/ 29856 w 105203"/>
                <a:gd name="csY72" fmla="*/ 100844 h 142439"/>
                <a:gd name="csX73" fmla="*/ 29544 w 105203"/>
                <a:gd name="csY73" fmla="*/ 102913 h 142439"/>
                <a:gd name="csX74" fmla="*/ 30267 w 105203"/>
                <a:gd name="csY74" fmla="*/ 104321 h 142439"/>
                <a:gd name="csX75" fmla="*/ 31454 w 105203"/>
                <a:gd name="csY75" fmla="*/ 105957 h 142439"/>
                <a:gd name="csX76" fmla="*/ 29787 w 105203"/>
                <a:gd name="csY76" fmla="*/ 107836 h 142439"/>
                <a:gd name="csX77" fmla="*/ 29346 w 105203"/>
                <a:gd name="csY77" fmla="*/ 109175 h 142439"/>
                <a:gd name="csX78" fmla="*/ 28152 w 105203"/>
                <a:gd name="csY78" fmla="*/ 110134 h 142439"/>
                <a:gd name="csX79" fmla="*/ 24926 w 105203"/>
                <a:gd name="csY79" fmla="*/ 107996 h 142439"/>
                <a:gd name="csX80" fmla="*/ 25390 w 105203"/>
                <a:gd name="csY80" fmla="*/ 106474 h 142439"/>
                <a:gd name="csX81" fmla="*/ 26790 w 105203"/>
                <a:gd name="csY81" fmla="*/ 105013 h 142439"/>
                <a:gd name="csX82" fmla="*/ 26957 w 105203"/>
                <a:gd name="csY82" fmla="*/ 103492 h 142439"/>
                <a:gd name="csX83" fmla="*/ 26493 w 105203"/>
                <a:gd name="csY83" fmla="*/ 102594 h 142439"/>
                <a:gd name="csX84" fmla="*/ 21882 w 105203"/>
                <a:gd name="csY84" fmla="*/ 106429 h 142439"/>
                <a:gd name="csX85" fmla="*/ 19037 w 105203"/>
                <a:gd name="csY85" fmla="*/ 110765 h 142439"/>
                <a:gd name="csX86" fmla="*/ 17515 w 105203"/>
                <a:gd name="csY86" fmla="*/ 110446 h 142439"/>
                <a:gd name="csX87" fmla="*/ 16883 w 105203"/>
                <a:gd name="csY87" fmla="*/ 109335 h 142439"/>
                <a:gd name="csX88" fmla="*/ 15993 w 105203"/>
                <a:gd name="csY88" fmla="*/ 108878 h 142439"/>
                <a:gd name="csX89" fmla="*/ 12919 w 105203"/>
                <a:gd name="csY89" fmla="*/ 111671 h 142439"/>
                <a:gd name="csX90" fmla="*/ 12356 w 105203"/>
                <a:gd name="csY90" fmla="*/ 113885 h 142439"/>
                <a:gd name="csX91" fmla="*/ 11230 w 105203"/>
                <a:gd name="csY91" fmla="*/ 113969 h 142439"/>
                <a:gd name="csX92" fmla="*/ 10736 w 105203"/>
                <a:gd name="csY92" fmla="*/ 113033 h 142439"/>
                <a:gd name="csX93" fmla="*/ 10698 w 105203"/>
                <a:gd name="csY93" fmla="*/ 111024 h 142439"/>
                <a:gd name="csX94" fmla="*/ 10172 w 105203"/>
                <a:gd name="csY94" fmla="*/ 109335 h 142439"/>
                <a:gd name="csX95" fmla="*/ 6985 w 105203"/>
                <a:gd name="csY95" fmla="*/ 106870 h 142439"/>
                <a:gd name="csX96" fmla="*/ 5539 w 105203"/>
                <a:gd name="csY96" fmla="*/ 104709 h 142439"/>
                <a:gd name="csX97" fmla="*/ 6323 w 105203"/>
                <a:gd name="csY97" fmla="*/ 103499 h 142439"/>
                <a:gd name="csX98" fmla="*/ 8986 w 105203"/>
                <a:gd name="csY98" fmla="*/ 104154 h 142439"/>
                <a:gd name="csX99" fmla="*/ 11093 w 105203"/>
                <a:gd name="csY99" fmla="*/ 104070 h 142439"/>
                <a:gd name="csX100" fmla="*/ 10675 w 105203"/>
                <a:gd name="csY100" fmla="*/ 103043 h 142439"/>
                <a:gd name="csX101" fmla="*/ 9983 w 105203"/>
                <a:gd name="csY101" fmla="*/ 102556 h 142439"/>
                <a:gd name="csX102" fmla="*/ 11390 w 105203"/>
                <a:gd name="csY102" fmla="*/ 101977 h 142439"/>
                <a:gd name="csX103" fmla="*/ 12562 w 105203"/>
                <a:gd name="csY103" fmla="*/ 100798 h 142439"/>
                <a:gd name="csX104" fmla="*/ 11588 w 105203"/>
                <a:gd name="csY104" fmla="*/ 100479 h 142439"/>
                <a:gd name="csX105" fmla="*/ 10112 w 105203"/>
                <a:gd name="csY105" fmla="*/ 101163 h 142439"/>
                <a:gd name="csX106" fmla="*/ 8879 w 105203"/>
                <a:gd name="csY106" fmla="*/ 100828 h 142439"/>
                <a:gd name="csX107" fmla="*/ 8392 w 105203"/>
                <a:gd name="csY107" fmla="*/ 97991 h 142439"/>
                <a:gd name="csX108" fmla="*/ 6893 w 105203"/>
                <a:gd name="csY108" fmla="*/ 95077 h 142439"/>
                <a:gd name="csX109" fmla="*/ 6110 w 105203"/>
                <a:gd name="csY109" fmla="*/ 92246 h 142439"/>
                <a:gd name="csX110" fmla="*/ 7593 w 105203"/>
                <a:gd name="csY110" fmla="*/ 90618 h 142439"/>
                <a:gd name="csX111" fmla="*/ 8346 w 105203"/>
                <a:gd name="csY111" fmla="*/ 88077 h 142439"/>
                <a:gd name="csX112" fmla="*/ 9731 w 105203"/>
                <a:gd name="csY112" fmla="*/ 84394 h 142439"/>
                <a:gd name="csX113" fmla="*/ 10424 w 105203"/>
                <a:gd name="csY113" fmla="*/ 83200 h 142439"/>
                <a:gd name="csX114" fmla="*/ 12334 w 105203"/>
                <a:gd name="csY114" fmla="*/ 82332 h 142439"/>
                <a:gd name="csX115" fmla="*/ 13011 w 105203"/>
                <a:gd name="csY115" fmla="*/ 81381 h 142439"/>
                <a:gd name="csX116" fmla="*/ 11961 w 105203"/>
                <a:gd name="csY116" fmla="*/ 80894 h 142439"/>
                <a:gd name="csX117" fmla="*/ 10287 w 105203"/>
                <a:gd name="csY117" fmla="*/ 80460 h 142439"/>
                <a:gd name="csX118" fmla="*/ 10325 w 105203"/>
                <a:gd name="csY118" fmla="*/ 79395 h 142439"/>
                <a:gd name="csX119" fmla="*/ 11466 w 105203"/>
                <a:gd name="csY119" fmla="*/ 78817 h 142439"/>
                <a:gd name="csX120" fmla="*/ 12744 w 105203"/>
                <a:gd name="csY120" fmla="*/ 77638 h 142439"/>
                <a:gd name="csX121" fmla="*/ 15210 w 105203"/>
                <a:gd name="csY121" fmla="*/ 76207 h 142439"/>
                <a:gd name="csX122" fmla="*/ 15978 w 105203"/>
                <a:gd name="csY122" fmla="*/ 73506 h 142439"/>
                <a:gd name="csX123" fmla="*/ 15263 w 105203"/>
                <a:gd name="csY123" fmla="*/ 72821 h 142439"/>
                <a:gd name="csX124" fmla="*/ 13718 w 105203"/>
                <a:gd name="csY124" fmla="*/ 72182 h 142439"/>
                <a:gd name="csX125" fmla="*/ 14068 w 105203"/>
                <a:gd name="csY125" fmla="*/ 70813 h 142439"/>
                <a:gd name="csX126" fmla="*/ 14707 w 105203"/>
                <a:gd name="csY126" fmla="*/ 69770 h 142439"/>
                <a:gd name="csX127" fmla="*/ 14464 w 105203"/>
                <a:gd name="csY127" fmla="*/ 69146 h 142439"/>
                <a:gd name="csX128" fmla="*/ 12645 w 105203"/>
                <a:gd name="csY128" fmla="*/ 67381 h 142439"/>
                <a:gd name="csX129" fmla="*/ 11444 w 105203"/>
                <a:gd name="csY129" fmla="*/ 65776 h 142439"/>
                <a:gd name="csX130" fmla="*/ 11801 w 105203"/>
                <a:gd name="csY130" fmla="*/ 63942 h 142439"/>
                <a:gd name="csX131" fmla="*/ 11527 w 105203"/>
                <a:gd name="csY131" fmla="*/ 61165 h 142439"/>
                <a:gd name="csX132" fmla="*/ 11687 w 105203"/>
                <a:gd name="csY132" fmla="*/ 58829 h 142439"/>
                <a:gd name="csX133" fmla="*/ 11603 w 105203"/>
                <a:gd name="csY133" fmla="*/ 57559 h 142439"/>
                <a:gd name="csX134" fmla="*/ 10713 w 105203"/>
                <a:gd name="csY134" fmla="*/ 54706 h 142439"/>
                <a:gd name="csX135" fmla="*/ 10309 w 105203"/>
                <a:gd name="csY135" fmla="*/ 51837 h 142439"/>
                <a:gd name="csX136" fmla="*/ 9146 w 105203"/>
                <a:gd name="csY136" fmla="*/ 52256 h 142439"/>
                <a:gd name="csX137" fmla="*/ 8202 w 105203"/>
                <a:gd name="csY137" fmla="*/ 52971 h 142439"/>
                <a:gd name="csX138" fmla="*/ 4832 w 105203"/>
                <a:gd name="csY138" fmla="*/ 51959 h 142439"/>
                <a:gd name="csX139" fmla="*/ 3759 w 105203"/>
                <a:gd name="csY139" fmla="*/ 51898 h 142439"/>
                <a:gd name="csX140" fmla="*/ 3325 w 105203"/>
                <a:gd name="csY140" fmla="*/ 49767 h 142439"/>
                <a:gd name="csX141" fmla="*/ 4535 w 105203"/>
                <a:gd name="csY141" fmla="*/ 47143 h 142439"/>
                <a:gd name="csX142" fmla="*/ 7403 w 105203"/>
                <a:gd name="csY142" fmla="*/ 44822 h 142439"/>
                <a:gd name="csX143" fmla="*/ 9054 w 105203"/>
                <a:gd name="csY143" fmla="*/ 44533 h 142439"/>
                <a:gd name="csX144" fmla="*/ 10295 w 105203"/>
                <a:gd name="csY144" fmla="*/ 43513 h 142439"/>
                <a:gd name="csX145" fmla="*/ 12235 w 105203"/>
                <a:gd name="csY145" fmla="*/ 43194 h 142439"/>
                <a:gd name="csX146" fmla="*/ 14563 w 105203"/>
                <a:gd name="csY146" fmla="*/ 44776 h 142439"/>
                <a:gd name="csX147" fmla="*/ 16647 w 105203"/>
                <a:gd name="csY147" fmla="*/ 45096 h 142439"/>
                <a:gd name="csX148" fmla="*/ 17804 w 105203"/>
                <a:gd name="csY148" fmla="*/ 47812 h 142439"/>
                <a:gd name="csX149" fmla="*/ 18519 w 105203"/>
                <a:gd name="csY149" fmla="*/ 48390 h 142439"/>
                <a:gd name="csX150" fmla="*/ 18671 w 105203"/>
                <a:gd name="csY150" fmla="*/ 47394 h 142439"/>
                <a:gd name="csX151" fmla="*/ 20361 w 105203"/>
                <a:gd name="csY151" fmla="*/ 46222 h 142439"/>
                <a:gd name="csX152" fmla="*/ 20764 w 105203"/>
                <a:gd name="csY152" fmla="*/ 45339 h 142439"/>
                <a:gd name="csX153" fmla="*/ 20399 w 105203"/>
                <a:gd name="csY153" fmla="*/ 44852 h 142439"/>
                <a:gd name="csX154" fmla="*/ 18459 w 105203"/>
                <a:gd name="csY154" fmla="*/ 44373 h 142439"/>
                <a:gd name="csX155" fmla="*/ 16716 w 105203"/>
                <a:gd name="csY155" fmla="*/ 40995 h 142439"/>
                <a:gd name="csX156" fmla="*/ 16472 w 105203"/>
                <a:gd name="csY156" fmla="*/ 39511 h 142439"/>
                <a:gd name="csX157" fmla="*/ 15841 w 105203"/>
                <a:gd name="csY157" fmla="*/ 38568 h 142439"/>
                <a:gd name="csX158" fmla="*/ 16777 w 105203"/>
                <a:gd name="csY158" fmla="*/ 35859 h 142439"/>
                <a:gd name="csX159" fmla="*/ 14761 w 105203"/>
                <a:gd name="csY159" fmla="*/ 32762 h 142439"/>
                <a:gd name="csX160" fmla="*/ 13779 w 105203"/>
                <a:gd name="csY160" fmla="*/ 31789 h 142439"/>
                <a:gd name="csX161" fmla="*/ 13924 w 105203"/>
                <a:gd name="csY161" fmla="*/ 28996 h 142439"/>
                <a:gd name="csX162" fmla="*/ 12874 w 105203"/>
                <a:gd name="csY162" fmla="*/ 27223 h 142439"/>
                <a:gd name="csX163" fmla="*/ 12288 w 105203"/>
                <a:gd name="csY163" fmla="*/ 26249 h 142439"/>
                <a:gd name="csX164" fmla="*/ 11930 w 105203"/>
                <a:gd name="csY164" fmla="*/ 24560 h 142439"/>
                <a:gd name="csX165" fmla="*/ 12235 w 105203"/>
                <a:gd name="csY165" fmla="*/ 23800 h 142439"/>
                <a:gd name="csX166" fmla="*/ 13148 w 105203"/>
                <a:gd name="csY166" fmla="*/ 23510 h 142439"/>
                <a:gd name="csX167" fmla="*/ 13376 w 105203"/>
                <a:gd name="csY167" fmla="*/ 22788 h 142439"/>
                <a:gd name="csX168" fmla="*/ 10956 w 105203"/>
                <a:gd name="csY168" fmla="*/ 23997 h 142439"/>
                <a:gd name="csX169" fmla="*/ 10857 w 105203"/>
                <a:gd name="csY169" fmla="*/ 27551 h 142439"/>
                <a:gd name="csX170" fmla="*/ 9678 w 105203"/>
                <a:gd name="csY170" fmla="*/ 27398 h 142439"/>
                <a:gd name="csX171" fmla="*/ 8879 w 105203"/>
                <a:gd name="csY171" fmla="*/ 27041 h 142439"/>
                <a:gd name="csX172" fmla="*/ 8537 w 105203"/>
                <a:gd name="csY172" fmla="*/ 26348 h 142439"/>
                <a:gd name="csX173" fmla="*/ 7730 w 105203"/>
                <a:gd name="csY173" fmla="*/ 23054 h 142439"/>
                <a:gd name="csX174" fmla="*/ 8636 w 105203"/>
                <a:gd name="csY174" fmla="*/ 21692 h 142439"/>
                <a:gd name="csX175" fmla="*/ 10378 w 105203"/>
                <a:gd name="csY175" fmla="*/ 22773 h 142439"/>
                <a:gd name="csX176" fmla="*/ 10956 w 105203"/>
                <a:gd name="csY176" fmla="*/ 23997 h 142439"/>
                <a:gd name="csX177" fmla="*/ 104816 w 105203"/>
                <a:gd name="csY177" fmla="*/ 30936 h 142439"/>
                <a:gd name="csX178" fmla="*/ 103842 w 105203"/>
                <a:gd name="csY178" fmla="*/ 31728 h 142439"/>
                <a:gd name="csX179" fmla="*/ 102693 w 105203"/>
                <a:gd name="csY179" fmla="*/ 30936 h 142439"/>
                <a:gd name="csX180" fmla="*/ 102548 w 105203"/>
                <a:gd name="csY180" fmla="*/ 30092 h 142439"/>
                <a:gd name="csX181" fmla="*/ 103149 w 105203"/>
                <a:gd name="csY181" fmla="*/ 29361 h 142439"/>
                <a:gd name="csX182" fmla="*/ 104550 w 105203"/>
                <a:gd name="csY182" fmla="*/ 28920 h 142439"/>
                <a:gd name="csX183" fmla="*/ 105204 w 105203"/>
                <a:gd name="csY183" fmla="*/ 29559 h 142439"/>
                <a:gd name="csX184" fmla="*/ 104816 w 105203"/>
                <a:gd name="csY184" fmla="*/ 30936 h 142439"/>
                <a:gd name="csX185" fmla="*/ 8750 w 105203"/>
                <a:gd name="csY185" fmla="*/ 57171 h 142439"/>
                <a:gd name="csX186" fmla="*/ 8461 w 105203"/>
                <a:gd name="csY186" fmla="*/ 58883 h 142439"/>
                <a:gd name="csX187" fmla="*/ 7046 w 105203"/>
                <a:gd name="csY187" fmla="*/ 57757 h 142439"/>
                <a:gd name="csX188" fmla="*/ 6635 w 105203"/>
                <a:gd name="csY188" fmla="*/ 53998 h 142439"/>
                <a:gd name="csX189" fmla="*/ 8088 w 105203"/>
                <a:gd name="csY189" fmla="*/ 55094 h 142439"/>
                <a:gd name="csX190" fmla="*/ 8750 w 105203"/>
                <a:gd name="csY190" fmla="*/ 57171 h 142439"/>
                <a:gd name="csX191" fmla="*/ 58373 w 105203"/>
                <a:gd name="csY191" fmla="*/ 101498 h 142439"/>
                <a:gd name="csX192" fmla="*/ 56357 w 105203"/>
                <a:gd name="csY192" fmla="*/ 103096 h 142439"/>
                <a:gd name="csX193" fmla="*/ 53640 w 105203"/>
                <a:gd name="csY193" fmla="*/ 100950 h 142439"/>
                <a:gd name="csX194" fmla="*/ 52994 w 105203"/>
                <a:gd name="csY194" fmla="*/ 99771 h 142439"/>
                <a:gd name="csX195" fmla="*/ 55056 w 105203"/>
                <a:gd name="csY195" fmla="*/ 98029 h 142439"/>
                <a:gd name="csX196" fmla="*/ 56806 w 105203"/>
                <a:gd name="csY196" fmla="*/ 96043 h 142439"/>
                <a:gd name="csX197" fmla="*/ 57954 w 105203"/>
                <a:gd name="csY197" fmla="*/ 95921 h 142439"/>
                <a:gd name="csX198" fmla="*/ 58373 w 105203"/>
                <a:gd name="csY198" fmla="*/ 101498 h 142439"/>
                <a:gd name="csX199" fmla="*/ 43947 w 105203"/>
                <a:gd name="csY199" fmla="*/ 101308 h 142439"/>
                <a:gd name="csX200" fmla="*/ 43711 w 105203"/>
                <a:gd name="csY200" fmla="*/ 103842 h 142439"/>
                <a:gd name="csX201" fmla="*/ 42205 w 105203"/>
                <a:gd name="csY201" fmla="*/ 103971 h 142439"/>
                <a:gd name="csX202" fmla="*/ 41307 w 105203"/>
                <a:gd name="csY202" fmla="*/ 102343 h 142439"/>
                <a:gd name="csX203" fmla="*/ 40348 w 105203"/>
                <a:gd name="csY203" fmla="*/ 103134 h 142439"/>
                <a:gd name="csX204" fmla="*/ 39854 w 105203"/>
                <a:gd name="csY204" fmla="*/ 103149 h 142439"/>
                <a:gd name="csX205" fmla="*/ 39093 w 105203"/>
                <a:gd name="csY205" fmla="*/ 101118 h 142439"/>
                <a:gd name="csX206" fmla="*/ 38964 w 105203"/>
                <a:gd name="csY206" fmla="*/ 99535 h 142439"/>
                <a:gd name="csX207" fmla="*/ 40736 w 105203"/>
                <a:gd name="csY207" fmla="*/ 98325 h 142439"/>
                <a:gd name="csX208" fmla="*/ 41817 w 105203"/>
                <a:gd name="csY208" fmla="*/ 99048 h 142439"/>
                <a:gd name="csX209" fmla="*/ 43354 w 105203"/>
                <a:gd name="csY209" fmla="*/ 99421 h 142439"/>
                <a:gd name="csX210" fmla="*/ 43947 w 105203"/>
                <a:gd name="csY210" fmla="*/ 101308 h 142439"/>
                <a:gd name="csX211" fmla="*/ 3515 w 105203"/>
                <a:gd name="csY211" fmla="*/ 103241 h 142439"/>
                <a:gd name="csX212" fmla="*/ 3234 w 105203"/>
                <a:gd name="csY212" fmla="*/ 103864 h 142439"/>
                <a:gd name="csX213" fmla="*/ 2305 w 105203"/>
                <a:gd name="csY213" fmla="*/ 103682 h 142439"/>
                <a:gd name="csX214" fmla="*/ 1347 w 105203"/>
                <a:gd name="csY214" fmla="*/ 101901 h 142439"/>
                <a:gd name="csX215" fmla="*/ 951 w 105203"/>
                <a:gd name="csY215" fmla="*/ 100486 h 142439"/>
                <a:gd name="csX216" fmla="*/ 0 w 105203"/>
                <a:gd name="csY216" fmla="*/ 99710 h 142439"/>
                <a:gd name="csX217" fmla="*/ 1514 w 105203"/>
                <a:gd name="csY217" fmla="*/ 98485 h 142439"/>
                <a:gd name="csX218" fmla="*/ 3439 w 105203"/>
                <a:gd name="csY218" fmla="*/ 100692 h 142439"/>
                <a:gd name="csX219" fmla="*/ 3515 w 105203"/>
                <a:gd name="csY219" fmla="*/ 103241 h 142439"/>
                <a:gd name="csX220" fmla="*/ 38256 w 105203"/>
                <a:gd name="csY220" fmla="*/ 106238 h 142439"/>
                <a:gd name="csX221" fmla="*/ 38013 w 105203"/>
                <a:gd name="csY221" fmla="*/ 107037 h 142439"/>
                <a:gd name="csX222" fmla="*/ 36932 w 105203"/>
                <a:gd name="csY222" fmla="*/ 105827 h 142439"/>
                <a:gd name="csX223" fmla="*/ 38005 w 105203"/>
                <a:gd name="csY223" fmla="*/ 104503 h 142439"/>
                <a:gd name="csX224" fmla="*/ 38256 w 105203"/>
                <a:gd name="csY224" fmla="*/ 106238 h 142439"/>
                <a:gd name="csX225" fmla="*/ 4832 w 105203"/>
                <a:gd name="csY225" fmla="*/ 112546 h 142439"/>
                <a:gd name="csX226" fmla="*/ 3462 w 105203"/>
                <a:gd name="csY226" fmla="*/ 112941 h 142439"/>
                <a:gd name="csX227" fmla="*/ 2693 w 105203"/>
                <a:gd name="csY227" fmla="*/ 112051 h 142439"/>
                <a:gd name="csX228" fmla="*/ 2161 w 105203"/>
                <a:gd name="csY228" fmla="*/ 111815 h 142439"/>
                <a:gd name="csX229" fmla="*/ 2465 w 105203"/>
                <a:gd name="csY229" fmla="*/ 110651 h 142439"/>
                <a:gd name="csX230" fmla="*/ 4687 w 105203"/>
                <a:gd name="csY230" fmla="*/ 108361 h 142439"/>
                <a:gd name="csX231" fmla="*/ 5128 w 105203"/>
                <a:gd name="csY231" fmla="*/ 107570 h 142439"/>
                <a:gd name="csX232" fmla="*/ 7190 w 105203"/>
                <a:gd name="csY232" fmla="*/ 108049 h 142439"/>
                <a:gd name="csX233" fmla="*/ 7959 w 105203"/>
                <a:gd name="csY233" fmla="*/ 109266 h 142439"/>
                <a:gd name="csX234" fmla="*/ 7015 w 105203"/>
                <a:gd name="csY234" fmla="*/ 111108 h 142439"/>
                <a:gd name="csX235" fmla="*/ 4832 w 105203"/>
                <a:gd name="csY235" fmla="*/ 112546 h 142439"/>
                <a:gd name="csX236" fmla="*/ 15925 w 105203"/>
                <a:gd name="csY236" fmla="*/ 113230 h 142439"/>
                <a:gd name="csX237" fmla="*/ 16282 w 105203"/>
                <a:gd name="csY237" fmla="*/ 114456 h 142439"/>
                <a:gd name="csX238" fmla="*/ 14555 w 105203"/>
                <a:gd name="csY238" fmla="*/ 114227 h 142439"/>
                <a:gd name="csX239" fmla="*/ 13642 w 105203"/>
                <a:gd name="csY239" fmla="*/ 113048 h 142439"/>
                <a:gd name="csX240" fmla="*/ 13764 w 105203"/>
                <a:gd name="csY240" fmla="*/ 112036 h 142439"/>
                <a:gd name="csX241" fmla="*/ 14791 w 105203"/>
                <a:gd name="csY241" fmla="*/ 111891 h 142439"/>
                <a:gd name="csX242" fmla="*/ 15925 w 105203"/>
                <a:gd name="csY242" fmla="*/ 113230 h 142439"/>
                <a:gd name="csX243" fmla="*/ 6817 w 105203"/>
                <a:gd name="csY243" fmla="*/ 141877 h 142439"/>
                <a:gd name="csX244" fmla="*/ 5859 w 105203"/>
                <a:gd name="csY244" fmla="*/ 142440 h 142439"/>
                <a:gd name="csX245" fmla="*/ 4969 w 105203"/>
                <a:gd name="csY245" fmla="*/ 142105 h 142439"/>
                <a:gd name="csX246" fmla="*/ 4733 w 105203"/>
                <a:gd name="csY246" fmla="*/ 141839 h 142439"/>
                <a:gd name="csX247" fmla="*/ 3652 w 105203"/>
                <a:gd name="csY247" fmla="*/ 140385 h 142439"/>
                <a:gd name="csX248" fmla="*/ 3378 w 105203"/>
                <a:gd name="csY248" fmla="*/ 139640 h 142439"/>
                <a:gd name="csX249" fmla="*/ 4101 w 105203"/>
                <a:gd name="csY249" fmla="*/ 138210 h 142439"/>
                <a:gd name="csX250" fmla="*/ 7053 w 105203"/>
                <a:gd name="csY250" fmla="*/ 135858 h 142439"/>
                <a:gd name="csX251" fmla="*/ 14692 w 105203"/>
                <a:gd name="csY251" fmla="*/ 133591 h 142439"/>
                <a:gd name="csX252" fmla="*/ 16069 w 105203"/>
                <a:gd name="csY252" fmla="*/ 133492 h 142439"/>
                <a:gd name="csX253" fmla="*/ 19082 w 105203"/>
                <a:gd name="csY253" fmla="*/ 134466 h 142439"/>
                <a:gd name="csX254" fmla="*/ 19729 w 105203"/>
                <a:gd name="csY254" fmla="*/ 136284 h 142439"/>
                <a:gd name="csX255" fmla="*/ 19174 w 105203"/>
                <a:gd name="csY255" fmla="*/ 137852 h 142439"/>
                <a:gd name="csX256" fmla="*/ 18481 w 105203"/>
                <a:gd name="csY256" fmla="*/ 138902 h 142439"/>
                <a:gd name="csX257" fmla="*/ 14989 w 105203"/>
                <a:gd name="csY257" fmla="*/ 140667 h 142439"/>
                <a:gd name="csX258" fmla="*/ 12265 w 105203"/>
                <a:gd name="csY258" fmla="*/ 141512 h 142439"/>
                <a:gd name="csX259" fmla="*/ 6817 w 105203"/>
                <a:gd name="csY259" fmla="*/ 141877 h 1424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Lst>
              <a:rect l="l" t="t" r="r" b="b"/>
              <a:pathLst>
                <a:path w="105203" h="142439">
                  <a:moveTo>
                    <a:pt x="13376" y="22788"/>
                  </a:moveTo>
                  <a:lnTo>
                    <a:pt x="14030" y="22278"/>
                  </a:lnTo>
                  <a:lnTo>
                    <a:pt x="14076" y="21547"/>
                  </a:lnTo>
                  <a:lnTo>
                    <a:pt x="14084" y="19143"/>
                  </a:lnTo>
                  <a:lnTo>
                    <a:pt x="15948" y="17477"/>
                  </a:lnTo>
                  <a:lnTo>
                    <a:pt x="18610" y="14045"/>
                  </a:lnTo>
                  <a:lnTo>
                    <a:pt x="19919" y="12166"/>
                  </a:lnTo>
                  <a:lnTo>
                    <a:pt x="21403" y="10409"/>
                  </a:lnTo>
                  <a:lnTo>
                    <a:pt x="23130" y="9237"/>
                  </a:lnTo>
                  <a:lnTo>
                    <a:pt x="24827" y="8674"/>
                  </a:lnTo>
                  <a:lnTo>
                    <a:pt x="27490" y="8438"/>
                  </a:lnTo>
                  <a:lnTo>
                    <a:pt x="32580" y="8659"/>
                  </a:lnTo>
                  <a:lnTo>
                    <a:pt x="33584" y="8453"/>
                  </a:lnTo>
                  <a:lnTo>
                    <a:pt x="37130" y="8271"/>
                  </a:lnTo>
                  <a:lnTo>
                    <a:pt x="37959" y="8582"/>
                  </a:lnTo>
                  <a:lnTo>
                    <a:pt x="40538" y="8780"/>
                  </a:lnTo>
                  <a:lnTo>
                    <a:pt x="43392" y="8560"/>
                  </a:lnTo>
                  <a:lnTo>
                    <a:pt x="44830" y="8050"/>
                  </a:lnTo>
                  <a:lnTo>
                    <a:pt x="46161" y="7182"/>
                  </a:lnTo>
                  <a:lnTo>
                    <a:pt x="47318" y="5615"/>
                  </a:lnTo>
                  <a:lnTo>
                    <a:pt x="48520" y="2716"/>
                  </a:lnTo>
                  <a:lnTo>
                    <a:pt x="49806" y="426"/>
                  </a:lnTo>
                  <a:lnTo>
                    <a:pt x="50559" y="0"/>
                  </a:lnTo>
                  <a:lnTo>
                    <a:pt x="55778" y="12136"/>
                  </a:lnTo>
                  <a:lnTo>
                    <a:pt x="60762" y="19942"/>
                  </a:lnTo>
                  <a:lnTo>
                    <a:pt x="65015" y="25572"/>
                  </a:lnTo>
                  <a:lnTo>
                    <a:pt x="71072" y="36369"/>
                  </a:lnTo>
                  <a:lnTo>
                    <a:pt x="72844" y="42121"/>
                  </a:lnTo>
                  <a:lnTo>
                    <a:pt x="73012" y="45674"/>
                  </a:lnTo>
                  <a:lnTo>
                    <a:pt x="74024" y="50551"/>
                  </a:lnTo>
                  <a:lnTo>
                    <a:pt x="73164" y="53344"/>
                  </a:lnTo>
                  <a:lnTo>
                    <a:pt x="73415" y="57734"/>
                  </a:lnTo>
                  <a:lnTo>
                    <a:pt x="73035" y="59986"/>
                  </a:lnTo>
                  <a:lnTo>
                    <a:pt x="72289" y="61644"/>
                  </a:lnTo>
                  <a:lnTo>
                    <a:pt x="72266" y="64825"/>
                  </a:lnTo>
                  <a:lnTo>
                    <a:pt x="72502" y="66522"/>
                  </a:lnTo>
                  <a:lnTo>
                    <a:pt x="72525" y="68774"/>
                  </a:lnTo>
                  <a:lnTo>
                    <a:pt x="73004" y="69649"/>
                  </a:lnTo>
                  <a:lnTo>
                    <a:pt x="73696" y="69968"/>
                  </a:lnTo>
                  <a:lnTo>
                    <a:pt x="74800" y="69154"/>
                  </a:lnTo>
                  <a:lnTo>
                    <a:pt x="76147" y="68812"/>
                  </a:lnTo>
                  <a:lnTo>
                    <a:pt x="75911" y="71513"/>
                  </a:lnTo>
                  <a:lnTo>
                    <a:pt x="74282" y="78338"/>
                  </a:lnTo>
                  <a:lnTo>
                    <a:pt x="72867" y="83291"/>
                  </a:lnTo>
                  <a:lnTo>
                    <a:pt x="70942" y="87597"/>
                  </a:lnTo>
                  <a:lnTo>
                    <a:pt x="68492" y="91531"/>
                  </a:lnTo>
                  <a:lnTo>
                    <a:pt x="65556" y="93068"/>
                  </a:lnTo>
                  <a:lnTo>
                    <a:pt x="63494" y="93616"/>
                  </a:lnTo>
                  <a:lnTo>
                    <a:pt x="59552" y="93813"/>
                  </a:lnTo>
                  <a:lnTo>
                    <a:pt x="56281" y="93152"/>
                  </a:lnTo>
                  <a:lnTo>
                    <a:pt x="53473" y="93631"/>
                  </a:lnTo>
                  <a:lnTo>
                    <a:pt x="52347" y="94445"/>
                  </a:lnTo>
                  <a:lnTo>
                    <a:pt x="51510" y="95845"/>
                  </a:lnTo>
                  <a:lnTo>
                    <a:pt x="52126" y="98013"/>
                  </a:lnTo>
                  <a:lnTo>
                    <a:pt x="52043" y="99611"/>
                  </a:lnTo>
                  <a:lnTo>
                    <a:pt x="50841" y="99489"/>
                  </a:lnTo>
                  <a:lnTo>
                    <a:pt x="48459" y="98561"/>
                  </a:lnTo>
                  <a:lnTo>
                    <a:pt x="45819" y="98432"/>
                  </a:lnTo>
                  <a:lnTo>
                    <a:pt x="44586" y="97968"/>
                  </a:lnTo>
                  <a:lnTo>
                    <a:pt x="43338" y="95677"/>
                  </a:lnTo>
                  <a:lnTo>
                    <a:pt x="42068" y="95761"/>
                  </a:lnTo>
                  <a:lnTo>
                    <a:pt x="39861" y="97123"/>
                  </a:lnTo>
                  <a:lnTo>
                    <a:pt x="36483" y="97428"/>
                  </a:lnTo>
                  <a:lnTo>
                    <a:pt x="35296" y="98166"/>
                  </a:lnTo>
                  <a:lnTo>
                    <a:pt x="34870" y="99117"/>
                  </a:lnTo>
                  <a:lnTo>
                    <a:pt x="35357" y="100319"/>
                  </a:lnTo>
                  <a:lnTo>
                    <a:pt x="37062" y="101894"/>
                  </a:lnTo>
                  <a:lnTo>
                    <a:pt x="36491" y="103484"/>
                  </a:lnTo>
                  <a:lnTo>
                    <a:pt x="34726" y="104275"/>
                  </a:lnTo>
                  <a:lnTo>
                    <a:pt x="33295" y="102320"/>
                  </a:lnTo>
                  <a:lnTo>
                    <a:pt x="32405" y="100402"/>
                  </a:lnTo>
                  <a:lnTo>
                    <a:pt x="31408" y="100296"/>
                  </a:lnTo>
                  <a:lnTo>
                    <a:pt x="29856" y="100844"/>
                  </a:lnTo>
                  <a:lnTo>
                    <a:pt x="29544" y="102913"/>
                  </a:lnTo>
                  <a:lnTo>
                    <a:pt x="30267" y="104321"/>
                  </a:lnTo>
                  <a:lnTo>
                    <a:pt x="31454" y="105957"/>
                  </a:lnTo>
                  <a:lnTo>
                    <a:pt x="29787" y="107836"/>
                  </a:lnTo>
                  <a:lnTo>
                    <a:pt x="29346" y="109175"/>
                  </a:lnTo>
                  <a:lnTo>
                    <a:pt x="28152" y="110134"/>
                  </a:lnTo>
                  <a:lnTo>
                    <a:pt x="24926" y="107996"/>
                  </a:lnTo>
                  <a:lnTo>
                    <a:pt x="25390" y="106474"/>
                  </a:lnTo>
                  <a:lnTo>
                    <a:pt x="26790" y="105013"/>
                  </a:lnTo>
                  <a:lnTo>
                    <a:pt x="26957" y="103492"/>
                  </a:lnTo>
                  <a:lnTo>
                    <a:pt x="26493" y="102594"/>
                  </a:lnTo>
                  <a:lnTo>
                    <a:pt x="21882" y="106429"/>
                  </a:lnTo>
                  <a:lnTo>
                    <a:pt x="19037" y="110765"/>
                  </a:lnTo>
                  <a:lnTo>
                    <a:pt x="17515" y="110446"/>
                  </a:lnTo>
                  <a:lnTo>
                    <a:pt x="16883" y="109335"/>
                  </a:lnTo>
                  <a:lnTo>
                    <a:pt x="15993" y="108878"/>
                  </a:lnTo>
                  <a:lnTo>
                    <a:pt x="12919" y="111671"/>
                  </a:lnTo>
                  <a:lnTo>
                    <a:pt x="12356" y="113885"/>
                  </a:lnTo>
                  <a:lnTo>
                    <a:pt x="11230" y="113969"/>
                  </a:lnTo>
                  <a:lnTo>
                    <a:pt x="10736" y="113033"/>
                  </a:lnTo>
                  <a:lnTo>
                    <a:pt x="10698" y="111024"/>
                  </a:lnTo>
                  <a:lnTo>
                    <a:pt x="10172" y="109335"/>
                  </a:lnTo>
                  <a:lnTo>
                    <a:pt x="6985" y="106870"/>
                  </a:lnTo>
                  <a:lnTo>
                    <a:pt x="5539" y="104709"/>
                  </a:lnTo>
                  <a:lnTo>
                    <a:pt x="6323" y="103499"/>
                  </a:lnTo>
                  <a:lnTo>
                    <a:pt x="8986" y="104154"/>
                  </a:lnTo>
                  <a:lnTo>
                    <a:pt x="11093" y="104070"/>
                  </a:lnTo>
                  <a:lnTo>
                    <a:pt x="10675" y="103043"/>
                  </a:lnTo>
                  <a:lnTo>
                    <a:pt x="9983" y="102556"/>
                  </a:lnTo>
                  <a:lnTo>
                    <a:pt x="11390" y="101977"/>
                  </a:lnTo>
                  <a:lnTo>
                    <a:pt x="12562" y="100798"/>
                  </a:lnTo>
                  <a:lnTo>
                    <a:pt x="11588" y="100479"/>
                  </a:lnTo>
                  <a:lnTo>
                    <a:pt x="10112" y="101163"/>
                  </a:lnTo>
                  <a:lnTo>
                    <a:pt x="8879" y="100828"/>
                  </a:lnTo>
                  <a:lnTo>
                    <a:pt x="8392" y="97991"/>
                  </a:lnTo>
                  <a:lnTo>
                    <a:pt x="6893" y="95077"/>
                  </a:lnTo>
                  <a:lnTo>
                    <a:pt x="6110" y="92246"/>
                  </a:lnTo>
                  <a:lnTo>
                    <a:pt x="7593" y="90618"/>
                  </a:lnTo>
                  <a:lnTo>
                    <a:pt x="8346" y="88077"/>
                  </a:lnTo>
                  <a:lnTo>
                    <a:pt x="9731" y="84394"/>
                  </a:lnTo>
                  <a:lnTo>
                    <a:pt x="10424" y="83200"/>
                  </a:lnTo>
                  <a:lnTo>
                    <a:pt x="12334" y="82332"/>
                  </a:lnTo>
                  <a:lnTo>
                    <a:pt x="13011" y="81381"/>
                  </a:lnTo>
                  <a:lnTo>
                    <a:pt x="11961" y="80894"/>
                  </a:lnTo>
                  <a:lnTo>
                    <a:pt x="10287" y="80460"/>
                  </a:lnTo>
                  <a:lnTo>
                    <a:pt x="10325" y="79395"/>
                  </a:lnTo>
                  <a:lnTo>
                    <a:pt x="11466" y="78817"/>
                  </a:lnTo>
                  <a:lnTo>
                    <a:pt x="12744" y="77638"/>
                  </a:lnTo>
                  <a:lnTo>
                    <a:pt x="15210" y="76207"/>
                  </a:lnTo>
                  <a:lnTo>
                    <a:pt x="15978" y="73506"/>
                  </a:lnTo>
                  <a:lnTo>
                    <a:pt x="15263" y="72821"/>
                  </a:lnTo>
                  <a:lnTo>
                    <a:pt x="13718" y="72182"/>
                  </a:lnTo>
                  <a:lnTo>
                    <a:pt x="14068" y="70813"/>
                  </a:lnTo>
                  <a:lnTo>
                    <a:pt x="14707" y="69770"/>
                  </a:lnTo>
                  <a:lnTo>
                    <a:pt x="14464" y="69146"/>
                  </a:lnTo>
                  <a:lnTo>
                    <a:pt x="12645" y="67381"/>
                  </a:lnTo>
                  <a:lnTo>
                    <a:pt x="11444" y="65776"/>
                  </a:lnTo>
                  <a:lnTo>
                    <a:pt x="11801" y="63942"/>
                  </a:lnTo>
                  <a:lnTo>
                    <a:pt x="11527" y="61165"/>
                  </a:lnTo>
                  <a:lnTo>
                    <a:pt x="11687" y="58829"/>
                  </a:lnTo>
                  <a:lnTo>
                    <a:pt x="11603" y="57559"/>
                  </a:lnTo>
                  <a:lnTo>
                    <a:pt x="10713" y="54706"/>
                  </a:lnTo>
                  <a:lnTo>
                    <a:pt x="10309" y="51837"/>
                  </a:lnTo>
                  <a:lnTo>
                    <a:pt x="9146" y="52256"/>
                  </a:lnTo>
                  <a:lnTo>
                    <a:pt x="8202" y="52971"/>
                  </a:lnTo>
                  <a:lnTo>
                    <a:pt x="4832" y="51959"/>
                  </a:lnTo>
                  <a:lnTo>
                    <a:pt x="3759" y="51898"/>
                  </a:lnTo>
                  <a:lnTo>
                    <a:pt x="3325" y="49767"/>
                  </a:lnTo>
                  <a:lnTo>
                    <a:pt x="4535" y="47143"/>
                  </a:lnTo>
                  <a:lnTo>
                    <a:pt x="7403" y="44822"/>
                  </a:lnTo>
                  <a:lnTo>
                    <a:pt x="9054" y="44533"/>
                  </a:lnTo>
                  <a:lnTo>
                    <a:pt x="10295" y="43513"/>
                  </a:lnTo>
                  <a:lnTo>
                    <a:pt x="12235" y="43194"/>
                  </a:lnTo>
                  <a:lnTo>
                    <a:pt x="14563" y="44776"/>
                  </a:lnTo>
                  <a:lnTo>
                    <a:pt x="16647" y="45096"/>
                  </a:lnTo>
                  <a:lnTo>
                    <a:pt x="17804" y="47812"/>
                  </a:lnTo>
                  <a:lnTo>
                    <a:pt x="18519" y="48390"/>
                  </a:lnTo>
                  <a:lnTo>
                    <a:pt x="18671" y="47394"/>
                  </a:lnTo>
                  <a:lnTo>
                    <a:pt x="20361" y="46222"/>
                  </a:lnTo>
                  <a:lnTo>
                    <a:pt x="20764" y="45339"/>
                  </a:lnTo>
                  <a:lnTo>
                    <a:pt x="20399" y="44852"/>
                  </a:lnTo>
                  <a:lnTo>
                    <a:pt x="18459" y="44373"/>
                  </a:lnTo>
                  <a:lnTo>
                    <a:pt x="16716" y="40995"/>
                  </a:lnTo>
                  <a:lnTo>
                    <a:pt x="16472" y="39511"/>
                  </a:lnTo>
                  <a:lnTo>
                    <a:pt x="15841" y="38568"/>
                  </a:lnTo>
                  <a:lnTo>
                    <a:pt x="16777" y="35859"/>
                  </a:lnTo>
                  <a:lnTo>
                    <a:pt x="14761" y="32762"/>
                  </a:lnTo>
                  <a:lnTo>
                    <a:pt x="13779" y="31789"/>
                  </a:lnTo>
                  <a:lnTo>
                    <a:pt x="13924" y="28996"/>
                  </a:lnTo>
                  <a:lnTo>
                    <a:pt x="12874" y="27223"/>
                  </a:lnTo>
                  <a:lnTo>
                    <a:pt x="12288" y="26249"/>
                  </a:lnTo>
                  <a:lnTo>
                    <a:pt x="11930" y="24560"/>
                  </a:lnTo>
                  <a:lnTo>
                    <a:pt x="12235" y="23800"/>
                  </a:lnTo>
                  <a:lnTo>
                    <a:pt x="13148" y="23510"/>
                  </a:lnTo>
                  <a:lnTo>
                    <a:pt x="13376" y="22788"/>
                  </a:lnTo>
                  <a:close/>
                  <a:moveTo>
                    <a:pt x="10956" y="23997"/>
                  </a:moveTo>
                  <a:lnTo>
                    <a:pt x="10857" y="27551"/>
                  </a:lnTo>
                  <a:lnTo>
                    <a:pt x="9678" y="27398"/>
                  </a:lnTo>
                  <a:lnTo>
                    <a:pt x="8879" y="27041"/>
                  </a:lnTo>
                  <a:lnTo>
                    <a:pt x="8537" y="26348"/>
                  </a:lnTo>
                  <a:lnTo>
                    <a:pt x="7730" y="23054"/>
                  </a:lnTo>
                  <a:lnTo>
                    <a:pt x="8636" y="21692"/>
                  </a:lnTo>
                  <a:lnTo>
                    <a:pt x="10378" y="22773"/>
                  </a:lnTo>
                  <a:lnTo>
                    <a:pt x="10956" y="23997"/>
                  </a:lnTo>
                  <a:close/>
                  <a:moveTo>
                    <a:pt x="104816" y="30936"/>
                  </a:moveTo>
                  <a:lnTo>
                    <a:pt x="103842" y="31728"/>
                  </a:lnTo>
                  <a:lnTo>
                    <a:pt x="102693" y="30936"/>
                  </a:lnTo>
                  <a:lnTo>
                    <a:pt x="102548" y="30092"/>
                  </a:lnTo>
                  <a:lnTo>
                    <a:pt x="103149" y="29361"/>
                  </a:lnTo>
                  <a:lnTo>
                    <a:pt x="104550" y="28920"/>
                  </a:lnTo>
                  <a:lnTo>
                    <a:pt x="105204" y="29559"/>
                  </a:lnTo>
                  <a:lnTo>
                    <a:pt x="104816" y="30936"/>
                  </a:lnTo>
                  <a:close/>
                  <a:moveTo>
                    <a:pt x="8750" y="57171"/>
                  </a:moveTo>
                  <a:lnTo>
                    <a:pt x="8461" y="58883"/>
                  </a:lnTo>
                  <a:lnTo>
                    <a:pt x="7046" y="57757"/>
                  </a:lnTo>
                  <a:lnTo>
                    <a:pt x="6635" y="53998"/>
                  </a:lnTo>
                  <a:lnTo>
                    <a:pt x="8088" y="55094"/>
                  </a:lnTo>
                  <a:lnTo>
                    <a:pt x="8750" y="57171"/>
                  </a:lnTo>
                  <a:close/>
                  <a:moveTo>
                    <a:pt x="58373" y="101498"/>
                  </a:moveTo>
                  <a:lnTo>
                    <a:pt x="56357" y="103096"/>
                  </a:lnTo>
                  <a:lnTo>
                    <a:pt x="53640" y="100950"/>
                  </a:lnTo>
                  <a:lnTo>
                    <a:pt x="52994" y="99771"/>
                  </a:lnTo>
                  <a:lnTo>
                    <a:pt x="55056" y="98029"/>
                  </a:lnTo>
                  <a:lnTo>
                    <a:pt x="56806" y="96043"/>
                  </a:lnTo>
                  <a:lnTo>
                    <a:pt x="57954" y="95921"/>
                  </a:lnTo>
                  <a:lnTo>
                    <a:pt x="58373" y="101498"/>
                  </a:lnTo>
                  <a:close/>
                  <a:moveTo>
                    <a:pt x="43947" y="101308"/>
                  </a:moveTo>
                  <a:lnTo>
                    <a:pt x="43711" y="103842"/>
                  </a:lnTo>
                  <a:lnTo>
                    <a:pt x="42205" y="103971"/>
                  </a:lnTo>
                  <a:lnTo>
                    <a:pt x="41307" y="102343"/>
                  </a:lnTo>
                  <a:lnTo>
                    <a:pt x="40348" y="103134"/>
                  </a:lnTo>
                  <a:lnTo>
                    <a:pt x="39854" y="103149"/>
                  </a:lnTo>
                  <a:lnTo>
                    <a:pt x="39093" y="101118"/>
                  </a:lnTo>
                  <a:lnTo>
                    <a:pt x="38964" y="99535"/>
                  </a:lnTo>
                  <a:lnTo>
                    <a:pt x="40736" y="98325"/>
                  </a:lnTo>
                  <a:lnTo>
                    <a:pt x="41817" y="99048"/>
                  </a:lnTo>
                  <a:lnTo>
                    <a:pt x="43354" y="99421"/>
                  </a:lnTo>
                  <a:lnTo>
                    <a:pt x="43947" y="101308"/>
                  </a:lnTo>
                  <a:close/>
                  <a:moveTo>
                    <a:pt x="3515" y="103241"/>
                  </a:moveTo>
                  <a:lnTo>
                    <a:pt x="3234" y="103864"/>
                  </a:lnTo>
                  <a:lnTo>
                    <a:pt x="2305" y="103682"/>
                  </a:lnTo>
                  <a:lnTo>
                    <a:pt x="1347" y="101901"/>
                  </a:lnTo>
                  <a:lnTo>
                    <a:pt x="951" y="100486"/>
                  </a:lnTo>
                  <a:lnTo>
                    <a:pt x="0" y="99710"/>
                  </a:lnTo>
                  <a:lnTo>
                    <a:pt x="1514" y="98485"/>
                  </a:lnTo>
                  <a:lnTo>
                    <a:pt x="3439" y="100692"/>
                  </a:lnTo>
                  <a:lnTo>
                    <a:pt x="3515" y="103241"/>
                  </a:lnTo>
                  <a:close/>
                  <a:moveTo>
                    <a:pt x="38256" y="106238"/>
                  </a:moveTo>
                  <a:lnTo>
                    <a:pt x="38013" y="107037"/>
                  </a:lnTo>
                  <a:lnTo>
                    <a:pt x="36932" y="105827"/>
                  </a:lnTo>
                  <a:lnTo>
                    <a:pt x="38005" y="104503"/>
                  </a:lnTo>
                  <a:lnTo>
                    <a:pt x="38256" y="106238"/>
                  </a:lnTo>
                  <a:close/>
                  <a:moveTo>
                    <a:pt x="4832" y="112546"/>
                  </a:moveTo>
                  <a:lnTo>
                    <a:pt x="3462" y="112941"/>
                  </a:lnTo>
                  <a:lnTo>
                    <a:pt x="2693" y="112051"/>
                  </a:lnTo>
                  <a:lnTo>
                    <a:pt x="2161" y="111815"/>
                  </a:lnTo>
                  <a:lnTo>
                    <a:pt x="2465" y="110651"/>
                  </a:lnTo>
                  <a:lnTo>
                    <a:pt x="4687" y="108361"/>
                  </a:lnTo>
                  <a:lnTo>
                    <a:pt x="5128" y="107570"/>
                  </a:lnTo>
                  <a:lnTo>
                    <a:pt x="7190" y="108049"/>
                  </a:lnTo>
                  <a:lnTo>
                    <a:pt x="7959" y="109266"/>
                  </a:lnTo>
                  <a:lnTo>
                    <a:pt x="7015" y="111108"/>
                  </a:lnTo>
                  <a:lnTo>
                    <a:pt x="4832" y="112546"/>
                  </a:lnTo>
                  <a:close/>
                  <a:moveTo>
                    <a:pt x="15925" y="113230"/>
                  </a:moveTo>
                  <a:lnTo>
                    <a:pt x="16282" y="114456"/>
                  </a:lnTo>
                  <a:lnTo>
                    <a:pt x="14555" y="114227"/>
                  </a:lnTo>
                  <a:lnTo>
                    <a:pt x="13642" y="113048"/>
                  </a:lnTo>
                  <a:lnTo>
                    <a:pt x="13764" y="112036"/>
                  </a:lnTo>
                  <a:lnTo>
                    <a:pt x="14791" y="111891"/>
                  </a:lnTo>
                  <a:lnTo>
                    <a:pt x="15925" y="113230"/>
                  </a:lnTo>
                  <a:close/>
                  <a:moveTo>
                    <a:pt x="6817" y="141877"/>
                  </a:moveTo>
                  <a:lnTo>
                    <a:pt x="5859" y="142440"/>
                  </a:lnTo>
                  <a:lnTo>
                    <a:pt x="4969" y="142105"/>
                  </a:lnTo>
                  <a:lnTo>
                    <a:pt x="4733" y="141839"/>
                  </a:lnTo>
                  <a:lnTo>
                    <a:pt x="3652" y="140385"/>
                  </a:lnTo>
                  <a:lnTo>
                    <a:pt x="3378" y="139640"/>
                  </a:lnTo>
                  <a:lnTo>
                    <a:pt x="4101" y="138210"/>
                  </a:lnTo>
                  <a:lnTo>
                    <a:pt x="7053" y="135858"/>
                  </a:lnTo>
                  <a:lnTo>
                    <a:pt x="14692" y="133591"/>
                  </a:lnTo>
                  <a:lnTo>
                    <a:pt x="16069" y="133492"/>
                  </a:lnTo>
                  <a:lnTo>
                    <a:pt x="19082" y="134466"/>
                  </a:lnTo>
                  <a:lnTo>
                    <a:pt x="19729" y="136284"/>
                  </a:lnTo>
                  <a:lnTo>
                    <a:pt x="19174" y="137852"/>
                  </a:lnTo>
                  <a:lnTo>
                    <a:pt x="18481" y="138902"/>
                  </a:lnTo>
                  <a:lnTo>
                    <a:pt x="14989" y="140667"/>
                  </a:lnTo>
                  <a:lnTo>
                    <a:pt x="12265" y="141512"/>
                  </a:lnTo>
                  <a:lnTo>
                    <a:pt x="6817" y="141877"/>
                  </a:lnTo>
                  <a:close/>
                </a:path>
              </a:pathLst>
            </a:custGeom>
            <a:solidFill>
              <a:srgbClr val="2562E8"/>
            </a:solidFill>
            <a:ln w="6168" cap="flat">
              <a:solidFill>
                <a:srgbClr val="2562E8"/>
              </a:solidFill>
              <a:prstDash val="solid"/>
              <a:miter/>
            </a:ln>
          </p:spPr>
          <p:txBody>
            <a:bodyPr/>
            <a:lstStyle/>
            <a:p>
              <a:endParaRPr lang="en-US"/>
            </a:p>
          </p:txBody>
        </p:sp>
        <p:sp>
          <p:nvSpPr>
            <p:cNvPr id="2245" name="Freeform: Shape 2244">
              <a:extLst>
                <a:ext uri="{FF2B5EF4-FFF2-40B4-BE49-F238E27FC236}">
                  <a16:creationId xmlns:a16="http://schemas.microsoft.com/office/drawing/2014/main" id="{DE372B3C-9161-F837-881E-5674DC311A5B}"/>
                </a:ext>
              </a:extLst>
            </p:cNvPr>
            <p:cNvSpPr/>
            <p:nvPr/>
          </p:nvSpPr>
          <p:spPr>
            <a:xfrm>
              <a:off x="10001562" y="3983283"/>
              <a:ext cx="36802" cy="40652"/>
            </a:xfrm>
            <a:custGeom>
              <a:avLst/>
              <a:gdLst>
                <a:gd name="csX0" fmla="*/ 32732 w 36802"/>
                <a:gd name="csY0" fmla="*/ 29369 h 40652"/>
                <a:gd name="csX1" fmla="*/ 32702 w 36802"/>
                <a:gd name="csY1" fmla="*/ 29369 h 40652"/>
                <a:gd name="csX2" fmla="*/ 29042 w 36802"/>
                <a:gd name="csY2" fmla="*/ 30168 h 40652"/>
                <a:gd name="csX3" fmla="*/ 27810 w 36802"/>
                <a:gd name="csY3" fmla="*/ 31104 h 40652"/>
                <a:gd name="csX4" fmla="*/ 27079 w 36802"/>
                <a:gd name="csY4" fmla="*/ 32747 h 40652"/>
                <a:gd name="csX5" fmla="*/ 26843 w 36802"/>
                <a:gd name="csY5" fmla="*/ 33592 h 40652"/>
                <a:gd name="csX6" fmla="*/ 26197 w 36802"/>
                <a:gd name="csY6" fmla="*/ 33622 h 40652"/>
                <a:gd name="csX7" fmla="*/ 25124 w 36802"/>
                <a:gd name="csY7" fmla="*/ 32778 h 40652"/>
                <a:gd name="csX8" fmla="*/ 23769 w 36802"/>
                <a:gd name="csY8" fmla="*/ 31454 h 40652"/>
                <a:gd name="csX9" fmla="*/ 21997 w 36802"/>
                <a:gd name="csY9" fmla="*/ 31560 h 40652"/>
                <a:gd name="csX10" fmla="*/ 15986 w 36802"/>
                <a:gd name="csY10" fmla="*/ 34436 h 40652"/>
                <a:gd name="csX11" fmla="*/ 15392 w 36802"/>
                <a:gd name="csY11" fmla="*/ 35943 h 40652"/>
                <a:gd name="csX12" fmla="*/ 15263 w 36802"/>
                <a:gd name="csY12" fmla="*/ 39207 h 40652"/>
                <a:gd name="csX13" fmla="*/ 14852 w 36802"/>
                <a:gd name="csY13" fmla="*/ 40090 h 40652"/>
                <a:gd name="csX14" fmla="*/ 14205 w 36802"/>
                <a:gd name="csY14" fmla="*/ 40653 h 40652"/>
                <a:gd name="csX15" fmla="*/ 11725 w 36802"/>
                <a:gd name="csY15" fmla="*/ 40295 h 40652"/>
                <a:gd name="csX16" fmla="*/ 11459 w 36802"/>
                <a:gd name="csY16" fmla="*/ 40082 h 40652"/>
                <a:gd name="csX17" fmla="*/ 11786 w 36802"/>
                <a:gd name="csY17" fmla="*/ 38834 h 40652"/>
                <a:gd name="csX18" fmla="*/ 11657 w 36802"/>
                <a:gd name="csY18" fmla="*/ 36095 h 40652"/>
                <a:gd name="csX19" fmla="*/ 10531 w 36802"/>
                <a:gd name="csY19" fmla="*/ 31553 h 40652"/>
                <a:gd name="csX20" fmla="*/ 9739 w 36802"/>
                <a:gd name="csY20" fmla="*/ 30069 h 40652"/>
                <a:gd name="csX21" fmla="*/ 8088 w 36802"/>
                <a:gd name="csY21" fmla="*/ 28586 h 40652"/>
                <a:gd name="csX22" fmla="*/ 6810 w 36802"/>
                <a:gd name="csY22" fmla="*/ 27612 h 40652"/>
                <a:gd name="csX23" fmla="*/ 4505 w 36802"/>
                <a:gd name="csY23" fmla="*/ 26744 h 40652"/>
                <a:gd name="csX24" fmla="*/ 3340 w 36802"/>
                <a:gd name="csY24" fmla="*/ 24233 h 40652"/>
                <a:gd name="csX25" fmla="*/ 1583 w 36802"/>
                <a:gd name="csY25" fmla="*/ 21388 h 40652"/>
                <a:gd name="csX26" fmla="*/ 738 w 36802"/>
                <a:gd name="csY26" fmla="*/ 20733 h 40652"/>
                <a:gd name="csX27" fmla="*/ 875 w 36802"/>
                <a:gd name="csY27" fmla="*/ 20452 h 40652"/>
                <a:gd name="csX28" fmla="*/ 1278 w 36802"/>
                <a:gd name="csY28" fmla="*/ 18299 h 40652"/>
                <a:gd name="csX29" fmla="*/ 776 w 36802"/>
                <a:gd name="csY29" fmla="*/ 16731 h 40652"/>
                <a:gd name="csX30" fmla="*/ 0 w 36802"/>
                <a:gd name="csY30" fmla="*/ 15392 h 40652"/>
                <a:gd name="csX31" fmla="*/ 525 w 36802"/>
                <a:gd name="csY31" fmla="*/ 14578 h 40652"/>
                <a:gd name="csX32" fmla="*/ 2146 w 36802"/>
                <a:gd name="csY32" fmla="*/ 14586 h 40652"/>
                <a:gd name="csX33" fmla="*/ 3485 w 36802"/>
                <a:gd name="csY33" fmla="*/ 14738 h 40652"/>
                <a:gd name="csX34" fmla="*/ 3964 w 36802"/>
                <a:gd name="csY34" fmla="*/ 13452 h 40652"/>
                <a:gd name="csX35" fmla="*/ 6726 w 36802"/>
                <a:gd name="csY35" fmla="*/ 12615 h 40652"/>
                <a:gd name="csX36" fmla="*/ 9382 w 36802"/>
                <a:gd name="csY36" fmla="*/ 11740 h 40652"/>
                <a:gd name="csX37" fmla="*/ 9770 w 36802"/>
                <a:gd name="csY37" fmla="*/ 11131 h 40652"/>
                <a:gd name="csX38" fmla="*/ 9161 w 36802"/>
                <a:gd name="csY38" fmla="*/ 9807 h 40652"/>
                <a:gd name="csX39" fmla="*/ 9519 w 36802"/>
                <a:gd name="csY39" fmla="*/ 8978 h 40652"/>
                <a:gd name="csX40" fmla="*/ 12699 w 36802"/>
                <a:gd name="csY40" fmla="*/ 6620 h 40652"/>
                <a:gd name="csX41" fmla="*/ 13216 w 36802"/>
                <a:gd name="csY41" fmla="*/ 5547 h 40652"/>
                <a:gd name="csX42" fmla="*/ 13414 w 36802"/>
                <a:gd name="csY42" fmla="*/ 4710 h 40652"/>
                <a:gd name="csX43" fmla="*/ 12988 w 36802"/>
                <a:gd name="csY43" fmla="*/ 3812 h 40652"/>
                <a:gd name="csX44" fmla="*/ 12387 w 36802"/>
                <a:gd name="csY44" fmla="*/ 2420 h 40652"/>
                <a:gd name="csX45" fmla="*/ 12676 w 36802"/>
                <a:gd name="csY45" fmla="*/ 1826 h 40652"/>
                <a:gd name="csX46" fmla="*/ 14327 w 36802"/>
                <a:gd name="csY46" fmla="*/ 1020 h 40652"/>
                <a:gd name="csX47" fmla="*/ 15674 w 36802"/>
                <a:gd name="csY47" fmla="*/ 76 h 40652"/>
                <a:gd name="csX48" fmla="*/ 16465 w 36802"/>
                <a:gd name="csY48" fmla="*/ 0 h 40652"/>
                <a:gd name="csX49" fmla="*/ 16960 w 36802"/>
                <a:gd name="csY49" fmla="*/ 677 h 40652"/>
                <a:gd name="csX50" fmla="*/ 16960 w 36802"/>
                <a:gd name="csY50" fmla="*/ 1377 h 40652"/>
                <a:gd name="csX51" fmla="*/ 17401 w 36802"/>
                <a:gd name="csY51" fmla="*/ 2557 h 40652"/>
                <a:gd name="csX52" fmla="*/ 18390 w 36802"/>
                <a:gd name="csY52" fmla="*/ 3196 h 40652"/>
                <a:gd name="csX53" fmla="*/ 20034 w 36802"/>
                <a:gd name="csY53" fmla="*/ 4238 h 40652"/>
                <a:gd name="csX54" fmla="*/ 21943 w 36802"/>
                <a:gd name="csY54" fmla="*/ 4946 h 40652"/>
                <a:gd name="csX55" fmla="*/ 23435 w 36802"/>
                <a:gd name="csY55" fmla="*/ 6361 h 40652"/>
                <a:gd name="csX56" fmla="*/ 25481 w 36802"/>
                <a:gd name="csY56" fmla="*/ 8887 h 40652"/>
                <a:gd name="csX57" fmla="*/ 25786 w 36802"/>
                <a:gd name="csY57" fmla="*/ 10135 h 40652"/>
                <a:gd name="csX58" fmla="*/ 27627 w 36802"/>
                <a:gd name="csY58" fmla="*/ 11253 h 40652"/>
                <a:gd name="csX59" fmla="*/ 29331 w 36802"/>
                <a:gd name="csY59" fmla="*/ 12509 h 40652"/>
                <a:gd name="csX60" fmla="*/ 29065 w 36802"/>
                <a:gd name="csY60" fmla="*/ 14829 h 40652"/>
                <a:gd name="csX61" fmla="*/ 34870 w 36802"/>
                <a:gd name="csY61" fmla="*/ 16853 h 40652"/>
                <a:gd name="csX62" fmla="*/ 36179 w 36802"/>
                <a:gd name="csY62" fmla="*/ 16838 h 40652"/>
                <a:gd name="csX63" fmla="*/ 36803 w 36802"/>
                <a:gd name="csY63" fmla="*/ 17195 h 40652"/>
                <a:gd name="csX64" fmla="*/ 36788 w 36802"/>
                <a:gd name="csY64" fmla="*/ 17720 h 40652"/>
                <a:gd name="csX65" fmla="*/ 36331 w 36802"/>
                <a:gd name="csY65" fmla="*/ 19341 h 40652"/>
                <a:gd name="csX66" fmla="*/ 33942 w 36802"/>
                <a:gd name="csY66" fmla="*/ 24317 h 40652"/>
                <a:gd name="csX67" fmla="*/ 33752 w 36802"/>
                <a:gd name="csY67" fmla="*/ 25344 h 40652"/>
                <a:gd name="csX68" fmla="*/ 32040 w 36802"/>
                <a:gd name="csY68" fmla="*/ 26425 h 40652"/>
                <a:gd name="csX69" fmla="*/ 31804 w 36802"/>
                <a:gd name="csY69" fmla="*/ 27049 h 40652"/>
                <a:gd name="csX70" fmla="*/ 32291 w 36802"/>
                <a:gd name="csY70" fmla="*/ 28410 h 406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36802" h="40652">
                  <a:moveTo>
                    <a:pt x="32732" y="29369"/>
                  </a:moveTo>
                  <a:lnTo>
                    <a:pt x="32702" y="29369"/>
                  </a:lnTo>
                  <a:lnTo>
                    <a:pt x="29042" y="30168"/>
                  </a:lnTo>
                  <a:lnTo>
                    <a:pt x="27810" y="31104"/>
                  </a:lnTo>
                  <a:lnTo>
                    <a:pt x="27079" y="32747"/>
                  </a:lnTo>
                  <a:lnTo>
                    <a:pt x="26843" y="33592"/>
                  </a:lnTo>
                  <a:lnTo>
                    <a:pt x="26197" y="33622"/>
                  </a:lnTo>
                  <a:lnTo>
                    <a:pt x="25124" y="32778"/>
                  </a:lnTo>
                  <a:lnTo>
                    <a:pt x="23769" y="31454"/>
                  </a:lnTo>
                  <a:lnTo>
                    <a:pt x="21997" y="31560"/>
                  </a:lnTo>
                  <a:lnTo>
                    <a:pt x="15986" y="34436"/>
                  </a:lnTo>
                  <a:lnTo>
                    <a:pt x="15392" y="35943"/>
                  </a:lnTo>
                  <a:lnTo>
                    <a:pt x="15263" y="39207"/>
                  </a:lnTo>
                  <a:lnTo>
                    <a:pt x="14852" y="40090"/>
                  </a:lnTo>
                  <a:lnTo>
                    <a:pt x="14205" y="40653"/>
                  </a:lnTo>
                  <a:lnTo>
                    <a:pt x="11725" y="40295"/>
                  </a:lnTo>
                  <a:lnTo>
                    <a:pt x="11459" y="40082"/>
                  </a:lnTo>
                  <a:lnTo>
                    <a:pt x="11786" y="38834"/>
                  </a:lnTo>
                  <a:lnTo>
                    <a:pt x="11657" y="36095"/>
                  </a:lnTo>
                  <a:lnTo>
                    <a:pt x="10531" y="31553"/>
                  </a:lnTo>
                  <a:lnTo>
                    <a:pt x="9739" y="30069"/>
                  </a:lnTo>
                  <a:lnTo>
                    <a:pt x="8088" y="28586"/>
                  </a:lnTo>
                  <a:lnTo>
                    <a:pt x="6810" y="27612"/>
                  </a:lnTo>
                  <a:lnTo>
                    <a:pt x="4505" y="26744"/>
                  </a:lnTo>
                  <a:lnTo>
                    <a:pt x="3340" y="24233"/>
                  </a:lnTo>
                  <a:lnTo>
                    <a:pt x="1583" y="21388"/>
                  </a:lnTo>
                  <a:lnTo>
                    <a:pt x="738" y="20733"/>
                  </a:lnTo>
                  <a:lnTo>
                    <a:pt x="875" y="20452"/>
                  </a:lnTo>
                  <a:lnTo>
                    <a:pt x="1278" y="18299"/>
                  </a:lnTo>
                  <a:lnTo>
                    <a:pt x="776" y="16731"/>
                  </a:lnTo>
                  <a:lnTo>
                    <a:pt x="0" y="15392"/>
                  </a:lnTo>
                  <a:lnTo>
                    <a:pt x="525" y="14578"/>
                  </a:lnTo>
                  <a:lnTo>
                    <a:pt x="2146" y="14586"/>
                  </a:lnTo>
                  <a:lnTo>
                    <a:pt x="3485" y="14738"/>
                  </a:lnTo>
                  <a:lnTo>
                    <a:pt x="3964" y="13452"/>
                  </a:lnTo>
                  <a:lnTo>
                    <a:pt x="6726" y="12615"/>
                  </a:lnTo>
                  <a:lnTo>
                    <a:pt x="9382" y="11740"/>
                  </a:lnTo>
                  <a:lnTo>
                    <a:pt x="9770" y="11131"/>
                  </a:lnTo>
                  <a:lnTo>
                    <a:pt x="9161" y="9807"/>
                  </a:lnTo>
                  <a:lnTo>
                    <a:pt x="9519" y="8978"/>
                  </a:lnTo>
                  <a:lnTo>
                    <a:pt x="12699" y="6620"/>
                  </a:lnTo>
                  <a:lnTo>
                    <a:pt x="13216" y="5547"/>
                  </a:lnTo>
                  <a:lnTo>
                    <a:pt x="13414" y="4710"/>
                  </a:lnTo>
                  <a:lnTo>
                    <a:pt x="12988" y="3812"/>
                  </a:lnTo>
                  <a:lnTo>
                    <a:pt x="12387" y="2420"/>
                  </a:lnTo>
                  <a:lnTo>
                    <a:pt x="12676" y="1826"/>
                  </a:lnTo>
                  <a:lnTo>
                    <a:pt x="14327" y="1020"/>
                  </a:lnTo>
                  <a:lnTo>
                    <a:pt x="15674" y="76"/>
                  </a:lnTo>
                  <a:lnTo>
                    <a:pt x="16465" y="0"/>
                  </a:lnTo>
                  <a:lnTo>
                    <a:pt x="16960" y="677"/>
                  </a:lnTo>
                  <a:lnTo>
                    <a:pt x="16960" y="1377"/>
                  </a:lnTo>
                  <a:lnTo>
                    <a:pt x="17401" y="2557"/>
                  </a:lnTo>
                  <a:lnTo>
                    <a:pt x="18390" y="3196"/>
                  </a:lnTo>
                  <a:lnTo>
                    <a:pt x="20034" y="4238"/>
                  </a:lnTo>
                  <a:lnTo>
                    <a:pt x="21943" y="4946"/>
                  </a:lnTo>
                  <a:lnTo>
                    <a:pt x="23435" y="6361"/>
                  </a:lnTo>
                  <a:lnTo>
                    <a:pt x="25481" y="8887"/>
                  </a:lnTo>
                  <a:lnTo>
                    <a:pt x="25786" y="10135"/>
                  </a:lnTo>
                  <a:lnTo>
                    <a:pt x="27627" y="11253"/>
                  </a:lnTo>
                  <a:lnTo>
                    <a:pt x="29331" y="12509"/>
                  </a:lnTo>
                  <a:lnTo>
                    <a:pt x="29065" y="14829"/>
                  </a:lnTo>
                  <a:lnTo>
                    <a:pt x="34870" y="16853"/>
                  </a:lnTo>
                  <a:lnTo>
                    <a:pt x="36179" y="16838"/>
                  </a:lnTo>
                  <a:lnTo>
                    <a:pt x="36803" y="17195"/>
                  </a:lnTo>
                  <a:lnTo>
                    <a:pt x="36788" y="17720"/>
                  </a:lnTo>
                  <a:lnTo>
                    <a:pt x="36331" y="19341"/>
                  </a:lnTo>
                  <a:lnTo>
                    <a:pt x="33942" y="24317"/>
                  </a:lnTo>
                  <a:lnTo>
                    <a:pt x="33752" y="25344"/>
                  </a:lnTo>
                  <a:lnTo>
                    <a:pt x="32040" y="26425"/>
                  </a:lnTo>
                  <a:lnTo>
                    <a:pt x="31804" y="27049"/>
                  </a:lnTo>
                  <a:lnTo>
                    <a:pt x="32291" y="28410"/>
                  </a:lnTo>
                  <a:close/>
                </a:path>
              </a:pathLst>
            </a:custGeom>
            <a:solidFill>
              <a:srgbClr val="2562E8"/>
            </a:solidFill>
            <a:ln w="6168" cap="flat">
              <a:solidFill>
                <a:srgbClr val="2562E8"/>
              </a:solidFill>
              <a:prstDash val="solid"/>
              <a:miter/>
            </a:ln>
          </p:spPr>
          <p:txBody>
            <a:bodyPr/>
            <a:lstStyle/>
            <a:p>
              <a:endParaRPr lang="en-US"/>
            </a:p>
          </p:txBody>
        </p:sp>
        <p:sp>
          <p:nvSpPr>
            <p:cNvPr id="2246" name="Freeform: Shape 2245">
              <a:extLst>
                <a:ext uri="{FF2B5EF4-FFF2-40B4-BE49-F238E27FC236}">
                  <a16:creationId xmlns:a16="http://schemas.microsoft.com/office/drawing/2014/main" id="{AB8E3134-4BE3-1937-F61C-1A5B5F1086E4}"/>
                </a:ext>
              </a:extLst>
            </p:cNvPr>
            <p:cNvSpPr/>
            <p:nvPr/>
          </p:nvSpPr>
          <p:spPr>
            <a:xfrm>
              <a:off x="10567480" y="4333916"/>
              <a:ext cx="40804" cy="38111"/>
            </a:xfrm>
            <a:custGeom>
              <a:avLst/>
              <a:gdLst>
                <a:gd name="csX0" fmla="*/ 30891 w 40804"/>
                <a:gd name="csY0" fmla="*/ 2800 h 38111"/>
                <a:gd name="csX1" fmla="*/ 30784 w 40804"/>
                <a:gd name="csY1" fmla="*/ 3705 h 38111"/>
                <a:gd name="csX2" fmla="*/ 31469 w 40804"/>
                <a:gd name="csY2" fmla="*/ 6406 h 38111"/>
                <a:gd name="csX3" fmla="*/ 32998 w 40804"/>
                <a:gd name="csY3" fmla="*/ 9351 h 38111"/>
                <a:gd name="csX4" fmla="*/ 34254 w 40804"/>
                <a:gd name="csY4" fmla="*/ 11732 h 38111"/>
                <a:gd name="csX5" fmla="*/ 34414 w 40804"/>
                <a:gd name="csY5" fmla="*/ 12851 h 38111"/>
                <a:gd name="csX6" fmla="*/ 33265 w 40804"/>
                <a:gd name="csY6" fmla="*/ 12691 h 38111"/>
                <a:gd name="csX7" fmla="*/ 32390 w 40804"/>
                <a:gd name="csY7" fmla="*/ 12242 h 38111"/>
                <a:gd name="csX8" fmla="*/ 30708 w 40804"/>
                <a:gd name="csY8" fmla="*/ 11770 h 38111"/>
                <a:gd name="csX9" fmla="*/ 27459 w 40804"/>
                <a:gd name="csY9" fmla="*/ 14928 h 38111"/>
                <a:gd name="csX10" fmla="*/ 25496 w 40804"/>
                <a:gd name="csY10" fmla="*/ 16647 h 38111"/>
                <a:gd name="csX11" fmla="*/ 25443 w 40804"/>
                <a:gd name="csY11" fmla="*/ 17233 h 38111"/>
                <a:gd name="csX12" fmla="*/ 28060 w 40804"/>
                <a:gd name="csY12" fmla="*/ 17895 h 38111"/>
                <a:gd name="csX13" fmla="*/ 29985 w 40804"/>
                <a:gd name="csY13" fmla="*/ 17880 h 38111"/>
                <a:gd name="csX14" fmla="*/ 31325 w 40804"/>
                <a:gd name="csY14" fmla="*/ 17416 h 38111"/>
                <a:gd name="csX15" fmla="*/ 32458 w 40804"/>
                <a:gd name="csY15" fmla="*/ 18154 h 38111"/>
                <a:gd name="csX16" fmla="*/ 33204 w 40804"/>
                <a:gd name="csY16" fmla="*/ 20102 h 38111"/>
                <a:gd name="csX17" fmla="*/ 33501 w 40804"/>
                <a:gd name="csY17" fmla="*/ 21684 h 38111"/>
                <a:gd name="csX18" fmla="*/ 35281 w 40804"/>
                <a:gd name="csY18" fmla="*/ 27307 h 38111"/>
                <a:gd name="csX19" fmla="*/ 36757 w 40804"/>
                <a:gd name="csY19" fmla="*/ 29202 h 38111"/>
                <a:gd name="csX20" fmla="*/ 38598 w 40804"/>
                <a:gd name="csY20" fmla="*/ 32549 h 38111"/>
                <a:gd name="csX21" fmla="*/ 39283 w 40804"/>
                <a:gd name="csY21" fmla="*/ 34284 h 38111"/>
                <a:gd name="csX22" fmla="*/ 39679 w 40804"/>
                <a:gd name="csY22" fmla="*/ 35737 h 38111"/>
                <a:gd name="csX23" fmla="*/ 40805 w 40804"/>
                <a:gd name="csY23" fmla="*/ 37883 h 38111"/>
                <a:gd name="csX24" fmla="*/ 37092 w 40804"/>
                <a:gd name="csY24" fmla="*/ 37936 h 38111"/>
                <a:gd name="csX25" fmla="*/ 32413 w 40804"/>
                <a:gd name="csY25" fmla="*/ 38012 h 38111"/>
                <a:gd name="csX26" fmla="*/ 28616 w 40804"/>
                <a:gd name="csY26" fmla="*/ 38058 h 38111"/>
                <a:gd name="csX27" fmla="*/ 24332 w 40804"/>
                <a:gd name="csY27" fmla="*/ 38111 h 38111"/>
                <a:gd name="csX28" fmla="*/ 22445 w 40804"/>
                <a:gd name="csY28" fmla="*/ 35821 h 38111"/>
                <a:gd name="csX29" fmla="*/ 21814 w 40804"/>
                <a:gd name="csY29" fmla="*/ 33310 h 38111"/>
                <a:gd name="csX30" fmla="*/ 21129 w 40804"/>
                <a:gd name="csY30" fmla="*/ 30731 h 38111"/>
                <a:gd name="csX31" fmla="*/ 19250 w 40804"/>
                <a:gd name="csY31" fmla="*/ 27048 h 38111"/>
                <a:gd name="csX32" fmla="*/ 12965 w 40804"/>
                <a:gd name="csY32" fmla="*/ 26158 h 38111"/>
                <a:gd name="csX33" fmla="*/ 9625 w 40804"/>
                <a:gd name="csY33" fmla="*/ 25679 h 38111"/>
                <a:gd name="csX34" fmla="*/ 4124 w 40804"/>
                <a:gd name="csY34" fmla="*/ 24979 h 38111"/>
                <a:gd name="csX35" fmla="*/ 0 w 40804"/>
                <a:gd name="csY35" fmla="*/ 24454 h 38111"/>
                <a:gd name="csX36" fmla="*/ 3469 w 40804"/>
                <a:gd name="csY36" fmla="*/ 20482 h 38111"/>
                <a:gd name="csX37" fmla="*/ 5083 w 40804"/>
                <a:gd name="csY37" fmla="*/ 18344 h 38111"/>
                <a:gd name="csX38" fmla="*/ 7997 w 40804"/>
                <a:gd name="csY38" fmla="*/ 13711 h 38111"/>
                <a:gd name="csX39" fmla="*/ 9495 w 40804"/>
                <a:gd name="csY39" fmla="*/ 10401 h 38111"/>
                <a:gd name="csX40" fmla="*/ 10941 w 40804"/>
                <a:gd name="csY40" fmla="*/ 6726 h 38111"/>
                <a:gd name="csX41" fmla="*/ 12189 w 40804"/>
                <a:gd name="csY41" fmla="*/ 3865 h 38111"/>
                <a:gd name="csX42" fmla="*/ 12448 w 40804"/>
                <a:gd name="csY42" fmla="*/ 3340 h 38111"/>
                <a:gd name="csX43" fmla="*/ 13171 w 40804"/>
                <a:gd name="csY43" fmla="*/ 2366 h 38111"/>
                <a:gd name="csX44" fmla="*/ 14768 w 40804"/>
                <a:gd name="csY44" fmla="*/ 1369 h 38111"/>
                <a:gd name="csX45" fmla="*/ 17074 w 40804"/>
                <a:gd name="csY45" fmla="*/ 434 h 38111"/>
                <a:gd name="csX46" fmla="*/ 20992 w 40804"/>
                <a:gd name="csY46" fmla="*/ 23 h 38111"/>
                <a:gd name="csX47" fmla="*/ 23746 w 40804"/>
                <a:gd name="csY47" fmla="*/ 0 h 38111"/>
                <a:gd name="csX48" fmla="*/ 24370 w 40804"/>
                <a:gd name="csY48" fmla="*/ 46 h 38111"/>
                <a:gd name="csX49" fmla="*/ 26105 w 40804"/>
                <a:gd name="csY49" fmla="*/ 510 h 38111"/>
                <a:gd name="csX50" fmla="*/ 30891 w 40804"/>
                <a:gd name="csY50" fmla="*/ 2800 h 38111"/>
                <a:gd name="csX51" fmla="*/ 37229 w 40804"/>
                <a:gd name="csY51" fmla="*/ 11573 h 38111"/>
                <a:gd name="csX52" fmla="*/ 36004 w 40804"/>
                <a:gd name="csY52" fmla="*/ 12120 h 38111"/>
                <a:gd name="csX53" fmla="*/ 35182 w 40804"/>
                <a:gd name="csY53" fmla="*/ 11885 h 38111"/>
                <a:gd name="csX54" fmla="*/ 34391 w 40804"/>
                <a:gd name="csY54" fmla="*/ 10568 h 38111"/>
                <a:gd name="csX55" fmla="*/ 33090 w 40804"/>
                <a:gd name="csY55" fmla="*/ 7297 h 38111"/>
                <a:gd name="csX56" fmla="*/ 33797 w 40804"/>
                <a:gd name="csY56" fmla="*/ 6072 h 38111"/>
                <a:gd name="csX57" fmla="*/ 33775 w 40804"/>
                <a:gd name="csY57" fmla="*/ 5547 h 38111"/>
                <a:gd name="csX58" fmla="*/ 33919 w 40804"/>
                <a:gd name="csY58" fmla="*/ 5151 h 38111"/>
                <a:gd name="csX59" fmla="*/ 34322 w 40804"/>
                <a:gd name="csY59" fmla="*/ 4900 h 38111"/>
                <a:gd name="csX60" fmla="*/ 34741 w 40804"/>
                <a:gd name="csY60" fmla="*/ 3355 h 38111"/>
                <a:gd name="csX61" fmla="*/ 35304 w 40804"/>
                <a:gd name="csY61" fmla="*/ 2884 h 38111"/>
                <a:gd name="csX62" fmla="*/ 36217 w 40804"/>
                <a:gd name="csY62" fmla="*/ 3926 h 38111"/>
                <a:gd name="csX63" fmla="*/ 38789 w 40804"/>
                <a:gd name="csY63" fmla="*/ 7692 h 38111"/>
                <a:gd name="csX64" fmla="*/ 38773 w 40804"/>
                <a:gd name="csY64" fmla="*/ 9229 h 38111"/>
                <a:gd name="csX65" fmla="*/ 38621 w 40804"/>
                <a:gd name="csY65" fmla="*/ 9846 h 38111"/>
                <a:gd name="csX66" fmla="*/ 37229 w 40804"/>
                <a:gd name="csY66" fmla="*/ 11573 h 381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Lst>
              <a:rect l="l" t="t" r="r" b="b"/>
              <a:pathLst>
                <a:path w="40804" h="38111">
                  <a:moveTo>
                    <a:pt x="30891" y="2800"/>
                  </a:moveTo>
                  <a:lnTo>
                    <a:pt x="30784" y="3705"/>
                  </a:lnTo>
                  <a:lnTo>
                    <a:pt x="31469" y="6406"/>
                  </a:lnTo>
                  <a:lnTo>
                    <a:pt x="32998" y="9351"/>
                  </a:lnTo>
                  <a:lnTo>
                    <a:pt x="34254" y="11732"/>
                  </a:lnTo>
                  <a:lnTo>
                    <a:pt x="34414" y="12851"/>
                  </a:lnTo>
                  <a:lnTo>
                    <a:pt x="33265" y="12691"/>
                  </a:lnTo>
                  <a:lnTo>
                    <a:pt x="32390" y="12242"/>
                  </a:lnTo>
                  <a:lnTo>
                    <a:pt x="30708" y="11770"/>
                  </a:lnTo>
                  <a:lnTo>
                    <a:pt x="27459" y="14928"/>
                  </a:lnTo>
                  <a:lnTo>
                    <a:pt x="25496" y="16647"/>
                  </a:lnTo>
                  <a:lnTo>
                    <a:pt x="25443" y="17233"/>
                  </a:lnTo>
                  <a:lnTo>
                    <a:pt x="28060" y="17895"/>
                  </a:lnTo>
                  <a:lnTo>
                    <a:pt x="29985" y="17880"/>
                  </a:lnTo>
                  <a:lnTo>
                    <a:pt x="31325" y="17416"/>
                  </a:lnTo>
                  <a:lnTo>
                    <a:pt x="32458" y="18154"/>
                  </a:lnTo>
                  <a:lnTo>
                    <a:pt x="33204" y="20102"/>
                  </a:lnTo>
                  <a:lnTo>
                    <a:pt x="33501" y="21684"/>
                  </a:lnTo>
                  <a:lnTo>
                    <a:pt x="35281" y="27307"/>
                  </a:lnTo>
                  <a:lnTo>
                    <a:pt x="36757" y="29202"/>
                  </a:lnTo>
                  <a:lnTo>
                    <a:pt x="38598" y="32549"/>
                  </a:lnTo>
                  <a:lnTo>
                    <a:pt x="39283" y="34284"/>
                  </a:lnTo>
                  <a:lnTo>
                    <a:pt x="39679" y="35737"/>
                  </a:lnTo>
                  <a:lnTo>
                    <a:pt x="40805" y="37883"/>
                  </a:lnTo>
                  <a:lnTo>
                    <a:pt x="37092" y="37936"/>
                  </a:lnTo>
                  <a:lnTo>
                    <a:pt x="32413" y="38012"/>
                  </a:lnTo>
                  <a:lnTo>
                    <a:pt x="28616" y="38058"/>
                  </a:lnTo>
                  <a:lnTo>
                    <a:pt x="24332" y="38111"/>
                  </a:lnTo>
                  <a:lnTo>
                    <a:pt x="22445" y="35821"/>
                  </a:lnTo>
                  <a:lnTo>
                    <a:pt x="21814" y="33310"/>
                  </a:lnTo>
                  <a:lnTo>
                    <a:pt x="21129" y="30731"/>
                  </a:lnTo>
                  <a:lnTo>
                    <a:pt x="19250" y="27048"/>
                  </a:lnTo>
                  <a:lnTo>
                    <a:pt x="12965" y="26158"/>
                  </a:lnTo>
                  <a:lnTo>
                    <a:pt x="9625" y="25679"/>
                  </a:lnTo>
                  <a:lnTo>
                    <a:pt x="4124" y="24979"/>
                  </a:lnTo>
                  <a:lnTo>
                    <a:pt x="0" y="24454"/>
                  </a:lnTo>
                  <a:lnTo>
                    <a:pt x="3469" y="20482"/>
                  </a:lnTo>
                  <a:lnTo>
                    <a:pt x="5083" y="18344"/>
                  </a:lnTo>
                  <a:lnTo>
                    <a:pt x="7997" y="13711"/>
                  </a:lnTo>
                  <a:lnTo>
                    <a:pt x="9495" y="10401"/>
                  </a:lnTo>
                  <a:lnTo>
                    <a:pt x="10941" y="6726"/>
                  </a:lnTo>
                  <a:lnTo>
                    <a:pt x="12189" y="3865"/>
                  </a:lnTo>
                  <a:lnTo>
                    <a:pt x="12448" y="3340"/>
                  </a:lnTo>
                  <a:lnTo>
                    <a:pt x="13171" y="2366"/>
                  </a:lnTo>
                  <a:lnTo>
                    <a:pt x="14768" y="1369"/>
                  </a:lnTo>
                  <a:lnTo>
                    <a:pt x="17074" y="434"/>
                  </a:lnTo>
                  <a:lnTo>
                    <a:pt x="20992" y="23"/>
                  </a:lnTo>
                  <a:lnTo>
                    <a:pt x="23746" y="0"/>
                  </a:lnTo>
                  <a:lnTo>
                    <a:pt x="24370" y="46"/>
                  </a:lnTo>
                  <a:lnTo>
                    <a:pt x="26105" y="510"/>
                  </a:lnTo>
                  <a:lnTo>
                    <a:pt x="30891" y="2800"/>
                  </a:lnTo>
                  <a:close/>
                  <a:moveTo>
                    <a:pt x="37229" y="11573"/>
                  </a:moveTo>
                  <a:lnTo>
                    <a:pt x="36004" y="12120"/>
                  </a:lnTo>
                  <a:lnTo>
                    <a:pt x="35182" y="11885"/>
                  </a:lnTo>
                  <a:lnTo>
                    <a:pt x="34391" y="10568"/>
                  </a:lnTo>
                  <a:lnTo>
                    <a:pt x="33090" y="7297"/>
                  </a:lnTo>
                  <a:lnTo>
                    <a:pt x="33797" y="6072"/>
                  </a:lnTo>
                  <a:lnTo>
                    <a:pt x="33775" y="5547"/>
                  </a:lnTo>
                  <a:lnTo>
                    <a:pt x="33919" y="5151"/>
                  </a:lnTo>
                  <a:lnTo>
                    <a:pt x="34322" y="4900"/>
                  </a:lnTo>
                  <a:lnTo>
                    <a:pt x="34741" y="3355"/>
                  </a:lnTo>
                  <a:lnTo>
                    <a:pt x="35304" y="2884"/>
                  </a:lnTo>
                  <a:lnTo>
                    <a:pt x="36217" y="3926"/>
                  </a:lnTo>
                  <a:lnTo>
                    <a:pt x="38789" y="7692"/>
                  </a:lnTo>
                  <a:lnTo>
                    <a:pt x="38773" y="9229"/>
                  </a:lnTo>
                  <a:lnTo>
                    <a:pt x="38621" y="9846"/>
                  </a:lnTo>
                  <a:lnTo>
                    <a:pt x="37229" y="1157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7" name="Freeform: Shape 2246">
              <a:extLst>
                <a:ext uri="{FF2B5EF4-FFF2-40B4-BE49-F238E27FC236}">
                  <a16:creationId xmlns:a16="http://schemas.microsoft.com/office/drawing/2014/main" id="{6914ED1B-EEC3-2846-A5E9-A32C530ED31F}"/>
                </a:ext>
              </a:extLst>
            </p:cNvPr>
            <p:cNvSpPr/>
            <p:nvPr/>
          </p:nvSpPr>
          <p:spPr>
            <a:xfrm>
              <a:off x="7835288" y="4576324"/>
              <a:ext cx="35805" cy="11108"/>
            </a:xfrm>
            <a:custGeom>
              <a:avLst/>
              <a:gdLst>
                <a:gd name="csX0" fmla="*/ 34079 w 35805"/>
                <a:gd name="csY0" fmla="*/ 1217 h 11108"/>
                <a:gd name="csX1" fmla="*/ 33082 w 35805"/>
                <a:gd name="csY1" fmla="*/ 1560 h 11108"/>
                <a:gd name="csX2" fmla="*/ 32306 w 35805"/>
                <a:gd name="csY2" fmla="*/ 1423 h 11108"/>
                <a:gd name="csX3" fmla="*/ 34056 w 35805"/>
                <a:gd name="csY3" fmla="*/ 487 h 11108"/>
                <a:gd name="csX4" fmla="*/ 34505 w 35805"/>
                <a:gd name="csY4" fmla="*/ 167 h 11108"/>
                <a:gd name="csX5" fmla="*/ 34893 w 35805"/>
                <a:gd name="csY5" fmla="*/ 0 h 11108"/>
                <a:gd name="csX6" fmla="*/ 35296 w 35805"/>
                <a:gd name="csY6" fmla="*/ 0 h 11108"/>
                <a:gd name="csX7" fmla="*/ 35806 w 35805"/>
                <a:gd name="csY7" fmla="*/ 190 h 11108"/>
                <a:gd name="csX8" fmla="*/ 35806 w 35805"/>
                <a:gd name="csY8" fmla="*/ 335 h 11108"/>
                <a:gd name="csX9" fmla="*/ 34079 w 35805"/>
                <a:gd name="csY9" fmla="*/ 1217 h 11108"/>
                <a:gd name="csX10" fmla="*/ 30761 w 35805"/>
                <a:gd name="csY10" fmla="*/ 1301 h 11108"/>
                <a:gd name="csX11" fmla="*/ 30548 w 35805"/>
                <a:gd name="csY11" fmla="*/ 1431 h 11108"/>
                <a:gd name="csX12" fmla="*/ 29864 w 35805"/>
                <a:gd name="csY12" fmla="*/ 1332 h 11108"/>
                <a:gd name="csX13" fmla="*/ 28296 w 35805"/>
                <a:gd name="csY13" fmla="*/ 2252 h 11108"/>
                <a:gd name="csX14" fmla="*/ 27619 w 35805"/>
                <a:gd name="csY14" fmla="*/ 2199 h 11108"/>
                <a:gd name="csX15" fmla="*/ 27825 w 35805"/>
                <a:gd name="csY15" fmla="*/ 1879 h 11108"/>
                <a:gd name="csX16" fmla="*/ 28152 w 35805"/>
                <a:gd name="csY16" fmla="*/ 1575 h 11108"/>
                <a:gd name="csX17" fmla="*/ 28517 w 35805"/>
                <a:gd name="csY17" fmla="*/ 1354 h 11108"/>
                <a:gd name="csX18" fmla="*/ 28859 w 35805"/>
                <a:gd name="csY18" fmla="*/ 1263 h 11108"/>
                <a:gd name="csX19" fmla="*/ 29955 w 35805"/>
                <a:gd name="csY19" fmla="*/ 1081 h 11108"/>
                <a:gd name="csX20" fmla="*/ 30472 w 35805"/>
                <a:gd name="csY20" fmla="*/ 1058 h 11108"/>
                <a:gd name="csX21" fmla="*/ 30830 w 35805"/>
                <a:gd name="csY21" fmla="*/ 1263 h 11108"/>
                <a:gd name="csX22" fmla="*/ 30761 w 35805"/>
                <a:gd name="csY22" fmla="*/ 1301 h 11108"/>
                <a:gd name="csX23" fmla="*/ 1065 w 35805"/>
                <a:gd name="csY23" fmla="*/ 9389 h 11108"/>
                <a:gd name="csX24" fmla="*/ 1757 w 35805"/>
                <a:gd name="csY24" fmla="*/ 9823 h 11108"/>
                <a:gd name="csX25" fmla="*/ 2625 w 35805"/>
                <a:gd name="csY25" fmla="*/ 9556 h 11108"/>
                <a:gd name="csX26" fmla="*/ 2876 w 35805"/>
                <a:gd name="csY26" fmla="*/ 9077 h 11108"/>
                <a:gd name="csX27" fmla="*/ 6170 w 35805"/>
                <a:gd name="csY27" fmla="*/ 9427 h 11108"/>
                <a:gd name="csX28" fmla="*/ 6665 w 35805"/>
                <a:gd name="csY28" fmla="*/ 10363 h 11108"/>
                <a:gd name="csX29" fmla="*/ 4154 w 35805"/>
                <a:gd name="csY29" fmla="*/ 10386 h 11108"/>
                <a:gd name="csX30" fmla="*/ 3028 w 35805"/>
                <a:gd name="csY30" fmla="*/ 10987 h 11108"/>
                <a:gd name="csX31" fmla="*/ 2465 w 35805"/>
                <a:gd name="csY31" fmla="*/ 11109 h 11108"/>
                <a:gd name="csX32" fmla="*/ 312 w 35805"/>
                <a:gd name="csY32" fmla="*/ 10964 h 11108"/>
                <a:gd name="csX33" fmla="*/ 0 w 35805"/>
                <a:gd name="csY33" fmla="*/ 8796 h 11108"/>
                <a:gd name="csX34" fmla="*/ 601 w 35805"/>
                <a:gd name="csY34" fmla="*/ 8567 h 11108"/>
                <a:gd name="csX35" fmla="*/ 1065 w 35805"/>
                <a:gd name="csY35" fmla="*/ 9389 h 11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35805" h="11108">
                  <a:moveTo>
                    <a:pt x="34079" y="1217"/>
                  </a:moveTo>
                  <a:lnTo>
                    <a:pt x="33082" y="1560"/>
                  </a:lnTo>
                  <a:lnTo>
                    <a:pt x="32306" y="1423"/>
                  </a:lnTo>
                  <a:lnTo>
                    <a:pt x="34056" y="487"/>
                  </a:lnTo>
                  <a:lnTo>
                    <a:pt x="34505" y="167"/>
                  </a:lnTo>
                  <a:lnTo>
                    <a:pt x="34893" y="0"/>
                  </a:lnTo>
                  <a:lnTo>
                    <a:pt x="35296" y="0"/>
                  </a:lnTo>
                  <a:lnTo>
                    <a:pt x="35806" y="190"/>
                  </a:lnTo>
                  <a:lnTo>
                    <a:pt x="35806" y="335"/>
                  </a:lnTo>
                  <a:lnTo>
                    <a:pt x="34079" y="1217"/>
                  </a:lnTo>
                  <a:close/>
                  <a:moveTo>
                    <a:pt x="30761" y="1301"/>
                  </a:moveTo>
                  <a:lnTo>
                    <a:pt x="30548" y="1431"/>
                  </a:lnTo>
                  <a:lnTo>
                    <a:pt x="29864" y="1332"/>
                  </a:lnTo>
                  <a:lnTo>
                    <a:pt x="28296" y="2252"/>
                  </a:lnTo>
                  <a:lnTo>
                    <a:pt x="27619" y="2199"/>
                  </a:lnTo>
                  <a:lnTo>
                    <a:pt x="27825" y="1879"/>
                  </a:lnTo>
                  <a:lnTo>
                    <a:pt x="28152" y="1575"/>
                  </a:lnTo>
                  <a:lnTo>
                    <a:pt x="28517" y="1354"/>
                  </a:lnTo>
                  <a:lnTo>
                    <a:pt x="28859" y="1263"/>
                  </a:lnTo>
                  <a:lnTo>
                    <a:pt x="29955" y="1081"/>
                  </a:lnTo>
                  <a:lnTo>
                    <a:pt x="30472" y="1058"/>
                  </a:lnTo>
                  <a:lnTo>
                    <a:pt x="30830" y="1263"/>
                  </a:lnTo>
                  <a:lnTo>
                    <a:pt x="30761" y="1301"/>
                  </a:lnTo>
                  <a:close/>
                  <a:moveTo>
                    <a:pt x="1065" y="9389"/>
                  </a:moveTo>
                  <a:lnTo>
                    <a:pt x="1757" y="9823"/>
                  </a:lnTo>
                  <a:lnTo>
                    <a:pt x="2625" y="9556"/>
                  </a:lnTo>
                  <a:lnTo>
                    <a:pt x="2876" y="9077"/>
                  </a:lnTo>
                  <a:lnTo>
                    <a:pt x="6170" y="9427"/>
                  </a:lnTo>
                  <a:lnTo>
                    <a:pt x="6665" y="10363"/>
                  </a:lnTo>
                  <a:lnTo>
                    <a:pt x="4154" y="10386"/>
                  </a:lnTo>
                  <a:lnTo>
                    <a:pt x="3028" y="10987"/>
                  </a:lnTo>
                  <a:lnTo>
                    <a:pt x="2465" y="11109"/>
                  </a:lnTo>
                  <a:lnTo>
                    <a:pt x="312" y="10964"/>
                  </a:lnTo>
                  <a:lnTo>
                    <a:pt x="0" y="8796"/>
                  </a:lnTo>
                  <a:lnTo>
                    <a:pt x="601" y="8567"/>
                  </a:lnTo>
                  <a:lnTo>
                    <a:pt x="1065" y="938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8" name="Freeform: Shape 2247">
              <a:extLst>
                <a:ext uri="{FF2B5EF4-FFF2-40B4-BE49-F238E27FC236}">
                  <a16:creationId xmlns:a16="http://schemas.microsoft.com/office/drawing/2014/main" id="{1B4CF7B9-EA67-9143-C044-96533C820ACD}"/>
                </a:ext>
              </a:extLst>
            </p:cNvPr>
            <p:cNvSpPr/>
            <p:nvPr/>
          </p:nvSpPr>
          <p:spPr>
            <a:xfrm>
              <a:off x="10569153" y="3584245"/>
              <a:ext cx="869347" cy="474888"/>
            </a:xfrm>
            <a:custGeom>
              <a:avLst/>
              <a:gdLst>
                <a:gd name="csX0" fmla="*/ 869348 w 869347"/>
                <a:gd name="csY0" fmla="*/ 219758 h 474888"/>
                <a:gd name="csX1" fmla="*/ 867369 w 869347"/>
                <a:gd name="csY1" fmla="*/ 219111 h 474888"/>
                <a:gd name="csX2" fmla="*/ 863489 w 869347"/>
                <a:gd name="csY2" fmla="*/ 218974 h 474888"/>
                <a:gd name="csX3" fmla="*/ 861123 w 869347"/>
                <a:gd name="csY3" fmla="*/ 219378 h 474888"/>
                <a:gd name="csX4" fmla="*/ 860012 w 869347"/>
                <a:gd name="csY4" fmla="*/ 219606 h 474888"/>
                <a:gd name="csX5" fmla="*/ 858353 w 869347"/>
                <a:gd name="csY5" fmla="*/ 220937 h 474888"/>
                <a:gd name="csX6" fmla="*/ 857174 w 869347"/>
                <a:gd name="csY6" fmla="*/ 222261 h 474888"/>
                <a:gd name="csX7" fmla="*/ 856656 w 869347"/>
                <a:gd name="csY7" fmla="*/ 224513 h 474888"/>
                <a:gd name="csX8" fmla="*/ 857281 w 869347"/>
                <a:gd name="csY8" fmla="*/ 227055 h 474888"/>
                <a:gd name="csX9" fmla="*/ 856428 w 869347"/>
                <a:gd name="csY9" fmla="*/ 232335 h 474888"/>
                <a:gd name="csX10" fmla="*/ 855272 w 869347"/>
                <a:gd name="csY10" fmla="*/ 234321 h 474888"/>
                <a:gd name="csX11" fmla="*/ 852837 w 869347"/>
                <a:gd name="csY11" fmla="*/ 237767 h 474888"/>
                <a:gd name="csX12" fmla="*/ 851422 w 869347"/>
                <a:gd name="csY12" fmla="*/ 238513 h 474888"/>
                <a:gd name="csX13" fmla="*/ 849048 w 869347"/>
                <a:gd name="csY13" fmla="*/ 239129 h 474888"/>
                <a:gd name="csX14" fmla="*/ 846765 w 869347"/>
                <a:gd name="csY14" fmla="*/ 240149 h 474888"/>
                <a:gd name="csX15" fmla="*/ 842291 w 869347"/>
                <a:gd name="csY15" fmla="*/ 241138 h 474888"/>
                <a:gd name="csX16" fmla="*/ 837460 w 869347"/>
                <a:gd name="csY16" fmla="*/ 241640 h 474888"/>
                <a:gd name="csX17" fmla="*/ 835741 w 869347"/>
                <a:gd name="csY17" fmla="*/ 242378 h 474888"/>
                <a:gd name="csX18" fmla="*/ 834516 w 869347"/>
                <a:gd name="csY18" fmla="*/ 244729 h 474888"/>
                <a:gd name="csX19" fmla="*/ 833648 w 869347"/>
                <a:gd name="csY19" fmla="*/ 246685 h 474888"/>
                <a:gd name="csX20" fmla="*/ 833115 w 869347"/>
                <a:gd name="csY20" fmla="*/ 248176 h 474888"/>
                <a:gd name="csX21" fmla="*/ 831746 w 869347"/>
                <a:gd name="csY21" fmla="*/ 253030 h 474888"/>
                <a:gd name="csX22" fmla="*/ 830970 w 869347"/>
                <a:gd name="csY22" fmla="*/ 257360 h 474888"/>
                <a:gd name="csX23" fmla="*/ 831731 w 869347"/>
                <a:gd name="csY23" fmla="*/ 262724 h 474888"/>
                <a:gd name="csX24" fmla="*/ 832301 w 869347"/>
                <a:gd name="csY24" fmla="*/ 268666 h 474888"/>
                <a:gd name="csX25" fmla="*/ 832263 w 869347"/>
                <a:gd name="csY25" fmla="*/ 270712 h 474888"/>
                <a:gd name="csX26" fmla="*/ 833443 w 869347"/>
                <a:gd name="csY26" fmla="*/ 273741 h 474888"/>
                <a:gd name="csX27" fmla="*/ 834036 w 869347"/>
                <a:gd name="csY27" fmla="*/ 275597 h 474888"/>
                <a:gd name="csX28" fmla="*/ 833755 w 869347"/>
                <a:gd name="csY28" fmla="*/ 278230 h 474888"/>
                <a:gd name="csX29" fmla="*/ 832058 w 869347"/>
                <a:gd name="csY29" fmla="*/ 280299 h 474888"/>
                <a:gd name="csX30" fmla="*/ 831039 w 869347"/>
                <a:gd name="csY30" fmla="*/ 283038 h 474888"/>
                <a:gd name="csX31" fmla="*/ 830080 w 869347"/>
                <a:gd name="csY31" fmla="*/ 284202 h 474888"/>
                <a:gd name="csX32" fmla="*/ 827318 w 869347"/>
                <a:gd name="csY32" fmla="*/ 284727 h 474888"/>
                <a:gd name="csX33" fmla="*/ 824716 w 869347"/>
                <a:gd name="csY33" fmla="*/ 285047 h 474888"/>
                <a:gd name="csX34" fmla="*/ 822091 w 869347"/>
                <a:gd name="csY34" fmla="*/ 287398 h 474888"/>
                <a:gd name="csX35" fmla="*/ 819991 w 869347"/>
                <a:gd name="csY35" fmla="*/ 289019 h 474888"/>
                <a:gd name="csX36" fmla="*/ 816704 w 869347"/>
                <a:gd name="csY36" fmla="*/ 291081 h 474888"/>
                <a:gd name="csX37" fmla="*/ 815159 w 869347"/>
                <a:gd name="csY37" fmla="*/ 291469 h 474888"/>
                <a:gd name="csX38" fmla="*/ 814307 w 869347"/>
                <a:gd name="csY38" fmla="*/ 290419 h 474888"/>
                <a:gd name="csX39" fmla="*/ 813744 w 869347"/>
                <a:gd name="csY39" fmla="*/ 288083 h 474888"/>
                <a:gd name="csX40" fmla="*/ 812618 w 869347"/>
                <a:gd name="csY40" fmla="*/ 287048 h 474888"/>
                <a:gd name="csX41" fmla="*/ 811028 w 869347"/>
                <a:gd name="csY41" fmla="*/ 286964 h 474888"/>
                <a:gd name="csX42" fmla="*/ 809750 w 869347"/>
                <a:gd name="csY42" fmla="*/ 286942 h 474888"/>
                <a:gd name="csX43" fmla="*/ 805618 w 869347"/>
                <a:gd name="csY43" fmla="*/ 286310 h 474888"/>
                <a:gd name="csX44" fmla="*/ 802971 w 869347"/>
                <a:gd name="csY44" fmla="*/ 286356 h 474888"/>
                <a:gd name="csX45" fmla="*/ 800985 w 869347"/>
                <a:gd name="csY45" fmla="*/ 286858 h 474888"/>
                <a:gd name="csX46" fmla="*/ 798717 w 869347"/>
                <a:gd name="csY46" fmla="*/ 287109 h 474888"/>
                <a:gd name="csX47" fmla="*/ 794799 w 869347"/>
                <a:gd name="csY47" fmla="*/ 286257 h 474888"/>
                <a:gd name="csX48" fmla="*/ 792265 w 869347"/>
                <a:gd name="csY48" fmla="*/ 285534 h 474888"/>
                <a:gd name="csX49" fmla="*/ 790561 w 869347"/>
                <a:gd name="csY49" fmla="*/ 284842 h 474888"/>
                <a:gd name="csX50" fmla="*/ 786490 w 869347"/>
                <a:gd name="csY50" fmla="*/ 282795 h 474888"/>
                <a:gd name="csX51" fmla="*/ 781141 w 869347"/>
                <a:gd name="csY51" fmla="*/ 280360 h 474888"/>
                <a:gd name="csX52" fmla="*/ 778950 w 869347"/>
                <a:gd name="csY52" fmla="*/ 279645 h 474888"/>
                <a:gd name="csX53" fmla="*/ 777649 w 869347"/>
                <a:gd name="csY53" fmla="*/ 280375 h 474888"/>
                <a:gd name="csX54" fmla="*/ 777451 w 869347"/>
                <a:gd name="csY54" fmla="*/ 281768 h 474888"/>
                <a:gd name="csX55" fmla="*/ 777109 w 869347"/>
                <a:gd name="csY55" fmla="*/ 285138 h 474888"/>
                <a:gd name="csX56" fmla="*/ 776485 w 869347"/>
                <a:gd name="csY56" fmla="*/ 287246 h 474888"/>
                <a:gd name="csX57" fmla="*/ 772757 w 869347"/>
                <a:gd name="csY57" fmla="*/ 297867 h 474888"/>
                <a:gd name="csX58" fmla="*/ 770452 w 869347"/>
                <a:gd name="csY58" fmla="*/ 305217 h 474888"/>
                <a:gd name="csX59" fmla="*/ 767522 w 869347"/>
                <a:gd name="csY59" fmla="*/ 312240 h 474888"/>
                <a:gd name="csX60" fmla="*/ 766594 w 869347"/>
                <a:gd name="csY60" fmla="*/ 316935 h 474888"/>
                <a:gd name="csX61" fmla="*/ 764844 w 869347"/>
                <a:gd name="csY61" fmla="*/ 322862 h 474888"/>
                <a:gd name="csX62" fmla="*/ 763102 w 869347"/>
                <a:gd name="csY62" fmla="*/ 327145 h 474888"/>
                <a:gd name="csX63" fmla="*/ 762394 w 869347"/>
                <a:gd name="csY63" fmla="*/ 329473 h 474888"/>
                <a:gd name="csX64" fmla="*/ 762333 w 869347"/>
                <a:gd name="csY64" fmla="*/ 330425 h 474888"/>
                <a:gd name="csX65" fmla="*/ 762637 w 869347"/>
                <a:gd name="csY65" fmla="*/ 331756 h 474888"/>
                <a:gd name="csX66" fmla="*/ 765308 w 869347"/>
                <a:gd name="csY66" fmla="*/ 333209 h 474888"/>
                <a:gd name="csX67" fmla="*/ 768108 w 869347"/>
                <a:gd name="csY67" fmla="*/ 334100 h 474888"/>
                <a:gd name="csX68" fmla="*/ 768725 w 869347"/>
                <a:gd name="csY68" fmla="*/ 334655 h 474888"/>
                <a:gd name="csX69" fmla="*/ 769029 w 869347"/>
                <a:gd name="csY69" fmla="*/ 336161 h 474888"/>
                <a:gd name="csX70" fmla="*/ 768922 w 869347"/>
                <a:gd name="csY70" fmla="*/ 338627 h 474888"/>
                <a:gd name="csX71" fmla="*/ 768412 w 869347"/>
                <a:gd name="csY71" fmla="*/ 340955 h 474888"/>
                <a:gd name="csX72" fmla="*/ 767606 w 869347"/>
                <a:gd name="csY72" fmla="*/ 342781 h 474888"/>
                <a:gd name="csX73" fmla="*/ 766807 w 869347"/>
                <a:gd name="csY73" fmla="*/ 343686 h 474888"/>
                <a:gd name="csX74" fmla="*/ 765894 w 869347"/>
                <a:gd name="csY74" fmla="*/ 343740 h 474888"/>
                <a:gd name="csX75" fmla="*/ 764144 w 869347"/>
                <a:gd name="csY75" fmla="*/ 342568 h 474888"/>
                <a:gd name="csX76" fmla="*/ 762584 w 869347"/>
                <a:gd name="csY76" fmla="*/ 341259 h 474888"/>
                <a:gd name="csX77" fmla="*/ 761375 w 869347"/>
                <a:gd name="csY77" fmla="*/ 340863 h 474888"/>
                <a:gd name="csX78" fmla="*/ 758300 w 869347"/>
                <a:gd name="csY78" fmla="*/ 341594 h 474888"/>
                <a:gd name="csX79" fmla="*/ 755455 w 869347"/>
                <a:gd name="csY79" fmla="*/ 342591 h 474888"/>
                <a:gd name="csX80" fmla="*/ 754504 w 869347"/>
                <a:gd name="csY80" fmla="*/ 342621 h 474888"/>
                <a:gd name="csX81" fmla="*/ 752853 w 869347"/>
                <a:gd name="csY81" fmla="*/ 341982 h 474888"/>
                <a:gd name="csX82" fmla="*/ 751186 w 869347"/>
                <a:gd name="csY82" fmla="*/ 340658 h 474888"/>
                <a:gd name="csX83" fmla="*/ 750525 w 869347"/>
                <a:gd name="csY83" fmla="*/ 338094 h 474888"/>
                <a:gd name="csX84" fmla="*/ 749094 w 869347"/>
                <a:gd name="csY84" fmla="*/ 336930 h 474888"/>
                <a:gd name="csX85" fmla="*/ 747177 w 869347"/>
                <a:gd name="csY85" fmla="*/ 338094 h 474888"/>
                <a:gd name="csX86" fmla="*/ 741470 w 869347"/>
                <a:gd name="csY86" fmla="*/ 340049 h 474888"/>
                <a:gd name="csX87" fmla="*/ 735186 w 869347"/>
                <a:gd name="csY87" fmla="*/ 342377 h 474888"/>
                <a:gd name="csX88" fmla="*/ 731191 w 869347"/>
                <a:gd name="csY88" fmla="*/ 343580 h 474888"/>
                <a:gd name="csX89" fmla="*/ 729632 w 869347"/>
                <a:gd name="csY89" fmla="*/ 343397 h 474888"/>
                <a:gd name="csX90" fmla="*/ 726535 w 869347"/>
                <a:gd name="csY90" fmla="*/ 343671 h 474888"/>
                <a:gd name="csX91" fmla="*/ 723849 w 869347"/>
                <a:gd name="csY91" fmla="*/ 344318 h 474888"/>
                <a:gd name="csX92" fmla="*/ 721833 w 869347"/>
                <a:gd name="csY92" fmla="*/ 345216 h 474888"/>
                <a:gd name="csX93" fmla="*/ 717853 w 869347"/>
                <a:gd name="csY93" fmla="*/ 346456 h 474888"/>
                <a:gd name="csX94" fmla="*/ 714240 w 869347"/>
                <a:gd name="csY94" fmla="*/ 347285 h 474888"/>
                <a:gd name="csX95" fmla="*/ 711911 w 869347"/>
                <a:gd name="csY95" fmla="*/ 349164 h 474888"/>
                <a:gd name="csX96" fmla="*/ 710237 w 869347"/>
                <a:gd name="csY96" fmla="*/ 350975 h 474888"/>
                <a:gd name="csX97" fmla="*/ 710306 w 869347"/>
                <a:gd name="csY97" fmla="*/ 351660 h 474888"/>
                <a:gd name="csX98" fmla="*/ 711523 w 869347"/>
                <a:gd name="csY98" fmla="*/ 352733 h 474888"/>
                <a:gd name="csX99" fmla="*/ 712916 w 869347"/>
                <a:gd name="csY99" fmla="*/ 353570 h 474888"/>
                <a:gd name="csX100" fmla="*/ 715700 w 869347"/>
                <a:gd name="csY100" fmla="*/ 353372 h 474888"/>
                <a:gd name="csX101" fmla="*/ 718417 w 869347"/>
                <a:gd name="csY101" fmla="*/ 353243 h 474888"/>
                <a:gd name="csX102" fmla="*/ 720676 w 869347"/>
                <a:gd name="csY102" fmla="*/ 354376 h 474888"/>
                <a:gd name="csX103" fmla="*/ 722700 w 869347"/>
                <a:gd name="csY103" fmla="*/ 355107 h 474888"/>
                <a:gd name="csX104" fmla="*/ 723256 w 869347"/>
                <a:gd name="csY104" fmla="*/ 356050 h 474888"/>
                <a:gd name="csX105" fmla="*/ 722700 w 869347"/>
                <a:gd name="csY105" fmla="*/ 356971 h 474888"/>
                <a:gd name="csX106" fmla="*/ 721529 w 869347"/>
                <a:gd name="csY106" fmla="*/ 357184 h 474888"/>
                <a:gd name="csX107" fmla="*/ 721118 w 869347"/>
                <a:gd name="csY107" fmla="*/ 357823 h 474888"/>
                <a:gd name="csX108" fmla="*/ 721323 w 869347"/>
                <a:gd name="csY108" fmla="*/ 358683 h 474888"/>
                <a:gd name="csX109" fmla="*/ 720547 w 869347"/>
                <a:gd name="csY109" fmla="*/ 360920 h 474888"/>
                <a:gd name="csX110" fmla="*/ 720144 w 869347"/>
                <a:gd name="csY110" fmla="*/ 364305 h 474888"/>
                <a:gd name="csX111" fmla="*/ 720547 w 869347"/>
                <a:gd name="csY111" fmla="*/ 367638 h 474888"/>
                <a:gd name="csX112" fmla="*/ 720767 w 869347"/>
                <a:gd name="csY112" fmla="*/ 370704 h 474888"/>
                <a:gd name="csX113" fmla="*/ 720623 w 869347"/>
                <a:gd name="csY113" fmla="*/ 372249 h 474888"/>
                <a:gd name="csX114" fmla="*/ 720547 w 869347"/>
                <a:gd name="csY114" fmla="*/ 374448 h 474888"/>
                <a:gd name="csX115" fmla="*/ 721406 w 869347"/>
                <a:gd name="csY115" fmla="*/ 375931 h 474888"/>
                <a:gd name="csX116" fmla="*/ 722175 w 869347"/>
                <a:gd name="csY116" fmla="*/ 378754 h 474888"/>
                <a:gd name="csX117" fmla="*/ 723552 w 869347"/>
                <a:gd name="csY117" fmla="*/ 380519 h 474888"/>
                <a:gd name="csX118" fmla="*/ 725630 w 869347"/>
                <a:gd name="csY118" fmla="*/ 386621 h 474888"/>
                <a:gd name="csX119" fmla="*/ 726854 w 869347"/>
                <a:gd name="csY119" fmla="*/ 390175 h 474888"/>
                <a:gd name="csX120" fmla="*/ 727980 w 869347"/>
                <a:gd name="csY120" fmla="*/ 394192 h 474888"/>
                <a:gd name="csX121" fmla="*/ 727166 w 869347"/>
                <a:gd name="csY121" fmla="*/ 396360 h 474888"/>
                <a:gd name="csX122" fmla="*/ 727220 w 869347"/>
                <a:gd name="csY122" fmla="*/ 397616 h 474888"/>
                <a:gd name="csX123" fmla="*/ 728544 w 869347"/>
                <a:gd name="csY123" fmla="*/ 398666 h 474888"/>
                <a:gd name="csX124" fmla="*/ 729122 w 869347"/>
                <a:gd name="csY124" fmla="*/ 400712 h 474888"/>
                <a:gd name="csX125" fmla="*/ 729738 w 869347"/>
                <a:gd name="csY125" fmla="*/ 401960 h 474888"/>
                <a:gd name="csX126" fmla="*/ 729570 w 869347"/>
                <a:gd name="csY126" fmla="*/ 403200 h 474888"/>
                <a:gd name="csX127" fmla="*/ 729008 w 869347"/>
                <a:gd name="csY127" fmla="*/ 403680 h 474888"/>
                <a:gd name="csX128" fmla="*/ 726139 w 869347"/>
                <a:gd name="csY128" fmla="*/ 402926 h 474888"/>
                <a:gd name="csX129" fmla="*/ 723788 w 869347"/>
                <a:gd name="csY129" fmla="*/ 404167 h 474888"/>
                <a:gd name="csX130" fmla="*/ 721293 w 869347"/>
                <a:gd name="csY130" fmla="*/ 405414 h 474888"/>
                <a:gd name="csX131" fmla="*/ 720958 w 869347"/>
                <a:gd name="csY131" fmla="*/ 406076 h 474888"/>
                <a:gd name="csX132" fmla="*/ 720889 w 869347"/>
                <a:gd name="csY132" fmla="*/ 406799 h 474888"/>
                <a:gd name="csX133" fmla="*/ 721140 w 869347"/>
                <a:gd name="csY133" fmla="*/ 407431 h 474888"/>
                <a:gd name="csX134" fmla="*/ 722579 w 869347"/>
                <a:gd name="csY134" fmla="*/ 408542 h 474888"/>
                <a:gd name="csX135" fmla="*/ 724564 w 869347"/>
                <a:gd name="csY135" fmla="*/ 409234 h 474888"/>
                <a:gd name="csX136" fmla="*/ 724465 w 869347"/>
                <a:gd name="csY136" fmla="*/ 410345 h 474888"/>
                <a:gd name="csX137" fmla="*/ 722008 w 869347"/>
                <a:gd name="csY137" fmla="*/ 410855 h 474888"/>
                <a:gd name="csX138" fmla="*/ 718302 w 869347"/>
                <a:gd name="csY138" fmla="*/ 412551 h 474888"/>
                <a:gd name="csX139" fmla="*/ 717275 w 869347"/>
                <a:gd name="csY139" fmla="*/ 414370 h 474888"/>
                <a:gd name="csX140" fmla="*/ 716484 w 869347"/>
                <a:gd name="csY140" fmla="*/ 416371 h 474888"/>
                <a:gd name="csX141" fmla="*/ 716416 w 869347"/>
                <a:gd name="csY141" fmla="*/ 417527 h 474888"/>
                <a:gd name="csX142" fmla="*/ 716788 w 869347"/>
                <a:gd name="csY142" fmla="*/ 420624 h 474888"/>
                <a:gd name="csX143" fmla="*/ 717351 w 869347"/>
                <a:gd name="csY143" fmla="*/ 424048 h 474888"/>
                <a:gd name="csX144" fmla="*/ 718409 w 869347"/>
                <a:gd name="csY144" fmla="*/ 427654 h 474888"/>
                <a:gd name="csX145" fmla="*/ 718492 w 869347"/>
                <a:gd name="csY145" fmla="*/ 428765 h 474888"/>
                <a:gd name="csX146" fmla="*/ 717945 w 869347"/>
                <a:gd name="csY146" fmla="*/ 429556 h 474888"/>
                <a:gd name="csX147" fmla="*/ 717435 w 869347"/>
                <a:gd name="csY147" fmla="*/ 430066 h 474888"/>
                <a:gd name="csX148" fmla="*/ 714490 w 869347"/>
                <a:gd name="csY148" fmla="*/ 426817 h 474888"/>
                <a:gd name="csX149" fmla="*/ 711279 w 869347"/>
                <a:gd name="csY149" fmla="*/ 423645 h 474888"/>
                <a:gd name="csX150" fmla="*/ 708769 w 869347"/>
                <a:gd name="csY150" fmla="*/ 422914 h 474888"/>
                <a:gd name="csX151" fmla="*/ 704394 w 869347"/>
                <a:gd name="csY151" fmla="*/ 422389 h 474888"/>
                <a:gd name="csX152" fmla="*/ 702073 w 869347"/>
                <a:gd name="csY152" fmla="*/ 422366 h 474888"/>
                <a:gd name="csX153" fmla="*/ 700757 w 869347"/>
                <a:gd name="csY153" fmla="*/ 421613 h 474888"/>
                <a:gd name="csX154" fmla="*/ 699464 w 869347"/>
                <a:gd name="csY154" fmla="*/ 419772 h 474888"/>
                <a:gd name="csX155" fmla="*/ 697919 w 869347"/>
                <a:gd name="csY155" fmla="*/ 418105 h 474888"/>
                <a:gd name="csX156" fmla="*/ 695941 w 869347"/>
                <a:gd name="csY156" fmla="*/ 416340 h 474888"/>
                <a:gd name="csX157" fmla="*/ 695134 w 869347"/>
                <a:gd name="csY157" fmla="*/ 413647 h 474888"/>
                <a:gd name="csX158" fmla="*/ 694320 w 869347"/>
                <a:gd name="csY158" fmla="*/ 413168 h 474888"/>
                <a:gd name="csX159" fmla="*/ 692890 w 869347"/>
                <a:gd name="csY159" fmla="*/ 413510 h 474888"/>
                <a:gd name="csX160" fmla="*/ 690501 w 869347"/>
                <a:gd name="csY160" fmla="*/ 413426 h 474888"/>
                <a:gd name="csX161" fmla="*/ 689162 w 869347"/>
                <a:gd name="csY161" fmla="*/ 413190 h 474888"/>
                <a:gd name="csX162" fmla="*/ 687160 w 869347"/>
                <a:gd name="csY162" fmla="*/ 412726 h 474888"/>
                <a:gd name="csX163" fmla="*/ 683972 w 869347"/>
                <a:gd name="csY163" fmla="*/ 411623 h 474888"/>
                <a:gd name="csX164" fmla="*/ 681454 w 869347"/>
                <a:gd name="csY164" fmla="*/ 410581 h 474888"/>
                <a:gd name="csX165" fmla="*/ 678281 w 869347"/>
                <a:gd name="csY165" fmla="*/ 410383 h 474888"/>
                <a:gd name="csX166" fmla="*/ 676455 w 869347"/>
                <a:gd name="csY166" fmla="*/ 410588 h 474888"/>
                <a:gd name="csX167" fmla="*/ 670756 w 869347"/>
                <a:gd name="csY167" fmla="*/ 410786 h 474888"/>
                <a:gd name="csX168" fmla="*/ 666024 w 869347"/>
                <a:gd name="csY168" fmla="*/ 409691 h 474888"/>
                <a:gd name="csX169" fmla="*/ 662197 w 869347"/>
                <a:gd name="csY169" fmla="*/ 409493 h 474888"/>
                <a:gd name="csX170" fmla="*/ 659838 w 869347"/>
                <a:gd name="csY170" fmla="*/ 409554 h 474888"/>
                <a:gd name="csX171" fmla="*/ 658712 w 869347"/>
                <a:gd name="csY171" fmla="*/ 409417 h 474888"/>
                <a:gd name="csX172" fmla="*/ 656780 w 869347"/>
                <a:gd name="csY172" fmla="*/ 409424 h 474888"/>
                <a:gd name="csX173" fmla="*/ 653934 w 869347"/>
                <a:gd name="csY173" fmla="*/ 409188 h 474888"/>
                <a:gd name="csX174" fmla="*/ 650130 w 869347"/>
                <a:gd name="csY174" fmla="*/ 407499 h 474888"/>
                <a:gd name="csX175" fmla="*/ 648654 w 869347"/>
                <a:gd name="csY175" fmla="*/ 407415 h 474888"/>
                <a:gd name="csX176" fmla="*/ 647717 w 869347"/>
                <a:gd name="csY176" fmla="*/ 407476 h 474888"/>
                <a:gd name="csX177" fmla="*/ 641357 w 869347"/>
                <a:gd name="csY177" fmla="*/ 408716 h 474888"/>
                <a:gd name="csX178" fmla="*/ 638428 w 869347"/>
                <a:gd name="csY178" fmla="*/ 409006 h 474888"/>
                <a:gd name="csX179" fmla="*/ 632211 w 869347"/>
                <a:gd name="csY179" fmla="*/ 408861 h 474888"/>
                <a:gd name="csX180" fmla="*/ 626109 w 869347"/>
                <a:gd name="csY180" fmla="*/ 408724 h 474888"/>
                <a:gd name="csX181" fmla="*/ 624146 w 869347"/>
                <a:gd name="csY181" fmla="*/ 408465 h 474888"/>
                <a:gd name="csX182" fmla="*/ 623058 w 869347"/>
                <a:gd name="csY182" fmla="*/ 408595 h 474888"/>
                <a:gd name="csX183" fmla="*/ 620753 w 869347"/>
                <a:gd name="csY183" fmla="*/ 411570 h 474888"/>
                <a:gd name="csX184" fmla="*/ 619764 w 869347"/>
                <a:gd name="csY184" fmla="*/ 412034 h 474888"/>
                <a:gd name="csX185" fmla="*/ 614012 w 869347"/>
                <a:gd name="csY185" fmla="*/ 411387 h 474888"/>
                <a:gd name="csX186" fmla="*/ 607210 w 869347"/>
                <a:gd name="csY186" fmla="*/ 409432 h 474888"/>
                <a:gd name="csX187" fmla="*/ 602295 w 869347"/>
                <a:gd name="csY187" fmla="*/ 407286 h 474888"/>
                <a:gd name="csX188" fmla="*/ 598125 w 869347"/>
                <a:gd name="csY188" fmla="*/ 405011 h 474888"/>
                <a:gd name="csX189" fmla="*/ 592601 w 869347"/>
                <a:gd name="csY189" fmla="*/ 401420 h 474888"/>
                <a:gd name="csX190" fmla="*/ 589299 w 869347"/>
                <a:gd name="csY190" fmla="*/ 399647 h 474888"/>
                <a:gd name="csX191" fmla="*/ 588820 w 869347"/>
                <a:gd name="csY191" fmla="*/ 400667 h 474888"/>
                <a:gd name="csX192" fmla="*/ 587945 w 869347"/>
                <a:gd name="csY192" fmla="*/ 400994 h 474888"/>
                <a:gd name="csX193" fmla="*/ 586674 w 869347"/>
                <a:gd name="csY193" fmla="*/ 401154 h 474888"/>
                <a:gd name="csX194" fmla="*/ 583745 w 869347"/>
                <a:gd name="csY194" fmla="*/ 400971 h 474888"/>
                <a:gd name="csX195" fmla="*/ 582390 w 869347"/>
                <a:gd name="csY195" fmla="*/ 402789 h 474888"/>
                <a:gd name="csX196" fmla="*/ 578815 w 869347"/>
                <a:gd name="csY196" fmla="*/ 404090 h 474888"/>
                <a:gd name="csX197" fmla="*/ 576539 w 869347"/>
                <a:gd name="csY197" fmla="*/ 405255 h 474888"/>
                <a:gd name="csX198" fmla="*/ 575352 w 869347"/>
                <a:gd name="csY198" fmla="*/ 406571 h 474888"/>
                <a:gd name="csX199" fmla="*/ 573085 w 869347"/>
                <a:gd name="csY199" fmla="*/ 415268 h 474888"/>
                <a:gd name="csX200" fmla="*/ 572477 w 869347"/>
                <a:gd name="csY200" fmla="*/ 418440 h 474888"/>
                <a:gd name="csX201" fmla="*/ 573998 w 869347"/>
                <a:gd name="csY201" fmla="*/ 423766 h 474888"/>
                <a:gd name="csX202" fmla="*/ 572256 w 869347"/>
                <a:gd name="csY202" fmla="*/ 423454 h 474888"/>
                <a:gd name="csX203" fmla="*/ 570209 w 869347"/>
                <a:gd name="csY203" fmla="*/ 422093 h 474888"/>
                <a:gd name="csX204" fmla="*/ 569502 w 869347"/>
                <a:gd name="csY204" fmla="*/ 421020 h 474888"/>
                <a:gd name="csX205" fmla="*/ 567531 w 869347"/>
                <a:gd name="csY205" fmla="*/ 420365 h 474888"/>
                <a:gd name="csX206" fmla="*/ 560364 w 869347"/>
                <a:gd name="csY206" fmla="*/ 419376 h 474888"/>
                <a:gd name="csX207" fmla="*/ 559025 w 869347"/>
                <a:gd name="csY207" fmla="*/ 418151 h 474888"/>
                <a:gd name="csX208" fmla="*/ 558188 w 869347"/>
                <a:gd name="csY208" fmla="*/ 417154 h 474888"/>
                <a:gd name="csX209" fmla="*/ 556331 w 869347"/>
                <a:gd name="csY209" fmla="*/ 416500 h 474888"/>
                <a:gd name="csX210" fmla="*/ 553706 w 869347"/>
                <a:gd name="csY210" fmla="*/ 415998 h 474888"/>
                <a:gd name="csX211" fmla="*/ 548000 w 869347"/>
                <a:gd name="csY211" fmla="*/ 413685 h 474888"/>
                <a:gd name="csX212" fmla="*/ 545565 w 869347"/>
                <a:gd name="csY212" fmla="*/ 413601 h 474888"/>
                <a:gd name="csX213" fmla="*/ 538200 w 869347"/>
                <a:gd name="csY213" fmla="*/ 411821 h 474888"/>
                <a:gd name="csX214" fmla="*/ 536998 w 869347"/>
                <a:gd name="csY214" fmla="*/ 411836 h 474888"/>
                <a:gd name="csX215" fmla="*/ 536450 w 869347"/>
                <a:gd name="csY215" fmla="*/ 411912 h 474888"/>
                <a:gd name="csX216" fmla="*/ 533589 w 869347"/>
                <a:gd name="csY216" fmla="*/ 413076 h 474888"/>
                <a:gd name="csX217" fmla="*/ 531740 w 869347"/>
                <a:gd name="csY217" fmla="*/ 413411 h 474888"/>
                <a:gd name="csX218" fmla="*/ 529770 w 869347"/>
                <a:gd name="csY218" fmla="*/ 412939 h 474888"/>
                <a:gd name="csX219" fmla="*/ 526239 w 869347"/>
                <a:gd name="csY219" fmla="*/ 414377 h 474888"/>
                <a:gd name="csX220" fmla="*/ 524329 w 869347"/>
                <a:gd name="csY220" fmla="*/ 416295 h 474888"/>
                <a:gd name="csX221" fmla="*/ 522755 w 869347"/>
                <a:gd name="csY221" fmla="*/ 418638 h 474888"/>
                <a:gd name="csX222" fmla="*/ 521248 w 869347"/>
                <a:gd name="csY222" fmla="*/ 420114 h 474888"/>
                <a:gd name="csX223" fmla="*/ 520799 w 869347"/>
                <a:gd name="csY223" fmla="*/ 422321 h 474888"/>
                <a:gd name="csX224" fmla="*/ 519734 w 869347"/>
                <a:gd name="csY224" fmla="*/ 423462 h 474888"/>
                <a:gd name="csX225" fmla="*/ 518463 w 869347"/>
                <a:gd name="csY225" fmla="*/ 425744 h 474888"/>
                <a:gd name="csX226" fmla="*/ 518463 w 869347"/>
                <a:gd name="csY226" fmla="*/ 427076 h 474888"/>
                <a:gd name="csX227" fmla="*/ 519612 w 869347"/>
                <a:gd name="csY227" fmla="*/ 428369 h 474888"/>
                <a:gd name="csX228" fmla="*/ 517771 w 869347"/>
                <a:gd name="csY228" fmla="*/ 429564 h 474888"/>
                <a:gd name="csX229" fmla="*/ 515724 w 869347"/>
                <a:gd name="csY229" fmla="*/ 429937 h 474888"/>
                <a:gd name="csX230" fmla="*/ 514666 w 869347"/>
                <a:gd name="csY230" fmla="*/ 430667 h 474888"/>
                <a:gd name="csX231" fmla="*/ 513541 w 869347"/>
                <a:gd name="csY231" fmla="*/ 432425 h 474888"/>
                <a:gd name="csX232" fmla="*/ 512491 w 869347"/>
                <a:gd name="csY232" fmla="*/ 433931 h 474888"/>
                <a:gd name="csX233" fmla="*/ 511874 w 869347"/>
                <a:gd name="csY233" fmla="*/ 434464 h 474888"/>
                <a:gd name="csX234" fmla="*/ 510931 w 869347"/>
                <a:gd name="csY234" fmla="*/ 434365 h 474888"/>
                <a:gd name="csX235" fmla="*/ 509835 w 869347"/>
                <a:gd name="csY235" fmla="*/ 433193 h 474888"/>
                <a:gd name="csX236" fmla="*/ 508275 w 869347"/>
                <a:gd name="csY236" fmla="*/ 433246 h 474888"/>
                <a:gd name="csX237" fmla="*/ 506419 w 869347"/>
                <a:gd name="csY237" fmla="*/ 434692 h 474888"/>
                <a:gd name="csX238" fmla="*/ 504213 w 869347"/>
                <a:gd name="csY238" fmla="*/ 437043 h 474888"/>
                <a:gd name="csX239" fmla="*/ 501435 w 869347"/>
                <a:gd name="csY239" fmla="*/ 440627 h 474888"/>
                <a:gd name="csX240" fmla="*/ 498536 w 869347"/>
                <a:gd name="csY240" fmla="*/ 442529 h 474888"/>
                <a:gd name="csX241" fmla="*/ 494869 w 869347"/>
                <a:gd name="csY241" fmla="*/ 444142 h 474888"/>
                <a:gd name="csX242" fmla="*/ 492214 w 869347"/>
                <a:gd name="csY242" fmla="*/ 444857 h 474888"/>
                <a:gd name="csX243" fmla="*/ 490114 w 869347"/>
                <a:gd name="csY243" fmla="*/ 446082 h 474888"/>
                <a:gd name="csX244" fmla="*/ 486606 w 869347"/>
                <a:gd name="csY244" fmla="*/ 448562 h 474888"/>
                <a:gd name="csX245" fmla="*/ 485906 w 869347"/>
                <a:gd name="csY245" fmla="*/ 450023 h 474888"/>
                <a:gd name="csX246" fmla="*/ 483365 w 869347"/>
                <a:gd name="csY246" fmla="*/ 450883 h 474888"/>
                <a:gd name="csX247" fmla="*/ 481318 w 869347"/>
                <a:gd name="csY247" fmla="*/ 451872 h 474888"/>
                <a:gd name="csX248" fmla="*/ 479424 w 869347"/>
                <a:gd name="csY248" fmla="*/ 453523 h 474888"/>
                <a:gd name="csX249" fmla="*/ 478959 w 869347"/>
                <a:gd name="csY249" fmla="*/ 456437 h 474888"/>
                <a:gd name="csX250" fmla="*/ 477758 w 869347"/>
                <a:gd name="csY250" fmla="*/ 458111 h 474888"/>
                <a:gd name="csX251" fmla="*/ 474858 w 869347"/>
                <a:gd name="csY251" fmla="*/ 460401 h 474888"/>
                <a:gd name="csX252" fmla="*/ 472424 w 869347"/>
                <a:gd name="csY252" fmla="*/ 462715 h 474888"/>
                <a:gd name="csX253" fmla="*/ 470834 w 869347"/>
                <a:gd name="csY253" fmla="*/ 464982 h 474888"/>
                <a:gd name="csX254" fmla="*/ 469152 w 869347"/>
                <a:gd name="csY254" fmla="*/ 467379 h 474888"/>
                <a:gd name="csX255" fmla="*/ 468627 w 869347"/>
                <a:gd name="csY255" fmla="*/ 468695 h 474888"/>
                <a:gd name="csX256" fmla="*/ 468566 w 869347"/>
                <a:gd name="csY256" fmla="*/ 470498 h 474888"/>
                <a:gd name="csX257" fmla="*/ 469358 w 869347"/>
                <a:gd name="csY257" fmla="*/ 472012 h 474888"/>
                <a:gd name="csX258" fmla="*/ 469510 w 869347"/>
                <a:gd name="csY258" fmla="*/ 473450 h 474888"/>
                <a:gd name="csX259" fmla="*/ 468909 w 869347"/>
                <a:gd name="csY259" fmla="*/ 474493 h 474888"/>
                <a:gd name="csX260" fmla="*/ 467265 w 869347"/>
                <a:gd name="csY260" fmla="*/ 474888 h 474888"/>
                <a:gd name="csX261" fmla="*/ 465546 w 869347"/>
                <a:gd name="csY261" fmla="*/ 474584 h 474888"/>
                <a:gd name="csX262" fmla="*/ 462906 w 869347"/>
                <a:gd name="csY262" fmla="*/ 473557 h 474888"/>
                <a:gd name="csX263" fmla="*/ 460098 w 869347"/>
                <a:gd name="csY263" fmla="*/ 471715 h 474888"/>
                <a:gd name="csX264" fmla="*/ 459071 w 869347"/>
                <a:gd name="csY264" fmla="*/ 470810 h 474888"/>
                <a:gd name="csX265" fmla="*/ 457694 w 869347"/>
                <a:gd name="csY265" fmla="*/ 469258 h 474888"/>
                <a:gd name="csX266" fmla="*/ 457891 w 869347"/>
                <a:gd name="csY266" fmla="*/ 467820 h 474888"/>
                <a:gd name="csX267" fmla="*/ 458599 w 869347"/>
                <a:gd name="csY267" fmla="*/ 465012 h 474888"/>
                <a:gd name="csX268" fmla="*/ 459078 w 869347"/>
                <a:gd name="csY268" fmla="*/ 463087 h 474888"/>
                <a:gd name="csX269" fmla="*/ 457937 w 869347"/>
                <a:gd name="csY269" fmla="*/ 462167 h 474888"/>
                <a:gd name="csX270" fmla="*/ 457093 w 869347"/>
                <a:gd name="csY270" fmla="*/ 461178 h 474888"/>
                <a:gd name="csX271" fmla="*/ 456491 w 869347"/>
                <a:gd name="csY271" fmla="*/ 460227 h 474888"/>
                <a:gd name="csX272" fmla="*/ 455304 w 869347"/>
                <a:gd name="csY272" fmla="*/ 458347 h 474888"/>
                <a:gd name="csX273" fmla="*/ 453813 w 869347"/>
                <a:gd name="csY273" fmla="*/ 458811 h 474888"/>
                <a:gd name="csX274" fmla="*/ 452520 w 869347"/>
                <a:gd name="csY274" fmla="*/ 459275 h 474888"/>
                <a:gd name="csX275" fmla="*/ 451021 w 869347"/>
                <a:gd name="csY275" fmla="*/ 458613 h 474888"/>
                <a:gd name="csX276" fmla="*/ 446600 w 869347"/>
                <a:gd name="csY276" fmla="*/ 458903 h 474888"/>
                <a:gd name="csX277" fmla="*/ 443268 w 869347"/>
                <a:gd name="csY277" fmla="*/ 459116 h 474888"/>
                <a:gd name="csX278" fmla="*/ 440133 w 869347"/>
                <a:gd name="csY278" fmla="*/ 459314 h 474888"/>
                <a:gd name="csX279" fmla="*/ 436161 w 869347"/>
                <a:gd name="csY279" fmla="*/ 459572 h 474888"/>
                <a:gd name="csX280" fmla="*/ 431368 w 869347"/>
                <a:gd name="csY280" fmla="*/ 459884 h 474888"/>
                <a:gd name="csX281" fmla="*/ 429991 w 869347"/>
                <a:gd name="csY281" fmla="*/ 459473 h 474888"/>
                <a:gd name="csX282" fmla="*/ 429131 w 869347"/>
                <a:gd name="csY282" fmla="*/ 458849 h 474888"/>
                <a:gd name="csX283" fmla="*/ 428264 w 869347"/>
                <a:gd name="csY283" fmla="*/ 456255 h 474888"/>
                <a:gd name="csX284" fmla="*/ 427761 w 869347"/>
                <a:gd name="csY284" fmla="*/ 454048 h 474888"/>
                <a:gd name="csX285" fmla="*/ 426834 w 869347"/>
                <a:gd name="csY285" fmla="*/ 449917 h 474888"/>
                <a:gd name="csX286" fmla="*/ 426209 w 869347"/>
                <a:gd name="csY286" fmla="*/ 446714 h 474888"/>
                <a:gd name="csX287" fmla="*/ 425471 w 869347"/>
                <a:gd name="csY287" fmla="*/ 442894 h 474888"/>
                <a:gd name="csX288" fmla="*/ 424984 w 869347"/>
                <a:gd name="csY288" fmla="*/ 438664 h 474888"/>
                <a:gd name="csX289" fmla="*/ 424635 w 869347"/>
                <a:gd name="csY289" fmla="*/ 435651 h 474888"/>
                <a:gd name="csX290" fmla="*/ 421005 w 869347"/>
                <a:gd name="csY290" fmla="*/ 435552 h 474888"/>
                <a:gd name="csX291" fmla="*/ 418106 w 869347"/>
                <a:gd name="csY291" fmla="*/ 435476 h 474888"/>
                <a:gd name="csX292" fmla="*/ 414188 w 869347"/>
                <a:gd name="csY292" fmla="*/ 435369 h 474888"/>
                <a:gd name="csX293" fmla="*/ 414218 w 869347"/>
                <a:gd name="csY293" fmla="*/ 432965 h 474888"/>
                <a:gd name="csX294" fmla="*/ 414264 w 869347"/>
                <a:gd name="csY294" fmla="*/ 429929 h 474888"/>
                <a:gd name="csX295" fmla="*/ 414317 w 869347"/>
                <a:gd name="csY295" fmla="*/ 426467 h 474888"/>
                <a:gd name="csX296" fmla="*/ 415048 w 869347"/>
                <a:gd name="csY296" fmla="*/ 421917 h 474888"/>
                <a:gd name="csX297" fmla="*/ 415322 w 869347"/>
                <a:gd name="csY297" fmla="*/ 418098 h 474888"/>
                <a:gd name="csX298" fmla="*/ 415664 w 869347"/>
                <a:gd name="csY298" fmla="*/ 413419 h 474888"/>
                <a:gd name="csX299" fmla="*/ 415877 w 869347"/>
                <a:gd name="csY299" fmla="*/ 410322 h 474888"/>
                <a:gd name="csX300" fmla="*/ 416121 w 869347"/>
                <a:gd name="csY300" fmla="*/ 406906 h 474888"/>
                <a:gd name="csX301" fmla="*/ 414097 w 869347"/>
                <a:gd name="csY301" fmla="*/ 407963 h 474888"/>
                <a:gd name="csX302" fmla="*/ 411867 w 869347"/>
                <a:gd name="csY302" fmla="*/ 409127 h 474888"/>
                <a:gd name="csX303" fmla="*/ 409775 w 869347"/>
                <a:gd name="csY303" fmla="*/ 410216 h 474888"/>
                <a:gd name="csX304" fmla="*/ 408337 w 869347"/>
                <a:gd name="csY304" fmla="*/ 407454 h 474888"/>
                <a:gd name="csX305" fmla="*/ 406937 w 869347"/>
                <a:gd name="csY305" fmla="*/ 404760 h 474888"/>
                <a:gd name="csX306" fmla="*/ 404814 w 869347"/>
                <a:gd name="csY306" fmla="*/ 400659 h 474888"/>
                <a:gd name="csX307" fmla="*/ 403224 w 869347"/>
                <a:gd name="csY307" fmla="*/ 397585 h 474888"/>
                <a:gd name="csX308" fmla="*/ 400462 w 869347"/>
                <a:gd name="csY308" fmla="*/ 395782 h 474888"/>
                <a:gd name="csX309" fmla="*/ 398400 w 869347"/>
                <a:gd name="csY309" fmla="*/ 394450 h 474888"/>
                <a:gd name="csX310" fmla="*/ 396277 w 869347"/>
                <a:gd name="csY310" fmla="*/ 392206 h 474888"/>
                <a:gd name="csX311" fmla="*/ 394444 w 869347"/>
                <a:gd name="csY311" fmla="*/ 389870 h 474888"/>
                <a:gd name="csX312" fmla="*/ 392701 w 869347"/>
                <a:gd name="csY312" fmla="*/ 387649 h 474888"/>
                <a:gd name="csX313" fmla="*/ 390617 w 869347"/>
                <a:gd name="csY313" fmla="*/ 385723 h 474888"/>
                <a:gd name="csX314" fmla="*/ 388616 w 869347"/>
                <a:gd name="csY314" fmla="*/ 386332 h 474888"/>
                <a:gd name="csX315" fmla="*/ 386356 w 869347"/>
                <a:gd name="csY315" fmla="*/ 387542 h 474888"/>
                <a:gd name="csX316" fmla="*/ 384180 w 869347"/>
                <a:gd name="csY316" fmla="*/ 388698 h 474888"/>
                <a:gd name="csX317" fmla="*/ 381874 w 869347"/>
                <a:gd name="csY317" fmla="*/ 389931 h 474888"/>
                <a:gd name="csX318" fmla="*/ 380748 w 869347"/>
                <a:gd name="csY318" fmla="*/ 390532 h 474888"/>
                <a:gd name="csX319" fmla="*/ 378070 w 869347"/>
                <a:gd name="csY319" fmla="*/ 390304 h 474888"/>
                <a:gd name="csX320" fmla="*/ 375734 w 869347"/>
                <a:gd name="csY320" fmla="*/ 390106 h 474888"/>
                <a:gd name="csX321" fmla="*/ 371557 w 869347"/>
                <a:gd name="csY321" fmla="*/ 389748 h 474888"/>
                <a:gd name="csX322" fmla="*/ 368034 w 869347"/>
                <a:gd name="csY322" fmla="*/ 389444 h 474888"/>
                <a:gd name="csX323" fmla="*/ 364435 w 869347"/>
                <a:gd name="csY323" fmla="*/ 389132 h 474888"/>
                <a:gd name="csX324" fmla="*/ 359421 w 869347"/>
                <a:gd name="csY324" fmla="*/ 388698 h 474888"/>
                <a:gd name="csX325" fmla="*/ 354339 w 869347"/>
                <a:gd name="csY325" fmla="*/ 388265 h 474888"/>
                <a:gd name="csX326" fmla="*/ 350945 w 869347"/>
                <a:gd name="csY326" fmla="*/ 388843 h 474888"/>
                <a:gd name="csX327" fmla="*/ 346639 w 869347"/>
                <a:gd name="csY327" fmla="*/ 389566 h 474888"/>
                <a:gd name="csX328" fmla="*/ 342119 w 869347"/>
                <a:gd name="csY328" fmla="*/ 390327 h 474888"/>
                <a:gd name="csX329" fmla="*/ 338384 w 869347"/>
                <a:gd name="csY329" fmla="*/ 390958 h 474888"/>
                <a:gd name="csX330" fmla="*/ 333651 w 869347"/>
                <a:gd name="csY330" fmla="*/ 391750 h 474888"/>
                <a:gd name="csX331" fmla="*/ 330113 w 869347"/>
                <a:gd name="csY331" fmla="*/ 392343 h 474888"/>
                <a:gd name="csX332" fmla="*/ 328371 w 869347"/>
                <a:gd name="csY332" fmla="*/ 392259 h 474888"/>
                <a:gd name="csX333" fmla="*/ 326180 w 869347"/>
                <a:gd name="csY333" fmla="*/ 389764 h 474888"/>
                <a:gd name="csX334" fmla="*/ 322664 w 869347"/>
                <a:gd name="csY334" fmla="*/ 385754 h 474888"/>
                <a:gd name="csX335" fmla="*/ 320542 w 869347"/>
                <a:gd name="csY335" fmla="*/ 383319 h 474888"/>
                <a:gd name="csX336" fmla="*/ 318457 w 869347"/>
                <a:gd name="csY336" fmla="*/ 380930 h 474888"/>
                <a:gd name="csX337" fmla="*/ 315444 w 869347"/>
                <a:gd name="csY337" fmla="*/ 377483 h 474888"/>
                <a:gd name="csX338" fmla="*/ 313025 w 869347"/>
                <a:gd name="csY338" fmla="*/ 374866 h 474888"/>
                <a:gd name="csX339" fmla="*/ 310658 w 869347"/>
                <a:gd name="csY339" fmla="*/ 372309 h 474888"/>
                <a:gd name="csX340" fmla="*/ 309296 w 869347"/>
                <a:gd name="csY340" fmla="*/ 369943 h 474888"/>
                <a:gd name="csX341" fmla="*/ 308619 w 869347"/>
                <a:gd name="csY341" fmla="*/ 366961 h 474888"/>
                <a:gd name="csX342" fmla="*/ 307386 w 869347"/>
                <a:gd name="csY342" fmla="*/ 365606 h 474888"/>
                <a:gd name="csX343" fmla="*/ 304647 w 869347"/>
                <a:gd name="csY343" fmla="*/ 363781 h 474888"/>
                <a:gd name="csX344" fmla="*/ 301695 w 869347"/>
                <a:gd name="csY344" fmla="*/ 361817 h 474888"/>
                <a:gd name="csX345" fmla="*/ 298743 w 869347"/>
                <a:gd name="csY345" fmla="*/ 359854 h 474888"/>
                <a:gd name="csX346" fmla="*/ 295791 w 869347"/>
                <a:gd name="csY346" fmla="*/ 357891 h 474888"/>
                <a:gd name="csX347" fmla="*/ 292839 w 869347"/>
                <a:gd name="csY347" fmla="*/ 355921 h 474888"/>
                <a:gd name="csX348" fmla="*/ 289887 w 869347"/>
                <a:gd name="csY348" fmla="*/ 353950 h 474888"/>
                <a:gd name="csX349" fmla="*/ 286935 w 869347"/>
                <a:gd name="csY349" fmla="*/ 351979 h 474888"/>
                <a:gd name="csX350" fmla="*/ 283982 w 869347"/>
                <a:gd name="csY350" fmla="*/ 350001 h 474888"/>
                <a:gd name="csX351" fmla="*/ 281030 w 869347"/>
                <a:gd name="csY351" fmla="*/ 348023 h 474888"/>
                <a:gd name="csX352" fmla="*/ 278078 w 869347"/>
                <a:gd name="csY352" fmla="*/ 346045 h 474888"/>
                <a:gd name="csX353" fmla="*/ 275126 w 869347"/>
                <a:gd name="csY353" fmla="*/ 344059 h 474888"/>
                <a:gd name="csX354" fmla="*/ 272242 w 869347"/>
                <a:gd name="csY354" fmla="*/ 342096 h 474888"/>
                <a:gd name="csX355" fmla="*/ 269290 w 869347"/>
                <a:gd name="csY355" fmla="*/ 340110 h 474888"/>
                <a:gd name="csX356" fmla="*/ 266338 w 869347"/>
                <a:gd name="csY356" fmla="*/ 338117 h 474888"/>
                <a:gd name="csX357" fmla="*/ 263386 w 869347"/>
                <a:gd name="csY357" fmla="*/ 336123 h 474888"/>
                <a:gd name="csX358" fmla="*/ 260434 w 869347"/>
                <a:gd name="csY358" fmla="*/ 334130 h 474888"/>
                <a:gd name="csX359" fmla="*/ 257482 w 869347"/>
                <a:gd name="csY359" fmla="*/ 332136 h 474888"/>
                <a:gd name="csX360" fmla="*/ 255055 w 869347"/>
                <a:gd name="csY360" fmla="*/ 330683 h 474888"/>
                <a:gd name="csX361" fmla="*/ 252795 w 869347"/>
                <a:gd name="csY361" fmla="*/ 331064 h 474888"/>
                <a:gd name="csX362" fmla="*/ 249417 w 869347"/>
                <a:gd name="csY362" fmla="*/ 332083 h 474888"/>
                <a:gd name="csX363" fmla="*/ 245871 w 869347"/>
                <a:gd name="csY363" fmla="*/ 333148 h 474888"/>
                <a:gd name="csX364" fmla="*/ 242363 w 869347"/>
                <a:gd name="csY364" fmla="*/ 334206 h 474888"/>
                <a:gd name="csX365" fmla="*/ 236079 w 869347"/>
                <a:gd name="csY365" fmla="*/ 336093 h 474888"/>
                <a:gd name="csX366" fmla="*/ 232039 w 869347"/>
                <a:gd name="csY366" fmla="*/ 337310 h 474888"/>
                <a:gd name="csX367" fmla="*/ 228881 w 869347"/>
                <a:gd name="csY367" fmla="*/ 338330 h 474888"/>
                <a:gd name="csX368" fmla="*/ 225518 w 869347"/>
                <a:gd name="csY368" fmla="*/ 339418 h 474888"/>
                <a:gd name="csX369" fmla="*/ 221105 w 869347"/>
                <a:gd name="csY369" fmla="*/ 340841 h 474888"/>
                <a:gd name="csX370" fmla="*/ 217408 w 869347"/>
                <a:gd name="csY370" fmla="*/ 342035 h 474888"/>
                <a:gd name="csX371" fmla="*/ 213078 w 869347"/>
                <a:gd name="csY371" fmla="*/ 343435 h 474888"/>
                <a:gd name="csX372" fmla="*/ 209236 w 869347"/>
                <a:gd name="csY372" fmla="*/ 344675 h 474888"/>
                <a:gd name="csX373" fmla="*/ 206010 w 869347"/>
                <a:gd name="csY373" fmla="*/ 345710 h 474888"/>
                <a:gd name="csX374" fmla="*/ 202647 w 869347"/>
                <a:gd name="csY374" fmla="*/ 346798 h 474888"/>
                <a:gd name="csX375" fmla="*/ 199984 w 869347"/>
                <a:gd name="csY375" fmla="*/ 347650 h 474888"/>
                <a:gd name="csX376" fmla="*/ 199984 w 869347"/>
                <a:gd name="csY376" fmla="*/ 354544 h 474888"/>
                <a:gd name="csX377" fmla="*/ 199984 w 869347"/>
                <a:gd name="csY377" fmla="*/ 361407 h 474888"/>
                <a:gd name="csX378" fmla="*/ 199991 w 869347"/>
                <a:gd name="csY378" fmla="*/ 368247 h 474888"/>
                <a:gd name="csX379" fmla="*/ 199991 w 869347"/>
                <a:gd name="csY379" fmla="*/ 375064 h 474888"/>
                <a:gd name="csX380" fmla="*/ 199991 w 869347"/>
                <a:gd name="csY380" fmla="*/ 381851 h 474888"/>
                <a:gd name="csX381" fmla="*/ 199999 w 869347"/>
                <a:gd name="csY381" fmla="*/ 388607 h 474888"/>
                <a:gd name="csX382" fmla="*/ 199999 w 869347"/>
                <a:gd name="csY382" fmla="*/ 395341 h 474888"/>
                <a:gd name="csX383" fmla="*/ 199999 w 869347"/>
                <a:gd name="csY383" fmla="*/ 402044 h 474888"/>
                <a:gd name="csX384" fmla="*/ 199999 w 869347"/>
                <a:gd name="csY384" fmla="*/ 408724 h 474888"/>
                <a:gd name="csX385" fmla="*/ 200007 w 869347"/>
                <a:gd name="csY385" fmla="*/ 415382 h 474888"/>
                <a:gd name="csX386" fmla="*/ 200007 w 869347"/>
                <a:gd name="csY386" fmla="*/ 422016 h 474888"/>
                <a:gd name="csX387" fmla="*/ 200007 w 869347"/>
                <a:gd name="csY387" fmla="*/ 428628 h 474888"/>
                <a:gd name="csX388" fmla="*/ 200014 w 869347"/>
                <a:gd name="csY388" fmla="*/ 435210 h 474888"/>
                <a:gd name="csX389" fmla="*/ 200014 w 869347"/>
                <a:gd name="csY389" fmla="*/ 441768 h 474888"/>
                <a:gd name="csX390" fmla="*/ 200014 w 869347"/>
                <a:gd name="csY390" fmla="*/ 448304 h 474888"/>
                <a:gd name="csX391" fmla="*/ 200022 w 869347"/>
                <a:gd name="csY391" fmla="*/ 454817 h 474888"/>
                <a:gd name="csX392" fmla="*/ 199109 w 869347"/>
                <a:gd name="csY392" fmla="*/ 454763 h 474888"/>
                <a:gd name="csX393" fmla="*/ 197062 w 869347"/>
                <a:gd name="csY393" fmla="*/ 455144 h 474888"/>
                <a:gd name="csX394" fmla="*/ 193638 w 869347"/>
                <a:gd name="csY394" fmla="*/ 456049 h 474888"/>
                <a:gd name="csX395" fmla="*/ 190793 w 869347"/>
                <a:gd name="csY395" fmla="*/ 456506 h 474888"/>
                <a:gd name="csX396" fmla="*/ 189545 w 869347"/>
                <a:gd name="csY396" fmla="*/ 456224 h 474888"/>
                <a:gd name="csX397" fmla="*/ 188426 w 869347"/>
                <a:gd name="csY397" fmla="*/ 455547 h 474888"/>
                <a:gd name="csX398" fmla="*/ 187445 w 869347"/>
                <a:gd name="csY398" fmla="*/ 454117 h 474888"/>
                <a:gd name="csX399" fmla="*/ 185984 w 869347"/>
                <a:gd name="csY399" fmla="*/ 452374 h 474888"/>
                <a:gd name="csX400" fmla="*/ 184485 w 869347"/>
                <a:gd name="csY400" fmla="*/ 450959 h 474888"/>
                <a:gd name="csX401" fmla="*/ 182621 w 869347"/>
                <a:gd name="csY401" fmla="*/ 448060 h 474888"/>
                <a:gd name="csX402" fmla="*/ 181328 w 869347"/>
                <a:gd name="csY402" fmla="*/ 445831 h 474888"/>
                <a:gd name="csX403" fmla="*/ 178140 w 869347"/>
                <a:gd name="csY403" fmla="*/ 440946 h 474888"/>
                <a:gd name="csX404" fmla="*/ 177691 w 869347"/>
                <a:gd name="csY404" fmla="*/ 439402 h 474888"/>
                <a:gd name="csX405" fmla="*/ 177097 w 869347"/>
                <a:gd name="csY405" fmla="*/ 437827 h 474888"/>
                <a:gd name="csX406" fmla="*/ 176032 w 869347"/>
                <a:gd name="csY406" fmla="*/ 436511 h 474888"/>
                <a:gd name="csX407" fmla="*/ 172273 w 869347"/>
                <a:gd name="csY407" fmla="*/ 433277 h 474888"/>
                <a:gd name="csX408" fmla="*/ 167898 w 869347"/>
                <a:gd name="csY408" fmla="*/ 430355 h 474888"/>
                <a:gd name="csX409" fmla="*/ 163607 w 869347"/>
                <a:gd name="csY409" fmla="*/ 427487 h 474888"/>
                <a:gd name="csX410" fmla="*/ 162398 w 869347"/>
                <a:gd name="csY410" fmla="*/ 426787 h 474888"/>
                <a:gd name="csX411" fmla="*/ 160389 w 869347"/>
                <a:gd name="csY411" fmla="*/ 425897 h 474888"/>
                <a:gd name="csX412" fmla="*/ 157916 w 869347"/>
                <a:gd name="csY412" fmla="*/ 425881 h 474888"/>
                <a:gd name="csX413" fmla="*/ 156227 w 869347"/>
                <a:gd name="csY413" fmla="*/ 426057 h 474888"/>
                <a:gd name="csX414" fmla="*/ 151084 w 869347"/>
                <a:gd name="csY414" fmla="*/ 427008 h 474888"/>
                <a:gd name="csX415" fmla="*/ 147135 w 869347"/>
                <a:gd name="csY415" fmla="*/ 428118 h 474888"/>
                <a:gd name="csX416" fmla="*/ 141786 w 869347"/>
                <a:gd name="csY416" fmla="*/ 429625 h 474888"/>
                <a:gd name="csX417" fmla="*/ 137639 w 869347"/>
                <a:gd name="csY417" fmla="*/ 431291 h 474888"/>
                <a:gd name="csX418" fmla="*/ 136711 w 869347"/>
                <a:gd name="csY418" fmla="*/ 431778 h 474888"/>
                <a:gd name="csX419" fmla="*/ 133683 w 869347"/>
                <a:gd name="csY419" fmla="*/ 433787 h 474888"/>
                <a:gd name="csX420" fmla="*/ 129977 w 869347"/>
                <a:gd name="csY420" fmla="*/ 437119 h 474888"/>
                <a:gd name="csX421" fmla="*/ 125648 w 869347"/>
                <a:gd name="csY421" fmla="*/ 441806 h 474888"/>
                <a:gd name="csX422" fmla="*/ 125085 w 869347"/>
                <a:gd name="csY422" fmla="*/ 438793 h 474888"/>
                <a:gd name="csX423" fmla="*/ 124895 w 869347"/>
                <a:gd name="csY423" fmla="*/ 434144 h 474888"/>
                <a:gd name="csX424" fmla="*/ 124971 w 869347"/>
                <a:gd name="csY424" fmla="*/ 432646 h 474888"/>
                <a:gd name="csX425" fmla="*/ 126150 w 869347"/>
                <a:gd name="csY425" fmla="*/ 428727 h 474888"/>
                <a:gd name="csX426" fmla="*/ 127345 w 869347"/>
                <a:gd name="csY426" fmla="*/ 426034 h 474888"/>
                <a:gd name="csX427" fmla="*/ 128304 w 869347"/>
                <a:gd name="csY427" fmla="*/ 423226 h 474888"/>
                <a:gd name="csX428" fmla="*/ 128737 w 869347"/>
                <a:gd name="csY428" fmla="*/ 419551 h 474888"/>
                <a:gd name="csX429" fmla="*/ 127847 w 869347"/>
                <a:gd name="csY429" fmla="*/ 413632 h 474888"/>
                <a:gd name="csX430" fmla="*/ 126850 w 869347"/>
                <a:gd name="csY430" fmla="*/ 412315 h 474888"/>
                <a:gd name="csX431" fmla="*/ 125656 w 869347"/>
                <a:gd name="csY431" fmla="*/ 411889 h 474888"/>
                <a:gd name="csX432" fmla="*/ 124378 w 869347"/>
                <a:gd name="csY432" fmla="*/ 411768 h 474888"/>
                <a:gd name="csX433" fmla="*/ 122026 w 869347"/>
                <a:gd name="csY433" fmla="*/ 412011 h 474888"/>
                <a:gd name="csX434" fmla="*/ 120931 w 869347"/>
                <a:gd name="csY434" fmla="*/ 412490 h 474888"/>
                <a:gd name="csX435" fmla="*/ 119021 w 869347"/>
                <a:gd name="csY435" fmla="*/ 410489 h 474888"/>
                <a:gd name="csX436" fmla="*/ 116716 w 869347"/>
                <a:gd name="csY436" fmla="*/ 410170 h 474888"/>
                <a:gd name="csX437" fmla="*/ 115498 w 869347"/>
                <a:gd name="csY437" fmla="*/ 410725 h 474888"/>
                <a:gd name="csX438" fmla="*/ 114266 w 869347"/>
                <a:gd name="csY438" fmla="*/ 411014 h 474888"/>
                <a:gd name="csX439" fmla="*/ 112927 w 869347"/>
                <a:gd name="csY439" fmla="*/ 410459 h 474888"/>
                <a:gd name="csX440" fmla="*/ 111770 w 869347"/>
                <a:gd name="csY440" fmla="*/ 409272 h 474888"/>
                <a:gd name="csX441" fmla="*/ 111063 w 869347"/>
                <a:gd name="csY441" fmla="*/ 407994 h 474888"/>
                <a:gd name="csX442" fmla="*/ 110515 w 869347"/>
                <a:gd name="csY442" fmla="*/ 406548 h 474888"/>
                <a:gd name="csX443" fmla="*/ 108704 w 869347"/>
                <a:gd name="csY443" fmla="*/ 403642 h 474888"/>
                <a:gd name="csX444" fmla="*/ 106908 w 869347"/>
                <a:gd name="csY444" fmla="*/ 402059 h 474888"/>
                <a:gd name="csX445" fmla="*/ 104732 w 869347"/>
                <a:gd name="csY445" fmla="*/ 401709 h 474888"/>
                <a:gd name="csX446" fmla="*/ 101179 w 869347"/>
                <a:gd name="csY446" fmla="*/ 401800 h 474888"/>
                <a:gd name="csX447" fmla="*/ 100060 w 869347"/>
                <a:gd name="csY447" fmla="*/ 401602 h 474888"/>
                <a:gd name="csX448" fmla="*/ 99999 w 869347"/>
                <a:gd name="csY448" fmla="*/ 399952 h 474888"/>
                <a:gd name="csX449" fmla="*/ 100449 w 869347"/>
                <a:gd name="csY449" fmla="*/ 396299 h 474888"/>
                <a:gd name="csX450" fmla="*/ 100456 w 869347"/>
                <a:gd name="csY450" fmla="*/ 394390 h 474888"/>
                <a:gd name="csX451" fmla="*/ 100205 w 869347"/>
                <a:gd name="csY451" fmla="*/ 392586 h 474888"/>
                <a:gd name="csX452" fmla="*/ 99612 w 869347"/>
                <a:gd name="csY452" fmla="*/ 391103 h 474888"/>
                <a:gd name="csX453" fmla="*/ 98858 w 869347"/>
                <a:gd name="csY453" fmla="*/ 389817 h 474888"/>
                <a:gd name="csX454" fmla="*/ 96743 w 869347"/>
                <a:gd name="csY454" fmla="*/ 387702 h 474888"/>
                <a:gd name="csX455" fmla="*/ 95145 w 869347"/>
                <a:gd name="csY455" fmla="*/ 384719 h 474888"/>
                <a:gd name="csX456" fmla="*/ 92475 w 869347"/>
                <a:gd name="csY456" fmla="*/ 378564 h 474888"/>
                <a:gd name="csX457" fmla="*/ 90139 w 869347"/>
                <a:gd name="csY457" fmla="*/ 371625 h 474888"/>
                <a:gd name="csX458" fmla="*/ 89112 w 869347"/>
                <a:gd name="csY458" fmla="*/ 370575 h 474888"/>
                <a:gd name="csX459" fmla="*/ 87027 w 869347"/>
                <a:gd name="csY459" fmla="*/ 369472 h 474888"/>
                <a:gd name="csX460" fmla="*/ 82470 w 869347"/>
                <a:gd name="csY460" fmla="*/ 368589 h 474888"/>
                <a:gd name="csX461" fmla="*/ 79464 w 869347"/>
                <a:gd name="csY461" fmla="*/ 367676 h 474888"/>
                <a:gd name="csX462" fmla="*/ 78285 w 869347"/>
                <a:gd name="csY462" fmla="*/ 366793 h 474888"/>
                <a:gd name="csX463" fmla="*/ 77790 w 869347"/>
                <a:gd name="csY463" fmla="*/ 365264 h 474888"/>
                <a:gd name="csX464" fmla="*/ 77805 w 869347"/>
                <a:gd name="csY464" fmla="*/ 363621 h 474888"/>
                <a:gd name="csX465" fmla="*/ 78049 w 869347"/>
                <a:gd name="csY465" fmla="*/ 361681 h 474888"/>
                <a:gd name="csX466" fmla="*/ 78749 w 869347"/>
                <a:gd name="csY466" fmla="*/ 360037 h 474888"/>
                <a:gd name="csX467" fmla="*/ 81138 w 869347"/>
                <a:gd name="csY467" fmla="*/ 358766 h 474888"/>
                <a:gd name="csX468" fmla="*/ 86335 w 869347"/>
                <a:gd name="csY468" fmla="*/ 358485 h 474888"/>
                <a:gd name="csX469" fmla="*/ 90771 w 869347"/>
                <a:gd name="csY469" fmla="*/ 358622 h 474888"/>
                <a:gd name="csX470" fmla="*/ 94796 w 869347"/>
                <a:gd name="csY470" fmla="*/ 361559 h 474888"/>
                <a:gd name="csX471" fmla="*/ 96112 w 869347"/>
                <a:gd name="csY471" fmla="*/ 362228 h 474888"/>
                <a:gd name="csX472" fmla="*/ 97542 w 869347"/>
                <a:gd name="csY472" fmla="*/ 362418 h 474888"/>
                <a:gd name="csX473" fmla="*/ 100388 w 869347"/>
                <a:gd name="csY473" fmla="*/ 361490 h 474888"/>
                <a:gd name="csX474" fmla="*/ 101803 w 869347"/>
                <a:gd name="csY474" fmla="*/ 361224 h 474888"/>
                <a:gd name="csX475" fmla="*/ 105364 w 869347"/>
                <a:gd name="csY475" fmla="*/ 361528 h 474888"/>
                <a:gd name="csX476" fmla="*/ 104298 w 869347"/>
                <a:gd name="csY476" fmla="*/ 360136 h 474888"/>
                <a:gd name="csX477" fmla="*/ 102959 w 869347"/>
                <a:gd name="csY477" fmla="*/ 359405 h 474888"/>
                <a:gd name="csX478" fmla="*/ 101575 w 869347"/>
                <a:gd name="csY478" fmla="*/ 359466 h 474888"/>
                <a:gd name="csX479" fmla="*/ 100380 w 869347"/>
                <a:gd name="csY479" fmla="*/ 358896 h 474888"/>
                <a:gd name="csX480" fmla="*/ 98409 w 869347"/>
                <a:gd name="csY480" fmla="*/ 356202 h 474888"/>
                <a:gd name="csX481" fmla="*/ 94993 w 869347"/>
                <a:gd name="csY481" fmla="*/ 353128 h 474888"/>
                <a:gd name="csX482" fmla="*/ 94202 w 869347"/>
                <a:gd name="csY482" fmla="*/ 351858 h 474888"/>
                <a:gd name="csX483" fmla="*/ 93959 w 869347"/>
                <a:gd name="csY483" fmla="*/ 349819 h 474888"/>
                <a:gd name="csX484" fmla="*/ 94620 w 869347"/>
                <a:gd name="csY484" fmla="*/ 348061 h 474888"/>
                <a:gd name="csX485" fmla="*/ 97040 w 869347"/>
                <a:gd name="csY485" fmla="*/ 346258 h 474888"/>
                <a:gd name="csX486" fmla="*/ 99102 w 869347"/>
                <a:gd name="csY486" fmla="*/ 343800 h 474888"/>
                <a:gd name="csX487" fmla="*/ 100038 w 869347"/>
                <a:gd name="csY487" fmla="*/ 340536 h 474888"/>
                <a:gd name="csX488" fmla="*/ 100882 w 869347"/>
                <a:gd name="csY488" fmla="*/ 339030 h 474888"/>
                <a:gd name="csX489" fmla="*/ 102632 w 869347"/>
                <a:gd name="csY489" fmla="*/ 336663 h 474888"/>
                <a:gd name="csX490" fmla="*/ 105280 w 869347"/>
                <a:gd name="csY490" fmla="*/ 337120 h 474888"/>
                <a:gd name="csX491" fmla="*/ 109404 w 869347"/>
                <a:gd name="csY491" fmla="*/ 335408 h 474888"/>
                <a:gd name="csX492" fmla="*/ 116153 w 869347"/>
                <a:gd name="csY492" fmla="*/ 335743 h 474888"/>
                <a:gd name="csX493" fmla="*/ 124233 w 869347"/>
                <a:gd name="csY493" fmla="*/ 335256 h 474888"/>
                <a:gd name="csX494" fmla="*/ 126455 w 869347"/>
                <a:gd name="csY494" fmla="*/ 335431 h 474888"/>
                <a:gd name="csX495" fmla="*/ 131606 w 869347"/>
                <a:gd name="csY495" fmla="*/ 337105 h 474888"/>
                <a:gd name="csX496" fmla="*/ 134565 w 869347"/>
                <a:gd name="csY496" fmla="*/ 337828 h 474888"/>
                <a:gd name="csX497" fmla="*/ 138164 w 869347"/>
                <a:gd name="csY497" fmla="*/ 338193 h 474888"/>
                <a:gd name="csX498" fmla="*/ 140759 w 869347"/>
                <a:gd name="csY498" fmla="*/ 337455 h 474888"/>
                <a:gd name="csX499" fmla="*/ 138316 w 869347"/>
                <a:gd name="csY499" fmla="*/ 335172 h 474888"/>
                <a:gd name="csX500" fmla="*/ 133013 w 869347"/>
                <a:gd name="csY500" fmla="*/ 332463 h 474888"/>
                <a:gd name="csX501" fmla="*/ 131651 w 869347"/>
                <a:gd name="csY501" fmla="*/ 330151 h 474888"/>
                <a:gd name="csX502" fmla="*/ 134078 w 869347"/>
                <a:gd name="csY502" fmla="*/ 323851 h 474888"/>
                <a:gd name="csX503" fmla="*/ 137365 w 869347"/>
                <a:gd name="csY503" fmla="*/ 318091 h 474888"/>
                <a:gd name="csX504" fmla="*/ 139374 w 869347"/>
                <a:gd name="csY504" fmla="*/ 311228 h 474888"/>
                <a:gd name="csX505" fmla="*/ 138811 w 869347"/>
                <a:gd name="csY505" fmla="*/ 304380 h 474888"/>
                <a:gd name="csX506" fmla="*/ 137852 w 869347"/>
                <a:gd name="csY506" fmla="*/ 302486 h 474888"/>
                <a:gd name="csX507" fmla="*/ 138164 w 869347"/>
                <a:gd name="csY507" fmla="*/ 300257 h 474888"/>
                <a:gd name="csX508" fmla="*/ 139305 w 869347"/>
                <a:gd name="csY508" fmla="*/ 298370 h 474888"/>
                <a:gd name="csX509" fmla="*/ 140112 w 869347"/>
                <a:gd name="csY509" fmla="*/ 296490 h 474888"/>
                <a:gd name="csX510" fmla="*/ 139412 w 869347"/>
                <a:gd name="csY510" fmla="*/ 294223 h 474888"/>
                <a:gd name="csX511" fmla="*/ 137967 w 869347"/>
                <a:gd name="csY511" fmla="*/ 290677 h 474888"/>
                <a:gd name="csX512" fmla="*/ 137221 w 869347"/>
                <a:gd name="csY512" fmla="*/ 289529 h 474888"/>
                <a:gd name="csX513" fmla="*/ 134687 w 869347"/>
                <a:gd name="csY513" fmla="*/ 287611 h 474888"/>
                <a:gd name="csX514" fmla="*/ 129597 w 869347"/>
                <a:gd name="csY514" fmla="*/ 287528 h 474888"/>
                <a:gd name="csX515" fmla="*/ 125442 w 869347"/>
                <a:gd name="csY515" fmla="*/ 286478 h 474888"/>
                <a:gd name="csX516" fmla="*/ 124096 w 869347"/>
                <a:gd name="csY516" fmla="*/ 287322 h 474888"/>
                <a:gd name="csX517" fmla="*/ 123335 w 869347"/>
                <a:gd name="csY517" fmla="*/ 288615 h 474888"/>
                <a:gd name="csX518" fmla="*/ 122384 w 869347"/>
                <a:gd name="csY518" fmla="*/ 289468 h 474888"/>
                <a:gd name="csX519" fmla="*/ 119150 w 869347"/>
                <a:gd name="csY519" fmla="*/ 291187 h 474888"/>
                <a:gd name="csX520" fmla="*/ 118070 w 869347"/>
                <a:gd name="csY520" fmla="*/ 291530 h 474888"/>
                <a:gd name="csX521" fmla="*/ 116944 w 869347"/>
                <a:gd name="csY521" fmla="*/ 291187 h 474888"/>
                <a:gd name="csX522" fmla="*/ 115354 w 869347"/>
                <a:gd name="csY522" fmla="*/ 289255 h 474888"/>
                <a:gd name="csX523" fmla="*/ 113939 w 869347"/>
                <a:gd name="csY523" fmla="*/ 289468 h 474888"/>
                <a:gd name="csX524" fmla="*/ 109655 w 869347"/>
                <a:gd name="csY524" fmla="*/ 288258 h 474888"/>
                <a:gd name="csX525" fmla="*/ 107639 w 869347"/>
                <a:gd name="csY525" fmla="*/ 285625 h 474888"/>
                <a:gd name="csX526" fmla="*/ 106885 w 869347"/>
                <a:gd name="csY526" fmla="*/ 285260 h 474888"/>
                <a:gd name="csX527" fmla="*/ 99961 w 869347"/>
                <a:gd name="csY527" fmla="*/ 283152 h 474888"/>
                <a:gd name="csX528" fmla="*/ 97557 w 869347"/>
                <a:gd name="csY528" fmla="*/ 282749 h 474888"/>
                <a:gd name="csX529" fmla="*/ 92041 w 869347"/>
                <a:gd name="csY529" fmla="*/ 284918 h 474888"/>
                <a:gd name="csX530" fmla="*/ 88047 w 869347"/>
                <a:gd name="csY530" fmla="*/ 287695 h 474888"/>
                <a:gd name="csX531" fmla="*/ 86920 w 869347"/>
                <a:gd name="csY531" fmla="*/ 288098 h 474888"/>
                <a:gd name="csX532" fmla="*/ 84858 w 869347"/>
                <a:gd name="csY532" fmla="*/ 289856 h 474888"/>
                <a:gd name="csX533" fmla="*/ 83694 w 869347"/>
                <a:gd name="csY533" fmla="*/ 290137 h 474888"/>
                <a:gd name="csX534" fmla="*/ 82500 w 869347"/>
                <a:gd name="csY534" fmla="*/ 289833 h 474888"/>
                <a:gd name="csX535" fmla="*/ 81366 w 869347"/>
                <a:gd name="csY535" fmla="*/ 289939 h 474888"/>
                <a:gd name="csX536" fmla="*/ 78954 w 869347"/>
                <a:gd name="csY536" fmla="*/ 292572 h 474888"/>
                <a:gd name="csX537" fmla="*/ 74587 w 869347"/>
                <a:gd name="csY537" fmla="*/ 295631 h 474888"/>
                <a:gd name="csX538" fmla="*/ 72418 w 869347"/>
                <a:gd name="csY538" fmla="*/ 297556 h 474888"/>
                <a:gd name="csX539" fmla="*/ 69999 w 869347"/>
                <a:gd name="csY539" fmla="*/ 298750 h 474888"/>
                <a:gd name="csX540" fmla="*/ 67305 w 869347"/>
                <a:gd name="csY540" fmla="*/ 299503 h 474888"/>
                <a:gd name="csX541" fmla="*/ 64559 w 869347"/>
                <a:gd name="csY541" fmla="*/ 299625 h 474888"/>
                <a:gd name="csX542" fmla="*/ 63547 w 869347"/>
                <a:gd name="csY542" fmla="*/ 300317 h 474888"/>
                <a:gd name="csX543" fmla="*/ 60405 w 869347"/>
                <a:gd name="csY543" fmla="*/ 300561 h 474888"/>
                <a:gd name="csX544" fmla="*/ 58487 w 869347"/>
                <a:gd name="csY544" fmla="*/ 301124 h 474888"/>
                <a:gd name="csX545" fmla="*/ 58419 w 869347"/>
                <a:gd name="csY545" fmla="*/ 302166 h 474888"/>
                <a:gd name="csX546" fmla="*/ 58799 w 869347"/>
                <a:gd name="csY546" fmla="*/ 304494 h 474888"/>
                <a:gd name="csX547" fmla="*/ 57171 w 869347"/>
                <a:gd name="csY547" fmla="*/ 303673 h 474888"/>
                <a:gd name="csX548" fmla="*/ 55459 w 869347"/>
                <a:gd name="csY548" fmla="*/ 305255 h 474888"/>
                <a:gd name="csX549" fmla="*/ 56022 w 869347"/>
                <a:gd name="csY549" fmla="*/ 306747 h 474888"/>
                <a:gd name="csX550" fmla="*/ 54995 w 869347"/>
                <a:gd name="csY550" fmla="*/ 306389 h 474888"/>
                <a:gd name="csX551" fmla="*/ 50186 w 869347"/>
                <a:gd name="csY551" fmla="*/ 303513 h 474888"/>
                <a:gd name="csX552" fmla="*/ 46237 w 869347"/>
                <a:gd name="csY552" fmla="*/ 301474 h 474888"/>
                <a:gd name="csX553" fmla="*/ 42730 w 869347"/>
                <a:gd name="csY553" fmla="*/ 299663 h 474888"/>
                <a:gd name="csX554" fmla="*/ 42220 w 869347"/>
                <a:gd name="csY554" fmla="*/ 299336 h 474888"/>
                <a:gd name="csX555" fmla="*/ 41262 w 869347"/>
                <a:gd name="csY555" fmla="*/ 298453 h 474888"/>
                <a:gd name="csX556" fmla="*/ 40577 w 869347"/>
                <a:gd name="csY556" fmla="*/ 297076 h 474888"/>
                <a:gd name="csX557" fmla="*/ 40432 w 869347"/>
                <a:gd name="csY557" fmla="*/ 295570 h 474888"/>
                <a:gd name="csX558" fmla="*/ 40774 w 869347"/>
                <a:gd name="csY558" fmla="*/ 294459 h 474888"/>
                <a:gd name="csX559" fmla="*/ 41627 w 869347"/>
                <a:gd name="csY559" fmla="*/ 293751 h 474888"/>
                <a:gd name="csX560" fmla="*/ 42631 w 869347"/>
                <a:gd name="csY560" fmla="*/ 293477 h 474888"/>
                <a:gd name="csX561" fmla="*/ 43521 w 869347"/>
                <a:gd name="csY561" fmla="*/ 293706 h 474888"/>
                <a:gd name="csX562" fmla="*/ 44510 w 869347"/>
                <a:gd name="csY562" fmla="*/ 294383 h 474888"/>
                <a:gd name="csX563" fmla="*/ 46276 w 869347"/>
                <a:gd name="csY563" fmla="*/ 295205 h 474888"/>
                <a:gd name="csX564" fmla="*/ 48566 w 869347"/>
                <a:gd name="csY564" fmla="*/ 295357 h 474888"/>
                <a:gd name="csX565" fmla="*/ 49996 w 869347"/>
                <a:gd name="csY565" fmla="*/ 294725 h 474888"/>
                <a:gd name="csX566" fmla="*/ 50186 w 869347"/>
                <a:gd name="csY566" fmla="*/ 293211 h 474888"/>
                <a:gd name="csX567" fmla="*/ 47463 w 869347"/>
                <a:gd name="csY567" fmla="*/ 287596 h 474888"/>
                <a:gd name="csX568" fmla="*/ 44952 w 869347"/>
                <a:gd name="csY568" fmla="*/ 283054 h 474888"/>
                <a:gd name="csX569" fmla="*/ 42525 w 869347"/>
                <a:gd name="csY569" fmla="*/ 277986 h 474888"/>
                <a:gd name="csX570" fmla="*/ 41497 w 869347"/>
                <a:gd name="csY570" fmla="*/ 276145 h 474888"/>
                <a:gd name="csX571" fmla="*/ 38523 w 869347"/>
                <a:gd name="csY571" fmla="*/ 271884 h 474888"/>
                <a:gd name="csX572" fmla="*/ 35585 w 869347"/>
                <a:gd name="csY572" fmla="*/ 267677 h 474888"/>
                <a:gd name="csX573" fmla="*/ 33265 w 869347"/>
                <a:gd name="csY573" fmla="*/ 263918 h 474888"/>
                <a:gd name="csX574" fmla="*/ 32048 w 869347"/>
                <a:gd name="csY574" fmla="*/ 262762 h 474888"/>
                <a:gd name="csX575" fmla="*/ 28304 w 869347"/>
                <a:gd name="csY575" fmla="*/ 262282 h 474888"/>
                <a:gd name="csX576" fmla="*/ 21167 w 869347"/>
                <a:gd name="csY576" fmla="*/ 261354 h 474888"/>
                <a:gd name="csX577" fmla="*/ 18641 w 869347"/>
                <a:gd name="csY577" fmla="*/ 260913 h 474888"/>
                <a:gd name="csX578" fmla="*/ 16617 w 869347"/>
                <a:gd name="csY578" fmla="*/ 262031 h 474888"/>
                <a:gd name="csX579" fmla="*/ 14586 w 869347"/>
                <a:gd name="csY579" fmla="*/ 262906 h 474888"/>
                <a:gd name="csX580" fmla="*/ 12661 w 869347"/>
                <a:gd name="csY580" fmla="*/ 261278 h 474888"/>
                <a:gd name="csX581" fmla="*/ 11139 w 869347"/>
                <a:gd name="csY581" fmla="*/ 258600 h 474888"/>
                <a:gd name="csX582" fmla="*/ 10340 w 869347"/>
                <a:gd name="csY582" fmla="*/ 256347 h 474888"/>
                <a:gd name="csX583" fmla="*/ 10728 w 869347"/>
                <a:gd name="csY583" fmla="*/ 254042 h 474888"/>
                <a:gd name="csX584" fmla="*/ 10888 w 869347"/>
                <a:gd name="csY584" fmla="*/ 250634 h 474888"/>
                <a:gd name="csX585" fmla="*/ 9724 w 869347"/>
                <a:gd name="csY585" fmla="*/ 247270 h 474888"/>
                <a:gd name="csX586" fmla="*/ 8438 w 869347"/>
                <a:gd name="csY586" fmla="*/ 245604 h 474888"/>
                <a:gd name="csX587" fmla="*/ 5212 w 869347"/>
                <a:gd name="csY587" fmla="*/ 244349 h 474888"/>
                <a:gd name="csX588" fmla="*/ 1103 w 869347"/>
                <a:gd name="csY588" fmla="*/ 241511 h 474888"/>
                <a:gd name="csX589" fmla="*/ 0 w 869347"/>
                <a:gd name="csY589" fmla="*/ 236314 h 474888"/>
                <a:gd name="csX590" fmla="*/ 1994 w 869347"/>
                <a:gd name="csY590" fmla="*/ 228843 h 474888"/>
                <a:gd name="csX591" fmla="*/ 5204 w 869347"/>
                <a:gd name="csY591" fmla="*/ 223532 h 474888"/>
                <a:gd name="csX592" fmla="*/ 7540 w 869347"/>
                <a:gd name="csY592" fmla="*/ 221303 h 474888"/>
                <a:gd name="csX593" fmla="*/ 8651 w 869347"/>
                <a:gd name="csY593" fmla="*/ 219355 h 474888"/>
                <a:gd name="csX594" fmla="*/ 9017 w 869347"/>
                <a:gd name="csY594" fmla="*/ 217666 h 474888"/>
                <a:gd name="csX595" fmla="*/ 8735 w 869347"/>
                <a:gd name="csY595" fmla="*/ 216053 h 474888"/>
                <a:gd name="csX596" fmla="*/ 7350 w 869347"/>
                <a:gd name="csY596" fmla="*/ 214333 h 474888"/>
                <a:gd name="csX597" fmla="*/ 5204 w 869347"/>
                <a:gd name="csY597" fmla="*/ 212659 h 474888"/>
                <a:gd name="csX598" fmla="*/ 4116 w 869347"/>
                <a:gd name="csY598" fmla="*/ 210597 h 474888"/>
                <a:gd name="csX599" fmla="*/ 4565 w 869347"/>
                <a:gd name="csY599" fmla="*/ 206169 h 474888"/>
                <a:gd name="csX600" fmla="*/ 5988 w 869347"/>
                <a:gd name="csY600" fmla="*/ 199770 h 474888"/>
                <a:gd name="csX601" fmla="*/ 8179 w 869347"/>
                <a:gd name="csY601" fmla="*/ 194634 h 474888"/>
                <a:gd name="csX602" fmla="*/ 11117 w 869347"/>
                <a:gd name="csY602" fmla="*/ 191781 h 474888"/>
                <a:gd name="csX603" fmla="*/ 13650 w 869347"/>
                <a:gd name="csY603" fmla="*/ 189735 h 474888"/>
                <a:gd name="csX604" fmla="*/ 14647 w 869347"/>
                <a:gd name="csY604" fmla="*/ 187825 h 474888"/>
                <a:gd name="csX605" fmla="*/ 14700 w 869347"/>
                <a:gd name="csY605" fmla="*/ 185109 h 474888"/>
                <a:gd name="csX606" fmla="*/ 14639 w 869347"/>
                <a:gd name="csY606" fmla="*/ 182545 h 474888"/>
                <a:gd name="csX607" fmla="*/ 15316 w 869347"/>
                <a:gd name="csY607" fmla="*/ 180681 h 474888"/>
                <a:gd name="csX608" fmla="*/ 16381 w 869347"/>
                <a:gd name="csY608" fmla="*/ 179197 h 474888"/>
                <a:gd name="csX609" fmla="*/ 17508 w 869347"/>
                <a:gd name="csY609" fmla="*/ 177865 h 474888"/>
                <a:gd name="csX610" fmla="*/ 19090 w 869347"/>
                <a:gd name="csY610" fmla="*/ 176374 h 474888"/>
                <a:gd name="csX611" fmla="*/ 21145 w 869347"/>
                <a:gd name="csY611" fmla="*/ 176009 h 474888"/>
                <a:gd name="csX612" fmla="*/ 23404 w 869347"/>
                <a:gd name="csY612" fmla="*/ 177196 h 474888"/>
                <a:gd name="csX613" fmla="*/ 26478 w 869347"/>
                <a:gd name="csY613" fmla="*/ 180384 h 474888"/>
                <a:gd name="csX614" fmla="*/ 30982 w 869347"/>
                <a:gd name="csY614" fmla="*/ 186661 h 474888"/>
                <a:gd name="csX615" fmla="*/ 33554 w 869347"/>
                <a:gd name="csY615" fmla="*/ 190762 h 474888"/>
                <a:gd name="csX616" fmla="*/ 34482 w 869347"/>
                <a:gd name="csY616" fmla="*/ 192025 h 474888"/>
                <a:gd name="csX617" fmla="*/ 36833 w 869347"/>
                <a:gd name="csY617" fmla="*/ 194459 h 474888"/>
                <a:gd name="csX618" fmla="*/ 38956 w 869347"/>
                <a:gd name="csY618" fmla="*/ 195441 h 474888"/>
                <a:gd name="csX619" fmla="*/ 42494 w 869347"/>
                <a:gd name="csY619" fmla="*/ 193919 h 474888"/>
                <a:gd name="csX620" fmla="*/ 45887 w 869347"/>
                <a:gd name="csY620" fmla="*/ 192147 h 474888"/>
                <a:gd name="csX621" fmla="*/ 46983 w 869347"/>
                <a:gd name="csY621" fmla="*/ 191020 h 474888"/>
                <a:gd name="csX622" fmla="*/ 47683 w 869347"/>
                <a:gd name="csY622" fmla="*/ 189339 h 474888"/>
                <a:gd name="csX623" fmla="*/ 47143 w 869347"/>
                <a:gd name="csY623" fmla="*/ 186463 h 474888"/>
                <a:gd name="csX624" fmla="*/ 46435 w 869347"/>
                <a:gd name="csY624" fmla="*/ 184584 h 474888"/>
                <a:gd name="csX625" fmla="*/ 45682 w 869347"/>
                <a:gd name="csY625" fmla="*/ 182187 h 474888"/>
                <a:gd name="csX626" fmla="*/ 44640 w 869347"/>
                <a:gd name="csY626" fmla="*/ 178010 h 474888"/>
                <a:gd name="csX627" fmla="*/ 43902 w 869347"/>
                <a:gd name="csY627" fmla="*/ 171436 h 474888"/>
                <a:gd name="csX628" fmla="*/ 43027 w 869347"/>
                <a:gd name="csY628" fmla="*/ 169344 h 474888"/>
                <a:gd name="csX629" fmla="*/ 43666 w 869347"/>
                <a:gd name="csY629" fmla="*/ 169100 h 474888"/>
                <a:gd name="csX630" fmla="*/ 45370 w 869347"/>
                <a:gd name="csY630" fmla="*/ 169534 h 474888"/>
                <a:gd name="csX631" fmla="*/ 46945 w 869347"/>
                <a:gd name="csY631" fmla="*/ 169724 h 474888"/>
                <a:gd name="csX632" fmla="*/ 49197 w 869347"/>
                <a:gd name="csY632" fmla="*/ 168271 h 474888"/>
                <a:gd name="csX633" fmla="*/ 52286 w 869347"/>
                <a:gd name="csY633" fmla="*/ 165532 h 474888"/>
                <a:gd name="csX634" fmla="*/ 57940 w 869347"/>
                <a:gd name="csY634" fmla="*/ 161294 h 474888"/>
                <a:gd name="csX635" fmla="*/ 59134 w 869347"/>
                <a:gd name="csY635" fmla="*/ 158494 h 474888"/>
                <a:gd name="csX636" fmla="*/ 60100 w 869347"/>
                <a:gd name="csY636" fmla="*/ 155374 h 474888"/>
                <a:gd name="csX637" fmla="*/ 61668 w 869347"/>
                <a:gd name="csY637" fmla="*/ 153457 h 474888"/>
                <a:gd name="csX638" fmla="*/ 65266 w 869347"/>
                <a:gd name="csY638" fmla="*/ 152826 h 474888"/>
                <a:gd name="csX639" fmla="*/ 68599 w 869347"/>
                <a:gd name="csY639" fmla="*/ 151821 h 474888"/>
                <a:gd name="csX640" fmla="*/ 70950 w 869347"/>
                <a:gd name="csY640" fmla="*/ 149599 h 474888"/>
                <a:gd name="csX641" fmla="*/ 74633 w 869347"/>
                <a:gd name="csY641" fmla="*/ 147644 h 474888"/>
                <a:gd name="csX642" fmla="*/ 77661 w 869347"/>
                <a:gd name="csY642" fmla="*/ 146457 h 474888"/>
                <a:gd name="csX643" fmla="*/ 78992 w 869347"/>
                <a:gd name="csY643" fmla="*/ 145362 h 474888"/>
                <a:gd name="csX644" fmla="*/ 79943 w 869347"/>
                <a:gd name="csY644" fmla="*/ 143718 h 474888"/>
                <a:gd name="csX645" fmla="*/ 83413 w 869347"/>
                <a:gd name="csY645" fmla="*/ 139077 h 474888"/>
                <a:gd name="csX646" fmla="*/ 86137 w 869347"/>
                <a:gd name="csY646" fmla="*/ 136216 h 474888"/>
                <a:gd name="csX647" fmla="*/ 88534 w 869347"/>
                <a:gd name="csY647" fmla="*/ 133264 h 474888"/>
                <a:gd name="csX648" fmla="*/ 89332 w 869347"/>
                <a:gd name="csY648" fmla="*/ 131407 h 474888"/>
                <a:gd name="csX649" fmla="*/ 91227 w 869347"/>
                <a:gd name="csY649" fmla="*/ 131750 h 474888"/>
                <a:gd name="csX650" fmla="*/ 94118 w 869347"/>
                <a:gd name="csY650" fmla="*/ 133036 h 474888"/>
                <a:gd name="csX651" fmla="*/ 97222 w 869347"/>
                <a:gd name="csY651" fmla="*/ 134207 h 474888"/>
                <a:gd name="csX652" fmla="*/ 99497 w 869347"/>
                <a:gd name="csY652" fmla="*/ 136026 h 474888"/>
                <a:gd name="csX653" fmla="*/ 99947 w 869347"/>
                <a:gd name="csY653" fmla="*/ 137882 h 474888"/>
                <a:gd name="csX654" fmla="*/ 100167 w 869347"/>
                <a:gd name="csY654" fmla="*/ 139343 h 474888"/>
                <a:gd name="csX655" fmla="*/ 101088 w 869347"/>
                <a:gd name="csY655" fmla="*/ 140096 h 474888"/>
                <a:gd name="csX656" fmla="*/ 102191 w 869347"/>
                <a:gd name="csY656" fmla="*/ 140241 h 474888"/>
                <a:gd name="csX657" fmla="*/ 103850 w 869347"/>
                <a:gd name="csY657" fmla="*/ 139876 h 474888"/>
                <a:gd name="csX658" fmla="*/ 106748 w 869347"/>
                <a:gd name="csY658" fmla="*/ 139807 h 474888"/>
                <a:gd name="csX659" fmla="*/ 110301 w 869347"/>
                <a:gd name="csY659" fmla="*/ 137403 h 474888"/>
                <a:gd name="csX660" fmla="*/ 115247 w 869347"/>
                <a:gd name="csY660" fmla="*/ 133340 h 474888"/>
                <a:gd name="csX661" fmla="*/ 119774 w 869347"/>
                <a:gd name="csY661" fmla="*/ 132077 h 474888"/>
                <a:gd name="csX662" fmla="*/ 122156 w 869347"/>
                <a:gd name="csY662" fmla="*/ 133043 h 474888"/>
                <a:gd name="csX663" fmla="*/ 124126 w 869347"/>
                <a:gd name="csY663" fmla="*/ 136033 h 474888"/>
                <a:gd name="csX664" fmla="*/ 125686 w 869347"/>
                <a:gd name="csY664" fmla="*/ 138841 h 474888"/>
                <a:gd name="csX665" fmla="*/ 127292 w 869347"/>
                <a:gd name="csY665" fmla="*/ 139883 h 474888"/>
                <a:gd name="csX666" fmla="*/ 128288 w 869347"/>
                <a:gd name="csY666" fmla="*/ 139914 h 474888"/>
                <a:gd name="csX667" fmla="*/ 128654 w 869347"/>
                <a:gd name="csY667" fmla="*/ 139959 h 474888"/>
                <a:gd name="csX668" fmla="*/ 130647 w 869347"/>
                <a:gd name="csY668" fmla="*/ 139320 h 474888"/>
                <a:gd name="csX669" fmla="*/ 130799 w 869347"/>
                <a:gd name="csY669" fmla="*/ 139328 h 474888"/>
                <a:gd name="csX670" fmla="*/ 132618 w 869347"/>
                <a:gd name="csY670" fmla="*/ 139442 h 474888"/>
                <a:gd name="csX671" fmla="*/ 134368 w 869347"/>
                <a:gd name="csY671" fmla="*/ 140393 h 474888"/>
                <a:gd name="csX672" fmla="*/ 137266 w 869347"/>
                <a:gd name="csY672" fmla="*/ 140500 h 474888"/>
                <a:gd name="csX673" fmla="*/ 141307 w 869347"/>
                <a:gd name="csY673" fmla="*/ 139777 h 474888"/>
                <a:gd name="csX674" fmla="*/ 141733 w 869347"/>
                <a:gd name="csY674" fmla="*/ 139480 h 474888"/>
                <a:gd name="csX675" fmla="*/ 143673 w 869347"/>
                <a:gd name="csY675" fmla="*/ 139868 h 474888"/>
                <a:gd name="csX676" fmla="*/ 146032 w 869347"/>
                <a:gd name="csY676" fmla="*/ 141162 h 474888"/>
                <a:gd name="csX677" fmla="*/ 147865 w 869347"/>
                <a:gd name="csY677" fmla="*/ 142699 h 474888"/>
                <a:gd name="csX678" fmla="*/ 151152 w 869347"/>
                <a:gd name="csY678" fmla="*/ 147735 h 474888"/>
                <a:gd name="csX679" fmla="*/ 153039 w 869347"/>
                <a:gd name="csY679" fmla="*/ 149029 h 474888"/>
                <a:gd name="csX680" fmla="*/ 156889 w 869347"/>
                <a:gd name="csY680" fmla="*/ 150817 h 474888"/>
                <a:gd name="csX681" fmla="*/ 158692 w 869347"/>
                <a:gd name="csY681" fmla="*/ 152377 h 474888"/>
                <a:gd name="csX682" fmla="*/ 160792 w 869347"/>
                <a:gd name="csY682" fmla="*/ 154903 h 474888"/>
                <a:gd name="csX683" fmla="*/ 161888 w 869347"/>
                <a:gd name="csY683" fmla="*/ 156432 h 474888"/>
                <a:gd name="csX684" fmla="*/ 164170 w 869347"/>
                <a:gd name="csY684" fmla="*/ 159194 h 474888"/>
                <a:gd name="csX685" fmla="*/ 166810 w 869347"/>
                <a:gd name="csY685" fmla="*/ 163706 h 474888"/>
                <a:gd name="csX686" fmla="*/ 167282 w 869347"/>
                <a:gd name="csY686" fmla="*/ 167289 h 474888"/>
                <a:gd name="csX687" fmla="*/ 167883 w 869347"/>
                <a:gd name="csY687" fmla="*/ 170310 h 474888"/>
                <a:gd name="csX688" fmla="*/ 168865 w 869347"/>
                <a:gd name="csY688" fmla="*/ 171740 h 474888"/>
                <a:gd name="csX689" fmla="*/ 169671 w 869347"/>
                <a:gd name="csY689" fmla="*/ 171915 h 474888"/>
                <a:gd name="csX690" fmla="*/ 170538 w 869347"/>
                <a:gd name="csY690" fmla="*/ 171421 h 474888"/>
                <a:gd name="csX691" fmla="*/ 171391 w 869347"/>
                <a:gd name="csY691" fmla="*/ 170044 h 474888"/>
                <a:gd name="csX692" fmla="*/ 171687 w 869347"/>
                <a:gd name="csY692" fmla="*/ 167746 h 474888"/>
                <a:gd name="csX693" fmla="*/ 171429 w 869347"/>
                <a:gd name="csY693" fmla="*/ 163675 h 474888"/>
                <a:gd name="csX694" fmla="*/ 170752 w 869347"/>
                <a:gd name="csY694" fmla="*/ 160343 h 474888"/>
                <a:gd name="csX695" fmla="*/ 169884 w 869347"/>
                <a:gd name="csY695" fmla="*/ 159285 h 474888"/>
                <a:gd name="csX696" fmla="*/ 169466 w 869347"/>
                <a:gd name="csY696" fmla="*/ 158114 h 474888"/>
                <a:gd name="csX697" fmla="*/ 170036 w 869347"/>
                <a:gd name="csY697" fmla="*/ 156622 h 474888"/>
                <a:gd name="csX698" fmla="*/ 171505 w 869347"/>
                <a:gd name="csY698" fmla="*/ 155899 h 474888"/>
                <a:gd name="csX699" fmla="*/ 173331 w 869347"/>
                <a:gd name="csY699" fmla="*/ 156356 h 474888"/>
                <a:gd name="csX700" fmla="*/ 176336 w 869347"/>
                <a:gd name="csY700" fmla="*/ 158273 h 474888"/>
                <a:gd name="csX701" fmla="*/ 179471 w 869347"/>
                <a:gd name="csY701" fmla="*/ 160685 h 474888"/>
                <a:gd name="csX702" fmla="*/ 183329 w 869347"/>
                <a:gd name="csY702" fmla="*/ 164900 h 474888"/>
                <a:gd name="csX703" fmla="*/ 186867 w 869347"/>
                <a:gd name="csY703" fmla="*/ 167571 h 474888"/>
                <a:gd name="csX704" fmla="*/ 190739 w 869347"/>
                <a:gd name="csY704" fmla="*/ 169701 h 474888"/>
                <a:gd name="csX705" fmla="*/ 193813 w 869347"/>
                <a:gd name="csY705" fmla="*/ 170333 h 474888"/>
                <a:gd name="csX706" fmla="*/ 196195 w 869347"/>
                <a:gd name="csY706" fmla="*/ 169694 h 474888"/>
                <a:gd name="csX707" fmla="*/ 199002 w 869347"/>
                <a:gd name="csY707" fmla="*/ 167959 h 474888"/>
                <a:gd name="csX708" fmla="*/ 201574 w 869347"/>
                <a:gd name="csY708" fmla="*/ 165950 h 474888"/>
                <a:gd name="csX709" fmla="*/ 202746 w 869347"/>
                <a:gd name="csY709" fmla="*/ 163843 h 474888"/>
                <a:gd name="csX710" fmla="*/ 203583 w 869347"/>
                <a:gd name="csY710" fmla="*/ 161537 h 474888"/>
                <a:gd name="csX711" fmla="*/ 207463 w 869347"/>
                <a:gd name="csY711" fmla="*/ 158456 h 474888"/>
                <a:gd name="csX712" fmla="*/ 211009 w 869347"/>
                <a:gd name="csY712" fmla="*/ 155633 h 474888"/>
                <a:gd name="csX713" fmla="*/ 212622 w 869347"/>
                <a:gd name="csY713" fmla="*/ 156143 h 474888"/>
                <a:gd name="csX714" fmla="*/ 213756 w 869347"/>
                <a:gd name="csY714" fmla="*/ 156942 h 474888"/>
                <a:gd name="csX715" fmla="*/ 217392 w 869347"/>
                <a:gd name="csY715" fmla="*/ 155222 h 474888"/>
                <a:gd name="csX716" fmla="*/ 218655 w 869347"/>
                <a:gd name="csY716" fmla="*/ 154750 h 474888"/>
                <a:gd name="csX717" fmla="*/ 222117 w 869347"/>
                <a:gd name="csY717" fmla="*/ 154081 h 474888"/>
                <a:gd name="csX718" fmla="*/ 225693 w 869347"/>
                <a:gd name="csY718" fmla="*/ 155070 h 474888"/>
                <a:gd name="csX719" fmla="*/ 228546 w 869347"/>
                <a:gd name="csY719" fmla="*/ 158098 h 474888"/>
                <a:gd name="csX720" fmla="*/ 231308 w 869347"/>
                <a:gd name="csY720" fmla="*/ 160046 h 474888"/>
                <a:gd name="csX721" fmla="*/ 233781 w 869347"/>
                <a:gd name="csY721" fmla="*/ 159818 h 474888"/>
                <a:gd name="csX722" fmla="*/ 235828 w 869347"/>
                <a:gd name="csY722" fmla="*/ 158821 h 474888"/>
                <a:gd name="csX723" fmla="*/ 237182 w 869347"/>
                <a:gd name="csY723" fmla="*/ 156934 h 474888"/>
                <a:gd name="csX724" fmla="*/ 238209 w 869347"/>
                <a:gd name="csY724" fmla="*/ 154705 h 474888"/>
                <a:gd name="csX725" fmla="*/ 239579 w 869347"/>
                <a:gd name="csY725" fmla="*/ 153274 h 474888"/>
                <a:gd name="csX726" fmla="*/ 239784 w 869347"/>
                <a:gd name="csY726" fmla="*/ 153183 h 474888"/>
                <a:gd name="csX727" fmla="*/ 244190 w 869347"/>
                <a:gd name="csY727" fmla="*/ 153959 h 474888"/>
                <a:gd name="csX728" fmla="*/ 246952 w 869347"/>
                <a:gd name="csY728" fmla="*/ 153845 h 474888"/>
                <a:gd name="csX729" fmla="*/ 247248 w 869347"/>
                <a:gd name="csY729" fmla="*/ 153526 h 474888"/>
                <a:gd name="csX730" fmla="*/ 250893 w 869347"/>
                <a:gd name="csY730" fmla="*/ 154134 h 474888"/>
                <a:gd name="csX731" fmla="*/ 254918 w 869347"/>
                <a:gd name="csY731" fmla="*/ 157276 h 474888"/>
                <a:gd name="csX732" fmla="*/ 257413 w 869347"/>
                <a:gd name="csY732" fmla="*/ 160754 h 474888"/>
                <a:gd name="csX733" fmla="*/ 260609 w 869347"/>
                <a:gd name="csY733" fmla="*/ 165174 h 474888"/>
                <a:gd name="csX734" fmla="*/ 262093 w 869347"/>
                <a:gd name="csY734" fmla="*/ 166612 h 474888"/>
                <a:gd name="csX735" fmla="*/ 264253 w 869347"/>
                <a:gd name="csY735" fmla="*/ 167229 h 474888"/>
                <a:gd name="csX736" fmla="*/ 265950 w 869347"/>
                <a:gd name="csY736" fmla="*/ 167495 h 474888"/>
                <a:gd name="csX737" fmla="*/ 268225 w 869347"/>
                <a:gd name="csY737" fmla="*/ 168180 h 474888"/>
                <a:gd name="csX738" fmla="*/ 274236 w 869347"/>
                <a:gd name="csY738" fmla="*/ 169100 h 474888"/>
                <a:gd name="csX739" fmla="*/ 275149 w 869347"/>
                <a:gd name="csY739" fmla="*/ 169640 h 474888"/>
                <a:gd name="csX740" fmla="*/ 275765 w 869347"/>
                <a:gd name="csY740" fmla="*/ 170363 h 474888"/>
                <a:gd name="csX741" fmla="*/ 275210 w 869347"/>
                <a:gd name="csY741" fmla="*/ 172768 h 474888"/>
                <a:gd name="csX742" fmla="*/ 275742 w 869347"/>
                <a:gd name="csY742" fmla="*/ 173376 h 474888"/>
                <a:gd name="csX743" fmla="*/ 280619 w 869347"/>
                <a:gd name="csY743" fmla="*/ 171664 h 474888"/>
                <a:gd name="csX744" fmla="*/ 281928 w 869347"/>
                <a:gd name="csY744" fmla="*/ 170386 h 474888"/>
                <a:gd name="csX745" fmla="*/ 283533 w 869347"/>
                <a:gd name="csY745" fmla="*/ 166749 h 474888"/>
                <a:gd name="csX746" fmla="*/ 284972 w 869347"/>
                <a:gd name="csY746" fmla="*/ 163082 h 474888"/>
                <a:gd name="csX747" fmla="*/ 286044 w 869347"/>
                <a:gd name="csY747" fmla="*/ 161720 h 474888"/>
                <a:gd name="csX748" fmla="*/ 287178 w 869347"/>
                <a:gd name="csY748" fmla="*/ 161362 h 474888"/>
                <a:gd name="csX749" fmla="*/ 288319 w 869347"/>
                <a:gd name="csY749" fmla="*/ 161910 h 474888"/>
                <a:gd name="csX750" fmla="*/ 289917 w 869347"/>
                <a:gd name="csY750" fmla="*/ 164079 h 474888"/>
                <a:gd name="csX751" fmla="*/ 292078 w 869347"/>
                <a:gd name="csY751" fmla="*/ 166285 h 474888"/>
                <a:gd name="csX752" fmla="*/ 295000 w 869347"/>
                <a:gd name="csY752" fmla="*/ 167122 h 474888"/>
                <a:gd name="csX753" fmla="*/ 296780 w 869347"/>
                <a:gd name="csY753" fmla="*/ 167457 h 474888"/>
                <a:gd name="csX754" fmla="*/ 299542 w 869347"/>
                <a:gd name="csY754" fmla="*/ 167639 h 474888"/>
                <a:gd name="csX755" fmla="*/ 306040 w 869347"/>
                <a:gd name="csY755" fmla="*/ 166567 h 474888"/>
                <a:gd name="csX756" fmla="*/ 312119 w 869347"/>
                <a:gd name="csY756" fmla="*/ 163896 h 474888"/>
                <a:gd name="csX757" fmla="*/ 315588 w 869347"/>
                <a:gd name="csY757" fmla="*/ 160989 h 474888"/>
                <a:gd name="csX758" fmla="*/ 317201 w 869347"/>
                <a:gd name="csY758" fmla="*/ 156622 h 474888"/>
                <a:gd name="csX759" fmla="*/ 318214 w 869347"/>
                <a:gd name="csY759" fmla="*/ 151646 h 474888"/>
                <a:gd name="csX760" fmla="*/ 319766 w 869347"/>
                <a:gd name="csY760" fmla="*/ 148496 h 474888"/>
                <a:gd name="csX761" fmla="*/ 319119 w 869347"/>
                <a:gd name="csY761" fmla="*/ 145270 h 474888"/>
                <a:gd name="csX762" fmla="*/ 316060 w 869347"/>
                <a:gd name="csY762" fmla="*/ 142196 h 474888"/>
                <a:gd name="csX763" fmla="*/ 315026 w 869347"/>
                <a:gd name="csY763" fmla="*/ 141268 h 474888"/>
                <a:gd name="csX764" fmla="*/ 307584 w 869347"/>
                <a:gd name="csY764" fmla="*/ 139541 h 474888"/>
                <a:gd name="csX765" fmla="*/ 307128 w 869347"/>
                <a:gd name="csY765" fmla="*/ 138293 h 474888"/>
                <a:gd name="csX766" fmla="*/ 306702 w 869347"/>
                <a:gd name="csY766" fmla="*/ 138004 h 474888"/>
                <a:gd name="csX767" fmla="*/ 299367 w 869347"/>
                <a:gd name="csY767" fmla="*/ 135265 h 474888"/>
                <a:gd name="csX768" fmla="*/ 295837 w 869347"/>
                <a:gd name="csY768" fmla="*/ 134093 h 474888"/>
                <a:gd name="csX769" fmla="*/ 294840 w 869347"/>
                <a:gd name="csY769" fmla="*/ 132282 h 474888"/>
                <a:gd name="csX770" fmla="*/ 294186 w 869347"/>
                <a:gd name="csY770" fmla="*/ 129909 h 474888"/>
                <a:gd name="csX771" fmla="*/ 291895 w 869347"/>
                <a:gd name="csY771" fmla="*/ 127786 h 474888"/>
                <a:gd name="csX772" fmla="*/ 287346 w 869347"/>
                <a:gd name="csY772" fmla="*/ 125853 h 474888"/>
                <a:gd name="csX773" fmla="*/ 286554 w 869347"/>
                <a:gd name="csY773" fmla="*/ 124377 h 474888"/>
                <a:gd name="csX774" fmla="*/ 287308 w 869347"/>
                <a:gd name="csY774" fmla="*/ 122886 h 474888"/>
                <a:gd name="csX775" fmla="*/ 290899 w 869347"/>
                <a:gd name="csY775" fmla="*/ 121227 h 474888"/>
                <a:gd name="csX776" fmla="*/ 295000 w 869347"/>
                <a:gd name="csY776" fmla="*/ 117727 h 474888"/>
                <a:gd name="csX777" fmla="*/ 296574 w 869347"/>
                <a:gd name="csY777" fmla="*/ 117004 h 474888"/>
                <a:gd name="csX778" fmla="*/ 300219 w 869347"/>
                <a:gd name="csY778" fmla="*/ 116845 h 474888"/>
                <a:gd name="csX779" fmla="*/ 303597 w 869347"/>
                <a:gd name="csY779" fmla="*/ 113976 h 474888"/>
                <a:gd name="csX780" fmla="*/ 305925 w 869347"/>
                <a:gd name="csY780" fmla="*/ 112333 h 474888"/>
                <a:gd name="csX781" fmla="*/ 307143 w 869347"/>
                <a:gd name="csY781" fmla="*/ 110377 h 474888"/>
                <a:gd name="csX782" fmla="*/ 306824 w 869347"/>
                <a:gd name="csY782" fmla="*/ 108353 h 474888"/>
                <a:gd name="csX783" fmla="*/ 303445 w 869347"/>
                <a:gd name="csY783" fmla="*/ 102229 h 474888"/>
                <a:gd name="csX784" fmla="*/ 302441 w 869347"/>
                <a:gd name="csY784" fmla="*/ 98508 h 474888"/>
                <a:gd name="csX785" fmla="*/ 303042 w 869347"/>
                <a:gd name="csY785" fmla="*/ 96081 h 474888"/>
                <a:gd name="csX786" fmla="*/ 304982 w 869347"/>
                <a:gd name="csY786" fmla="*/ 93456 h 474888"/>
                <a:gd name="csX787" fmla="*/ 306085 w 869347"/>
                <a:gd name="csY787" fmla="*/ 92018 h 474888"/>
                <a:gd name="csX788" fmla="*/ 307409 w 869347"/>
                <a:gd name="csY788" fmla="*/ 89431 h 474888"/>
                <a:gd name="csX789" fmla="*/ 308277 w 869347"/>
                <a:gd name="csY789" fmla="*/ 88046 h 474888"/>
                <a:gd name="csX790" fmla="*/ 311685 w 869347"/>
                <a:gd name="csY790" fmla="*/ 87460 h 474888"/>
                <a:gd name="csX791" fmla="*/ 315817 w 869347"/>
                <a:gd name="csY791" fmla="*/ 87217 h 474888"/>
                <a:gd name="csX792" fmla="*/ 318655 w 869347"/>
                <a:gd name="csY792" fmla="*/ 87833 h 474888"/>
                <a:gd name="csX793" fmla="*/ 322619 w 869347"/>
                <a:gd name="csY793" fmla="*/ 88153 h 474888"/>
                <a:gd name="csX794" fmla="*/ 326233 w 869347"/>
                <a:gd name="csY794" fmla="*/ 88632 h 474888"/>
                <a:gd name="csX795" fmla="*/ 328059 w 869347"/>
                <a:gd name="csY795" fmla="*/ 89058 h 474888"/>
                <a:gd name="csX796" fmla="*/ 329405 w 869347"/>
                <a:gd name="csY796" fmla="*/ 88267 h 474888"/>
                <a:gd name="csX797" fmla="*/ 330380 w 869347"/>
                <a:gd name="csY797" fmla="*/ 86875 h 474888"/>
                <a:gd name="csX798" fmla="*/ 330349 w 869347"/>
                <a:gd name="csY798" fmla="*/ 85033 h 474888"/>
                <a:gd name="csX799" fmla="*/ 328926 w 869347"/>
                <a:gd name="csY799" fmla="*/ 83245 h 474888"/>
                <a:gd name="csX800" fmla="*/ 323623 w 869347"/>
                <a:gd name="csY800" fmla="*/ 80894 h 474888"/>
                <a:gd name="csX801" fmla="*/ 321348 w 869347"/>
                <a:gd name="csY801" fmla="*/ 78954 h 474888"/>
                <a:gd name="csX802" fmla="*/ 319568 w 869347"/>
                <a:gd name="csY802" fmla="*/ 79167 h 474888"/>
                <a:gd name="csX803" fmla="*/ 316585 w 869347"/>
                <a:gd name="csY803" fmla="*/ 78558 h 474888"/>
                <a:gd name="csX804" fmla="*/ 313892 w 869347"/>
                <a:gd name="csY804" fmla="*/ 77288 h 474888"/>
                <a:gd name="csX805" fmla="*/ 311510 w 869347"/>
                <a:gd name="csY805" fmla="*/ 76862 h 474888"/>
                <a:gd name="csX806" fmla="*/ 310734 w 869347"/>
                <a:gd name="csY806" fmla="*/ 75096 h 474888"/>
                <a:gd name="csX807" fmla="*/ 311221 w 869347"/>
                <a:gd name="csY807" fmla="*/ 72616 h 474888"/>
                <a:gd name="csX808" fmla="*/ 312142 w 869347"/>
                <a:gd name="csY808" fmla="*/ 71193 h 474888"/>
                <a:gd name="csX809" fmla="*/ 313899 w 869347"/>
                <a:gd name="csY809" fmla="*/ 70486 h 474888"/>
                <a:gd name="csX810" fmla="*/ 315809 w 869347"/>
                <a:gd name="csY810" fmla="*/ 70843 h 474888"/>
                <a:gd name="csX811" fmla="*/ 317886 w 869347"/>
                <a:gd name="csY811" fmla="*/ 69808 h 474888"/>
                <a:gd name="csX812" fmla="*/ 318487 w 869347"/>
                <a:gd name="csY812" fmla="*/ 69200 h 474888"/>
                <a:gd name="csX813" fmla="*/ 318662 w 869347"/>
                <a:gd name="csY813" fmla="*/ 68416 h 474888"/>
                <a:gd name="csX814" fmla="*/ 318327 w 869347"/>
                <a:gd name="csY814" fmla="*/ 67298 h 474888"/>
                <a:gd name="csX815" fmla="*/ 317361 w 869347"/>
                <a:gd name="csY815" fmla="*/ 66377 h 474888"/>
                <a:gd name="csX816" fmla="*/ 315992 w 869347"/>
                <a:gd name="csY816" fmla="*/ 66133 h 474888"/>
                <a:gd name="csX817" fmla="*/ 314417 w 869347"/>
                <a:gd name="csY817" fmla="*/ 66917 h 474888"/>
                <a:gd name="csX818" fmla="*/ 312530 w 869347"/>
                <a:gd name="csY818" fmla="*/ 67427 h 474888"/>
                <a:gd name="csX819" fmla="*/ 309342 w 869347"/>
                <a:gd name="csY819" fmla="*/ 66278 h 474888"/>
                <a:gd name="csX820" fmla="*/ 306801 w 869347"/>
                <a:gd name="csY820" fmla="*/ 64893 h 474888"/>
                <a:gd name="csX821" fmla="*/ 306930 w 869347"/>
                <a:gd name="csY821" fmla="*/ 63615 h 474888"/>
                <a:gd name="csX822" fmla="*/ 308809 w 869347"/>
                <a:gd name="csY822" fmla="*/ 61705 h 474888"/>
                <a:gd name="csX823" fmla="*/ 309654 w 869347"/>
                <a:gd name="csY823" fmla="*/ 60153 h 474888"/>
                <a:gd name="csX824" fmla="*/ 309654 w 869347"/>
                <a:gd name="csY824" fmla="*/ 58008 h 474888"/>
                <a:gd name="csX825" fmla="*/ 309654 w 869347"/>
                <a:gd name="csY825" fmla="*/ 55497 h 474888"/>
                <a:gd name="csX826" fmla="*/ 310308 w 869347"/>
                <a:gd name="csY826" fmla="*/ 52552 h 474888"/>
                <a:gd name="csX827" fmla="*/ 312172 w 869347"/>
                <a:gd name="csY827" fmla="*/ 50536 h 474888"/>
                <a:gd name="csX828" fmla="*/ 314363 w 869347"/>
                <a:gd name="csY828" fmla="*/ 49456 h 474888"/>
                <a:gd name="csX829" fmla="*/ 320009 w 869347"/>
                <a:gd name="csY829" fmla="*/ 51426 h 474888"/>
                <a:gd name="csX830" fmla="*/ 327070 w 869347"/>
                <a:gd name="csY830" fmla="*/ 53184 h 474888"/>
                <a:gd name="csX831" fmla="*/ 328280 w 869347"/>
                <a:gd name="csY831" fmla="*/ 52895 h 474888"/>
                <a:gd name="csX832" fmla="*/ 328637 w 869347"/>
                <a:gd name="csY832" fmla="*/ 51966 h 474888"/>
                <a:gd name="csX833" fmla="*/ 329443 w 869347"/>
                <a:gd name="csY833" fmla="*/ 51145 h 474888"/>
                <a:gd name="csX834" fmla="*/ 339244 w 869347"/>
                <a:gd name="csY834" fmla="*/ 50764 h 474888"/>
                <a:gd name="csX835" fmla="*/ 341146 w 869347"/>
                <a:gd name="csY835" fmla="*/ 49631 h 474888"/>
                <a:gd name="csX836" fmla="*/ 342097 w 869347"/>
                <a:gd name="csY836" fmla="*/ 48725 h 474888"/>
                <a:gd name="csX837" fmla="*/ 351516 w 869347"/>
                <a:gd name="csY837" fmla="*/ 47424 h 474888"/>
                <a:gd name="csX838" fmla="*/ 352635 w 869347"/>
                <a:gd name="csY838" fmla="*/ 46184 h 474888"/>
                <a:gd name="csX839" fmla="*/ 354019 w 869347"/>
                <a:gd name="csY839" fmla="*/ 45027 h 474888"/>
                <a:gd name="csX840" fmla="*/ 356188 w 869347"/>
                <a:gd name="csY840" fmla="*/ 45050 h 474888"/>
                <a:gd name="csX841" fmla="*/ 358767 w 869347"/>
                <a:gd name="csY841" fmla="*/ 44586 h 474888"/>
                <a:gd name="csX842" fmla="*/ 362366 w 869347"/>
                <a:gd name="csY842" fmla="*/ 43171 h 474888"/>
                <a:gd name="csX843" fmla="*/ 364915 w 869347"/>
                <a:gd name="csY843" fmla="*/ 42395 h 474888"/>
                <a:gd name="csX844" fmla="*/ 365341 w 869347"/>
                <a:gd name="csY844" fmla="*/ 42334 h 474888"/>
                <a:gd name="csX845" fmla="*/ 368034 w 869347"/>
                <a:gd name="csY845" fmla="*/ 42646 h 474888"/>
                <a:gd name="csX846" fmla="*/ 371375 w 869347"/>
                <a:gd name="csY846" fmla="*/ 41528 h 474888"/>
                <a:gd name="csX847" fmla="*/ 372097 w 869347"/>
                <a:gd name="csY847" fmla="*/ 41063 h 474888"/>
                <a:gd name="csX848" fmla="*/ 372637 w 869347"/>
                <a:gd name="csY848" fmla="*/ 40219 h 474888"/>
                <a:gd name="csX849" fmla="*/ 375551 w 869347"/>
                <a:gd name="csY849" fmla="*/ 38591 h 474888"/>
                <a:gd name="csX850" fmla="*/ 381144 w 869347"/>
                <a:gd name="csY850" fmla="*/ 37251 h 474888"/>
                <a:gd name="csX851" fmla="*/ 382506 w 869347"/>
                <a:gd name="csY851" fmla="*/ 38050 h 474888"/>
                <a:gd name="csX852" fmla="*/ 385176 w 869347"/>
                <a:gd name="csY852" fmla="*/ 38416 h 474888"/>
                <a:gd name="csX853" fmla="*/ 388578 w 869347"/>
                <a:gd name="csY853" fmla="*/ 37815 h 474888"/>
                <a:gd name="csX854" fmla="*/ 391088 w 869347"/>
                <a:gd name="csY854" fmla="*/ 36787 h 474888"/>
                <a:gd name="csX855" fmla="*/ 392549 w 869347"/>
                <a:gd name="csY855" fmla="*/ 37807 h 474888"/>
                <a:gd name="csX856" fmla="*/ 394535 w 869347"/>
                <a:gd name="csY856" fmla="*/ 38857 h 474888"/>
                <a:gd name="csX857" fmla="*/ 396018 w 869347"/>
                <a:gd name="csY857" fmla="*/ 37967 h 474888"/>
                <a:gd name="csX858" fmla="*/ 396757 w 869347"/>
                <a:gd name="csY858" fmla="*/ 35159 h 474888"/>
                <a:gd name="csX859" fmla="*/ 397715 w 869347"/>
                <a:gd name="csY859" fmla="*/ 32413 h 474888"/>
                <a:gd name="csX860" fmla="*/ 399397 w 869347"/>
                <a:gd name="csY860" fmla="*/ 31111 h 474888"/>
                <a:gd name="csX861" fmla="*/ 400728 w 869347"/>
                <a:gd name="csY861" fmla="*/ 30632 h 474888"/>
                <a:gd name="csX862" fmla="*/ 401931 w 869347"/>
                <a:gd name="csY862" fmla="*/ 29574 h 474888"/>
                <a:gd name="csX863" fmla="*/ 402836 w 869347"/>
                <a:gd name="csY863" fmla="*/ 28471 h 474888"/>
                <a:gd name="csX864" fmla="*/ 407759 w 869347"/>
                <a:gd name="csY864" fmla="*/ 28639 h 474888"/>
                <a:gd name="csX865" fmla="*/ 412164 w 869347"/>
                <a:gd name="csY865" fmla="*/ 25892 h 474888"/>
                <a:gd name="csX866" fmla="*/ 413031 w 869347"/>
                <a:gd name="csY866" fmla="*/ 27140 h 474888"/>
                <a:gd name="csX867" fmla="*/ 418753 w 869347"/>
                <a:gd name="csY867" fmla="*/ 26851 h 474888"/>
                <a:gd name="csX868" fmla="*/ 425859 w 869347"/>
                <a:gd name="csY868" fmla="*/ 25078 h 474888"/>
                <a:gd name="csX869" fmla="*/ 430113 w 869347"/>
                <a:gd name="csY869" fmla="*/ 24249 h 474888"/>
                <a:gd name="csX870" fmla="*/ 437455 w 869347"/>
                <a:gd name="csY870" fmla="*/ 22392 h 474888"/>
                <a:gd name="csX871" fmla="*/ 440848 w 869347"/>
                <a:gd name="csY871" fmla="*/ 20885 h 474888"/>
                <a:gd name="csX872" fmla="*/ 445710 w 869347"/>
                <a:gd name="csY872" fmla="*/ 19934 h 474888"/>
                <a:gd name="csX873" fmla="*/ 450169 w 869347"/>
                <a:gd name="csY873" fmla="*/ 19272 h 474888"/>
                <a:gd name="csX874" fmla="*/ 453083 w 869347"/>
                <a:gd name="csY874" fmla="*/ 16632 h 474888"/>
                <a:gd name="csX875" fmla="*/ 455434 w 869347"/>
                <a:gd name="csY875" fmla="*/ 16259 h 474888"/>
                <a:gd name="csX876" fmla="*/ 458295 w 869347"/>
                <a:gd name="csY876" fmla="*/ 16039 h 474888"/>
                <a:gd name="csX877" fmla="*/ 460045 w 869347"/>
                <a:gd name="csY877" fmla="*/ 15407 h 474888"/>
                <a:gd name="csX878" fmla="*/ 461186 w 869347"/>
                <a:gd name="csY878" fmla="*/ 14433 h 474888"/>
                <a:gd name="csX879" fmla="*/ 461924 w 869347"/>
                <a:gd name="csY879" fmla="*/ 12600 h 474888"/>
                <a:gd name="csX880" fmla="*/ 461521 w 869347"/>
                <a:gd name="csY880" fmla="*/ 10256 h 474888"/>
                <a:gd name="csX881" fmla="*/ 461110 w 869347"/>
                <a:gd name="csY881" fmla="*/ 8552 h 474888"/>
                <a:gd name="csX882" fmla="*/ 463157 w 869347"/>
                <a:gd name="csY882" fmla="*/ 7601 h 474888"/>
                <a:gd name="csX883" fmla="*/ 466078 w 869347"/>
                <a:gd name="csY883" fmla="*/ 7304 h 474888"/>
                <a:gd name="csX884" fmla="*/ 467920 w 869347"/>
                <a:gd name="csY884" fmla="*/ 6916 h 474888"/>
                <a:gd name="csX885" fmla="*/ 471937 w 869347"/>
                <a:gd name="csY885" fmla="*/ 3036 h 474888"/>
                <a:gd name="csX886" fmla="*/ 474707 w 869347"/>
                <a:gd name="csY886" fmla="*/ 1172 h 474888"/>
                <a:gd name="csX887" fmla="*/ 477575 w 869347"/>
                <a:gd name="csY887" fmla="*/ 0 h 474888"/>
                <a:gd name="csX888" fmla="*/ 483334 w 869347"/>
                <a:gd name="csY888" fmla="*/ 639 h 474888"/>
                <a:gd name="csX889" fmla="*/ 488592 w 869347"/>
                <a:gd name="csY889" fmla="*/ 1225 h 474888"/>
                <a:gd name="csX890" fmla="*/ 493865 w 869347"/>
                <a:gd name="csY890" fmla="*/ 3081 h 474888"/>
                <a:gd name="csX891" fmla="*/ 496634 w 869347"/>
                <a:gd name="csY891" fmla="*/ 5394 h 474888"/>
                <a:gd name="csX892" fmla="*/ 499016 w 869347"/>
                <a:gd name="csY892" fmla="*/ 7137 h 474888"/>
                <a:gd name="csX893" fmla="*/ 501268 w 869347"/>
                <a:gd name="csY893" fmla="*/ 7966 h 474888"/>
                <a:gd name="csX894" fmla="*/ 503307 w 869347"/>
                <a:gd name="csY894" fmla="*/ 8499 h 474888"/>
                <a:gd name="csX895" fmla="*/ 505674 w 869347"/>
                <a:gd name="csY895" fmla="*/ 7707 h 474888"/>
                <a:gd name="csX896" fmla="*/ 507347 w 869347"/>
                <a:gd name="csY896" fmla="*/ 6642 h 474888"/>
                <a:gd name="csX897" fmla="*/ 508321 w 869347"/>
                <a:gd name="csY897" fmla="*/ 5113 h 474888"/>
                <a:gd name="csX898" fmla="*/ 509797 w 869347"/>
                <a:gd name="csY898" fmla="*/ 4017 h 474888"/>
                <a:gd name="csX899" fmla="*/ 515176 w 869347"/>
                <a:gd name="csY899" fmla="*/ 3165 h 474888"/>
                <a:gd name="csX900" fmla="*/ 516287 w 869347"/>
                <a:gd name="csY900" fmla="*/ 4816 h 474888"/>
                <a:gd name="csX901" fmla="*/ 518844 w 869347"/>
                <a:gd name="csY901" fmla="*/ 9785 h 474888"/>
                <a:gd name="csX902" fmla="*/ 520586 w 869347"/>
                <a:gd name="csY902" fmla="*/ 16381 h 474888"/>
                <a:gd name="csX903" fmla="*/ 523455 w 869347"/>
                <a:gd name="csY903" fmla="*/ 25093 h 474888"/>
                <a:gd name="csX904" fmla="*/ 524718 w 869347"/>
                <a:gd name="csY904" fmla="*/ 29361 h 474888"/>
                <a:gd name="csX905" fmla="*/ 524162 w 869347"/>
                <a:gd name="csY905" fmla="*/ 31591 h 474888"/>
                <a:gd name="csX906" fmla="*/ 524170 w 869347"/>
                <a:gd name="csY906" fmla="*/ 34642 h 474888"/>
                <a:gd name="csX907" fmla="*/ 524010 w 869347"/>
                <a:gd name="csY907" fmla="*/ 37990 h 474888"/>
                <a:gd name="csX908" fmla="*/ 521895 w 869347"/>
                <a:gd name="csY908" fmla="*/ 41771 h 474888"/>
                <a:gd name="csX909" fmla="*/ 522755 w 869347"/>
                <a:gd name="csY909" fmla="*/ 43529 h 474888"/>
                <a:gd name="csX910" fmla="*/ 527951 w 869347"/>
                <a:gd name="csY910" fmla="*/ 45484 h 474888"/>
                <a:gd name="csX911" fmla="*/ 535225 w 869347"/>
                <a:gd name="csY911" fmla="*/ 44769 h 474888"/>
                <a:gd name="csX912" fmla="*/ 539714 w 869347"/>
                <a:gd name="csY912" fmla="*/ 43186 h 474888"/>
                <a:gd name="csX913" fmla="*/ 542217 w 869347"/>
                <a:gd name="csY913" fmla="*/ 43764 h 474888"/>
                <a:gd name="csX914" fmla="*/ 543526 w 869347"/>
                <a:gd name="csY914" fmla="*/ 42813 h 474888"/>
                <a:gd name="csX915" fmla="*/ 544371 w 869347"/>
                <a:gd name="csY915" fmla="*/ 40013 h 474888"/>
                <a:gd name="csX916" fmla="*/ 546098 w 869347"/>
                <a:gd name="csY916" fmla="*/ 39382 h 474888"/>
                <a:gd name="csX917" fmla="*/ 547870 w 869347"/>
                <a:gd name="csY917" fmla="*/ 41337 h 474888"/>
                <a:gd name="csX918" fmla="*/ 549156 w 869347"/>
                <a:gd name="csY918" fmla="*/ 44639 h 474888"/>
                <a:gd name="csX919" fmla="*/ 550389 w 869347"/>
                <a:gd name="csY919" fmla="*/ 46762 h 474888"/>
                <a:gd name="csX920" fmla="*/ 550298 w 869347"/>
                <a:gd name="csY920" fmla="*/ 49288 h 474888"/>
                <a:gd name="csX921" fmla="*/ 550754 w 869347"/>
                <a:gd name="csY921" fmla="*/ 52522 h 474888"/>
                <a:gd name="csX922" fmla="*/ 551659 w 869347"/>
                <a:gd name="csY922" fmla="*/ 53336 h 474888"/>
                <a:gd name="csX923" fmla="*/ 553440 w 869347"/>
                <a:gd name="csY923" fmla="*/ 52111 h 474888"/>
                <a:gd name="csX924" fmla="*/ 554627 w 869347"/>
                <a:gd name="csY924" fmla="*/ 51381 h 474888"/>
                <a:gd name="csX925" fmla="*/ 554908 w 869347"/>
                <a:gd name="csY925" fmla="*/ 50399 h 474888"/>
                <a:gd name="csX926" fmla="*/ 554406 w 869347"/>
                <a:gd name="csY926" fmla="*/ 49189 h 474888"/>
                <a:gd name="csX927" fmla="*/ 554170 w 869347"/>
                <a:gd name="csY927" fmla="*/ 47957 h 474888"/>
                <a:gd name="csX928" fmla="*/ 554566 w 869347"/>
                <a:gd name="csY928" fmla="*/ 46823 h 474888"/>
                <a:gd name="csX929" fmla="*/ 555411 w 869347"/>
                <a:gd name="csY929" fmla="*/ 46359 h 474888"/>
                <a:gd name="csX930" fmla="*/ 557944 w 869347"/>
                <a:gd name="csY930" fmla="*/ 46716 h 474888"/>
                <a:gd name="csX931" fmla="*/ 561634 w 869347"/>
                <a:gd name="csY931" fmla="*/ 47340 h 474888"/>
                <a:gd name="csX932" fmla="*/ 566017 w 869347"/>
                <a:gd name="csY932" fmla="*/ 51936 h 474888"/>
                <a:gd name="csX933" fmla="*/ 568383 w 869347"/>
                <a:gd name="csY933" fmla="*/ 52765 h 474888"/>
                <a:gd name="csX934" fmla="*/ 569380 w 869347"/>
                <a:gd name="csY934" fmla="*/ 52849 h 474888"/>
                <a:gd name="csX935" fmla="*/ 571602 w 869347"/>
                <a:gd name="csY935" fmla="*/ 52583 h 474888"/>
                <a:gd name="csX936" fmla="*/ 574272 w 869347"/>
                <a:gd name="csY936" fmla="*/ 51267 h 474888"/>
                <a:gd name="csX937" fmla="*/ 576068 w 869347"/>
                <a:gd name="csY937" fmla="*/ 49608 h 474888"/>
                <a:gd name="csX938" fmla="*/ 576669 w 869347"/>
                <a:gd name="csY938" fmla="*/ 48794 h 474888"/>
                <a:gd name="csX939" fmla="*/ 577704 w 869347"/>
                <a:gd name="csY939" fmla="*/ 48938 h 474888"/>
                <a:gd name="csX940" fmla="*/ 578685 w 869347"/>
                <a:gd name="csY940" fmla="*/ 49707 h 474888"/>
                <a:gd name="csX941" fmla="*/ 578754 w 869347"/>
                <a:gd name="csY941" fmla="*/ 51381 h 474888"/>
                <a:gd name="csX942" fmla="*/ 577970 w 869347"/>
                <a:gd name="csY942" fmla="*/ 53800 h 474888"/>
                <a:gd name="csX943" fmla="*/ 575307 w 869347"/>
                <a:gd name="csY943" fmla="*/ 56014 h 474888"/>
                <a:gd name="csX944" fmla="*/ 571997 w 869347"/>
                <a:gd name="csY944" fmla="*/ 58068 h 474888"/>
                <a:gd name="csX945" fmla="*/ 569988 w 869347"/>
                <a:gd name="csY945" fmla="*/ 61827 h 474888"/>
                <a:gd name="csX946" fmla="*/ 569562 w 869347"/>
                <a:gd name="csY946" fmla="*/ 65738 h 474888"/>
                <a:gd name="csX947" fmla="*/ 570437 w 869347"/>
                <a:gd name="csY947" fmla="*/ 67724 h 474888"/>
                <a:gd name="csX948" fmla="*/ 571191 w 869347"/>
                <a:gd name="csY948" fmla="*/ 69048 h 474888"/>
                <a:gd name="csX949" fmla="*/ 571404 w 869347"/>
                <a:gd name="csY949" fmla="*/ 70904 h 474888"/>
                <a:gd name="csX950" fmla="*/ 572150 w 869347"/>
                <a:gd name="csY950" fmla="*/ 71148 h 474888"/>
                <a:gd name="csX951" fmla="*/ 573504 w 869347"/>
                <a:gd name="csY951" fmla="*/ 70387 h 474888"/>
                <a:gd name="csX952" fmla="*/ 577194 w 869347"/>
                <a:gd name="csY952" fmla="*/ 66537 h 474888"/>
                <a:gd name="csX953" fmla="*/ 579073 w 869347"/>
                <a:gd name="csY953" fmla="*/ 65586 h 474888"/>
                <a:gd name="csX954" fmla="*/ 581797 w 869347"/>
                <a:gd name="csY954" fmla="*/ 64977 h 474888"/>
                <a:gd name="csX955" fmla="*/ 586279 w 869347"/>
                <a:gd name="csY955" fmla="*/ 65281 h 474888"/>
                <a:gd name="csX956" fmla="*/ 589292 w 869347"/>
                <a:gd name="csY956" fmla="*/ 66537 h 474888"/>
                <a:gd name="csX957" fmla="*/ 590729 w 869347"/>
                <a:gd name="csY957" fmla="*/ 68279 h 474888"/>
                <a:gd name="csX958" fmla="*/ 592312 w 869347"/>
                <a:gd name="csY958" fmla="*/ 69717 h 474888"/>
                <a:gd name="csX959" fmla="*/ 593408 w 869347"/>
                <a:gd name="csY959" fmla="*/ 69116 h 474888"/>
                <a:gd name="csX960" fmla="*/ 593971 w 869347"/>
                <a:gd name="csY960" fmla="*/ 67457 h 474888"/>
                <a:gd name="csX961" fmla="*/ 594001 w 869347"/>
                <a:gd name="csY961" fmla="*/ 65555 h 474888"/>
                <a:gd name="csX962" fmla="*/ 594465 w 869347"/>
                <a:gd name="csY962" fmla="*/ 63988 h 474888"/>
                <a:gd name="csX963" fmla="*/ 599365 w 869347"/>
                <a:gd name="csY963" fmla="*/ 60130 h 474888"/>
                <a:gd name="csX964" fmla="*/ 602629 w 869347"/>
                <a:gd name="csY964" fmla="*/ 57559 h 474888"/>
                <a:gd name="csX965" fmla="*/ 603748 w 869347"/>
                <a:gd name="csY965" fmla="*/ 57254 h 474888"/>
                <a:gd name="csX966" fmla="*/ 605931 w 869347"/>
                <a:gd name="csY966" fmla="*/ 57787 h 474888"/>
                <a:gd name="csX967" fmla="*/ 607286 w 869347"/>
                <a:gd name="csY967" fmla="*/ 57513 h 474888"/>
                <a:gd name="csX968" fmla="*/ 610870 w 869347"/>
                <a:gd name="csY968" fmla="*/ 55094 h 474888"/>
                <a:gd name="csX969" fmla="*/ 614217 w 869347"/>
                <a:gd name="csY969" fmla="*/ 52332 h 474888"/>
                <a:gd name="csX970" fmla="*/ 614544 w 869347"/>
                <a:gd name="csY970" fmla="*/ 50460 h 474888"/>
                <a:gd name="csX971" fmla="*/ 614674 w 869347"/>
                <a:gd name="csY971" fmla="*/ 48763 h 474888"/>
                <a:gd name="csX972" fmla="*/ 615503 w 869347"/>
                <a:gd name="csY972" fmla="*/ 47995 h 474888"/>
                <a:gd name="csX973" fmla="*/ 620190 w 869347"/>
                <a:gd name="csY973" fmla="*/ 47401 h 474888"/>
                <a:gd name="csX974" fmla="*/ 620966 w 869347"/>
                <a:gd name="csY974" fmla="*/ 47082 h 474888"/>
                <a:gd name="csX975" fmla="*/ 624968 w 869347"/>
                <a:gd name="csY975" fmla="*/ 45149 h 474888"/>
                <a:gd name="csX976" fmla="*/ 630515 w 869347"/>
                <a:gd name="csY976" fmla="*/ 41847 h 474888"/>
                <a:gd name="csX977" fmla="*/ 633208 w 869347"/>
                <a:gd name="csY977" fmla="*/ 39899 h 474888"/>
                <a:gd name="csX978" fmla="*/ 638116 w 869347"/>
                <a:gd name="csY978" fmla="*/ 39032 h 474888"/>
                <a:gd name="csX979" fmla="*/ 639029 w 869347"/>
                <a:gd name="csY979" fmla="*/ 38469 h 474888"/>
                <a:gd name="csX980" fmla="*/ 640657 w 869347"/>
                <a:gd name="csY980" fmla="*/ 37153 h 474888"/>
                <a:gd name="csX981" fmla="*/ 643731 w 869347"/>
                <a:gd name="csY981" fmla="*/ 35327 h 474888"/>
                <a:gd name="csX982" fmla="*/ 645397 w 869347"/>
                <a:gd name="csY982" fmla="*/ 35129 h 474888"/>
                <a:gd name="csX983" fmla="*/ 644362 w 869347"/>
                <a:gd name="csY983" fmla="*/ 39542 h 474888"/>
                <a:gd name="csX984" fmla="*/ 642529 w 869347"/>
                <a:gd name="csY984" fmla="*/ 44624 h 474888"/>
                <a:gd name="csX985" fmla="*/ 641494 w 869347"/>
                <a:gd name="csY985" fmla="*/ 45979 h 474888"/>
                <a:gd name="csX986" fmla="*/ 636518 w 869347"/>
                <a:gd name="csY986" fmla="*/ 45750 h 474888"/>
                <a:gd name="csX987" fmla="*/ 636526 w 869347"/>
                <a:gd name="csY987" fmla="*/ 47135 h 474888"/>
                <a:gd name="csX988" fmla="*/ 637309 w 869347"/>
                <a:gd name="csY988" fmla="*/ 49250 h 474888"/>
                <a:gd name="csX989" fmla="*/ 637872 w 869347"/>
                <a:gd name="csY989" fmla="*/ 50437 h 474888"/>
                <a:gd name="csX990" fmla="*/ 638473 w 869347"/>
                <a:gd name="csY990" fmla="*/ 51502 h 474888"/>
                <a:gd name="csX991" fmla="*/ 639812 w 869347"/>
                <a:gd name="csY991" fmla="*/ 53344 h 474888"/>
                <a:gd name="csX992" fmla="*/ 645047 w 869347"/>
                <a:gd name="csY992" fmla="*/ 57673 h 474888"/>
                <a:gd name="csX993" fmla="*/ 651705 w 869347"/>
                <a:gd name="csY993" fmla="*/ 63166 h 474888"/>
                <a:gd name="csX994" fmla="*/ 658895 w 869347"/>
                <a:gd name="csY994" fmla="*/ 69314 h 474888"/>
                <a:gd name="csX995" fmla="*/ 663916 w 869347"/>
                <a:gd name="csY995" fmla="*/ 73590 h 474888"/>
                <a:gd name="csX996" fmla="*/ 665948 w 869347"/>
                <a:gd name="csY996" fmla="*/ 75797 h 474888"/>
                <a:gd name="csX997" fmla="*/ 667241 w 869347"/>
                <a:gd name="csY997" fmla="*/ 77516 h 474888"/>
                <a:gd name="csX998" fmla="*/ 670939 w 869347"/>
                <a:gd name="csY998" fmla="*/ 83709 h 474888"/>
                <a:gd name="csX999" fmla="*/ 674454 w 869347"/>
                <a:gd name="csY999" fmla="*/ 89560 h 474888"/>
                <a:gd name="csX1000" fmla="*/ 680381 w 869347"/>
                <a:gd name="csY1000" fmla="*/ 99817 h 474888"/>
                <a:gd name="csX1001" fmla="*/ 685623 w 869347"/>
                <a:gd name="csY1001" fmla="*/ 109662 h 474888"/>
                <a:gd name="csX1002" fmla="*/ 691406 w 869347"/>
                <a:gd name="csY1002" fmla="*/ 120428 h 474888"/>
                <a:gd name="csX1003" fmla="*/ 694746 w 869347"/>
                <a:gd name="csY1003" fmla="*/ 126622 h 474888"/>
                <a:gd name="csX1004" fmla="*/ 701579 w 869347"/>
                <a:gd name="csY1004" fmla="*/ 139503 h 474888"/>
                <a:gd name="csX1005" fmla="*/ 703405 w 869347"/>
                <a:gd name="csY1005" fmla="*/ 143436 h 474888"/>
                <a:gd name="csX1006" fmla="*/ 706867 w 869347"/>
                <a:gd name="csY1006" fmla="*/ 150863 h 474888"/>
                <a:gd name="csX1007" fmla="*/ 709918 w 869347"/>
                <a:gd name="csY1007" fmla="*/ 157794 h 474888"/>
                <a:gd name="csX1008" fmla="*/ 712619 w 869347"/>
                <a:gd name="csY1008" fmla="*/ 163896 h 474888"/>
                <a:gd name="csX1009" fmla="*/ 714323 w 869347"/>
                <a:gd name="csY1009" fmla="*/ 164444 h 474888"/>
                <a:gd name="csX1010" fmla="*/ 714460 w 869347"/>
                <a:gd name="csY1010" fmla="*/ 162793 h 474888"/>
                <a:gd name="csX1011" fmla="*/ 714764 w 869347"/>
                <a:gd name="csY1011" fmla="*/ 161690 h 474888"/>
                <a:gd name="csX1012" fmla="*/ 715632 w 869347"/>
                <a:gd name="csY1012" fmla="*/ 161066 h 474888"/>
                <a:gd name="csX1013" fmla="*/ 717625 w 869347"/>
                <a:gd name="csY1013" fmla="*/ 159262 h 474888"/>
                <a:gd name="csX1014" fmla="*/ 718698 w 869347"/>
                <a:gd name="csY1014" fmla="*/ 158829 h 474888"/>
                <a:gd name="csX1015" fmla="*/ 720296 w 869347"/>
                <a:gd name="csY1015" fmla="*/ 159011 h 474888"/>
                <a:gd name="csX1016" fmla="*/ 721970 w 869347"/>
                <a:gd name="csY1016" fmla="*/ 158091 h 474888"/>
                <a:gd name="csX1017" fmla="*/ 722586 w 869347"/>
                <a:gd name="csY1017" fmla="*/ 156356 h 474888"/>
                <a:gd name="csX1018" fmla="*/ 722183 w 869347"/>
                <a:gd name="csY1018" fmla="*/ 153137 h 474888"/>
                <a:gd name="csX1019" fmla="*/ 721924 w 869347"/>
                <a:gd name="csY1019" fmla="*/ 151654 h 474888"/>
                <a:gd name="csX1020" fmla="*/ 722495 w 869347"/>
                <a:gd name="csY1020" fmla="*/ 150056 h 474888"/>
                <a:gd name="csX1021" fmla="*/ 723408 w 869347"/>
                <a:gd name="csY1021" fmla="*/ 149432 h 474888"/>
                <a:gd name="csX1022" fmla="*/ 724679 w 869347"/>
                <a:gd name="csY1022" fmla="*/ 148930 h 474888"/>
                <a:gd name="csX1023" fmla="*/ 725850 w 869347"/>
                <a:gd name="csY1023" fmla="*/ 148671 h 474888"/>
                <a:gd name="csX1024" fmla="*/ 726809 w 869347"/>
                <a:gd name="csY1024" fmla="*/ 146868 h 474888"/>
                <a:gd name="csX1025" fmla="*/ 728619 w 869347"/>
                <a:gd name="csY1025" fmla="*/ 146320 h 474888"/>
                <a:gd name="csX1026" fmla="*/ 730286 w 869347"/>
                <a:gd name="csY1026" fmla="*/ 146655 h 474888"/>
                <a:gd name="csX1027" fmla="*/ 731656 w 869347"/>
                <a:gd name="csY1027" fmla="*/ 146723 h 474888"/>
                <a:gd name="csX1028" fmla="*/ 732865 w 869347"/>
                <a:gd name="csY1028" fmla="*/ 148040 h 474888"/>
                <a:gd name="csX1029" fmla="*/ 733542 w 869347"/>
                <a:gd name="csY1029" fmla="*/ 149843 h 474888"/>
                <a:gd name="csX1030" fmla="*/ 734851 w 869347"/>
                <a:gd name="csY1030" fmla="*/ 149988 h 474888"/>
                <a:gd name="csX1031" fmla="*/ 736989 w 869347"/>
                <a:gd name="csY1031" fmla="*/ 149805 h 474888"/>
                <a:gd name="csX1032" fmla="*/ 737286 w 869347"/>
                <a:gd name="csY1032" fmla="*/ 151311 h 474888"/>
                <a:gd name="csX1033" fmla="*/ 736677 w 869347"/>
                <a:gd name="csY1033" fmla="*/ 153830 h 474888"/>
                <a:gd name="csX1034" fmla="*/ 735924 w 869347"/>
                <a:gd name="csY1034" fmla="*/ 155778 h 474888"/>
                <a:gd name="csX1035" fmla="*/ 735795 w 869347"/>
                <a:gd name="csY1035" fmla="*/ 157337 h 474888"/>
                <a:gd name="csX1036" fmla="*/ 736928 w 869347"/>
                <a:gd name="csY1036" fmla="*/ 158098 h 474888"/>
                <a:gd name="csX1037" fmla="*/ 741082 w 869347"/>
                <a:gd name="csY1037" fmla="*/ 157421 h 474888"/>
                <a:gd name="csX1038" fmla="*/ 742551 w 869347"/>
                <a:gd name="csY1038" fmla="*/ 157756 h 474888"/>
                <a:gd name="csX1039" fmla="*/ 743022 w 869347"/>
                <a:gd name="csY1039" fmla="*/ 159338 h 474888"/>
                <a:gd name="csX1040" fmla="*/ 743616 w 869347"/>
                <a:gd name="csY1040" fmla="*/ 160647 h 474888"/>
                <a:gd name="csX1041" fmla="*/ 743905 w 869347"/>
                <a:gd name="csY1041" fmla="*/ 162245 h 474888"/>
                <a:gd name="csX1042" fmla="*/ 743471 w 869347"/>
                <a:gd name="csY1042" fmla="*/ 164010 h 474888"/>
                <a:gd name="csX1043" fmla="*/ 744217 w 869347"/>
                <a:gd name="csY1043" fmla="*/ 165068 h 474888"/>
                <a:gd name="csX1044" fmla="*/ 747801 w 869347"/>
                <a:gd name="csY1044" fmla="*/ 165090 h 474888"/>
                <a:gd name="csX1045" fmla="*/ 750327 w 869347"/>
                <a:gd name="csY1045" fmla="*/ 164238 h 474888"/>
                <a:gd name="csX1046" fmla="*/ 754207 w 869347"/>
                <a:gd name="csY1046" fmla="*/ 164170 h 474888"/>
                <a:gd name="csX1047" fmla="*/ 757715 w 869347"/>
                <a:gd name="csY1047" fmla="*/ 166042 h 474888"/>
                <a:gd name="csX1048" fmla="*/ 760142 w 869347"/>
                <a:gd name="csY1048" fmla="*/ 165752 h 474888"/>
                <a:gd name="csX1049" fmla="*/ 762584 w 869347"/>
                <a:gd name="csY1049" fmla="*/ 164992 h 474888"/>
                <a:gd name="csX1050" fmla="*/ 766168 w 869347"/>
                <a:gd name="csY1050" fmla="*/ 165471 h 474888"/>
                <a:gd name="csX1051" fmla="*/ 768686 w 869347"/>
                <a:gd name="csY1051" fmla="*/ 163995 h 474888"/>
                <a:gd name="csX1052" fmla="*/ 770421 w 869347"/>
                <a:gd name="csY1052" fmla="*/ 162146 h 474888"/>
                <a:gd name="csX1053" fmla="*/ 770961 w 869347"/>
                <a:gd name="csY1053" fmla="*/ 160693 h 474888"/>
                <a:gd name="csX1054" fmla="*/ 771867 w 869347"/>
                <a:gd name="csY1054" fmla="*/ 159886 h 474888"/>
                <a:gd name="csX1055" fmla="*/ 775245 w 869347"/>
                <a:gd name="csY1055" fmla="*/ 159894 h 474888"/>
                <a:gd name="csX1056" fmla="*/ 777375 w 869347"/>
                <a:gd name="csY1056" fmla="*/ 159749 h 474888"/>
                <a:gd name="csX1057" fmla="*/ 778950 w 869347"/>
                <a:gd name="csY1057" fmla="*/ 157611 h 474888"/>
                <a:gd name="csX1058" fmla="*/ 780388 w 869347"/>
                <a:gd name="csY1058" fmla="*/ 156645 h 474888"/>
                <a:gd name="csX1059" fmla="*/ 782808 w 869347"/>
                <a:gd name="csY1059" fmla="*/ 156462 h 474888"/>
                <a:gd name="csX1060" fmla="*/ 784588 w 869347"/>
                <a:gd name="csY1060" fmla="*/ 156462 h 474888"/>
                <a:gd name="csX1061" fmla="*/ 789374 w 869347"/>
                <a:gd name="csY1061" fmla="*/ 158448 h 474888"/>
                <a:gd name="csX1062" fmla="*/ 792288 w 869347"/>
                <a:gd name="csY1062" fmla="*/ 160092 h 474888"/>
                <a:gd name="csX1063" fmla="*/ 795316 w 869347"/>
                <a:gd name="csY1063" fmla="*/ 162427 h 474888"/>
                <a:gd name="csX1064" fmla="*/ 797135 w 869347"/>
                <a:gd name="csY1064" fmla="*/ 163888 h 474888"/>
                <a:gd name="csX1065" fmla="*/ 798360 w 869347"/>
                <a:gd name="csY1065" fmla="*/ 167183 h 474888"/>
                <a:gd name="csX1066" fmla="*/ 800422 w 869347"/>
                <a:gd name="csY1066" fmla="*/ 169602 h 474888"/>
                <a:gd name="csX1067" fmla="*/ 802065 w 869347"/>
                <a:gd name="csY1067" fmla="*/ 172425 h 474888"/>
                <a:gd name="csX1068" fmla="*/ 802461 w 869347"/>
                <a:gd name="csY1068" fmla="*/ 175202 h 474888"/>
                <a:gd name="csX1069" fmla="*/ 803815 w 869347"/>
                <a:gd name="csY1069" fmla="*/ 180186 h 474888"/>
                <a:gd name="csX1070" fmla="*/ 805215 w 869347"/>
                <a:gd name="csY1070" fmla="*/ 181822 h 474888"/>
                <a:gd name="csX1071" fmla="*/ 806874 w 869347"/>
                <a:gd name="csY1071" fmla="*/ 181822 h 474888"/>
                <a:gd name="csX1072" fmla="*/ 808966 w 869347"/>
                <a:gd name="csY1072" fmla="*/ 182499 h 474888"/>
                <a:gd name="csX1073" fmla="*/ 811279 w 869347"/>
                <a:gd name="csY1073" fmla="*/ 183039 h 474888"/>
                <a:gd name="csX1074" fmla="*/ 816225 w 869347"/>
                <a:gd name="csY1074" fmla="*/ 186729 h 474888"/>
                <a:gd name="csX1075" fmla="*/ 818043 w 869347"/>
                <a:gd name="csY1075" fmla="*/ 186836 h 474888"/>
                <a:gd name="csX1076" fmla="*/ 819443 w 869347"/>
                <a:gd name="csY1076" fmla="*/ 187718 h 474888"/>
                <a:gd name="csX1077" fmla="*/ 819656 w 869347"/>
                <a:gd name="csY1077" fmla="*/ 189415 h 474888"/>
                <a:gd name="csX1078" fmla="*/ 819139 w 869347"/>
                <a:gd name="csY1078" fmla="*/ 191378 h 474888"/>
                <a:gd name="csX1079" fmla="*/ 819679 w 869347"/>
                <a:gd name="csY1079" fmla="*/ 193257 h 474888"/>
                <a:gd name="csX1080" fmla="*/ 821300 w 869347"/>
                <a:gd name="csY1080" fmla="*/ 195654 h 474888"/>
                <a:gd name="csX1081" fmla="*/ 822578 w 869347"/>
                <a:gd name="csY1081" fmla="*/ 197990 h 474888"/>
                <a:gd name="csX1082" fmla="*/ 824153 w 869347"/>
                <a:gd name="csY1082" fmla="*/ 200820 h 474888"/>
                <a:gd name="csX1083" fmla="*/ 824632 w 869347"/>
                <a:gd name="csY1083" fmla="*/ 202433 h 474888"/>
                <a:gd name="csX1084" fmla="*/ 825895 w 869347"/>
                <a:gd name="csY1084" fmla="*/ 202966 h 474888"/>
                <a:gd name="csX1085" fmla="*/ 827599 w 869347"/>
                <a:gd name="csY1085" fmla="*/ 202167 h 474888"/>
                <a:gd name="csX1086" fmla="*/ 830308 w 869347"/>
                <a:gd name="csY1086" fmla="*/ 202776 h 474888"/>
                <a:gd name="csX1087" fmla="*/ 838457 w 869347"/>
                <a:gd name="csY1087" fmla="*/ 204381 h 474888"/>
                <a:gd name="csX1088" fmla="*/ 839590 w 869347"/>
                <a:gd name="csY1088" fmla="*/ 204579 h 474888"/>
                <a:gd name="csX1089" fmla="*/ 840458 w 869347"/>
                <a:gd name="csY1089" fmla="*/ 206253 h 474888"/>
                <a:gd name="csX1090" fmla="*/ 841637 w 869347"/>
                <a:gd name="csY1090" fmla="*/ 206116 h 474888"/>
                <a:gd name="csX1091" fmla="*/ 842992 w 869347"/>
                <a:gd name="csY1091" fmla="*/ 206047 h 474888"/>
                <a:gd name="csX1092" fmla="*/ 844871 w 869347"/>
                <a:gd name="csY1092" fmla="*/ 206245 h 474888"/>
                <a:gd name="csX1093" fmla="*/ 846180 w 869347"/>
                <a:gd name="csY1093" fmla="*/ 204701 h 474888"/>
                <a:gd name="csX1094" fmla="*/ 847252 w 869347"/>
                <a:gd name="csY1094" fmla="*/ 203346 h 474888"/>
                <a:gd name="csX1095" fmla="*/ 849938 w 869347"/>
                <a:gd name="csY1095" fmla="*/ 201673 h 474888"/>
                <a:gd name="csX1096" fmla="*/ 852168 w 869347"/>
                <a:gd name="csY1096" fmla="*/ 199398 h 474888"/>
                <a:gd name="csX1097" fmla="*/ 854039 w 869347"/>
                <a:gd name="csY1097" fmla="*/ 197374 h 474888"/>
                <a:gd name="csX1098" fmla="*/ 855439 w 869347"/>
                <a:gd name="csY1098" fmla="*/ 197107 h 474888"/>
                <a:gd name="csX1099" fmla="*/ 856573 w 869347"/>
                <a:gd name="csY1099" fmla="*/ 198051 h 474888"/>
                <a:gd name="csX1100" fmla="*/ 856619 w 869347"/>
                <a:gd name="csY1100" fmla="*/ 199801 h 474888"/>
                <a:gd name="csX1101" fmla="*/ 855219 w 869347"/>
                <a:gd name="csY1101" fmla="*/ 201079 h 474888"/>
                <a:gd name="csX1102" fmla="*/ 854123 w 869347"/>
                <a:gd name="csY1102" fmla="*/ 202624 h 474888"/>
                <a:gd name="csX1103" fmla="*/ 854382 w 869347"/>
                <a:gd name="csY1103" fmla="*/ 204168 h 474888"/>
                <a:gd name="csX1104" fmla="*/ 856261 w 869347"/>
                <a:gd name="csY1104" fmla="*/ 204305 h 474888"/>
                <a:gd name="csX1105" fmla="*/ 858346 w 869347"/>
                <a:gd name="csY1105" fmla="*/ 206626 h 474888"/>
                <a:gd name="csX1106" fmla="*/ 861359 w 869347"/>
                <a:gd name="csY1106" fmla="*/ 212050 h 474888"/>
                <a:gd name="csX1107" fmla="*/ 862378 w 869347"/>
                <a:gd name="csY1107" fmla="*/ 213184 h 474888"/>
                <a:gd name="csX1108" fmla="*/ 863869 w 869347"/>
                <a:gd name="csY1108" fmla="*/ 214249 h 474888"/>
                <a:gd name="csX1109" fmla="*/ 865521 w 869347"/>
                <a:gd name="csY1109" fmla="*/ 214729 h 474888"/>
                <a:gd name="csX1110" fmla="*/ 867347 w 869347"/>
                <a:gd name="csY1110" fmla="*/ 215505 h 474888"/>
                <a:gd name="csX1111" fmla="*/ 868701 w 869347"/>
                <a:gd name="csY1111" fmla="*/ 217734 h 474888"/>
                <a:gd name="csX1112" fmla="*/ 869348 w 869347"/>
                <a:gd name="csY1112" fmla="*/ 219758 h 474888"/>
                <a:gd name="csX1113" fmla="*/ 79030 w 869347"/>
                <a:gd name="csY1113" fmla="*/ 348320 h 474888"/>
                <a:gd name="csX1114" fmla="*/ 78292 w 869347"/>
                <a:gd name="csY1114" fmla="*/ 348731 h 474888"/>
                <a:gd name="csX1115" fmla="*/ 77843 w 869347"/>
                <a:gd name="csY1115" fmla="*/ 346813 h 474888"/>
                <a:gd name="csX1116" fmla="*/ 78665 w 869347"/>
                <a:gd name="csY1116" fmla="*/ 345200 h 474888"/>
                <a:gd name="csX1117" fmla="*/ 79837 w 869347"/>
                <a:gd name="csY1117" fmla="*/ 344987 h 474888"/>
                <a:gd name="csX1118" fmla="*/ 79433 w 869347"/>
                <a:gd name="csY1118" fmla="*/ 347536 h 474888"/>
                <a:gd name="csX1119" fmla="*/ 79030 w 869347"/>
                <a:gd name="csY1119" fmla="*/ 348320 h 474888"/>
                <a:gd name="csX1120" fmla="*/ 76322 w 869347"/>
                <a:gd name="csY1120" fmla="*/ 351850 h 474888"/>
                <a:gd name="csX1121" fmla="*/ 75553 w 869347"/>
                <a:gd name="csY1121" fmla="*/ 352695 h 474888"/>
                <a:gd name="csX1122" fmla="*/ 74412 w 869347"/>
                <a:gd name="csY1122" fmla="*/ 352565 h 474888"/>
                <a:gd name="csX1123" fmla="*/ 72274 w 869347"/>
                <a:gd name="csY1123" fmla="*/ 349377 h 474888"/>
                <a:gd name="csX1124" fmla="*/ 72875 w 869347"/>
                <a:gd name="csY1124" fmla="*/ 346136 h 474888"/>
                <a:gd name="csX1125" fmla="*/ 73651 w 869347"/>
                <a:gd name="csY1125" fmla="*/ 345474 h 474888"/>
                <a:gd name="csX1126" fmla="*/ 74732 w 869347"/>
                <a:gd name="csY1126" fmla="*/ 345018 h 474888"/>
                <a:gd name="csX1127" fmla="*/ 74876 w 869347"/>
                <a:gd name="csY1127" fmla="*/ 345733 h 474888"/>
                <a:gd name="csX1128" fmla="*/ 73362 w 869347"/>
                <a:gd name="csY1128" fmla="*/ 347186 h 474888"/>
                <a:gd name="csX1129" fmla="*/ 73218 w 869347"/>
                <a:gd name="csY1129" fmla="*/ 349020 h 474888"/>
                <a:gd name="csX1130" fmla="*/ 74488 w 869347"/>
                <a:gd name="csY1130" fmla="*/ 351051 h 474888"/>
                <a:gd name="csX1131" fmla="*/ 76322 w 869347"/>
                <a:gd name="csY1131" fmla="*/ 351850 h 4748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Lst>
              <a:rect l="l" t="t" r="r" b="b"/>
              <a:pathLst>
                <a:path w="869347" h="474888">
                  <a:moveTo>
                    <a:pt x="869348" y="219758"/>
                  </a:moveTo>
                  <a:lnTo>
                    <a:pt x="867369" y="219111"/>
                  </a:lnTo>
                  <a:lnTo>
                    <a:pt x="863489" y="218974"/>
                  </a:lnTo>
                  <a:lnTo>
                    <a:pt x="861123" y="219378"/>
                  </a:lnTo>
                  <a:lnTo>
                    <a:pt x="860012" y="219606"/>
                  </a:lnTo>
                  <a:lnTo>
                    <a:pt x="858353" y="220937"/>
                  </a:lnTo>
                  <a:lnTo>
                    <a:pt x="857174" y="222261"/>
                  </a:lnTo>
                  <a:lnTo>
                    <a:pt x="856656" y="224513"/>
                  </a:lnTo>
                  <a:lnTo>
                    <a:pt x="857281" y="227055"/>
                  </a:lnTo>
                  <a:lnTo>
                    <a:pt x="856428" y="232335"/>
                  </a:lnTo>
                  <a:lnTo>
                    <a:pt x="855272" y="234321"/>
                  </a:lnTo>
                  <a:lnTo>
                    <a:pt x="852837" y="237767"/>
                  </a:lnTo>
                  <a:lnTo>
                    <a:pt x="851422" y="238513"/>
                  </a:lnTo>
                  <a:lnTo>
                    <a:pt x="849048" y="239129"/>
                  </a:lnTo>
                  <a:lnTo>
                    <a:pt x="846765" y="240149"/>
                  </a:lnTo>
                  <a:lnTo>
                    <a:pt x="842291" y="241138"/>
                  </a:lnTo>
                  <a:lnTo>
                    <a:pt x="837460" y="241640"/>
                  </a:lnTo>
                  <a:lnTo>
                    <a:pt x="835741" y="242378"/>
                  </a:lnTo>
                  <a:lnTo>
                    <a:pt x="834516" y="244729"/>
                  </a:lnTo>
                  <a:lnTo>
                    <a:pt x="833648" y="246685"/>
                  </a:lnTo>
                  <a:lnTo>
                    <a:pt x="833115" y="248176"/>
                  </a:lnTo>
                  <a:lnTo>
                    <a:pt x="831746" y="253030"/>
                  </a:lnTo>
                  <a:lnTo>
                    <a:pt x="830970" y="257360"/>
                  </a:lnTo>
                  <a:lnTo>
                    <a:pt x="831731" y="262724"/>
                  </a:lnTo>
                  <a:lnTo>
                    <a:pt x="832301" y="268666"/>
                  </a:lnTo>
                  <a:lnTo>
                    <a:pt x="832263" y="270712"/>
                  </a:lnTo>
                  <a:lnTo>
                    <a:pt x="833443" y="273741"/>
                  </a:lnTo>
                  <a:lnTo>
                    <a:pt x="834036" y="275597"/>
                  </a:lnTo>
                  <a:lnTo>
                    <a:pt x="833755" y="278230"/>
                  </a:lnTo>
                  <a:lnTo>
                    <a:pt x="832058" y="280299"/>
                  </a:lnTo>
                  <a:lnTo>
                    <a:pt x="831039" y="283038"/>
                  </a:lnTo>
                  <a:lnTo>
                    <a:pt x="830080" y="284202"/>
                  </a:lnTo>
                  <a:lnTo>
                    <a:pt x="827318" y="284727"/>
                  </a:lnTo>
                  <a:lnTo>
                    <a:pt x="824716" y="285047"/>
                  </a:lnTo>
                  <a:lnTo>
                    <a:pt x="822091" y="287398"/>
                  </a:lnTo>
                  <a:lnTo>
                    <a:pt x="819991" y="289019"/>
                  </a:lnTo>
                  <a:lnTo>
                    <a:pt x="816704" y="291081"/>
                  </a:lnTo>
                  <a:lnTo>
                    <a:pt x="815159" y="291469"/>
                  </a:lnTo>
                  <a:lnTo>
                    <a:pt x="814307" y="290419"/>
                  </a:lnTo>
                  <a:lnTo>
                    <a:pt x="813744" y="288083"/>
                  </a:lnTo>
                  <a:lnTo>
                    <a:pt x="812618" y="287048"/>
                  </a:lnTo>
                  <a:lnTo>
                    <a:pt x="811028" y="286964"/>
                  </a:lnTo>
                  <a:lnTo>
                    <a:pt x="809750" y="286942"/>
                  </a:lnTo>
                  <a:lnTo>
                    <a:pt x="805618" y="286310"/>
                  </a:lnTo>
                  <a:lnTo>
                    <a:pt x="802971" y="286356"/>
                  </a:lnTo>
                  <a:lnTo>
                    <a:pt x="800985" y="286858"/>
                  </a:lnTo>
                  <a:lnTo>
                    <a:pt x="798717" y="287109"/>
                  </a:lnTo>
                  <a:lnTo>
                    <a:pt x="794799" y="286257"/>
                  </a:lnTo>
                  <a:lnTo>
                    <a:pt x="792265" y="285534"/>
                  </a:lnTo>
                  <a:lnTo>
                    <a:pt x="790561" y="284842"/>
                  </a:lnTo>
                  <a:lnTo>
                    <a:pt x="786490" y="282795"/>
                  </a:lnTo>
                  <a:lnTo>
                    <a:pt x="781141" y="280360"/>
                  </a:lnTo>
                  <a:lnTo>
                    <a:pt x="778950" y="279645"/>
                  </a:lnTo>
                  <a:lnTo>
                    <a:pt x="777649" y="280375"/>
                  </a:lnTo>
                  <a:lnTo>
                    <a:pt x="777451" y="281768"/>
                  </a:lnTo>
                  <a:lnTo>
                    <a:pt x="777109" y="285138"/>
                  </a:lnTo>
                  <a:lnTo>
                    <a:pt x="776485" y="287246"/>
                  </a:lnTo>
                  <a:lnTo>
                    <a:pt x="772757" y="297867"/>
                  </a:lnTo>
                  <a:lnTo>
                    <a:pt x="770452" y="305217"/>
                  </a:lnTo>
                  <a:lnTo>
                    <a:pt x="767522" y="312240"/>
                  </a:lnTo>
                  <a:lnTo>
                    <a:pt x="766594" y="316935"/>
                  </a:lnTo>
                  <a:lnTo>
                    <a:pt x="764844" y="322862"/>
                  </a:lnTo>
                  <a:lnTo>
                    <a:pt x="763102" y="327145"/>
                  </a:lnTo>
                  <a:lnTo>
                    <a:pt x="762394" y="329473"/>
                  </a:lnTo>
                  <a:lnTo>
                    <a:pt x="762333" y="330425"/>
                  </a:lnTo>
                  <a:lnTo>
                    <a:pt x="762637" y="331756"/>
                  </a:lnTo>
                  <a:lnTo>
                    <a:pt x="765308" y="333209"/>
                  </a:lnTo>
                  <a:lnTo>
                    <a:pt x="768108" y="334100"/>
                  </a:lnTo>
                  <a:lnTo>
                    <a:pt x="768725" y="334655"/>
                  </a:lnTo>
                  <a:lnTo>
                    <a:pt x="769029" y="336161"/>
                  </a:lnTo>
                  <a:lnTo>
                    <a:pt x="768922" y="338627"/>
                  </a:lnTo>
                  <a:lnTo>
                    <a:pt x="768412" y="340955"/>
                  </a:lnTo>
                  <a:lnTo>
                    <a:pt x="767606" y="342781"/>
                  </a:lnTo>
                  <a:lnTo>
                    <a:pt x="766807" y="343686"/>
                  </a:lnTo>
                  <a:lnTo>
                    <a:pt x="765894" y="343740"/>
                  </a:lnTo>
                  <a:lnTo>
                    <a:pt x="764144" y="342568"/>
                  </a:lnTo>
                  <a:lnTo>
                    <a:pt x="762584" y="341259"/>
                  </a:lnTo>
                  <a:lnTo>
                    <a:pt x="761375" y="340863"/>
                  </a:lnTo>
                  <a:lnTo>
                    <a:pt x="758300" y="341594"/>
                  </a:lnTo>
                  <a:lnTo>
                    <a:pt x="755455" y="342591"/>
                  </a:lnTo>
                  <a:lnTo>
                    <a:pt x="754504" y="342621"/>
                  </a:lnTo>
                  <a:lnTo>
                    <a:pt x="752853" y="341982"/>
                  </a:lnTo>
                  <a:lnTo>
                    <a:pt x="751186" y="340658"/>
                  </a:lnTo>
                  <a:lnTo>
                    <a:pt x="750525" y="338094"/>
                  </a:lnTo>
                  <a:lnTo>
                    <a:pt x="749094" y="336930"/>
                  </a:lnTo>
                  <a:lnTo>
                    <a:pt x="747177" y="338094"/>
                  </a:lnTo>
                  <a:lnTo>
                    <a:pt x="741470" y="340049"/>
                  </a:lnTo>
                  <a:lnTo>
                    <a:pt x="735186" y="342377"/>
                  </a:lnTo>
                  <a:lnTo>
                    <a:pt x="731191" y="343580"/>
                  </a:lnTo>
                  <a:lnTo>
                    <a:pt x="729632" y="343397"/>
                  </a:lnTo>
                  <a:lnTo>
                    <a:pt x="726535" y="343671"/>
                  </a:lnTo>
                  <a:lnTo>
                    <a:pt x="723849" y="344318"/>
                  </a:lnTo>
                  <a:lnTo>
                    <a:pt x="721833" y="345216"/>
                  </a:lnTo>
                  <a:lnTo>
                    <a:pt x="717853" y="346456"/>
                  </a:lnTo>
                  <a:lnTo>
                    <a:pt x="714240" y="347285"/>
                  </a:lnTo>
                  <a:lnTo>
                    <a:pt x="711911" y="349164"/>
                  </a:lnTo>
                  <a:lnTo>
                    <a:pt x="710237" y="350975"/>
                  </a:lnTo>
                  <a:lnTo>
                    <a:pt x="710306" y="351660"/>
                  </a:lnTo>
                  <a:lnTo>
                    <a:pt x="711523" y="352733"/>
                  </a:lnTo>
                  <a:lnTo>
                    <a:pt x="712916" y="353570"/>
                  </a:lnTo>
                  <a:lnTo>
                    <a:pt x="715700" y="353372"/>
                  </a:lnTo>
                  <a:lnTo>
                    <a:pt x="718417" y="353243"/>
                  </a:lnTo>
                  <a:lnTo>
                    <a:pt x="720676" y="354376"/>
                  </a:lnTo>
                  <a:lnTo>
                    <a:pt x="722700" y="355107"/>
                  </a:lnTo>
                  <a:lnTo>
                    <a:pt x="723256" y="356050"/>
                  </a:lnTo>
                  <a:lnTo>
                    <a:pt x="722700" y="356971"/>
                  </a:lnTo>
                  <a:lnTo>
                    <a:pt x="721529" y="357184"/>
                  </a:lnTo>
                  <a:lnTo>
                    <a:pt x="721118" y="357823"/>
                  </a:lnTo>
                  <a:lnTo>
                    <a:pt x="721323" y="358683"/>
                  </a:lnTo>
                  <a:lnTo>
                    <a:pt x="720547" y="360920"/>
                  </a:lnTo>
                  <a:lnTo>
                    <a:pt x="720144" y="364305"/>
                  </a:lnTo>
                  <a:lnTo>
                    <a:pt x="720547" y="367638"/>
                  </a:lnTo>
                  <a:lnTo>
                    <a:pt x="720767" y="370704"/>
                  </a:lnTo>
                  <a:lnTo>
                    <a:pt x="720623" y="372249"/>
                  </a:lnTo>
                  <a:lnTo>
                    <a:pt x="720547" y="374448"/>
                  </a:lnTo>
                  <a:lnTo>
                    <a:pt x="721406" y="375931"/>
                  </a:lnTo>
                  <a:lnTo>
                    <a:pt x="722175" y="378754"/>
                  </a:lnTo>
                  <a:lnTo>
                    <a:pt x="723552" y="380519"/>
                  </a:lnTo>
                  <a:lnTo>
                    <a:pt x="725630" y="386621"/>
                  </a:lnTo>
                  <a:lnTo>
                    <a:pt x="726854" y="390175"/>
                  </a:lnTo>
                  <a:lnTo>
                    <a:pt x="727980" y="394192"/>
                  </a:lnTo>
                  <a:lnTo>
                    <a:pt x="727166" y="396360"/>
                  </a:lnTo>
                  <a:lnTo>
                    <a:pt x="727220" y="397616"/>
                  </a:lnTo>
                  <a:lnTo>
                    <a:pt x="728544" y="398666"/>
                  </a:lnTo>
                  <a:lnTo>
                    <a:pt x="729122" y="400712"/>
                  </a:lnTo>
                  <a:lnTo>
                    <a:pt x="729738" y="401960"/>
                  </a:lnTo>
                  <a:lnTo>
                    <a:pt x="729570" y="403200"/>
                  </a:lnTo>
                  <a:lnTo>
                    <a:pt x="729008" y="403680"/>
                  </a:lnTo>
                  <a:lnTo>
                    <a:pt x="726139" y="402926"/>
                  </a:lnTo>
                  <a:lnTo>
                    <a:pt x="723788" y="404167"/>
                  </a:lnTo>
                  <a:lnTo>
                    <a:pt x="721293" y="405414"/>
                  </a:lnTo>
                  <a:lnTo>
                    <a:pt x="720958" y="406076"/>
                  </a:lnTo>
                  <a:lnTo>
                    <a:pt x="720889" y="406799"/>
                  </a:lnTo>
                  <a:lnTo>
                    <a:pt x="721140" y="407431"/>
                  </a:lnTo>
                  <a:lnTo>
                    <a:pt x="722579" y="408542"/>
                  </a:lnTo>
                  <a:lnTo>
                    <a:pt x="724564" y="409234"/>
                  </a:lnTo>
                  <a:lnTo>
                    <a:pt x="724465" y="410345"/>
                  </a:lnTo>
                  <a:lnTo>
                    <a:pt x="722008" y="410855"/>
                  </a:lnTo>
                  <a:lnTo>
                    <a:pt x="718302" y="412551"/>
                  </a:lnTo>
                  <a:lnTo>
                    <a:pt x="717275" y="414370"/>
                  </a:lnTo>
                  <a:lnTo>
                    <a:pt x="716484" y="416371"/>
                  </a:lnTo>
                  <a:lnTo>
                    <a:pt x="716416" y="417527"/>
                  </a:lnTo>
                  <a:lnTo>
                    <a:pt x="716788" y="420624"/>
                  </a:lnTo>
                  <a:lnTo>
                    <a:pt x="717351" y="424048"/>
                  </a:lnTo>
                  <a:lnTo>
                    <a:pt x="718409" y="427654"/>
                  </a:lnTo>
                  <a:lnTo>
                    <a:pt x="718492" y="428765"/>
                  </a:lnTo>
                  <a:lnTo>
                    <a:pt x="717945" y="429556"/>
                  </a:lnTo>
                  <a:lnTo>
                    <a:pt x="717435" y="430066"/>
                  </a:lnTo>
                  <a:lnTo>
                    <a:pt x="714490" y="426817"/>
                  </a:lnTo>
                  <a:lnTo>
                    <a:pt x="711279" y="423645"/>
                  </a:lnTo>
                  <a:lnTo>
                    <a:pt x="708769" y="422914"/>
                  </a:lnTo>
                  <a:lnTo>
                    <a:pt x="704394" y="422389"/>
                  </a:lnTo>
                  <a:lnTo>
                    <a:pt x="702073" y="422366"/>
                  </a:lnTo>
                  <a:lnTo>
                    <a:pt x="700757" y="421613"/>
                  </a:lnTo>
                  <a:lnTo>
                    <a:pt x="699464" y="419772"/>
                  </a:lnTo>
                  <a:lnTo>
                    <a:pt x="697919" y="418105"/>
                  </a:lnTo>
                  <a:lnTo>
                    <a:pt x="695941" y="416340"/>
                  </a:lnTo>
                  <a:lnTo>
                    <a:pt x="695134" y="413647"/>
                  </a:lnTo>
                  <a:lnTo>
                    <a:pt x="694320" y="413168"/>
                  </a:lnTo>
                  <a:lnTo>
                    <a:pt x="692890" y="413510"/>
                  </a:lnTo>
                  <a:lnTo>
                    <a:pt x="690501" y="413426"/>
                  </a:lnTo>
                  <a:lnTo>
                    <a:pt x="689162" y="413190"/>
                  </a:lnTo>
                  <a:lnTo>
                    <a:pt x="687160" y="412726"/>
                  </a:lnTo>
                  <a:lnTo>
                    <a:pt x="683972" y="411623"/>
                  </a:lnTo>
                  <a:lnTo>
                    <a:pt x="681454" y="410581"/>
                  </a:lnTo>
                  <a:lnTo>
                    <a:pt x="678281" y="410383"/>
                  </a:lnTo>
                  <a:lnTo>
                    <a:pt x="676455" y="410588"/>
                  </a:lnTo>
                  <a:lnTo>
                    <a:pt x="670756" y="410786"/>
                  </a:lnTo>
                  <a:lnTo>
                    <a:pt x="666024" y="409691"/>
                  </a:lnTo>
                  <a:lnTo>
                    <a:pt x="662197" y="409493"/>
                  </a:lnTo>
                  <a:lnTo>
                    <a:pt x="659838" y="409554"/>
                  </a:lnTo>
                  <a:lnTo>
                    <a:pt x="658712" y="409417"/>
                  </a:lnTo>
                  <a:lnTo>
                    <a:pt x="656780" y="409424"/>
                  </a:lnTo>
                  <a:lnTo>
                    <a:pt x="653934" y="409188"/>
                  </a:lnTo>
                  <a:lnTo>
                    <a:pt x="650130" y="407499"/>
                  </a:lnTo>
                  <a:lnTo>
                    <a:pt x="648654" y="407415"/>
                  </a:lnTo>
                  <a:lnTo>
                    <a:pt x="647717" y="407476"/>
                  </a:lnTo>
                  <a:lnTo>
                    <a:pt x="641357" y="408716"/>
                  </a:lnTo>
                  <a:lnTo>
                    <a:pt x="638428" y="409006"/>
                  </a:lnTo>
                  <a:lnTo>
                    <a:pt x="632211" y="408861"/>
                  </a:lnTo>
                  <a:lnTo>
                    <a:pt x="626109" y="408724"/>
                  </a:lnTo>
                  <a:lnTo>
                    <a:pt x="624146" y="408465"/>
                  </a:lnTo>
                  <a:lnTo>
                    <a:pt x="623058" y="408595"/>
                  </a:lnTo>
                  <a:lnTo>
                    <a:pt x="620753" y="411570"/>
                  </a:lnTo>
                  <a:lnTo>
                    <a:pt x="619764" y="412034"/>
                  </a:lnTo>
                  <a:lnTo>
                    <a:pt x="614012" y="411387"/>
                  </a:lnTo>
                  <a:lnTo>
                    <a:pt x="607210" y="409432"/>
                  </a:lnTo>
                  <a:lnTo>
                    <a:pt x="602295" y="407286"/>
                  </a:lnTo>
                  <a:lnTo>
                    <a:pt x="598125" y="405011"/>
                  </a:lnTo>
                  <a:lnTo>
                    <a:pt x="592601" y="401420"/>
                  </a:lnTo>
                  <a:lnTo>
                    <a:pt x="589299" y="399647"/>
                  </a:lnTo>
                  <a:lnTo>
                    <a:pt x="588820" y="400667"/>
                  </a:lnTo>
                  <a:lnTo>
                    <a:pt x="587945" y="400994"/>
                  </a:lnTo>
                  <a:lnTo>
                    <a:pt x="586674" y="401154"/>
                  </a:lnTo>
                  <a:lnTo>
                    <a:pt x="583745" y="400971"/>
                  </a:lnTo>
                  <a:lnTo>
                    <a:pt x="582390" y="402789"/>
                  </a:lnTo>
                  <a:lnTo>
                    <a:pt x="578815" y="404090"/>
                  </a:lnTo>
                  <a:lnTo>
                    <a:pt x="576539" y="405255"/>
                  </a:lnTo>
                  <a:lnTo>
                    <a:pt x="575352" y="406571"/>
                  </a:lnTo>
                  <a:lnTo>
                    <a:pt x="573085" y="415268"/>
                  </a:lnTo>
                  <a:lnTo>
                    <a:pt x="572477" y="418440"/>
                  </a:lnTo>
                  <a:lnTo>
                    <a:pt x="573998" y="423766"/>
                  </a:lnTo>
                  <a:lnTo>
                    <a:pt x="572256" y="423454"/>
                  </a:lnTo>
                  <a:lnTo>
                    <a:pt x="570209" y="422093"/>
                  </a:lnTo>
                  <a:lnTo>
                    <a:pt x="569502" y="421020"/>
                  </a:lnTo>
                  <a:lnTo>
                    <a:pt x="567531" y="420365"/>
                  </a:lnTo>
                  <a:lnTo>
                    <a:pt x="560364" y="419376"/>
                  </a:lnTo>
                  <a:lnTo>
                    <a:pt x="559025" y="418151"/>
                  </a:lnTo>
                  <a:lnTo>
                    <a:pt x="558188" y="417154"/>
                  </a:lnTo>
                  <a:lnTo>
                    <a:pt x="556331" y="416500"/>
                  </a:lnTo>
                  <a:lnTo>
                    <a:pt x="553706" y="415998"/>
                  </a:lnTo>
                  <a:lnTo>
                    <a:pt x="548000" y="413685"/>
                  </a:lnTo>
                  <a:lnTo>
                    <a:pt x="545565" y="413601"/>
                  </a:lnTo>
                  <a:lnTo>
                    <a:pt x="538200" y="411821"/>
                  </a:lnTo>
                  <a:lnTo>
                    <a:pt x="536998" y="411836"/>
                  </a:lnTo>
                  <a:lnTo>
                    <a:pt x="536450" y="411912"/>
                  </a:lnTo>
                  <a:lnTo>
                    <a:pt x="533589" y="413076"/>
                  </a:lnTo>
                  <a:lnTo>
                    <a:pt x="531740" y="413411"/>
                  </a:lnTo>
                  <a:lnTo>
                    <a:pt x="529770" y="412939"/>
                  </a:lnTo>
                  <a:lnTo>
                    <a:pt x="526239" y="414377"/>
                  </a:lnTo>
                  <a:lnTo>
                    <a:pt x="524329" y="416295"/>
                  </a:lnTo>
                  <a:lnTo>
                    <a:pt x="522755" y="418638"/>
                  </a:lnTo>
                  <a:lnTo>
                    <a:pt x="521248" y="420114"/>
                  </a:lnTo>
                  <a:lnTo>
                    <a:pt x="520799" y="422321"/>
                  </a:lnTo>
                  <a:lnTo>
                    <a:pt x="519734" y="423462"/>
                  </a:lnTo>
                  <a:lnTo>
                    <a:pt x="518463" y="425744"/>
                  </a:lnTo>
                  <a:lnTo>
                    <a:pt x="518463" y="427076"/>
                  </a:lnTo>
                  <a:lnTo>
                    <a:pt x="519612" y="428369"/>
                  </a:lnTo>
                  <a:lnTo>
                    <a:pt x="517771" y="429564"/>
                  </a:lnTo>
                  <a:lnTo>
                    <a:pt x="515724" y="429937"/>
                  </a:lnTo>
                  <a:lnTo>
                    <a:pt x="514666" y="430667"/>
                  </a:lnTo>
                  <a:lnTo>
                    <a:pt x="513541" y="432425"/>
                  </a:lnTo>
                  <a:lnTo>
                    <a:pt x="512491" y="433931"/>
                  </a:lnTo>
                  <a:lnTo>
                    <a:pt x="511874" y="434464"/>
                  </a:lnTo>
                  <a:lnTo>
                    <a:pt x="510931" y="434365"/>
                  </a:lnTo>
                  <a:lnTo>
                    <a:pt x="509835" y="433193"/>
                  </a:lnTo>
                  <a:lnTo>
                    <a:pt x="508275" y="433246"/>
                  </a:lnTo>
                  <a:lnTo>
                    <a:pt x="506419" y="434692"/>
                  </a:lnTo>
                  <a:lnTo>
                    <a:pt x="504213" y="437043"/>
                  </a:lnTo>
                  <a:lnTo>
                    <a:pt x="501435" y="440627"/>
                  </a:lnTo>
                  <a:lnTo>
                    <a:pt x="498536" y="442529"/>
                  </a:lnTo>
                  <a:lnTo>
                    <a:pt x="494869" y="444142"/>
                  </a:lnTo>
                  <a:lnTo>
                    <a:pt x="492214" y="444857"/>
                  </a:lnTo>
                  <a:lnTo>
                    <a:pt x="490114" y="446082"/>
                  </a:lnTo>
                  <a:lnTo>
                    <a:pt x="486606" y="448562"/>
                  </a:lnTo>
                  <a:lnTo>
                    <a:pt x="485906" y="450023"/>
                  </a:lnTo>
                  <a:lnTo>
                    <a:pt x="483365" y="450883"/>
                  </a:lnTo>
                  <a:lnTo>
                    <a:pt x="481318" y="451872"/>
                  </a:lnTo>
                  <a:lnTo>
                    <a:pt x="479424" y="453523"/>
                  </a:lnTo>
                  <a:lnTo>
                    <a:pt x="478959" y="456437"/>
                  </a:lnTo>
                  <a:lnTo>
                    <a:pt x="477758" y="458111"/>
                  </a:lnTo>
                  <a:lnTo>
                    <a:pt x="474858" y="460401"/>
                  </a:lnTo>
                  <a:lnTo>
                    <a:pt x="472424" y="462715"/>
                  </a:lnTo>
                  <a:lnTo>
                    <a:pt x="470834" y="464982"/>
                  </a:lnTo>
                  <a:lnTo>
                    <a:pt x="469152" y="467379"/>
                  </a:lnTo>
                  <a:lnTo>
                    <a:pt x="468627" y="468695"/>
                  </a:lnTo>
                  <a:lnTo>
                    <a:pt x="468566" y="470498"/>
                  </a:lnTo>
                  <a:lnTo>
                    <a:pt x="469358" y="472012"/>
                  </a:lnTo>
                  <a:lnTo>
                    <a:pt x="469510" y="473450"/>
                  </a:lnTo>
                  <a:lnTo>
                    <a:pt x="468909" y="474493"/>
                  </a:lnTo>
                  <a:lnTo>
                    <a:pt x="467265" y="474888"/>
                  </a:lnTo>
                  <a:lnTo>
                    <a:pt x="465546" y="474584"/>
                  </a:lnTo>
                  <a:lnTo>
                    <a:pt x="462906" y="473557"/>
                  </a:lnTo>
                  <a:lnTo>
                    <a:pt x="460098" y="471715"/>
                  </a:lnTo>
                  <a:lnTo>
                    <a:pt x="459071" y="470810"/>
                  </a:lnTo>
                  <a:lnTo>
                    <a:pt x="457694" y="469258"/>
                  </a:lnTo>
                  <a:lnTo>
                    <a:pt x="457891" y="467820"/>
                  </a:lnTo>
                  <a:lnTo>
                    <a:pt x="458599" y="465012"/>
                  </a:lnTo>
                  <a:lnTo>
                    <a:pt x="459078" y="463087"/>
                  </a:lnTo>
                  <a:lnTo>
                    <a:pt x="457937" y="462167"/>
                  </a:lnTo>
                  <a:lnTo>
                    <a:pt x="457093" y="461178"/>
                  </a:lnTo>
                  <a:lnTo>
                    <a:pt x="456491" y="460227"/>
                  </a:lnTo>
                  <a:lnTo>
                    <a:pt x="455304" y="458347"/>
                  </a:lnTo>
                  <a:lnTo>
                    <a:pt x="453813" y="458811"/>
                  </a:lnTo>
                  <a:lnTo>
                    <a:pt x="452520" y="459275"/>
                  </a:lnTo>
                  <a:lnTo>
                    <a:pt x="451021" y="458613"/>
                  </a:lnTo>
                  <a:lnTo>
                    <a:pt x="446600" y="458903"/>
                  </a:lnTo>
                  <a:lnTo>
                    <a:pt x="443268" y="459116"/>
                  </a:lnTo>
                  <a:lnTo>
                    <a:pt x="440133" y="459314"/>
                  </a:lnTo>
                  <a:lnTo>
                    <a:pt x="436161" y="459572"/>
                  </a:lnTo>
                  <a:lnTo>
                    <a:pt x="431368" y="459884"/>
                  </a:lnTo>
                  <a:lnTo>
                    <a:pt x="429991" y="459473"/>
                  </a:lnTo>
                  <a:lnTo>
                    <a:pt x="429131" y="458849"/>
                  </a:lnTo>
                  <a:lnTo>
                    <a:pt x="428264" y="456255"/>
                  </a:lnTo>
                  <a:lnTo>
                    <a:pt x="427761" y="454048"/>
                  </a:lnTo>
                  <a:lnTo>
                    <a:pt x="426834" y="449917"/>
                  </a:lnTo>
                  <a:lnTo>
                    <a:pt x="426209" y="446714"/>
                  </a:lnTo>
                  <a:lnTo>
                    <a:pt x="425471" y="442894"/>
                  </a:lnTo>
                  <a:lnTo>
                    <a:pt x="424984" y="438664"/>
                  </a:lnTo>
                  <a:lnTo>
                    <a:pt x="424635" y="435651"/>
                  </a:lnTo>
                  <a:lnTo>
                    <a:pt x="421005" y="435552"/>
                  </a:lnTo>
                  <a:lnTo>
                    <a:pt x="418106" y="435476"/>
                  </a:lnTo>
                  <a:lnTo>
                    <a:pt x="414188" y="435369"/>
                  </a:lnTo>
                  <a:lnTo>
                    <a:pt x="414218" y="432965"/>
                  </a:lnTo>
                  <a:lnTo>
                    <a:pt x="414264" y="429929"/>
                  </a:lnTo>
                  <a:lnTo>
                    <a:pt x="414317" y="426467"/>
                  </a:lnTo>
                  <a:lnTo>
                    <a:pt x="415048" y="421917"/>
                  </a:lnTo>
                  <a:lnTo>
                    <a:pt x="415322" y="418098"/>
                  </a:lnTo>
                  <a:lnTo>
                    <a:pt x="415664" y="413419"/>
                  </a:lnTo>
                  <a:lnTo>
                    <a:pt x="415877" y="410322"/>
                  </a:lnTo>
                  <a:lnTo>
                    <a:pt x="416121" y="406906"/>
                  </a:lnTo>
                  <a:lnTo>
                    <a:pt x="414097" y="407963"/>
                  </a:lnTo>
                  <a:lnTo>
                    <a:pt x="411867" y="409127"/>
                  </a:lnTo>
                  <a:lnTo>
                    <a:pt x="409775" y="410216"/>
                  </a:lnTo>
                  <a:lnTo>
                    <a:pt x="408337" y="407454"/>
                  </a:lnTo>
                  <a:lnTo>
                    <a:pt x="406937" y="404760"/>
                  </a:lnTo>
                  <a:lnTo>
                    <a:pt x="404814" y="400659"/>
                  </a:lnTo>
                  <a:lnTo>
                    <a:pt x="403224" y="397585"/>
                  </a:lnTo>
                  <a:lnTo>
                    <a:pt x="400462" y="395782"/>
                  </a:lnTo>
                  <a:lnTo>
                    <a:pt x="398400" y="394450"/>
                  </a:lnTo>
                  <a:lnTo>
                    <a:pt x="396277" y="392206"/>
                  </a:lnTo>
                  <a:lnTo>
                    <a:pt x="394444" y="389870"/>
                  </a:lnTo>
                  <a:lnTo>
                    <a:pt x="392701" y="387649"/>
                  </a:lnTo>
                  <a:lnTo>
                    <a:pt x="390617" y="385723"/>
                  </a:lnTo>
                  <a:lnTo>
                    <a:pt x="388616" y="386332"/>
                  </a:lnTo>
                  <a:lnTo>
                    <a:pt x="386356" y="387542"/>
                  </a:lnTo>
                  <a:lnTo>
                    <a:pt x="384180" y="388698"/>
                  </a:lnTo>
                  <a:lnTo>
                    <a:pt x="381874" y="389931"/>
                  </a:lnTo>
                  <a:lnTo>
                    <a:pt x="380748" y="390532"/>
                  </a:lnTo>
                  <a:lnTo>
                    <a:pt x="378070" y="390304"/>
                  </a:lnTo>
                  <a:lnTo>
                    <a:pt x="375734" y="390106"/>
                  </a:lnTo>
                  <a:lnTo>
                    <a:pt x="371557" y="389748"/>
                  </a:lnTo>
                  <a:lnTo>
                    <a:pt x="368034" y="389444"/>
                  </a:lnTo>
                  <a:lnTo>
                    <a:pt x="364435" y="389132"/>
                  </a:lnTo>
                  <a:lnTo>
                    <a:pt x="359421" y="388698"/>
                  </a:lnTo>
                  <a:lnTo>
                    <a:pt x="354339" y="388265"/>
                  </a:lnTo>
                  <a:lnTo>
                    <a:pt x="350945" y="388843"/>
                  </a:lnTo>
                  <a:lnTo>
                    <a:pt x="346639" y="389566"/>
                  </a:lnTo>
                  <a:lnTo>
                    <a:pt x="342119" y="390327"/>
                  </a:lnTo>
                  <a:lnTo>
                    <a:pt x="338384" y="390958"/>
                  </a:lnTo>
                  <a:lnTo>
                    <a:pt x="333651" y="391750"/>
                  </a:lnTo>
                  <a:lnTo>
                    <a:pt x="330113" y="392343"/>
                  </a:lnTo>
                  <a:lnTo>
                    <a:pt x="328371" y="392259"/>
                  </a:lnTo>
                  <a:lnTo>
                    <a:pt x="326180" y="389764"/>
                  </a:lnTo>
                  <a:lnTo>
                    <a:pt x="322664" y="385754"/>
                  </a:lnTo>
                  <a:lnTo>
                    <a:pt x="320542" y="383319"/>
                  </a:lnTo>
                  <a:lnTo>
                    <a:pt x="318457" y="380930"/>
                  </a:lnTo>
                  <a:lnTo>
                    <a:pt x="315444" y="377483"/>
                  </a:lnTo>
                  <a:lnTo>
                    <a:pt x="313025" y="374866"/>
                  </a:lnTo>
                  <a:lnTo>
                    <a:pt x="310658" y="372309"/>
                  </a:lnTo>
                  <a:lnTo>
                    <a:pt x="309296" y="369943"/>
                  </a:lnTo>
                  <a:lnTo>
                    <a:pt x="308619" y="366961"/>
                  </a:lnTo>
                  <a:lnTo>
                    <a:pt x="307386" y="365606"/>
                  </a:lnTo>
                  <a:lnTo>
                    <a:pt x="304647" y="363781"/>
                  </a:lnTo>
                  <a:lnTo>
                    <a:pt x="301695" y="361817"/>
                  </a:lnTo>
                  <a:lnTo>
                    <a:pt x="298743" y="359854"/>
                  </a:lnTo>
                  <a:lnTo>
                    <a:pt x="295791" y="357891"/>
                  </a:lnTo>
                  <a:lnTo>
                    <a:pt x="292839" y="355921"/>
                  </a:lnTo>
                  <a:lnTo>
                    <a:pt x="289887" y="353950"/>
                  </a:lnTo>
                  <a:lnTo>
                    <a:pt x="286935" y="351979"/>
                  </a:lnTo>
                  <a:lnTo>
                    <a:pt x="283982" y="350001"/>
                  </a:lnTo>
                  <a:lnTo>
                    <a:pt x="281030" y="348023"/>
                  </a:lnTo>
                  <a:lnTo>
                    <a:pt x="278078" y="346045"/>
                  </a:lnTo>
                  <a:lnTo>
                    <a:pt x="275126" y="344059"/>
                  </a:lnTo>
                  <a:lnTo>
                    <a:pt x="272242" y="342096"/>
                  </a:lnTo>
                  <a:lnTo>
                    <a:pt x="269290" y="340110"/>
                  </a:lnTo>
                  <a:lnTo>
                    <a:pt x="266338" y="338117"/>
                  </a:lnTo>
                  <a:lnTo>
                    <a:pt x="263386" y="336123"/>
                  </a:lnTo>
                  <a:lnTo>
                    <a:pt x="260434" y="334130"/>
                  </a:lnTo>
                  <a:lnTo>
                    <a:pt x="257482" y="332136"/>
                  </a:lnTo>
                  <a:lnTo>
                    <a:pt x="255055" y="330683"/>
                  </a:lnTo>
                  <a:lnTo>
                    <a:pt x="252795" y="331064"/>
                  </a:lnTo>
                  <a:lnTo>
                    <a:pt x="249417" y="332083"/>
                  </a:lnTo>
                  <a:lnTo>
                    <a:pt x="245871" y="333148"/>
                  </a:lnTo>
                  <a:lnTo>
                    <a:pt x="242363" y="334206"/>
                  </a:lnTo>
                  <a:lnTo>
                    <a:pt x="236079" y="336093"/>
                  </a:lnTo>
                  <a:lnTo>
                    <a:pt x="232039" y="337310"/>
                  </a:lnTo>
                  <a:lnTo>
                    <a:pt x="228881" y="338330"/>
                  </a:lnTo>
                  <a:lnTo>
                    <a:pt x="225518" y="339418"/>
                  </a:lnTo>
                  <a:lnTo>
                    <a:pt x="221105" y="340841"/>
                  </a:lnTo>
                  <a:lnTo>
                    <a:pt x="217408" y="342035"/>
                  </a:lnTo>
                  <a:lnTo>
                    <a:pt x="213078" y="343435"/>
                  </a:lnTo>
                  <a:lnTo>
                    <a:pt x="209236" y="344675"/>
                  </a:lnTo>
                  <a:lnTo>
                    <a:pt x="206010" y="345710"/>
                  </a:lnTo>
                  <a:lnTo>
                    <a:pt x="202647" y="346798"/>
                  </a:lnTo>
                  <a:lnTo>
                    <a:pt x="199984" y="347650"/>
                  </a:lnTo>
                  <a:lnTo>
                    <a:pt x="199984" y="354544"/>
                  </a:lnTo>
                  <a:lnTo>
                    <a:pt x="199984" y="361407"/>
                  </a:lnTo>
                  <a:lnTo>
                    <a:pt x="199991" y="368247"/>
                  </a:lnTo>
                  <a:lnTo>
                    <a:pt x="199991" y="375064"/>
                  </a:lnTo>
                  <a:lnTo>
                    <a:pt x="199991" y="381851"/>
                  </a:lnTo>
                  <a:lnTo>
                    <a:pt x="199999" y="388607"/>
                  </a:lnTo>
                  <a:lnTo>
                    <a:pt x="199999" y="395341"/>
                  </a:lnTo>
                  <a:lnTo>
                    <a:pt x="199999" y="402044"/>
                  </a:lnTo>
                  <a:lnTo>
                    <a:pt x="199999" y="408724"/>
                  </a:lnTo>
                  <a:lnTo>
                    <a:pt x="200007" y="415382"/>
                  </a:lnTo>
                  <a:lnTo>
                    <a:pt x="200007" y="422016"/>
                  </a:lnTo>
                  <a:lnTo>
                    <a:pt x="200007" y="428628"/>
                  </a:lnTo>
                  <a:lnTo>
                    <a:pt x="200014" y="435210"/>
                  </a:lnTo>
                  <a:lnTo>
                    <a:pt x="200014" y="441768"/>
                  </a:lnTo>
                  <a:lnTo>
                    <a:pt x="200014" y="448304"/>
                  </a:lnTo>
                  <a:lnTo>
                    <a:pt x="200022" y="454817"/>
                  </a:lnTo>
                  <a:lnTo>
                    <a:pt x="199109" y="454763"/>
                  </a:lnTo>
                  <a:lnTo>
                    <a:pt x="197062" y="455144"/>
                  </a:lnTo>
                  <a:lnTo>
                    <a:pt x="193638" y="456049"/>
                  </a:lnTo>
                  <a:lnTo>
                    <a:pt x="190793" y="456506"/>
                  </a:lnTo>
                  <a:lnTo>
                    <a:pt x="189545" y="456224"/>
                  </a:lnTo>
                  <a:lnTo>
                    <a:pt x="188426" y="455547"/>
                  </a:lnTo>
                  <a:lnTo>
                    <a:pt x="187445" y="454117"/>
                  </a:lnTo>
                  <a:lnTo>
                    <a:pt x="185984" y="452374"/>
                  </a:lnTo>
                  <a:lnTo>
                    <a:pt x="184485" y="450959"/>
                  </a:lnTo>
                  <a:lnTo>
                    <a:pt x="182621" y="448060"/>
                  </a:lnTo>
                  <a:lnTo>
                    <a:pt x="181328" y="445831"/>
                  </a:lnTo>
                  <a:lnTo>
                    <a:pt x="178140" y="440946"/>
                  </a:lnTo>
                  <a:lnTo>
                    <a:pt x="177691" y="439402"/>
                  </a:lnTo>
                  <a:lnTo>
                    <a:pt x="177097" y="437827"/>
                  </a:lnTo>
                  <a:lnTo>
                    <a:pt x="176032" y="436511"/>
                  </a:lnTo>
                  <a:lnTo>
                    <a:pt x="172273" y="433277"/>
                  </a:lnTo>
                  <a:lnTo>
                    <a:pt x="167898" y="430355"/>
                  </a:lnTo>
                  <a:lnTo>
                    <a:pt x="163607" y="427487"/>
                  </a:lnTo>
                  <a:lnTo>
                    <a:pt x="162398" y="426787"/>
                  </a:lnTo>
                  <a:lnTo>
                    <a:pt x="160389" y="425897"/>
                  </a:lnTo>
                  <a:lnTo>
                    <a:pt x="157916" y="425881"/>
                  </a:lnTo>
                  <a:lnTo>
                    <a:pt x="156227" y="426057"/>
                  </a:lnTo>
                  <a:lnTo>
                    <a:pt x="151084" y="427008"/>
                  </a:lnTo>
                  <a:lnTo>
                    <a:pt x="147135" y="428118"/>
                  </a:lnTo>
                  <a:lnTo>
                    <a:pt x="141786" y="429625"/>
                  </a:lnTo>
                  <a:lnTo>
                    <a:pt x="137639" y="431291"/>
                  </a:lnTo>
                  <a:lnTo>
                    <a:pt x="136711" y="431778"/>
                  </a:lnTo>
                  <a:lnTo>
                    <a:pt x="133683" y="433787"/>
                  </a:lnTo>
                  <a:lnTo>
                    <a:pt x="129977" y="437119"/>
                  </a:lnTo>
                  <a:lnTo>
                    <a:pt x="125648" y="441806"/>
                  </a:lnTo>
                  <a:lnTo>
                    <a:pt x="125085" y="438793"/>
                  </a:lnTo>
                  <a:lnTo>
                    <a:pt x="124895" y="434144"/>
                  </a:lnTo>
                  <a:lnTo>
                    <a:pt x="124971" y="432646"/>
                  </a:lnTo>
                  <a:lnTo>
                    <a:pt x="126150" y="428727"/>
                  </a:lnTo>
                  <a:lnTo>
                    <a:pt x="127345" y="426034"/>
                  </a:lnTo>
                  <a:lnTo>
                    <a:pt x="128304" y="423226"/>
                  </a:lnTo>
                  <a:lnTo>
                    <a:pt x="128737" y="419551"/>
                  </a:lnTo>
                  <a:lnTo>
                    <a:pt x="127847" y="413632"/>
                  </a:lnTo>
                  <a:lnTo>
                    <a:pt x="126850" y="412315"/>
                  </a:lnTo>
                  <a:lnTo>
                    <a:pt x="125656" y="411889"/>
                  </a:lnTo>
                  <a:lnTo>
                    <a:pt x="124378" y="411768"/>
                  </a:lnTo>
                  <a:lnTo>
                    <a:pt x="122026" y="412011"/>
                  </a:lnTo>
                  <a:lnTo>
                    <a:pt x="120931" y="412490"/>
                  </a:lnTo>
                  <a:lnTo>
                    <a:pt x="119021" y="410489"/>
                  </a:lnTo>
                  <a:lnTo>
                    <a:pt x="116716" y="410170"/>
                  </a:lnTo>
                  <a:lnTo>
                    <a:pt x="115498" y="410725"/>
                  </a:lnTo>
                  <a:lnTo>
                    <a:pt x="114266" y="411014"/>
                  </a:lnTo>
                  <a:lnTo>
                    <a:pt x="112927" y="410459"/>
                  </a:lnTo>
                  <a:lnTo>
                    <a:pt x="111770" y="409272"/>
                  </a:lnTo>
                  <a:lnTo>
                    <a:pt x="111063" y="407994"/>
                  </a:lnTo>
                  <a:lnTo>
                    <a:pt x="110515" y="406548"/>
                  </a:lnTo>
                  <a:lnTo>
                    <a:pt x="108704" y="403642"/>
                  </a:lnTo>
                  <a:lnTo>
                    <a:pt x="106908" y="402059"/>
                  </a:lnTo>
                  <a:lnTo>
                    <a:pt x="104732" y="401709"/>
                  </a:lnTo>
                  <a:lnTo>
                    <a:pt x="101179" y="401800"/>
                  </a:lnTo>
                  <a:lnTo>
                    <a:pt x="100060" y="401602"/>
                  </a:lnTo>
                  <a:lnTo>
                    <a:pt x="99999" y="399952"/>
                  </a:lnTo>
                  <a:lnTo>
                    <a:pt x="100449" y="396299"/>
                  </a:lnTo>
                  <a:lnTo>
                    <a:pt x="100456" y="394390"/>
                  </a:lnTo>
                  <a:lnTo>
                    <a:pt x="100205" y="392586"/>
                  </a:lnTo>
                  <a:lnTo>
                    <a:pt x="99612" y="391103"/>
                  </a:lnTo>
                  <a:lnTo>
                    <a:pt x="98858" y="389817"/>
                  </a:lnTo>
                  <a:lnTo>
                    <a:pt x="96743" y="387702"/>
                  </a:lnTo>
                  <a:lnTo>
                    <a:pt x="95145" y="384719"/>
                  </a:lnTo>
                  <a:lnTo>
                    <a:pt x="92475" y="378564"/>
                  </a:lnTo>
                  <a:lnTo>
                    <a:pt x="90139" y="371625"/>
                  </a:lnTo>
                  <a:lnTo>
                    <a:pt x="89112" y="370575"/>
                  </a:lnTo>
                  <a:lnTo>
                    <a:pt x="87027" y="369472"/>
                  </a:lnTo>
                  <a:lnTo>
                    <a:pt x="82470" y="368589"/>
                  </a:lnTo>
                  <a:lnTo>
                    <a:pt x="79464" y="367676"/>
                  </a:lnTo>
                  <a:lnTo>
                    <a:pt x="78285" y="366793"/>
                  </a:lnTo>
                  <a:lnTo>
                    <a:pt x="77790" y="365264"/>
                  </a:lnTo>
                  <a:lnTo>
                    <a:pt x="77805" y="363621"/>
                  </a:lnTo>
                  <a:lnTo>
                    <a:pt x="78049" y="361681"/>
                  </a:lnTo>
                  <a:lnTo>
                    <a:pt x="78749" y="360037"/>
                  </a:lnTo>
                  <a:lnTo>
                    <a:pt x="81138" y="358766"/>
                  </a:lnTo>
                  <a:lnTo>
                    <a:pt x="86335" y="358485"/>
                  </a:lnTo>
                  <a:lnTo>
                    <a:pt x="90771" y="358622"/>
                  </a:lnTo>
                  <a:lnTo>
                    <a:pt x="94796" y="361559"/>
                  </a:lnTo>
                  <a:lnTo>
                    <a:pt x="96112" y="362228"/>
                  </a:lnTo>
                  <a:lnTo>
                    <a:pt x="97542" y="362418"/>
                  </a:lnTo>
                  <a:lnTo>
                    <a:pt x="100388" y="361490"/>
                  </a:lnTo>
                  <a:lnTo>
                    <a:pt x="101803" y="361224"/>
                  </a:lnTo>
                  <a:lnTo>
                    <a:pt x="105364" y="361528"/>
                  </a:lnTo>
                  <a:lnTo>
                    <a:pt x="104298" y="360136"/>
                  </a:lnTo>
                  <a:lnTo>
                    <a:pt x="102959" y="359405"/>
                  </a:lnTo>
                  <a:lnTo>
                    <a:pt x="101575" y="359466"/>
                  </a:lnTo>
                  <a:lnTo>
                    <a:pt x="100380" y="358896"/>
                  </a:lnTo>
                  <a:lnTo>
                    <a:pt x="98409" y="356202"/>
                  </a:lnTo>
                  <a:lnTo>
                    <a:pt x="94993" y="353128"/>
                  </a:lnTo>
                  <a:lnTo>
                    <a:pt x="94202" y="351858"/>
                  </a:lnTo>
                  <a:lnTo>
                    <a:pt x="93959" y="349819"/>
                  </a:lnTo>
                  <a:lnTo>
                    <a:pt x="94620" y="348061"/>
                  </a:lnTo>
                  <a:lnTo>
                    <a:pt x="97040" y="346258"/>
                  </a:lnTo>
                  <a:lnTo>
                    <a:pt x="99102" y="343800"/>
                  </a:lnTo>
                  <a:lnTo>
                    <a:pt x="100038" y="340536"/>
                  </a:lnTo>
                  <a:lnTo>
                    <a:pt x="100882" y="339030"/>
                  </a:lnTo>
                  <a:lnTo>
                    <a:pt x="102632" y="336663"/>
                  </a:lnTo>
                  <a:lnTo>
                    <a:pt x="105280" y="337120"/>
                  </a:lnTo>
                  <a:lnTo>
                    <a:pt x="109404" y="335408"/>
                  </a:lnTo>
                  <a:lnTo>
                    <a:pt x="116153" y="335743"/>
                  </a:lnTo>
                  <a:lnTo>
                    <a:pt x="124233" y="335256"/>
                  </a:lnTo>
                  <a:lnTo>
                    <a:pt x="126455" y="335431"/>
                  </a:lnTo>
                  <a:lnTo>
                    <a:pt x="131606" y="337105"/>
                  </a:lnTo>
                  <a:lnTo>
                    <a:pt x="134565" y="337828"/>
                  </a:lnTo>
                  <a:lnTo>
                    <a:pt x="138164" y="338193"/>
                  </a:lnTo>
                  <a:lnTo>
                    <a:pt x="140759" y="337455"/>
                  </a:lnTo>
                  <a:lnTo>
                    <a:pt x="138316" y="335172"/>
                  </a:lnTo>
                  <a:lnTo>
                    <a:pt x="133013" y="332463"/>
                  </a:lnTo>
                  <a:lnTo>
                    <a:pt x="131651" y="330151"/>
                  </a:lnTo>
                  <a:lnTo>
                    <a:pt x="134078" y="323851"/>
                  </a:lnTo>
                  <a:lnTo>
                    <a:pt x="137365" y="318091"/>
                  </a:lnTo>
                  <a:lnTo>
                    <a:pt x="139374" y="311228"/>
                  </a:lnTo>
                  <a:lnTo>
                    <a:pt x="138811" y="304380"/>
                  </a:lnTo>
                  <a:lnTo>
                    <a:pt x="137852" y="302486"/>
                  </a:lnTo>
                  <a:lnTo>
                    <a:pt x="138164" y="300257"/>
                  </a:lnTo>
                  <a:lnTo>
                    <a:pt x="139305" y="298370"/>
                  </a:lnTo>
                  <a:lnTo>
                    <a:pt x="140112" y="296490"/>
                  </a:lnTo>
                  <a:lnTo>
                    <a:pt x="139412" y="294223"/>
                  </a:lnTo>
                  <a:lnTo>
                    <a:pt x="137967" y="290677"/>
                  </a:lnTo>
                  <a:lnTo>
                    <a:pt x="137221" y="289529"/>
                  </a:lnTo>
                  <a:lnTo>
                    <a:pt x="134687" y="287611"/>
                  </a:lnTo>
                  <a:lnTo>
                    <a:pt x="129597" y="287528"/>
                  </a:lnTo>
                  <a:lnTo>
                    <a:pt x="125442" y="286478"/>
                  </a:lnTo>
                  <a:lnTo>
                    <a:pt x="124096" y="287322"/>
                  </a:lnTo>
                  <a:lnTo>
                    <a:pt x="123335" y="288615"/>
                  </a:lnTo>
                  <a:lnTo>
                    <a:pt x="122384" y="289468"/>
                  </a:lnTo>
                  <a:lnTo>
                    <a:pt x="119150" y="291187"/>
                  </a:lnTo>
                  <a:lnTo>
                    <a:pt x="118070" y="291530"/>
                  </a:lnTo>
                  <a:lnTo>
                    <a:pt x="116944" y="291187"/>
                  </a:lnTo>
                  <a:lnTo>
                    <a:pt x="115354" y="289255"/>
                  </a:lnTo>
                  <a:lnTo>
                    <a:pt x="113939" y="289468"/>
                  </a:lnTo>
                  <a:lnTo>
                    <a:pt x="109655" y="288258"/>
                  </a:lnTo>
                  <a:lnTo>
                    <a:pt x="107639" y="285625"/>
                  </a:lnTo>
                  <a:lnTo>
                    <a:pt x="106885" y="285260"/>
                  </a:lnTo>
                  <a:lnTo>
                    <a:pt x="99961" y="283152"/>
                  </a:lnTo>
                  <a:lnTo>
                    <a:pt x="97557" y="282749"/>
                  </a:lnTo>
                  <a:lnTo>
                    <a:pt x="92041" y="284918"/>
                  </a:lnTo>
                  <a:lnTo>
                    <a:pt x="88047" y="287695"/>
                  </a:lnTo>
                  <a:lnTo>
                    <a:pt x="86920" y="288098"/>
                  </a:lnTo>
                  <a:lnTo>
                    <a:pt x="84858" y="289856"/>
                  </a:lnTo>
                  <a:lnTo>
                    <a:pt x="83694" y="290137"/>
                  </a:lnTo>
                  <a:lnTo>
                    <a:pt x="82500" y="289833"/>
                  </a:lnTo>
                  <a:lnTo>
                    <a:pt x="81366" y="289939"/>
                  </a:lnTo>
                  <a:lnTo>
                    <a:pt x="78954" y="292572"/>
                  </a:lnTo>
                  <a:lnTo>
                    <a:pt x="74587" y="295631"/>
                  </a:lnTo>
                  <a:lnTo>
                    <a:pt x="72418" y="297556"/>
                  </a:lnTo>
                  <a:lnTo>
                    <a:pt x="69999" y="298750"/>
                  </a:lnTo>
                  <a:lnTo>
                    <a:pt x="67305" y="299503"/>
                  </a:lnTo>
                  <a:lnTo>
                    <a:pt x="64559" y="299625"/>
                  </a:lnTo>
                  <a:lnTo>
                    <a:pt x="63547" y="300317"/>
                  </a:lnTo>
                  <a:lnTo>
                    <a:pt x="60405" y="300561"/>
                  </a:lnTo>
                  <a:lnTo>
                    <a:pt x="58487" y="301124"/>
                  </a:lnTo>
                  <a:lnTo>
                    <a:pt x="58419" y="302166"/>
                  </a:lnTo>
                  <a:lnTo>
                    <a:pt x="58799" y="304494"/>
                  </a:lnTo>
                  <a:lnTo>
                    <a:pt x="57171" y="303673"/>
                  </a:lnTo>
                  <a:lnTo>
                    <a:pt x="55459" y="305255"/>
                  </a:lnTo>
                  <a:lnTo>
                    <a:pt x="56022" y="306747"/>
                  </a:lnTo>
                  <a:lnTo>
                    <a:pt x="54995" y="306389"/>
                  </a:lnTo>
                  <a:lnTo>
                    <a:pt x="50186" y="303513"/>
                  </a:lnTo>
                  <a:lnTo>
                    <a:pt x="46237" y="301474"/>
                  </a:lnTo>
                  <a:lnTo>
                    <a:pt x="42730" y="299663"/>
                  </a:lnTo>
                  <a:lnTo>
                    <a:pt x="42220" y="299336"/>
                  </a:lnTo>
                  <a:lnTo>
                    <a:pt x="41262" y="298453"/>
                  </a:lnTo>
                  <a:lnTo>
                    <a:pt x="40577" y="297076"/>
                  </a:lnTo>
                  <a:lnTo>
                    <a:pt x="40432" y="295570"/>
                  </a:lnTo>
                  <a:lnTo>
                    <a:pt x="40774" y="294459"/>
                  </a:lnTo>
                  <a:lnTo>
                    <a:pt x="41627" y="293751"/>
                  </a:lnTo>
                  <a:lnTo>
                    <a:pt x="42631" y="293477"/>
                  </a:lnTo>
                  <a:lnTo>
                    <a:pt x="43521" y="293706"/>
                  </a:lnTo>
                  <a:lnTo>
                    <a:pt x="44510" y="294383"/>
                  </a:lnTo>
                  <a:lnTo>
                    <a:pt x="46276" y="295205"/>
                  </a:lnTo>
                  <a:lnTo>
                    <a:pt x="48566" y="295357"/>
                  </a:lnTo>
                  <a:lnTo>
                    <a:pt x="49996" y="294725"/>
                  </a:lnTo>
                  <a:lnTo>
                    <a:pt x="50186" y="293211"/>
                  </a:lnTo>
                  <a:lnTo>
                    <a:pt x="47463" y="287596"/>
                  </a:lnTo>
                  <a:lnTo>
                    <a:pt x="44952" y="283054"/>
                  </a:lnTo>
                  <a:lnTo>
                    <a:pt x="42525" y="277986"/>
                  </a:lnTo>
                  <a:lnTo>
                    <a:pt x="41497" y="276145"/>
                  </a:lnTo>
                  <a:lnTo>
                    <a:pt x="38523" y="271884"/>
                  </a:lnTo>
                  <a:lnTo>
                    <a:pt x="35585" y="267677"/>
                  </a:lnTo>
                  <a:lnTo>
                    <a:pt x="33265" y="263918"/>
                  </a:lnTo>
                  <a:lnTo>
                    <a:pt x="32048" y="262762"/>
                  </a:lnTo>
                  <a:lnTo>
                    <a:pt x="28304" y="262282"/>
                  </a:lnTo>
                  <a:lnTo>
                    <a:pt x="21167" y="261354"/>
                  </a:lnTo>
                  <a:lnTo>
                    <a:pt x="18641" y="260913"/>
                  </a:lnTo>
                  <a:lnTo>
                    <a:pt x="16617" y="262031"/>
                  </a:lnTo>
                  <a:lnTo>
                    <a:pt x="14586" y="262906"/>
                  </a:lnTo>
                  <a:lnTo>
                    <a:pt x="12661" y="261278"/>
                  </a:lnTo>
                  <a:lnTo>
                    <a:pt x="11139" y="258600"/>
                  </a:lnTo>
                  <a:lnTo>
                    <a:pt x="10340" y="256347"/>
                  </a:lnTo>
                  <a:lnTo>
                    <a:pt x="10728" y="254042"/>
                  </a:lnTo>
                  <a:lnTo>
                    <a:pt x="10888" y="250634"/>
                  </a:lnTo>
                  <a:lnTo>
                    <a:pt x="9724" y="247270"/>
                  </a:lnTo>
                  <a:lnTo>
                    <a:pt x="8438" y="245604"/>
                  </a:lnTo>
                  <a:lnTo>
                    <a:pt x="5212" y="244349"/>
                  </a:lnTo>
                  <a:lnTo>
                    <a:pt x="1103" y="241511"/>
                  </a:lnTo>
                  <a:lnTo>
                    <a:pt x="0" y="236314"/>
                  </a:lnTo>
                  <a:lnTo>
                    <a:pt x="1994" y="228843"/>
                  </a:lnTo>
                  <a:lnTo>
                    <a:pt x="5204" y="223532"/>
                  </a:lnTo>
                  <a:lnTo>
                    <a:pt x="7540" y="221303"/>
                  </a:lnTo>
                  <a:lnTo>
                    <a:pt x="8651" y="219355"/>
                  </a:lnTo>
                  <a:lnTo>
                    <a:pt x="9017" y="217666"/>
                  </a:lnTo>
                  <a:lnTo>
                    <a:pt x="8735" y="216053"/>
                  </a:lnTo>
                  <a:lnTo>
                    <a:pt x="7350" y="214333"/>
                  </a:lnTo>
                  <a:lnTo>
                    <a:pt x="5204" y="212659"/>
                  </a:lnTo>
                  <a:lnTo>
                    <a:pt x="4116" y="210597"/>
                  </a:lnTo>
                  <a:lnTo>
                    <a:pt x="4565" y="206169"/>
                  </a:lnTo>
                  <a:lnTo>
                    <a:pt x="5988" y="199770"/>
                  </a:lnTo>
                  <a:lnTo>
                    <a:pt x="8179" y="194634"/>
                  </a:lnTo>
                  <a:lnTo>
                    <a:pt x="11117" y="191781"/>
                  </a:lnTo>
                  <a:lnTo>
                    <a:pt x="13650" y="189735"/>
                  </a:lnTo>
                  <a:lnTo>
                    <a:pt x="14647" y="187825"/>
                  </a:lnTo>
                  <a:lnTo>
                    <a:pt x="14700" y="185109"/>
                  </a:lnTo>
                  <a:lnTo>
                    <a:pt x="14639" y="182545"/>
                  </a:lnTo>
                  <a:lnTo>
                    <a:pt x="15316" y="180681"/>
                  </a:lnTo>
                  <a:lnTo>
                    <a:pt x="16381" y="179197"/>
                  </a:lnTo>
                  <a:lnTo>
                    <a:pt x="17508" y="177865"/>
                  </a:lnTo>
                  <a:lnTo>
                    <a:pt x="19090" y="176374"/>
                  </a:lnTo>
                  <a:lnTo>
                    <a:pt x="21145" y="176009"/>
                  </a:lnTo>
                  <a:lnTo>
                    <a:pt x="23404" y="177196"/>
                  </a:lnTo>
                  <a:lnTo>
                    <a:pt x="26478" y="180384"/>
                  </a:lnTo>
                  <a:lnTo>
                    <a:pt x="30982" y="186661"/>
                  </a:lnTo>
                  <a:lnTo>
                    <a:pt x="33554" y="190762"/>
                  </a:lnTo>
                  <a:lnTo>
                    <a:pt x="34482" y="192025"/>
                  </a:lnTo>
                  <a:lnTo>
                    <a:pt x="36833" y="194459"/>
                  </a:lnTo>
                  <a:lnTo>
                    <a:pt x="38956" y="195441"/>
                  </a:lnTo>
                  <a:lnTo>
                    <a:pt x="42494" y="193919"/>
                  </a:lnTo>
                  <a:lnTo>
                    <a:pt x="45887" y="192147"/>
                  </a:lnTo>
                  <a:lnTo>
                    <a:pt x="46983" y="191020"/>
                  </a:lnTo>
                  <a:lnTo>
                    <a:pt x="47683" y="189339"/>
                  </a:lnTo>
                  <a:lnTo>
                    <a:pt x="47143" y="186463"/>
                  </a:lnTo>
                  <a:lnTo>
                    <a:pt x="46435" y="184584"/>
                  </a:lnTo>
                  <a:lnTo>
                    <a:pt x="45682" y="182187"/>
                  </a:lnTo>
                  <a:lnTo>
                    <a:pt x="44640" y="178010"/>
                  </a:lnTo>
                  <a:lnTo>
                    <a:pt x="43902" y="171436"/>
                  </a:lnTo>
                  <a:lnTo>
                    <a:pt x="43027" y="169344"/>
                  </a:lnTo>
                  <a:lnTo>
                    <a:pt x="43666" y="169100"/>
                  </a:lnTo>
                  <a:lnTo>
                    <a:pt x="45370" y="169534"/>
                  </a:lnTo>
                  <a:lnTo>
                    <a:pt x="46945" y="169724"/>
                  </a:lnTo>
                  <a:lnTo>
                    <a:pt x="49197" y="168271"/>
                  </a:lnTo>
                  <a:lnTo>
                    <a:pt x="52286" y="165532"/>
                  </a:lnTo>
                  <a:lnTo>
                    <a:pt x="57940" y="161294"/>
                  </a:lnTo>
                  <a:lnTo>
                    <a:pt x="59134" y="158494"/>
                  </a:lnTo>
                  <a:lnTo>
                    <a:pt x="60100" y="155374"/>
                  </a:lnTo>
                  <a:lnTo>
                    <a:pt x="61668" y="153457"/>
                  </a:lnTo>
                  <a:lnTo>
                    <a:pt x="65266" y="152826"/>
                  </a:lnTo>
                  <a:lnTo>
                    <a:pt x="68599" y="151821"/>
                  </a:lnTo>
                  <a:lnTo>
                    <a:pt x="70950" y="149599"/>
                  </a:lnTo>
                  <a:lnTo>
                    <a:pt x="74633" y="147644"/>
                  </a:lnTo>
                  <a:lnTo>
                    <a:pt x="77661" y="146457"/>
                  </a:lnTo>
                  <a:lnTo>
                    <a:pt x="78992" y="145362"/>
                  </a:lnTo>
                  <a:lnTo>
                    <a:pt x="79943" y="143718"/>
                  </a:lnTo>
                  <a:lnTo>
                    <a:pt x="83413" y="139077"/>
                  </a:lnTo>
                  <a:lnTo>
                    <a:pt x="86137" y="136216"/>
                  </a:lnTo>
                  <a:lnTo>
                    <a:pt x="88534" y="133264"/>
                  </a:lnTo>
                  <a:lnTo>
                    <a:pt x="89332" y="131407"/>
                  </a:lnTo>
                  <a:lnTo>
                    <a:pt x="91227" y="131750"/>
                  </a:lnTo>
                  <a:lnTo>
                    <a:pt x="94118" y="133036"/>
                  </a:lnTo>
                  <a:lnTo>
                    <a:pt x="97222" y="134207"/>
                  </a:lnTo>
                  <a:lnTo>
                    <a:pt x="99497" y="136026"/>
                  </a:lnTo>
                  <a:lnTo>
                    <a:pt x="99947" y="137882"/>
                  </a:lnTo>
                  <a:lnTo>
                    <a:pt x="100167" y="139343"/>
                  </a:lnTo>
                  <a:lnTo>
                    <a:pt x="101088" y="140096"/>
                  </a:lnTo>
                  <a:lnTo>
                    <a:pt x="102191" y="140241"/>
                  </a:lnTo>
                  <a:lnTo>
                    <a:pt x="103850" y="139876"/>
                  </a:lnTo>
                  <a:lnTo>
                    <a:pt x="106748" y="139807"/>
                  </a:lnTo>
                  <a:lnTo>
                    <a:pt x="110301" y="137403"/>
                  </a:lnTo>
                  <a:lnTo>
                    <a:pt x="115247" y="133340"/>
                  </a:lnTo>
                  <a:lnTo>
                    <a:pt x="119774" y="132077"/>
                  </a:lnTo>
                  <a:lnTo>
                    <a:pt x="122156" y="133043"/>
                  </a:lnTo>
                  <a:lnTo>
                    <a:pt x="124126" y="136033"/>
                  </a:lnTo>
                  <a:lnTo>
                    <a:pt x="125686" y="138841"/>
                  </a:lnTo>
                  <a:lnTo>
                    <a:pt x="127292" y="139883"/>
                  </a:lnTo>
                  <a:lnTo>
                    <a:pt x="128288" y="139914"/>
                  </a:lnTo>
                  <a:lnTo>
                    <a:pt x="128654" y="139959"/>
                  </a:lnTo>
                  <a:lnTo>
                    <a:pt x="130647" y="139320"/>
                  </a:lnTo>
                  <a:lnTo>
                    <a:pt x="130799" y="139328"/>
                  </a:lnTo>
                  <a:lnTo>
                    <a:pt x="132618" y="139442"/>
                  </a:lnTo>
                  <a:lnTo>
                    <a:pt x="134368" y="140393"/>
                  </a:lnTo>
                  <a:lnTo>
                    <a:pt x="137266" y="140500"/>
                  </a:lnTo>
                  <a:lnTo>
                    <a:pt x="141307" y="139777"/>
                  </a:lnTo>
                  <a:lnTo>
                    <a:pt x="141733" y="139480"/>
                  </a:lnTo>
                  <a:lnTo>
                    <a:pt x="143673" y="139868"/>
                  </a:lnTo>
                  <a:lnTo>
                    <a:pt x="146032" y="141162"/>
                  </a:lnTo>
                  <a:lnTo>
                    <a:pt x="147865" y="142699"/>
                  </a:lnTo>
                  <a:lnTo>
                    <a:pt x="151152" y="147735"/>
                  </a:lnTo>
                  <a:lnTo>
                    <a:pt x="153039" y="149029"/>
                  </a:lnTo>
                  <a:lnTo>
                    <a:pt x="156889" y="150817"/>
                  </a:lnTo>
                  <a:lnTo>
                    <a:pt x="158692" y="152377"/>
                  </a:lnTo>
                  <a:lnTo>
                    <a:pt x="160792" y="154903"/>
                  </a:lnTo>
                  <a:lnTo>
                    <a:pt x="161888" y="156432"/>
                  </a:lnTo>
                  <a:lnTo>
                    <a:pt x="164170" y="159194"/>
                  </a:lnTo>
                  <a:lnTo>
                    <a:pt x="166810" y="163706"/>
                  </a:lnTo>
                  <a:lnTo>
                    <a:pt x="167282" y="167289"/>
                  </a:lnTo>
                  <a:lnTo>
                    <a:pt x="167883" y="170310"/>
                  </a:lnTo>
                  <a:lnTo>
                    <a:pt x="168865" y="171740"/>
                  </a:lnTo>
                  <a:lnTo>
                    <a:pt x="169671" y="171915"/>
                  </a:lnTo>
                  <a:lnTo>
                    <a:pt x="170538" y="171421"/>
                  </a:lnTo>
                  <a:lnTo>
                    <a:pt x="171391" y="170044"/>
                  </a:lnTo>
                  <a:lnTo>
                    <a:pt x="171687" y="167746"/>
                  </a:lnTo>
                  <a:lnTo>
                    <a:pt x="171429" y="163675"/>
                  </a:lnTo>
                  <a:lnTo>
                    <a:pt x="170752" y="160343"/>
                  </a:lnTo>
                  <a:lnTo>
                    <a:pt x="169884" y="159285"/>
                  </a:lnTo>
                  <a:lnTo>
                    <a:pt x="169466" y="158114"/>
                  </a:lnTo>
                  <a:lnTo>
                    <a:pt x="170036" y="156622"/>
                  </a:lnTo>
                  <a:lnTo>
                    <a:pt x="171505" y="155899"/>
                  </a:lnTo>
                  <a:lnTo>
                    <a:pt x="173331" y="156356"/>
                  </a:lnTo>
                  <a:lnTo>
                    <a:pt x="176336" y="158273"/>
                  </a:lnTo>
                  <a:lnTo>
                    <a:pt x="179471" y="160685"/>
                  </a:lnTo>
                  <a:lnTo>
                    <a:pt x="183329" y="164900"/>
                  </a:lnTo>
                  <a:lnTo>
                    <a:pt x="186867" y="167571"/>
                  </a:lnTo>
                  <a:lnTo>
                    <a:pt x="190739" y="169701"/>
                  </a:lnTo>
                  <a:lnTo>
                    <a:pt x="193813" y="170333"/>
                  </a:lnTo>
                  <a:lnTo>
                    <a:pt x="196195" y="169694"/>
                  </a:lnTo>
                  <a:lnTo>
                    <a:pt x="199002" y="167959"/>
                  </a:lnTo>
                  <a:lnTo>
                    <a:pt x="201574" y="165950"/>
                  </a:lnTo>
                  <a:lnTo>
                    <a:pt x="202746" y="163843"/>
                  </a:lnTo>
                  <a:lnTo>
                    <a:pt x="203583" y="161537"/>
                  </a:lnTo>
                  <a:lnTo>
                    <a:pt x="207463" y="158456"/>
                  </a:lnTo>
                  <a:lnTo>
                    <a:pt x="211009" y="155633"/>
                  </a:lnTo>
                  <a:lnTo>
                    <a:pt x="212622" y="156143"/>
                  </a:lnTo>
                  <a:lnTo>
                    <a:pt x="213756" y="156942"/>
                  </a:lnTo>
                  <a:lnTo>
                    <a:pt x="217392" y="155222"/>
                  </a:lnTo>
                  <a:lnTo>
                    <a:pt x="218655" y="154750"/>
                  </a:lnTo>
                  <a:lnTo>
                    <a:pt x="222117" y="154081"/>
                  </a:lnTo>
                  <a:lnTo>
                    <a:pt x="225693" y="155070"/>
                  </a:lnTo>
                  <a:lnTo>
                    <a:pt x="228546" y="158098"/>
                  </a:lnTo>
                  <a:lnTo>
                    <a:pt x="231308" y="160046"/>
                  </a:lnTo>
                  <a:lnTo>
                    <a:pt x="233781" y="159818"/>
                  </a:lnTo>
                  <a:lnTo>
                    <a:pt x="235828" y="158821"/>
                  </a:lnTo>
                  <a:lnTo>
                    <a:pt x="237182" y="156934"/>
                  </a:lnTo>
                  <a:lnTo>
                    <a:pt x="238209" y="154705"/>
                  </a:lnTo>
                  <a:lnTo>
                    <a:pt x="239579" y="153274"/>
                  </a:lnTo>
                  <a:lnTo>
                    <a:pt x="239784" y="153183"/>
                  </a:lnTo>
                  <a:lnTo>
                    <a:pt x="244190" y="153959"/>
                  </a:lnTo>
                  <a:lnTo>
                    <a:pt x="246952" y="153845"/>
                  </a:lnTo>
                  <a:lnTo>
                    <a:pt x="247248" y="153526"/>
                  </a:lnTo>
                  <a:lnTo>
                    <a:pt x="250893" y="154134"/>
                  </a:lnTo>
                  <a:lnTo>
                    <a:pt x="254918" y="157276"/>
                  </a:lnTo>
                  <a:lnTo>
                    <a:pt x="257413" y="160754"/>
                  </a:lnTo>
                  <a:lnTo>
                    <a:pt x="260609" y="165174"/>
                  </a:lnTo>
                  <a:lnTo>
                    <a:pt x="262093" y="166612"/>
                  </a:lnTo>
                  <a:lnTo>
                    <a:pt x="264253" y="167229"/>
                  </a:lnTo>
                  <a:lnTo>
                    <a:pt x="265950" y="167495"/>
                  </a:lnTo>
                  <a:lnTo>
                    <a:pt x="268225" y="168180"/>
                  </a:lnTo>
                  <a:lnTo>
                    <a:pt x="274236" y="169100"/>
                  </a:lnTo>
                  <a:lnTo>
                    <a:pt x="275149" y="169640"/>
                  </a:lnTo>
                  <a:lnTo>
                    <a:pt x="275765" y="170363"/>
                  </a:lnTo>
                  <a:lnTo>
                    <a:pt x="275210" y="172768"/>
                  </a:lnTo>
                  <a:lnTo>
                    <a:pt x="275742" y="173376"/>
                  </a:lnTo>
                  <a:lnTo>
                    <a:pt x="280619" y="171664"/>
                  </a:lnTo>
                  <a:lnTo>
                    <a:pt x="281928" y="170386"/>
                  </a:lnTo>
                  <a:lnTo>
                    <a:pt x="283533" y="166749"/>
                  </a:lnTo>
                  <a:lnTo>
                    <a:pt x="284972" y="163082"/>
                  </a:lnTo>
                  <a:lnTo>
                    <a:pt x="286044" y="161720"/>
                  </a:lnTo>
                  <a:lnTo>
                    <a:pt x="287178" y="161362"/>
                  </a:lnTo>
                  <a:lnTo>
                    <a:pt x="288319" y="161910"/>
                  </a:lnTo>
                  <a:lnTo>
                    <a:pt x="289917" y="164079"/>
                  </a:lnTo>
                  <a:lnTo>
                    <a:pt x="292078" y="166285"/>
                  </a:lnTo>
                  <a:lnTo>
                    <a:pt x="295000" y="167122"/>
                  </a:lnTo>
                  <a:lnTo>
                    <a:pt x="296780" y="167457"/>
                  </a:lnTo>
                  <a:lnTo>
                    <a:pt x="299542" y="167639"/>
                  </a:lnTo>
                  <a:lnTo>
                    <a:pt x="306040" y="166567"/>
                  </a:lnTo>
                  <a:lnTo>
                    <a:pt x="312119" y="163896"/>
                  </a:lnTo>
                  <a:lnTo>
                    <a:pt x="315588" y="160989"/>
                  </a:lnTo>
                  <a:lnTo>
                    <a:pt x="317201" y="156622"/>
                  </a:lnTo>
                  <a:lnTo>
                    <a:pt x="318214" y="151646"/>
                  </a:lnTo>
                  <a:lnTo>
                    <a:pt x="319766" y="148496"/>
                  </a:lnTo>
                  <a:lnTo>
                    <a:pt x="319119" y="145270"/>
                  </a:lnTo>
                  <a:lnTo>
                    <a:pt x="316060" y="142196"/>
                  </a:lnTo>
                  <a:lnTo>
                    <a:pt x="315026" y="141268"/>
                  </a:lnTo>
                  <a:lnTo>
                    <a:pt x="307584" y="139541"/>
                  </a:lnTo>
                  <a:lnTo>
                    <a:pt x="307128" y="138293"/>
                  </a:lnTo>
                  <a:lnTo>
                    <a:pt x="306702" y="138004"/>
                  </a:lnTo>
                  <a:lnTo>
                    <a:pt x="299367" y="135265"/>
                  </a:lnTo>
                  <a:lnTo>
                    <a:pt x="295837" y="134093"/>
                  </a:lnTo>
                  <a:lnTo>
                    <a:pt x="294840" y="132282"/>
                  </a:lnTo>
                  <a:lnTo>
                    <a:pt x="294186" y="129909"/>
                  </a:lnTo>
                  <a:lnTo>
                    <a:pt x="291895" y="127786"/>
                  </a:lnTo>
                  <a:lnTo>
                    <a:pt x="287346" y="125853"/>
                  </a:lnTo>
                  <a:lnTo>
                    <a:pt x="286554" y="124377"/>
                  </a:lnTo>
                  <a:lnTo>
                    <a:pt x="287308" y="122886"/>
                  </a:lnTo>
                  <a:lnTo>
                    <a:pt x="290899" y="121227"/>
                  </a:lnTo>
                  <a:lnTo>
                    <a:pt x="295000" y="117727"/>
                  </a:lnTo>
                  <a:lnTo>
                    <a:pt x="296574" y="117004"/>
                  </a:lnTo>
                  <a:lnTo>
                    <a:pt x="300219" y="116845"/>
                  </a:lnTo>
                  <a:lnTo>
                    <a:pt x="303597" y="113976"/>
                  </a:lnTo>
                  <a:lnTo>
                    <a:pt x="305925" y="112333"/>
                  </a:lnTo>
                  <a:lnTo>
                    <a:pt x="307143" y="110377"/>
                  </a:lnTo>
                  <a:lnTo>
                    <a:pt x="306824" y="108353"/>
                  </a:lnTo>
                  <a:lnTo>
                    <a:pt x="303445" y="102229"/>
                  </a:lnTo>
                  <a:lnTo>
                    <a:pt x="302441" y="98508"/>
                  </a:lnTo>
                  <a:lnTo>
                    <a:pt x="303042" y="96081"/>
                  </a:lnTo>
                  <a:lnTo>
                    <a:pt x="304982" y="93456"/>
                  </a:lnTo>
                  <a:lnTo>
                    <a:pt x="306085" y="92018"/>
                  </a:lnTo>
                  <a:lnTo>
                    <a:pt x="307409" y="89431"/>
                  </a:lnTo>
                  <a:lnTo>
                    <a:pt x="308277" y="88046"/>
                  </a:lnTo>
                  <a:lnTo>
                    <a:pt x="311685" y="87460"/>
                  </a:lnTo>
                  <a:lnTo>
                    <a:pt x="315817" y="87217"/>
                  </a:lnTo>
                  <a:lnTo>
                    <a:pt x="318655" y="87833"/>
                  </a:lnTo>
                  <a:lnTo>
                    <a:pt x="322619" y="88153"/>
                  </a:lnTo>
                  <a:lnTo>
                    <a:pt x="326233" y="88632"/>
                  </a:lnTo>
                  <a:lnTo>
                    <a:pt x="328059" y="89058"/>
                  </a:lnTo>
                  <a:lnTo>
                    <a:pt x="329405" y="88267"/>
                  </a:lnTo>
                  <a:lnTo>
                    <a:pt x="330380" y="86875"/>
                  </a:lnTo>
                  <a:lnTo>
                    <a:pt x="330349" y="85033"/>
                  </a:lnTo>
                  <a:lnTo>
                    <a:pt x="328926" y="83245"/>
                  </a:lnTo>
                  <a:lnTo>
                    <a:pt x="323623" y="80894"/>
                  </a:lnTo>
                  <a:lnTo>
                    <a:pt x="321348" y="78954"/>
                  </a:lnTo>
                  <a:lnTo>
                    <a:pt x="319568" y="79167"/>
                  </a:lnTo>
                  <a:lnTo>
                    <a:pt x="316585" y="78558"/>
                  </a:lnTo>
                  <a:lnTo>
                    <a:pt x="313892" y="77288"/>
                  </a:lnTo>
                  <a:lnTo>
                    <a:pt x="311510" y="76862"/>
                  </a:lnTo>
                  <a:lnTo>
                    <a:pt x="310734" y="75096"/>
                  </a:lnTo>
                  <a:lnTo>
                    <a:pt x="311221" y="72616"/>
                  </a:lnTo>
                  <a:lnTo>
                    <a:pt x="312142" y="71193"/>
                  </a:lnTo>
                  <a:lnTo>
                    <a:pt x="313899" y="70486"/>
                  </a:lnTo>
                  <a:lnTo>
                    <a:pt x="315809" y="70843"/>
                  </a:lnTo>
                  <a:lnTo>
                    <a:pt x="317886" y="69808"/>
                  </a:lnTo>
                  <a:lnTo>
                    <a:pt x="318487" y="69200"/>
                  </a:lnTo>
                  <a:lnTo>
                    <a:pt x="318662" y="68416"/>
                  </a:lnTo>
                  <a:lnTo>
                    <a:pt x="318327" y="67298"/>
                  </a:lnTo>
                  <a:lnTo>
                    <a:pt x="317361" y="66377"/>
                  </a:lnTo>
                  <a:lnTo>
                    <a:pt x="315992" y="66133"/>
                  </a:lnTo>
                  <a:lnTo>
                    <a:pt x="314417" y="66917"/>
                  </a:lnTo>
                  <a:lnTo>
                    <a:pt x="312530" y="67427"/>
                  </a:lnTo>
                  <a:lnTo>
                    <a:pt x="309342" y="66278"/>
                  </a:lnTo>
                  <a:lnTo>
                    <a:pt x="306801" y="64893"/>
                  </a:lnTo>
                  <a:lnTo>
                    <a:pt x="306930" y="63615"/>
                  </a:lnTo>
                  <a:lnTo>
                    <a:pt x="308809" y="61705"/>
                  </a:lnTo>
                  <a:lnTo>
                    <a:pt x="309654" y="60153"/>
                  </a:lnTo>
                  <a:lnTo>
                    <a:pt x="309654" y="58008"/>
                  </a:lnTo>
                  <a:lnTo>
                    <a:pt x="309654" y="55497"/>
                  </a:lnTo>
                  <a:lnTo>
                    <a:pt x="310308" y="52552"/>
                  </a:lnTo>
                  <a:lnTo>
                    <a:pt x="312172" y="50536"/>
                  </a:lnTo>
                  <a:lnTo>
                    <a:pt x="314363" y="49456"/>
                  </a:lnTo>
                  <a:lnTo>
                    <a:pt x="320009" y="51426"/>
                  </a:lnTo>
                  <a:lnTo>
                    <a:pt x="327070" y="53184"/>
                  </a:lnTo>
                  <a:lnTo>
                    <a:pt x="328280" y="52895"/>
                  </a:lnTo>
                  <a:lnTo>
                    <a:pt x="328637" y="51966"/>
                  </a:lnTo>
                  <a:lnTo>
                    <a:pt x="329443" y="51145"/>
                  </a:lnTo>
                  <a:lnTo>
                    <a:pt x="339244" y="50764"/>
                  </a:lnTo>
                  <a:lnTo>
                    <a:pt x="341146" y="49631"/>
                  </a:lnTo>
                  <a:lnTo>
                    <a:pt x="342097" y="48725"/>
                  </a:lnTo>
                  <a:lnTo>
                    <a:pt x="351516" y="47424"/>
                  </a:lnTo>
                  <a:lnTo>
                    <a:pt x="352635" y="46184"/>
                  </a:lnTo>
                  <a:lnTo>
                    <a:pt x="354019" y="45027"/>
                  </a:lnTo>
                  <a:lnTo>
                    <a:pt x="356188" y="45050"/>
                  </a:lnTo>
                  <a:lnTo>
                    <a:pt x="358767" y="44586"/>
                  </a:lnTo>
                  <a:lnTo>
                    <a:pt x="362366" y="43171"/>
                  </a:lnTo>
                  <a:lnTo>
                    <a:pt x="364915" y="42395"/>
                  </a:lnTo>
                  <a:lnTo>
                    <a:pt x="365341" y="42334"/>
                  </a:lnTo>
                  <a:lnTo>
                    <a:pt x="368034" y="42646"/>
                  </a:lnTo>
                  <a:lnTo>
                    <a:pt x="371375" y="41528"/>
                  </a:lnTo>
                  <a:lnTo>
                    <a:pt x="372097" y="41063"/>
                  </a:lnTo>
                  <a:lnTo>
                    <a:pt x="372637" y="40219"/>
                  </a:lnTo>
                  <a:lnTo>
                    <a:pt x="375551" y="38591"/>
                  </a:lnTo>
                  <a:lnTo>
                    <a:pt x="381144" y="37251"/>
                  </a:lnTo>
                  <a:lnTo>
                    <a:pt x="382506" y="38050"/>
                  </a:lnTo>
                  <a:lnTo>
                    <a:pt x="385176" y="38416"/>
                  </a:lnTo>
                  <a:lnTo>
                    <a:pt x="388578" y="37815"/>
                  </a:lnTo>
                  <a:lnTo>
                    <a:pt x="391088" y="36787"/>
                  </a:lnTo>
                  <a:lnTo>
                    <a:pt x="392549" y="37807"/>
                  </a:lnTo>
                  <a:lnTo>
                    <a:pt x="394535" y="38857"/>
                  </a:lnTo>
                  <a:lnTo>
                    <a:pt x="396018" y="37967"/>
                  </a:lnTo>
                  <a:lnTo>
                    <a:pt x="396757" y="35159"/>
                  </a:lnTo>
                  <a:lnTo>
                    <a:pt x="397715" y="32413"/>
                  </a:lnTo>
                  <a:lnTo>
                    <a:pt x="399397" y="31111"/>
                  </a:lnTo>
                  <a:lnTo>
                    <a:pt x="400728" y="30632"/>
                  </a:lnTo>
                  <a:lnTo>
                    <a:pt x="401931" y="29574"/>
                  </a:lnTo>
                  <a:lnTo>
                    <a:pt x="402836" y="28471"/>
                  </a:lnTo>
                  <a:lnTo>
                    <a:pt x="407759" y="28639"/>
                  </a:lnTo>
                  <a:lnTo>
                    <a:pt x="412164" y="25892"/>
                  </a:lnTo>
                  <a:lnTo>
                    <a:pt x="413031" y="27140"/>
                  </a:lnTo>
                  <a:lnTo>
                    <a:pt x="418753" y="26851"/>
                  </a:lnTo>
                  <a:lnTo>
                    <a:pt x="425859" y="25078"/>
                  </a:lnTo>
                  <a:lnTo>
                    <a:pt x="430113" y="24249"/>
                  </a:lnTo>
                  <a:lnTo>
                    <a:pt x="437455" y="22392"/>
                  </a:lnTo>
                  <a:lnTo>
                    <a:pt x="440848" y="20885"/>
                  </a:lnTo>
                  <a:lnTo>
                    <a:pt x="445710" y="19934"/>
                  </a:lnTo>
                  <a:lnTo>
                    <a:pt x="450169" y="19272"/>
                  </a:lnTo>
                  <a:lnTo>
                    <a:pt x="453083" y="16632"/>
                  </a:lnTo>
                  <a:lnTo>
                    <a:pt x="455434" y="16259"/>
                  </a:lnTo>
                  <a:lnTo>
                    <a:pt x="458295" y="16039"/>
                  </a:lnTo>
                  <a:lnTo>
                    <a:pt x="460045" y="15407"/>
                  </a:lnTo>
                  <a:lnTo>
                    <a:pt x="461186" y="14433"/>
                  </a:lnTo>
                  <a:lnTo>
                    <a:pt x="461924" y="12600"/>
                  </a:lnTo>
                  <a:lnTo>
                    <a:pt x="461521" y="10256"/>
                  </a:lnTo>
                  <a:lnTo>
                    <a:pt x="461110" y="8552"/>
                  </a:lnTo>
                  <a:lnTo>
                    <a:pt x="463157" y="7601"/>
                  </a:lnTo>
                  <a:lnTo>
                    <a:pt x="466078" y="7304"/>
                  </a:lnTo>
                  <a:lnTo>
                    <a:pt x="467920" y="6916"/>
                  </a:lnTo>
                  <a:lnTo>
                    <a:pt x="471937" y="3036"/>
                  </a:lnTo>
                  <a:lnTo>
                    <a:pt x="474707" y="1172"/>
                  </a:lnTo>
                  <a:lnTo>
                    <a:pt x="477575" y="0"/>
                  </a:lnTo>
                  <a:lnTo>
                    <a:pt x="483334" y="639"/>
                  </a:lnTo>
                  <a:lnTo>
                    <a:pt x="488592" y="1225"/>
                  </a:lnTo>
                  <a:lnTo>
                    <a:pt x="493865" y="3081"/>
                  </a:lnTo>
                  <a:lnTo>
                    <a:pt x="496634" y="5394"/>
                  </a:lnTo>
                  <a:lnTo>
                    <a:pt x="499016" y="7137"/>
                  </a:lnTo>
                  <a:lnTo>
                    <a:pt x="501268" y="7966"/>
                  </a:lnTo>
                  <a:lnTo>
                    <a:pt x="503307" y="8499"/>
                  </a:lnTo>
                  <a:lnTo>
                    <a:pt x="505674" y="7707"/>
                  </a:lnTo>
                  <a:lnTo>
                    <a:pt x="507347" y="6642"/>
                  </a:lnTo>
                  <a:lnTo>
                    <a:pt x="508321" y="5113"/>
                  </a:lnTo>
                  <a:lnTo>
                    <a:pt x="509797" y="4017"/>
                  </a:lnTo>
                  <a:lnTo>
                    <a:pt x="515176" y="3165"/>
                  </a:lnTo>
                  <a:lnTo>
                    <a:pt x="516287" y="4816"/>
                  </a:lnTo>
                  <a:lnTo>
                    <a:pt x="518844" y="9785"/>
                  </a:lnTo>
                  <a:lnTo>
                    <a:pt x="520586" y="16381"/>
                  </a:lnTo>
                  <a:lnTo>
                    <a:pt x="523455" y="25093"/>
                  </a:lnTo>
                  <a:lnTo>
                    <a:pt x="524718" y="29361"/>
                  </a:lnTo>
                  <a:lnTo>
                    <a:pt x="524162" y="31591"/>
                  </a:lnTo>
                  <a:lnTo>
                    <a:pt x="524170" y="34642"/>
                  </a:lnTo>
                  <a:lnTo>
                    <a:pt x="524010" y="37990"/>
                  </a:lnTo>
                  <a:lnTo>
                    <a:pt x="521895" y="41771"/>
                  </a:lnTo>
                  <a:lnTo>
                    <a:pt x="522755" y="43529"/>
                  </a:lnTo>
                  <a:lnTo>
                    <a:pt x="527951" y="45484"/>
                  </a:lnTo>
                  <a:lnTo>
                    <a:pt x="535225" y="44769"/>
                  </a:lnTo>
                  <a:lnTo>
                    <a:pt x="539714" y="43186"/>
                  </a:lnTo>
                  <a:lnTo>
                    <a:pt x="542217" y="43764"/>
                  </a:lnTo>
                  <a:lnTo>
                    <a:pt x="543526" y="42813"/>
                  </a:lnTo>
                  <a:lnTo>
                    <a:pt x="544371" y="40013"/>
                  </a:lnTo>
                  <a:lnTo>
                    <a:pt x="546098" y="39382"/>
                  </a:lnTo>
                  <a:lnTo>
                    <a:pt x="547870" y="41337"/>
                  </a:lnTo>
                  <a:lnTo>
                    <a:pt x="549156" y="44639"/>
                  </a:lnTo>
                  <a:lnTo>
                    <a:pt x="550389" y="46762"/>
                  </a:lnTo>
                  <a:lnTo>
                    <a:pt x="550298" y="49288"/>
                  </a:lnTo>
                  <a:lnTo>
                    <a:pt x="550754" y="52522"/>
                  </a:lnTo>
                  <a:lnTo>
                    <a:pt x="551659" y="53336"/>
                  </a:lnTo>
                  <a:lnTo>
                    <a:pt x="553440" y="52111"/>
                  </a:lnTo>
                  <a:lnTo>
                    <a:pt x="554627" y="51381"/>
                  </a:lnTo>
                  <a:lnTo>
                    <a:pt x="554908" y="50399"/>
                  </a:lnTo>
                  <a:lnTo>
                    <a:pt x="554406" y="49189"/>
                  </a:lnTo>
                  <a:lnTo>
                    <a:pt x="554170" y="47957"/>
                  </a:lnTo>
                  <a:lnTo>
                    <a:pt x="554566" y="46823"/>
                  </a:lnTo>
                  <a:lnTo>
                    <a:pt x="555411" y="46359"/>
                  </a:lnTo>
                  <a:lnTo>
                    <a:pt x="557944" y="46716"/>
                  </a:lnTo>
                  <a:lnTo>
                    <a:pt x="561634" y="47340"/>
                  </a:lnTo>
                  <a:lnTo>
                    <a:pt x="566017" y="51936"/>
                  </a:lnTo>
                  <a:lnTo>
                    <a:pt x="568383" y="52765"/>
                  </a:lnTo>
                  <a:lnTo>
                    <a:pt x="569380" y="52849"/>
                  </a:lnTo>
                  <a:lnTo>
                    <a:pt x="571602" y="52583"/>
                  </a:lnTo>
                  <a:lnTo>
                    <a:pt x="574272" y="51267"/>
                  </a:lnTo>
                  <a:lnTo>
                    <a:pt x="576068" y="49608"/>
                  </a:lnTo>
                  <a:lnTo>
                    <a:pt x="576669" y="48794"/>
                  </a:lnTo>
                  <a:lnTo>
                    <a:pt x="577704" y="48938"/>
                  </a:lnTo>
                  <a:lnTo>
                    <a:pt x="578685" y="49707"/>
                  </a:lnTo>
                  <a:lnTo>
                    <a:pt x="578754" y="51381"/>
                  </a:lnTo>
                  <a:lnTo>
                    <a:pt x="577970" y="53800"/>
                  </a:lnTo>
                  <a:lnTo>
                    <a:pt x="575307" y="56014"/>
                  </a:lnTo>
                  <a:lnTo>
                    <a:pt x="571997" y="58068"/>
                  </a:lnTo>
                  <a:lnTo>
                    <a:pt x="569988" y="61827"/>
                  </a:lnTo>
                  <a:lnTo>
                    <a:pt x="569562" y="65738"/>
                  </a:lnTo>
                  <a:lnTo>
                    <a:pt x="570437" y="67724"/>
                  </a:lnTo>
                  <a:lnTo>
                    <a:pt x="571191" y="69048"/>
                  </a:lnTo>
                  <a:lnTo>
                    <a:pt x="571404" y="70904"/>
                  </a:lnTo>
                  <a:lnTo>
                    <a:pt x="572150" y="71148"/>
                  </a:lnTo>
                  <a:lnTo>
                    <a:pt x="573504" y="70387"/>
                  </a:lnTo>
                  <a:lnTo>
                    <a:pt x="577194" y="66537"/>
                  </a:lnTo>
                  <a:lnTo>
                    <a:pt x="579073" y="65586"/>
                  </a:lnTo>
                  <a:lnTo>
                    <a:pt x="581797" y="64977"/>
                  </a:lnTo>
                  <a:lnTo>
                    <a:pt x="586279" y="65281"/>
                  </a:lnTo>
                  <a:lnTo>
                    <a:pt x="589292" y="66537"/>
                  </a:lnTo>
                  <a:lnTo>
                    <a:pt x="590729" y="68279"/>
                  </a:lnTo>
                  <a:lnTo>
                    <a:pt x="592312" y="69717"/>
                  </a:lnTo>
                  <a:lnTo>
                    <a:pt x="593408" y="69116"/>
                  </a:lnTo>
                  <a:lnTo>
                    <a:pt x="593971" y="67457"/>
                  </a:lnTo>
                  <a:lnTo>
                    <a:pt x="594001" y="65555"/>
                  </a:lnTo>
                  <a:lnTo>
                    <a:pt x="594465" y="63988"/>
                  </a:lnTo>
                  <a:lnTo>
                    <a:pt x="599365" y="60130"/>
                  </a:lnTo>
                  <a:lnTo>
                    <a:pt x="602629" y="57559"/>
                  </a:lnTo>
                  <a:lnTo>
                    <a:pt x="603748" y="57254"/>
                  </a:lnTo>
                  <a:lnTo>
                    <a:pt x="605931" y="57787"/>
                  </a:lnTo>
                  <a:lnTo>
                    <a:pt x="607286" y="57513"/>
                  </a:lnTo>
                  <a:lnTo>
                    <a:pt x="610870" y="55094"/>
                  </a:lnTo>
                  <a:lnTo>
                    <a:pt x="614217" y="52332"/>
                  </a:lnTo>
                  <a:lnTo>
                    <a:pt x="614544" y="50460"/>
                  </a:lnTo>
                  <a:lnTo>
                    <a:pt x="614674" y="48763"/>
                  </a:lnTo>
                  <a:lnTo>
                    <a:pt x="615503" y="47995"/>
                  </a:lnTo>
                  <a:lnTo>
                    <a:pt x="620190" y="47401"/>
                  </a:lnTo>
                  <a:lnTo>
                    <a:pt x="620966" y="47082"/>
                  </a:lnTo>
                  <a:lnTo>
                    <a:pt x="624968" y="45149"/>
                  </a:lnTo>
                  <a:lnTo>
                    <a:pt x="630515" y="41847"/>
                  </a:lnTo>
                  <a:lnTo>
                    <a:pt x="633208" y="39899"/>
                  </a:lnTo>
                  <a:lnTo>
                    <a:pt x="638116" y="39032"/>
                  </a:lnTo>
                  <a:lnTo>
                    <a:pt x="639029" y="38469"/>
                  </a:lnTo>
                  <a:lnTo>
                    <a:pt x="640657" y="37153"/>
                  </a:lnTo>
                  <a:lnTo>
                    <a:pt x="643731" y="35327"/>
                  </a:lnTo>
                  <a:lnTo>
                    <a:pt x="645397" y="35129"/>
                  </a:lnTo>
                  <a:lnTo>
                    <a:pt x="644362" y="39542"/>
                  </a:lnTo>
                  <a:lnTo>
                    <a:pt x="642529" y="44624"/>
                  </a:lnTo>
                  <a:lnTo>
                    <a:pt x="641494" y="45979"/>
                  </a:lnTo>
                  <a:lnTo>
                    <a:pt x="636518" y="45750"/>
                  </a:lnTo>
                  <a:lnTo>
                    <a:pt x="636526" y="47135"/>
                  </a:lnTo>
                  <a:lnTo>
                    <a:pt x="637309" y="49250"/>
                  </a:lnTo>
                  <a:lnTo>
                    <a:pt x="637872" y="50437"/>
                  </a:lnTo>
                  <a:lnTo>
                    <a:pt x="638473" y="51502"/>
                  </a:lnTo>
                  <a:lnTo>
                    <a:pt x="639812" y="53344"/>
                  </a:lnTo>
                  <a:lnTo>
                    <a:pt x="645047" y="57673"/>
                  </a:lnTo>
                  <a:lnTo>
                    <a:pt x="651705" y="63166"/>
                  </a:lnTo>
                  <a:lnTo>
                    <a:pt x="658895" y="69314"/>
                  </a:lnTo>
                  <a:lnTo>
                    <a:pt x="663916" y="73590"/>
                  </a:lnTo>
                  <a:lnTo>
                    <a:pt x="665948" y="75797"/>
                  </a:lnTo>
                  <a:lnTo>
                    <a:pt x="667241" y="77516"/>
                  </a:lnTo>
                  <a:lnTo>
                    <a:pt x="670939" y="83709"/>
                  </a:lnTo>
                  <a:lnTo>
                    <a:pt x="674454" y="89560"/>
                  </a:lnTo>
                  <a:lnTo>
                    <a:pt x="680381" y="99817"/>
                  </a:lnTo>
                  <a:lnTo>
                    <a:pt x="685623" y="109662"/>
                  </a:lnTo>
                  <a:lnTo>
                    <a:pt x="691406" y="120428"/>
                  </a:lnTo>
                  <a:lnTo>
                    <a:pt x="694746" y="126622"/>
                  </a:lnTo>
                  <a:lnTo>
                    <a:pt x="701579" y="139503"/>
                  </a:lnTo>
                  <a:lnTo>
                    <a:pt x="703405" y="143436"/>
                  </a:lnTo>
                  <a:lnTo>
                    <a:pt x="706867" y="150863"/>
                  </a:lnTo>
                  <a:lnTo>
                    <a:pt x="709918" y="157794"/>
                  </a:lnTo>
                  <a:lnTo>
                    <a:pt x="712619" y="163896"/>
                  </a:lnTo>
                  <a:lnTo>
                    <a:pt x="714323" y="164444"/>
                  </a:lnTo>
                  <a:lnTo>
                    <a:pt x="714460" y="162793"/>
                  </a:lnTo>
                  <a:lnTo>
                    <a:pt x="714764" y="161690"/>
                  </a:lnTo>
                  <a:lnTo>
                    <a:pt x="715632" y="161066"/>
                  </a:lnTo>
                  <a:lnTo>
                    <a:pt x="717625" y="159262"/>
                  </a:lnTo>
                  <a:lnTo>
                    <a:pt x="718698" y="158829"/>
                  </a:lnTo>
                  <a:lnTo>
                    <a:pt x="720296" y="159011"/>
                  </a:lnTo>
                  <a:lnTo>
                    <a:pt x="721970" y="158091"/>
                  </a:lnTo>
                  <a:lnTo>
                    <a:pt x="722586" y="156356"/>
                  </a:lnTo>
                  <a:lnTo>
                    <a:pt x="722183" y="153137"/>
                  </a:lnTo>
                  <a:lnTo>
                    <a:pt x="721924" y="151654"/>
                  </a:lnTo>
                  <a:lnTo>
                    <a:pt x="722495" y="150056"/>
                  </a:lnTo>
                  <a:lnTo>
                    <a:pt x="723408" y="149432"/>
                  </a:lnTo>
                  <a:lnTo>
                    <a:pt x="724679" y="148930"/>
                  </a:lnTo>
                  <a:lnTo>
                    <a:pt x="725850" y="148671"/>
                  </a:lnTo>
                  <a:lnTo>
                    <a:pt x="726809" y="146868"/>
                  </a:lnTo>
                  <a:lnTo>
                    <a:pt x="728619" y="146320"/>
                  </a:lnTo>
                  <a:lnTo>
                    <a:pt x="730286" y="146655"/>
                  </a:lnTo>
                  <a:lnTo>
                    <a:pt x="731656" y="146723"/>
                  </a:lnTo>
                  <a:lnTo>
                    <a:pt x="732865" y="148040"/>
                  </a:lnTo>
                  <a:lnTo>
                    <a:pt x="733542" y="149843"/>
                  </a:lnTo>
                  <a:lnTo>
                    <a:pt x="734851" y="149988"/>
                  </a:lnTo>
                  <a:lnTo>
                    <a:pt x="736989" y="149805"/>
                  </a:lnTo>
                  <a:lnTo>
                    <a:pt x="737286" y="151311"/>
                  </a:lnTo>
                  <a:lnTo>
                    <a:pt x="736677" y="153830"/>
                  </a:lnTo>
                  <a:lnTo>
                    <a:pt x="735924" y="155778"/>
                  </a:lnTo>
                  <a:lnTo>
                    <a:pt x="735795" y="157337"/>
                  </a:lnTo>
                  <a:lnTo>
                    <a:pt x="736928" y="158098"/>
                  </a:lnTo>
                  <a:lnTo>
                    <a:pt x="741082" y="157421"/>
                  </a:lnTo>
                  <a:lnTo>
                    <a:pt x="742551" y="157756"/>
                  </a:lnTo>
                  <a:lnTo>
                    <a:pt x="743022" y="159338"/>
                  </a:lnTo>
                  <a:lnTo>
                    <a:pt x="743616" y="160647"/>
                  </a:lnTo>
                  <a:lnTo>
                    <a:pt x="743905" y="162245"/>
                  </a:lnTo>
                  <a:lnTo>
                    <a:pt x="743471" y="164010"/>
                  </a:lnTo>
                  <a:lnTo>
                    <a:pt x="744217" y="165068"/>
                  </a:lnTo>
                  <a:lnTo>
                    <a:pt x="747801" y="165090"/>
                  </a:lnTo>
                  <a:lnTo>
                    <a:pt x="750327" y="164238"/>
                  </a:lnTo>
                  <a:lnTo>
                    <a:pt x="754207" y="164170"/>
                  </a:lnTo>
                  <a:lnTo>
                    <a:pt x="757715" y="166042"/>
                  </a:lnTo>
                  <a:lnTo>
                    <a:pt x="760142" y="165752"/>
                  </a:lnTo>
                  <a:lnTo>
                    <a:pt x="762584" y="164992"/>
                  </a:lnTo>
                  <a:lnTo>
                    <a:pt x="766168" y="165471"/>
                  </a:lnTo>
                  <a:lnTo>
                    <a:pt x="768686" y="163995"/>
                  </a:lnTo>
                  <a:lnTo>
                    <a:pt x="770421" y="162146"/>
                  </a:lnTo>
                  <a:lnTo>
                    <a:pt x="770961" y="160693"/>
                  </a:lnTo>
                  <a:lnTo>
                    <a:pt x="771867" y="159886"/>
                  </a:lnTo>
                  <a:lnTo>
                    <a:pt x="775245" y="159894"/>
                  </a:lnTo>
                  <a:lnTo>
                    <a:pt x="777375" y="159749"/>
                  </a:lnTo>
                  <a:lnTo>
                    <a:pt x="778950" y="157611"/>
                  </a:lnTo>
                  <a:lnTo>
                    <a:pt x="780388" y="156645"/>
                  </a:lnTo>
                  <a:lnTo>
                    <a:pt x="782808" y="156462"/>
                  </a:lnTo>
                  <a:lnTo>
                    <a:pt x="784588" y="156462"/>
                  </a:lnTo>
                  <a:lnTo>
                    <a:pt x="789374" y="158448"/>
                  </a:lnTo>
                  <a:lnTo>
                    <a:pt x="792288" y="160092"/>
                  </a:lnTo>
                  <a:lnTo>
                    <a:pt x="795316" y="162427"/>
                  </a:lnTo>
                  <a:lnTo>
                    <a:pt x="797135" y="163888"/>
                  </a:lnTo>
                  <a:lnTo>
                    <a:pt x="798360" y="167183"/>
                  </a:lnTo>
                  <a:lnTo>
                    <a:pt x="800422" y="169602"/>
                  </a:lnTo>
                  <a:lnTo>
                    <a:pt x="802065" y="172425"/>
                  </a:lnTo>
                  <a:lnTo>
                    <a:pt x="802461" y="175202"/>
                  </a:lnTo>
                  <a:lnTo>
                    <a:pt x="803815" y="180186"/>
                  </a:lnTo>
                  <a:lnTo>
                    <a:pt x="805215" y="181822"/>
                  </a:lnTo>
                  <a:lnTo>
                    <a:pt x="806874" y="181822"/>
                  </a:lnTo>
                  <a:lnTo>
                    <a:pt x="808966" y="182499"/>
                  </a:lnTo>
                  <a:lnTo>
                    <a:pt x="811279" y="183039"/>
                  </a:lnTo>
                  <a:lnTo>
                    <a:pt x="816225" y="186729"/>
                  </a:lnTo>
                  <a:lnTo>
                    <a:pt x="818043" y="186836"/>
                  </a:lnTo>
                  <a:lnTo>
                    <a:pt x="819443" y="187718"/>
                  </a:lnTo>
                  <a:lnTo>
                    <a:pt x="819656" y="189415"/>
                  </a:lnTo>
                  <a:lnTo>
                    <a:pt x="819139" y="191378"/>
                  </a:lnTo>
                  <a:lnTo>
                    <a:pt x="819679" y="193257"/>
                  </a:lnTo>
                  <a:lnTo>
                    <a:pt x="821300" y="195654"/>
                  </a:lnTo>
                  <a:lnTo>
                    <a:pt x="822578" y="197990"/>
                  </a:lnTo>
                  <a:lnTo>
                    <a:pt x="824153" y="200820"/>
                  </a:lnTo>
                  <a:lnTo>
                    <a:pt x="824632" y="202433"/>
                  </a:lnTo>
                  <a:lnTo>
                    <a:pt x="825895" y="202966"/>
                  </a:lnTo>
                  <a:lnTo>
                    <a:pt x="827599" y="202167"/>
                  </a:lnTo>
                  <a:lnTo>
                    <a:pt x="830308" y="202776"/>
                  </a:lnTo>
                  <a:lnTo>
                    <a:pt x="838457" y="204381"/>
                  </a:lnTo>
                  <a:lnTo>
                    <a:pt x="839590" y="204579"/>
                  </a:lnTo>
                  <a:lnTo>
                    <a:pt x="840458" y="206253"/>
                  </a:lnTo>
                  <a:lnTo>
                    <a:pt x="841637" y="206116"/>
                  </a:lnTo>
                  <a:lnTo>
                    <a:pt x="842992" y="206047"/>
                  </a:lnTo>
                  <a:lnTo>
                    <a:pt x="844871" y="206245"/>
                  </a:lnTo>
                  <a:lnTo>
                    <a:pt x="846180" y="204701"/>
                  </a:lnTo>
                  <a:lnTo>
                    <a:pt x="847252" y="203346"/>
                  </a:lnTo>
                  <a:lnTo>
                    <a:pt x="849938" y="201673"/>
                  </a:lnTo>
                  <a:lnTo>
                    <a:pt x="852168" y="199398"/>
                  </a:lnTo>
                  <a:lnTo>
                    <a:pt x="854039" y="197374"/>
                  </a:lnTo>
                  <a:lnTo>
                    <a:pt x="855439" y="197107"/>
                  </a:lnTo>
                  <a:lnTo>
                    <a:pt x="856573" y="198051"/>
                  </a:lnTo>
                  <a:lnTo>
                    <a:pt x="856619" y="199801"/>
                  </a:lnTo>
                  <a:lnTo>
                    <a:pt x="855219" y="201079"/>
                  </a:lnTo>
                  <a:lnTo>
                    <a:pt x="854123" y="202624"/>
                  </a:lnTo>
                  <a:lnTo>
                    <a:pt x="854382" y="204168"/>
                  </a:lnTo>
                  <a:lnTo>
                    <a:pt x="856261" y="204305"/>
                  </a:lnTo>
                  <a:lnTo>
                    <a:pt x="858346" y="206626"/>
                  </a:lnTo>
                  <a:lnTo>
                    <a:pt x="861359" y="212050"/>
                  </a:lnTo>
                  <a:lnTo>
                    <a:pt x="862378" y="213184"/>
                  </a:lnTo>
                  <a:lnTo>
                    <a:pt x="863869" y="214249"/>
                  </a:lnTo>
                  <a:lnTo>
                    <a:pt x="865521" y="214729"/>
                  </a:lnTo>
                  <a:lnTo>
                    <a:pt x="867347" y="215505"/>
                  </a:lnTo>
                  <a:lnTo>
                    <a:pt x="868701" y="217734"/>
                  </a:lnTo>
                  <a:lnTo>
                    <a:pt x="869348" y="219758"/>
                  </a:lnTo>
                  <a:close/>
                  <a:moveTo>
                    <a:pt x="79030" y="348320"/>
                  </a:moveTo>
                  <a:lnTo>
                    <a:pt x="78292" y="348731"/>
                  </a:lnTo>
                  <a:lnTo>
                    <a:pt x="77843" y="346813"/>
                  </a:lnTo>
                  <a:lnTo>
                    <a:pt x="78665" y="345200"/>
                  </a:lnTo>
                  <a:lnTo>
                    <a:pt x="79837" y="344987"/>
                  </a:lnTo>
                  <a:lnTo>
                    <a:pt x="79433" y="347536"/>
                  </a:lnTo>
                  <a:lnTo>
                    <a:pt x="79030" y="348320"/>
                  </a:lnTo>
                  <a:close/>
                  <a:moveTo>
                    <a:pt x="76322" y="351850"/>
                  </a:moveTo>
                  <a:lnTo>
                    <a:pt x="75553" y="352695"/>
                  </a:lnTo>
                  <a:lnTo>
                    <a:pt x="74412" y="352565"/>
                  </a:lnTo>
                  <a:lnTo>
                    <a:pt x="72274" y="349377"/>
                  </a:lnTo>
                  <a:lnTo>
                    <a:pt x="72875" y="346136"/>
                  </a:lnTo>
                  <a:lnTo>
                    <a:pt x="73651" y="345474"/>
                  </a:lnTo>
                  <a:lnTo>
                    <a:pt x="74732" y="345018"/>
                  </a:lnTo>
                  <a:lnTo>
                    <a:pt x="74876" y="345733"/>
                  </a:lnTo>
                  <a:lnTo>
                    <a:pt x="73362" y="347186"/>
                  </a:lnTo>
                  <a:lnTo>
                    <a:pt x="73218" y="349020"/>
                  </a:lnTo>
                  <a:lnTo>
                    <a:pt x="74488" y="351051"/>
                  </a:lnTo>
                  <a:lnTo>
                    <a:pt x="76322" y="35185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49" name="Freeform: Shape 2248">
              <a:extLst>
                <a:ext uri="{FF2B5EF4-FFF2-40B4-BE49-F238E27FC236}">
                  <a16:creationId xmlns:a16="http://schemas.microsoft.com/office/drawing/2014/main" id="{82B96C03-DC41-AD94-9C27-A99CDBC48680}"/>
                </a:ext>
              </a:extLst>
            </p:cNvPr>
            <p:cNvSpPr/>
            <p:nvPr/>
          </p:nvSpPr>
          <p:spPr>
            <a:xfrm>
              <a:off x="11711656" y="4514193"/>
              <a:ext cx="160966" cy="191796"/>
            </a:xfrm>
            <a:custGeom>
              <a:avLst/>
              <a:gdLst>
                <a:gd name="csX0" fmla="*/ 42973 w 160966"/>
                <a:gd name="csY0" fmla="*/ 2671 h 191796"/>
                <a:gd name="csX1" fmla="*/ 44160 w 160966"/>
                <a:gd name="csY1" fmla="*/ 4854 h 191796"/>
                <a:gd name="csX2" fmla="*/ 46686 w 160966"/>
                <a:gd name="csY2" fmla="*/ 7281 h 191796"/>
                <a:gd name="csX3" fmla="*/ 49699 w 160966"/>
                <a:gd name="csY3" fmla="*/ 10743 h 191796"/>
                <a:gd name="csX4" fmla="*/ 50658 w 160966"/>
                <a:gd name="csY4" fmla="*/ 12333 h 191796"/>
                <a:gd name="csX5" fmla="*/ 52689 w 160966"/>
                <a:gd name="csY5" fmla="*/ 13551 h 191796"/>
                <a:gd name="csX6" fmla="*/ 53267 w 160966"/>
                <a:gd name="csY6" fmla="*/ 14753 h 191796"/>
                <a:gd name="csX7" fmla="*/ 53732 w 160966"/>
                <a:gd name="csY7" fmla="*/ 16594 h 191796"/>
                <a:gd name="csX8" fmla="*/ 53937 w 160966"/>
                <a:gd name="csY8" fmla="*/ 17964 h 191796"/>
                <a:gd name="csX9" fmla="*/ 54386 w 160966"/>
                <a:gd name="csY9" fmla="*/ 18770 h 191796"/>
                <a:gd name="csX10" fmla="*/ 55101 w 160966"/>
                <a:gd name="csY10" fmla="*/ 19090 h 191796"/>
                <a:gd name="csX11" fmla="*/ 56022 w 160966"/>
                <a:gd name="csY11" fmla="*/ 18732 h 191796"/>
                <a:gd name="csX12" fmla="*/ 56714 w 160966"/>
                <a:gd name="csY12" fmla="*/ 18002 h 191796"/>
                <a:gd name="csX13" fmla="*/ 57292 w 160966"/>
                <a:gd name="csY13" fmla="*/ 15986 h 191796"/>
                <a:gd name="csX14" fmla="*/ 57673 w 160966"/>
                <a:gd name="csY14" fmla="*/ 15773 h 191796"/>
                <a:gd name="csX15" fmla="*/ 58297 w 160966"/>
                <a:gd name="csY15" fmla="*/ 17431 h 191796"/>
                <a:gd name="csX16" fmla="*/ 58959 w 160966"/>
                <a:gd name="csY16" fmla="*/ 17713 h 191796"/>
                <a:gd name="csX17" fmla="*/ 59849 w 160966"/>
                <a:gd name="csY17" fmla="*/ 17933 h 191796"/>
                <a:gd name="csX18" fmla="*/ 60526 w 160966"/>
                <a:gd name="csY18" fmla="*/ 18648 h 191796"/>
                <a:gd name="csX19" fmla="*/ 60732 w 160966"/>
                <a:gd name="csY19" fmla="*/ 19912 h 191796"/>
                <a:gd name="csX20" fmla="*/ 60503 w 160966"/>
                <a:gd name="csY20" fmla="*/ 21198 h 191796"/>
                <a:gd name="csX21" fmla="*/ 59674 w 160966"/>
                <a:gd name="csY21" fmla="*/ 22643 h 191796"/>
                <a:gd name="csX22" fmla="*/ 59202 w 160966"/>
                <a:gd name="csY22" fmla="*/ 24165 h 191796"/>
                <a:gd name="csX23" fmla="*/ 58875 w 160966"/>
                <a:gd name="csY23" fmla="*/ 26501 h 191796"/>
                <a:gd name="csX24" fmla="*/ 58434 w 160966"/>
                <a:gd name="csY24" fmla="*/ 28129 h 191796"/>
                <a:gd name="csX25" fmla="*/ 59119 w 160966"/>
                <a:gd name="csY25" fmla="*/ 29567 h 191796"/>
                <a:gd name="csX26" fmla="*/ 63836 w 160966"/>
                <a:gd name="csY26" fmla="*/ 36643 h 191796"/>
                <a:gd name="csX27" fmla="*/ 66103 w 160966"/>
                <a:gd name="csY27" fmla="*/ 37799 h 191796"/>
                <a:gd name="csX28" fmla="*/ 71498 w 160966"/>
                <a:gd name="csY28" fmla="*/ 39184 h 191796"/>
                <a:gd name="csX29" fmla="*/ 73446 w 160966"/>
                <a:gd name="csY29" fmla="*/ 40135 h 191796"/>
                <a:gd name="csX30" fmla="*/ 75165 w 160966"/>
                <a:gd name="csY30" fmla="*/ 41063 h 191796"/>
                <a:gd name="csX31" fmla="*/ 76854 w 160966"/>
                <a:gd name="csY31" fmla="*/ 40615 h 191796"/>
                <a:gd name="csX32" fmla="*/ 78482 w 160966"/>
                <a:gd name="csY32" fmla="*/ 38507 h 191796"/>
                <a:gd name="csX33" fmla="*/ 80438 w 160966"/>
                <a:gd name="csY33" fmla="*/ 37328 h 191796"/>
                <a:gd name="csX34" fmla="*/ 84075 w 160966"/>
                <a:gd name="csY34" fmla="*/ 35517 h 191796"/>
                <a:gd name="csX35" fmla="*/ 85117 w 160966"/>
                <a:gd name="csY35" fmla="*/ 35418 h 191796"/>
                <a:gd name="csX36" fmla="*/ 87126 w 160966"/>
                <a:gd name="csY36" fmla="*/ 36141 h 191796"/>
                <a:gd name="csX37" fmla="*/ 90428 w 160966"/>
                <a:gd name="csY37" fmla="*/ 38248 h 191796"/>
                <a:gd name="csX38" fmla="*/ 92809 w 160966"/>
                <a:gd name="csY38" fmla="*/ 40226 h 191796"/>
                <a:gd name="csX39" fmla="*/ 94285 w 160966"/>
                <a:gd name="csY39" fmla="*/ 41269 h 191796"/>
                <a:gd name="csX40" fmla="*/ 95411 w 160966"/>
                <a:gd name="csY40" fmla="*/ 42205 h 191796"/>
                <a:gd name="csX41" fmla="*/ 95236 w 160966"/>
                <a:gd name="csY41" fmla="*/ 43255 h 191796"/>
                <a:gd name="csX42" fmla="*/ 94331 w 160966"/>
                <a:gd name="csY42" fmla="*/ 44290 h 191796"/>
                <a:gd name="csX43" fmla="*/ 93182 w 160966"/>
                <a:gd name="csY43" fmla="*/ 44860 h 191796"/>
                <a:gd name="csX44" fmla="*/ 91668 w 160966"/>
                <a:gd name="csY44" fmla="*/ 45857 h 191796"/>
                <a:gd name="csX45" fmla="*/ 90808 w 160966"/>
                <a:gd name="csY45" fmla="*/ 46861 h 191796"/>
                <a:gd name="csX46" fmla="*/ 91333 w 160966"/>
                <a:gd name="csY46" fmla="*/ 47234 h 191796"/>
                <a:gd name="csX47" fmla="*/ 93555 w 160966"/>
                <a:gd name="csY47" fmla="*/ 47485 h 191796"/>
                <a:gd name="csX48" fmla="*/ 96180 w 160966"/>
                <a:gd name="csY48" fmla="*/ 48375 h 191796"/>
                <a:gd name="csX49" fmla="*/ 96979 w 160966"/>
                <a:gd name="csY49" fmla="*/ 49418 h 191796"/>
                <a:gd name="csX50" fmla="*/ 97093 w 160966"/>
                <a:gd name="csY50" fmla="*/ 50308 h 191796"/>
                <a:gd name="csX51" fmla="*/ 97412 w 160966"/>
                <a:gd name="csY51" fmla="*/ 51761 h 191796"/>
                <a:gd name="csX52" fmla="*/ 97877 w 160966"/>
                <a:gd name="csY52" fmla="*/ 52202 h 191796"/>
                <a:gd name="csX53" fmla="*/ 100304 w 160966"/>
                <a:gd name="csY53" fmla="*/ 51944 h 191796"/>
                <a:gd name="csX54" fmla="*/ 101057 w 160966"/>
                <a:gd name="csY54" fmla="*/ 52271 h 191796"/>
                <a:gd name="csX55" fmla="*/ 101932 w 160966"/>
                <a:gd name="csY55" fmla="*/ 53016 h 191796"/>
                <a:gd name="csX56" fmla="*/ 102799 w 160966"/>
                <a:gd name="csY56" fmla="*/ 54972 h 191796"/>
                <a:gd name="csX57" fmla="*/ 102777 w 160966"/>
                <a:gd name="csY57" fmla="*/ 56433 h 191796"/>
                <a:gd name="csX58" fmla="*/ 101019 w 160966"/>
                <a:gd name="csY58" fmla="*/ 58038 h 191796"/>
                <a:gd name="csX59" fmla="*/ 100364 w 160966"/>
                <a:gd name="csY59" fmla="*/ 59012 h 191796"/>
                <a:gd name="csX60" fmla="*/ 100076 w 160966"/>
                <a:gd name="csY60" fmla="*/ 60541 h 191796"/>
                <a:gd name="csX61" fmla="*/ 98828 w 160966"/>
                <a:gd name="csY61" fmla="*/ 62375 h 191796"/>
                <a:gd name="csX62" fmla="*/ 95510 w 160966"/>
                <a:gd name="csY62" fmla="*/ 65449 h 191796"/>
                <a:gd name="csX63" fmla="*/ 94620 w 160966"/>
                <a:gd name="csY63" fmla="*/ 65631 h 191796"/>
                <a:gd name="csX64" fmla="*/ 88510 w 160966"/>
                <a:gd name="csY64" fmla="*/ 63942 h 191796"/>
                <a:gd name="csX65" fmla="*/ 85673 w 160966"/>
                <a:gd name="csY65" fmla="*/ 64049 h 191796"/>
                <a:gd name="csX66" fmla="*/ 84303 w 160966"/>
                <a:gd name="csY66" fmla="*/ 64102 h 191796"/>
                <a:gd name="csX67" fmla="*/ 83641 w 160966"/>
                <a:gd name="csY67" fmla="*/ 64178 h 191796"/>
                <a:gd name="csX68" fmla="*/ 83245 w 160966"/>
                <a:gd name="csY68" fmla="*/ 64817 h 191796"/>
                <a:gd name="csX69" fmla="*/ 84059 w 160966"/>
                <a:gd name="csY69" fmla="*/ 66674 h 191796"/>
                <a:gd name="csX70" fmla="*/ 84303 w 160966"/>
                <a:gd name="csY70" fmla="*/ 68515 h 191796"/>
                <a:gd name="csX71" fmla="*/ 83542 w 160966"/>
                <a:gd name="csY71" fmla="*/ 69915 h 191796"/>
                <a:gd name="csX72" fmla="*/ 81511 w 160966"/>
                <a:gd name="csY72" fmla="*/ 71132 h 191796"/>
                <a:gd name="csX73" fmla="*/ 80742 w 160966"/>
                <a:gd name="csY73" fmla="*/ 71718 h 191796"/>
                <a:gd name="csX74" fmla="*/ 80651 w 160966"/>
                <a:gd name="csY74" fmla="*/ 72510 h 191796"/>
                <a:gd name="csX75" fmla="*/ 81221 w 160966"/>
                <a:gd name="csY75" fmla="*/ 73331 h 191796"/>
                <a:gd name="csX76" fmla="*/ 83093 w 160966"/>
                <a:gd name="csY76" fmla="*/ 74176 h 191796"/>
                <a:gd name="csX77" fmla="*/ 85277 w 160966"/>
                <a:gd name="csY77" fmla="*/ 74967 h 191796"/>
                <a:gd name="csX78" fmla="*/ 92474 w 160966"/>
                <a:gd name="csY78" fmla="*/ 79722 h 191796"/>
                <a:gd name="csX79" fmla="*/ 94012 w 160966"/>
                <a:gd name="csY79" fmla="*/ 80841 h 191796"/>
                <a:gd name="csX80" fmla="*/ 96051 w 160966"/>
                <a:gd name="csY80" fmla="*/ 82492 h 191796"/>
                <a:gd name="csX81" fmla="*/ 98257 w 160966"/>
                <a:gd name="csY81" fmla="*/ 83770 h 191796"/>
                <a:gd name="csX82" fmla="*/ 104161 w 160966"/>
                <a:gd name="csY82" fmla="*/ 85459 h 191796"/>
                <a:gd name="csX83" fmla="*/ 106771 w 160966"/>
                <a:gd name="csY83" fmla="*/ 86563 h 191796"/>
                <a:gd name="csX84" fmla="*/ 107440 w 160966"/>
                <a:gd name="csY84" fmla="*/ 87186 h 191796"/>
                <a:gd name="csX85" fmla="*/ 107418 w 160966"/>
                <a:gd name="csY85" fmla="*/ 87955 h 191796"/>
                <a:gd name="csX86" fmla="*/ 106733 w 160966"/>
                <a:gd name="csY86" fmla="*/ 88936 h 191796"/>
                <a:gd name="csX87" fmla="*/ 106170 w 160966"/>
                <a:gd name="csY87" fmla="*/ 90656 h 191796"/>
                <a:gd name="csX88" fmla="*/ 106140 w 160966"/>
                <a:gd name="csY88" fmla="*/ 91691 h 191796"/>
                <a:gd name="csX89" fmla="*/ 106756 w 160966"/>
                <a:gd name="csY89" fmla="*/ 92688 h 191796"/>
                <a:gd name="csX90" fmla="*/ 107798 w 160966"/>
                <a:gd name="csY90" fmla="*/ 94179 h 191796"/>
                <a:gd name="csX91" fmla="*/ 110142 w 160966"/>
                <a:gd name="csY91" fmla="*/ 96484 h 191796"/>
                <a:gd name="csX92" fmla="*/ 111428 w 160966"/>
                <a:gd name="csY92" fmla="*/ 97511 h 191796"/>
                <a:gd name="csX93" fmla="*/ 112850 w 160966"/>
                <a:gd name="csY93" fmla="*/ 97740 h 191796"/>
                <a:gd name="csX94" fmla="*/ 114098 w 160966"/>
                <a:gd name="csY94" fmla="*/ 98303 h 191796"/>
                <a:gd name="csX95" fmla="*/ 115384 w 160966"/>
                <a:gd name="csY95" fmla="*/ 100014 h 191796"/>
                <a:gd name="csX96" fmla="*/ 116875 w 160966"/>
                <a:gd name="csY96" fmla="*/ 102107 h 191796"/>
                <a:gd name="csX97" fmla="*/ 117073 w 160966"/>
                <a:gd name="csY97" fmla="*/ 103568 h 191796"/>
                <a:gd name="csX98" fmla="*/ 117712 w 160966"/>
                <a:gd name="csY98" fmla="*/ 105439 h 191796"/>
                <a:gd name="csX99" fmla="*/ 119074 w 160966"/>
                <a:gd name="csY99" fmla="*/ 107585 h 191796"/>
                <a:gd name="csX100" fmla="*/ 120953 w 160966"/>
                <a:gd name="csY100" fmla="*/ 109670 h 191796"/>
                <a:gd name="csX101" fmla="*/ 123586 w 160966"/>
                <a:gd name="csY101" fmla="*/ 112249 h 191796"/>
                <a:gd name="csX102" fmla="*/ 125100 w 160966"/>
                <a:gd name="csY102" fmla="*/ 114068 h 191796"/>
                <a:gd name="csX103" fmla="*/ 125800 w 160966"/>
                <a:gd name="csY103" fmla="*/ 114775 h 191796"/>
                <a:gd name="csX104" fmla="*/ 131415 w 160966"/>
                <a:gd name="csY104" fmla="*/ 119180 h 191796"/>
                <a:gd name="csX105" fmla="*/ 132784 w 160966"/>
                <a:gd name="csY105" fmla="*/ 120809 h 191796"/>
                <a:gd name="csX106" fmla="*/ 134763 w 160966"/>
                <a:gd name="csY106" fmla="*/ 123943 h 191796"/>
                <a:gd name="csX107" fmla="*/ 135600 w 160966"/>
                <a:gd name="csY107" fmla="*/ 124400 h 191796"/>
                <a:gd name="csX108" fmla="*/ 136391 w 160966"/>
                <a:gd name="csY108" fmla="*/ 125016 h 191796"/>
                <a:gd name="csX109" fmla="*/ 136893 w 160966"/>
                <a:gd name="csY109" fmla="*/ 126736 h 191796"/>
                <a:gd name="csX110" fmla="*/ 137061 w 160966"/>
                <a:gd name="csY110" fmla="*/ 127968 h 191796"/>
                <a:gd name="csX111" fmla="*/ 137327 w 160966"/>
                <a:gd name="csY111" fmla="*/ 131742 h 191796"/>
                <a:gd name="csX112" fmla="*/ 138346 w 160966"/>
                <a:gd name="csY112" fmla="*/ 132861 h 191796"/>
                <a:gd name="csX113" fmla="*/ 139282 w 160966"/>
                <a:gd name="csY113" fmla="*/ 134238 h 191796"/>
                <a:gd name="csX114" fmla="*/ 139678 w 160966"/>
                <a:gd name="csY114" fmla="*/ 135242 h 191796"/>
                <a:gd name="csX115" fmla="*/ 140530 w 160966"/>
                <a:gd name="csY115" fmla="*/ 135988 h 191796"/>
                <a:gd name="csX116" fmla="*/ 141458 w 160966"/>
                <a:gd name="csY116" fmla="*/ 136125 h 191796"/>
                <a:gd name="csX117" fmla="*/ 142562 w 160966"/>
                <a:gd name="csY117" fmla="*/ 135295 h 191796"/>
                <a:gd name="csX118" fmla="*/ 143437 w 160966"/>
                <a:gd name="csY118" fmla="*/ 134497 h 191796"/>
                <a:gd name="csX119" fmla="*/ 143840 w 160966"/>
                <a:gd name="csY119" fmla="*/ 134732 h 191796"/>
                <a:gd name="csX120" fmla="*/ 144723 w 160966"/>
                <a:gd name="csY120" fmla="*/ 137365 h 191796"/>
                <a:gd name="csX121" fmla="*/ 145537 w 160966"/>
                <a:gd name="csY121" fmla="*/ 138324 h 191796"/>
                <a:gd name="csX122" fmla="*/ 147058 w 160966"/>
                <a:gd name="csY122" fmla="*/ 139244 h 191796"/>
                <a:gd name="csX123" fmla="*/ 148504 w 160966"/>
                <a:gd name="csY123" fmla="*/ 139952 h 191796"/>
                <a:gd name="csX124" fmla="*/ 151661 w 160966"/>
                <a:gd name="csY124" fmla="*/ 143117 h 191796"/>
                <a:gd name="csX125" fmla="*/ 153343 w 160966"/>
                <a:gd name="csY125" fmla="*/ 144274 h 191796"/>
                <a:gd name="csX126" fmla="*/ 154499 w 160966"/>
                <a:gd name="csY126" fmla="*/ 144639 h 191796"/>
                <a:gd name="csX127" fmla="*/ 155481 w 160966"/>
                <a:gd name="csY127" fmla="*/ 145179 h 191796"/>
                <a:gd name="csX128" fmla="*/ 155778 w 160966"/>
                <a:gd name="csY128" fmla="*/ 146183 h 191796"/>
                <a:gd name="csX129" fmla="*/ 155390 w 160966"/>
                <a:gd name="csY129" fmla="*/ 147195 h 191796"/>
                <a:gd name="csX130" fmla="*/ 154720 w 160966"/>
                <a:gd name="csY130" fmla="*/ 147857 h 191796"/>
                <a:gd name="csX131" fmla="*/ 151045 w 160966"/>
                <a:gd name="csY131" fmla="*/ 149691 h 191796"/>
                <a:gd name="csX132" fmla="*/ 150559 w 160966"/>
                <a:gd name="csY132" fmla="*/ 150490 h 191796"/>
                <a:gd name="csX133" fmla="*/ 151061 w 160966"/>
                <a:gd name="csY133" fmla="*/ 151707 h 191796"/>
                <a:gd name="csX134" fmla="*/ 151981 w 160966"/>
                <a:gd name="csY134" fmla="*/ 153229 h 191796"/>
                <a:gd name="csX135" fmla="*/ 152985 w 160966"/>
                <a:gd name="csY135" fmla="*/ 154537 h 191796"/>
                <a:gd name="csX136" fmla="*/ 154249 w 160966"/>
                <a:gd name="csY136" fmla="*/ 155823 h 191796"/>
                <a:gd name="csX137" fmla="*/ 156828 w 160966"/>
                <a:gd name="csY137" fmla="*/ 157908 h 191796"/>
                <a:gd name="csX138" fmla="*/ 159065 w 160966"/>
                <a:gd name="csY138" fmla="*/ 159536 h 191796"/>
                <a:gd name="csX139" fmla="*/ 160290 w 160966"/>
                <a:gd name="csY139" fmla="*/ 161339 h 191796"/>
                <a:gd name="csX140" fmla="*/ 160967 w 160966"/>
                <a:gd name="csY140" fmla="*/ 162542 h 191796"/>
                <a:gd name="csX141" fmla="*/ 160549 w 160966"/>
                <a:gd name="csY141" fmla="*/ 163980 h 191796"/>
                <a:gd name="csX142" fmla="*/ 159605 w 160966"/>
                <a:gd name="csY142" fmla="*/ 165555 h 191796"/>
                <a:gd name="csX143" fmla="*/ 158874 w 160966"/>
                <a:gd name="csY143" fmla="*/ 166901 h 191796"/>
                <a:gd name="csX144" fmla="*/ 157619 w 160966"/>
                <a:gd name="csY144" fmla="*/ 167685 h 191796"/>
                <a:gd name="csX145" fmla="*/ 157277 w 160966"/>
                <a:gd name="csY145" fmla="*/ 168590 h 191796"/>
                <a:gd name="csX146" fmla="*/ 157794 w 160966"/>
                <a:gd name="csY146" fmla="*/ 169998 h 191796"/>
                <a:gd name="csX147" fmla="*/ 158220 w 160966"/>
                <a:gd name="csY147" fmla="*/ 170964 h 191796"/>
                <a:gd name="csX148" fmla="*/ 157992 w 160966"/>
                <a:gd name="csY148" fmla="*/ 172166 h 191796"/>
                <a:gd name="csX149" fmla="*/ 158106 w 160966"/>
                <a:gd name="csY149" fmla="*/ 174624 h 191796"/>
                <a:gd name="csX150" fmla="*/ 156949 w 160966"/>
                <a:gd name="csY150" fmla="*/ 175507 h 191796"/>
                <a:gd name="csX151" fmla="*/ 155869 w 160966"/>
                <a:gd name="csY151" fmla="*/ 177743 h 191796"/>
                <a:gd name="csX152" fmla="*/ 155131 w 160966"/>
                <a:gd name="csY152" fmla="*/ 177911 h 191796"/>
                <a:gd name="csX153" fmla="*/ 153267 w 160966"/>
                <a:gd name="csY153" fmla="*/ 177097 h 191796"/>
                <a:gd name="csX154" fmla="*/ 152613 w 160966"/>
                <a:gd name="csY154" fmla="*/ 177546 h 191796"/>
                <a:gd name="csX155" fmla="*/ 151426 w 160966"/>
                <a:gd name="csY155" fmla="*/ 179174 h 191796"/>
                <a:gd name="csX156" fmla="*/ 149356 w 160966"/>
                <a:gd name="csY156" fmla="*/ 180947 h 191796"/>
                <a:gd name="csX157" fmla="*/ 148352 w 160966"/>
                <a:gd name="csY157" fmla="*/ 180970 h 191796"/>
                <a:gd name="csX158" fmla="*/ 147659 w 160966"/>
                <a:gd name="csY158" fmla="*/ 180756 h 191796"/>
                <a:gd name="csX159" fmla="*/ 146853 w 160966"/>
                <a:gd name="csY159" fmla="*/ 181510 h 191796"/>
                <a:gd name="csX160" fmla="*/ 145696 w 160966"/>
                <a:gd name="csY160" fmla="*/ 182910 h 191796"/>
                <a:gd name="csX161" fmla="*/ 145164 w 160966"/>
                <a:gd name="csY161" fmla="*/ 182864 h 191796"/>
                <a:gd name="csX162" fmla="*/ 143171 w 160966"/>
                <a:gd name="csY162" fmla="*/ 183184 h 191796"/>
                <a:gd name="csX163" fmla="*/ 142394 w 160966"/>
                <a:gd name="csY163" fmla="*/ 182735 h 191796"/>
                <a:gd name="csX164" fmla="*/ 141428 w 160966"/>
                <a:gd name="csY164" fmla="*/ 181586 h 191796"/>
                <a:gd name="csX165" fmla="*/ 139876 w 160966"/>
                <a:gd name="csY165" fmla="*/ 180414 h 191796"/>
                <a:gd name="csX166" fmla="*/ 138461 w 160966"/>
                <a:gd name="csY166" fmla="*/ 179577 h 191796"/>
                <a:gd name="csX167" fmla="*/ 137707 w 160966"/>
                <a:gd name="csY167" fmla="*/ 179014 h 191796"/>
                <a:gd name="csX168" fmla="*/ 137008 w 160966"/>
                <a:gd name="csY168" fmla="*/ 178040 h 191796"/>
                <a:gd name="csX169" fmla="*/ 136376 w 160966"/>
                <a:gd name="csY169" fmla="*/ 177409 h 191796"/>
                <a:gd name="csX170" fmla="*/ 135204 w 160966"/>
                <a:gd name="csY170" fmla="*/ 178793 h 191796"/>
                <a:gd name="csX171" fmla="*/ 133249 w 160966"/>
                <a:gd name="csY171" fmla="*/ 180117 h 191796"/>
                <a:gd name="csX172" fmla="*/ 131385 w 160966"/>
                <a:gd name="csY172" fmla="*/ 179866 h 191796"/>
                <a:gd name="csX173" fmla="*/ 130472 w 160966"/>
                <a:gd name="csY173" fmla="*/ 179646 h 191796"/>
                <a:gd name="csX174" fmla="*/ 129741 w 160966"/>
                <a:gd name="csY174" fmla="*/ 181571 h 191796"/>
                <a:gd name="csX175" fmla="*/ 129193 w 160966"/>
                <a:gd name="csY175" fmla="*/ 181921 h 191796"/>
                <a:gd name="csX176" fmla="*/ 125846 w 160966"/>
                <a:gd name="csY176" fmla="*/ 182255 h 191796"/>
                <a:gd name="csX177" fmla="*/ 125214 w 160966"/>
                <a:gd name="csY177" fmla="*/ 182560 h 191796"/>
                <a:gd name="csX178" fmla="*/ 125755 w 160966"/>
                <a:gd name="csY178" fmla="*/ 184317 h 191796"/>
                <a:gd name="csX179" fmla="*/ 127733 w 160966"/>
                <a:gd name="csY179" fmla="*/ 187292 h 191796"/>
                <a:gd name="csX180" fmla="*/ 128326 w 160966"/>
                <a:gd name="csY180" fmla="*/ 188997 h 191796"/>
                <a:gd name="csX181" fmla="*/ 127093 w 160966"/>
                <a:gd name="csY181" fmla="*/ 191797 h 191796"/>
                <a:gd name="csX182" fmla="*/ 123624 w 160966"/>
                <a:gd name="csY182" fmla="*/ 191720 h 191796"/>
                <a:gd name="csX183" fmla="*/ 122072 w 160966"/>
                <a:gd name="csY183" fmla="*/ 190587 h 191796"/>
                <a:gd name="csX184" fmla="*/ 120626 w 160966"/>
                <a:gd name="csY184" fmla="*/ 188997 h 191796"/>
                <a:gd name="csX185" fmla="*/ 120109 w 160966"/>
                <a:gd name="csY185" fmla="*/ 188213 h 191796"/>
                <a:gd name="csX186" fmla="*/ 115665 w 160966"/>
                <a:gd name="csY186" fmla="*/ 186653 h 191796"/>
                <a:gd name="csX187" fmla="*/ 112690 w 160966"/>
                <a:gd name="csY187" fmla="*/ 187726 h 191796"/>
                <a:gd name="csX188" fmla="*/ 111785 w 160966"/>
                <a:gd name="csY188" fmla="*/ 187673 h 191796"/>
                <a:gd name="csX189" fmla="*/ 110400 w 160966"/>
                <a:gd name="csY189" fmla="*/ 186539 h 191796"/>
                <a:gd name="csX190" fmla="*/ 109556 w 160966"/>
                <a:gd name="csY190" fmla="*/ 185687 h 191796"/>
                <a:gd name="csX191" fmla="*/ 108734 w 160966"/>
                <a:gd name="csY191" fmla="*/ 184393 h 191796"/>
                <a:gd name="csX192" fmla="*/ 108270 w 160966"/>
                <a:gd name="csY192" fmla="*/ 183085 h 191796"/>
                <a:gd name="csX193" fmla="*/ 108232 w 160966"/>
                <a:gd name="csY193" fmla="*/ 182491 h 191796"/>
                <a:gd name="csX194" fmla="*/ 109510 w 160966"/>
                <a:gd name="csY194" fmla="*/ 182020 h 191796"/>
                <a:gd name="csX195" fmla="*/ 111618 w 160966"/>
                <a:gd name="csY195" fmla="*/ 180947 h 191796"/>
                <a:gd name="csX196" fmla="*/ 113337 w 160966"/>
                <a:gd name="csY196" fmla="*/ 179745 h 191796"/>
                <a:gd name="csX197" fmla="*/ 114471 w 160966"/>
                <a:gd name="csY197" fmla="*/ 178466 h 191796"/>
                <a:gd name="csX198" fmla="*/ 114927 w 160966"/>
                <a:gd name="csY198" fmla="*/ 177135 h 191796"/>
                <a:gd name="csX199" fmla="*/ 114988 w 160966"/>
                <a:gd name="csY199" fmla="*/ 175590 h 191796"/>
                <a:gd name="csX200" fmla="*/ 115483 w 160966"/>
                <a:gd name="csY200" fmla="*/ 171588 h 191796"/>
                <a:gd name="csX201" fmla="*/ 115985 w 160966"/>
                <a:gd name="csY201" fmla="*/ 169640 h 191796"/>
                <a:gd name="csX202" fmla="*/ 115703 w 160966"/>
                <a:gd name="csY202" fmla="*/ 167236 h 191796"/>
                <a:gd name="csX203" fmla="*/ 114783 w 160966"/>
                <a:gd name="csY203" fmla="*/ 165349 h 191796"/>
                <a:gd name="csX204" fmla="*/ 114783 w 160966"/>
                <a:gd name="csY204" fmla="*/ 162511 h 191796"/>
                <a:gd name="csX205" fmla="*/ 115118 w 160966"/>
                <a:gd name="csY205" fmla="*/ 161126 h 191796"/>
                <a:gd name="csX206" fmla="*/ 115270 w 160966"/>
                <a:gd name="csY206" fmla="*/ 160213 h 191796"/>
                <a:gd name="csX207" fmla="*/ 116563 w 160966"/>
                <a:gd name="csY207" fmla="*/ 159065 h 191796"/>
                <a:gd name="csX208" fmla="*/ 117454 w 160966"/>
                <a:gd name="csY208" fmla="*/ 157413 h 191796"/>
                <a:gd name="csX209" fmla="*/ 117956 w 160966"/>
                <a:gd name="csY209" fmla="*/ 155260 h 191796"/>
                <a:gd name="csX210" fmla="*/ 118001 w 160966"/>
                <a:gd name="csY210" fmla="*/ 153708 h 191796"/>
                <a:gd name="csX211" fmla="*/ 117598 w 160966"/>
                <a:gd name="csY211" fmla="*/ 152749 h 191796"/>
                <a:gd name="csX212" fmla="*/ 116320 w 160966"/>
                <a:gd name="csY212" fmla="*/ 151836 h 191796"/>
                <a:gd name="csX213" fmla="*/ 114182 w 160966"/>
                <a:gd name="csY213" fmla="*/ 150977 h 191796"/>
                <a:gd name="csX214" fmla="*/ 112827 w 160966"/>
                <a:gd name="csY214" fmla="*/ 149881 h 191796"/>
                <a:gd name="csX215" fmla="*/ 112280 w 160966"/>
                <a:gd name="csY215" fmla="*/ 148565 h 191796"/>
                <a:gd name="csX216" fmla="*/ 112333 w 160966"/>
                <a:gd name="csY216" fmla="*/ 147408 h 191796"/>
                <a:gd name="csX217" fmla="*/ 112987 w 160966"/>
                <a:gd name="csY217" fmla="*/ 146404 h 191796"/>
                <a:gd name="csX218" fmla="*/ 111374 w 160966"/>
                <a:gd name="csY218" fmla="*/ 145293 h 191796"/>
                <a:gd name="csX219" fmla="*/ 107486 w 160966"/>
                <a:gd name="csY219" fmla="*/ 144068 h 191796"/>
                <a:gd name="csX220" fmla="*/ 105318 w 160966"/>
                <a:gd name="csY220" fmla="*/ 142592 h 191796"/>
                <a:gd name="csX221" fmla="*/ 104861 w 160966"/>
                <a:gd name="csY221" fmla="*/ 140873 h 191796"/>
                <a:gd name="csX222" fmla="*/ 103240 w 160966"/>
                <a:gd name="csY222" fmla="*/ 138620 h 191796"/>
                <a:gd name="csX223" fmla="*/ 100456 w 160966"/>
                <a:gd name="csY223" fmla="*/ 135828 h 191796"/>
                <a:gd name="csX224" fmla="*/ 98988 w 160966"/>
                <a:gd name="csY224" fmla="*/ 131811 h 191796"/>
                <a:gd name="csX225" fmla="*/ 98835 w 160966"/>
                <a:gd name="csY225" fmla="*/ 126561 h 191796"/>
                <a:gd name="csX226" fmla="*/ 99163 w 160966"/>
                <a:gd name="csY226" fmla="*/ 122285 h 191796"/>
                <a:gd name="csX227" fmla="*/ 100380 w 160966"/>
                <a:gd name="csY227" fmla="*/ 117332 h 191796"/>
                <a:gd name="csX228" fmla="*/ 98752 w 160966"/>
                <a:gd name="csY228" fmla="*/ 113740 h 191796"/>
                <a:gd name="csX229" fmla="*/ 96964 w 160966"/>
                <a:gd name="csY229" fmla="*/ 111846 h 191796"/>
                <a:gd name="csX230" fmla="*/ 94476 w 160966"/>
                <a:gd name="csY230" fmla="*/ 110453 h 191796"/>
                <a:gd name="csX231" fmla="*/ 92102 w 160966"/>
                <a:gd name="csY231" fmla="*/ 108460 h 191796"/>
                <a:gd name="csX232" fmla="*/ 89842 w 160966"/>
                <a:gd name="csY232" fmla="*/ 105850 h 191796"/>
                <a:gd name="csX233" fmla="*/ 87148 w 160966"/>
                <a:gd name="csY233" fmla="*/ 102000 h 191796"/>
                <a:gd name="csX234" fmla="*/ 83998 w 160966"/>
                <a:gd name="csY234" fmla="*/ 96903 h 191796"/>
                <a:gd name="csX235" fmla="*/ 81884 w 160966"/>
                <a:gd name="csY235" fmla="*/ 94620 h 191796"/>
                <a:gd name="csX236" fmla="*/ 80796 w 160966"/>
                <a:gd name="csY236" fmla="*/ 95153 h 191796"/>
                <a:gd name="csX237" fmla="*/ 78520 w 160966"/>
                <a:gd name="csY237" fmla="*/ 94673 h 191796"/>
                <a:gd name="csX238" fmla="*/ 75051 w 160966"/>
                <a:gd name="csY238" fmla="*/ 93197 h 191796"/>
                <a:gd name="csX239" fmla="*/ 72030 w 160966"/>
                <a:gd name="csY239" fmla="*/ 92398 h 191796"/>
                <a:gd name="csX240" fmla="*/ 69444 w 160966"/>
                <a:gd name="csY240" fmla="*/ 92284 h 191796"/>
                <a:gd name="csX241" fmla="*/ 67762 w 160966"/>
                <a:gd name="csY241" fmla="*/ 92619 h 191796"/>
                <a:gd name="csX242" fmla="*/ 66986 w 160966"/>
                <a:gd name="csY242" fmla="*/ 93403 h 191796"/>
                <a:gd name="csX243" fmla="*/ 66925 w 160966"/>
                <a:gd name="csY243" fmla="*/ 94171 h 191796"/>
                <a:gd name="csX244" fmla="*/ 67579 w 160966"/>
                <a:gd name="csY244" fmla="*/ 94932 h 191796"/>
                <a:gd name="csX245" fmla="*/ 67222 w 160966"/>
                <a:gd name="csY245" fmla="*/ 95525 h 191796"/>
                <a:gd name="csX246" fmla="*/ 65867 w 160966"/>
                <a:gd name="csY246" fmla="*/ 95951 h 191796"/>
                <a:gd name="csX247" fmla="*/ 64779 w 160966"/>
                <a:gd name="csY247" fmla="*/ 96789 h 191796"/>
                <a:gd name="csX248" fmla="*/ 63547 w 160966"/>
                <a:gd name="csY248" fmla="*/ 98660 h 191796"/>
                <a:gd name="csX249" fmla="*/ 63577 w 160966"/>
                <a:gd name="csY249" fmla="*/ 98584 h 191796"/>
                <a:gd name="csX250" fmla="*/ 63531 w 160966"/>
                <a:gd name="csY250" fmla="*/ 98683 h 191796"/>
                <a:gd name="csX251" fmla="*/ 63547 w 160966"/>
                <a:gd name="csY251" fmla="*/ 98660 h 191796"/>
                <a:gd name="csX252" fmla="*/ 62702 w 160966"/>
                <a:gd name="csY252" fmla="*/ 101110 h 191796"/>
                <a:gd name="csX253" fmla="*/ 61417 w 160966"/>
                <a:gd name="csY253" fmla="*/ 102054 h 191796"/>
                <a:gd name="csX254" fmla="*/ 59438 w 160966"/>
                <a:gd name="csY254" fmla="*/ 102259 h 191796"/>
                <a:gd name="csX255" fmla="*/ 57498 w 160966"/>
                <a:gd name="csY255" fmla="*/ 102959 h 191796"/>
                <a:gd name="csX256" fmla="*/ 55581 w 160966"/>
                <a:gd name="csY256" fmla="*/ 104146 h 191796"/>
                <a:gd name="csX257" fmla="*/ 54668 w 160966"/>
                <a:gd name="csY257" fmla="*/ 105051 h 191796"/>
                <a:gd name="csX258" fmla="*/ 54774 w 160966"/>
                <a:gd name="csY258" fmla="*/ 105668 h 191796"/>
                <a:gd name="csX259" fmla="*/ 54355 w 160966"/>
                <a:gd name="csY259" fmla="*/ 105805 h 191796"/>
                <a:gd name="csX260" fmla="*/ 53420 w 160966"/>
                <a:gd name="csY260" fmla="*/ 105462 h 191796"/>
                <a:gd name="csX261" fmla="*/ 52979 w 160966"/>
                <a:gd name="csY261" fmla="*/ 104656 h 191796"/>
                <a:gd name="csX262" fmla="*/ 53031 w 160966"/>
                <a:gd name="csY262" fmla="*/ 103378 h 191796"/>
                <a:gd name="csX263" fmla="*/ 52050 w 160966"/>
                <a:gd name="csY263" fmla="*/ 102525 h 191796"/>
                <a:gd name="csX264" fmla="*/ 50049 w 160966"/>
                <a:gd name="csY264" fmla="*/ 102084 h 191796"/>
                <a:gd name="csX265" fmla="*/ 47767 w 160966"/>
                <a:gd name="csY265" fmla="*/ 100722 h 191796"/>
                <a:gd name="csX266" fmla="*/ 45195 w 160966"/>
                <a:gd name="csY266" fmla="*/ 98417 h 191796"/>
                <a:gd name="csX267" fmla="*/ 43414 w 160966"/>
                <a:gd name="csY267" fmla="*/ 97192 h 191796"/>
                <a:gd name="csX268" fmla="*/ 42418 w 160966"/>
                <a:gd name="csY268" fmla="*/ 97040 h 191796"/>
                <a:gd name="csX269" fmla="*/ 40995 w 160966"/>
                <a:gd name="csY269" fmla="*/ 97953 h 191796"/>
                <a:gd name="csX270" fmla="*/ 39123 w 160966"/>
                <a:gd name="csY270" fmla="*/ 99931 h 191796"/>
                <a:gd name="csX271" fmla="*/ 37586 w 160966"/>
                <a:gd name="csY271" fmla="*/ 100707 h 191796"/>
                <a:gd name="csX272" fmla="*/ 36377 w 160966"/>
                <a:gd name="csY272" fmla="*/ 100304 h 191796"/>
                <a:gd name="csX273" fmla="*/ 35441 w 160966"/>
                <a:gd name="csY273" fmla="*/ 100996 h 191796"/>
                <a:gd name="csX274" fmla="*/ 34787 w 160966"/>
                <a:gd name="csY274" fmla="*/ 102799 h 191796"/>
                <a:gd name="csX275" fmla="*/ 33577 w 160966"/>
                <a:gd name="csY275" fmla="*/ 104207 h 191796"/>
                <a:gd name="csX276" fmla="*/ 30929 w 160966"/>
                <a:gd name="csY276" fmla="*/ 105751 h 191796"/>
                <a:gd name="csX277" fmla="*/ 30754 w 160966"/>
                <a:gd name="csY277" fmla="*/ 105934 h 191796"/>
                <a:gd name="csX278" fmla="*/ 27725 w 160966"/>
                <a:gd name="csY278" fmla="*/ 108011 h 191796"/>
                <a:gd name="csX279" fmla="*/ 25299 w 160966"/>
                <a:gd name="csY279" fmla="*/ 110104 h 191796"/>
                <a:gd name="csX280" fmla="*/ 22476 w 160966"/>
                <a:gd name="csY280" fmla="*/ 112911 h 191796"/>
                <a:gd name="csX281" fmla="*/ 21144 w 160966"/>
                <a:gd name="csY281" fmla="*/ 113345 h 191796"/>
                <a:gd name="csX282" fmla="*/ 19874 w 160966"/>
                <a:gd name="csY282" fmla="*/ 112660 h 191796"/>
                <a:gd name="csX283" fmla="*/ 17956 w 160966"/>
                <a:gd name="csY283" fmla="*/ 111975 h 191796"/>
                <a:gd name="csX284" fmla="*/ 16944 w 160966"/>
                <a:gd name="csY284" fmla="*/ 111024 h 191796"/>
                <a:gd name="csX285" fmla="*/ 18877 w 160966"/>
                <a:gd name="csY285" fmla="*/ 106269 h 191796"/>
                <a:gd name="csX286" fmla="*/ 21319 w 160966"/>
                <a:gd name="csY286" fmla="*/ 100996 h 191796"/>
                <a:gd name="csX287" fmla="*/ 21974 w 160966"/>
                <a:gd name="csY287" fmla="*/ 98561 h 191796"/>
                <a:gd name="csX288" fmla="*/ 22072 w 160966"/>
                <a:gd name="csY288" fmla="*/ 96781 h 191796"/>
                <a:gd name="csX289" fmla="*/ 21837 w 160966"/>
                <a:gd name="csY289" fmla="*/ 95335 h 191796"/>
                <a:gd name="csX290" fmla="*/ 20878 w 160966"/>
                <a:gd name="csY290" fmla="*/ 93821 h 191796"/>
                <a:gd name="csX291" fmla="*/ 19980 w 160966"/>
                <a:gd name="csY291" fmla="*/ 92649 h 191796"/>
                <a:gd name="csX292" fmla="*/ 19896 w 160966"/>
                <a:gd name="csY292" fmla="*/ 91866 h 191796"/>
                <a:gd name="csX293" fmla="*/ 20186 w 160966"/>
                <a:gd name="csY293" fmla="*/ 91044 h 191796"/>
                <a:gd name="csX294" fmla="*/ 21167 w 160966"/>
                <a:gd name="csY294" fmla="*/ 89819 h 191796"/>
                <a:gd name="csX295" fmla="*/ 22430 w 160966"/>
                <a:gd name="csY295" fmla="*/ 87917 h 191796"/>
                <a:gd name="csX296" fmla="*/ 23602 w 160966"/>
                <a:gd name="csY296" fmla="*/ 84014 h 191796"/>
                <a:gd name="csX297" fmla="*/ 25009 w 160966"/>
                <a:gd name="csY297" fmla="*/ 79875 h 191796"/>
                <a:gd name="csX298" fmla="*/ 24872 w 160966"/>
                <a:gd name="csY298" fmla="*/ 77364 h 191796"/>
                <a:gd name="csX299" fmla="*/ 23739 w 160966"/>
                <a:gd name="csY299" fmla="*/ 74610 h 191796"/>
                <a:gd name="csX300" fmla="*/ 23115 w 160966"/>
                <a:gd name="csY300" fmla="*/ 71992 h 191796"/>
                <a:gd name="csX301" fmla="*/ 23609 w 160966"/>
                <a:gd name="csY301" fmla="*/ 68424 h 191796"/>
                <a:gd name="csX302" fmla="*/ 23427 w 160966"/>
                <a:gd name="csY302" fmla="*/ 67031 h 191796"/>
                <a:gd name="csX303" fmla="*/ 22202 w 160966"/>
                <a:gd name="csY303" fmla="*/ 66331 h 191796"/>
                <a:gd name="csX304" fmla="*/ 18185 w 160966"/>
                <a:gd name="csY304" fmla="*/ 65624 h 191796"/>
                <a:gd name="csX305" fmla="*/ 16891 w 160966"/>
                <a:gd name="csY305" fmla="*/ 65745 h 191796"/>
                <a:gd name="csX306" fmla="*/ 15871 w 160966"/>
                <a:gd name="csY306" fmla="*/ 66202 h 191796"/>
                <a:gd name="csX307" fmla="*/ 14768 w 160966"/>
                <a:gd name="csY307" fmla="*/ 67176 h 191796"/>
                <a:gd name="csX308" fmla="*/ 13429 w 160966"/>
                <a:gd name="csY308" fmla="*/ 67785 h 191796"/>
                <a:gd name="csX309" fmla="*/ 10903 w 160966"/>
                <a:gd name="csY309" fmla="*/ 68127 h 191796"/>
                <a:gd name="csX310" fmla="*/ 8514 w 160966"/>
                <a:gd name="csY310" fmla="*/ 66917 h 191796"/>
                <a:gd name="csX311" fmla="*/ 6513 w 160966"/>
                <a:gd name="csY311" fmla="*/ 64863 h 191796"/>
                <a:gd name="csX312" fmla="*/ 6033 w 160966"/>
                <a:gd name="csY312" fmla="*/ 62352 h 191796"/>
                <a:gd name="csX313" fmla="*/ 7502 w 160966"/>
                <a:gd name="csY313" fmla="*/ 59354 h 191796"/>
                <a:gd name="csX314" fmla="*/ 8529 w 160966"/>
                <a:gd name="csY314" fmla="*/ 56927 h 191796"/>
                <a:gd name="csX315" fmla="*/ 9138 w 160966"/>
                <a:gd name="csY315" fmla="*/ 54843 h 191796"/>
                <a:gd name="csX316" fmla="*/ 9070 w 160966"/>
                <a:gd name="csY316" fmla="*/ 53853 h 191796"/>
                <a:gd name="csX317" fmla="*/ 8643 w 160966"/>
                <a:gd name="csY317" fmla="*/ 52826 h 191796"/>
                <a:gd name="csX318" fmla="*/ 8042 w 160966"/>
                <a:gd name="csY318" fmla="*/ 52682 h 191796"/>
                <a:gd name="csX319" fmla="*/ 6764 w 160966"/>
                <a:gd name="csY319" fmla="*/ 51404 h 191796"/>
                <a:gd name="csX320" fmla="*/ 5516 w 160966"/>
                <a:gd name="csY320" fmla="*/ 49151 h 191796"/>
                <a:gd name="csX321" fmla="*/ 4329 w 160966"/>
                <a:gd name="csY321" fmla="*/ 48117 h 191796"/>
                <a:gd name="csX322" fmla="*/ 3226 w 160966"/>
                <a:gd name="csY322" fmla="*/ 48307 h 191796"/>
                <a:gd name="csX323" fmla="*/ 2199 w 160966"/>
                <a:gd name="csY323" fmla="*/ 49167 h 191796"/>
                <a:gd name="csX324" fmla="*/ 1263 w 160966"/>
                <a:gd name="csY324" fmla="*/ 50673 h 191796"/>
                <a:gd name="csX325" fmla="*/ 525 w 160966"/>
                <a:gd name="csY325" fmla="*/ 51297 h 191796"/>
                <a:gd name="csX326" fmla="*/ 0 w 160966"/>
                <a:gd name="csY326" fmla="*/ 51015 h 191796"/>
                <a:gd name="csX327" fmla="*/ 160 w 160966"/>
                <a:gd name="csY327" fmla="*/ 49684 h 191796"/>
                <a:gd name="csX328" fmla="*/ 312 w 160966"/>
                <a:gd name="csY328" fmla="*/ 48421 h 191796"/>
                <a:gd name="csX329" fmla="*/ 1468 w 160966"/>
                <a:gd name="csY329" fmla="*/ 43506 h 191796"/>
                <a:gd name="csX330" fmla="*/ 2869 w 160966"/>
                <a:gd name="csY330" fmla="*/ 40310 h 191796"/>
                <a:gd name="csX331" fmla="*/ 4512 w 160966"/>
                <a:gd name="csY331" fmla="*/ 38826 h 191796"/>
                <a:gd name="csX332" fmla="*/ 6247 w 160966"/>
                <a:gd name="csY332" fmla="*/ 38195 h 191796"/>
                <a:gd name="csX333" fmla="*/ 8072 w 160966"/>
                <a:gd name="csY333" fmla="*/ 38431 h 191796"/>
                <a:gd name="csX334" fmla="*/ 9617 w 160966"/>
                <a:gd name="csY334" fmla="*/ 38157 h 191796"/>
                <a:gd name="csX335" fmla="*/ 10850 w 160966"/>
                <a:gd name="csY335" fmla="*/ 37373 h 191796"/>
                <a:gd name="csX336" fmla="*/ 10736 w 160966"/>
                <a:gd name="csY336" fmla="*/ 36924 h 191796"/>
                <a:gd name="csX337" fmla="*/ 9275 w 160966"/>
                <a:gd name="csY337" fmla="*/ 36810 h 191796"/>
                <a:gd name="csX338" fmla="*/ 8689 w 160966"/>
                <a:gd name="csY338" fmla="*/ 35958 h 191796"/>
                <a:gd name="csX339" fmla="*/ 9001 w 160966"/>
                <a:gd name="csY339" fmla="*/ 34353 h 191796"/>
                <a:gd name="csX340" fmla="*/ 9640 w 160966"/>
                <a:gd name="csY340" fmla="*/ 33310 h 191796"/>
                <a:gd name="csX341" fmla="*/ 10644 w 160966"/>
                <a:gd name="csY341" fmla="*/ 32831 h 191796"/>
                <a:gd name="csX342" fmla="*/ 11618 w 160966"/>
                <a:gd name="csY342" fmla="*/ 31218 h 191796"/>
                <a:gd name="csX343" fmla="*/ 12554 w 160966"/>
                <a:gd name="csY343" fmla="*/ 28456 h 191796"/>
                <a:gd name="csX344" fmla="*/ 13703 w 160966"/>
                <a:gd name="csY344" fmla="*/ 27064 h 191796"/>
                <a:gd name="csX345" fmla="*/ 15042 w 160966"/>
                <a:gd name="csY345" fmla="*/ 27026 h 191796"/>
                <a:gd name="csX346" fmla="*/ 17347 w 160966"/>
                <a:gd name="csY346" fmla="*/ 25846 h 191796"/>
                <a:gd name="csX347" fmla="*/ 20611 w 160966"/>
                <a:gd name="csY347" fmla="*/ 23510 h 191796"/>
                <a:gd name="csX348" fmla="*/ 21867 w 160966"/>
                <a:gd name="csY348" fmla="*/ 21251 h 191796"/>
                <a:gd name="csX349" fmla="*/ 23100 w 160966"/>
                <a:gd name="csY349" fmla="*/ 22285 h 191796"/>
                <a:gd name="csX350" fmla="*/ 22635 w 160966"/>
                <a:gd name="csY350" fmla="*/ 24903 h 191796"/>
                <a:gd name="csX351" fmla="*/ 23282 w 160966"/>
                <a:gd name="csY351" fmla="*/ 25451 h 191796"/>
                <a:gd name="csX352" fmla="*/ 23586 w 160966"/>
                <a:gd name="csY352" fmla="*/ 26386 h 191796"/>
                <a:gd name="csX353" fmla="*/ 23419 w 160966"/>
                <a:gd name="csY353" fmla="*/ 27847 h 191796"/>
                <a:gd name="csX354" fmla="*/ 23693 w 160966"/>
                <a:gd name="csY354" fmla="*/ 29088 h 191796"/>
                <a:gd name="csX355" fmla="*/ 24195 w 160966"/>
                <a:gd name="csY355" fmla="*/ 29689 h 191796"/>
                <a:gd name="csX356" fmla="*/ 24903 w 160966"/>
                <a:gd name="csY356" fmla="*/ 29993 h 191796"/>
                <a:gd name="csX357" fmla="*/ 28364 w 160966"/>
                <a:gd name="csY357" fmla="*/ 28928 h 191796"/>
                <a:gd name="csX358" fmla="*/ 30480 w 160966"/>
                <a:gd name="csY358" fmla="*/ 28852 h 191796"/>
                <a:gd name="csX359" fmla="*/ 31370 w 160966"/>
                <a:gd name="csY359" fmla="*/ 29552 h 191796"/>
                <a:gd name="csX360" fmla="*/ 32169 w 160966"/>
                <a:gd name="csY360" fmla="*/ 29985 h 191796"/>
                <a:gd name="csX361" fmla="*/ 33173 w 160966"/>
                <a:gd name="csY361" fmla="*/ 30320 h 191796"/>
                <a:gd name="csX362" fmla="*/ 33949 w 160966"/>
                <a:gd name="csY362" fmla="*/ 30769 h 191796"/>
                <a:gd name="csX363" fmla="*/ 34444 w 160966"/>
                <a:gd name="csY363" fmla="*/ 30624 h 191796"/>
                <a:gd name="csX364" fmla="*/ 35631 w 160966"/>
                <a:gd name="csY364" fmla="*/ 29536 h 191796"/>
                <a:gd name="csX365" fmla="*/ 35988 w 160966"/>
                <a:gd name="csY365" fmla="*/ 29346 h 191796"/>
                <a:gd name="csX366" fmla="*/ 36026 w 160966"/>
                <a:gd name="csY366" fmla="*/ 28814 h 191796"/>
                <a:gd name="csX367" fmla="*/ 35197 w 160966"/>
                <a:gd name="csY367" fmla="*/ 27832 h 191796"/>
                <a:gd name="csX368" fmla="*/ 34337 w 160966"/>
                <a:gd name="csY368" fmla="*/ 27010 h 191796"/>
                <a:gd name="csX369" fmla="*/ 34368 w 160966"/>
                <a:gd name="csY369" fmla="*/ 25184 h 191796"/>
                <a:gd name="csX370" fmla="*/ 34771 w 160966"/>
                <a:gd name="csY370" fmla="*/ 22019 h 191796"/>
                <a:gd name="csX371" fmla="*/ 34855 w 160966"/>
                <a:gd name="csY371" fmla="*/ 20376 h 191796"/>
                <a:gd name="csX372" fmla="*/ 34779 w 160966"/>
                <a:gd name="csY372" fmla="*/ 16442 h 191796"/>
                <a:gd name="csX373" fmla="*/ 34627 w 160966"/>
                <a:gd name="csY373" fmla="*/ 15331 h 191796"/>
                <a:gd name="csX374" fmla="*/ 33835 w 160966"/>
                <a:gd name="csY374" fmla="*/ 14053 h 191796"/>
                <a:gd name="csX375" fmla="*/ 31774 w 160966"/>
                <a:gd name="csY375" fmla="*/ 11595 h 191796"/>
                <a:gd name="csX376" fmla="*/ 31195 w 160966"/>
                <a:gd name="csY376" fmla="*/ 10097 h 191796"/>
                <a:gd name="csX377" fmla="*/ 30860 w 160966"/>
                <a:gd name="csY377" fmla="*/ 8598 h 191796"/>
                <a:gd name="csX378" fmla="*/ 30891 w 160966"/>
                <a:gd name="csY378" fmla="*/ 7647 h 191796"/>
                <a:gd name="csX379" fmla="*/ 30366 w 160966"/>
                <a:gd name="csY379" fmla="*/ 6559 h 191796"/>
                <a:gd name="csX380" fmla="*/ 30099 w 160966"/>
                <a:gd name="csY380" fmla="*/ 5547 h 191796"/>
                <a:gd name="csX381" fmla="*/ 31020 w 160966"/>
                <a:gd name="csY381" fmla="*/ 5029 h 191796"/>
                <a:gd name="csX382" fmla="*/ 32139 w 160966"/>
                <a:gd name="csY382" fmla="*/ 3857 h 191796"/>
                <a:gd name="csX383" fmla="*/ 32701 w 160966"/>
                <a:gd name="csY383" fmla="*/ 2070 h 191796"/>
                <a:gd name="csX384" fmla="*/ 33234 w 160966"/>
                <a:gd name="csY384" fmla="*/ 761 h 191796"/>
                <a:gd name="csX385" fmla="*/ 34010 w 160966"/>
                <a:gd name="csY385" fmla="*/ 205 h 191796"/>
                <a:gd name="csX386" fmla="*/ 34680 w 160966"/>
                <a:gd name="csY386" fmla="*/ 0 h 191796"/>
                <a:gd name="csX387" fmla="*/ 35129 w 160966"/>
                <a:gd name="csY387" fmla="*/ 114 h 191796"/>
                <a:gd name="csX388" fmla="*/ 36879 w 160966"/>
                <a:gd name="csY388" fmla="*/ 2458 h 191796"/>
                <a:gd name="csX389" fmla="*/ 39093 w 160966"/>
                <a:gd name="csY389" fmla="*/ 1286 h 191796"/>
                <a:gd name="csX390" fmla="*/ 40766 w 160966"/>
                <a:gd name="csY390" fmla="*/ 1294 h 191796"/>
                <a:gd name="csX391" fmla="*/ 42205 w 160966"/>
                <a:gd name="csY391" fmla="*/ 1910 h 1917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Lst>
              <a:rect l="l" t="t" r="r" b="b"/>
              <a:pathLst>
                <a:path w="160966" h="191796">
                  <a:moveTo>
                    <a:pt x="42973" y="2671"/>
                  </a:moveTo>
                  <a:lnTo>
                    <a:pt x="44160" y="4854"/>
                  </a:lnTo>
                  <a:lnTo>
                    <a:pt x="46686" y="7281"/>
                  </a:lnTo>
                  <a:lnTo>
                    <a:pt x="49699" y="10743"/>
                  </a:lnTo>
                  <a:lnTo>
                    <a:pt x="50658" y="12333"/>
                  </a:lnTo>
                  <a:lnTo>
                    <a:pt x="52689" y="13551"/>
                  </a:lnTo>
                  <a:lnTo>
                    <a:pt x="53267" y="14753"/>
                  </a:lnTo>
                  <a:lnTo>
                    <a:pt x="53732" y="16594"/>
                  </a:lnTo>
                  <a:lnTo>
                    <a:pt x="53937" y="17964"/>
                  </a:lnTo>
                  <a:lnTo>
                    <a:pt x="54386" y="18770"/>
                  </a:lnTo>
                  <a:lnTo>
                    <a:pt x="55101" y="19090"/>
                  </a:lnTo>
                  <a:lnTo>
                    <a:pt x="56022" y="18732"/>
                  </a:lnTo>
                  <a:lnTo>
                    <a:pt x="56714" y="18002"/>
                  </a:lnTo>
                  <a:lnTo>
                    <a:pt x="57292" y="15986"/>
                  </a:lnTo>
                  <a:lnTo>
                    <a:pt x="57673" y="15773"/>
                  </a:lnTo>
                  <a:lnTo>
                    <a:pt x="58297" y="17431"/>
                  </a:lnTo>
                  <a:lnTo>
                    <a:pt x="58959" y="17713"/>
                  </a:lnTo>
                  <a:lnTo>
                    <a:pt x="59849" y="17933"/>
                  </a:lnTo>
                  <a:lnTo>
                    <a:pt x="60526" y="18648"/>
                  </a:lnTo>
                  <a:lnTo>
                    <a:pt x="60732" y="19912"/>
                  </a:lnTo>
                  <a:lnTo>
                    <a:pt x="60503" y="21198"/>
                  </a:lnTo>
                  <a:lnTo>
                    <a:pt x="59674" y="22643"/>
                  </a:lnTo>
                  <a:lnTo>
                    <a:pt x="59202" y="24165"/>
                  </a:lnTo>
                  <a:lnTo>
                    <a:pt x="58875" y="26501"/>
                  </a:lnTo>
                  <a:lnTo>
                    <a:pt x="58434" y="28129"/>
                  </a:lnTo>
                  <a:lnTo>
                    <a:pt x="59119" y="29567"/>
                  </a:lnTo>
                  <a:lnTo>
                    <a:pt x="63836" y="36643"/>
                  </a:lnTo>
                  <a:lnTo>
                    <a:pt x="66103" y="37799"/>
                  </a:lnTo>
                  <a:lnTo>
                    <a:pt x="71498" y="39184"/>
                  </a:lnTo>
                  <a:lnTo>
                    <a:pt x="73446" y="40135"/>
                  </a:lnTo>
                  <a:lnTo>
                    <a:pt x="75165" y="41063"/>
                  </a:lnTo>
                  <a:lnTo>
                    <a:pt x="76854" y="40615"/>
                  </a:lnTo>
                  <a:lnTo>
                    <a:pt x="78482" y="38507"/>
                  </a:lnTo>
                  <a:lnTo>
                    <a:pt x="80438" y="37328"/>
                  </a:lnTo>
                  <a:lnTo>
                    <a:pt x="84075" y="35517"/>
                  </a:lnTo>
                  <a:lnTo>
                    <a:pt x="85117" y="35418"/>
                  </a:lnTo>
                  <a:lnTo>
                    <a:pt x="87126" y="36141"/>
                  </a:lnTo>
                  <a:lnTo>
                    <a:pt x="90428" y="38248"/>
                  </a:lnTo>
                  <a:lnTo>
                    <a:pt x="92809" y="40226"/>
                  </a:lnTo>
                  <a:lnTo>
                    <a:pt x="94285" y="41269"/>
                  </a:lnTo>
                  <a:lnTo>
                    <a:pt x="95411" y="42205"/>
                  </a:lnTo>
                  <a:lnTo>
                    <a:pt x="95236" y="43255"/>
                  </a:lnTo>
                  <a:lnTo>
                    <a:pt x="94331" y="44290"/>
                  </a:lnTo>
                  <a:lnTo>
                    <a:pt x="93182" y="44860"/>
                  </a:lnTo>
                  <a:lnTo>
                    <a:pt x="91668" y="45857"/>
                  </a:lnTo>
                  <a:lnTo>
                    <a:pt x="90808" y="46861"/>
                  </a:lnTo>
                  <a:lnTo>
                    <a:pt x="91333" y="47234"/>
                  </a:lnTo>
                  <a:lnTo>
                    <a:pt x="93555" y="47485"/>
                  </a:lnTo>
                  <a:lnTo>
                    <a:pt x="96180" y="48375"/>
                  </a:lnTo>
                  <a:lnTo>
                    <a:pt x="96979" y="49418"/>
                  </a:lnTo>
                  <a:lnTo>
                    <a:pt x="97093" y="50308"/>
                  </a:lnTo>
                  <a:lnTo>
                    <a:pt x="97412" y="51761"/>
                  </a:lnTo>
                  <a:lnTo>
                    <a:pt x="97877" y="52202"/>
                  </a:lnTo>
                  <a:lnTo>
                    <a:pt x="100304" y="51944"/>
                  </a:lnTo>
                  <a:lnTo>
                    <a:pt x="101057" y="52271"/>
                  </a:lnTo>
                  <a:lnTo>
                    <a:pt x="101932" y="53016"/>
                  </a:lnTo>
                  <a:lnTo>
                    <a:pt x="102799" y="54972"/>
                  </a:lnTo>
                  <a:lnTo>
                    <a:pt x="102777" y="56433"/>
                  </a:lnTo>
                  <a:lnTo>
                    <a:pt x="101019" y="58038"/>
                  </a:lnTo>
                  <a:lnTo>
                    <a:pt x="100364" y="59012"/>
                  </a:lnTo>
                  <a:lnTo>
                    <a:pt x="100076" y="60541"/>
                  </a:lnTo>
                  <a:lnTo>
                    <a:pt x="98828" y="62375"/>
                  </a:lnTo>
                  <a:lnTo>
                    <a:pt x="95510" y="65449"/>
                  </a:lnTo>
                  <a:lnTo>
                    <a:pt x="94620" y="65631"/>
                  </a:lnTo>
                  <a:lnTo>
                    <a:pt x="88510" y="63942"/>
                  </a:lnTo>
                  <a:lnTo>
                    <a:pt x="85673" y="64049"/>
                  </a:lnTo>
                  <a:lnTo>
                    <a:pt x="84303" y="64102"/>
                  </a:lnTo>
                  <a:lnTo>
                    <a:pt x="83641" y="64178"/>
                  </a:lnTo>
                  <a:lnTo>
                    <a:pt x="83245" y="64817"/>
                  </a:lnTo>
                  <a:lnTo>
                    <a:pt x="84059" y="66674"/>
                  </a:lnTo>
                  <a:lnTo>
                    <a:pt x="84303" y="68515"/>
                  </a:lnTo>
                  <a:lnTo>
                    <a:pt x="83542" y="69915"/>
                  </a:lnTo>
                  <a:lnTo>
                    <a:pt x="81511" y="71132"/>
                  </a:lnTo>
                  <a:lnTo>
                    <a:pt x="80742" y="71718"/>
                  </a:lnTo>
                  <a:lnTo>
                    <a:pt x="80651" y="72510"/>
                  </a:lnTo>
                  <a:lnTo>
                    <a:pt x="81221" y="73331"/>
                  </a:lnTo>
                  <a:lnTo>
                    <a:pt x="83093" y="74176"/>
                  </a:lnTo>
                  <a:lnTo>
                    <a:pt x="85277" y="74967"/>
                  </a:lnTo>
                  <a:lnTo>
                    <a:pt x="92474" y="79722"/>
                  </a:lnTo>
                  <a:lnTo>
                    <a:pt x="94012" y="80841"/>
                  </a:lnTo>
                  <a:lnTo>
                    <a:pt x="96051" y="82492"/>
                  </a:lnTo>
                  <a:lnTo>
                    <a:pt x="98257" y="83770"/>
                  </a:lnTo>
                  <a:lnTo>
                    <a:pt x="104161" y="85459"/>
                  </a:lnTo>
                  <a:lnTo>
                    <a:pt x="106771" y="86563"/>
                  </a:lnTo>
                  <a:lnTo>
                    <a:pt x="107440" y="87186"/>
                  </a:lnTo>
                  <a:lnTo>
                    <a:pt x="107418" y="87955"/>
                  </a:lnTo>
                  <a:lnTo>
                    <a:pt x="106733" y="88936"/>
                  </a:lnTo>
                  <a:lnTo>
                    <a:pt x="106170" y="90656"/>
                  </a:lnTo>
                  <a:lnTo>
                    <a:pt x="106140" y="91691"/>
                  </a:lnTo>
                  <a:lnTo>
                    <a:pt x="106756" y="92688"/>
                  </a:lnTo>
                  <a:lnTo>
                    <a:pt x="107798" y="94179"/>
                  </a:lnTo>
                  <a:lnTo>
                    <a:pt x="110142" y="96484"/>
                  </a:lnTo>
                  <a:lnTo>
                    <a:pt x="111428" y="97511"/>
                  </a:lnTo>
                  <a:lnTo>
                    <a:pt x="112850" y="97740"/>
                  </a:lnTo>
                  <a:lnTo>
                    <a:pt x="114098" y="98303"/>
                  </a:lnTo>
                  <a:lnTo>
                    <a:pt x="115384" y="100014"/>
                  </a:lnTo>
                  <a:lnTo>
                    <a:pt x="116875" y="102107"/>
                  </a:lnTo>
                  <a:lnTo>
                    <a:pt x="117073" y="103568"/>
                  </a:lnTo>
                  <a:lnTo>
                    <a:pt x="117712" y="105439"/>
                  </a:lnTo>
                  <a:lnTo>
                    <a:pt x="119074" y="107585"/>
                  </a:lnTo>
                  <a:lnTo>
                    <a:pt x="120953" y="109670"/>
                  </a:lnTo>
                  <a:lnTo>
                    <a:pt x="123586" y="112249"/>
                  </a:lnTo>
                  <a:lnTo>
                    <a:pt x="125100" y="114068"/>
                  </a:lnTo>
                  <a:lnTo>
                    <a:pt x="125800" y="114775"/>
                  </a:lnTo>
                  <a:lnTo>
                    <a:pt x="131415" y="119180"/>
                  </a:lnTo>
                  <a:lnTo>
                    <a:pt x="132784" y="120809"/>
                  </a:lnTo>
                  <a:lnTo>
                    <a:pt x="134763" y="123943"/>
                  </a:lnTo>
                  <a:lnTo>
                    <a:pt x="135600" y="124400"/>
                  </a:lnTo>
                  <a:lnTo>
                    <a:pt x="136391" y="125016"/>
                  </a:lnTo>
                  <a:lnTo>
                    <a:pt x="136893" y="126736"/>
                  </a:lnTo>
                  <a:lnTo>
                    <a:pt x="137061" y="127968"/>
                  </a:lnTo>
                  <a:lnTo>
                    <a:pt x="137327" y="131742"/>
                  </a:lnTo>
                  <a:lnTo>
                    <a:pt x="138346" y="132861"/>
                  </a:lnTo>
                  <a:lnTo>
                    <a:pt x="139282" y="134238"/>
                  </a:lnTo>
                  <a:lnTo>
                    <a:pt x="139678" y="135242"/>
                  </a:lnTo>
                  <a:lnTo>
                    <a:pt x="140530" y="135988"/>
                  </a:lnTo>
                  <a:lnTo>
                    <a:pt x="141458" y="136125"/>
                  </a:lnTo>
                  <a:lnTo>
                    <a:pt x="142562" y="135295"/>
                  </a:lnTo>
                  <a:lnTo>
                    <a:pt x="143437" y="134497"/>
                  </a:lnTo>
                  <a:lnTo>
                    <a:pt x="143840" y="134732"/>
                  </a:lnTo>
                  <a:lnTo>
                    <a:pt x="144723" y="137365"/>
                  </a:lnTo>
                  <a:lnTo>
                    <a:pt x="145537" y="138324"/>
                  </a:lnTo>
                  <a:lnTo>
                    <a:pt x="147058" y="139244"/>
                  </a:lnTo>
                  <a:lnTo>
                    <a:pt x="148504" y="139952"/>
                  </a:lnTo>
                  <a:lnTo>
                    <a:pt x="151661" y="143117"/>
                  </a:lnTo>
                  <a:lnTo>
                    <a:pt x="153343" y="144274"/>
                  </a:lnTo>
                  <a:lnTo>
                    <a:pt x="154499" y="144639"/>
                  </a:lnTo>
                  <a:lnTo>
                    <a:pt x="155481" y="145179"/>
                  </a:lnTo>
                  <a:lnTo>
                    <a:pt x="155778" y="146183"/>
                  </a:lnTo>
                  <a:lnTo>
                    <a:pt x="155390" y="147195"/>
                  </a:lnTo>
                  <a:lnTo>
                    <a:pt x="154720" y="147857"/>
                  </a:lnTo>
                  <a:lnTo>
                    <a:pt x="151045" y="149691"/>
                  </a:lnTo>
                  <a:lnTo>
                    <a:pt x="150559" y="150490"/>
                  </a:lnTo>
                  <a:lnTo>
                    <a:pt x="151061" y="151707"/>
                  </a:lnTo>
                  <a:lnTo>
                    <a:pt x="151981" y="153229"/>
                  </a:lnTo>
                  <a:lnTo>
                    <a:pt x="152985" y="154537"/>
                  </a:lnTo>
                  <a:lnTo>
                    <a:pt x="154249" y="155823"/>
                  </a:lnTo>
                  <a:lnTo>
                    <a:pt x="156828" y="157908"/>
                  </a:lnTo>
                  <a:lnTo>
                    <a:pt x="159065" y="159536"/>
                  </a:lnTo>
                  <a:lnTo>
                    <a:pt x="160290" y="161339"/>
                  </a:lnTo>
                  <a:lnTo>
                    <a:pt x="160967" y="162542"/>
                  </a:lnTo>
                  <a:lnTo>
                    <a:pt x="160549" y="163980"/>
                  </a:lnTo>
                  <a:lnTo>
                    <a:pt x="159605" y="165555"/>
                  </a:lnTo>
                  <a:lnTo>
                    <a:pt x="158874" y="166901"/>
                  </a:lnTo>
                  <a:lnTo>
                    <a:pt x="157619" y="167685"/>
                  </a:lnTo>
                  <a:lnTo>
                    <a:pt x="157277" y="168590"/>
                  </a:lnTo>
                  <a:lnTo>
                    <a:pt x="157794" y="169998"/>
                  </a:lnTo>
                  <a:lnTo>
                    <a:pt x="158220" y="170964"/>
                  </a:lnTo>
                  <a:lnTo>
                    <a:pt x="157992" y="172166"/>
                  </a:lnTo>
                  <a:lnTo>
                    <a:pt x="158106" y="174624"/>
                  </a:lnTo>
                  <a:lnTo>
                    <a:pt x="156949" y="175507"/>
                  </a:lnTo>
                  <a:lnTo>
                    <a:pt x="155869" y="177743"/>
                  </a:lnTo>
                  <a:lnTo>
                    <a:pt x="155131" y="177911"/>
                  </a:lnTo>
                  <a:lnTo>
                    <a:pt x="153267" y="177097"/>
                  </a:lnTo>
                  <a:lnTo>
                    <a:pt x="152613" y="177546"/>
                  </a:lnTo>
                  <a:lnTo>
                    <a:pt x="151426" y="179174"/>
                  </a:lnTo>
                  <a:lnTo>
                    <a:pt x="149356" y="180947"/>
                  </a:lnTo>
                  <a:lnTo>
                    <a:pt x="148352" y="180970"/>
                  </a:lnTo>
                  <a:lnTo>
                    <a:pt x="147659" y="180756"/>
                  </a:lnTo>
                  <a:lnTo>
                    <a:pt x="146853" y="181510"/>
                  </a:lnTo>
                  <a:lnTo>
                    <a:pt x="145696" y="182910"/>
                  </a:lnTo>
                  <a:lnTo>
                    <a:pt x="145164" y="182864"/>
                  </a:lnTo>
                  <a:lnTo>
                    <a:pt x="143171" y="183184"/>
                  </a:lnTo>
                  <a:lnTo>
                    <a:pt x="142394" y="182735"/>
                  </a:lnTo>
                  <a:lnTo>
                    <a:pt x="141428" y="181586"/>
                  </a:lnTo>
                  <a:lnTo>
                    <a:pt x="139876" y="180414"/>
                  </a:lnTo>
                  <a:lnTo>
                    <a:pt x="138461" y="179577"/>
                  </a:lnTo>
                  <a:lnTo>
                    <a:pt x="137707" y="179014"/>
                  </a:lnTo>
                  <a:lnTo>
                    <a:pt x="137008" y="178040"/>
                  </a:lnTo>
                  <a:lnTo>
                    <a:pt x="136376" y="177409"/>
                  </a:lnTo>
                  <a:lnTo>
                    <a:pt x="135204" y="178793"/>
                  </a:lnTo>
                  <a:lnTo>
                    <a:pt x="133249" y="180117"/>
                  </a:lnTo>
                  <a:lnTo>
                    <a:pt x="131385" y="179866"/>
                  </a:lnTo>
                  <a:lnTo>
                    <a:pt x="130472" y="179646"/>
                  </a:lnTo>
                  <a:lnTo>
                    <a:pt x="129741" y="181571"/>
                  </a:lnTo>
                  <a:lnTo>
                    <a:pt x="129193" y="181921"/>
                  </a:lnTo>
                  <a:lnTo>
                    <a:pt x="125846" y="182255"/>
                  </a:lnTo>
                  <a:lnTo>
                    <a:pt x="125214" y="182560"/>
                  </a:lnTo>
                  <a:lnTo>
                    <a:pt x="125755" y="184317"/>
                  </a:lnTo>
                  <a:lnTo>
                    <a:pt x="127733" y="187292"/>
                  </a:lnTo>
                  <a:lnTo>
                    <a:pt x="128326" y="188997"/>
                  </a:lnTo>
                  <a:lnTo>
                    <a:pt x="127093" y="191797"/>
                  </a:lnTo>
                  <a:lnTo>
                    <a:pt x="123624" y="191720"/>
                  </a:lnTo>
                  <a:lnTo>
                    <a:pt x="122072" y="190587"/>
                  </a:lnTo>
                  <a:lnTo>
                    <a:pt x="120626" y="188997"/>
                  </a:lnTo>
                  <a:lnTo>
                    <a:pt x="120109" y="188213"/>
                  </a:lnTo>
                  <a:lnTo>
                    <a:pt x="115665" y="186653"/>
                  </a:lnTo>
                  <a:lnTo>
                    <a:pt x="112690" y="187726"/>
                  </a:lnTo>
                  <a:lnTo>
                    <a:pt x="111785" y="187673"/>
                  </a:lnTo>
                  <a:lnTo>
                    <a:pt x="110400" y="186539"/>
                  </a:lnTo>
                  <a:lnTo>
                    <a:pt x="109556" y="185687"/>
                  </a:lnTo>
                  <a:lnTo>
                    <a:pt x="108734" y="184393"/>
                  </a:lnTo>
                  <a:lnTo>
                    <a:pt x="108270" y="183085"/>
                  </a:lnTo>
                  <a:lnTo>
                    <a:pt x="108232" y="182491"/>
                  </a:lnTo>
                  <a:lnTo>
                    <a:pt x="109510" y="182020"/>
                  </a:lnTo>
                  <a:lnTo>
                    <a:pt x="111618" y="180947"/>
                  </a:lnTo>
                  <a:lnTo>
                    <a:pt x="113337" y="179745"/>
                  </a:lnTo>
                  <a:lnTo>
                    <a:pt x="114471" y="178466"/>
                  </a:lnTo>
                  <a:lnTo>
                    <a:pt x="114927" y="177135"/>
                  </a:lnTo>
                  <a:lnTo>
                    <a:pt x="114988" y="175590"/>
                  </a:lnTo>
                  <a:lnTo>
                    <a:pt x="115483" y="171588"/>
                  </a:lnTo>
                  <a:lnTo>
                    <a:pt x="115985" y="169640"/>
                  </a:lnTo>
                  <a:lnTo>
                    <a:pt x="115703" y="167236"/>
                  </a:lnTo>
                  <a:lnTo>
                    <a:pt x="114783" y="165349"/>
                  </a:lnTo>
                  <a:lnTo>
                    <a:pt x="114783" y="162511"/>
                  </a:lnTo>
                  <a:lnTo>
                    <a:pt x="115118" y="161126"/>
                  </a:lnTo>
                  <a:lnTo>
                    <a:pt x="115270" y="160213"/>
                  </a:lnTo>
                  <a:lnTo>
                    <a:pt x="116563" y="159065"/>
                  </a:lnTo>
                  <a:lnTo>
                    <a:pt x="117454" y="157413"/>
                  </a:lnTo>
                  <a:lnTo>
                    <a:pt x="117956" y="155260"/>
                  </a:lnTo>
                  <a:lnTo>
                    <a:pt x="118001" y="153708"/>
                  </a:lnTo>
                  <a:lnTo>
                    <a:pt x="117598" y="152749"/>
                  </a:lnTo>
                  <a:lnTo>
                    <a:pt x="116320" y="151836"/>
                  </a:lnTo>
                  <a:lnTo>
                    <a:pt x="114182" y="150977"/>
                  </a:lnTo>
                  <a:lnTo>
                    <a:pt x="112827" y="149881"/>
                  </a:lnTo>
                  <a:lnTo>
                    <a:pt x="112280" y="148565"/>
                  </a:lnTo>
                  <a:lnTo>
                    <a:pt x="112333" y="147408"/>
                  </a:lnTo>
                  <a:lnTo>
                    <a:pt x="112987" y="146404"/>
                  </a:lnTo>
                  <a:lnTo>
                    <a:pt x="111374" y="145293"/>
                  </a:lnTo>
                  <a:lnTo>
                    <a:pt x="107486" y="144068"/>
                  </a:lnTo>
                  <a:lnTo>
                    <a:pt x="105318" y="142592"/>
                  </a:lnTo>
                  <a:lnTo>
                    <a:pt x="104861" y="140873"/>
                  </a:lnTo>
                  <a:lnTo>
                    <a:pt x="103240" y="138620"/>
                  </a:lnTo>
                  <a:lnTo>
                    <a:pt x="100456" y="135828"/>
                  </a:lnTo>
                  <a:lnTo>
                    <a:pt x="98988" y="131811"/>
                  </a:lnTo>
                  <a:lnTo>
                    <a:pt x="98835" y="126561"/>
                  </a:lnTo>
                  <a:lnTo>
                    <a:pt x="99163" y="122285"/>
                  </a:lnTo>
                  <a:lnTo>
                    <a:pt x="100380" y="117332"/>
                  </a:lnTo>
                  <a:lnTo>
                    <a:pt x="98752" y="113740"/>
                  </a:lnTo>
                  <a:lnTo>
                    <a:pt x="96964" y="111846"/>
                  </a:lnTo>
                  <a:lnTo>
                    <a:pt x="94476" y="110453"/>
                  </a:lnTo>
                  <a:lnTo>
                    <a:pt x="92102" y="108460"/>
                  </a:lnTo>
                  <a:lnTo>
                    <a:pt x="89842" y="105850"/>
                  </a:lnTo>
                  <a:lnTo>
                    <a:pt x="87148" y="102000"/>
                  </a:lnTo>
                  <a:lnTo>
                    <a:pt x="83998" y="96903"/>
                  </a:lnTo>
                  <a:lnTo>
                    <a:pt x="81884" y="94620"/>
                  </a:lnTo>
                  <a:lnTo>
                    <a:pt x="80796" y="95153"/>
                  </a:lnTo>
                  <a:lnTo>
                    <a:pt x="78520" y="94673"/>
                  </a:lnTo>
                  <a:lnTo>
                    <a:pt x="75051" y="93197"/>
                  </a:lnTo>
                  <a:lnTo>
                    <a:pt x="72030" y="92398"/>
                  </a:lnTo>
                  <a:lnTo>
                    <a:pt x="69444" y="92284"/>
                  </a:lnTo>
                  <a:lnTo>
                    <a:pt x="67762" y="92619"/>
                  </a:lnTo>
                  <a:lnTo>
                    <a:pt x="66986" y="93403"/>
                  </a:lnTo>
                  <a:lnTo>
                    <a:pt x="66925" y="94171"/>
                  </a:lnTo>
                  <a:lnTo>
                    <a:pt x="67579" y="94932"/>
                  </a:lnTo>
                  <a:lnTo>
                    <a:pt x="67222" y="95525"/>
                  </a:lnTo>
                  <a:lnTo>
                    <a:pt x="65867" y="95951"/>
                  </a:lnTo>
                  <a:lnTo>
                    <a:pt x="64779" y="96789"/>
                  </a:lnTo>
                  <a:lnTo>
                    <a:pt x="63547" y="98660"/>
                  </a:lnTo>
                  <a:lnTo>
                    <a:pt x="63577" y="98584"/>
                  </a:lnTo>
                  <a:lnTo>
                    <a:pt x="63531" y="98683"/>
                  </a:lnTo>
                  <a:lnTo>
                    <a:pt x="63547" y="98660"/>
                  </a:lnTo>
                  <a:lnTo>
                    <a:pt x="62702" y="101110"/>
                  </a:lnTo>
                  <a:lnTo>
                    <a:pt x="61417" y="102054"/>
                  </a:lnTo>
                  <a:lnTo>
                    <a:pt x="59438" y="102259"/>
                  </a:lnTo>
                  <a:lnTo>
                    <a:pt x="57498" y="102959"/>
                  </a:lnTo>
                  <a:lnTo>
                    <a:pt x="55581" y="104146"/>
                  </a:lnTo>
                  <a:lnTo>
                    <a:pt x="54668" y="105051"/>
                  </a:lnTo>
                  <a:lnTo>
                    <a:pt x="54774" y="105668"/>
                  </a:lnTo>
                  <a:lnTo>
                    <a:pt x="54355" y="105805"/>
                  </a:lnTo>
                  <a:lnTo>
                    <a:pt x="53420" y="105462"/>
                  </a:lnTo>
                  <a:lnTo>
                    <a:pt x="52979" y="104656"/>
                  </a:lnTo>
                  <a:lnTo>
                    <a:pt x="53031" y="103378"/>
                  </a:lnTo>
                  <a:lnTo>
                    <a:pt x="52050" y="102525"/>
                  </a:lnTo>
                  <a:lnTo>
                    <a:pt x="50049" y="102084"/>
                  </a:lnTo>
                  <a:lnTo>
                    <a:pt x="47767" y="100722"/>
                  </a:lnTo>
                  <a:lnTo>
                    <a:pt x="45195" y="98417"/>
                  </a:lnTo>
                  <a:lnTo>
                    <a:pt x="43414" y="97192"/>
                  </a:lnTo>
                  <a:lnTo>
                    <a:pt x="42418" y="97040"/>
                  </a:lnTo>
                  <a:lnTo>
                    <a:pt x="40995" y="97953"/>
                  </a:lnTo>
                  <a:lnTo>
                    <a:pt x="39123" y="99931"/>
                  </a:lnTo>
                  <a:lnTo>
                    <a:pt x="37586" y="100707"/>
                  </a:lnTo>
                  <a:lnTo>
                    <a:pt x="36377" y="100304"/>
                  </a:lnTo>
                  <a:lnTo>
                    <a:pt x="35441" y="100996"/>
                  </a:lnTo>
                  <a:lnTo>
                    <a:pt x="34787" y="102799"/>
                  </a:lnTo>
                  <a:lnTo>
                    <a:pt x="33577" y="104207"/>
                  </a:lnTo>
                  <a:lnTo>
                    <a:pt x="30929" y="105751"/>
                  </a:lnTo>
                  <a:lnTo>
                    <a:pt x="30754" y="105934"/>
                  </a:lnTo>
                  <a:lnTo>
                    <a:pt x="27725" y="108011"/>
                  </a:lnTo>
                  <a:lnTo>
                    <a:pt x="25299" y="110104"/>
                  </a:lnTo>
                  <a:lnTo>
                    <a:pt x="22476" y="112911"/>
                  </a:lnTo>
                  <a:lnTo>
                    <a:pt x="21144" y="113345"/>
                  </a:lnTo>
                  <a:lnTo>
                    <a:pt x="19874" y="112660"/>
                  </a:lnTo>
                  <a:lnTo>
                    <a:pt x="17956" y="111975"/>
                  </a:lnTo>
                  <a:lnTo>
                    <a:pt x="16944" y="111024"/>
                  </a:lnTo>
                  <a:lnTo>
                    <a:pt x="18877" y="106269"/>
                  </a:lnTo>
                  <a:lnTo>
                    <a:pt x="21319" y="100996"/>
                  </a:lnTo>
                  <a:lnTo>
                    <a:pt x="21974" y="98561"/>
                  </a:lnTo>
                  <a:lnTo>
                    <a:pt x="22072" y="96781"/>
                  </a:lnTo>
                  <a:lnTo>
                    <a:pt x="21837" y="95335"/>
                  </a:lnTo>
                  <a:lnTo>
                    <a:pt x="20878" y="93821"/>
                  </a:lnTo>
                  <a:lnTo>
                    <a:pt x="19980" y="92649"/>
                  </a:lnTo>
                  <a:lnTo>
                    <a:pt x="19896" y="91866"/>
                  </a:lnTo>
                  <a:lnTo>
                    <a:pt x="20186" y="91044"/>
                  </a:lnTo>
                  <a:lnTo>
                    <a:pt x="21167" y="89819"/>
                  </a:lnTo>
                  <a:lnTo>
                    <a:pt x="22430" y="87917"/>
                  </a:lnTo>
                  <a:lnTo>
                    <a:pt x="23602" y="84014"/>
                  </a:lnTo>
                  <a:lnTo>
                    <a:pt x="25009" y="79875"/>
                  </a:lnTo>
                  <a:lnTo>
                    <a:pt x="24872" y="77364"/>
                  </a:lnTo>
                  <a:lnTo>
                    <a:pt x="23739" y="74610"/>
                  </a:lnTo>
                  <a:lnTo>
                    <a:pt x="23115" y="71992"/>
                  </a:lnTo>
                  <a:lnTo>
                    <a:pt x="23609" y="68424"/>
                  </a:lnTo>
                  <a:lnTo>
                    <a:pt x="23427" y="67031"/>
                  </a:lnTo>
                  <a:lnTo>
                    <a:pt x="22202" y="66331"/>
                  </a:lnTo>
                  <a:lnTo>
                    <a:pt x="18185" y="65624"/>
                  </a:lnTo>
                  <a:lnTo>
                    <a:pt x="16891" y="65745"/>
                  </a:lnTo>
                  <a:lnTo>
                    <a:pt x="15871" y="66202"/>
                  </a:lnTo>
                  <a:lnTo>
                    <a:pt x="14768" y="67176"/>
                  </a:lnTo>
                  <a:lnTo>
                    <a:pt x="13429" y="67785"/>
                  </a:lnTo>
                  <a:lnTo>
                    <a:pt x="10903" y="68127"/>
                  </a:lnTo>
                  <a:lnTo>
                    <a:pt x="8514" y="66917"/>
                  </a:lnTo>
                  <a:lnTo>
                    <a:pt x="6513" y="64863"/>
                  </a:lnTo>
                  <a:lnTo>
                    <a:pt x="6033" y="62352"/>
                  </a:lnTo>
                  <a:lnTo>
                    <a:pt x="7502" y="59354"/>
                  </a:lnTo>
                  <a:lnTo>
                    <a:pt x="8529" y="56927"/>
                  </a:lnTo>
                  <a:lnTo>
                    <a:pt x="9138" y="54843"/>
                  </a:lnTo>
                  <a:lnTo>
                    <a:pt x="9070" y="53853"/>
                  </a:lnTo>
                  <a:lnTo>
                    <a:pt x="8643" y="52826"/>
                  </a:lnTo>
                  <a:lnTo>
                    <a:pt x="8042" y="52682"/>
                  </a:lnTo>
                  <a:lnTo>
                    <a:pt x="6764" y="51404"/>
                  </a:lnTo>
                  <a:lnTo>
                    <a:pt x="5516" y="49151"/>
                  </a:lnTo>
                  <a:lnTo>
                    <a:pt x="4329" y="48117"/>
                  </a:lnTo>
                  <a:lnTo>
                    <a:pt x="3226" y="48307"/>
                  </a:lnTo>
                  <a:lnTo>
                    <a:pt x="2199" y="49167"/>
                  </a:lnTo>
                  <a:lnTo>
                    <a:pt x="1263" y="50673"/>
                  </a:lnTo>
                  <a:lnTo>
                    <a:pt x="525" y="51297"/>
                  </a:lnTo>
                  <a:lnTo>
                    <a:pt x="0" y="51015"/>
                  </a:lnTo>
                  <a:lnTo>
                    <a:pt x="160" y="49684"/>
                  </a:lnTo>
                  <a:lnTo>
                    <a:pt x="312" y="48421"/>
                  </a:lnTo>
                  <a:lnTo>
                    <a:pt x="1468" y="43506"/>
                  </a:lnTo>
                  <a:lnTo>
                    <a:pt x="2869" y="40310"/>
                  </a:lnTo>
                  <a:lnTo>
                    <a:pt x="4512" y="38826"/>
                  </a:lnTo>
                  <a:lnTo>
                    <a:pt x="6247" y="38195"/>
                  </a:lnTo>
                  <a:lnTo>
                    <a:pt x="8072" y="38431"/>
                  </a:lnTo>
                  <a:lnTo>
                    <a:pt x="9617" y="38157"/>
                  </a:lnTo>
                  <a:lnTo>
                    <a:pt x="10850" y="37373"/>
                  </a:lnTo>
                  <a:lnTo>
                    <a:pt x="10736" y="36924"/>
                  </a:lnTo>
                  <a:lnTo>
                    <a:pt x="9275" y="36810"/>
                  </a:lnTo>
                  <a:lnTo>
                    <a:pt x="8689" y="35958"/>
                  </a:lnTo>
                  <a:lnTo>
                    <a:pt x="9001" y="34353"/>
                  </a:lnTo>
                  <a:lnTo>
                    <a:pt x="9640" y="33310"/>
                  </a:lnTo>
                  <a:lnTo>
                    <a:pt x="10644" y="32831"/>
                  </a:lnTo>
                  <a:lnTo>
                    <a:pt x="11618" y="31218"/>
                  </a:lnTo>
                  <a:lnTo>
                    <a:pt x="12554" y="28456"/>
                  </a:lnTo>
                  <a:lnTo>
                    <a:pt x="13703" y="27064"/>
                  </a:lnTo>
                  <a:lnTo>
                    <a:pt x="15042" y="27026"/>
                  </a:lnTo>
                  <a:lnTo>
                    <a:pt x="17347" y="25846"/>
                  </a:lnTo>
                  <a:lnTo>
                    <a:pt x="20611" y="23510"/>
                  </a:lnTo>
                  <a:lnTo>
                    <a:pt x="21867" y="21251"/>
                  </a:lnTo>
                  <a:lnTo>
                    <a:pt x="23100" y="22285"/>
                  </a:lnTo>
                  <a:lnTo>
                    <a:pt x="22635" y="24903"/>
                  </a:lnTo>
                  <a:lnTo>
                    <a:pt x="23282" y="25451"/>
                  </a:lnTo>
                  <a:lnTo>
                    <a:pt x="23586" y="26386"/>
                  </a:lnTo>
                  <a:lnTo>
                    <a:pt x="23419" y="27847"/>
                  </a:lnTo>
                  <a:lnTo>
                    <a:pt x="23693" y="29088"/>
                  </a:lnTo>
                  <a:lnTo>
                    <a:pt x="24195" y="29689"/>
                  </a:lnTo>
                  <a:lnTo>
                    <a:pt x="24903" y="29993"/>
                  </a:lnTo>
                  <a:lnTo>
                    <a:pt x="28364" y="28928"/>
                  </a:lnTo>
                  <a:lnTo>
                    <a:pt x="30480" y="28852"/>
                  </a:lnTo>
                  <a:lnTo>
                    <a:pt x="31370" y="29552"/>
                  </a:lnTo>
                  <a:lnTo>
                    <a:pt x="32169" y="29985"/>
                  </a:lnTo>
                  <a:lnTo>
                    <a:pt x="33173" y="30320"/>
                  </a:lnTo>
                  <a:lnTo>
                    <a:pt x="33949" y="30769"/>
                  </a:lnTo>
                  <a:lnTo>
                    <a:pt x="34444" y="30624"/>
                  </a:lnTo>
                  <a:lnTo>
                    <a:pt x="35631" y="29536"/>
                  </a:lnTo>
                  <a:lnTo>
                    <a:pt x="35988" y="29346"/>
                  </a:lnTo>
                  <a:lnTo>
                    <a:pt x="36026" y="28814"/>
                  </a:lnTo>
                  <a:lnTo>
                    <a:pt x="35197" y="27832"/>
                  </a:lnTo>
                  <a:lnTo>
                    <a:pt x="34337" y="27010"/>
                  </a:lnTo>
                  <a:lnTo>
                    <a:pt x="34368" y="25184"/>
                  </a:lnTo>
                  <a:lnTo>
                    <a:pt x="34771" y="22019"/>
                  </a:lnTo>
                  <a:lnTo>
                    <a:pt x="34855" y="20376"/>
                  </a:lnTo>
                  <a:lnTo>
                    <a:pt x="34779" y="16442"/>
                  </a:lnTo>
                  <a:lnTo>
                    <a:pt x="34627" y="15331"/>
                  </a:lnTo>
                  <a:lnTo>
                    <a:pt x="33835" y="14053"/>
                  </a:lnTo>
                  <a:lnTo>
                    <a:pt x="31774" y="11595"/>
                  </a:lnTo>
                  <a:lnTo>
                    <a:pt x="31195" y="10097"/>
                  </a:lnTo>
                  <a:lnTo>
                    <a:pt x="30860" y="8598"/>
                  </a:lnTo>
                  <a:lnTo>
                    <a:pt x="30891" y="7647"/>
                  </a:lnTo>
                  <a:lnTo>
                    <a:pt x="30366" y="6559"/>
                  </a:lnTo>
                  <a:lnTo>
                    <a:pt x="30099" y="5547"/>
                  </a:lnTo>
                  <a:lnTo>
                    <a:pt x="31020" y="5029"/>
                  </a:lnTo>
                  <a:lnTo>
                    <a:pt x="32139" y="3857"/>
                  </a:lnTo>
                  <a:lnTo>
                    <a:pt x="32701" y="2070"/>
                  </a:lnTo>
                  <a:lnTo>
                    <a:pt x="33234" y="761"/>
                  </a:lnTo>
                  <a:lnTo>
                    <a:pt x="34010" y="205"/>
                  </a:lnTo>
                  <a:lnTo>
                    <a:pt x="34680" y="0"/>
                  </a:lnTo>
                  <a:lnTo>
                    <a:pt x="35129" y="114"/>
                  </a:lnTo>
                  <a:lnTo>
                    <a:pt x="36879" y="2458"/>
                  </a:lnTo>
                  <a:lnTo>
                    <a:pt x="39093" y="1286"/>
                  </a:lnTo>
                  <a:lnTo>
                    <a:pt x="40766" y="1294"/>
                  </a:lnTo>
                  <a:lnTo>
                    <a:pt x="42205" y="1910"/>
                  </a:lnTo>
                  <a:close/>
                </a:path>
              </a:pathLst>
            </a:custGeom>
            <a:solidFill>
              <a:srgbClr val="2562E8"/>
            </a:solidFill>
            <a:ln w="6168" cap="flat">
              <a:solidFill>
                <a:srgbClr val="2562E8"/>
              </a:solidFill>
              <a:prstDash val="solid"/>
              <a:miter/>
            </a:ln>
          </p:spPr>
          <p:txBody>
            <a:bodyPr/>
            <a:lstStyle/>
            <a:p>
              <a:endParaRPr lang="en-US"/>
            </a:p>
          </p:txBody>
        </p:sp>
        <p:sp>
          <p:nvSpPr>
            <p:cNvPr id="2250" name="Freeform: Shape 2249">
              <a:extLst>
                <a:ext uri="{FF2B5EF4-FFF2-40B4-BE49-F238E27FC236}">
                  <a16:creationId xmlns:a16="http://schemas.microsoft.com/office/drawing/2014/main" id="{74B53D6F-CDBF-F4E4-814A-C8F1D9497842}"/>
                </a:ext>
              </a:extLst>
            </p:cNvPr>
            <p:cNvSpPr/>
            <p:nvPr/>
          </p:nvSpPr>
          <p:spPr>
            <a:xfrm>
              <a:off x="10323549" y="4218555"/>
              <a:ext cx="31529" cy="41040"/>
            </a:xfrm>
            <a:custGeom>
              <a:avLst/>
              <a:gdLst>
                <a:gd name="csX0" fmla="*/ 16244 w 31529"/>
                <a:gd name="csY0" fmla="*/ 31986 h 41040"/>
                <a:gd name="csX1" fmla="*/ 15636 w 31529"/>
                <a:gd name="csY1" fmla="*/ 32405 h 41040"/>
                <a:gd name="csX2" fmla="*/ 14502 w 31529"/>
                <a:gd name="csY2" fmla="*/ 33569 h 41040"/>
                <a:gd name="csX3" fmla="*/ 13368 w 31529"/>
                <a:gd name="csY3" fmla="*/ 34512 h 41040"/>
                <a:gd name="csX4" fmla="*/ 11078 w 31529"/>
                <a:gd name="csY4" fmla="*/ 35981 h 41040"/>
                <a:gd name="csX5" fmla="*/ 10561 w 31529"/>
                <a:gd name="csY5" fmla="*/ 36856 h 41040"/>
                <a:gd name="csX6" fmla="*/ 10051 w 31529"/>
                <a:gd name="csY6" fmla="*/ 36064 h 41040"/>
                <a:gd name="csX7" fmla="*/ 9054 w 31529"/>
                <a:gd name="csY7" fmla="*/ 36605 h 41040"/>
                <a:gd name="csX8" fmla="*/ 8217 w 31529"/>
                <a:gd name="csY8" fmla="*/ 39930 h 41040"/>
                <a:gd name="csX9" fmla="*/ 6467 w 31529"/>
                <a:gd name="csY9" fmla="*/ 41040 h 41040"/>
                <a:gd name="csX10" fmla="*/ 4276 w 31529"/>
                <a:gd name="csY10" fmla="*/ 40942 h 41040"/>
                <a:gd name="csX11" fmla="*/ 2450 w 31529"/>
                <a:gd name="csY11" fmla="*/ 40630 h 41040"/>
                <a:gd name="csX12" fmla="*/ 0 w 31529"/>
                <a:gd name="csY12" fmla="*/ 40835 h 41040"/>
                <a:gd name="csX13" fmla="*/ 997 w 31529"/>
                <a:gd name="csY13" fmla="*/ 38902 h 41040"/>
                <a:gd name="csX14" fmla="*/ 2031 w 31529"/>
                <a:gd name="csY14" fmla="*/ 36384 h 41040"/>
                <a:gd name="csX15" fmla="*/ 3051 w 31529"/>
                <a:gd name="csY15" fmla="*/ 32991 h 41040"/>
                <a:gd name="csX16" fmla="*/ 4854 w 31529"/>
                <a:gd name="csY16" fmla="*/ 30168 h 41040"/>
                <a:gd name="csX17" fmla="*/ 8590 w 31529"/>
                <a:gd name="csY17" fmla="*/ 20551 h 41040"/>
                <a:gd name="csX18" fmla="*/ 10751 w 31529"/>
                <a:gd name="csY18" fmla="*/ 16647 h 41040"/>
                <a:gd name="csX19" fmla="*/ 11519 w 31529"/>
                <a:gd name="csY19" fmla="*/ 11093 h 41040"/>
                <a:gd name="csX20" fmla="*/ 14860 w 31529"/>
                <a:gd name="csY20" fmla="*/ 6231 h 41040"/>
                <a:gd name="csX21" fmla="*/ 17355 w 31529"/>
                <a:gd name="csY21" fmla="*/ 4786 h 41040"/>
                <a:gd name="csX22" fmla="*/ 18565 w 31529"/>
                <a:gd name="csY22" fmla="*/ 3393 h 41040"/>
                <a:gd name="csX23" fmla="*/ 18534 w 31529"/>
                <a:gd name="csY23" fmla="*/ 1278 h 41040"/>
                <a:gd name="csX24" fmla="*/ 22263 w 31529"/>
                <a:gd name="csY24" fmla="*/ 1293 h 41040"/>
                <a:gd name="csX25" fmla="*/ 24667 w 31529"/>
                <a:gd name="csY25" fmla="*/ 1187 h 41040"/>
                <a:gd name="csX26" fmla="*/ 25359 w 31529"/>
                <a:gd name="csY26" fmla="*/ 0 h 41040"/>
                <a:gd name="csX27" fmla="*/ 27239 w 31529"/>
                <a:gd name="csY27" fmla="*/ 540 h 41040"/>
                <a:gd name="csX28" fmla="*/ 28281 w 31529"/>
                <a:gd name="csY28" fmla="*/ 1681 h 41040"/>
                <a:gd name="csX29" fmla="*/ 27338 w 31529"/>
                <a:gd name="csY29" fmla="*/ 2891 h 41040"/>
                <a:gd name="csX30" fmla="*/ 26006 w 31529"/>
                <a:gd name="csY30" fmla="*/ 4268 h 41040"/>
                <a:gd name="csX31" fmla="*/ 26082 w 31529"/>
                <a:gd name="csY31" fmla="*/ 4626 h 41040"/>
                <a:gd name="csX32" fmla="*/ 27079 w 31529"/>
                <a:gd name="csY32" fmla="*/ 4740 h 41040"/>
                <a:gd name="csX33" fmla="*/ 28768 w 31529"/>
                <a:gd name="csY33" fmla="*/ 5486 h 41040"/>
                <a:gd name="csX34" fmla="*/ 29803 w 31529"/>
                <a:gd name="csY34" fmla="*/ 6361 h 41040"/>
                <a:gd name="csX35" fmla="*/ 31530 w 31529"/>
                <a:gd name="csY35" fmla="*/ 11793 h 41040"/>
                <a:gd name="csX36" fmla="*/ 30465 w 31529"/>
                <a:gd name="csY36" fmla="*/ 14022 h 41040"/>
                <a:gd name="csX37" fmla="*/ 28806 w 31529"/>
                <a:gd name="csY37" fmla="*/ 16016 h 41040"/>
                <a:gd name="csX38" fmla="*/ 28068 w 31529"/>
                <a:gd name="csY38" fmla="*/ 16191 h 41040"/>
                <a:gd name="csX39" fmla="*/ 26615 w 31529"/>
                <a:gd name="csY39" fmla="*/ 17180 h 41040"/>
                <a:gd name="csX40" fmla="*/ 25397 w 31529"/>
                <a:gd name="csY40" fmla="*/ 18534 h 41040"/>
                <a:gd name="csX41" fmla="*/ 24971 w 31529"/>
                <a:gd name="csY41" fmla="*/ 19386 h 41040"/>
                <a:gd name="csX42" fmla="*/ 25063 w 31529"/>
                <a:gd name="csY42" fmla="*/ 20185 h 41040"/>
                <a:gd name="csX43" fmla="*/ 26782 w 31529"/>
                <a:gd name="csY43" fmla="*/ 21182 h 41040"/>
                <a:gd name="csX44" fmla="*/ 26835 w 31529"/>
                <a:gd name="csY44" fmla="*/ 21585 h 41040"/>
                <a:gd name="csX45" fmla="*/ 26478 w 31529"/>
                <a:gd name="csY45" fmla="*/ 21905 h 41040"/>
                <a:gd name="csX46" fmla="*/ 25085 w 31529"/>
                <a:gd name="csY46" fmla="*/ 21684 h 41040"/>
                <a:gd name="csX47" fmla="*/ 23290 w 31529"/>
                <a:gd name="csY47" fmla="*/ 21578 h 41040"/>
                <a:gd name="csX48" fmla="*/ 22232 w 31529"/>
                <a:gd name="csY48" fmla="*/ 21585 h 41040"/>
                <a:gd name="csX49" fmla="*/ 21007 w 31529"/>
                <a:gd name="csY49" fmla="*/ 21783 h 41040"/>
                <a:gd name="csX50" fmla="*/ 19440 w 31529"/>
                <a:gd name="csY50" fmla="*/ 23001 h 41040"/>
                <a:gd name="csX51" fmla="*/ 18740 w 31529"/>
                <a:gd name="csY51" fmla="*/ 23807 h 41040"/>
                <a:gd name="csX52" fmla="*/ 18367 w 31529"/>
                <a:gd name="csY52" fmla="*/ 24324 h 41040"/>
                <a:gd name="csX53" fmla="*/ 17804 w 31529"/>
                <a:gd name="csY53" fmla="*/ 25976 h 41040"/>
                <a:gd name="csX54" fmla="*/ 18435 w 31529"/>
                <a:gd name="csY54" fmla="*/ 27109 h 41040"/>
                <a:gd name="csX55" fmla="*/ 19607 w 31529"/>
                <a:gd name="csY55" fmla="*/ 27756 h 41040"/>
                <a:gd name="csX56" fmla="*/ 19775 w 31529"/>
                <a:gd name="csY56" fmla="*/ 28083 h 41040"/>
                <a:gd name="csX57" fmla="*/ 19509 w 31529"/>
                <a:gd name="csY57" fmla="*/ 28654 h 41040"/>
                <a:gd name="csX58" fmla="*/ 18344 w 31529"/>
                <a:gd name="csY58" fmla="*/ 29369 h 41040"/>
                <a:gd name="csX59" fmla="*/ 17469 w 31529"/>
                <a:gd name="csY59" fmla="*/ 30244 h 41040"/>
                <a:gd name="csX60" fmla="*/ 17218 w 31529"/>
                <a:gd name="csY60" fmla="*/ 31134 h 410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31529" h="41040">
                  <a:moveTo>
                    <a:pt x="16244" y="31986"/>
                  </a:moveTo>
                  <a:lnTo>
                    <a:pt x="15636" y="32405"/>
                  </a:lnTo>
                  <a:lnTo>
                    <a:pt x="14502" y="33569"/>
                  </a:lnTo>
                  <a:lnTo>
                    <a:pt x="13368" y="34512"/>
                  </a:lnTo>
                  <a:lnTo>
                    <a:pt x="11078" y="35981"/>
                  </a:lnTo>
                  <a:lnTo>
                    <a:pt x="10561" y="36856"/>
                  </a:lnTo>
                  <a:lnTo>
                    <a:pt x="10051" y="36064"/>
                  </a:lnTo>
                  <a:lnTo>
                    <a:pt x="9054" y="36605"/>
                  </a:lnTo>
                  <a:lnTo>
                    <a:pt x="8217" y="39930"/>
                  </a:lnTo>
                  <a:lnTo>
                    <a:pt x="6467" y="41040"/>
                  </a:lnTo>
                  <a:lnTo>
                    <a:pt x="4276" y="40942"/>
                  </a:lnTo>
                  <a:lnTo>
                    <a:pt x="2450" y="40630"/>
                  </a:lnTo>
                  <a:lnTo>
                    <a:pt x="0" y="40835"/>
                  </a:lnTo>
                  <a:lnTo>
                    <a:pt x="997" y="38902"/>
                  </a:lnTo>
                  <a:lnTo>
                    <a:pt x="2031" y="36384"/>
                  </a:lnTo>
                  <a:lnTo>
                    <a:pt x="3051" y="32991"/>
                  </a:lnTo>
                  <a:lnTo>
                    <a:pt x="4854" y="30168"/>
                  </a:lnTo>
                  <a:lnTo>
                    <a:pt x="8590" y="20551"/>
                  </a:lnTo>
                  <a:lnTo>
                    <a:pt x="10751" y="16647"/>
                  </a:lnTo>
                  <a:lnTo>
                    <a:pt x="11519" y="11093"/>
                  </a:lnTo>
                  <a:lnTo>
                    <a:pt x="14860" y="6231"/>
                  </a:lnTo>
                  <a:lnTo>
                    <a:pt x="17355" y="4786"/>
                  </a:lnTo>
                  <a:lnTo>
                    <a:pt x="18565" y="3393"/>
                  </a:lnTo>
                  <a:lnTo>
                    <a:pt x="18534" y="1278"/>
                  </a:lnTo>
                  <a:lnTo>
                    <a:pt x="22263" y="1293"/>
                  </a:lnTo>
                  <a:lnTo>
                    <a:pt x="24667" y="1187"/>
                  </a:lnTo>
                  <a:lnTo>
                    <a:pt x="25359" y="0"/>
                  </a:lnTo>
                  <a:lnTo>
                    <a:pt x="27239" y="540"/>
                  </a:lnTo>
                  <a:lnTo>
                    <a:pt x="28281" y="1681"/>
                  </a:lnTo>
                  <a:lnTo>
                    <a:pt x="27338" y="2891"/>
                  </a:lnTo>
                  <a:lnTo>
                    <a:pt x="26006" y="4268"/>
                  </a:lnTo>
                  <a:lnTo>
                    <a:pt x="26082" y="4626"/>
                  </a:lnTo>
                  <a:lnTo>
                    <a:pt x="27079" y="4740"/>
                  </a:lnTo>
                  <a:lnTo>
                    <a:pt x="28768" y="5486"/>
                  </a:lnTo>
                  <a:lnTo>
                    <a:pt x="29803" y="6361"/>
                  </a:lnTo>
                  <a:lnTo>
                    <a:pt x="31530" y="11793"/>
                  </a:lnTo>
                  <a:lnTo>
                    <a:pt x="30465" y="14022"/>
                  </a:lnTo>
                  <a:lnTo>
                    <a:pt x="28806" y="16016"/>
                  </a:lnTo>
                  <a:lnTo>
                    <a:pt x="28068" y="16191"/>
                  </a:lnTo>
                  <a:lnTo>
                    <a:pt x="26615" y="17180"/>
                  </a:lnTo>
                  <a:lnTo>
                    <a:pt x="25397" y="18534"/>
                  </a:lnTo>
                  <a:lnTo>
                    <a:pt x="24971" y="19386"/>
                  </a:lnTo>
                  <a:lnTo>
                    <a:pt x="25063" y="20185"/>
                  </a:lnTo>
                  <a:lnTo>
                    <a:pt x="26782" y="21182"/>
                  </a:lnTo>
                  <a:lnTo>
                    <a:pt x="26835" y="21585"/>
                  </a:lnTo>
                  <a:lnTo>
                    <a:pt x="26478" y="21905"/>
                  </a:lnTo>
                  <a:lnTo>
                    <a:pt x="25085" y="21684"/>
                  </a:lnTo>
                  <a:lnTo>
                    <a:pt x="23290" y="21578"/>
                  </a:lnTo>
                  <a:lnTo>
                    <a:pt x="22232" y="21585"/>
                  </a:lnTo>
                  <a:lnTo>
                    <a:pt x="21007" y="21783"/>
                  </a:lnTo>
                  <a:lnTo>
                    <a:pt x="19440" y="23001"/>
                  </a:lnTo>
                  <a:lnTo>
                    <a:pt x="18740" y="23807"/>
                  </a:lnTo>
                  <a:lnTo>
                    <a:pt x="18367" y="24324"/>
                  </a:lnTo>
                  <a:lnTo>
                    <a:pt x="17804" y="25976"/>
                  </a:lnTo>
                  <a:lnTo>
                    <a:pt x="18435" y="27109"/>
                  </a:lnTo>
                  <a:lnTo>
                    <a:pt x="19607" y="27756"/>
                  </a:lnTo>
                  <a:lnTo>
                    <a:pt x="19775" y="28083"/>
                  </a:lnTo>
                  <a:lnTo>
                    <a:pt x="19509" y="28654"/>
                  </a:lnTo>
                  <a:lnTo>
                    <a:pt x="18344" y="29369"/>
                  </a:lnTo>
                  <a:lnTo>
                    <a:pt x="17469" y="30244"/>
                  </a:lnTo>
                  <a:lnTo>
                    <a:pt x="17218" y="31134"/>
                  </a:lnTo>
                  <a:close/>
                </a:path>
              </a:pathLst>
            </a:custGeom>
            <a:solidFill>
              <a:srgbClr val="2562E8"/>
            </a:solidFill>
            <a:ln w="6168" cap="flat">
              <a:solidFill>
                <a:srgbClr val="2562E8"/>
              </a:solidFill>
              <a:prstDash val="solid"/>
              <a:miter/>
            </a:ln>
          </p:spPr>
          <p:txBody>
            <a:bodyPr/>
            <a:lstStyle/>
            <a:p>
              <a:endParaRPr lang="en-US"/>
            </a:p>
          </p:txBody>
        </p:sp>
        <p:sp>
          <p:nvSpPr>
            <p:cNvPr id="2251" name="Freeform: Shape 2250">
              <a:extLst>
                <a:ext uri="{FF2B5EF4-FFF2-40B4-BE49-F238E27FC236}">
                  <a16:creationId xmlns:a16="http://schemas.microsoft.com/office/drawing/2014/main" id="{BE2FA685-3120-62E2-50C8-0360CFD8DE4E}"/>
                </a:ext>
              </a:extLst>
            </p:cNvPr>
            <p:cNvSpPr/>
            <p:nvPr/>
          </p:nvSpPr>
          <p:spPr>
            <a:xfrm>
              <a:off x="8269753" y="4702223"/>
              <a:ext cx="3979" cy="8209"/>
            </a:xfrm>
            <a:custGeom>
              <a:avLst/>
              <a:gdLst>
                <a:gd name="csX0" fmla="*/ 3797 w 3979"/>
                <a:gd name="csY0" fmla="*/ 5927 h 8209"/>
                <a:gd name="csX1" fmla="*/ 2595 w 3979"/>
                <a:gd name="csY1" fmla="*/ 8209 h 8209"/>
                <a:gd name="csX2" fmla="*/ 259 w 3979"/>
                <a:gd name="csY2" fmla="*/ 6779 h 8209"/>
                <a:gd name="csX3" fmla="*/ 0 w 3979"/>
                <a:gd name="csY3" fmla="*/ 4976 h 8209"/>
                <a:gd name="csX4" fmla="*/ 205 w 3979"/>
                <a:gd name="csY4" fmla="*/ 3888 h 8209"/>
                <a:gd name="csX5" fmla="*/ 1628 w 3979"/>
                <a:gd name="csY5" fmla="*/ 1803 h 8209"/>
                <a:gd name="csX6" fmla="*/ 2739 w 3979"/>
                <a:gd name="csY6" fmla="*/ 449 h 8209"/>
                <a:gd name="csX7" fmla="*/ 3523 w 3979"/>
                <a:gd name="csY7" fmla="*/ 0 h 8209"/>
                <a:gd name="csX8" fmla="*/ 3979 w 3979"/>
                <a:gd name="csY8" fmla="*/ 1796 h 82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979" h="8209">
                  <a:moveTo>
                    <a:pt x="3797" y="5927"/>
                  </a:moveTo>
                  <a:lnTo>
                    <a:pt x="2595" y="8209"/>
                  </a:lnTo>
                  <a:lnTo>
                    <a:pt x="259" y="6779"/>
                  </a:lnTo>
                  <a:lnTo>
                    <a:pt x="0" y="4976"/>
                  </a:lnTo>
                  <a:lnTo>
                    <a:pt x="205" y="3888"/>
                  </a:lnTo>
                  <a:lnTo>
                    <a:pt x="1628" y="1803"/>
                  </a:lnTo>
                  <a:lnTo>
                    <a:pt x="2739" y="449"/>
                  </a:lnTo>
                  <a:lnTo>
                    <a:pt x="3523" y="0"/>
                  </a:lnTo>
                  <a:lnTo>
                    <a:pt x="3979" y="179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52" name="Freeform: Shape 2251">
              <a:extLst>
                <a:ext uri="{FF2B5EF4-FFF2-40B4-BE49-F238E27FC236}">
                  <a16:creationId xmlns:a16="http://schemas.microsoft.com/office/drawing/2014/main" id="{E6EA32A1-A6C4-34AC-4B83-8BC48FC1380D}"/>
                </a:ext>
              </a:extLst>
            </p:cNvPr>
            <p:cNvSpPr/>
            <p:nvPr/>
          </p:nvSpPr>
          <p:spPr>
            <a:xfrm>
              <a:off x="9776287" y="3861965"/>
              <a:ext cx="2792" cy="6680"/>
            </a:xfrm>
            <a:custGeom>
              <a:avLst/>
              <a:gdLst>
                <a:gd name="csX0" fmla="*/ 2146 w 2792"/>
                <a:gd name="csY0" fmla="*/ 6680 h 6680"/>
                <a:gd name="csX1" fmla="*/ 487 w 2792"/>
                <a:gd name="csY1" fmla="*/ 6513 h 6680"/>
                <a:gd name="csX2" fmla="*/ 175 w 2792"/>
                <a:gd name="csY2" fmla="*/ 6528 h 6680"/>
                <a:gd name="csX3" fmla="*/ 0 w 2792"/>
                <a:gd name="csY3" fmla="*/ 5425 h 6680"/>
                <a:gd name="csX4" fmla="*/ 99 w 2792"/>
                <a:gd name="csY4" fmla="*/ 3074 h 6680"/>
                <a:gd name="csX5" fmla="*/ 1020 w 2792"/>
                <a:gd name="csY5" fmla="*/ 0 h 6680"/>
                <a:gd name="csX6" fmla="*/ 1217 w 2792"/>
                <a:gd name="csY6" fmla="*/ 502 h 6680"/>
                <a:gd name="csX7" fmla="*/ 1331 w 2792"/>
                <a:gd name="csY7" fmla="*/ 1149 h 6680"/>
                <a:gd name="csX8" fmla="*/ 1522 w 2792"/>
                <a:gd name="csY8" fmla="*/ 1834 h 6680"/>
                <a:gd name="csX9" fmla="*/ 1628 w 2792"/>
                <a:gd name="csY9" fmla="*/ 2670 h 6680"/>
                <a:gd name="csX10" fmla="*/ 1971 w 2792"/>
                <a:gd name="csY10" fmla="*/ 3530 h 6680"/>
                <a:gd name="csX11" fmla="*/ 2595 w 2792"/>
                <a:gd name="csY11" fmla="*/ 4344 h 6680"/>
                <a:gd name="csX12" fmla="*/ 2792 w 2792"/>
                <a:gd name="csY12" fmla="*/ 5121 h 6680"/>
                <a:gd name="csX13" fmla="*/ 2480 w 2792"/>
                <a:gd name="csY13" fmla="*/ 6102 h 66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792" h="6680">
                  <a:moveTo>
                    <a:pt x="2146" y="6680"/>
                  </a:moveTo>
                  <a:lnTo>
                    <a:pt x="487" y="6513"/>
                  </a:lnTo>
                  <a:lnTo>
                    <a:pt x="175" y="6528"/>
                  </a:lnTo>
                  <a:lnTo>
                    <a:pt x="0" y="5425"/>
                  </a:lnTo>
                  <a:lnTo>
                    <a:pt x="99" y="3074"/>
                  </a:lnTo>
                  <a:lnTo>
                    <a:pt x="1020" y="0"/>
                  </a:lnTo>
                  <a:lnTo>
                    <a:pt x="1217" y="502"/>
                  </a:lnTo>
                  <a:lnTo>
                    <a:pt x="1331" y="1149"/>
                  </a:lnTo>
                  <a:lnTo>
                    <a:pt x="1522" y="1834"/>
                  </a:lnTo>
                  <a:lnTo>
                    <a:pt x="1628" y="2670"/>
                  </a:lnTo>
                  <a:lnTo>
                    <a:pt x="1971" y="3530"/>
                  </a:lnTo>
                  <a:lnTo>
                    <a:pt x="2595" y="4344"/>
                  </a:lnTo>
                  <a:lnTo>
                    <a:pt x="2792" y="5121"/>
                  </a:lnTo>
                  <a:lnTo>
                    <a:pt x="2480" y="6102"/>
                  </a:lnTo>
                  <a:close/>
                </a:path>
              </a:pathLst>
            </a:custGeom>
            <a:solidFill>
              <a:srgbClr val="2562E8"/>
            </a:solidFill>
            <a:ln w="6168" cap="flat">
              <a:solidFill>
                <a:srgbClr val="2562E8"/>
              </a:solidFill>
              <a:prstDash val="solid"/>
              <a:miter/>
            </a:ln>
          </p:spPr>
          <p:txBody>
            <a:bodyPr/>
            <a:lstStyle/>
            <a:p>
              <a:endParaRPr lang="en-US"/>
            </a:p>
          </p:txBody>
        </p:sp>
        <p:sp>
          <p:nvSpPr>
            <p:cNvPr id="2253" name="Freeform: Shape 2252">
              <a:extLst>
                <a:ext uri="{FF2B5EF4-FFF2-40B4-BE49-F238E27FC236}">
                  <a16:creationId xmlns:a16="http://schemas.microsoft.com/office/drawing/2014/main" id="{5A79B265-4C0C-BEBE-9528-71763688B068}"/>
                </a:ext>
              </a:extLst>
            </p:cNvPr>
            <p:cNvSpPr/>
            <p:nvPr/>
          </p:nvSpPr>
          <p:spPr>
            <a:xfrm>
              <a:off x="11275913" y="4795078"/>
              <a:ext cx="46313" cy="82766"/>
            </a:xfrm>
            <a:custGeom>
              <a:avLst/>
              <a:gdLst>
                <a:gd name="csX0" fmla="*/ 5843 w 46313"/>
                <a:gd name="csY0" fmla="*/ 0 h 82766"/>
                <a:gd name="csX1" fmla="*/ 7898 w 46313"/>
                <a:gd name="csY1" fmla="*/ 114 h 82766"/>
                <a:gd name="csX2" fmla="*/ 10089 w 46313"/>
                <a:gd name="csY2" fmla="*/ 61 h 82766"/>
                <a:gd name="csX3" fmla="*/ 11619 w 46313"/>
                <a:gd name="csY3" fmla="*/ 358 h 82766"/>
                <a:gd name="csX4" fmla="*/ 14251 w 46313"/>
                <a:gd name="csY4" fmla="*/ 3675 h 82766"/>
                <a:gd name="csX5" fmla="*/ 21403 w 46313"/>
                <a:gd name="csY5" fmla="*/ 9610 h 82766"/>
                <a:gd name="csX6" fmla="*/ 25306 w 46313"/>
                <a:gd name="csY6" fmla="*/ 15636 h 82766"/>
                <a:gd name="csX7" fmla="*/ 25656 w 46313"/>
                <a:gd name="csY7" fmla="*/ 16952 h 82766"/>
                <a:gd name="csX8" fmla="*/ 26196 w 46313"/>
                <a:gd name="csY8" fmla="*/ 18093 h 82766"/>
                <a:gd name="csX9" fmla="*/ 27132 w 46313"/>
                <a:gd name="csY9" fmla="*/ 18405 h 82766"/>
                <a:gd name="csX10" fmla="*/ 27924 w 46313"/>
                <a:gd name="csY10" fmla="*/ 18922 h 82766"/>
                <a:gd name="csX11" fmla="*/ 31812 w 46313"/>
                <a:gd name="csY11" fmla="*/ 24735 h 82766"/>
                <a:gd name="csX12" fmla="*/ 32268 w 46313"/>
                <a:gd name="csY12" fmla="*/ 25884 h 82766"/>
                <a:gd name="csX13" fmla="*/ 32199 w 46313"/>
                <a:gd name="csY13" fmla="*/ 27155 h 82766"/>
                <a:gd name="csX14" fmla="*/ 32428 w 46313"/>
                <a:gd name="csY14" fmla="*/ 28098 h 82766"/>
                <a:gd name="csX15" fmla="*/ 33447 w 46313"/>
                <a:gd name="csY15" fmla="*/ 28570 h 82766"/>
                <a:gd name="csX16" fmla="*/ 34710 w 46313"/>
                <a:gd name="csY16" fmla="*/ 28814 h 82766"/>
                <a:gd name="csX17" fmla="*/ 35540 w 46313"/>
                <a:gd name="csY17" fmla="*/ 29689 h 82766"/>
                <a:gd name="csX18" fmla="*/ 36597 w 46313"/>
                <a:gd name="csY18" fmla="*/ 34322 h 82766"/>
                <a:gd name="csX19" fmla="*/ 36597 w 46313"/>
                <a:gd name="csY19" fmla="*/ 35768 h 82766"/>
                <a:gd name="csX20" fmla="*/ 36894 w 46313"/>
                <a:gd name="csY20" fmla="*/ 36384 h 82766"/>
                <a:gd name="csX21" fmla="*/ 41794 w 46313"/>
                <a:gd name="csY21" fmla="*/ 43589 h 82766"/>
                <a:gd name="csX22" fmla="*/ 42076 w 46313"/>
                <a:gd name="csY22" fmla="*/ 44464 h 82766"/>
                <a:gd name="csX23" fmla="*/ 42022 w 46313"/>
                <a:gd name="csY23" fmla="*/ 45119 h 82766"/>
                <a:gd name="csX24" fmla="*/ 42167 w 46313"/>
                <a:gd name="csY24" fmla="*/ 45689 h 82766"/>
                <a:gd name="csX25" fmla="*/ 43118 w 46313"/>
                <a:gd name="csY25" fmla="*/ 46960 h 82766"/>
                <a:gd name="csX26" fmla="*/ 44594 w 46313"/>
                <a:gd name="csY26" fmla="*/ 50392 h 82766"/>
                <a:gd name="csX27" fmla="*/ 45355 w 46313"/>
                <a:gd name="csY27" fmla="*/ 51175 h 82766"/>
                <a:gd name="csX28" fmla="*/ 46253 w 46313"/>
                <a:gd name="csY28" fmla="*/ 54173 h 82766"/>
                <a:gd name="csX29" fmla="*/ 46314 w 46313"/>
                <a:gd name="csY29" fmla="*/ 59902 h 82766"/>
                <a:gd name="csX30" fmla="*/ 45979 w 46313"/>
                <a:gd name="csY30" fmla="*/ 62443 h 82766"/>
                <a:gd name="csX31" fmla="*/ 45066 w 46313"/>
                <a:gd name="csY31" fmla="*/ 65548 h 82766"/>
                <a:gd name="csX32" fmla="*/ 43978 w 46313"/>
                <a:gd name="csY32" fmla="*/ 68576 h 82766"/>
                <a:gd name="csX33" fmla="*/ 42806 w 46313"/>
                <a:gd name="csY33" fmla="*/ 70767 h 82766"/>
                <a:gd name="csX34" fmla="*/ 41201 w 46313"/>
                <a:gd name="csY34" fmla="*/ 72616 h 82766"/>
                <a:gd name="csX35" fmla="*/ 35700 w 46313"/>
                <a:gd name="csY35" fmla="*/ 76550 h 82766"/>
                <a:gd name="csX36" fmla="*/ 34124 w 46313"/>
                <a:gd name="csY36" fmla="*/ 77341 h 82766"/>
                <a:gd name="csX37" fmla="*/ 26973 w 46313"/>
                <a:gd name="csY37" fmla="*/ 79806 h 82766"/>
                <a:gd name="csX38" fmla="*/ 21700 w 46313"/>
                <a:gd name="csY38" fmla="*/ 82134 h 82766"/>
                <a:gd name="csX39" fmla="*/ 16823 w 46313"/>
                <a:gd name="csY39" fmla="*/ 82766 h 82766"/>
                <a:gd name="csX40" fmla="*/ 11938 w 46313"/>
                <a:gd name="csY40" fmla="*/ 81480 h 82766"/>
                <a:gd name="csX41" fmla="*/ 8271 w 46313"/>
                <a:gd name="csY41" fmla="*/ 78421 h 82766"/>
                <a:gd name="csX42" fmla="*/ 6391 w 46313"/>
                <a:gd name="csY42" fmla="*/ 73910 h 82766"/>
                <a:gd name="csX43" fmla="*/ 5098 w 46313"/>
                <a:gd name="csY43" fmla="*/ 69208 h 82766"/>
                <a:gd name="csX44" fmla="*/ 3234 w 46313"/>
                <a:gd name="csY44" fmla="*/ 63980 h 82766"/>
                <a:gd name="csX45" fmla="*/ 1796 w 46313"/>
                <a:gd name="csY45" fmla="*/ 47820 h 82766"/>
                <a:gd name="csX46" fmla="*/ 1111 w 46313"/>
                <a:gd name="csY46" fmla="*/ 43300 h 82766"/>
                <a:gd name="csX47" fmla="*/ 0 w 46313"/>
                <a:gd name="csY47" fmla="*/ 37533 h 82766"/>
                <a:gd name="csX48" fmla="*/ 114 w 46313"/>
                <a:gd name="csY48" fmla="*/ 35030 h 82766"/>
                <a:gd name="csX49" fmla="*/ 906 w 46313"/>
                <a:gd name="csY49" fmla="*/ 32633 h 82766"/>
                <a:gd name="csX50" fmla="*/ 898 w 46313"/>
                <a:gd name="csY50" fmla="*/ 37891 h 82766"/>
                <a:gd name="csX51" fmla="*/ 1628 w 46313"/>
                <a:gd name="csY51" fmla="*/ 38545 h 82766"/>
                <a:gd name="csX52" fmla="*/ 2169 w 46313"/>
                <a:gd name="csY52" fmla="*/ 37868 h 82766"/>
                <a:gd name="csX53" fmla="*/ 2655 w 46313"/>
                <a:gd name="csY53" fmla="*/ 32420 h 82766"/>
                <a:gd name="csX54" fmla="*/ 3059 w 46313"/>
                <a:gd name="csY54" fmla="*/ 30115 h 82766"/>
                <a:gd name="csX55" fmla="*/ 5007 w 46313"/>
                <a:gd name="csY55" fmla="*/ 24104 h 82766"/>
                <a:gd name="csX56" fmla="*/ 5045 w 46313"/>
                <a:gd name="csY56" fmla="*/ 23039 h 82766"/>
                <a:gd name="csX57" fmla="*/ 4710 w 46313"/>
                <a:gd name="csY57" fmla="*/ 20779 h 82766"/>
                <a:gd name="csX58" fmla="*/ 4725 w 46313"/>
                <a:gd name="csY58" fmla="*/ 19645 h 82766"/>
                <a:gd name="csX59" fmla="*/ 7631 w 46313"/>
                <a:gd name="csY59" fmla="*/ 15430 h 82766"/>
                <a:gd name="csX60" fmla="*/ 8377 w 46313"/>
                <a:gd name="csY60" fmla="*/ 12973 h 82766"/>
                <a:gd name="csX61" fmla="*/ 8780 w 46313"/>
                <a:gd name="csY61" fmla="*/ 10462 h 82766"/>
                <a:gd name="csX62" fmla="*/ 8620 w 46313"/>
                <a:gd name="csY62" fmla="*/ 7746 h 82766"/>
                <a:gd name="csX63" fmla="*/ 8103 w 46313"/>
                <a:gd name="csY63" fmla="*/ 5067 h 82766"/>
                <a:gd name="csX64" fmla="*/ 10446 w 46313"/>
                <a:gd name="csY64" fmla="*/ 5920 h 82766"/>
                <a:gd name="csX65" fmla="*/ 11740 w 46313"/>
                <a:gd name="csY65" fmla="*/ 6855 h 82766"/>
                <a:gd name="csX66" fmla="*/ 13056 w 46313"/>
                <a:gd name="csY66" fmla="*/ 7487 h 82766"/>
                <a:gd name="csX67" fmla="*/ 14122 w 46313"/>
                <a:gd name="csY67" fmla="*/ 7167 h 82766"/>
                <a:gd name="csX68" fmla="*/ 15415 w 46313"/>
                <a:gd name="csY68" fmla="*/ 7160 h 82766"/>
                <a:gd name="csX69" fmla="*/ 14495 w 46313"/>
                <a:gd name="csY69" fmla="*/ 5706 h 82766"/>
                <a:gd name="csX70" fmla="*/ 11770 w 46313"/>
                <a:gd name="csY70" fmla="*/ 4360 h 82766"/>
                <a:gd name="csX71" fmla="*/ 7244 w 46313"/>
                <a:gd name="csY71" fmla="*/ 3531 h 82766"/>
                <a:gd name="csX72" fmla="*/ 5828 w 46313"/>
                <a:gd name="csY72" fmla="*/ 2465 h 82766"/>
                <a:gd name="csX73" fmla="*/ 5288 w 46313"/>
                <a:gd name="csY73" fmla="*/ 1537 h 82766"/>
                <a:gd name="csX74" fmla="*/ 5562 w 46313"/>
                <a:gd name="csY74" fmla="*/ 456 h 82766"/>
                <a:gd name="csX75" fmla="*/ 5843 w 46313"/>
                <a:gd name="csY75" fmla="*/ 0 h 82766"/>
                <a:gd name="csX76" fmla="*/ 5569 w 46313"/>
                <a:gd name="csY76" fmla="*/ 3919 h 82766"/>
                <a:gd name="csX77" fmla="*/ 4231 w 46313"/>
                <a:gd name="csY77" fmla="*/ 4154 h 82766"/>
                <a:gd name="csX78" fmla="*/ 3173 w 46313"/>
                <a:gd name="csY78" fmla="*/ 2724 h 82766"/>
                <a:gd name="csX79" fmla="*/ 2922 w 46313"/>
                <a:gd name="csY79" fmla="*/ 2115 h 82766"/>
                <a:gd name="csX80" fmla="*/ 3203 w 46313"/>
                <a:gd name="csY80" fmla="*/ 1689 h 82766"/>
                <a:gd name="csX81" fmla="*/ 3493 w 46313"/>
                <a:gd name="csY81" fmla="*/ 1476 h 82766"/>
                <a:gd name="csX82" fmla="*/ 3835 w 46313"/>
                <a:gd name="csY82" fmla="*/ 1545 h 82766"/>
                <a:gd name="csX83" fmla="*/ 4337 w 46313"/>
                <a:gd name="csY83" fmla="*/ 2876 h 82766"/>
                <a:gd name="csX84" fmla="*/ 5569 w 46313"/>
                <a:gd name="csY84" fmla="*/ 3919 h 82766"/>
                <a:gd name="csX85" fmla="*/ 3546 w 46313"/>
                <a:gd name="csY85" fmla="*/ 16389 h 82766"/>
                <a:gd name="csX86" fmla="*/ 4162 w 46313"/>
                <a:gd name="csY86" fmla="*/ 18009 h 82766"/>
                <a:gd name="csX87" fmla="*/ 2405 w 46313"/>
                <a:gd name="csY87" fmla="*/ 16899 h 82766"/>
                <a:gd name="csX88" fmla="*/ 1248 w 46313"/>
                <a:gd name="csY88" fmla="*/ 15970 h 82766"/>
                <a:gd name="csX89" fmla="*/ 829 w 46313"/>
                <a:gd name="csY89" fmla="*/ 15225 h 82766"/>
                <a:gd name="csX90" fmla="*/ 3226 w 46313"/>
                <a:gd name="csY90" fmla="*/ 16062 h 82766"/>
                <a:gd name="csX91" fmla="*/ 3546 w 46313"/>
                <a:gd name="csY91" fmla="*/ 16389 h 82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Lst>
              <a:rect l="l" t="t" r="r" b="b"/>
              <a:pathLst>
                <a:path w="46313" h="82766">
                  <a:moveTo>
                    <a:pt x="5843" y="0"/>
                  </a:moveTo>
                  <a:lnTo>
                    <a:pt x="7898" y="114"/>
                  </a:lnTo>
                  <a:lnTo>
                    <a:pt x="10089" y="61"/>
                  </a:lnTo>
                  <a:lnTo>
                    <a:pt x="11619" y="358"/>
                  </a:lnTo>
                  <a:lnTo>
                    <a:pt x="14251" y="3675"/>
                  </a:lnTo>
                  <a:lnTo>
                    <a:pt x="21403" y="9610"/>
                  </a:lnTo>
                  <a:lnTo>
                    <a:pt x="25306" y="15636"/>
                  </a:lnTo>
                  <a:lnTo>
                    <a:pt x="25656" y="16952"/>
                  </a:lnTo>
                  <a:lnTo>
                    <a:pt x="26196" y="18093"/>
                  </a:lnTo>
                  <a:lnTo>
                    <a:pt x="27132" y="18405"/>
                  </a:lnTo>
                  <a:lnTo>
                    <a:pt x="27924" y="18922"/>
                  </a:lnTo>
                  <a:lnTo>
                    <a:pt x="31812" y="24735"/>
                  </a:lnTo>
                  <a:lnTo>
                    <a:pt x="32268" y="25884"/>
                  </a:lnTo>
                  <a:lnTo>
                    <a:pt x="32199" y="27155"/>
                  </a:lnTo>
                  <a:lnTo>
                    <a:pt x="32428" y="28098"/>
                  </a:lnTo>
                  <a:lnTo>
                    <a:pt x="33447" y="28570"/>
                  </a:lnTo>
                  <a:lnTo>
                    <a:pt x="34710" y="28814"/>
                  </a:lnTo>
                  <a:lnTo>
                    <a:pt x="35540" y="29689"/>
                  </a:lnTo>
                  <a:lnTo>
                    <a:pt x="36597" y="34322"/>
                  </a:lnTo>
                  <a:lnTo>
                    <a:pt x="36597" y="35768"/>
                  </a:lnTo>
                  <a:lnTo>
                    <a:pt x="36894" y="36384"/>
                  </a:lnTo>
                  <a:lnTo>
                    <a:pt x="41794" y="43589"/>
                  </a:lnTo>
                  <a:lnTo>
                    <a:pt x="42076" y="44464"/>
                  </a:lnTo>
                  <a:lnTo>
                    <a:pt x="42022" y="45119"/>
                  </a:lnTo>
                  <a:lnTo>
                    <a:pt x="42167" y="45689"/>
                  </a:lnTo>
                  <a:lnTo>
                    <a:pt x="43118" y="46960"/>
                  </a:lnTo>
                  <a:lnTo>
                    <a:pt x="44594" y="50392"/>
                  </a:lnTo>
                  <a:lnTo>
                    <a:pt x="45355" y="51175"/>
                  </a:lnTo>
                  <a:lnTo>
                    <a:pt x="46253" y="54173"/>
                  </a:lnTo>
                  <a:lnTo>
                    <a:pt x="46314" y="59902"/>
                  </a:lnTo>
                  <a:lnTo>
                    <a:pt x="45979" y="62443"/>
                  </a:lnTo>
                  <a:lnTo>
                    <a:pt x="45066" y="65548"/>
                  </a:lnTo>
                  <a:lnTo>
                    <a:pt x="43978" y="68576"/>
                  </a:lnTo>
                  <a:lnTo>
                    <a:pt x="42806" y="70767"/>
                  </a:lnTo>
                  <a:lnTo>
                    <a:pt x="41201" y="72616"/>
                  </a:lnTo>
                  <a:lnTo>
                    <a:pt x="35700" y="76550"/>
                  </a:lnTo>
                  <a:lnTo>
                    <a:pt x="34124" y="77341"/>
                  </a:lnTo>
                  <a:lnTo>
                    <a:pt x="26973" y="79806"/>
                  </a:lnTo>
                  <a:lnTo>
                    <a:pt x="21700" y="82134"/>
                  </a:lnTo>
                  <a:lnTo>
                    <a:pt x="16823" y="82766"/>
                  </a:lnTo>
                  <a:lnTo>
                    <a:pt x="11938" y="81480"/>
                  </a:lnTo>
                  <a:lnTo>
                    <a:pt x="8271" y="78421"/>
                  </a:lnTo>
                  <a:lnTo>
                    <a:pt x="6391" y="73910"/>
                  </a:lnTo>
                  <a:lnTo>
                    <a:pt x="5098" y="69208"/>
                  </a:lnTo>
                  <a:lnTo>
                    <a:pt x="3234" y="63980"/>
                  </a:lnTo>
                  <a:lnTo>
                    <a:pt x="1796" y="47820"/>
                  </a:lnTo>
                  <a:lnTo>
                    <a:pt x="1111" y="43300"/>
                  </a:lnTo>
                  <a:lnTo>
                    <a:pt x="0" y="37533"/>
                  </a:lnTo>
                  <a:lnTo>
                    <a:pt x="114" y="35030"/>
                  </a:lnTo>
                  <a:lnTo>
                    <a:pt x="906" y="32633"/>
                  </a:lnTo>
                  <a:lnTo>
                    <a:pt x="898" y="37891"/>
                  </a:lnTo>
                  <a:lnTo>
                    <a:pt x="1628" y="38545"/>
                  </a:lnTo>
                  <a:lnTo>
                    <a:pt x="2169" y="37868"/>
                  </a:lnTo>
                  <a:lnTo>
                    <a:pt x="2655" y="32420"/>
                  </a:lnTo>
                  <a:lnTo>
                    <a:pt x="3059" y="30115"/>
                  </a:lnTo>
                  <a:lnTo>
                    <a:pt x="5007" y="24104"/>
                  </a:lnTo>
                  <a:lnTo>
                    <a:pt x="5045" y="23039"/>
                  </a:lnTo>
                  <a:lnTo>
                    <a:pt x="4710" y="20779"/>
                  </a:lnTo>
                  <a:lnTo>
                    <a:pt x="4725" y="19645"/>
                  </a:lnTo>
                  <a:lnTo>
                    <a:pt x="7631" y="15430"/>
                  </a:lnTo>
                  <a:lnTo>
                    <a:pt x="8377" y="12973"/>
                  </a:lnTo>
                  <a:lnTo>
                    <a:pt x="8780" y="10462"/>
                  </a:lnTo>
                  <a:lnTo>
                    <a:pt x="8620" y="7746"/>
                  </a:lnTo>
                  <a:lnTo>
                    <a:pt x="8103" y="5067"/>
                  </a:lnTo>
                  <a:lnTo>
                    <a:pt x="10446" y="5920"/>
                  </a:lnTo>
                  <a:lnTo>
                    <a:pt x="11740" y="6855"/>
                  </a:lnTo>
                  <a:lnTo>
                    <a:pt x="13056" y="7487"/>
                  </a:lnTo>
                  <a:lnTo>
                    <a:pt x="14122" y="7167"/>
                  </a:lnTo>
                  <a:lnTo>
                    <a:pt x="15415" y="7160"/>
                  </a:lnTo>
                  <a:lnTo>
                    <a:pt x="14495" y="5706"/>
                  </a:lnTo>
                  <a:lnTo>
                    <a:pt x="11770" y="4360"/>
                  </a:lnTo>
                  <a:lnTo>
                    <a:pt x="7244" y="3531"/>
                  </a:lnTo>
                  <a:lnTo>
                    <a:pt x="5828" y="2465"/>
                  </a:lnTo>
                  <a:lnTo>
                    <a:pt x="5288" y="1537"/>
                  </a:lnTo>
                  <a:lnTo>
                    <a:pt x="5562" y="456"/>
                  </a:lnTo>
                  <a:lnTo>
                    <a:pt x="5843" y="0"/>
                  </a:lnTo>
                  <a:close/>
                  <a:moveTo>
                    <a:pt x="5569" y="3919"/>
                  </a:moveTo>
                  <a:lnTo>
                    <a:pt x="4231" y="4154"/>
                  </a:lnTo>
                  <a:lnTo>
                    <a:pt x="3173" y="2724"/>
                  </a:lnTo>
                  <a:lnTo>
                    <a:pt x="2922" y="2115"/>
                  </a:lnTo>
                  <a:lnTo>
                    <a:pt x="3203" y="1689"/>
                  </a:lnTo>
                  <a:lnTo>
                    <a:pt x="3493" y="1476"/>
                  </a:lnTo>
                  <a:lnTo>
                    <a:pt x="3835" y="1545"/>
                  </a:lnTo>
                  <a:lnTo>
                    <a:pt x="4337" y="2876"/>
                  </a:lnTo>
                  <a:lnTo>
                    <a:pt x="5569" y="3919"/>
                  </a:lnTo>
                  <a:close/>
                  <a:moveTo>
                    <a:pt x="3546" y="16389"/>
                  </a:moveTo>
                  <a:lnTo>
                    <a:pt x="4162" y="18009"/>
                  </a:lnTo>
                  <a:lnTo>
                    <a:pt x="2405" y="16899"/>
                  </a:lnTo>
                  <a:lnTo>
                    <a:pt x="1248" y="15970"/>
                  </a:lnTo>
                  <a:lnTo>
                    <a:pt x="829" y="15225"/>
                  </a:lnTo>
                  <a:lnTo>
                    <a:pt x="3226" y="16062"/>
                  </a:lnTo>
                  <a:lnTo>
                    <a:pt x="3546" y="16389"/>
                  </a:lnTo>
                  <a:close/>
                </a:path>
              </a:pathLst>
            </a:custGeom>
            <a:solidFill>
              <a:srgbClr val="2562E8"/>
            </a:solidFill>
            <a:ln w="6168" cap="flat">
              <a:solidFill>
                <a:srgbClr val="2562E8"/>
              </a:solidFill>
              <a:prstDash val="solid"/>
              <a:miter/>
            </a:ln>
          </p:spPr>
          <p:txBody>
            <a:bodyPr/>
            <a:lstStyle/>
            <a:p>
              <a:endParaRPr lang="en-US"/>
            </a:p>
          </p:txBody>
        </p:sp>
        <p:sp>
          <p:nvSpPr>
            <p:cNvPr id="2254" name="Freeform: Shape 2253">
              <a:extLst>
                <a:ext uri="{FF2B5EF4-FFF2-40B4-BE49-F238E27FC236}">
                  <a16:creationId xmlns:a16="http://schemas.microsoft.com/office/drawing/2014/main" id="{D9018B9E-D29C-0C55-D140-50BF96CFC1E3}"/>
                </a:ext>
              </a:extLst>
            </p:cNvPr>
            <p:cNvSpPr/>
            <p:nvPr/>
          </p:nvSpPr>
          <p:spPr>
            <a:xfrm>
              <a:off x="9328143" y="4822477"/>
              <a:ext cx="87711" cy="89385"/>
            </a:xfrm>
            <a:custGeom>
              <a:avLst/>
              <a:gdLst>
                <a:gd name="csX0" fmla="*/ 64505 w 87711"/>
                <a:gd name="csY0" fmla="*/ 20977 h 89385"/>
                <a:gd name="csX1" fmla="*/ 64924 w 87711"/>
                <a:gd name="csY1" fmla="*/ 21228 h 89385"/>
                <a:gd name="csX2" fmla="*/ 65563 w 87711"/>
                <a:gd name="csY2" fmla="*/ 21882 h 89385"/>
                <a:gd name="csX3" fmla="*/ 66172 w 87711"/>
                <a:gd name="csY3" fmla="*/ 24119 h 89385"/>
                <a:gd name="csX4" fmla="*/ 68561 w 87711"/>
                <a:gd name="csY4" fmla="*/ 31340 h 89385"/>
                <a:gd name="csX5" fmla="*/ 68439 w 87711"/>
                <a:gd name="csY5" fmla="*/ 33333 h 89385"/>
                <a:gd name="csX6" fmla="*/ 67967 w 87711"/>
                <a:gd name="csY6" fmla="*/ 34634 h 89385"/>
                <a:gd name="csX7" fmla="*/ 67952 w 87711"/>
                <a:gd name="csY7" fmla="*/ 35905 h 89385"/>
                <a:gd name="csX8" fmla="*/ 67792 w 87711"/>
                <a:gd name="csY8" fmla="*/ 37168 h 89385"/>
                <a:gd name="csX9" fmla="*/ 66331 w 87711"/>
                <a:gd name="csY9" fmla="*/ 39222 h 89385"/>
                <a:gd name="csX10" fmla="*/ 62010 w 87711"/>
                <a:gd name="csY10" fmla="*/ 43437 h 89385"/>
                <a:gd name="csX11" fmla="*/ 62345 w 87711"/>
                <a:gd name="csY11" fmla="*/ 43810 h 89385"/>
                <a:gd name="csX12" fmla="*/ 63372 w 87711"/>
                <a:gd name="csY12" fmla="*/ 44289 h 89385"/>
                <a:gd name="csX13" fmla="*/ 64429 w 87711"/>
                <a:gd name="csY13" fmla="*/ 44533 h 89385"/>
                <a:gd name="csX14" fmla="*/ 65289 w 87711"/>
                <a:gd name="csY14" fmla="*/ 44404 h 89385"/>
                <a:gd name="csX15" fmla="*/ 66369 w 87711"/>
                <a:gd name="csY15" fmla="*/ 45454 h 89385"/>
                <a:gd name="csX16" fmla="*/ 67534 w 87711"/>
                <a:gd name="csY16" fmla="*/ 46777 h 89385"/>
                <a:gd name="csX17" fmla="*/ 68766 w 87711"/>
                <a:gd name="csY17" fmla="*/ 47470 h 89385"/>
                <a:gd name="csX18" fmla="*/ 70547 w 87711"/>
                <a:gd name="csY18" fmla="*/ 48071 h 89385"/>
                <a:gd name="csX19" fmla="*/ 72099 w 87711"/>
                <a:gd name="csY19" fmla="*/ 48139 h 89385"/>
                <a:gd name="csX20" fmla="*/ 73423 w 87711"/>
                <a:gd name="csY20" fmla="*/ 47903 h 89385"/>
                <a:gd name="csX21" fmla="*/ 75287 w 87711"/>
                <a:gd name="csY21" fmla="*/ 48170 h 89385"/>
                <a:gd name="csX22" fmla="*/ 77273 w 87711"/>
                <a:gd name="csY22" fmla="*/ 49265 h 89385"/>
                <a:gd name="csX23" fmla="*/ 77980 w 87711"/>
                <a:gd name="csY23" fmla="*/ 51069 h 89385"/>
                <a:gd name="csX24" fmla="*/ 78459 w 87711"/>
                <a:gd name="csY24" fmla="*/ 52644 h 89385"/>
                <a:gd name="csX25" fmla="*/ 79144 w 87711"/>
                <a:gd name="csY25" fmla="*/ 53442 h 89385"/>
                <a:gd name="csX26" fmla="*/ 79243 w 87711"/>
                <a:gd name="csY26" fmla="*/ 54804 h 89385"/>
                <a:gd name="csX27" fmla="*/ 80651 w 87711"/>
                <a:gd name="csY27" fmla="*/ 55999 h 89385"/>
                <a:gd name="csX28" fmla="*/ 82667 w 87711"/>
                <a:gd name="csY28" fmla="*/ 56242 h 89385"/>
                <a:gd name="csX29" fmla="*/ 85277 w 87711"/>
                <a:gd name="csY29" fmla="*/ 57642 h 89385"/>
                <a:gd name="csX30" fmla="*/ 85939 w 87711"/>
                <a:gd name="csY30" fmla="*/ 57566 h 89385"/>
                <a:gd name="csX31" fmla="*/ 86228 w 87711"/>
                <a:gd name="csY31" fmla="*/ 57391 h 89385"/>
                <a:gd name="csX32" fmla="*/ 86547 w 87711"/>
                <a:gd name="csY32" fmla="*/ 57658 h 89385"/>
                <a:gd name="csX33" fmla="*/ 87202 w 87711"/>
                <a:gd name="csY33" fmla="*/ 61705 h 89385"/>
                <a:gd name="csX34" fmla="*/ 87711 w 87711"/>
                <a:gd name="csY34" fmla="*/ 63851 h 89385"/>
                <a:gd name="csX35" fmla="*/ 87438 w 87711"/>
                <a:gd name="csY35" fmla="*/ 64726 h 89385"/>
                <a:gd name="csX36" fmla="*/ 87095 w 87711"/>
                <a:gd name="csY36" fmla="*/ 65403 h 89385"/>
                <a:gd name="csX37" fmla="*/ 87072 w 87711"/>
                <a:gd name="csY37" fmla="*/ 68675 h 89385"/>
                <a:gd name="csX38" fmla="*/ 85885 w 87711"/>
                <a:gd name="csY38" fmla="*/ 70547 h 89385"/>
                <a:gd name="csX39" fmla="*/ 85695 w 87711"/>
                <a:gd name="csY39" fmla="*/ 72608 h 89385"/>
                <a:gd name="csX40" fmla="*/ 85368 w 87711"/>
                <a:gd name="csY40" fmla="*/ 73270 h 89385"/>
                <a:gd name="csX41" fmla="*/ 84105 w 87711"/>
                <a:gd name="csY41" fmla="*/ 73864 h 89385"/>
                <a:gd name="csX42" fmla="*/ 84098 w 87711"/>
                <a:gd name="csY42" fmla="*/ 75446 h 89385"/>
                <a:gd name="csX43" fmla="*/ 83755 w 87711"/>
                <a:gd name="csY43" fmla="*/ 77356 h 89385"/>
                <a:gd name="csX44" fmla="*/ 83626 w 87711"/>
                <a:gd name="csY44" fmla="*/ 79380 h 89385"/>
                <a:gd name="csX45" fmla="*/ 83976 w 87711"/>
                <a:gd name="csY45" fmla="*/ 84691 h 89385"/>
                <a:gd name="csX46" fmla="*/ 84044 w 87711"/>
                <a:gd name="csY46" fmla="*/ 88640 h 89385"/>
                <a:gd name="csX47" fmla="*/ 84615 w 87711"/>
                <a:gd name="csY47" fmla="*/ 89385 h 89385"/>
                <a:gd name="csX48" fmla="*/ 82157 w 87711"/>
                <a:gd name="csY48" fmla="*/ 89058 h 89385"/>
                <a:gd name="csX49" fmla="*/ 74929 w 87711"/>
                <a:gd name="csY49" fmla="*/ 86037 h 89385"/>
                <a:gd name="csX50" fmla="*/ 69367 w 87711"/>
                <a:gd name="csY50" fmla="*/ 84310 h 89385"/>
                <a:gd name="csX51" fmla="*/ 50719 w 87711"/>
                <a:gd name="csY51" fmla="*/ 74419 h 89385"/>
                <a:gd name="csX52" fmla="*/ 45545 w 87711"/>
                <a:gd name="csY52" fmla="*/ 70448 h 89385"/>
                <a:gd name="csX53" fmla="*/ 39564 w 87711"/>
                <a:gd name="csY53" fmla="*/ 64536 h 89385"/>
                <a:gd name="csX54" fmla="*/ 26288 w 87711"/>
                <a:gd name="csY54" fmla="*/ 52613 h 89385"/>
                <a:gd name="csX55" fmla="*/ 23259 w 87711"/>
                <a:gd name="csY55" fmla="*/ 50703 h 89385"/>
                <a:gd name="csX56" fmla="*/ 19440 w 87711"/>
                <a:gd name="csY56" fmla="*/ 49775 h 89385"/>
                <a:gd name="csX57" fmla="*/ 17081 w 87711"/>
                <a:gd name="csY57" fmla="*/ 48756 h 89385"/>
                <a:gd name="csX58" fmla="*/ 15415 w 87711"/>
                <a:gd name="csY58" fmla="*/ 47652 h 89385"/>
                <a:gd name="csX59" fmla="*/ 14061 w 87711"/>
                <a:gd name="csY59" fmla="*/ 44350 h 89385"/>
                <a:gd name="csX60" fmla="*/ 10736 w 87711"/>
                <a:gd name="csY60" fmla="*/ 42380 h 89385"/>
                <a:gd name="csX61" fmla="*/ 4611 w 87711"/>
                <a:gd name="csY61" fmla="*/ 39580 h 89385"/>
                <a:gd name="csX62" fmla="*/ 0 w 87711"/>
                <a:gd name="csY62" fmla="*/ 34923 h 89385"/>
                <a:gd name="csX63" fmla="*/ 1134 w 87711"/>
                <a:gd name="csY63" fmla="*/ 33965 h 89385"/>
                <a:gd name="csX64" fmla="*/ 2792 w 87711"/>
                <a:gd name="csY64" fmla="*/ 30898 h 89385"/>
                <a:gd name="csX65" fmla="*/ 5121 w 87711"/>
                <a:gd name="csY65" fmla="*/ 27954 h 89385"/>
                <a:gd name="csX66" fmla="*/ 7289 w 87711"/>
                <a:gd name="csY66" fmla="*/ 26204 h 89385"/>
                <a:gd name="csX67" fmla="*/ 9008 w 87711"/>
                <a:gd name="csY67" fmla="*/ 24401 h 89385"/>
                <a:gd name="csX68" fmla="*/ 10834 w 87711"/>
                <a:gd name="csY68" fmla="*/ 23024 h 89385"/>
                <a:gd name="csX69" fmla="*/ 13437 w 87711"/>
                <a:gd name="csY69" fmla="*/ 21410 h 89385"/>
                <a:gd name="csX70" fmla="*/ 17431 w 87711"/>
                <a:gd name="csY70" fmla="*/ 17172 h 89385"/>
                <a:gd name="csX71" fmla="*/ 18359 w 87711"/>
                <a:gd name="csY71" fmla="*/ 16678 h 89385"/>
                <a:gd name="csX72" fmla="*/ 18998 w 87711"/>
                <a:gd name="csY72" fmla="*/ 13741 h 89385"/>
                <a:gd name="csX73" fmla="*/ 20003 w 87711"/>
                <a:gd name="csY73" fmla="*/ 10005 h 89385"/>
                <a:gd name="csX74" fmla="*/ 21159 w 87711"/>
                <a:gd name="csY74" fmla="*/ 8841 h 89385"/>
                <a:gd name="csX75" fmla="*/ 23876 w 87711"/>
                <a:gd name="csY75" fmla="*/ 8149 h 89385"/>
                <a:gd name="csX76" fmla="*/ 24507 w 87711"/>
                <a:gd name="csY76" fmla="*/ 7502 h 89385"/>
                <a:gd name="csX77" fmla="*/ 25466 w 87711"/>
                <a:gd name="csY77" fmla="*/ 4862 h 89385"/>
                <a:gd name="csX78" fmla="*/ 26090 w 87711"/>
                <a:gd name="csY78" fmla="*/ 1796 h 89385"/>
                <a:gd name="csX79" fmla="*/ 26143 w 87711"/>
                <a:gd name="csY79" fmla="*/ 1126 h 89385"/>
                <a:gd name="csX80" fmla="*/ 27208 w 87711"/>
                <a:gd name="csY80" fmla="*/ 1050 h 89385"/>
                <a:gd name="csX81" fmla="*/ 29042 w 87711"/>
                <a:gd name="csY81" fmla="*/ 388 h 89385"/>
                <a:gd name="csX82" fmla="*/ 30107 w 87711"/>
                <a:gd name="csY82" fmla="*/ 685 h 89385"/>
                <a:gd name="csX83" fmla="*/ 30571 w 87711"/>
                <a:gd name="csY83" fmla="*/ 1567 h 89385"/>
                <a:gd name="csX84" fmla="*/ 30815 w 87711"/>
                <a:gd name="csY84" fmla="*/ 2313 h 89385"/>
                <a:gd name="csX85" fmla="*/ 36361 w 87711"/>
                <a:gd name="csY85" fmla="*/ 396 h 89385"/>
                <a:gd name="csX86" fmla="*/ 36848 w 87711"/>
                <a:gd name="csY86" fmla="*/ 0 h 89385"/>
                <a:gd name="csX87" fmla="*/ 37137 w 87711"/>
                <a:gd name="csY87" fmla="*/ 68 h 89385"/>
                <a:gd name="csX88" fmla="*/ 37837 w 87711"/>
                <a:gd name="csY88" fmla="*/ 1796 h 89385"/>
                <a:gd name="csX89" fmla="*/ 38233 w 87711"/>
                <a:gd name="csY89" fmla="*/ 1689 h 89385"/>
                <a:gd name="csX90" fmla="*/ 38568 w 87711"/>
                <a:gd name="csY90" fmla="*/ 1194 h 89385"/>
                <a:gd name="csX91" fmla="*/ 38941 w 87711"/>
                <a:gd name="csY91" fmla="*/ 1141 h 89385"/>
                <a:gd name="csX92" fmla="*/ 39374 w 87711"/>
                <a:gd name="csY92" fmla="*/ 1377 h 89385"/>
                <a:gd name="csX93" fmla="*/ 39808 w 87711"/>
                <a:gd name="csY93" fmla="*/ 2176 h 89385"/>
                <a:gd name="csX94" fmla="*/ 40515 w 87711"/>
                <a:gd name="csY94" fmla="*/ 2906 h 89385"/>
                <a:gd name="csX95" fmla="*/ 41718 w 87711"/>
                <a:gd name="csY95" fmla="*/ 3416 h 89385"/>
                <a:gd name="csX96" fmla="*/ 42479 w 87711"/>
                <a:gd name="csY96" fmla="*/ 4109 h 89385"/>
                <a:gd name="csX97" fmla="*/ 42395 w 87711"/>
                <a:gd name="csY97" fmla="*/ 5957 h 89385"/>
                <a:gd name="csX98" fmla="*/ 42684 w 87711"/>
                <a:gd name="csY98" fmla="*/ 7753 h 89385"/>
                <a:gd name="csX99" fmla="*/ 43209 w 87711"/>
                <a:gd name="csY99" fmla="*/ 8164 h 89385"/>
                <a:gd name="csX100" fmla="*/ 43483 w 87711"/>
                <a:gd name="csY100" fmla="*/ 9237 h 89385"/>
                <a:gd name="csX101" fmla="*/ 43620 w 87711"/>
                <a:gd name="csY101" fmla="*/ 10408 h 89385"/>
                <a:gd name="csX102" fmla="*/ 43909 w 87711"/>
                <a:gd name="csY102" fmla="*/ 11025 h 89385"/>
                <a:gd name="csX103" fmla="*/ 44115 w 87711"/>
                <a:gd name="csY103" fmla="*/ 12212 h 89385"/>
                <a:gd name="csX104" fmla="*/ 44008 w 87711"/>
                <a:gd name="csY104" fmla="*/ 13490 h 89385"/>
                <a:gd name="csX105" fmla="*/ 44229 w 87711"/>
                <a:gd name="csY105" fmla="*/ 14380 h 89385"/>
                <a:gd name="csX106" fmla="*/ 45111 w 87711"/>
                <a:gd name="csY106" fmla="*/ 15925 h 89385"/>
                <a:gd name="csX107" fmla="*/ 45659 w 87711"/>
                <a:gd name="csY107" fmla="*/ 17865 h 89385"/>
                <a:gd name="csX108" fmla="*/ 45667 w 87711"/>
                <a:gd name="csY108" fmla="*/ 19250 h 89385"/>
                <a:gd name="csX109" fmla="*/ 45339 w 87711"/>
                <a:gd name="csY109" fmla="*/ 20695 h 89385"/>
                <a:gd name="csX110" fmla="*/ 44754 w 87711"/>
                <a:gd name="csY110" fmla="*/ 22019 h 89385"/>
                <a:gd name="csX111" fmla="*/ 43726 w 87711"/>
                <a:gd name="csY111" fmla="*/ 23457 h 89385"/>
                <a:gd name="csX112" fmla="*/ 43643 w 87711"/>
                <a:gd name="csY112" fmla="*/ 24028 h 89385"/>
                <a:gd name="csX113" fmla="*/ 44251 w 87711"/>
                <a:gd name="csY113" fmla="*/ 24401 h 89385"/>
                <a:gd name="csX114" fmla="*/ 45180 w 87711"/>
                <a:gd name="csY114" fmla="*/ 24484 h 89385"/>
                <a:gd name="csX115" fmla="*/ 45956 w 87711"/>
                <a:gd name="csY115" fmla="*/ 24180 h 89385"/>
                <a:gd name="csX116" fmla="*/ 47919 w 87711"/>
                <a:gd name="csY116" fmla="*/ 24849 h 89385"/>
                <a:gd name="csX117" fmla="*/ 48946 w 87711"/>
                <a:gd name="csY117" fmla="*/ 25793 h 89385"/>
                <a:gd name="csX118" fmla="*/ 49851 w 87711"/>
                <a:gd name="csY118" fmla="*/ 26972 h 89385"/>
                <a:gd name="csX119" fmla="*/ 50665 w 87711"/>
                <a:gd name="csY119" fmla="*/ 27566 h 89385"/>
                <a:gd name="csX120" fmla="*/ 51031 w 87711"/>
                <a:gd name="csY120" fmla="*/ 28304 h 89385"/>
                <a:gd name="csX121" fmla="*/ 52423 w 87711"/>
                <a:gd name="csY121" fmla="*/ 28106 h 89385"/>
                <a:gd name="csX122" fmla="*/ 54044 w 87711"/>
                <a:gd name="csY122" fmla="*/ 27391 h 89385"/>
                <a:gd name="csX123" fmla="*/ 54378 w 87711"/>
                <a:gd name="csY123" fmla="*/ 27048 h 89385"/>
                <a:gd name="csX124" fmla="*/ 54858 w 87711"/>
                <a:gd name="csY124" fmla="*/ 27231 h 89385"/>
                <a:gd name="csX125" fmla="*/ 55900 w 87711"/>
                <a:gd name="csY125" fmla="*/ 27307 h 89385"/>
                <a:gd name="csX126" fmla="*/ 56631 w 87711"/>
                <a:gd name="csY126" fmla="*/ 26021 h 89385"/>
                <a:gd name="csX127" fmla="*/ 57216 w 87711"/>
                <a:gd name="csY127" fmla="*/ 24545 h 89385"/>
                <a:gd name="csX128" fmla="*/ 58472 w 87711"/>
                <a:gd name="csY128" fmla="*/ 22940 h 89385"/>
                <a:gd name="csX129" fmla="*/ 59088 w 87711"/>
                <a:gd name="csY129" fmla="*/ 22323 h 89385"/>
                <a:gd name="csX130" fmla="*/ 59248 w 87711"/>
                <a:gd name="csY130" fmla="*/ 21304 h 89385"/>
                <a:gd name="csX131" fmla="*/ 59316 w 87711"/>
                <a:gd name="csY131" fmla="*/ 19980 h 89385"/>
                <a:gd name="csX132" fmla="*/ 59773 w 87711"/>
                <a:gd name="csY132" fmla="*/ 18831 h 89385"/>
                <a:gd name="csX133" fmla="*/ 60808 w 87711"/>
                <a:gd name="csY133" fmla="*/ 18200 h 89385"/>
                <a:gd name="csX134" fmla="*/ 61926 w 87711"/>
                <a:gd name="csY134" fmla="*/ 18207 h 89385"/>
                <a:gd name="csX135" fmla="*/ 62535 w 87711"/>
                <a:gd name="csY135" fmla="*/ 18443 h 89385"/>
                <a:gd name="csX136" fmla="*/ 62847 w 87711"/>
                <a:gd name="csY136" fmla="*/ 19554 h 89385"/>
                <a:gd name="csX137" fmla="*/ 63745 w 87711"/>
                <a:gd name="csY137" fmla="*/ 20399 h 893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Lst>
              <a:rect l="l" t="t" r="r" b="b"/>
              <a:pathLst>
                <a:path w="87711" h="89385">
                  <a:moveTo>
                    <a:pt x="64505" y="20977"/>
                  </a:moveTo>
                  <a:lnTo>
                    <a:pt x="64924" y="21228"/>
                  </a:lnTo>
                  <a:lnTo>
                    <a:pt x="65563" y="21882"/>
                  </a:lnTo>
                  <a:lnTo>
                    <a:pt x="66172" y="24119"/>
                  </a:lnTo>
                  <a:lnTo>
                    <a:pt x="68561" y="31340"/>
                  </a:lnTo>
                  <a:lnTo>
                    <a:pt x="68439" y="33333"/>
                  </a:lnTo>
                  <a:lnTo>
                    <a:pt x="67967" y="34634"/>
                  </a:lnTo>
                  <a:lnTo>
                    <a:pt x="67952" y="35905"/>
                  </a:lnTo>
                  <a:lnTo>
                    <a:pt x="67792" y="37168"/>
                  </a:lnTo>
                  <a:lnTo>
                    <a:pt x="66331" y="39222"/>
                  </a:lnTo>
                  <a:lnTo>
                    <a:pt x="62010" y="43437"/>
                  </a:lnTo>
                  <a:lnTo>
                    <a:pt x="62345" y="43810"/>
                  </a:lnTo>
                  <a:lnTo>
                    <a:pt x="63372" y="44289"/>
                  </a:lnTo>
                  <a:lnTo>
                    <a:pt x="64429" y="44533"/>
                  </a:lnTo>
                  <a:lnTo>
                    <a:pt x="65289" y="44404"/>
                  </a:lnTo>
                  <a:lnTo>
                    <a:pt x="66369" y="45454"/>
                  </a:lnTo>
                  <a:lnTo>
                    <a:pt x="67534" y="46777"/>
                  </a:lnTo>
                  <a:lnTo>
                    <a:pt x="68766" y="47470"/>
                  </a:lnTo>
                  <a:lnTo>
                    <a:pt x="70547" y="48071"/>
                  </a:lnTo>
                  <a:lnTo>
                    <a:pt x="72099" y="48139"/>
                  </a:lnTo>
                  <a:lnTo>
                    <a:pt x="73423" y="47903"/>
                  </a:lnTo>
                  <a:lnTo>
                    <a:pt x="75287" y="48170"/>
                  </a:lnTo>
                  <a:lnTo>
                    <a:pt x="77273" y="49265"/>
                  </a:lnTo>
                  <a:lnTo>
                    <a:pt x="77980" y="51069"/>
                  </a:lnTo>
                  <a:lnTo>
                    <a:pt x="78459" y="52644"/>
                  </a:lnTo>
                  <a:lnTo>
                    <a:pt x="79144" y="53442"/>
                  </a:lnTo>
                  <a:lnTo>
                    <a:pt x="79243" y="54804"/>
                  </a:lnTo>
                  <a:lnTo>
                    <a:pt x="80651" y="55999"/>
                  </a:lnTo>
                  <a:lnTo>
                    <a:pt x="82667" y="56242"/>
                  </a:lnTo>
                  <a:lnTo>
                    <a:pt x="85277" y="57642"/>
                  </a:lnTo>
                  <a:lnTo>
                    <a:pt x="85939" y="57566"/>
                  </a:lnTo>
                  <a:lnTo>
                    <a:pt x="86228" y="57391"/>
                  </a:lnTo>
                  <a:lnTo>
                    <a:pt x="86547" y="57658"/>
                  </a:lnTo>
                  <a:lnTo>
                    <a:pt x="87202" y="61705"/>
                  </a:lnTo>
                  <a:lnTo>
                    <a:pt x="87711" y="63851"/>
                  </a:lnTo>
                  <a:lnTo>
                    <a:pt x="87438" y="64726"/>
                  </a:lnTo>
                  <a:lnTo>
                    <a:pt x="87095" y="65403"/>
                  </a:lnTo>
                  <a:lnTo>
                    <a:pt x="87072" y="68675"/>
                  </a:lnTo>
                  <a:lnTo>
                    <a:pt x="85885" y="70547"/>
                  </a:lnTo>
                  <a:lnTo>
                    <a:pt x="85695" y="72608"/>
                  </a:lnTo>
                  <a:lnTo>
                    <a:pt x="85368" y="73270"/>
                  </a:lnTo>
                  <a:lnTo>
                    <a:pt x="84105" y="73864"/>
                  </a:lnTo>
                  <a:lnTo>
                    <a:pt x="84098" y="75446"/>
                  </a:lnTo>
                  <a:lnTo>
                    <a:pt x="83755" y="77356"/>
                  </a:lnTo>
                  <a:lnTo>
                    <a:pt x="83626" y="79380"/>
                  </a:lnTo>
                  <a:lnTo>
                    <a:pt x="83976" y="84691"/>
                  </a:lnTo>
                  <a:lnTo>
                    <a:pt x="84044" y="88640"/>
                  </a:lnTo>
                  <a:lnTo>
                    <a:pt x="84615" y="89385"/>
                  </a:lnTo>
                  <a:lnTo>
                    <a:pt x="82157" y="89058"/>
                  </a:lnTo>
                  <a:lnTo>
                    <a:pt x="74929" y="86037"/>
                  </a:lnTo>
                  <a:lnTo>
                    <a:pt x="69367" y="84310"/>
                  </a:lnTo>
                  <a:lnTo>
                    <a:pt x="50719" y="74419"/>
                  </a:lnTo>
                  <a:lnTo>
                    <a:pt x="45545" y="70448"/>
                  </a:lnTo>
                  <a:lnTo>
                    <a:pt x="39564" y="64536"/>
                  </a:lnTo>
                  <a:lnTo>
                    <a:pt x="26288" y="52613"/>
                  </a:lnTo>
                  <a:lnTo>
                    <a:pt x="23259" y="50703"/>
                  </a:lnTo>
                  <a:lnTo>
                    <a:pt x="19440" y="49775"/>
                  </a:lnTo>
                  <a:lnTo>
                    <a:pt x="17081" y="48756"/>
                  </a:lnTo>
                  <a:lnTo>
                    <a:pt x="15415" y="47652"/>
                  </a:lnTo>
                  <a:lnTo>
                    <a:pt x="14061" y="44350"/>
                  </a:lnTo>
                  <a:lnTo>
                    <a:pt x="10736" y="42380"/>
                  </a:lnTo>
                  <a:lnTo>
                    <a:pt x="4611" y="39580"/>
                  </a:lnTo>
                  <a:lnTo>
                    <a:pt x="0" y="34923"/>
                  </a:lnTo>
                  <a:lnTo>
                    <a:pt x="1134" y="33965"/>
                  </a:lnTo>
                  <a:lnTo>
                    <a:pt x="2792" y="30898"/>
                  </a:lnTo>
                  <a:lnTo>
                    <a:pt x="5121" y="27954"/>
                  </a:lnTo>
                  <a:lnTo>
                    <a:pt x="7289" y="26204"/>
                  </a:lnTo>
                  <a:lnTo>
                    <a:pt x="9008" y="24401"/>
                  </a:lnTo>
                  <a:lnTo>
                    <a:pt x="10834" y="23024"/>
                  </a:lnTo>
                  <a:lnTo>
                    <a:pt x="13437" y="21410"/>
                  </a:lnTo>
                  <a:lnTo>
                    <a:pt x="17431" y="17172"/>
                  </a:lnTo>
                  <a:lnTo>
                    <a:pt x="18359" y="16678"/>
                  </a:lnTo>
                  <a:lnTo>
                    <a:pt x="18998" y="13741"/>
                  </a:lnTo>
                  <a:lnTo>
                    <a:pt x="20003" y="10005"/>
                  </a:lnTo>
                  <a:lnTo>
                    <a:pt x="21159" y="8841"/>
                  </a:lnTo>
                  <a:lnTo>
                    <a:pt x="23876" y="8149"/>
                  </a:lnTo>
                  <a:lnTo>
                    <a:pt x="24507" y="7502"/>
                  </a:lnTo>
                  <a:lnTo>
                    <a:pt x="25466" y="4862"/>
                  </a:lnTo>
                  <a:lnTo>
                    <a:pt x="26090" y="1796"/>
                  </a:lnTo>
                  <a:lnTo>
                    <a:pt x="26143" y="1126"/>
                  </a:lnTo>
                  <a:lnTo>
                    <a:pt x="27208" y="1050"/>
                  </a:lnTo>
                  <a:lnTo>
                    <a:pt x="29042" y="388"/>
                  </a:lnTo>
                  <a:lnTo>
                    <a:pt x="30107" y="685"/>
                  </a:lnTo>
                  <a:lnTo>
                    <a:pt x="30571" y="1567"/>
                  </a:lnTo>
                  <a:lnTo>
                    <a:pt x="30815" y="2313"/>
                  </a:lnTo>
                  <a:lnTo>
                    <a:pt x="36361" y="396"/>
                  </a:lnTo>
                  <a:lnTo>
                    <a:pt x="36848" y="0"/>
                  </a:lnTo>
                  <a:lnTo>
                    <a:pt x="37137" y="68"/>
                  </a:lnTo>
                  <a:lnTo>
                    <a:pt x="37837" y="1796"/>
                  </a:lnTo>
                  <a:lnTo>
                    <a:pt x="38233" y="1689"/>
                  </a:lnTo>
                  <a:lnTo>
                    <a:pt x="38568" y="1194"/>
                  </a:lnTo>
                  <a:lnTo>
                    <a:pt x="38941" y="1141"/>
                  </a:lnTo>
                  <a:lnTo>
                    <a:pt x="39374" y="1377"/>
                  </a:lnTo>
                  <a:lnTo>
                    <a:pt x="39808" y="2176"/>
                  </a:lnTo>
                  <a:lnTo>
                    <a:pt x="40515" y="2906"/>
                  </a:lnTo>
                  <a:lnTo>
                    <a:pt x="41718" y="3416"/>
                  </a:lnTo>
                  <a:lnTo>
                    <a:pt x="42479" y="4109"/>
                  </a:lnTo>
                  <a:lnTo>
                    <a:pt x="42395" y="5957"/>
                  </a:lnTo>
                  <a:lnTo>
                    <a:pt x="42684" y="7753"/>
                  </a:lnTo>
                  <a:lnTo>
                    <a:pt x="43209" y="8164"/>
                  </a:lnTo>
                  <a:lnTo>
                    <a:pt x="43483" y="9237"/>
                  </a:lnTo>
                  <a:lnTo>
                    <a:pt x="43620" y="10408"/>
                  </a:lnTo>
                  <a:lnTo>
                    <a:pt x="43909" y="11025"/>
                  </a:lnTo>
                  <a:lnTo>
                    <a:pt x="44115" y="12212"/>
                  </a:lnTo>
                  <a:lnTo>
                    <a:pt x="44008" y="13490"/>
                  </a:lnTo>
                  <a:lnTo>
                    <a:pt x="44229" y="14380"/>
                  </a:lnTo>
                  <a:lnTo>
                    <a:pt x="45111" y="15925"/>
                  </a:lnTo>
                  <a:lnTo>
                    <a:pt x="45659" y="17865"/>
                  </a:lnTo>
                  <a:lnTo>
                    <a:pt x="45667" y="19250"/>
                  </a:lnTo>
                  <a:lnTo>
                    <a:pt x="45339" y="20695"/>
                  </a:lnTo>
                  <a:lnTo>
                    <a:pt x="44754" y="22019"/>
                  </a:lnTo>
                  <a:lnTo>
                    <a:pt x="43726" y="23457"/>
                  </a:lnTo>
                  <a:lnTo>
                    <a:pt x="43643" y="24028"/>
                  </a:lnTo>
                  <a:lnTo>
                    <a:pt x="44251" y="24401"/>
                  </a:lnTo>
                  <a:lnTo>
                    <a:pt x="45180" y="24484"/>
                  </a:lnTo>
                  <a:lnTo>
                    <a:pt x="45956" y="24180"/>
                  </a:lnTo>
                  <a:lnTo>
                    <a:pt x="47919" y="24849"/>
                  </a:lnTo>
                  <a:lnTo>
                    <a:pt x="48946" y="25793"/>
                  </a:lnTo>
                  <a:lnTo>
                    <a:pt x="49851" y="26972"/>
                  </a:lnTo>
                  <a:lnTo>
                    <a:pt x="50665" y="27566"/>
                  </a:lnTo>
                  <a:lnTo>
                    <a:pt x="51031" y="28304"/>
                  </a:lnTo>
                  <a:lnTo>
                    <a:pt x="52423" y="28106"/>
                  </a:lnTo>
                  <a:lnTo>
                    <a:pt x="54044" y="27391"/>
                  </a:lnTo>
                  <a:lnTo>
                    <a:pt x="54378" y="27048"/>
                  </a:lnTo>
                  <a:lnTo>
                    <a:pt x="54858" y="27231"/>
                  </a:lnTo>
                  <a:lnTo>
                    <a:pt x="55900" y="27307"/>
                  </a:lnTo>
                  <a:lnTo>
                    <a:pt x="56631" y="26021"/>
                  </a:lnTo>
                  <a:lnTo>
                    <a:pt x="57216" y="24545"/>
                  </a:lnTo>
                  <a:lnTo>
                    <a:pt x="58472" y="22940"/>
                  </a:lnTo>
                  <a:lnTo>
                    <a:pt x="59088" y="22323"/>
                  </a:lnTo>
                  <a:lnTo>
                    <a:pt x="59248" y="21304"/>
                  </a:lnTo>
                  <a:lnTo>
                    <a:pt x="59316" y="19980"/>
                  </a:lnTo>
                  <a:lnTo>
                    <a:pt x="59773" y="18831"/>
                  </a:lnTo>
                  <a:lnTo>
                    <a:pt x="60808" y="18200"/>
                  </a:lnTo>
                  <a:lnTo>
                    <a:pt x="61926" y="18207"/>
                  </a:lnTo>
                  <a:lnTo>
                    <a:pt x="62535" y="18443"/>
                  </a:lnTo>
                  <a:lnTo>
                    <a:pt x="62847" y="19554"/>
                  </a:lnTo>
                  <a:lnTo>
                    <a:pt x="63745" y="2039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55" name="Freeform: Shape 2254">
              <a:extLst>
                <a:ext uri="{FF2B5EF4-FFF2-40B4-BE49-F238E27FC236}">
                  <a16:creationId xmlns:a16="http://schemas.microsoft.com/office/drawing/2014/main" id="{C8D8AF0C-F9E2-1301-717D-B66E2DB6E9C7}"/>
                </a:ext>
              </a:extLst>
            </p:cNvPr>
            <p:cNvSpPr/>
            <p:nvPr/>
          </p:nvSpPr>
          <p:spPr>
            <a:xfrm>
              <a:off x="10151511" y="5637650"/>
              <a:ext cx="49942" cy="50361"/>
            </a:xfrm>
            <a:custGeom>
              <a:avLst/>
              <a:gdLst>
                <a:gd name="csX0" fmla="*/ 35981 w 49942"/>
                <a:gd name="csY0" fmla="*/ 37054 h 50361"/>
                <a:gd name="csX1" fmla="*/ 34064 w 49942"/>
                <a:gd name="csY1" fmla="*/ 37662 h 50361"/>
                <a:gd name="csX2" fmla="*/ 33797 w 49942"/>
                <a:gd name="csY2" fmla="*/ 37708 h 50361"/>
                <a:gd name="csX3" fmla="*/ 32557 w 49942"/>
                <a:gd name="csY3" fmla="*/ 37571 h 50361"/>
                <a:gd name="csX4" fmla="*/ 30914 w 49942"/>
                <a:gd name="csY4" fmla="*/ 37716 h 50361"/>
                <a:gd name="csX5" fmla="*/ 29628 w 49942"/>
                <a:gd name="csY5" fmla="*/ 38051 h 50361"/>
                <a:gd name="csX6" fmla="*/ 28624 w 49942"/>
                <a:gd name="csY6" fmla="*/ 38180 h 50361"/>
                <a:gd name="csX7" fmla="*/ 26988 w 49942"/>
                <a:gd name="csY7" fmla="*/ 39922 h 50361"/>
                <a:gd name="csX8" fmla="*/ 24005 w 49942"/>
                <a:gd name="csY8" fmla="*/ 44624 h 50361"/>
                <a:gd name="csX9" fmla="*/ 23214 w 49942"/>
                <a:gd name="csY9" fmla="*/ 45613 h 50361"/>
                <a:gd name="csX10" fmla="*/ 23001 w 49942"/>
                <a:gd name="csY10" fmla="*/ 47470 h 50361"/>
                <a:gd name="csX11" fmla="*/ 22308 w 49942"/>
                <a:gd name="csY11" fmla="*/ 48938 h 50361"/>
                <a:gd name="csX12" fmla="*/ 21456 w 49942"/>
                <a:gd name="csY12" fmla="*/ 50080 h 50361"/>
                <a:gd name="csX13" fmla="*/ 20635 w 49942"/>
                <a:gd name="csY13" fmla="*/ 50361 h 50361"/>
                <a:gd name="csX14" fmla="*/ 18154 w 49942"/>
                <a:gd name="csY14" fmla="*/ 49905 h 50361"/>
                <a:gd name="csX15" fmla="*/ 14974 w 49942"/>
                <a:gd name="csY15" fmla="*/ 49319 h 50361"/>
                <a:gd name="csX16" fmla="*/ 13125 w 49942"/>
                <a:gd name="csY16" fmla="*/ 47896 h 50361"/>
                <a:gd name="csX17" fmla="*/ 11482 w 49942"/>
                <a:gd name="csY17" fmla="*/ 46024 h 50361"/>
                <a:gd name="csX18" fmla="*/ 10622 w 49942"/>
                <a:gd name="csY18" fmla="*/ 44662 h 50361"/>
                <a:gd name="csX19" fmla="*/ 9709 w 49942"/>
                <a:gd name="csY19" fmla="*/ 43917 h 50361"/>
                <a:gd name="csX20" fmla="*/ 9397 w 49942"/>
                <a:gd name="csY20" fmla="*/ 43498 h 50361"/>
                <a:gd name="csX21" fmla="*/ 8111 w 49942"/>
                <a:gd name="csY21" fmla="*/ 42874 h 50361"/>
                <a:gd name="csX22" fmla="*/ 7624 w 49942"/>
                <a:gd name="csY22" fmla="*/ 42547 h 50361"/>
                <a:gd name="csX23" fmla="*/ 7190 w 49942"/>
                <a:gd name="csY23" fmla="*/ 42311 h 50361"/>
                <a:gd name="csX24" fmla="*/ 6673 w 49942"/>
                <a:gd name="csY24" fmla="*/ 41413 h 50361"/>
                <a:gd name="csX25" fmla="*/ 6361 w 49942"/>
                <a:gd name="csY25" fmla="*/ 40630 h 50361"/>
                <a:gd name="csX26" fmla="*/ 6483 w 49942"/>
                <a:gd name="csY26" fmla="*/ 38446 h 50361"/>
                <a:gd name="csX27" fmla="*/ 5569 w 49942"/>
                <a:gd name="csY27" fmla="*/ 37145 h 50361"/>
                <a:gd name="csX28" fmla="*/ 4010 w 49942"/>
                <a:gd name="csY28" fmla="*/ 34931 h 50361"/>
                <a:gd name="csX29" fmla="*/ 3028 w 49942"/>
                <a:gd name="csY29" fmla="*/ 33112 h 50361"/>
                <a:gd name="csX30" fmla="*/ 1682 w 49942"/>
                <a:gd name="csY30" fmla="*/ 30632 h 50361"/>
                <a:gd name="csX31" fmla="*/ 852 w 49942"/>
                <a:gd name="csY31" fmla="*/ 28517 h 50361"/>
                <a:gd name="csX32" fmla="*/ 0 w 49942"/>
                <a:gd name="csY32" fmla="*/ 26326 h 50361"/>
                <a:gd name="csX33" fmla="*/ 114 w 49942"/>
                <a:gd name="csY33" fmla="*/ 25382 h 50361"/>
                <a:gd name="csX34" fmla="*/ 928 w 49942"/>
                <a:gd name="csY34" fmla="*/ 24743 h 50361"/>
                <a:gd name="csX35" fmla="*/ 3325 w 49942"/>
                <a:gd name="csY35" fmla="*/ 23640 h 50361"/>
                <a:gd name="csX36" fmla="*/ 5182 w 49942"/>
                <a:gd name="csY36" fmla="*/ 22788 h 50361"/>
                <a:gd name="csX37" fmla="*/ 6513 w 49942"/>
                <a:gd name="csY37" fmla="*/ 21228 h 50361"/>
                <a:gd name="csX38" fmla="*/ 7966 w 49942"/>
                <a:gd name="csY38" fmla="*/ 18900 h 50361"/>
                <a:gd name="csX39" fmla="*/ 8674 w 49942"/>
                <a:gd name="csY39" fmla="*/ 17507 h 50361"/>
                <a:gd name="csX40" fmla="*/ 9382 w 49942"/>
                <a:gd name="csY40" fmla="*/ 16868 h 50361"/>
                <a:gd name="csX41" fmla="*/ 10150 w 49942"/>
                <a:gd name="csY41" fmla="*/ 15887 h 50361"/>
                <a:gd name="csX42" fmla="*/ 11497 w 49942"/>
                <a:gd name="csY42" fmla="*/ 13703 h 50361"/>
                <a:gd name="csX43" fmla="*/ 12995 w 49942"/>
                <a:gd name="csY43" fmla="*/ 11284 h 50361"/>
                <a:gd name="csX44" fmla="*/ 14601 w 49942"/>
                <a:gd name="csY44" fmla="*/ 8689 h 50361"/>
                <a:gd name="csX45" fmla="*/ 16625 w 49942"/>
                <a:gd name="csY45" fmla="*/ 7936 h 50361"/>
                <a:gd name="csX46" fmla="*/ 19387 w 49942"/>
                <a:gd name="csY46" fmla="*/ 7068 h 50361"/>
                <a:gd name="csX47" fmla="*/ 22050 w 49942"/>
                <a:gd name="csY47" fmla="*/ 4801 h 50361"/>
                <a:gd name="csX48" fmla="*/ 25215 w 49942"/>
                <a:gd name="csY48" fmla="*/ 2899 h 50361"/>
                <a:gd name="csX49" fmla="*/ 30320 w 49942"/>
                <a:gd name="csY49" fmla="*/ 829 h 50361"/>
                <a:gd name="csX50" fmla="*/ 32702 w 49942"/>
                <a:gd name="csY50" fmla="*/ 305 h 50361"/>
                <a:gd name="csX51" fmla="*/ 33615 w 49942"/>
                <a:gd name="csY51" fmla="*/ 0 h 50361"/>
                <a:gd name="csX52" fmla="*/ 34186 w 49942"/>
                <a:gd name="csY52" fmla="*/ 396 h 50361"/>
                <a:gd name="csX53" fmla="*/ 34794 w 49942"/>
                <a:gd name="csY53" fmla="*/ 1575 h 50361"/>
                <a:gd name="csX54" fmla="*/ 35661 w 49942"/>
                <a:gd name="csY54" fmla="*/ 2572 h 50361"/>
                <a:gd name="csX55" fmla="*/ 37678 w 49942"/>
                <a:gd name="csY55" fmla="*/ 4291 h 50361"/>
                <a:gd name="csX56" fmla="*/ 38530 w 49942"/>
                <a:gd name="csY56" fmla="*/ 4710 h 50361"/>
                <a:gd name="csX57" fmla="*/ 40615 w 49942"/>
                <a:gd name="csY57" fmla="*/ 7266 h 50361"/>
                <a:gd name="csX58" fmla="*/ 42836 w 49942"/>
                <a:gd name="csY58" fmla="*/ 9016 h 50361"/>
                <a:gd name="csX59" fmla="*/ 45401 w 49942"/>
                <a:gd name="csY59" fmla="*/ 11040 h 50361"/>
                <a:gd name="csX60" fmla="*/ 47143 w 49942"/>
                <a:gd name="csY60" fmla="*/ 12044 h 50361"/>
                <a:gd name="csX61" fmla="*/ 48041 w 49942"/>
                <a:gd name="csY61" fmla="*/ 12326 h 50361"/>
                <a:gd name="csX62" fmla="*/ 48771 w 49942"/>
                <a:gd name="csY62" fmla="*/ 14122 h 50361"/>
                <a:gd name="csX63" fmla="*/ 49524 w 49942"/>
                <a:gd name="csY63" fmla="*/ 15453 h 50361"/>
                <a:gd name="csX64" fmla="*/ 49943 w 49942"/>
                <a:gd name="csY64" fmla="*/ 16701 h 50361"/>
                <a:gd name="csX65" fmla="*/ 49859 w 49942"/>
                <a:gd name="csY65" fmla="*/ 17918 h 50361"/>
                <a:gd name="csX66" fmla="*/ 49053 w 49942"/>
                <a:gd name="csY66" fmla="*/ 20901 h 50361"/>
                <a:gd name="csX67" fmla="*/ 47873 w 49942"/>
                <a:gd name="csY67" fmla="*/ 23952 h 50361"/>
                <a:gd name="csX68" fmla="*/ 46922 w 49942"/>
                <a:gd name="csY68" fmla="*/ 25215 h 50361"/>
                <a:gd name="csX69" fmla="*/ 45766 w 49942"/>
                <a:gd name="csY69" fmla="*/ 26022 h 50361"/>
                <a:gd name="csX70" fmla="*/ 44640 w 49942"/>
                <a:gd name="csY70" fmla="*/ 27231 h 50361"/>
                <a:gd name="csX71" fmla="*/ 44206 w 49942"/>
                <a:gd name="csY71" fmla="*/ 29681 h 50361"/>
                <a:gd name="csX72" fmla="*/ 43696 w 49942"/>
                <a:gd name="csY72" fmla="*/ 32565 h 50361"/>
                <a:gd name="csX73" fmla="*/ 42220 w 49942"/>
                <a:gd name="csY73" fmla="*/ 33752 h 50361"/>
                <a:gd name="csX74" fmla="*/ 41079 w 49942"/>
                <a:gd name="csY74" fmla="*/ 34535 h 50361"/>
                <a:gd name="csX75" fmla="*/ 39488 w 49942"/>
                <a:gd name="csY75" fmla="*/ 35494 h 503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Lst>
              <a:rect l="l" t="t" r="r" b="b"/>
              <a:pathLst>
                <a:path w="49942" h="50361">
                  <a:moveTo>
                    <a:pt x="35981" y="37054"/>
                  </a:moveTo>
                  <a:lnTo>
                    <a:pt x="34064" y="37662"/>
                  </a:lnTo>
                  <a:lnTo>
                    <a:pt x="33797" y="37708"/>
                  </a:lnTo>
                  <a:lnTo>
                    <a:pt x="32557" y="37571"/>
                  </a:lnTo>
                  <a:lnTo>
                    <a:pt x="30914" y="37716"/>
                  </a:lnTo>
                  <a:lnTo>
                    <a:pt x="29628" y="38051"/>
                  </a:lnTo>
                  <a:lnTo>
                    <a:pt x="28624" y="38180"/>
                  </a:lnTo>
                  <a:lnTo>
                    <a:pt x="26988" y="39922"/>
                  </a:lnTo>
                  <a:lnTo>
                    <a:pt x="24005" y="44624"/>
                  </a:lnTo>
                  <a:lnTo>
                    <a:pt x="23214" y="45613"/>
                  </a:lnTo>
                  <a:lnTo>
                    <a:pt x="23001" y="47470"/>
                  </a:lnTo>
                  <a:lnTo>
                    <a:pt x="22308" y="48938"/>
                  </a:lnTo>
                  <a:lnTo>
                    <a:pt x="21456" y="50080"/>
                  </a:lnTo>
                  <a:lnTo>
                    <a:pt x="20635" y="50361"/>
                  </a:lnTo>
                  <a:lnTo>
                    <a:pt x="18154" y="49905"/>
                  </a:lnTo>
                  <a:lnTo>
                    <a:pt x="14974" y="49319"/>
                  </a:lnTo>
                  <a:lnTo>
                    <a:pt x="13125" y="47896"/>
                  </a:lnTo>
                  <a:lnTo>
                    <a:pt x="11482" y="46024"/>
                  </a:lnTo>
                  <a:lnTo>
                    <a:pt x="10622" y="44662"/>
                  </a:lnTo>
                  <a:lnTo>
                    <a:pt x="9709" y="43917"/>
                  </a:lnTo>
                  <a:lnTo>
                    <a:pt x="9397" y="43498"/>
                  </a:lnTo>
                  <a:lnTo>
                    <a:pt x="8111" y="42874"/>
                  </a:lnTo>
                  <a:lnTo>
                    <a:pt x="7624" y="42547"/>
                  </a:lnTo>
                  <a:lnTo>
                    <a:pt x="7190" y="42311"/>
                  </a:lnTo>
                  <a:lnTo>
                    <a:pt x="6673" y="41413"/>
                  </a:lnTo>
                  <a:lnTo>
                    <a:pt x="6361" y="40630"/>
                  </a:lnTo>
                  <a:lnTo>
                    <a:pt x="6483" y="38446"/>
                  </a:lnTo>
                  <a:lnTo>
                    <a:pt x="5569" y="37145"/>
                  </a:lnTo>
                  <a:lnTo>
                    <a:pt x="4010" y="34931"/>
                  </a:lnTo>
                  <a:lnTo>
                    <a:pt x="3028" y="33112"/>
                  </a:lnTo>
                  <a:lnTo>
                    <a:pt x="1682" y="30632"/>
                  </a:lnTo>
                  <a:lnTo>
                    <a:pt x="852" y="28517"/>
                  </a:lnTo>
                  <a:lnTo>
                    <a:pt x="0" y="26326"/>
                  </a:lnTo>
                  <a:lnTo>
                    <a:pt x="114" y="25382"/>
                  </a:lnTo>
                  <a:lnTo>
                    <a:pt x="928" y="24743"/>
                  </a:lnTo>
                  <a:lnTo>
                    <a:pt x="3325" y="23640"/>
                  </a:lnTo>
                  <a:lnTo>
                    <a:pt x="5182" y="22788"/>
                  </a:lnTo>
                  <a:lnTo>
                    <a:pt x="6513" y="21228"/>
                  </a:lnTo>
                  <a:lnTo>
                    <a:pt x="7966" y="18900"/>
                  </a:lnTo>
                  <a:lnTo>
                    <a:pt x="8674" y="17507"/>
                  </a:lnTo>
                  <a:lnTo>
                    <a:pt x="9382" y="16868"/>
                  </a:lnTo>
                  <a:lnTo>
                    <a:pt x="10150" y="15887"/>
                  </a:lnTo>
                  <a:lnTo>
                    <a:pt x="11497" y="13703"/>
                  </a:lnTo>
                  <a:lnTo>
                    <a:pt x="12995" y="11284"/>
                  </a:lnTo>
                  <a:lnTo>
                    <a:pt x="14601" y="8689"/>
                  </a:lnTo>
                  <a:lnTo>
                    <a:pt x="16625" y="7936"/>
                  </a:lnTo>
                  <a:lnTo>
                    <a:pt x="19387" y="7068"/>
                  </a:lnTo>
                  <a:lnTo>
                    <a:pt x="22050" y="4801"/>
                  </a:lnTo>
                  <a:lnTo>
                    <a:pt x="25215" y="2899"/>
                  </a:lnTo>
                  <a:lnTo>
                    <a:pt x="30320" y="829"/>
                  </a:lnTo>
                  <a:lnTo>
                    <a:pt x="32702" y="305"/>
                  </a:lnTo>
                  <a:lnTo>
                    <a:pt x="33615" y="0"/>
                  </a:lnTo>
                  <a:lnTo>
                    <a:pt x="34186" y="396"/>
                  </a:lnTo>
                  <a:lnTo>
                    <a:pt x="34794" y="1575"/>
                  </a:lnTo>
                  <a:lnTo>
                    <a:pt x="35661" y="2572"/>
                  </a:lnTo>
                  <a:lnTo>
                    <a:pt x="37678" y="4291"/>
                  </a:lnTo>
                  <a:lnTo>
                    <a:pt x="38530" y="4710"/>
                  </a:lnTo>
                  <a:lnTo>
                    <a:pt x="40615" y="7266"/>
                  </a:lnTo>
                  <a:lnTo>
                    <a:pt x="42836" y="9016"/>
                  </a:lnTo>
                  <a:lnTo>
                    <a:pt x="45401" y="11040"/>
                  </a:lnTo>
                  <a:lnTo>
                    <a:pt x="47143" y="12044"/>
                  </a:lnTo>
                  <a:lnTo>
                    <a:pt x="48041" y="12326"/>
                  </a:lnTo>
                  <a:lnTo>
                    <a:pt x="48771" y="14122"/>
                  </a:lnTo>
                  <a:lnTo>
                    <a:pt x="49524" y="15453"/>
                  </a:lnTo>
                  <a:lnTo>
                    <a:pt x="49943" y="16701"/>
                  </a:lnTo>
                  <a:lnTo>
                    <a:pt x="49859" y="17918"/>
                  </a:lnTo>
                  <a:lnTo>
                    <a:pt x="49053" y="20901"/>
                  </a:lnTo>
                  <a:lnTo>
                    <a:pt x="47873" y="23952"/>
                  </a:lnTo>
                  <a:lnTo>
                    <a:pt x="46922" y="25215"/>
                  </a:lnTo>
                  <a:lnTo>
                    <a:pt x="45766" y="26022"/>
                  </a:lnTo>
                  <a:lnTo>
                    <a:pt x="44640" y="27231"/>
                  </a:lnTo>
                  <a:lnTo>
                    <a:pt x="44206" y="29681"/>
                  </a:lnTo>
                  <a:lnTo>
                    <a:pt x="43696" y="32565"/>
                  </a:lnTo>
                  <a:lnTo>
                    <a:pt x="42220" y="33752"/>
                  </a:lnTo>
                  <a:lnTo>
                    <a:pt x="41079" y="34535"/>
                  </a:lnTo>
                  <a:lnTo>
                    <a:pt x="39488" y="3549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56" name="Freeform: Shape 2255">
              <a:extLst>
                <a:ext uri="{FF2B5EF4-FFF2-40B4-BE49-F238E27FC236}">
                  <a16:creationId xmlns:a16="http://schemas.microsoft.com/office/drawing/2014/main" id="{BCDEDC7A-51A6-5A09-21FC-9D3D13FE837C}"/>
                </a:ext>
              </a:extLst>
            </p:cNvPr>
            <p:cNvSpPr/>
            <p:nvPr/>
          </p:nvSpPr>
          <p:spPr>
            <a:xfrm>
              <a:off x="10020142" y="3545449"/>
              <a:ext cx="125473" cy="93927"/>
            </a:xfrm>
            <a:custGeom>
              <a:avLst/>
              <a:gdLst>
                <a:gd name="csX0" fmla="*/ 121585 w 125473"/>
                <a:gd name="csY0" fmla="*/ 28357 h 93927"/>
                <a:gd name="csX1" fmla="*/ 121532 w 125473"/>
                <a:gd name="csY1" fmla="*/ 30054 h 93927"/>
                <a:gd name="csX2" fmla="*/ 121015 w 125473"/>
                <a:gd name="csY2" fmla="*/ 32922 h 93927"/>
                <a:gd name="csX3" fmla="*/ 120003 w 125473"/>
                <a:gd name="csY3" fmla="*/ 36620 h 93927"/>
                <a:gd name="csX4" fmla="*/ 118945 w 125473"/>
                <a:gd name="csY4" fmla="*/ 39481 h 93927"/>
                <a:gd name="csX5" fmla="*/ 118686 w 125473"/>
                <a:gd name="csY5" fmla="*/ 40584 h 93927"/>
                <a:gd name="csX6" fmla="*/ 119485 w 125473"/>
                <a:gd name="csY6" fmla="*/ 41505 h 93927"/>
                <a:gd name="csX7" fmla="*/ 123457 w 125473"/>
                <a:gd name="csY7" fmla="*/ 41938 h 93927"/>
                <a:gd name="csX8" fmla="*/ 125146 w 125473"/>
                <a:gd name="csY8" fmla="*/ 42425 h 93927"/>
                <a:gd name="csX9" fmla="*/ 125473 w 125473"/>
                <a:gd name="csY9" fmla="*/ 43186 h 93927"/>
                <a:gd name="csX10" fmla="*/ 124590 w 125473"/>
                <a:gd name="csY10" fmla="*/ 44168 h 93927"/>
                <a:gd name="csX11" fmla="*/ 123320 w 125473"/>
                <a:gd name="csY11" fmla="*/ 44982 h 93927"/>
                <a:gd name="csX12" fmla="*/ 122757 w 125473"/>
                <a:gd name="csY12" fmla="*/ 45758 h 93927"/>
                <a:gd name="csX13" fmla="*/ 121745 w 125473"/>
                <a:gd name="csY13" fmla="*/ 48520 h 93927"/>
                <a:gd name="csX14" fmla="*/ 115140 w 125473"/>
                <a:gd name="csY14" fmla="*/ 48170 h 93927"/>
                <a:gd name="csX15" fmla="*/ 114266 w 125473"/>
                <a:gd name="csY15" fmla="*/ 48733 h 93927"/>
                <a:gd name="csX16" fmla="*/ 113847 w 125473"/>
                <a:gd name="csY16" fmla="*/ 50011 h 93927"/>
                <a:gd name="csX17" fmla="*/ 113520 w 125473"/>
                <a:gd name="csY17" fmla="*/ 51487 h 93927"/>
                <a:gd name="csX18" fmla="*/ 112653 w 125473"/>
                <a:gd name="csY18" fmla="*/ 53237 h 93927"/>
                <a:gd name="csX19" fmla="*/ 110902 w 125473"/>
                <a:gd name="csY19" fmla="*/ 54759 h 93927"/>
                <a:gd name="csX20" fmla="*/ 108156 w 125473"/>
                <a:gd name="csY20" fmla="*/ 55322 h 93927"/>
                <a:gd name="csX21" fmla="*/ 105911 w 125473"/>
                <a:gd name="csY21" fmla="*/ 56356 h 93927"/>
                <a:gd name="csX22" fmla="*/ 104237 w 125473"/>
                <a:gd name="csY22" fmla="*/ 59537 h 93927"/>
                <a:gd name="csX23" fmla="*/ 102990 w 125473"/>
                <a:gd name="csY23" fmla="*/ 63798 h 93927"/>
                <a:gd name="csX24" fmla="*/ 103020 w 125473"/>
                <a:gd name="csY24" fmla="*/ 66811 h 93927"/>
                <a:gd name="csX25" fmla="*/ 103180 w 125473"/>
                <a:gd name="csY25" fmla="*/ 68492 h 93927"/>
                <a:gd name="csX26" fmla="*/ 103035 w 125473"/>
                <a:gd name="csY26" fmla="*/ 69451 h 93927"/>
                <a:gd name="csX27" fmla="*/ 102191 w 125473"/>
                <a:gd name="csY27" fmla="*/ 70493 h 93927"/>
                <a:gd name="csX28" fmla="*/ 100806 w 125473"/>
                <a:gd name="csY28" fmla="*/ 73255 h 93927"/>
                <a:gd name="csX29" fmla="*/ 99680 w 125473"/>
                <a:gd name="csY29" fmla="*/ 76306 h 93927"/>
                <a:gd name="csX30" fmla="*/ 99246 w 125473"/>
                <a:gd name="csY30" fmla="*/ 77957 h 93927"/>
                <a:gd name="csX31" fmla="*/ 99459 w 125473"/>
                <a:gd name="csY31" fmla="*/ 78733 h 93927"/>
                <a:gd name="csX32" fmla="*/ 100730 w 125473"/>
                <a:gd name="csY32" fmla="*/ 78756 h 93927"/>
                <a:gd name="csX33" fmla="*/ 102564 w 125473"/>
                <a:gd name="csY33" fmla="*/ 79380 h 93927"/>
                <a:gd name="csX34" fmla="*/ 103538 w 125473"/>
                <a:gd name="csY34" fmla="*/ 80597 h 93927"/>
                <a:gd name="csX35" fmla="*/ 103895 w 125473"/>
                <a:gd name="csY35" fmla="*/ 82005 h 93927"/>
                <a:gd name="csX36" fmla="*/ 103895 w 125473"/>
                <a:gd name="csY36" fmla="*/ 83511 h 93927"/>
                <a:gd name="csX37" fmla="*/ 103553 w 125473"/>
                <a:gd name="csY37" fmla="*/ 84341 h 93927"/>
                <a:gd name="csX38" fmla="*/ 102084 w 125473"/>
                <a:gd name="csY38" fmla="*/ 84942 h 93927"/>
                <a:gd name="csX39" fmla="*/ 99786 w 125473"/>
                <a:gd name="csY39" fmla="*/ 84965 h 93927"/>
                <a:gd name="csX40" fmla="*/ 98447 w 125473"/>
                <a:gd name="csY40" fmla="*/ 84250 h 93927"/>
                <a:gd name="csX41" fmla="*/ 98173 w 125473"/>
                <a:gd name="csY41" fmla="*/ 83679 h 93927"/>
                <a:gd name="csX42" fmla="*/ 98812 w 125473"/>
                <a:gd name="csY42" fmla="*/ 82226 h 93927"/>
                <a:gd name="csX43" fmla="*/ 98349 w 125473"/>
                <a:gd name="csY43" fmla="*/ 80407 h 93927"/>
                <a:gd name="csX44" fmla="*/ 97397 w 125473"/>
                <a:gd name="csY44" fmla="*/ 79395 h 93927"/>
                <a:gd name="csX45" fmla="*/ 95465 w 125473"/>
                <a:gd name="csY45" fmla="*/ 80909 h 93927"/>
                <a:gd name="csX46" fmla="*/ 93609 w 125473"/>
                <a:gd name="csY46" fmla="*/ 80909 h 93927"/>
                <a:gd name="csX47" fmla="*/ 91386 w 125473"/>
                <a:gd name="csY47" fmla="*/ 82264 h 93927"/>
                <a:gd name="csX48" fmla="*/ 89933 w 125473"/>
                <a:gd name="csY48" fmla="*/ 84425 h 93927"/>
                <a:gd name="csX49" fmla="*/ 88541 w 125473"/>
                <a:gd name="csY49" fmla="*/ 85216 h 93927"/>
                <a:gd name="csX50" fmla="*/ 84767 w 125473"/>
                <a:gd name="csY50" fmla="*/ 84775 h 93927"/>
                <a:gd name="csX51" fmla="*/ 83831 w 125473"/>
                <a:gd name="csY51" fmla="*/ 85726 h 93927"/>
                <a:gd name="csX52" fmla="*/ 83048 w 125473"/>
                <a:gd name="csY52" fmla="*/ 90108 h 93927"/>
                <a:gd name="csX53" fmla="*/ 82599 w 125473"/>
                <a:gd name="csY53" fmla="*/ 90960 h 93927"/>
                <a:gd name="csX54" fmla="*/ 79449 w 125473"/>
                <a:gd name="csY54" fmla="*/ 90778 h 93927"/>
                <a:gd name="csX55" fmla="*/ 76413 w 125473"/>
                <a:gd name="csY55" fmla="*/ 92520 h 93927"/>
                <a:gd name="csX56" fmla="*/ 72982 w 125473"/>
                <a:gd name="csY56" fmla="*/ 93928 h 93927"/>
                <a:gd name="csX57" fmla="*/ 71247 w 125473"/>
                <a:gd name="csY57" fmla="*/ 92954 h 93927"/>
                <a:gd name="csX58" fmla="*/ 70280 w 125473"/>
                <a:gd name="csY58" fmla="*/ 91850 h 93927"/>
                <a:gd name="csX59" fmla="*/ 68409 w 125473"/>
                <a:gd name="csY59" fmla="*/ 92048 h 93927"/>
                <a:gd name="csX60" fmla="*/ 66370 w 125473"/>
                <a:gd name="csY60" fmla="*/ 92535 h 93927"/>
                <a:gd name="csX61" fmla="*/ 65000 w 125473"/>
                <a:gd name="csY61" fmla="*/ 92269 h 93927"/>
                <a:gd name="csX62" fmla="*/ 63463 w 125473"/>
                <a:gd name="csY62" fmla="*/ 92391 h 93927"/>
                <a:gd name="csX63" fmla="*/ 60496 w 125473"/>
                <a:gd name="csY63" fmla="*/ 93235 h 93927"/>
                <a:gd name="csX64" fmla="*/ 56768 w 125473"/>
                <a:gd name="csY64" fmla="*/ 92961 h 93927"/>
                <a:gd name="csX65" fmla="*/ 55177 w 125473"/>
                <a:gd name="csY65" fmla="*/ 92238 h 93927"/>
                <a:gd name="csX66" fmla="*/ 55025 w 125473"/>
                <a:gd name="csY66" fmla="*/ 91546 h 93927"/>
                <a:gd name="csX67" fmla="*/ 55139 w 125473"/>
                <a:gd name="csY67" fmla="*/ 89842 h 93927"/>
                <a:gd name="csX68" fmla="*/ 55101 w 125473"/>
                <a:gd name="csY68" fmla="*/ 87194 h 93927"/>
                <a:gd name="csX69" fmla="*/ 54508 w 125473"/>
                <a:gd name="csY69" fmla="*/ 84851 h 93927"/>
                <a:gd name="csX70" fmla="*/ 52720 w 125473"/>
                <a:gd name="csY70" fmla="*/ 82781 h 93927"/>
                <a:gd name="csX71" fmla="*/ 50848 w 125473"/>
                <a:gd name="csY71" fmla="*/ 81328 h 93927"/>
                <a:gd name="csX72" fmla="*/ 48459 w 125473"/>
                <a:gd name="csY72" fmla="*/ 79829 h 93927"/>
                <a:gd name="csX73" fmla="*/ 46694 w 125473"/>
                <a:gd name="csY73" fmla="*/ 79175 h 93927"/>
                <a:gd name="csX74" fmla="*/ 45728 w 125473"/>
                <a:gd name="csY74" fmla="*/ 79007 h 93927"/>
                <a:gd name="csX75" fmla="*/ 45507 w 125473"/>
                <a:gd name="csY75" fmla="*/ 78140 h 93927"/>
                <a:gd name="csX76" fmla="*/ 45157 w 125473"/>
                <a:gd name="csY76" fmla="*/ 77387 h 93927"/>
                <a:gd name="csX77" fmla="*/ 44327 w 125473"/>
                <a:gd name="csY77" fmla="*/ 76732 h 93927"/>
                <a:gd name="csX78" fmla="*/ 42562 w 125473"/>
                <a:gd name="csY78" fmla="*/ 75850 h 93927"/>
                <a:gd name="csX79" fmla="*/ 41064 w 125473"/>
                <a:gd name="csY79" fmla="*/ 75660 h 93927"/>
                <a:gd name="csX80" fmla="*/ 39839 w 125473"/>
                <a:gd name="csY80" fmla="*/ 77082 h 93927"/>
                <a:gd name="csX81" fmla="*/ 38941 w 125473"/>
                <a:gd name="csY81" fmla="*/ 75302 h 93927"/>
                <a:gd name="csX82" fmla="*/ 37990 w 125473"/>
                <a:gd name="csY82" fmla="*/ 72099 h 93927"/>
                <a:gd name="csX83" fmla="*/ 38089 w 125473"/>
                <a:gd name="csY83" fmla="*/ 69535 h 93927"/>
                <a:gd name="csX84" fmla="*/ 38629 w 125473"/>
                <a:gd name="csY84" fmla="*/ 66971 h 93927"/>
                <a:gd name="csX85" fmla="*/ 41223 w 125473"/>
                <a:gd name="csY85" fmla="*/ 59370 h 93927"/>
                <a:gd name="csX86" fmla="*/ 41086 w 125473"/>
                <a:gd name="csY86" fmla="*/ 58152 h 93927"/>
                <a:gd name="csX87" fmla="*/ 39200 w 125473"/>
                <a:gd name="csY87" fmla="*/ 56022 h 93927"/>
                <a:gd name="csX88" fmla="*/ 36871 w 125473"/>
                <a:gd name="csY88" fmla="*/ 54470 h 93927"/>
                <a:gd name="csX89" fmla="*/ 35585 w 125473"/>
                <a:gd name="csY89" fmla="*/ 51183 h 93927"/>
                <a:gd name="csX90" fmla="*/ 30868 w 125473"/>
                <a:gd name="csY90" fmla="*/ 50993 h 93927"/>
                <a:gd name="csX91" fmla="*/ 26417 w 125473"/>
                <a:gd name="csY91" fmla="*/ 51175 h 93927"/>
                <a:gd name="csX92" fmla="*/ 25017 w 125473"/>
                <a:gd name="csY92" fmla="*/ 51015 h 93927"/>
                <a:gd name="csX93" fmla="*/ 20779 w 125473"/>
                <a:gd name="csY93" fmla="*/ 49638 h 93927"/>
                <a:gd name="csX94" fmla="*/ 16693 w 125473"/>
                <a:gd name="csY94" fmla="*/ 47416 h 93927"/>
                <a:gd name="csX95" fmla="*/ 13962 w 125473"/>
                <a:gd name="csY95" fmla="*/ 46116 h 93927"/>
                <a:gd name="csX96" fmla="*/ 11664 w 125473"/>
                <a:gd name="csY96" fmla="*/ 44655 h 93927"/>
                <a:gd name="csX97" fmla="*/ 10424 w 125473"/>
                <a:gd name="csY97" fmla="*/ 43118 h 93927"/>
                <a:gd name="csX98" fmla="*/ 8469 w 125473"/>
                <a:gd name="csY98" fmla="*/ 43529 h 93927"/>
                <a:gd name="csX99" fmla="*/ 7145 w 125473"/>
                <a:gd name="csY99" fmla="*/ 43544 h 93927"/>
                <a:gd name="csX100" fmla="*/ 7160 w 125473"/>
                <a:gd name="csY100" fmla="*/ 43277 h 93927"/>
                <a:gd name="csX101" fmla="*/ 6407 w 125473"/>
                <a:gd name="csY101" fmla="*/ 40561 h 93927"/>
                <a:gd name="csX102" fmla="*/ 7198 w 125473"/>
                <a:gd name="csY102" fmla="*/ 36392 h 93927"/>
                <a:gd name="csX103" fmla="*/ 5767 w 125473"/>
                <a:gd name="csY103" fmla="*/ 30259 h 93927"/>
                <a:gd name="csX104" fmla="*/ 3431 w 125473"/>
                <a:gd name="csY104" fmla="*/ 22856 h 93927"/>
                <a:gd name="csX105" fmla="*/ 3264 w 125473"/>
                <a:gd name="csY105" fmla="*/ 14890 h 93927"/>
                <a:gd name="csX106" fmla="*/ 3097 w 125473"/>
                <a:gd name="csY106" fmla="*/ 13094 h 93927"/>
                <a:gd name="csX107" fmla="*/ 8834 w 125473"/>
                <a:gd name="csY107" fmla="*/ 8575 h 93927"/>
                <a:gd name="csX108" fmla="*/ 16069 w 125473"/>
                <a:gd name="csY108" fmla="*/ 3728 h 93927"/>
                <a:gd name="csX109" fmla="*/ 17713 w 125473"/>
                <a:gd name="csY109" fmla="*/ 3287 h 93927"/>
                <a:gd name="csX110" fmla="*/ 24378 w 125473"/>
                <a:gd name="csY110" fmla="*/ 411 h 93927"/>
                <a:gd name="csX111" fmla="*/ 25268 w 125473"/>
                <a:gd name="csY111" fmla="*/ 183 h 93927"/>
                <a:gd name="csX112" fmla="*/ 31279 w 125473"/>
                <a:gd name="csY112" fmla="*/ 715 h 93927"/>
                <a:gd name="csX113" fmla="*/ 35996 w 125473"/>
                <a:gd name="csY113" fmla="*/ 1400 h 93927"/>
                <a:gd name="csX114" fmla="*/ 39976 w 125473"/>
                <a:gd name="csY114" fmla="*/ 1316 h 93927"/>
                <a:gd name="csX115" fmla="*/ 42159 w 125473"/>
                <a:gd name="csY115" fmla="*/ 578 h 93927"/>
                <a:gd name="csX116" fmla="*/ 44137 w 125473"/>
                <a:gd name="csY116" fmla="*/ 1194 h 93927"/>
                <a:gd name="csX117" fmla="*/ 45728 w 125473"/>
                <a:gd name="csY117" fmla="*/ 3363 h 93927"/>
                <a:gd name="csX118" fmla="*/ 47371 w 125473"/>
                <a:gd name="csY118" fmla="*/ 3104 h 93927"/>
                <a:gd name="csX119" fmla="*/ 48992 w 125473"/>
                <a:gd name="csY119" fmla="*/ 1704 h 93927"/>
                <a:gd name="csX120" fmla="*/ 57894 w 125473"/>
                <a:gd name="csY120" fmla="*/ 2983 h 93927"/>
                <a:gd name="csX121" fmla="*/ 59902 w 125473"/>
                <a:gd name="csY121" fmla="*/ 2952 h 93927"/>
                <a:gd name="csX122" fmla="*/ 62162 w 125473"/>
                <a:gd name="csY122" fmla="*/ 3158 h 93927"/>
                <a:gd name="csX123" fmla="*/ 66332 w 125473"/>
                <a:gd name="csY123" fmla="*/ 4459 h 93927"/>
                <a:gd name="csX124" fmla="*/ 68736 w 125473"/>
                <a:gd name="csY124" fmla="*/ 5653 h 93927"/>
                <a:gd name="csX125" fmla="*/ 74016 w 125473"/>
                <a:gd name="csY125" fmla="*/ 4930 h 93927"/>
                <a:gd name="csX126" fmla="*/ 76276 w 125473"/>
                <a:gd name="csY126" fmla="*/ 4892 h 93927"/>
                <a:gd name="csX127" fmla="*/ 77455 w 125473"/>
                <a:gd name="csY127" fmla="*/ 4421 h 93927"/>
                <a:gd name="csX128" fmla="*/ 81100 w 125473"/>
                <a:gd name="csY128" fmla="*/ 1149 h 93927"/>
                <a:gd name="csX129" fmla="*/ 82675 w 125473"/>
                <a:gd name="csY129" fmla="*/ 586 h 93927"/>
                <a:gd name="csX130" fmla="*/ 84121 w 125473"/>
                <a:gd name="csY130" fmla="*/ 0 h 93927"/>
                <a:gd name="csX131" fmla="*/ 85445 w 125473"/>
                <a:gd name="csY131" fmla="*/ 495 h 93927"/>
                <a:gd name="csX132" fmla="*/ 86312 w 125473"/>
                <a:gd name="csY132" fmla="*/ 3287 h 93927"/>
                <a:gd name="csX133" fmla="*/ 89005 w 125473"/>
                <a:gd name="csY133" fmla="*/ 8088 h 93927"/>
                <a:gd name="csX134" fmla="*/ 91934 w 125473"/>
                <a:gd name="csY134" fmla="*/ 8933 h 93927"/>
                <a:gd name="csX135" fmla="*/ 100022 w 125473"/>
                <a:gd name="csY135" fmla="*/ 10774 h 93927"/>
                <a:gd name="csX136" fmla="*/ 101674 w 125473"/>
                <a:gd name="csY136" fmla="*/ 11740 h 93927"/>
                <a:gd name="csX137" fmla="*/ 106223 w 125473"/>
                <a:gd name="csY137" fmla="*/ 15955 h 93927"/>
                <a:gd name="csX138" fmla="*/ 108955 w 125473"/>
                <a:gd name="csY138" fmla="*/ 18017 h 93927"/>
                <a:gd name="csX139" fmla="*/ 110690 w 125473"/>
                <a:gd name="csY139" fmla="*/ 19660 h 93927"/>
                <a:gd name="csX140" fmla="*/ 113337 w 125473"/>
                <a:gd name="csY140" fmla="*/ 22879 h 93927"/>
                <a:gd name="csX141" fmla="*/ 114866 w 125473"/>
                <a:gd name="csY141" fmla="*/ 25215 h 93927"/>
                <a:gd name="csX142" fmla="*/ 117423 w 125473"/>
                <a:gd name="csY142" fmla="*/ 26980 h 93927"/>
                <a:gd name="csX143" fmla="*/ 120451 w 125473"/>
                <a:gd name="csY143" fmla="*/ 28167 h 93927"/>
                <a:gd name="csX144" fmla="*/ 121585 w 125473"/>
                <a:gd name="csY144" fmla="*/ 28357 h 93927"/>
                <a:gd name="csX145" fmla="*/ 1240 w 125473"/>
                <a:gd name="csY145" fmla="*/ 42966 h 93927"/>
                <a:gd name="csX146" fmla="*/ 0 w 125473"/>
                <a:gd name="csY146" fmla="*/ 42676 h 93927"/>
                <a:gd name="csX147" fmla="*/ 2442 w 125473"/>
                <a:gd name="csY147" fmla="*/ 38355 h 93927"/>
                <a:gd name="csX148" fmla="*/ 3378 w 125473"/>
                <a:gd name="csY148" fmla="*/ 35540 h 93927"/>
                <a:gd name="csX149" fmla="*/ 4025 w 125473"/>
                <a:gd name="csY149" fmla="*/ 31537 h 93927"/>
                <a:gd name="csX150" fmla="*/ 4596 w 125473"/>
                <a:gd name="csY150" fmla="*/ 30274 h 93927"/>
                <a:gd name="csX151" fmla="*/ 4611 w 125473"/>
                <a:gd name="csY151" fmla="*/ 32093 h 93927"/>
                <a:gd name="csX152" fmla="*/ 4360 w 125473"/>
                <a:gd name="csY152" fmla="*/ 35121 h 93927"/>
                <a:gd name="csX153" fmla="*/ 2815 w 125473"/>
                <a:gd name="csY153" fmla="*/ 40272 h 93927"/>
                <a:gd name="csX154" fmla="*/ 1240 w 125473"/>
                <a:gd name="csY154" fmla="*/ 42966 h 939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125473" h="93927">
                  <a:moveTo>
                    <a:pt x="121585" y="28357"/>
                  </a:moveTo>
                  <a:lnTo>
                    <a:pt x="121532" y="30054"/>
                  </a:lnTo>
                  <a:lnTo>
                    <a:pt x="121015" y="32922"/>
                  </a:lnTo>
                  <a:lnTo>
                    <a:pt x="120003" y="36620"/>
                  </a:lnTo>
                  <a:lnTo>
                    <a:pt x="118945" y="39481"/>
                  </a:lnTo>
                  <a:lnTo>
                    <a:pt x="118686" y="40584"/>
                  </a:lnTo>
                  <a:lnTo>
                    <a:pt x="119485" y="41505"/>
                  </a:lnTo>
                  <a:lnTo>
                    <a:pt x="123457" y="41938"/>
                  </a:lnTo>
                  <a:lnTo>
                    <a:pt x="125146" y="42425"/>
                  </a:lnTo>
                  <a:lnTo>
                    <a:pt x="125473" y="43186"/>
                  </a:lnTo>
                  <a:lnTo>
                    <a:pt x="124590" y="44168"/>
                  </a:lnTo>
                  <a:lnTo>
                    <a:pt x="123320" y="44982"/>
                  </a:lnTo>
                  <a:lnTo>
                    <a:pt x="122757" y="45758"/>
                  </a:lnTo>
                  <a:lnTo>
                    <a:pt x="121745" y="48520"/>
                  </a:lnTo>
                  <a:lnTo>
                    <a:pt x="115140" y="48170"/>
                  </a:lnTo>
                  <a:lnTo>
                    <a:pt x="114266" y="48733"/>
                  </a:lnTo>
                  <a:lnTo>
                    <a:pt x="113847" y="50011"/>
                  </a:lnTo>
                  <a:lnTo>
                    <a:pt x="113520" y="51487"/>
                  </a:lnTo>
                  <a:lnTo>
                    <a:pt x="112653" y="53237"/>
                  </a:lnTo>
                  <a:lnTo>
                    <a:pt x="110902" y="54759"/>
                  </a:lnTo>
                  <a:lnTo>
                    <a:pt x="108156" y="55322"/>
                  </a:lnTo>
                  <a:lnTo>
                    <a:pt x="105911" y="56356"/>
                  </a:lnTo>
                  <a:lnTo>
                    <a:pt x="104237" y="59537"/>
                  </a:lnTo>
                  <a:lnTo>
                    <a:pt x="102990" y="63798"/>
                  </a:lnTo>
                  <a:lnTo>
                    <a:pt x="103020" y="66811"/>
                  </a:lnTo>
                  <a:lnTo>
                    <a:pt x="103180" y="68492"/>
                  </a:lnTo>
                  <a:lnTo>
                    <a:pt x="103035" y="69451"/>
                  </a:lnTo>
                  <a:lnTo>
                    <a:pt x="102191" y="70493"/>
                  </a:lnTo>
                  <a:lnTo>
                    <a:pt x="100806" y="73255"/>
                  </a:lnTo>
                  <a:lnTo>
                    <a:pt x="99680" y="76306"/>
                  </a:lnTo>
                  <a:lnTo>
                    <a:pt x="99246" y="77957"/>
                  </a:lnTo>
                  <a:lnTo>
                    <a:pt x="99459" y="78733"/>
                  </a:lnTo>
                  <a:lnTo>
                    <a:pt x="100730" y="78756"/>
                  </a:lnTo>
                  <a:lnTo>
                    <a:pt x="102564" y="79380"/>
                  </a:lnTo>
                  <a:lnTo>
                    <a:pt x="103538" y="80597"/>
                  </a:lnTo>
                  <a:lnTo>
                    <a:pt x="103895" y="82005"/>
                  </a:lnTo>
                  <a:lnTo>
                    <a:pt x="103895" y="83511"/>
                  </a:lnTo>
                  <a:lnTo>
                    <a:pt x="103553" y="84341"/>
                  </a:lnTo>
                  <a:lnTo>
                    <a:pt x="102084" y="84942"/>
                  </a:lnTo>
                  <a:lnTo>
                    <a:pt x="99786" y="84965"/>
                  </a:lnTo>
                  <a:lnTo>
                    <a:pt x="98447" y="84250"/>
                  </a:lnTo>
                  <a:lnTo>
                    <a:pt x="98173" y="83679"/>
                  </a:lnTo>
                  <a:lnTo>
                    <a:pt x="98812" y="82226"/>
                  </a:lnTo>
                  <a:lnTo>
                    <a:pt x="98349" y="80407"/>
                  </a:lnTo>
                  <a:lnTo>
                    <a:pt x="97397" y="79395"/>
                  </a:lnTo>
                  <a:lnTo>
                    <a:pt x="95465" y="80909"/>
                  </a:lnTo>
                  <a:lnTo>
                    <a:pt x="93609" y="80909"/>
                  </a:lnTo>
                  <a:lnTo>
                    <a:pt x="91386" y="82264"/>
                  </a:lnTo>
                  <a:lnTo>
                    <a:pt x="89933" y="84425"/>
                  </a:lnTo>
                  <a:lnTo>
                    <a:pt x="88541" y="85216"/>
                  </a:lnTo>
                  <a:lnTo>
                    <a:pt x="84767" y="84775"/>
                  </a:lnTo>
                  <a:lnTo>
                    <a:pt x="83831" y="85726"/>
                  </a:lnTo>
                  <a:lnTo>
                    <a:pt x="83048" y="90108"/>
                  </a:lnTo>
                  <a:lnTo>
                    <a:pt x="82599" y="90960"/>
                  </a:lnTo>
                  <a:lnTo>
                    <a:pt x="79449" y="90778"/>
                  </a:lnTo>
                  <a:lnTo>
                    <a:pt x="76413" y="92520"/>
                  </a:lnTo>
                  <a:lnTo>
                    <a:pt x="72982" y="93928"/>
                  </a:lnTo>
                  <a:lnTo>
                    <a:pt x="71247" y="92954"/>
                  </a:lnTo>
                  <a:lnTo>
                    <a:pt x="70280" y="91850"/>
                  </a:lnTo>
                  <a:lnTo>
                    <a:pt x="68409" y="92048"/>
                  </a:lnTo>
                  <a:lnTo>
                    <a:pt x="66370" y="92535"/>
                  </a:lnTo>
                  <a:lnTo>
                    <a:pt x="65000" y="92269"/>
                  </a:lnTo>
                  <a:lnTo>
                    <a:pt x="63463" y="92391"/>
                  </a:lnTo>
                  <a:lnTo>
                    <a:pt x="60496" y="93235"/>
                  </a:lnTo>
                  <a:lnTo>
                    <a:pt x="56768" y="92961"/>
                  </a:lnTo>
                  <a:lnTo>
                    <a:pt x="55177" y="92238"/>
                  </a:lnTo>
                  <a:lnTo>
                    <a:pt x="55025" y="91546"/>
                  </a:lnTo>
                  <a:lnTo>
                    <a:pt x="55139" y="89842"/>
                  </a:lnTo>
                  <a:lnTo>
                    <a:pt x="55101" y="87194"/>
                  </a:lnTo>
                  <a:lnTo>
                    <a:pt x="54508" y="84851"/>
                  </a:lnTo>
                  <a:lnTo>
                    <a:pt x="52720" y="82781"/>
                  </a:lnTo>
                  <a:lnTo>
                    <a:pt x="50848" y="81328"/>
                  </a:lnTo>
                  <a:lnTo>
                    <a:pt x="48459" y="79829"/>
                  </a:lnTo>
                  <a:lnTo>
                    <a:pt x="46694" y="79175"/>
                  </a:lnTo>
                  <a:lnTo>
                    <a:pt x="45728" y="79007"/>
                  </a:lnTo>
                  <a:lnTo>
                    <a:pt x="45507" y="78140"/>
                  </a:lnTo>
                  <a:lnTo>
                    <a:pt x="45157" y="77387"/>
                  </a:lnTo>
                  <a:lnTo>
                    <a:pt x="44327" y="76732"/>
                  </a:lnTo>
                  <a:lnTo>
                    <a:pt x="42562" y="75850"/>
                  </a:lnTo>
                  <a:lnTo>
                    <a:pt x="41064" y="75660"/>
                  </a:lnTo>
                  <a:lnTo>
                    <a:pt x="39839" y="77082"/>
                  </a:lnTo>
                  <a:lnTo>
                    <a:pt x="38941" y="75302"/>
                  </a:lnTo>
                  <a:lnTo>
                    <a:pt x="37990" y="72099"/>
                  </a:lnTo>
                  <a:lnTo>
                    <a:pt x="38089" y="69535"/>
                  </a:lnTo>
                  <a:lnTo>
                    <a:pt x="38629" y="66971"/>
                  </a:lnTo>
                  <a:lnTo>
                    <a:pt x="41223" y="59370"/>
                  </a:lnTo>
                  <a:lnTo>
                    <a:pt x="41086" y="58152"/>
                  </a:lnTo>
                  <a:lnTo>
                    <a:pt x="39200" y="56022"/>
                  </a:lnTo>
                  <a:lnTo>
                    <a:pt x="36871" y="54470"/>
                  </a:lnTo>
                  <a:lnTo>
                    <a:pt x="35585" y="51183"/>
                  </a:lnTo>
                  <a:lnTo>
                    <a:pt x="30868" y="50993"/>
                  </a:lnTo>
                  <a:lnTo>
                    <a:pt x="26417" y="51175"/>
                  </a:lnTo>
                  <a:lnTo>
                    <a:pt x="25017" y="51015"/>
                  </a:lnTo>
                  <a:lnTo>
                    <a:pt x="20779" y="49638"/>
                  </a:lnTo>
                  <a:lnTo>
                    <a:pt x="16693" y="47416"/>
                  </a:lnTo>
                  <a:lnTo>
                    <a:pt x="13962" y="46116"/>
                  </a:lnTo>
                  <a:lnTo>
                    <a:pt x="11664" y="44655"/>
                  </a:lnTo>
                  <a:lnTo>
                    <a:pt x="10424" y="43118"/>
                  </a:lnTo>
                  <a:lnTo>
                    <a:pt x="8469" y="43529"/>
                  </a:lnTo>
                  <a:lnTo>
                    <a:pt x="7145" y="43544"/>
                  </a:lnTo>
                  <a:lnTo>
                    <a:pt x="7160" y="43277"/>
                  </a:lnTo>
                  <a:lnTo>
                    <a:pt x="6407" y="40561"/>
                  </a:lnTo>
                  <a:lnTo>
                    <a:pt x="7198" y="36392"/>
                  </a:lnTo>
                  <a:lnTo>
                    <a:pt x="5767" y="30259"/>
                  </a:lnTo>
                  <a:lnTo>
                    <a:pt x="3431" y="22856"/>
                  </a:lnTo>
                  <a:lnTo>
                    <a:pt x="3264" y="14890"/>
                  </a:lnTo>
                  <a:lnTo>
                    <a:pt x="3097" y="13094"/>
                  </a:lnTo>
                  <a:lnTo>
                    <a:pt x="8834" y="8575"/>
                  </a:lnTo>
                  <a:lnTo>
                    <a:pt x="16069" y="3728"/>
                  </a:lnTo>
                  <a:lnTo>
                    <a:pt x="17713" y="3287"/>
                  </a:lnTo>
                  <a:lnTo>
                    <a:pt x="24378" y="411"/>
                  </a:lnTo>
                  <a:lnTo>
                    <a:pt x="25268" y="183"/>
                  </a:lnTo>
                  <a:lnTo>
                    <a:pt x="31279" y="715"/>
                  </a:lnTo>
                  <a:lnTo>
                    <a:pt x="35996" y="1400"/>
                  </a:lnTo>
                  <a:lnTo>
                    <a:pt x="39976" y="1316"/>
                  </a:lnTo>
                  <a:lnTo>
                    <a:pt x="42159" y="578"/>
                  </a:lnTo>
                  <a:lnTo>
                    <a:pt x="44137" y="1194"/>
                  </a:lnTo>
                  <a:lnTo>
                    <a:pt x="45728" y="3363"/>
                  </a:lnTo>
                  <a:lnTo>
                    <a:pt x="47371" y="3104"/>
                  </a:lnTo>
                  <a:lnTo>
                    <a:pt x="48992" y="1704"/>
                  </a:lnTo>
                  <a:lnTo>
                    <a:pt x="57894" y="2983"/>
                  </a:lnTo>
                  <a:lnTo>
                    <a:pt x="59902" y="2952"/>
                  </a:lnTo>
                  <a:lnTo>
                    <a:pt x="62162" y="3158"/>
                  </a:lnTo>
                  <a:lnTo>
                    <a:pt x="66332" y="4459"/>
                  </a:lnTo>
                  <a:lnTo>
                    <a:pt x="68736" y="5653"/>
                  </a:lnTo>
                  <a:lnTo>
                    <a:pt x="74016" y="4930"/>
                  </a:lnTo>
                  <a:lnTo>
                    <a:pt x="76276" y="4892"/>
                  </a:lnTo>
                  <a:lnTo>
                    <a:pt x="77455" y="4421"/>
                  </a:lnTo>
                  <a:lnTo>
                    <a:pt x="81100" y="1149"/>
                  </a:lnTo>
                  <a:lnTo>
                    <a:pt x="82675" y="586"/>
                  </a:lnTo>
                  <a:lnTo>
                    <a:pt x="84121" y="0"/>
                  </a:lnTo>
                  <a:lnTo>
                    <a:pt x="85445" y="495"/>
                  </a:lnTo>
                  <a:lnTo>
                    <a:pt x="86312" y="3287"/>
                  </a:lnTo>
                  <a:lnTo>
                    <a:pt x="89005" y="8088"/>
                  </a:lnTo>
                  <a:lnTo>
                    <a:pt x="91934" y="8933"/>
                  </a:lnTo>
                  <a:lnTo>
                    <a:pt x="100022" y="10774"/>
                  </a:lnTo>
                  <a:lnTo>
                    <a:pt x="101674" y="11740"/>
                  </a:lnTo>
                  <a:lnTo>
                    <a:pt x="106223" y="15955"/>
                  </a:lnTo>
                  <a:lnTo>
                    <a:pt x="108955" y="18017"/>
                  </a:lnTo>
                  <a:lnTo>
                    <a:pt x="110690" y="19660"/>
                  </a:lnTo>
                  <a:lnTo>
                    <a:pt x="113337" y="22879"/>
                  </a:lnTo>
                  <a:lnTo>
                    <a:pt x="114866" y="25215"/>
                  </a:lnTo>
                  <a:lnTo>
                    <a:pt x="117423" y="26980"/>
                  </a:lnTo>
                  <a:lnTo>
                    <a:pt x="120451" y="28167"/>
                  </a:lnTo>
                  <a:lnTo>
                    <a:pt x="121585" y="28357"/>
                  </a:lnTo>
                  <a:close/>
                  <a:moveTo>
                    <a:pt x="1240" y="42966"/>
                  </a:moveTo>
                  <a:lnTo>
                    <a:pt x="0" y="42676"/>
                  </a:lnTo>
                  <a:lnTo>
                    <a:pt x="2442" y="38355"/>
                  </a:lnTo>
                  <a:lnTo>
                    <a:pt x="3378" y="35540"/>
                  </a:lnTo>
                  <a:lnTo>
                    <a:pt x="4025" y="31537"/>
                  </a:lnTo>
                  <a:lnTo>
                    <a:pt x="4596" y="30274"/>
                  </a:lnTo>
                  <a:lnTo>
                    <a:pt x="4611" y="32093"/>
                  </a:lnTo>
                  <a:lnTo>
                    <a:pt x="4360" y="35121"/>
                  </a:lnTo>
                  <a:lnTo>
                    <a:pt x="2815" y="40272"/>
                  </a:lnTo>
                  <a:lnTo>
                    <a:pt x="1240" y="42966"/>
                  </a:lnTo>
                  <a:close/>
                </a:path>
              </a:pathLst>
            </a:custGeom>
            <a:solidFill>
              <a:srgbClr val="2562E8"/>
            </a:solidFill>
            <a:ln w="6168" cap="flat">
              <a:solidFill>
                <a:srgbClr val="2562E8"/>
              </a:solidFill>
              <a:prstDash val="solid"/>
              <a:miter/>
            </a:ln>
          </p:spPr>
          <p:txBody>
            <a:bodyPr/>
            <a:lstStyle/>
            <a:p>
              <a:endParaRPr lang="en-US"/>
            </a:p>
          </p:txBody>
        </p:sp>
        <p:sp>
          <p:nvSpPr>
            <p:cNvPr id="2257" name="Freeform: Shape 2256">
              <a:extLst>
                <a:ext uri="{FF2B5EF4-FFF2-40B4-BE49-F238E27FC236}">
                  <a16:creationId xmlns:a16="http://schemas.microsoft.com/office/drawing/2014/main" id="{7E2383CB-0133-286A-745B-FF3918D490FE}"/>
                </a:ext>
              </a:extLst>
            </p:cNvPr>
            <p:cNvSpPr/>
            <p:nvPr/>
          </p:nvSpPr>
          <p:spPr>
            <a:xfrm>
              <a:off x="9696116" y="3768455"/>
              <a:ext cx="16411" cy="23814"/>
            </a:xfrm>
            <a:custGeom>
              <a:avLst/>
              <a:gdLst>
                <a:gd name="csX0" fmla="*/ 8354 w 16411"/>
                <a:gd name="csY0" fmla="*/ 1537 h 23814"/>
                <a:gd name="csX1" fmla="*/ 8187 w 16411"/>
                <a:gd name="csY1" fmla="*/ 2427 h 23814"/>
                <a:gd name="csX2" fmla="*/ 8217 w 16411"/>
                <a:gd name="csY2" fmla="*/ 4413 h 23814"/>
                <a:gd name="csX3" fmla="*/ 8818 w 16411"/>
                <a:gd name="csY3" fmla="*/ 6399 h 23814"/>
                <a:gd name="csX4" fmla="*/ 10249 w 16411"/>
                <a:gd name="csY4" fmla="*/ 8362 h 23814"/>
                <a:gd name="csX5" fmla="*/ 11337 w 16411"/>
                <a:gd name="csY5" fmla="*/ 9777 h 23814"/>
                <a:gd name="csX6" fmla="*/ 12805 w 16411"/>
                <a:gd name="csY6" fmla="*/ 10911 h 23814"/>
                <a:gd name="csX7" fmla="*/ 15285 w 16411"/>
                <a:gd name="csY7" fmla="*/ 11984 h 23814"/>
                <a:gd name="csX8" fmla="*/ 16275 w 16411"/>
                <a:gd name="csY8" fmla="*/ 12212 h 23814"/>
                <a:gd name="csX9" fmla="*/ 16412 w 16411"/>
                <a:gd name="csY9" fmla="*/ 13665 h 23814"/>
                <a:gd name="csX10" fmla="*/ 16221 w 16411"/>
                <a:gd name="csY10" fmla="*/ 15202 h 23814"/>
                <a:gd name="csX11" fmla="*/ 15362 w 16411"/>
                <a:gd name="csY11" fmla="*/ 16047 h 23814"/>
                <a:gd name="csX12" fmla="*/ 14555 w 16411"/>
                <a:gd name="csY12" fmla="*/ 17271 h 23814"/>
                <a:gd name="csX13" fmla="*/ 13946 w 16411"/>
                <a:gd name="csY13" fmla="*/ 18755 h 23814"/>
                <a:gd name="csX14" fmla="*/ 13315 w 16411"/>
                <a:gd name="csY14" fmla="*/ 21608 h 23814"/>
                <a:gd name="csX15" fmla="*/ 13224 w 16411"/>
                <a:gd name="csY15" fmla="*/ 23579 h 23814"/>
                <a:gd name="csX16" fmla="*/ 11793 w 16411"/>
                <a:gd name="csY16" fmla="*/ 22765 h 23814"/>
                <a:gd name="csX17" fmla="*/ 11040 w 16411"/>
                <a:gd name="csY17" fmla="*/ 22209 h 23814"/>
                <a:gd name="csX18" fmla="*/ 9731 w 16411"/>
                <a:gd name="csY18" fmla="*/ 22057 h 23814"/>
                <a:gd name="csX19" fmla="*/ 8430 w 16411"/>
                <a:gd name="csY19" fmla="*/ 22514 h 23814"/>
                <a:gd name="csX20" fmla="*/ 7456 w 16411"/>
                <a:gd name="csY20" fmla="*/ 23510 h 23814"/>
                <a:gd name="csX21" fmla="*/ 6110 w 16411"/>
                <a:gd name="csY21" fmla="*/ 23815 h 23814"/>
                <a:gd name="csX22" fmla="*/ 5006 w 16411"/>
                <a:gd name="csY22" fmla="*/ 23510 h 23814"/>
                <a:gd name="csX23" fmla="*/ 4352 w 16411"/>
                <a:gd name="csY23" fmla="*/ 22765 h 23814"/>
                <a:gd name="csX24" fmla="*/ 3766 w 16411"/>
                <a:gd name="csY24" fmla="*/ 22362 h 23814"/>
                <a:gd name="csX25" fmla="*/ 2100 w 16411"/>
                <a:gd name="csY25" fmla="*/ 21859 h 23814"/>
                <a:gd name="csX26" fmla="*/ 1377 w 16411"/>
                <a:gd name="csY26" fmla="*/ 20771 h 23814"/>
                <a:gd name="csX27" fmla="*/ 1933 w 16411"/>
                <a:gd name="csY27" fmla="*/ 20262 h 23814"/>
                <a:gd name="csX28" fmla="*/ 2404 w 16411"/>
                <a:gd name="csY28" fmla="*/ 19455 h 23814"/>
                <a:gd name="csX29" fmla="*/ 2807 w 16411"/>
                <a:gd name="csY29" fmla="*/ 18321 h 23814"/>
                <a:gd name="csX30" fmla="*/ 3317 w 16411"/>
                <a:gd name="csY30" fmla="*/ 17279 h 23814"/>
                <a:gd name="csX31" fmla="*/ 1681 w 16411"/>
                <a:gd name="csY31" fmla="*/ 14395 h 23814"/>
                <a:gd name="csX32" fmla="*/ 1339 w 16411"/>
                <a:gd name="csY32" fmla="*/ 13513 h 23814"/>
                <a:gd name="csX33" fmla="*/ 0 w 16411"/>
                <a:gd name="csY33" fmla="*/ 11892 h 23814"/>
                <a:gd name="csX34" fmla="*/ 15 w 16411"/>
                <a:gd name="csY34" fmla="*/ 11063 h 23814"/>
                <a:gd name="csX35" fmla="*/ 335 w 16411"/>
                <a:gd name="csY35" fmla="*/ 10279 h 23814"/>
                <a:gd name="csX36" fmla="*/ 213 w 16411"/>
                <a:gd name="csY36" fmla="*/ 9663 h 23814"/>
                <a:gd name="csX37" fmla="*/ 403 w 16411"/>
                <a:gd name="csY37" fmla="*/ 8210 h 23814"/>
                <a:gd name="csX38" fmla="*/ 1347 w 16411"/>
                <a:gd name="csY38" fmla="*/ 6833 h 23814"/>
                <a:gd name="csX39" fmla="*/ 1970 w 16411"/>
                <a:gd name="csY39" fmla="*/ 5128 h 23814"/>
                <a:gd name="csX40" fmla="*/ 3028 w 16411"/>
                <a:gd name="csY40" fmla="*/ 2800 h 23814"/>
                <a:gd name="csX41" fmla="*/ 5364 w 16411"/>
                <a:gd name="csY41" fmla="*/ 0 h 23814"/>
                <a:gd name="csX42" fmla="*/ 7038 w 16411"/>
                <a:gd name="csY42" fmla="*/ 434 h 23814"/>
                <a:gd name="csX43" fmla="*/ 7776 w 16411"/>
                <a:gd name="csY43" fmla="*/ 418 h 23814"/>
                <a:gd name="csX44" fmla="*/ 8217 w 16411"/>
                <a:gd name="csY44" fmla="*/ 1446 h 23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16411" h="23814">
                  <a:moveTo>
                    <a:pt x="8354" y="1537"/>
                  </a:moveTo>
                  <a:lnTo>
                    <a:pt x="8187" y="2427"/>
                  </a:lnTo>
                  <a:lnTo>
                    <a:pt x="8217" y="4413"/>
                  </a:lnTo>
                  <a:lnTo>
                    <a:pt x="8818" y="6399"/>
                  </a:lnTo>
                  <a:lnTo>
                    <a:pt x="10249" y="8362"/>
                  </a:lnTo>
                  <a:lnTo>
                    <a:pt x="11337" y="9777"/>
                  </a:lnTo>
                  <a:lnTo>
                    <a:pt x="12805" y="10911"/>
                  </a:lnTo>
                  <a:lnTo>
                    <a:pt x="15285" y="11984"/>
                  </a:lnTo>
                  <a:lnTo>
                    <a:pt x="16275" y="12212"/>
                  </a:lnTo>
                  <a:lnTo>
                    <a:pt x="16412" y="13665"/>
                  </a:lnTo>
                  <a:lnTo>
                    <a:pt x="16221" y="15202"/>
                  </a:lnTo>
                  <a:lnTo>
                    <a:pt x="15362" y="16047"/>
                  </a:lnTo>
                  <a:lnTo>
                    <a:pt x="14555" y="17271"/>
                  </a:lnTo>
                  <a:lnTo>
                    <a:pt x="13946" y="18755"/>
                  </a:lnTo>
                  <a:lnTo>
                    <a:pt x="13315" y="21608"/>
                  </a:lnTo>
                  <a:lnTo>
                    <a:pt x="13224" y="23579"/>
                  </a:lnTo>
                  <a:lnTo>
                    <a:pt x="11793" y="22765"/>
                  </a:lnTo>
                  <a:lnTo>
                    <a:pt x="11040" y="22209"/>
                  </a:lnTo>
                  <a:lnTo>
                    <a:pt x="9731" y="22057"/>
                  </a:lnTo>
                  <a:lnTo>
                    <a:pt x="8430" y="22514"/>
                  </a:lnTo>
                  <a:lnTo>
                    <a:pt x="7456" y="23510"/>
                  </a:lnTo>
                  <a:lnTo>
                    <a:pt x="6110" y="23815"/>
                  </a:lnTo>
                  <a:lnTo>
                    <a:pt x="5006" y="23510"/>
                  </a:lnTo>
                  <a:lnTo>
                    <a:pt x="4352" y="22765"/>
                  </a:lnTo>
                  <a:lnTo>
                    <a:pt x="3766" y="22362"/>
                  </a:lnTo>
                  <a:lnTo>
                    <a:pt x="2100" y="21859"/>
                  </a:lnTo>
                  <a:lnTo>
                    <a:pt x="1377" y="20771"/>
                  </a:lnTo>
                  <a:lnTo>
                    <a:pt x="1933" y="20262"/>
                  </a:lnTo>
                  <a:lnTo>
                    <a:pt x="2404" y="19455"/>
                  </a:lnTo>
                  <a:lnTo>
                    <a:pt x="2807" y="18321"/>
                  </a:lnTo>
                  <a:lnTo>
                    <a:pt x="3317" y="17279"/>
                  </a:lnTo>
                  <a:lnTo>
                    <a:pt x="1681" y="14395"/>
                  </a:lnTo>
                  <a:lnTo>
                    <a:pt x="1339" y="13513"/>
                  </a:lnTo>
                  <a:lnTo>
                    <a:pt x="0" y="11892"/>
                  </a:lnTo>
                  <a:lnTo>
                    <a:pt x="15" y="11063"/>
                  </a:lnTo>
                  <a:lnTo>
                    <a:pt x="335" y="10279"/>
                  </a:lnTo>
                  <a:lnTo>
                    <a:pt x="213" y="9663"/>
                  </a:lnTo>
                  <a:lnTo>
                    <a:pt x="403" y="8210"/>
                  </a:lnTo>
                  <a:lnTo>
                    <a:pt x="1347" y="6833"/>
                  </a:lnTo>
                  <a:lnTo>
                    <a:pt x="1970" y="5128"/>
                  </a:lnTo>
                  <a:lnTo>
                    <a:pt x="3028" y="2800"/>
                  </a:lnTo>
                  <a:lnTo>
                    <a:pt x="5364" y="0"/>
                  </a:lnTo>
                  <a:lnTo>
                    <a:pt x="7038" y="434"/>
                  </a:lnTo>
                  <a:lnTo>
                    <a:pt x="7776" y="418"/>
                  </a:lnTo>
                  <a:lnTo>
                    <a:pt x="8217" y="1446"/>
                  </a:lnTo>
                  <a:close/>
                </a:path>
              </a:pathLst>
            </a:custGeom>
            <a:solidFill>
              <a:srgbClr val="2562E8"/>
            </a:solidFill>
            <a:ln w="6168" cap="flat">
              <a:solidFill>
                <a:srgbClr val="2562E8"/>
              </a:solidFill>
              <a:prstDash val="solid"/>
              <a:miter/>
            </a:ln>
          </p:spPr>
          <p:txBody>
            <a:bodyPr/>
            <a:lstStyle/>
            <a:p>
              <a:endParaRPr lang="en-US"/>
            </a:p>
          </p:txBody>
        </p:sp>
        <p:sp>
          <p:nvSpPr>
            <p:cNvPr id="2258" name="Freeform: Shape 2257">
              <a:extLst>
                <a:ext uri="{FF2B5EF4-FFF2-40B4-BE49-F238E27FC236}">
                  <a16:creationId xmlns:a16="http://schemas.microsoft.com/office/drawing/2014/main" id="{118AE9C9-301C-6AEE-2889-12AC0167B338}"/>
                </a:ext>
              </a:extLst>
            </p:cNvPr>
            <p:cNvSpPr/>
            <p:nvPr/>
          </p:nvSpPr>
          <p:spPr>
            <a:xfrm>
              <a:off x="10022607" y="3480357"/>
              <a:ext cx="153464" cy="93448"/>
            </a:xfrm>
            <a:custGeom>
              <a:avLst/>
              <a:gdLst>
                <a:gd name="csX0" fmla="*/ 135311 w 153464"/>
                <a:gd name="csY0" fmla="*/ 21410 h 93448"/>
                <a:gd name="csX1" fmla="*/ 137829 w 153464"/>
                <a:gd name="csY1" fmla="*/ 21570 h 93448"/>
                <a:gd name="csX2" fmla="*/ 138711 w 153464"/>
                <a:gd name="csY2" fmla="*/ 22202 h 93448"/>
                <a:gd name="csX3" fmla="*/ 139305 w 153464"/>
                <a:gd name="csY3" fmla="*/ 25306 h 93448"/>
                <a:gd name="csX4" fmla="*/ 142166 w 153464"/>
                <a:gd name="csY4" fmla="*/ 27748 h 93448"/>
                <a:gd name="csX5" fmla="*/ 144814 w 153464"/>
                <a:gd name="csY5" fmla="*/ 29765 h 93448"/>
                <a:gd name="csX6" fmla="*/ 145491 w 153464"/>
                <a:gd name="csY6" fmla="*/ 30701 h 93448"/>
                <a:gd name="csX7" fmla="*/ 145696 w 153464"/>
                <a:gd name="csY7" fmla="*/ 32496 h 93448"/>
                <a:gd name="csX8" fmla="*/ 145529 w 153464"/>
                <a:gd name="csY8" fmla="*/ 34596 h 93448"/>
                <a:gd name="csX9" fmla="*/ 145194 w 153464"/>
                <a:gd name="csY9" fmla="*/ 35676 h 93448"/>
                <a:gd name="csX10" fmla="*/ 144083 w 153464"/>
                <a:gd name="csY10" fmla="*/ 36924 h 93448"/>
                <a:gd name="csX11" fmla="*/ 143117 w 153464"/>
                <a:gd name="csY11" fmla="*/ 40082 h 93448"/>
                <a:gd name="csX12" fmla="*/ 142980 w 153464"/>
                <a:gd name="csY12" fmla="*/ 43080 h 93448"/>
                <a:gd name="csX13" fmla="*/ 141458 w 153464"/>
                <a:gd name="csY13" fmla="*/ 48253 h 93448"/>
                <a:gd name="csX14" fmla="*/ 141801 w 153464"/>
                <a:gd name="csY14" fmla="*/ 48345 h 93448"/>
                <a:gd name="csX15" fmla="*/ 145011 w 153464"/>
                <a:gd name="csY15" fmla="*/ 47416 h 93448"/>
                <a:gd name="csX16" fmla="*/ 145917 w 153464"/>
                <a:gd name="csY16" fmla="*/ 47949 h 93448"/>
                <a:gd name="csX17" fmla="*/ 146625 w 153464"/>
                <a:gd name="csY17" fmla="*/ 49083 h 93448"/>
                <a:gd name="csX18" fmla="*/ 146853 w 153464"/>
                <a:gd name="csY18" fmla="*/ 52316 h 93448"/>
                <a:gd name="csX19" fmla="*/ 147903 w 153464"/>
                <a:gd name="csY19" fmla="*/ 53770 h 93448"/>
                <a:gd name="csX20" fmla="*/ 148975 w 153464"/>
                <a:gd name="csY20" fmla="*/ 56037 h 93448"/>
                <a:gd name="csX21" fmla="*/ 149310 w 153464"/>
                <a:gd name="csY21" fmla="*/ 57794 h 93448"/>
                <a:gd name="csX22" fmla="*/ 151357 w 153464"/>
                <a:gd name="csY22" fmla="*/ 59887 h 93448"/>
                <a:gd name="csX23" fmla="*/ 151517 w 153464"/>
                <a:gd name="csY23" fmla="*/ 61249 h 93448"/>
                <a:gd name="csX24" fmla="*/ 152765 w 153464"/>
                <a:gd name="csY24" fmla="*/ 66019 h 93448"/>
                <a:gd name="csX25" fmla="*/ 153244 w 153464"/>
                <a:gd name="csY25" fmla="*/ 68758 h 93448"/>
                <a:gd name="csX26" fmla="*/ 153465 w 153464"/>
                <a:gd name="csY26" fmla="*/ 70881 h 93448"/>
                <a:gd name="csX27" fmla="*/ 152856 w 153464"/>
                <a:gd name="csY27" fmla="*/ 73567 h 93448"/>
                <a:gd name="csX28" fmla="*/ 152308 w 153464"/>
                <a:gd name="csY28" fmla="*/ 75378 h 93448"/>
                <a:gd name="csX29" fmla="*/ 151669 w 153464"/>
                <a:gd name="csY29" fmla="*/ 75264 h 93448"/>
                <a:gd name="csX30" fmla="*/ 149835 w 153464"/>
                <a:gd name="csY30" fmla="*/ 75743 h 93448"/>
                <a:gd name="csX31" fmla="*/ 146936 w 153464"/>
                <a:gd name="csY31" fmla="*/ 77927 h 93448"/>
                <a:gd name="csX32" fmla="*/ 142623 w 153464"/>
                <a:gd name="csY32" fmla="*/ 83063 h 93448"/>
                <a:gd name="csX33" fmla="*/ 141512 w 153464"/>
                <a:gd name="csY33" fmla="*/ 84196 h 93448"/>
                <a:gd name="csX34" fmla="*/ 140386 w 153464"/>
                <a:gd name="csY34" fmla="*/ 88084 h 93448"/>
                <a:gd name="csX35" fmla="*/ 140112 w 153464"/>
                <a:gd name="csY35" fmla="*/ 88480 h 93448"/>
                <a:gd name="csX36" fmla="*/ 137601 w 153464"/>
                <a:gd name="csY36" fmla="*/ 88305 h 93448"/>
                <a:gd name="csX37" fmla="*/ 136916 w 153464"/>
                <a:gd name="csY37" fmla="*/ 88214 h 93448"/>
                <a:gd name="csX38" fmla="*/ 134405 w 153464"/>
                <a:gd name="csY38" fmla="*/ 88290 h 93448"/>
                <a:gd name="csX39" fmla="*/ 128919 w 153464"/>
                <a:gd name="csY39" fmla="*/ 87278 h 93448"/>
                <a:gd name="csX40" fmla="*/ 126797 w 153464"/>
                <a:gd name="csY40" fmla="*/ 87947 h 93448"/>
                <a:gd name="csX41" fmla="*/ 124012 w 153464"/>
                <a:gd name="csY41" fmla="*/ 91873 h 93448"/>
                <a:gd name="csX42" fmla="*/ 122924 w 153464"/>
                <a:gd name="csY42" fmla="*/ 92452 h 93448"/>
                <a:gd name="csX43" fmla="*/ 119690 w 153464"/>
                <a:gd name="csY43" fmla="*/ 92992 h 93448"/>
                <a:gd name="csX44" fmla="*/ 119120 w 153464"/>
                <a:gd name="csY44" fmla="*/ 93448 h 93448"/>
                <a:gd name="csX45" fmla="*/ 118039 w 153464"/>
                <a:gd name="csY45" fmla="*/ 93266 h 93448"/>
                <a:gd name="csX46" fmla="*/ 115011 w 153464"/>
                <a:gd name="csY46" fmla="*/ 92079 h 93448"/>
                <a:gd name="csX47" fmla="*/ 112454 w 153464"/>
                <a:gd name="csY47" fmla="*/ 90314 h 93448"/>
                <a:gd name="csX48" fmla="*/ 110918 w 153464"/>
                <a:gd name="csY48" fmla="*/ 87978 h 93448"/>
                <a:gd name="csX49" fmla="*/ 108270 w 153464"/>
                <a:gd name="csY49" fmla="*/ 84759 h 93448"/>
                <a:gd name="csX50" fmla="*/ 106535 w 153464"/>
                <a:gd name="csY50" fmla="*/ 83116 h 93448"/>
                <a:gd name="csX51" fmla="*/ 103804 w 153464"/>
                <a:gd name="csY51" fmla="*/ 81054 h 93448"/>
                <a:gd name="csX52" fmla="*/ 99254 w 153464"/>
                <a:gd name="csY52" fmla="*/ 76831 h 93448"/>
                <a:gd name="csX53" fmla="*/ 97603 w 153464"/>
                <a:gd name="csY53" fmla="*/ 75865 h 93448"/>
                <a:gd name="csX54" fmla="*/ 89507 w 153464"/>
                <a:gd name="csY54" fmla="*/ 74024 h 93448"/>
                <a:gd name="csX55" fmla="*/ 86586 w 153464"/>
                <a:gd name="csY55" fmla="*/ 73179 h 93448"/>
                <a:gd name="csX56" fmla="*/ 83892 w 153464"/>
                <a:gd name="csY56" fmla="*/ 68378 h 93448"/>
                <a:gd name="csX57" fmla="*/ 83025 w 153464"/>
                <a:gd name="csY57" fmla="*/ 65578 h 93448"/>
                <a:gd name="csX58" fmla="*/ 81701 w 153464"/>
                <a:gd name="csY58" fmla="*/ 65084 h 93448"/>
                <a:gd name="csX59" fmla="*/ 80248 w 153464"/>
                <a:gd name="csY59" fmla="*/ 65669 h 93448"/>
                <a:gd name="csX60" fmla="*/ 78680 w 153464"/>
                <a:gd name="csY60" fmla="*/ 66232 h 93448"/>
                <a:gd name="csX61" fmla="*/ 75036 w 153464"/>
                <a:gd name="csY61" fmla="*/ 69504 h 93448"/>
                <a:gd name="csX62" fmla="*/ 73856 w 153464"/>
                <a:gd name="csY62" fmla="*/ 69968 h 93448"/>
                <a:gd name="csX63" fmla="*/ 71596 w 153464"/>
                <a:gd name="csY63" fmla="*/ 70006 h 93448"/>
                <a:gd name="csX64" fmla="*/ 66316 w 153464"/>
                <a:gd name="csY64" fmla="*/ 70729 h 93448"/>
                <a:gd name="csX65" fmla="*/ 63912 w 153464"/>
                <a:gd name="csY65" fmla="*/ 69534 h 93448"/>
                <a:gd name="csX66" fmla="*/ 59742 w 153464"/>
                <a:gd name="csY66" fmla="*/ 68233 h 93448"/>
                <a:gd name="csX67" fmla="*/ 57475 w 153464"/>
                <a:gd name="csY67" fmla="*/ 68028 h 93448"/>
                <a:gd name="csX68" fmla="*/ 55466 w 153464"/>
                <a:gd name="csY68" fmla="*/ 68058 h 93448"/>
                <a:gd name="csX69" fmla="*/ 46564 w 153464"/>
                <a:gd name="csY69" fmla="*/ 66780 h 93448"/>
                <a:gd name="csX70" fmla="*/ 44944 w 153464"/>
                <a:gd name="csY70" fmla="*/ 68180 h 93448"/>
                <a:gd name="csX71" fmla="*/ 43300 w 153464"/>
                <a:gd name="csY71" fmla="*/ 68431 h 93448"/>
                <a:gd name="csX72" fmla="*/ 41710 w 153464"/>
                <a:gd name="csY72" fmla="*/ 66263 h 93448"/>
                <a:gd name="csX73" fmla="*/ 39724 w 153464"/>
                <a:gd name="csY73" fmla="*/ 65647 h 93448"/>
                <a:gd name="csX74" fmla="*/ 37540 w 153464"/>
                <a:gd name="csY74" fmla="*/ 66384 h 93448"/>
                <a:gd name="csX75" fmla="*/ 33561 w 153464"/>
                <a:gd name="csY75" fmla="*/ 66468 h 93448"/>
                <a:gd name="csX76" fmla="*/ 28844 w 153464"/>
                <a:gd name="csY76" fmla="*/ 65784 h 93448"/>
                <a:gd name="csX77" fmla="*/ 22841 w 153464"/>
                <a:gd name="csY77" fmla="*/ 65251 h 93448"/>
                <a:gd name="csX78" fmla="*/ 21950 w 153464"/>
                <a:gd name="csY78" fmla="*/ 65479 h 93448"/>
                <a:gd name="csX79" fmla="*/ 15278 w 153464"/>
                <a:gd name="csY79" fmla="*/ 68363 h 93448"/>
                <a:gd name="csX80" fmla="*/ 13634 w 153464"/>
                <a:gd name="csY80" fmla="*/ 68797 h 93448"/>
                <a:gd name="csX81" fmla="*/ 6399 w 153464"/>
                <a:gd name="csY81" fmla="*/ 73643 h 93448"/>
                <a:gd name="csX82" fmla="*/ 662 w 153464"/>
                <a:gd name="csY82" fmla="*/ 78163 h 93448"/>
                <a:gd name="csX83" fmla="*/ 0 w 153464"/>
                <a:gd name="csY83" fmla="*/ 70935 h 93448"/>
                <a:gd name="csX84" fmla="*/ 350 w 153464"/>
                <a:gd name="csY84" fmla="*/ 56372 h 93448"/>
                <a:gd name="csX85" fmla="*/ 1202 w 153464"/>
                <a:gd name="csY85" fmla="*/ 49105 h 93448"/>
                <a:gd name="csX86" fmla="*/ 5174 w 153464"/>
                <a:gd name="csY86" fmla="*/ 44852 h 93448"/>
                <a:gd name="csX87" fmla="*/ 7167 w 153464"/>
                <a:gd name="csY87" fmla="*/ 41535 h 93448"/>
                <a:gd name="csX88" fmla="*/ 8324 w 153464"/>
                <a:gd name="csY88" fmla="*/ 37092 h 93448"/>
                <a:gd name="csX89" fmla="*/ 8673 w 153464"/>
                <a:gd name="csY89" fmla="*/ 32968 h 93448"/>
                <a:gd name="csX90" fmla="*/ 9480 w 153464"/>
                <a:gd name="csY90" fmla="*/ 29552 h 93448"/>
                <a:gd name="csX91" fmla="*/ 15240 w 153464"/>
                <a:gd name="csY91" fmla="*/ 19706 h 93448"/>
                <a:gd name="csX92" fmla="*/ 19797 w 153464"/>
                <a:gd name="csY92" fmla="*/ 18641 h 93448"/>
                <a:gd name="csX93" fmla="*/ 25976 w 153464"/>
                <a:gd name="csY93" fmla="*/ 15894 h 93448"/>
                <a:gd name="csX94" fmla="*/ 32877 w 153464"/>
                <a:gd name="csY94" fmla="*/ 13604 h 93448"/>
                <a:gd name="csX95" fmla="*/ 34208 w 153464"/>
                <a:gd name="csY95" fmla="*/ 16518 h 93448"/>
                <a:gd name="csX96" fmla="*/ 34885 w 153464"/>
                <a:gd name="csY96" fmla="*/ 18740 h 93448"/>
                <a:gd name="csX97" fmla="*/ 43194 w 153464"/>
                <a:gd name="csY97" fmla="*/ 26797 h 93448"/>
                <a:gd name="csX98" fmla="*/ 45309 w 153464"/>
                <a:gd name="csY98" fmla="*/ 29498 h 93448"/>
                <a:gd name="csX99" fmla="*/ 48519 w 153464"/>
                <a:gd name="csY99" fmla="*/ 38705 h 93448"/>
                <a:gd name="csX100" fmla="*/ 56220 w 153464"/>
                <a:gd name="csY100" fmla="*/ 43361 h 93448"/>
                <a:gd name="csX101" fmla="*/ 62268 w 153464"/>
                <a:gd name="csY101" fmla="*/ 41893 h 93448"/>
                <a:gd name="csX102" fmla="*/ 64901 w 153464"/>
                <a:gd name="csY102" fmla="*/ 39633 h 93448"/>
                <a:gd name="csX103" fmla="*/ 69748 w 153464"/>
                <a:gd name="csY103" fmla="*/ 35463 h 93448"/>
                <a:gd name="csX104" fmla="*/ 71908 w 153464"/>
                <a:gd name="csY104" fmla="*/ 32405 h 93448"/>
                <a:gd name="csX105" fmla="*/ 72350 w 153464"/>
                <a:gd name="csY105" fmla="*/ 29453 h 93448"/>
                <a:gd name="csX106" fmla="*/ 71490 w 153464"/>
                <a:gd name="csY106" fmla="*/ 16746 h 93448"/>
                <a:gd name="csX107" fmla="*/ 70181 w 153464"/>
                <a:gd name="csY107" fmla="*/ 11207 h 93448"/>
                <a:gd name="csX108" fmla="*/ 70623 w 153464"/>
                <a:gd name="csY108" fmla="*/ 7753 h 93448"/>
                <a:gd name="csX109" fmla="*/ 71475 w 153464"/>
                <a:gd name="csY109" fmla="*/ 7928 h 93448"/>
                <a:gd name="csX110" fmla="*/ 73537 w 153464"/>
                <a:gd name="csY110" fmla="*/ 6254 h 93448"/>
                <a:gd name="csX111" fmla="*/ 80300 w 153464"/>
                <a:gd name="csY111" fmla="*/ 3150 h 93448"/>
                <a:gd name="csX112" fmla="*/ 81655 w 153464"/>
                <a:gd name="csY112" fmla="*/ 3005 h 93448"/>
                <a:gd name="csX113" fmla="*/ 83200 w 153464"/>
                <a:gd name="csY113" fmla="*/ 2374 h 93448"/>
                <a:gd name="csX114" fmla="*/ 87460 w 153464"/>
                <a:gd name="csY114" fmla="*/ 0 h 93448"/>
                <a:gd name="csX115" fmla="*/ 88837 w 153464"/>
                <a:gd name="csY115" fmla="*/ 1263 h 93448"/>
                <a:gd name="csX116" fmla="*/ 89979 w 153464"/>
                <a:gd name="csY116" fmla="*/ 2693 h 93448"/>
                <a:gd name="csX117" fmla="*/ 90603 w 153464"/>
                <a:gd name="csY117" fmla="*/ 2709 h 93448"/>
                <a:gd name="csX118" fmla="*/ 90915 w 153464"/>
                <a:gd name="csY118" fmla="*/ 2176 h 93448"/>
                <a:gd name="csX119" fmla="*/ 90831 w 153464"/>
                <a:gd name="csY119" fmla="*/ 1255 h 93448"/>
                <a:gd name="csX120" fmla="*/ 91128 w 153464"/>
                <a:gd name="csY120" fmla="*/ 601 h 93448"/>
                <a:gd name="csX121" fmla="*/ 92353 w 153464"/>
                <a:gd name="csY121" fmla="*/ 966 h 93448"/>
                <a:gd name="csX122" fmla="*/ 97291 w 153464"/>
                <a:gd name="csY122" fmla="*/ 4854 h 93448"/>
                <a:gd name="csX123" fmla="*/ 99185 w 153464"/>
                <a:gd name="csY123" fmla="*/ 5767 h 93448"/>
                <a:gd name="csX124" fmla="*/ 100486 w 153464"/>
                <a:gd name="csY124" fmla="*/ 6018 h 93448"/>
                <a:gd name="csX125" fmla="*/ 102038 w 153464"/>
                <a:gd name="csY125" fmla="*/ 7837 h 93448"/>
                <a:gd name="csX126" fmla="*/ 106253 w 153464"/>
                <a:gd name="csY126" fmla="*/ 9047 h 93448"/>
                <a:gd name="csX127" fmla="*/ 106771 w 153464"/>
                <a:gd name="csY127" fmla="*/ 9982 h 93448"/>
                <a:gd name="csX128" fmla="*/ 107090 w 153464"/>
                <a:gd name="csY128" fmla="*/ 11154 h 93448"/>
                <a:gd name="csX129" fmla="*/ 111039 w 153464"/>
                <a:gd name="csY129" fmla="*/ 16054 h 93448"/>
                <a:gd name="csX130" fmla="*/ 112812 w 153464"/>
                <a:gd name="csY130" fmla="*/ 18511 h 93448"/>
                <a:gd name="csX131" fmla="*/ 116312 w 153464"/>
                <a:gd name="csY131" fmla="*/ 20764 h 93448"/>
                <a:gd name="csX132" fmla="*/ 117819 w 153464"/>
                <a:gd name="csY132" fmla="*/ 21296 h 93448"/>
                <a:gd name="csX133" fmla="*/ 123951 w 153464"/>
                <a:gd name="csY133" fmla="*/ 18998 h 93448"/>
                <a:gd name="csX134" fmla="*/ 125655 w 153464"/>
                <a:gd name="csY134" fmla="*/ 18207 h 93448"/>
                <a:gd name="csX135" fmla="*/ 127071 w 153464"/>
                <a:gd name="csY135" fmla="*/ 18192 h 93448"/>
                <a:gd name="csX136" fmla="*/ 128508 w 153464"/>
                <a:gd name="csY136" fmla="*/ 19402 h 93448"/>
                <a:gd name="csX137" fmla="*/ 131795 w 153464"/>
                <a:gd name="csY137" fmla="*/ 21007 h 93448"/>
                <a:gd name="csX138" fmla="*/ 134770 w 153464"/>
                <a:gd name="csY138" fmla="*/ 21517 h 934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Lst>
              <a:rect l="l" t="t" r="r" b="b"/>
              <a:pathLst>
                <a:path w="153464" h="93448">
                  <a:moveTo>
                    <a:pt x="135311" y="21410"/>
                  </a:moveTo>
                  <a:lnTo>
                    <a:pt x="137829" y="21570"/>
                  </a:lnTo>
                  <a:lnTo>
                    <a:pt x="138711" y="22202"/>
                  </a:lnTo>
                  <a:lnTo>
                    <a:pt x="139305" y="25306"/>
                  </a:lnTo>
                  <a:lnTo>
                    <a:pt x="142166" y="27748"/>
                  </a:lnTo>
                  <a:lnTo>
                    <a:pt x="144814" y="29765"/>
                  </a:lnTo>
                  <a:lnTo>
                    <a:pt x="145491" y="30701"/>
                  </a:lnTo>
                  <a:lnTo>
                    <a:pt x="145696" y="32496"/>
                  </a:lnTo>
                  <a:lnTo>
                    <a:pt x="145529" y="34596"/>
                  </a:lnTo>
                  <a:lnTo>
                    <a:pt x="145194" y="35676"/>
                  </a:lnTo>
                  <a:lnTo>
                    <a:pt x="144083" y="36924"/>
                  </a:lnTo>
                  <a:lnTo>
                    <a:pt x="143117" y="40082"/>
                  </a:lnTo>
                  <a:lnTo>
                    <a:pt x="142980" y="43080"/>
                  </a:lnTo>
                  <a:lnTo>
                    <a:pt x="141458" y="48253"/>
                  </a:lnTo>
                  <a:lnTo>
                    <a:pt x="141801" y="48345"/>
                  </a:lnTo>
                  <a:lnTo>
                    <a:pt x="145011" y="47416"/>
                  </a:lnTo>
                  <a:lnTo>
                    <a:pt x="145917" y="47949"/>
                  </a:lnTo>
                  <a:lnTo>
                    <a:pt x="146625" y="49083"/>
                  </a:lnTo>
                  <a:lnTo>
                    <a:pt x="146853" y="52316"/>
                  </a:lnTo>
                  <a:lnTo>
                    <a:pt x="147903" y="53770"/>
                  </a:lnTo>
                  <a:lnTo>
                    <a:pt x="148975" y="56037"/>
                  </a:lnTo>
                  <a:lnTo>
                    <a:pt x="149310" y="57794"/>
                  </a:lnTo>
                  <a:lnTo>
                    <a:pt x="151357" y="59887"/>
                  </a:lnTo>
                  <a:lnTo>
                    <a:pt x="151517" y="61249"/>
                  </a:lnTo>
                  <a:lnTo>
                    <a:pt x="152765" y="66019"/>
                  </a:lnTo>
                  <a:lnTo>
                    <a:pt x="153244" y="68758"/>
                  </a:lnTo>
                  <a:lnTo>
                    <a:pt x="153465" y="70881"/>
                  </a:lnTo>
                  <a:lnTo>
                    <a:pt x="152856" y="73567"/>
                  </a:lnTo>
                  <a:lnTo>
                    <a:pt x="152308" y="75378"/>
                  </a:lnTo>
                  <a:lnTo>
                    <a:pt x="151669" y="75264"/>
                  </a:lnTo>
                  <a:lnTo>
                    <a:pt x="149835" y="75743"/>
                  </a:lnTo>
                  <a:lnTo>
                    <a:pt x="146936" y="77927"/>
                  </a:lnTo>
                  <a:lnTo>
                    <a:pt x="142623" y="83063"/>
                  </a:lnTo>
                  <a:lnTo>
                    <a:pt x="141512" y="84196"/>
                  </a:lnTo>
                  <a:lnTo>
                    <a:pt x="140386" y="88084"/>
                  </a:lnTo>
                  <a:lnTo>
                    <a:pt x="140112" y="88480"/>
                  </a:lnTo>
                  <a:lnTo>
                    <a:pt x="137601" y="88305"/>
                  </a:lnTo>
                  <a:lnTo>
                    <a:pt x="136916" y="88214"/>
                  </a:lnTo>
                  <a:lnTo>
                    <a:pt x="134405" y="88290"/>
                  </a:lnTo>
                  <a:lnTo>
                    <a:pt x="128919" y="87278"/>
                  </a:lnTo>
                  <a:lnTo>
                    <a:pt x="126797" y="87947"/>
                  </a:lnTo>
                  <a:lnTo>
                    <a:pt x="124012" y="91873"/>
                  </a:lnTo>
                  <a:lnTo>
                    <a:pt x="122924" y="92452"/>
                  </a:lnTo>
                  <a:lnTo>
                    <a:pt x="119690" y="92992"/>
                  </a:lnTo>
                  <a:lnTo>
                    <a:pt x="119120" y="93448"/>
                  </a:lnTo>
                  <a:lnTo>
                    <a:pt x="118039" y="93266"/>
                  </a:lnTo>
                  <a:lnTo>
                    <a:pt x="115011" y="92079"/>
                  </a:lnTo>
                  <a:lnTo>
                    <a:pt x="112454" y="90314"/>
                  </a:lnTo>
                  <a:lnTo>
                    <a:pt x="110918" y="87978"/>
                  </a:lnTo>
                  <a:lnTo>
                    <a:pt x="108270" y="84759"/>
                  </a:lnTo>
                  <a:lnTo>
                    <a:pt x="106535" y="83116"/>
                  </a:lnTo>
                  <a:lnTo>
                    <a:pt x="103804" y="81054"/>
                  </a:lnTo>
                  <a:lnTo>
                    <a:pt x="99254" y="76831"/>
                  </a:lnTo>
                  <a:lnTo>
                    <a:pt x="97603" y="75865"/>
                  </a:lnTo>
                  <a:lnTo>
                    <a:pt x="89507" y="74024"/>
                  </a:lnTo>
                  <a:lnTo>
                    <a:pt x="86586" y="73179"/>
                  </a:lnTo>
                  <a:lnTo>
                    <a:pt x="83892" y="68378"/>
                  </a:lnTo>
                  <a:lnTo>
                    <a:pt x="83025" y="65578"/>
                  </a:lnTo>
                  <a:lnTo>
                    <a:pt x="81701" y="65084"/>
                  </a:lnTo>
                  <a:lnTo>
                    <a:pt x="80248" y="65669"/>
                  </a:lnTo>
                  <a:lnTo>
                    <a:pt x="78680" y="66232"/>
                  </a:lnTo>
                  <a:lnTo>
                    <a:pt x="75036" y="69504"/>
                  </a:lnTo>
                  <a:lnTo>
                    <a:pt x="73856" y="69968"/>
                  </a:lnTo>
                  <a:lnTo>
                    <a:pt x="71596" y="70006"/>
                  </a:lnTo>
                  <a:lnTo>
                    <a:pt x="66316" y="70729"/>
                  </a:lnTo>
                  <a:lnTo>
                    <a:pt x="63912" y="69534"/>
                  </a:lnTo>
                  <a:lnTo>
                    <a:pt x="59742" y="68233"/>
                  </a:lnTo>
                  <a:lnTo>
                    <a:pt x="57475" y="68028"/>
                  </a:lnTo>
                  <a:lnTo>
                    <a:pt x="55466" y="68058"/>
                  </a:lnTo>
                  <a:lnTo>
                    <a:pt x="46564" y="66780"/>
                  </a:lnTo>
                  <a:lnTo>
                    <a:pt x="44944" y="68180"/>
                  </a:lnTo>
                  <a:lnTo>
                    <a:pt x="43300" y="68431"/>
                  </a:lnTo>
                  <a:lnTo>
                    <a:pt x="41710" y="66263"/>
                  </a:lnTo>
                  <a:lnTo>
                    <a:pt x="39724" y="65647"/>
                  </a:lnTo>
                  <a:lnTo>
                    <a:pt x="37540" y="66384"/>
                  </a:lnTo>
                  <a:lnTo>
                    <a:pt x="33561" y="66468"/>
                  </a:lnTo>
                  <a:lnTo>
                    <a:pt x="28844" y="65784"/>
                  </a:lnTo>
                  <a:lnTo>
                    <a:pt x="22841" y="65251"/>
                  </a:lnTo>
                  <a:lnTo>
                    <a:pt x="21950" y="65479"/>
                  </a:lnTo>
                  <a:lnTo>
                    <a:pt x="15278" y="68363"/>
                  </a:lnTo>
                  <a:lnTo>
                    <a:pt x="13634" y="68797"/>
                  </a:lnTo>
                  <a:lnTo>
                    <a:pt x="6399" y="73643"/>
                  </a:lnTo>
                  <a:lnTo>
                    <a:pt x="662" y="78163"/>
                  </a:lnTo>
                  <a:lnTo>
                    <a:pt x="0" y="70935"/>
                  </a:lnTo>
                  <a:lnTo>
                    <a:pt x="350" y="56372"/>
                  </a:lnTo>
                  <a:lnTo>
                    <a:pt x="1202" y="49105"/>
                  </a:lnTo>
                  <a:lnTo>
                    <a:pt x="5174" y="44852"/>
                  </a:lnTo>
                  <a:lnTo>
                    <a:pt x="7167" y="41535"/>
                  </a:lnTo>
                  <a:lnTo>
                    <a:pt x="8324" y="37092"/>
                  </a:lnTo>
                  <a:lnTo>
                    <a:pt x="8673" y="32968"/>
                  </a:lnTo>
                  <a:lnTo>
                    <a:pt x="9480" y="29552"/>
                  </a:lnTo>
                  <a:lnTo>
                    <a:pt x="15240" y="19706"/>
                  </a:lnTo>
                  <a:lnTo>
                    <a:pt x="19797" y="18641"/>
                  </a:lnTo>
                  <a:lnTo>
                    <a:pt x="25976" y="15894"/>
                  </a:lnTo>
                  <a:lnTo>
                    <a:pt x="32877" y="13604"/>
                  </a:lnTo>
                  <a:lnTo>
                    <a:pt x="34208" y="16518"/>
                  </a:lnTo>
                  <a:lnTo>
                    <a:pt x="34885" y="18740"/>
                  </a:lnTo>
                  <a:lnTo>
                    <a:pt x="43194" y="26797"/>
                  </a:lnTo>
                  <a:lnTo>
                    <a:pt x="45309" y="29498"/>
                  </a:lnTo>
                  <a:lnTo>
                    <a:pt x="48519" y="38705"/>
                  </a:lnTo>
                  <a:lnTo>
                    <a:pt x="56220" y="43361"/>
                  </a:lnTo>
                  <a:lnTo>
                    <a:pt x="62268" y="41893"/>
                  </a:lnTo>
                  <a:lnTo>
                    <a:pt x="64901" y="39633"/>
                  </a:lnTo>
                  <a:lnTo>
                    <a:pt x="69748" y="35463"/>
                  </a:lnTo>
                  <a:lnTo>
                    <a:pt x="71908" y="32405"/>
                  </a:lnTo>
                  <a:lnTo>
                    <a:pt x="72350" y="29453"/>
                  </a:lnTo>
                  <a:lnTo>
                    <a:pt x="71490" y="16746"/>
                  </a:lnTo>
                  <a:lnTo>
                    <a:pt x="70181" y="11207"/>
                  </a:lnTo>
                  <a:lnTo>
                    <a:pt x="70623" y="7753"/>
                  </a:lnTo>
                  <a:lnTo>
                    <a:pt x="71475" y="7928"/>
                  </a:lnTo>
                  <a:lnTo>
                    <a:pt x="73537" y="6254"/>
                  </a:lnTo>
                  <a:lnTo>
                    <a:pt x="80300" y="3150"/>
                  </a:lnTo>
                  <a:lnTo>
                    <a:pt x="81655" y="3005"/>
                  </a:lnTo>
                  <a:lnTo>
                    <a:pt x="83200" y="2374"/>
                  </a:lnTo>
                  <a:lnTo>
                    <a:pt x="87460" y="0"/>
                  </a:lnTo>
                  <a:lnTo>
                    <a:pt x="88837" y="1263"/>
                  </a:lnTo>
                  <a:lnTo>
                    <a:pt x="89979" y="2693"/>
                  </a:lnTo>
                  <a:lnTo>
                    <a:pt x="90603" y="2709"/>
                  </a:lnTo>
                  <a:lnTo>
                    <a:pt x="90915" y="2176"/>
                  </a:lnTo>
                  <a:lnTo>
                    <a:pt x="90831" y="1255"/>
                  </a:lnTo>
                  <a:lnTo>
                    <a:pt x="91128" y="601"/>
                  </a:lnTo>
                  <a:lnTo>
                    <a:pt x="92353" y="966"/>
                  </a:lnTo>
                  <a:lnTo>
                    <a:pt x="97291" y="4854"/>
                  </a:lnTo>
                  <a:lnTo>
                    <a:pt x="99185" y="5767"/>
                  </a:lnTo>
                  <a:lnTo>
                    <a:pt x="100486" y="6018"/>
                  </a:lnTo>
                  <a:lnTo>
                    <a:pt x="102038" y="7837"/>
                  </a:lnTo>
                  <a:lnTo>
                    <a:pt x="106253" y="9047"/>
                  </a:lnTo>
                  <a:lnTo>
                    <a:pt x="106771" y="9982"/>
                  </a:lnTo>
                  <a:lnTo>
                    <a:pt x="107090" y="11154"/>
                  </a:lnTo>
                  <a:lnTo>
                    <a:pt x="111039" y="16054"/>
                  </a:lnTo>
                  <a:lnTo>
                    <a:pt x="112812" y="18511"/>
                  </a:lnTo>
                  <a:lnTo>
                    <a:pt x="116312" y="20764"/>
                  </a:lnTo>
                  <a:lnTo>
                    <a:pt x="117819" y="21296"/>
                  </a:lnTo>
                  <a:lnTo>
                    <a:pt x="123951" y="18998"/>
                  </a:lnTo>
                  <a:lnTo>
                    <a:pt x="125655" y="18207"/>
                  </a:lnTo>
                  <a:lnTo>
                    <a:pt x="127071" y="18192"/>
                  </a:lnTo>
                  <a:lnTo>
                    <a:pt x="128508" y="19402"/>
                  </a:lnTo>
                  <a:lnTo>
                    <a:pt x="131795" y="21007"/>
                  </a:lnTo>
                  <a:lnTo>
                    <a:pt x="134770" y="21517"/>
                  </a:lnTo>
                  <a:close/>
                </a:path>
              </a:pathLst>
            </a:custGeom>
            <a:solidFill>
              <a:srgbClr val="2562E8"/>
            </a:solidFill>
            <a:ln w="6168" cap="flat">
              <a:solidFill>
                <a:srgbClr val="2562E8"/>
              </a:solidFill>
              <a:prstDash val="solid"/>
              <a:miter/>
            </a:ln>
          </p:spPr>
          <p:txBody>
            <a:bodyPr/>
            <a:lstStyle/>
            <a:p>
              <a:endParaRPr lang="en-US"/>
            </a:p>
          </p:txBody>
        </p:sp>
        <p:sp>
          <p:nvSpPr>
            <p:cNvPr id="2259" name="Freeform: Shape 2258">
              <a:extLst>
                <a:ext uri="{FF2B5EF4-FFF2-40B4-BE49-F238E27FC236}">
                  <a16:creationId xmlns:a16="http://schemas.microsoft.com/office/drawing/2014/main" id="{EC2F50C9-295F-7900-BCF7-36CA5D05A692}"/>
                </a:ext>
              </a:extLst>
            </p:cNvPr>
            <p:cNvSpPr/>
            <p:nvPr/>
          </p:nvSpPr>
          <p:spPr>
            <a:xfrm>
              <a:off x="9772673" y="4256894"/>
              <a:ext cx="338238" cy="325494"/>
            </a:xfrm>
            <a:custGeom>
              <a:avLst/>
              <a:gdLst>
                <a:gd name="csX0" fmla="*/ 338239 w 338238"/>
                <a:gd name="csY0" fmla="*/ 38446 h 325494"/>
                <a:gd name="csX1" fmla="*/ 337417 w 338238"/>
                <a:gd name="csY1" fmla="*/ 39146 h 325494"/>
                <a:gd name="csX2" fmla="*/ 336246 w 338238"/>
                <a:gd name="csY2" fmla="*/ 40637 h 325494"/>
                <a:gd name="csX3" fmla="*/ 335507 w 338238"/>
                <a:gd name="csY3" fmla="*/ 41961 h 325494"/>
                <a:gd name="csX4" fmla="*/ 333529 w 338238"/>
                <a:gd name="csY4" fmla="*/ 44122 h 325494"/>
                <a:gd name="csX5" fmla="*/ 331878 w 338238"/>
                <a:gd name="csY5" fmla="*/ 46427 h 325494"/>
                <a:gd name="csX6" fmla="*/ 332038 w 338238"/>
                <a:gd name="csY6" fmla="*/ 49798 h 325494"/>
                <a:gd name="csX7" fmla="*/ 332411 w 338238"/>
                <a:gd name="csY7" fmla="*/ 53222 h 325494"/>
                <a:gd name="csX8" fmla="*/ 333522 w 338238"/>
                <a:gd name="csY8" fmla="*/ 56562 h 325494"/>
                <a:gd name="csX9" fmla="*/ 334473 w 338238"/>
                <a:gd name="csY9" fmla="*/ 60275 h 325494"/>
                <a:gd name="csX10" fmla="*/ 334199 w 338238"/>
                <a:gd name="csY10" fmla="*/ 62694 h 325494"/>
                <a:gd name="csX11" fmla="*/ 333385 w 338238"/>
                <a:gd name="csY11" fmla="*/ 65669 h 325494"/>
                <a:gd name="csX12" fmla="*/ 332411 w 338238"/>
                <a:gd name="csY12" fmla="*/ 68150 h 325494"/>
                <a:gd name="csX13" fmla="*/ 329185 w 338238"/>
                <a:gd name="csY13" fmla="*/ 73240 h 325494"/>
                <a:gd name="csX14" fmla="*/ 328690 w 338238"/>
                <a:gd name="csY14" fmla="*/ 74457 h 325494"/>
                <a:gd name="csX15" fmla="*/ 328873 w 338238"/>
                <a:gd name="csY15" fmla="*/ 76169 h 325494"/>
                <a:gd name="csX16" fmla="*/ 330836 w 338238"/>
                <a:gd name="csY16" fmla="*/ 82195 h 325494"/>
                <a:gd name="csX17" fmla="*/ 330988 w 338238"/>
                <a:gd name="csY17" fmla="*/ 84090 h 325494"/>
                <a:gd name="csX18" fmla="*/ 332160 w 338238"/>
                <a:gd name="csY18" fmla="*/ 89918 h 325494"/>
                <a:gd name="csX19" fmla="*/ 333233 w 338238"/>
                <a:gd name="csY19" fmla="*/ 94650 h 325494"/>
                <a:gd name="csX20" fmla="*/ 334420 w 338238"/>
                <a:gd name="csY20" fmla="*/ 98371 h 325494"/>
                <a:gd name="csX21" fmla="*/ 334602 w 338238"/>
                <a:gd name="csY21" fmla="*/ 99391 h 325494"/>
                <a:gd name="csX22" fmla="*/ 334602 w 338238"/>
                <a:gd name="csY22" fmla="*/ 104846 h 325494"/>
                <a:gd name="csX23" fmla="*/ 334602 w 338238"/>
                <a:gd name="csY23" fmla="*/ 110293 h 325494"/>
                <a:gd name="csX24" fmla="*/ 334602 w 338238"/>
                <a:gd name="csY24" fmla="*/ 115726 h 325494"/>
                <a:gd name="csX25" fmla="*/ 334602 w 338238"/>
                <a:gd name="csY25" fmla="*/ 121151 h 325494"/>
                <a:gd name="csX26" fmla="*/ 334602 w 338238"/>
                <a:gd name="csY26" fmla="*/ 126561 h 325494"/>
                <a:gd name="csX27" fmla="*/ 334602 w 338238"/>
                <a:gd name="csY27" fmla="*/ 131963 h 325494"/>
                <a:gd name="csX28" fmla="*/ 334602 w 338238"/>
                <a:gd name="csY28" fmla="*/ 137349 h 325494"/>
                <a:gd name="csX29" fmla="*/ 334602 w 338238"/>
                <a:gd name="csY29" fmla="*/ 142729 h 325494"/>
                <a:gd name="csX30" fmla="*/ 334602 w 338238"/>
                <a:gd name="csY30" fmla="*/ 148093 h 325494"/>
                <a:gd name="csX31" fmla="*/ 334602 w 338238"/>
                <a:gd name="csY31" fmla="*/ 153449 h 325494"/>
                <a:gd name="csX32" fmla="*/ 334602 w 338238"/>
                <a:gd name="csY32" fmla="*/ 158791 h 325494"/>
                <a:gd name="csX33" fmla="*/ 334602 w 338238"/>
                <a:gd name="csY33" fmla="*/ 164132 h 325494"/>
                <a:gd name="csX34" fmla="*/ 334602 w 338238"/>
                <a:gd name="csY34" fmla="*/ 169450 h 325494"/>
                <a:gd name="csX35" fmla="*/ 334602 w 338238"/>
                <a:gd name="csY35" fmla="*/ 174761 h 325494"/>
                <a:gd name="csX36" fmla="*/ 334602 w 338238"/>
                <a:gd name="csY36" fmla="*/ 180064 h 325494"/>
                <a:gd name="csX37" fmla="*/ 334602 w 338238"/>
                <a:gd name="csY37" fmla="*/ 185360 h 325494"/>
                <a:gd name="csX38" fmla="*/ 334602 w 338238"/>
                <a:gd name="csY38" fmla="*/ 190640 h 325494"/>
                <a:gd name="csX39" fmla="*/ 334602 w 338238"/>
                <a:gd name="csY39" fmla="*/ 195913 h 325494"/>
                <a:gd name="csX40" fmla="*/ 334602 w 338238"/>
                <a:gd name="csY40" fmla="*/ 201178 h 325494"/>
                <a:gd name="csX41" fmla="*/ 334602 w 338238"/>
                <a:gd name="csY41" fmla="*/ 206428 h 325494"/>
                <a:gd name="csX42" fmla="*/ 334602 w 338238"/>
                <a:gd name="csY42" fmla="*/ 211678 h 325494"/>
                <a:gd name="csX43" fmla="*/ 334602 w 338238"/>
                <a:gd name="csY43" fmla="*/ 216912 h 325494"/>
                <a:gd name="csX44" fmla="*/ 334602 w 338238"/>
                <a:gd name="csY44" fmla="*/ 222132 h 325494"/>
                <a:gd name="csX45" fmla="*/ 334602 w 338238"/>
                <a:gd name="csY45" fmla="*/ 227351 h 325494"/>
                <a:gd name="csX46" fmla="*/ 334602 w 338238"/>
                <a:gd name="csY46" fmla="*/ 232555 h 325494"/>
                <a:gd name="csX47" fmla="*/ 334602 w 338238"/>
                <a:gd name="csY47" fmla="*/ 237752 h 325494"/>
                <a:gd name="csX48" fmla="*/ 334602 w 338238"/>
                <a:gd name="csY48" fmla="*/ 242941 h 325494"/>
                <a:gd name="csX49" fmla="*/ 334602 w 338238"/>
                <a:gd name="csY49" fmla="*/ 248123 h 325494"/>
                <a:gd name="csX50" fmla="*/ 334602 w 338238"/>
                <a:gd name="csY50" fmla="*/ 253289 h 325494"/>
                <a:gd name="csX51" fmla="*/ 334602 w 338238"/>
                <a:gd name="csY51" fmla="*/ 258455 h 325494"/>
                <a:gd name="csX52" fmla="*/ 334602 w 338238"/>
                <a:gd name="csY52" fmla="*/ 263614 h 325494"/>
                <a:gd name="csX53" fmla="*/ 334602 w 338238"/>
                <a:gd name="csY53" fmla="*/ 268757 h 325494"/>
                <a:gd name="csX54" fmla="*/ 334602 w 338238"/>
                <a:gd name="csY54" fmla="*/ 280147 h 325494"/>
                <a:gd name="csX55" fmla="*/ 334594 w 338238"/>
                <a:gd name="csY55" fmla="*/ 291499 h 325494"/>
                <a:gd name="csX56" fmla="*/ 334594 w 338238"/>
                <a:gd name="csY56" fmla="*/ 302813 h 325494"/>
                <a:gd name="csX57" fmla="*/ 334587 w 338238"/>
                <a:gd name="csY57" fmla="*/ 314089 h 325494"/>
                <a:gd name="csX58" fmla="*/ 334519 w 338238"/>
                <a:gd name="csY58" fmla="*/ 314119 h 325494"/>
                <a:gd name="csX59" fmla="*/ 334457 w 338238"/>
                <a:gd name="csY59" fmla="*/ 314165 h 325494"/>
                <a:gd name="csX60" fmla="*/ 334389 w 338238"/>
                <a:gd name="csY60" fmla="*/ 314203 h 325494"/>
                <a:gd name="csX61" fmla="*/ 334321 w 338238"/>
                <a:gd name="csY61" fmla="*/ 314248 h 325494"/>
                <a:gd name="csX62" fmla="*/ 329055 w 338238"/>
                <a:gd name="csY62" fmla="*/ 314241 h 325494"/>
                <a:gd name="csX63" fmla="*/ 323790 w 338238"/>
                <a:gd name="csY63" fmla="*/ 314241 h 325494"/>
                <a:gd name="csX64" fmla="*/ 318518 w 338238"/>
                <a:gd name="csY64" fmla="*/ 314241 h 325494"/>
                <a:gd name="csX65" fmla="*/ 313252 w 338238"/>
                <a:gd name="csY65" fmla="*/ 314233 h 325494"/>
                <a:gd name="csX66" fmla="*/ 313252 w 338238"/>
                <a:gd name="csY66" fmla="*/ 317056 h 325494"/>
                <a:gd name="csX67" fmla="*/ 313252 w 338238"/>
                <a:gd name="csY67" fmla="*/ 319871 h 325494"/>
                <a:gd name="csX68" fmla="*/ 313252 w 338238"/>
                <a:gd name="csY68" fmla="*/ 322679 h 325494"/>
                <a:gd name="csX69" fmla="*/ 313252 w 338238"/>
                <a:gd name="csY69" fmla="*/ 325494 h 325494"/>
                <a:gd name="csX70" fmla="*/ 303019 w 338238"/>
                <a:gd name="csY70" fmla="*/ 320160 h 325494"/>
                <a:gd name="csX71" fmla="*/ 292793 w 338238"/>
                <a:gd name="csY71" fmla="*/ 314827 h 325494"/>
                <a:gd name="csX72" fmla="*/ 282559 w 338238"/>
                <a:gd name="csY72" fmla="*/ 309478 h 325494"/>
                <a:gd name="csX73" fmla="*/ 272333 w 338238"/>
                <a:gd name="csY73" fmla="*/ 304122 h 325494"/>
                <a:gd name="csX74" fmla="*/ 262100 w 338238"/>
                <a:gd name="csY74" fmla="*/ 298758 h 325494"/>
                <a:gd name="csX75" fmla="*/ 251874 w 338238"/>
                <a:gd name="csY75" fmla="*/ 293386 h 325494"/>
                <a:gd name="csX76" fmla="*/ 241641 w 338238"/>
                <a:gd name="csY76" fmla="*/ 288007 h 325494"/>
                <a:gd name="csX77" fmla="*/ 231415 w 338238"/>
                <a:gd name="csY77" fmla="*/ 282620 h 325494"/>
                <a:gd name="csX78" fmla="*/ 221181 w 338238"/>
                <a:gd name="csY78" fmla="*/ 277218 h 325494"/>
                <a:gd name="csX79" fmla="*/ 210955 w 338238"/>
                <a:gd name="csY79" fmla="*/ 271808 h 325494"/>
                <a:gd name="csX80" fmla="*/ 200722 w 338238"/>
                <a:gd name="csY80" fmla="*/ 266398 h 325494"/>
                <a:gd name="csX81" fmla="*/ 190496 w 338238"/>
                <a:gd name="csY81" fmla="*/ 260973 h 325494"/>
                <a:gd name="csX82" fmla="*/ 180262 w 338238"/>
                <a:gd name="csY82" fmla="*/ 255533 h 325494"/>
                <a:gd name="csX83" fmla="*/ 170036 w 338238"/>
                <a:gd name="csY83" fmla="*/ 250086 h 325494"/>
                <a:gd name="csX84" fmla="*/ 159803 w 338238"/>
                <a:gd name="csY84" fmla="*/ 244638 h 325494"/>
                <a:gd name="csX85" fmla="*/ 149569 w 338238"/>
                <a:gd name="csY85" fmla="*/ 239175 h 325494"/>
                <a:gd name="csX86" fmla="*/ 142509 w 338238"/>
                <a:gd name="csY86" fmla="*/ 235394 h 325494"/>
                <a:gd name="csX87" fmla="*/ 134885 w 338238"/>
                <a:gd name="csY87" fmla="*/ 239084 h 325494"/>
                <a:gd name="csX88" fmla="*/ 128912 w 338238"/>
                <a:gd name="csY88" fmla="*/ 241975 h 325494"/>
                <a:gd name="csX89" fmla="*/ 121045 w 338238"/>
                <a:gd name="csY89" fmla="*/ 245771 h 325494"/>
                <a:gd name="csX90" fmla="*/ 121045 w 338238"/>
                <a:gd name="csY90" fmla="*/ 245771 h 325494"/>
                <a:gd name="csX91" fmla="*/ 112006 w 338238"/>
                <a:gd name="csY91" fmla="*/ 250694 h 325494"/>
                <a:gd name="csX92" fmla="*/ 105067 w 338238"/>
                <a:gd name="csY92" fmla="*/ 254468 h 325494"/>
                <a:gd name="csX93" fmla="*/ 104740 w 338238"/>
                <a:gd name="csY93" fmla="*/ 254438 h 325494"/>
                <a:gd name="csX94" fmla="*/ 104428 w 338238"/>
                <a:gd name="csY94" fmla="*/ 254346 h 325494"/>
                <a:gd name="csX95" fmla="*/ 97207 w 338238"/>
                <a:gd name="csY95" fmla="*/ 247940 h 325494"/>
                <a:gd name="csX96" fmla="*/ 91569 w 338238"/>
                <a:gd name="csY96" fmla="*/ 242926 h 325494"/>
                <a:gd name="csX97" fmla="*/ 89066 w 338238"/>
                <a:gd name="csY97" fmla="*/ 241518 h 325494"/>
                <a:gd name="csX98" fmla="*/ 78437 w 338238"/>
                <a:gd name="csY98" fmla="*/ 238954 h 325494"/>
                <a:gd name="csX99" fmla="*/ 67869 w 338238"/>
                <a:gd name="csY99" fmla="*/ 236405 h 325494"/>
                <a:gd name="csX100" fmla="*/ 56745 w 338238"/>
                <a:gd name="csY100" fmla="*/ 233712 h 325494"/>
                <a:gd name="csX101" fmla="*/ 54721 w 338238"/>
                <a:gd name="csY101" fmla="*/ 229611 h 325494"/>
                <a:gd name="csX102" fmla="*/ 52461 w 338238"/>
                <a:gd name="csY102" fmla="*/ 225023 h 325494"/>
                <a:gd name="csX103" fmla="*/ 49410 w 338238"/>
                <a:gd name="csY103" fmla="*/ 219278 h 325494"/>
                <a:gd name="csX104" fmla="*/ 47546 w 338238"/>
                <a:gd name="csY104" fmla="*/ 215756 h 325494"/>
                <a:gd name="csX105" fmla="*/ 46922 w 338238"/>
                <a:gd name="csY105" fmla="*/ 215208 h 325494"/>
                <a:gd name="csX106" fmla="*/ 38393 w 338238"/>
                <a:gd name="csY106" fmla="*/ 212423 h 325494"/>
                <a:gd name="csX107" fmla="*/ 29377 w 338238"/>
                <a:gd name="csY107" fmla="*/ 209684 h 325494"/>
                <a:gd name="csX108" fmla="*/ 24104 w 338238"/>
                <a:gd name="csY108" fmla="*/ 211343 h 325494"/>
                <a:gd name="csX109" fmla="*/ 23176 w 338238"/>
                <a:gd name="csY109" fmla="*/ 211221 h 325494"/>
                <a:gd name="csX110" fmla="*/ 21684 w 338238"/>
                <a:gd name="csY110" fmla="*/ 210179 h 325494"/>
                <a:gd name="csX111" fmla="*/ 20186 w 338238"/>
                <a:gd name="csY111" fmla="*/ 208756 h 325494"/>
                <a:gd name="csX112" fmla="*/ 19394 w 338238"/>
                <a:gd name="csY112" fmla="*/ 206770 h 325494"/>
                <a:gd name="csX113" fmla="*/ 17279 w 338238"/>
                <a:gd name="csY113" fmla="*/ 204107 h 325494"/>
                <a:gd name="csX114" fmla="*/ 15324 w 338238"/>
                <a:gd name="csY114" fmla="*/ 197997 h 325494"/>
                <a:gd name="csX115" fmla="*/ 15134 w 338238"/>
                <a:gd name="csY115" fmla="*/ 193128 h 325494"/>
                <a:gd name="csX116" fmla="*/ 14746 w 338238"/>
                <a:gd name="csY116" fmla="*/ 191401 h 325494"/>
                <a:gd name="csX117" fmla="*/ 10051 w 338238"/>
                <a:gd name="csY117" fmla="*/ 184523 h 325494"/>
                <a:gd name="csX118" fmla="*/ 5783 w 338238"/>
                <a:gd name="csY118" fmla="*/ 178261 h 325494"/>
                <a:gd name="csX119" fmla="*/ 2944 w 338238"/>
                <a:gd name="csY119" fmla="*/ 174076 h 325494"/>
                <a:gd name="csX120" fmla="*/ 2397 w 338238"/>
                <a:gd name="csY120" fmla="*/ 172181 h 325494"/>
                <a:gd name="csX121" fmla="*/ 2724 w 338238"/>
                <a:gd name="csY121" fmla="*/ 169853 h 325494"/>
                <a:gd name="csX122" fmla="*/ 3865 w 338238"/>
                <a:gd name="csY122" fmla="*/ 167761 h 325494"/>
                <a:gd name="csX123" fmla="*/ 7997 w 338238"/>
                <a:gd name="csY123" fmla="*/ 165288 h 325494"/>
                <a:gd name="csX124" fmla="*/ 11725 w 338238"/>
                <a:gd name="csY124" fmla="*/ 162587 h 325494"/>
                <a:gd name="csX125" fmla="*/ 12235 w 338238"/>
                <a:gd name="csY125" fmla="*/ 160715 h 325494"/>
                <a:gd name="csX126" fmla="*/ 12471 w 338238"/>
                <a:gd name="csY126" fmla="*/ 155549 h 325494"/>
                <a:gd name="csX127" fmla="*/ 11253 w 338238"/>
                <a:gd name="csY127" fmla="*/ 153936 h 325494"/>
                <a:gd name="csX128" fmla="*/ 10355 w 338238"/>
                <a:gd name="csY128" fmla="*/ 150862 h 325494"/>
                <a:gd name="csX129" fmla="*/ 9442 w 338238"/>
                <a:gd name="csY129" fmla="*/ 146700 h 325494"/>
                <a:gd name="csX130" fmla="*/ 9336 w 338238"/>
                <a:gd name="csY130" fmla="*/ 144030 h 325494"/>
                <a:gd name="csX131" fmla="*/ 10994 w 338238"/>
                <a:gd name="csY131" fmla="*/ 138712 h 325494"/>
                <a:gd name="csX132" fmla="*/ 12935 w 338238"/>
                <a:gd name="csY132" fmla="*/ 133134 h 325494"/>
                <a:gd name="csX133" fmla="*/ 11702 w 338238"/>
                <a:gd name="csY133" fmla="*/ 126941 h 325494"/>
                <a:gd name="csX134" fmla="*/ 10789 w 338238"/>
                <a:gd name="csY134" fmla="*/ 114471 h 325494"/>
                <a:gd name="csX135" fmla="*/ 11360 w 338238"/>
                <a:gd name="csY135" fmla="*/ 104610 h 325494"/>
                <a:gd name="csX136" fmla="*/ 10896 w 338238"/>
                <a:gd name="csY136" fmla="*/ 101019 h 325494"/>
                <a:gd name="csX137" fmla="*/ 10568 w 338238"/>
                <a:gd name="csY137" fmla="*/ 99505 h 325494"/>
                <a:gd name="csX138" fmla="*/ 9298 w 338238"/>
                <a:gd name="csY138" fmla="*/ 94833 h 325494"/>
                <a:gd name="csX139" fmla="*/ 7738 w 338238"/>
                <a:gd name="csY139" fmla="*/ 90001 h 325494"/>
                <a:gd name="csX140" fmla="*/ 7038 w 338238"/>
                <a:gd name="csY140" fmla="*/ 88305 h 325494"/>
                <a:gd name="csX141" fmla="*/ 5037 w 338238"/>
                <a:gd name="csY141" fmla="*/ 84402 h 325494"/>
                <a:gd name="csX142" fmla="*/ 1720 w 338238"/>
                <a:gd name="csY142" fmla="*/ 79555 h 325494"/>
                <a:gd name="csX143" fmla="*/ 0 w 338238"/>
                <a:gd name="csY143" fmla="*/ 76573 h 325494"/>
                <a:gd name="csX144" fmla="*/ 2359 w 338238"/>
                <a:gd name="csY144" fmla="*/ 74998 h 325494"/>
                <a:gd name="csX145" fmla="*/ 4451 w 338238"/>
                <a:gd name="csY145" fmla="*/ 73765 h 325494"/>
                <a:gd name="csX146" fmla="*/ 7000 w 338238"/>
                <a:gd name="csY146" fmla="*/ 72464 h 325494"/>
                <a:gd name="csX147" fmla="*/ 10614 w 338238"/>
                <a:gd name="csY147" fmla="*/ 70988 h 325494"/>
                <a:gd name="csX148" fmla="*/ 12486 w 338238"/>
                <a:gd name="csY148" fmla="*/ 69877 h 325494"/>
                <a:gd name="csX149" fmla="*/ 13285 w 338238"/>
                <a:gd name="csY149" fmla="*/ 68941 h 325494"/>
                <a:gd name="csX150" fmla="*/ 16001 w 338238"/>
                <a:gd name="csY150" fmla="*/ 65122 h 325494"/>
                <a:gd name="csX151" fmla="*/ 17416 w 338238"/>
                <a:gd name="csY151" fmla="*/ 63006 h 325494"/>
                <a:gd name="csX152" fmla="*/ 19349 w 338238"/>
                <a:gd name="csY152" fmla="*/ 60108 h 325494"/>
                <a:gd name="csX153" fmla="*/ 20193 w 338238"/>
                <a:gd name="csY153" fmla="*/ 58084 h 325494"/>
                <a:gd name="csX154" fmla="*/ 20216 w 338238"/>
                <a:gd name="csY154" fmla="*/ 56212 h 325494"/>
                <a:gd name="csX155" fmla="*/ 19919 w 338238"/>
                <a:gd name="csY155" fmla="*/ 53945 h 325494"/>
                <a:gd name="csX156" fmla="*/ 18413 w 338238"/>
                <a:gd name="csY156" fmla="*/ 48512 h 325494"/>
                <a:gd name="csX157" fmla="*/ 17180 w 338238"/>
                <a:gd name="csY157" fmla="*/ 43217 h 325494"/>
                <a:gd name="csX158" fmla="*/ 18139 w 338238"/>
                <a:gd name="csY158" fmla="*/ 41170 h 325494"/>
                <a:gd name="csX159" fmla="*/ 18907 w 338238"/>
                <a:gd name="csY159" fmla="*/ 40196 h 325494"/>
                <a:gd name="csX160" fmla="*/ 20589 w 338238"/>
                <a:gd name="csY160" fmla="*/ 37700 h 325494"/>
                <a:gd name="csX161" fmla="*/ 21258 w 338238"/>
                <a:gd name="csY161" fmla="*/ 37198 h 325494"/>
                <a:gd name="csX162" fmla="*/ 24888 w 338238"/>
                <a:gd name="csY162" fmla="*/ 36422 h 325494"/>
                <a:gd name="csX163" fmla="*/ 26333 w 338238"/>
                <a:gd name="csY163" fmla="*/ 34764 h 325494"/>
                <a:gd name="csX164" fmla="*/ 27444 w 338238"/>
                <a:gd name="csY164" fmla="*/ 32679 h 325494"/>
                <a:gd name="csX165" fmla="*/ 27726 w 338238"/>
                <a:gd name="csY165" fmla="*/ 31583 h 325494"/>
                <a:gd name="csX166" fmla="*/ 29308 w 338238"/>
                <a:gd name="csY166" fmla="*/ 30434 h 325494"/>
                <a:gd name="csX167" fmla="*/ 31203 w 338238"/>
                <a:gd name="csY167" fmla="*/ 29285 h 325494"/>
                <a:gd name="csX168" fmla="*/ 32367 w 338238"/>
                <a:gd name="csY168" fmla="*/ 27794 h 325494"/>
                <a:gd name="csX169" fmla="*/ 36186 w 338238"/>
                <a:gd name="csY169" fmla="*/ 25481 h 325494"/>
                <a:gd name="csX170" fmla="*/ 39671 w 338238"/>
                <a:gd name="csY170" fmla="*/ 23373 h 325494"/>
                <a:gd name="csX171" fmla="*/ 43727 w 338238"/>
                <a:gd name="csY171" fmla="*/ 21152 h 325494"/>
                <a:gd name="csX172" fmla="*/ 46861 w 338238"/>
                <a:gd name="csY172" fmla="*/ 19432 h 325494"/>
                <a:gd name="csX173" fmla="*/ 47523 w 338238"/>
                <a:gd name="csY173" fmla="*/ 17926 h 325494"/>
                <a:gd name="csX174" fmla="*/ 47478 w 338238"/>
                <a:gd name="csY174" fmla="*/ 16625 h 325494"/>
                <a:gd name="csX175" fmla="*/ 45773 w 338238"/>
                <a:gd name="csY175" fmla="*/ 13657 h 325494"/>
                <a:gd name="csX176" fmla="*/ 45773 w 338238"/>
                <a:gd name="csY176" fmla="*/ 10142 h 325494"/>
                <a:gd name="csX177" fmla="*/ 45887 w 338238"/>
                <a:gd name="csY177" fmla="*/ 7220 h 325494"/>
                <a:gd name="csX178" fmla="*/ 46055 w 338238"/>
                <a:gd name="csY178" fmla="*/ 5493 h 325494"/>
                <a:gd name="csX179" fmla="*/ 46808 w 338238"/>
                <a:gd name="csY179" fmla="*/ 677 h 325494"/>
                <a:gd name="csX180" fmla="*/ 46854 w 338238"/>
                <a:gd name="csY180" fmla="*/ 0 h 325494"/>
                <a:gd name="csX181" fmla="*/ 50110 w 338238"/>
                <a:gd name="csY181" fmla="*/ 1605 h 325494"/>
                <a:gd name="csX182" fmla="*/ 53450 w 338238"/>
                <a:gd name="csY182" fmla="*/ 2244 h 325494"/>
                <a:gd name="csX183" fmla="*/ 63410 w 338238"/>
                <a:gd name="csY183" fmla="*/ 8202 h 325494"/>
                <a:gd name="csX184" fmla="*/ 66552 w 338238"/>
                <a:gd name="csY184" fmla="*/ 8948 h 325494"/>
                <a:gd name="csX185" fmla="*/ 73522 w 338238"/>
                <a:gd name="csY185" fmla="*/ 9655 h 325494"/>
                <a:gd name="csX186" fmla="*/ 81731 w 338238"/>
                <a:gd name="csY186" fmla="*/ 7220 h 325494"/>
                <a:gd name="csX187" fmla="*/ 84835 w 338238"/>
                <a:gd name="csY187" fmla="*/ 6779 h 325494"/>
                <a:gd name="csX188" fmla="*/ 90238 w 338238"/>
                <a:gd name="csY188" fmla="*/ 9069 h 325494"/>
                <a:gd name="csX189" fmla="*/ 92619 w 338238"/>
                <a:gd name="csY189" fmla="*/ 9716 h 325494"/>
                <a:gd name="csX190" fmla="*/ 96621 w 338238"/>
                <a:gd name="csY190" fmla="*/ 9891 h 325494"/>
                <a:gd name="csX191" fmla="*/ 103461 w 338238"/>
                <a:gd name="csY191" fmla="*/ 11961 h 325494"/>
                <a:gd name="csX192" fmla="*/ 105204 w 338238"/>
                <a:gd name="csY192" fmla="*/ 12683 h 325494"/>
                <a:gd name="csX193" fmla="*/ 109190 w 338238"/>
                <a:gd name="csY193" fmla="*/ 15985 h 325494"/>
                <a:gd name="csX194" fmla="*/ 111100 w 338238"/>
                <a:gd name="csY194" fmla="*/ 16975 h 325494"/>
                <a:gd name="csX195" fmla="*/ 125260 w 338238"/>
                <a:gd name="csY195" fmla="*/ 19995 h 325494"/>
                <a:gd name="csX196" fmla="*/ 127193 w 338238"/>
                <a:gd name="csY196" fmla="*/ 21996 h 325494"/>
                <a:gd name="csX197" fmla="*/ 129163 w 338238"/>
                <a:gd name="csY197" fmla="*/ 25808 h 325494"/>
                <a:gd name="csX198" fmla="*/ 129247 w 338238"/>
                <a:gd name="csY198" fmla="*/ 30541 h 325494"/>
                <a:gd name="csX199" fmla="*/ 130335 w 338238"/>
                <a:gd name="csY199" fmla="*/ 33965 h 325494"/>
                <a:gd name="csX200" fmla="*/ 132092 w 338238"/>
                <a:gd name="csY200" fmla="*/ 38400 h 325494"/>
                <a:gd name="csX201" fmla="*/ 134215 w 338238"/>
                <a:gd name="csY201" fmla="*/ 41535 h 325494"/>
                <a:gd name="csX202" fmla="*/ 136566 w 338238"/>
                <a:gd name="csY202" fmla="*/ 44145 h 325494"/>
                <a:gd name="csX203" fmla="*/ 139267 w 338238"/>
                <a:gd name="csY203" fmla="*/ 45773 h 325494"/>
                <a:gd name="csX204" fmla="*/ 145476 w 338238"/>
                <a:gd name="csY204" fmla="*/ 48177 h 325494"/>
                <a:gd name="csX205" fmla="*/ 152476 w 338238"/>
                <a:gd name="csY205" fmla="*/ 49098 h 325494"/>
                <a:gd name="csX206" fmla="*/ 159536 w 338238"/>
                <a:gd name="csY206" fmla="*/ 49410 h 325494"/>
                <a:gd name="csX207" fmla="*/ 171657 w 338238"/>
                <a:gd name="csY207" fmla="*/ 52720 h 325494"/>
                <a:gd name="csX208" fmla="*/ 181936 w 338238"/>
                <a:gd name="csY208" fmla="*/ 56532 h 325494"/>
                <a:gd name="csX209" fmla="*/ 184470 w 338238"/>
                <a:gd name="csY209" fmla="*/ 58411 h 325494"/>
                <a:gd name="csX210" fmla="*/ 189621 w 338238"/>
                <a:gd name="csY210" fmla="*/ 60252 h 325494"/>
                <a:gd name="csX211" fmla="*/ 199854 w 338238"/>
                <a:gd name="csY211" fmla="*/ 69185 h 325494"/>
                <a:gd name="csX212" fmla="*/ 205553 w 338238"/>
                <a:gd name="csY212" fmla="*/ 72266 h 325494"/>
                <a:gd name="csX213" fmla="*/ 209547 w 338238"/>
                <a:gd name="csY213" fmla="*/ 72859 h 325494"/>
                <a:gd name="csX214" fmla="*/ 213131 w 338238"/>
                <a:gd name="csY214" fmla="*/ 72319 h 325494"/>
                <a:gd name="csX215" fmla="*/ 219500 w 338238"/>
                <a:gd name="csY215" fmla="*/ 69230 h 325494"/>
                <a:gd name="csX216" fmla="*/ 222132 w 338238"/>
                <a:gd name="csY216" fmla="*/ 67389 h 325494"/>
                <a:gd name="csX217" fmla="*/ 228539 w 338238"/>
                <a:gd name="csY217" fmla="*/ 59674 h 325494"/>
                <a:gd name="csX218" fmla="*/ 230646 w 338238"/>
                <a:gd name="csY218" fmla="*/ 55641 h 325494"/>
                <a:gd name="csX219" fmla="*/ 231483 w 338238"/>
                <a:gd name="csY219" fmla="*/ 52788 h 325494"/>
                <a:gd name="csX220" fmla="*/ 231278 w 338238"/>
                <a:gd name="csY220" fmla="*/ 49889 h 325494"/>
                <a:gd name="csX221" fmla="*/ 230479 w 338238"/>
                <a:gd name="csY221" fmla="*/ 47280 h 325494"/>
                <a:gd name="csX222" fmla="*/ 228683 w 338238"/>
                <a:gd name="csY222" fmla="*/ 44540 h 325494"/>
                <a:gd name="csX223" fmla="*/ 227428 w 338238"/>
                <a:gd name="csY223" fmla="*/ 40919 h 325494"/>
                <a:gd name="csX224" fmla="*/ 226690 w 338238"/>
                <a:gd name="csY224" fmla="*/ 34383 h 325494"/>
                <a:gd name="csX225" fmla="*/ 227694 w 338238"/>
                <a:gd name="csY225" fmla="*/ 29841 h 325494"/>
                <a:gd name="csX226" fmla="*/ 228919 w 338238"/>
                <a:gd name="csY226" fmla="*/ 27117 h 325494"/>
                <a:gd name="csX227" fmla="*/ 230852 w 338238"/>
                <a:gd name="csY227" fmla="*/ 24332 h 325494"/>
                <a:gd name="csX228" fmla="*/ 236170 w 338238"/>
                <a:gd name="csY228" fmla="*/ 18998 h 325494"/>
                <a:gd name="csX229" fmla="*/ 241519 w 338238"/>
                <a:gd name="csY229" fmla="*/ 15232 h 325494"/>
                <a:gd name="csX230" fmla="*/ 250946 w 338238"/>
                <a:gd name="csY230" fmla="*/ 10302 h 325494"/>
                <a:gd name="csX231" fmla="*/ 256417 w 338238"/>
                <a:gd name="csY231" fmla="*/ 10249 h 325494"/>
                <a:gd name="csX232" fmla="*/ 258684 w 338238"/>
                <a:gd name="csY232" fmla="*/ 9701 h 325494"/>
                <a:gd name="csX233" fmla="*/ 263188 w 338238"/>
                <a:gd name="csY233" fmla="*/ 6208 h 325494"/>
                <a:gd name="csX234" fmla="*/ 265014 w 338238"/>
                <a:gd name="csY234" fmla="*/ 6079 h 325494"/>
                <a:gd name="csX235" fmla="*/ 267540 w 338238"/>
                <a:gd name="csY235" fmla="*/ 6931 h 325494"/>
                <a:gd name="csX236" fmla="*/ 274966 w 338238"/>
                <a:gd name="csY236" fmla="*/ 6688 h 325494"/>
                <a:gd name="csX237" fmla="*/ 278238 w 338238"/>
                <a:gd name="csY237" fmla="*/ 7662 h 325494"/>
                <a:gd name="csX238" fmla="*/ 282141 w 338238"/>
                <a:gd name="csY238" fmla="*/ 9838 h 325494"/>
                <a:gd name="csX239" fmla="*/ 287071 w 338238"/>
                <a:gd name="csY239" fmla="*/ 11184 h 325494"/>
                <a:gd name="csX240" fmla="*/ 290548 w 338238"/>
                <a:gd name="csY240" fmla="*/ 12531 h 325494"/>
                <a:gd name="csX241" fmla="*/ 294254 w 338238"/>
                <a:gd name="csY241" fmla="*/ 14258 h 325494"/>
                <a:gd name="csX242" fmla="*/ 295091 w 338238"/>
                <a:gd name="csY242" fmla="*/ 18557 h 325494"/>
                <a:gd name="csX243" fmla="*/ 294680 w 338238"/>
                <a:gd name="csY243" fmla="*/ 19835 h 325494"/>
                <a:gd name="csX244" fmla="*/ 294588 w 338238"/>
                <a:gd name="csY244" fmla="*/ 21502 h 325494"/>
                <a:gd name="csX245" fmla="*/ 298431 w 338238"/>
                <a:gd name="csY245" fmla="*/ 24454 h 325494"/>
                <a:gd name="csX246" fmla="*/ 309349 w 338238"/>
                <a:gd name="csY246" fmla="*/ 25839 h 325494"/>
                <a:gd name="csX247" fmla="*/ 311502 w 338238"/>
                <a:gd name="csY247" fmla="*/ 26630 h 325494"/>
                <a:gd name="csX248" fmla="*/ 314508 w 338238"/>
                <a:gd name="csY248" fmla="*/ 28890 h 325494"/>
                <a:gd name="csX249" fmla="*/ 316440 w 338238"/>
                <a:gd name="csY249" fmla="*/ 29582 h 325494"/>
                <a:gd name="csX250" fmla="*/ 323920 w 338238"/>
                <a:gd name="csY250" fmla="*/ 29902 h 325494"/>
                <a:gd name="csX251" fmla="*/ 328280 w 338238"/>
                <a:gd name="csY251" fmla="*/ 29422 h 325494"/>
                <a:gd name="csX252" fmla="*/ 332433 w 338238"/>
                <a:gd name="csY252" fmla="*/ 30213 h 325494"/>
                <a:gd name="csX253" fmla="*/ 333971 w 338238"/>
                <a:gd name="csY253" fmla="*/ 30974 h 325494"/>
                <a:gd name="csX254" fmla="*/ 335561 w 338238"/>
                <a:gd name="csY254" fmla="*/ 32739 h 325494"/>
                <a:gd name="csX255" fmla="*/ 337486 w 338238"/>
                <a:gd name="csY255" fmla="*/ 37016 h 3254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Lst>
              <a:rect l="l" t="t" r="r" b="b"/>
              <a:pathLst>
                <a:path w="338238" h="325494">
                  <a:moveTo>
                    <a:pt x="338239" y="38446"/>
                  </a:moveTo>
                  <a:lnTo>
                    <a:pt x="337417" y="39146"/>
                  </a:lnTo>
                  <a:lnTo>
                    <a:pt x="336246" y="40637"/>
                  </a:lnTo>
                  <a:lnTo>
                    <a:pt x="335507" y="41961"/>
                  </a:lnTo>
                  <a:lnTo>
                    <a:pt x="333529" y="44122"/>
                  </a:lnTo>
                  <a:lnTo>
                    <a:pt x="331878" y="46427"/>
                  </a:lnTo>
                  <a:lnTo>
                    <a:pt x="332038" y="49798"/>
                  </a:lnTo>
                  <a:lnTo>
                    <a:pt x="332411" y="53222"/>
                  </a:lnTo>
                  <a:lnTo>
                    <a:pt x="333522" y="56562"/>
                  </a:lnTo>
                  <a:lnTo>
                    <a:pt x="334473" y="60275"/>
                  </a:lnTo>
                  <a:lnTo>
                    <a:pt x="334199" y="62694"/>
                  </a:lnTo>
                  <a:lnTo>
                    <a:pt x="333385" y="65669"/>
                  </a:lnTo>
                  <a:lnTo>
                    <a:pt x="332411" y="68150"/>
                  </a:lnTo>
                  <a:lnTo>
                    <a:pt x="329185" y="73240"/>
                  </a:lnTo>
                  <a:lnTo>
                    <a:pt x="328690" y="74457"/>
                  </a:lnTo>
                  <a:lnTo>
                    <a:pt x="328873" y="76169"/>
                  </a:lnTo>
                  <a:lnTo>
                    <a:pt x="330836" y="82195"/>
                  </a:lnTo>
                  <a:lnTo>
                    <a:pt x="330988" y="84090"/>
                  </a:lnTo>
                  <a:lnTo>
                    <a:pt x="332160" y="89918"/>
                  </a:lnTo>
                  <a:lnTo>
                    <a:pt x="333233" y="94650"/>
                  </a:lnTo>
                  <a:lnTo>
                    <a:pt x="334420" y="98371"/>
                  </a:lnTo>
                  <a:lnTo>
                    <a:pt x="334602" y="99391"/>
                  </a:lnTo>
                  <a:lnTo>
                    <a:pt x="334602" y="104846"/>
                  </a:lnTo>
                  <a:lnTo>
                    <a:pt x="334602" y="110293"/>
                  </a:lnTo>
                  <a:lnTo>
                    <a:pt x="334602" y="115726"/>
                  </a:lnTo>
                  <a:lnTo>
                    <a:pt x="334602" y="121151"/>
                  </a:lnTo>
                  <a:lnTo>
                    <a:pt x="334602" y="126561"/>
                  </a:lnTo>
                  <a:lnTo>
                    <a:pt x="334602" y="131963"/>
                  </a:lnTo>
                  <a:lnTo>
                    <a:pt x="334602" y="137349"/>
                  </a:lnTo>
                  <a:lnTo>
                    <a:pt x="334602" y="142729"/>
                  </a:lnTo>
                  <a:lnTo>
                    <a:pt x="334602" y="148093"/>
                  </a:lnTo>
                  <a:lnTo>
                    <a:pt x="334602" y="153449"/>
                  </a:lnTo>
                  <a:lnTo>
                    <a:pt x="334602" y="158791"/>
                  </a:lnTo>
                  <a:lnTo>
                    <a:pt x="334602" y="164132"/>
                  </a:lnTo>
                  <a:lnTo>
                    <a:pt x="334602" y="169450"/>
                  </a:lnTo>
                  <a:lnTo>
                    <a:pt x="334602" y="174761"/>
                  </a:lnTo>
                  <a:lnTo>
                    <a:pt x="334602" y="180064"/>
                  </a:lnTo>
                  <a:lnTo>
                    <a:pt x="334602" y="185360"/>
                  </a:lnTo>
                  <a:lnTo>
                    <a:pt x="334602" y="190640"/>
                  </a:lnTo>
                  <a:lnTo>
                    <a:pt x="334602" y="195913"/>
                  </a:lnTo>
                  <a:lnTo>
                    <a:pt x="334602" y="201178"/>
                  </a:lnTo>
                  <a:lnTo>
                    <a:pt x="334602" y="206428"/>
                  </a:lnTo>
                  <a:lnTo>
                    <a:pt x="334602" y="211678"/>
                  </a:lnTo>
                  <a:lnTo>
                    <a:pt x="334602" y="216912"/>
                  </a:lnTo>
                  <a:lnTo>
                    <a:pt x="334602" y="222132"/>
                  </a:lnTo>
                  <a:lnTo>
                    <a:pt x="334602" y="227351"/>
                  </a:lnTo>
                  <a:lnTo>
                    <a:pt x="334602" y="232555"/>
                  </a:lnTo>
                  <a:lnTo>
                    <a:pt x="334602" y="237752"/>
                  </a:lnTo>
                  <a:lnTo>
                    <a:pt x="334602" y="242941"/>
                  </a:lnTo>
                  <a:lnTo>
                    <a:pt x="334602" y="248123"/>
                  </a:lnTo>
                  <a:lnTo>
                    <a:pt x="334602" y="253289"/>
                  </a:lnTo>
                  <a:lnTo>
                    <a:pt x="334602" y="258455"/>
                  </a:lnTo>
                  <a:lnTo>
                    <a:pt x="334602" y="263614"/>
                  </a:lnTo>
                  <a:lnTo>
                    <a:pt x="334602" y="268757"/>
                  </a:lnTo>
                  <a:lnTo>
                    <a:pt x="334602" y="280147"/>
                  </a:lnTo>
                  <a:lnTo>
                    <a:pt x="334594" y="291499"/>
                  </a:lnTo>
                  <a:lnTo>
                    <a:pt x="334594" y="302813"/>
                  </a:lnTo>
                  <a:lnTo>
                    <a:pt x="334587" y="314089"/>
                  </a:lnTo>
                  <a:lnTo>
                    <a:pt x="334519" y="314119"/>
                  </a:lnTo>
                  <a:lnTo>
                    <a:pt x="334457" y="314165"/>
                  </a:lnTo>
                  <a:lnTo>
                    <a:pt x="334389" y="314203"/>
                  </a:lnTo>
                  <a:lnTo>
                    <a:pt x="334321" y="314248"/>
                  </a:lnTo>
                  <a:lnTo>
                    <a:pt x="329055" y="314241"/>
                  </a:lnTo>
                  <a:lnTo>
                    <a:pt x="323790" y="314241"/>
                  </a:lnTo>
                  <a:lnTo>
                    <a:pt x="318518" y="314241"/>
                  </a:lnTo>
                  <a:lnTo>
                    <a:pt x="313252" y="314233"/>
                  </a:lnTo>
                  <a:lnTo>
                    <a:pt x="313252" y="317056"/>
                  </a:lnTo>
                  <a:lnTo>
                    <a:pt x="313252" y="319871"/>
                  </a:lnTo>
                  <a:lnTo>
                    <a:pt x="313252" y="322679"/>
                  </a:lnTo>
                  <a:lnTo>
                    <a:pt x="313252" y="325494"/>
                  </a:lnTo>
                  <a:lnTo>
                    <a:pt x="303019" y="320160"/>
                  </a:lnTo>
                  <a:lnTo>
                    <a:pt x="292793" y="314827"/>
                  </a:lnTo>
                  <a:lnTo>
                    <a:pt x="282559" y="309478"/>
                  </a:lnTo>
                  <a:lnTo>
                    <a:pt x="272333" y="304122"/>
                  </a:lnTo>
                  <a:lnTo>
                    <a:pt x="262100" y="298758"/>
                  </a:lnTo>
                  <a:lnTo>
                    <a:pt x="251874" y="293386"/>
                  </a:lnTo>
                  <a:lnTo>
                    <a:pt x="241641" y="288007"/>
                  </a:lnTo>
                  <a:lnTo>
                    <a:pt x="231415" y="282620"/>
                  </a:lnTo>
                  <a:lnTo>
                    <a:pt x="221181" y="277218"/>
                  </a:lnTo>
                  <a:lnTo>
                    <a:pt x="210955" y="271808"/>
                  </a:lnTo>
                  <a:lnTo>
                    <a:pt x="200722" y="266398"/>
                  </a:lnTo>
                  <a:lnTo>
                    <a:pt x="190496" y="260973"/>
                  </a:lnTo>
                  <a:lnTo>
                    <a:pt x="180262" y="255533"/>
                  </a:lnTo>
                  <a:lnTo>
                    <a:pt x="170036" y="250086"/>
                  </a:lnTo>
                  <a:lnTo>
                    <a:pt x="159803" y="244638"/>
                  </a:lnTo>
                  <a:lnTo>
                    <a:pt x="149569" y="239175"/>
                  </a:lnTo>
                  <a:lnTo>
                    <a:pt x="142509" y="235394"/>
                  </a:lnTo>
                  <a:lnTo>
                    <a:pt x="134885" y="239084"/>
                  </a:lnTo>
                  <a:lnTo>
                    <a:pt x="128912" y="241975"/>
                  </a:lnTo>
                  <a:lnTo>
                    <a:pt x="121045" y="245771"/>
                  </a:lnTo>
                  <a:lnTo>
                    <a:pt x="121045" y="245771"/>
                  </a:lnTo>
                  <a:lnTo>
                    <a:pt x="112006" y="250694"/>
                  </a:lnTo>
                  <a:lnTo>
                    <a:pt x="105067" y="254468"/>
                  </a:lnTo>
                  <a:lnTo>
                    <a:pt x="104740" y="254438"/>
                  </a:lnTo>
                  <a:lnTo>
                    <a:pt x="104428" y="254346"/>
                  </a:lnTo>
                  <a:lnTo>
                    <a:pt x="97207" y="247940"/>
                  </a:lnTo>
                  <a:lnTo>
                    <a:pt x="91569" y="242926"/>
                  </a:lnTo>
                  <a:lnTo>
                    <a:pt x="89066" y="241518"/>
                  </a:lnTo>
                  <a:lnTo>
                    <a:pt x="78437" y="238954"/>
                  </a:lnTo>
                  <a:lnTo>
                    <a:pt x="67869" y="236405"/>
                  </a:lnTo>
                  <a:lnTo>
                    <a:pt x="56745" y="233712"/>
                  </a:lnTo>
                  <a:lnTo>
                    <a:pt x="54721" y="229611"/>
                  </a:lnTo>
                  <a:lnTo>
                    <a:pt x="52461" y="225023"/>
                  </a:lnTo>
                  <a:lnTo>
                    <a:pt x="49410" y="219278"/>
                  </a:lnTo>
                  <a:lnTo>
                    <a:pt x="47546" y="215756"/>
                  </a:lnTo>
                  <a:lnTo>
                    <a:pt x="46922" y="215208"/>
                  </a:lnTo>
                  <a:lnTo>
                    <a:pt x="38393" y="212423"/>
                  </a:lnTo>
                  <a:lnTo>
                    <a:pt x="29377" y="209684"/>
                  </a:lnTo>
                  <a:lnTo>
                    <a:pt x="24104" y="211343"/>
                  </a:lnTo>
                  <a:lnTo>
                    <a:pt x="23176" y="211221"/>
                  </a:lnTo>
                  <a:lnTo>
                    <a:pt x="21684" y="210179"/>
                  </a:lnTo>
                  <a:lnTo>
                    <a:pt x="20186" y="208756"/>
                  </a:lnTo>
                  <a:lnTo>
                    <a:pt x="19394" y="206770"/>
                  </a:lnTo>
                  <a:lnTo>
                    <a:pt x="17279" y="204107"/>
                  </a:lnTo>
                  <a:lnTo>
                    <a:pt x="15324" y="197997"/>
                  </a:lnTo>
                  <a:lnTo>
                    <a:pt x="15134" y="193128"/>
                  </a:lnTo>
                  <a:lnTo>
                    <a:pt x="14746" y="191401"/>
                  </a:lnTo>
                  <a:lnTo>
                    <a:pt x="10051" y="184523"/>
                  </a:lnTo>
                  <a:lnTo>
                    <a:pt x="5783" y="178261"/>
                  </a:lnTo>
                  <a:lnTo>
                    <a:pt x="2944" y="174076"/>
                  </a:lnTo>
                  <a:lnTo>
                    <a:pt x="2397" y="172181"/>
                  </a:lnTo>
                  <a:lnTo>
                    <a:pt x="2724" y="169853"/>
                  </a:lnTo>
                  <a:lnTo>
                    <a:pt x="3865" y="167761"/>
                  </a:lnTo>
                  <a:lnTo>
                    <a:pt x="7997" y="165288"/>
                  </a:lnTo>
                  <a:lnTo>
                    <a:pt x="11725" y="162587"/>
                  </a:lnTo>
                  <a:lnTo>
                    <a:pt x="12235" y="160715"/>
                  </a:lnTo>
                  <a:lnTo>
                    <a:pt x="12471" y="155549"/>
                  </a:lnTo>
                  <a:lnTo>
                    <a:pt x="11253" y="153936"/>
                  </a:lnTo>
                  <a:lnTo>
                    <a:pt x="10355" y="150862"/>
                  </a:lnTo>
                  <a:lnTo>
                    <a:pt x="9442" y="146700"/>
                  </a:lnTo>
                  <a:lnTo>
                    <a:pt x="9336" y="144030"/>
                  </a:lnTo>
                  <a:lnTo>
                    <a:pt x="10994" y="138712"/>
                  </a:lnTo>
                  <a:lnTo>
                    <a:pt x="12935" y="133134"/>
                  </a:lnTo>
                  <a:lnTo>
                    <a:pt x="11702" y="126941"/>
                  </a:lnTo>
                  <a:lnTo>
                    <a:pt x="10789" y="114471"/>
                  </a:lnTo>
                  <a:lnTo>
                    <a:pt x="11360" y="104610"/>
                  </a:lnTo>
                  <a:lnTo>
                    <a:pt x="10896" y="101019"/>
                  </a:lnTo>
                  <a:lnTo>
                    <a:pt x="10568" y="99505"/>
                  </a:lnTo>
                  <a:lnTo>
                    <a:pt x="9298" y="94833"/>
                  </a:lnTo>
                  <a:lnTo>
                    <a:pt x="7738" y="90001"/>
                  </a:lnTo>
                  <a:lnTo>
                    <a:pt x="7038" y="88305"/>
                  </a:lnTo>
                  <a:lnTo>
                    <a:pt x="5037" y="84402"/>
                  </a:lnTo>
                  <a:lnTo>
                    <a:pt x="1720" y="79555"/>
                  </a:lnTo>
                  <a:lnTo>
                    <a:pt x="0" y="76573"/>
                  </a:lnTo>
                  <a:lnTo>
                    <a:pt x="2359" y="74998"/>
                  </a:lnTo>
                  <a:lnTo>
                    <a:pt x="4451" y="73765"/>
                  </a:lnTo>
                  <a:lnTo>
                    <a:pt x="7000" y="72464"/>
                  </a:lnTo>
                  <a:lnTo>
                    <a:pt x="10614" y="70988"/>
                  </a:lnTo>
                  <a:lnTo>
                    <a:pt x="12486" y="69877"/>
                  </a:lnTo>
                  <a:lnTo>
                    <a:pt x="13285" y="68941"/>
                  </a:lnTo>
                  <a:lnTo>
                    <a:pt x="16001" y="65122"/>
                  </a:lnTo>
                  <a:lnTo>
                    <a:pt x="17416" y="63006"/>
                  </a:lnTo>
                  <a:lnTo>
                    <a:pt x="19349" y="60108"/>
                  </a:lnTo>
                  <a:lnTo>
                    <a:pt x="20193" y="58084"/>
                  </a:lnTo>
                  <a:lnTo>
                    <a:pt x="20216" y="56212"/>
                  </a:lnTo>
                  <a:lnTo>
                    <a:pt x="19919" y="53945"/>
                  </a:lnTo>
                  <a:lnTo>
                    <a:pt x="18413" y="48512"/>
                  </a:lnTo>
                  <a:lnTo>
                    <a:pt x="17180" y="43217"/>
                  </a:lnTo>
                  <a:lnTo>
                    <a:pt x="18139" y="41170"/>
                  </a:lnTo>
                  <a:lnTo>
                    <a:pt x="18907" y="40196"/>
                  </a:lnTo>
                  <a:lnTo>
                    <a:pt x="20589" y="37700"/>
                  </a:lnTo>
                  <a:lnTo>
                    <a:pt x="21258" y="37198"/>
                  </a:lnTo>
                  <a:lnTo>
                    <a:pt x="24888" y="36422"/>
                  </a:lnTo>
                  <a:lnTo>
                    <a:pt x="26333" y="34764"/>
                  </a:lnTo>
                  <a:lnTo>
                    <a:pt x="27444" y="32679"/>
                  </a:lnTo>
                  <a:lnTo>
                    <a:pt x="27726" y="31583"/>
                  </a:lnTo>
                  <a:lnTo>
                    <a:pt x="29308" y="30434"/>
                  </a:lnTo>
                  <a:lnTo>
                    <a:pt x="31203" y="29285"/>
                  </a:lnTo>
                  <a:lnTo>
                    <a:pt x="32367" y="27794"/>
                  </a:lnTo>
                  <a:lnTo>
                    <a:pt x="36186" y="25481"/>
                  </a:lnTo>
                  <a:lnTo>
                    <a:pt x="39671" y="23373"/>
                  </a:lnTo>
                  <a:lnTo>
                    <a:pt x="43727" y="21152"/>
                  </a:lnTo>
                  <a:lnTo>
                    <a:pt x="46861" y="19432"/>
                  </a:lnTo>
                  <a:lnTo>
                    <a:pt x="47523" y="17926"/>
                  </a:lnTo>
                  <a:lnTo>
                    <a:pt x="47478" y="16625"/>
                  </a:lnTo>
                  <a:lnTo>
                    <a:pt x="45773" y="13657"/>
                  </a:lnTo>
                  <a:lnTo>
                    <a:pt x="45773" y="10142"/>
                  </a:lnTo>
                  <a:lnTo>
                    <a:pt x="45887" y="7220"/>
                  </a:lnTo>
                  <a:lnTo>
                    <a:pt x="46055" y="5493"/>
                  </a:lnTo>
                  <a:lnTo>
                    <a:pt x="46808" y="677"/>
                  </a:lnTo>
                  <a:lnTo>
                    <a:pt x="46854" y="0"/>
                  </a:lnTo>
                  <a:lnTo>
                    <a:pt x="50110" y="1605"/>
                  </a:lnTo>
                  <a:lnTo>
                    <a:pt x="53450" y="2244"/>
                  </a:lnTo>
                  <a:lnTo>
                    <a:pt x="63410" y="8202"/>
                  </a:lnTo>
                  <a:lnTo>
                    <a:pt x="66552" y="8948"/>
                  </a:lnTo>
                  <a:lnTo>
                    <a:pt x="73522" y="9655"/>
                  </a:lnTo>
                  <a:lnTo>
                    <a:pt x="81731" y="7220"/>
                  </a:lnTo>
                  <a:lnTo>
                    <a:pt x="84835" y="6779"/>
                  </a:lnTo>
                  <a:lnTo>
                    <a:pt x="90238" y="9069"/>
                  </a:lnTo>
                  <a:lnTo>
                    <a:pt x="92619" y="9716"/>
                  </a:lnTo>
                  <a:lnTo>
                    <a:pt x="96621" y="9891"/>
                  </a:lnTo>
                  <a:lnTo>
                    <a:pt x="103461" y="11961"/>
                  </a:lnTo>
                  <a:lnTo>
                    <a:pt x="105204" y="12683"/>
                  </a:lnTo>
                  <a:lnTo>
                    <a:pt x="109190" y="15985"/>
                  </a:lnTo>
                  <a:lnTo>
                    <a:pt x="111100" y="16975"/>
                  </a:lnTo>
                  <a:lnTo>
                    <a:pt x="125260" y="19995"/>
                  </a:lnTo>
                  <a:lnTo>
                    <a:pt x="127193" y="21996"/>
                  </a:lnTo>
                  <a:lnTo>
                    <a:pt x="129163" y="25808"/>
                  </a:lnTo>
                  <a:lnTo>
                    <a:pt x="129247" y="30541"/>
                  </a:lnTo>
                  <a:lnTo>
                    <a:pt x="130335" y="33965"/>
                  </a:lnTo>
                  <a:lnTo>
                    <a:pt x="132092" y="38400"/>
                  </a:lnTo>
                  <a:lnTo>
                    <a:pt x="134215" y="41535"/>
                  </a:lnTo>
                  <a:lnTo>
                    <a:pt x="136566" y="44145"/>
                  </a:lnTo>
                  <a:lnTo>
                    <a:pt x="139267" y="45773"/>
                  </a:lnTo>
                  <a:lnTo>
                    <a:pt x="145476" y="48177"/>
                  </a:lnTo>
                  <a:lnTo>
                    <a:pt x="152476" y="49098"/>
                  </a:lnTo>
                  <a:lnTo>
                    <a:pt x="159536" y="49410"/>
                  </a:lnTo>
                  <a:lnTo>
                    <a:pt x="171657" y="52720"/>
                  </a:lnTo>
                  <a:lnTo>
                    <a:pt x="181936" y="56532"/>
                  </a:lnTo>
                  <a:lnTo>
                    <a:pt x="184470" y="58411"/>
                  </a:lnTo>
                  <a:lnTo>
                    <a:pt x="189621" y="60252"/>
                  </a:lnTo>
                  <a:lnTo>
                    <a:pt x="199854" y="69185"/>
                  </a:lnTo>
                  <a:lnTo>
                    <a:pt x="205553" y="72266"/>
                  </a:lnTo>
                  <a:lnTo>
                    <a:pt x="209547" y="72859"/>
                  </a:lnTo>
                  <a:lnTo>
                    <a:pt x="213131" y="72319"/>
                  </a:lnTo>
                  <a:lnTo>
                    <a:pt x="219500" y="69230"/>
                  </a:lnTo>
                  <a:lnTo>
                    <a:pt x="222132" y="67389"/>
                  </a:lnTo>
                  <a:lnTo>
                    <a:pt x="228539" y="59674"/>
                  </a:lnTo>
                  <a:lnTo>
                    <a:pt x="230646" y="55641"/>
                  </a:lnTo>
                  <a:lnTo>
                    <a:pt x="231483" y="52788"/>
                  </a:lnTo>
                  <a:lnTo>
                    <a:pt x="231278" y="49889"/>
                  </a:lnTo>
                  <a:lnTo>
                    <a:pt x="230479" y="47280"/>
                  </a:lnTo>
                  <a:lnTo>
                    <a:pt x="228683" y="44540"/>
                  </a:lnTo>
                  <a:lnTo>
                    <a:pt x="227428" y="40919"/>
                  </a:lnTo>
                  <a:lnTo>
                    <a:pt x="226690" y="34383"/>
                  </a:lnTo>
                  <a:lnTo>
                    <a:pt x="227694" y="29841"/>
                  </a:lnTo>
                  <a:lnTo>
                    <a:pt x="228919" y="27117"/>
                  </a:lnTo>
                  <a:lnTo>
                    <a:pt x="230852" y="24332"/>
                  </a:lnTo>
                  <a:lnTo>
                    <a:pt x="236170" y="18998"/>
                  </a:lnTo>
                  <a:lnTo>
                    <a:pt x="241519" y="15232"/>
                  </a:lnTo>
                  <a:lnTo>
                    <a:pt x="250946" y="10302"/>
                  </a:lnTo>
                  <a:lnTo>
                    <a:pt x="256417" y="10249"/>
                  </a:lnTo>
                  <a:lnTo>
                    <a:pt x="258684" y="9701"/>
                  </a:lnTo>
                  <a:lnTo>
                    <a:pt x="263188" y="6208"/>
                  </a:lnTo>
                  <a:lnTo>
                    <a:pt x="265014" y="6079"/>
                  </a:lnTo>
                  <a:lnTo>
                    <a:pt x="267540" y="6931"/>
                  </a:lnTo>
                  <a:lnTo>
                    <a:pt x="274966" y="6688"/>
                  </a:lnTo>
                  <a:lnTo>
                    <a:pt x="278238" y="7662"/>
                  </a:lnTo>
                  <a:lnTo>
                    <a:pt x="282141" y="9838"/>
                  </a:lnTo>
                  <a:lnTo>
                    <a:pt x="287071" y="11184"/>
                  </a:lnTo>
                  <a:lnTo>
                    <a:pt x="290548" y="12531"/>
                  </a:lnTo>
                  <a:lnTo>
                    <a:pt x="294254" y="14258"/>
                  </a:lnTo>
                  <a:lnTo>
                    <a:pt x="295091" y="18557"/>
                  </a:lnTo>
                  <a:lnTo>
                    <a:pt x="294680" y="19835"/>
                  </a:lnTo>
                  <a:lnTo>
                    <a:pt x="294588" y="21502"/>
                  </a:lnTo>
                  <a:lnTo>
                    <a:pt x="298431" y="24454"/>
                  </a:lnTo>
                  <a:lnTo>
                    <a:pt x="309349" y="25839"/>
                  </a:lnTo>
                  <a:lnTo>
                    <a:pt x="311502" y="26630"/>
                  </a:lnTo>
                  <a:lnTo>
                    <a:pt x="314508" y="28890"/>
                  </a:lnTo>
                  <a:lnTo>
                    <a:pt x="316440" y="29582"/>
                  </a:lnTo>
                  <a:lnTo>
                    <a:pt x="323920" y="29902"/>
                  </a:lnTo>
                  <a:lnTo>
                    <a:pt x="328280" y="29422"/>
                  </a:lnTo>
                  <a:lnTo>
                    <a:pt x="332433" y="30213"/>
                  </a:lnTo>
                  <a:lnTo>
                    <a:pt x="333971" y="30974"/>
                  </a:lnTo>
                  <a:lnTo>
                    <a:pt x="335561" y="32739"/>
                  </a:lnTo>
                  <a:lnTo>
                    <a:pt x="337486" y="3701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60" name="Freeform: Shape 2259">
              <a:extLst>
                <a:ext uri="{FF2B5EF4-FFF2-40B4-BE49-F238E27FC236}">
                  <a16:creationId xmlns:a16="http://schemas.microsoft.com/office/drawing/2014/main" id="{79B0FF07-A7EB-86BD-B9EB-D1355357222C}"/>
                </a:ext>
              </a:extLst>
            </p:cNvPr>
            <p:cNvSpPr/>
            <p:nvPr/>
          </p:nvSpPr>
          <p:spPr>
            <a:xfrm>
              <a:off x="9292481" y="4185960"/>
              <a:ext cx="258630" cy="207280"/>
            </a:xfrm>
            <a:custGeom>
              <a:avLst/>
              <a:gdLst>
                <a:gd name="csX0" fmla="*/ 233986 w 258630"/>
                <a:gd name="csY0" fmla="*/ 21570 h 207280"/>
                <a:gd name="csX1" fmla="*/ 234603 w 258630"/>
                <a:gd name="csY1" fmla="*/ 23495 h 207280"/>
                <a:gd name="csX2" fmla="*/ 235866 w 258630"/>
                <a:gd name="csY2" fmla="*/ 25032 h 207280"/>
                <a:gd name="csX3" fmla="*/ 240370 w 258630"/>
                <a:gd name="csY3" fmla="*/ 28540 h 207280"/>
                <a:gd name="csX4" fmla="*/ 243040 w 258630"/>
                <a:gd name="csY4" fmla="*/ 30701 h 207280"/>
                <a:gd name="csX5" fmla="*/ 243117 w 258630"/>
                <a:gd name="csY5" fmla="*/ 31446 h 207280"/>
                <a:gd name="csX6" fmla="*/ 242257 w 258630"/>
                <a:gd name="csY6" fmla="*/ 33219 h 207280"/>
                <a:gd name="csX7" fmla="*/ 241892 w 258630"/>
                <a:gd name="csY7" fmla="*/ 34436 h 207280"/>
                <a:gd name="csX8" fmla="*/ 242592 w 258630"/>
                <a:gd name="csY8" fmla="*/ 35738 h 207280"/>
                <a:gd name="csX9" fmla="*/ 244243 w 258630"/>
                <a:gd name="csY9" fmla="*/ 37305 h 207280"/>
                <a:gd name="csX10" fmla="*/ 244372 w 258630"/>
                <a:gd name="csY10" fmla="*/ 38058 h 207280"/>
                <a:gd name="csX11" fmla="*/ 243976 w 258630"/>
                <a:gd name="csY11" fmla="*/ 38933 h 207280"/>
                <a:gd name="csX12" fmla="*/ 243124 w 258630"/>
                <a:gd name="csY12" fmla="*/ 40615 h 207280"/>
                <a:gd name="csX13" fmla="*/ 244935 w 258630"/>
                <a:gd name="csY13" fmla="*/ 45545 h 207280"/>
                <a:gd name="csX14" fmla="*/ 245239 w 258630"/>
                <a:gd name="csY14" fmla="*/ 50315 h 207280"/>
                <a:gd name="csX15" fmla="*/ 244768 w 258630"/>
                <a:gd name="csY15" fmla="*/ 53701 h 207280"/>
                <a:gd name="csX16" fmla="*/ 244783 w 258630"/>
                <a:gd name="csY16" fmla="*/ 55657 h 207280"/>
                <a:gd name="csX17" fmla="*/ 245019 w 258630"/>
                <a:gd name="csY17" fmla="*/ 57315 h 207280"/>
                <a:gd name="csX18" fmla="*/ 246556 w 258630"/>
                <a:gd name="csY18" fmla="*/ 61142 h 207280"/>
                <a:gd name="csX19" fmla="*/ 245529 w 258630"/>
                <a:gd name="csY19" fmla="*/ 67465 h 207280"/>
                <a:gd name="csX20" fmla="*/ 246685 w 258630"/>
                <a:gd name="csY20" fmla="*/ 70904 h 207280"/>
                <a:gd name="csX21" fmla="*/ 248275 w 258630"/>
                <a:gd name="csY21" fmla="*/ 73689 h 207280"/>
                <a:gd name="csX22" fmla="*/ 249143 w 258630"/>
                <a:gd name="csY22" fmla="*/ 78650 h 207280"/>
                <a:gd name="csX23" fmla="*/ 250421 w 258630"/>
                <a:gd name="csY23" fmla="*/ 81001 h 207280"/>
                <a:gd name="csX24" fmla="*/ 252513 w 258630"/>
                <a:gd name="csY24" fmla="*/ 83063 h 207280"/>
                <a:gd name="csX25" fmla="*/ 253708 w 258630"/>
                <a:gd name="csY25" fmla="*/ 83755 h 207280"/>
                <a:gd name="csX26" fmla="*/ 256013 w 258630"/>
                <a:gd name="csY26" fmla="*/ 85460 h 207280"/>
                <a:gd name="csX27" fmla="*/ 257664 w 258630"/>
                <a:gd name="csY27" fmla="*/ 86875 h 207280"/>
                <a:gd name="csX28" fmla="*/ 258630 w 258630"/>
                <a:gd name="csY28" fmla="*/ 88990 h 207280"/>
                <a:gd name="csX29" fmla="*/ 256561 w 258630"/>
                <a:gd name="csY29" fmla="*/ 90725 h 207280"/>
                <a:gd name="csX30" fmla="*/ 254902 w 258630"/>
                <a:gd name="csY30" fmla="*/ 92277 h 207280"/>
                <a:gd name="csX31" fmla="*/ 254431 w 258630"/>
                <a:gd name="csY31" fmla="*/ 93951 h 207280"/>
                <a:gd name="csX32" fmla="*/ 255207 w 258630"/>
                <a:gd name="csY32" fmla="*/ 96629 h 207280"/>
                <a:gd name="csX33" fmla="*/ 255207 w 258630"/>
                <a:gd name="csY33" fmla="*/ 98067 h 207280"/>
                <a:gd name="csX34" fmla="*/ 254149 w 258630"/>
                <a:gd name="csY34" fmla="*/ 98523 h 207280"/>
                <a:gd name="csX35" fmla="*/ 249843 w 258630"/>
                <a:gd name="csY35" fmla="*/ 98371 h 207280"/>
                <a:gd name="csX36" fmla="*/ 246464 w 258630"/>
                <a:gd name="csY36" fmla="*/ 98257 h 207280"/>
                <a:gd name="csX37" fmla="*/ 242584 w 258630"/>
                <a:gd name="csY37" fmla="*/ 98128 h 207280"/>
                <a:gd name="csX38" fmla="*/ 237121 w 258630"/>
                <a:gd name="csY38" fmla="*/ 97869 h 207280"/>
                <a:gd name="csX39" fmla="*/ 233743 w 258630"/>
                <a:gd name="csY39" fmla="*/ 97709 h 207280"/>
                <a:gd name="csX40" fmla="*/ 229102 w 258630"/>
                <a:gd name="csY40" fmla="*/ 97496 h 207280"/>
                <a:gd name="csX41" fmla="*/ 227504 w 258630"/>
                <a:gd name="csY41" fmla="*/ 97603 h 207280"/>
                <a:gd name="csX42" fmla="*/ 223251 w 258630"/>
                <a:gd name="csY42" fmla="*/ 98348 h 207280"/>
                <a:gd name="csX43" fmla="*/ 220245 w 258630"/>
                <a:gd name="csY43" fmla="*/ 98881 h 207280"/>
                <a:gd name="csX44" fmla="*/ 219735 w 258630"/>
                <a:gd name="csY44" fmla="*/ 99026 h 207280"/>
                <a:gd name="csX45" fmla="*/ 218800 w 258630"/>
                <a:gd name="csY45" fmla="*/ 99687 h 207280"/>
                <a:gd name="csX46" fmla="*/ 218153 w 258630"/>
                <a:gd name="csY46" fmla="*/ 101658 h 207280"/>
                <a:gd name="csX47" fmla="*/ 217575 w 258630"/>
                <a:gd name="csY47" fmla="*/ 103903 h 207280"/>
                <a:gd name="csX48" fmla="*/ 216951 w 258630"/>
                <a:gd name="csY48" fmla="*/ 104899 h 207280"/>
                <a:gd name="csX49" fmla="*/ 207935 w 258630"/>
                <a:gd name="csY49" fmla="*/ 108141 h 207280"/>
                <a:gd name="csX50" fmla="*/ 204412 w 258630"/>
                <a:gd name="csY50" fmla="*/ 108589 h 207280"/>
                <a:gd name="csX51" fmla="*/ 202373 w 258630"/>
                <a:gd name="csY51" fmla="*/ 108255 h 207280"/>
                <a:gd name="csX52" fmla="*/ 200920 w 258630"/>
                <a:gd name="csY52" fmla="*/ 108521 h 207280"/>
                <a:gd name="csX53" fmla="*/ 199672 w 258630"/>
                <a:gd name="csY53" fmla="*/ 109213 h 207280"/>
                <a:gd name="csX54" fmla="*/ 199246 w 258630"/>
                <a:gd name="csY54" fmla="*/ 110256 h 207280"/>
                <a:gd name="csX55" fmla="*/ 199185 w 258630"/>
                <a:gd name="csY55" fmla="*/ 111595 h 207280"/>
                <a:gd name="csX56" fmla="*/ 199451 w 258630"/>
                <a:gd name="csY56" fmla="*/ 112942 h 207280"/>
                <a:gd name="csX57" fmla="*/ 200318 w 258630"/>
                <a:gd name="csY57" fmla="*/ 114813 h 207280"/>
                <a:gd name="csX58" fmla="*/ 200471 w 258630"/>
                <a:gd name="csY58" fmla="*/ 116685 h 207280"/>
                <a:gd name="csX59" fmla="*/ 199915 w 258630"/>
                <a:gd name="csY59" fmla="*/ 118009 h 207280"/>
                <a:gd name="csX60" fmla="*/ 199786 w 258630"/>
                <a:gd name="csY60" fmla="*/ 119333 h 207280"/>
                <a:gd name="csX61" fmla="*/ 199527 w 258630"/>
                <a:gd name="csY61" fmla="*/ 120763 h 207280"/>
                <a:gd name="csX62" fmla="*/ 199991 w 258630"/>
                <a:gd name="csY62" fmla="*/ 121539 h 207280"/>
                <a:gd name="csX63" fmla="*/ 200859 w 258630"/>
                <a:gd name="csY63" fmla="*/ 121661 h 207280"/>
                <a:gd name="csX64" fmla="*/ 201734 w 258630"/>
                <a:gd name="csY64" fmla="*/ 122315 h 207280"/>
                <a:gd name="csX65" fmla="*/ 202966 w 258630"/>
                <a:gd name="csY65" fmla="*/ 122909 h 207280"/>
                <a:gd name="csX66" fmla="*/ 203986 w 258630"/>
                <a:gd name="csY66" fmla="*/ 124042 h 207280"/>
                <a:gd name="csX67" fmla="*/ 203940 w 258630"/>
                <a:gd name="csY67" fmla="*/ 125655 h 207280"/>
                <a:gd name="csX68" fmla="*/ 203088 w 258630"/>
                <a:gd name="csY68" fmla="*/ 126568 h 207280"/>
                <a:gd name="csX69" fmla="*/ 202335 w 258630"/>
                <a:gd name="csY69" fmla="*/ 127048 h 207280"/>
                <a:gd name="csX70" fmla="*/ 198957 w 258630"/>
                <a:gd name="csY70" fmla="*/ 127474 h 207280"/>
                <a:gd name="csX71" fmla="*/ 196286 w 258630"/>
                <a:gd name="csY71" fmla="*/ 127816 h 207280"/>
                <a:gd name="csX72" fmla="*/ 192794 w 258630"/>
                <a:gd name="csY72" fmla="*/ 130388 h 207280"/>
                <a:gd name="csX73" fmla="*/ 189073 w 258630"/>
                <a:gd name="csY73" fmla="*/ 133127 h 207280"/>
                <a:gd name="csX74" fmla="*/ 184675 w 258630"/>
                <a:gd name="csY74" fmla="*/ 134938 h 207280"/>
                <a:gd name="csX75" fmla="*/ 182735 w 258630"/>
                <a:gd name="csY75" fmla="*/ 135448 h 207280"/>
                <a:gd name="csX76" fmla="*/ 179349 w 258630"/>
                <a:gd name="csY76" fmla="*/ 136749 h 207280"/>
                <a:gd name="csX77" fmla="*/ 175294 w 258630"/>
                <a:gd name="csY77" fmla="*/ 138887 h 207280"/>
                <a:gd name="csX78" fmla="*/ 173293 w 258630"/>
                <a:gd name="csY78" fmla="*/ 142311 h 207280"/>
                <a:gd name="csX79" fmla="*/ 170774 w 258630"/>
                <a:gd name="csY79" fmla="*/ 146252 h 207280"/>
                <a:gd name="csX80" fmla="*/ 168347 w 258630"/>
                <a:gd name="csY80" fmla="*/ 148892 h 207280"/>
                <a:gd name="csX81" fmla="*/ 165038 w 258630"/>
                <a:gd name="csY81" fmla="*/ 151395 h 207280"/>
                <a:gd name="csX82" fmla="*/ 161948 w 258630"/>
                <a:gd name="csY82" fmla="*/ 152346 h 207280"/>
                <a:gd name="csX83" fmla="*/ 158068 w 258630"/>
                <a:gd name="csY83" fmla="*/ 153548 h 207280"/>
                <a:gd name="csX84" fmla="*/ 153176 w 258630"/>
                <a:gd name="csY84" fmla="*/ 154469 h 207280"/>
                <a:gd name="csX85" fmla="*/ 149714 w 258630"/>
                <a:gd name="csY85" fmla="*/ 154773 h 207280"/>
                <a:gd name="csX86" fmla="*/ 148679 w 258630"/>
                <a:gd name="csY86" fmla="*/ 154971 h 207280"/>
                <a:gd name="csX87" fmla="*/ 145628 w 258630"/>
                <a:gd name="csY87" fmla="*/ 155032 h 207280"/>
                <a:gd name="csX88" fmla="*/ 144137 w 258630"/>
                <a:gd name="csY88" fmla="*/ 154842 h 207280"/>
                <a:gd name="csX89" fmla="*/ 143018 w 258630"/>
                <a:gd name="csY89" fmla="*/ 154735 h 207280"/>
                <a:gd name="csX90" fmla="*/ 142569 w 258630"/>
                <a:gd name="csY90" fmla="*/ 155017 h 207280"/>
                <a:gd name="csX91" fmla="*/ 142417 w 258630"/>
                <a:gd name="csY91" fmla="*/ 155633 h 207280"/>
                <a:gd name="csX92" fmla="*/ 142356 w 258630"/>
                <a:gd name="csY92" fmla="*/ 157048 h 207280"/>
                <a:gd name="csX93" fmla="*/ 142151 w 258630"/>
                <a:gd name="csY93" fmla="*/ 158669 h 207280"/>
                <a:gd name="csX94" fmla="*/ 141185 w 258630"/>
                <a:gd name="csY94" fmla="*/ 160031 h 207280"/>
                <a:gd name="csX95" fmla="*/ 140500 w 258630"/>
                <a:gd name="csY95" fmla="*/ 160640 h 207280"/>
                <a:gd name="csX96" fmla="*/ 139701 w 258630"/>
                <a:gd name="csY96" fmla="*/ 160891 h 207280"/>
                <a:gd name="csX97" fmla="*/ 137137 w 258630"/>
                <a:gd name="csY97" fmla="*/ 160526 h 207280"/>
                <a:gd name="csX98" fmla="*/ 134991 w 258630"/>
                <a:gd name="csY98" fmla="*/ 160092 h 207280"/>
                <a:gd name="csX99" fmla="*/ 129886 w 258630"/>
                <a:gd name="csY99" fmla="*/ 159514 h 207280"/>
                <a:gd name="csX100" fmla="*/ 128866 w 258630"/>
                <a:gd name="csY100" fmla="*/ 159650 h 207280"/>
                <a:gd name="csX101" fmla="*/ 128486 w 258630"/>
                <a:gd name="csY101" fmla="*/ 159818 h 207280"/>
                <a:gd name="csX102" fmla="*/ 126896 w 258630"/>
                <a:gd name="csY102" fmla="*/ 160746 h 207280"/>
                <a:gd name="csX103" fmla="*/ 124446 w 258630"/>
                <a:gd name="csY103" fmla="*/ 162694 h 207280"/>
                <a:gd name="csX104" fmla="*/ 122779 w 258630"/>
                <a:gd name="csY104" fmla="*/ 164398 h 207280"/>
                <a:gd name="csX105" fmla="*/ 121539 w 258630"/>
                <a:gd name="csY105" fmla="*/ 165197 h 207280"/>
                <a:gd name="csX106" fmla="*/ 118572 w 258630"/>
                <a:gd name="csY106" fmla="*/ 165616 h 207280"/>
                <a:gd name="csX107" fmla="*/ 117278 w 258630"/>
                <a:gd name="csY107" fmla="*/ 166239 h 207280"/>
                <a:gd name="csX108" fmla="*/ 111755 w 258630"/>
                <a:gd name="csY108" fmla="*/ 170493 h 207280"/>
                <a:gd name="csX109" fmla="*/ 110575 w 258630"/>
                <a:gd name="csY109" fmla="*/ 171527 h 207280"/>
                <a:gd name="csX110" fmla="*/ 104892 w 258630"/>
                <a:gd name="csY110" fmla="*/ 175218 h 207280"/>
                <a:gd name="csX111" fmla="*/ 103286 w 258630"/>
                <a:gd name="csY111" fmla="*/ 176442 h 207280"/>
                <a:gd name="csX112" fmla="*/ 102031 w 258630"/>
                <a:gd name="csY112" fmla="*/ 177652 h 207280"/>
                <a:gd name="csX113" fmla="*/ 98638 w 258630"/>
                <a:gd name="csY113" fmla="*/ 180376 h 207280"/>
                <a:gd name="csX114" fmla="*/ 96469 w 258630"/>
                <a:gd name="csY114" fmla="*/ 181571 h 207280"/>
                <a:gd name="csX115" fmla="*/ 96074 w 258630"/>
                <a:gd name="csY115" fmla="*/ 182278 h 207280"/>
                <a:gd name="csX116" fmla="*/ 95967 w 258630"/>
                <a:gd name="csY116" fmla="*/ 183937 h 207280"/>
                <a:gd name="csX117" fmla="*/ 95967 w 258630"/>
                <a:gd name="csY117" fmla="*/ 187604 h 207280"/>
                <a:gd name="csX118" fmla="*/ 95967 w 258630"/>
                <a:gd name="csY118" fmla="*/ 191120 h 207280"/>
                <a:gd name="csX119" fmla="*/ 95967 w 258630"/>
                <a:gd name="csY119" fmla="*/ 196217 h 207280"/>
                <a:gd name="csX120" fmla="*/ 95967 w 258630"/>
                <a:gd name="csY120" fmla="*/ 201315 h 207280"/>
                <a:gd name="csX121" fmla="*/ 95967 w 258630"/>
                <a:gd name="csY121" fmla="*/ 207173 h 207280"/>
                <a:gd name="csX122" fmla="*/ 93098 w 258630"/>
                <a:gd name="csY122" fmla="*/ 207173 h 207280"/>
                <a:gd name="csX123" fmla="*/ 93098 w 258630"/>
                <a:gd name="csY123" fmla="*/ 207181 h 207280"/>
                <a:gd name="csX124" fmla="*/ 93083 w 258630"/>
                <a:gd name="csY124" fmla="*/ 207173 h 207280"/>
                <a:gd name="csX125" fmla="*/ 0 w 258630"/>
                <a:gd name="csY125" fmla="*/ 207280 h 207280"/>
                <a:gd name="csX126" fmla="*/ 30 w 258630"/>
                <a:gd name="csY126" fmla="*/ 207189 h 207280"/>
                <a:gd name="csX127" fmla="*/ 2922 w 258630"/>
                <a:gd name="csY127" fmla="*/ 204450 h 207280"/>
                <a:gd name="csX128" fmla="*/ 4877 w 258630"/>
                <a:gd name="csY128" fmla="*/ 200980 h 207280"/>
                <a:gd name="csX129" fmla="*/ 8194 w 258630"/>
                <a:gd name="csY129" fmla="*/ 199436 h 207280"/>
                <a:gd name="csX130" fmla="*/ 15134 w 258630"/>
                <a:gd name="csY130" fmla="*/ 198690 h 207280"/>
                <a:gd name="csX131" fmla="*/ 25443 w 258630"/>
                <a:gd name="csY131" fmla="*/ 195806 h 207280"/>
                <a:gd name="csX132" fmla="*/ 34695 w 258630"/>
                <a:gd name="csY132" fmla="*/ 191447 h 207280"/>
                <a:gd name="csX133" fmla="*/ 37312 w 258630"/>
                <a:gd name="csY133" fmla="*/ 189712 h 207280"/>
                <a:gd name="csX134" fmla="*/ 40112 w 258630"/>
                <a:gd name="csY134" fmla="*/ 186227 h 207280"/>
                <a:gd name="csX135" fmla="*/ 44769 w 258630"/>
                <a:gd name="csY135" fmla="*/ 181685 h 207280"/>
                <a:gd name="csX136" fmla="*/ 53465 w 258630"/>
                <a:gd name="csY136" fmla="*/ 176222 h 207280"/>
                <a:gd name="csX137" fmla="*/ 57468 w 258630"/>
                <a:gd name="csY137" fmla="*/ 173163 h 207280"/>
                <a:gd name="csX138" fmla="*/ 63570 w 258630"/>
                <a:gd name="csY138" fmla="*/ 165486 h 207280"/>
                <a:gd name="csX139" fmla="*/ 67625 w 258630"/>
                <a:gd name="csY139" fmla="*/ 159118 h 207280"/>
                <a:gd name="csX140" fmla="*/ 70996 w 258630"/>
                <a:gd name="csY140" fmla="*/ 155009 h 207280"/>
                <a:gd name="csX141" fmla="*/ 73324 w 258630"/>
                <a:gd name="csY141" fmla="*/ 151357 h 207280"/>
                <a:gd name="csX142" fmla="*/ 74960 w 258630"/>
                <a:gd name="csY142" fmla="*/ 147652 h 207280"/>
                <a:gd name="csX143" fmla="*/ 75880 w 258630"/>
                <a:gd name="csY143" fmla="*/ 141672 h 207280"/>
                <a:gd name="csX144" fmla="*/ 75264 w 258630"/>
                <a:gd name="csY144" fmla="*/ 139328 h 207280"/>
                <a:gd name="csX145" fmla="*/ 72692 w 258630"/>
                <a:gd name="csY145" fmla="*/ 135493 h 207280"/>
                <a:gd name="csX146" fmla="*/ 70973 w 258630"/>
                <a:gd name="csY146" fmla="*/ 134466 h 207280"/>
                <a:gd name="csX147" fmla="*/ 70509 w 258630"/>
                <a:gd name="csY147" fmla="*/ 132655 h 207280"/>
                <a:gd name="csX148" fmla="*/ 71429 w 258630"/>
                <a:gd name="csY148" fmla="*/ 129460 h 207280"/>
                <a:gd name="csX149" fmla="*/ 71414 w 258630"/>
                <a:gd name="csY149" fmla="*/ 123951 h 207280"/>
                <a:gd name="csX150" fmla="*/ 71931 w 258630"/>
                <a:gd name="csY150" fmla="*/ 115125 h 207280"/>
                <a:gd name="csX151" fmla="*/ 74792 w 258630"/>
                <a:gd name="csY151" fmla="*/ 107981 h 207280"/>
                <a:gd name="csX152" fmla="*/ 81784 w 258630"/>
                <a:gd name="csY152" fmla="*/ 98584 h 207280"/>
                <a:gd name="csX153" fmla="*/ 83086 w 258630"/>
                <a:gd name="csY153" fmla="*/ 94712 h 207280"/>
                <a:gd name="csX154" fmla="*/ 83884 w 258630"/>
                <a:gd name="csY154" fmla="*/ 88548 h 207280"/>
                <a:gd name="csX155" fmla="*/ 83953 w 258630"/>
                <a:gd name="csY155" fmla="*/ 86365 h 207280"/>
                <a:gd name="csX156" fmla="*/ 92703 w 258630"/>
                <a:gd name="csY156" fmla="*/ 77569 h 207280"/>
                <a:gd name="csX157" fmla="*/ 97823 w 258630"/>
                <a:gd name="csY157" fmla="*/ 70805 h 207280"/>
                <a:gd name="csX158" fmla="*/ 99604 w 258630"/>
                <a:gd name="csY158" fmla="*/ 69147 h 207280"/>
                <a:gd name="csX159" fmla="*/ 104123 w 258630"/>
                <a:gd name="csY159" fmla="*/ 66050 h 207280"/>
                <a:gd name="csX160" fmla="*/ 119903 w 258630"/>
                <a:gd name="csY160" fmla="*/ 59271 h 207280"/>
                <a:gd name="csX161" fmla="*/ 128821 w 258630"/>
                <a:gd name="csY161" fmla="*/ 54409 h 207280"/>
                <a:gd name="csX162" fmla="*/ 134025 w 258630"/>
                <a:gd name="csY162" fmla="*/ 50863 h 207280"/>
                <a:gd name="csX163" fmla="*/ 137129 w 258630"/>
                <a:gd name="csY163" fmla="*/ 46656 h 207280"/>
                <a:gd name="csX164" fmla="*/ 145727 w 258630"/>
                <a:gd name="csY164" fmla="*/ 30077 h 207280"/>
                <a:gd name="csX165" fmla="*/ 154165 w 258630"/>
                <a:gd name="csY165" fmla="*/ 6521 h 207280"/>
                <a:gd name="csX166" fmla="*/ 154872 w 258630"/>
                <a:gd name="csY166" fmla="*/ 3782 h 207280"/>
                <a:gd name="csX167" fmla="*/ 158646 w 258630"/>
                <a:gd name="csY167" fmla="*/ 2990 h 207280"/>
                <a:gd name="csX168" fmla="*/ 161317 w 258630"/>
                <a:gd name="csY168" fmla="*/ 2648 h 207280"/>
                <a:gd name="csX169" fmla="*/ 163470 w 258630"/>
                <a:gd name="csY169" fmla="*/ 1780 h 207280"/>
                <a:gd name="csX170" fmla="*/ 166133 w 258630"/>
                <a:gd name="csY170" fmla="*/ 0 h 207280"/>
                <a:gd name="csX171" fmla="*/ 168690 w 258630"/>
                <a:gd name="csY171" fmla="*/ 715 h 207280"/>
                <a:gd name="csX172" fmla="*/ 167411 w 258630"/>
                <a:gd name="csY172" fmla="*/ 1925 h 207280"/>
                <a:gd name="csX173" fmla="*/ 167411 w 258630"/>
                <a:gd name="csY173" fmla="*/ 4847 h 207280"/>
                <a:gd name="csX174" fmla="*/ 169222 w 258630"/>
                <a:gd name="csY174" fmla="*/ 8263 h 207280"/>
                <a:gd name="csX175" fmla="*/ 172372 w 258630"/>
                <a:gd name="csY175" fmla="*/ 12098 h 207280"/>
                <a:gd name="csX176" fmla="*/ 178094 w 258630"/>
                <a:gd name="csY176" fmla="*/ 16960 h 207280"/>
                <a:gd name="csX177" fmla="*/ 182552 w 258630"/>
                <a:gd name="csY177" fmla="*/ 18907 h 207280"/>
                <a:gd name="csX178" fmla="*/ 188921 w 258630"/>
                <a:gd name="csY178" fmla="*/ 20079 h 207280"/>
                <a:gd name="csX179" fmla="*/ 196347 w 258630"/>
                <a:gd name="csY179" fmla="*/ 17949 h 207280"/>
                <a:gd name="csX180" fmla="*/ 200501 w 258630"/>
                <a:gd name="csY180" fmla="*/ 17911 h 207280"/>
                <a:gd name="csX181" fmla="*/ 202517 w 258630"/>
                <a:gd name="csY181" fmla="*/ 16990 h 207280"/>
                <a:gd name="csX182" fmla="*/ 204716 w 258630"/>
                <a:gd name="csY182" fmla="*/ 18337 h 207280"/>
                <a:gd name="csX183" fmla="*/ 208893 w 258630"/>
                <a:gd name="csY183" fmla="*/ 18770 h 207280"/>
                <a:gd name="csX184" fmla="*/ 212926 w 258630"/>
                <a:gd name="csY184" fmla="*/ 18063 h 207280"/>
                <a:gd name="csX185" fmla="*/ 215977 w 258630"/>
                <a:gd name="csY185" fmla="*/ 16024 h 207280"/>
                <a:gd name="csX186" fmla="*/ 217917 w 258630"/>
                <a:gd name="csY186" fmla="*/ 13673 h 207280"/>
                <a:gd name="csX187" fmla="*/ 218221 w 258630"/>
                <a:gd name="csY187" fmla="*/ 14829 h 207280"/>
                <a:gd name="csX188" fmla="*/ 218313 w 258630"/>
                <a:gd name="csY188" fmla="*/ 16077 h 207280"/>
                <a:gd name="csX189" fmla="*/ 218906 w 258630"/>
                <a:gd name="csY189" fmla="*/ 16807 h 207280"/>
                <a:gd name="csX190" fmla="*/ 220108 w 258630"/>
                <a:gd name="csY190" fmla="*/ 19790 h 207280"/>
                <a:gd name="csX191" fmla="*/ 220740 w 258630"/>
                <a:gd name="csY191" fmla="*/ 20954 h 207280"/>
                <a:gd name="csX192" fmla="*/ 223061 w 258630"/>
                <a:gd name="csY192" fmla="*/ 20764 h 207280"/>
                <a:gd name="csX193" fmla="*/ 225077 w 258630"/>
                <a:gd name="csY193" fmla="*/ 21350 h 207280"/>
                <a:gd name="csX194" fmla="*/ 229627 w 258630"/>
                <a:gd name="csY194" fmla="*/ 21068 h 207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Lst>
              <a:rect l="l" t="t" r="r" b="b"/>
              <a:pathLst>
                <a:path w="258630" h="207280">
                  <a:moveTo>
                    <a:pt x="233986" y="21570"/>
                  </a:moveTo>
                  <a:lnTo>
                    <a:pt x="234603" y="23495"/>
                  </a:lnTo>
                  <a:lnTo>
                    <a:pt x="235866" y="25032"/>
                  </a:lnTo>
                  <a:lnTo>
                    <a:pt x="240370" y="28540"/>
                  </a:lnTo>
                  <a:lnTo>
                    <a:pt x="243040" y="30701"/>
                  </a:lnTo>
                  <a:lnTo>
                    <a:pt x="243117" y="31446"/>
                  </a:lnTo>
                  <a:lnTo>
                    <a:pt x="242257" y="33219"/>
                  </a:lnTo>
                  <a:lnTo>
                    <a:pt x="241892" y="34436"/>
                  </a:lnTo>
                  <a:lnTo>
                    <a:pt x="242592" y="35738"/>
                  </a:lnTo>
                  <a:lnTo>
                    <a:pt x="244243" y="37305"/>
                  </a:lnTo>
                  <a:lnTo>
                    <a:pt x="244372" y="38058"/>
                  </a:lnTo>
                  <a:lnTo>
                    <a:pt x="243976" y="38933"/>
                  </a:lnTo>
                  <a:lnTo>
                    <a:pt x="243124" y="40615"/>
                  </a:lnTo>
                  <a:lnTo>
                    <a:pt x="244935" y="45545"/>
                  </a:lnTo>
                  <a:lnTo>
                    <a:pt x="245239" y="50315"/>
                  </a:lnTo>
                  <a:lnTo>
                    <a:pt x="244768" y="53701"/>
                  </a:lnTo>
                  <a:lnTo>
                    <a:pt x="244783" y="55657"/>
                  </a:lnTo>
                  <a:lnTo>
                    <a:pt x="245019" y="57315"/>
                  </a:lnTo>
                  <a:lnTo>
                    <a:pt x="246556" y="61142"/>
                  </a:lnTo>
                  <a:lnTo>
                    <a:pt x="245529" y="67465"/>
                  </a:lnTo>
                  <a:lnTo>
                    <a:pt x="246685" y="70904"/>
                  </a:lnTo>
                  <a:lnTo>
                    <a:pt x="248275" y="73689"/>
                  </a:lnTo>
                  <a:lnTo>
                    <a:pt x="249143" y="78650"/>
                  </a:lnTo>
                  <a:lnTo>
                    <a:pt x="250421" y="81001"/>
                  </a:lnTo>
                  <a:lnTo>
                    <a:pt x="252513" y="83063"/>
                  </a:lnTo>
                  <a:lnTo>
                    <a:pt x="253708" y="83755"/>
                  </a:lnTo>
                  <a:lnTo>
                    <a:pt x="256013" y="85460"/>
                  </a:lnTo>
                  <a:lnTo>
                    <a:pt x="257664" y="86875"/>
                  </a:lnTo>
                  <a:lnTo>
                    <a:pt x="258630" y="88990"/>
                  </a:lnTo>
                  <a:lnTo>
                    <a:pt x="256561" y="90725"/>
                  </a:lnTo>
                  <a:lnTo>
                    <a:pt x="254902" y="92277"/>
                  </a:lnTo>
                  <a:lnTo>
                    <a:pt x="254431" y="93951"/>
                  </a:lnTo>
                  <a:lnTo>
                    <a:pt x="255207" y="96629"/>
                  </a:lnTo>
                  <a:lnTo>
                    <a:pt x="255207" y="98067"/>
                  </a:lnTo>
                  <a:lnTo>
                    <a:pt x="254149" y="98523"/>
                  </a:lnTo>
                  <a:lnTo>
                    <a:pt x="249843" y="98371"/>
                  </a:lnTo>
                  <a:lnTo>
                    <a:pt x="246464" y="98257"/>
                  </a:lnTo>
                  <a:lnTo>
                    <a:pt x="242584" y="98128"/>
                  </a:lnTo>
                  <a:lnTo>
                    <a:pt x="237121" y="97869"/>
                  </a:lnTo>
                  <a:lnTo>
                    <a:pt x="233743" y="97709"/>
                  </a:lnTo>
                  <a:lnTo>
                    <a:pt x="229102" y="97496"/>
                  </a:lnTo>
                  <a:lnTo>
                    <a:pt x="227504" y="97603"/>
                  </a:lnTo>
                  <a:lnTo>
                    <a:pt x="223251" y="98348"/>
                  </a:lnTo>
                  <a:lnTo>
                    <a:pt x="220245" y="98881"/>
                  </a:lnTo>
                  <a:lnTo>
                    <a:pt x="219735" y="99026"/>
                  </a:lnTo>
                  <a:lnTo>
                    <a:pt x="218800" y="99687"/>
                  </a:lnTo>
                  <a:lnTo>
                    <a:pt x="218153" y="101658"/>
                  </a:lnTo>
                  <a:lnTo>
                    <a:pt x="217575" y="103903"/>
                  </a:lnTo>
                  <a:lnTo>
                    <a:pt x="216951" y="104899"/>
                  </a:lnTo>
                  <a:lnTo>
                    <a:pt x="207935" y="108141"/>
                  </a:lnTo>
                  <a:lnTo>
                    <a:pt x="204412" y="108589"/>
                  </a:lnTo>
                  <a:lnTo>
                    <a:pt x="202373" y="108255"/>
                  </a:lnTo>
                  <a:lnTo>
                    <a:pt x="200920" y="108521"/>
                  </a:lnTo>
                  <a:lnTo>
                    <a:pt x="199672" y="109213"/>
                  </a:lnTo>
                  <a:lnTo>
                    <a:pt x="199246" y="110256"/>
                  </a:lnTo>
                  <a:lnTo>
                    <a:pt x="199185" y="111595"/>
                  </a:lnTo>
                  <a:lnTo>
                    <a:pt x="199451" y="112942"/>
                  </a:lnTo>
                  <a:lnTo>
                    <a:pt x="200318" y="114813"/>
                  </a:lnTo>
                  <a:lnTo>
                    <a:pt x="200471" y="116685"/>
                  </a:lnTo>
                  <a:lnTo>
                    <a:pt x="199915" y="118009"/>
                  </a:lnTo>
                  <a:lnTo>
                    <a:pt x="199786" y="119333"/>
                  </a:lnTo>
                  <a:lnTo>
                    <a:pt x="199527" y="120763"/>
                  </a:lnTo>
                  <a:lnTo>
                    <a:pt x="199991" y="121539"/>
                  </a:lnTo>
                  <a:lnTo>
                    <a:pt x="200859" y="121661"/>
                  </a:lnTo>
                  <a:lnTo>
                    <a:pt x="201734" y="122315"/>
                  </a:lnTo>
                  <a:lnTo>
                    <a:pt x="202966" y="122909"/>
                  </a:lnTo>
                  <a:lnTo>
                    <a:pt x="203986" y="124042"/>
                  </a:lnTo>
                  <a:lnTo>
                    <a:pt x="203940" y="125655"/>
                  </a:lnTo>
                  <a:lnTo>
                    <a:pt x="203088" y="126568"/>
                  </a:lnTo>
                  <a:lnTo>
                    <a:pt x="202335" y="127048"/>
                  </a:lnTo>
                  <a:lnTo>
                    <a:pt x="198957" y="127474"/>
                  </a:lnTo>
                  <a:lnTo>
                    <a:pt x="196286" y="127816"/>
                  </a:lnTo>
                  <a:lnTo>
                    <a:pt x="192794" y="130388"/>
                  </a:lnTo>
                  <a:lnTo>
                    <a:pt x="189073" y="133127"/>
                  </a:lnTo>
                  <a:lnTo>
                    <a:pt x="184675" y="134938"/>
                  </a:lnTo>
                  <a:lnTo>
                    <a:pt x="182735" y="135448"/>
                  </a:lnTo>
                  <a:lnTo>
                    <a:pt x="179349" y="136749"/>
                  </a:lnTo>
                  <a:lnTo>
                    <a:pt x="175294" y="138887"/>
                  </a:lnTo>
                  <a:lnTo>
                    <a:pt x="173293" y="142311"/>
                  </a:lnTo>
                  <a:lnTo>
                    <a:pt x="170774" y="146252"/>
                  </a:lnTo>
                  <a:lnTo>
                    <a:pt x="168347" y="148892"/>
                  </a:lnTo>
                  <a:lnTo>
                    <a:pt x="165038" y="151395"/>
                  </a:lnTo>
                  <a:lnTo>
                    <a:pt x="161948" y="152346"/>
                  </a:lnTo>
                  <a:lnTo>
                    <a:pt x="158068" y="153548"/>
                  </a:lnTo>
                  <a:lnTo>
                    <a:pt x="153176" y="154469"/>
                  </a:lnTo>
                  <a:lnTo>
                    <a:pt x="149714" y="154773"/>
                  </a:lnTo>
                  <a:lnTo>
                    <a:pt x="148679" y="154971"/>
                  </a:lnTo>
                  <a:lnTo>
                    <a:pt x="145628" y="155032"/>
                  </a:lnTo>
                  <a:lnTo>
                    <a:pt x="144137" y="154842"/>
                  </a:lnTo>
                  <a:lnTo>
                    <a:pt x="143018" y="154735"/>
                  </a:lnTo>
                  <a:lnTo>
                    <a:pt x="142569" y="155017"/>
                  </a:lnTo>
                  <a:lnTo>
                    <a:pt x="142417" y="155633"/>
                  </a:lnTo>
                  <a:lnTo>
                    <a:pt x="142356" y="157048"/>
                  </a:lnTo>
                  <a:lnTo>
                    <a:pt x="142151" y="158669"/>
                  </a:lnTo>
                  <a:lnTo>
                    <a:pt x="141185" y="160031"/>
                  </a:lnTo>
                  <a:lnTo>
                    <a:pt x="140500" y="160640"/>
                  </a:lnTo>
                  <a:lnTo>
                    <a:pt x="139701" y="160891"/>
                  </a:lnTo>
                  <a:lnTo>
                    <a:pt x="137137" y="160526"/>
                  </a:lnTo>
                  <a:lnTo>
                    <a:pt x="134991" y="160092"/>
                  </a:lnTo>
                  <a:lnTo>
                    <a:pt x="129886" y="159514"/>
                  </a:lnTo>
                  <a:lnTo>
                    <a:pt x="128866" y="159650"/>
                  </a:lnTo>
                  <a:lnTo>
                    <a:pt x="128486" y="159818"/>
                  </a:lnTo>
                  <a:lnTo>
                    <a:pt x="126896" y="160746"/>
                  </a:lnTo>
                  <a:lnTo>
                    <a:pt x="124446" y="162694"/>
                  </a:lnTo>
                  <a:lnTo>
                    <a:pt x="122779" y="164398"/>
                  </a:lnTo>
                  <a:lnTo>
                    <a:pt x="121539" y="165197"/>
                  </a:lnTo>
                  <a:lnTo>
                    <a:pt x="118572" y="165616"/>
                  </a:lnTo>
                  <a:lnTo>
                    <a:pt x="117278" y="166239"/>
                  </a:lnTo>
                  <a:lnTo>
                    <a:pt x="111755" y="170493"/>
                  </a:lnTo>
                  <a:lnTo>
                    <a:pt x="110575" y="171527"/>
                  </a:lnTo>
                  <a:lnTo>
                    <a:pt x="104892" y="175218"/>
                  </a:lnTo>
                  <a:lnTo>
                    <a:pt x="103286" y="176442"/>
                  </a:lnTo>
                  <a:lnTo>
                    <a:pt x="102031" y="177652"/>
                  </a:lnTo>
                  <a:lnTo>
                    <a:pt x="98638" y="180376"/>
                  </a:lnTo>
                  <a:lnTo>
                    <a:pt x="96469" y="181571"/>
                  </a:lnTo>
                  <a:lnTo>
                    <a:pt x="96074" y="182278"/>
                  </a:lnTo>
                  <a:lnTo>
                    <a:pt x="95967" y="183937"/>
                  </a:lnTo>
                  <a:lnTo>
                    <a:pt x="95967" y="187604"/>
                  </a:lnTo>
                  <a:lnTo>
                    <a:pt x="95967" y="191120"/>
                  </a:lnTo>
                  <a:lnTo>
                    <a:pt x="95967" y="196217"/>
                  </a:lnTo>
                  <a:lnTo>
                    <a:pt x="95967" y="201315"/>
                  </a:lnTo>
                  <a:lnTo>
                    <a:pt x="95967" y="207173"/>
                  </a:lnTo>
                  <a:lnTo>
                    <a:pt x="93098" y="207173"/>
                  </a:lnTo>
                  <a:lnTo>
                    <a:pt x="93098" y="207181"/>
                  </a:lnTo>
                  <a:lnTo>
                    <a:pt x="93083" y="207173"/>
                  </a:lnTo>
                  <a:lnTo>
                    <a:pt x="0" y="207280"/>
                  </a:lnTo>
                  <a:lnTo>
                    <a:pt x="30" y="207189"/>
                  </a:lnTo>
                  <a:lnTo>
                    <a:pt x="2922" y="204450"/>
                  </a:lnTo>
                  <a:lnTo>
                    <a:pt x="4877" y="200980"/>
                  </a:lnTo>
                  <a:lnTo>
                    <a:pt x="8194" y="199436"/>
                  </a:lnTo>
                  <a:lnTo>
                    <a:pt x="15134" y="198690"/>
                  </a:lnTo>
                  <a:lnTo>
                    <a:pt x="25443" y="195806"/>
                  </a:lnTo>
                  <a:lnTo>
                    <a:pt x="34695" y="191447"/>
                  </a:lnTo>
                  <a:lnTo>
                    <a:pt x="37312" y="189712"/>
                  </a:lnTo>
                  <a:lnTo>
                    <a:pt x="40112" y="186227"/>
                  </a:lnTo>
                  <a:lnTo>
                    <a:pt x="44769" y="181685"/>
                  </a:lnTo>
                  <a:lnTo>
                    <a:pt x="53465" y="176222"/>
                  </a:lnTo>
                  <a:lnTo>
                    <a:pt x="57468" y="173163"/>
                  </a:lnTo>
                  <a:lnTo>
                    <a:pt x="63570" y="165486"/>
                  </a:lnTo>
                  <a:lnTo>
                    <a:pt x="67625" y="159118"/>
                  </a:lnTo>
                  <a:lnTo>
                    <a:pt x="70996" y="155009"/>
                  </a:lnTo>
                  <a:lnTo>
                    <a:pt x="73324" y="151357"/>
                  </a:lnTo>
                  <a:lnTo>
                    <a:pt x="74960" y="147652"/>
                  </a:lnTo>
                  <a:lnTo>
                    <a:pt x="75880" y="141672"/>
                  </a:lnTo>
                  <a:lnTo>
                    <a:pt x="75264" y="139328"/>
                  </a:lnTo>
                  <a:lnTo>
                    <a:pt x="72692" y="135493"/>
                  </a:lnTo>
                  <a:lnTo>
                    <a:pt x="70973" y="134466"/>
                  </a:lnTo>
                  <a:lnTo>
                    <a:pt x="70509" y="132655"/>
                  </a:lnTo>
                  <a:lnTo>
                    <a:pt x="71429" y="129460"/>
                  </a:lnTo>
                  <a:lnTo>
                    <a:pt x="71414" y="123951"/>
                  </a:lnTo>
                  <a:lnTo>
                    <a:pt x="71931" y="115125"/>
                  </a:lnTo>
                  <a:lnTo>
                    <a:pt x="74792" y="107981"/>
                  </a:lnTo>
                  <a:lnTo>
                    <a:pt x="81784" y="98584"/>
                  </a:lnTo>
                  <a:lnTo>
                    <a:pt x="83086" y="94712"/>
                  </a:lnTo>
                  <a:lnTo>
                    <a:pt x="83884" y="88548"/>
                  </a:lnTo>
                  <a:lnTo>
                    <a:pt x="83953" y="86365"/>
                  </a:lnTo>
                  <a:lnTo>
                    <a:pt x="92703" y="77569"/>
                  </a:lnTo>
                  <a:lnTo>
                    <a:pt x="97823" y="70805"/>
                  </a:lnTo>
                  <a:lnTo>
                    <a:pt x="99604" y="69147"/>
                  </a:lnTo>
                  <a:lnTo>
                    <a:pt x="104123" y="66050"/>
                  </a:lnTo>
                  <a:lnTo>
                    <a:pt x="119903" y="59271"/>
                  </a:lnTo>
                  <a:lnTo>
                    <a:pt x="128821" y="54409"/>
                  </a:lnTo>
                  <a:lnTo>
                    <a:pt x="134025" y="50863"/>
                  </a:lnTo>
                  <a:lnTo>
                    <a:pt x="137129" y="46656"/>
                  </a:lnTo>
                  <a:lnTo>
                    <a:pt x="145727" y="30077"/>
                  </a:lnTo>
                  <a:lnTo>
                    <a:pt x="154165" y="6521"/>
                  </a:lnTo>
                  <a:lnTo>
                    <a:pt x="154872" y="3782"/>
                  </a:lnTo>
                  <a:lnTo>
                    <a:pt x="158646" y="2990"/>
                  </a:lnTo>
                  <a:lnTo>
                    <a:pt x="161317" y="2648"/>
                  </a:lnTo>
                  <a:lnTo>
                    <a:pt x="163470" y="1780"/>
                  </a:lnTo>
                  <a:lnTo>
                    <a:pt x="166133" y="0"/>
                  </a:lnTo>
                  <a:lnTo>
                    <a:pt x="168690" y="715"/>
                  </a:lnTo>
                  <a:lnTo>
                    <a:pt x="167411" y="1925"/>
                  </a:lnTo>
                  <a:lnTo>
                    <a:pt x="167411" y="4847"/>
                  </a:lnTo>
                  <a:lnTo>
                    <a:pt x="169222" y="8263"/>
                  </a:lnTo>
                  <a:lnTo>
                    <a:pt x="172372" y="12098"/>
                  </a:lnTo>
                  <a:lnTo>
                    <a:pt x="178094" y="16960"/>
                  </a:lnTo>
                  <a:lnTo>
                    <a:pt x="182552" y="18907"/>
                  </a:lnTo>
                  <a:lnTo>
                    <a:pt x="188921" y="20079"/>
                  </a:lnTo>
                  <a:lnTo>
                    <a:pt x="196347" y="17949"/>
                  </a:lnTo>
                  <a:lnTo>
                    <a:pt x="200501" y="17911"/>
                  </a:lnTo>
                  <a:lnTo>
                    <a:pt x="202517" y="16990"/>
                  </a:lnTo>
                  <a:lnTo>
                    <a:pt x="204716" y="18337"/>
                  </a:lnTo>
                  <a:lnTo>
                    <a:pt x="208893" y="18770"/>
                  </a:lnTo>
                  <a:lnTo>
                    <a:pt x="212926" y="18063"/>
                  </a:lnTo>
                  <a:lnTo>
                    <a:pt x="215977" y="16024"/>
                  </a:lnTo>
                  <a:lnTo>
                    <a:pt x="217917" y="13673"/>
                  </a:lnTo>
                  <a:lnTo>
                    <a:pt x="218221" y="14829"/>
                  </a:lnTo>
                  <a:lnTo>
                    <a:pt x="218313" y="16077"/>
                  </a:lnTo>
                  <a:lnTo>
                    <a:pt x="218906" y="16807"/>
                  </a:lnTo>
                  <a:lnTo>
                    <a:pt x="220108" y="19790"/>
                  </a:lnTo>
                  <a:lnTo>
                    <a:pt x="220740" y="20954"/>
                  </a:lnTo>
                  <a:lnTo>
                    <a:pt x="223061" y="20764"/>
                  </a:lnTo>
                  <a:lnTo>
                    <a:pt x="225077" y="21350"/>
                  </a:lnTo>
                  <a:lnTo>
                    <a:pt x="229627" y="21068"/>
                  </a:lnTo>
                  <a:close/>
                </a:path>
              </a:pathLst>
            </a:custGeom>
            <a:solidFill>
              <a:srgbClr val="2562E8"/>
            </a:solidFill>
            <a:ln w="6168" cap="flat">
              <a:solidFill>
                <a:srgbClr val="2562E8"/>
              </a:solidFill>
              <a:prstDash val="solid"/>
              <a:miter/>
            </a:ln>
          </p:spPr>
          <p:txBody>
            <a:bodyPr/>
            <a:lstStyle/>
            <a:p>
              <a:endParaRPr lang="en-US"/>
            </a:p>
          </p:txBody>
        </p:sp>
        <p:sp>
          <p:nvSpPr>
            <p:cNvPr id="2261" name="Freeform: Shape 2260">
              <a:extLst>
                <a:ext uri="{FF2B5EF4-FFF2-40B4-BE49-F238E27FC236}">
                  <a16:creationId xmlns:a16="http://schemas.microsoft.com/office/drawing/2014/main" id="{091DB463-D9AD-8AB2-A4E9-1F6E90BFEF12}"/>
                </a:ext>
              </a:extLst>
            </p:cNvPr>
            <p:cNvSpPr/>
            <p:nvPr/>
          </p:nvSpPr>
          <p:spPr>
            <a:xfrm>
              <a:off x="9731405" y="3968325"/>
              <a:ext cx="1300" cy="1156"/>
            </a:xfrm>
            <a:custGeom>
              <a:avLst/>
              <a:gdLst>
                <a:gd name="csX0" fmla="*/ 1301 w 1300"/>
                <a:gd name="csY0" fmla="*/ 601 h 1156"/>
                <a:gd name="csX1" fmla="*/ 0 w 1300"/>
                <a:gd name="csY1" fmla="*/ 1156 h 1156"/>
                <a:gd name="csX2" fmla="*/ 53 w 1300"/>
                <a:gd name="csY2" fmla="*/ 517 h 1156"/>
                <a:gd name="csX3" fmla="*/ 373 w 1300"/>
                <a:gd name="csY3" fmla="*/ 167 h 1156"/>
                <a:gd name="csX4" fmla="*/ 784 w 1300"/>
                <a:gd name="csY4" fmla="*/ 0 h 1156"/>
                <a:gd name="csX5" fmla="*/ 1263 w 1300"/>
                <a:gd name="csY5" fmla="*/ 281 h 1156"/>
              </a:gdLst>
              <a:ahLst/>
              <a:cxnLst>
                <a:cxn ang="0">
                  <a:pos x="csX0" y="csY0"/>
                </a:cxn>
                <a:cxn ang="0">
                  <a:pos x="csX1" y="csY1"/>
                </a:cxn>
                <a:cxn ang="0">
                  <a:pos x="csX2" y="csY2"/>
                </a:cxn>
                <a:cxn ang="0">
                  <a:pos x="csX3" y="csY3"/>
                </a:cxn>
                <a:cxn ang="0">
                  <a:pos x="csX4" y="csY4"/>
                </a:cxn>
                <a:cxn ang="0">
                  <a:pos x="csX5" y="csY5"/>
                </a:cxn>
              </a:cxnLst>
              <a:rect l="l" t="t" r="r" b="b"/>
              <a:pathLst>
                <a:path w="1300" h="1156">
                  <a:moveTo>
                    <a:pt x="1301" y="601"/>
                  </a:moveTo>
                  <a:lnTo>
                    <a:pt x="0" y="1156"/>
                  </a:lnTo>
                  <a:lnTo>
                    <a:pt x="53" y="517"/>
                  </a:lnTo>
                  <a:lnTo>
                    <a:pt x="373" y="167"/>
                  </a:lnTo>
                  <a:lnTo>
                    <a:pt x="784" y="0"/>
                  </a:lnTo>
                  <a:lnTo>
                    <a:pt x="1263" y="281"/>
                  </a:lnTo>
                  <a:close/>
                </a:path>
              </a:pathLst>
            </a:custGeom>
            <a:solidFill>
              <a:srgbClr val="2562E8"/>
            </a:solidFill>
            <a:ln w="6168" cap="flat">
              <a:solidFill>
                <a:srgbClr val="2562E8"/>
              </a:solidFill>
              <a:prstDash val="solid"/>
              <a:miter/>
            </a:ln>
          </p:spPr>
          <p:txBody>
            <a:bodyPr/>
            <a:lstStyle/>
            <a:p>
              <a:endParaRPr lang="en-US"/>
            </a:p>
          </p:txBody>
        </p:sp>
        <p:sp>
          <p:nvSpPr>
            <p:cNvPr id="2262" name="Freeform: Shape 2261">
              <a:extLst>
                <a:ext uri="{FF2B5EF4-FFF2-40B4-BE49-F238E27FC236}">
                  <a16:creationId xmlns:a16="http://schemas.microsoft.com/office/drawing/2014/main" id="{1AED132B-021B-E148-432C-FFF19502FB11}"/>
                </a:ext>
              </a:extLst>
            </p:cNvPr>
            <p:cNvSpPr/>
            <p:nvPr/>
          </p:nvSpPr>
          <p:spPr>
            <a:xfrm>
              <a:off x="10142267" y="3823655"/>
              <a:ext cx="74997" cy="94460"/>
            </a:xfrm>
            <a:custGeom>
              <a:avLst/>
              <a:gdLst>
                <a:gd name="csX0" fmla="*/ 34025 w 74997"/>
                <a:gd name="csY0" fmla="*/ 94460 h 94460"/>
                <a:gd name="csX1" fmla="*/ 32960 w 74997"/>
                <a:gd name="csY1" fmla="*/ 92535 h 94460"/>
                <a:gd name="csX2" fmla="*/ 31880 w 74997"/>
                <a:gd name="csY2" fmla="*/ 90854 h 94460"/>
                <a:gd name="csX3" fmla="*/ 31089 w 74997"/>
                <a:gd name="csY3" fmla="*/ 89948 h 94460"/>
                <a:gd name="csX4" fmla="*/ 31423 w 74997"/>
                <a:gd name="csY4" fmla="*/ 89530 h 94460"/>
                <a:gd name="csX5" fmla="*/ 32283 w 74997"/>
                <a:gd name="csY5" fmla="*/ 89051 h 94460"/>
                <a:gd name="csX6" fmla="*/ 32899 w 74997"/>
                <a:gd name="csY6" fmla="*/ 88480 h 94460"/>
                <a:gd name="csX7" fmla="*/ 32831 w 74997"/>
                <a:gd name="csY7" fmla="*/ 86471 h 94460"/>
                <a:gd name="csX8" fmla="*/ 32374 w 74997"/>
                <a:gd name="csY8" fmla="*/ 84158 h 94460"/>
                <a:gd name="csX9" fmla="*/ 31956 w 74997"/>
                <a:gd name="csY9" fmla="*/ 83040 h 94460"/>
                <a:gd name="csX10" fmla="*/ 31918 w 74997"/>
                <a:gd name="csY10" fmla="*/ 81282 h 94460"/>
                <a:gd name="csX11" fmla="*/ 31621 w 74997"/>
                <a:gd name="csY11" fmla="*/ 78543 h 94460"/>
                <a:gd name="csX12" fmla="*/ 32040 w 74997"/>
                <a:gd name="csY12" fmla="*/ 73445 h 94460"/>
                <a:gd name="csX13" fmla="*/ 33759 w 74997"/>
                <a:gd name="csY13" fmla="*/ 67024 h 94460"/>
                <a:gd name="csX14" fmla="*/ 34710 w 74997"/>
                <a:gd name="csY14" fmla="*/ 63821 h 94460"/>
                <a:gd name="csX15" fmla="*/ 34246 w 74997"/>
                <a:gd name="csY15" fmla="*/ 62063 h 94460"/>
                <a:gd name="csX16" fmla="*/ 34604 w 74997"/>
                <a:gd name="csY16" fmla="*/ 57954 h 94460"/>
                <a:gd name="csX17" fmla="*/ 33858 w 74997"/>
                <a:gd name="csY17" fmla="*/ 55923 h 94460"/>
                <a:gd name="csX18" fmla="*/ 32694 w 74997"/>
                <a:gd name="csY18" fmla="*/ 53260 h 94460"/>
                <a:gd name="csX19" fmla="*/ 31028 w 74997"/>
                <a:gd name="csY19" fmla="*/ 47455 h 94460"/>
                <a:gd name="csX20" fmla="*/ 28943 w 74997"/>
                <a:gd name="csY20" fmla="*/ 45431 h 94460"/>
                <a:gd name="csX21" fmla="*/ 26371 w 74997"/>
                <a:gd name="csY21" fmla="*/ 43201 h 94460"/>
                <a:gd name="csX22" fmla="*/ 25275 w 74997"/>
                <a:gd name="csY22" fmla="*/ 41520 h 94460"/>
                <a:gd name="csX23" fmla="*/ 24537 w 74997"/>
                <a:gd name="csY23" fmla="*/ 39663 h 94460"/>
                <a:gd name="csX24" fmla="*/ 23008 w 74997"/>
                <a:gd name="csY24" fmla="*/ 37815 h 94460"/>
                <a:gd name="csX25" fmla="*/ 21250 w 74997"/>
                <a:gd name="csY25" fmla="*/ 36118 h 94460"/>
                <a:gd name="csX26" fmla="*/ 19151 w 74997"/>
                <a:gd name="csY26" fmla="*/ 31865 h 94460"/>
                <a:gd name="csX27" fmla="*/ 18062 w 74997"/>
                <a:gd name="csY27" fmla="*/ 29940 h 94460"/>
                <a:gd name="csX28" fmla="*/ 17728 w 74997"/>
                <a:gd name="csY28" fmla="*/ 29430 h 94460"/>
                <a:gd name="csX29" fmla="*/ 15331 w 74997"/>
                <a:gd name="csY29" fmla="*/ 26691 h 94460"/>
                <a:gd name="csX30" fmla="*/ 14076 w 74997"/>
                <a:gd name="csY30" fmla="*/ 24218 h 94460"/>
                <a:gd name="csX31" fmla="*/ 13437 w 74997"/>
                <a:gd name="csY31" fmla="*/ 22179 h 94460"/>
                <a:gd name="csX32" fmla="*/ 13071 w 74997"/>
                <a:gd name="csY32" fmla="*/ 20300 h 94460"/>
                <a:gd name="csX33" fmla="*/ 11382 w 74997"/>
                <a:gd name="csY33" fmla="*/ 16564 h 94460"/>
                <a:gd name="csX34" fmla="*/ 9853 w 74997"/>
                <a:gd name="csY34" fmla="*/ 13756 h 94460"/>
                <a:gd name="csX35" fmla="*/ 8400 w 74997"/>
                <a:gd name="csY35" fmla="*/ 11748 h 94460"/>
                <a:gd name="csX36" fmla="*/ 7730 w 74997"/>
                <a:gd name="csY36" fmla="*/ 10325 h 94460"/>
                <a:gd name="csX37" fmla="*/ 6026 w 74997"/>
                <a:gd name="csY37" fmla="*/ 8537 h 94460"/>
                <a:gd name="csX38" fmla="*/ 3599 w 74997"/>
                <a:gd name="csY38" fmla="*/ 7106 h 94460"/>
                <a:gd name="csX39" fmla="*/ 2024 w 74997"/>
                <a:gd name="csY39" fmla="*/ 6863 h 94460"/>
                <a:gd name="csX40" fmla="*/ 0 w 74997"/>
                <a:gd name="csY40" fmla="*/ 6977 h 94460"/>
                <a:gd name="csX41" fmla="*/ 464 w 74997"/>
                <a:gd name="csY41" fmla="*/ 5881 h 94460"/>
                <a:gd name="csX42" fmla="*/ 4870 w 74997"/>
                <a:gd name="csY42" fmla="*/ 2906 h 94460"/>
                <a:gd name="csX43" fmla="*/ 6018 w 74997"/>
                <a:gd name="csY43" fmla="*/ 3393 h 94460"/>
                <a:gd name="csX44" fmla="*/ 8324 w 74997"/>
                <a:gd name="csY44" fmla="*/ 3508 h 94460"/>
                <a:gd name="csX45" fmla="*/ 13018 w 74997"/>
                <a:gd name="csY45" fmla="*/ 3409 h 94460"/>
                <a:gd name="csX46" fmla="*/ 15331 w 74997"/>
                <a:gd name="csY46" fmla="*/ 1446 h 94460"/>
                <a:gd name="csX47" fmla="*/ 16762 w 74997"/>
                <a:gd name="csY47" fmla="*/ 1993 h 94460"/>
                <a:gd name="csX48" fmla="*/ 17925 w 74997"/>
                <a:gd name="csY48" fmla="*/ 1111 h 94460"/>
                <a:gd name="csX49" fmla="*/ 19866 w 74997"/>
                <a:gd name="csY49" fmla="*/ 0 h 94460"/>
                <a:gd name="csX50" fmla="*/ 20148 w 74997"/>
                <a:gd name="csY50" fmla="*/ 236 h 94460"/>
                <a:gd name="csX51" fmla="*/ 20391 w 74997"/>
                <a:gd name="csY51" fmla="*/ 411 h 94460"/>
                <a:gd name="csX52" fmla="*/ 23389 w 74997"/>
                <a:gd name="csY52" fmla="*/ 905 h 94460"/>
                <a:gd name="csX53" fmla="*/ 25648 w 74997"/>
                <a:gd name="csY53" fmla="*/ 1971 h 94460"/>
                <a:gd name="csX54" fmla="*/ 27155 w 74997"/>
                <a:gd name="csY54" fmla="*/ 3606 h 94460"/>
                <a:gd name="csX55" fmla="*/ 28715 w 74997"/>
                <a:gd name="csY55" fmla="*/ 4618 h 94460"/>
                <a:gd name="csX56" fmla="*/ 30313 w 74997"/>
                <a:gd name="csY56" fmla="*/ 5014 h 94460"/>
                <a:gd name="csX57" fmla="*/ 31203 w 74997"/>
                <a:gd name="csY57" fmla="*/ 5836 h 94460"/>
                <a:gd name="csX58" fmla="*/ 31377 w 74997"/>
                <a:gd name="csY58" fmla="*/ 7068 h 94460"/>
                <a:gd name="csX59" fmla="*/ 32884 w 74997"/>
                <a:gd name="csY59" fmla="*/ 7677 h 94460"/>
                <a:gd name="csX60" fmla="*/ 35707 w 74997"/>
                <a:gd name="csY60" fmla="*/ 7662 h 94460"/>
                <a:gd name="csX61" fmla="*/ 36901 w 74997"/>
                <a:gd name="csY61" fmla="*/ 8476 h 94460"/>
                <a:gd name="csX62" fmla="*/ 36476 w 74997"/>
                <a:gd name="csY62" fmla="*/ 10127 h 94460"/>
                <a:gd name="csX63" fmla="*/ 36764 w 74997"/>
                <a:gd name="csY63" fmla="*/ 10667 h 94460"/>
                <a:gd name="csX64" fmla="*/ 37769 w 74997"/>
                <a:gd name="csY64" fmla="*/ 10104 h 94460"/>
                <a:gd name="csX65" fmla="*/ 38530 w 74997"/>
                <a:gd name="csY65" fmla="*/ 10591 h 94460"/>
                <a:gd name="csX66" fmla="*/ 38925 w 74997"/>
                <a:gd name="csY66" fmla="*/ 11808 h 94460"/>
                <a:gd name="csX67" fmla="*/ 39382 w 74997"/>
                <a:gd name="csY67" fmla="*/ 12387 h 94460"/>
                <a:gd name="csX68" fmla="*/ 40820 w 74997"/>
                <a:gd name="csY68" fmla="*/ 10477 h 94460"/>
                <a:gd name="csX69" fmla="*/ 42342 w 74997"/>
                <a:gd name="csY69" fmla="*/ 10667 h 94460"/>
                <a:gd name="csX70" fmla="*/ 46016 w 74997"/>
                <a:gd name="csY70" fmla="*/ 11458 h 94460"/>
                <a:gd name="csX71" fmla="*/ 47979 w 74997"/>
                <a:gd name="csY71" fmla="*/ 15407 h 94460"/>
                <a:gd name="csX72" fmla="*/ 49204 w 74997"/>
                <a:gd name="csY72" fmla="*/ 16823 h 94460"/>
                <a:gd name="csX73" fmla="*/ 50277 w 74997"/>
                <a:gd name="csY73" fmla="*/ 17401 h 94460"/>
                <a:gd name="csX74" fmla="*/ 51632 w 74997"/>
                <a:gd name="csY74" fmla="*/ 16784 h 94460"/>
                <a:gd name="csX75" fmla="*/ 52834 w 74997"/>
                <a:gd name="csY75" fmla="*/ 16054 h 94460"/>
                <a:gd name="csX76" fmla="*/ 53519 w 74997"/>
                <a:gd name="csY76" fmla="*/ 16396 h 94460"/>
                <a:gd name="csX77" fmla="*/ 55010 w 74997"/>
                <a:gd name="csY77" fmla="*/ 19006 h 94460"/>
                <a:gd name="csX78" fmla="*/ 55352 w 74997"/>
                <a:gd name="csY78" fmla="*/ 22415 h 94460"/>
                <a:gd name="csX79" fmla="*/ 55345 w 74997"/>
                <a:gd name="csY79" fmla="*/ 23784 h 94460"/>
                <a:gd name="csX80" fmla="*/ 54820 w 74997"/>
                <a:gd name="csY80" fmla="*/ 26097 h 94460"/>
                <a:gd name="csX81" fmla="*/ 54066 w 74997"/>
                <a:gd name="csY81" fmla="*/ 28547 h 94460"/>
                <a:gd name="csX82" fmla="*/ 53473 w 74997"/>
                <a:gd name="csY82" fmla="*/ 30145 h 94460"/>
                <a:gd name="csX83" fmla="*/ 53724 w 74997"/>
                <a:gd name="csY83" fmla="*/ 31423 h 94460"/>
                <a:gd name="csX84" fmla="*/ 54257 w 74997"/>
                <a:gd name="csY84" fmla="*/ 32496 h 94460"/>
                <a:gd name="csX85" fmla="*/ 55124 w 74997"/>
                <a:gd name="csY85" fmla="*/ 32846 h 94460"/>
                <a:gd name="csX86" fmla="*/ 57969 w 74997"/>
                <a:gd name="csY86" fmla="*/ 35007 h 94460"/>
                <a:gd name="csX87" fmla="*/ 59035 w 74997"/>
                <a:gd name="csY87" fmla="*/ 36513 h 94460"/>
                <a:gd name="csX88" fmla="*/ 60579 w 74997"/>
                <a:gd name="csY88" fmla="*/ 37624 h 94460"/>
                <a:gd name="csX89" fmla="*/ 61751 w 74997"/>
                <a:gd name="csY89" fmla="*/ 37685 h 94460"/>
                <a:gd name="csX90" fmla="*/ 62360 w 74997"/>
                <a:gd name="csY90" fmla="*/ 38301 h 94460"/>
                <a:gd name="csX91" fmla="*/ 62573 w 74997"/>
                <a:gd name="csY91" fmla="*/ 39062 h 94460"/>
                <a:gd name="csX92" fmla="*/ 62413 w 74997"/>
                <a:gd name="csY92" fmla="*/ 40980 h 94460"/>
                <a:gd name="csX93" fmla="*/ 61759 w 74997"/>
                <a:gd name="csY93" fmla="*/ 42775 h 94460"/>
                <a:gd name="csX94" fmla="*/ 61842 w 74997"/>
                <a:gd name="csY94" fmla="*/ 43932 h 94460"/>
                <a:gd name="csX95" fmla="*/ 62877 w 74997"/>
                <a:gd name="csY95" fmla="*/ 45301 h 94460"/>
                <a:gd name="csX96" fmla="*/ 62991 w 74997"/>
                <a:gd name="csY96" fmla="*/ 46884 h 94460"/>
                <a:gd name="csX97" fmla="*/ 63060 w 74997"/>
                <a:gd name="csY97" fmla="*/ 47903 h 94460"/>
                <a:gd name="csX98" fmla="*/ 63608 w 74997"/>
                <a:gd name="csY98" fmla="*/ 48687 h 94460"/>
                <a:gd name="csX99" fmla="*/ 66217 w 74997"/>
                <a:gd name="csY99" fmla="*/ 50429 h 94460"/>
                <a:gd name="csX100" fmla="*/ 69588 w 74997"/>
                <a:gd name="csY100" fmla="*/ 52111 h 94460"/>
                <a:gd name="csX101" fmla="*/ 70448 w 74997"/>
                <a:gd name="csY101" fmla="*/ 53557 h 94460"/>
                <a:gd name="csX102" fmla="*/ 70973 w 74997"/>
                <a:gd name="csY102" fmla="*/ 55383 h 94460"/>
                <a:gd name="csX103" fmla="*/ 70805 w 74997"/>
                <a:gd name="csY103" fmla="*/ 58449 h 94460"/>
                <a:gd name="csX104" fmla="*/ 70585 w 74997"/>
                <a:gd name="csY104" fmla="*/ 61112 h 94460"/>
                <a:gd name="csX105" fmla="*/ 74998 w 74997"/>
                <a:gd name="csY105" fmla="*/ 64688 h 94460"/>
                <a:gd name="csX106" fmla="*/ 74496 w 74997"/>
                <a:gd name="csY106" fmla="*/ 65357 h 94460"/>
                <a:gd name="csX107" fmla="*/ 73811 w 74997"/>
                <a:gd name="csY107" fmla="*/ 66088 h 94460"/>
                <a:gd name="csX108" fmla="*/ 69595 w 74997"/>
                <a:gd name="csY108" fmla="*/ 66628 h 94460"/>
                <a:gd name="csX109" fmla="*/ 68736 w 74997"/>
                <a:gd name="csY109" fmla="*/ 66925 h 94460"/>
                <a:gd name="csX110" fmla="*/ 66902 w 74997"/>
                <a:gd name="csY110" fmla="*/ 64239 h 94460"/>
                <a:gd name="csX111" fmla="*/ 65936 w 74997"/>
                <a:gd name="csY111" fmla="*/ 63897 h 94460"/>
                <a:gd name="csX112" fmla="*/ 65038 w 74997"/>
                <a:gd name="csY112" fmla="*/ 64886 h 94460"/>
                <a:gd name="csX113" fmla="*/ 63973 w 74997"/>
                <a:gd name="csY113" fmla="*/ 65434 h 94460"/>
                <a:gd name="csX114" fmla="*/ 62702 w 74997"/>
                <a:gd name="csY114" fmla="*/ 65160 h 94460"/>
                <a:gd name="csX115" fmla="*/ 61332 w 74997"/>
                <a:gd name="csY115" fmla="*/ 64330 h 94460"/>
                <a:gd name="csX116" fmla="*/ 60640 w 74997"/>
                <a:gd name="csY116" fmla="*/ 63744 h 94460"/>
                <a:gd name="csX117" fmla="*/ 60085 w 74997"/>
                <a:gd name="csY117" fmla="*/ 63676 h 94460"/>
                <a:gd name="csX118" fmla="*/ 59233 w 74997"/>
                <a:gd name="csY118" fmla="*/ 64262 h 94460"/>
                <a:gd name="csX119" fmla="*/ 58099 w 74997"/>
                <a:gd name="csY119" fmla="*/ 64011 h 94460"/>
                <a:gd name="csX120" fmla="*/ 57353 w 74997"/>
                <a:gd name="csY120" fmla="*/ 63349 h 94460"/>
                <a:gd name="csX121" fmla="*/ 56280 w 74997"/>
                <a:gd name="csY121" fmla="*/ 65631 h 94460"/>
                <a:gd name="csX122" fmla="*/ 55626 w 74997"/>
                <a:gd name="csY122" fmla="*/ 66111 h 94460"/>
                <a:gd name="csX123" fmla="*/ 55215 w 74997"/>
                <a:gd name="csY123" fmla="*/ 66042 h 94460"/>
                <a:gd name="csX124" fmla="*/ 55131 w 74997"/>
                <a:gd name="csY124" fmla="*/ 62162 h 94460"/>
                <a:gd name="csX125" fmla="*/ 54820 w 74997"/>
                <a:gd name="csY125" fmla="*/ 61576 h 94460"/>
                <a:gd name="csX126" fmla="*/ 53967 w 74997"/>
                <a:gd name="csY126" fmla="*/ 61477 h 94460"/>
                <a:gd name="csX127" fmla="*/ 51913 w 74997"/>
                <a:gd name="csY127" fmla="*/ 62405 h 94460"/>
                <a:gd name="csX128" fmla="*/ 49958 w 74997"/>
                <a:gd name="csY128" fmla="*/ 63600 h 94460"/>
                <a:gd name="csX129" fmla="*/ 49296 w 74997"/>
                <a:gd name="csY129" fmla="*/ 64657 h 94460"/>
                <a:gd name="csX130" fmla="*/ 49364 w 74997"/>
                <a:gd name="csY130" fmla="*/ 66567 h 94460"/>
                <a:gd name="csX131" fmla="*/ 49646 w 74997"/>
                <a:gd name="csY131" fmla="*/ 68842 h 94460"/>
                <a:gd name="csX132" fmla="*/ 50978 w 74997"/>
                <a:gd name="csY132" fmla="*/ 72289 h 94460"/>
                <a:gd name="csX133" fmla="*/ 50247 w 74997"/>
                <a:gd name="csY133" fmla="*/ 73788 h 94460"/>
                <a:gd name="csX134" fmla="*/ 49730 w 74997"/>
                <a:gd name="csY134" fmla="*/ 76177 h 94460"/>
                <a:gd name="csX135" fmla="*/ 47637 w 74997"/>
                <a:gd name="csY135" fmla="*/ 78360 h 94460"/>
                <a:gd name="csX136" fmla="*/ 45263 w 74997"/>
                <a:gd name="csY136" fmla="*/ 79631 h 94460"/>
                <a:gd name="csX137" fmla="*/ 45065 w 74997"/>
                <a:gd name="csY137" fmla="*/ 82233 h 94460"/>
                <a:gd name="csX138" fmla="*/ 43749 w 74997"/>
                <a:gd name="csY138" fmla="*/ 84006 h 94460"/>
                <a:gd name="csX139" fmla="*/ 41497 w 74997"/>
                <a:gd name="csY139" fmla="*/ 85779 h 94460"/>
                <a:gd name="csX140" fmla="*/ 39990 w 74997"/>
                <a:gd name="csY140" fmla="*/ 87917 h 94460"/>
                <a:gd name="csX141" fmla="*/ 40371 w 74997"/>
                <a:gd name="csY141" fmla="*/ 89370 h 94460"/>
                <a:gd name="csX142" fmla="*/ 40462 w 74997"/>
                <a:gd name="csY142" fmla="*/ 90755 h 94460"/>
                <a:gd name="csX143" fmla="*/ 40204 w 74997"/>
                <a:gd name="csY143" fmla="*/ 91691 h 94460"/>
                <a:gd name="csX144" fmla="*/ 40150 w 74997"/>
                <a:gd name="csY144" fmla="*/ 92414 h 94460"/>
                <a:gd name="csX145" fmla="*/ 39557 w 74997"/>
                <a:gd name="csY145" fmla="*/ 92733 h 94460"/>
                <a:gd name="csX146" fmla="*/ 36118 w 74997"/>
                <a:gd name="csY146" fmla="*/ 92999 h 94460"/>
                <a:gd name="csX147" fmla="*/ 35144 w 74997"/>
                <a:gd name="csY147" fmla="*/ 93448 h 94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Lst>
              <a:rect l="l" t="t" r="r" b="b"/>
              <a:pathLst>
                <a:path w="74997" h="94460">
                  <a:moveTo>
                    <a:pt x="34025" y="94460"/>
                  </a:moveTo>
                  <a:lnTo>
                    <a:pt x="32960" y="92535"/>
                  </a:lnTo>
                  <a:lnTo>
                    <a:pt x="31880" y="90854"/>
                  </a:lnTo>
                  <a:lnTo>
                    <a:pt x="31089" y="89948"/>
                  </a:lnTo>
                  <a:lnTo>
                    <a:pt x="31423" y="89530"/>
                  </a:lnTo>
                  <a:lnTo>
                    <a:pt x="32283" y="89051"/>
                  </a:lnTo>
                  <a:lnTo>
                    <a:pt x="32899" y="88480"/>
                  </a:lnTo>
                  <a:lnTo>
                    <a:pt x="32831" y="86471"/>
                  </a:lnTo>
                  <a:lnTo>
                    <a:pt x="32374" y="84158"/>
                  </a:lnTo>
                  <a:lnTo>
                    <a:pt x="31956" y="83040"/>
                  </a:lnTo>
                  <a:lnTo>
                    <a:pt x="31918" y="81282"/>
                  </a:lnTo>
                  <a:lnTo>
                    <a:pt x="31621" y="78543"/>
                  </a:lnTo>
                  <a:lnTo>
                    <a:pt x="32040" y="73445"/>
                  </a:lnTo>
                  <a:lnTo>
                    <a:pt x="33759" y="67024"/>
                  </a:lnTo>
                  <a:lnTo>
                    <a:pt x="34710" y="63821"/>
                  </a:lnTo>
                  <a:lnTo>
                    <a:pt x="34246" y="62063"/>
                  </a:lnTo>
                  <a:lnTo>
                    <a:pt x="34604" y="57954"/>
                  </a:lnTo>
                  <a:lnTo>
                    <a:pt x="33858" y="55923"/>
                  </a:lnTo>
                  <a:lnTo>
                    <a:pt x="32694" y="53260"/>
                  </a:lnTo>
                  <a:lnTo>
                    <a:pt x="31028" y="47455"/>
                  </a:lnTo>
                  <a:lnTo>
                    <a:pt x="28943" y="45431"/>
                  </a:lnTo>
                  <a:lnTo>
                    <a:pt x="26371" y="43201"/>
                  </a:lnTo>
                  <a:lnTo>
                    <a:pt x="25275" y="41520"/>
                  </a:lnTo>
                  <a:lnTo>
                    <a:pt x="24537" y="39663"/>
                  </a:lnTo>
                  <a:lnTo>
                    <a:pt x="23008" y="37815"/>
                  </a:lnTo>
                  <a:lnTo>
                    <a:pt x="21250" y="36118"/>
                  </a:lnTo>
                  <a:lnTo>
                    <a:pt x="19151" y="31865"/>
                  </a:lnTo>
                  <a:lnTo>
                    <a:pt x="18062" y="29940"/>
                  </a:lnTo>
                  <a:lnTo>
                    <a:pt x="17728" y="29430"/>
                  </a:lnTo>
                  <a:lnTo>
                    <a:pt x="15331" y="26691"/>
                  </a:lnTo>
                  <a:lnTo>
                    <a:pt x="14076" y="24218"/>
                  </a:lnTo>
                  <a:lnTo>
                    <a:pt x="13437" y="22179"/>
                  </a:lnTo>
                  <a:lnTo>
                    <a:pt x="13071" y="20300"/>
                  </a:lnTo>
                  <a:lnTo>
                    <a:pt x="11382" y="16564"/>
                  </a:lnTo>
                  <a:lnTo>
                    <a:pt x="9853" y="13756"/>
                  </a:lnTo>
                  <a:lnTo>
                    <a:pt x="8400" y="11748"/>
                  </a:lnTo>
                  <a:lnTo>
                    <a:pt x="7730" y="10325"/>
                  </a:lnTo>
                  <a:lnTo>
                    <a:pt x="6026" y="8537"/>
                  </a:lnTo>
                  <a:lnTo>
                    <a:pt x="3599" y="7106"/>
                  </a:lnTo>
                  <a:lnTo>
                    <a:pt x="2024" y="6863"/>
                  </a:lnTo>
                  <a:lnTo>
                    <a:pt x="0" y="6977"/>
                  </a:lnTo>
                  <a:lnTo>
                    <a:pt x="464" y="5881"/>
                  </a:lnTo>
                  <a:lnTo>
                    <a:pt x="4870" y="2906"/>
                  </a:lnTo>
                  <a:lnTo>
                    <a:pt x="6018" y="3393"/>
                  </a:lnTo>
                  <a:lnTo>
                    <a:pt x="8324" y="3508"/>
                  </a:lnTo>
                  <a:lnTo>
                    <a:pt x="13018" y="3409"/>
                  </a:lnTo>
                  <a:lnTo>
                    <a:pt x="15331" y="1446"/>
                  </a:lnTo>
                  <a:lnTo>
                    <a:pt x="16762" y="1993"/>
                  </a:lnTo>
                  <a:lnTo>
                    <a:pt x="17925" y="1111"/>
                  </a:lnTo>
                  <a:lnTo>
                    <a:pt x="19866" y="0"/>
                  </a:lnTo>
                  <a:lnTo>
                    <a:pt x="20148" y="236"/>
                  </a:lnTo>
                  <a:lnTo>
                    <a:pt x="20391" y="411"/>
                  </a:lnTo>
                  <a:lnTo>
                    <a:pt x="23389" y="905"/>
                  </a:lnTo>
                  <a:lnTo>
                    <a:pt x="25648" y="1971"/>
                  </a:lnTo>
                  <a:lnTo>
                    <a:pt x="27155" y="3606"/>
                  </a:lnTo>
                  <a:lnTo>
                    <a:pt x="28715" y="4618"/>
                  </a:lnTo>
                  <a:lnTo>
                    <a:pt x="30313" y="5014"/>
                  </a:lnTo>
                  <a:lnTo>
                    <a:pt x="31203" y="5836"/>
                  </a:lnTo>
                  <a:lnTo>
                    <a:pt x="31377" y="7068"/>
                  </a:lnTo>
                  <a:lnTo>
                    <a:pt x="32884" y="7677"/>
                  </a:lnTo>
                  <a:lnTo>
                    <a:pt x="35707" y="7662"/>
                  </a:lnTo>
                  <a:lnTo>
                    <a:pt x="36901" y="8476"/>
                  </a:lnTo>
                  <a:lnTo>
                    <a:pt x="36476" y="10127"/>
                  </a:lnTo>
                  <a:lnTo>
                    <a:pt x="36764" y="10667"/>
                  </a:lnTo>
                  <a:lnTo>
                    <a:pt x="37769" y="10104"/>
                  </a:lnTo>
                  <a:lnTo>
                    <a:pt x="38530" y="10591"/>
                  </a:lnTo>
                  <a:lnTo>
                    <a:pt x="38925" y="11808"/>
                  </a:lnTo>
                  <a:lnTo>
                    <a:pt x="39382" y="12387"/>
                  </a:lnTo>
                  <a:lnTo>
                    <a:pt x="40820" y="10477"/>
                  </a:lnTo>
                  <a:lnTo>
                    <a:pt x="42342" y="10667"/>
                  </a:lnTo>
                  <a:lnTo>
                    <a:pt x="46016" y="11458"/>
                  </a:lnTo>
                  <a:lnTo>
                    <a:pt x="47979" y="15407"/>
                  </a:lnTo>
                  <a:lnTo>
                    <a:pt x="49204" y="16823"/>
                  </a:lnTo>
                  <a:lnTo>
                    <a:pt x="50277" y="17401"/>
                  </a:lnTo>
                  <a:lnTo>
                    <a:pt x="51632" y="16784"/>
                  </a:lnTo>
                  <a:lnTo>
                    <a:pt x="52834" y="16054"/>
                  </a:lnTo>
                  <a:lnTo>
                    <a:pt x="53519" y="16396"/>
                  </a:lnTo>
                  <a:lnTo>
                    <a:pt x="55010" y="19006"/>
                  </a:lnTo>
                  <a:lnTo>
                    <a:pt x="55352" y="22415"/>
                  </a:lnTo>
                  <a:lnTo>
                    <a:pt x="55345" y="23784"/>
                  </a:lnTo>
                  <a:lnTo>
                    <a:pt x="54820" y="26097"/>
                  </a:lnTo>
                  <a:lnTo>
                    <a:pt x="54066" y="28547"/>
                  </a:lnTo>
                  <a:lnTo>
                    <a:pt x="53473" y="30145"/>
                  </a:lnTo>
                  <a:lnTo>
                    <a:pt x="53724" y="31423"/>
                  </a:lnTo>
                  <a:lnTo>
                    <a:pt x="54257" y="32496"/>
                  </a:lnTo>
                  <a:lnTo>
                    <a:pt x="55124" y="32846"/>
                  </a:lnTo>
                  <a:lnTo>
                    <a:pt x="57969" y="35007"/>
                  </a:lnTo>
                  <a:lnTo>
                    <a:pt x="59035" y="36513"/>
                  </a:lnTo>
                  <a:lnTo>
                    <a:pt x="60579" y="37624"/>
                  </a:lnTo>
                  <a:lnTo>
                    <a:pt x="61751" y="37685"/>
                  </a:lnTo>
                  <a:lnTo>
                    <a:pt x="62360" y="38301"/>
                  </a:lnTo>
                  <a:lnTo>
                    <a:pt x="62573" y="39062"/>
                  </a:lnTo>
                  <a:lnTo>
                    <a:pt x="62413" y="40980"/>
                  </a:lnTo>
                  <a:lnTo>
                    <a:pt x="61759" y="42775"/>
                  </a:lnTo>
                  <a:lnTo>
                    <a:pt x="61842" y="43932"/>
                  </a:lnTo>
                  <a:lnTo>
                    <a:pt x="62877" y="45301"/>
                  </a:lnTo>
                  <a:lnTo>
                    <a:pt x="62991" y="46884"/>
                  </a:lnTo>
                  <a:lnTo>
                    <a:pt x="63060" y="47903"/>
                  </a:lnTo>
                  <a:lnTo>
                    <a:pt x="63608" y="48687"/>
                  </a:lnTo>
                  <a:lnTo>
                    <a:pt x="66217" y="50429"/>
                  </a:lnTo>
                  <a:lnTo>
                    <a:pt x="69588" y="52111"/>
                  </a:lnTo>
                  <a:lnTo>
                    <a:pt x="70448" y="53557"/>
                  </a:lnTo>
                  <a:lnTo>
                    <a:pt x="70973" y="55383"/>
                  </a:lnTo>
                  <a:lnTo>
                    <a:pt x="70805" y="58449"/>
                  </a:lnTo>
                  <a:lnTo>
                    <a:pt x="70585" y="61112"/>
                  </a:lnTo>
                  <a:lnTo>
                    <a:pt x="74998" y="64688"/>
                  </a:lnTo>
                  <a:lnTo>
                    <a:pt x="74496" y="65357"/>
                  </a:lnTo>
                  <a:lnTo>
                    <a:pt x="73811" y="66088"/>
                  </a:lnTo>
                  <a:lnTo>
                    <a:pt x="69595" y="66628"/>
                  </a:lnTo>
                  <a:lnTo>
                    <a:pt x="68736" y="66925"/>
                  </a:lnTo>
                  <a:lnTo>
                    <a:pt x="66902" y="64239"/>
                  </a:lnTo>
                  <a:lnTo>
                    <a:pt x="65936" y="63897"/>
                  </a:lnTo>
                  <a:lnTo>
                    <a:pt x="65038" y="64886"/>
                  </a:lnTo>
                  <a:lnTo>
                    <a:pt x="63973" y="65434"/>
                  </a:lnTo>
                  <a:lnTo>
                    <a:pt x="62702" y="65160"/>
                  </a:lnTo>
                  <a:lnTo>
                    <a:pt x="61332" y="64330"/>
                  </a:lnTo>
                  <a:lnTo>
                    <a:pt x="60640" y="63744"/>
                  </a:lnTo>
                  <a:lnTo>
                    <a:pt x="60085" y="63676"/>
                  </a:lnTo>
                  <a:lnTo>
                    <a:pt x="59233" y="64262"/>
                  </a:lnTo>
                  <a:lnTo>
                    <a:pt x="58099" y="64011"/>
                  </a:lnTo>
                  <a:lnTo>
                    <a:pt x="57353" y="63349"/>
                  </a:lnTo>
                  <a:lnTo>
                    <a:pt x="56280" y="65631"/>
                  </a:lnTo>
                  <a:lnTo>
                    <a:pt x="55626" y="66111"/>
                  </a:lnTo>
                  <a:lnTo>
                    <a:pt x="55215" y="66042"/>
                  </a:lnTo>
                  <a:lnTo>
                    <a:pt x="55131" y="62162"/>
                  </a:lnTo>
                  <a:lnTo>
                    <a:pt x="54820" y="61576"/>
                  </a:lnTo>
                  <a:lnTo>
                    <a:pt x="53967" y="61477"/>
                  </a:lnTo>
                  <a:lnTo>
                    <a:pt x="51913" y="62405"/>
                  </a:lnTo>
                  <a:lnTo>
                    <a:pt x="49958" y="63600"/>
                  </a:lnTo>
                  <a:lnTo>
                    <a:pt x="49296" y="64657"/>
                  </a:lnTo>
                  <a:lnTo>
                    <a:pt x="49364" y="66567"/>
                  </a:lnTo>
                  <a:lnTo>
                    <a:pt x="49646" y="68842"/>
                  </a:lnTo>
                  <a:lnTo>
                    <a:pt x="50978" y="72289"/>
                  </a:lnTo>
                  <a:lnTo>
                    <a:pt x="50247" y="73788"/>
                  </a:lnTo>
                  <a:lnTo>
                    <a:pt x="49730" y="76177"/>
                  </a:lnTo>
                  <a:lnTo>
                    <a:pt x="47637" y="78360"/>
                  </a:lnTo>
                  <a:lnTo>
                    <a:pt x="45263" y="79631"/>
                  </a:lnTo>
                  <a:lnTo>
                    <a:pt x="45065" y="82233"/>
                  </a:lnTo>
                  <a:lnTo>
                    <a:pt x="43749" y="84006"/>
                  </a:lnTo>
                  <a:lnTo>
                    <a:pt x="41497" y="85779"/>
                  </a:lnTo>
                  <a:lnTo>
                    <a:pt x="39990" y="87917"/>
                  </a:lnTo>
                  <a:lnTo>
                    <a:pt x="40371" y="89370"/>
                  </a:lnTo>
                  <a:lnTo>
                    <a:pt x="40462" y="90755"/>
                  </a:lnTo>
                  <a:lnTo>
                    <a:pt x="40204" y="91691"/>
                  </a:lnTo>
                  <a:lnTo>
                    <a:pt x="40150" y="92414"/>
                  </a:lnTo>
                  <a:lnTo>
                    <a:pt x="39557" y="92733"/>
                  </a:lnTo>
                  <a:lnTo>
                    <a:pt x="36118" y="92999"/>
                  </a:lnTo>
                  <a:lnTo>
                    <a:pt x="35144" y="93448"/>
                  </a:lnTo>
                  <a:close/>
                </a:path>
              </a:pathLst>
            </a:custGeom>
            <a:solidFill>
              <a:srgbClr val="2562E8"/>
            </a:solidFill>
            <a:ln w="6168" cap="flat">
              <a:solidFill>
                <a:srgbClr val="2562E8"/>
              </a:solidFill>
              <a:prstDash val="solid"/>
              <a:miter/>
            </a:ln>
          </p:spPr>
          <p:txBody>
            <a:bodyPr/>
            <a:lstStyle/>
            <a:p>
              <a:endParaRPr lang="en-US"/>
            </a:p>
          </p:txBody>
        </p:sp>
        <p:sp>
          <p:nvSpPr>
            <p:cNvPr id="2263" name="Freeform: Shape 2262">
              <a:extLst>
                <a:ext uri="{FF2B5EF4-FFF2-40B4-BE49-F238E27FC236}">
                  <a16:creationId xmlns:a16="http://schemas.microsoft.com/office/drawing/2014/main" id="{D88BCD7F-03E5-B964-5071-C575E16A5073}"/>
                </a:ext>
              </a:extLst>
            </p:cNvPr>
            <p:cNvSpPr/>
            <p:nvPr/>
          </p:nvSpPr>
          <p:spPr>
            <a:xfrm>
              <a:off x="10497557" y="5262472"/>
              <a:ext cx="154286" cy="303353"/>
            </a:xfrm>
            <a:custGeom>
              <a:avLst/>
              <a:gdLst>
                <a:gd name="csX0" fmla="*/ 134124 w 154286"/>
                <a:gd name="csY0" fmla="*/ 7586 h 303353"/>
                <a:gd name="csX1" fmla="*/ 135105 w 154286"/>
                <a:gd name="csY1" fmla="*/ 9861 h 303353"/>
                <a:gd name="csX2" fmla="*/ 136247 w 154286"/>
                <a:gd name="csY2" fmla="*/ 12044 h 303353"/>
                <a:gd name="csX3" fmla="*/ 139815 w 154286"/>
                <a:gd name="csY3" fmla="*/ 17325 h 303353"/>
                <a:gd name="csX4" fmla="*/ 141345 w 154286"/>
                <a:gd name="csY4" fmla="*/ 19356 h 303353"/>
                <a:gd name="csX5" fmla="*/ 142645 w 154286"/>
                <a:gd name="csY5" fmla="*/ 21517 h 303353"/>
                <a:gd name="csX6" fmla="*/ 143277 w 154286"/>
                <a:gd name="csY6" fmla="*/ 25831 h 303353"/>
                <a:gd name="csX7" fmla="*/ 145552 w 154286"/>
                <a:gd name="csY7" fmla="*/ 32542 h 303353"/>
                <a:gd name="csX8" fmla="*/ 147690 w 154286"/>
                <a:gd name="csY8" fmla="*/ 42646 h 303353"/>
                <a:gd name="csX9" fmla="*/ 148344 w 154286"/>
                <a:gd name="csY9" fmla="*/ 53032 h 303353"/>
                <a:gd name="csX10" fmla="*/ 149006 w 154286"/>
                <a:gd name="csY10" fmla="*/ 57802 h 303353"/>
                <a:gd name="csX11" fmla="*/ 150672 w 154286"/>
                <a:gd name="csY11" fmla="*/ 62299 h 303353"/>
                <a:gd name="csX12" fmla="*/ 153404 w 154286"/>
                <a:gd name="csY12" fmla="*/ 66971 h 303353"/>
                <a:gd name="csX13" fmla="*/ 154287 w 154286"/>
                <a:gd name="csY13" fmla="*/ 72167 h 303353"/>
                <a:gd name="csX14" fmla="*/ 152613 w 154286"/>
                <a:gd name="csY14" fmla="*/ 77531 h 303353"/>
                <a:gd name="csX15" fmla="*/ 150201 w 154286"/>
                <a:gd name="csY15" fmla="*/ 82591 h 303353"/>
                <a:gd name="csX16" fmla="*/ 149577 w 154286"/>
                <a:gd name="csY16" fmla="*/ 83542 h 303353"/>
                <a:gd name="csX17" fmla="*/ 148443 w 154286"/>
                <a:gd name="csY17" fmla="*/ 84843 h 303353"/>
                <a:gd name="csX18" fmla="*/ 147933 w 154286"/>
                <a:gd name="csY18" fmla="*/ 84790 h 303353"/>
                <a:gd name="csX19" fmla="*/ 146001 w 154286"/>
                <a:gd name="csY19" fmla="*/ 83481 h 303353"/>
                <a:gd name="csX20" fmla="*/ 144418 w 154286"/>
                <a:gd name="csY20" fmla="*/ 81343 h 303353"/>
                <a:gd name="csX21" fmla="*/ 142417 w 154286"/>
                <a:gd name="csY21" fmla="*/ 76314 h 303353"/>
                <a:gd name="csX22" fmla="*/ 141687 w 154286"/>
                <a:gd name="csY22" fmla="*/ 73765 h 303353"/>
                <a:gd name="csX23" fmla="*/ 140850 w 154286"/>
                <a:gd name="csY23" fmla="*/ 73362 h 303353"/>
                <a:gd name="csX24" fmla="*/ 138506 w 154286"/>
                <a:gd name="csY24" fmla="*/ 73583 h 303353"/>
                <a:gd name="csX25" fmla="*/ 136810 w 154286"/>
                <a:gd name="csY25" fmla="*/ 75165 h 303353"/>
                <a:gd name="csX26" fmla="*/ 136498 w 154286"/>
                <a:gd name="csY26" fmla="*/ 76162 h 303353"/>
                <a:gd name="csX27" fmla="*/ 136863 w 154286"/>
                <a:gd name="csY27" fmla="*/ 79000 h 303353"/>
                <a:gd name="csX28" fmla="*/ 137510 w 154286"/>
                <a:gd name="csY28" fmla="*/ 81549 h 303353"/>
                <a:gd name="csX29" fmla="*/ 137791 w 154286"/>
                <a:gd name="csY29" fmla="*/ 84143 h 303353"/>
                <a:gd name="csX30" fmla="*/ 137844 w 154286"/>
                <a:gd name="csY30" fmla="*/ 87407 h 303353"/>
                <a:gd name="csX31" fmla="*/ 138476 w 154286"/>
                <a:gd name="csY31" fmla="*/ 88396 h 303353"/>
                <a:gd name="csX32" fmla="*/ 139404 w 154286"/>
                <a:gd name="csY32" fmla="*/ 89226 h 303353"/>
                <a:gd name="csX33" fmla="*/ 140370 w 154286"/>
                <a:gd name="csY33" fmla="*/ 91364 h 303353"/>
                <a:gd name="csX34" fmla="*/ 140538 w 154286"/>
                <a:gd name="csY34" fmla="*/ 96461 h 303353"/>
                <a:gd name="csX35" fmla="*/ 139944 w 154286"/>
                <a:gd name="csY35" fmla="*/ 99041 h 303353"/>
                <a:gd name="csX36" fmla="*/ 138294 w 154286"/>
                <a:gd name="csY36" fmla="*/ 101262 h 303353"/>
                <a:gd name="csX37" fmla="*/ 138392 w 154286"/>
                <a:gd name="csY37" fmla="*/ 102487 h 303353"/>
                <a:gd name="csX38" fmla="*/ 139009 w 154286"/>
                <a:gd name="csY38" fmla="*/ 103750 h 303353"/>
                <a:gd name="csX39" fmla="*/ 138423 w 154286"/>
                <a:gd name="csY39" fmla="*/ 104511 h 303353"/>
                <a:gd name="csX40" fmla="*/ 136224 w 154286"/>
                <a:gd name="csY40" fmla="*/ 105470 h 303353"/>
                <a:gd name="csX41" fmla="*/ 135334 w 154286"/>
                <a:gd name="csY41" fmla="*/ 106322 h 303353"/>
                <a:gd name="csX42" fmla="*/ 134147 w 154286"/>
                <a:gd name="csY42" fmla="*/ 108582 h 303353"/>
                <a:gd name="csX43" fmla="*/ 132222 w 154286"/>
                <a:gd name="csY43" fmla="*/ 113193 h 303353"/>
                <a:gd name="csX44" fmla="*/ 131963 w 154286"/>
                <a:gd name="csY44" fmla="*/ 115551 h 303353"/>
                <a:gd name="csX45" fmla="*/ 133165 w 154286"/>
                <a:gd name="csY45" fmla="*/ 122734 h 303353"/>
                <a:gd name="csX46" fmla="*/ 132830 w 154286"/>
                <a:gd name="csY46" fmla="*/ 127832 h 303353"/>
                <a:gd name="csX47" fmla="*/ 130380 w 154286"/>
                <a:gd name="csY47" fmla="*/ 137608 h 303353"/>
                <a:gd name="csX48" fmla="*/ 128965 w 154286"/>
                <a:gd name="csY48" fmla="*/ 142257 h 303353"/>
                <a:gd name="csX49" fmla="*/ 126964 w 154286"/>
                <a:gd name="csY49" fmla="*/ 147819 h 303353"/>
                <a:gd name="csX50" fmla="*/ 123905 w 154286"/>
                <a:gd name="csY50" fmla="*/ 155161 h 303353"/>
                <a:gd name="csX51" fmla="*/ 120878 w 154286"/>
                <a:gd name="csY51" fmla="*/ 164406 h 303353"/>
                <a:gd name="csX52" fmla="*/ 118306 w 154286"/>
                <a:gd name="csY52" fmla="*/ 173939 h 303353"/>
                <a:gd name="csX53" fmla="*/ 116404 w 154286"/>
                <a:gd name="csY53" fmla="*/ 179684 h 303353"/>
                <a:gd name="csX54" fmla="*/ 114243 w 154286"/>
                <a:gd name="csY54" fmla="*/ 185352 h 303353"/>
                <a:gd name="csX55" fmla="*/ 111283 w 154286"/>
                <a:gd name="csY55" fmla="*/ 195388 h 303353"/>
                <a:gd name="csX56" fmla="*/ 108772 w 154286"/>
                <a:gd name="csY56" fmla="*/ 205606 h 303353"/>
                <a:gd name="csX57" fmla="*/ 105036 w 154286"/>
                <a:gd name="csY57" fmla="*/ 216882 h 303353"/>
                <a:gd name="csX58" fmla="*/ 99878 w 154286"/>
                <a:gd name="csY58" fmla="*/ 229505 h 303353"/>
                <a:gd name="csX59" fmla="*/ 99322 w 154286"/>
                <a:gd name="csY59" fmla="*/ 231156 h 303353"/>
                <a:gd name="csX60" fmla="*/ 98250 w 154286"/>
                <a:gd name="csY60" fmla="*/ 237630 h 303353"/>
                <a:gd name="csX61" fmla="*/ 97093 w 154286"/>
                <a:gd name="csY61" fmla="*/ 243261 h 303353"/>
                <a:gd name="csX62" fmla="*/ 95708 w 154286"/>
                <a:gd name="csY62" fmla="*/ 248845 h 303353"/>
                <a:gd name="csX63" fmla="*/ 92817 w 154286"/>
                <a:gd name="csY63" fmla="*/ 258098 h 303353"/>
                <a:gd name="csX64" fmla="*/ 92490 w 154286"/>
                <a:gd name="csY64" fmla="*/ 260951 h 303353"/>
                <a:gd name="csX65" fmla="*/ 91835 w 154286"/>
                <a:gd name="csY65" fmla="*/ 263698 h 303353"/>
                <a:gd name="csX66" fmla="*/ 89051 w 154286"/>
                <a:gd name="csY66" fmla="*/ 269526 h 303353"/>
                <a:gd name="csX67" fmla="*/ 87871 w 154286"/>
                <a:gd name="csY67" fmla="*/ 271694 h 303353"/>
                <a:gd name="csX68" fmla="*/ 87042 w 154286"/>
                <a:gd name="csY68" fmla="*/ 274000 h 303353"/>
                <a:gd name="csX69" fmla="*/ 86570 w 154286"/>
                <a:gd name="csY69" fmla="*/ 276929 h 303353"/>
                <a:gd name="csX70" fmla="*/ 85741 w 154286"/>
                <a:gd name="csY70" fmla="*/ 279759 h 303353"/>
                <a:gd name="csX71" fmla="*/ 83702 w 154286"/>
                <a:gd name="csY71" fmla="*/ 284971 h 303353"/>
                <a:gd name="csX72" fmla="*/ 80666 w 154286"/>
                <a:gd name="csY72" fmla="*/ 289460 h 303353"/>
                <a:gd name="csX73" fmla="*/ 78597 w 154286"/>
                <a:gd name="csY73" fmla="*/ 291096 h 303353"/>
                <a:gd name="csX74" fmla="*/ 74123 w 154286"/>
                <a:gd name="csY74" fmla="*/ 293470 h 303353"/>
                <a:gd name="csX75" fmla="*/ 71856 w 154286"/>
                <a:gd name="csY75" fmla="*/ 293949 h 303353"/>
                <a:gd name="csX76" fmla="*/ 66826 w 154286"/>
                <a:gd name="csY76" fmla="*/ 294002 h 303353"/>
                <a:gd name="csX77" fmla="*/ 61957 w 154286"/>
                <a:gd name="csY77" fmla="*/ 295357 h 303353"/>
                <a:gd name="csX78" fmla="*/ 56882 w 154286"/>
                <a:gd name="csY78" fmla="*/ 297959 h 303353"/>
                <a:gd name="csX79" fmla="*/ 51997 w 154286"/>
                <a:gd name="csY79" fmla="*/ 300949 h 303353"/>
                <a:gd name="csX80" fmla="*/ 50125 w 154286"/>
                <a:gd name="csY80" fmla="*/ 302372 h 303353"/>
                <a:gd name="csX81" fmla="*/ 48063 w 154286"/>
                <a:gd name="csY81" fmla="*/ 303186 h 303353"/>
                <a:gd name="csX82" fmla="*/ 41611 w 154286"/>
                <a:gd name="csY82" fmla="*/ 303353 h 303353"/>
                <a:gd name="csX83" fmla="*/ 39679 w 154286"/>
                <a:gd name="csY83" fmla="*/ 302707 h 303353"/>
                <a:gd name="csX84" fmla="*/ 33219 w 154286"/>
                <a:gd name="csY84" fmla="*/ 297792 h 303353"/>
                <a:gd name="csX85" fmla="*/ 30716 w 154286"/>
                <a:gd name="csY85" fmla="*/ 296985 h 303353"/>
                <a:gd name="csX86" fmla="*/ 25976 w 154286"/>
                <a:gd name="csY86" fmla="*/ 296315 h 303353"/>
                <a:gd name="csX87" fmla="*/ 24545 w 154286"/>
                <a:gd name="csY87" fmla="*/ 295897 h 303353"/>
                <a:gd name="csX88" fmla="*/ 23244 w 154286"/>
                <a:gd name="csY88" fmla="*/ 295258 h 303353"/>
                <a:gd name="csX89" fmla="*/ 21327 w 154286"/>
                <a:gd name="csY89" fmla="*/ 292694 h 303353"/>
                <a:gd name="csX90" fmla="*/ 17522 w 154286"/>
                <a:gd name="csY90" fmla="*/ 290533 h 303353"/>
                <a:gd name="csX91" fmla="*/ 16609 w 154286"/>
                <a:gd name="csY91" fmla="*/ 289856 h 303353"/>
                <a:gd name="csX92" fmla="*/ 16031 w 154286"/>
                <a:gd name="csY92" fmla="*/ 288365 h 303353"/>
                <a:gd name="csX93" fmla="*/ 15636 w 154286"/>
                <a:gd name="csY93" fmla="*/ 286759 h 303353"/>
                <a:gd name="csX94" fmla="*/ 14646 w 154286"/>
                <a:gd name="csY94" fmla="*/ 284963 h 303353"/>
                <a:gd name="csX95" fmla="*/ 13916 w 154286"/>
                <a:gd name="csY95" fmla="*/ 281547 h 303353"/>
                <a:gd name="csX96" fmla="*/ 12676 w 154286"/>
                <a:gd name="csY96" fmla="*/ 279166 h 303353"/>
                <a:gd name="csX97" fmla="*/ 9176 w 154286"/>
                <a:gd name="csY97" fmla="*/ 274958 h 303353"/>
                <a:gd name="csX98" fmla="*/ 8803 w 154286"/>
                <a:gd name="csY98" fmla="*/ 273611 h 303353"/>
                <a:gd name="csX99" fmla="*/ 8522 w 154286"/>
                <a:gd name="csY99" fmla="*/ 269153 h 303353"/>
                <a:gd name="csX100" fmla="*/ 8636 w 154286"/>
                <a:gd name="csY100" fmla="*/ 266140 h 303353"/>
                <a:gd name="csX101" fmla="*/ 8294 w 154286"/>
                <a:gd name="csY101" fmla="*/ 260631 h 303353"/>
                <a:gd name="csX102" fmla="*/ 8697 w 154286"/>
                <a:gd name="csY102" fmla="*/ 258045 h 303353"/>
                <a:gd name="csX103" fmla="*/ 9929 w 154286"/>
                <a:gd name="csY103" fmla="*/ 255716 h 303353"/>
                <a:gd name="csX104" fmla="*/ 9427 w 154286"/>
                <a:gd name="csY104" fmla="*/ 253198 h 303353"/>
                <a:gd name="csX105" fmla="*/ 8118 w 154286"/>
                <a:gd name="csY105" fmla="*/ 250550 h 303353"/>
                <a:gd name="csX106" fmla="*/ 7631 w 154286"/>
                <a:gd name="csY106" fmla="*/ 247819 h 303353"/>
                <a:gd name="csX107" fmla="*/ 6673 w 154286"/>
                <a:gd name="csY107" fmla="*/ 245331 h 303353"/>
                <a:gd name="csX108" fmla="*/ 3006 w 154286"/>
                <a:gd name="csY108" fmla="*/ 240857 h 303353"/>
                <a:gd name="csX109" fmla="*/ 2145 w 154286"/>
                <a:gd name="csY109" fmla="*/ 238658 h 303353"/>
                <a:gd name="csX110" fmla="*/ 1552 w 154286"/>
                <a:gd name="csY110" fmla="*/ 236383 h 303353"/>
                <a:gd name="csX111" fmla="*/ 167 w 154286"/>
                <a:gd name="csY111" fmla="*/ 229299 h 303353"/>
                <a:gd name="csX112" fmla="*/ 0 w 154286"/>
                <a:gd name="csY112" fmla="*/ 226834 h 303353"/>
                <a:gd name="csX113" fmla="*/ 205 w 154286"/>
                <a:gd name="csY113" fmla="*/ 221630 h 303353"/>
                <a:gd name="csX114" fmla="*/ 715 w 154286"/>
                <a:gd name="csY114" fmla="*/ 218952 h 303353"/>
                <a:gd name="csX115" fmla="*/ 1605 w 154286"/>
                <a:gd name="csY115" fmla="*/ 217088 h 303353"/>
                <a:gd name="csX116" fmla="*/ 1826 w 154286"/>
                <a:gd name="csY116" fmla="*/ 215695 h 303353"/>
                <a:gd name="csX117" fmla="*/ 2404 w 154286"/>
                <a:gd name="csY117" fmla="*/ 214501 h 303353"/>
                <a:gd name="csX118" fmla="*/ 3272 w 154286"/>
                <a:gd name="csY118" fmla="*/ 213550 h 303353"/>
                <a:gd name="csX119" fmla="*/ 3858 w 154286"/>
                <a:gd name="csY119" fmla="*/ 212416 h 303353"/>
                <a:gd name="csX120" fmla="*/ 5227 w 154286"/>
                <a:gd name="csY120" fmla="*/ 205797 h 303353"/>
                <a:gd name="csX121" fmla="*/ 6962 w 154286"/>
                <a:gd name="csY121" fmla="*/ 204328 h 303353"/>
                <a:gd name="csX122" fmla="*/ 9533 w 154286"/>
                <a:gd name="csY122" fmla="*/ 203483 h 303353"/>
                <a:gd name="csX123" fmla="*/ 11595 w 154286"/>
                <a:gd name="csY123" fmla="*/ 201756 h 303353"/>
                <a:gd name="csX124" fmla="*/ 12782 w 154286"/>
                <a:gd name="csY124" fmla="*/ 199428 h 303353"/>
                <a:gd name="csX125" fmla="*/ 13969 w 154286"/>
                <a:gd name="csY125" fmla="*/ 194627 h 303353"/>
                <a:gd name="csX126" fmla="*/ 17211 w 154286"/>
                <a:gd name="csY126" fmla="*/ 189872 h 303353"/>
                <a:gd name="csX127" fmla="*/ 18367 w 154286"/>
                <a:gd name="csY127" fmla="*/ 187376 h 303353"/>
                <a:gd name="csX128" fmla="*/ 20984 w 154286"/>
                <a:gd name="csY128" fmla="*/ 183602 h 303353"/>
                <a:gd name="csX129" fmla="*/ 23298 w 154286"/>
                <a:gd name="csY129" fmla="*/ 178307 h 303353"/>
                <a:gd name="csX130" fmla="*/ 23997 w 154286"/>
                <a:gd name="csY130" fmla="*/ 175811 h 303353"/>
                <a:gd name="csX131" fmla="*/ 24500 w 154286"/>
                <a:gd name="csY131" fmla="*/ 173262 h 303353"/>
                <a:gd name="csX132" fmla="*/ 25085 w 154286"/>
                <a:gd name="csY132" fmla="*/ 167670 h 303353"/>
                <a:gd name="csX133" fmla="*/ 25527 w 154286"/>
                <a:gd name="csY133" fmla="*/ 164893 h 303353"/>
                <a:gd name="csX134" fmla="*/ 25436 w 154286"/>
                <a:gd name="csY134" fmla="*/ 162138 h 303353"/>
                <a:gd name="csX135" fmla="*/ 24112 w 154286"/>
                <a:gd name="csY135" fmla="*/ 159316 h 303353"/>
                <a:gd name="csX136" fmla="*/ 20954 w 154286"/>
                <a:gd name="csY136" fmla="*/ 154195 h 303353"/>
                <a:gd name="csX137" fmla="*/ 20855 w 154286"/>
                <a:gd name="csY137" fmla="*/ 153244 h 303353"/>
                <a:gd name="csX138" fmla="*/ 21106 w 154286"/>
                <a:gd name="csY138" fmla="*/ 149440 h 303353"/>
                <a:gd name="csX139" fmla="*/ 20840 w 154286"/>
                <a:gd name="csY139" fmla="*/ 146693 h 303353"/>
                <a:gd name="csX140" fmla="*/ 19676 w 154286"/>
                <a:gd name="csY140" fmla="*/ 143954 h 303353"/>
                <a:gd name="csX141" fmla="*/ 18185 w 154286"/>
                <a:gd name="csY141" fmla="*/ 141382 h 303353"/>
                <a:gd name="csX142" fmla="*/ 16716 w 154286"/>
                <a:gd name="csY142" fmla="*/ 136574 h 303353"/>
                <a:gd name="csX143" fmla="*/ 16001 w 154286"/>
                <a:gd name="csY143" fmla="*/ 128638 h 303353"/>
                <a:gd name="csX144" fmla="*/ 16153 w 154286"/>
                <a:gd name="csY144" fmla="*/ 125777 h 303353"/>
                <a:gd name="csX145" fmla="*/ 15719 w 154286"/>
                <a:gd name="csY145" fmla="*/ 123236 h 303353"/>
                <a:gd name="csX146" fmla="*/ 14654 w 154286"/>
                <a:gd name="csY146" fmla="*/ 120817 h 303353"/>
                <a:gd name="csX147" fmla="*/ 15415 w 154286"/>
                <a:gd name="csY147" fmla="*/ 116594 h 303353"/>
                <a:gd name="csX148" fmla="*/ 24857 w 154286"/>
                <a:gd name="csY148" fmla="*/ 101301 h 303353"/>
                <a:gd name="csX149" fmla="*/ 25169 w 154286"/>
                <a:gd name="csY149" fmla="*/ 99505 h 303353"/>
                <a:gd name="csX150" fmla="*/ 24789 w 154286"/>
                <a:gd name="csY150" fmla="*/ 94856 h 303353"/>
                <a:gd name="csX151" fmla="*/ 24987 w 154286"/>
                <a:gd name="csY151" fmla="*/ 92155 h 303353"/>
                <a:gd name="csX152" fmla="*/ 25314 w 154286"/>
                <a:gd name="csY152" fmla="*/ 91151 h 303353"/>
                <a:gd name="csX153" fmla="*/ 26036 w 154286"/>
                <a:gd name="csY153" fmla="*/ 90565 h 303353"/>
                <a:gd name="csX154" fmla="*/ 27650 w 154286"/>
                <a:gd name="csY154" fmla="*/ 90283 h 303353"/>
                <a:gd name="csX155" fmla="*/ 35281 w 154286"/>
                <a:gd name="csY155" fmla="*/ 89621 h 303353"/>
                <a:gd name="csX156" fmla="*/ 36262 w 154286"/>
                <a:gd name="csY156" fmla="*/ 89150 h 303353"/>
                <a:gd name="csX157" fmla="*/ 38165 w 154286"/>
                <a:gd name="csY157" fmla="*/ 87871 h 303353"/>
                <a:gd name="csX158" fmla="*/ 40782 w 154286"/>
                <a:gd name="csY158" fmla="*/ 85391 h 303353"/>
                <a:gd name="csX159" fmla="*/ 41984 w 154286"/>
                <a:gd name="csY159" fmla="*/ 84676 h 303353"/>
                <a:gd name="csX160" fmla="*/ 43019 w 154286"/>
                <a:gd name="csY160" fmla="*/ 84942 h 303353"/>
                <a:gd name="csX161" fmla="*/ 43681 w 154286"/>
                <a:gd name="csY161" fmla="*/ 86000 h 303353"/>
                <a:gd name="csX162" fmla="*/ 44533 w 154286"/>
                <a:gd name="csY162" fmla="*/ 86578 h 303353"/>
                <a:gd name="csX163" fmla="*/ 47614 w 154286"/>
                <a:gd name="csY163" fmla="*/ 85460 h 303353"/>
                <a:gd name="csX164" fmla="*/ 48794 w 154286"/>
                <a:gd name="csY164" fmla="*/ 85429 h 303353"/>
                <a:gd name="csX165" fmla="*/ 50004 w 154286"/>
                <a:gd name="csY165" fmla="*/ 85612 h 303353"/>
                <a:gd name="csX166" fmla="*/ 50567 w 154286"/>
                <a:gd name="csY166" fmla="*/ 84577 h 303353"/>
                <a:gd name="csX167" fmla="*/ 50901 w 154286"/>
                <a:gd name="csY167" fmla="*/ 83192 h 303353"/>
                <a:gd name="csX168" fmla="*/ 51350 w 154286"/>
                <a:gd name="csY168" fmla="*/ 82218 h 303353"/>
                <a:gd name="csX169" fmla="*/ 52172 w 154286"/>
                <a:gd name="csY169" fmla="*/ 81663 h 303353"/>
                <a:gd name="csX170" fmla="*/ 56136 w 154286"/>
                <a:gd name="csY170" fmla="*/ 81359 h 303353"/>
                <a:gd name="csX171" fmla="*/ 58670 w 154286"/>
                <a:gd name="csY171" fmla="*/ 80963 h 303353"/>
                <a:gd name="csX172" fmla="*/ 61941 w 154286"/>
                <a:gd name="csY172" fmla="*/ 79996 h 303353"/>
                <a:gd name="csX173" fmla="*/ 62642 w 154286"/>
                <a:gd name="csY173" fmla="*/ 80187 h 303353"/>
                <a:gd name="csX174" fmla="*/ 65282 w 154286"/>
                <a:gd name="csY174" fmla="*/ 83671 h 303353"/>
                <a:gd name="csX175" fmla="*/ 66080 w 154286"/>
                <a:gd name="csY175" fmla="*/ 83968 h 303353"/>
                <a:gd name="csX176" fmla="*/ 67108 w 154286"/>
                <a:gd name="csY176" fmla="*/ 84113 h 303353"/>
                <a:gd name="csX177" fmla="*/ 68005 w 154286"/>
                <a:gd name="csY177" fmla="*/ 83481 h 303353"/>
                <a:gd name="csX178" fmla="*/ 65860 w 154286"/>
                <a:gd name="csY178" fmla="*/ 81663 h 303353"/>
                <a:gd name="csX179" fmla="*/ 65540 w 154286"/>
                <a:gd name="csY179" fmla="*/ 80636 h 303353"/>
                <a:gd name="csX180" fmla="*/ 65655 w 154286"/>
                <a:gd name="csY180" fmla="*/ 79464 h 303353"/>
                <a:gd name="csX181" fmla="*/ 66803 w 154286"/>
                <a:gd name="csY181" fmla="*/ 76961 h 303353"/>
                <a:gd name="csX182" fmla="*/ 68720 w 154286"/>
                <a:gd name="csY182" fmla="*/ 75051 h 303353"/>
                <a:gd name="csX183" fmla="*/ 72981 w 154286"/>
                <a:gd name="csY183" fmla="*/ 72152 h 303353"/>
                <a:gd name="csX184" fmla="*/ 77410 w 154286"/>
                <a:gd name="csY184" fmla="*/ 68804 h 303353"/>
                <a:gd name="csX185" fmla="*/ 78696 w 154286"/>
                <a:gd name="csY185" fmla="*/ 68576 h 303353"/>
                <a:gd name="csX186" fmla="*/ 79784 w 154286"/>
                <a:gd name="csY186" fmla="*/ 69101 h 303353"/>
                <a:gd name="csX187" fmla="*/ 80620 w 154286"/>
                <a:gd name="csY187" fmla="*/ 73058 h 303353"/>
                <a:gd name="csX188" fmla="*/ 80514 w 154286"/>
                <a:gd name="csY188" fmla="*/ 73704 h 303353"/>
                <a:gd name="csX189" fmla="*/ 81221 w 154286"/>
                <a:gd name="csY189" fmla="*/ 73795 h 303353"/>
                <a:gd name="csX190" fmla="*/ 82043 w 154286"/>
                <a:gd name="csY190" fmla="*/ 73309 h 303353"/>
                <a:gd name="csX191" fmla="*/ 82774 w 154286"/>
                <a:gd name="csY191" fmla="*/ 71718 h 303353"/>
                <a:gd name="csX192" fmla="*/ 82812 w 154286"/>
                <a:gd name="csY192" fmla="*/ 70394 h 303353"/>
                <a:gd name="csX193" fmla="*/ 82218 w 154286"/>
                <a:gd name="csY193" fmla="*/ 69124 h 303353"/>
                <a:gd name="csX194" fmla="*/ 81929 w 154286"/>
                <a:gd name="csY194" fmla="*/ 68051 h 303353"/>
                <a:gd name="csX195" fmla="*/ 81906 w 154286"/>
                <a:gd name="csY195" fmla="*/ 67062 h 303353"/>
                <a:gd name="csX196" fmla="*/ 84151 w 154286"/>
                <a:gd name="csY196" fmla="*/ 64726 h 303353"/>
                <a:gd name="csX197" fmla="*/ 85916 w 154286"/>
                <a:gd name="csY197" fmla="*/ 62505 h 303353"/>
                <a:gd name="csX198" fmla="*/ 86730 w 154286"/>
                <a:gd name="csY198" fmla="*/ 59849 h 303353"/>
                <a:gd name="csX199" fmla="*/ 87438 w 154286"/>
                <a:gd name="csY199" fmla="*/ 58624 h 303353"/>
                <a:gd name="csX200" fmla="*/ 89302 w 154286"/>
                <a:gd name="csY200" fmla="*/ 57247 h 303353"/>
                <a:gd name="csX201" fmla="*/ 89850 w 154286"/>
                <a:gd name="csY201" fmla="*/ 57460 h 303353"/>
                <a:gd name="csX202" fmla="*/ 90283 w 154286"/>
                <a:gd name="csY202" fmla="*/ 58578 h 303353"/>
                <a:gd name="csX203" fmla="*/ 90527 w 154286"/>
                <a:gd name="csY203" fmla="*/ 59765 h 303353"/>
                <a:gd name="csX204" fmla="*/ 90048 w 154286"/>
                <a:gd name="csY204" fmla="*/ 60945 h 303353"/>
                <a:gd name="csX205" fmla="*/ 89370 w 154286"/>
                <a:gd name="csY205" fmla="*/ 62109 h 303353"/>
                <a:gd name="csX206" fmla="*/ 89097 w 154286"/>
                <a:gd name="csY206" fmla="*/ 63661 h 303353"/>
                <a:gd name="csX207" fmla="*/ 90146 w 154286"/>
                <a:gd name="csY207" fmla="*/ 63965 h 303353"/>
                <a:gd name="csX208" fmla="*/ 91136 w 154286"/>
                <a:gd name="csY208" fmla="*/ 63592 h 303353"/>
                <a:gd name="csX209" fmla="*/ 92581 w 154286"/>
                <a:gd name="csY209" fmla="*/ 60785 h 303353"/>
                <a:gd name="csX210" fmla="*/ 94232 w 154286"/>
                <a:gd name="csY210" fmla="*/ 58130 h 303353"/>
                <a:gd name="csX211" fmla="*/ 95213 w 154286"/>
                <a:gd name="csY211" fmla="*/ 56745 h 303353"/>
                <a:gd name="csX212" fmla="*/ 96454 w 154286"/>
                <a:gd name="csY212" fmla="*/ 55786 h 303353"/>
                <a:gd name="csX213" fmla="*/ 98516 w 154286"/>
                <a:gd name="csY213" fmla="*/ 55976 h 303353"/>
                <a:gd name="csX214" fmla="*/ 100517 w 154286"/>
                <a:gd name="csY214" fmla="*/ 56570 h 303353"/>
                <a:gd name="csX215" fmla="*/ 97253 w 154286"/>
                <a:gd name="csY215" fmla="*/ 53770 h 303353"/>
                <a:gd name="csX216" fmla="*/ 96439 w 154286"/>
                <a:gd name="csY216" fmla="*/ 49935 h 303353"/>
                <a:gd name="csX217" fmla="*/ 100319 w 154286"/>
                <a:gd name="csY217" fmla="*/ 43308 h 303353"/>
                <a:gd name="csX218" fmla="*/ 100357 w 154286"/>
                <a:gd name="csY218" fmla="*/ 41931 h 303353"/>
                <a:gd name="csX219" fmla="*/ 100920 w 154286"/>
                <a:gd name="csY219" fmla="*/ 41505 h 303353"/>
                <a:gd name="csX220" fmla="*/ 101186 w 154286"/>
                <a:gd name="csY220" fmla="*/ 40972 h 303353"/>
                <a:gd name="csX221" fmla="*/ 99177 w 154286"/>
                <a:gd name="csY221" fmla="*/ 38743 h 303353"/>
                <a:gd name="csX222" fmla="*/ 98797 w 154286"/>
                <a:gd name="csY222" fmla="*/ 37632 h 303353"/>
                <a:gd name="csX223" fmla="*/ 99064 w 154286"/>
                <a:gd name="csY223" fmla="*/ 35950 h 303353"/>
                <a:gd name="csX224" fmla="*/ 100022 w 154286"/>
                <a:gd name="csY224" fmla="*/ 34459 h 303353"/>
                <a:gd name="csX225" fmla="*/ 100897 w 154286"/>
                <a:gd name="csY225" fmla="*/ 33417 h 303353"/>
                <a:gd name="csX226" fmla="*/ 102138 w 154286"/>
                <a:gd name="csY226" fmla="*/ 33014 h 303353"/>
                <a:gd name="csX227" fmla="*/ 103119 w 154286"/>
                <a:gd name="csY227" fmla="*/ 33584 h 303353"/>
                <a:gd name="csX228" fmla="*/ 105280 w 154286"/>
                <a:gd name="csY228" fmla="*/ 35418 h 303353"/>
                <a:gd name="csX229" fmla="*/ 106733 w 154286"/>
                <a:gd name="csY229" fmla="*/ 35699 h 303353"/>
                <a:gd name="csX230" fmla="*/ 108491 w 154286"/>
                <a:gd name="csY230" fmla="*/ 33942 h 303353"/>
                <a:gd name="csX231" fmla="*/ 109929 w 154286"/>
                <a:gd name="csY231" fmla="*/ 31743 h 303353"/>
                <a:gd name="csX232" fmla="*/ 112089 w 154286"/>
                <a:gd name="csY232" fmla="*/ 30237 h 303353"/>
                <a:gd name="csX233" fmla="*/ 114547 w 154286"/>
                <a:gd name="csY233" fmla="*/ 29301 h 303353"/>
                <a:gd name="csX234" fmla="*/ 118283 w 154286"/>
                <a:gd name="csY234" fmla="*/ 25839 h 303353"/>
                <a:gd name="csX235" fmla="*/ 120718 w 154286"/>
                <a:gd name="csY235" fmla="*/ 18611 h 303353"/>
                <a:gd name="csX236" fmla="*/ 120908 w 154286"/>
                <a:gd name="csY236" fmla="*/ 16503 h 303353"/>
                <a:gd name="csX237" fmla="*/ 120368 w 154286"/>
                <a:gd name="csY237" fmla="*/ 13954 h 303353"/>
                <a:gd name="csX238" fmla="*/ 119508 w 154286"/>
                <a:gd name="csY238" fmla="*/ 11527 h 303353"/>
                <a:gd name="csX239" fmla="*/ 118070 w 154286"/>
                <a:gd name="csY239" fmla="*/ 8499 h 303353"/>
                <a:gd name="csX240" fmla="*/ 118443 w 154286"/>
                <a:gd name="csY240" fmla="*/ 7829 h 303353"/>
                <a:gd name="csX241" fmla="*/ 120489 w 154286"/>
                <a:gd name="csY241" fmla="*/ 8232 h 303353"/>
                <a:gd name="csX242" fmla="*/ 121174 w 154286"/>
                <a:gd name="csY242" fmla="*/ 7806 h 303353"/>
                <a:gd name="csX243" fmla="*/ 123396 w 154286"/>
                <a:gd name="csY243" fmla="*/ 5128 h 303353"/>
                <a:gd name="csX244" fmla="*/ 127055 w 154286"/>
                <a:gd name="csY244" fmla="*/ 0 h 303353"/>
                <a:gd name="csX245" fmla="*/ 128258 w 154286"/>
                <a:gd name="csY245" fmla="*/ 8 h 303353"/>
                <a:gd name="csX246" fmla="*/ 129292 w 154286"/>
                <a:gd name="csY246" fmla="*/ 959 h 303353"/>
                <a:gd name="csX247" fmla="*/ 129680 w 154286"/>
                <a:gd name="csY247" fmla="*/ 2366 h 303353"/>
                <a:gd name="csX248" fmla="*/ 130411 w 154286"/>
                <a:gd name="csY248" fmla="*/ 3401 h 303353"/>
                <a:gd name="csX249" fmla="*/ 132884 w 154286"/>
                <a:gd name="csY249" fmla="*/ 5836 h 303353"/>
                <a:gd name="csX250" fmla="*/ 134124 w 154286"/>
                <a:gd name="csY250" fmla="*/ 7586 h 303353"/>
                <a:gd name="csX251" fmla="*/ 108574 w 154286"/>
                <a:gd name="csY251" fmla="*/ 27870 h 303353"/>
                <a:gd name="csX252" fmla="*/ 108605 w 154286"/>
                <a:gd name="csY252" fmla="*/ 28662 h 303353"/>
                <a:gd name="csX253" fmla="*/ 105797 w 154286"/>
                <a:gd name="csY253" fmla="*/ 28334 h 303353"/>
                <a:gd name="csX254" fmla="*/ 105356 w 154286"/>
                <a:gd name="csY254" fmla="*/ 25603 h 303353"/>
                <a:gd name="csX255" fmla="*/ 106733 w 154286"/>
                <a:gd name="csY255" fmla="*/ 25519 h 303353"/>
                <a:gd name="csX256" fmla="*/ 107037 w 154286"/>
                <a:gd name="csY256" fmla="*/ 24401 h 303353"/>
                <a:gd name="csX257" fmla="*/ 107874 w 154286"/>
                <a:gd name="csY257" fmla="*/ 24264 h 303353"/>
                <a:gd name="csX258" fmla="*/ 108780 w 154286"/>
                <a:gd name="csY258" fmla="*/ 26691 h 303353"/>
                <a:gd name="csX259" fmla="*/ 108574 w 154286"/>
                <a:gd name="csY259" fmla="*/ 27870 h 303353"/>
                <a:gd name="csX260" fmla="*/ 142623 w 154286"/>
                <a:gd name="csY260" fmla="*/ 105683 h 303353"/>
                <a:gd name="csX261" fmla="*/ 140226 w 154286"/>
                <a:gd name="csY261" fmla="*/ 109761 h 303353"/>
                <a:gd name="csX262" fmla="*/ 140903 w 154286"/>
                <a:gd name="csY262" fmla="*/ 106360 h 303353"/>
                <a:gd name="csX263" fmla="*/ 143680 w 154286"/>
                <a:gd name="csY263" fmla="*/ 101460 h 303353"/>
                <a:gd name="csX264" fmla="*/ 144471 w 154286"/>
                <a:gd name="csY264" fmla="*/ 101087 h 303353"/>
                <a:gd name="csX265" fmla="*/ 142623 w 154286"/>
                <a:gd name="csY265" fmla="*/ 105683 h 303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Lst>
              <a:rect l="l" t="t" r="r" b="b"/>
              <a:pathLst>
                <a:path w="154286" h="303353">
                  <a:moveTo>
                    <a:pt x="134124" y="7586"/>
                  </a:moveTo>
                  <a:lnTo>
                    <a:pt x="135105" y="9861"/>
                  </a:lnTo>
                  <a:lnTo>
                    <a:pt x="136247" y="12044"/>
                  </a:lnTo>
                  <a:lnTo>
                    <a:pt x="139815" y="17325"/>
                  </a:lnTo>
                  <a:lnTo>
                    <a:pt x="141345" y="19356"/>
                  </a:lnTo>
                  <a:lnTo>
                    <a:pt x="142645" y="21517"/>
                  </a:lnTo>
                  <a:lnTo>
                    <a:pt x="143277" y="25831"/>
                  </a:lnTo>
                  <a:lnTo>
                    <a:pt x="145552" y="32542"/>
                  </a:lnTo>
                  <a:lnTo>
                    <a:pt x="147690" y="42646"/>
                  </a:lnTo>
                  <a:lnTo>
                    <a:pt x="148344" y="53032"/>
                  </a:lnTo>
                  <a:lnTo>
                    <a:pt x="149006" y="57802"/>
                  </a:lnTo>
                  <a:lnTo>
                    <a:pt x="150672" y="62299"/>
                  </a:lnTo>
                  <a:lnTo>
                    <a:pt x="153404" y="66971"/>
                  </a:lnTo>
                  <a:lnTo>
                    <a:pt x="154287" y="72167"/>
                  </a:lnTo>
                  <a:lnTo>
                    <a:pt x="152613" y="77531"/>
                  </a:lnTo>
                  <a:lnTo>
                    <a:pt x="150201" y="82591"/>
                  </a:lnTo>
                  <a:lnTo>
                    <a:pt x="149577" y="83542"/>
                  </a:lnTo>
                  <a:lnTo>
                    <a:pt x="148443" y="84843"/>
                  </a:lnTo>
                  <a:lnTo>
                    <a:pt x="147933" y="84790"/>
                  </a:lnTo>
                  <a:lnTo>
                    <a:pt x="146001" y="83481"/>
                  </a:lnTo>
                  <a:lnTo>
                    <a:pt x="144418" y="81343"/>
                  </a:lnTo>
                  <a:lnTo>
                    <a:pt x="142417" y="76314"/>
                  </a:lnTo>
                  <a:lnTo>
                    <a:pt x="141687" y="73765"/>
                  </a:lnTo>
                  <a:lnTo>
                    <a:pt x="140850" y="73362"/>
                  </a:lnTo>
                  <a:lnTo>
                    <a:pt x="138506" y="73583"/>
                  </a:lnTo>
                  <a:lnTo>
                    <a:pt x="136810" y="75165"/>
                  </a:lnTo>
                  <a:lnTo>
                    <a:pt x="136498" y="76162"/>
                  </a:lnTo>
                  <a:lnTo>
                    <a:pt x="136863" y="79000"/>
                  </a:lnTo>
                  <a:lnTo>
                    <a:pt x="137510" y="81549"/>
                  </a:lnTo>
                  <a:lnTo>
                    <a:pt x="137791" y="84143"/>
                  </a:lnTo>
                  <a:lnTo>
                    <a:pt x="137844" y="87407"/>
                  </a:lnTo>
                  <a:lnTo>
                    <a:pt x="138476" y="88396"/>
                  </a:lnTo>
                  <a:lnTo>
                    <a:pt x="139404" y="89226"/>
                  </a:lnTo>
                  <a:lnTo>
                    <a:pt x="140370" y="91364"/>
                  </a:lnTo>
                  <a:lnTo>
                    <a:pt x="140538" y="96461"/>
                  </a:lnTo>
                  <a:lnTo>
                    <a:pt x="139944" y="99041"/>
                  </a:lnTo>
                  <a:lnTo>
                    <a:pt x="138294" y="101262"/>
                  </a:lnTo>
                  <a:lnTo>
                    <a:pt x="138392" y="102487"/>
                  </a:lnTo>
                  <a:lnTo>
                    <a:pt x="139009" y="103750"/>
                  </a:lnTo>
                  <a:lnTo>
                    <a:pt x="138423" y="104511"/>
                  </a:lnTo>
                  <a:lnTo>
                    <a:pt x="136224" y="105470"/>
                  </a:lnTo>
                  <a:lnTo>
                    <a:pt x="135334" y="106322"/>
                  </a:lnTo>
                  <a:lnTo>
                    <a:pt x="134147" y="108582"/>
                  </a:lnTo>
                  <a:lnTo>
                    <a:pt x="132222" y="113193"/>
                  </a:lnTo>
                  <a:lnTo>
                    <a:pt x="131963" y="115551"/>
                  </a:lnTo>
                  <a:lnTo>
                    <a:pt x="133165" y="122734"/>
                  </a:lnTo>
                  <a:lnTo>
                    <a:pt x="132830" y="127832"/>
                  </a:lnTo>
                  <a:lnTo>
                    <a:pt x="130380" y="137608"/>
                  </a:lnTo>
                  <a:lnTo>
                    <a:pt x="128965" y="142257"/>
                  </a:lnTo>
                  <a:lnTo>
                    <a:pt x="126964" y="147819"/>
                  </a:lnTo>
                  <a:lnTo>
                    <a:pt x="123905" y="155161"/>
                  </a:lnTo>
                  <a:lnTo>
                    <a:pt x="120878" y="164406"/>
                  </a:lnTo>
                  <a:lnTo>
                    <a:pt x="118306" y="173939"/>
                  </a:lnTo>
                  <a:lnTo>
                    <a:pt x="116404" y="179684"/>
                  </a:lnTo>
                  <a:lnTo>
                    <a:pt x="114243" y="185352"/>
                  </a:lnTo>
                  <a:lnTo>
                    <a:pt x="111283" y="195388"/>
                  </a:lnTo>
                  <a:lnTo>
                    <a:pt x="108772" y="205606"/>
                  </a:lnTo>
                  <a:lnTo>
                    <a:pt x="105036" y="216882"/>
                  </a:lnTo>
                  <a:lnTo>
                    <a:pt x="99878" y="229505"/>
                  </a:lnTo>
                  <a:lnTo>
                    <a:pt x="99322" y="231156"/>
                  </a:lnTo>
                  <a:lnTo>
                    <a:pt x="98250" y="237630"/>
                  </a:lnTo>
                  <a:lnTo>
                    <a:pt x="97093" y="243261"/>
                  </a:lnTo>
                  <a:lnTo>
                    <a:pt x="95708" y="248845"/>
                  </a:lnTo>
                  <a:lnTo>
                    <a:pt x="92817" y="258098"/>
                  </a:lnTo>
                  <a:lnTo>
                    <a:pt x="92490" y="260951"/>
                  </a:lnTo>
                  <a:lnTo>
                    <a:pt x="91835" y="263698"/>
                  </a:lnTo>
                  <a:lnTo>
                    <a:pt x="89051" y="269526"/>
                  </a:lnTo>
                  <a:lnTo>
                    <a:pt x="87871" y="271694"/>
                  </a:lnTo>
                  <a:lnTo>
                    <a:pt x="87042" y="274000"/>
                  </a:lnTo>
                  <a:lnTo>
                    <a:pt x="86570" y="276929"/>
                  </a:lnTo>
                  <a:lnTo>
                    <a:pt x="85741" y="279759"/>
                  </a:lnTo>
                  <a:lnTo>
                    <a:pt x="83702" y="284971"/>
                  </a:lnTo>
                  <a:lnTo>
                    <a:pt x="80666" y="289460"/>
                  </a:lnTo>
                  <a:lnTo>
                    <a:pt x="78597" y="291096"/>
                  </a:lnTo>
                  <a:lnTo>
                    <a:pt x="74123" y="293470"/>
                  </a:lnTo>
                  <a:lnTo>
                    <a:pt x="71856" y="293949"/>
                  </a:lnTo>
                  <a:lnTo>
                    <a:pt x="66826" y="294002"/>
                  </a:lnTo>
                  <a:lnTo>
                    <a:pt x="61957" y="295357"/>
                  </a:lnTo>
                  <a:lnTo>
                    <a:pt x="56882" y="297959"/>
                  </a:lnTo>
                  <a:lnTo>
                    <a:pt x="51997" y="300949"/>
                  </a:lnTo>
                  <a:lnTo>
                    <a:pt x="50125" y="302372"/>
                  </a:lnTo>
                  <a:lnTo>
                    <a:pt x="48063" y="303186"/>
                  </a:lnTo>
                  <a:lnTo>
                    <a:pt x="41611" y="303353"/>
                  </a:lnTo>
                  <a:lnTo>
                    <a:pt x="39679" y="302707"/>
                  </a:lnTo>
                  <a:lnTo>
                    <a:pt x="33219" y="297792"/>
                  </a:lnTo>
                  <a:lnTo>
                    <a:pt x="30716" y="296985"/>
                  </a:lnTo>
                  <a:lnTo>
                    <a:pt x="25976" y="296315"/>
                  </a:lnTo>
                  <a:lnTo>
                    <a:pt x="24545" y="295897"/>
                  </a:lnTo>
                  <a:lnTo>
                    <a:pt x="23244" y="295258"/>
                  </a:lnTo>
                  <a:lnTo>
                    <a:pt x="21327" y="292694"/>
                  </a:lnTo>
                  <a:lnTo>
                    <a:pt x="17522" y="290533"/>
                  </a:lnTo>
                  <a:lnTo>
                    <a:pt x="16609" y="289856"/>
                  </a:lnTo>
                  <a:lnTo>
                    <a:pt x="16031" y="288365"/>
                  </a:lnTo>
                  <a:lnTo>
                    <a:pt x="15636" y="286759"/>
                  </a:lnTo>
                  <a:lnTo>
                    <a:pt x="14646" y="284963"/>
                  </a:lnTo>
                  <a:lnTo>
                    <a:pt x="13916" y="281547"/>
                  </a:lnTo>
                  <a:lnTo>
                    <a:pt x="12676" y="279166"/>
                  </a:lnTo>
                  <a:lnTo>
                    <a:pt x="9176" y="274958"/>
                  </a:lnTo>
                  <a:lnTo>
                    <a:pt x="8803" y="273611"/>
                  </a:lnTo>
                  <a:lnTo>
                    <a:pt x="8522" y="269153"/>
                  </a:lnTo>
                  <a:lnTo>
                    <a:pt x="8636" y="266140"/>
                  </a:lnTo>
                  <a:lnTo>
                    <a:pt x="8294" y="260631"/>
                  </a:lnTo>
                  <a:lnTo>
                    <a:pt x="8697" y="258045"/>
                  </a:lnTo>
                  <a:lnTo>
                    <a:pt x="9929" y="255716"/>
                  </a:lnTo>
                  <a:lnTo>
                    <a:pt x="9427" y="253198"/>
                  </a:lnTo>
                  <a:lnTo>
                    <a:pt x="8118" y="250550"/>
                  </a:lnTo>
                  <a:lnTo>
                    <a:pt x="7631" y="247819"/>
                  </a:lnTo>
                  <a:lnTo>
                    <a:pt x="6673" y="245331"/>
                  </a:lnTo>
                  <a:lnTo>
                    <a:pt x="3006" y="240857"/>
                  </a:lnTo>
                  <a:lnTo>
                    <a:pt x="2145" y="238658"/>
                  </a:lnTo>
                  <a:lnTo>
                    <a:pt x="1552" y="236383"/>
                  </a:lnTo>
                  <a:lnTo>
                    <a:pt x="167" y="229299"/>
                  </a:lnTo>
                  <a:lnTo>
                    <a:pt x="0" y="226834"/>
                  </a:lnTo>
                  <a:lnTo>
                    <a:pt x="205" y="221630"/>
                  </a:lnTo>
                  <a:lnTo>
                    <a:pt x="715" y="218952"/>
                  </a:lnTo>
                  <a:lnTo>
                    <a:pt x="1605" y="217088"/>
                  </a:lnTo>
                  <a:lnTo>
                    <a:pt x="1826" y="215695"/>
                  </a:lnTo>
                  <a:lnTo>
                    <a:pt x="2404" y="214501"/>
                  </a:lnTo>
                  <a:lnTo>
                    <a:pt x="3272" y="213550"/>
                  </a:lnTo>
                  <a:lnTo>
                    <a:pt x="3858" y="212416"/>
                  </a:lnTo>
                  <a:lnTo>
                    <a:pt x="5227" y="205797"/>
                  </a:lnTo>
                  <a:lnTo>
                    <a:pt x="6962" y="204328"/>
                  </a:lnTo>
                  <a:lnTo>
                    <a:pt x="9533" y="203483"/>
                  </a:lnTo>
                  <a:lnTo>
                    <a:pt x="11595" y="201756"/>
                  </a:lnTo>
                  <a:lnTo>
                    <a:pt x="12782" y="199428"/>
                  </a:lnTo>
                  <a:lnTo>
                    <a:pt x="13969" y="194627"/>
                  </a:lnTo>
                  <a:lnTo>
                    <a:pt x="17211" y="189872"/>
                  </a:lnTo>
                  <a:lnTo>
                    <a:pt x="18367" y="187376"/>
                  </a:lnTo>
                  <a:lnTo>
                    <a:pt x="20984" y="183602"/>
                  </a:lnTo>
                  <a:lnTo>
                    <a:pt x="23298" y="178307"/>
                  </a:lnTo>
                  <a:lnTo>
                    <a:pt x="23997" y="175811"/>
                  </a:lnTo>
                  <a:lnTo>
                    <a:pt x="24500" y="173262"/>
                  </a:lnTo>
                  <a:lnTo>
                    <a:pt x="25085" y="167670"/>
                  </a:lnTo>
                  <a:lnTo>
                    <a:pt x="25527" y="164893"/>
                  </a:lnTo>
                  <a:lnTo>
                    <a:pt x="25436" y="162138"/>
                  </a:lnTo>
                  <a:lnTo>
                    <a:pt x="24112" y="159316"/>
                  </a:lnTo>
                  <a:lnTo>
                    <a:pt x="20954" y="154195"/>
                  </a:lnTo>
                  <a:lnTo>
                    <a:pt x="20855" y="153244"/>
                  </a:lnTo>
                  <a:lnTo>
                    <a:pt x="21106" y="149440"/>
                  </a:lnTo>
                  <a:lnTo>
                    <a:pt x="20840" y="146693"/>
                  </a:lnTo>
                  <a:lnTo>
                    <a:pt x="19676" y="143954"/>
                  </a:lnTo>
                  <a:lnTo>
                    <a:pt x="18185" y="141382"/>
                  </a:lnTo>
                  <a:lnTo>
                    <a:pt x="16716" y="136574"/>
                  </a:lnTo>
                  <a:lnTo>
                    <a:pt x="16001" y="128638"/>
                  </a:lnTo>
                  <a:lnTo>
                    <a:pt x="16153" y="125777"/>
                  </a:lnTo>
                  <a:lnTo>
                    <a:pt x="15719" y="123236"/>
                  </a:lnTo>
                  <a:lnTo>
                    <a:pt x="14654" y="120817"/>
                  </a:lnTo>
                  <a:lnTo>
                    <a:pt x="15415" y="116594"/>
                  </a:lnTo>
                  <a:lnTo>
                    <a:pt x="24857" y="101301"/>
                  </a:lnTo>
                  <a:lnTo>
                    <a:pt x="25169" y="99505"/>
                  </a:lnTo>
                  <a:lnTo>
                    <a:pt x="24789" y="94856"/>
                  </a:lnTo>
                  <a:lnTo>
                    <a:pt x="24987" y="92155"/>
                  </a:lnTo>
                  <a:lnTo>
                    <a:pt x="25314" y="91151"/>
                  </a:lnTo>
                  <a:lnTo>
                    <a:pt x="26036" y="90565"/>
                  </a:lnTo>
                  <a:lnTo>
                    <a:pt x="27650" y="90283"/>
                  </a:lnTo>
                  <a:lnTo>
                    <a:pt x="35281" y="89621"/>
                  </a:lnTo>
                  <a:lnTo>
                    <a:pt x="36262" y="89150"/>
                  </a:lnTo>
                  <a:lnTo>
                    <a:pt x="38165" y="87871"/>
                  </a:lnTo>
                  <a:lnTo>
                    <a:pt x="40782" y="85391"/>
                  </a:lnTo>
                  <a:lnTo>
                    <a:pt x="41984" y="84676"/>
                  </a:lnTo>
                  <a:lnTo>
                    <a:pt x="43019" y="84942"/>
                  </a:lnTo>
                  <a:lnTo>
                    <a:pt x="43681" y="86000"/>
                  </a:lnTo>
                  <a:lnTo>
                    <a:pt x="44533" y="86578"/>
                  </a:lnTo>
                  <a:lnTo>
                    <a:pt x="47614" y="85460"/>
                  </a:lnTo>
                  <a:lnTo>
                    <a:pt x="48794" y="85429"/>
                  </a:lnTo>
                  <a:lnTo>
                    <a:pt x="50004" y="85612"/>
                  </a:lnTo>
                  <a:lnTo>
                    <a:pt x="50567" y="84577"/>
                  </a:lnTo>
                  <a:lnTo>
                    <a:pt x="50901" y="83192"/>
                  </a:lnTo>
                  <a:lnTo>
                    <a:pt x="51350" y="82218"/>
                  </a:lnTo>
                  <a:lnTo>
                    <a:pt x="52172" y="81663"/>
                  </a:lnTo>
                  <a:lnTo>
                    <a:pt x="56136" y="81359"/>
                  </a:lnTo>
                  <a:lnTo>
                    <a:pt x="58670" y="80963"/>
                  </a:lnTo>
                  <a:lnTo>
                    <a:pt x="61941" y="79996"/>
                  </a:lnTo>
                  <a:lnTo>
                    <a:pt x="62642" y="80187"/>
                  </a:lnTo>
                  <a:lnTo>
                    <a:pt x="65282" y="83671"/>
                  </a:lnTo>
                  <a:lnTo>
                    <a:pt x="66080" y="83968"/>
                  </a:lnTo>
                  <a:lnTo>
                    <a:pt x="67108" y="84113"/>
                  </a:lnTo>
                  <a:lnTo>
                    <a:pt x="68005" y="83481"/>
                  </a:lnTo>
                  <a:lnTo>
                    <a:pt x="65860" y="81663"/>
                  </a:lnTo>
                  <a:lnTo>
                    <a:pt x="65540" y="80636"/>
                  </a:lnTo>
                  <a:lnTo>
                    <a:pt x="65655" y="79464"/>
                  </a:lnTo>
                  <a:lnTo>
                    <a:pt x="66803" y="76961"/>
                  </a:lnTo>
                  <a:lnTo>
                    <a:pt x="68720" y="75051"/>
                  </a:lnTo>
                  <a:lnTo>
                    <a:pt x="72981" y="72152"/>
                  </a:lnTo>
                  <a:lnTo>
                    <a:pt x="77410" y="68804"/>
                  </a:lnTo>
                  <a:lnTo>
                    <a:pt x="78696" y="68576"/>
                  </a:lnTo>
                  <a:lnTo>
                    <a:pt x="79784" y="69101"/>
                  </a:lnTo>
                  <a:lnTo>
                    <a:pt x="80620" y="73058"/>
                  </a:lnTo>
                  <a:lnTo>
                    <a:pt x="80514" y="73704"/>
                  </a:lnTo>
                  <a:lnTo>
                    <a:pt x="81221" y="73795"/>
                  </a:lnTo>
                  <a:lnTo>
                    <a:pt x="82043" y="73309"/>
                  </a:lnTo>
                  <a:lnTo>
                    <a:pt x="82774" y="71718"/>
                  </a:lnTo>
                  <a:lnTo>
                    <a:pt x="82812" y="70394"/>
                  </a:lnTo>
                  <a:lnTo>
                    <a:pt x="82218" y="69124"/>
                  </a:lnTo>
                  <a:lnTo>
                    <a:pt x="81929" y="68051"/>
                  </a:lnTo>
                  <a:lnTo>
                    <a:pt x="81906" y="67062"/>
                  </a:lnTo>
                  <a:lnTo>
                    <a:pt x="84151" y="64726"/>
                  </a:lnTo>
                  <a:lnTo>
                    <a:pt x="85916" y="62505"/>
                  </a:lnTo>
                  <a:lnTo>
                    <a:pt x="86730" y="59849"/>
                  </a:lnTo>
                  <a:lnTo>
                    <a:pt x="87438" y="58624"/>
                  </a:lnTo>
                  <a:lnTo>
                    <a:pt x="89302" y="57247"/>
                  </a:lnTo>
                  <a:lnTo>
                    <a:pt x="89850" y="57460"/>
                  </a:lnTo>
                  <a:lnTo>
                    <a:pt x="90283" y="58578"/>
                  </a:lnTo>
                  <a:lnTo>
                    <a:pt x="90527" y="59765"/>
                  </a:lnTo>
                  <a:lnTo>
                    <a:pt x="90048" y="60945"/>
                  </a:lnTo>
                  <a:lnTo>
                    <a:pt x="89370" y="62109"/>
                  </a:lnTo>
                  <a:lnTo>
                    <a:pt x="89097" y="63661"/>
                  </a:lnTo>
                  <a:lnTo>
                    <a:pt x="90146" y="63965"/>
                  </a:lnTo>
                  <a:lnTo>
                    <a:pt x="91136" y="63592"/>
                  </a:lnTo>
                  <a:lnTo>
                    <a:pt x="92581" y="60785"/>
                  </a:lnTo>
                  <a:lnTo>
                    <a:pt x="94232" y="58130"/>
                  </a:lnTo>
                  <a:lnTo>
                    <a:pt x="95213" y="56745"/>
                  </a:lnTo>
                  <a:lnTo>
                    <a:pt x="96454" y="55786"/>
                  </a:lnTo>
                  <a:lnTo>
                    <a:pt x="98516" y="55976"/>
                  </a:lnTo>
                  <a:lnTo>
                    <a:pt x="100517" y="56570"/>
                  </a:lnTo>
                  <a:lnTo>
                    <a:pt x="97253" y="53770"/>
                  </a:lnTo>
                  <a:lnTo>
                    <a:pt x="96439" y="49935"/>
                  </a:lnTo>
                  <a:lnTo>
                    <a:pt x="100319" y="43308"/>
                  </a:lnTo>
                  <a:lnTo>
                    <a:pt x="100357" y="41931"/>
                  </a:lnTo>
                  <a:lnTo>
                    <a:pt x="100920" y="41505"/>
                  </a:lnTo>
                  <a:lnTo>
                    <a:pt x="101186" y="40972"/>
                  </a:lnTo>
                  <a:lnTo>
                    <a:pt x="99177" y="38743"/>
                  </a:lnTo>
                  <a:lnTo>
                    <a:pt x="98797" y="37632"/>
                  </a:lnTo>
                  <a:lnTo>
                    <a:pt x="99064" y="35950"/>
                  </a:lnTo>
                  <a:lnTo>
                    <a:pt x="100022" y="34459"/>
                  </a:lnTo>
                  <a:lnTo>
                    <a:pt x="100897" y="33417"/>
                  </a:lnTo>
                  <a:lnTo>
                    <a:pt x="102138" y="33014"/>
                  </a:lnTo>
                  <a:lnTo>
                    <a:pt x="103119" y="33584"/>
                  </a:lnTo>
                  <a:lnTo>
                    <a:pt x="105280" y="35418"/>
                  </a:lnTo>
                  <a:lnTo>
                    <a:pt x="106733" y="35699"/>
                  </a:lnTo>
                  <a:lnTo>
                    <a:pt x="108491" y="33942"/>
                  </a:lnTo>
                  <a:lnTo>
                    <a:pt x="109929" y="31743"/>
                  </a:lnTo>
                  <a:lnTo>
                    <a:pt x="112089" y="30237"/>
                  </a:lnTo>
                  <a:lnTo>
                    <a:pt x="114547" y="29301"/>
                  </a:lnTo>
                  <a:lnTo>
                    <a:pt x="118283" y="25839"/>
                  </a:lnTo>
                  <a:lnTo>
                    <a:pt x="120718" y="18611"/>
                  </a:lnTo>
                  <a:lnTo>
                    <a:pt x="120908" y="16503"/>
                  </a:lnTo>
                  <a:lnTo>
                    <a:pt x="120368" y="13954"/>
                  </a:lnTo>
                  <a:lnTo>
                    <a:pt x="119508" y="11527"/>
                  </a:lnTo>
                  <a:lnTo>
                    <a:pt x="118070" y="8499"/>
                  </a:lnTo>
                  <a:lnTo>
                    <a:pt x="118443" y="7829"/>
                  </a:lnTo>
                  <a:lnTo>
                    <a:pt x="120489" y="8232"/>
                  </a:lnTo>
                  <a:lnTo>
                    <a:pt x="121174" y="7806"/>
                  </a:lnTo>
                  <a:lnTo>
                    <a:pt x="123396" y="5128"/>
                  </a:lnTo>
                  <a:lnTo>
                    <a:pt x="127055" y="0"/>
                  </a:lnTo>
                  <a:lnTo>
                    <a:pt x="128258" y="8"/>
                  </a:lnTo>
                  <a:lnTo>
                    <a:pt x="129292" y="959"/>
                  </a:lnTo>
                  <a:lnTo>
                    <a:pt x="129680" y="2366"/>
                  </a:lnTo>
                  <a:lnTo>
                    <a:pt x="130411" y="3401"/>
                  </a:lnTo>
                  <a:lnTo>
                    <a:pt x="132884" y="5836"/>
                  </a:lnTo>
                  <a:lnTo>
                    <a:pt x="134124" y="7586"/>
                  </a:lnTo>
                  <a:close/>
                  <a:moveTo>
                    <a:pt x="108574" y="27870"/>
                  </a:moveTo>
                  <a:lnTo>
                    <a:pt x="108605" y="28662"/>
                  </a:lnTo>
                  <a:lnTo>
                    <a:pt x="105797" y="28334"/>
                  </a:lnTo>
                  <a:lnTo>
                    <a:pt x="105356" y="25603"/>
                  </a:lnTo>
                  <a:lnTo>
                    <a:pt x="106733" y="25519"/>
                  </a:lnTo>
                  <a:lnTo>
                    <a:pt x="107037" y="24401"/>
                  </a:lnTo>
                  <a:lnTo>
                    <a:pt x="107874" y="24264"/>
                  </a:lnTo>
                  <a:lnTo>
                    <a:pt x="108780" y="26691"/>
                  </a:lnTo>
                  <a:lnTo>
                    <a:pt x="108574" y="27870"/>
                  </a:lnTo>
                  <a:close/>
                  <a:moveTo>
                    <a:pt x="142623" y="105683"/>
                  </a:moveTo>
                  <a:lnTo>
                    <a:pt x="140226" y="109761"/>
                  </a:lnTo>
                  <a:lnTo>
                    <a:pt x="140903" y="106360"/>
                  </a:lnTo>
                  <a:lnTo>
                    <a:pt x="143680" y="101460"/>
                  </a:lnTo>
                  <a:lnTo>
                    <a:pt x="144471" y="101087"/>
                  </a:lnTo>
                  <a:lnTo>
                    <a:pt x="142623" y="10568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64" name="Freeform: Shape 2263">
              <a:extLst>
                <a:ext uri="{FF2B5EF4-FFF2-40B4-BE49-F238E27FC236}">
                  <a16:creationId xmlns:a16="http://schemas.microsoft.com/office/drawing/2014/main" id="{1C7CA817-F400-F755-2DAD-929CAA1200A8}"/>
                </a:ext>
              </a:extLst>
            </p:cNvPr>
            <p:cNvSpPr/>
            <p:nvPr/>
          </p:nvSpPr>
          <p:spPr>
            <a:xfrm>
              <a:off x="9967544" y="3975043"/>
              <a:ext cx="40811" cy="48458"/>
            </a:xfrm>
            <a:custGeom>
              <a:avLst/>
              <a:gdLst>
                <a:gd name="csX0" fmla="*/ 16183 w 40811"/>
                <a:gd name="csY0" fmla="*/ 274 h 48458"/>
                <a:gd name="csX1" fmla="*/ 16130 w 40811"/>
                <a:gd name="csY1" fmla="*/ 631 h 48458"/>
                <a:gd name="csX2" fmla="*/ 16229 w 40811"/>
                <a:gd name="csY2" fmla="*/ 1689 h 48458"/>
                <a:gd name="csX3" fmla="*/ 16708 w 40811"/>
                <a:gd name="csY3" fmla="*/ 2716 h 48458"/>
                <a:gd name="csX4" fmla="*/ 18405 w 40811"/>
                <a:gd name="csY4" fmla="*/ 3766 h 48458"/>
                <a:gd name="csX5" fmla="*/ 20893 w 40811"/>
                <a:gd name="csY5" fmla="*/ 5851 h 48458"/>
                <a:gd name="csX6" fmla="*/ 23815 w 40811"/>
                <a:gd name="csY6" fmla="*/ 9670 h 48458"/>
                <a:gd name="csX7" fmla="*/ 25154 w 40811"/>
                <a:gd name="csY7" fmla="*/ 10797 h 48458"/>
                <a:gd name="csX8" fmla="*/ 26363 w 40811"/>
                <a:gd name="csY8" fmla="*/ 11078 h 48458"/>
                <a:gd name="csX9" fmla="*/ 28715 w 40811"/>
                <a:gd name="csY9" fmla="*/ 12653 h 48458"/>
                <a:gd name="csX10" fmla="*/ 30358 w 40811"/>
                <a:gd name="csY10" fmla="*/ 13041 h 48458"/>
                <a:gd name="csX11" fmla="*/ 32192 w 40811"/>
                <a:gd name="csY11" fmla="*/ 13475 h 48458"/>
                <a:gd name="csX12" fmla="*/ 36970 w 40811"/>
                <a:gd name="csY12" fmla="*/ 16769 h 48458"/>
                <a:gd name="csX13" fmla="*/ 39123 w 40811"/>
                <a:gd name="csY13" fmla="*/ 17728 h 48458"/>
                <a:gd name="csX14" fmla="*/ 40645 w 40811"/>
                <a:gd name="csY14" fmla="*/ 18968 h 48458"/>
                <a:gd name="csX15" fmla="*/ 40812 w 40811"/>
                <a:gd name="csY15" fmla="*/ 20132 h 48458"/>
                <a:gd name="csX16" fmla="*/ 40744 w 40811"/>
                <a:gd name="csY16" fmla="*/ 20855 h 48458"/>
                <a:gd name="csX17" fmla="*/ 37982 w 40811"/>
                <a:gd name="csY17" fmla="*/ 21692 h 48458"/>
                <a:gd name="csX18" fmla="*/ 37502 w 40811"/>
                <a:gd name="csY18" fmla="*/ 22978 h 48458"/>
                <a:gd name="csX19" fmla="*/ 36163 w 40811"/>
                <a:gd name="csY19" fmla="*/ 22826 h 48458"/>
                <a:gd name="csX20" fmla="*/ 34543 w 40811"/>
                <a:gd name="csY20" fmla="*/ 22818 h 48458"/>
                <a:gd name="csX21" fmla="*/ 34018 w 40811"/>
                <a:gd name="csY21" fmla="*/ 23632 h 48458"/>
                <a:gd name="csX22" fmla="*/ 34794 w 40811"/>
                <a:gd name="csY22" fmla="*/ 24971 h 48458"/>
                <a:gd name="csX23" fmla="*/ 35296 w 40811"/>
                <a:gd name="csY23" fmla="*/ 26539 h 48458"/>
                <a:gd name="csX24" fmla="*/ 34893 w 40811"/>
                <a:gd name="csY24" fmla="*/ 28692 h 48458"/>
                <a:gd name="csX25" fmla="*/ 34756 w 40811"/>
                <a:gd name="csY25" fmla="*/ 28973 h 48458"/>
                <a:gd name="csX26" fmla="*/ 34368 w 40811"/>
                <a:gd name="csY26" fmla="*/ 28897 h 48458"/>
                <a:gd name="csX27" fmla="*/ 32085 w 40811"/>
                <a:gd name="csY27" fmla="*/ 30145 h 48458"/>
                <a:gd name="csX28" fmla="*/ 30396 w 40811"/>
                <a:gd name="csY28" fmla="*/ 30731 h 48458"/>
                <a:gd name="csX29" fmla="*/ 28867 w 40811"/>
                <a:gd name="csY29" fmla="*/ 31028 h 48458"/>
                <a:gd name="csX30" fmla="*/ 28144 w 40811"/>
                <a:gd name="csY30" fmla="*/ 30427 h 48458"/>
                <a:gd name="csX31" fmla="*/ 27786 w 40811"/>
                <a:gd name="csY31" fmla="*/ 29612 h 48458"/>
                <a:gd name="csX32" fmla="*/ 27855 w 40811"/>
                <a:gd name="csY32" fmla="*/ 27254 h 48458"/>
                <a:gd name="csX33" fmla="*/ 27573 w 40811"/>
                <a:gd name="csY33" fmla="*/ 26455 h 48458"/>
                <a:gd name="csX34" fmla="*/ 27056 w 40811"/>
                <a:gd name="csY34" fmla="*/ 26067 h 48458"/>
                <a:gd name="csX35" fmla="*/ 26006 w 40811"/>
                <a:gd name="csY35" fmla="*/ 26622 h 48458"/>
                <a:gd name="csX36" fmla="*/ 24796 w 40811"/>
                <a:gd name="csY36" fmla="*/ 28456 h 48458"/>
                <a:gd name="csX37" fmla="*/ 23663 w 40811"/>
                <a:gd name="csY37" fmla="*/ 30571 h 48458"/>
                <a:gd name="csX38" fmla="*/ 21966 w 40811"/>
                <a:gd name="csY38" fmla="*/ 32778 h 48458"/>
                <a:gd name="csX39" fmla="*/ 20566 w 40811"/>
                <a:gd name="csY39" fmla="*/ 34893 h 48458"/>
                <a:gd name="csX40" fmla="*/ 19060 w 40811"/>
                <a:gd name="csY40" fmla="*/ 37563 h 48458"/>
                <a:gd name="csX41" fmla="*/ 18032 w 40811"/>
                <a:gd name="csY41" fmla="*/ 39762 h 48458"/>
                <a:gd name="csX42" fmla="*/ 19097 w 40811"/>
                <a:gd name="csY42" fmla="*/ 41010 h 48458"/>
                <a:gd name="csX43" fmla="*/ 19751 w 40811"/>
                <a:gd name="csY43" fmla="*/ 42730 h 48458"/>
                <a:gd name="csX44" fmla="*/ 19554 w 40811"/>
                <a:gd name="csY44" fmla="*/ 44023 h 48458"/>
                <a:gd name="csX45" fmla="*/ 19744 w 40811"/>
                <a:gd name="csY45" fmla="*/ 44776 h 48458"/>
                <a:gd name="csX46" fmla="*/ 19409 w 40811"/>
                <a:gd name="csY46" fmla="*/ 47036 h 48458"/>
                <a:gd name="csX47" fmla="*/ 19348 w 40811"/>
                <a:gd name="csY47" fmla="*/ 48459 h 48458"/>
                <a:gd name="csX48" fmla="*/ 16016 w 40811"/>
                <a:gd name="csY48" fmla="*/ 46184 h 48458"/>
                <a:gd name="csX49" fmla="*/ 14646 w 40811"/>
                <a:gd name="csY49" fmla="*/ 42981 h 48458"/>
                <a:gd name="csX50" fmla="*/ 9777 w 40811"/>
                <a:gd name="csY50" fmla="*/ 37556 h 48458"/>
                <a:gd name="csX51" fmla="*/ 4200 w 40811"/>
                <a:gd name="csY51" fmla="*/ 33858 h 48458"/>
                <a:gd name="csX52" fmla="*/ 3903 w 40811"/>
                <a:gd name="csY52" fmla="*/ 33272 h 48458"/>
                <a:gd name="csX53" fmla="*/ 4207 w 40811"/>
                <a:gd name="csY53" fmla="*/ 32557 h 48458"/>
                <a:gd name="csX54" fmla="*/ 4473 w 40811"/>
                <a:gd name="csY54" fmla="*/ 31994 h 48458"/>
                <a:gd name="csX55" fmla="*/ 3310 w 40811"/>
                <a:gd name="csY55" fmla="*/ 31948 h 48458"/>
                <a:gd name="csX56" fmla="*/ 2503 w 40811"/>
                <a:gd name="csY56" fmla="*/ 32405 h 48458"/>
                <a:gd name="csX57" fmla="*/ 1727 w 40811"/>
                <a:gd name="csY57" fmla="*/ 32276 h 48458"/>
                <a:gd name="csX58" fmla="*/ 860 w 40811"/>
                <a:gd name="csY58" fmla="*/ 30883 h 48458"/>
                <a:gd name="csX59" fmla="*/ 38 w 40811"/>
                <a:gd name="csY59" fmla="*/ 29681 h 48458"/>
                <a:gd name="csX60" fmla="*/ 0 w 40811"/>
                <a:gd name="csY60" fmla="*/ 28616 h 48458"/>
                <a:gd name="csX61" fmla="*/ 372 w 40811"/>
                <a:gd name="csY61" fmla="*/ 28479 h 48458"/>
                <a:gd name="csX62" fmla="*/ 928 w 40811"/>
                <a:gd name="csY62" fmla="*/ 28053 h 48458"/>
                <a:gd name="csX63" fmla="*/ 2107 w 40811"/>
                <a:gd name="csY63" fmla="*/ 26873 h 48458"/>
                <a:gd name="csX64" fmla="*/ 2343 w 40811"/>
                <a:gd name="csY64" fmla="*/ 26249 h 48458"/>
                <a:gd name="csX65" fmla="*/ 2282 w 40811"/>
                <a:gd name="csY65" fmla="*/ 25306 h 48458"/>
                <a:gd name="csX66" fmla="*/ 631 w 40811"/>
                <a:gd name="csY66" fmla="*/ 22323 h 48458"/>
                <a:gd name="csX67" fmla="*/ 396 w 40811"/>
                <a:gd name="csY67" fmla="*/ 20383 h 48458"/>
                <a:gd name="csX68" fmla="*/ 160 w 40811"/>
                <a:gd name="csY68" fmla="*/ 16769 h 48458"/>
                <a:gd name="csX69" fmla="*/ 509 w 40811"/>
                <a:gd name="csY69" fmla="*/ 15917 h 48458"/>
                <a:gd name="csX70" fmla="*/ 1111 w 40811"/>
                <a:gd name="csY70" fmla="*/ 15499 h 48458"/>
                <a:gd name="csX71" fmla="*/ 3994 w 40811"/>
                <a:gd name="csY71" fmla="*/ 15050 h 48458"/>
                <a:gd name="csX72" fmla="*/ 3956 w 40811"/>
                <a:gd name="csY72" fmla="*/ 12227 h 48458"/>
                <a:gd name="csX73" fmla="*/ 4131 w 40811"/>
                <a:gd name="csY73" fmla="*/ 11375 h 48458"/>
                <a:gd name="csX74" fmla="*/ 4709 w 40811"/>
                <a:gd name="csY74" fmla="*/ 10203 h 48458"/>
                <a:gd name="csX75" fmla="*/ 5075 w 40811"/>
                <a:gd name="csY75" fmla="*/ 9130 h 48458"/>
                <a:gd name="csX76" fmla="*/ 6680 w 40811"/>
                <a:gd name="csY76" fmla="*/ 7586 h 48458"/>
                <a:gd name="csX77" fmla="*/ 8856 w 40811"/>
                <a:gd name="csY77" fmla="*/ 5752 h 48458"/>
                <a:gd name="csX78" fmla="*/ 9807 w 40811"/>
                <a:gd name="csY78" fmla="*/ 5691 h 48458"/>
                <a:gd name="csX79" fmla="*/ 10636 w 40811"/>
                <a:gd name="csY79" fmla="*/ 5950 h 48458"/>
                <a:gd name="csX80" fmla="*/ 11580 w 40811"/>
                <a:gd name="csY80" fmla="*/ 7532 h 48458"/>
                <a:gd name="csX81" fmla="*/ 12607 w 40811"/>
                <a:gd name="csY81" fmla="*/ 7327 h 48458"/>
                <a:gd name="csX82" fmla="*/ 12820 w 40811"/>
                <a:gd name="csY82" fmla="*/ 5425 h 48458"/>
                <a:gd name="csX83" fmla="*/ 11474 w 40811"/>
                <a:gd name="csY83" fmla="*/ 2937 h 48458"/>
                <a:gd name="csX84" fmla="*/ 10759 w 40811"/>
                <a:gd name="csY84" fmla="*/ 1347 h 48458"/>
                <a:gd name="csX85" fmla="*/ 10979 w 40811"/>
                <a:gd name="csY85" fmla="*/ 464 h 48458"/>
                <a:gd name="csX86" fmla="*/ 11481 w 40811"/>
                <a:gd name="csY86" fmla="*/ 0 h 48458"/>
                <a:gd name="csX87" fmla="*/ 12645 w 40811"/>
                <a:gd name="csY87" fmla="*/ 289 h 48458"/>
                <a:gd name="csX88" fmla="*/ 13748 w 40811"/>
                <a:gd name="csY88" fmla="*/ 730 h 48458"/>
                <a:gd name="csX89" fmla="*/ 14441 w 40811"/>
                <a:gd name="csY89" fmla="*/ 434 h 48458"/>
                <a:gd name="csX90" fmla="*/ 15544 w 40811"/>
                <a:gd name="csY90" fmla="*/ 205 h 484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40811" h="48458">
                  <a:moveTo>
                    <a:pt x="16183" y="274"/>
                  </a:moveTo>
                  <a:lnTo>
                    <a:pt x="16130" y="631"/>
                  </a:lnTo>
                  <a:lnTo>
                    <a:pt x="16229" y="1689"/>
                  </a:lnTo>
                  <a:lnTo>
                    <a:pt x="16708" y="2716"/>
                  </a:lnTo>
                  <a:lnTo>
                    <a:pt x="18405" y="3766"/>
                  </a:lnTo>
                  <a:lnTo>
                    <a:pt x="20893" y="5851"/>
                  </a:lnTo>
                  <a:lnTo>
                    <a:pt x="23815" y="9670"/>
                  </a:lnTo>
                  <a:lnTo>
                    <a:pt x="25154" y="10797"/>
                  </a:lnTo>
                  <a:lnTo>
                    <a:pt x="26363" y="11078"/>
                  </a:lnTo>
                  <a:lnTo>
                    <a:pt x="28715" y="12653"/>
                  </a:lnTo>
                  <a:lnTo>
                    <a:pt x="30358" y="13041"/>
                  </a:lnTo>
                  <a:lnTo>
                    <a:pt x="32192" y="13475"/>
                  </a:lnTo>
                  <a:lnTo>
                    <a:pt x="36970" y="16769"/>
                  </a:lnTo>
                  <a:lnTo>
                    <a:pt x="39123" y="17728"/>
                  </a:lnTo>
                  <a:lnTo>
                    <a:pt x="40645" y="18968"/>
                  </a:lnTo>
                  <a:lnTo>
                    <a:pt x="40812" y="20132"/>
                  </a:lnTo>
                  <a:lnTo>
                    <a:pt x="40744" y="20855"/>
                  </a:lnTo>
                  <a:lnTo>
                    <a:pt x="37982" y="21692"/>
                  </a:lnTo>
                  <a:lnTo>
                    <a:pt x="37502" y="22978"/>
                  </a:lnTo>
                  <a:lnTo>
                    <a:pt x="36163" y="22826"/>
                  </a:lnTo>
                  <a:lnTo>
                    <a:pt x="34543" y="22818"/>
                  </a:lnTo>
                  <a:lnTo>
                    <a:pt x="34018" y="23632"/>
                  </a:lnTo>
                  <a:lnTo>
                    <a:pt x="34794" y="24971"/>
                  </a:lnTo>
                  <a:lnTo>
                    <a:pt x="35296" y="26539"/>
                  </a:lnTo>
                  <a:lnTo>
                    <a:pt x="34893" y="28692"/>
                  </a:lnTo>
                  <a:lnTo>
                    <a:pt x="34756" y="28973"/>
                  </a:lnTo>
                  <a:lnTo>
                    <a:pt x="34368" y="28897"/>
                  </a:lnTo>
                  <a:lnTo>
                    <a:pt x="32085" y="30145"/>
                  </a:lnTo>
                  <a:lnTo>
                    <a:pt x="30396" y="30731"/>
                  </a:lnTo>
                  <a:lnTo>
                    <a:pt x="28867" y="31028"/>
                  </a:lnTo>
                  <a:lnTo>
                    <a:pt x="28144" y="30427"/>
                  </a:lnTo>
                  <a:lnTo>
                    <a:pt x="27786" y="29612"/>
                  </a:lnTo>
                  <a:lnTo>
                    <a:pt x="27855" y="27254"/>
                  </a:lnTo>
                  <a:lnTo>
                    <a:pt x="27573" y="26455"/>
                  </a:lnTo>
                  <a:lnTo>
                    <a:pt x="27056" y="26067"/>
                  </a:lnTo>
                  <a:lnTo>
                    <a:pt x="26006" y="26622"/>
                  </a:lnTo>
                  <a:lnTo>
                    <a:pt x="24796" y="28456"/>
                  </a:lnTo>
                  <a:lnTo>
                    <a:pt x="23663" y="30571"/>
                  </a:lnTo>
                  <a:lnTo>
                    <a:pt x="21966" y="32778"/>
                  </a:lnTo>
                  <a:lnTo>
                    <a:pt x="20566" y="34893"/>
                  </a:lnTo>
                  <a:lnTo>
                    <a:pt x="19060" y="37563"/>
                  </a:lnTo>
                  <a:lnTo>
                    <a:pt x="18032" y="39762"/>
                  </a:lnTo>
                  <a:lnTo>
                    <a:pt x="19097" y="41010"/>
                  </a:lnTo>
                  <a:lnTo>
                    <a:pt x="19751" y="42730"/>
                  </a:lnTo>
                  <a:lnTo>
                    <a:pt x="19554" y="44023"/>
                  </a:lnTo>
                  <a:lnTo>
                    <a:pt x="19744" y="44776"/>
                  </a:lnTo>
                  <a:lnTo>
                    <a:pt x="19409" y="47036"/>
                  </a:lnTo>
                  <a:lnTo>
                    <a:pt x="19348" y="48459"/>
                  </a:lnTo>
                  <a:lnTo>
                    <a:pt x="16016" y="46184"/>
                  </a:lnTo>
                  <a:lnTo>
                    <a:pt x="14646" y="42981"/>
                  </a:lnTo>
                  <a:lnTo>
                    <a:pt x="9777" y="37556"/>
                  </a:lnTo>
                  <a:lnTo>
                    <a:pt x="4200" y="33858"/>
                  </a:lnTo>
                  <a:lnTo>
                    <a:pt x="3903" y="33272"/>
                  </a:lnTo>
                  <a:lnTo>
                    <a:pt x="4207" y="32557"/>
                  </a:lnTo>
                  <a:lnTo>
                    <a:pt x="4473" y="31994"/>
                  </a:lnTo>
                  <a:lnTo>
                    <a:pt x="3310" y="31948"/>
                  </a:lnTo>
                  <a:lnTo>
                    <a:pt x="2503" y="32405"/>
                  </a:lnTo>
                  <a:lnTo>
                    <a:pt x="1727" y="32276"/>
                  </a:lnTo>
                  <a:lnTo>
                    <a:pt x="860" y="30883"/>
                  </a:lnTo>
                  <a:lnTo>
                    <a:pt x="38" y="29681"/>
                  </a:lnTo>
                  <a:lnTo>
                    <a:pt x="0" y="28616"/>
                  </a:lnTo>
                  <a:lnTo>
                    <a:pt x="372" y="28479"/>
                  </a:lnTo>
                  <a:lnTo>
                    <a:pt x="928" y="28053"/>
                  </a:lnTo>
                  <a:lnTo>
                    <a:pt x="2107" y="26873"/>
                  </a:lnTo>
                  <a:lnTo>
                    <a:pt x="2343" y="26249"/>
                  </a:lnTo>
                  <a:lnTo>
                    <a:pt x="2282" y="25306"/>
                  </a:lnTo>
                  <a:lnTo>
                    <a:pt x="631" y="22323"/>
                  </a:lnTo>
                  <a:lnTo>
                    <a:pt x="396" y="20383"/>
                  </a:lnTo>
                  <a:lnTo>
                    <a:pt x="160" y="16769"/>
                  </a:lnTo>
                  <a:lnTo>
                    <a:pt x="509" y="15917"/>
                  </a:lnTo>
                  <a:lnTo>
                    <a:pt x="1111" y="15499"/>
                  </a:lnTo>
                  <a:lnTo>
                    <a:pt x="3994" y="15050"/>
                  </a:lnTo>
                  <a:lnTo>
                    <a:pt x="3956" y="12227"/>
                  </a:lnTo>
                  <a:lnTo>
                    <a:pt x="4131" y="11375"/>
                  </a:lnTo>
                  <a:lnTo>
                    <a:pt x="4709" y="10203"/>
                  </a:lnTo>
                  <a:lnTo>
                    <a:pt x="5075" y="9130"/>
                  </a:lnTo>
                  <a:lnTo>
                    <a:pt x="6680" y="7586"/>
                  </a:lnTo>
                  <a:lnTo>
                    <a:pt x="8856" y="5752"/>
                  </a:lnTo>
                  <a:lnTo>
                    <a:pt x="9807" y="5691"/>
                  </a:lnTo>
                  <a:lnTo>
                    <a:pt x="10636" y="5950"/>
                  </a:lnTo>
                  <a:lnTo>
                    <a:pt x="11580" y="7532"/>
                  </a:lnTo>
                  <a:lnTo>
                    <a:pt x="12607" y="7327"/>
                  </a:lnTo>
                  <a:lnTo>
                    <a:pt x="12820" y="5425"/>
                  </a:lnTo>
                  <a:lnTo>
                    <a:pt x="11474" y="2937"/>
                  </a:lnTo>
                  <a:lnTo>
                    <a:pt x="10759" y="1347"/>
                  </a:lnTo>
                  <a:lnTo>
                    <a:pt x="10979" y="464"/>
                  </a:lnTo>
                  <a:lnTo>
                    <a:pt x="11481" y="0"/>
                  </a:lnTo>
                  <a:lnTo>
                    <a:pt x="12645" y="289"/>
                  </a:lnTo>
                  <a:lnTo>
                    <a:pt x="13748" y="730"/>
                  </a:lnTo>
                  <a:lnTo>
                    <a:pt x="14441" y="434"/>
                  </a:lnTo>
                  <a:lnTo>
                    <a:pt x="15544" y="205"/>
                  </a:lnTo>
                  <a:close/>
                </a:path>
              </a:pathLst>
            </a:custGeom>
            <a:solidFill>
              <a:srgbClr val="2562E8"/>
            </a:solidFill>
            <a:ln w="6168" cap="flat">
              <a:solidFill>
                <a:srgbClr val="2562E8"/>
              </a:solidFill>
              <a:prstDash val="solid"/>
              <a:miter/>
            </a:ln>
          </p:spPr>
          <p:txBody>
            <a:bodyPr/>
            <a:lstStyle/>
            <a:p>
              <a:endParaRPr lang="en-US"/>
            </a:p>
          </p:txBody>
        </p:sp>
        <p:sp>
          <p:nvSpPr>
            <p:cNvPr id="2265" name="Freeform: Shape 2264">
              <a:extLst>
                <a:ext uri="{FF2B5EF4-FFF2-40B4-BE49-F238E27FC236}">
                  <a16:creationId xmlns:a16="http://schemas.microsoft.com/office/drawing/2014/main" id="{39DD307C-E214-F2E7-AE36-5C9AB4A695DC}"/>
                </a:ext>
              </a:extLst>
            </p:cNvPr>
            <p:cNvSpPr/>
            <p:nvPr/>
          </p:nvSpPr>
          <p:spPr>
            <a:xfrm>
              <a:off x="8225973" y="4613363"/>
              <a:ext cx="2427" cy="1034"/>
            </a:xfrm>
            <a:custGeom>
              <a:avLst/>
              <a:gdLst>
                <a:gd name="csX0" fmla="*/ 2389 w 2427"/>
                <a:gd name="csY0" fmla="*/ 1035 h 1034"/>
                <a:gd name="csX1" fmla="*/ 0 w 2427"/>
                <a:gd name="csY1" fmla="*/ 1035 h 1034"/>
                <a:gd name="csX2" fmla="*/ 175 w 2427"/>
                <a:gd name="csY2" fmla="*/ 548 h 1034"/>
                <a:gd name="csX3" fmla="*/ 1286 w 2427"/>
                <a:gd name="csY3" fmla="*/ 0 h 1034"/>
                <a:gd name="csX4" fmla="*/ 2100 w 2427"/>
                <a:gd name="csY4" fmla="*/ 46 h 1034"/>
                <a:gd name="csX5" fmla="*/ 2427 w 2427"/>
                <a:gd name="csY5" fmla="*/ 244 h 1034"/>
              </a:gdLst>
              <a:ahLst/>
              <a:cxnLst>
                <a:cxn ang="0">
                  <a:pos x="csX0" y="csY0"/>
                </a:cxn>
                <a:cxn ang="0">
                  <a:pos x="csX1" y="csY1"/>
                </a:cxn>
                <a:cxn ang="0">
                  <a:pos x="csX2" y="csY2"/>
                </a:cxn>
                <a:cxn ang="0">
                  <a:pos x="csX3" y="csY3"/>
                </a:cxn>
                <a:cxn ang="0">
                  <a:pos x="csX4" y="csY4"/>
                </a:cxn>
                <a:cxn ang="0">
                  <a:pos x="csX5" y="csY5"/>
                </a:cxn>
              </a:cxnLst>
              <a:rect l="l" t="t" r="r" b="b"/>
              <a:pathLst>
                <a:path w="2427" h="1034">
                  <a:moveTo>
                    <a:pt x="2389" y="1035"/>
                  </a:moveTo>
                  <a:lnTo>
                    <a:pt x="0" y="1035"/>
                  </a:lnTo>
                  <a:lnTo>
                    <a:pt x="175" y="548"/>
                  </a:lnTo>
                  <a:lnTo>
                    <a:pt x="1286" y="0"/>
                  </a:lnTo>
                  <a:lnTo>
                    <a:pt x="2100" y="46"/>
                  </a:lnTo>
                  <a:lnTo>
                    <a:pt x="2427" y="24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66" name="Freeform: Shape 2265">
              <a:extLst>
                <a:ext uri="{FF2B5EF4-FFF2-40B4-BE49-F238E27FC236}">
                  <a16:creationId xmlns:a16="http://schemas.microsoft.com/office/drawing/2014/main" id="{6EB02E78-68FF-8C0D-0B76-6FF18D3404C9}"/>
                </a:ext>
              </a:extLst>
            </p:cNvPr>
            <p:cNvSpPr/>
            <p:nvPr/>
          </p:nvSpPr>
          <p:spPr>
            <a:xfrm>
              <a:off x="10010510" y="4009472"/>
              <a:ext cx="54606" cy="42912"/>
            </a:xfrm>
            <a:custGeom>
              <a:avLst/>
              <a:gdLst>
                <a:gd name="csX0" fmla="*/ 40478 w 54606"/>
                <a:gd name="csY0" fmla="*/ 1271 h 42912"/>
                <a:gd name="csX1" fmla="*/ 43772 w 54606"/>
                <a:gd name="csY1" fmla="*/ 5547 h 42912"/>
                <a:gd name="csX2" fmla="*/ 45575 w 54606"/>
                <a:gd name="csY2" fmla="*/ 7281 h 42912"/>
                <a:gd name="csX3" fmla="*/ 47698 w 54606"/>
                <a:gd name="csY3" fmla="*/ 8590 h 42912"/>
                <a:gd name="csX4" fmla="*/ 50125 w 54606"/>
                <a:gd name="csY4" fmla="*/ 9549 h 42912"/>
                <a:gd name="csX5" fmla="*/ 51000 w 54606"/>
                <a:gd name="csY5" fmla="*/ 10462 h 42912"/>
                <a:gd name="csX6" fmla="*/ 52545 w 54606"/>
                <a:gd name="csY6" fmla="*/ 14989 h 42912"/>
                <a:gd name="csX7" fmla="*/ 53283 w 54606"/>
                <a:gd name="csY7" fmla="*/ 16708 h 42912"/>
                <a:gd name="csX8" fmla="*/ 54310 w 54606"/>
                <a:gd name="csY8" fmla="*/ 17218 h 42912"/>
                <a:gd name="csX9" fmla="*/ 54561 w 54606"/>
                <a:gd name="csY9" fmla="*/ 17713 h 42912"/>
                <a:gd name="csX10" fmla="*/ 54607 w 54606"/>
                <a:gd name="csY10" fmla="*/ 18367 h 42912"/>
                <a:gd name="csX11" fmla="*/ 53450 w 54606"/>
                <a:gd name="csY11" fmla="*/ 21540 h 42912"/>
                <a:gd name="csX12" fmla="*/ 52979 w 54606"/>
                <a:gd name="csY12" fmla="*/ 28623 h 42912"/>
                <a:gd name="csX13" fmla="*/ 52689 w 54606"/>
                <a:gd name="csY13" fmla="*/ 29186 h 42912"/>
                <a:gd name="csX14" fmla="*/ 51480 w 54606"/>
                <a:gd name="csY14" fmla="*/ 29156 h 42912"/>
                <a:gd name="csX15" fmla="*/ 49867 w 54606"/>
                <a:gd name="csY15" fmla="*/ 29308 h 42912"/>
                <a:gd name="csX16" fmla="*/ 49258 w 54606"/>
                <a:gd name="csY16" fmla="*/ 29856 h 42912"/>
                <a:gd name="csX17" fmla="*/ 48611 w 54606"/>
                <a:gd name="csY17" fmla="*/ 33653 h 42912"/>
                <a:gd name="csX18" fmla="*/ 46016 w 54606"/>
                <a:gd name="csY18" fmla="*/ 34733 h 42912"/>
                <a:gd name="csX19" fmla="*/ 43666 w 54606"/>
                <a:gd name="csY19" fmla="*/ 35342 h 42912"/>
                <a:gd name="csX20" fmla="*/ 41687 w 54606"/>
                <a:gd name="csY20" fmla="*/ 35205 h 42912"/>
                <a:gd name="csX21" fmla="*/ 38203 w 54606"/>
                <a:gd name="csY21" fmla="*/ 34307 h 42912"/>
                <a:gd name="csX22" fmla="*/ 37069 w 54606"/>
                <a:gd name="csY22" fmla="*/ 34208 h 42912"/>
                <a:gd name="csX23" fmla="*/ 36095 w 54606"/>
                <a:gd name="csY23" fmla="*/ 34718 h 42912"/>
                <a:gd name="csX24" fmla="*/ 32983 w 54606"/>
                <a:gd name="csY24" fmla="*/ 34992 h 42912"/>
                <a:gd name="csX25" fmla="*/ 31621 w 54606"/>
                <a:gd name="csY25" fmla="*/ 35654 h 42912"/>
                <a:gd name="csX26" fmla="*/ 28418 w 54606"/>
                <a:gd name="csY26" fmla="*/ 40082 h 42912"/>
                <a:gd name="csX27" fmla="*/ 25177 w 54606"/>
                <a:gd name="csY27" fmla="*/ 41611 h 42912"/>
                <a:gd name="csX28" fmla="*/ 24066 w 54606"/>
                <a:gd name="csY28" fmla="*/ 42380 h 42912"/>
                <a:gd name="csX29" fmla="*/ 21593 w 54606"/>
                <a:gd name="csY29" fmla="*/ 41406 h 42912"/>
                <a:gd name="csX30" fmla="*/ 20406 w 54606"/>
                <a:gd name="csY30" fmla="*/ 41299 h 42912"/>
                <a:gd name="csX31" fmla="*/ 18687 w 54606"/>
                <a:gd name="csY31" fmla="*/ 42425 h 42912"/>
                <a:gd name="csX32" fmla="*/ 14928 w 54606"/>
                <a:gd name="csY32" fmla="*/ 42539 h 42912"/>
                <a:gd name="csX33" fmla="*/ 13916 w 54606"/>
                <a:gd name="csY33" fmla="*/ 42737 h 42912"/>
                <a:gd name="csX34" fmla="*/ 11017 w 54606"/>
                <a:gd name="csY34" fmla="*/ 42912 h 42912"/>
                <a:gd name="csX35" fmla="*/ 10896 w 54606"/>
                <a:gd name="csY35" fmla="*/ 42304 h 42912"/>
                <a:gd name="csX36" fmla="*/ 10355 w 54606"/>
                <a:gd name="csY36" fmla="*/ 41413 h 42912"/>
                <a:gd name="csX37" fmla="*/ 9001 w 54606"/>
                <a:gd name="csY37" fmla="*/ 40995 h 42912"/>
                <a:gd name="csX38" fmla="*/ 6239 w 54606"/>
                <a:gd name="csY38" fmla="*/ 41352 h 42912"/>
                <a:gd name="csX39" fmla="*/ 5569 w 54606"/>
                <a:gd name="csY39" fmla="*/ 40706 h 42912"/>
                <a:gd name="csX40" fmla="*/ 4428 w 54606"/>
                <a:gd name="csY40" fmla="*/ 36947 h 42912"/>
                <a:gd name="csX41" fmla="*/ 3546 w 54606"/>
                <a:gd name="csY41" fmla="*/ 36346 h 42912"/>
                <a:gd name="csX42" fmla="*/ 2549 w 54606"/>
                <a:gd name="csY42" fmla="*/ 35083 h 42912"/>
                <a:gd name="csX43" fmla="*/ 867 w 54606"/>
                <a:gd name="csY43" fmla="*/ 30990 h 42912"/>
                <a:gd name="csX44" fmla="*/ 822 w 54606"/>
                <a:gd name="csY44" fmla="*/ 29194 h 42912"/>
                <a:gd name="csX45" fmla="*/ 936 w 54606"/>
                <a:gd name="csY45" fmla="*/ 27619 h 42912"/>
                <a:gd name="csX46" fmla="*/ 0 w 54606"/>
                <a:gd name="csY46" fmla="*/ 23936 h 42912"/>
                <a:gd name="csX47" fmla="*/ 578 w 54606"/>
                <a:gd name="csY47" fmla="*/ 23001 h 42912"/>
                <a:gd name="csX48" fmla="*/ 1446 w 54606"/>
                <a:gd name="csY48" fmla="*/ 22415 h 42912"/>
                <a:gd name="csX49" fmla="*/ 1453 w 54606"/>
                <a:gd name="csY49" fmla="*/ 20924 h 42912"/>
                <a:gd name="csX50" fmla="*/ 1210 w 54606"/>
                <a:gd name="csY50" fmla="*/ 18664 h 42912"/>
                <a:gd name="csX51" fmla="*/ 2237 w 54606"/>
                <a:gd name="csY51" fmla="*/ 14220 h 42912"/>
                <a:gd name="csX52" fmla="*/ 2511 w 54606"/>
                <a:gd name="csY52" fmla="*/ 13893 h 42912"/>
                <a:gd name="csX53" fmla="*/ 2777 w 54606"/>
                <a:gd name="csY53" fmla="*/ 14106 h 42912"/>
                <a:gd name="csX54" fmla="*/ 5257 w 54606"/>
                <a:gd name="csY54" fmla="*/ 14464 h 42912"/>
                <a:gd name="csX55" fmla="*/ 5904 w 54606"/>
                <a:gd name="csY55" fmla="*/ 13901 h 42912"/>
                <a:gd name="csX56" fmla="*/ 6315 w 54606"/>
                <a:gd name="csY56" fmla="*/ 13018 h 42912"/>
                <a:gd name="csX57" fmla="*/ 6444 w 54606"/>
                <a:gd name="csY57" fmla="*/ 9754 h 42912"/>
                <a:gd name="csX58" fmla="*/ 7038 w 54606"/>
                <a:gd name="csY58" fmla="*/ 8248 h 42912"/>
                <a:gd name="csX59" fmla="*/ 13049 w 54606"/>
                <a:gd name="csY59" fmla="*/ 5372 h 42912"/>
                <a:gd name="csX60" fmla="*/ 14821 w 54606"/>
                <a:gd name="csY60" fmla="*/ 5265 h 42912"/>
                <a:gd name="csX61" fmla="*/ 16176 w 54606"/>
                <a:gd name="csY61" fmla="*/ 6589 h 42912"/>
                <a:gd name="csX62" fmla="*/ 17249 w 54606"/>
                <a:gd name="csY62" fmla="*/ 7433 h 42912"/>
                <a:gd name="csX63" fmla="*/ 17895 w 54606"/>
                <a:gd name="csY63" fmla="*/ 7403 h 42912"/>
                <a:gd name="csX64" fmla="*/ 18131 w 54606"/>
                <a:gd name="csY64" fmla="*/ 6559 h 42912"/>
                <a:gd name="csX65" fmla="*/ 18862 w 54606"/>
                <a:gd name="csY65" fmla="*/ 4915 h 42912"/>
                <a:gd name="csX66" fmla="*/ 20094 w 54606"/>
                <a:gd name="csY66" fmla="*/ 3979 h 42912"/>
                <a:gd name="csX67" fmla="*/ 23754 w 54606"/>
                <a:gd name="csY67" fmla="*/ 3180 h 42912"/>
                <a:gd name="csX68" fmla="*/ 23784 w 54606"/>
                <a:gd name="csY68" fmla="*/ 3180 h 42912"/>
                <a:gd name="csX69" fmla="*/ 24979 w 54606"/>
                <a:gd name="csY69" fmla="*/ 3340 h 42912"/>
                <a:gd name="csX70" fmla="*/ 27558 w 54606"/>
                <a:gd name="csY70" fmla="*/ 2602 h 42912"/>
                <a:gd name="csX71" fmla="*/ 29171 w 54606"/>
                <a:gd name="csY71" fmla="*/ 1583 h 42912"/>
                <a:gd name="csX72" fmla="*/ 29993 w 54606"/>
                <a:gd name="csY72" fmla="*/ 1430 h 42912"/>
                <a:gd name="csX73" fmla="*/ 31081 w 54606"/>
                <a:gd name="csY73" fmla="*/ 1042 h 42912"/>
                <a:gd name="csX74" fmla="*/ 32648 w 54606"/>
                <a:gd name="csY74" fmla="*/ 1096 h 42912"/>
                <a:gd name="csX75" fmla="*/ 34239 w 54606"/>
                <a:gd name="csY75" fmla="*/ 1537 h 42912"/>
                <a:gd name="csX76" fmla="*/ 36262 w 54606"/>
                <a:gd name="csY76" fmla="*/ 951 h 42912"/>
                <a:gd name="csX77" fmla="*/ 38248 w 54606"/>
                <a:gd name="csY77" fmla="*/ 0 h 42912"/>
                <a:gd name="csX78" fmla="*/ 39047 w 54606"/>
                <a:gd name="csY78" fmla="*/ 244 h 42912"/>
                <a:gd name="csX79" fmla="*/ 39907 w 54606"/>
                <a:gd name="csY79" fmla="*/ 1050 h 42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54606" h="42912">
                  <a:moveTo>
                    <a:pt x="40478" y="1271"/>
                  </a:moveTo>
                  <a:lnTo>
                    <a:pt x="43772" y="5547"/>
                  </a:lnTo>
                  <a:lnTo>
                    <a:pt x="45575" y="7281"/>
                  </a:lnTo>
                  <a:lnTo>
                    <a:pt x="47698" y="8590"/>
                  </a:lnTo>
                  <a:lnTo>
                    <a:pt x="50125" y="9549"/>
                  </a:lnTo>
                  <a:lnTo>
                    <a:pt x="51000" y="10462"/>
                  </a:lnTo>
                  <a:lnTo>
                    <a:pt x="52545" y="14989"/>
                  </a:lnTo>
                  <a:lnTo>
                    <a:pt x="53283" y="16708"/>
                  </a:lnTo>
                  <a:lnTo>
                    <a:pt x="54310" y="17218"/>
                  </a:lnTo>
                  <a:lnTo>
                    <a:pt x="54561" y="17713"/>
                  </a:lnTo>
                  <a:lnTo>
                    <a:pt x="54607" y="18367"/>
                  </a:lnTo>
                  <a:lnTo>
                    <a:pt x="53450" y="21540"/>
                  </a:lnTo>
                  <a:lnTo>
                    <a:pt x="52979" y="28623"/>
                  </a:lnTo>
                  <a:lnTo>
                    <a:pt x="52689" y="29186"/>
                  </a:lnTo>
                  <a:lnTo>
                    <a:pt x="51480" y="29156"/>
                  </a:lnTo>
                  <a:lnTo>
                    <a:pt x="49867" y="29308"/>
                  </a:lnTo>
                  <a:lnTo>
                    <a:pt x="49258" y="29856"/>
                  </a:lnTo>
                  <a:lnTo>
                    <a:pt x="48611" y="33653"/>
                  </a:lnTo>
                  <a:lnTo>
                    <a:pt x="46016" y="34733"/>
                  </a:lnTo>
                  <a:lnTo>
                    <a:pt x="43666" y="35342"/>
                  </a:lnTo>
                  <a:lnTo>
                    <a:pt x="41687" y="35205"/>
                  </a:lnTo>
                  <a:lnTo>
                    <a:pt x="38203" y="34307"/>
                  </a:lnTo>
                  <a:lnTo>
                    <a:pt x="37069" y="34208"/>
                  </a:lnTo>
                  <a:lnTo>
                    <a:pt x="36095" y="34718"/>
                  </a:lnTo>
                  <a:lnTo>
                    <a:pt x="32983" y="34992"/>
                  </a:lnTo>
                  <a:lnTo>
                    <a:pt x="31621" y="35654"/>
                  </a:lnTo>
                  <a:lnTo>
                    <a:pt x="28418" y="40082"/>
                  </a:lnTo>
                  <a:lnTo>
                    <a:pt x="25177" y="41611"/>
                  </a:lnTo>
                  <a:lnTo>
                    <a:pt x="24066" y="42380"/>
                  </a:lnTo>
                  <a:lnTo>
                    <a:pt x="21593" y="41406"/>
                  </a:lnTo>
                  <a:lnTo>
                    <a:pt x="20406" y="41299"/>
                  </a:lnTo>
                  <a:lnTo>
                    <a:pt x="18687" y="42425"/>
                  </a:lnTo>
                  <a:lnTo>
                    <a:pt x="14928" y="42539"/>
                  </a:lnTo>
                  <a:lnTo>
                    <a:pt x="13916" y="42737"/>
                  </a:lnTo>
                  <a:lnTo>
                    <a:pt x="11017" y="42912"/>
                  </a:lnTo>
                  <a:lnTo>
                    <a:pt x="10896" y="42304"/>
                  </a:lnTo>
                  <a:lnTo>
                    <a:pt x="10355" y="41413"/>
                  </a:lnTo>
                  <a:lnTo>
                    <a:pt x="9001" y="40995"/>
                  </a:lnTo>
                  <a:lnTo>
                    <a:pt x="6239" y="41352"/>
                  </a:lnTo>
                  <a:lnTo>
                    <a:pt x="5569" y="40706"/>
                  </a:lnTo>
                  <a:lnTo>
                    <a:pt x="4428" y="36947"/>
                  </a:lnTo>
                  <a:lnTo>
                    <a:pt x="3546" y="36346"/>
                  </a:lnTo>
                  <a:lnTo>
                    <a:pt x="2549" y="35083"/>
                  </a:lnTo>
                  <a:lnTo>
                    <a:pt x="867" y="30990"/>
                  </a:lnTo>
                  <a:lnTo>
                    <a:pt x="822" y="29194"/>
                  </a:lnTo>
                  <a:lnTo>
                    <a:pt x="936" y="27619"/>
                  </a:lnTo>
                  <a:lnTo>
                    <a:pt x="0" y="23936"/>
                  </a:lnTo>
                  <a:lnTo>
                    <a:pt x="578" y="23001"/>
                  </a:lnTo>
                  <a:lnTo>
                    <a:pt x="1446" y="22415"/>
                  </a:lnTo>
                  <a:lnTo>
                    <a:pt x="1453" y="20924"/>
                  </a:lnTo>
                  <a:lnTo>
                    <a:pt x="1210" y="18664"/>
                  </a:lnTo>
                  <a:lnTo>
                    <a:pt x="2237" y="14220"/>
                  </a:lnTo>
                  <a:lnTo>
                    <a:pt x="2511" y="13893"/>
                  </a:lnTo>
                  <a:lnTo>
                    <a:pt x="2777" y="14106"/>
                  </a:lnTo>
                  <a:lnTo>
                    <a:pt x="5257" y="14464"/>
                  </a:lnTo>
                  <a:lnTo>
                    <a:pt x="5904" y="13901"/>
                  </a:lnTo>
                  <a:lnTo>
                    <a:pt x="6315" y="13018"/>
                  </a:lnTo>
                  <a:lnTo>
                    <a:pt x="6444" y="9754"/>
                  </a:lnTo>
                  <a:lnTo>
                    <a:pt x="7038" y="8248"/>
                  </a:lnTo>
                  <a:lnTo>
                    <a:pt x="13049" y="5372"/>
                  </a:lnTo>
                  <a:lnTo>
                    <a:pt x="14821" y="5265"/>
                  </a:lnTo>
                  <a:lnTo>
                    <a:pt x="16176" y="6589"/>
                  </a:lnTo>
                  <a:lnTo>
                    <a:pt x="17249" y="7433"/>
                  </a:lnTo>
                  <a:lnTo>
                    <a:pt x="17895" y="7403"/>
                  </a:lnTo>
                  <a:lnTo>
                    <a:pt x="18131" y="6559"/>
                  </a:lnTo>
                  <a:lnTo>
                    <a:pt x="18862" y="4915"/>
                  </a:lnTo>
                  <a:lnTo>
                    <a:pt x="20094" y="3979"/>
                  </a:lnTo>
                  <a:lnTo>
                    <a:pt x="23754" y="3180"/>
                  </a:lnTo>
                  <a:lnTo>
                    <a:pt x="23784" y="3180"/>
                  </a:lnTo>
                  <a:lnTo>
                    <a:pt x="24979" y="3340"/>
                  </a:lnTo>
                  <a:lnTo>
                    <a:pt x="27558" y="2602"/>
                  </a:lnTo>
                  <a:lnTo>
                    <a:pt x="29171" y="1583"/>
                  </a:lnTo>
                  <a:lnTo>
                    <a:pt x="29993" y="1430"/>
                  </a:lnTo>
                  <a:lnTo>
                    <a:pt x="31081" y="1042"/>
                  </a:lnTo>
                  <a:lnTo>
                    <a:pt x="32648" y="1096"/>
                  </a:lnTo>
                  <a:lnTo>
                    <a:pt x="34239" y="1537"/>
                  </a:lnTo>
                  <a:lnTo>
                    <a:pt x="36262" y="951"/>
                  </a:lnTo>
                  <a:lnTo>
                    <a:pt x="38248" y="0"/>
                  </a:lnTo>
                  <a:lnTo>
                    <a:pt x="39047" y="244"/>
                  </a:lnTo>
                  <a:lnTo>
                    <a:pt x="39907" y="1050"/>
                  </a:lnTo>
                  <a:close/>
                </a:path>
              </a:pathLst>
            </a:custGeom>
            <a:solidFill>
              <a:srgbClr val="2562E8"/>
            </a:solidFill>
            <a:ln w="6168" cap="flat">
              <a:solidFill>
                <a:srgbClr val="2562E8"/>
              </a:solidFill>
              <a:prstDash val="solid"/>
              <a:miter/>
            </a:ln>
          </p:spPr>
          <p:txBody>
            <a:bodyPr/>
            <a:lstStyle/>
            <a:p>
              <a:endParaRPr lang="en-US"/>
            </a:p>
          </p:txBody>
        </p:sp>
        <p:sp>
          <p:nvSpPr>
            <p:cNvPr id="2267" name="Freeform: Shape 2266">
              <a:extLst>
                <a:ext uri="{FF2B5EF4-FFF2-40B4-BE49-F238E27FC236}">
                  <a16:creationId xmlns:a16="http://schemas.microsoft.com/office/drawing/2014/main" id="{E6A647F5-5684-E744-B87B-30146532282A}"/>
                </a:ext>
              </a:extLst>
            </p:cNvPr>
            <p:cNvSpPr/>
            <p:nvPr/>
          </p:nvSpPr>
          <p:spPr>
            <a:xfrm>
              <a:off x="9311632" y="4456193"/>
              <a:ext cx="352657" cy="331763"/>
            </a:xfrm>
            <a:custGeom>
              <a:avLst/>
              <a:gdLst>
                <a:gd name="csX0" fmla="*/ 352505 w 352657"/>
                <a:gd name="csY0" fmla="*/ 134154 h 331763"/>
                <a:gd name="csX1" fmla="*/ 352520 w 352657"/>
                <a:gd name="csY1" fmla="*/ 138080 h 331763"/>
                <a:gd name="csX2" fmla="*/ 352536 w 352657"/>
                <a:gd name="csY2" fmla="*/ 143992 h 331763"/>
                <a:gd name="csX3" fmla="*/ 352558 w 352657"/>
                <a:gd name="csY3" fmla="*/ 150573 h 331763"/>
                <a:gd name="csX4" fmla="*/ 352574 w 352657"/>
                <a:gd name="csY4" fmla="*/ 156630 h 331763"/>
                <a:gd name="csX5" fmla="*/ 352596 w 352657"/>
                <a:gd name="csY5" fmla="*/ 163523 h 331763"/>
                <a:gd name="csX6" fmla="*/ 352619 w 352657"/>
                <a:gd name="csY6" fmla="*/ 169055 h 331763"/>
                <a:gd name="csX7" fmla="*/ 352634 w 352657"/>
                <a:gd name="csY7" fmla="*/ 175590 h 331763"/>
                <a:gd name="csX8" fmla="*/ 352657 w 352657"/>
                <a:gd name="csY8" fmla="*/ 182080 h 331763"/>
                <a:gd name="csX9" fmla="*/ 351980 w 352657"/>
                <a:gd name="csY9" fmla="*/ 182826 h 331763"/>
                <a:gd name="csX10" fmla="*/ 351729 w 352657"/>
                <a:gd name="csY10" fmla="*/ 186471 h 331763"/>
                <a:gd name="csX11" fmla="*/ 351539 w 352657"/>
                <a:gd name="csY11" fmla="*/ 191264 h 331763"/>
                <a:gd name="csX12" fmla="*/ 350238 w 352657"/>
                <a:gd name="csY12" fmla="*/ 196225 h 331763"/>
                <a:gd name="csX13" fmla="*/ 347963 w 352657"/>
                <a:gd name="csY13" fmla="*/ 199877 h 331763"/>
                <a:gd name="csX14" fmla="*/ 347141 w 352657"/>
                <a:gd name="csY14" fmla="*/ 203346 h 331763"/>
                <a:gd name="csX15" fmla="*/ 346517 w 352657"/>
                <a:gd name="csY15" fmla="*/ 205332 h 331763"/>
                <a:gd name="csX16" fmla="*/ 345665 w 352657"/>
                <a:gd name="csY16" fmla="*/ 206413 h 331763"/>
                <a:gd name="csX17" fmla="*/ 345467 w 352657"/>
                <a:gd name="csY17" fmla="*/ 207706 h 331763"/>
                <a:gd name="csX18" fmla="*/ 345018 w 352657"/>
                <a:gd name="csY18" fmla="*/ 209532 h 331763"/>
                <a:gd name="csX19" fmla="*/ 344295 w 352657"/>
                <a:gd name="csY19" fmla="*/ 210711 h 331763"/>
                <a:gd name="csX20" fmla="*/ 343732 w 352657"/>
                <a:gd name="csY20" fmla="*/ 211320 h 331763"/>
                <a:gd name="csX21" fmla="*/ 341442 w 352657"/>
                <a:gd name="csY21" fmla="*/ 212035 h 331763"/>
                <a:gd name="csX22" fmla="*/ 337410 w 352657"/>
                <a:gd name="csY22" fmla="*/ 215528 h 331763"/>
                <a:gd name="csX23" fmla="*/ 337060 w 352657"/>
                <a:gd name="csY23" fmla="*/ 218320 h 331763"/>
                <a:gd name="csX24" fmla="*/ 332464 w 352657"/>
                <a:gd name="csY24" fmla="*/ 217551 h 331763"/>
                <a:gd name="csX25" fmla="*/ 327579 w 352657"/>
                <a:gd name="csY25" fmla="*/ 216760 h 331763"/>
                <a:gd name="csX26" fmla="*/ 326925 w 352657"/>
                <a:gd name="csY26" fmla="*/ 216813 h 331763"/>
                <a:gd name="csX27" fmla="*/ 326514 w 352657"/>
                <a:gd name="csY27" fmla="*/ 217179 h 331763"/>
                <a:gd name="csX28" fmla="*/ 326316 w 352657"/>
                <a:gd name="csY28" fmla="*/ 218655 h 331763"/>
                <a:gd name="csX29" fmla="*/ 319666 w 352657"/>
                <a:gd name="csY29" fmla="*/ 218898 h 331763"/>
                <a:gd name="csX30" fmla="*/ 313930 w 352657"/>
                <a:gd name="csY30" fmla="*/ 219111 h 331763"/>
                <a:gd name="csX31" fmla="*/ 306823 w 352657"/>
                <a:gd name="csY31" fmla="*/ 219355 h 331763"/>
                <a:gd name="csX32" fmla="*/ 301939 w 352657"/>
                <a:gd name="csY32" fmla="*/ 219522 h 331763"/>
                <a:gd name="csX33" fmla="*/ 295745 w 352657"/>
                <a:gd name="csY33" fmla="*/ 219857 h 331763"/>
                <a:gd name="csX34" fmla="*/ 290001 w 352657"/>
                <a:gd name="csY34" fmla="*/ 220169 h 331763"/>
                <a:gd name="csX35" fmla="*/ 286181 w 352657"/>
                <a:gd name="csY35" fmla="*/ 223380 h 331763"/>
                <a:gd name="csX36" fmla="*/ 282734 w 352657"/>
                <a:gd name="csY36" fmla="*/ 226438 h 331763"/>
                <a:gd name="csX37" fmla="*/ 282460 w 352657"/>
                <a:gd name="csY37" fmla="*/ 226545 h 331763"/>
                <a:gd name="csX38" fmla="*/ 277576 w 352657"/>
                <a:gd name="csY38" fmla="*/ 227146 h 331763"/>
                <a:gd name="csX39" fmla="*/ 271481 w 352657"/>
                <a:gd name="csY39" fmla="*/ 226613 h 331763"/>
                <a:gd name="csX40" fmla="*/ 268347 w 352657"/>
                <a:gd name="csY40" fmla="*/ 226583 h 331763"/>
                <a:gd name="csX41" fmla="*/ 267114 w 352657"/>
                <a:gd name="csY41" fmla="*/ 226948 h 331763"/>
                <a:gd name="csX42" fmla="*/ 266878 w 352657"/>
                <a:gd name="csY42" fmla="*/ 228097 h 331763"/>
                <a:gd name="csX43" fmla="*/ 262389 w 352657"/>
                <a:gd name="csY43" fmla="*/ 226484 h 331763"/>
                <a:gd name="csX44" fmla="*/ 257200 w 352657"/>
                <a:gd name="csY44" fmla="*/ 224848 h 331763"/>
                <a:gd name="csX45" fmla="*/ 253578 w 352657"/>
                <a:gd name="csY45" fmla="*/ 225875 h 331763"/>
                <a:gd name="csX46" fmla="*/ 253000 w 352657"/>
                <a:gd name="csY46" fmla="*/ 225525 h 331763"/>
                <a:gd name="csX47" fmla="*/ 252528 w 352657"/>
                <a:gd name="csY47" fmla="*/ 224840 h 331763"/>
                <a:gd name="csX48" fmla="*/ 250779 w 352657"/>
                <a:gd name="csY48" fmla="*/ 224445 h 331763"/>
                <a:gd name="csX49" fmla="*/ 248001 w 352657"/>
                <a:gd name="csY49" fmla="*/ 224620 h 331763"/>
                <a:gd name="csX50" fmla="*/ 245993 w 352657"/>
                <a:gd name="csY50" fmla="*/ 225107 h 331763"/>
                <a:gd name="csX51" fmla="*/ 242843 w 352657"/>
                <a:gd name="csY51" fmla="*/ 227526 h 331763"/>
                <a:gd name="csX52" fmla="*/ 240469 w 352657"/>
                <a:gd name="csY52" fmla="*/ 229634 h 331763"/>
                <a:gd name="csX53" fmla="*/ 239822 w 352657"/>
                <a:gd name="csY53" fmla="*/ 230113 h 331763"/>
                <a:gd name="csX54" fmla="*/ 236505 w 352657"/>
                <a:gd name="csY54" fmla="*/ 231391 h 331763"/>
                <a:gd name="csX55" fmla="*/ 230342 w 352657"/>
                <a:gd name="csY55" fmla="*/ 234359 h 331763"/>
                <a:gd name="csX56" fmla="*/ 226842 w 352657"/>
                <a:gd name="csY56" fmla="*/ 236542 h 331763"/>
                <a:gd name="csX57" fmla="*/ 226035 w 352657"/>
                <a:gd name="csY57" fmla="*/ 236938 h 331763"/>
                <a:gd name="csX58" fmla="*/ 224483 w 352657"/>
                <a:gd name="csY58" fmla="*/ 237433 h 331763"/>
                <a:gd name="csX59" fmla="*/ 222094 w 352657"/>
                <a:gd name="csY59" fmla="*/ 237532 h 331763"/>
                <a:gd name="csX60" fmla="*/ 220101 w 352657"/>
                <a:gd name="csY60" fmla="*/ 238079 h 331763"/>
                <a:gd name="csX61" fmla="*/ 218305 w 352657"/>
                <a:gd name="csY61" fmla="*/ 243816 h 331763"/>
                <a:gd name="csX62" fmla="*/ 217111 w 352657"/>
                <a:gd name="csY62" fmla="*/ 244387 h 331763"/>
                <a:gd name="csX63" fmla="*/ 209761 w 352657"/>
                <a:gd name="csY63" fmla="*/ 242074 h 331763"/>
                <a:gd name="csX64" fmla="*/ 208277 w 352657"/>
                <a:gd name="csY64" fmla="*/ 242416 h 331763"/>
                <a:gd name="csX65" fmla="*/ 206999 w 352657"/>
                <a:gd name="csY65" fmla="*/ 243093 h 331763"/>
                <a:gd name="csX66" fmla="*/ 202898 w 352657"/>
                <a:gd name="csY66" fmla="*/ 246456 h 331763"/>
                <a:gd name="csX67" fmla="*/ 200866 w 352657"/>
                <a:gd name="csY67" fmla="*/ 249150 h 331763"/>
                <a:gd name="csX68" fmla="*/ 199755 w 352657"/>
                <a:gd name="csY68" fmla="*/ 252726 h 331763"/>
                <a:gd name="csX69" fmla="*/ 199915 w 352657"/>
                <a:gd name="csY69" fmla="*/ 253829 h 331763"/>
                <a:gd name="csX70" fmla="*/ 199946 w 352657"/>
                <a:gd name="csY70" fmla="*/ 255077 h 331763"/>
                <a:gd name="csX71" fmla="*/ 199223 w 352657"/>
                <a:gd name="csY71" fmla="*/ 255754 h 331763"/>
                <a:gd name="csX72" fmla="*/ 198234 w 352657"/>
                <a:gd name="csY72" fmla="*/ 255998 h 331763"/>
                <a:gd name="csX73" fmla="*/ 197344 w 352657"/>
                <a:gd name="csY73" fmla="*/ 255959 h 331763"/>
                <a:gd name="csX74" fmla="*/ 193935 w 352657"/>
                <a:gd name="csY74" fmla="*/ 255221 h 331763"/>
                <a:gd name="csX75" fmla="*/ 192870 w 352657"/>
                <a:gd name="csY75" fmla="*/ 255541 h 331763"/>
                <a:gd name="csX76" fmla="*/ 192405 w 352657"/>
                <a:gd name="csY76" fmla="*/ 257306 h 331763"/>
                <a:gd name="csX77" fmla="*/ 192474 w 352657"/>
                <a:gd name="csY77" fmla="*/ 261156 h 331763"/>
                <a:gd name="csX78" fmla="*/ 191728 w 352657"/>
                <a:gd name="csY78" fmla="*/ 263774 h 331763"/>
                <a:gd name="csX79" fmla="*/ 189705 w 352657"/>
                <a:gd name="csY79" fmla="*/ 264580 h 331763"/>
                <a:gd name="csX80" fmla="*/ 188137 w 352657"/>
                <a:gd name="csY80" fmla="*/ 265615 h 331763"/>
                <a:gd name="csX81" fmla="*/ 186905 w 352657"/>
                <a:gd name="csY81" fmla="*/ 265911 h 331763"/>
                <a:gd name="csX82" fmla="*/ 185877 w 352657"/>
                <a:gd name="csY82" fmla="*/ 265660 h 331763"/>
                <a:gd name="csX83" fmla="*/ 179950 w 352657"/>
                <a:gd name="csY83" fmla="*/ 261749 h 331763"/>
                <a:gd name="csX84" fmla="*/ 177949 w 352657"/>
                <a:gd name="csY84" fmla="*/ 261126 h 331763"/>
                <a:gd name="csX85" fmla="*/ 175728 w 352657"/>
                <a:gd name="csY85" fmla="*/ 261559 h 331763"/>
                <a:gd name="csX86" fmla="*/ 173597 w 352657"/>
                <a:gd name="csY86" fmla="*/ 263218 h 331763"/>
                <a:gd name="csX87" fmla="*/ 172631 w 352657"/>
                <a:gd name="csY87" fmla="*/ 264306 h 331763"/>
                <a:gd name="csX88" fmla="*/ 171299 w 352657"/>
                <a:gd name="csY88" fmla="*/ 265592 h 331763"/>
                <a:gd name="csX89" fmla="*/ 169801 w 352657"/>
                <a:gd name="csY89" fmla="*/ 267304 h 331763"/>
                <a:gd name="csX90" fmla="*/ 170196 w 352657"/>
                <a:gd name="csY90" fmla="*/ 268749 h 331763"/>
                <a:gd name="csX91" fmla="*/ 171254 w 352657"/>
                <a:gd name="csY91" fmla="*/ 270431 h 331763"/>
                <a:gd name="csX92" fmla="*/ 172007 w 352657"/>
                <a:gd name="csY92" fmla="*/ 272516 h 331763"/>
                <a:gd name="csX93" fmla="*/ 171969 w 352657"/>
                <a:gd name="csY93" fmla="*/ 274380 h 331763"/>
                <a:gd name="csX94" fmla="*/ 166559 w 352657"/>
                <a:gd name="csY94" fmla="*/ 277027 h 331763"/>
                <a:gd name="csX95" fmla="*/ 167001 w 352657"/>
                <a:gd name="csY95" fmla="*/ 277933 h 331763"/>
                <a:gd name="csX96" fmla="*/ 167815 w 352657"/>
                <a:gd name="csY96" fmla="*/ 278998 h 331763"/>
                <a:gd name="csX97" fmla="*/ 167822 w 352657"/>
                <a:gd name="csY97" fmla="*/ 280923 h 331763"/>
                <a:gd name="csX98" fmla="*/ 167670 w 352657"/>
                <a:gd name="csY98" fmla="*/ 284294 h 331763"/>
                <a:gd name="csX99" fmla="*/ 166574 w 352657"/>
                <a:gd name="csY99" fmla="*/ 285511 h 331763"/>
                <a:gd name="csX100" fmla="*/ 165159 w 352657"/>
                <a:gd name="csY100" fmla="*/ 286713 h 331763"/>
                <a:gd name="csX101" fmla="*/ 164284 w 352657"/>
                <a:gd name="csY101" fmla="*/ 288258 h 331763"/>
                <a:gd name="csX102" fmla="*/ 163424 w 352657"/>
                <a:gd name="csY102" fmla="*/ 289019 h 331763"/>
                <a:gd name="csX103" fmla="*/ 161888 w 352657"/>
                <a:gd name="csY103" fmla="*/ 289970 h 331763"/>
                <a:gd name="csX104" fmla="*/ 159780 w 352657"/>
                <a:gd name="csY104" fmla="*/ 290928 h 331763"/>
                <a:gd name="csX105" fmla="*/ 156128 w 352657"/>
                <a:gd name="csY105" fmla="*/ 291765 h 331763"/>
                <a:gd name="csX106" fmla="*/ 153206 w 352657"/>
                <a:gd name="csY106" fmla="*/ 292328 h 331763"/>
                <a:gd name="csX107" fmla="*/ 152103 w 352657"/>
                <a:gd name="csY107" fmla="*/ 292876 h 331763"/>
                <a:gd name="csX108" fmla="*/ 150551 w 352657"/>
                <a:gd name="csY108" fmla="*/ 294002 h 331763"/>
                <a:gd name="csX109" fmla="*/ 149310 w 352657"/>
                <a:gd name="csY109" fmla="*/ 295357 h 331763"/>
                <a:gd name="csX110" fmla="*/ 149014 w 352657"/>
                <a:gd name="csY110" fmla="*/ 296817 h 331763"/>
                <a:gd name="csX111" fmla="*/ 149265 w 352657"/>
                <a:gd name="csY111" fmla="*/ 298491 h 331763"/>
                <a:gd name="csX112" fmla="*/ 149699 w 352657"/>
                <a:gd name="csY112" fmla="*/ 299861 h 331763"/>
                <a:gd name="csX113" fmla="*/ 150239 w 352657"/>
                <a:gd name="csY113" fmla="*/ 300797 h 331763"/>
                <a:gd name="csX114" fmla="*/ 150566 w 352657"/>
                <a:gd name="csY114" fmla="*/ 301976 h 331763"/>
                <a:gd name="csX115" fmla="*/ 150125 w 352657"/>
                <a:gd name="csY115" fmla="*/ 305149 h 331763"/>
                <a:gd name="csX116" fmla="*/ 149067 w 352657"/>
                <a:gd name="csY116" fmla="*/ 308824 h 331763"/>
                <a:gd name="csX117" fmla="*/ 148048 w 352657"/>
                <a:gd name="csY117" fmla="*/ 310460 h 331763"/>
                <a:gd name="csX118" fmla="*/ 146412 w 352657"/>
                <a:gd name="csY118" fmla="*/ 311357 h 331763"/>
                <a:gd name="csX119" fmla="*/ 144997 w 352657"/>
                <a:gd name="csY119" fmla="*/ 312362 h 331763"/>
                <a:gd name="csX120" fmla="*/ 145461 w 352657"/>
                <a:gd name="csY120" fmla="*/ 314766 h 331763"/>
                <a:gd name="csX121" fmla="*/ 145704 w 352657"/>
                <a:gd name="csY121" fmla="*/ 318213 h 331763"/>
                <a:gd name="csX122" fmla="*/ 145309 w 352657"/>
                <a:gd name="csY122" fmla="*/ 320967 h 331763"/>
                <a:gd name="csX123" fmla="*/ 145240 w 352657"/>
                <a:gd name="csY123" fmla="*/ 322664 h 331763"/>
                <a:gd name="csX124" fmla="*/ 144639 w 352657"/>
                <a:gd name="csY124" fmla="*/ 324429 h 331763"/>
                <a:gd name="csX125" fmla="*/ 144289 w 352657"/>
                <a:gd name="csY125" fmla="*/ 325669 h 331763"/>
                <a:gd name="csX126" fmla="*/ 143581 w 352657"/>
                <a:gd name="csY126" fmla="*/ 325365 h 331763"/>
                <a:gd name="csX127" fmla="*/ 140645 w 352657"/>
                <a:gd name="csY127" fmla="*/ 325509 h 331763"/>
                <a:gd name="csX128" fmla="*/ 137449 w 352657"/>
                <a:gd name="csY128" fmla="*/ 326453 h 331763"/>
                <a:gd name="csX129" fmla="*/ 136330 w 352657"/>
                <a:gd name="csY129" fmla="*/ 327206 h 331763"/>
                <a:gd name="csX130" fmla="*/ 136087 w 352657"/>
                <a:gd name="csY130" fmla="*/ 328233 h 331763"/>
                <a:gd name="csX131" fmla="*/ 135379 w 352657"/>
                <a:gd name="csY131" fmla="*/ 328926 h 331763"/>
                <a:gd name="csX132" fmla="*/ 134360 w 352657"/>
                <a:gd name="csY132" fmla="*/ 329702 h 331763"/>
                <a:gd name="csX133" fmla="*/ 133378 w 352657"/>
                <a:gd name="csY133" fmla="*/ 330653 h 331763"/>
                <a:gd name="csX134" fmla="*/ 131613 w 352657"/>
                <a:gd name="csY134" fmla="*/ 330500 h 331763"/>
                <a:gd name="csX135" fmla="*/ 129909 w 352657"/>
                <a:gd name="csY135" fmla="*/ 329846 h 331763"/>
                <a:gd name="csX136" fmla="*/ 129019 w 352657"/>
                <a:gd name="csY136" fmla="*/ 329215 h 331763"/>
                <a:gd name="csX137" fmla="*/ 128965 w 352657"/>
                <a:gd name="csY137" fmla="*/ 328834 h 331763"/>
                <a:gd name="csX138" fmla="*/ 129521 w 352657"/>
                <a:gd name="csY138" fmla="*/ 327906 h 331763"/>
                <a:gd name="csX139" fmla="*/ 130000 w 352657"/>
                <a:gd name="csY139" fmla="*/ 326894 h 331763"/>
                <a:gd name="csX140" fmla="*/ 130046 w 352657"/>
                <a:gd name="csY140" fmla="*/ 326224 h 331763"/>
                <a:gd name="csX141" fmla="*/ 129468 w 352657"/>
                <a:gd name="csY141" fmla="*/ 324581 h 331763"/>
                <a:gd name="csX142" fmla="*/ 128996 w 352657"/>
                <a:gd name="csY142" fmla="*/ 322816 h 331763"/>
                <a:gd name="csX143" fmla="*/ 129186 w 352657"/>
                <a:gd name="csY143" fmla="*/ 321971 h 331763"/>
                <a:gd name="csX144" fmla="*/ 128767 w 352657"/>
                <a:gd name="csY144" fmla="*/ 319369 h 331763"/>
                <a:gd name="csX145" fmla="*/ 128539 w 352657"/>
                <a:gd name="csY145" fmla="*/ 319240 h 331763"/>
                <a:gd name="csX146" fmla="*/ 126302 w 352657"/>
                <a:gd name="csY146" fmla="*/ 319909 h 331763"/>
                <a:gd name="csX147" fmla="*/ 125488 w 352657"/>
                <a:gd name="csY147" fmla="*/ 320077 h 331763"/>
                <a:gd name="csX148" fmla="*/ 125024 w 352657"/>
                <a:gd name="csY148" fmla="*/ 320366 h 331763"/>
                <a:gd name="csX149" fmla="*/ 124872 w 352657"/>
                <a:gd name="csY149" fmla="*/ 320860 h 331763"/>
                <a:gd name="csX150" fmla="*/ 125412 w 352657"/>
                <a:gd name="csY150" fmla="*/ 322512 h 331763"/>
                <a:gd name="csX151" fmla="*/ 125062 w 352657"/>
                <a:gd name="csY151" fmla="*/ 322793 h 331763"/>
                <a:gd name="csX152" fmla="*/ 123807 w 352657"/>
                <a:gd name="csY152" fmla="*/ 322755 h 331763"/>
                <a:gd name="csX153" fmla="*/ 122057 w 352657"/>
                <a:gd name="csY153" fmla="*/ 322207 h 331763"/>
                <a:gd name="csX154" fmla="*/ 120147 w 352657"/>
                <a:gd name="csY154" fmla="*/ 320693 h 331763"/>
                <a:gd name="csX155" fmla="*/ 119668 w 352657"/>
                <a:gd name="csY155" fmla="*/ 321188 h 331763"/>
                <a:gd name="csX156" fmla="*/ 119462 w 352657"/>
                <a:gd name="csY156" fmla="*/ 322390 h 331763"/>
                <a:gd name="csX157" fmla="*/ 119333 w 352657"/>
                <a:gd name="csY157" fmla="*/ 323813 h 331763"/>
                <a:gd name="csX158" fmla="*/ 119820 w 352657"/>
                <a:gd name="csY158" fmla="*/ 326399 h 331763"/>
                <a:gd name="csX159" fmla="*/ 119310 w 352657"/>
                <a:gd name="csY159" fmla="*/ 327320 h 331763"/>
                <a:gd name="csX160" fmla="*/ 118032 w 352657"/>
                <a:gd name="csY160" fmla="*/ 327153 h 331763"/>
                <a:gd name="csX161" fmla="*/ 116312 w 352657"/>
                <a:gd name="csY161" fmla="*/ 327160 h 331763"/>
                <a:gd name="csX162" fmla="*/ 114813 w 352657"/>
                <a:gd name="csY162" fmla="*/ 327411 h 331763"/>
                <a:gd name="csX163" fmla="*/ 113817 w 352657"/>
                <a:gd name="csY163" fmla="*/ 327472 h 331763"/>
                <a:gd name="csX164" fmla="*/ 113200 w 352657"/>
                <a:gd name="csY164" fmla="*/ 328393 h 331763"/>
                <a:gd name="csX165" fmla="*/ 112934 w 352657"/>
                <a:gd name="csY165" fmla="*/ 329428 h 331763"/>
                <a:gd name="csX166" fmla="*/ 113535 w 352657"/>
                <a:gd name="csY166" fmla="*/ 330569 h 331763"/>
                <a:gd name="csX167" fmla="*/ 113444 w 352657"/>
                <a:gd name="csY167" fmla="*/ 331056 h 331763"/>
                <a:gd name="csX168" fmla="*/ 112980 w 352657"/>
                <a:gd name="csY168" fmla="*/ 331497 h 331763"/>
                <a:gd name="csX169" fmla="*/ 112394 w 352657"/>
                <a:gd name="csY169" fmla="*/ 331763 h 331763"/>
                <a:gd name="csX170" fmla="*/ 111907 w 352657"/>
                <a:gd name="csY170" fmla="*/ 331733 h 331763"/>
                <a:gd name="csX171" fmla="*/ 110522 w 352657"/>
                <a:gd name="csY171" fmla="*/ 330462 h 331763"/>
                <a:gd name="csX172" fmla="*/ 108864 w 352657"/>
                <a:gd name="csY172" fmla="*/ 329991 h 331763"/>
                <a:gd name="csX173" fmla="*/ 105006 w 352657"/>
                <a:gd name="csY173" fmla="*/ 329260 h 331763"/>
                <a:gd name="csX174" fmla="*/ 104542 w 352657"/>
                <a:gd name="csY174" fmla="*/ 327526 h 331763"/>
                <a:gd name="csX175" fmla="*/ 103903 w 352657"/>
                <a:gd name="csY175" fmla="*/ 327495 h 331763"/>
                <a:gd name="csX176" fmla="*/ 103012 w 352657"/>
                <a:gd name="csY176" fmla="*/ 326582 h 331763"/>
                <a:gd name="csX177" fmla="*/ 102130 w 352657"/>
                <a:gd name="csY177" fmla="*/ 325372 h 331763"/>
                <a:gd name="csX178" fmla="*/ 101384 w 352657"/>
                <a:gd name="csY178" fmla="*/ 325433 h 331763"/>
                <a:gd name="csX179" fmla="*/ 100760 w 352657"/>
                <a:gd name="csY179" fmla="*/ 325776 h 331763"/>
                <a:gd name="csX180" fmla="*/ 98645 w 352657"/>
                <a:gd name="csY180" fmla="*/ 325639 h 331763"/>
                <a:gd name="csX181" fmla="*/ 96766 w 352657"/>
                <a:gd name="csY181" fmla="*/ 327472 h 331763"/>
                <a:gd name="csX182" fmla="*/ 95373 w 352657"/>
                <a:gd name="csY182" fmla="*/ 329755 h 331763"/>
                <a:gd name="csX183" fmla="*/ 93882 w 352657"/>
                <a:gd name="csY183" fmla="*/ 330850 h 331763"/>
                <a:gd name="csX184" fmla="*/ 92239 w 352657"/>
                <a:gd name="csY184" fmla="*/ 331330 h 331763"/>
                <a:gd name="csX185" fmla="*/ 91607 w 352657"/>
                <a:gd name="csY185" fmla="*/ 331345 h 331763"/>
                <a:gd name="csX186" fmla="*/ 91950 w 352657"/>
                <a:gd name="csY186" fmla="*/ 329907 h 331763"/>
                <a:gd name="csX187" fmla="*/ 91714 w 352657"/>
                <a:gd name="csY187" fmla="*/ 328849 h 331763"/>
                <a:gd name="csX188" fmla="*/ 91250 w 352657"/>
                <a:gd name="csY188" fmla="*/ 327914 h 331763"/>
                <a:gd name="csX189" fmla="*/ 86464 w 352657"/>
                <a:gd name="csY189" fmla="*/ 325410 h 331763"/>
                <a:gd name="csX190" fmla="*/ 85718 w 352657"/>
                <a:gd name="csY190" fmla="*/ 324376 h 331763"/>
                <a:gd name="csX191" fmla="*/ 84965 w 352657"/>
                <a:gd name="csY191" fmla="*/ 321530 h 331763"/>
                <a:gd name="csX192" fmla="*/ 84486 w 352657"/>
                <a:gd name="csY192" fmla="*/ 318684 h 331763"/>
                <a:gd name="csX193" fmla="*/ 84539 w 352657"/>
                <a:gd name="csY193" fmla="*/ 317018 h 331763"/>
                <a:gd name="csX194" fmla="*/ 84866 w 352657"/>
                <a:gd name="csY194" fmla="*/ 315519 h 331763"/>
                <a:gd name="csX195" fmla="*/ 84729 w 352657"/>
                <a:gd name="csY195" fmla="*/ 314363 h 331763"/>
                <a:gd name="csX196" fmla="*/ 84204 w 352657"/>
                <a:gd name="csY196" fmla="*/ 313480 h 331763"/>
                <a:gd name="csX197" fmla="*/ 82766 w 352657"/>
                <a:gd name="csY197" fmla="*/ 312628 h 331763"/>
                <a:gd name="csX198" fmla="*/ 81275 w 352657"/>
                <a:gd name="csY198" fmla="*/ 312232 h 331763"/>
                <a:gd name="csX199" fmla="*/ 79373 w 352657"/>
                <a:gd name="csY199" fmla="*/ 313343 h 331763"/>
                <a:gd name="csX200" fmla="*/ 78460 w 352657"/>
                <a:gd name="csY200" fmla="*/ 313556 h 331763"/>
                <a:gd name="csX201" fmla="*/ 77607 w 352657"/>
                <a:gd name="csY201" fmla="*/ 313480 h 331763"/>
                <a:gd name="csX202" fmla="*/ 77166 w 352657"/>
                <a:gd name="csY202" fmla="*/ 313069 h 331763"/>
                <a:gd name="csX203" fmla="*/ 77227 w 352657"/>
                <a:gd name="csY203" fmla="*/ 312499 h 331763"/>
                <a:gd name="csX204" fmla="*/ 79296 w 352657"/>
                <a:gd name="csY204" fmla="*/ 309448 h 331763"/>
                <a:gd name="csX205" fmla="*/ 80301 w 352657"/>
                <a:gd name="csY205" fmla="*/ 308177 h 331763"/>
                <a:gd name="csX206" fmla="*/ 81511 w 352657"/>
                <a:gd name="csY206" fmla="*/ 307203 h 331763"/>
                <a:gd name="csX207" fmla="*/ 82325 w 352657"/>
                <a:gd name="csY207" fmla="*/ 306686 h 331763"/>
                <a:gd name="csX208" fmla="*/ 82850 w 352657"/>
                <a:gd name="csY208" fmla="*/ 305940 h 331763"/>
                <a:gd name="csX209" fmla="*/ 82896 w 352657"/>
                <a:gd name="csY209" fmla="*/ 305347 h 331763"/>
                <a:gd name="csX210" fmla="*/ 82705 w 352657"/>
                <a:gd name="csY210" fmla="*/ 304921 h 331763"/>
                <a:gd name="csX211" fmla="*/ 81358 w 352657"/>
                <a:gd name="csY211" fmla="*/ 304357 h 331763"/>
                <a:gd name="csX212" fmla="*/ 79258 w 352657"/>
                <a:gd name="csY212" fmla="*/ 302935 h 331763"/>
                <a:gd name="csX213" fmla="*/ 78140 w 352657"/>
                <a:gd name="csY213" fmla="*/ 302782 h 331763"/>
                <a:gd name="csX214" fmla="*/ 77204 w 352657"/>
                <a:gd name="csY214" fmla="*/ 302136 h 331763"/>
                <a:gd name="csX215" fmla="*/ 76215 w 352657"/>
                <a:gd name="csY215" fmla="*/ 299907 h 331763"/>
                <a:gd name="csX216" fmla="*/ 75751 w 352657"/>
                <a:gd name="csY216" fmla="*/ 299480 h 331763"/>
                <a:gd name="csX217" fmla="*/ 74762 w 352657"/>
                <a:gd name="csY217" fmla="*/ 299252 h 331763"/>
                <a:gd name="csX218" fmla="*/ 73849 w 352657"/>
                <a:gd name="csY218" fmla="*/ 298704 h 331763"/>
                <a:gd name="csX219" fmla="*/ 73894 w 352657"/>
                <a:gd name="csY219" fmla="*/ 295805 h 331763"/>
                <a:gd name="csX220" fmla="*/ 73933 w 352657"/>
                <a:gd name="csY220" fmla="*/ 293302 h 331763"/>
                <a:gd name="csX221" fmla="*/ 71893 w 352657"/>
                <a:gd name="csY221" fmla="*/ 289270 h 331763"/>
                <a:gd name="csX222" fmla="*/ 71102 w 352657"/>
                <a:gd name="csY222" fmla="*/ 286729 h 331763"/>
                <a:gd name="csX223" fmla="*/ 70075 w 352657"/>
                <a:gd name="csY223" fmla="*/ 284111 h 331763"/>
                <a:gd name="csX224" fmla="*/ 69131 w 352657"/>
                <a:gd name="csY224" fmla="*/ 282886 h 331763"/>
                <a:gd name="csX225" fmla="*/ 67481 w 352657"/>
                <a:gd name="csY225" fmla="*/ 281859 h 331763"/>
                <a:gd name="csX226" fmla="*/ 65449 w 352657"/>
                <a:gd name="csY226" fmla="*/ 281144 h 331763"/>
                <a:gd name="csX227" fmla="*/ 63646 w 352657"/>
                <a:gd name="csY227" fmla="*/ 280976 h 331763"/>
                <a:gd name="csX228" fmla="*/ 62261 w 352657"/>
                <a:gd name="csY228" fmla="*/ 281220 h 331763"/>
                <a:gd name="csX229" fmla="*/ 61614 w 352657"/>
                <a:gd name="csY229" fmla="*/ 281539 h 331763"/>
                <a:gd name="csX230" fmla="*/ 61645 w 352657"/>
                <a:gd name="csY230" fmla="*/ 282026 h 331763"/>
                <a:gd name="csX231" fmla="*/ 62771 w 352657"/>
                <a:gd name="csY231" fmla="*/ 283677 h 331763"/>
                <a:gd name="csX232" fmla="*/ 62976 w 352657"/>
                <a:gd name="csY232" fmla="*/ 284598 h 331763"/>
                <a:gd name="csX233" fmla="*/ 62786 w 352657"/>
                <a:gd name="csY233" fmla="*/ 285488 h 331763"/>
                <a:gd name="csX234" fmla="*/ 62405 w 352657"/>
                <a:gd name="csY234" fmla="*/ 286082 h 331763"/>
                <a:gd name="csX235" fmla="*/ 61409 w 352657"/>
                <a:gd name="csY235" fmla="*/ 286150 h 331763"/>
                <a:gd name="csX236" fmla="*/ 59659 w 352657"/>
                <a:gd name="csY236" fmla="*/ 286660 h 331763"/>
                <a:gd name="csX237" fmla="*/ 57506 w 352657"/>
                <a:gd name="csY237" fmla="*/ 287664 h 331763"/>
                <a:gd name="csX238" fmla="*/ 55999 w 352657"/>
                <a:gd name="csY238" fmla="*/ 288524 h 331763"/>
                <a:gd name="csX239" fmla="*/ 54789 w 352657"/>
                <a:gd name="csY239" fmla="*/ 290700 h 331763"/>
                <a:gd name="csX240" fmla="*/ 53952 w 352657"/>
                <a:gd name="csY240" fmla="*/ 290974 h 331763"/>
                <a:gd name="csX241" fmla="*/ 52530 w 352657"/>
                <a:gd name="csY241" fmla="*/ 290700 h 331763"/>
                <a:gd name="csX242" fmla="*/ 48474 w 352657"/>
                <a:gd name="csY242" fmla="*/ 289095 h 331763"/>
                <a:gd name="csX243" fmla="*/ 45134 w 352657"/>
                <a:gd name="csY243" fmla="*/ 287771 h 331763"/>
                <a:gd name="csX244" fmla="*/ 42829 w 352657"/>
                <a:gd name="csY244" fmla="*/ 287010 h 331763"/>
                <a:gd name="csX245" fmla="*/ 41444 w 352657"/>
                <a:gd name="csY245" fmla="*/ 287497 h 331763"/>
                <a:gd name="csX246" fmla="*/ 40736 w 352657"/>
                <a:gd name="csY246" fmla="*/ 287733 h 331763"/>
                <a:gd name="csX247" fmla="*/ 38751 w 352657"/>
                <a:gd name="csY247" fmla="*/ 288615 h 331763"/>
                <a:gd name="csX248" fmla="*/ 36110 w 352657"/>
                <a:gd name="csY248" fmla="*/ 291834 h 331763"/>
                <a:gd name="csX249" fmla="*/ 35479 w 352657"/>
                <a:gd name="csY249" fmla="*/ 292899 h 331763"/>
                <a:gd name="csX250" fmla="*/ 34954 w 352657"/>
                <a:gd name="csY250" fmla="*/ 293241 h 331763"/>
                <a:gd name="csX251" fmla="*/ 34239 w 352657"/>
                <a:gd name="csY251" fmla="*/ 293804 h 331763"/>
                <a:gd name="csX252" fmla="*/ 33554 w 352657"/>
                <a:gd name="csY252" fmla="*/ 293820 h 331763"/>
                <a:gd name="csX253" fmla="*/ 33006 w 352657"/>
                <a:gd name="csY253" fmla="*/ 293439 h 331763"/>
                <a:gd name="csX254" fmla="*/ 32831 w 352657"/>
                <a:gd name="csY254" fmla="*/ 293203 h 331763"/>
                <a:gd name="csX255" fmla="*/ 31477 w 352657"/>
                <a:gd name="csY255" fmla="*/ 290883 h 331763"/>
                <a:gd name="csX256" fmla="*/ 29993 w 352657"/>
                <a:gd name="csY256" fmla="*/ 288326 h 331763"/>
                <a:gd name="csX257" fmla="*/ 28776 w 352657"/>
                <a:gd name="csY257" fmla="*/ 287170 h 331763"/>
                <a:gd name="csX258" fmla="*/ 27246 w 352657"/>
                <a:gd name="csY258" fmla="*/ 287117 h 331763"/>
                <a:gd name="csX259" fmla="*/ 25945 w 352657"/>
                <a:gd name="csY259" fmla="*/ 287915 h 331763"/>
                <a:gd name="csX260" fmla="*/ 24583 w 352657"/>
                <a:gd name="csY260" fmla="*/ 289559 h 331763"/>
                <a:gd name="csX261" fmla="*/ 22871 w 352657"/>
                <a:gd name="csY261" fmla="*/ 291081 h 331763"/>
                <a:gd name="csX262" fmla="*/ 21783 w 352657"/>
                <a:gd name="csY262" fmla="*/ 291537 h 331763"/>
                <a:gd name="csX263" fmla="*/ 20832 w 352657"/>
                <a:gd name="csY263" fmla="*/ 291286 h 331763"/>
                <a:gd name="csX264" fmla="*/ 18496 w 352657"/>
                <a:gd name="csY264" fmla="*/ 289369 h 331763"/>
                <a:gd name="csX265" fmla="*/ 16830 w 352657"/>
                <a:gd name="csY265" fmla="*/ 287999 h 331763"/>
                <a:gd name="csX266" fmla="*/ 16625 w 352657"/>
                <a:gd name="csY266" fmla="*/ 287314 h 331763"/>
                <a:gd name="csX267" fmla="*/ 17211 w 352657"/>
                <a:gd name="csY267" fmla="*/ 286264 h 331763"/>
                <a:gd name="csX268" fmla="*/ 17789 w 352657"/>
                <a:gd name="csY268" fmla="*/ 284697 h 331763"/>
                <a:gd name="csX269" fmla="*/ 18421 w 352657"/>
                <a:gd name="csY269" fmla="*/ 283426 h 331763"/>
                <a:gd name="csX270" fmla="*/ 19029 w 352657"/>
                <a:gd name="csY270" fmla="*/ 282840 h 331763"/>
                <a:gd name="csX271" fmla="*/ 19181 w 352657"/>
                <a:gd name="csY271" fmla="*/ 281220 h 331763"/>
                <a:gd name="csX272" fmla="*/ 17766 w 352657"/>
                <a:gd name="csY272" fmla="*/ 280071 h 331763"/>
                <a:gd name="csX273" fmla="*/ 17720 w 352657"/>
                <a:gd name="csY273" fmla="*/ 279516 h 331763"/>
                <a:gd name="csX274" fmla="*/ 17865 w 352657"/>
                <a:gd name="csY274" fmla="*/ 277994 h 331763"/>
                <a:gd name="csX275" fmla="*/ 18496 w 352657"/>
                <a:gd name="csY275" fmla="*/ 274775 h 331763"/>
                <a:gd name="csX276" fmla="*/ 18436 w 352657"/>
                <a:gd name="csY276" fmla="*/ 273550 h 331763"/>
                <a:gd name="csX277" fmla="*/ 19006 w 352657"/>
                <a:gd name="csY277" fmla="*/ 271154 h 331763"/>
                <a:gd name="csX278" fmla="*/ 18078 w 352657"/>
                <a:gd name="csY278" fmla="*/ 270073 h 331763"/>
                <a:gd name="csX279" fmla="*/ 17865 w 352657"/>
                <a:gd name="csY279" fmla="*/ 269274 h 331763"/>
                <a:gd name="csX280" fmla="*/ 16823 w 352657"/>
                <a:gd name="csY280" fmla="*/ 267996 h 331763"/>
                <a:gd name="csX281" fmla="*/ 15628 w 352657"/>
                <a:gd name="csY281" fmla="*/ 266185 h 331763"/>
                <a:gd name="csX282" fmla="*/ 15354 w 352657"/>
                <a:gd name="csY282" fmla="*/ 264732 h 331763"/>
                <a:gd name="csX283" fmla="*/ 14936 w 352657"/>
                <a:gd name="csY283" fmla="*/ 263576 h 331763"/>
                <a:gd name="csX284" fmla="*/ 13787 w 352657"/>
                <a:gd name="csY284" fmla="*/ 261833 h 331763"/>
                <a:gd name="csX285" fmla="*/ 12950 w 352657"/>
                <a:gd name="csY285" fmla="*/ 261559 h 331763"/>
                <a:gd name="csX286" fmla="*/ 11154 w 352657"/>
                <a:gd name="csY286" fmla="*/ 261293 h 331763"/>
                <a:gd name="csX287" fmla="*/ 10857 w 352657"/>
                <a:gd name="csY287" fmla="*/ 261894 h 331763"/>
                <a:gd name="csX288" fmla="*/ 10195 w 352657"/>
                <a:gd name="csY288" fmla="*/ 262761 h 331763"/>
                <a:gd name="csX289" fmla="*/ 9587 w 352657"/>
                <a:gd name="csY289" fmla="*/ 263013 h 331763"/>
                <a:gd name="csX290" fmla="*/ 8605 w 352657"/>
                <a:gd name="csY290" fmla="*/ 261947 h 331763"/>
                <a:gd name="csX291" fmla="*/ 8232 w 352657"/>
                <a:gd name="csY291" fmla="*/ 261034 h 331763"/>
                <a:gd name="csX292" fmla="*/ 8240 w 352657"/>
                <a:gd name="csY292" fmla="*/ 260205 h 331763"/>
                <a:gd name="csX293" fmla="*/ 6909 w 352657"/>
                <a:gd name="csY293" fmla="*/ 258752 h 331763"/>
                <a:gd name="csX294" fmla="*/ 4839 w 352657"/>
                <a:gd name="csY294" fmla="*/ 256089 h 331763"/>
                <a:gd name="csX295" fmla="*/ 5052 w 352657"/>
                <a:gd name="csY295" fmla="*/ 253890 h 331763"/>
                <a:gd name="csX296" fmla="*/ 6330 w 352657"/>
                <a:gd name="csY296" fmla="*/ 252703 h 331763"/>
                <a:gd name="csX297" fmla="*/ 6711 w 352657"/>
                <a:gd name="csY297" fmla="*/ 251805 h 331763"/>
                <a:gd name="csX298" fmla="*/ 6825 w 352657"/>
                <a:gd name="csY298" fmla="*/ 250801 h 331763"/>
                <a:gd name="csX299" fmla="*/ 6247 w 352657"/>
                <a:gd name="csY299" fmla="*/ 249583 h 331763"/>
                <a:gd name="csX300" fmla="*/ 5562 w 352657"/>
                <a:gd name="csY300" fmla="*/ 248625 h 331763"/>
                <a:gd name="csX301" fmla="*/ 5752 w 352657"/>
                <a:gd name="csY301" fmla="*/ 246502 h 331763"/>
                <a:gd name="csX302" fmla="*/ 5585 w 352657"/>
                <a:gd name="csY302" fmla="*/ 243550 h 331763"/>
                <a:gd name="csX303" fmla="*/ 4535 w 352657"/>
                <a:gd name="csY303" fmla="*/ 242074 h 331763"/>
                <a:gd name="csX304" fmla="*/ 3584 w 352657"/>
                <a:gd name="csY304" fmla="*/ 240993 h 331763"/>
                <a:gd name="csX305" fmla="*/ 2252 w 352657"/>
                <a:gd name="csY305" fmla="*/ 239829 h 331763"/>
                <a:gd name="csX306" fmla="*/ 1118 w 352657"/>
                <a:gd name="csY306" fmla="*/ 238034 h 331763"/>
                <a:gd name="csX307" fmla="*/ 1575 w 352657"/>
                <a:gd name="csY307" fmla="*/ 235569 h 331763"/>
                <a:gd name="csX308" fmla="*/ 2009 w 352657"/>
                <a:gd name="csY308" fmla="*/ 233872 h 331763"/>
                <a:gd name="csX309" fmla="*/ 0 w 352657"/>
                <a:gd name="csY309" fmla="*/ 230349 h 331763"/>
                <a:gd name="csX310" fmla="*/ 3759 w 352657"/>
                <a:gd name="csY310" fmla="*/ 231741 h 331763"/>
                <a:gd name="csX311" fmla="*/ 4253 w 352657"/>
                <a:gd name="csY311" fmla="*/ 231285 h 331763"/>
                <a:gd name="csX312" fmla="*/ 5532 w 352657"/>
                <a:gd name="csY312" fmla="*/ 230433 h 331763"/>
                <a:gd name="csX313" fmla="*/ 7259 w 352657"/>
                <a:gd name="csY313" fmla="*/ 228637 h 331763"/>
                <a:gd name="csX314" fmla="*/ 8704 w 352657"/>
                <a:gd name="csY314" fmla="*/ 226256 h 331763"/>
                <a:gd name="csX315" fmla="*/ 9359 w 352657"/>
                <a:gd name="csY315" fmla="*/ 223311 h 331763"/>
                <a:gd name="csX316" fmla="*/ 9648 w 352657"/>
                <a:gd name="csY316" fmla="*/ 220770 h 331763"/>
                <a:gd name="csX317" fmla="*/ 10294 w 352657"/>
                <a:gd name="csY317" fmla="*/ 218617 h 331763"/>
                <a:gd name="csX318" fmla="*/ 11116 w 352657"/>
                <a:gd name="csY318" fmla="*/ 216791 h 331763"/>
                <a:gd name="csX319" fmla="*/ 12912 w 352657"/>
                <a:gd name="csY319" fmla="*/ 214888 h 331763"/>
                <a:gd name="csX320" fmla="*/ 14601 w 352657"/>
                <a:gd name="csY320" fmla="*/ 213542 h 331763"/>
                <a:gd name="csX321" fmla="*/ 16610 w 352657"/>
                <a:gd name="csY321" fmla="*/ 212142 h 331763"/>
                <a:gd name="csX322" fmla="*/ 17629 w 352657"/>
                <a:gd name="csY322" fmla="*/ 212393 h 331763"/>
                <a:gd name="csX323" fmla="*/ 19539 w 352657"/>
                <a:gd name="csY323" fmla="*/ 214348 h 331763"/>
                <a:gd name="csX324" fmla="*/ 23731 w 352657"/>
                <a:gd name="csY324" fmla="*/ 218267 h 331763"/>
                <a:gd name="csX325" fmla="*/ 27193 w 352657"/>
                <a:gd name="csY325" fmla="*/ 221249 h 331763"/>
                <a:gd name="csX326" fmla="*/ 28456 w 352657"/>
                <a:gd name="csY326" fmla="*/ 222832 h 331763"/>
                <a:gd name="csX327" fmla="*/ 29574 w 352657"/>
                <a:gd name="csY327" fmla="*/ 222847 h 331763"/>
                <a:gd name="csX328" fmla="*/ 31294 w 352657"/>
                <a:gd name="csY328" fmla="*/ 219956 h 331763"/>
                <a:gd name="csX329" fmla="*/ 33075 w 352657"/>
                <a:gd name="csY329" fmla="*/ 217468 h 331763"/>
                <a:gd name="csX330" fmla="*/ 33828 w 352657"/>
                <a:gd name="csY330" fmla="*/ 216859 h 331763"/>
                <a:gd name="csX331" fmla="*/ 36171 w 352657"/>
                <a:gd name="csY331" fmla="*/ 216585 h 331763"/>
                <a:gd name="csX332" fmla="*/ 38165 w 352657"/>
                <a:gd name="csY332" fmla="*/ 216479 h 331763"/>
                <a:gd name="csX333" fmla="*/ 39907 w 352657"/>
                <a:gd name="csY333" fmla="*/ 216524 h 331763"/>
                <a:gd name="csX334" fmla="*/ 43103 w 352657"/>
                <a:gd name="csY334" fmla="*/ 217004 h 331763"/>
                <a:gd name="csX335" fmla="*/ 44563 w 352657"/>
                <a:gd name="csY335" fmla="*/ 217445 h 331763"/>
                <a:gd name="csX336" fmla="*/ 45933 w 352657"/>
                <a:gd name="csY336" fmla="*/ 217711 h 331763"/>
                <a:gd name="csX337" fmla="*/ 49950 w 352657"/>
                <a:gd name="csY337" fmla="*/ 217932 h 331763"/>
                <a:gd name="csX338" fmla="*/ 53930 w 352657"/>
                <a:gd name="csY338" fmla="*/ 217323 h 331763"/>
                <a:gd name="csX339" fmla="*/ 57711 w 352657"/>
                <a:gd name="csY339" fmla="*/ 216540 h 331763"/>
                <a:gd name="csX340" fmla="*/ 60511 w 352657"/>
                <a:gd name="csY340" fmla="*/ 216075 h 331763"/>
                <a:gd name="csX341" fmla="*/ 60656 w 352657"/>
                <a:gd name="csY341" fmla="*/ 214896 h 331763"/>
                <a:gd name="csX342" fmla="*/ 60496 w 352657"/>
                <a:gd name="csY342" fmla="*/ 213504 h 331763"/>
                <a:gd name="csX343" fmla="*/ 60945 w 352657"/>
                <a:gd name="csY343" fmla="*/ 212446 h 331763"/>
                <a:gd name="csX344" fmla="*/ 61827 w 352657"/>
                <a:gd name="csY344" fmla="*/ 211465 h 331763"/>
                <a:gd name="csX345" fmla="*/ 62573 w 352657"/>
                <a:gd name="csY345" fmla="*/ 211244 h 331763"/>
                <a:gd name="csX346" fmla="*/ 62893 w 352657"/>
                <a:gd name="csY346" fmla="*/ 214592 h 331763"/>
                <a:gd name="csX347" fmla="*/ 63783 w 352657"/>
                <a:gd name="csY347" fmla="*/ 215094 h 331763"/>
                <a:gd name="csX348" fmla="*/ 66278 w 352657"/>
                <a:gd name="csY348" fmla="*/ 215238 h 331763"/>
                <a:gd name="csX349" fmla="*/ 70334 w 352657"/>
                <a:gd name="csY349" fmla="*/ 215238 h 331763"/>
                <a:gd name="csX350" fmla="*/ 74686 w 352657"/>
                <a:gd name="csY350" fmla="*/ 215238 h 331763"/>
                <a:gd name="csX351" fmla="*/ 79038 w 352657"/>
                <a:gd name="csY351" fmla="*/ 215238 h 331763"/>
                <a:gd name="csX352" fmla="*/ 83398 w 352657"/>
                <a:gd name="csY352" fmla="*/ 215238 h 331763"/>
                <a:gd name="csX353" fmla="*/ 87750 w 352657"/>
                <a:gd name="csY353" fmla="*/ 215238 h 331763"/>
                <a:gd name="csX354" fmla="*/ 92102 w 352657"/>
                <a:gd name="csY354" fmla="*/ 215238 h 331763"/>
                <a:gd name="csX355" fmla="*/ 96462 w 352657"/>
                <a:gd name="csY355" fmla="*/ 215238 h 331763"/>
                <a:gd name="csX356" fmla="*/ 100814 w 352657"/>
                <a:gd name="csY356" fmla="*/ 215238 h 331763"/>
                <a:gd name="csX357" fmla="*/ 105173 w 352657"/>
                <a:gd name="csY357" fmla="*/ 215238 h 331763"/>
                <a:gd name="csX358" fmla="*/ 109525 w 352657"/>
                <a:gd name="csY358" fmla="*/ 215238 h 331763"/>
                <a:gd name="csX359" fmla="*/ 113878 w 352657"/>
                <a:gd name="csY359" fmla="*/ 215238 h 331763"/>
                <a:gd name="csX360" fmla="*/ 118230 w 352657"/>
                <a:gd name="csY360" fmla="*/ 215238 h 331763"/>
                <a:gd name="csX361" fmla="*/ 122589 w 352657"/>
                <a:gd name="csY361" fmla="*/ 215238 h 331763"/>
                <a:gd name="csX362" fmla="*/ 126942 w 352657"/>
                <a:gd name="csY362" fmla="*/ 215238 h 331763"/>
                <a:gd name="csX363" fmla="*/ 131301 w 352657"/>
                <a:gd name="csY363" fmla="*/ 215238 h 331763"/>
                <a:gd name="csX364" fmla="*/ 135653 w 352657"/>
                <a:gd name="csY364" fmla="*/ 215238 h 331763"/>
                <a:gd name="csX365" fmla="*/ 140013 w 352657"/>
                <a:gd name="csY365" fmla="*/ 215238 h 331763"/>
                <a:gd name="csX366" fmla="*/ 144525 w 352657"/>
                <a:gd name="csY366" fmla="*/ 215238 h 331763"/>
                <a:gd name="csX367" fmla="*/ 145742 w 352657"/>
                <a:gd name="csY367" fmla="*/ 208779 h 331763"/>
                <a:gd name="csX368" fmla="*/ 146853 w 352657"/>
                <a:gd name="csY368" fmla="*/ 202852 h 331763"/>
                <a:gd name="csX369" fmla="*/ 147781 w 352657"/>
                <a:gd name="csY369" fmla="*/ 197876 h 331763"/>
                <a:gd name="csX370" fmla="*/ 144586 w 352657"/>
                <a:gd name="csY370" fmla="*/ 194361 h 331763"/>
                <a:gd name="csX371" fmla="*/ 142044 w 352657"/>
                <a:gd name="csY371" fmla="*/ 191560 h 331763"/>
                <a:gd name="csX372" fmla="*/ 141451 w 352657"/>
                <a:gd name="csY372" fmla="*/ 186219 h 331763"/>
                <a:gd name="csX373" fmla="*/ 140850 w 352657"/>
                <a:gd name="csY373" fmla="*/ 180703 h 331763"/>
                <a:gd name="csX374" fmla="*/ 140241 w 352657"/>
                <a:gd name="csY374" fmla="*/ 175179 h 331763"/>
                <a:gd name="csX375" fmla="*/ 139625 w 352657"/>
                <a:gd name="csY375" fmla="*/ 169648 h 331763"/>
                <a:gd name="csX376" fmla="*/ 139024 w 352657"/>
                <a:gd name="csY376" fmla="*/ 164109 h 331763"/>
                <a:gd name="csX377" fmla="*/ 138415 w 352657"/>
                <a:gd name="csY377" fmla="*/ 158562 h 331763"/>
                <a:gd name="csX378" fmla="*/ 137806 w 352657"/>
                <a:gd name="csY378" fmla="*/ 153008 h 331763"/>
                <a:gd name="csX379" fmla="*/ 137198 w 352657"/>
                <a:gd name="csY379" fmla="*/ 147446 h 331763"/>
                <a:gd name="csX380" fmla="*/ 136589 w 352657"/>
                <a:gd name="csY380" fmla="*/ 141877 h 331763"/>
                <a:gd name="csX381" fmla="*/ 135980 w 352657"/>
                <a:gd name="csY381" fmla="*/ 136292 h 331763"/>
                <a:gd name="csX382" fmla="*/ 135372 w 352657"/>
                <a:gd name="csY382" fmla="*/ 130707 h 331763"/>
                <a:gd name="csX383" fmla="*/ 134763 w 352657"/>
                <a:gd name="csY383" fmla="*/ 125115 h 331763"/>
                <a:gd name="csX384" fmla="*/ 134154 w 352657"/>
                <a:gd name="csY384" fmla="*/ 119507 h 331763"/>
                <a:gd name="csX385" fmla="*/ 133553 w 352657"/>
                <a:gd name="csY385" fmla="*/ 113892 h 331763"/>
                <a:gd name="csX386" fmla="*/ 132945 w 352657"/>
                <a:gd name="csY386" fmla="*/ 108270 h 331763"/>
                <a:gd name="csX387" fmla="*/ 132328 w 352657"/>
                <a:gd name="csY387" fmla="*/ 102632 h 331763"/>
                <a:gd name="csX388" fmla="*/ 131727 w 352657"/>
                <a:gd name="csY388" fmla="*/ 96994 h 331763"/>
                <a:gd name="csX389" fmla="*/ 131118 w 352657"/>
                <a:gd name="csY389" fmla="*/ 91341 h 331763"/>
                <a:gd name="csX390" fmla="*/ 130510 w 352657"/>
                <a:gd name="csY390" fmla="*/ 85680 h 331763"/>
                <a:gd name="csX391" fmla="*/ 129901 w 352657"/>
                <a:gd name="csY391" fmla="*/ 80012 h 331763"/>
                <a:gd name="csX392" fmla="*/ 129292 w 352657"/>
                <a:gd name="csY392" fmla="*/ 74328 h 331763"/>
                <a:gd name="csX393" fmla="*/ 128684 w 352657"/>
                <a:gd name="csY393" fmla="*/ 68644 h 331763"/>
                <a:gd name="csX394" fmla="*/ 128075 w 352657"/>
                <a:gd name="csY394" fmla="*/ 62938 h 331763"/>
                <a:gd name="csX395" fmla="*/ 127467 w 352657"/>
                <a:gd name="csY395" fmla="*/ 57231 h 331763"/>
                <a:gd name="csX396" fmla="*/ 126858 w 352657"/>
                <a:gd name="csY396" fmla="*/ 51510 h 331763"/>
                <a:gd name="csX397" fmla="*/ 126257 w 352657"/>
                <a:gd name="csY397" fmla="*/ 45781 h 331763"/>
                <a:gd name="csX398" fmla="*/ 125648 w 352657"/>
                <a:gd name="csY398" fmla="*/ 40036 h 331763"/>
                <a:gd name="csX399" fmla="*/ 125039 w 352657"/>
                <a:gd name="csY399" fmla="*/ 34284 h 331763"/>
                <a:gd name="csX400" fmla="*/ 124431 w 352657"/>
                <a:gd name="csY400" fmla="*/ 28517 h 331763"/>
                <a:gd name="csX401" fmla="*/ 123822 w 352657"/>
                <a:gd name="csY401" fmla="*/ 22742 h 331763"/>
                <a:gd name="csX402" fmla="*/ 123213 w 352657"/>
                <a:gd name="csY402" fmla="*/ 16959 h 331763"/>
                <a:gd name="csX403" fmla="*/ 122605 w 352657"/>
                <a:gd name="csY403" fmla="*/ 11162 h 331763"/>
                <a:gd name="csX404" fmla="*/ 121996 w 352657"/>
                <a:gd name="csY404" fmla="*/ 5349 h 331763"/>
                <a:gd name="csX405" fmla="*/ 121425 w 352657"/>
                <a:gd name="csY405" fmla="*/ 15 h 331763"/>
                <a:gd name="csX406" fmla="*/ 127984 w 352657"/>
                <a:gd name="csY406" fmla="*/ 15 h 331763"/>
                <a:gd name="csX407" fmla="*/ 134976 w 352657"/>
                <a:gd name="csY407" fmla="*/ 7 h 331763"/>
                <a:gd name="csX408" fmla="*/ 141786 w 352657"/>
                <a:gd name="csY408" fmla="*/ 7 h 331763"/>
                <a:gd name="csX409" fmla="*/ 151776 w 352657"/>
                <a:gd name="csY409" fmla="*/ 0 h 331763"/>
                <a:gd name="csX410" fmla="*/ 159255 w 352657"/>
                <a:gd name="csY410" fmla="*/ 0 h 331763"/>
                <a:gd name="csX411" fmla="*/ 165775 w 352657"/>
                <a:gd name="csY411" fmla="*/ 4474 h 331763"/>
                <a:gd name="csX412" fmla="*/ 171687 w 352657"/>
                <a:gd name="csY412" fmla="*/ 8696 h 331763"/>
                <a:gd name="csX413" fmla="*/ 178680 w 352657"/>
                <a:gd name="csY413" fmla="*/ 13695 h 331763"/>
                <a:gd name="csX414" fmla="*/ 185672 w 352657"/>
                <a:gd name="csY414" fmla="*/ 18687 h 331763"/>
                <a:gd name="csX415" fmla="*/ 192672 w 352657"/>
                <a:gd name="csY415" fmla="*/ 23670 h 331763"/>
                <a:gd name="csX416" fmla="*/ 199664 w 352657"/>
                <a:gd name="csY416" fmla="*/ 28638 h 331763"/>
                <a:gd name="csX417" fmla="*/ 206656 w 352657"/>
                <a:gd name="csY417" fmla="*/ 33599 h 331763"/>
                <a:gd name="csX418" fmla="*/ 213641 w 352657"/>
                <a:gd name="csY418" fmla="*/ 38560 h 331763"/>
                <a:gd name="csX419" fmla="*/ 220641 w 352657"/>
                <a:gd name="csY419" fmla="*/ 43498 h 331763"/>
                <a:gd name="csX420" fmla="*/ 227633 w 352657"/>
                <a:gd name="csY420" fmla="*/ 48443 h 331763"/>
                <a:gd name="csX421" fmla="*/ 234625 w 352657"/>
                <a:gd name="csY421" fmla="*/ 53374 h 331763"/>
                <a:gd name="csX422" fmla="*/ 241618 w 352657"/>
                <a:gd name="csY422" fmla="*/ 58297 h 331763"/>
                <a:gd name="csX423" fmla="*/ 248610 w 352657"/>
                <a:gd name="csY423" fmla="*/ 63212 h 331763"/>
                <a:gd name="csX424" fmla="*/ 255602 w 352657"/>
                <a:gd name="csY424" fmla="*/ 68119 h 331763"/>
                <a:gd name="csX425" fmla="*/ 262595 w 352657"/>
                <a:gd name="csY425" fmla="*/ 73019 h 331763"/>
                <a:gd name="csX426" fmla="*/ 269587 w 352657"/>
                <a:gd name="csY426" fmla="*/ 77912 h 331763"/>
                <a:gd name="csX427" fmla="*/ 276579 w 352657"/>
                <a:gd name="csY427" fmla="*/ 82796 h 331763"/>
                <a:gd name="csX428" fmla="*/ 283572 w 352657"/>
                <a:gd name="csY428" fmla="*/ 87681 h 331763"/>
                <a:gd name="csX429" fmla="*/ 286698 w 352657"/>
                <a:gd name="csY429" fmla="*/ 89857 h 331763"/>
                <a:gd name="csX430" fmla="*/ 286988 w 352657"/>
                <a:gd name="csY430" fmla="*/ 90755 h 331763"/>
                <a:gd name="csX431" fmla="*/ 287277 w 352657"/>
                <a:gd name="csY431" fmla="*/ 92588 h 331763"/>
                <a:gd name="csX432" fmla="*/ 287094 w 352657"/>
                <a:gd name="csY432" fmla="*/ 94650 h 331763"/>
                <a:gd name="csX433" fmla="*/ 287125 w 352657"/>
                <a:gd name="csY433" fmla="*/ 96332 h 331763"/>
                <a:gd name="csX434" fmla="*/ 288045 w 352657"/>
                <a:gd name="csY434" fmla="*/ 97466 h 331763"/>
                <a:gd name="csX435" fmla="*/ 289788 w 352657"/>
                <a:gd name="csY435" fmla="*/ 98683 h 331763"/>
                <a:gd name="csX436" fmla="*/ 296628 w 352657"/>
                <a:gd name="csY436" fmla="*/ 102274 h 331763"/>
                <a:gd name="csX437" fmla="*/ 297168 w 352657"/>
                <a:gd name="csY437" fmla="*/ 102982 h 331763"/>
                <a:gd name="csX438" fmla="*/ 297411 w 352657"/>
                <a:gd name="csY438" fmla="*/ 104465 h 331763"/>
                <a:gd name="csX439" fmla="*/ 298226 w 352657"/>
                <a:gd name="csY439" fmla="*/ 106284 h 331763"/>
                <a:gd name="csX440" fmla="*/ 299671 w 352657"/>
                <a:gd name="csY440" fmla="*/ 107349 h 331763"/>
                <a:gd name="csX441" fmla="*/ 301360 w 352657"/>
                <a:gd name="csY441" fmla="*/ 108133 h 331763"/>
                <a:gd name="csX442" fmla="*/ 303422 w 352657"/>
                <a:gd name="csY442" fmla="*/ 108681 h 331763"/>
                <a:gd name="csX443" fmla="*/ 309623 w 352657"/>
                <a:gd name="csY443" fmla="*/ 109243 h 331763"/>
                <a:gd name="csX444" fmla="*/ 310939 w 352657"/>
                <a:gd name="csY444" fmla="*/ 110088 h 331763"/>
                <a:gd name="csX445" fmla="*/ 313618 w 352657"/>
                <a:gd name="csY445" fmla="*/ 113398 h 331763"/>
                <a:gd name="csX446" fmla="*/ 315071 w 352657"/>
                <a:gd name="csY446" fmla="*/ 114052 h 331763"/>
                <a:gd name="csX447" fmla="*/ 319202 w 352657"/>
                <a:gd name="csY447" fmla="*/ 115003 h 331763"/>
                <a:gd name="csX448" fmla="*/ 322193 w 352657"/>
                <a:gd name="csY448" fmla="*/ 115536 h 331763"/>
                <a:gd name="csX449" fmla="*/ 323425 w 352657"/>
                <a:gd name="csY449" fmla="*/ 115840 h 331763"/>
                <a:gd name="csX450" fmla="*/ 326134 w 352657"/>
                <a:gd name="csY450" fmla="*/ 116723 h 331763"/>
                <a:gd name="csX451" fmla="*/ 329078 w 352657"/>
                <a:gd name="csY451" fmla="*/ 118229 h 331763"/>
                <a:gd name="csX452" fmla="*/ 330638 w 352657"/>
                <a:gd name="csY452" fmla="*/ 119591 h 331763"/>
                <a:gd name="csX453" fmla="*/ 330638 w 352657"/>
                <a:gd name="csY453" fmla="*/ 120017 h 331763"/>
                <a:gd name="csX454" fmla="*/ 330623 w 352657"/>
                <a:gd name="csY454" fmla="*/ 121204 h 331763"/>
                <a:gd name="csX455" fmla="*/ 330600 w 352657"/>
                <a:gd name="csY455" fmla="*/ 124757 h 331763"/>
                <a:gd name="csX456" fmla="*/ 331140 w 352657"/>
                <a:gd name="csY456" fmla="*/ 126713 h 331763"/>
                <a:gd name="csX457" fmla="*/ 331756 w 352657"/>
                <a:gd name="csY457" fmla="*/ 128128 h 331763"/>
                <a:gd name="csX458" fmla="*/ 331726 w 352657"/>
                <a:gd name="csY458" fmla="*/ 128988 h 331763"/>
                <a:gd name="csX459" fmla="*/ 330980 w 352657"/>
                <a:gd name="csY459" fmla="*/ 129597 h 331763"/>
                <a:gd name="csX460" fmla="*/ 330402 w 352657"/>
                <a:gd name="csY460" fmla="*/ 130350 h 331763"/>
                <a:gd name="csX461" fmla="*/ 330082 w 352657"/>
                <a:gd name="csY461" fmla="*/ 131339 h 331763"/>
                <a:gd name="csX462" fmla="*/ 329238 w 352657"/>
                <a:gd name="csY462" fmla="*/ 132594 h 331763"/>
                <a:gd name="csX463" fmla="*/ 328561 w 352657"/>
                <a:gd name="csY463" fmla="*/ 133994 h 331763"/>
                <a:gd name="csX464" fmla="*/ 328850 w 352657"/>
                <a:gd name="csY464" fmla="*/ 135044 h 331763"/>
                <a:gd name="csX465" fmla="*/ 330014 w 352657"/>
                <a:gd name="csY465" fmla="*/ 135729 h 331763"/>
                <a:gd name="csX466" fmla="*/ 331756 w 352657"/>
                <a:gd name="csY466" fmla="*/ 137060 h 331763"/>
                <a:gd name="csX467" fmla="*/ 333202 w 352657"/>
                <a:gd name="csY467" fmla="*/ 137623 h 331763"/>
                <a:gd name="csX468" fmla="*/ 333910 w 352657"/>
                <a:gd name="csY468" fmla="*/ 137662 h 331763"/>
                <a:gd name="csX469" fmla="*/ 334853 w 352657"/>
                <a:gd name="csY469" fmla="*/ 137623 h 331763"/>
                <a:gd name="csX470" fmla="*/ 335667 w 352657"/>
                <a:gd name="csY470" fmla="*/ 137448 h 331763"/>
                <a:gd name="csX471" fmla="*/ 340887 w 352657"/>
                <a:gd name="csY471" fmla="*/ 136429 h 331763"/>
                <a:gd name="csX472" fmla="*/ 345726 w 352657"/>
                <a:gd name="csY472" fmla="*/ 135478 h 3317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Lst>
              <a:rect l="l" t="t" r="r" b="b"/>
              <a:pathLst>
                <a:path w="352657" h="331763">
                  <a:moveTo>
                    <a:pt x="352505" y="134154"/>
                  </a:moveTo>
                  <a:lnTo>
                    <a:pt x="352520" y="138080"/>
                  </a:lnTo>
                  <a:lnTo>
                    <a:pt x="352536" y="143992"/>
                  </a:lnTo>
                  <a:lnTo>
                    <a:pt x="352558" y="150573"/>
                  </a:lnTo>
                  <a:lnTo>
                    <a:pt x="352574" y="156630"/>
                  </a:lnTo>
                  <a:lnTo>
                    <a:pt x="352596" y="163523"/>
                  </a:lnTo>
                  <a:lnTo>
                    <a:pt x="352619" y="169055"/>
                  </a:lnTo>
                  <a:lnTo>
                    <a:pt x="352634" y="175590"/>
                  </a:lnTo>
                  <a:lnTo>
                    <a:pt x="352657" y="182080"/>
                  </a:lnTo>
                  <a:lnTo>
                    <a:pt x="351980" y="182826"/>
                  </a:lnTo>
                  <a:lnTo>
                    <a:pt x="351729" y="186471"/>
                  </a:lnTo>
                  <a:lnTo>
                    <a:pt x="351539" y="191264"/>
                  </a:lnTo>
                  <a:lnTo>
                    <a:pt x="350238" y="196225"/>
                  </a:lnTo>
                  <a:lnTo>
                    <a:pt x="347963" y="199877"/>
                  </a:lnTo>
                  <a:lnTo>
                    <a:pt x="347141" y="203346"/>
                  </a:lnTo>
                  <a:lnTo>
                    <a:pt x="346517" y="205332"/>
                  </a:lnTo>
                  <a:lnTo>
                    <a:pt x="345665" y="206413"/>
                  </a:lnTo>
                  <a:lnTo>
                    <a:pt x="345467" y="207706"/>
                  </a:lnTo>
                  <a:lnTo>
                    <a:pt x="345018" y="209532"/>
                  </a:lnTo>
                  <a:lnTo>
                    <a:pt x="344295" y="210711"/>
                  </a:lnTo>
                  <a:lnTo>
                    <a:pt x="343732" y="211320"/>
                  </a:lnTo>
                  <a:lnTo>
                    <a:pt x="341442" y="212035"/>
                  </a:lnTo>
                  <a:lnTo>
                    <a:pt x="337410" y="215528"/>
                  </a:lnTo>
                  <a:lnTo>
                    <a:pt x="337060" y="218320"/>
                  </a:lnTo>
                  <a:lnTo>
                    <a:pt x="332464" y="217551"/>
                  </a:lnTo>
                  <a:lnTo>
                    <a:pt x="327579" y="216760"/>
                  </a:lnTo>
                  <a:lnTo>
                    <a:pt x="326925" y="216813"/>
                  </a:lnTo>
                  <a:lnTo>
                    <a:pt x="326514" y="217179"/>
                  </a:lnTo>
                  <a:lnTo>
                    <a:pt x="326316" y="218655"/>
                  </a:lnTo>
                  <a:lnTo>
                    <a:pt x="319666" y="218898"/>
                  </a:lnTo>
                  <a:lnTo>
                    <a:pt x="313930" y="219111"/>
                  </a:lnTo>
                  <a:lnTo>
                    <a:pt x="306823" y="219355"/>
                  </a:lnTo>
                  <a:lnTo>
                    <a:pt x="301939" y="219522"/>
                  </a:lnTo>
                  <a:lnTo>
                    <a:pt x="295745" y="219857"/>
                  </a:lnTo>
                  <a:lnTo>
                    <a:pt x="290001" y="220169"/>
                  </a:lnTo>
                  <a:lnTo>
                    <a:pt x="286181" y="223380"/>
                  </a:lnTo>
                  <a:lnTo>
                    <a:pt x="282734" y="226438"/>
                  </a:lnTo>
                  <a:lnTo>
                    <a:pt x="282460" y="226545"/>
                  </a:lnTo>
                  <a:lnTo>
                    <a:pt x="277576" y="227146"/>
                  </a:lnTo>
                  <a:lnTo>
                    <a:pt x="271481" y="226613"/>
                  </a:lnTo>
                  <a:lnTo>
                    <a:pt x="268347" y="226583"/>
                  </a:lnTo>
                  <a:lnTo>
                    <a:pt x="267114" y="226948"/>
                  </a:lnTo>
                  <a:lnTo>
                    <a:pt x="266878" y="228097"/>
                  </a:lnTo>
                  <a:lnTo>
                    <a:pt x="262389" y="226484"/>
                  </a:lnTo>
                  <a:lnTo>
                    <a:pt x="257200" y="224848"/>
                  </a:lnTo>
                  <a:lnTo>
                    <a:pt x="253578" y="225875"/>
                  </a:lnTo>
                  <a:lnTo>
                    <a:pt x="253000" y="225525"/>
                  </a:lnTo>
                  <a:lnTo>
                    <a:pt x="252528" y="224840"/>
                  </a:lnTo>
                  <a:lnTo>
                    <a:pt x="250779" y="224445"/>
                  </a:lnTo>
                  <a:lnTo>
                    <a:pt x="248001" y="224620"/>
                  </a:lnTo>
                  <a:lnTo>
                    <a:pt x="245993" y="225107"/>
                  </a:lnTo>
                  <a:lnTo>
                    <a:pt x="242843" y="227526"/>
                  </a:lnTo>
                  <a:lnTo>
                    <a:pt x="240469" y="229634"/>
                  </a:lnTo>
                  <a:lnTo>
                    <a:pt x="239822" y="230113"/>
                  </a:lnTo>
                  <a:lnTo>
                    <a:pt x="236505" y="231391"/>
                  </a:lnTo>
                  <a:lnTo>
                    <a:pt x="230342" y="234359"/>
                  </a:lnTo>
                  <a:lnTo>
                    <a:pt x="226842" y="236542"/>
                  </a:lnTo>
                  <a:lnTo>
                    <a:pt x="226035" y="236938"/>
                  </a:lnTo>
                  <a:lnTo>
                    <a:pt x="224483" y="237433"/>
                  </a:lnTo>
                  <a:lnTo>
                    <a:pt x="222094" y="237532"/>
                  </a:lnTo>
                  <a:lnTo>
                    <a:pt x="220101" y="238079"/>
                  </a:lnTo>
                  <a:lnTo>
                    <a:pt x="218305" y="243816"/>
                  </a:lnTo>
                  <a:lnTo>
                    <a:pt x="217111" y="244387"/>
                  </a:lnTo>
                  <a:lnTo>
                    <a:pt x="209761" y="242074"/>
                  </a:lnTo>
                  <a:lnTo>
                    <a:pt x="208277" y="242416"/>
                  </a:lnTo>
                  <a:lnTo>
                    <a:pt x="206999" y="243093"/>
                  </a:lnTo>
                  <a:lnTo>
                    <a:pt x="202898" y="246456"/>
                  </a:lnTo>
                  <a:lnTo>
                    <a:pt x="200866" y="249150"/>
                  </a:lnTo>
                  <a:lnTo>
                    <a:pt x="199755" y="252726"/>
                  </a:lnTo>
                  <a:lnTo>
                    <a:pt x="199915" y="253829"/>
                  </a:lnTo>
                  <a:lnTo>
                    <a:pt x="199946" y="255077"/>
                  </a:lnTo>
                  <a:lnTo>
                    <a:pt x="199223" y="255754"/>
                  </a:lnTo>
                  <a:lnTo>
                    <a:pt x="198234" y="255998"/>
                  </a:lnTo>
                  <a:lnTo>
                    <a:pt x="197344" y="255959"/>
                  </a:lnTo>
                  <a:lnTo>
                    <a:pt x="193935" y="255221"/>
                  </a:lnTo>
                  <a:lnTo>
                    <a:pt x="192870" y="255541"/>
                  </a:lnTo>
                  <a:lnTo>
                    <a:pt x="192405" y="257306"/>
                  </a:lnTo>
                  <a:lnTo>
                    <a:pt x="192474" y="261156"/>
                  </a:lnTo>
                  <a:lnTo>
                    <a:pt x="191728" y="263774"/>
                  </a:lnTo>
                  <a:lnTo>
                    <a:pt x="189705" y="264580"/>
                  </a:lnTo>
                  <a:lnTo>
                    <a:pt x="188137" y="265615"/>
                  </a:lnTo>
                  <a:lnTo>
                    <a:pt x="186905" y="265911"/>
                  </a:lnTo>
                  <a:lnTo>
                    <a:pt x="185877" y="265660"/>
                  </a:lnTo>
                  <a:lnTo>
                    <a:pt x="179950" y="261749"/>
                  </a:lnTo>
                  <a:lnTo>
                    <a:pt x="177949" y="261126"/>
                  </a:lnTo>
                  <a:lnTo>
                    <a:pt x="175728" y="261559"/>
                  </a:lnTo>
                  <a:lnTo>
                    <a:pt x="173597" y="263218"/>
                  </a:lnTo>
                  <a:lnTo>
                    <a:pt x="172631" y="264306"/>
                  </a:lnTo>
                  <a:lnTo>
                    <a:pt x="171299" y="265592"/>
                  </a:lnTo>
                  <a:lnTo>
                    <a:pt x="169801" y="267304"/>
                  </a:lnTo>
                  <a:lnTo>
                    <a:pt x="170196" y="268749"/>
                  </a:lnTo>
                  <a:lnTo>
                    <a:pt x="171254" y="270431"/>
                  </a:lnTo>
                  <a:lnTo>
                    <a:pt x="172007" y="272516"/>
                  </a:lnTo>
                  <a:lnTo>
                    <a:pt x="171969" y="274380"/>
                  </a:lnTo>
                  <a:lnTo>
                    <a:pt x="166559" y="277027"/>
                  </a:lnTo>
                  <a:lnTo>
                    <a:pt x="167001" y="277933"/>
                  </a:lnTo>
                  <a:lnTo>
                    <a:pt x="167815" y="278998"/>
                  </a:lnTo>
                  <a:lnTo>
                    <a:pt x="167822" y="280923"/>
                  </a:lnTo>
                  <a:lnTo>
                    <a:pt x="167670" y="284294"/>
                  </a:lnTo>
                  <a:lnTo>
                    <a:pt x="166574" y="285511"/>
                  </a:lnTo>
                  <a:lnTo>
                    <a:pt x="165159" y="286713"/>
                  </a:lnTo>
                  <a:lnTo>
                    <a:pt x="164284" y="288258"/>
                  </a:lnTo>
                  <a:lnTo>
                    <a:pt x="163424" y="289019"/>
                  </a:lnTo>
                  <a:lnTo>
                    <a:pt x="161888" y="289970"/>
                  </a:lnTo>
                  <a:lnTo>
                    <a:pt x="159780" y="290928"/>
                  </a:lnTo>
                  <a:lnTo>
                    <a:pt x="156128" y="291765"/>
                  </a:lnTo>
                  <a:lnTo>
                    <a:pt x="153206" y="292328"/>
                  </a:lnTo>
                  <a:lnTo>
                    <a:pt x="152103" y="292876"/>
                  </a:lnTo>
                  <a:lnTo>
                    <a:pt x="150551" y="294002"/>
                  </a:lnTo>
                  <a:lnTo>
                    <a:pt x="149310" y="295357"/>
                  </a:lnTo>
                  <a:lnTo>
                    <a:pt x="149014" y="296817"/>
                  </a:lnTo>
                  <a:lnTo>
                    <a:pt x="149265" y="298491"/>
                  </a:lnTo>
                  <a:lnTo>
                    <a:pt x="149699" y="299861"/>
                  </a:lnTo>
                  <a:lnTo>
                    <a:pt x="150239" y="300797"/>
                  </a:lnTo>
                  <a:lnTo>
                    <a:pt x="150566" y="301976"/>
                  </a:lnTo>
                  <a:lnTo>
                    <a:pt x="150125" y="305149"/>
                  </a:lnTo>
                  <a:lnTo>
                    <a:pt x="149067" y="308824"/>
                  </a:lnTo>
                  <a:lnTo>
                    <a:pt x="148048" y="310460"/>
                  </a:lnTo>
                  <a:lnTo>
                    <a:pt x="146412" y="311357"/>
                  </a:lnTo>
                  <a:lnTo>
                    <a:pt x="144997" y="312362"/>
                  </a:lnTo>
                  <a:lnTo>
                    <a:pt x="145461" y="314766"/>
                  </a:lnTo>
                  <a:lnTo>
                    <a:pt x="145704" y="318213"/>
                  </a:lnTo>
                  <a:lnTo>
                    <a:pt x="145309" y="320967"/>
                  </a:lnTo>
                  <a:lnTo>
                    <a:pt x="145240" y="322664"/>
                  </a:lnTo>
                  <a:lnTo>
                    <a:pt x="144639" y="324429"/>
                  </a:lnTo>
                  <a:lnTo>
                    <a:pt x="144289" y="325669"/>
                  </a:lnTo>
                  <a:lnTo>
                    <a:pt x="143581" y="325365"/>
                  </a:lnTo>
                  <a:lnTo>
                    <a:pt x="140645" y="325509"/>
                  </a:lnTo>
                  <a:lnTo>
                    <a:pt x="137449" y="326453"/>
                  </a:lnTo>
                  <a:lnTo>
                    <a:pt x="136330" y="327206"/>
                  </a:lnTo>
                  <a:lnTo>
                    <a:pt x="136087" y="328233"/>
                  </a:lnTo>
                  <a:lnTo>
                    <a:pt x="135379" y="328926"/>
                  </a:lnTo>
                  <a:lnTo>
                    <a:pt x="134360" y="329702"/>
                  </a:lnTo>
                  <a:lnTo>
                    <a:pt x="133378" y="330653"/>
                  </a:lnTo>
                  <a:lnTo>
                    <a:pt x="131613" y="330500"/>
                  </a:lnTo>
                  <a:lnTo>
                    <a:pt x="129909" y="329846"/>
                  </a:lnTo>
                  <a:lnTo>
                    <a:pt x="129019" y="329215"/>
                  </a:lnTo>
                  <a:lnTo>
                    <a:pt x="128965" y="328834"/>
                  </a:lnTo>
                  <a:lnTo>
                    <a:pt x="129521" y="327906"/>
                  </a:lnTo>
                  <a:lnTo>
                    <a:pt x="130000" y="326894"/>
                  </a:lnTo>
                  <a:lnTo>
                    <a:pt x="130046" y="326224"/>
                  </a:lnTo>
                  <a:lnTo>
                    <a:pt x="129468" y="324581"/>
                  </a:lnTo>
                  <a:lnTo>
                    <a:pt x="128996" y="322816"/>
                  </a:lnTo>
                  <a:lnTo>
                    <a:pt x="129186" y="321971"/>
                  </a:lnTo>
                  <a:lnTo>
                    <a:pt x="128767" y="319369"/>
                  </a:lnTo>
                  <a:lnTo>
                    <a:pt x="128539" y="319240"/>
                  </a:lnTo>
                  <a:lnTo>
                    <a:pt x="126302" y="319909"/>
                  </a:lnTo>
                  <a:lnTo>
                    <a:pt x="125488" y="320077"/>
                  </a:lnTo>
                  <a:lnTo>
                    <a:pt x="125024" y="320366"/>
                  </a:lnTo>
                  <a:lnTo>
                    <a:pt x="124872" y="320860"/>
                  </a:lnTo>
                  <a:lnTo>
                    <a:pt x="125412" y="322512"/>
                  </a:lnTo>
                  <a:lnTo>
                    <a:pt x="125062" y="322793"/>
                  </a:lnTo>
                  <a:lnTo>
                    <a:pt x="123807" y="322755"/>
                  </a:lnTo>
                  <a:lnTo>
                    <a:pt x="122057" y="322207"/>
                  </a:lnTo>
                  <a:lnTo>
                    <a:pt x="120147" y="320693"/>
                  </a:lnTo>
                  <a:lnTo>
                    <a:pt x="119668" y="321188"/>
                  </a:lnTo>
                  <a:lnTo>
                    <a:pt x="119462" y="322390"/>
                  </a:lnTo>
                  <a:lnTo>
                    <a:pt x="119333" y="323813"/>
                  </a:lnTo>
                  <a:lnTo>
                    <a:pt x="119820" y="326399"/>
                  </a:lnTo>
                  <a:lnTo>
                    <a:pt x="119310" y="327320"/>
                  </a:lnTo>
                  <a:lnTo>
                    <a:pt x="118032" y="327153"/>
                  </a:lnTo>
                  <a:lnTo>
                    <a:pt x="116312" y="327160"/>
                  </a:lnTo>
                  <a:lnTo>
                    <a:pt x="114813" y="327411"/>
                  </a:lnTo>
                  <a:lnTo>
                    <a:pt x="113817" y="327472"/>
                  </a:lnTo>
                  <a:lnTo>
                    <a:pt x="113200" y="328393"/>
                  </a:lnTo>
                  <a:lnTo>
                    <a:pt x="112934" y="329428"/>
                  </a:lnTo>
                  <a:lnTo>
                    <a:pt x="113535" y="330569"/>
                  </a:lnTo>
                  <a:lnTo>
                    <a:pt x="113444" y="331056"/>
                  </a:lnTo>
                  <a:lnTo>
                    <a:pt x="112980" y="331497"/>
                  </a:lnTo>
                  <a:lnTo>
                    <a:pt x="112394" y="331763"/>
                  </a:lnTo>
                  <a:lnTo>
                    <a:pt x="111907" y="331733"/>
                  </a:lnTo>
                  <a:lnTo>
                    <a:pt x="110522" y="330462"/>
                  </a:lnTo>
                  <a:lnTo>
                    <a:pt x="108864" y="329991"/>
                  </a:lnTo>
                  <a:lnTo>
                    <a:pt x="105006" y="329260"/>
                  </a:lnTo>
                  <a:lnTo>
                    <a:pt x="104542" y="327526"/>
                  </a:lnTo>
                  <a:lnTo>
                    <a:pt x="103903" y="327495"/>
                  </a:lnTo>
                  <a:lnTo>
                    <a:pt x="103012" y="326582"/>
                  </a:lnTo>
                  <a:lnTo>
                    <a:pt x="102130" y="325372"/>
                  </a:lnTo>
                  <a:lnTo>
                    <a:pt x="101384" y="325433"/>
                  </a:lnTo>
                  <a:lnTo>
                    <a:pt x="100760" y="325776"/>
                  </a:lnTo>
                  <a:lnTo>
                    <a:pt x="98645" y="325639"/>
                  </a:lnTo>
                  <a:lnTo>
                    <a:pt x="96766" y="327472"/>
                  </a:lnTo>
                  <a:lnTo>
                    <a:pt x="95373" y="329755"/>
                  </a:lnTo>
                  <a:lnTo>
                    <a:pt x="93882" y="330850"/>
                  </a:lnTo>
                  <a:lnTo>
                    <a:pt x="92239" y="331330"/>
                  </a:lnTo>
                  <a:lnTo>
                    <a:pt x="91607" y="331345"/>
                  </a:lnTo>
                  <a:lnTo>
                    <a:pt x="91950" y="329907"/>
                  </a:lnTo>
                  <a:lnTo>
                    <a:pt x="91714" y="328849"/>
                  </a:lnTo>
                  <a:lnTo>
                    <a:pt x="91250" y="327914"/>
                  </a:lnTo>
                  <a:lnTo>
                    <a:pt x="86464" y="325410"/>
                  </a:lnTo>
                  <a:lnTo>
                    <a:pt x="85718" y="324376"/>
                  </a:lnTo>
                  <a:lnTo>
                    <a:pt x="84965" y="321530"/>
                  </a:lnTo>
                  <a:lnTo>
                    <a:pt x="84486" y="318684"/>
                  </a:lnTo>
                  <a:lnTo>
                    <a:pt x="84539" y="317018"/>
                  </a:lnTo>
                  <a:lnTo>
                    <a:pt x="84866" y="315519"/>
                  </a:lnTo>
                  <a:lnTo>
                    <a:pt x="84729" y="314363"/>
                  </a:lnTo>
                  <a:lnTo>
                    <a:pt x="84204" y="313480"/>
                  </a:lnTo>
                  <a:lnTo>
                    <a:pt x="82766" y="312628"/>
                  </a:lnTo>
                  <a:lnTo>
                    <a:pt x="81275" y="312232"/>
                  </a:lnTo>
                  <a:lnTo>
                    <a:pt x="79373" y="313343"/>
                  </a:lnTo>
                  <a:lnTo>
                    <a:pt x="78460" y="313556"/>
                  </a:lnTo>
                  <a:lnTo>
                    <a:pt x="77607" y="313480"/>
                  </a:lnTo>
                  <a:lnTo>
                    <a:pt x="77166" y="313069"/>
                  </a:lnTo>
                  <a:lnTo>
                    <a:pt x="77227" y="312499"/>
                  </a:lnTo>
                  <a:lnTo>
                    <a:pt x="79296" y="309448"/>
                  </a:lnTo>
                  <a:lnTo>
                    <a:pt x="80301" y="308177"/>
                  </a:lnTo>
                  <a:lnTo>
                    <a:pt x="81511" y="307203"/>
                  </a:lnTo>
                  <a:lnTo>
                    <a:pt x="82325" y="306686"/>
                  </a:lnTo>
                  <a:lnTo>
                    <a:pt x="82850" y="305940"/>
                  </a:lnTo>
                  <a:lnTo>
                    <a:pt x="82896" y="305347"/>
                  </a:lnTo>
                  <a:lnTo>
                    <a:pt x="82705" y="304921"/>
                  </a:lnTo>
                  <a:lnTo>
                    <a:pt x="81358" y="304357"/>
                  </a:lnTo>
                  <a:lnTo>
                    <a:pt x="79258" y="302935"/>
                  </a:lnTo>
                  <a:lnTo>
                    <a:pt x="78140" y="302782"/>
                  </a:lnTo>
                  <a:lnTo>
                    <a:pt x="77204" y="302136"/>
                  </a:lnTo>
                  <a:lnTo>
                    <a:pt x="76215" y="299907"/>
                  </a:lnTo>
                  <a:lnTo>
                    <a:pt x="75751" y="299480"/>
                  </a:lnTo>
                  <a:lnTo>
                    <a:pt x="74762" y="299252"/>
                  </a:lnTo>
                  <a:lnTo>
                    <a:pt x="73849" y="298704"/>
                  </a:lnTo>
                  <a:lnTo>
                    <a:pt x="73894" y="295805"/>
                  </a:lnTo>
                  <a:lnTo>
                    <a:pt x="73933" y="293302"/>
                  </a:lnTo>
                  <a:lnTo>
                    <a:pt x="71893" y="289270"/>
                  </a:lnTo>
                  <a:lnTo>
                    <a:pt x="71102" y="286729"/>
                  </a:lnTo>
                  <a:lnTo>
                    <a:pt x="70075" y="284111"/>
                  </a:lnTo>
                  <a:lnTo>
                    <a:pt x="69131" y="282886"/>
                  </a:lnTo>
                  <a:lnTo>
                    <a:pt x="67481" y="281859"/>
                  </a:lnTo>
                  <a:lnTo>
                    <a:pt x="65449" y="281144"/>
                  </a:lnTo>
                  <a:lnTo>
                    <a:pt x="63646" y="280976"/>
                  </a:lnTo>
                  <a:lnTo>
                    <a:pt x="62261" y="281220"/>
                  </a:lnTo>
                  <a:lnTo>
                    <a:pt x="61614" y="281539"/>
                  </a:lnTo>
                  <a:lnTo>
                    <a:pt x="61645" y="282026"/>
                  </a:lnTo>
                  <a:lnTo>
                    <a:pt x="62771" y="283677"/>
                  </a:lnTo>
                  <a:lnTo>
                    <a:pt x="62976" y="284598"/>
                  </a:lnTo>
                  <a:lnTo>
                    <a:pt x="62786" y="285488"/>
                  </a:lnTo>
                  <a:lnTo>
                    <a:pt x="62405" y="286082"/>
                  </a:lnTo>
                  <a:lnTo>
                    <a:pt x="61409" y="286150"/>
                  </a:lnTo>
                  <a:lnTo>
                    <a:pt x="59659" y="286660"/>
                  </a:lnTo>
                  <a:lnTo>
                    <a:pt x="57506" y="287664"/>
                  </a:lnTo>
                  <a:lnTo>
                    <a:pt x="55999" y="288524"/>
                  </a:lnTo>
                  <a:lnTo>
                    <a:pt x="54789" y="290700"/>
                  </a:lnTo>
                  <a:lnTo>
                    <a:pt x="53952" y="290974"/>
                  </a:lnTo>
                  <a:lnTo>
                    <a:pt x="52530" y="290700"/>
                  </a:lnTo>
                  <a:lnTo>
                    <a:pt x="48474" y="289095"/>
                  </a:lnTo>
                  <a:lnTo>
                    <a:pt x="45134" y="287771"/>
                  </a:lnTo>
                  <a:lnTo>
                    <a:pt x="42829" y="287010"/>
                  </a:lnTo>
                  <a:lnTo>
                    <a:pt x="41444" y="287497"/>
                  </a:lnTo>
                  <a:lnTo>
                    <a:pt x="40736" y="287733"/>
                  </a:lnTo>
                  <a:lnTo>
                    <a:pt x="38751" y="288615"/>
                  </a:lnTo>
                  <a:lnTo>
                    <a:pt x="36110" y="291834"/>
                  </a:lnTo>
                  <a:lnTo>
                    <a:pt x="35479" y="292899"/>
                  </a:lnTo>
                  <a:lnTo>
                    <a:pt x="34954" y="293241"/>
                  </a:lnTo>
                  <a:lnTo>
                    <a:pt x="34239" y="293804"/>
                  </a:lnTo>
                  <a:lnTo>
                    <a:pt x="33554" y="293820"/>
                  </a:lnTo>
                  <a:lnTo>
                    <a:pt x="33006" y="293439"/>
                  </a:lnTo>
                  <a:lnTo>
                    <a:pt x="32831" y="293203"/>
                  </a:lnTo>
                  <a:lnTo>
                    <a:pt x="31477" y="290883"/>
                  </a:lnTo>
                  <a:lnTo>
                    <a:pt x="29993" y="288326"/>
                  </a:lnTo>
                  <a:lnTo>
                    <a:pt x="28776" y="287170"/>
                  </a:lnTo>
                  <a:lnTo>
                    <a:pt x="27246" y="287117"/>
                  </a:lnTo>
                  <a:lnTo>
                    <a:pt x="25945" y="287915"/>
                  </a:lnTo>
                  <a:lnTo>
                    <a:pt x="24583" y="289559"/>
                  </a:lnTo>
                  <a:lnTo>
                    <a:pt x="22871" y="291081"/>
                  </a:lnTo>
                  <a:lnTo>
                    <a:pt x="21783" y="291537"/>
                  </a:lnTo>
                  <a:lnTo>
                    <a:pt x="20832" y="291286"/>
                  </a:lnTo>
                  <a:lnTo>
                    <a:pt x="18496" y="289369"/>
                  </a:lnTo>
                  <a:lnTo>
                    <a:pt x="16830" y="287999"/>
                  </a:lnTo>
                  <a:lnTo>
                    <a:pt x="16625" y="287314"/>
                  </a:lnTo>
                  <a:lnTo>
                    <a:pt x="17211" y="286264"/>
                  </a:lnTo>
                  <a:lnTo>
                    <a:pt x="17789" y="284697"/>
                  </a:lnTo>
                  <a:lnTo>
                    <a:pt x="18421" y="283426"/>
                  </a:lnTo>
                  <a:lnTo>
                    <a:pt x="19029" y="282840"/>
                  </a:lnTo>
                  <a:lnTo>
                    <a:pt x="19181" y="281220"/>
                  </a:lnTo>
                  <a:lnTo>
                    <a:pt x="17766" y="280071"/>
                  </a:lnTo>
                  <a:lnTo>
                    <a:pt x="17720" y="279516"/>
                  </a:lnTo>
                  <a:lnTo>
                    <a:pt x="17865" y="277994"/>
                  </a:lnTo>
                  <a:lnTo>
                    <a:pt x="18496" y="274775"/>
                  </a:lnTo>
                  <a:lnTo>
                    <a:pt x="18436" y="273550"/>
                  </a:lnTo>
                  <a:lnTo>
                    <a:pt x="19006" y="271154"/>
                  </a:lnTo>
                  <a:lnTo>
                    <a:pt x="18078" y="270073"/>
                  </a:lnTo>
                  <a:lnTo>
                    <a:pt x="17865" y="269274"/>
                  </a:lnTo>
                  <a:lnTo>
                    <a:pt x="16823" y="267996"/>
                  </a:lnTo>
                  <a:lnTo>
                    <a:pt x="15628" y="266185"/>
                  </a:lnTo>
                  <a:lnTo>
                    <a:pt x="15354" y="264732"/>
                  </a:lnTo>
                  <a:lnTo>
                    <a:pt x="14936" y="263576"/>
                  </a:lnTo>
                  <a:lnTo>
                    <a:pt x="13787" y="261833"/>
                  </a:lnTo>
                  <a:lnTo>
                    <a:pt x="12950" y="261559"/>
                  </a:lnTo>
                  <a:lnTo>
                    <a:pt x="11154" y="261293"/>
                  </a:lnTo>
                  <a:lnTo>
                    <a:pt x="10857" y="261894"/>
                  </a:lnTo>
                  <a:lnTo>
                    <a:pt x="10195" y="262761"/>
                  </a:lnTo>
                  <a:lnTo>
                    <a:pt x="9587" y="263013"/>
                  </a:lnTo>
                  <a:lnTo>
                    <a:pt x="8605" y="261947"/>
                  </a:lnTo>
                  <a:lnTo>
                    <a:pt x="8232" y="261034"/>
                  </a:lnTo>
                  <a:lnTo>
                    <a:pt x="8240" y="260205"/>
                  </a:lnTo>
                  <a:lnTo>
                    <a:pt x="6909" y="258752"/>
                  </a:lnTo>
                  <a:lnTo>
                    <a:pt x="4839" y="256089"/>
                  </a:lnTo>
                  <a:lnTo>
                    <a:pt x="5052" y="253890"/>
                  </a:lnTo>
                  <a:lnTo>
                    <a:pt x="6330" y="252703"/>
                  </a:lnTo>
                  <a:lnTo>
                    <a:pt x="6711" y="251805"/>
                  </a:lnTo>
                  <a:lnTo>
                    <a:pt x="6825" y="250801"/>
                  </a:lnTo>
                  <a:lnTo>
                    <a:pt x="6247" y="249583"/>
                  </a:lnTo>
                  <a:lnTo>
                    <a:pt x="5562" y="248625"/>
                  </a:lnTo>
                  <a:lnTo>
                    <a:pt x="5752" y="246502"/>
                  </a:lnTo>
                  <a:lnTo>
                    <a:pt x="5585" y="243550"/>
                  </a:lnTo>
                  <a:lnTo>
                    <a:pt x="4535" y="242074"/>
                  </a:lnTo>
                  <a:lnTo>
                    <a:pt x="3584" y="240993"/>
                  </a:lnTo>
                  <a:lnTo>
                    <a:pt x="2252" y="239829"/>
                  </a:lnTo>
                  <a:lnTo>
                    <a:pt x="1118" y="238034"/>
                  </a:lnTo>
                  <a:lnTo>
                    <a:pt x="1575" y="235569"/>
                  </a:lnTo>
                  <a:lnTo>
                    <a:pt x="2009" y="233872"/>
                  </a:lnTo>
                  <a:lnTo>
                    <a:pt x="0" y="230349"/>
                  </a:lnTo>
                  <a:lnTo>
                    <a:pt x="3759" y="231741"/>
                  </a:lnTo>
                  <a:lnTo>
                    <a:pt x="4253" y="231285"/>
                  </a:lnTo>
                  <a:lnTo>
                    <a:pt x="5532" y="230433"/>
                  </a:lnTo>
                  <a:lnTo>
                    <a:pt x="7259" y="228637"/>
                  </a:lnTo>
                  <a:lnTo>
                    <a:pt x="8704" y="226256"/>
                  </a:lnTo>
                  <a:lnTo>
                    <a:pt x="9359" y="223311"/>
                  </a:lnTo>
                  <a:lnTo>
                    <a:pt x="9648" y="220770"/>
                  </a:lnTo>
                  <a:lnTo>
                    <a:pt x="10294" y="218617"/>
                  </a:lnTo>
                  <a:lnTo>
                    <a:pt x="11116" y="216791"/>
                  </a:lnTo>
                  <a:lnTo>
                    <a:pt x="12912" y="214888"/>
                  </a:lnTo>
                  <a:lnTo>
                    <a:pt x="14601" y="213542"/>
                  </a:lnTo>
                  <a:lnTo>
                    <a:pt x="16610" y="212142"/>
                  </a:lnTo>
                  <a:lnTo>
                    <a:pt x="17629" y="212393"/>
                  </a:lnTo>
                  <a:lnTo>
                    <a:pt x="19539" y="214348"/>
                  </a:lnTo>
                  <a:lnTo>
                    <a:pt x="23731" y="218267"/>
                  </a:lnTo>
                  <a:lnTo>
                    <a:pt x="27193" y="221249"/>
                  </a:lnTo>
                  <a:lnTo>
                    <a:pt x="28456" y="222832"/>
                  </a:lnTo>
                  <a:lnTo>
                    <a:pt x="29574" y="222847"/>
                  </a:lnTo>
                  <a:lnTo>
                    <a:pt x="31294" y="219956"/>
                  </a:lnTo>
                  <a:lnTo>
                    <a:pt x="33075" y="217468"/>
                  </a:lnTo>
                  <a:lnTo>
                    <a:pt x="33828" y="216859"/>
                  </a:lnTo>
                  <a:lnTo>
                    <a:pt x="36171" y="216585"/>
                  </a:lnTo>
                  <a:lnTo>
                    <a:pt x="38165" y="216479"/>
                  </a:lnTo>
                  <a:lnTo>
                    <a:pt x="39907" y="216524"/>
                  </a:lnTo>
                  <a:lnTo>
                    <a:pt x="43103" y="217004"/>
                  </a:lnTo>
                  <a:lnTo>
                    <a:pt x="44563" y="217445"/>
                  </a:lnTo>
                  <a:lnTo>
                    <a:pt x="45933" y="217711"/>
                  </a:lnTo>
                  <a:lnTo>
                    <a:pt x="49950" y="217932"/>
                  </a:lnTo>
                  <a:lnTo>
                    <a:pt x="53930" y="217323"/>
                  </a:lnTo>
                  <a:lnTo>
                    <a:pt x="57711" y="216540"/>
                  </a:lnTo>
                  <a:lnTo>
                    <a:pt x="60511" y="216075"/>
                  </a:lnTo>
                  <a:lnTo>
                    <a:pt x="60656" y="214896"/>
                  </a:lnTo>
                  <a:lnTo>
                    <a:pt x="60496" y="213504"/>
                  </a:lnTo>
                  <a:lnTo>
                    <a:pt x="60945" y="212446"/>
                  </a:lnTo>
                  <a:lnTo>
                    <a:pt x="61827" y="211465"/>
                  </a:lnTo>
                  <a:lnTo>
                    <a:pt x="62573" y="211244"/>
                  </a:lnTo>
                  <a:lnTo>
                    <a:pt x="62893" y="214592"/>
                  </a:lnTo>
                  <a:lnTo>
                    <a:pt x="63783" y="215094"/>
                  </a:lnTo>
                  <a:lnTo>
                    <a:pt x="66278" y="215238"/>
                  </a:lnTo>
                  <a:lnTo>
                    <a:pt x="70334" y="215238"/>
                  </a:lnTo>
                  <a:lnTo>
                    <a:pt x="74686" y="215238"/>
                  </a:lnTo>
                  <a:lnTo>
                    <a:pt x="79038" y="215238"/>
                  </a:lnTo>
                  <a:lnTo>
                    <a:pt x="83398" y="215238"/>
                  </a:lnTo>
                  <a:lnTo>
                    <a:pt x="87750" y="215238"/>
                  </a:lnTo>
                  <a:lnTo>
                    <a:pt x="92102" y="215238"/>
                  </a:lnTo>
                  <a:lnTo>
                    <a:pt x="96462" y="215238"/>
                  </a:lnTo>
                  <a:lnTo>
                    <a:pt x="100814" y="215238"/>
                  </a:lnTo>
                  <a:lnTo>
                    <a:pt x="105173" y="215238"/>
                  </a:lnTo>
                  <a:lnTo>
                    <a:pt x="109525" y="215238"/>
                  </a:lnTo>
                  <a:lnTo>
                    <a:pt x="113878" y="215238"/>
                  </a:lnTo>
                  <a:lnTo>
                    <a:pt x="118230" y="215238"/>
                  </a:lnTo>
                  <a:lnTo>
                    <a:pt x="122589" y="215238"/>
                  </a:lnTo>
                  <a:lnTo>
                    <a:pt x="126942" y="215238"/>
                  </a:lnTo>
                  <a:lnTo>
                    <a:pt x="131301" y="215238"/>
                  </a:lnTo>
                  <a:lnTo>
                    <a:pt x="135653" y="215238"/>
                  </a:lnTo>
                  <a:lnTo>
                    <a:pt x="140013" y="215238"/>
                  </a:lnTo>
                  <a:lnTo>
                    <a:pt x="144525" y="215238"/>
                  </a:lnTo>
                  <a:lnTo>
                    <a:pt x="145742" y="208779"/>
                  </a:lnTo>
                  <a:lnTo>
                    <a:pt x="146853" y="202852"/>
                  </a:lnTo>
                  <a:lnTo>
                    <a:pt x="147781" y="197876"/>
                  </a:lnTo>
                  <a:lnTo>
                    <a:pt x="144586" y="194361"/>
                  </a:lnTo>
                  <a:lnTo>
                    <a:pt x="142044" y="191560"/>
                  </a:lnTo>
                  <a:lnTo>
                    <a:pt x="141451" y="186219"/>
                  </a:lnTo>
                  <a:lnTo>
                    <a:pt x="140850" y="180703"/>
                  </a:lnTo>
                  <a:lnTo>
                    <a:pt x="140241" y="175179"/>
                  </a:lnTo>
                  <a:lnTo>
                    <a:pt x="139625" y="169648"/>
                  </a:lnTo>
                  <a:lnTo>
                    <a:pt x="139024" y="164109"/>
                  </a:lnTo>
                  <a:lnTo>
                    <a:pt x="138415" y="158562"/>
                  </a:lnTo>
                  <a:lnTo>
                    <a:pt x="137806" y="153008"/>
                  </a:lnTo>
                  <a:lnTo>
                    <a:pt x="137198" y="147446"/>
                  </a:lnTo>
                  <a:lnTo>
                    <a:pt x="136589" y="141877"/>
                  </a:lnTo>
                  <a:lnTo>
                    <a:pt x="135980" y="136292"/>
                  </a:lnTo>
                  <a:lnTo>
                    <a:pt x="135372" y="130707"/>
                  </a:lnTo>
                  <a:lnTo>
                    <a:pt x="134763" y="125115"/>
                  </a:lnTo>
                  <a:lnTo>
                    <a:pt x="134154" y="119507"/>
                  </a:lnTo>
                  <a:lnTo>
                    <a:pt x="133553" y="113892"/>
                  </a:lnTo>
                  <a:lnTo>
                    <a:pt x="132945" y="108270"/>
                  </a:lnTo>
                  <a:lnTo>
                    <a:pt x="132328" y="102632"/>
                  </a:lnTo>
                  <a:lnTo>
                    <a:pt x="131727" y="96994"/>
                  </a:lnTo>
                  <a:lnTo>
                    <a:pt x="131118" y="91341"/>
                  </a:lnTo>
                  <a:lnTo>
                    <a:pt x="130510" y="85680"/>
                  </a:lnTo>
                  <a:lnTo>
                    <a:pt x="129901" y="80012"/>
                  </a:lnTo>
                  <a:lnTo>
                    <a:pt x="129292" y="74328"/>
                  </a:lnTo>
                  <a:lnTo>
                    <a:pt x="128684" y="68644"/>
                  </a:lnTo>
                  <a:lnTo>
                    <a:pt x="128075" y="62938"/>
                  </a:lnTo>
                  <a:lnTo>
                    <a:pt x="127467" y="57231"/>
                  </a:lnTo>
                  <a:lnTo>
                    <a:pt x="126858" y="51510"/>
                  </a:lnTo>
                  <a:lnTo>
                    <a:pt x="126257" y="45781"/>
                  </a:lnTo>
                  <a:lnTo>
                    <a:pt x="125648" y="40036"/>
                  </a:lnTo>
                  <a:lnTo>
                    <a:pt x="125039" y="34284"/>
                  </a:lnTo>
                  <a:lnTo>
                    <a:pt x="124431" y="28517"/>
                  </a:lnTo>
                  <a:lnTo>
                    <a:pt x="123822" y="22742"/>
                  </a:lnTo>
                  <a:lnTo>
                    <a:pt x="123213" y="16959"/>
                  </a:lnTo>
                  <a:lnTo>
                    <a:pt x="122605" y="11162"/>
                  </a:lnTo>
                  <a:lnTo>
                    <a:pt x="121996" y="5349"/>
                  </a:lnTo>
                  <a:lnTo>
                    <a:pt x="121425" y="15"/>
                  </a:lnTo>
                  <a:lnTo>
                    <a:pt x="127984" y="15"/>
                  </a:lnTo>
                  <a:lnTo>
                    <a:pt x="134976" y="7"/>
                  </a:lnTo>
                  <a:lnTo>
                    <a:pt x="141786" y="7"/>
                  </a:lnTo>
                  <a:lnTo>
                    <a:pt x="151776" y="0"/>
                  </a:lnTo>
                  <a:lnTo>
                    <a:pt x="159255" y="0"/>
                  </a:lnTo>
                  <a:lnTo>
                    <a:pt x="165775" y="4474"/>
                  </a:lnTo>
                  <a:lnTo>
                    <a:pt x="171687" y="8696"/>
                  </a:lnTo>
                  <a:lnTo>
                    <a:pt x="178680" y="13695"/>
                  </a:lnTo>
                  <a:lnTo>
                    <a:pt x="185672" y="18687"/>
                  </a:lnTo>
                  <a:lnTo>
                    <a:pt x="192672" y="23670"/>
                  </a:lnTo>
                  <a:lnTo>
                    <a:pt x="199664" y="28638"/>
                  </a:lnTo>
                  <a:lnTo>
                    <a:pt x="206656" y="33599"/>
                  </a:lnTo>
                  <a:lnTo>
                    <a:pt x="213641" y="38560"/>
                  </a:lnTo>
                  <a:lnTo>
                    <a:pt x="220641" y="43498"/>
                  </a:lnTo>
                  <a:lnTo>
                    <a:pt x="227633" y="48443"/>
                  </a:lnTo>
                  <a:lnTo>
                    <a:pt x="234625" y="53374"/>
                  </a:lnTo>
                  <a:lnTo>
                    <a:pt x="241618" y="58297"/>
                  </a:lnTo>
                  <a:lnTo>
                    <a:pt x="248610" y="63212"/>
                  </a:lnTo>
                  <a:lnTo>
                    <a:pt x="255602" y="68119"/>
                  </a:lnTo>
                  <a:lnTo>
                    <a:pt x="262595" y="73019"/>
                  </a:lnTo>
                  <a:lnTo>
                    <a:pt x="269587" y="77912"/>
                  </a:lnTo>
                  <a:lnTo>
                    <a:pt x="276579" y="82796"/>
                  </a:lnTo>
                  <a:lnTo>
                    <a:pt x="283572" y="87681"/>
                  </a:lnTo>
                  <a:lnTo>
                    <a:pt x="286698" y="89857"/>
                  </a:lnTo>
                  <a:lnTo>
                    <a:pt x="286988" y="90755"/>
                  </a:lnTo>
                  <a:lnTo>
                    <a:pt x="287277" y="92588"/>
                  </a:lnTo>
                  <a:lnTo>
                    <a:pt x="287094" y="94650"/>
                  </a:lnTo>
                  <a:lnTo>
                    <a:pt x="287125" y="96332"/>
                  </a:lnTo>
                  <a:lnTo>
                    <a:pt x="288045" y="97466"/>
                  </a:lnTo>
                  <a:lnTo>
                    <a:pt x="289788" y="98683"/>
                  </a:lnTo>
                  <a:lnTo>
                    <a:pt x="296628" y="102274"/>
                  </a:lnTo>
                  <a:lnTo>
                    <a:pt x="297168" y="102982"/>
                  </a:lnTo>
                  <a:lnTo>
                    <a:pt x="297411" y="104465"/>
                  </a:lnTo>
                  <a:lnTo>
                    <a:pt x="298226" y="106284"/>
                  </a:lnTo>
                  <a:lnTo>
                    <a:pt x="299671" y="107349"/>
                  </a:lnTo>
                  <a:lnTo>
                    <a:pt x="301360" y="108133"/>
                  </a:lnTo>
                  <a:lnTo>
                    <a:pt x="303422" y="108681"/>
                  </a:lnTo>
                  <a:lnTo>
                    <a:pt x="309623" y="109243"/>
                  </a:lnTo>
                  <a:lnTo>
                    <a:pt x="310939" y="110088"/>
                  </a:lnTo>
                  <a:lnTo>
                    <a:pt x="313618" y="113398"/>
                  </a:lnTo>
                  <a:lnTo>
                    <a:pt x="315071" y="114052"/>
                  </a:lnTo>
                  <a:lnTo>
                    <a:pt x="319202" y="115003"/>
                  </a:lnTo>
                  <a:lnTo>
                    <a:pt x="322193" y="115536"/>
                  </a:lnTo>
                  <a:lnTo>
                    <a:pt x="323425" y="115840"/>
                  </a:lnTo>
                  <a:lnTo>
                    <a:pt x="326134" y="116723"/>
                  </a:lnTo>
                  <a:lnTo>
                    <a:pt x="329078" y="118229"/>
                  </a:lnTo>
                  <a:lnTo>
                    <a:pt x="330638" y="119591"/>
                  </a:lnTo>
                  <a:lnTo>
                    <a:pt x="330638" y="120017"/>
                  </a:lnTo>
                  <a:lnTo>
                    <a:pt x="330623" y="121204"/>
                  </a:lnTo>
                  <a:lnTo>
                    <a:pt x="330600" y="124757"/>
                  </a:lnTo>
                  <a:lnTo>
                    <a:pt x="331140" y="126713"/>
                  </a:lnTo>
                  <a:lnTo>
                    <a:pt x="331756" y="128128"/>
                  </a:lnTo>
                  <a:lnTo>
                    <a:pt x="331726" y="128988"/>
                  </a:lnTo>
                  <a:lnTo>
                    <a:pt x="330980" y="129597"/>
                  </a:lnTo>
                  <a:lnTo>
                    <a:pt x="330402" y="130350"/>
                  </a:lnTo>
                  <a:lnTo>
                    <a:pt x="330082" y="131339"/>
                  </a:lnTo>
                  <a:lnTo>
                    <a:pt x="329238" y="132594"/>
                  </a:lnTo>
                  <a:lnTo>
                    <a:pt x="328561" y="133994"/>
                  </a:lnTo>
                  <a:lnTo>
                    <a:pt x="328850" y="135044"/>
                  </a:lnTo>
                  <a:lnTo>
                    <a:pt x="330014" y="135729"/>
                  </a:lnTo>
                  <a:lnTo>
                    <a:pt x="331756" y="137060"/>
                  </a:lnTo>
                  <a:lnTo>
                    <a:pt x="333202" y="137623"/>
                  </a:lnTo>
                  <a:lnTo>
                    <a:pt x="333910" y="137662"/>
                  </a:lnTo>
                  <a:lnTo>
                    <a:pt x="334853" y="137623"/>
                  </a:lnTo>
                  <a:lnTo>
                    <a:pt x="335667" y="137448"/>
                  </a:lnTo>
                  <a:lnTo>
                    <a:pt x="340887" y="136429"/>
                  </a:lnTo>
                  <a:lnTo>
                    <a:pt x="345726" y="13547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68" name="Freeform: Shape 2267">
              <a:extLst>
                <a:ext uri="{FF2B5EF4-FFF2-40B4-BE49-F238E27FC236}">
                  <a16:creationId xmlns:a16="http://schemas.microsoft.com/office/drawing/2014/main" id="{A3856F6D-B906-561E-552E-81DCD39478FE}"/>
                </a:ext>
              </a:extLst>
            </p:cNvPr>
            <p:cNvSpPr/>
            <p:nvPr/>
          </p:nvSpPr>
          <p:spPr>
            <a:xfrm>
              <a:off x="11997023" y="4519922"/>
              <a:ext cx="1476" cy="1156"/>
            </a:xfrm>
            <a:custGeom>
              <a:avLst/>
              <a:gdLst>
                <a:gd name="csX0" fmla="*/ 0 w 1476"/>
                <a:gd name="csY0" fmla="*/ 1157 h 1156"/>
                <a:gd name="csX1" fmla="*/ 46 w 1476"/>
                <a:gd name="csY1" fmla="*/ 654 h 1156"/>
                <a:gd name="csX2" fmla="*/ 327 w 1476"/>
                <a:gd name="csY2" fmla="*/ 99 h 1156"/>
                <a:gd name="csX3" fmla="*/ 1027 w 1476"/>
                <a:gd name="csY3" fmla="*/ 0 h 1156"/>
                <a:gd name="csX4" fmla="*/ 1476 w 1476"/>
                <a:gd name="csY4" fmla="*/ 533 h 1156"/>
                <a:gd name="csX5" fmla="*/ 1415 w 1476"/>
                <a:gd name="csY5" fmla="*/ 555 h 1156"/>
                <a:gd name="csX6" fmla="*/ 418 w 1476"/>
                <a:gd name="csY6" fmla="*/ 1012 h 1156"/>
                <a:gd name="csX7" fmla="*/ 107 w 1476"/>
                <a:gd name="csY7" fmla="*/ 1103 h 1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76" h="1156">
                  <a:moveTo>
                    <a:pt x="0" y="1157"/>
                  </a:moveTo>
                  <a:lnTo>
                    <a:pt x="46" y="654"/>
                  </a:lnTo>
                  <a:lnTo>
                    <a:pt x="327" y="99"/>
                  </a:lnTo>
                  <a:lnTo>
                    <a:pt x="1027" y="0"/>
                  </a:lnTo>
                  <a:lnTo>
                    <a:pt x="1476" y="533"/>
                  </a:lnTo>
                  <a:lnTo>
                    <a:pt x="1415" y="555"/>
                  </a:lnTo>
                  <a:lnTo>
                    <a:pt x="418" y="1012"/>
                  </a:lnTo>
                  <a:lnTo>
                    <a:pt x="107" y="1103"/>
                  </a:lnTo>
                  <a:close/>
                </a:path>
              </a:pathLst>
            </a:custGeom>
            <a:solidFill>
              <a:srgbClr val="2562E8"/>
            </a:solidFill>
            <a:ln w="6168" cap="flat">
              <a:solidFill>
                <a:srgbClr val="2562E8"/>
              </a:solidFill>
              <a:prstDash val="solid"/>
              <a:miter/>
            </a:ln>
          </p:spPr>
          <p:txBody>
            <a:bodyPr/>
            <a:lstStyle/>
            <a:p>
              <a:endParaRPr lang="en-US"/>
            </a:p>
          </p:txBody>
        </p:sp>
        <p:sp>
          <p:nvSpPr>
            <p:cNvPr id="2269" name="Freeform: Shape 2268">
              <a:extLst>
                <a:ext uri="{FF2B5EF4-FFF2-40B4-BE49-F238E27FC236}">
                  <a16:creationId xmlns:a16="http://schemas.microsoft.com/office/drawing/2014/main" id="{AEE95099-CFF5-9920-DA33-6E5F9480701D}"/>
                </a:ext>
              </a:extLst>
            </p:cNvPr>
            <p:cNvSpPr/>
            <p:nvPr/>
          </p:nvSpPr>
          <p:spPr>
            <a:xfrm>
              <a:off x="11542229" y="4372400"/>
              <a:ext cx="191462" cy="421331"/>
            </a:xfrm>
            <a:custGeom>
              <a:avLst/>
              <a:gdLst>
                <a:gd name="csX0" fmla="*/ 191295 w 191462"/>
                <a:gd name="csY0" fmla="*/ 163044 h 421331"/>
                <a:gd name="csX1" fmla="*/ 190039 w 191462"/>
                <a:gd name="csY1" fmla="*/ 165296 h 421331"/>
                <a:gd name="csX2" fmla="*/ 186775 w 191462"/>
                <a:gd name="csY2" fmla="*/ 167632 h 421331"/>
                <a:gd name="csX3" fmla="*/ 184470 w 191462"/>
                <a:gd name="csY3" fmla="*/ 168819 h 421331"/>
                <a:gd name="csX4" fmla="*/ 183123 w 191462"/>
                <a:gd name="csY4" fmla="*/ 168849 h 421331"/>
                <a:gd name="csX5" fmla="*/ 181982 w 191462"/>
                <a:gd name="csY5" fmla="*/ 170249 h 421331"/>
                <a:gd name="csX6" fmla="*/ 181046 w 191462"/>
                <a:gd name="csY6" fmla="*/ 173003 h 421331"/>
                <a:gd name="csX7" fmla="*/ 180072 w 191462"/>
                <a:gd name="csY7" fmla="*/ 174616 h 421331"/>
                <a:gd name="csX8" fmla="*/ 179067 w 191462"/>
                <a:gd name="csY8" fmla="*/ 175096 h 421331"/>
                <a:gd name="csX9" fmla="*/ 178421 w 191462"/>
                <a:gd name="csY9" fmla="*/ 176138 h 421331"/>
                <a:gd name="csX10" fmla="*/ 178116 w 191462"/>
                <a:gd name="csY10" fmla="*/ 177736 h 421331"/>
                <a:gd name="csX11" fmla="*/ 178695 w 191462"/>
                <a:gd name="csY11" fmla="*/ 178588 h 421331"/>
                <a:gd name="csX12" fmla="*/ 180156 w 191462"/>
                <a:gd name="csY12" fmla="*/ 178702 h 421331"/>
                <a:gd name="csX13" fmla="*/ 180270 w 191462"/>
                <a:gd name="csY13" fmla="*/ 179151 h 421331"/>
                <a:gd name="csX14" fmla="*/ 179037 w 191462"/>
                <a:gd name="csY14" fmla="*/ 179935 h 421331"/>
                <a:gd name="csX15" fmla="*/ 177500 w 191462"/>
                <a:gd name="csY15" fmla="*/ 180209 h 421331"/>
                <a:gd name="csX16" fmla="*/ 175674 w 191462"/>
                <a:gd name="csY16" fmla="*/ 179973 h 421331"/>
                <a:gd name="csX17" fmla="*/ 173932 w 191462"/>
                <a:gd name="csY17" fmla="*/ 180604 h 421331"/>
                <a:gd name="csX18" fmla="*/ 172288 w 191462"/>
                <a:gd name="csY18" fmla="*/ 182088 h 421331"/>
                <a:gd name="csX19" fmla="*/ 170889 w 191462"/>
                <a:gd name="csY19" fmla="*/ 185291 h 421331"/>
                <a:gd name="csX20" fmla="*/ 169732 w 191462"/>
                <a:gd name="csY20" fmla="*/ 190206 h 421331"/>
                <a:gd name="csX21" fmla="*/ 169580 w 191462"/>
                <a:gd name="csY21" fmla="*/ 191469 h 421331"/>
                <a:gd name="csX22" fmla="*/ 167038 w 191462"/>
                <a:gd name="csY22" fmla="*/ 190039 h 421331"/>
                <a:gd name="csX23" fmla="*/ 165981 w 191462"/>
                <a:gd name="csY23" fmla="*/ 189232 h 421331"/>
                <a:gd name="csX24" fmla="*/ 164619 w 191462"/>
                <a:gd name="csY24" fmla="*/ 189027 h 421331"/>
                <a:gd name="csX25" fmla="*/ 163219 w 191462"/>
                <a:gd name="csY25" fmla="*/ 189932 h 421331"/>
                <a:gd name="csX26" fmla="*/ 162108 w 191462"/>
                <a:gd name="csY26" fmla="*/ 190914 h 421331"/>
                <a:gd name="csX27" fmla="*/ 160974 w 191462"/>
                <a:gd name="csY27" fmla="*/ 191271 h 421331"/>
                <a:gd name="csX28" fmla="*/ 159232 w 191462"/>
                <a:gd name="csY28" fmla="*/ 191386 h 421331"/>
                <a:gd name="csX29" fmla="*/ 156949 w 191462"/>
                <a:gd name="csY29" fmla="*/ 190876 h 421331"/>
                <a:gd name="csX30" fmla="*/ 155397 w 191462"/>
                <a:gd name="csY30" fmla="*/ 190419 h 421331"/>
                <a:gd name="csX31" fmla="*/ 155162 w 191462"/>
                <a:gd name="csY31" fmla="*/ 190670 h 421331"/>
                <a:gd name="csX32" fmla="*/ 156006 w 191462"/>
                <a:gd name="csY32" fmla="*/ 192740 h 421331"/>
                <a:gd name="csX33" fmla="*/ 156303 w 191462"/>
                <a:gd name="csY33" fmla="*/ 194391 h 421331"/>
                <a:gd name="csX34" fmla="*/ 155968 w 191462"/>
                <a:gd name="csY34" fmla="*/ 195251 h 421331"/>
                <a:gd name="csX35" fmla="*/ 155230 w 191462"/>
                <a:gd name="csY35" fmla="*/ 195966 h 421331"/>
                <a:gd name="csX36" fmla="*/ 154119 w 191462"/>
                <a:gd name="csY36" fmla="*/ 196529 h 421331"/>
                <a:gd name="csX37" fmla="*/ 152810 w 191462"/>
                <a:gd name="csY37" fmla="*/ 196856 h 421331"/>
                <a:gd name="csX38" fmla="*/ 151654 w 191462"/>
                <a:gd name="csY38" fmla="*/ 196826 h 421331"/>
                <a:gd name="csX39" fmla="*/ 149805 w 191462"/>
                <a:gd name="csY39" fmla="*/ 196042 h 421331"/>
                <a:gd name="csX40" fmla="*/ 148390 w 191462"/>
                <a:gd name="csY40" fmla="*/ 196012 h 421331"/>
                <a:gd name="csX41" fmla="*/ 147180 w 191462"/>
                <a:gd name="csY41" fmla="*/ 196400 h 421331"/>
                <a:gd name="csX42" fmla="*/ 146442 w 191462"/>
                <a:gd name="csY42" fmla="*/ 196978 h 421331"/>
                <a:gd name="csX43" fmla="*/ 146031 w 191462"/>
                <a:gd name="csY43" fmla="*/ 197701 h 421331"/>
                <a:gd name="csX44" fmla="*/ 145316 w 191462"/>
                <a:gd name="csY44" fmla="*/ 201779 h 421331"/>
                <a:gd name="csX45" fmla="*/ 144692 w 191462"/>
                <a:gd name="csY45" fmla="*/ 203049 h 421331"/>
                <a:gd name="csX46" fmla="*/ 143817 w 191462"/>
                <a:gd name="csY46" fmla="*/ 203772 h 421331"/>
                <a:gd name="csX47" fmla="*/ 142942 w 191462"/>
                <a:gd name="csY47" fmla="*/ 203848 h 421331"/>
                <a:gd name="csX48" fmla="*/ 141740 w 191462"/>
                <a:gd name="csY48" fmla="*/ 203651 h 421331"/>
                <a:gd name="csX49" fmla="*/ 140485 w 191462"/>
                <a:gd name="csY49" fmla="*/ 203818 h 421331"/>
                <a:gd name="csX50" fmla="*/ 134786 w 191462"/>
                <a:gd name="csY50" fmla="*/ 205393 h 421331"/>
                <a:gd name="csX51" fmla="*/ 133957 w 191462"/>
                <a:gd name="csY51" fmla="*/ 205545 h 421331"/>
                <a:gd name="csX52" fmla="*/ 132176 w 191462"/>
                <a:gd name="csY52" fmla="*/ 205667 h 421331"/>
                <a:gd name="csX53" fmla="*/ 130517 w 191462"/>
                <a:gd name="csY53" fmla="*/ 205713 h 421331"/>
                <a:gd name="csX54" fmla="*/ 129353 w 191462"/>
                <a:gd name="csY54" fmla="*/ 205636 h 421331"/>
                <a:gd name="csX55" fmla="*/ 126622 w 191462"/>
                <a:gd name="csY55" fmla="*/ 204023 h 421331"/>
                <a:gd name="csX56" fmla="*/ 125298 w 191462"/>
                <a:gd name="csY56" fmla="*/ 203856 h 421331"/>
                <a:gd name="csX57" fmla="*/ 124568 w 191462"/>
                <a:gd name="csY57" fmla="*/ 204313 h 421331"/>
                <a:gd name="csX58" fmla="*/ 124066 w 191462"/>
                <a:gd name="csY58" fmla="*/ 206473 h 421331"/>
                <a:gd name="csX59" fmla="*/ 122468 w 191462"/>
                <a:gd name="csY59" fmla="*/ 207851 h 421331"/>
                <a:gd name="csX60" fmla="*/ 120337 w 191462"/>
                <a:gd name="csY60" fmla="*/ 210841 h 421331"/>
                <a:gd name="csX61" fmla="*/ 119850 w 191462"/>
                <a:gd name="csY61" fmla="*/ 215208 h 421331"/>
                <a:gd name="csX62" fmla="*/ 120063 w 191462"/>
                <a:gd name="csY62" fmla="*/ 218251 h 421331"/>
                <a:gd name="csX63" fmla="*/ 118153 w 191462"/>
                <a:gd name="csY63" fmla="*/ 221264 h 421331"/>
                <a:gd name="csX64" fmla="*/ 117978 w 191462"/>
                <a:gd name="csY64" fmla="*/ 222718 h 421331"/>
                <a:gd name="csX65" fmla="*/ 119006 w 191462"/>
                <a:gd name="csY65" fmla="*/ 229687 h 421331"/>
                <a:gd name="csX66" fmla="*/ 118838 w 191462"/>
                <a:gd name="csY66" fmla="*/ 230418 h 421331"/>
                <a:gd name="csX67" fmla="*/ 118443 w 191462"/>
                <a:gd name="csY67" fmla="*/ 230775 h 421331"/>
                <a:gd name="csX68" fmla="*/ 117248 w 191462"/>
                <a:gd name="csY68" fmla="*/ 231018 h 421331"/>
                <a:gd name="csX69" fmla="*/ 115232 w 191462"/>
                <a:gd name="csY69" fmla="*/ 231749 h 421331"/>
                <a:gd name="csX70" fmla="*/ 113900 w 191462"/>
                <a:gd name="csY70" fmla="*/ 232441 h 421331"/>
                <a:gd name="csX71" fmla="*/ 113261 w 191462"/>
                <a:gd name="csY71" fmla="*/ 232518 h 421331"/>
                <a:gd name="csX72" fmla="*/ 111382 w 191462"/>
                <a:gd name="csY72" fmla="*/ 232000 h 421331"/>
                <a:gd name="csX73" fmla="*/ 110895 w 191462"/>
                <a:gd name="csY73" fmla="*/ 231993 h 421331"/>
                <a:gd name="csX74" fmla="*/ 111039 w 191462"/>
                <a:gd name="csY74" fmla="*/ 232525 h 421331"/>
                <a:gd name="csX75" fmla="*/ 112538 w 191462"/>
                <a:gd name="csY75" fmla="*/ 235538 h 421331"/>
                <a:gd name="csX76" fmla="*/ 114090 w 191462"/>
                <a:gd name="csY76" fmla="*/ 236968 h 421331"/>
                <a:gd name="csX77" fmla="*/ 115711 w 191462"/>
                <a:gd name="csY77" fmla="*/ 236809 h 421331"/>
                <a:gd name="csX78" fmla="*/ 116411 w 191462"/>
                <a:gd name="csY78" fmla="*/ 237090 h 421331"/>
                <a:gd name="csX79" fmla="*/ 116206 w 191462"/>
                <a:gd name="csY79" fmla="*/ 237813 h 421331"/>
                <a:gd name="csX80" fmla="*/ 116829 w 191462"/>
                <a:gd name="csY80" fmla="*/ 239700 h 421331"/>
                <a:gd name="csX81" fmla="*/ 118275 w 191462"/>
                <a:gd name="csY81" fmla="*/ 242743 h 421331"/>
                <a:gd name="csX82" fmla="*/ 118717 w 191462"/>
                <a:gd name="csY82" fmla="*/ 245026 h 421331"/>
                <a:gd name="csX83" fmla="*/ 117834 w 191462"/>
                <a:gd name="csY83" fmla="*/ 247293 h 421331"/>
                <a:gd name="csX84" fmla="*/ 117994 w 191462"/>
                <a:gd name="csY84" fmla="*/ 248107 h 421331"/>
                <a:gd name="csX85" fmla="*/ 118473 w 191462"/>
                <a:gd name="csY85" fmla="*/ 248587 h 421331"/>
                <a:gd name="csX86" fmla="*/ 119842 w 191462"/>
                <a:gd name="csY86" fmla="*/ 250694 h 421331"/>
                <a:gd name="csX87" fmla="*/ 122756 w 191462"/>
                <a:gd name="csY87" fmla="*/ 253989 h 421331"/>
                <a:gd name="csX88" fmla="*/ 125610 w 191462"/>
                <a:gd name="csY88" fmla="*/ 257550 h 421331"/>
                <a:gd name="csX89" fmla="*/ 127992 w 191462"/>
                <a:gd name="csY89" fmla="*/ 260517 h 421331"/>
                <a:gd name="csX90" fmla="*/ 129734 w 191462"/>
                <a:gd name="csY90" fmla="*/ 262571 h 421331"/>
                <a:gd name="csX91" fmla="*/ 133629 w 191462"/>
                <a:gd name="csY91" fmla="*/ 266383 h 421331"/>
                <a:gd name="csX92" fmla="*/ 134322 w 191462"/>
                <a:gd name="csY92" fmla="*/ 268171 h 421331"/>
                <a:gd name="csX93" fmla="*/ 134474 w 191462"/>
                <a:gd name="csY93" fmla="*/ 271778 h 421331"/>
                <a:gd name="csX94" fmla="*/ 135432 w 191462"/>
                <a:gd name="csY94" fmla="*/ 273862 h 421331"/>
                <a:gd name="csX95" fmla="*/ 136323 w 191462"/>
                <a:gd name="csY95" fmla="*/ 275354 h 421331"/>
                <a:gd name="csX96" fmla="*/ 136939 w 191462"/>
                <a:gd name="csY96" fmla="*/ 276601 h 421331"/>
                <a:gd name="csX97" fmla="*/ 138369 w 191462"/>
                <a:gd name="csY97" fmla="*/ 280680 h 421331"/>
                <a:gd name="csX98" fmla="*/ 138978 w 191462"/>
                <a:gd name="csY98" fmla="*/ 281227 h 421331"/>
                <a:gd name="csX99" fmla="*/ 142098 w 191462"/>
                <a:gd name="csY99" fmla="*/ 278747 h 421331"/>
                <a:gd name="csX100" fmla="*/ 142820 w 191462"/>
                <a:gd name="csY100" fmla="*/ 279264 h 421331"/>
                <a:gd name="csX101" fmla="*/ 143231 w 191462"/>
                <a:gd name="csY101" fmla="*/ 280200 h 421331"/>
                <a:gd name="csX102" fmla="*/ 143231 w 191462"/>
                <a:gd name="csY102" fmla="*/ 281387 h 421331"/>
                <a:gd name="csX103" fmla="*/ 142744 w 191462"/>
                <a:gd name="csY103" fmla="*/ 282734 h 421331"/>
                <a:gd name="csX104" fmla="*/ 141732 w 191462"/>
                <a:gd name="csY104" fmla="*/ 283982 h 421331"/>
                <a:gd name="csX105" fmla="*/ 136909 w 191462"/>
                <a:gd name="csY105" fmla="*/ 286858 h 421331"/>
                <a:gd name="csX106" fmla="*/ 136513 w 191462"/>
                <a:gd name="csY106" fmla="*/ 289331 h 421331"/>
                <a:gd name="csX107" fmla="*/ 136178 w 191462"/>
                <a:gd name="csY107" fmla="*/ 293082 h 421331"/>
                <a:gd name="csX108" fmla="*/ 136095 w 191462"/>
                <a:gd name="csY108" fmla="*/ 297685 h 421331"/>
                <a:gd name="csX109" fmla="*/ 136331 w 191462"/>
                <a:gd name="csY109" fmla="*/ 301124 h 421331"/>
                <a:gd name="csX110" fmla="*/ 136155 w 191462"/>
                <a:gd name="csY110" fmla="*/ 301915 h 421331"/>
                <a:gd name="csX111" fmla="*/ 135729 w 191462"/>
                <a:gd name="csY111" fmla="*/ 302288 h 421331"/>
                <a:gd name="csX112" fmla="*/ 133911 w 191462"/>
                <a:gd name="csY112" fmla="*/ 302136 h 421331"/>
                <a:gd name="csX113" fmla="*/ 131293 w 191462"/>
                <a:gd name="csY113" fmla="*/ 303871 h 421331"/>
                <a:gd name="csX114" fmla="*/ 130365 w 191462"/>
                <a:gd name="csY114" fmla="*/ 304023 h 421331"/>
                <a:gd name="csX115" fmla="*/ 129216 w 191462"/>
                <a:gd name="csY115" fmla="*/ 304685 h 421331"/>
                <a:gd name="csX116" fmla="*/ 128341 w 191462"/>
                <a:gd name="csY116" fmla="*/ 305506 h 421331"/>
                <a:gd name="csX117" fmla="*/ 128060 w 191462"/>
                <a:gd name="csY117" fmla="*/ 306754 h 421331"/>
                <a:gd name="csX118" fmla="*/ 128577 w 191462"/>
                <a:gd name="csY118" fmla="*/ 310528 h 421331"/>
                <a:gd name="csX119" fmla="*/ 129513 w 191462"/>
                <a:gd name="csY119" fmla="*/ 314066 h 421331"/>
                <a:gd name="csX120" fmla="*/ 131347 w 191462"/>
                <a:gd name="csY120" fmla="*/ 316661 h 421331"/>
                <a:gd name="csX121" fmla="*/ 132800 w 191462"/>
                <a:gd name="csY121" fmla="*/ 318715 h 421331"/>
                <a:gd name="csX122" fmla="*/ 134832 w 191462"/>
                <a:gd name="csY122" fmla="*/ 321568 h 421331"/>
                <a:gd name="csX123" fmla="*/ 136429 w 191462"/>
                <a:gd name="csY123" fmla="*/ 324048 h 421331"/>
                <a:gd name="csX124" fmla="*/ 139663 w 191462"/>
                <a:gd name="csY124" fmla="*/ 326765 h 421331"/>
                <a:gd name="csX125" fmla="*/ 144198 w 191462"/>
                <a:gd name="csY125" fmla="*/ 330828 h 421331"/>
                <a:gd name="csX126" fmla="*/ 145932 w 191462"/>
                <a:gd name="csY126" fmla="*/ 333072 h 421331"/>
                <a:gd name="csX127" fmla="*/ 147462 w 191462"/>
                <a:gd name="csY127" fmla="*/ 335788 h 421331"/>
                <a:gd name="csX128" fmla="*/ 148542 w 191462"/>
                <a:gd name="csY128" fmla="*/ 338109 h 421331"/>
                <a:gd name="csX129" fmla="*/ 148953 w 191462"/>
                <a:gd name="csY129" fmla="*/ 341183 h 421331"/>
                <a:gd name="csX130" fmla="*/ 149288 w 191462"/>
                <a:gd name="csY130" fmla="*/ 342902 h 421331"/>
                <a:gd name="csX131" fmla="*/ 149386 w 191462"/>
                <a:gd name="csY131" fmla="*/ 348654 h 421331"/>
                <a:gd name="csX132" fmla="*/ 148557 w 191462"/>
                <a:gd name="csY132" fmla="*/ 349963 h 421331"/>
                <a:gd name="csX133" fmla="*/ 147918 w 191462"/>
                <a:gd name="csY133" fmla="*/ 351477 h 421331"/>
                <a:gd name="csX134" fmla="*/ 148276 w 191462"/>
                <a:gd name="csY134" fmla="*/ 353060 h 421331"/>
                <a:gd name="csX135" fmla="*/ 149333 w 191462"/>
                <a:gd name="csY135" fmla="*/ 354574 h 421331"/>
                <a:gd name="csX136" fmla="*/ 149333 w 191462"/>
                <a:gd name="csY136" fmla="*/ 356301 h 421331"/>
                <a:gd name="csX137" fmla="*/ 150323 w 191462"/>
                <a:gd name="csY137" fmla="*/ 359398 h 421331"/>
                <a:gd name="csX138" fmla="*/ 151981 w 191462"/>
                <a:gd name="csY138" fmla="*/ 361292 h 421331"/>
                <a:gd name="csX139" fmla="*/ 153579 w 191462"/>
                <a:gd name="csY139" fmla="*/ 362563 h 421331"/>
                <a:gd name="csX140" fmla="*/ 154287 w 191462"/>
                <a:gd name="csY140" fmla="*/ 363567 h 421331"/>
                <a:gd name="csX141" fmla="*/ 154058 w 191462"/>
                <a:gd name="csY141" fmla="*/ 365180 h 421331"/>
                <a:gd name="csX142" fmla="*/ 154530 w 191462"/>
                <a:gd name="csY142" fmla="*/ 366892 h 421331"/>
                <a:gd name="csX143" fmla="*/ 154880 w 191462"/>
                <a:gd name="csY143" fmla="*/ 368756 h 421331"/>
                <a:gd name="csX144" fmla="*/ 155527 w 191462"/>
                <a:gd name="csY144" fmla="*/ 371336 h 421331"/>
                <a:gd name="csX145" fmla="*/ 156812 w 191462"/>
                <a:gd name="csY145" fmla="*/ 373519 h 421331"/>
                <a:gd name="csX146" fmla="*/ 158768 w 191462"/>
                <a:gd name="csY146" fmla="*/ 380207 h 421331"/>
                <a:gd name="csX147" fmla="*/ 158723 w 191462"/>
                <a:gd name="csY147" fmla="*/ 380892 h 421331"/>
                <a:gd name="csX148" fmla="*/ 157878 w 191462"/>
                <a:gd name="csY148" fmla="*/ 382246 h 421331"/>
                <a:gd name="csX149" fmla="*/ 156645 w 191462"/>
                <a:gd name="csY149" fmla="*/ 383471 h 421331"/>
                <a:gd name="csX150" fmla="*/ 155854 w 191462"/>
                <a:gd name="csY150" fmla="*/ 383867 h 421331"/>
                <a:gd name="csX151" fmla="*/ 155101 w 191462"/>
                <a:gd name="csY151" fmla="*/ 385130 h 421331"/>
                <a:gd name="csX152" fmla="*/ 153313 w 191462"/>
                <a:gd name="csY152" fmla="*/ 388698 h 421331"/>
                <a:gd name="csX153" fmla="*/ 149706 w 191462"/>
                <a:gd name="csY153" fmla="*/ 394846 h 421331"/>
                <a:gd name="csX154" fmla="*/ 146191 w 191462"/>
                <a:gd name="csY154" fmla="*/ 398848 h 421331"/>
                <a:gd name="csX155" fmla="*/ 143231 w 191462"/>
                <a:gd name="csY155" fmla="*/ 401694 h 421331"/>
                <a:gd name="csX156" fmla="*/ 141093 w 191462"/>
                <a:gd name="csY156" fmla="*/ 403421 h 421331"/>
                <a:gd name="csX157" fmla="*/ 140462 w 191462"/>
                <a:gd name="csY157" fmla="*/ 404448 h 421331"/>
                <a:gd name="csX158" fmla="*/ 140462 w 191462"/>
                <a:gd name="csY158" fmla="*/ 405255 h 421331"/>
                <a:gd name="csX159" fmla="*/ 140850 w 191462"/>
                <a:gd name="csY159" fmla="*/ 406685 h 421331"/>
                <a:gd name="csX160" fmla="*/ 140698 w 191462"/>
                <a:gd name="csY160" fmla="*/ 409409 h 421331"/>
                <a:gd name="csX161" fmla="*/ 140241 w 191462"/>
                <a:gd name="csY161" fmla="*/ 411136 h 421331"/>
                <a:gd name="csX162" fmla="*/ 139632 w 191462"/>
                <a:gd name="csY162" fmla="*/ 412962 h 421331"/>
                <a:gd name="csX163" fmla="*/ 139290 w 191462"/>
                <a:gd name="csY163" fmla="*/ 414590 h 421331"/>
                <a:gd name="csX164" fmla="*/ 138339 w 191462"/>
                <a:gd name="csY164" fmla="*/ 414834 h 421331"/>
                <a:gd name="csX165" fmla="*/ 136300 w 191462"/>
                <a:gd name="csY165" fmla="*/ 417938 h 421331"/>
                <a:gd name="csX166" fmla="*/ 135417 w 191462"/>
                <a:gd name="csY166" fmla="*/ 416378 h 421331"/>
                <a:gd name="csX167" fmla="*/ 134900 w 191462"/>
                <a:gd name="csY167" fmla="*/ 414758 h 421331"/>
                <a:gd name="csX168" fmla="*/ 135455 w 191462"/>
                <a:gd name="csY168" fmla="*/ 411083 h 421331"/>
                <a:gd name="csX169" fmla="*/ 134215 w 191462"/>
                <a:gd name="csY169" fmla="*/ 404121 h 421331"/>
                <a:gd name="csX170" fmla="*/ 134991 w 191462"/>
                <a:gd name="csY170" fmla="*/ 403193 h 421331"/>
                <a:gd name="csX171" fmla="*/ 135729 w 191462"/>
                <a:gd name="csY171" fmla="*/ 402721 h 421331"/>
                <a:gd name="csX172" fmla="*/ 137084 w 191462"/>
                <a:gd name="csY172" fmla="*/ 400050 h 421331"/>
                <a:gd name="csX173" fmla="*/ 138719 w 191462"/>
                <a:gd name="csY173" fmla="*/ 397403 h 421331"/>
                <a:gd name="csX174" fmla="*/ 138879 w 191462"/>
                <a:gd name="csY174" fmla="*/ 394237 h 421331"/>
                <a:gd name="csX175" fmla="*/ 140203 w 191462"/>
                <a:gd name="csY175" fmla="*/ 391917 h 421331"/>
                <a:gd name="csX176" fmla="*/ 139891 w 191462"/>
                <a:gd name="csY176" fmla="*/ 389976 h 421331"/>
                <a:gd name="csX177" fmla="*/ 139960 w 191462"/>
                <a:gd name="csY177" fmla="*/ 387702 h 421331"/>
                <a:gd name="csX178" fmla="*/ 140241 w 191462"/>
                <a:gd name="csY178" fmla="*/ 385838 h 421331"/>
                <a:gd name="csX179" fmla="*/ 140135 w 191462"/>
                <a:gd name="csY179" fmla="*/ 384308 h 421331"/>
                <a:gd name="csX180" fmla="*/ 141185 w 191462"/>
                <a:gd name="csY180" fmla="*/ 382726 h 421331"/>
                <a:gd name="csX181" fmla="*/ 143003 w 191462"/>
                <a:gd name="csY181" fmla="*/ 381539 h 421331"/>
                <a:gd name="csX182" fmla="*/ 142242 w 191462"/>
                <a:gd name="csY182" fmla="*/ 381113 h 421331"/>
                <a:gd name="csX183" fmla="*/ 141481 w 191462"/>
                <a:gd name="csY183" fmla="*/ 380245 h 421331"/>
                <a:gd name="csX184" fmla="*/ 139100 w 191462"/>
                <a:gd name="csY184" fmla="*/ 381562 h 421331"/>
                <a:gd name="csX185" fmla="*/ 137883 w 191462"/>
                <a:gd name="csY185" fmla="*/ 381128 h 421331"/>
                <a:gd name="csX186" fmla="*/ 137639 w 191462"/>
                <a:gd name="csY186" fmla="*/ 379758 h 421331"/>
                <a:gd name="csX187" fmla="*/ 137943 w 191462"/>
                <a:gd name="csY187" fmla="*/ 378290 h 421331"/>
                <a:gd name="csX188" fmla="*/ 138065 w 191462"/>
                <a:gd name="csY188" fmla="*/ 377400 h 421331"/>
                <a:gd name="csX189" fmla="*/ 139016 w 191462"/>
                <a:gd name="csY189" fmla="*/ 376395 h 421331"/>
                <a:gd name="csX190" fmla="*/ 138948 w 191462"/>
                <a:gd name="csY190" fmla="*/ 374432 h 421331"/>
                <a:gd name="csX191" fmla="*/ 138468 w 191462"/>
                <a:gd name="csY191" fmla="*/ 372705 h 421331"/>
                <a:gd name="csX192" fmla="*/ 139161 w 191462"/>
                <a:gd name="csY192" fmla="*/ 370567 h 421331"/>
                <a:gd name="csX193" fmla="*/ 137753 w 191462"/>
                <a:gd name="csY193" fmla="*/ 370559 h 421331"/>
                <a:gd name="csX194" fmla="*/ 137107 w 191462"/>
                <a:gd name="csY194" fmla="*/ 370126 h 421331"/>
                <a:gd name="csX195" fmla="*/ 137510 w 191462"/>
                <a:gd name="csY195" fmla="*/ 368939 h 421331"/>
                <a:gd name="csX196" fmla="*/ 138788 w 191462"/>
                <a:gd name="csY196" fmla="*/ 367889 h 421331"/>
                <a:gd name="csX197" fmla="*/ 137624 w 191462"/>
                <a:gd name="csY197" fmla="*/ 365880 h 421331"/>
                <a:gd name="csX198" fmla="*/ 138483 w 191462"/>
                <a:gd name="csY198" fmla="*/ 363727 h 421331"/>
                <a:gd name="csX199" fmla="*/ 138453 w 191462"/>
                <a:gd name="csY199" fmla="*/ 361064 h 421331"/>
                <a:gd name="csX200" fmla="*/ 137867 w 191462"/>
                <a:gd name="csY200" fmla="*/ 358713 h 421331"/>
                <a:gd name="csX201" fmla="*/ 137898 w 191462"/>
                <a:gd name="csY201" fmla="*/ 357024 h 421331"/>
                <a:gd name="csX202" fmla="*/ 137000 w 191462"/>
                <a:gd name="csY202" fmla="*/ 354026 h 421331"/>
                <a:gd name="csX203" fmla="*/ 136589 w 191462"/>
                <a:gd name="csY203" fmla="*/ 350192 h 421331"/>
                <a:gd name="csX204" fmla="*/ 134695 w 191462"/>
                <a:gd name="csY204" fmla="*/ 347338 h 421331"/>
                <a:gd name="csX205" fmla="*/ 133287 w 191462"/>
                <a:gd name="csY205" fmla="*/ 343176 h 421331"/>
                <a:gd name="csX206" fmla="*/ 129528 w 191462"/>
                <a:gd name="csY206" fmla="*/ 337729 h 421331"/>
                <a:gd name="csX207" fmla="*/ 129597 w 191462"/>
                <a:gd name="csY207" fmla="*/ 335393 h 421331"/>
                <a:gd name="csX208" fmla="*/ 129399 w 191462"/>
                <a:gd name="csY208" fmla="*/ 333338 h 421331"/>
                <a:gd name="csX209" fmla="*/ 128577 w 191462"/>
                <a:gd name="csY209" fmla="*/ 332342 h 421331"/>
                <a:gd name="csX210" fmla="*/ 127489 w 191462"/>
                <a:gd name="csY210" fmla="*/ 339608 h 421331"/>
                <a:gd name="csX211" fmla="*/ 126660 w 191462"/>
                <a:gd name="csY211" fmla="*/ 338178 h 421331"/>
                <a:gd name="csX212" fmla="*/ 126394 w 191462"/>
                <a:gd name="csY212" fmla="*/ 334122 h 421331"/>
                <a:gd name="csX213" fmla="*/ 125853 w 191462"/>
                <a:gd name="csY213" fmla="*/ 332197 h 421331"/>
                <a:gd name="csX214" fmla="*/ 126439 w 191462"/>
                <a:gd name="csY214" fmla="*/ 328370 h 421331"/>
                <a:gd name="csX215" fmla="*/ 124263 w 191462"/>
                <a:gd name="csY215" fmla="*/ 324566 h 421331"/>
                <a:gd name="csX216" fmla="*/ 123799 w 191462"/>
                <a:gd name="csY216" fmla="*/ 321804 h 421331"/>
                <a:gd name="csX217" fmla="*/ 122369 w 191462"/>
                <a:gd name="csY217" fmla="*/ 317612 h 421331"/>
                <a:gd name="csX218" fmla="*/ 122787 w 191462"/>
                <a:gd name="csY218" fmla="*/ 316668 h 421331"/>
                <a:gd name="csX219" fmla="*/ 124697 w 191462"/>
                <a:gd name="csY219" fmla="*/ 317612 h 421331"/>
                <a:gd name="csX220" fmla="*/ 122939 w 191462"/>
                <a:gd name="csY220" fmla="*/ 315169 h 421331"/>
                <a:gd name="csX221" fmla="*/ 121509 w 191462"/>
                <a:gd name="csY221" fmla="*/ 315717 h 421331"/>
                <a:gd name="csX222" fmla="*/ 120291 w 191462"/>
                <a:gd name="csY222" fmla="*/ 313077 h 421331"/>
                <a:gd name="csX223" fmla="*/ 120025 w 191462"/>
                <a:gd name="csY223" fmla="*/ 305917 h 421331"/>
                <a:gd name="csX224" fmla="*/ 118830 w 191462"/>
                <a:gd name="csY224" fmla="*/ 303239 h 421331"/>
                <a:gd name="csX225" fmla="*/ 119485 w 191462"/>
                <a:gd name="csY225" fmla="*/ 300507 h 421331"/>
                <a:gd name="csX226" fmla="*/ 118123 w 191462"/>
                <a:gd name="csY226" fmla="*/ 290708 h 421331"/>
                <a:gd name="csX227" fmla="*/ 115430 w 191462"/>
                <a:gd name="csY227" fmla="*/ 287527 h 421331"/>
                <a:gd name="csX228" fmla="*/ 115962 w 191462"/>
                <a:gd name="csY228" fmla="*/ 284788 h 421331"/>
                <a:gd name="csX229" fmla="*/ 116632 w 191462"/>
                <a:gd name="csY229" fmla="*/ 282354 h 421331"/>
                <a:gd name="csX230" fmla="*/ 116480 w 191462"/>
                <a:gd name="csY230" fmla="*/ 277849 h 421331"/>
                <a:gd name="csX231" fmla="*/ 117141 w 191462"/>
                <a:gd name="csY231" fmla="*/ 276457 h 421331"/>
                <a:gd name="csX232" fmla="*/ 118450 w 191462"/>
                <a:gd name="csY232" fmla="*/ 275392 h 421331"/>
                <a:gd name="csX233" fmla="*/ 117225 w 191462"/>
                <a:gd name="csY233" fmla="*/ 275765 h 421331"/>
                <a:gd name="csX234" fmla="*/ 116183 w 191462"/>
                <a:gd name="csY234" fmla="*/ 276084 h 421331"/>
                <a:gd name="csX235" fmla="*/ 113740 w 191462"/>
                <a:gd name="csY235" fmla="*/ 276350 h 421331"/>
                <a:gd name="csX236" fmla="*/ 110979 w 191462"/>
                <a:gd name="csY236" fmla="*/ 276404 h 421331"/>
                <a:gd name="csX237" fmla="*/ 110020 w 191462"/>
                <a:gd name="csY237" fmla="*/ 273109 h 421331"/>
                <a:gd name="csX238" fmla="*/ 108665 w 191462"/>
                <a:gd name="csY238" fmla="*/ 271527 h 421331"/>
                <a:gd name="csX239" fmla="*/ 107478 w 191462"/>
                <a:gd name="csY239" fmla="*/ 268217 h 421331"/>
                <a:gd name="csX240" fmla="*/ 106763 w 191462"/>
                <a:gd name="csY240" fmla="*/ 264451 h 421331"/>
                <a:gd name="csX241" fmla="*/ 107228 w 191462"/>
                <a:gd name="csY241" fmla="*/ 263712 h 421331"/>
                <a:gd name="csX242" fmla="*/ 105097 w 191462"/>
                <a:gd name="csY242" fmla="*/ 262176 h 421331"/>
                <a:gd name="csX243" fmla="*/ 104550 w 191462"/>
                <a:gd name="csY243" fmla="*/ 261232 h 421331"/>
                <a:gd name="csX244" fmla="*/ 102320 w 191462"/>
                <a:gd name="csY244" fmla="*/ 258782 h 421331"/>
                <a:gd name="csX245" fmla="*/ 99786 w 191462"/>
                <a:gd name="csY245" fmla="*/ 256918 h 421331"/>
                <a:gd name="csX246" fmla="*/ 100350 w 191462"/>
                <a:gd name="csY246" fmla="*/ 258227 h 421331"/>
                <a:gd name="csX247" fmla="*/ 101034 w 191462"/>
                <a:gd name="csY247" fmla="*/ 259056 h 421331"/>
                <a:gd name="csX248" fmla="*/ 99771 w 191462"/>
                <a:gd name="csY248" fmla="*/ 261323 h 421331"/>
                <a:gd name="csX249" fmla="*/ 101004 w 191462"/>
                <a:gd name="csY249" fmla="*/ 265143 h 421331"/>
                <a:gd name="csX250" fmla="*/ 99923 w 191462"/>
                <a:gd name="csY250" fmla="*/ 267578 h 421331"/>
                <a:gd name="csX251" fmla="*/ 98911 w 191462"/>
                <a:gd name="csY251" fmla="*/ 270743 h 421331"/>
                <a:gd name="csX252" fmla="*/ 97945 w 191462"/>
                <a:gd name="csY252" fmla="*/ 272249 h 421331"/>
                <a:gd name="csX253" fmla="*/ 94894 w 191462"/>
                <a:gd name="csY253" fmla="*/ 275491 h 421331"/>
                <a:gd name="csX254" fmla="*/ 92421 w 191462"/>
                <a:gd name="csY254" fmla="*/ 276586 h 421331"/>
                <a:gd name="csX255" fmla="*/ 90808 w 191462"/>
                <a:gd name="csY255" fmla="*/ 276792 h 421331"/>
                <a:gd name="csX256" fmla="*/ 89378 w 191462"/>
                <a:gd name="csY256" fmla="*/ 276449 h 421331"/>
                <a:gd name="csX257" fmla="*/ 87628 w 191462"/>
                <a:gd name="csY257" fmla="*/ 274775 h 421331"/>
                <a:gd name="csX258" fmla="*/ 87202 w 191462"/>
                <a:gd name="csY258" fmla="*/ 273375 h 421331"/>
                <a:gd name="csX259" fmla="*/ 86920 w 191462"/>
                <a:gd name="csY259" fmla="*/ 271024 h 421331"/>
                <a:gd name="csX260" fmla="*/ 86304 w 191462"/>
                <a:gd name="csY260" fmla="*/ 270690 h 421331"/>
                <a:gd name="csX261" fmla="*/ 85642 w 191462"/>
                <a:gd name="csY261" fmla="*/ 270963 h 421331"/>
                <a:gd name="csX262" fmla="*/ 86677 w 191462"/>
                <a:gd name="csY262" fmla="*/ 273999 h 421331"/>
                <a:gd name="csX263" fmla="*/ 86662 w 191462"/>
                <a:gd name="csY263" fmla="*/ 275415 h 421331"/>
                <a:gd name="csX264" fmla="*/ 88526 w 191462"/>
                <a:gd name="csY264" fmla="*/ 278138 h 421331"/>
                <a:gd name="csX265" fmla="*/ 87864 w 191462"/>
                <a:gd name="csY265" fmla="*/ 278899 h 421331"/>
                <a:gd name="csX266" fmla="*/ 84486 w 191462"/>
                <a:gd name="csY266" fmla="*/ 280391 h 421331"/>
                <a:gd name="csX267" fmla="*/ 83337 w 191462"/>
                <a:gd name="csY267" fmla="*/ 280147 h 421331"/>
                <a:gd name="csX268" fmla="*/ 82523 w 191462"/>
                <a:gd name="csY268" fmla="*/ 280444 h 421331"/>
                <a:gd name="csX269" fmla="*/ 82302 w 191462"/>
                <a:gd name="csY269" fmla="*/ 281669 h 421331"/>
                <a:gd name="csX270" fmla="*/ 81876 w 191462"/>
                <a:gd name="csY270" fmla="*/ 282354 h 421331"/>
                <a:gd name="csX271" fmla="*/ 76558 w 191462"/>
                <a:gd name="csY271" fmla="*/ 284225 h 421331"/>
                <a:gd name="csX272" fmla="*/ 75447 w 191462"/>
                <a:gd name="csY272" fmla="*/ 286333 h 421331"/>
                <a:gd name="csX273" fmla="*/ 74762 w 191462"/>
                <a:gd name="csY273" fmla="*/ 288471 h 421331"/>
                <a:gd name="csX274" fmla="*/ 72114 w 191462"/>
                <a:gd name="csY274" fmla="*/ 291537 h 421331"/>
                <a:gd name="csX275" fmla="*/ 68569 w 191462"/>
                <a:gd name="csY275" fmla="*/ 294071 h 421331"/>
                <a:gd name="csX276" fmla="*/ 67693 w 191462"/>
                <a:gd name="csY276" fmla="*/ 293926 h 421331"/>
                <a:gd name="csX277" fmla="*/ 66689 w 191462"/>
                <a:gd name="csY277" fmla="*/ 293333 h 421331"/>
                <a:gd name="csX278" fmla="*/ 66826 w 191462"/>
                <a:gd name="csY278" fmla="*/ 290594 h 421331"/>
                <a:gd name="csX279" fmla="*/ 68043 w 191462"/>
                <a:gd name="csY279" fmla="*/ 288273 h 421331"/>
                <a:gd name="csX280" fmla="*/ 67656 w 191462"/>
                <a:gd name="csY280" fmla="*/ 285793 h 421331"/>
                <a:gd name="csX281" fmla="*/ 67359 w 191462"/>
                <a:gd name="csY281" fmla="*/ 287215 h 421331"/>
                <a:gd name="csX282" fmla="*/ 65068 w 191462"/>
                <a:gd name="csY282" fmla="*/ 290670 h 421331"/>
                <a:gd name="csX283" fmla="*/ 64026 w 191462"/>
                <a:gd name="csY283" fmla="*/ 291796 h 421331"/>
                <a:gd name="csX284" fmla="*/ 61926 w 191462"/>
                <a:gd name="csY284" fmla="*/ 291499 h 421331"/>
                <a:gd name="csX285" fmla="*/ 59020 w 191462"/>
                <a:gd name="csY285" fmla="*/ 291963 h 421331"/>
                <a:gd name="csX286" fmla="*/ 57924 w 191462"/>
                <a:gd name="csY286" fmla="*/ 288418 h 421331"/>
                <a:gd name="csX287" fmla="*/ 57947 w 191462"/>
                <a:gd name="csY287" fmla="*/ 287117 h 421331"/>
                <a:gd name="csX288" fmla="*/ 57734 w 191462"/>
                <a:gd name="csY288" fmla="*/ 286013 h 421331"/>
                <a:gd name="csX289" fmla="*/ 58069 w 191462"/>
                <a:gd name="csY289" fmla="*/ 284849 h 421331"/>
                <a:gd name="csX290" fmla="*/ 57962 w 191462"/>
                <a:gd name="csY290" fmla="*/ 283921 h 421331"/>
                <a:gd name="csX291" fmla="*/ 57262 w 191462"/>
                <a:gd name="csY291" fmla="*/ 285694 h 421331"/>
                <a:gd name="csX292" fmla="*/ 56996 w 191462"/>
                <a:gd name="csY292" fmla="*/ 287231 h 421331"/>
                <a:gd name="csX293" fmla="*/ 55931 w 191462"/>
                <a:gd name="csY293" fmla="*/ 288600 h 421331"/>
                <a:gd name="csX294" fmla="*/ 53017 w 191462"/>
                <a:gd name="csY294" fmla="*/ 290069 h 421331"/>
                <a:gd name="csX295" fmla="*/ 52895 w 191462"/>
                <a:gd name="csY295" fmla="*/ 288205 h 421331"/>
                <a:gd name="csX296" fmla="*/ 52796 w 191462"/>
                <a:gd name="csY296" fmla="*/ 286523 h 421331"/>
                <a:gd name="csX297" fmla="*/ 53420 w 191462"/>
                <a:gd name="csY297" fmla="*/ 285009 h 421331"/>
                <a:gd name="csX298" fmla="*/ 53328 w 191462"/>
                <a:gd name="csY298" fmla="*/ 282612 h 421331"/>
                <a:gd name="csX299" fmla="*/ 54257 w 191462"/>
                <a:gd name="csY299" fmla="*/ 279143 h 421331"/>
                <a:gd name="csX300" fmla="*/ 54180 w 191462"/>
                <a:gd name="csY300" fmla="*/ 277956 h 421331"/>
                <a:gd name="csX301" fmla="*/ 53899 w 191462"/>
                <a:gd name="csY301" fmla="*/ 276639 h 421331"/>
                <a:gd name="csX302" fmla="*/ 53382 w 191462"/>
                <a:gd name="csY302" fmla="*/ 278549 h 421331"/>
                <a:gd name="csX303" fmla="*/ 53085 w 191462"/>
                <a:gd name="csY303" fmla="*/ 280528 h 421331"/>
                <a:gd name="csX304" fmla="*/ 52499 w 191462"/>
                <a:gd name="csY304" fmla="*/ 281128 h 421331"/>
                <a:gd name="csX305" fmla="*/ 51426 w 191462"/>
                <a:gd name="csY305" fmla="*/ 281578 h 421331"/>
                <a:gd name="csX306" fmla="*/ 49463 w 191462"/>
                <a:gd name="csY306" fmla="*/ 283845 h 421331"/>
                <a:gd name="csX307" fmla="*/ 48314 w 191462"/>
                <a:gd name="csY307" fmla="*/ 285876 h 421331"/>
                <a:gd name="csX308" fmla="*/ 45271 w 191462"/>
                <a:gd name="csY308" fmla="*/ 287794 h 421331"/>
                <a:gd name="csX309" fmla="*/ 43666 w 191462"/>
                <a:gd name="csY309" fmla="*/ 287596 h 421331"/>
                <a:gd name="csX310" fmla="*/ 43460 w 191462"/>
                <a:gd name="csY310" fmla="*/ 285161 h 421331"/>
                <a:gd name="csX311" fmla="*/ 44678 w 191462"/>
                <a:gd name="csY311" fmla="*/ 276525 h 421331"/>
                <a:gd name="csX312" fmla="*/ 45872 w 191462"/>
                <a:gd name="csY312" fmla="*/ 275308 h 421331"/>
                <a:gd name="csX313" fmla="*/ 46427 w 191462"/>
                <a:gd name="csY313" fmla="*/ 273809 h 421331"/>
                <a:gd name="csX314" fmla="*/ 47424 w 191462"/>
                <a:gd name="csY314" fmla="*/ 268749 h 421331"/>
                <a:gd name="csX315" fmla="*/ 48543 w 191462"/>
                <a:gd name="csY315" fmla="*/ 266840 h 421331"/>
                <a:gd name="csX316" fmla="*/ 48984 w 191462"/>
                <a:gd name="csY316" fmla="*/ 262822 h 421331"/>
                <a:gd name="csX317" fmla="*/ 49440 w 191462"/>
                <a:gd name="csY317" fmla="*/ 262130 h 421331"/>
                <a:gd name="csX318" fmla="*/ 50939 w 191462"/>
                <a:gd name="csY318" fmla="*/ 258972 h 421331"/>
                <a:gd name="csX319" fmla="*/ 51457 w 191462"/>
                <a:gd name="csY319" fmla="*/ 253175 h 421331"/>
                <a:gd name="csX320" fmla="*/ 50841 w 191462"/>
                <a:gd name="csY320" fmla="*/ 250291 h 421331"/>
                <a:gd name="csX321" fmla="*/ 49433 w 191462"/>
                <a:gd name="csY321" fmla="*/ 247491 h 421331"/>
                <a:gd name="csX322" fmla="*/ 48079 w 191462"/>
                <a:gd name="csY322" fmla="*/ 239076 h 421331"/>
                <a:gd name="csX323" fmla="*/ 44548 w 191462"/>
                <a:gd name="csY323" fmla="*/ 232244 h 421331"/>
                <a:gd name="csX324" fmla="*/ 44259 w 191462"/>
                <a:gd name="csY324" fmla="*/ 229961 h 421331"/>
                <a:gd name="csX325" fmla="*/ 42517 w 191462"/>
                <a:gd name="csY325" fmla="*/ 227199 h 421331"/>
                <a:gd name="csX326" fmla="*/ 44122 w 191462"/>
                <a:gd name="csY326" fmla="*/ 227001 h 421331"/>
                <a:gd name="csX327" fmla="*/ 40820 w 191462"/>
                <a:gd name="csY327" fmla="*/ 224582 h 421331"/>
                <a:gd name="csX328" fmla="*/ 40363 w 191462"/>
                <a:gd name="csY328" fmla="*/ 223593 h 421331"/>
                <a:gd name="csX329" fmla="*/ 39702 w 191462"/>
                <a:gd name="csY329" fmla="*/ 217917 h 421331"/>
                <a:gd name="csX330" fmla="*/ 39831 w 191462"/>
                <a:gd name="csY330" fmla="*/ 214744 h 421331"/>
                <a:gd name="csX331" fmla="*/ 39351 w 191462"/>
                <a:gd name="csY331" fmla="*/ 215162 h 421331"/>
                <a:gd name="csX332" fmla="*/ 38902 w 191462"/>
                <a:gd name="csY332" fmla="*/ 217118 h 421331"/>
                <a:gd name="csX333" fmla="*/ 37609 w 191462"/>
                <a:gd name="csY333" fmla="*/ 217917 h 421331"/>
                <a:gd name="csX334" fmla="*/ 38187 w 191462"/>
                <a:gd name="csY334" fmla="*/ 221303 h 421331"/>
                <a:gd name="csX335" fmla="*/ 38035 w 191462"/>
                <a:gd name="csY335" fmla="*/ 222124 h 421331"/>
                <a:gd name="csX336" fmla="*/ 37350 w 191462"/>
                <a:gd name="csY336" fmla="*/ 223440 h 421331"/>
                <a:gd name="csX337" fmla="*/ 34596 w 191462"/>
                <a:gd name="csY337" fmla="*/ 222071 h 421331"/>
                <a:gd name="csX338" fmla="*/ 32572 w 191462"/>
                <a:gd name="csY338" fmla="*/ 220580 h 421331"/>
                <a:gd name="csX339" fmla="*/ 30282 w 191462"/>
                <a:gd name="csY339" fmla="*/ 216950 h 421331"/>
                <a:gd name="csX340" fmla="*/ 28038 w 191462"/>
                <a:gd name="csY340" fmla="*/ 212880 h 421331"/>
                <a:gd name="csX341" fmla="*/ 28829 w 191462"/>
                <a:gd name="csY341" fmla="*/ 212248 h 421331"/>
                <a:gd name="csX342" fmla="*/ 29864 w 191462"/>
                <a:gd name="csY342" fmla="*/ 212172 h 421331"/>
                <a:gd name="csX343" fmla="*/ 33052 w 191462"/>
                <a:gd name="csY343" fmla="*/ 215200 h 421331"/>
                <a:gd name="csX344" fmla="*/ 35113 w 191462"/>
                <a:gd name="csY344" fmla="*/ 215832 h 421331"/>
                <a:gd name="csX345" fmla="*/ 36422 w 191462"/>
                <a:gd name="csY345" fmla="*/ 215079 h 421331"/>
                <a:gd name="csX346" fmla="*/ 38043 w 191462"/>
                <a:gd name="csY346" fmla="*/ 213785 h 421331"/>
                <a:gd name="csX347" fmla="*/ 38819 w 191462"/>
                <a:gd name="csY347" fmla="*/ 211274 h 421331"/>
                <a:gd name="csX348" fmla="*/ 38028 w 191462"/>
                <a:gd name="csY348" fmla="*/ 210354 h 421331"/>
                <a:gd name="csX349" fmla="*/ 36468 w 191462"/>
                <a:gd name="csY349" fmla="*/ 209852 h 421331"/>
                <a:gd name="csX350" fmla="*/ 35441 w 191462"/>
                <a:gd name="csY350" fmla="*/ 209174 h 421331"/>
                <a:gd name="csX351" fmla="*/ 33949 w 191462"/>
                <a:gd name="csY351" fmla="*/ 207470 h 421331"/>
                <a:gd name="csX352" fmla="*/ 33767 w 191462"/>
                <a:gd name="csY352" fmla="*/ 206603 h 421331"/>
                <a:gd name="csX353" fmla="*/ 33303 w 191462"/>
                <a:gd name="csY353" fmla="*/ 205492 h 421331"/>
                <a:gd name="csX354" fmla="*/ 31796 w 191462"/>
                <a:gd name="csY354" fmla="*/ 204708 h 421331"/>
                <a:gd name="csX355" fmla="*/ 30579 w 191462"/>
                <a:gd name="csY355" fmla="*/ 203711 h 421331"/>
                <a:gd name="csX356" fmla="*/ 31606 w 191462"/>
                <a:gd name="csY356" fmla="*/ 201954 h 421331"/>
                <a:gd name="csX357" fmla="*/ 32618 w 191462"/>
                <a:gd name="csY357" fmla="*/ 200645 h 421331"/>
                <a:gd name="csX358" fmla="*/ 29940 w 191462"/>
                <a:gd name="csY358" fmla="*/ 200706 h 421331"/>
                <a:gd name="csX359" fmla="*/ 26896 w 191462"/>
                <a:gd name="csY359" fmla="*/ 198454 h 421331"/>
                <a:gd name="csX360" fmla="*/ 26265 w 191462"/>
                <a:gd name="csY360" fmla="*/ 197800 h 421331"/>
                <a:gd name="csX361" fmla="*/ 25253 w 191462"/>
                <a:gd name="csY361" fmla="*/ 197351 h 421331"/>
                <a:gd name="csX362" fmla="*/ 22856 w 191462"/>
                <a:gd name="csY362" fmla="*/ 197084 h 421331"/>
                <a:gd name="csX363" fmla="*/ 20863 w 191462"/>
                <a:gd name="csY363" fmla="*/ 197746 h 421331"/>
                <a:gd name="csX364" fmla="*/ 21768 w 191462"/>
                <a:gd name="csY364" fmla="*/ 200965 h 421331"/>
                <a:gd name="csX365" fmla="*/ 21593 w 191462"/>
                <a:gd name="csY365" fmla="*/ 202030 h 421331"/>
                <a:gd name="csX366" fmla="*/ 20285 w 191462"/>
                <a:gd name="csY366" fmla="*/ 201870 h 421331"/>
                <a:gd name="csX367" fmla="*/ 17560 w 191462"/>
                <a:gd name="csY367" fmla="*/ 196970 h 421331"/>
                <a:gd name="csX368" fmla="*/ 18382 w 191462"/>
                <a:gd name="csY368" fmla="*/ 195730 h 421331"/>
                <a:gd name="csX369" fmla="*/ 19554 w 191462"/>
                <a:gd name="csY369" fmla="*/ 194566 h 421331"/>
                <a:gd name="csX370" fmla="*/ 18976 w 191462"/>
                <a:gd name="csY370" fmla="*/ 194399 h 421331"/>
                <a:gd name="csX371" fmla="*/ 17842 w 191462"/>
                <a:gd name="csY371" fmla="*/ 194475 h 421331"/>
                <a:gd name="csX372" fmla="*/ 18953 w 191462"/>
                <a:gd name="csY372" fmla="*/ 190122 h 421331"/>
                <a:gd name="csX373" fmla="*/ 18276 w 191462"/>
                <a:gd name="csY373" fmla="*/ 189476 h 421331"/>
                <a:gd name="csX374" fmla="*/ 17926 w 191462"/>
                <a:gd name="csY374" fmla="*/ 190838 h 421331"/>
                <a:gd name="csX375" fmla="*/ 17325 w 191462"/>
                <a:gd name="csY375" fmla="*/ 192147 h 421331"/>
                <a:gd name="csX376" fmla="*/ 15004 w 191462"/>
                <a:gd name="csY376" fmla="*/ 195220 h 421331"/>
                <a:gd name="csX377" fmla="*/ 13855 w 191462"/>
                <a:gd name="csY377" fmla="*/ 194642 h 421331"/>
                <a:gd name="csX378" fmla="*/ 13064 w 191462"/>
                <a:gd name="csY378" fmla="*/ 193874 h 421331"/>
                <a:gd name="csX379" fmla="*/ 14175 w 191462"/>
                <a:gd name="csY379" fmla="*/ 192261 h 421331"/>
                <a:gd name="csX380" fmla="*/ 14776 w 191462"/>
                <a:gd name="csY380" fmla="*/ 191827 h 421331"/>
                <a:gd name="csX381" fmla="*/ 15194 w 191462"/>
                <a:gd name="csY381" fmla="*/ 190960 h 421331"/>
                <a:gd name="csX382" fmla="*/ 14334 w 191462"/>
                <a:gd name="csY382" fmla="*/ 189270 h 421331"/>
                <a:gd name="csX383" fmla="*/ 12965 w 191462"/>
                <a:gd name="csY383" fmla="*/ 188038 h 421331"/>
                <a:gd name="csX384" fmla="*/ 11869 w 191462"/>
                <a:gd name="csY384" fmla="*/ 185915 h 421331"/>
                <a:gd name="csX385" fmla="*/ 11299 w 191462"/>
                <a:gd name="csY385" fmla="*/ 185885 h 421331"/>
                <a:gd name="csX386" fmla="*/ 11801 w 191462"/>
                <a:gd name="csY386" fmla="*/ 188388 h 421331"/>
                <a:gd name="csX387" fmla="*/ 11595 w 191462"/>
                <a:gd name="csY387" fmla="*/ 191964 h 421331"/>
                <a:gd name="csX388" fmla="*/ 9146 w 191462"/>
                <a:gd name="csY388" fmla="*/ 188015 h 421331"/>
                <a:gd name="csX389" fmla="*/ 4238 w 191462"/>
                <a:gd name="csY389" fmla="*/ 182400 h 421331"/>
                <a:gd name="csX390" fmla="*/ 3082 w 191462"/>
                <a:gd name="csY390" fmla="*/ 180711 h 421331"/>
                <a:gd name="csX391" fmla="*/ 2823 w 191462"/>
                <a:gd name="csY391" fmla="*/ 179060 h 421331"/>
                <a:gd name="csX392" fmla="*/ 2275 w 191462"/>
                <a:gd name="csY392" fmla="*/ 177538 h 421331"/>
                <a:gd name="csX393" fmla="*/ 1895 w 191462"/>
                <a:gd name="csY393" fmla="*/ 175872 h 421331"/>
                <a:gd name="csX394" fmla="*/ 1811 w 191462"/>
                <a:gd name="csY394" fmla="*/ 174586 h 421331"/>
                <a:gd name="csX395" fmla="*/ 746 w 191462"/>
                <a:gd name="csY395" fmla="*/ 173422 h 421331"/>
                <a:gd name="csX396" fmla="*/ 266 w 191462"/>
                <a:gd name="csY396" fmla="*/ 171383 h 421331"/>
                <a:gd name="csX397" fmla="*/ 0 w 191462"/>
                <a:gd name="csY397" fmla="*/ 169313 h 421331"/>
                <a:gd name="csX398" fmla="*/ 609 w 191462"/>
                <a:gd name="csY398" fmla="*/ 167837 h 421331"/>
                <a:gd name="csX399" fmla="*/ 2138 w 191462"/>
                <a:gd name="csY399" fmla="*/ 166247 h 421331"/>
                <a:gd name="csX400" fmla="*/ 3226 w 191462"/>
                <a:gd name="csY400" fmla="*/ 165965 h 421331"/>
                <a:gd name="csX401" fmla="*/ 4124 w 191462"/>
                <a:gd name="csY401" fmla="*/ 166665 h 421331"/>
                <a:gd name="csX402" fmla="*/ 6239 w 191462"/>
                <a:gd name="csY402" fmla="*/ 167715 h 421331"/>
                <a:gd name="csX403" fmla="*/ 7669 w 191462"/>
                <a:gd name="csY403" fmla="*/ 168697 h 421331"/>
                <a:gd name="csX404" fmla="*/ 8301 w 191462"/>
                <a:gd name="csY404" fmla="*/ 169983 h 421331"/>
                <a:gd name="csX405" fmla="*/ 8971 w 191462"/>
                <a:gd name="csY405" fmla="*/ 169823 h 421331"/>
                <a:gd name="csX406" fmla="*/ 9648 w 191462"/>
                <a:gd name="csY406" fmla="*/ 169001 h 421331"/>
                <a:gd name="csX407" fmla="*/ 9511 w 191462"/>
                <a:gd name="csY407" fmla="*/ 167989 h 421331"/>
                <a:gd name="csX408" fmla="*/ 8826 w 191462"/>
                <a:gd name="csY408" fmla="*/ 165326 h 421331"/>
                <a:gd name="csX409" fmla="*/ 8636 w 191462"/>
                <a:gd name="csY409" fmla="*/ 162093 h 421331"/>
                <a:gd name="csX410" fmla="*/ 8605 w 191462"/>
                <a:gd name="csY410" fmla="*/ 154514 h 421331"/>
                <a:gd name="csX411" fmla="*/ 8438 w 191462"/>
                <a:gd name="csY411" fmla="*/ 153647 h 421331"/>
                <a:gd name="csX412" fmla="*/ 9617 w 191462"/>
                <a:gd name="csY412" fmla="*/ 152886 h 421331"/>
                <a:gd name="csX413" fmla="*/ 10097 w 191462"/>
                <a:gd name="csY413" fmla="*/ 152019 h 421331"/>
                <a:gd name="csX414" fmla="*/ 10576 w 191462"/>
                <a:gd name="csY414" fmla="*/ 150726 h 421331"/>
                <a:gd name="csX415" fmla="*/ 10880 w 191462"/>
                <a:gd name="csY415" fmla="*/ 150155 h 421331"/>
                <a:gd name="csX416" fmla="*/ 11565 w 191462"/>
                <a:gd name="csY416" fmla="*/ 150117 h 421331"/>
                <a:gd name="csX417" fmla="*/ 12645 w 191462"/>
                <a:gd name="csY417" fmla="*/ 150748 h 421331"/>
                <a:gd name="csX418" fmla="*/ 14410 w 191462"/>
                <a:gd name="csY418" fmla="*/ 152917 h 421331"/>
                <a:gd name="csX419" fmla="*/ 15590 w 191462"/>
                <a:gd name="csY419" fmla="*/ 153404 h 421331"/>
                <a:gd name="csX420" fmla="*/ 16762 w 191462"/>
                <a:gd name="csY420" fmla="*/ 153061 h 421331"/>
                <a:gd name="csX421" fmla="*/ 17987 w 191462"/>
                <a:gd name="csY421" fmla="*/ 149812 h 421331"/>
                <a:gd name="csX422" fmla="*/ 18435 w 191462"/>
                <a:gd name="csY422" fmla="*/ 148930 h 421331"/>
                <a:gd name="csX423" fmla="*/ 19029 w 191462"/>
                <a:gd name="csY423" fmla="*/ 148352 h 421331"/>
                <a:gd name="csX424" fmla="*/ 20117 w 191462"/>
                <a:gd name="csY424" fmla="*/ 148450 h 421331"/>
                <a:gd name="csX425" fmla="*/ 20748 w 191462"/>
                <a:gd name="csY425" fmla="*/ 147865 h 421331"/>
                <a:gd name="csX426" fmla="*/ 20984 w 191462"/>
                <a:gd name="csY426" fmla="*/ 146457 h 421331"/>
                <a:gd name="csX427" fmla="*/ 20977 w 191462"/>
                <a:gd name="csY427" fmla="*/ 144890 h 421331"/>
                <a:gd name="csX428" fmla="*/ 19767 w 191462"/>
                <a:gd name="csY428" fmla="*/ 140598 h 421331"/>
                <a:gd name="csX429" fmla="*/ 19402 w 191462"/>
                <a:gd name="csY429" fmla="*/ 138613 h 421331"/>
                <a:gd name="csX430" fmla="*/ 19204 w 191462"/>
                <a:gd name="csY430" fmla="*/ 136657 h 421331"/>
                <a:gd name="csX431" fmla="*/ 19965 w 191462"/>
                <a:gd name="csY431" fmla="*/ 134641 h 421331"/>
                <a:gd name="csX432" fmla="*/ 21000 w 191462"/>
                <a:gd name="csY432" fmla="*/ 132282 h 421331"/>
                <a:gd name="csX433" fmla="*/ 20756 w 191462"/>
                <a:gd name="csY433" fmla="*/ 130220 h 421331"/>
                <a:gd name="csX434" fmla="*/ 21038 w 191462"/>
                <a:gd name="csY434" fmla="*/ 129421 h 421331"/>
                <a:gd name="csX435" fmla="*/ 21882 w 191462"/>
                <a:gd name="csY435" fmla="*/ 129307 h 421331"/>
                <a:gd name="csX436" fmla="*/ 22940 w 191462"/>
                <a:gd name="csY436" fmla="*/ 129802 h 421331"/>
                <a:gd name="csX437" fmla="*/ 24104 w 191462"/>
                <a:gd name="csY437" fmla="*/ 129460 h 421331"/>
                <a:gd name="csX438" fmla="*/ 24987 w 191462"/>
                <a:gd name="csY438" fmla="*/ 128197 h 421331"/>
                <a:gd name="csX439" fmla="*/ 25344 w 191462"/>
                <a:gd name="csY439" fmla="*/ 127093 h 421331"/>
                <a:gd name="csX440" fmla="*/ 25877 w 191462"/>
                <a:gd name="csY440" fmla="*/ 122323 h 421331"/>
                <a:gd name="csX441" fmla="*/ 26234 w 191462"/>
                <a:gd name="csY441" fmla="*/ 117948 h 421331"/>
                <a:gd name="csX442" fmla="*/ 26387 w 191462"/>
                <a:gd name="csY442" fmla="*/ 114379 h 421331"/>
                <a:gd name="csX443" fmla="*/ 25481 w 191462"/>
                <a:gd name="csY443" fmla="*/ 112241 h 421331"/>
                <a:gd name="csX444" fmla="*/ 24089 w 191462"/>
                <a:gd name="csY444" fmla="*/ 106489 h 421331"/>
                <a:gd name="csX445" fmla="*/ 24492 w 191462"/>
                <a:gd name="csY445" fmla="*/ 105508 h 421331"/>
                <a:gd name="csX446" fmla="*/ 25124 w 191462"/>
                <a:gd name="csY446" fmla="*/ 105279 h 421331"/>
                <a:gd name="csX447" fmla="*/ 27185 w 191462"/>
                <a:gd name="csY447" fmla="*/ 107296 h 421331"/>
                <a:gd name="csX448" fmla="*/ 28076 w 191462"/>
                <a:gd name="csY448" fmla="*/ 107631 h 421331"/>
                <a:gd name="csX449" fmla="*/ 29575 w 191462"/>
                <a:gd name="csY449" fmla="*/ 107319 h 421331"/>
                <a:gd name="csX450" fmla="*/ 31051 w 191462"/>
                <a:gd name="csY450" fmla="*/ 106870 h 421331"/>
                <a:gd name="csX451" fmla="*/ 32123 w 191462"/>
                <a:gd name="csY451" fmla="*/ 106839 h 421331"/>
                <a:gd name="csX452" fmla="*/ 33668 w 191462"/>
                <a:gd name="csY452" fmla="*/ 107532 h 421331"/>
                <a:gd name="csX453" fmla="*/ 35791 w 191462"/>
                <a:gd name="csY453" fmla="*/ 108300 h 421331"/>
                <a:gd name="csX454" fmla="*/ 39116 w 191462"/>
                <a:gd name="csY454" fmla="*/ 109251 h 421331"/>
                <a:gd name="csX455" fmla="*/ 40478 w 191462"/>
                <a:gd name="csY455" fmla="*/ 109966 h 421331"/>
                <a:gd name="csX456" fmla="*/ 41604 w 191462"/>
                <a:gd name="csY456" fmla="*/ 109867 h 421331"/>
                <a:gd name="csX457" fmla="*/ 42517 w 191462"/>
                <a:gd name="csY457" fmla="*/ 107631 h 421331"/>
                <a:gd name="csX458" fmla="*/ 43574 w 191462"/>
                <a:gd name="csY458" fmla="*/ 104366 h 421331"/>
                <a:gd name="csX459" fmla="*/ 45142 w 191462"/>
                <a:gd name="csY459" fmla="*/ 99505 h 421331"/>
                <a:gd name="csX460" fmla="*/ 46937 w 191462"/>
                <a:gd name="csY460" fmla="*/ 95967 h 421331"/>
                <a:gd name="csX461" fmla="*/ 47417 w 191462"/>
                <a:gd name="csY461" fmla="*/ 95023 h 421331"/>
                <a:gd name="csX462" fmla="*/ 49418 w 191462"/>
                <a:gd name="csY462" fmla="*/ 92140 h 421331"/>
                <a:gd name="csX463" fmla="*/ 51358 w 191462"/>
                <a:gd name="csY463" fmla="*/ 89111 h 421331"/>
                <a:gd name="csX464" fmla="*/ 53055 w 191462"/>
                <a:gd name="csY464" fmla="*/ 85284 h 421331"/>
                <a:gd name="csX465" fmla="*/ 53998 w 191462"/>
                <a:gd name="csY465" fmla="*/ 82522 h 421331"/>
                <a:gd name="csX466" fmla="*/ 53914 w 191462"/>
                <a:gd name="csY466" fmla="*/ 81373 h 421331"/>
                <a:gd name="csX467" fmla="*/ 53305 w 191462"/>
                <a:gd name="csY467" fmla="*/ 80422 h 421331"/>
                <a:gd name="csX468" fmla="*/ 52035 w 191462"/>
                <a:gd name="csY468" fmla="*/ 79814 h 421331"/>
                <a:gd name="csX469" fmla="*/ 50985 w 191462"/>
                <a:gd name="csY469" fmla="*/ 79182 h 421331"/>
                <a:gd name="csX470" fmla="*/ 50696 w 191462"/>
                <a:gd name="csY470" fmla="*/ 78612 h 421331"/>
                <a:gd name="csX471" fmla="*/ 50726 w 191462"/>
                <a:gd name="csY471" fmla="*/ 77965 h 421331"/>
                <a:gd name="csX472" fmla="*/ 51266 w 191462"/>
                <a:gd name="csY472" fmla="*/ 76169 h 421331"/>
                <a:gd name="csX473" fmla="*/ 52187 w 191462"/>
                <a:gd name="csY473" fmla="*/ 74046 h 421331"/>
                <a:gd name="csX474" fmla="*/ 53146 w 191462"/>
                <a:gd name="csY474" fmla="*/ 72898 h 421331"/>
                <a:gd name="csX475" fmla="*/ 55664 w 191462"/>
                <a:gd name="csY475" fmla="*/ 71475 h 421331"/>
                <a:gd name="csX476" fmla="*/ 57270 w 191462"/>
                <a:gd name="csY476" fmla="*/ 69641 h 421331"/>
                <a:gd name="csX477" fmla="*/ 59081 w 191462"/>
                <a:gd name="csY477" fmla="*/ 67214 h 421331"/>
                <a:gd name="csX478" fmla="*/ 60062 w 191462"/>
                <a:gd name="csY478" fmla="*/ 65563 h 421331"/>
                <a:gd name="csX479" fmla="*/ 60556 w 191462"/>
                <a:gd name="csY479" fmla="*/ 62200 h 421331"/>
                <a:gd name="csX480" fmla="*/ 61097 w 191462"/>
                <a:gd name="csY480" fmla="*/ 61530 h 421331"/>
                <a:gd name="csX481" fmla="*/ 62208 w 191462"/>
                <a:gd name="csY481" fmla="*/ 60442 h 421331"/>
                <a:gd name="csX482" fmla="*/ 63052 w 191462"/>
                <a:gd name="csY482" fmla="*/ 59172 h 421331"/>
                <a:gd name="csX483" fmla="*/ 62984 w 191462"/>
                <a:gd name="csY483" fmla="*/ 58479 h 421331"/>
                <a:gd name="csX484" fmla="*/ 62535 w 191462"/>
                <a:gd name="csY484" fmla="*/ 57985 h 421331"/>
                <a:gd name="csX485" fmla="*/ 61698 w 191462"/>
                <a:gd name="csY485" fmla="*/ 55626 h 421331"/>
                <a:gd name="csX486" fmla="*/ 61310 w 191462"/>
                <a:gd name="csY486" fmla="*/ 51928 h 421331"/>
                <a:gd name="csX487" fmla="*/ 61493 w 191462"/>
                <a:gd name="csY487" fmla="*/ 48923 h 421331"/>
                <a:gd name="csX488" fmla="*/ 62124 w 191462"/>
                <a:gd name="csY488" fmla="*/ 47698 h 421331"/>
                <a:gd name="csX489" fmla="*/ 62961 w 191462"/>
                <a:gd name="csY489" fmla="*/ 45994 h 421331"/>
                <a:gd name="csX490" fmla="*/ 64513 w 191462"/>
                <a:gd name="csY490" fmla="*/ 44944 h 421331"/>
                <a:gd name="csX491" fmla="*/ 66727 w 191462"/>
                <a:gd name="csY491" fmla="*/ 44213 h 421331"/>
                <a:gd name="csX492" fmla="*/ 70113 w 191462"/>
                <a:gd name="csY492" fmla="*/ 42220 h 421331"/>
                <a:gd name="csX493" fmla="*/ 75979 w 191462"/>
                <a:gd name="csY493" fmla="*/ 37594 h 421331"/>
                <a:gd name="csX494" fmla="*/ 78094 w 191462"/>
                <a:gd name="csY494" fmla="*/ 36087 h 421331"/>
                <a:gd name="csX495" fmla="*/ 79540 w 191462"/>
                <a:gd name="csY495" fmla="*/ 35304 h 421331"/>
                <a:gd name="csX496" fmla="*/ 80947 w 191462"/>
                <a:gd name="csY496" fmla="*/ 33363 h 421331"/>
                <a:gd name="csX497" fmla="*/ 82880 w 191462"/>
                <a:gd name="csY497" fmla="*/ 31241 h 421331"/>
                <a:gd name="csX498" fmla="*/ 85642 w 191462"/>
                <a:gd name="csY498" fmla="*/ 30183 h 421331"/>
                <a:gd name="csX499" fmla="*/ 87415 w 191462"/>
                <a:gd name="csY499" fmla="*/ 29772 h 421331"/>
                <a:gd name="csX500" fmla="*/ 95784 w 191462"/>
                <a:gd name="csY500" fmla="*/ 28319 h 421331"/>
                <a:gd name="csX501" fmla="*/ 97192 w 191462"/>
                <a:gd name="csY501" fmla="*/ 28501 h 421331"/>
                <a:gd name="csX502" fmla="*/ 98607 w 191462"/>
                <a:gd name="csY502" fmla="*/ 29346 h 421331"/>
                <a:gd name="csX503" fmla="*/ 100364 w 191462"/>
                <a:gd name="csY503" fmla="*/ 32176 h 421331"/>
                <a:gd name="csX504" fmla="*/ 101924 w 191462"/>
                <a:gd name="csY504" fmla="*/ 33242 h 421331"/>
                <a:gd name="csX505" fmla="*/ 103735 w 191462"/>
                <a:gd name="csY505" fmla="*/ 33987 h 421331"/>
                <a:gd name="csX506" fmla="*/ 105097 w 191462"/>
                <a:gd name="csY506" fmla="*/ 33668 h 421331"/>
                <a:gd name="csX507" fmla="*/ 105135 w 191462"/>
                <a:gd name="csY507" fmla="*/ 32527 h 421331"/>
                <a:gd name="csX508" fmla="*/ 100829 w 191462"/>
                <a:gd name="csY508" fmla="*/ 25922 h 421331"/>
                <a:gd name="csX509" fmla="*/ 100441 w 191462"/>
                <a:gd name="csY509" fmla="*/ 24119 h 421331"/>
                <a:gd name="csX510" fmla="*/ 100289 w 191462"/>
                <a:gd name="csY510" fmla="*/ 22392 h 421331"/>
                <a:gd name="csX511" fmla="*/ 100775 w 191462"/>
                <a:gd name="csY511" fmla="*/ 21022 h 421331"/>
                <a:gd name="csX512" fmla="*/ 102122 w 191462"/>
                <a:gd name="csY512" fmla="*/ 19714 h 421331"/>
                <a:gd name="csX513" fmla="*/ 103979 w 191462"/>
                <a:gd name="csY513" fmla="*/ 18238 h 421331"/>
                <a:gd name="csX514" fmla="*/ 106291 w 191462"/>
                <a:gd name="csY514" fmla="*/ 16389 h 421331"/>
                <a:gd name="csX515" fmla="*/ 107745 w 191462"/>
                <a:gd name="csY515" fmla="*/ 15111 h 421331"/>
                <a:gd name="csX516" fmla="*/ 109457 w 191462"/>
                <a:gd name="csY516" fmla="*/ 14700 h 421331"/>
                <a:gd name="csX517" fmla="*/ 110073 w 191462"/>
                <a:gd name="csY517" fmla="*/ 13962 h 421331"/>
                <a:gd name="csX518" fmla="*/ 110248 w 191462"/>
                <a:gd name="csY518" fmla="*/ 12889 h 421331"/>
                <a:gd name="csX519" fmla="*/ 110157 w 191462"/>
                <a:gd name="csY519" fmla="*/ 11717 h 421331"/>
                <a:gd name="csX520" fmla="*/ 109373 w 191462"/>
                <a:gd name="csY520" fmla="*/ 10393 h 421331"/>
                <a:gd name="csX521" fmla="*/ 109533 w 191462"/>
                <a:gd name="csY521" fmla="*/ 8727 h 421331"/>
                <a:gd name="csX522" fmla="*/ 109792 w 191462"/>
                <a:gd name="csY522" fmla="*/ 7213 h 421331"/>
                <a:gd name="csX523" fmla="*/ 110522 w 191462"/>
                <a:gd name="csY523" fmla="*/ 6330 h 421331"/>
                <a:gd name="csX524" fmla="*/ 112120 w 191462"/>
                <a:gd name="csY524" fmla="*/ 3934 h 421331"/>
                <a:gd name="csX525" fmla="*/ 113109 w 191462"/>
                <a:gd name="csY525" fmla="*/ 2199 h 421331"/>
                <a:gd name="csX526" fmla="*/ 113627 w 191462"/>
                <a:gd name="csY526" fmla="*/ 1461 h 421331"/>
                <a:gd name="csX527" fmla="*/ 114395 w 191462"/>
                <a:gd name="csY527" fmla="*/ 160 h 421331"/>
                <a:gd name="csX528" fmla="*/ 115704 w 191462"/>
                <a:gd name="csY528" fmla="*/ 0 h 421331"/>
                <a:gd name="csX529" fmla="*/ 116982 w 191462"/>
                <a:gd name="csY529" fmla="*/ 411 h 421331"/>
                <a:gd name="csX530" fmla="*/ 117742 w 191462"/>
                <a:gd name="csY530" fmla="*/ 1149 h 421331"/>
                <a:gd name="csX531" fmla="*/ 118504 w 191462"/>
                <a:gd name="csY531" fmla="*/ 2655 h 421331"/>
                <a:gd name="csX532" fmla="*/ 119333 w 191462"/>
                <a:gd name="csY532" fmla="*/ 3888 h 421331"/>
                <a:gd name="csX533" fmla="*/ 120352 w 191462"/>
                <a:gd name="csY533" fmla="*/ 3888 h 421331"/>
                <a:gd name="csX534" fmla="*/ 121387 w 191462"/>
                <a:gd name="csY534" fmla="*/ 3713 h 421331"/>
                <a:gd name="csX535" fmla="*/ 121867 w 191462"/>
                <a:gd name="csY535" fmla="*/ 3880 h 421331"/>
                <a:gd name="csX536" fmla="*/ 122855 w 191462"/>
                <a:gd name="csY536" fmla="*/ 4907 h 421331"/>
                <a:gd name="csX537" fmla="*/ 124743 w 191462"/>
                <a:gd name="csY537" fmla="*/ 7373 h 421331"/>
                <a:gd name="csX538" fmla="*/ 125579 w 191462"/>
                <a:gd name="csY538" fmla="*/ 7997 h 421331"/>
                <a:gd name="csX539" fmla="*/ 126371 w 191462"/>
                <a:gd name="csY539" fmla="*/ 9047 h 421331"/>
                <a:gd name="csX540" fmla="*/ 126789 w 191462"/>
                <a:gd name="csY540" fmla="*/ 11147 h 421331"/>
                <a:gd name="csX541" fmla="*/ 127048 w 191462"/>
                <a:gd name="csY541" fmla="*/ 13254 h 421331"/>
                <a:gd name="csX542" fmla="*/ 129414 w 191462"/>
                <a:gd name="csY542" fmla="*/ 20566 h 421331"/>
                <a:gd name="csX543" fmla="*/ 130122 w 191462"/>
                <a:gd name="csY543" fmla="*/ 22103 h 421331"/>
                <a:gd name="csX544" fmla="*/ 130647 w 191462"/>
                <a:gd name="csY544" fmla="*/ 23275 h 421331"/>
                <a:gd name="csX545" fmla="*/ 131750 w 191462"/>
                <a:gd name="csY545" fmla="*/ 23564 h 421331"/>
                <a:gd name="csX546" fmla="*/ 132648 w 191462"/>
                <a:gd name="csY546" fmla="*/ 22392 h 421331"/>
                <a:gd name="csX547" fmla="*/ 132998 w 191462"/>
                <a:gd name="csY547" fmla="*/ 21136 h 421331"/>
                <a:gd name="csX548" fmla="*/ 133926 w 191462"/>
                <a:gd name="csY548" fmla="*/ 20710 h 421331"/>
                <a:gd name="csX549" fmla="*/ 135037 w 191462"/>
                <a:gd name="csY549" fmla="*/ 20939 h 421331"/>
                <a:gd name="csX550" fmla="*/ 137076 w 191462"/>
                <a:gd name="csY550" fmla="*/ 22110 h 421331"/>
                <a:gd name="csX551" fmla="*/ 138171 w 191462"/>
                <a:gd name="csY551" fmla="*/ 22742 h 421331"/>
                <a:gd name="csX552" fmla="*/ 138719 w 191462"/>
                <a:gd name="csY552" fmla="*/ 26348 h 421331"/>
                <a:gd name="csX553" fmla="*/ 138841 w 191462"/>
                <a:gd name="csY553" fmla="*/ 30571 h 421331"/>
                <a:gd name="csX554" fmla="*/ 138681 w 191462"/>
                <a:gd name="csY554" fmla="*/ 31880 h 421331"/>
                <a:gd name="csX555" fmla="*/ 139572 w 191462"/>
                <a:gd name="csY555" fmla="*/ 35357 h 421331"/>
                <a:gd name="csX556" fmla="*/ 139846 w 191462"/>
                <a:gd name="csY556" fmla="*/ 39344 h 421331"/>
                <a:gd name="csX557" fmla="*/ 140036 w 191462"/>
                <a:gd name="csY557" fmla="*/ 41527 h 421331"/>
                <a:gd name="csX558" fmla="*/ 140059 w 191462"/>
                <a:gd name="csY558" fmla="*/ 43605 h 421331"/>
                <a:gd name="csX559" fmla="*/ 139899 w 191462"/>
                <a:gd name="csY559" fmla="*/ 46328 h 421331"/>
                <a:gd name="csX560" fmla="*/ 139419 w 191462"/>
                <a:gd name="csY560" fmla="*/ 49973 h 421331"/>
                <a:gd name="csX561" fmla="*/ 138620 w 191462"/>
                <a:gd name="csY561" fmla="*/ 53085 h 421331"/>
                <a:gd name="csX562" fmla="*/ 138910 w 191462"/>
                <a:gd name="csY562" fmla="*/ 55672 h 421331"/>
                <a:gd name="csX563" fmla="*/ 138431 w 191462"/>
                <a:gd name="csY563" fmla="*/ 56851 h 421331"/>
                <a:gd name="csX564" fmla="*/ 136482 w 191462"/>
                <a:gd name="csY564" fmla="*/ 57452 h 421331"/>
                <a:gd name="csX565" fmla="*/ 136315 w 191462"/>
                <a:gd name="csY565" fmla="*/ 58441 h 421331"/>
                <a:gd name="csX566" fmla="*/ 136886 w 191462"/>
                <a:gd name="csY566" fmla="*/ 60062 h 421331"/>
                <a:gd name="csX567" fmla="*/ 138248 w 191462"/>
                <a:gd name="csY567" fmla="*/ 62093 h 421331"/>
                <a:gd name="csX568" fmla="*/ 138286 w 191462"/>
                <a:gd name="csY568" fmla="*/ 63372 h 421331"/>
                <a:gd name="csX569" fmla="*/ 137624 w 191462"/>
                <a:gd name="csY569" fmla="*/ 64239 h 421331"/>
                <a:gd name="csX570" fmla="*/ 136194 w 191462"/>
                <a:gd name="csY570" fmla="*/ 64323 h 421331"/>
                <a:gd name="csX571" fmla="*/ 134207 w 191462"/>
                <a:gd name="csY571" fmla="*/ 65129 h 421331"/>
                <a:gd name="csX572" fmla="*/ 132838 w 191462"/>
                <a:gd name="csY572" fmla="*/ 67747 h 421331"/>
                <a:gd name="csX573" fmla="*/ 131392 w 191462"/>
                <a:gd name="csY573" fmla="*/ 69892 h 421331"/>
                <a:gd name="csX574" fmla="*/ 130601 w 191462"/>
                <a:gd name="csY574" fmla="*/ 70318 h 421331"/>
                <a:gd name="csX575" fmla="*/ 127953 w 191462"/>
                <a:gd name="csY575" fmla="*/ 69710 h 421331"/>
                <a:gd name="csX576" fmla="*/ 127322 w 191462"/>
                <a:gd name="csY576" fmla="*/ 70257 h 421331"/>
                <a:gd name="csX577" fmla="*/ 126394 w 191462"/>
                <a:gd name="csY577" fmla="*/ 73909 h 421331"/>
                <a:gd name="csX578" fmla="*/ 125633 w 191462"/>
                <a:gd name="csY578" fmla="*/ 75484 h 421331"/>
                <a:gd name="csX579" fmla="*/ 124499 w 191462"/>
                <a:gd name="csY579" fmla="*/ 76808 h 421331"/>
                <a:gd name="csX580" fmla="*/ 123457 w 191462"/>
                <a:gd name="csY580" fmla="*/ 77592 h 421331"/>
                <a:gd name="csX581" fmla="*/ 122513 w 191462"/>
                <a:gd name="csY581" fmla="*/ 78140 h 421331"/>
                <a:gd name="csX582" fmla="*/ 120413 w 191462"/>
                <a:gd name="csY582" fmla="*/ 77775 h 421331"/>
                <a:gd name="csX583" fmla="*/ 119302 w 191462"/>
                <a:gd name="csY583" fmla="*/ 79973 h 421331"/>
                <a:gd name="csX584" fmla="*/ 118191 w 191462"/>
                <a:gd name="csY584" fmla="*/ 82872 h 421331"/>
                <a:gd name="csX585" fmla="*/ 118100 w 191462"/>
                <a:gd name="csY585" fmla="*/ 84371 h 421331"/>
                <a:gd name="csX586" fmla="*/ 118679 w 191462"/>
                <a:gd name="csY586" fmla="*/ 86730 h 421331"/>
                <a:gd name="csX587" fmla="*/ 118374 w 191462"/>
                <a:gd name="csY587" fmla="*/ 87384 h 421331"/>
                <a:gd name="csX588" fmla="*/ 117240 w 191462"/>
                <a:gd name="csY588" fmla="*/ 87894 h 421331"/>
                <a:gd name="csX589" fmla="*/ 115376 w 191462"/>
                <a:gd name="csY589" fmla="*/ 88952 h 421331"/>
                <a:gd name="csX590" fmla="*/ 114227 w 191462"/>
                <a:gd name="csY590" fmla="*/ 92307 h 421331"/>
                <a:gd name="csX591" fmla="*/ 114273 w 191462"/>
                <a:gd name="csY591" fmla="*/ 95563 h 421331"/>
                <a:gd name="csX592" fmla="*/ 114958 w 191462"/>
                <a:gd name="csY592" fmla="*/ 96674 h 421331"/>
                <a:gd name="csX593" fmla="*/ 116244 w 191462"/>
                <a:gd name="csY593" fmla="*/ 97161 h 421331"/>
                <a:gd name="csX594" fmla="*/ 117164 w 191462"/>
                <a:gd name="csY594" fmla="*/ 98158 h 421331"/>
                <a:gd name="csX595" fmla="*/ 117256 w 191462"/>
                <a:gd name="csY595" fmla="*/ 99725 h 421331"/>
                <a:gd name="csX596" fmla="*/ 118047 w 191462"/>
                <a:gd name="csY596" fmla="*/ 101681 h 421331"/>
                <a:gd name="csX597" fmla="*/ 117674 w 191462"/>
                <a:gd name="csY597" fmla="*/ 103956 h 421331"/>
                <a:gd name="csX598" fmla="*/ 115057 w 191462"/>
                <a:gd name="csY598" fmla="*/ 107265 h 421331"/>
                <a:gd name="csX599" fmla="*/ 114981 w 191462"/>
                <a:gd name="csY599" fmla="*/ 109069 h 421331"/>
                <a:gd name="csX600" fmla="*/ 116373 w 191462"/>
                <a:gd name="csY600" fmla="*/ 109624 h 421331"/>
                <a:gd name="csX601" fmla="*/ 117575 w 191462"/>
                <a:gd name="csY601" fmla="*/ 109365 h 421331"/>
                <a:gd name="csX602" fmla="*/ 119059 w 191462"/>
                <a:gd name="csY602" fmla="*/ 108582 h 421331"/>
                <a:gd name="csX603" fmla="*/ 120801 w 191462"/>
                <a:gd name="csY603" fmla="*/ 107319 h 421331"/>
                <a:gd name="csX604" fmla="*/ 124636 w 191462"/>
                <a:gd name="csY604" fmla="*/ 105477 h 421331"/>
                <a:gd name="csX605" fmla="*/ 128813 w 191462"/>
                <a:gd name="csY605" fmla="*/ 104427 h 421331"/>
                <a:gd name="csX606" fmla="*/ 132115 w 191462"/>
                <a:gd name="csY606" fmla="*/ 104229 h 421331"/>
                <a:gd name="csX607" fmla="*/ 134938 w 191462"/>
                <a:gd name="csY607" fmla="*/ 104306 h 421331"/>
                <a:gd name="csX608" fmla="*/ 136323 w 191462"/>
                <a:gd name="csY608" fmla="*/ 104694 h 421331"/>
                <a:gd name="csX609" fmla="*/ 136741 w 191462"/>
                <a:gd name="csY609" fmla="*/ 105371 h 421331"/>
                <a:gd name="csX610" fmla="*/ 140606 w 191462"/>
                <a:gd name="csY610" fmla="*/ 104298 h 421331"/>
                <a:gd name="csX611" fmla="*/ 141413 w 191462"/>
                <a:gd name="csY611" fmla="*/ 104237 h 421331"/>
                <a:gd name="csX612" fmla="*/ 142113 w 191462"/>
                <a:gd name="csY612" fmla="*/ 104176 h 421331"/>
                <a:gd name="csX613" fmla="*/ 142090 w 191462"/>
                <a:gd name="csY613" fmla="*/ 104891 h 421331"/>
                <a:gd name="csX614" fmla="*/ 139259 w 191462"/>
                <a:gd name="csY614" fmla="*/ 107836 h 421331"/>
                <a:gd name="csX615" fmla="*/ 138735 w 191462"/>
                <a:gd name="csY615" fmla="*/ 109206 h 421331"/>
                <a:gd name="csX616" fmla="*/ 138826 w 191462"/>
                <a:gd name="csY616" fmla="*/ 110674 h 421331"/>
                <a:gd name="csX617" fmla="*/ 139983 w 191462"/>
                <a:gd name="csY617" fmla="*/ 112036 h 421331"/>
                <a:gd name="csX618" fmla="*/ 141101 w 191462"/>
                <a:gd name="csY618" fmla="*/ 113086 h 421331"/>
                <a:gd name="csX619" fmla="*/ 142052 w 191462"/>
                <a:gd name="csY619" fmla="*/ 115718 h 421331"/>
                <a:gd name="csX620" fmla="*/ 141314 w 191462"/>
                <a:gd name="csY620" fmla="*/ 118123 h 421331"/>
                <a:gd name="csX621" fmla="*/ 141786 w 191462"/>
                <a:gd name="csY621" fmla="*/ 118998 h 421331"/>
                <a:gd name="csX622" fmla="*/ 142615 w 191462"/>
                <a:gd name="csY622" fmla="*/ 119979 h 421331"/>
                <a:gd name="csX623" fmla="*/ 143117 w 191462"/>
                <a:gd name="csY623" fmla="*/ 121364 h 421331"/>
                <a:gd name="csX624" fmla="*/ 143186 w 191462"/>
                <a:gd name="csY624" fmla="*/ 123046 h 421331"/>
                <a:gd name="csX625" fmla="*/ 142714 w 191462"/>
                <a:gd name="csY625" fmla="*/ 125731 h 421331"/>
                <a:gd name="csX626" fmla="*/ 146800 w 191462"/>
                <a:gd name="csY626" fmla="*/ 127131 h 421331"/>
                <a:gd name="csX627" fmla="*/ 150330 w 191462"/>
                <a:gd name="csY627" fmla="*/ 127763 h 421331"/>
                <a:gd name="csX628" fmla="*/ 152902 w 191462"/>
                <a:gd name="csY628" fmla="*/ 127930 h 421331"/>
                <a:gd name="csX629" fmla="*/ 154553 w 191462"/>
                <a:gd name="csY629" fmla="*/ 128547 h 421331"/>
                <a:gd name="csX630" fmla="*/ 155550 w 191462"/>
                <a:gd name="csY630" fmla="*/ 129079 h 421331"/>
                <a:gd name="csX631" fmla="*/ 156250 w 191462"/>
                <a:gd name="csY631" fmla="*/ 130038 h 421331"/>
                <a:gd name="csX632" fmla="*/ 156455 w 191462"/>
                <a:gd name="csY632" fmla="*/ 131088 h 421331"/>
                <a:gd name="csX633" fmla="*/ 155595 w 191462"/>
                <a:gd name="csY633" fmla="*/ 131826 h 421331"/>
                <a:gd name="csX634" fmla="*/ 153853 w 191462"/>
                <a:gd name="csY634" fmla="*/ 134177 h 421331"/>
                <a:gd name="csX635" fmla="*/ 152848 w 191462"/>
                <a:gd name="csY635" fmla="*/ 137319 h 421331"/>
                <a:gd name="csX636" fmla="*/ 152955 w 191462"/>
                <a:gd name="csY636" fmla="*/ 139670 h 421331"/>
                <a:gd name="csX637" fmla="*/ 152833 w 191462"/>
                <a:gd name="csY637" fmla="*/ 141709 h 421331"/>
                <a:gd name="csX638" fmla="*/ 150809 w 191462"/>
                <a:gd name="csY638" fmla="*/ 144646 h 421331"/>
                <a:gd name="csX639" fmla="*/ 150011 w 191462"/>
                <a:gd name="csY639" fmla="*/ 146663 h 421331"/>
                <a:gd name="csX640" fmla="*/ 149303 w 191462"/>
                <a:gd name="csY640" fmla="*/ 148724 h 421331"/>
                <a:gd name="csX641" fmla="*/ 149326 w 191462"/>
                <a:gd name="csY641" fmla="*/ 149622 h 421331"/>
                <a:gd name="csX642" fmla="*/ 149744 w 191462"/>
                <a:gd name="csY642" fmla="*/ 150246 h 421331"/>
                <a:gd name="csX643" fmla="*/ 150604 w 191462"/>
                <a:gd name="csY643" fmla="*/ 150611 h 421331"/>
                <a:gd name="csX644" fmla="*/ 152095 w 191462"/>
                <a:gd name="csY644" fmla="*/ 150832 h 421331"/>
                <a:gd name="csX645" fmla="*/ 153921 w 191462"/>
                <a:gd name="csY645" fmla="*/ 150596 h 421331"/>
                <a:gd name="csX646" fmla="*/ 158273 w 191462"/>
                <a:gd name="csY646" fmla="*/ 151091 h 421331"/>
                <a:gd name="csX647" fmla="*/ 163242 w 191462"/>
                <a:gd name="csY647" fmla="*/ 151996 h 421331"/>
                <a:gd name="csX648" fmla="*/ 165212 w 191462"/>
                <a:gd name="csY648" fmla="*/ 152491 h 421331"/>
                <a:gd name="csX649" fmla="*/ 165859 w 191462"/>
                <a:gd name="csY649" fmla="*/ 153404 h 421331"/>
                <a:gd name="csX650" fmla="*/ 165700 w 191462"/>
                <a:gd name="csY650" fmla="*/ 155389 h 421331"/>
                <a:gd name="csX651" fmla="*/ 165387 w 191462"/>
                <a:gd name="csY651" fmla="*/ 157238 h 421331"/>
                <a:gd name="csX652" fmla="*/ 165707 w 191462"/>
                <a:gd name="csY652" fmla="*/ 158661 h 421331"/>
                <a:gd name="csX653" fmla="*/ 166506 w 191462"/>
                <a:gd name="csY653" fmla="*/ 159962 h 421331"/>
                <a:gd name="csX654" fmla="*/ 167852 w 191462"/>
                <a:gd name="csY654" fmla="*/ 160396 h 421331"/>
                <a:gd name="csX655" fmla="*/ 169009 w 191462"/>
                <a:gd name="csY655" fmla="*/ 160898 h 421331"/>
                <a:gd name="csX656" fmla="*/ 169230 w 191462"/>
                <a:gd name="csY656" fmla="*/ 161895 h 421331"/>
                <a:gd name="csX657" fmla="*/ 168872 w 191462"/>
                <a:gd name="csY657" fmla="*/ 163249 h 421331"/>
                <a:gd name="csX658" fmla="*/ 169458 w 191462"/>
                <a:gd name="csY658" fmla="*/ 164314 h 421331"/>
                <a:gd name="csX659" fmla="*/ 170120 w 191462"/>
                <a:gd name="csY659" fmla="*/ 165014 h 421331"/>
                <a:gd name="csX660" fmla="*/ 171550 w 191462"/>
                <a:gd name="csY660" fmla="*/ 165418 h 421331"/>
                <a:gd name="csX661" fmla="*/ 174449 w 191462"/>
                <a:gd name="csY661" fmla="*/ 164550 h 421331"/>
                <a:gd name="csX662" fmla="*/ 176481 w 191462"/>
                <a:gd name="csY662" fmla="*/ 164938 h 421331"/>
                <a:gd name="csX663" fmla="*/ 178314 w 191462"/>
                <a:gd name="csY663" fmla="*/ 165532 h 421331"/>
                <a:gd name="csX664" fmla="*/ 179874 w 191462"/>
                <a:gd name="csY664" fmla="*/ 165220 h 421331"/>
                <a:gd name="csX665" fmla="*/ 181419 w 191462"/>
                <a:gd name="csY665" fmla="*/ 164459 h 421331"/>
                <a:gd name="csX666" fmla="*/ 184797 w 191462"/>
                <a:gd name="csY666" fmla="*/ 161027 h 421331"/>
                <a:gd name="csX667" fmla="*/ 188730 w 191462"/>
                <a:gd name="csY667" fmla="*/ 159171 h 421331"/>
                <a:gd name="csX668" fmla="*/ 190024 w 191462"/>
                <a:gd name="csY668" fmla="*/ 158730 h 421331"/>
                <a:gd name="csX669" fmla="*/ 190891 w 191462"/>
                <a:gd name="csY669" fmla="*/ 158950 h 421331"/>
                <a:gd name="csX670" fmla="*/ 191104 w 191462"/>
                <a:gd name="csY670" fmla="*/ 159186 h 421331"/>
                <a:gd name="csX671" fmla="*/ 191051 w 191462"/>
                <a:gd name="csY671" fmla="*/ 159886 h 421331"/>
                <a:gd name="csX672" fmla="*/ 191462 w 191462"/>
                <a:gd name="csY672" fmla="*/ 162709 h 421331"/>
                <a:gd name="csX673" fmla="*/ 191295 w 191462"/>
                <a:gd name="csY673" fmla="*/ 163044 h 421331"/>
                <a:gd name="csX674" fmla="*/ 17713 w 191462"/>
                <a:gd name="csY674" fmla="*/ 200356 h 421331"/>
                <a:gd name="csX675" fmla="*/ 17994 w 191462"/>
                <a:gd name="csY675" fmla="*/ 202502 h 421331"/>
                <a:gd name="csX676" fmla="*/ 16967 w 191462"/>
                <a:gd name="csY676" fmla="*/ 201619 h 421331"/>
                <a:gd name="csX677" fmla="*/ 15628 w 191462"/>
                <a:gd name="csY677" fmla="*/ 198637 h 421331"/>
                <a:gd name="csX678" fmla="*/ 15666 w 191462"/>
                <a:gd name="csY678" fmla="*/ 196681 h 421331"/>
                <a:gd name="csX679" fmla="*/ 16625 w 191462"/>
                <a:gd name="csY679" fmla="*/ 197594 h 421331"/>
                <a:gd name="csX680" fmla="*/ 17713 w 191462"/>
                <a:gd name="csY680" fmla="*/ 200356 h 421331"/>
                <a:gd name="csX681" fmla="*/ 27999 w 191462"/>
                <a:gd name="csY681" fmla="*/ 201064 h 421331"/>
                <a:gd name="csX682" fmla="*/ 28464 w 191462"/>
                <a:gd name="csY682" fmla="*/ 204176 h 421331"/>
                <a:gd name="csX683" fmla="*/ 27003 w 191462"/>
                <a:gd name="csY683" fmla="*/ 203011 h 421331"/>
                <a:gd name="csX684" fmla="*/ 26463 w 191462"/>
                <a:gd name="csY684" fmla="*/ 201406 h 421331"/>
                <a:gd name="csX685" fmla="*/ 26318 w 191462"/>
                <a:gd name="csY685" fmla="*/ 199763 h 421331"/>
                <a:gd name="csX686" fmla="*/ 27999 w 191462"/>
                <a:gd name="csY686" fmla="*/ 201064 h 421331"/>
                <a:gd name="csX687" fmla="*/ 32763 w 191462"/>
                <a:gd name="csY687" fmla="*/ 208604 h 421331"/>
                <a:gd name="csX688" fmla="*/ 35205 w 191462"/>
                <a:gd name="csY688" fmla="*/ 210468 h 421331"/>
                <a:gd name="csX689" fmla="*/ 36179 w 191462"/>
                <a:gd name="csY689" fmla="*/ 210339 h 421331"/>
                <a:gd name="csX690" fmla="*/ 37693 w 191462"/>
                <a:gd name="csY690" fmla="*/ 211518 h 421331"/>
                <a:gd name="csX691" fmla="*/ 37731 w 191462"/>
                <a:gd name="csY691" fmla="*/ 211982 h 421331"/>
                <a:gd name="csX692" fmla="*/ 37442 w 191462"/>
                <a:gd name="csY692" fmla="*/ 212941 h 421331"/>
                <a:gd name="csX693" fmla="*/ 36757 w 191462"/>
                <a:gd name="csY693" fmla="*/ 213694 h 421331"/>
                <a:gd name="csX694" fmla="*/ 34908 w 191462"/>
                <a:gd name="csY694" fmla="*/ 214447 h 421331"/>
                <a:gd name="csX695" fmla="*/ 33638 w 191462"/>
                <a:gd name="csY695" fmla="*/ 213838 h 421331"/>
                <a:gd name="csX696" fmla="*/ 33135 w 191462"/>
                <a:gd name="csY696" fmla="*/ 211799 h 421331"/>
                <a:gd name="csX697" fmla="*/ 31644 w 191462"/>
                <a:gd name="csY697" fmla="*/ 210841 h 421331"/>
                <a:gd name="csX698" fmla="*/ 31256 w 191462"/>
                <a:gd name="csY698" fmla="*/ 210026 h 421331"/>
                <a:gd name="csX699" fmla="*/ 32199 w 191462"/>
                <a:gd name="csY699" fmla="*/ 208916 h 421331"/>
                <a:gd name="csX700" fmla="*/ 32763 w 191462"/>
                <a:gd name="csY700" fmla="*/ 208604 h 421331"/>
                <a:gd name="csX701" fmla="*/ 32253 w 191462"/>
                <a:gd name="csY701" fmla="*/ 228234 h 421331"/>
                <a:gd name="csX702" fmla="*/ 31895 w 191462"/>
                <a:gd name="csY702" fmla="*/ 228424 h 421331"/>
                <a:gd name="csX703" fmla="*/ 29674 w 191462"/>
                <a:gd name="csY703" fmla="*/ 226545 h 421331"/>
                <a:gd name="csX704" fmla="*/ 27916 w 191462"/>
                <a:gd name="csY704" fmla="*/ 224125 h 421331"/>
                <a:gd name="csX705" fmla="*/ 30708 w 191462"/>
                <a:gd name="csY705" fmla="*/ 223646 h 421331"/>
                <a:gd name="csX706" fmla="*/ 33402 w 191462"/>
                <a:gd name="csY706" fmla="*/ 224171 h 421331"/>
                <a:gd name="csX707" fmla="*/ 33417 w 191462"/>
                <a:gd name="csY707" fmla="*/ 225457 h 421331"/>
                <a:gd name="csX708" fmla="*/ 32838 w 191462"/>
                <a:gd name="csY708" fmla="*/ 227526 h 421331"/>
                <a:gd name="csX709" fmla="*/ 32253 w 191462"/>
                <a:gd name="csY709" fmla="*/ 228234 h 421331"/>
                <a:gd name="csX710" fmla="*/ 115194 w 191462"/>
                <a:gd name="csY710" fmla="*/ 282331 h 421331"/>
                <a:gd name="csX711" fmla="*/ 114387 w 191462"/>
                <a:gd name="csY711" fmla="*/ 282620 h 421331"/>
                <a:gd name="csX712" fmla="*/ 113177 w 191462"/>
                <a:gd name="csY712" fmla="*/ 281174 h 421331"/>
                <a:gd name="csX713" fmla="*/ 112934 w 191462"/>
                <a:gd name="csY713" fmla="*/ 277735 h 421331"/>
                <a:gd name="csX714" fmla="*/ 113946 w 191462"/>
                <a:gd name="csY714" fmla="*/ 276944 h 421331"/>
                <a:gd name="csX715" fmla="*/ 114486 w 191462"/>
                <a:gd name="csY715" fmla="*/ 276754 h 421331"/>
                <a:gd name="csX716" fmla="*/ 115277 w 191462"/>
                <a:gd name="csY716" fmla="*/ 277180 h 421331"/>
                <a:gd name="csX717" fmla="*/ 115582 w 191462"/>
                <a:gd name="csY717" fmla="*/ 277735 h 421331"/>
                <a:gd name="csX718" fmla="*/ 115719 w 191462"/>
                <a:gd name="csY718" fmla="*/ 278428 h 421331"/>
                <a:gd name="csX719" fmla="*/ 115506 w 191462"/>
                <a:gd name="csY719" fmla="*/ 279135 h 421331"/>
                <a:gd name="csX720" fmla="*/ 115194 w 191462"/>
                <a:gd name="csY720" fmla="*/ 282331 h 421331"/>
                <a:gd name="csX721" fmla="*/ 49037 w 191462"/>
                <a:gd name="csY721" fmla="*/ 289118 h 421331"/>
                <a:gd name="csX722" fmla="*/ 47645 w 191462"/>
                <a:gd name="csY722" fmla="*/ 291271 h 421331"/>
                <a:gd name="csX723" fmla="*/ 47135 w 191462"/>
                <a:gd name="csY723" fmla="*/ 288052 h 421331"/>
                <a:gd name="csX724" fmla="*/ 49395 w 191462"/>
                <a:gd name="csY724" fmla="*/ 286264 h 421331"/>
                <a:gd name="csX725" fmla="*/ 50513 w 191462"/>
                <a:gd name="csY725" fmla="*/ 284552 h 421331"/>
                <a:gd name="csX726" fmla="*/ 51693 w 191462"/>
                <a:gd name="csY726" fmla="*/ 283388 h 421331"/>
                <a:gd name="csX727" fmla="*/ 52066 w 191462"/>
                <a:gd name="csY727" fmla="*/ 284811 h 421331"/>
                <a:gd name="csX728" fmla="*/ 50947 w 191462"/>
                <a:gd name="csY728" fmla="*/ 287505 h 421331"/>
                <a:gd name="csX729" fmla="*/ 49037 w 191462"/>
                <a:gd name="csY729" fmla="*/ 289118 h 421331"/>
                <a:gd name="csX730" fmla="*/ 56045 w 191462"/>
                <a:gd name="csY730" fmla="*/ 291910 h 421331"/>
                <a:gd name="csX731" fmla="*/ 55603 w 191462"/>
                <a:gd name="csY731" fmla="*/ 292473 h 421331"/>
                <a:gd name="csX732" fmla="*/ 54728 w 191462"/>
                <a:gd name="csY732" fmla="*/ 292070 h 421331"/>
                <a:gd name="csX733" fmla="*/ 54523 w 191462"/>
                <a:gd name="csY733" fmla="*/ 291826 h 421331"/>
                <a:gd name="csX734" fmla="*/ 56540 w 191462"/>
                <a:gd name="csY734" fmla="*/ 289399 h 421331"/>
                <a:gd name="csX735" fmla="*/ 56752 w 191462"/>
                <a:gd name="csY735" fmla="*/ 290305 h 421331"/>
                <a:gd name="csX736" fmla="*/ 56045 w 191462"/>
                <a:gd name="csY736" fmla="*/ 291910 h 421331"/>
                <a:gd name="csX737" fmla="*/ 131004 w 191462"/>
                <a:gd name="csY737" fmla="*/ 351531 h 421331"/>
                <a:gd name="csX738" fmla="*/ 130867 w 191462"/>
                <a:gd name="csY738" fmla="*/ 355107 h 421331"/>
                <a:gd name="csX739" fmla="*/ 129795 w 191462"/>
                <a:gd name="csY739" fmla="*/ 353379 h 421331"/>
                <a:gd name="csX740" fmla="*/ 129620 w 191462"/>
                <a:gd name="csY740" fmla="*/ 351409 h 421331"/>
                <a:gd name="csX741" fmla="*/ 129703 w 191462"/>
                <a:gd name="csY741" fmla="*/ 349575 h 421331"/>
                <a:gd name="csX742" fmla="*/ 129932 w 191462"/>
                <a:gd name="csY742" fmla="*/ 349278 h 421331"/>
                <a:gd name="csX743" fmla="*/ 130000 w 191462"/>
                <a:gd name="csY743" fmla="*/ 349560 h 421331"/>
                <a:gd name="csX744" fmla="*/ 130639 w 191462"/>
                <a:gd name="csY744" fmla="*/ 350382 h 421331"/>
                <a:gd name="csX745" fmla="*/ 131004 w 191462"/>
                <a:gd name="csY745" fmla="*/ 351531 h 421331"/>
                <a:gd name="csX746" fmla="*/ 133104 w 191462"/>
                <a:gd name="csY746" fmla="*/ 362434 h 421331"/>
                <a:gd name="csX747" fmla="*/ 133584 w 191462"/>
                <a:gd name="csY747" fmla="*/ 363035 h 421331"/>
                <a:gd name="csX748" fmla="*/ 134268 w 191462"/>
                <a:gd name="csY748" fmla="*/ 363019 h 421331"/>
                <a:gd name="csX749" fmla="*/ 134078 w 191462"/>
                <a:gd name="csY749" fmla="*/ 365142 h 421331"/>
                <a:gd name="csX750" fmla="*/ 132404 w 191462"/>
                <a:gd name="csY750" fmla="*/ 367752 h 421331"/>
                <a:gd name="csX751" fmla="*/ 131408 w 191462"/>
                <a:gd name="csY751" fmla="*/ 368132 h 421331"/>
                <a:gd name="csX752" fmla="*/ 130966 w 191462"/>
                <a:gd name="csY752" fmla="*/ 368132 h 421331"/>
                <a:gd name="csX753" fmla="*/ 131339 w 191462"/>
                <a:gd name="csY753" fmla="*/ 364321 h 421331"/>
                <a:gd name="csX754" fmla="*/ 130723 w 191462"/>
                <a:gd name="csY754" fmla="*/ 362144 h 421331"/>
                <a:gd name="csX755" fmla="*/ 130928 w 191462"/>
                <a:gd name="csY755" fmla="*/ 360699 h 421331"/>
                <a:gd name="csX756" fmla="*/ 132724 w 191462"/>
                <a:gd name="csY756" fmla="*/ 361368 h 421331"/>
                <a:gd name="csX757" fmla="*/ 133104 w 191462"/>
                <a:gd name="csY757" fmla="*/ 362434 h 421331"/>
                <a:gd name="csX758" fmla="*/ 125678 w 191462"/>
                <a:gd name="csY758" fmla="*/ 366953 h 421331"/>
                <a:gd name="csX759" fmla="*/ 125549 w 191462"/>
                <a:gd name="csY759" fmla="*/ 367744 h 421331"/>
                <a:gd name="csX760" fmla="*/ 124316 w 191462"/>
                <a:gd name="csY760" fmla="*/ 369365 h 421331"/>
                <a:gd name="csX761" fmla="*/ 123228 w 191462"/>
                <a:gd name="csY761" fmla="*/ 368422 h 421331"/>
                <a:gd name="csX762" fmla="*/ 122954 w 191462"/>
                <a:gd name="csY762" fmla="*/ 367912 h 421331"/>
                <a:gd name="csX763" fmla="*/ 124058 w 191462"/>
                <a:gd name="csY763" fmla="*/ 366869 h 421331"/>
                <a:gd name="csX764" fmla="*/ 125229 w 191462"/>
                <a:gd name="csY764" fmla="*/ 367021 h 421331"/>
                <a:gd name="csX765" fmla="*/ 125541 w 191462"/>
                <a:gd name="csY765" fmla="*/ 366786 h 421331"/>
                <a:gd name="csX766" fmla="*/ 125678 w 191462"/>
                <a:gd name="csY766" fmla="*/ 366953 h 421331"/>
                <a:gd name="csX767" fmla="*/ 127185 w 191462"/>
                <a:gd name="csY767" fmla="*/ 372157 h 421331"/>
                <a:gd name="csX768" fmla="*/ 126934 w 191462"/>
                <a:gd name="csY768" fmla="*/ 372279 h 421331"/>
                <a:gd name="csX769" fmla="*/ 126584 w 191462"/>
                <a:gd name="csY769" fmla="*/ 372211 h 421331"/>
                <a:gd name="csX770" fmla="*/ 125876 w 191462"/>
                <a:gd name="csY770" fmla="*/ 371861 h 421331"/>
                <a:gd name="csX771" fmla="*/ 125062 w 191462"/>
                <a:gd name="csY771" fmla="*/ 370385 h 421331"/>
                <a:gd name="csX772" fmla="*/ 125496 w 191462"/>
                <a:gd name="csY772" fmla="*/ 369350 h 421331"/>
                <a:gd name="csX773" fmla="*/ 125793 w 191462"/>
                <a:gd name="csY773" fmla="*/ 369099 h 421331"/>
                <a:gd name="csX774" fmla="*/ 126508 w 191462"/>
                <a:gd name="csY774" fmla="*/ 369182 h 421331"/>
                <a:gd name="csX775" fmla="*/ 126888 w 191462"/>
                <a:gd name="csY775" fmla="*/ 369380 h 421331"/>
                <a:gd name="csX776" fmla="*/ 127018 w 191462"/>
                <a:gd name="csY776" fmla="*/ 369761 h 421331"/>
                <a:gd name="csX777" fmla="*/ 126812 w 191462"/>
                <a:gd name="csY777" fmla="*/ 370575 h 421331"/>
                <a:gd name="csX778" fmla="*/ 126843 w 191462"/>
                <a:gd name="csY778" fmla="*/ 371275 h 421331"/>
                <a:gd name="csX779" fmla="*/ 127185 w 191462"/>
                <a:gd name="csY779" fmla="*/ 372157 h 421331"/>
                <a:gd name="csX780" fmla="*/ 135288 w 191462"/>
                <a:gd name="csY780" fmla="*/ 377476 h 421331"/>
                <a:gd name="csX781" fmla="*/ 134398 w 191462"/>
                <a:gd name="csY781" fmla="*/ 377597 h 421331"/>
                <a:gd name="csX782" fmla="*/ 133971 w 191462"/>
                <a:gd name="csY782" fmla="*/ 374090 h 421331"/>
                <a:gd name="csX783" fmla="*/ 134223 w 191462"/>
                <a:gd name="csY783" fmla="*/ 373588 h 421331"/>
                <a:gd name="csX784" fmla="*/ 135486 w 191462"/>
                <a:gd name="csY784" fmla="*/ 375307 h 421331"/>
                <a:gd name="csX785" fmla="*/ 137282 w 191462"/>
                <a:gd name="csY785" fmla="*/ 376357 h 421331"/>
                <a:gd name="csX786" fmla="*/ 136574 w 191462"/>
                <a:gd name="csY786" fmla="*/ 377042 h 421331"/>
                <a:gd name="csX787" fmla="*/ 135288 w 191462"/>
                <a:gd name="csY787" fmla="*/ 377476 h 421331"/>
                <a:gd name="csX788" fmla="*/ 125876 w 191462"/>
                <a:gd name="csY788" fmla="*/ 382087 h 421331"/>
                <a:gd name="csX789" fmla="*/ 126043 w 191462"/>
                <a:gd name="csY789" fmla="*/ 383289 h 421331"/>
                <a:gd name="csX790" fmla="*/ 124712 w 191462"/>
                <a:gd name="csY790" fmla="*/ 382010 h 421331"/>
                <a:gd name="csX791" fmla="*/ 124484 w 191462"/>
                <a:gd name="csY791" fmla="*/ 378450 h 421331"/>
                <a:gd name="csX792" fmla="*/ 125534 w 191462"/>
                <a:gd name="csY792" fmla="*/ 380694 h 421331"/>
                <a:gd name="csX793" fmla="*/ 125990 w 191462"/>
                <a:gd name="csY793" fmla="*/ 381204 h 421331"/>
                <a:gd name="csX794" fmla="*/ 125876 w 191462"/>
                <a:gd name="csY794" fmla="*/ 382087 h 421331"/>
                <a:gd name="csX795" fmla="*/ 136087 w 191462"/>
                <a:gd name="csY795" fmla="*/ 380945 h 421331"/>
                <a:gd name="csX796" fmla="*/ 135547 w 191462"/>
                <a:gd name="csY796" fmla="*/ 385412 h 421331"/>
                <a:gd name="csX797" fmla="*/ 134193 w 191462"/>
                <a:gd name="csY797" fmla="*/ 384795 h 421331"/>
                <a:gd name="csX798" fmla="*/ 133546 w 191462"/>
                <a:gd name="csY798" fmla="*/ 384795 h 421331"/>
                <a:gd name="csX799" fmla="*/ 132739 w 191462"/>
                <a:gd name="csY799" fmla="*/ 382269 h 421331"/>
                <a:gd name="csX800" fmla="*/ 132800 w 191462"/>
                <a:gd name="csY800" fmla="*/ 381592 h 421331"/>
                <a:gd name="csX801" fmla="*/ 132313 w 191462"/>
                <a:gd name="csY801" fmla="*/ 379933 h 421331"/>
                <a:gd name="csX802" fmla="*/ 135455 w 191462"/>
                <a:gd name="csY802" fmla="*/ 379644 h 421331"/>
                <a:gd name="csX803" fmla="*/ 136087 w 191462"/>
                <a:gd name="csY803" fmla="*/ 380945 h 421331"/>
                <a:gd name="csX804" fmla="*/ 128996 w 191462"/>
                <a:gd name="csY804" fmla="*/ 386728 h 421331"/>
                <a:gd name="csX805" fmla="*/ 128874 w 191462"/>
                <a:gd name="csY805" fmla="*/ 387215 h 421331"/>
                <a:gd name="csX806" fmla="*/ 128729 w 191462"/>
                <a:gd name="csY806" fmla="*/ 387199 h 421331"/>
                <a:gd name="csX807" fmla="*/ 128250 w 191462"/>
                <a:gd name="csY807" fmla="*/ 386857 h 421331"/>
                <a:gd name="csX808" fmla="*/ 128547 w 191462"/>
                <a:gd name="csY808" fmla="*/ 384803 h 421331"/>
                <a:gd name="csX809" fmla="*/ 129353 w 191462"/>
                <a:gd name="csY809" fmla="*/ 383121 h 421331"/>
                <a:gd name="csX810" fmla="*/ 130182 w 191462"/>
                <a:gd name="csY810" fmla="*/ 380656 h 421331"/>
                <a:gd name="csX811" fmla="*/ 130647 w 191462"/>
                <a:gd name="csY811" fmla="*/ 380124 h 421331"/>
                <a:gd name="csX812" fmla="*/ 130814 w 191462"/>
                <a:gd name="csY812" fmla="*/ 381425 h 421331"/>
                <a:gd name="csX813" fmla="*/ 130304 w 191462"/>
                <a:gd name="csY813" fmla="*/ 384217 h 421331"/>
                <a:gd name="csX814" fmla="*/ 129871 w 191462"/>
                <a:gd name="csY814" fmla="*/ 385739 h 421331"/>
                <a:gd name="csX815" fmla="*/ 128996 w 191462"/>
                <a:gd name="csY815" fmla="*/ 386728 h 421331"/>
                <a:gd name="csX816" fmla="*/ 135836 w 191462"/>
                <a:gd name="csY816" fmla="*/ 397897 h 421331"/>
                <a:gd name="csX817" fmla="*/ 135349 w 191462"/>
                <a:gd name="csY817" fmla="*/ 397943 h 421331"/>
                <a:gd name="csX818" fmla="*/ 134900 w 191462"/>
                <a:gd name="csY818" fmla="*/ 397836 h 421331"/>
                <a:gd name="csX819" fmla="*/ 134459 w 191462"/>
                <a:gd name="csY819" fmla="*/ 397501 h 421331"/>
                <a:gd name="csX820" fmla="*/ 135509 w 191462"/>
                <a:gd name="csY820" fmla="*/ 395181 h 421331"/>
                <a:gd name="csX821" fmla="*/ 135836 w 191462"/>
                <a:gd name="csY821" fmla="*/ 397897 h 421331"/>
                <a:gd name="csX822" fmla="*/ 128745 w 191462"/>
                <a:gd name="csY822" fmla="*/ 398087 h 421331"/>
                <a:gd name="csX823" fmla="*/ 130525 w 191462"/>
                <a:gd name="csY823" fmla="*/ 401823 h 421331"/>
                <a:gd name="csX824" fmla="*/ 130335 w 191462"/>
                <a:gd name="csY824" fmla="*/ 402401 h 421331"/>
                <a:gd name="csX825" fmla="*/ 130061 w 191462"/>
                <a:gd name="csY825" fmla="*/ 402691 h 421331"/>
                <a:gd name="csX826" fmla="*/ 129635 w 191462"/>
                <a:gd name="csY826" fmla="*/ 402592 h 421331"/>
                <a:gd name="csX827" fmla="*/ 128920 w 191462"/>
                <a:gd name="csY827" fmla="*/ 400575 h 421331"/>
                <a:gd name="csX828" fmla="*/ 127581 w 191462"/>
                <a:gd name="csY828" fmla="*/ 399274 h 421331"/>
                <a:gd name="csX829" fmla="*/ 125975 w 191462"/>
                <a:gd name="csY829" fmla="*/ 399518 h 421331"/>
                <a:gd name="csX830" fmla="*/ 127307 w 191462"/>
                <a:gd name="csY830" fmla="*/ 397867 h 421331"/>
                <a:gd name="csX831" fmla="*/ 127832 w 191462"/>
                <a:gd name="csY831" fmla="*/ 397494 h 421331"/>
                <a:gd name="csX832" fmla="*/ 128745 w 191462"/>
                <a:gd name="csY832" fmla="*/ 398087 h 421331"/>
                <a:gd name="csX833" fmla="*/ 128166 w 191462"/>
                <a:gd name="csY833" fmla="*/ 420076 h 421331"/>
                <a:gd name="csX834" fmla="*/ 127131 w 191462"/>
                <a:gd name="csY834" fmla="*/ 421331 h 421331"/>
                <a:gd name="csX835" fmla="*/ 126782 w 191462"/>
                <a:gd name="csY835" fmla="*/ 421278 h 421331"/>
                <a:gd name="csX836" fmla="*/ 127261 w 191462"/>
                <a:gd name="csY836" fmla="*/ 419193 h 421331"/>
                <a:gd name="csX837" fmla="*/ 128981 w 191462"/>
                <a:gd name="csY837" fmla="*/ 417672 h 421331"/>
                <a:gd name="csX838" fmla="*/ 130495 w 191462"/>
                <a:gd name="csY838" fmla="*/ 417535 h 421331"/>
                <a:gd name="csX839" fmla="*/ 130327 w 191462"/>
                <a:gd name="csY839" fmla="*/ 418478 h 421331"/>
                <a:gd name="csX840" fmla="*/ 129216 w 191462"/>
                <a:gd name="csY840" fmla="*/ 419635 h 421331"/>
                <a:gd name="csX841" fmla="*/ 128166 w 191462"/>
                <a:gd name="csY841" fmla="*/ 420076 h 421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Lst>
              <a:rect l="l" t="t" r="r" b="b"/>
              <a:pathLst>
                <a:path w="191462" h="421331">
                  <a:moveTo>
                    <a:pt x="191295" y="163044"/>
                  </a:moveTo>
                  <a:lnTo>
                    <a:pt x="190039" y="165296"/>
                  </a:lnTo>
                  <a:lnTo>
                    <a:pt x="186775" y="167632"/>
                  </a:lnTo>
                  <a:lnTo>
                    <a:pt x="184470" y="168819"/>
                  </a:lnTo>
                  <a:lnTo>
                    <a:pt x="183123" y="168849"/>
                  </a:lnTo>
                  <a:lnTo>
                    <a:pt x="181982" y="170249"/>
                  </a:lnTo>
                  <a:lnTo>
                    <a:pt x="181046" y="173003"/>
                  </a:lnTo>
                  <a:lnTo>
                    <a:pt x="180072" y="174616"/>
                  </a:lnTo>
                  <a:lnTo>
                    <a:pt x="179067" y="175096"/>
                  </a:lnTo>
                  <a:lnTo>
                    <a:pt x="178421" y="176138"/>
                  </a:lnTo>
                  <a:lnTo>
                    <a:pt x="178116" y="177736"/>
                  </a:lnTo>
                  <a:lnTo>
                    <a:pt x="178695" y="178588"/>
                  </a:lnTo>
                  <a:lnTo>
                    <a:pt x="180156" y="178702"/>
                  </a:lnTo>
                  <a:lnTo>
                    <a:pt x="180270" y="179151"/>
                  </a:lnTo>
                  <a:lnTo>
                    <a:pt x="179037" y="179935"/>
                  </a:lnTo>
                  <a:lnTo>
                    <a:pt x="177500" y="180209"/>
                  </a:lnTo>
                  <a:lnTo>
                    <a:pt x="175674" y="179973"/>
                  </a:lnTo>
                  <a:lnTo>
                    <a:pt x="173932" y="180604"/>
                  </a:lnTo>
                  <a:lnTo>
                    <a:pt x="172288" y="182088"/>
                  </a:lnTo>
                  <a:lnTo>
                    <a:pt x="170889" y="185291"/>
                  </a:lnTo>
                  <a:lnTo>
                    <a:pt x="169732" y="190206"/>
                  </a:lnTo>
                  <a:lnTo>
                    <a:pt x="169580" y="191469"/>
                  </a:lnTo>
                  <a:lnTo>
                    <a:pt x="167038" y="190039"/>
                  </a:lnTo>
                  <a:lnTo>
                    <a:pt x="165981" y="189232"/>
                  </a:lnTo>
                  <a:lnTo>
                    <a:pt x="164619" y="189027"/>
                  </a:lnTo>
                  <a:lnTo>
                    <a:pt x="163219" y="189932"/>
                  </a:lnTo>
                  <a:lnTo>
                    <a:pt x="162108" y="190914"/>
                  </a:lnTo>
                  <a:lnTo>
                    <a:pt x="160974" y="191271"/>
                  </a:lnTo>
                  <a:lnTo>
                    <a:pt x="159232" y="191386"/>
                  </a:lnTo>
                  <a:lnTo>
                    <a:pt x="156949" y="190876"/>
                  </a:lnTo>
                  <a:lnTo>
                    <a:pt x="155397" y="190419"/>
                  </a:lnTo>
                  <a:lnTo>
                    <a:pt x="155162" y="190670"/>
                  </a:lnTo>
                  <a:lnTo>
                    <a:pt x="156006" y="192740"/>
                  </a:lnTo>
                  <a:lnTo>
                    <a:pt x="156303" y="194391"/>
                  </a:lnTo>
                  <a:lnTo>
                    <a:pt x="155968" y="195251"/>
                  </a:lnTo>
                  <a:lnTo>
                    <a:pt x="155230" y="195966"/>
                  </a:lnTo>
                  <a:lnTo>
                    <a:pt x="154119" y="196529"/>
                  </a:lnTo>
                  <a:lnTo>
                    <a:pt x="152810" y="196856"/>
                  </a:lnTo>
                  <a:lnTo>
                    <a:pt x="151654" y="196826"/>
                  </a:lnTo>
                  <a:lnTo>
                    <a:pt x="149805" y="196042"/>
                  </a:lnTo>
                  <a:lnTo>
                    <a:pt x="148390" y="196012"/>
                  </a:lnTo>
                  <a:lnTo>
                    <a:pt x="147180" y="196400"/>
                  </a:lnTo>
                  <a:lnTo>
                    <a:pt x="146442" y="196978"/>
                  </a:lnTo>
                  <a:lnTo>
                    <a:pt x="146031" y="197701"/>
                  </a:lnTo>
                  <a:lnTo>
                    <a:pt x="145316" y="201779"/>
                  </a:lnTo>
                  <a:lnTo>
                    <a:pt x="144692" y="203049"/>
                  </a:lnTo>
                  <a:lnTo>
                    <a:pt x="143817" y="203772"/>
                  </a:lnTo>
                  <a:lnTo>
                    <a:pt x="142942" y="203848"/>
                  </a:lnTo>
                  <a:lnTo>
                    <a:pt x="141740" y="203651"/>
                  </a:lnTo>
                  <a:lnTo>
                    <a:pt x="140485" y="203818"/>
                  </a:lnTo>
                  <a:lnTo>
                    <a:pt x="134786" y="205393"/>
                  </a:lnTo>
                  <a:lnTo>
                    <a:pt x="133957" y="205545"/>
                  </a:lnTo>
                  <a:lnTo>
                    <a:pt x="132176" y="205667"/>
                  </a:lnTo>
                  <a:lnTo>
                    <a:pt x="130517" y="205713"/>
                  </a:lnTo>
                  <a:lnTo>
                    <a:pt x="129353" y="205636"/>
                  </a:lnTo>
                  <a:lnTo>
                    <a:pt x="126622" y="204023"/>
                  </a:lnTo>
                  <a:lnTo>
                    <a:pt x="125298" y="203856"/>
                  </a:lnTo>
                  <a:lnTo>
                    <a:pt x="124568" y="204313"/>
                  </a:lnTo>
                  <a:lnTo>
                    <a:pt x="124066" y="206473"/>
                  </a:lnTo>
                  <a:lnTo>
                    <a:pt x="122468" y="207851"/>
                  </a:lnTo>
                  <a:lnTo>
                    <a:pt x="120337" y="210841"/>
                  </a:lnTo>
                  <a:lnTo>
                    <a:pt x="119850" y="215208"/>
                  </a:lnTo>
                  <a:lnTo>
                    <a:pt x="120063" y="218251"/>
                  </a:lnTo>
                  <a:lnTo>
                    <a:pt x="118153" y="221264"/>
                  </a:lnTo>
                  <a:lnTo>
                    <a:pt x="117978" y="222718"/>
                  </a:lnTo>
                  <a:lnTo>
                    <a:pt x="119006" y="229687"/>
                  </a:lnTo>
                  <a:lnTo>
                    <a:pt x="118838" y="230418"/>
                  </a:lnTo>
                  <a:lnTo>
                    <a:pt x="118443" y="230775"/>
                  </a:lnTo>
                  <a:lnTo>
                    <a:pt x="117248" y="231018"/>
                  </a:lnTo>
                  <a:lnTo>
                    <a:pt x="115232" y="231749"/>
                  </a:lnTo>
                  <a:lnTo>
                    <a:pt x="113900" y="232441"/>
                  </a:lnTo>
                  <a:lnTo>
                    <a:pt x="113261" y="232518"/>
                  </a:lnTo>
                  <a:lnTo>
                    <a:pt x="111382" y="232000"/>
                  </a:lnTo>
                  <a:lnTo>
                    <a:pt x="110895" y="231993"/>
                  </a:lnTo>
                  <a:lnTo>
                    <a:pt x="111039" y="232525"/>
                  </a:lnTo>
                  <a:lnTo>
                    <a:pt x="112538" y="235538"/>
                  </a:lnTo>
                  <a:lnTo>
                    <a:pt x="114090" y="236968"/>
                  </a:lnTo>
                  <a:lnTo>
                    <a:pt x="115711" y="236809"/>
                  </a:lnTo>
                  <a:lnTo>
                    <a:pt x="116411" y="237090"/>
                  </a:lnTo>
                  <a:lnTo>
                    <a:pt x="116206" y="237813"/>
                  </a:lnTo>
                  <a:lnTo>
                    <a:pt x="116829" y="239700"/>
                  </a:lnTo>
                  <a:lnTo>
                    <a:pt x="118275" y="242743"/>
                  </a:lnTo>
                  <a:lnTo>
                    <a:pt x="118717" y="245026"/>
                  </a:lnTo>
                  <a:lnTo>
                    <a:pt x="117834" y="247293"/>
                  </a:lnTo>
                  <a:lnTo>
                    <a:pt x="117994" y="248107"/>
                  </a:lnTo>
                  <a:lnTo>
                    <a:pt x="118473" y="248587"/>
                  </a:lnTo>
                  <a:lnTo>
                    <a:pt x="119842" y="250694"/>
                  </a:lnTo>
                  <a:lnTo>
                    <a:pt x="122756" y="253989"/>
                  </a:lnTo>
                  <a:lnTo>
                    <a:pt x="125610" y="257550"/>
                  </a:lnTo>
                  <a:lnTo>
                    <a:pt x="127992" y="260517"/>
                  </a:lnTo>
                  <a:lnTo>
                    <a:pt x="129734" y="262571"/>
                  </a:lnTo>
                  <a:lnTo>
                    <a:pt x="133629" y="266383"/>
                  </a:lnTo>
                  <a:lnTo>
                    <a:pt x="134322" y="268171"/>
                  </a:lnTo>
                  <a:lnTo>
                    <a:pt x="134474" y="271778"/>
                  </a:lnTo>
                  <a:lnTo>
                    <a:pt x="135432" y="273862"/>
                  </a:lnTo>
                  <a:lnTo>
                    <a:pt x="136323" y="275354"/>
                  </a:lnTo>
                  <a:lnTo>
                    <a:pt x="136939" y="276601"/>
                  </a:lnTo>
                  <a:lnTo>
                    <a:pt x="138369" y="280680"/>
                  </a:lnTo>
                  <a:lnTo>
                    <a:pt x="138978" y="281227"/>
                  </a:lnTo>
                  <a:lnTo>
                    <a:pt x="142098" y="278747"/>
                  </a:lnTo>
                  <a:lnTo>
                    <a:pt x="142820" y="279264"/>
                  </a:lnTo>
                  <a:lnTo>
                    <a:pt x="143231" y="280200"/>
                  </a:lnTo>
                  <a:lnTo>
                    <a:pt x="143231" y="281387"/>
                  </a:lnTo>
                  <a:lnTo>
                    <a:pt x="142744" y="282734"/>
                  </a:lnTo>
                  <a:lnTo>
                    <a:pt x="141732" y="283982"/>
                  </a:lnTo>
                  <a:lnTo>
                    <a:pt x="136909" y="286858"/>
                  </a:lnTo>
                  <a:lnTo>
                    <a:pt x="136513" y="289331"/>
                  </a:lnTo>
                  <a:lnTo>
                    <a:pt x="136178" y="293082"/>
                  </a:lnTo>
                  <a:lnTo>
                    <a:pt x="136095" y="297685"/>
                  </a:lnTo>
                  <a:lnTo>
                    <a:pt x="136331" y="301124"/>
                  </a:lnTo>
                  <a:lnTo>
                    <a:pt x="136155" y="301915"/>
                  </a:lnTo>
                  <a:lnTo>
                    <a:pt x="135729" y="302288"/>
                  </a:lnTo>
                  <a:lnTo>
                    <a:pt x="133911" y="302136"/>
                  </a:lnTo>
                  <a:lnTo>
                    <a:pt x="131293" y="303871"/>
                  </a:lnTo>
                  <a:lnTo>
                    <a:pt x="130365" y="304023"/>
                  </a:lnTo>
                  <a:lnTo>
                    <a:pt x="129216" y="304685"/>
                  </a:lnTo>
                  <a:lnTo>
                    <a:pt x="128341" y="305506"/>
                  </a:lnTo>
                  <a:lnTo>
                    <a:pt x="128060" y="306754"/>
                  </a:lnTo>
                  <a:lnTo>
                    <a:pt x="128577" y="310528"/>
                  </a:lnTo>
                  <a:lnTo>
                    <a:pt x="129513" y="314066"/>
                  </a:lnTo>
                  <a:lnTo>
                    <a:pt x="131347" y="316661"/>
                  </a:lnTo>
                  <a:lnTo>
                    <a:pt x="132800" y="318715"/>
                  </a:lnTo>
                  <a:lnTo>
                    <a:pt x="134832" y="321568"/>
                  </a:lnTo>
                  <a:lnTo>
                    <a:pt x="136429" y="324048"/>
                  </a:lnTo>
                  <a:lnTo>
                    <a:pt x="139663" y="326765"/>
                  </a:lnTo>
                  <a:lnTo>
                    <a:pt x="144198" y="330828"/>
                  </a:lnTo>
                  <a:lnTo>
                    <a:pt x="145932" y="333072"/>
                  </a:lnTo>
                  <a:lnTo>
                    <a:pt x="147462" y="335788"/>
                  </a:lnTo>
                  <a:lnTo>
                    <a:pt x="148542" y="338109"/>
                  </a:lnTo>
                  <a:lnTo>
                    <a:pt x="148953" y="341183"/>
                  </a:lnTo>
                  <a:lnTo>
                    <a:pt x="149288" y="342902"/>
                  </a:lnTo>
                  <a:lnTo>
                    <a:pt x="149386" y="348654"/>
                  </a:lnTo>
                  <a:lnTo>
                    <a:pt x="148557" y="349963"/>
                  </a:lnTo>
                  <a:lnTo>
                    <a:pt x="147918" y="351477"/>
                  </a:lnTo>
                  <a:lnTo>
                    <a:pt x="148276" y="353060"/>
                  </a:lnTo>
                  <a:lnTo>
                    <a:pt x="149333" y="354574"/>
                  </a:lnTo>
                  <a:lnTo>
                    <a:pt x="149333" y="356301"/>
                  </a:lnTo>
                  <a:lnTo>
                    <a:pt x="150323" y="359398"/>
                  </a:lnTo>
                  <a:lnTo>
                    <a:pt x="151981" y="361292"/>
                  </a:lnTo>
                  <a:lnTo>
                    <a:pt x="153579" y="362563"/>
                  </a:lnTo>
                  <a:lnTo>
                    <a:pt x="154287" y="363567"/>
                  </a:lnTo>
                  <a:lnTo>
                    <a:pt x="154058" y="365180"/>
                  </a:lnTo>
                  <a:lnTo>
                    <a:pt x="154530" y="366892"/>
                  </a:lnTo>
                  <a:lnTo>
                    <a:pt x="154880" y="368756"/>
                  </a:lnTo>
                  <a:lnTo>
                    <a:pt x="155527" y="371336"/>
                  </a:lnTo>
                  <a:lnTo>
                    <a:pt x="156812" y="373519"/>
                  </a:lnTo>
                  <a:lnTo>
                    <a:pt x="158768" y="380207"/>
                  </a:lnTo>
                  <a:lnTo>
                    <a:pt x="158723" y="380892"/>
                  </a:lnTo>
                  <a:lnTo>
                    <a:pt x="157878" y="382246"/>
                  </a:lnTo>
                  <a:lnTo>
                    <a:pt x="156645" y="383471"/>
                  </a:lnTo>
                  <a:lnTo>
                    <a:pt x="155854" y="383867"/>
                  </a:lnTo>
                  <a:lnTo>
                    <a:pt x="155101" y="385130"/>
                  </a:lnTo>
                  <a:lnTo>
                    <a:pt x="153313" y="388698"/>
                  </a:lnTo>
                  <a:lnTo>
                    <a:pt x="149706" y="394846"/>
                  </a:lnTo>
                  <a:lnTo>
                    <a:pt x="146191" y="398848"/>
                  </a:lnTo>
                  <a:lnTo>
                    <a:pt x="143231" y="401694"/>
                  </a:lnTo>
                  <a:lnTo>
                    <a:pt x="141093" y="403421"/>
                  </a:lnTo>
                  <a:lnTo>
                    <a:pt x="140462" y="404448"/>
                  </a:lnTo>
                  <a:lnTo>
                    <a:pt x="140462" y="405255"/>
                  </a:lnTo>
                  <a:lnTo>
                    <a:pt x="140850" y="406685"/>
                  </a:lnTo>
                  <a:lnTo>
                    <a:pt x="140698" y="409409"/>
                  </a:lnTo>
                  <a:lnTo>
                    <a:pt x="140241" y="411136"/>
                  </a:lnTo>
                  <a:lnTo>
                    <a:pt x="139632" y="412962"/>
                  </a:lnTo>
                  <a:lnTo>
                    <a:pt x="139290" y="414590"/>
                  </a:lnTo>
                  <a:lnTo>
                    <a:pt x="138339" y="414834"/>
                  </a:lnTo>
                  <a:lnTo>
                    <a:pt x="136300" y="417938"/>
                  </a:lnTo>
                  <a:lnTo>
                    <a:pt x="135417" y="416378"/>
                  </a:lnTo>
                  <a:lnTo>
                    <a:pt x="134900" y="414758"/>
                  </a:lnTo>
                  <a:lnTo>
                    <a:pt x="135455" y="411083"/>
                  </a:lnTo>
                  <a:lnTo>
                    <a:pt x="134215" y="404121"/>
                  </a:lnTo>
                  <a:lnTo>
                    <a:pt x="134991" y="403193"/>
                  </a:lnTo>
                  <a:lnTo>
                    <a:pt x="135729" y="402721"/>
                  </a:lnTo>
                  <a:lnTo>
                    <a:pt x="137084" y="400050"/>
                  </a:lnTo>
                  <a:lnTo>
                    <a:pt x="138719" y="397403"/>
                  </a:lnTo>
                  <a:lnTo>
                    <a:pt x="138879" y="394237"/>
                  </a:lnTo>
                  <a:lnTo>
                    <a:pt x="140203" y="391917"/>
                  </a:lnTo>
                  <a:lnTo>
                    <a:pt x="139891" y="389976"/>
                  </a:lnTo>
                  <a:lnTo>
                    <a:pt x="139960" y="387702"/>
                  </a:lnTo>
                  <a:lnTo>
                    <a:pt x="140241" y="385838"/>
                  </a:lnTo>
                  <a:lnTo>
                    <a:pt x="140135" y="384308"/>
                  </a:lnTo>
                  <a:lnTo>
                    <a:pt x="141185" y="382726"/>
                  </a:lnTo>
                  <a:lnTo>
                    <a:pt x="143003" y="381539"/>
                  </a:lnTo>
                  <a:lnTo>
                    <a:pt x="142242" y="381113"/>
                  </a:lnTo>
                  <a:lnTo>
                    <a:pt x="141481" y="380245"/>
                  </a:lnTo>
                  <a:lnTo>
                    <a:pt x="139100" y="381562"/>
                  </a:lnTo>
                  <a:lnTo>
                    <a:pt x="137883" y="381128"/>
                  </a:lnTo>
                  <a:lnTo>
                    <a:pt x="137639" y="379758"/>
                  </a:lnTo>
                  <a:lnTo>
                    <a:pt x="137943" y="378290"/>
                  </a:lnTo>
                  <a:lnTo>
                    <a:pt x="138065" y="377400"/>
                  </a:lnTo>
                  <a:lnTo>
                    <a:pt x="139016" y="376395"/>
                  </a:lnTo>
                  <a:lnTo>
                    <a:pt x="138948" y="374432"/>
                  </a:lnTo>
                  <a:lnTo>
                    <a:pt x="138468" y="372705"/>
                  </a:lnTo>
                  <a:lnTo>
                    <a:pt x="139161" y="370567"/>
                  </a:lnTo>
                  <a:lnTo>
                    <a:pt x="137753" y="370559"/>
                  </a:lnTo>
                  <a:lnTo>
                    <a:pt x="137107" y="370126"/>
                  </a:lnTo>
                  <a:lnTo>
                    <a:pt x="137510" y="368939"/>
                  </a:lnTo>
                  <a:lnTo>
                    <a:pt x="138788" y="367889"/>
                  </a:lnTo>
                  <a:lnTo>
                    <a:pt x="137624" y="365880"/>
                  </a:lnTo>
                  <a:lnTo>
                    <a:pt x="138483" y="363727"/>
                  </a:lnTo>
                  <a:lnTo>
                    <a:pt x="138453" y="361064"/>
                  </a:lnTo>
                  <a:lnTo>
                    <a:pt x="137867" y="358713"/>
                  </a:lnTo>
                  <a:lnTo>
                    <a:pt x="137898" y="357024"/>
                  </a:lnTo>
                  <a:lnTo>
                    <a:pt x="137000" y="354026"/>
                  </a:lnTo>
                  <a:lnTo>
                    <a:pt x="136589" y="350192"/>
                  </a:lnTo>
                  <a:lnTo>
                    <a:pt x="134695" y="347338"/>
                  </a:lnTo>
                  <a:lnTo>
                    <a:pt x="133287" y="343176"/>
                  </a:lnTo>
                  <a:lnTo>
                    <a:pt x="129528" y="337729"/>
                  </a:lnTo>
                  <a:lnTo>
                    <a:pt x="129597" y="335393"/>
                  </a:lnTo>
                  <a:lnTo>
                    <a:pt x="129399" y="333338"/>
                  </a:lnTo>
                  <a:lnTo>
                    <a:pt x="128577" y="332342"/>
                  </a:lnTo>
                  <a:lnTo>
                    <a:pt x="127489" y="339608"/>
                  </a:lnTo>
                  <a:lnTo>
                    <a:pt x="126660" y="338178"/>
                  </a:lnTo>
                  <a:lnTo>
                    <a:pt x="126394" y="334122"/>
                  </a:lnTo>
                  <a:lnTo>
                    <a:pt x="125853" y="332197"/>
                  </a:lnTo>
                  <a:lnTo>
                    <a:pt x="126439" y="328370"/>
                  </a:lnTo>
                  <a:lnTo>
                    <a:pt x="124263" y="324566"/>
                  </a:lnTo>
                  <a:lnTo>
                    <a:pt x="123799" y="321804"/>
                  </a:lnTo>
                  <a:lnTo>
                    <a:pt x="122369" y="317612"/>
                  </a:lnTo>
                  <a:lnTo>
                    <a:pt x="122787" y="316668"/>
                  </a:lnTo>
                  <a:lnTo>
                    <a:pt x="124697" y="317612"/>
                  </a:lnTo>
                  <a:lnTo>
                    <a:pt x="122939" y="315169"/>
                  </a:lnTo>
                  <a:lnTo>
                    <a:pt x="121509" y="315717"/>
                  </a:lnTo>
                  <a:lnTo>
                    <a:pt x="120291" y="313077"/>
                  </a:lnTo>
                  <a:lnTo>
                    <a:pt x="120025" y="305917"/>
                  </a:lnTo>
                  <a:lnTo>
                    <a:pt x="118830" y="303239"/>
                  </a:lnTo>
                  <a:lnTo>
                    <a:pt x="119485" y="300507"/>
                  </a:lnTo>
                  <a:lnTo>
                    <a:pt x="118123" y="290708"/>
                  </a:lnTo>
                  <a:lnTo>
                    <a:pt x="115430" y="287527"/>
                  </a:lnTo>
                  <a:lnTo>
                    <a:pt x="115962" y="284788"/>
                  </a:lnTo>
                  <a:lnTo>
                    <a:pt x="116632" y="282354"/>
                  </a:lnTo>
                  <a:lnTo>
                    <a:pt x="116480" y="277849"/>
                  </a:lnTo>
                  <a:lnTo>
                    <a:pt x="117141" y="276457"/>
                  </a:lnTo>
                  <a:lnTo>
                    <a:pt x="118450" y="275392"/>
                  </a:lnTo>
                  <a:lnTo>
                    <a:pt x="117225" y="275765"/>
                  </a:lnTo>
                  <a:lnTo>
                    <a:pt x="116183" y="276084"/>
                  </a:lnTo>
                  <a:lnTo>
                    <a:pt x="113740" y="276350"/>
                  </a:lnTo>
                  <a:lnTo>
                    <a:pt x="110979" y="276404"/>
                  </a:lnTo>
                  <a:lnTo>
                    <a:pt x="110020" y="273109"/>
                  </a:lnTo>
                  <a:lnTo>
                    <a:pt x="108665" y="271527"/>
                  </a:lnTo>
                  <a:lnTo>
                    <a:pt x="107478" y="268217"/>
                  </a:lnTo>
                  <a:lnTo>
                    <a:pt x="106763" y="264451"/>
                  </a:lnTo>
                  <a:lnTo>
                    <a:pt x="107228" y="263712"/>
                  </a:lnTo>
                  <a:lnTo>
                    <a:pt x="105097" y="262176"/>
                  </a:lnTo>
                  <a:lnTo>
                    <a:pt x="104550" y="261232"/>
                  </a:lnTo>
                  <a:lnTo>
                    <a:pt x="102320" y="258782"/>
                  </a:lnTo>
                  <a:lnTo>
                    <a:pt x="99786" y="256918"/>
                  </a:lnTo>
                  <a:lnTo>
                    <a:pt x="100350" y="258227"/>
                  </a:lnTo>
                  <a:lnTo>
                    <a:pt x="101034" y="259056"/>
                  </a:lnTo>
                  <a:lnTo>
                    <a:pt x="99771" y="261323"/>
                  </a:lnTo>
                  <a:lnTo>
                    <a:pt x="101004" y="265143"/>
                  </a:lnTo>
                  <a:lnTo>
                    <a:pt x="99923" y="267578"/>
                  </a:lnTo>
                  <a:lnTo>
                    <a:pt x="98911" y="270743"/>
                  </a:lnTo>
                  <a:lnTo>
                    <a:pt x="97945" y="272249"/>
                  </a:lnTo>
                  <a:lnTo>
                    <a:pt x="94894" y="275491"/>
                  </a:lnTo>
                  <a:lnTo>
                    <a:pt x="92421" y="276586"/>
                  </a:lnTo>
                  <a:lnTo>
                    <a:pt x="90808" y="276792"/>
                  </a:lnTo>
                  <a:lnTo>
                    <a:pt x="89378" y="276449"/>
                  </a:lnTo>
                  <a:lnTo>
                    <a:pt x="87628" y="274775"/>
                  </a:lnTo>
                  <a:lnTo>
                    <a:pt x="87202" y="273375"/>
                  </a:lnTo>
                  <a:lnTo>
                    <a:pt x="86920" y="271024"/>
                  </a:lnTo>
                  <a:lnTo>
                    <a:pt x="86304" y="270690"/>
                  </a:lnTo>
                  <a:lnTo>
                    <a:pt x="85642" y="270963"/>
                  </a:lnTo>
                  <a:lnTo>
                    <a:pt x="86677" y="273999"/>
                  </a:lnTo>
                  <a:lnTo>
                    <a:pt x="86662" y="275415"/>
                  </a:lnTo>
                  <a:lnTo>
                    <a:pt x="88526" y="278138"/>
                  </a:lnTo>
                  <a:lnTo>
                    <a:pt x="87864" y="278899"/>
                  </a:lnTo>
                  <a:lnTo>
                    <a:pt x="84486" y="280391"/>
                  </a:lnTo>
                  <a:lnTo>
                    <a:pt x="83337" y="280147"/>
                  </a:lnTo>
                  <a:lnTo>
                    <a:pt x="82523" y="280444"/>
                  </a:lnTo>
                  <a:lnTo>
                    <a:pt x="82302" y="281669"/>
                  </a:lnTo>
                  <a:lnTo>
                    <a:pt x="81876" y="282354"/>
                  </a:lnTo>
                  <a:lnTo>
                    <a:pt x="76558" y="284225"/>
                  </a:lnTo>
                  <a:lnTo>
                    <a:pt x="75447" y="286333"/>
                  </a:lnTo>
                  <a:lnTo>
                    <a:pt x="74762" y="288471"/>
                  </a:lnTo>
                  <a:lnTo>
                    <a:pt x="72114" y="291537"/>
                  </a:lnTo>
                  <a:lnTo>
                    <a:pt x="68569" y="294071"/>
                  </a:lnTo>
                  <a:lnTo>
                    <a:pt x="67693" y="293926"/>
                  </a:lnTo>
                  <a:lnTo>
                    <a:pt x="66689" y="293333"/>
                  </a:lnTo>
                  <a:lnTo>
                    <a:pt x="66826" y="290594"/>
                  </a:lnTo>
                  <a:lnTo>
                    <a:pt x="68043" y="288273"/>
                  </a:lnTo>
                  <a:lnTo>
                    <a:pt x="67656" y="285793"/>
                  </a:lnTo>
                  <a:lnTo>
                    <a:pt x="67359" y="287215"/>
                  </a:lnTo>
                  <a:lnTo>
                    <a:pt x="65068" y="290670"/>
                  </a:lnTo>
                  <a:lnTo>
                    <a:pt x="64026" y="291796"/>
                  </a:lnTo>
                  <a:lnTo>
                    <a:pt x="61926" y="291499"/>
                  </a:lnTo>
                  <a:lnTo>
                    <a:pt x="59020" y="291963"/>
                  </a:lnTo>
                  <a:lnTo>
                    <a:pt x="57924" y="288418"/>
                  </a:lnTo>
                  <a:lnTo>
                    <a:pt x="57947" y="287117"/>
                  </a:lnTo>
                  <a:lnTo>
                    <a:pt x="57734" y="286013"/>
                  </a:lnTo>
                  <a:lnTo>
                    <a:pt x="58069" y="284849"/>
                  </a:lnTo>
                  <a:lnTo>
                    <a:pt x="57962" y="283921"/>
                  </a:lnTo>
                  <a:lnTo>
                    <a:pt x="57262" y="285694"/>
                  </a:lnTo>
                  <a:lnTo>
                    <a:pt x="56996" y="287231"/>
                  </a:lnTo>
                  <a:lnTo>
                    <a:pt x="55931" y="288600"/>
                  </a:lnTo>
                  <a:lnTo>
                    <a:pt x="53017" y="290069"/>
                  </a:lnTo>
                  <a:lnTo>
                    <a:pt x="52895" y="288205"/>
                  </a:lnTo>
                  <a:lnTo>
                    <a:pt x="52796" y="286523"/>
                  </a:lnTo>
                  <a:lnTo>
                    <a:pt x="53420" y="285009"/>
                  </a:lnTo>
                  <a:lnTo>
                    <a:pt x="53328" y="282612"/>
                  </a:lnTo>
                  <a:lnTo>
                    <a:pt x="54257" y="279143"/>
                  </a:lnTo>
                  <a:lnTo>
                    <a:pt x="54180" y="277956"/>
                  </a:lnTo>
                  <a:lnTo>
                    <a:pt x="53899" y="276639"/>
                  </a:lnTo>
                  <a:lnTo>
                    <a:pt x="53382" y="278549"/>
                  </a:lnTo>
                  <a:lnTo>
                    <a:pt x="53085" y="280528"/>
                  </a:lnTo>
                  <a:lnTo>
                    <a:pt x="52499" y="281128"/>
                  </a:lnTo>
                  <a:lnTo>
                    <a:pt x="51426" y="281578"/>
                  </a:lnTo>
                  <a:lnTo>
                    <a:pt x="49463" y="283845"/>
                  </a:lnTo>
                  <a:lnTo>
                    <a:pt x="48314" y="285876"/>
                  </a:lnTo>
                  <a:lnTo>
                    <a:pt x="45271" y="287794"/>
                  </a:lnTo>
                  <a:lnTo>
                    <a:pt x="43666" y="287596"/>
                  </a:lnTo>
                  <a:lnTo>
                    <a:pt x="43460" y="285161"/>
                  </a:lnTo>
                  <a:lnTo>
                    <a:pt x="44678" y="276525"/>
                  </a:lnTo>
                  <a:lnTo>
                    <a:pt x="45872" y="275308"/>
                  </a:lnTo>
                  <a:lnTo>
                    <a:pt x="46427" y="273809"/>
                  </a:lnTo>
                  <a:lnTo>
                    <a:pt x="47424" y="268749"/>
                  </a:lnTo>
                  <a:lnTo>
                    <a:pt x="48543" y="266840"/>
                  </a:lnTo>
                  <a:lnTo>
                    <a:pt x="48984" y="262822"/>
                  </a:lnTo>
                  <a:lnTo>
                    <a:pt x="49440" y="262130"/>
                  </a:lnTo>
                  <a:lnTo>
                    <a:pt x="50939" y="258972"/>
                  </a:lnTo>
                  <a:lnTo>
                    <a:pt x="51457" y="253175"/>
                  </a:lnTo>
                  <a:lnTo>
                    <a:pt x="50841" y="250291"/>
                  </a:lnTo>
                  <a:lnTo>
                    <a:pt x="49433" y="247491"/>
                  </a:lnTo>
                  <a:lnTo>
                    <a:pt x="48079" y="239076"/>
                  </a:lnTo>
                  <a:lnTo>
                    <a:pt x="44548" y="232244"/>
                  </a:lnTo>
                  <a:lnTo>
                    <a:pt x="44259" y="229961"/>
                  </a:lnTo>
                  <a:lnTo>
                    <a:pt x="42517" y="227199"/>
                  </a:lnTo>
                  <a:lnTo>
                    <a:pt x="44122" y="227001"/>
                  </a:lnTo>
                  <a:lnTo>
                    <a:pt x="40820" y="224582"/>
                  </a:lnTo>
                  <a:lnTo>
                    <a:pt x="40363" y="223593"/>
                  </a:lnTo>
                  <a:lnTo>
                    <a:pt x="39702" y="217917"/>
                  </a:lnTo>
                  <a:lnTo>
                    <a:pt x="39831" y="214744"/>
                  </a:lnTo>
                  <a:lnTo>
                    <a:pt x="39351" y="215162"/>
                  </a:lnTo>
                  <a:lnTo>
                    <a:pt x="38902" y="217118"/>
                  </a:lnTo>
                  <a:lnTo>
                    <a:pt x="37609" y="217917"/>
                  </a:lnTo>
                  <a:lnTo>
                    <a:pt x="38187" y="221303"/>
                  </a:lnTo>
                  <a:lnTo>
                    <a:pt x="38035" y="222124"/>
                  </a:lnTo>
                  <a:lnTo>
                    <a:pt x="37350" y="223440"/>
                  </a:lnTo>
                  <a:lnTo>
                    <a:pt x="34596" y="222071"/>
                  </a:lnTo>
                  <a:lnTo>
                    <a:pt x="32572" y="220580"/>
                  </a:lnTo>
                  <a:lnTo>
                    <a:pt x="30282" y="216950"/>
                  </a:lnTo>
                  <a:lnTo>
                    <a:pt x="28038" y="212880"/>
                  </a:lnTo>
                  <a:lnTo>
                    <a:pt x="28829" y="212248"/>
                  </a:lnTo>
                  <a:lnTo>
                    <a:pt x="29864" y="212172"/>
                  </a:lnTo>
                  <a:lnTo>
                    <a:pt x="33052" y="215200"/>
                  </a:lnTo>
                  <a:lnTo>
                    <a:pt x="35113" y="215832"/>
                  </a:lnTo>
                  <a:lnTo>
                    <a:pt x="36422" y="215079"/>
                  </a:lnTo>
                  <a:lnTo>
                    <a:pt x="38043" y="213785"/>
                  </a:lnTo>
                  <a:lnTo>
                    <a:pt x="38819" y="211274"/>
                  </a:lnTo>
                  <a:lnTo>
                    <a:pt x="38028" y="210354"/>
                  </a:lnTo>
                  <a:lnTo>
                    <a:pt x="36468" y="209852"/>
                  </a:lnTo>
                  <a:lnTo>
                    <a:pt x="35441" y="209174"/>
                  </a:lnTo>
                  <a:lnTo>
                    <a:pt x="33949" y="207470"/>
                  </a:lnTo>
                  <a:lnTo>
                    <a:pt x="33767" y="206603"/>
                  </a:lnTo>
                  <a:lnTo>
                    <a:pt x="33303" y="205492"/>
                  </a:lnTo>
                  <a:lnTo>
                    <a:pt x="31796" y="204708"/>
                  </a:lnTo>
                  <a:lnTo>
                    <a:pt x="30579" y="203711"/>
                  </a:lnTo>
                  <a:lnTo>
                    <a:pt x="31606" y="201954"/>
                  </a:lnTo>
                  <a:lnTo>
                    <a:pt x="32618" y="200645"/>
                  </a:lnTo>
                  <a:lnTo>
                    <a:pt x="29940" y="200706"/>
                  </a:lnTo>
                  <a:lnTo>
                    <a:pt x="26896" y="198454"/>
                  </a:lnTo>
                  <a:lnTo>
                    <a:pt x="26265" y="197800"/>
                  </a:lnTo>
                  <a:lnTo>
                    <a:pt x="25253" y="197351"/>
                  </a:lnTo>
                  <a:lnTo>
                    <a:pt x="22856" y="197084"/>
                  </a:lnTo>
                  <a:lnTo>
                    <a:pt x="20863" y="197746"/>
                  </a:lnTo>
                  <a:lnTo>
                    <a:pt x="21768" y="200965"/>
                  </a:lnTo>
                  <a:lnTo>
                    <a:pt x="21593" y="202030"/>
                  </a:lnTo>
                  <a:lnTo>
                    <a:pt x="20285" y="201870"/>
                  </a:lnTo>
                  <a:lnTo>
                    <a:pt x="17560" y="196970"/>
                  </a:lnTo>
                  <a:lnTo>
                    <a:pt x="18382" y="195730"/>
                  </a:lnTo>
                  <a:lnTo>
                    <a:pt x="19554" y="194566"/>
                  </a:lnTo>
                  <a:lnTo>
                    <a:pt x="18976" y="194399"/>
                  </a:lnTo>
                  <a:lnTo>
                    <a:pt x="17842" y="194475"/>
                  </a:lnTo>
                  <a:lnTo>
                    <a:pt x="18953" y="190122"/>
                  </a:lnTo>
                  <a:lnTo>
                    <a:pt x="18276" y="189476"/>
                  </a:lnTo>
                  <a:lnTo>
                    <a:pt x="17926" y="190838"/>
                  </a:lnTo>
                  <a:lnTo>
                    <a:pt x="17325" y="192147"/>
                  </a:lnTo>
                  <a:lnTo>
                    <a:pt x="15004" y="195220"/>
                  </a:lnTo>
                  <a:lnTo>
                    <a:pt x="13855" y="194642"/>
                  </a:lnTo>
                  <a:lnTo>
                    <a:pt x="13064" y="193874"/>
                  </a:lnTo>
                  <a:lnTo>
                    <a:pt x="14175" y="192261"/>
                  </a:lnTo>
                  <a:lnTo>
                    <a:pt x="14776" y="191827"/>
                  </a:lnTo>
                  <a:lnTo>
                    <a:pt x="15194" y="190960"/>
                  </a:lnTo>
                  <a:lnTo>
                    <a:pt x="14334" y="189270"/>
                  </a:lnTo>
                  <a:lnTo>
                    <a:pt x="12965" y="188038"/>
                  </a:lnTo>
                  <a:lnTo>
                    <a:pt x="11869" y="185915"/>
                  </a:lnTo>
                  <a:lnTo>
                    <a:pt x="11299" y="185885"/>
                  </a:lnTo>
                  <a:lnTo>
                    <a:pt x="11801" y="188388"/>
                  </a:lnTo>
                  <a:lnTo>
                    <a:pt x="11595" y="191964"/>
                  </a:lnTo>
                  <a:lnTo>
                    <a:pt x="9146" y="188015"/>
                  </a:lnTo>
                  <a:lnTo>
                    <a:pt x="4238" y="182400"/>
                  </a:lnTo>
                  <a:lnTo>
                    <a:pt x="3082" y="180711"/>
                  </a:lnTo>
                  <a:lnTo>
                    <a:pt x="2823" y="179060"/>
                  </a:lnTo>
                  <a:lnTo>
                    <a:pt x="2275" y="177538"/>
                  </a:lnTo>
                  <a:lnTo>
                    <a:pt x="1895" y="175872"/>
                  </a:lnTo>
                  <a:lnTo>
                    <a:pt x="1811" y="174586"/>
                  </a:lnTo>
                  <a:lnTo>
                    <a:pt x="746" y="173422"/>
                  </a:lnTo>
                  <a:lnTo>
                    <a:pt x="266" y="171383"/>
                  </a:lnTo>
                  <a:lnTo>
                    <a:pt x="0" y="169313"/>
                  </a:lnTo>
                  <a:lnTo>
                    <a:pt x="609" y="167837"/>
                  </a:lnTo>
                  <a:lnTo>
                    <a:pt x="2138" y="166247"/>
                  </a:lnTo>
                  <a:lnTo>
                    <a:pt x="3226" y="165965"/>
                  </a:lnTo>
                  <a:lnTo>
                    <a:pt x="4124" y="166665"/>
                  </a:lnTo>
                  <a:lnTo>
                    <a:pt x="6239" y="167715"/>
                  </a:lnTo>
                  <a:lnTo>
                    <a:pt x="7669" y="168697"/>
                  </a:lnTo>
                  <a:lnTo>
                    <a:pt x="8301" y="169983"/>
                  </a:lnTo>
                  <a:lnTo>
                    <a:pt x="8971" y="169823"/>
                  </a:lnTo>
                  <a:lnTo>
                    <a:pt x="9648" y="169001"/>
                  </a:lnTo>
                  <a:lnTo>
                    <a:pt x="9511" y="167989"/>
                  </a:lnTo>
                  <a:lnTo>
                    <a:pt x="8826" y="165326"/>
                  </a:lnTo>
                  <a:lnTo>
                    <a:pt x="8636" y="162093"/>
                  </a:lnTo>
                  <a:lnTo>
                    <a:pt x="8605" y="154514"/>
                  </a:lnTo>
                  <a:lnTo>
                    <a:pt x="8438" y="153647"/>
                  </a:lnTo>
                  <a:lnTo>
                    <a:pt x="9617" y="152886"/>
                  </a:lnTo>
                  <a:lnTo>
                    <a:pt x="10097" y="152019"/>
                  </a:lnTo>
                  <a:lnTo>
                    <a:pt x="10576" y="150726"/>
                  </a:lnTo>
                  <a:lnTo>
                    <a:pt x="10880" y="150155"/>
                  </a:lnTo>
                  <a:lnTo>
                    <a:pt x="11565" y="150117"/>
                  </a:lnTo>
                  <a:lnTo>
                    <a:pt x="12645" y="150748"/>
                  </a:lnTo>
                  <a:lnTo>
                    <a:pt x="14410" y="152917"/>
                  </a:lnTo>
                  <a:lnTo>
                    <a:pt x="15590" y="153404"/>
                  </a:lnTo>
                  <a:lnTo>
                    <a:pt x="16762" y="153061"/>
                  </a:lnTo>
                  <a:lnTo>
                    <a:pt x="17987" y="149812"/>
                  </a:lnTo>
                  <a:lnTo>
                    <a:pt x="18435" y="148930"/>
                  </a:lnTo>
                  <a:lnTo>
                    <a:pt x="19029" y="148352"/>
                  </a:lnTo>
                  <a:lnTo>
                    <a:pt x="20117" y="148450"/>
                  </a:lnTo>
                  <a:lnTo>
                    <a:pt x="20748" y="147865"/>
                  </a:lnTo>
                  <a:lnTo>
                    <a:pt x="20984" y="146457"/>
                  </a:lnTo>
                  <a:lnTo>
                    <a:pt x="20977" y="144890"/>
                  </a:lnTo>
                  <a:lnTo>
                    <a:pt x="19767" y="140598"/>
                  </a:lnTo>
                  <a:lnTo>
                    <a:pt x="19402" y="138613"/>
                  </a:lnTo>
                  <a:lnTo>
                    <a:pt x="19204" y="136657"/>
                  </a:lnTo>
                  <a:lnTo>
                    <a:pt x="19965" y="134641"/>
                  </a:lnTo>
                  <a:lnTo>
                    <a:pt x="21000" y="132282"/>
                  </a:lnTo>
                  <a:lnTo>
                    <a:pt x="20756" y="130220"/>
                  </a:lnTo>
                  <a:lnTo>
                    <a:pt x="21038" y="129421"/>
                  </a:lnTo>
                  <a:lnTo>
                    <a:pt x="21882" y="129307"/>
                  </a:lnTo>
                  <a:lnTo>
                    <a:pt x="22940" y="129802"/>
                  </a:lnTo>
                  <a:lnTo>
                    <a:pt x="24104" y="129460"/>
                  </a:lnTo>
                  <a:lnTo>
                    <a:pt x="24987" y="128197"/>
                  </a:lnTo>
                  <a:lnTo>
                    <a:pt x="25344" y="127093"/>
                  </a:lnTo>
                  <a:lnTo>
                    <a:pt x="25877" y="122323"/>
                  </a:lnTo>
                  <a:lnTo>
                    <a:pt x="26234" y="117948"/>
                  </a:lnTo>
                  <a:lnTo>
                    <a:pt x="26387" y="114379"/>
                  </a:lnTo>
                  <a:lnTo>
                    <a:pt x="25481" y="112241"/>
                  </a:lnTo>
                  <a:lnTo>
                    <a:pt x="24089" y="106489"/>
                  </a:lnTo>
                  <a:lnTo>
                    <a:pt x="24492" y="105508"/>
                  </a:lnTo>
                  <a:lnTo>
                    <a:pt x="25124" y="105279"/>
                  </a:lnTo>
                  <a:lnTo>
                    <a:pt x="27185" y="107296"/>
                  </a:lnTo>
                  <a:lnTo>
                    <a:pt x="28076" y="107631"/>
                  </a:lnTo>
                  <a:lnTo>
                    <a:pt x="29575" y="107319"/>
                  </a:lnTo>
                  <a:lnTo>
                    <a:pt x="31051" y="106870"/>
                  </a:lnTo>
                  <a:lnTo>
                    <a:pt x="32123" y="106839"/>
                  </a:lnTo>
                  <a:lnTo>
                    <a:pt x="33668" y="107532"/>
                  </a:lnTo>
                  <a:lnTo>
                    <a:pt x="35791" y="108300"/>
                  </a:lnTo>
                  <a:lnTo>
                    <a:pt x="39116" y="109251"/>
                  </a:lnTo>
                  <a:lnTo>
                    <a:pt x="40478" y="109966"/>
                  </a:lnTo>
                  <a:lnTo>
                    <a:pt x="41604" y="109867"/>
                  </a:lnTo>
                  <a:lnTo>
                    <a:pt x="42517" y="107631"/>
                  </a:lnTo>
                  <a:lnTo>
                    <a:pt x="43574" y="104366"/>
                  </a:lnTo>
                  <a:lnTo>
                    <a:pt x="45142" y="99505"/>
                  </a:lnTo>
                  <a:lnTo>
                    <a:pt x="46937" y="95967"/>
                  </a:lnTo>
                  <a:lnTo>
                    <a:pt x="47417" y="95023"/>
                  </a:lnTo>
                  <a:lnTo>
                    <a:pt x="49418" y="92140"/>
                  </a:lnTo>
                  <a:lnTo>
                    <a:pt x="51358" y="89111"/>
                  </a:lnTo>
                  <a:lnTo>
                    <a:pt x="53055" y="85284"/>
                  </a:lnTo>
                  <a:lnTo>
                    <a:pt x="53998" y="82522"/>
                  </a:lnTo>
                  <a:lnTo>
                    <a:pt x="53914" y="81373"/>
                  </a:lnTo>
                  <a:lnTo>
                    <a:pt x="53305" y="80422"/>
                  </a:lnTo>
                  <a:lnTo>
                    <a:pt x="52035" y="79814"/>
                  </a:lnTo>
                  <a:lnTo>
                    <a:pt x="50985" y="79182"/>
                  </a:lnTo>
                  <a:lnTo>
                    <a:pt x="50696" y="78612"/>
                  </a:lnTo>
                  <a:lnTo>
                    <a:pt x="50726" y="77965"/>
                  </a:lnTo>
                  <a:lnTo>
                    <a:pt x="51266" y="76169"/>
                  </a:lnTo>
                  <a:lnTo>
                    <a:pt x="52187" y="74046"/>
                  </a:lnTo>
                  <a:lnTo>
                    <a:pt x="53146" y="72898"/>
                  </a:lnTo>
                  <a:lnTo>
                    <a:pt x="55664" y="71475"/>
                  </a:lnTo>
                  <a:lnTo>
                    <a:pt x="57270" y="69641"/>
                  </a:lnTo>
                  <a:lnTo>
                    <a:pt x="59081" y="67214"/>
                  </a:lnTo>
                  <a:lnTo>
                    <a:pt x="60062" y="65563"/>
                  </a:lnTo>
                  <a:lnTo>
                    <a:pt x="60556" y="62200"/>
                  </a:lnTo>
                  <a:lnTo>
                    <a:pt x="61097" y="61530"/>
                  </a:lnTo>
                  <a:lnTo>
                    <a:pt x="62208" y="60442"/>
                  </a:lnTo>
                  <a:lnTo>
                    <a:pt x="63052" y="59172"/>
                  </a:lnTo>
                  <a:lnTo>
                    <a:pt x="62984" y="58479"/>
                  </a:lnTo>
                  <a:lnTo>
                    <a:pt x="62535" y="57985"/>
                  </a:lnTo>
                  <a:lnTo>
                    <a:pt x="61698" y="55626"/>
                  </a:lnTo>
                  <a:lnTo>
                    <a:pt x="61310" y="51928"/>
                  </a:lnTo>
                  <a:lnTo>
                    <a:pt x="61493" y="48923"/>
                  </a:lnTo>
                  <a:lnTo>
                    <a:pt x="62124" y="47698"/>
                  </a:lnTo>
                  <a:lnTo>
                    <a:pt x="62961" y="45994"/>
                  </a:lnTo>
                  <a:lnTo>
                    <a:pt x="64513" y="44944"/>
                  </a:lnTo>
                  <a:lnTo>
                    <a:pt x="66727" y="44213"/>
                  </a:lnTo>
                  <a:lnTo>
                    <a:pt x="70113" y="42220"/>
                  </a:lnTo>
                  <a:lnTo>
                    <a:pt x="75979" y="37594"/>
                  </a:lnTo>
                  <a:lnTo>
                    <a:pt x="78094" y="36087"/>
                  </a:lnTo>
                  <a:lnTo>
                    <a:pt x="79540" y="35304"/>
                  </a:lnTo>
                  <a:lnTo>
                    <a:pt x="80947" y="33363"/>
                  </a:lnTo>
                  <a:lnTo>
                    <a:pt x="82880" y="31241"/>
                  </a:lnTo>
                  <a:lnTo>
                    <a:pt x="85642" y="30183"/>
                  </a:lnTo>
                  <a:lnTo>
                    <a:pt x="87415" y="29772"/>
                  </a:lnTo>
                  <a:lnTo>
                    <a:pt x="95784" y="28319"/>
                  </a:lnTo>
                  <a:lnTo>
                    <a:pt x="97192" y="28501"/>
                  </a:lnTo>
                  <a:lnTo>
                    <a:pt x="98607" y="29346"/>
                  </a:lnTo>
                  <a:lnTo>
                    <a:pt x="100364" y="32176"/>
                  </a:lnTo>
                  <a:lnTo>
                    <a:pt x="101924" y="33242"/>
                  </a:lnTo>
                  <a:lnTo>
                    <a:pt x="103735" y="33987"/>
                  </a:lnTo>
                  <a:lnTo>
                    <a:pt x="105097" y="33668"/>
                  </a:lnTo>
                  <a:lnTo>
                    <a:pt x="105135" y="32527"/>
                  </a:lnTo>
                  <a:lnTo>
                    <a:pt x="100829" y="25922"/>
                  </a:lnTo>
                  <a:lnTo>
                    <a:pt x="100441" y="24119"/>
                  </a:lnTo>
                  <a:lnTo>
                    <a:pt x="100289" y="22392"/>
                  </a:lnTo>
                  <a:lnTo>
                    <a:pt x="100775" y="21022"/>
                  </a:lnTo>
                  <a:lnTo>
                    <a:pt x="102122" y="19714"/>
                  </a:lnTo>
                  <a:lnTo>
                    <a:pt x="103979" y="18238"/>
                  </a:lnTo>
                  <a:lnTo>
                    <a:pt x="106291" y="16389"/>
                  </a:lnTo>
                  <a:lnTo>
                    <a:pt x="107745" y="15111"/>
                  </a:lnTo>
                  <a:lnTo>
                    <a:pt x="109457" y="14700"/>
                  </a:lnTo>
                  <a:lnTo>
                    <a:pt x="110073" y="13962"/>
                  </a:lnTo>
                  <a:lnTo>
                    <a:pt x="110248" y="12889"/>
                  </a:lnTo>
                  <a:lnTo>
                    <a:pt x="110157" y="11717"/>
                  </a:lnTo>
                  <a:lnTo>
                    <a:pt x="109373" y="10393"/>
                  </a:lnTo>
                  <a:lnTo>
                    <a:pt x="109533" y="8727"/>
                  </a:lnTo>
                  <a:lnTo>
                    <a:pt x="109792" y="7213"/>
                  </a:lnTo>
                  <a:lnTo>
                    <a:pt x="110522" y="6330"/>
                  </a:lnTo>
                  <a:lnTo>
                    <a:pt x="112120" y="3934"/>
                  </a:lnTo>
                  <a:lnTo>
                    <a:pt x="113109" y="2199"/>
                  </a:lnTo>
                  <a:lnTo>
                    <a:pt x="113627" y="1461"/>
                  </a:lnTo>
                  <a:lnTo>
                    <a:pt x="114395" y="160"/>
                  </a:lnTo>
                  <a:lnTo>
                    <a:pt x="115704" y="0"/>
                  </a:lnTo>
                  <a:lnTo>
                    <a:pt x="116982" y="411"/>
                  </a:lnTo>
                  <a:lnTo>
                    <a:pt x="117742" y="1149"/>
                  </a:lnTo>
                  <a:lnTo>
                    <a:pt x="118504" y="2655"/>
                  </a:lnTo>
                  <a:lnTo>
                    <a:pt x="119333" y="3888"/>
                  </a:lnTo>
                  <a:lnTo>
                    <a:pt x="120352" y="3888"/>
                  </a:lnTo>
                  <a:lnTo>
                    <a:pt x="121387" y="3713"/>
                  </a:lnTo>
                  <a:lnTo>
                    <a:pt x="121867" y="3880"/>
                  </a:lnTo>
                  <a:lnTo>
                    <a:pt x="122855" y="4907"/>
                  </a:lnTo>
                  <a:lnTo>
                    <a:pt x="124743" y="7373"/>
                  </a:lnTo>
                  <a:lnTo>
                    <a:pt x="125579" y="7997"/>
                  </a:lnTo>
                  <a:lnTo>
                    <a:pt x="126371" y="9047"/>
                  </a:lnTo>
                  <a:lnTo>
                    <a:pt x="126789" y="11147"/>
                  </a:lnTo>
                  <a:lnTo>
                    <a:pt x="127048" y="13254"/>
                  </a:lnTo>
                  <a:lnTo>
                    <a:pt x="129414" y="20566"/>
                  </a:lnTo>
                  <a:lnTo>
                    <a:pt x="130122" y="22103"/>
                  </a:lnTo>
                  <a:lnTo>
                    <a:pt x="130647" y="23275"/>
                  </a:lnTo>
                  <a:lnTo>
                    <a:pt x="131750" y="23564"/>
                  </a:lnTo>
                  <a:lnTo>
                    <a:pt x="132648" y="22392"/>
                  </a:lnTo>
                  <a:lnTo>
                    <a:pt x="132998" y="21136"/>
                  </a:lnTo>
                  <a:lnTo>
                    <a:pt x="133926" y="20710"/>
                  </a:lnTo>
                  <a:lnTo>
                    <a:pt x="135037" y="20939"/>
                  </a:lnTo>
                  <a:lnTo>
                    <a:pt x="137076" y="22110"/>
                  </a:lnTo>
                  <a:lnTo>
                    <a:pt x="138171" y="22742"/>
                  </a:lnTo>
                  <a:lnTo>
                    <a:pt x="138719" y="26348"/>
                  </a:lnTo>
                  <a:lnTo>
                    <a:pt x="138841" y="30571"/>
                  </a:lnTo>
                  <a:lnTo>
                    <a:pt x="138681" y="31880"/>
                  </a:lnTo>
                  <a:lnTo>
                    <a:pt x="139572" y="35357"/>
                  </a:lnTo>
                  <a:lnTo>
                    <a:pt x="139846" y="39344"/>
                  </a:lnTo>
                  <a:lnTo>
                    <a:pt x="140036" y="41527"/>
                  </a:lnTo>
                  <a:lnTo>
                    <a:pt x="140059" y="43605"/>
                  </a:lnTo>
                  <a:lnTo>
                    <a:pt x="139899" y="46328"/>
                  </a:lnTo>
                  <a:lnTo>
                    <a:pt x="139419" y="49973"/>
                  </a:lnTo>
                  <a:lnTo>
                    <a:pt x="138620" y="53085"/>
                  </a:lnTo>
                  <a:lnTo>
                    <a:pt x="138910" y="55672"/>
                  </a:lnTo>
                  <a:lnTo>
                    <a:pt x="138431" y="56851"/>
                  </a:lnTo>
                  <a:lnTo>
                    <a:pt x="136482" y="57452"/>
                  </a:lnTo>
                  <a:lnTo>
                    <a:pt x="136315" y="58441"/>
                  </a:lnTo>
                  <a:lnTo>
                    <a:pt x="136886" y="60062"/>
                  </a:lnTo>
                  <a:lnTo>
                    <a:pt x="138248" y="62093"/>
                  </a:lnTo>
                  <a:lnTo>
                    <a:pt x="138286" y="63372"/>
                  </a:lnTo>
                  <a:lnTo>
                    <a:pt x="137624" y="64239"/>
                  </a:lnTo>
                  <a:lnTo>
                    <a:pt x="136194" y="64323"/>
                  </a:lnTo>
                  <a:lnTo>
                    <a:pt x="134207" y="65129"/>
                  </a:lnTo>
                  <a:lnTo>
                    <a:pt x="132838" y="67747"/>
                  </a:lnTo>
                  <a:lnTo>
                    <a:pt x="131392" y="69892"/>
                  </a:lnTo>
                  <a:lnTo>
                    <a:pt x="130601" y="70318"/>
                  </a:lnTo>
                  <a:lnTo>
                    <a:pt x="127953" y="69710"/>
                  </a:lnTo>
                  <a:lnTo>
                    <a:pt x="127322" y="70257"/>
                  </a:lnTo>
                  <a:lnTo>
                    <a:pt x="126394" y="73909"/>
                  </a:lnTo>
                  <a:lnTo>
                    <a:pt x="125633" y="75484"/>
                  </a:lnTo>
                  <a:lnTo>
                    <a:pt x="124499" y="76808"/>
                  </a:lnTo>
                  <a:lnTo>
                    <a:pt x="123457" y="77592"/>
                  </a:lnTo>
                  <a:lnTo>
                    <a:pt x="122513" y="78140"/>
                  </a:lnTo>
                  <a:lnTo>
                    <a:pt x="120413" y="77775"/>
                  </a:lnTo>
                  <a:lnTo>
                    <a:pt x="119302" y="79973"/>
                  </a:lnTo>
                  <a:lnTo>
                    <a:pt x="118191" y="82872"/>
                  </a:lnTo>
                  <a:lnTo>
                    <a:pt x="118100" y="84371"/>
                  </a:lnTo>
                  <a:lnTo>
                    <a:pt x="118679" y="86730"/>
                  </a:lnTo>
                  <a:lnTo>
                    <a:pt x="118374" y="87384"/>
                  </a:lnTo>
                  <a:lnTo>
                    <a:pt x="117240" y="87894"/>
                  </a:lnTo>
                  <a:lnTo>
                    <a:pt x="115376" y="88952"/>
                  </a:lnTo>
                  <a:lnTo>
                    <a:pt x="114227" y="92307"/>
                  </a:lnTo>
                  <a:lnTo>
                    <a:pt x="114273" y="95563"/>
                  </a:lnTo>
                  <a:lnTo>
                    <a:pt x="114958" y="96674"/>
                  </a:lnTo>
                  <a:lnTo>
                    <a:pt x="116244" y="97161"/>
                  </a:lnTo>
                  <a:lnTo>
                    <a:pt x="117164" y="98158"/>
                  </a:lnTo>
                  <a:lnTo>
                    <a:pt x="117256" y="99725"/>
                  </a:lnTo>
                  <a:lnTo>
                    <a:pt x="118047" y="101681"/>
                  </a:lnTo>
                  <a:lnTo>
                    <a:pt x="117674" y="103956"/>
                  </a:lnTo>
                  <a:lnTo>
                    <a:pt x="115057" y="107265"/>
                  </a:lnTo>
                  <a:lnTo>
                    <a:pt x="114981" y="109069"/>
                  </a:lnTo>
                  <a:lnTo>
                    <a:pt x="116373" y="109624"/>
                  </a:lnTo>
                  <a:lnTo>
                    <a:pt x="117575" y="109365"/>
                  </a:lnTo>
                  <a:lnTo>
                    <a:pt x="119059" y="108582"/>
                  </a:lnTo>
                  <a:lnTo>
                    <a:pt x="120801" y="107319"/>
                  </a:lnTo>
                  <a:lnTo>
                    <a:pt x="124636" y="105477"/>
                  </a:lnTo>
                  <a:lnTo>
                    <a:pt x="128813" y="104427"/>
                  </a:lnTo>
                  <a:lnTo>
                    <a:pt x="132115" y="104229"/>
                  </a:lnTo>
                  <a:lnTo>
                    <a:pt x="134938" y="104306"/>
                  </a:lnTo>
                  <a:lnTo>
                    <a:pt x="136323" y="104694"/>
                  </a:lnTo>
                  <a:lnTo>
                    <a:pt x="136741" y="105371"/>
                  </a:lnTo>
                  <a:lnTo>
                    <a:pt x="140606" y="104298"/>
                  </a:lnTo>
                  <a:lnTo>
                    <a:pt x="141413" y="104237"/>
                  </a:lnTo>
                  <a:lnTo>
                    <a:pt x="142113" y="104176"/>
                  </a:lnTo>
                  <a:lnTo>
                    <a:pt x="142090" y="104891"/>
                  </a:lnTo>
                  <a:lnTo>
                    <a:pt x="139259" y="107836"/>
                  </a:lnTo>
                  <a:lnTo>
                    <a:pt x="138735" y="109206"/>
                  </a:lnTo>
                  <a:lnTo>
                    <a:pt x="138826" y="110674"/>
                  </a:lnTo>
                  <a:lnTo>
                    <a:pt x="139983" y="112036"/>
                  </a:lnTo>
                  <a:lnTo>
                    <a:pt x="141101" y="113086"/>
                  </a:lnTo>
                  <a:lnTo>
                    <a:pt x="142052" y="115718"/>
                  </a:lnTo>
                  <a:lnTo>
                    <a:pt x="141314" y="118123"/>
                  </a:lnTo>
                  <a:lnTo>
                    <a:pt x="141786" y="118998"/>
                  </a:lnTo>
                  <a:lnTo>
                    <a:pt x="142615" y="119979"/>
                  </a:lnTo>
                  <a:lnTo>
                    <a:pt x="143117" y="121364"/>
                  </a:lnTo>
                  <a:lnTo>
                    <a:pt x="143186" y="123046"/>
                  </a:lnTo>
                  <a:lnTo>
                    <a:pt x="142714" y="125731"/>
                  </a:lnTo>
                  <a:lnTo>
                    <a:pt x="146800" y="127131"/>
                  </a:lnTo>
                  <a:lnTo>
                    <a:pt x="150330" y="127763"/>
                  </a:lnTo>
                  <a:lnTo>
                    <a:pt x="152902" y="127930"/>
                  </a:lnTo>
                  <a:lnTo>
                    <a:pt x="154553" y="128547"/>
                  </a:lnTo>
                  <a:lnTo>
                    <a:pt x="155550" y="129079"/>
                  </a:lnTo>
                  <a:lnTo>
                    <a:pt x="156250" y="130038"/>
                  </a:lnTo>
                  <a:lnTo>
                    <a:pt x="156455" y="131088"/>
                  </a:lnTo>
                  <a:lnTo>
                    <a:pt x="155595" y="131826"/>
                  </a:lnTo>
                  <a:lnTo>
                    <a:pt x="153853" y="134177"/>
                  </a:lnTo>
                  <a:lnTo>
                    <a:pt x="152848" y="137319"/>
                  </a:lnTo>
                  <a:lnTo>
                    <a:pt x="152955" y="139670"/>
                  </a:lnTo>
                  <a:lnTo>
                    <a:pt x="152833" y="141709"/>
                  </a:lnTo>
                  <a:lnTo>
                    <a:pt x="150809" y="144646"/>
                  </a:lnTo>
                  <a:lnTo>
                    <a:pt x="150011" y="146663"/>
                  </a:lnTo>
                  <a:lnTo>
                    <a:pt x="149303" y="148724"/>
                  </a:lnTo>
                  <a:lnTo>
                    <a:pt x="149326" y="149622"/>
                  </a:lnTo>
                  <a:lnTo>
                    <a:pt x="149744" y="150246"/>
                  </a:lnTo>
                  <a:lnTo>
                    <a:pt x="150604" y="150611"/>
                  </a:lnTo>
                  <a:lnTo>
                    <a:pt x="152095" y="150832"/>
                  </a:lnTo>
                  <a:lnTo>
                    <a:pt x="153921" y="150596"/>
                  </a:lnTo>
                  <a:lnTo>
                    <a:pt x="158273" y="151091"/>
                  </a:lnTo>
                  <a:lnTo>
                    <a:pt x="163242" y="151996"/>
                  </a:lnTo>
                  <a:lnTo>
                    <a:pt x="165212" y="152491"/>
                  </a:lnTo>
                  <a:lnTo>
                    <a:pt x="165859" y="153404"/>
                  </a:lnTo>
                  <a:lnTo>
                    <a:pt x="165700" y="155389"/>
                  </a:lnTo>
                  <a:lnTo>
                    <a:pt x="165387" y="157238"/>
                  </a:lnTo>
                  <a:lnTo>
                    <a:pt x="165707" y="158661"/>
                  </a:lnTo>
                  <a:lnTo>
                    <a:pt x="166506" y="159962"/>
                  </a:lnTo>
                  <a:lnTo>
                    <a:pt x="167852" y="160396"/>
                  </a:lnTo>
                  <a:lnTo>
                    <a:pt x="169009" y="160898"/>
                  </a:lnTo>
                  <a:lnTo>
                    <a:pt x="169230" y="161895"/>
                  </a:lnTo>
                  <a:lnTo>
                    <a:pt x="168872" y="163249"/>
                  </a:lnTo>
                  <a:lnTo>
                    <a:pt x="169458" y="164314"/>
                  </a:lnTo>
                  <a:lnTo>
                    <a:pt x="170120" y="165014"/>
                  </a:lnTo>
                  <a:lnTo>
                    <a:pt x="171550" y="165418"/>
                  </a:lnTo>
                  <a:lnTo>
                    <a:pt x="174449" y="164550"/>
                  </a:lnTo>
                  <a:lnTo>
                    <a:pt x="176481" y="164938"/>
                  </a:lnTo>
                  <a:lnTo>
                    <a:pt x="178314" y="165532"/>
                  </a:lnTo>
                  <a:lnTo>
                    <a:pt x="179874" y="165220"/>
                  </a:lnTo>
                  <a:lnTo>
                    <a:pt x="181419" y="164459"/>
                  </a:lnTo>
                  <a:lnTo>
                    <a:pt x="184797" y="161027"/>
                  </a:lnTo>
                  <a:lnTo>
                    <a:pt x="188730" y="159171"/>
                  </a:lnTo>
                  <a:lnTo>
                    <a:pt x="190024" y="158730"/>
                  </a:lnTo>
                  <a:lnTo>
                    <a:pt x="190891" y="158950"/>
                  </a:lnTo>
                  <a:lnTo>
                    <a:pt x="191104" y="159186"/>
                  </a:lnTo>
                  <a:lnTo>
                    <a:pt x="191051" y="159886"/>
                  </a:lnTo>
                  <a:lnTo>
                    <a:pt x="191462" y="162709"/>
                  </a:lnTo>
                  <a:lnTo>
                    <a:pt x="191295" y="163044"/>
                  </a:lnTo>
                  <a:close/>
                  <a:moveTo>
                    <a:pt x="17713" y="200356"/>
                  </a:moveTo>
                  <a:lnTo>
                    <a:pt x="17994" y="202502"/>
                  </a:lnTo>
                  <a:lnTo>
                    <a:pt x="16967" y="201619"/>
                  </a:lnTo>
                  <a:lnTo>
                    <a:pt x="15628" y="198637"/>
                  </a:lnTo>
                  <a:lnTo>
                    <a:pt x="15666" y="196681"/>
                  </a:lnTo>
                  <a:lnTo>
                    <a:pt x="16625" y="197594"/>
                  </a:lnTo>
                  <a:lnTo>
                    <a:pt x="17713" y="200356"/>
                  </a:lnTo>
                  <a:close/>
                  <a:moveTo>
                    <a:pt x="27999" y="201064"/>
                  </a:moveTo>
                  <a:lnTo>
                    <a:pt x="28464" y="204176"/>
                  </a:lnTo>
                  <a:lnTo>
                    <a:pt x="27003" y="203011"/>
                  </a:lnTo>
                  <a:lnTo>
                    <a:pt x="26463" y="201406"/>
                  </a:lnTo>
                  <a:lnTo>
                    <a:pt x="26318" y="199763"/>
                  </a:lnTo>
                  <a:lnTo>
                    <a:pt x="27999" y="201064"/>
                  </a:lnTo>
                  <a:close/>
                  <a:moveTo>
                    <a:pt x="32763" y="208604"/>
                  </a:moveTo>
                  <a:lnTo>
                    <a:pt x="35205" y="210468"/>
                  </a:lnTo>
                  <a:lnTo>
                    <a:pt x="36179" y="210339"/>
                  </a:lnTo>
                  <a:lnTo>
                    <a:pt x="37693" y="211518"/>
                  </a:lnTo>
                  <a:lnTo>
                    <a:pt x="37731" y="211982"/>
                  </a:lnTo>
                  <a:lnTo>
                    <a:pt x="37442" y="212941"/>
                  </a:lnTo>
                  <a:lnTo>
                    <a:pt x="36757" y="213694"/>
                  </a:lnTo>
                  <a:lnTo>
                    <a:pt x="34908" y="214447"/>
                  </a:lnTo>
                  <a:lnTo>
                    <a:pt x="33638" y="213838"/>
                  </a:lnTo>
                  <a:lnTo>
                    <a:pt x="33135" y="211799"/>
                  </a:lnTo>
                  <a:lnTo>
                    <a:pt x="31644" y="210841"/>
                  </a:lnTo>
                  <a:lnTo>
                    <a:pt x="31256" y="210026"/>
                  </a:lnTo>
                  <a:lnTo>
                    <a:pt x="32199" y="208916"/>
                  </a:lnTo>
                  <a:lnTo>
                    <a:pt x="32763" y="208604"/>
                  </a:lnTo>
                  <a:close/>
                  <a:moveTo>
                    <a:pt x="32253" y="228234"/>
                  </a:moveTo>
                  <a:lnTo>
                    <a:pt x="31895" y="228424"/>
                  </a:lnTo>
                  <a:lnTo>
                    <a:pt x="29674" y="226545"/>
                  </a:lnTo>
                  <a:lnTo>
                    <a:pt x="27916" y="224125"/>
                  </a:lnTo>
                  <a:lnTo>
                    <a:pt x="30708" y="223646"/>
                  </a:lnTo>
                  <a:lnTo>
                    <a:pt x="33402" y="224171"/>
                  </a:lnTo>
                  <a:lnTo>
                    <a:pt x="33417" y="225457"/>
                  </a:lnTo>
                  <a:lnTo>
                    <a:pt x="32838" y="227526"/>
                  </a:lnTo>
                  <a:lnTo>
                    <a:pt x="32253" y="228234"/>
                  </a:lnTo>
                  <a:close/>
                  <a:moveTo>
                    <a:pt x="115194" y="282331"/>
                  </a:moveTo>
                  <a:lnTo>
                    <a:pt x="114387" y="282620"/>
                  </a:lnTo>
                  <a:lnTo>
                    <a:pt x="113177" y="281174"/>
                  </a:lnTo>
                  <a:lnTo>
                    <a:pt x="112934" y="277735"/>
                  </a:lnTo>
                  <a:lnTo>
                    <a:pt x="113946" y="276944"/>
                  </a:lnTo>
                  <a:lnTo>
                    <a:pt x="114486" y="276754"/>
                  </a:lnTo>
                  <a:lnTo>
                    <a:pt x="115277" y="277180"/>
                  </a:lnTo>
                  <a:lnTo>
                    <a:pt x="115582" y="277735"/>
                  </a:lnTo>
                  <a:lnTo>
                    <a:pt x="115719" y="278428"/>
                  </a:lnTo>
                  <a:lnTo>
                    <a:pt x="115506" y="279135"/>
                  </a:lnTo>
                  <a:lnTo>
                    <a:pt x="115194" y="282331"/>
                  </a:lnTo>
                  <a:close/>
                  <a:moveTo>
                    <a:pt x="49037" y="289118"/>
                  </a:moveTo>
                  <a:lnTo>
                    <a:pt x="47645" y="291271"/>
                  </a:lnTo>
                  <a:lnTo>
                    <a:pt x="47135" y="288052"/>
                  </a:lnTo>
                  <a:lnTo>
                    <a:pt x="49395" y="286264"/>
                  </a:lnTo>
                  <a:lnTo>
                    <a:pt x="50513" y="284552"/>
                  </a:lnTo>
                  <a:lnTo>
                    <a:pt x="51693" y="283388"/>
                  </a:lnTo>
                  <a:lnTo>
                    <a:pt x="52066" y="284811"/>
                  </a:lnTo>
                  <a:lnTo>
                    <a:pt x="50947" y="287505"/>
                  </a:lnTo>
                  <a:lnTo>
                    <a:pt x="49037" y="289118"/>
                  </a:lnTo>
                  <a:close/>
                  <a:moveTo>
                    <a:pt x="56045" y="291910"/>
                  </a:moveTo>
                  <a:lnTo>
                    <a:pt x="55603" y="292473"/>
                  </a:lnTo>
                  <a:lnTo>
                    <a:pt x="54728" y="292070"/>
                  </a:lnTo>
                  <a:lnTo>
                    <a:pt x="54523" y="291826"/>
                  </a:lnTo>
                  <a:lnTo>
                    <a:pt x="56540" y="289399"/>
                  </a:lnTo>
                  <a:lnTo>
                    <a:pt x="56752" y="290305"/>
                  </a:lnTo>
                  <a:lnTo>
                    <a:pt x="56045" y="291910"/>
                  </a:lnTo>
                  <a:close/>
                  <a:moveTo>
                    <a:pt x="131004" y="351531"/>
                  </a:moveTo>
                  <a:lnTo>
                    <a:pt x="130867" y="355107"/>
                  </a:lnTo>
                  <a:lnTo>
                    <a:pt x="129795" y="353379"/>
                  </a:lnTo>
                  <a:lnTo>
                    <a:pt x="129620" y="351409"/>
                  </a:lnTo>
                  <a:lnTo>
                    <a:pt x="129703" y="349575"/>
                  </a:lnTo>
                  <a:lnTo>
                    <a:pt x="129932" y="349278"/>
                  </a:lnTo>
                  <a:lnTo>
                    <a:pt x="130000" y="349560"/>
                  </a:lnTo>
                  <a:lnTo>
                    <a:pt x="130639" y="350382"/>
                  </a:lnTo>
                  <a:lnTo>
                    <a:pt x="131004" y="351531"/>
                  </a:lnTo>
                  <a:close/>
                  <a:moveTo>
                    <a:pt x="133104" y="362434"/>
                  </a:moveTo>
                  <a:lnTo>
                    <a:pt x="133584" y="363035"/>
                  </a:lnTo>
                  <a:lnTo>
                    <a:pt x="134268" y="363019"/>
                  </a:lnTo>
                  <a:lnTo>
                    <a:pt x="134078" y="365142"/>
                  </a:lnTo>
                  <a:lnTo>
                    <a:pt x="132404" y="367752"/>
                  </a:lnTo>
                  <a:lnTo>
                    <a:pt x="131408" y="368132"/>
                  </a:lnTo>
                  <a:lnTo>
                    <a:pt x="130966" y="368132"/>
                  </a:lnTo>
                  <a:lnTo>
                    <a:pt x="131339" y="364321"/>
                  </a:lnTo>
                  <a:lnTo>
                    <a:pt x="130723" y="362144"/>
                  </a:lnTo>
                  <a:lnTo>
                    <a:pt x="130928" y="360699"/>
                  </a:lnTo>
                  <a:lnTo>
                    <a:pt x="132724" y="361368"/>
                  </a:lnTo>
                  <a:lnTo>
                    <a:pt x="133104" y="362434"/>
                  </a:lnTo>
                  <a:close/>
                  <a:moveTo>
                    <a:pt x="125678" y="366953"/>
                  </a:moveTo>
                  <a:lnTo>
                    <a:pt x="125549" y="367744"/>
                  </a:lnTo>
                  <a:lnTo>
                    <a:pt x="124316" y="369365"/>
                  </a:lnTo>
                  <a:lnTo>
                    <a:pt x="123228" y="368422"/>
                  </a:lnTo>
                  <a:lnTo>
                    <a:pt x="122954" y="367912"/>
                  </a:lnTo>
                  <a:lnTo>
                    <a:pt x="124058" y="366869"/>
                  </a:lnTo>
                  <a:lnTo>
                    <a:pt x="125229" y="367021"/>
                  </a:lnTo>
                  <a:lnTo>
                    <a:pt x="125541" y="366786"/>
                  </a:lnTo>
                  <a:lnTo>
                    <a:pt x="125678" y="366953"/>
                  </a:lnTo>
                  <a:close/>
                  <a:moveTo>
                    <a:pt x="127185" y="372157"/>
                  </a:moveTo>
                  <a:lnTo>
                    <a:pt x="126934" y="372279"/>
                  </a:lnTo>
                  <a:lnTo>
                    <a:pt x="126584" y="372211"/>
                  </a:lnTo>
                  <a:lnTo>
                    <a:pt x="125876" y="371861"/>
                  </a:lnTo>
                  <a:lnTo>
                    <a:pt x="125062" y="370385"/>
                  </a:lnTo>
                  <a:lnTo>
                    <a:pt x="125496" y="369350"/>
                  </a:lnTo>
                  <a:lnTo>
                    <a:pt x="125793" y="369099"/>
                  </a:lnTo>
                  <a:lnTo>
                    <a:pt x="126508" y="369182"/>
                  </a:lnTo>
                  <a:lnTo>
                    <a:pt x="126888" y="369380"/>
                  </a:lnTo>
                  <a:lnTo>
                    <a:pt x="127018" y="369761"/>
                  </a:lnTo>
                  <a:lnTo>
                    <a:pt x="126812" y="370575"/>
                  </a:lnTo>
                  <a:lnTo>
                    <a:pt x="126843" y="371275"/>
                  </a:lnTo>
                  <a:lnTo>
                    <a:pt x="127185" y="372157"/>
                  </a:lnTo>
                  <a:close/>
                  <a:moveTo>
                    <a:pt x="135288" y="377476"/>
                  </a:moveTo>
                  <a:lnTo>
                    <a:pt x="134398" y="377597"/>
                  </a:lnTo>
                  <a:lnTo>
                    <a:pt x="133971" y="374090"/>
                  </a:lnTo>
                  <a:lnTo>
                    <a:pt x="134223" y="373588"/>
                  </a:lnTo>
                  <a:lnTo>
                    <a:pt x="135486" y="375307"/>
                  </a:lnTo>
                  <a:lnTo>
                    <a:pt x="137282" y="376357"/>
                  </a:lnTo>
                  <a:lnTo>
                    <a:pt x="136574" y="377042"/>
                  </a:lnTo>
                  <a:lnTo>
                    <a:pt x="135288" y="377476"/>
                  </a:lnTo>
                  <a:close/>
                  <a:moveTo>
                    <a:pt x="125876" y="382087"/>
                  </a:moveTo>
                  <a:lnTo>
                    <a:pt x="126043" y="383289"/>
                  </a:lnTo>
                  <a:lnTo>
                    <a:pt x="124712" y="382010"/>
                  </a:lnTo>
                  <a:lnTo>
                    <a:pt x="124484" y="378450"/>
                  </a:lnTo>
                  <a:lnTo>
                    <a:pt x="125534" y="380694"/>
                  </a:lnTo>
                  <a:lnTo>
                    <a:pt x="125990" y="381204"/>
                  </a:lnTo>
                  <a:lnTo>
                    <a:pt x="125876" y="382087"/>
                  </a:lnTo>
                  <a:close/>
                  <a:moveTo>
                    <a:pt x="136087" y="380945"/>
                  </a:moveTo>
                  <a:lnTo>
                    <a:pt x="135547" y="385412"/>
                  </a:lnTo>
                  <a:lnTo>
                    <a:pt x="134193" y="384795"/>
                  </a:lnTo>
                  <a:lnTo>
                    <a:pt x="133546" y="384795"/>
                  </a:lnTo>
                  <a:lnTo>
                    <a:pt x="132739" y="382269"/>
                  </a:lnTo>
                  <a:lnTo>
                    <a:pt x="132800" y="381592"/>
                  </a:lnTo>
                  <a:lnTo>
                    <a:pt x="132313" y="379933"/>
                  </a:lnTo>
                  <a:lnTo>
                    <a:pt x="135455" y="379644"/>
                  </a:lnTo>
                  <a:lnTo>
                    <a:pt x="136087" y="380945"/>
                  </a:lnTo>
                  <a:close/>
                  <a:moveTo>
                    <a:pt x="128996" y="386728"/>
                  </a:moveTo>
                  <a:lnTo>
                    <a:pt x="128874" y="387215"/>
                  </a:lnTo>
                  <a:lnTo>
                    <a:pt x="128729" y="387199"/>
                  </a:lnTo>
                  <a:lnTo>
                    <a:pt x="128250" y="386857"/>
                  </a:lnTo>
                  <a:lnTo>
                    <a:pt x="128547" y="384803"/>
                  </a:lnTo>
                  <a:lnTo>
                    <a:pt x="129353" y="383121"/>
                  </a:lnTo>
                  <a:lnTo>
                    <a:pt x="130182" y="380656"/>
                  </a:lnTo>
                  <a:lnTo>
                    <a:pt x="130647" y="380124"/>
                  </a:lnTo>
                  <a:lnTo>
                    <a:pt x="130814" y="381425"/>
                  </a:lnTo>
                  <a:lnTo>
                    <a:pt x="130304" y="384217"/>
                  </a:lnTo>
                  <a:lnTo>
                    <a:pt x="129871" y="385739"/>
                  </a:lnTo>
                  <a:lnTo>
                    <a:pt x="128996" y="386728"/>
                  </a:lnTo>
                  <a:close/>
                  <a:moveTo>
                    <a:pt x="135836" y="397897"/>
                  </a:moveTo>
                  <a:lnTo>
                    <a:pt x="135349" y="397943"/>
                  </a:lnTo>
                  <a:lnTo>
                    <a:pt x="134900" y="397836"/>
                  </a:lnTo>
                  <a:lnTo>
                    <a:pt x="134459" y="397501"/>
                  </a:lnTo>
                  <a:lnTo>
                    <a:pt x="135509" y="395181"/>
                  </a:lnTo>
                  <a:lnTo>
                    <a:pt x="135836" y="397897"/>
                  </a:lnTo>
                  <a:close/>
                  <a:moveTo>
                    <a:pt x="128745" y="398087"/>
                  </a:moveTo>
                  <a:lnTo>
                    <a:pt x="130525" y="401823"/>
                  </a:lnTo>
                  <a:lnTo>
                    <a:pt x="130335" y="402401"/>
                  </a:lnTo>
                  <a:lnTo>
                    <a:pt x="130061" y="402691"/>
                  </a:lnTo>
                  <a:lnTo>
                    <a:pt x="129635" y="402592"/>
                  </a:lnTo>
                  <a:lnTo>
                    <a:pt x="128920" y="400575"/>
                  </a:lnTo>
                  <a:lnTo>
                    <a:pt x="127581" y="399274"/>
                  </a:lnTo>
                  <a:lnTo>
                    <a:pt x="125975" y="399518"/>
                  </a:lnTo>
                  <a:lnTo>
                    <a:pt x="127307" y="397867"/>
                  </a:lnTo>
                  <a:lnTo>
                    <a:pt x="127832" y="397494"/>
                  </a:lnTo>
                  <a:lnTo>
                    <a:pt x="128745" y="398087"/>
                  </a:lnTo>
                  <a:close/>
                  <a:moveTo>
                    <a:pt x="128166" y="420076"/>
                  </a:moveTo>
                  <a:lnTo>
                    <a:pt x="127131" y="421331"/>
                  </a:lnTo>
                  <a:lnTo>
                    <a:pt x="126782" y="421278"/>
                  </a:lnTo>
                  <a:lnTo>
                    <a:pt x="127261" y="419193"/>
                  </a:lnTo>
                  <a:lnTo>
                    <a:pt x="128981" y="417672"/>
                  </a:lnTo>
                  <a:lnTo>
                    <a:pt x="130495" y="417535"/>
                  </a:lnTo>
                  <a:lnTo>
                    <a:pt x="130327" y="418478"/>
                  </a:lnTo>
                  <a:lnTo>
                    <a:pt x="129216" y="419635"/>
                  </a:lnTo>
                  <a:lnTo>
                    <a:pt x="128166" y="420076"/>
                  </a:lnTo>
                  <a:close/>
                </a:path>
              </a:pathLst>
            </a:custGeom>
            <a:solidFill>
              <a:srgbClr val="2562E8"/>
            </a:solidFill>
            <a:ln w="6168" cap="flat">
              <a:solidFill>
                <a:srgbClr val="2562E8"/>
              </a:solidFill>
              <a:prstDash val="solid"/>
              <a:miter/>
            </a:ln>
          </p:spPr>
          <p:txBody>
            <a:bodyPr/>
            <a:lstStyle/>
            <a:p>
              <a:endParaRPr lang="en-US"/>
            </a:p>
          </p:txBody>
        </p:sp>
        <p:sp>
          <p:nvSpPr>
            <p:cNvPr id="2270" name="Freeform: Shape 2269">
              <a:extLst>
                <a:ext uri="{FF2B5EF4-FFF2-40B4-BE49-F238E27FC236}">
                  <a16:creationId xmlns:a16="http://schemas.microsoft.com/office/drawing/2014/main" id="{7DC0752E-1A20-4EE4-85CE-4B7F68B0806D}"/>
                </a:ext>
              </a:extLst>
            </p:cNvPr>
            <p:cNvSpPr/>
            <p:nvPr/>
          </p:nvSpPr>
          <p:spPr>
            <a:xfrm>
              <a:off x="11447479" y="3702246"/>
              <a:ext cx="686605" cy="329047"/>
            </a:xfrm>
            <a:custGeom>
              <a:avLst/>
              <a:gdLst>
                <a:gd name="csX0" fmla="*/ 617968 w 686605"/>
                <a:gd name="csY0" fmla="*/ 77584 h 329047"/>
                <a:gd name="csX1" fmla="*/ 615967 w 686605"/>
                <a:gd name="csY1" fmla="*/ 82165 h 329047"/>
                <a:gd name="csX2" fmla="*/ 611965 w 686605"/>
                <a:gd name="csY2" fmla="*/ 91310 h 329047"/>
                <a:gd name="csX3" fmla="*/ 608579 w 686605"/>
                <a:gd name="csY3" fmla="*/ 99010 h 329047"/>
                <a:gd name="csX4" fmla="*/ 606783 w 686605"/>
                <a:gd name="csY4" fmla="*/ 103332 h 329047"/>
                <a:gd name="csX5" fmla="*/ 605475 w 686605"/>
                <a:gd name="csY5" fmla="*/ 106619 h 329047"/>
                <a:gd name="csX6" fmla="*/ 604113 w 686605"/>
                <a:gd name="csY6" fmla="*/ 109731 h 329047"/>
                <a:gd name="csX7" fmla="*/ 603915 w 686605"/>
                <a:gd name="csY7" fmla="*/ 111595 h 329047"/>
                <a:gd name="csX8" fmla="*/ 602386 w 686605"/>
                <a:gd name="csY8" fmla="*/ 114593 h 329047"/>
                <a:gd name="csX9" fmla="*/ 599540 w 686605"/>
                <a:gd name="csY9" fmla="*/ 118207 h 329047"/>
                <a:gd name="csX10" fmla="*/ 598924 w 686605"/>
                <a:gd name="csY10" fmla="*/ 122117 h 329047"/>
                <a:gd name="csX11" fmla="*/ 599038 w 686605"/>
                <a:gd name="csY11" fmla="*/ 125625 h 329047"/>
                <a:gd name="csX12" fmla="*/ 598794 w 686605"/>
                <a:gd name="csY12" fmla="*/ 128760 h 329047"/>
                <a:gd name="csX13" fmla="*/ 595675 w 686605"/>
                <a:gd name="csY13" fmla="*/ 130745 h 329047"/>
                <a:gd name="csX14" fmla="*/ 593232 w 686605"/>
                <a:gd name="csY14" fmla="*/ 132511 h 329047"/>
                <a:gd name="csX15" fmla="*/ 593932 w 686605"/>
                <a:gd name="csY15" fmla="*/ 138430 h 329047"/>
                <a:gd name="csX16" fmla="*/ 595188 w 686605"/>
                <a:gd name="csY16" fmla="*/ 140659 h 329047"/>
                <a:gd name="csX17" fmla="*/ 597219 w 686605"/>
                <a:gd name="csY17" fmla="*/ 143064 h 329047"/>
                <a:gd name="csX18" fmla="*/ 599357 w 686605"/>
                <a:gd name="csY18" fmla="*/ 144989 h 329047"/>
                <a:gd name="csX19" fmla="*/ 601206 w 686605"/>
                <a:gd name="csY19" fmla="*/ 146609 h 329047"/>
                <a:gd name="csX20" fmla="*/ 603246 w 686605"/>
                <a:gd name="csY20" fmla="*/ 145833 h 329047"/>
                <a:gd name="csX21" fmla="*/ 604973 w 686605"/>
                <a:gd name="csY21" fmla="*/ 143361 h 329047"/>
                <a:gd name="csX22" fmla="*/ 608305 w 686605"/>
                <a:gd name="csY22" fmla="*/ 141184 h 329047"/>
                <a:gd name="csX23" fmla="*/ 610154 w 686605"/>
                <a:gd name="csY23" fmla="*/ 141131 h 329047"/>
                <a:gd name="csX24" fmla="*/ 611447 w 686605"/>
                <a:gd name="csY24" fmla="*/ 141633 h 329047"/>
                <a:gd name="csX25" fmla="*/ 614339 w 686605"/>
                <a:gd name="csY25" fmla="*/ 141778 h 329047"/>
                <a:gd name="csX26" fmla="*/ 617299 w 686605"/>
                <a:gd name="csY26" fmla="*/ 140987 h 329047"/>
                <a:gd name="csX27" fmla="*/ 619619 w 686605"/>
                <a:gd name="csY27" fmla="*/ 140819 h 329047"/>
                <a:gd name="csX28" fmla="*/ 622617 w 686605"/>
                <a:gd name="csY28" fmla="*/ 141352 h 329047"/>
                <a:gd name="csX29" fmla="*/ 623697 w 686605"/>
                <a:gd name="csY29" fmla="*/ 141869 h 329047"/>
                <a:gd name="csX30" fmla="*/ 626216 w 686605"/>
                <a:gd name="csY30" fmla="*/ 142828 h 329047"/>
                <a:gd name="csX31" fmla="*/ 628932 w 686605"/>
                <a:gd name="csY31" fmla="*/ 144920 h 329047"/>
                <a:gd name="csX32" fmla="*/ 630834 w 686605"/>
                <a:gd name="csY32" fmla="*/ 147256 h 329047"/>
                <a:gd name="csX33" fmla="*/ 632219 w 686605"/>
                <a:gd name="csY33" fmla="*/ 147705 h 329047"/>
                <a:gd name="csX34" fmla="*/ 632926 w 686605"/>
                <a:gd name="csY34" fmla="*/ 146959 h 329047"/>
                <a:gd name="csX35" fmla="*/ 634448 w 686605"/>
                <a:gd name="csY35" fmla="*/ 144882 h 329047"/>
                <a:gd name="csX36" fmla="*/ 636586 w 686605"/>
                <a:gd name="csY36" fmla="*/ 142881 h 329047"/>
                <a:gd name="csX37" fmla="*/ 639181 w 686605"/>
                <a:gd name="csY37" fmla="*/ 139594 h 329047"/>
                <a:gd name="csX38" fmla="*/ 641136 w 686605"/>
                <a:gd name="csY38" fmla="*/ 137068 h 329047"/>
                <a:gd name="csX39" fmla="*/ 642673 w 686605"/>
                <a:gd name="csY39" fmla="*/ 136680 h 329047"/>
                <a:gd name="csX40" fmla="*/ 645640 w 686605"/>
                <a:gd name="csY40" fmla="*/ 136688 h 329047"/>
                <a:gd name="csX41" fmla="*/ 646972 w 686605"/>
                <a:gd name="csY41" fmla="*/ 136079 h 329047"/>
                <a:gd name="csX42" fmla="*/ 649217 w 686605"/>
                <a:gd name="csY42" fmla="*/ 135759 h 329047"/>
                <a:gd name="csX43" fmla="*/ 651202 w 686605"/>
                <a:gd name="csY43" fmla="*/ 136695 h 329047"/>
                <a:gd name="csX44" fmla="*/ 656726 w 686605"/>
                <a:gd name="csY44" fmla="*/ 137190 h 329047"/>
                <a:gd name="csX45" fmla="*/ 658210 w 686605"/>
                <a:gd name="csY45" fmla="*/ 138483 h 329047"/>
                <a:gd name="csX46" fmla="*/ 660827 w 686605"/>
                <a:gd name="csY46" fmla="*/ 142326 h 329047"/>
                <a:gd name="csX47" fmla="*/ 662310 w 686605"/>
                <a:gd name="csY47" fmla="*/ 144372 h 329047"/>
                <a:gd name="csX48" fmla="*/ 664882 w 686605"/>
                <a:gd name="csY48" fmla="*/ 145399 h 329047"/>
                <a:gd name="csX49" fmla="*/ 666435 w 686605"/>
                <a:gd name="csY49" fmla="*/ 146107 h 329047"/>
                <a:gd name="csX50" fmla="*/ 667812 w 686605"/>
                <a:gd name="csY50" fmla="*/ 146655 h 329047"/>
                <a:gd name="csX51" fmla="*/ 669181 w 686605"/>
                <a:gd name="csY51" fmla="*/ 147644 h 329047"/>
                <a:gd name="csX52" fmla="*/ 669509 w 686605"/>
                <a:gd name="csY52" fmla="*/ 148838 h 329047"/>
                <a:gd name="csX53" fmla="*/ 670064 w 686605"/>
                <a:gd name="csY53" fmla="*/ 150665 h 329047"/>
                <a:gd name="csX54" fmla="*/ 670901 w 686605"/>
                <a:gd name="csY54" fmla="*/ 151715 h 329047"/>
                <a:gd name="csX55" fmla="*/ 672461 w 686605"/>
                <a:gd name="csY55" fmla="*/ 152749 h 329047"/>
                <a:gd name="csX56" fmla="*/ 673648 w 686605"/>
                <a:gd name="csY56" fmla="*/ 153373 h 329047"/>
                <a:gd name="csX57" fmla="*/ 674020 w 686605"/>
                <a:gd name="csY57" fmla="*/ 154690 h 329047"/>
                <a:gd name="csX58" fmla="*/ 674393 w 686605"/>
                <a:gd name="csY58" fmla="*/ 155336 h 329047"/>
                <a:gd name="csX59" fmla="*/ 675481 w 686605"/>
                <a:gd name="csY59" fmla="*/ 156257 h 329047"/>
                <a:gd name="csX60" fmla="*/ 678684 w 686605"/>
                <a:gd name="csY60" fmla="*/ 160183 h 329047"/>
                <a:gd name="csX61" fmla="*/ 680244 w 686605"/>
                <a:gd name="csY61" fmla="*/ 161233 h 329047"/>
                <a:gd name="csX62" fmla="*/ 682618 w 686605"/>
                <a:gd name="csY62" fmla="*/ 163500 h 329047"/>
                <a:gd name="csX63" fmla="*/ 683607 w 686605"/>
                <a:gd name="csY63" fmla="*/ 165380 h 329047"/>
                <a:gd name="csX64" fmla="*/ 683660 w 686605"/>
                <a:gd name="csY64" fmla="*/ 167350 h 329047"/>
                <a:gd name="csX65" fmla="*/ 684277 w 686605"/>
                <a:gd name="csY65" fmla="*/ 168849 h 329047"/>
                <a:gd name="csX66" fmla="*/ 685859 w 686605"/>
                <a:gd name="csY66" fmla="*/ 171101 h 329047"/>
                <a:gd name="csX67" fmla="*/ 686605 w 686605"/>
                <a:gd name="csY67" fmla="*/ 172623 h 329047"/>
                <a:gd name="csX68" fmla="*/ 686308 w 686605"/>
                <a:gd name="csY68" fmla="*/ 174685 h 329047"/>
                <a:gd name="csX69" fmla="*/ 686567 w 686605"/>
                <a:gd name="csY69" fmla="*/ 176511 h 329047"/>
                <a:gd name="csX70" fmla="*/ 685951 w 686605"/>
                <a:gd name="csY70" fmla="*/ 178390 h 329047"/>
                <a:gd name="csX71" fmla="*/ 683402 w 686605"/>
                <a:gd name="csY71" fmla="*/ 179783 h 329047"/>
                <a:gd name="csX72" fmla="*/ 682519 w 686605"/>
                <a:gd name="csY72" fmla="*/ 180445 h 329047"/>
                <a:gd name="csX73" fmla="*/ 680678 w 686605"/>
                <a:gd name="csY73" fmla="*/ 180505 h 329047"/>
                <a:gd name="csX74" fmla="*/ 677558 w 686605"/>
                <a:gd name="csY74" fmla="*/ 179805 h 329047"/>
                <a:gd name="csX75" fmla="*/ 674523 w 686605"/>
                <a:gd name="csY75" fmla="*/ 180201 h 329047"/>
                <a:gd name="csX76" fmla="*/ 670893 w 686605"/>
                <a:gd name="csY76" fmla="*/ 179425 h 329047"/>
                <a:gd name="csX77" fmla="*/ 668048 w 686605"/>
                <a:gd name="csY77" fmla="*/ 177774 h 329047"/>
                <a:gd name="csX78" fmla="*/ 666526 w 686605"/>
                <a:gd name="csY78" fmla="*/ 176442 h 329047"/>
                <a:gd name="csX79" fmla="*/ 664099 w 686605"/>
                <a:gd name="csY79" fmla="*/ 175659 h 329047"/>
                <a:gd name="csX80" fmla="*/ 662957 w 686605"/>
                <a:gd name="csY80" fmla="*/ 176070 h 329047"/>
                <a:gd name="csX81" fmla="*/ 661520 w 686605"/>
                <a:gd name="csY81" fmla="*/ 177782 h 329047"/>
                <a:gd name="csX82" fmla="*/ 659937 w 686605"/>
                <a:gd name="csY82" fmla="*/ 177477 h 329047"/>
                <a:gd name="csX83" fmla="*/ 658476 w 686605"/>
                <a:gd name="csY83" fmla="*/ 177782 h 329047"/>
                <a:gd name="csX84" fmla="*/ 654717 w 686605"/>
                <a:gd name="csY84" fmla="*/ 177432 h 329047"/>
                <a:gd name="csX85" fmla="*/ 652671 w 686605"/>
                <a:gd name="csY85" fmla="*/ 176998 h 329047"/>
                <a:gd name="csX86" fmla="*/ 649437 w 686605"/>
                <a:gd name="csY86" fmla="*/ 178192 h 329047"/>
                <a:gd name="csX87" fmla="*/ 647603 w 686605"/>
                <a:gd name="csY87" fmla="*/ 178565 h 329047"/>
                <a:gd name="csX88" fmla="*/ 644164 w 686605"/>
                <a:gd name="csY88" fmla="*/ 180026 h 329047"/>
                <a:gd name="csX89" fmla="*/ 642103 w 686605"/>
                <a:gd name="csY89" fmla="*/ 182560 h 329047"/>
                <a:gd name="csX90" fmla="*/ 640558 w 686605"/>
                <a:gd name="csY90" fmla="*/ 183161 h 329047"/>
                <a:gd name="csX91" fmla="*/ 639051 w 686605"/>
                <a:gd name="csY91" fmla="*/ 183039 h 329047"/>
                <a:gd name="csX92" fmla="*/ 637978 w 686605"/>
                <a:gd name="csY92" fmla="*/ 182111 h 329047"/>
                <a:gd name="csX93" fmla="*/ 636411 w 686605"/>
                <a:gd name="csY93" fmla="*/ 180992 h 329047"/>
                <a:gd name="csX94" fmla="*/ 634083 w 686605"/>
                <a:gd name="csY94" fmla="*/ 181053 h 329047"/>
                <a:gd name="csX95" fmla="*/ 633391 w 686605"/>
                <a:gd name="csY95" fmla="*/ 181533 h 329047"/>
                <a:gd name="csX96" fmla="*/ 633101 w 686605"/>
                <a:gd name="csY96" fmla="*/ 182560 h 329047"/>
                <a:gd name="csX97" fmla="*/ 632341 w 686605"/>
                <a:gd name="csY97" fmla="*/ 185679 h 329047"/>
                <a:gd name="csX98" fmla="*/ 632356 w 686605"/>
                <a:gd name="csY98" fmla="*/ 187079 h 329047"/>
                <a:gd name="csX99" fmla="*/ 631846 w 686605"/>
                <a:gd name="csY99" fmla="*/ 187985 h 329047"/>
                <a:gd name="csX100" fmla="*/ 630469 w 686605"/>
                <a:gd name="csY100" fmla="*/ 188281 h 329047"/>
                <a:gd name="csX101" fmla="*/ 628057 w 686605"/>
                <a:gd name="csY101" fmla="*/ 188198 h 329047"/>
                <a:gd name="csX102" fmla="*/ 624276 w 686605"/>
                <a:gd name="csY102" fmla="*/ 187992 h 329047"/>
                <a:gd name="csX103" fmla="*/ 621719 w 686605"/>
                <a:gd name="csY103" fmla="*/ 187186 h 329047"/>
                <a:gd name="csX104" fmla="*/ 620182 w 686605"/>
                <a:gd name="csY104" fmla="*/ 187528 h 329047"/>
                <a:gd name="csX105" fmla="*/ 618090 w 686605"/>
                <a:gd name="csY105" fmla="*/ 189217 h 329047"/>
                <a:gd name="csX106" fmla="*/ 616598 w 686605"/>
                <a:gd name="csY106" fmla="*/ 189491 h 329047"/>
                <a:gd name="csX107" fmla="*/ 615388 w 686605"/>
                <a:gd name="csY107" fmla="*/ 190206 h 329047"/>
                <a:gd name="csX108" fmla="*/ 614407 w 686605"/>
                <a:gd name="csY108" fmla="*/ 192694 h 329047"/>
                <a:gd name="csX109" fmla="*/ 612870 w 686605"/>
                <a:gd name="csY109" fmla="*/ 194239 h 329047"/>
                <a:gd name="csX110" fmla="*/ 611014 w 686605"/>
                <a:gd name="csY110" fmla="*/ 196156 h 329047"/>
                <a:gd name="csX111" fmla="*/ 609020 w 686605"/>
                <a:gd name="csY111" fmla="*/ 200242 h 329047"/>
                <a:gd name="csX112" fmla="*/ 607925 w 686605"/>
                <a:gd name="csY112" fmla="*/ 202578 h 329047"/>
                <a:gd name="csX113" fmla="*/ 608275 w 686605"/>
                <a:gd name="csY113" fmla="*/ 203833 h 329047"/>
                <a:gd name="csX114" fmla="*/ 608518 w 686605"/>
                <a:gd name="csY114" fmla="*/ 205355 h 329047"/>
                <a:gd name="csX115" fmla="*/ 607597 w 686605"/>
                <a:gd name="csY115" fmla="*/ 207082 h 329047"/>
                <a:gd name="csX116" fmla="*/ 605726 w 686605"/>
                <a:gd name="csY116" fmla="*/ 208688 h 329047"/>
                <a:gd name="csX117" fmla="*/ 604219 w 686605"/>
                <a:gd name="csY117" fmla="*/ 208984 h 329047"/>
                <a:gd name="csX118" fmla="*/ 601967 w 686605"/>
                <a:gd name="csY118" fmla="*/ 210529 h 329047"/>
                <a:gd name="csX119" fmla="*/ 598871 w 686605"/>
                <a:gd name="csY119" fmla="*/ 213306 h 329047"/>
                <a:gd name="csX120" fmla="*/ 596557 w 686605"/>
                <a:gd name="csY120" fmla="*/ 215634 h 329047"/>
                <a:gd name="csX121" fmla="*/ 593545 w 686605"/>
                <a:gd name="csY121" fmla="*/ 216197 h 329047"/>
                <a:gd name="csX122" fmla="*/ 591406 w 686605"/>
                <a:gd name="csY122" fmla="*/ 216791 h 329047"/>
                <a:gd name="csX123" fmla="*/ 586666 w 686605"/>
                <a:gd name="csY123" fmla="*/ 217513 h 329047"/>
                <a:gd name="csX124" fmla="*/ 585495 w 686605"/>
                <a:gd name="csY124" fmla="*/ 217696 h 329047"/>
                <a:gd name="csX125" fmla="*/ 580298 w 686605"/>
                <a:gd name="csY125" fmla="*/ 218054 h 329047"/>
                <a:gd name="csX126" fmla="*/ 576448 w 686605"/>
                <a:gd name="csY126" fmla="*/ 216806 h 329047"/>
                <a:gd name="csX127" fmla="*/ 574424 w 686605"/>
                <a:gd name="csY127" fmla="*/ 216996 h 329047"/>
                <a:gd name="csX128" fmla="*/ 572628 w 686605"/>
                <a:gd name="csY128" fmla="*/ 217704 h 329047"/>
                <a:gd name="csX129" fmla="*/ 571715 w 686605"/>
                <a:gd name="csY129" fmla="*/ 218472 h 329047"/>
                <a:gd name="csX130" fmla="*/ 571396 w 686605"/>
                <a:gd name="csY130" fmla="*/ 219933 h 329047"/>
                <a:gd name="csX131" fmla="*/ 571076 w 686605"/>
                <a:gd name="csY131" fmla="*/ 221280 h 329047"/>
                <a:gd name="csX132" fmla="*/ 569615 w 686605"/>
                <a:gd name="csY132" fmla="*/ 223372 h 329047"/>
                <a:gd name="csX133" fmla="*/ 566671 w 686605"/>
                <a:gd name="csY133" fmla="*/ 226141 h 329047"/>
                <a:gd name="csX134" fmla="*/ 564244 w 686605"/>
                <a:gd name="csY134" fmla="*/ 227975 h 329047"/>
                <a:gd name="csX135" fmla="*/ 562380 w 686605"/>
                <a:gd name="csY135" fmla="*/ 230349 h 329047"/>
                <a:gd name="csX136" fmla="*/ 561322 w 686605"/>
                <a:gd name="csY136" fmla="*/ 231209 h 329047"/>
                <a:gd name="csX137" fmla="*/ 559192 w 686605"/>
                <a:gd name="csY137" fmla="*/ 232114 h 329047"/>
                <a:gd name="csX138" fmla="*/ 558043 w 686605"/>
                <a:gd name="csY138" fmla="*/ 232601 h 329047"/>
                <a:gd name="csX139" fmla="*/ 555372 w 686605"/>
                <a:gd name="csY139" fmla="*/ 234709 h 329047"/>
                <a:gd name="csX140" fmla="*/ 553249 w 686605"/>
                <a:gd name="csY140" fmla="*/ 236588 h 329047"/>
                <a:gd name="csX141" fmla="*/ 551850 w 686605"/>
                <a:gd name="csY141" fmla="*/ 237113 h 329047"/>
                <a:gd name="csX142" fmla="*/ 550160 w 686605"/>
                <a:gd name="csY142" fmla="*/ 236619 h 329047"/>
                <a:gd name="csX143" fmla="*/ 549042 w 686605"/>
                <a:gd name="csY143" fmla="*/ 236459 h 329047"/>
                <a:gd name="csX144" fmla="*/ 545740 w 686605"/>
                <a:gd name="csY144" fmla="*/ 235736 h 329047"/>
                <a:gd name="csX145" fmla="*/ 543503 w 686605"/>
                <a:gd name="csY145" fmla="*/ 235645 h 329047"/>
                <a:gd name="csX146" fmla="*/ 540376 w 686605"/>
                <a:gd name="csY146" fmla="*/ 235181 h 329047"/>
                <a:gd name="csX147" fmla="*/ 533056 w 686605"/>
                <a:gd name="csY147" fmla="*/ 232982 h 329047"/>
                <a:gd name="csX148" fmla="*/ 530705 w 686605"/>
                <a:gd name="csY148" fmla="*/ 231954 h 329047"/>
                <a:gd name="csX149" fmla="*/ 528628 w 686605"/>
                <a:gd name="csY149" fmla="*/ 229154 h 329047"/>
                <a:gd name="csX150" fmla="*/ 526749 w 686605"/>
                <a:gd name="csY150" fmla="*/ 227732 h 329047"/>
                <a:gd name="csX151" fmla="*/ 524200 w 686605"/>
                <a:gd name="csY151" fmla="*/ 227580 h 329047"/>
                <a:gd name="csX152" fmla="*/ 520373 w 686605"/>
                <a:gd name="csY152" fmla="*/ 227580 h 329047"/>
                <a:gd name="csX153" fmla="*/ 518661 w 686605"/>
                <a:gd name="csY153" fmla="*/ 227024 h 329047"/>
                <a:gd name="csX154" fmla="*/ 515785 w 686605"/>
                <a:gd name="csY154" fmla="*/ 227549 h 329047"/>
                <a:gd name="csX155" fmla="*/ 512643 w 686605"/>
                <a:gd name="csY155" fmla="*/ 230395 h 329047"/>
                <a:gd name="csX156" fmla="*/ 511159 w 686605"/>
                <a:gd name="csY156" fmla="*/ 232510 h 329047"/>
                <a:gd name="csX157" fmla="*/ 509873 w 686605"/>
                <a:gd name="csY157" fmla="*/ 234678 h 329047"/>
                <a:gd name="csX158" fmla="*/ 508298 w 686605"/>
                <a:gd name="csY158" fmla="*/ 239297 h 329047"/>
                <a:gd name="csX159" fmla="*/ 507598 w 686605"/>
                <a:gd name="csY159" fmla="*/ 242378 h 329047"/>
                <a:gd name="csX160" fmla="*/ 507065 w 686605"/>
                <a:gd name="csY160" fmla="*/ 244113 h 329047"/>
                <a:gd name="csX161" fmla="*/ 505384 w 686605"/>
                <a:gd name="csY161" fmla="*/ 246875 h 329047"/>
                <a:gd name="csX162" fmla="*/ 505201 w 686605"/>
                <a:gd name="csY162" fmla="*/ 248419 h 329047"/>
                <a:gd name="csX163" fmla="*/ 505779 w 686605"/>
                <a:gd name="csY163" fmla="*/ 249758 h 329047"/>
                <a:gd name="csX164" fmla="*/ 506990 w 686605"/>
                <a:gd name="csY164" fmla="*/ 251265 h 329047"/>
                <a:gd name="csX165" fmla="*/ 507712 w 686605"/>
                <a:gd name="csY165" fmla="*/ 253631 h 329047"/>
                <a:gd name="csX166" fmla="*/ 509477 w 686605"/>
                <a:gd name="csY166" fmla="*/ 256142 h 329047"/>
                <a:gd name="csX167" fmla="*/ 511212 w 686605"/>
                <a:gd name="csY167" fmla="*/ 258098 h 329047"/>
                <a:gd name="csX168" fmla="*/ 514476 w 686605"/>
                <a:gd name="csY168" fmla="*/ 261247 h 329047"/>
                <a:gd name="csX169" fmla="*/ 515404 w 686605"/>
                <a:gd name="csY169" fmla="*/ 262899 h 329047"/>
                <a:gd name="csX170" fmla="*/ 516508 w 686605"/>
                <a:gd name="csY170" fmla="*/ 264785 h 329047"/>
                <a:gd name="csX171" fmla="*/ 516744 w 686605"/>
                <a:gd name="csY171" fmla="*/ 266627 h 329047"/>
                <a:gd name="csX172" fmla="*/ 516538 w 686605"/>
                <a:gd name="csY172" fmla="*/ 267829 h 329047"/>
                <a:gd name="csX173" fmla="*/ 515366 w 686605"/>
                <a:gd name="csY173" fmla="*/ 268749 h 329047"/>
                <a:gd name="csX174" fmla="*/ 513076 w 686605"/>
                <a:gd name="csY174" fmla="*/ 269214 h 329047"/>
                <a:gd name="csX175" fmla="*/ 511973 w 686605"/>
                <a:gd name="csY175" fmla="*/ 270484 h 329047"/>
                <a:gd name="csX176" fmla="*/ 510291 w 686605"/>
                <a:gd name="csY176" fmla="*/ 272188 h 329047"/>
                <a:gd name="csX177" fmla="*/ 508298 w 686605"/>
                <a:gd name="csY177" fmla="*/ 274151 h 329047"/>
                <a:gd name="csX178" fmla="*/ 507362 w 686605"/>
                <a:gd name="csY178" fmla="*/ 274258 h 329047"/>
                <a:gd name="csX179" fmla="*/ 506236 w 686605"/>
                <a:gd name="csY179" fmla="*/ 274783 h 329047"/>
                <a:gd name="csX180" fmla="*/ 500598 w 686605"/>
                <a:gd name="csY180" fmla="*/ 277210 h 329047"/>
                <a:gd name="csX181" fmla="*/ 498453 w 686605"/>
                <a:gd name="csY181" fmla="*/ 277887 h 329047"/>
                <a:gd name="csX182" fmla="*/ 496763 w 686605"/>
                <a:gd name="csY182" fmla="*/ 278694 h 329047"/>
                <a:gd name="csX183" fmla="*/ 494762 w 686605"/>
                <a:gd name="csY183" fmla="*/ 281159 h 329047"/>
                <a:gd name="csX184" fmla="*/ 493187 w 686605"/>
                <a:gd name="csY184" fmla="*/ 282993 h 329047"/>
                <a:gd name="csX185" fmla="*/ 491240 w 686605"/>
                <a:gd name="csY185" fmla="*/ 285428 h 329047"/>
                <a:gd name="csX186" fmla="*/ 490380 w 686605"/>
                <a:gd name="csY186" fmla="*/ 286500 h 329047"/>
                <a:gd name="csX187" fmla="*/ 488653 w 686605"/>
                <a:gd name="csY187" fmla="*/ 288927 h 329047"/>
                <a:gd name="csX188" fmla="*/ 486378 w 686605"/>
                <a:gd name="csY188" fmla="*/ 291697 h 329047"/>
                <a:gd name="csX189" fmla="*/ 485115 w 686605"/>
                <a:gd name="csY189" fmla="*/ 293181 h 329047"/>
                <a:gd name="csX190" fmla="*/ 484430 w 686605"/>
                <a:gd name="csY190" fmla="*/ 294063 h 329047"/>
                <a:gd name="csX191" fmla="*/ 483806 w 686605"/>
                <a:gd name="csY191" fmla="*/ 295227 h 329047"/>
                <a:gd name="csX192" fmla="*/ 481424 w 686605"/>
                <a:gd name="csY192" fmla="*/ 296118 h 329047"/>
                <a:gd name="csX193" fmla="*/ 479461 w 686605"/>
                <a:gd name="csY193" fmla="*/ 297069 h 329047"/>
                <a:gd name="csX194" fmla="*/ 476494 w 686605"/>
                <a:gd name="csY194" fmla="*/ 298499 h 329047"/>
                <a:gd name="csX195" fmla="*/ 472241 w 686605"/>
                <a:gd name="csY195" fmla="*/ 300066 h 329047"/>
                <a:gd name="csX196" fmla="*/ 468802 w 686605"/>
                <a:gd name="csY196" fmla="*/ 301588 h 329047"/>
                <a:gd name="csX197" fmla="*/ 466618 w 686605"/>
                <a:gd name="csY197" fmla="*/ 302836 h 329047"/>
                <a:gd name="csX198" fmla="*/ 463369 w 686605"/>
                <a:gd name="csY198" fmla="*/ 304411 h 329047"/>
                <a:gd name="csX199" fmla="*/ 461163 w 686605"/>
                <a:gd name="csY199" fmla="*/ 304913 h 329047"/>
                <a:gd name="csX200" fmla="*/ 456719 w 686605"/>
                <a:gd name="csY200" fmla="*/ 304852 h 329047"/>
                <a:gd name="csX201" fmla="*/ 451226 w 686605"/>
                <a:gd name="csY201" fmla="*/ 305255 h 329047"/>
                <a:gd name="csX202" fmla="*/ 447224 w 686605"/>
                <a:gd name="csY202" fmla="*/ 305560 h 329047"/>
                <a:gd name="csX203" fmla="*/ 444219 w 686605"/>
                <a:gd name="csY203" fmla="*/ 305179 h 329047"/>
                <a:gd name="csX204" fmla="*/ 439676 w 686605"/>
                <a:gd name="csY204" fmla="*/ 304959 h 329047"/>
                <a:gd name="csX205" fmla="*/ 436199 w 686605"/>
                <a:gd name="csY205" fmla="*/ 304654 h 329047"/>
                <a:gd name="csX206" fmla="*/ 433879 w 686605"/>
                <a:gd name="csY206" fmla="*/ 305240 h 329047"/>
                <a:gd name="csX207" fmla="*/ 428408 w 686605"/>
                <a:gd name="csY207" fmla="*/ 305857 h 329047"/>
                <a:gd name="csX208" fmla="*/ 427183 w 686605"/>
                <a:gd name="csY208" fmla="*/ 305993 h 329047"/>
                <a:gd name="csX209" fmla="*/ 417437 w 686605"/>
                <a:gd name="csY209" fmla="*/ 307485 h 329047"/>
                <a:gd name="csX210" fmla="*/ 413130 w 686605"/>
                <a:gd name="csY210" fmla="*/ 308276 h 329047"/>
                <a:gd name="csX211" fmla="*/ 409189 w 686605"/>
                <a:gd name="csY211" fmla="*/ 308641 h 329047"/>
                <a:gd name="csX212" fmla="*/ 406290 w 686605"/>
                <a:gd name="csY212" fmla="*/ 309219 h 329047"/>
                <a:gd name="csX213" fmla="*/ 404646 w 686605"/>
                <a:gd name="csY213" fmla="*/ 309950 h 329047"/>
                <a:gd name="csX214" fmla="*/ 402212 w 686605"/>
                <a:gd name="csY214" fmla="*/ 310985 h 329047"/>
                <a:gd name="csX215" fmla="*/ 400926 w 686605"/>
                <a:gd name="csY215" fmla="*/ 311441 h 329047"/>
                <a:gd name="csX216" fmla="*/ 396612 w 686605"/>
                <a:gd name="csY216" fmla="*/ 313480 h 329047"/>
                <a:gd name="csX217" fmla="*/ 387010 w 686605"/>
                <a:gd name="csY217" fmla="*/ 317680 h 329047"/>
                <a:gd name="csX218" fmla="*/ 380588 w 686605"/>
                <a:gd name="csY218" fmla="*/ 321081 h 329047"/>
                <a:gd name="csX219" fmla="*/ 379531 w 686605"/>
                <a:gd name="csY219" fmla="*/ 321659 h 329047"/>
                <a:gd name="csX220" fmla="*/ 375201 w 686605"/>
                <a:gd name="csY220" fmla="*/ 324056 h 329047"/>
                <a:gd name="csX221" fmla="*/ 372698 w 686605"/>
                <a:gd name="csY221" fmla="*/ 324992 h 329047"/>
                <a:gd name="csX222" fmla="*/ 370956 w 686605"/>
                <a:gd name="csY222" fmla="*/ 327122 h 329047"/>
                <a:gd name="csX223" fmla="*/ 369564 w 686605"/>
                <a:gd name="csY223" fmla="*/ 328469 h 329047"/>
                <a:gd name="csX224" fmla="*/ 368103 w 686605"/>
                <a:gd name="csY224" fmla="*/ 329047 h 329047"/>
                <a:gd name="csX225" fmla="*/ 365501 w 686605"/>
                <a:gd name="csY225" fmla="*/ 327678 h 329047"/>
                <a:gd name="csX226" fmla="*/ 363659 w 686605"/>
                <a:gd name="csY226" fmla="*/ 327754 h 329047"/>
                <a:gd name="csX227" fmla="*/ 357778 w 686605"/>
                <a:gd name="csY227" fmla="*/ 327252 h 329047"/>
                <a:gd name="csX228" fmla="*/ 357778 w 686605"/>
                <a:gd name="csY228" fmla="*/ 321028 h 329047"/>
                <a:gd name="csX229" fmla="*/ 353654 w 686605"/>
                <a:gd name="csY229" fmla="*/ 321903 h 329047"/>
                <a:gd name="csX230" fmla="*/ 347073 w 686605"/>
                <a:gd name="csY230" fmla="*/ 323310 h 329047"/>
                <a:gd name="csX231" fmla="*/ 340971 w 686605"/>
                <a:gd name="csY231" fmla="*/ 324612 h 329047"/>
                <a:gd name="csX232" fmla="*/ 335386 w 686605"/>
                <a:gd name="csY232" fmla="*/ 321629 h 329047"/>
                <a:gd name="csX233" fmla="*/ 331079 w 686605"/>
                <a:gd name="csY233" fmla="*/ 319324 h 329047"/>
                <a:gd name="csX234" fmla="*/ 327336 w 686605"/>
                <a:gd name="csY234" fmla="*/ 317338 h 329047"/>
                <a:gd name="csX235" fmla="*/ 321660 w 686605"/>
                <a:gd name="csY235" fmla="*/ 316022 h 329047"/>
                <a:gd name="csX236" fmla="*/ 316707 w 686605"/>
                <a:gd name="csY236" fmla="*/ 314873 h 329047"/>
                <a:gd name="csX237" fmla="*/ 307774 w 686605"/>
                <a:gd name="csY237" fmla="*/ 312978 h 329047"/>
                <a:gd name="csX238" fmla="*/ 303848 w 686605"/>
                <a:gd name="csY238" fmla="*/ 311319 h 329047"/>
                <a:gd name="csX239" fmla="*/ 301862 w 686605"/>
                <a:gd name="csY239" fmla="*/ 309120 h 329047"/>
                <a:gd name="csX240" fmla="*/ 298317 w 686605"/>
                <a:gd name="csY240" fmla="*/ 304129 h 329047"/>
                <a:gd name="csX241" fmla="*/ 297168 w 686605"/>
                <a:gd name="csY241" fmla="*/ 303140 h 329047"/>
                <a:gd name="csX242" fmla="*/ 295441 w 686605"/>
                <a:gd name="csY242" fmla="*/ 302455 h 329047"/>
                <a:gd name="csX243" fmla="*/ 293653 w 686605"/>
                <a:gd name="csY243" fmla="*/ 302022 h 329047"/>
                <a:gd name="csX244" fmla="*/ 289773 w 686605"/>
                <a:gd name="csY244" fmla="*/ 302045 h 329047"/>
                <a:gd name="csX245" fmla="*/ 285040 w 686605"/>
                <a:gd name="csY245" fmla="*/ 301657 h 329047"/>
                <a:gd name="csX246" fmla="*/ 278223 w 686605"/>
                <a:gd name="csY246" fmla="*/ 300607 h 329047"/>
                <a:gd name="csX247" fmla="*/ 272805 w 686605"/>
                <a:gd name="csY247" fmla="*/ 299762 h 329047"/>
                <a:gd name="csX248" fmla="*/ 263568 w 686605"/>
                <a:gd name="csY248" fmla="*/ 298202 h 329047"/>
                <a:gd name="csX249" fmla="*/ 261377 w 686605"/>
                <a:gd name="csY249" fmla="*/ 298012 h 329047"/>
                <a:gd name="csX250" fmla="*/ 256546 w 686605"/>
                <a:gd name="csY250" fmla="*/ 299397 h 329047"/>
                <a:gd name="csX251" fmla="*/ 250352 w 686605"/>
                <a:gd name="csY251" fmla="*/ 301170 h 329047"/>
                <a:gd name="csX252" fmla="*/ 239236 w 686605"/>
                <a:gd name="csY252" fmla="*/ 299777 h 329047"/>
                <a:gd name="csX253" fmla="*/ 234306 w 686605"/>
                <a:gd name="csY253" fmla="*/ 299131 h 329047"/>
                <a:gd name="csX254" fmla="*/ 224316 w 686605"/>
                <a:gd name="csY254" fmla="*/ 297807 h 329047"/>
                <a:gd name="csX255" fmla="*/ 213010 w 686605"/>
                <a:gd name="csY255" fmla="*/ 296308 h 329047"/>
                <a:gd name="csX256" fmla="*/ 202053 w 686605"/>
                <a:gd name="csY256" fmla="*/ 294755 h 329047"/>
                <a:gd name="csX257" fmla="*/ 194095 w 686605"/>
                <a:gd name="csY257" fmla="*/ 295608 h 329047"/>
                <a:gd name="csX258" fmla="*/ 189659 w 686605"/>
                <a:gd name="csY258" fmla="*/ 296087 h 329047"/>
                <a:gd name="csX259" fmla="*/ 184538 w 686605"/>
                <a:gd name="csY259" fmla="*/ 296772 h 329047"/>
                <a:gd name="csX260" fmla="*/ 183831 w 686605"/>
                <a:gd name="csY260" fmla="*/ 296003 h 329047"/>
                <a:gd name="csX261" fmla="*/ 183625 w 686605"/>
                <a:gd name="csY261" fmla="*/ 293028 h 329047"/>
                <a:gd name="csX262" fmla="*/ 182705 w 686605"/>
                <a:gd name="csY262" fmla="*/ 290723 h 329047"/>
                <a:gd name="csX263" fmla="*/ 179905 w 686605"/>
                <a:gd name="csY263" fmla="*/ 288227 h 329047"/>
                <a:gd name="csX264" fmla="*/ 178025 w 686605"/>
                <a:gd name="csY264" fmla="*/ 285854 h 329047"/>
                <a:gd name="csX265" fmla="*/ 174442 w 686605"/>
                <a:gd name="csY265" fmla="*/ 282635 h 329047"/>
                <a:gd name="csX266" fmla="*/ 173316 w 686605"/>
                <a:gd name="csY266" fmla="*/ 280604 h 329047"/>
                <a:gd name="csX267" fmla="*/ 172935 w 686605"/>
                <a:gd name="csY267" fmla="*/ 277454 h 329047"/>
                <a:gd name="csX268" fmla="*/ 169633 w 686605"/>
                <a:gd name="csY268" fmla="*/ 269229 h 329047"/>
                <a:gd name="csX269" fmla="*/ 167579 w 686605"/>
                <a:gd name="csY269" fmla="*/ 263637 h 329047"/>
                <a:gd name="csX270" fmla="*/ 167062 w 686605"/>
                <a:gd name="csY270" fmla="*/ 262503 h 329047"/>
                <a:gd name="csX271" fmla="*/ 166179 w 686605"/>
                <a:gd name="csY271" fmla="*/ 260677 h 329047"/>
                <a:gd name="csX272" fmla="*/ 165022 w 686605"/>
                <a:gd name="csY272" fmla="*/ 259726 h 329047"/>
                <a:gd name="csX273" fmla="*/ 162565 w 686605"/>
                <a:gd name="csY273" fmla="*/ 259140 h 329047"/>
                <a:gd name="csX274" fmla="*/ 161903 w 686605"/>
                <a:gd name="csY274" fmla="*/ 258151 h 329047"/>
                <a:gd name="csX275" fmla="*/ 161903 w 686605"/>
                <a:gd name="csY275" fmla="*/ 256210 h 329047"/>
                <a:gd name="csX276" fmla="*/ 162291 w 686605"/>
                <a:gd name="csY276" fmla="*/ 253525 h 329047"/>
                <a:gd name="csX277" fmla="*/ 162793 w 686605"/>
                <a:gd name="csY277" fmla="*/ 251562 h 329047"/>
                <a:gd name="csX278" fmla="*/ 162435 w 686605"/>
                <a:gd name="csY278" fmla="*/ 251067 h 329047"/>
                <a:gd name="csX279" fmla="*/ 156021 w 686605"/>
                <a:gd name="csY279" fmla="*/ 251623 h 329047"/>
                <a:gd name="csX280" fmla="*/ 152088 w 686605"/>
                <a:gd name="csY280" fmla="*/ 250322 h 329047"/>
                <a:gd name="csX281" fmla="*/ 148808 w 686605"/>
                <a:gd name="csY281" fmla="*/ 248906 h 329047"/>
                <a:gd name="csX282" fmla="*/ 144152 w 686605"/>
                <a:gd name="csY282" fmla="*/ 245285 h 329047"/>
                <a:gd name="csX283" fmla="*/ 141390 w 686605"/>
                <a:gd name="csY283" fmla="*/ 243885 h 329047"/>
                <a:gd name="csX284" fmla="*/ 137852 w 686605"/>
                <a:gd name="csY284" fmla="*/ 240126 h 329047"/>
                <a:gd name="csX285" fmla="*/ 132709 w 686605"/>
                <a:gd name="csY285" fmla="*/ 239236 h 329047"/>
                <a:gd name="csX286" fmla="*/ 130791 w 686605"/>
                <a:gd name="csY286" fmla="*/ 237760 h 329047"/>
                <a:gd name="csX287" fmla="*/ 128372 w 686605"/>
                <a:gd name="csY287" fmla="*/ 234534 h 329047"/>
                <a:gd name="csX288" fmla="*/ 126264 w 686605"/>
                <a:gd name="csY288" fmla="*/ 232457 h 329047"/>
                <a:gd name="csX289" fmla="*/ 123266 w 686605"/>
                <a:gd name="csY289" fmla="*/ 231148 h 329047"/>
                <a:gd name="csX290" fmla="*/ 118534 w 686605"/>
                <a:gd name="csY290" fmla="*/ 229984 h 329047"/>
                <a:gd name="csX291" fmla="*/ 110454 w 686605"/>
                <a:gd name="csY291" fmla="*/ 228873 h 329047"/>
                <a:gd name="csX292" fmla="*/ 107714 w 686605"/>
                <a:gd name="csY292" fmla="*/ 228401 h 329047"/>
                <a:gd name="csX293" fmla="*/ 103256 w 686605"/>
                <a:gd name="csY293" fmla="*/ 229147 h 329047"/>
                <a:gd name="csX294" fmla="*/ 99946 w 686605"/>
                <a:gd name="csY294" fmla="*/ 229208 h 329047"/>
                <a:gd name="csX295" fmla="*/ 94582 w 686605"/>
                <a:gd name="csY295" fmla="*/ 228417 h 329047"/>
                <a:gd name="csX296" fmla="*/ 91523 w 686605"/>
                <a:gd name="csY296" fmla="*/ 227420 h 329047"/>
                <a:gd name="csX297" fmla="*/ 87750 w 686605"/>
                <a:gd name="csY297" fmla="*/ 227389 h 329047"/>
                <a:gd name="csX298" fmla="*/ 85292 w 686605"/>
                <a:gd name="csY298" fmla="*/ 227405 h 329047"/>
                <a:gd name="csX299" fmla="*/ 82013 w 686605"/>
                <a:gd name="csY299" fmla="*/ 227176 h 329047"/>
                <a:gd name="csX300" fmla="*/ 80430 w 686605"/>
                <a:gd name="csY300" fmla="*/ 226522 h 329047"/>
                <a:gd name="csX301" fmla="*/ 78962 w 686605"/>
                <a:gd name="csY301" fmla="*/ 225723 h 329047"/>
                <a:gd name="csX302" fmla="*/ 76207 w 686605"/>
                <a:gd name="csY302" fmla="*/ 225921 h 329047"/>
                <a:gd name="csX303" fmla="*/ 74282 w 686605"/>
                <a:gd name="csY303" fmla="*/ 225122 h 329047"/>
                <a:gd name="csX304" fmla="*/ 72487 w 686605"/>
                <a:gd name="csY304" fmla="*/ 223631 h 329047"/>
                <a:gd name="csX305" fmla="*/ 70608 w 686605"/>
                <a:gd name="csY305" fmla="*/ 222923 h 329047"/>
                <a:gd name="csX306" fmla="*/ 68553 w 686605"/>
                <a:gd name="csY306" fmla="*/ 222969 h 329047"/>
                <a:gd name="csX307" fmla="*/ 67709 w 686605"/>
                <a:gd name="csY307" fmla="*/ 223631 h 329047"/>
                <a:gd name="csX308" fmla="*/ 66917 w 686605"/>
                <a:gd name="csY308" fmla="*/ 223570 h 329047"/>
                <a:gd name="csX309" fmla="*/ 66408 w 686605"/>
                <a:gd name="csY309" fmla="*/ 221554 h 329047"/>
                <a:gd name="csX310" fmla="*/ 64482 w 686605"/>
                <a:gd name="csY310" fmla="*/ 218290 h 329047"/>
                <a:gd name="csX311" fmla="*/ 64194 w 686605"/>
                <a:gd name="csY311" fmla="*/ 216821 h 329047"/>
                <a:gd name="csX312" fmla="*/ 63014 w 686605"/>
                <a:gd name="csY312" fmla="*/ 215132 h 329047"/>
                <a:gd name="csX313" fmla="*/ 62322 w 686605"/>
                <a:gd name="csY313" fmla="*/ 213595 h 329047"/>
                <a:gd name="csX314" fmla="*/ 62512 w 686605"/>
                <a:gd name="csY314" fmla="*/ 211472 h 329047"/>
                <a:gd name="csX315" fmla="*/ 63341 w 686605"/>
                <a:gd name="csY315" fmla="*/ 207341 h 329047"/>
                <a:gd name="csX316" fmla="*/ 65190 w 686605"/>
                <a:gd name="csY316" fmla="*/ 203597 h 329047"/>
                <a:gd name="csX317" fmla="*/ 66392 w 686605"/>
                <a:gd name="csY317" fmla="*/ 202623 h 329047"/>
                <a:gd name="csX318" fmla="*/ 67130 w 686605"/>
                <a:gd name="csY318" fmla="*/ 201513 h 329047"/>
                <a:gd name="csX319" fmla="*/ 68682 w 686605"/>
                <a:gd name="csY319" fmla="*/ 199573 h 329047"/>
                <a:gd name="csX320" fmla="*/ 69581 w 686605"/>
                <a:gd name="csY320" fmla="*/ 198020 h 329047"/>
                <a:gd name="csX321" fmla="*/ 69474 w 686605"/>
                <a:gd name="csY321" fmla="*/ 195890 h 329047"/>
                <a:gd name="csX322" fmla="*/ 68416 w 686605"/>
                <a:gd name="csY322" fmla="*/ 193668 h 329047"/>
                <a:gd name="csX323" fmla="*/ 67656 w 686605"/>
                <a:gd name="csY323" fmla="*/ 190800 h 329047"/>
                <a:gd name="csX324" fmla="*/ 67793 w 686605"/>
                <a:gd name="csY324" fmla="*/ 189149 h 329047"/>
                <a:gd name="csX325" fmla="*/ 68934 w 686605"/>
                <a:gd name="csY325" fmla="*/ 187186 h 329047"/>
                <a:gd name="csX326" fmla="*/ 70273 w 686605"/>
                <a:gd name="csY326" fmla="*/ 182826 h 329047"/>
                <a:gd name="csX327" fmla="*/ 70159 w 686605"/>
                <a:gd name="csY327" fmla="*/ 181677 h 329047"/>
                <a:gd name="csX328" fmla="*/ 69633 w 686605"/>
                <a:gd name="csY328" fmla="*/ 180764 h 329047"/>
                <a:gd name="csX329" fmla="*/ 69497 w 686605"/>
                <a:gd name="csY329" fmla="*/ 178733 h 329047"/>
                <a:gd name="csX330" fmla="*/ 69238 w 686605"/>
                <a:gd name="csY330" fmla="*/ 176009 h 329047"/>
                <a:gd name="csX331" fmla="*/ 67632 w 686605"/>
                <a:gd name="csY331" fmla="*/ 171832 h 329047"/>
                <a:gd name="csX332" fmla="*/ 66765 w 686605"/>
                <a:gd name="csY332" fmla="*/ 169610 h 329047"/>
                <a:gd name="csX333" fmla="*/ 65244 w 686605"/>
                <a:gd name="csY333" fmla="*/ 168651 h 329047"/>
                <a:gd name="csX334" fmla="*/ 63463 w 686605"/>
                <a:gd name="csY334" fmla="*/ 168073 h 329047"/>
                <a:gd name="csX335" fmla="*/ 61926 w 686605"/>
                <a:gd name="csY335" fmla="*/ 165060 h 329047"/>
                <a:gd name="csX336" fmla="*/ 59994 w 686605"/>
                <a:gd name="csY336" fmla="*/ 161499 h 329047"/>
                <a:gd name="csX337" fmla="*/ 58784 w 686605"/>
                <a:gd name="csY337" fmla="*/ 159262 h 329047"/>
                <a:gd name="csX338" fmla="*/ 58365 w 686605"/>
                <a:gd name="csY338" fmla="*/ 157893 h 329047"/>
                <a:gd name="csX339" fmla="*/ 58175 w 686605"/>
                <a:gd name="csY339" fmla="*/ 155405 h 329047"/>
                <a:gd name="csX340" fmla="*/ 57270 w 686605"/>
                <a:gd name="csY340" fmla="*/ 152384 h 329047"/>
                <a:gd name="csX341" fmla="*/ 56318 w 686605"/>
                <a:gd name="csY341" fmla="*/ 150726 h 329047"/>
                <a:gd name="csX342" fmla="*/ 55611 w 686605"/>
                <a:gd name="csY342" fmla="*/ 149447 h 329047"/>
                <a:gd name="csX343" fmla="*/ 55246 w 686605"/>
                <a:gd name="csY343" fmla="*/ 147614 h 329047"/>
                <a:gd name="csX344" fmla="*/ 54881 w 686605"/>
                <a:gd name="csY344" fmla="*/ 146944 h 329047"/>
                <a:gd name="csX345" fmla="*/ 52263 w 686605"/>
                <a:gd name="csY345" fmla="*/ 146130 h 329047"/>
                <a:gd name="csX346" fmla="*/ 50391 w 686605"/>
                <a:gd name="csY346" fmla="*/ 144760 h 329047"/>
                <a:gd name="csX347" fmla="*/ 49615 w 686605"/>
                <a:gd name="csY347" fmla="*/ 142919 h 329047"/>
                <a:gd name="csX348" fmla="*/ 49341 w 686605"/>
                <a:gd name="csY348" fmla="*/ 141428 h 329047"/>
                <a:gd name="csX349" fmla="*/ 48779 w 686605"/>
                <a:gd name="csY349" fmla="*/ 140561 h 329047"/>
                <a:gd name="csX350" fmla="*/ 47302 w 686605"/>
                <a:gd name="csY350" fmla="*/ 140287 h 329047"/>
                <a:gd name="csX351" fmla="*/ 46276 w 686605"/>
                <a:gd name="csY351" fmla="*/ 141626 h 329047"/>
                <a:gd name="csX352" fmla="*/ 44594 w 686605"/>
                <a:gd name="csY352" fmla="*/ 142295 h 329047"/>
                <a:gd name="csX353" fmla="*/ 43453 w 686605"/>
                <a:gd name="csY353" fmla="*/ 142174 h 329047"/>
                <a:gd name="csX354" fmla="*/ 42334 w 686605"/>
                <a:gd name="csY354" fmla="*/ 141367 h 329047"/>
                <a:gd name="csX355" fmla="*/ 41642 w 686605"/>
                <a:gd name="csY355" fmla="*/ 140522 h 329047"/>
                <a:gd name="csX356" fmla="*/ 40470 w 686605"/>
                <a:gd name="csY356" fmla="*/ 139571 h 329047"/>
                <a:gd name="csX357" fmla="*/ 38811 w 686605"/>
                <a:gd name="csY357" fmla="*/ 136551 h 329047"/>
                <a:gd name="csX358" fmla="*/ 37069 w 686605"/>
                <a:gd name="csY358" fmla="*/ 135752 h 329047"/>
                <a:gd name="csX359" fmla="*/ 33874 w 686605"/>
                <a:gd name="csY359" fmla="*/ 135889 h 329047"/>
                <a:gd name="csX360" fmla="*/ 31028 w 686605"/>
                <a:gd name="csY360" fmla="*/ 137289 h 329047"/>
                <a:gd name="csX361" fmla="*/ 29308 w 686605"/>
                <a:gd name="csY361" fmla="*/ 137068 h 329047"/>
                <a:gd name="csX362" fmla="*/ 27848 w 686605"/>
                <a:gd name="csY362" fmla="*/ 136596 h 329047"/>
                <a:gd name="csX363" fmla="*/ 26219 w 686605"/>
                <a:gd name="csY363" fmla="*/ 135090 h 329047"/>
                <a:gd name="csX364" fmla="*/ 25078 w 686605"/>
                <a:gd name="csY364" fmla="*/ 133842 h 329047"/>
                <a:gd name="csX365" fmla="*/ 23381 w 686605"/>
                <a:gd name="csY365" fmla="*/ 133439 h 329047"/>
                <a:gd name="csX366" fmla="*/ 20041 w 686605"/>
                <a:gd name="csY366" fmla="*/ 131240 h 329047"/>
                <a:gd name="csX367" fmla="*/ 17781 w 686605"/>
                <a:gd name="csY367" fmla="*/ 129657 h 329047"/>
                <a:gd name="csX368" fmla="*/ 17591 w 686605"/>
                <a:gd name="csY368" fmla="*/ 126545 h 329047"/>
                <a:gd name="csX369" fmla="*/ 16526 w 686605"/>
                <a:gd name="csY369" fmla="*/ 124400 h 329047"/>
                <a:gd name="csX370" fmla="*/ 14319 w 686605"/>
                <a:gd name="csY370" fmla="*/ 123791 h 329047"/>
                <a:gd name="csX371" fmla="*/ 12098 w 686605"/>
                <a:gd name="csY371" fmla="*/ 121585 h 329047"/>
                <a:gd name="csX372" fmla="*/ 8856 w 686605"/>
                <a:gd name="csY372" fmla="*/ 120398 h 329047"/>
                <a:gd name="csX373" fmla="*/ 6817 w 686605"/>
                <a:gd name="csY373" fmla="*/ 119477 h 329047"/>
                <a:gd name="csX374" fmla="*/ 5045 w 686605"/>
                <a:gd name="csY374" fmla="*/ 118922 h 329047"/>
                <a:gd name="csX375" fmla="*/ 4786 w 686605"/>
                <a:gd name="csY375" fmla="*/ 118085 h 329047"/>
                <a:gd name="csX376" fmla="*/ 4892 w 686605"/>
                <a:gd name="csY376" fmla="*/ 117370 h 329047"/>
                <a:gd name="csX377" fmla="*/ 5706 w 686605"/>
                <a:gd name="csY377" fmla="*/ 116175 h 329047"/>
                <a:gd name="csX378" fmla="*/ 6559 w 686605"/>
                <a:gd name="csY378" fmla="*/ 115057 h 329047"/>
                <a:gd name="csX379" fmla="*/ 6764 w 686605"/>
                <a:gd name="csY379" fmla="*/ 114022 h 329047"/>
                <a:gd name="csX380" fmla="*/ 6079 w 686605"/>
                <a:gd name="csY380" fmla="*/ 113109 h 329047"/>
                <a:gd name="csX381" fmla="*/ 4245 w 686605"/>
                <a:gd name="csY381" fmla="*/ 112150 h 329047"/>
                <a:gd name="csX382" fmla="*/ 1887 w 686605"/>
                <a:gd name="csY382" fmla="*/ 111290 h 329047"/>
                <a:gd name="csX383" fmla="*/ 1408 w 686605"/>
                <a:gd name="csY383" fmla="*/ 109868 h 329047"/>
                <a:gd name="csX384" fmla="*/ 0 w 686605"/>
                <a:gd name="csY384" fmla="*/ 108384 h 329047"/>
                <a:gd name="csX385" fmla="*/ 243 w 686605"/>
                <a:gd name="csY385" fmla="*/ 107189 h 329047"/>
                <a:gd name="csX386" fmla="*/ 1362 w 686605"/>
                <a:gd name="csY386" fmla="*/ 106314 h 329047"/>
                <a:gd name="csX387" fmla="*/ 2488 w 686605"/>
                <a:gd name="csY387" fmla="*/ 105668 h 329047"/>
                <a:gd name="csX388" fmla="*/ 2754 w 686605"/>
                <a:gd name="csY388" fmla="*/ 104542 h 329047"/>
                <a:gd name="csX389" fmla="*/ 1948 w 686605"/>
                <a:gd name="csY389" fmla="*/ 103507 h 329047"/>
                <a:gd name="csX390" fmla="*/ 1560 w 686605"/>
                <a:gd name="csY390" fmla="*/ 101940 h 329047"/>
                <a:gd name="csX391" fmla="*/ 1750 w 686605"/>
                <a:gd name="csY391" fmla="*/ 100768 h 329047"/>
                <a:gd name="csX392" fmla="*/ 1514 w 686605"/>
                <a:gd name="csY392" fmla="*/ 99269 h 329047"/>
                <a:gd name="csX393" fmla="*/ 1598 w 686605"/>
                <a:gd name="csY393" fmla="*/ 99277 h 329047"/>
                <a:gd name="csX394" fmla="*/ 4086 w 686605"/>
                <a:gd name="csY394" fmla="*/ 99193 h 329047"/>
                <a:gd name="csX395" fmla="*/ 5227 w 686605"/>
                <a:gd name="csY395" fmla="*/ 98470 h 329047"/>
                <a:gd name="csX396" fmla="*/ 6087 w 686605"/>
                <a:gd name="csY396" fmla="*/ 97397 h 329047"/>
                <a:gd name="csX397" fmla="*/ 7951 w 686605"/>
                <a:gd name="csY397" fmla="*/ 96202 h 329047"/>
                <a:gd name="csX398" fmla="*/ 8346 w 686605"/>
                <a:gd name="csY398" fmla="*/ 94833 h 329047"/>
                <a:gd name="csX399" fmla="*/ 8377 w 686605"/>
                <a:gd name="csY399" fmla="*/ 92117 h 329047"/>
                <a:gd name="csX400" fmla="*/ 9594 w 686605"/>
                <a:gd name="csY400" fmla="*/ 89819 h 329047"/>
                <a:gd name="csX401" fmla="*/ 12691 w 686605"/>
                <a:gd name="csY401" fmla="*/ 89134 h 329047"/>
                <a:gd name="csX402" fmla="*/ 13878 w 686605"/>
                <a:gd name="csY402" fmla="*/ 88799 h 329047"/>
                <a:gd name="csX403" fmla="*/ 15141 w 686605"/>
                <a:gd name="csY403" fmla="*/ 89134 h 329047"/>
                <a:gd name="csX404" fmla="*/ 17104 w 686605"/>
                <a:gd name="csY404" fmla="*/ 88807 h 329047"/>
                <a:gd name="csX405" fmla="*/ 18999 w 686605"/>
                <a:gd name="csY405" fmla="*/ 88693 h 329047"/>
                <a:gd name="csX406" fmla="*/ 20056 w 686605"/>
                <a:gd name="csY406" fmla="*/ 89401 h 329047"/>
                <a:gd name="csX407" fmla="*/ 21456 w 686605"/>
                <a:gd name="csY407" fmla="*/ 89994 h 329047"/>
                <a:gd name="csX408" fmla="*/ 23244 w 686605"/>
                <a:gd name="csY408" fmla="*/ 89926 h 329047"/>
                <a:gd name="csX409" fmla="*/ 23853 w 686605"/>
                <a:gd name="csY409" fmla="*/ 88845 h 329047"/>
                <a:gd name="csX410" fmla="*/ 23929 w 686605"/>
                <a:gd name="csY410" fmla="*/ 87331 h 329047"/>
                <a:gd name="csX411" fmla="*/ 24698 w 686605"/>
                <a:gd name="csY411" fmla="*/ 86935 h 329047"/>
                <a:gd name="csX412" fmla="*/ 25664 w 686605"/>
                <a:gd name="csY412" fmla="*/ 87985 h 329047"/>
                <a:gd name="csX413" fmla="*/ 26212 w 686605"/>
                <a:gd name="csY413" fmla="*/ 88769 h 329047"/>
                <a:gd name="csX414" fmla="*/ 27010 w 686605"/>
                <a:gd name="csY414" fmla="*/ 89127 h 329047"/>
                <a:gd name="csX415" fmla="*/ 29171 w 686605"/>
                <a:gd name="csY415" fmla="*/ 88191 h 329047"/>
                <a:gd name="csX416" fmla="*/ 30678 w 686605"/>
                <a:gd name="csY416" fmla="*/ 87179 h 329047"/>
                <a:gd name="csX417" fmla="*/ 31172 w 686605"/>
                <a:gd name="csY417" fmla="*/ 85094 h 329047"/>
                <a:gd name="csX418" fmla="*/ 32047 w 686605"/>
                <a:gd name="csY418" fmla="*/ 84067 h 329047"/>
                <a:gd name="csX419" fmla="*/ 33219 w 686605"/>
                <a:gd name="csY419" fmla="*/ 84592 h 329047"/>
                <a:gd name="csX420" fmla="*/ 35281 w 686605"/>
                <a:gd name="csY420" fmla="*/ 84577 h 329047"/>
                <a:gd name="csX421" fmla="*/ 36978 w 686605"/>
                <a:gd name="csY421" fmla="*/ 82964 h 329047"/>
                <a:gd name="csX422" fmla="*/ 39207 w 686605"/>
                <a:gd name="csY422" fmla="*/ 81678 h 329047"/>
                <a:gd name="csX423" fmla="*/ 40805 w 686605"/>
                <a:gd name="csY423" fmla="*/ 81092 h 329047"/>
                <a:gd name="csX424" fmla="*/ 41125 w 686605"/>
                <a:gd name="csY424" fmla="*/ 80004 h 329047"/>
                <a:gd name="csX425" fmla="*/ 40379 w 686605"/>
                <a:gd name="csY425" fmla="*/ 77600 h 329047"/>
                <a:gd name="csX426" fmla="*/ 40584 w 686605"/>
                <a:gd name="csY426" fmla="*/ 74967 h 329047"/>
                <a:gd name="csX427" fmla="*/ 42722 w 686605"/>
                <a:gd name="csY427" fmla="*/ 73476 h 329047"/>
                <a:gd name="csX428" fmla="*/ 45583 w 686605"/>
                <a:gd name="csY428" fmla="*/ 73301 h 329047"/>
                <a:gd name="csX429" fmla="*/ 47706 w 686605"/>
                <a:gd name="csY429" fmla="*/ 72274 h 329047"/>
                <a:gd name="csX430" fmla="*/ 48291 w 686605"/>
                <a:gd name="csY430" fmla="*/ 69459 h 329047"/>
                <a:gd name="csX431" fmla="*/ 49341 w 686605"/>
                <a:gd name="csY431" fmla="*/ 68652 h 329047"/>
                <a:gd name="csX432" fmla="*/ 50399 w 686605"/>
                <a:gd name="csY432" fmla="*/ 68332 h 329047"/>
                <a:gd name="csX433" fmla="*/ 52979 w 686605"/>
                <a:gd name="csY433" fmla="*/ 67891 h 329047"/>
                <a:gd name="csX434" fmla="*/ 54835 w 686605"/>
                <a:gd name="csY434" fmla="*/ 66742 h 329047"/>
                <a:gd name="csX435" fmla="*/ 55984 w 686605"/>
                <a:gd name="csY435" fmla="*/ 66217 h 329047"/>
                <a:gd name="csX436" fmla="*/ 59225 w 686605"/>
                <a:gd name="csY436" fmla="*/ 64673 h 329047"/>
                <a:gd name="csX437" fmla="*/ 62177 w 686605"/>
                <a:gd name="csY437" fmla="*/ 64376 h 329047"/>
                <a:gd name="csX438" fmla="*/ 63440 w 686605"/>
                <a:gd name="csY438" fmla="*/ 63143 h 329047"/>
                <a:gd name="csX439" fmla="*/ 64429 w 686605"/>
                <a:gd name="csY439" fmla="*/ 61591 h 329047"/>
                <a:gd name="csX440" fmla="*/ 66088 w 686605"/>
                <a:gd name="csY440" fmla="*/ 60998 h 329047"/>
                <a:gd name="csX441" fmla="*/ 67769 w 686605"/>
                <a:gd name="csY441" fmla="*/ 59651 h 329047"/>
                <a:gd name="csX442" fmla="*/ 69999 w 686605"/>
                <a:gd name="csY442" fmla="*/ 57939 h 329047"/>
                <a:gd name="csX443" fmla="*/ 70881 w 686605"/>
                <a:gd name="csY443" fmla="*/ 57696 h 329047"/>
                <a:gd name="csX444" fmla="*/ 74534 w 686605"/>
                <a:gd name="csY444" fmla="*/ 56699 h 329047"/>
                <a:gd name="csX445" fmla="*/ 75964 w 686605"/>
                <a:gd name="csY445" fmla="*/ 56334 h 329047"/>
                <a:gd name="csX446" fmla="*/ 76824 w 686605"/>
                <a:gd name="csY446" fmla="*/ 56113 h 329047"/>
                <a:gd name="csX447" fmla="*/ 78406 w 686605"/>
                <a:gd name="csY447" fmla="*/ 56182 h 329047"/>
                <a:gd name="csX448" fmla="*/ 79076 w 686605"/>
                <a:gd name="csY448" fmla="*/ 54363 h 329047"/>
                <a:gd name="csX449" fmla="*/ 80681 w 686605"/>
                <a:gd name="csY449" fmla="*/ 53032 h 329047"/>
                <a:gd name="csX450" fmla="*/ 82294 w 686605"/>
                <a:gd name="csY450" fmla="*/ 52583 h 329047"/>
                <a:gd name="csX451" fmla="*/ 83078 w 686605"/>
                <a:gd name="csY451" fmla="*/ 51251 h 329047"/>
                <a:gd name="csX452" fmla="*/ 84623 w 686605"/>
                <a:gd name="csY452" fmla="*/ 49555 h 329047"/>
                <a:gd name="csX453" fmla="*/ 86715 w 686605"/>
                <a:gd name="csY453" fmla="*/ 48619 h 329047"/>
                <a:gd name="csX454" fmla="*/ 89964 w 686605"/>
                <a:gd name="csY454" fmla="*/ 48474 h 329047"/>
                <a:gd name="csX455" fmla="*/ 93113 w 686605"/>
                <a:gd name="csY455" fmla="*/ 48664 h 329047"/>
                <a:gd name="csX456" fmla="*/ 95008 w 686605"/>
                <a:gd name="csY456" fmla="*/ 48375 h 329047"/>
                <a:gd name="csX457" fmla="*/ 96560 w 686605"/>
                <a:gd name="csY457" fmla="*/ 45864 h 329047"/>
                <a:gd name="csX458" fmla="*/ 96857 w 686605"/>
                <a:gd name="csY458" fmla="*/ 44624 h 329047"/>
                <a:gd name="csX459" fmla="*/ 97215 w 686605"/>
                <a:gd name="csY459" fmla="*/ 43354 h 329047"/>
                <a:gd name="csX460" fmla="*/ 98478 w 686605"/>
                <a:gd name="csY460" fmla="*/ 42867 h 329047"/>
                <a:gd name="csX461" fmla="*/ 99999 w 686605"/>
                <a:gd name="csY461" fmla="*/ 44929 h 329047"/>
                <a:gd name="csX462" fmla="*/ 101285 w 686605"/>
                <a:gd name="csY462" fmla="*/ 46207 h 329047"/>
                <a:gd name="csX463" fmla="*/ 103256 w 686605"/>
                <a:gd name="csY463" fmla="*/ 47538 h 329047"/>
                <a:gd name="csX464" fmla="*/ 104276 w 686605"/>
                <a:gd name="csY464" fmla="*/ 48786 h 329047"/>
                <a:gd name="csX465" fmla="*/ 105447 w 686605"/>
                <a:gd name="csY465" fmla="*/ 48961 h 329047"/>
                <a:gd name="csX466" fmla="*/ 106672 w 686605"/>
                <a:gd name="csY466" fmla="*/ 48025 h 329047"/>
                <a:gd name="csX467" fmla="*/ 107540 w 686605"/>
                <a:gd name="csY467" fmla="*/ 45750 h 329047"/>
                <a:gd name="csX468" fmla="*/ 109183 w 686605"/>
                <a:gd name="csY468" fmla="*/ 45400 h 329047"/>
                <a:gd name="csX469" fmla="*/ 110994 w 686605"/>
                <a:gd name="csY469" fmla="*/ 45765 h 329047"/>
                <a:gd name="csX470" fmla="*/ 111473 w 686605"/>
                <a:gd name="csY470" fmla="*/ 46884 h 329047"/>
                <a:gd name="csX471" fmla="*/ 111625 w 686605"/>
                <a:gd name="csY471" fmla="*/ 47980 h 329047"/>
                <a:gd name="csX472" fmla="*/ 112455 w 686605"/>
                <a:gd name="csY472" fmla="*/ 49927 h 329047"/>
                <a:gd name="csX473" fmla="*/ 114448 w 686605"/>
                <a:gd name="csY473" fmla="*/ 51624 h 329047"/>
                <a:gd name="csX474" fmla="*/ 116997 w 686605"/>
                <a:gd name="csY474" fmla="*/ 51540 h 329047"/>
                <a:gd name="csX475" fmla="*/ 118024 w 686605"/>
                <a:gd name="csY475" fmla="*/ 51236 h 329047"/>
                <a:gd name="csX476" fmla="*/ 120505 w 686605"/>
                <a:gd name="csY476" fmla="*/ 51472 h 329047"/>
                <a:gd name="csX477" fmla="*/ 122947 w 686605"/>
                <a:gd name="csY477" fmla="*/ 51837 h 329047"/>
                <a:gd name="csX478" fmla="*/ 125610 w 686605"/>
                <a:gd name="csY478" fmla="*/ 52240 h 329047"/>
                <a:gd name="csX479" fmla="*/ 126386 w 686605"/>
                <a:gd name="csY479" fmla="*/ 52301 h 329047"/>
                <a:gd name="csX480" fmla="*/ 129239 w 686605"/>
                <a:gd name="csY480" fmla="*/ 52507 h 329047"/>
                <a:gd name="csX481" fmla="*/ 133386 w 686605"/>
                <a:gd name="csY481" fmla="*/ 52803 h 329047"/>
                <a:gd name="csX482" fmla="*/ 135220 w 686605"/>
                <a:gd name="csY482" fmla="*/ 52666 h 329047"/>
                <a:gd name="csX483" fmla="*/ 138963 w 686605"/>
                <a:gd name="csY483" fmla="*/ 53222 h 329047"/>
                <a:gd name="csX484" fmla="*/ 139724 w 686605"/>
                <a:gd name="csY484" fmla="*/ 54728 h 329047"/>
                <a:gd name="csX485" fmla="*/ 140416 w 686605"/>
                <a:gd name="csY485" fmla="*/ 58289 h 329047"/>
                <a:gd name="csX486" fmla="*/ 141002 w 686605"/>
                <a:gd name="csY486" fmla="*/ 61675 h 329047"/>
                <a:gd name="csX487" fmla="*/ 141177 w 686605"/>
                <a:gd name="csY487" fmla="*/ 64391 h 329047"/>
                <a:gd name="csX488" fmla="*/ 142151 w 686605"/>
                <a:gd name="csY488" fmla="*/ 65799 h 329047"/>
                <a:gd name="csX489" fmla="*/ 143391 w 686605"/>
                <a:gd name="csY489" fmla="*/ 66255 h 329047"/>
                <a:gd name="csX490" fmla="*/ 144213 w 686605"/>
                <a:gd name="csY490" fmla="*/ 67351 h 329047"/>
                <a:gd name="csX491" fmla="*/ 145658 w 686605"/>
                <a:gd name="csY491" fmla="*/ 68842 h 329047"/>
                <a:gd name="csX492" fmla="*/ 146724 w 686605"/>
                <a:gd name="csY492" fmla="*/ 70973 h 329047"/>
                <a:gd name="csX493" fmla="*/ 148025 w 686605"/>
                <a:gd name="csY493" fmla="*/ 70828 h 329047"/>
                <a:gd name="csX494" fmla="*/ 148930 w 686605"/>
                <a:gd name="csY494" fmla="*/ 70326 h 329047"/>
                <a:gd name="csX495" fmla="*/ 150924 w 686605"/>
                <a:gd name="csY495" fmla="*/ 70166 h 329047"/>
                <a:gd name="csX496" fmla="*/ 153465 w 686605"/>
                <a:gd name="csY496" fmla="*/ 70311 h 329047"/>
                <a:gd name="csX497" fmla="*/ 155238 w 686605"/>
                <a:gd name="csY497" fmla="*/ 71482 h 329047"/>
                <a:gd name="csX498" fmla="*/ 155899 w 686605"/>
                <a:gd name="csY498" fmla="*/ 73035 h 329047"/>
                <a:gd name="csX499" fmla="*/ 157338 w 686605"/>
                <a:gd name="csY499" fmla="*/ 73894 h 329047"/>
                <a:gd name="csX500" fmla="*/ 158502 w 686605"/>
                <a:gd name="csY500" fmla="*/ 73620 h 329047"/>
                <a:gd name="csX501" fmla="*/ 161986 w 686605"/>
                <a:gd name="csY501" fmla="*/ 73613 h 329047"/>
                <a:gd name="csX502" fmla="*/ 163189 w 686605"/>
                <a:gd name="csY502" fmla="*/ 73704 h 329047"/>
                <a:gd name="csX503" fmla="*/ 164391 w 686605"/>
                <a:gd name="csY503" fmla="*/ 74556 h 329047"/>
                <a:gd name="csX504" fmla="*/ 166118 w 686605"/>
                <a:gd name="csY504" fmla="*/ 74701 h 329047"/>
                <a:gd name="csX505" fmla="*/ 167069 w 686605"/>
                <a:gd name="csY505" fmla="*/ 73620 h 329047"/>
                <a:gd name="csX506" fmla="*/ 170075 w 686605"/>
                <a:gd name="csY506" fmla="*/ 72882 h 329047"/>
                <a:gd name="csX507" fmla="*/ 171809 w 686605"/>
                <a:gd name="csY507" fmla="*/ 71345 h 329047"/>
                <a:gd name="csX508" fmla="*/ 173148 w 686605"/>
                <a:gd name="csY508" fmla="*/ 71330 h 329047"/>
                <a:gd name="csX509" fmla="*/ 174160 w 686605"/>
                <a:gd name="csY509" fmla="*/ 72076 h 329047"/>
                <a:gd name="csX510" fmla="*/ 174936 w 686605"/>
                <a:gd name="csY510" fmla="*/ 73080 h 329047"/>
                <a:gd name="csX511" fmla="*/ 176085 w 686605"/>
                <a:gd name="csY511" fmla="*/ 72631 h 329047"/>
                <a:gd name="csX512" fmla="*/ 176709 w 686605"/>
                <a:gd name="csY512" fmla="*/ 71802 h 329047"/>
                <a:gd name="csX513" fmla="*/ 177713 w 686605"/>
                <a:gd name="csY513" fmla="*/ 71802 h 329047"/>
                <a:gd name="csX514" fmla="*/ 178695 w 686605"/>
                <a:gd name="csY514" fmla="*/ 72342 h 329047"/>
                <a:gd name="csX515" fmla="*/ 181213 w 686605"/>
                <a:gd name="csY515" fmla="*/ 73278 h 329047"/>
                <a:gd name="csX516" fmla="*/ 183039 w 686605"/>
                <a:gd name="csY516" fmla="*/ 75028 h 329047"/>
                <a:gd name="csX517" fmla="*/ 184447 w 686605"/>
                <a:gd name="csY517" fmla="*/ 75203 h 329047"/>
                <a:gd name="csX518" fmla="*/ 186273 w 686605"/>
                <a:gd name="csY518" fmla="*/ 74686 h 329047"/>
                <a:gd name="csX519" fmla="*/ 187110 w 686605"/>
                <a:gd name="csY519" fmla="*/ 74450 h 329047"/>
                <a:gd name="csX520" fmla="*/ 187909 w 686605"/>
                <a:gd name="csY520" fmla="*/ 75317 h 329047"/>
                <a:gd name="csX521" fmla="*/ 189088 w 686605"/>
                <a:gd name="csY521" fmla="*/ 75781 h 329047"/>
                <a:gd name="csX522" fmla="*/ 189978 w 686605"/>
                <a:gd name="csY522" fmla="*/ 75142 h 329047"/>
                <a:gd name="csX523" fmla="*/ 191508 w 686605"/>
                <a:gd name="csY523" fmla="*/ 74686 h 329047"/>
                <a:gd name="csX524" fmla="*/ 197359 w 686605"/>
                <a:gd name="csY524" fmla="*/ 75637 h 329047"/>
                <a:gd name="csX525" fmla="*/ 198706 w 686605"/>
                <a:gd name="csY525" fmla="*/ 77387 h 329047"/>
                <a:gd name="csX526" fmla="*/ 199748 w 686605"/>
                <a:gd name="csY526" fmla="*/ 78208 h 329047"/>
                <a:gd name="csX527" fmla="*/ 200585 w 686605"/>
                <a:gd name="csY527" fmla="*/ 79631 h 329047"/>
                <a:gd name="csX528" fmla="*/ 202114 w 686605"/>
                <a:gd name="csY528" fmla="*/ 80651 h 329047"/>
                <a:gd name="csX529" fmla="*/ 205340 w 686605"/>
                <a:gd name="csY529" fmla="*/ 80301 h 329047"/>
                <a:gd name="csX530" fmla="*/ 206596 w 686605"/>
                <a:gd name="csY530" fmla="*/ 79258 h 329047"/>
                <a:gd name="csX531" fmla="*/ 209205 w 686605"/>
                <a:gd name="csY531" fmla="*/ 76945 h 329047"/>
                <a:gd name="csX532" fmla="*/ 210248 w 686605"/>
                <a:gd name="csY532" fmla="*/ 74686 h 329047"/>
                <a:gd name="csX533" fmla="*/ 211564 w 686605"/>
                <a:gd name="csY533" fmla="*/ 73963 h 329047"/>
                <a:gd name="csX534" fmla="*/ 213047 w 686605"/>
                <a:gd name="csY534" fmla="*/ 73590 h 329047"/>
                <a:gd name="csX535" fmla="*/ 214440 w 686605"/>
                <a:gd name="csY535" fmla="*/ 73598 h 329047"/>
                <a:gd name="csX536" fmla="*/ 215893 w 686605"/>
                <a:gd name="csY536" fmla="*/ 73521 h 329047"/>
                <a:gd name="csX537" fmla="*/ 217666 w 686605"/>
                <a:gd name="csY537" fmla="*/ 71863 h 329047"/>
                <a:gd name="csX538" fmla="*/ 219096 w 686605"/>
                <a:gd name="csY538" fmla="*/ 71284 h 329047"/>
                <a:gd name="csX539" fmla="*/ 221219 w 686605"/>
                <a:gd name="csY539" fmla="*/ 69177 h 329047"/>
                <a:gd name="csX540" fmla="*/ 221615 w 686605"/>
                <a:gd name="csY540" fmla="*/ 68226 h 329047"/>
                <a:gd name="csX541" fmla="*/ 222650 w 686605"/>
                <a:gd name="csY541" fmla="*/ 65761 h 329047"/>
                <a:gd name="csX542" fmla="*/ 223289 w 686605"/>
                <a:gd name="csY542" fmla="*/ 64201 h 329047"/>
                <a:gd name="csX543" fmla="*/ 224361 w 686605"/>
                <a:gd name="csY543" fmla="*/ 61705 h 329047"/>
                <a:gd name="csX544" fmla="*/ 224940 w 686605"/>
                <a:gd name="csY544" fmla="*/ 57680 h 329047"/>
                <a:gd name="csX545" fmla="*/ 225267 w 686605"/>
                <a:gd name="csY545" fmla="*/ 55542 h 329047"/>
                <a:gd name="csX546" fmla="*/ 224985 w 686605"/>
                <a:gd name="csY546" fmla="*/ 53998 h 329047"/>
                <a:gd name="csX547" fmla="*/ 223722 w 686605"/>
                <a:gd name="csY547" fmla="*/ 53191 h 329047"/>
                <a:gd name="csX548" fmla="*/ 222117 w 686605"/>
                <a:gd name="csY548" fmla="*/ 52811 h 329047"/>
                <a:gd name="csX549" fmla="*/ 220702 w 686605"/>
                <a:gd name="csY549" fmla="*/ 51632 h 329047"/>
                <a:gd name="csX550" fmla="*/ 219652 w 686605"/>
                <a:gd name="csY550" fmla="*/ 50255 h 329047"/>
                <a:gd name="csX551" fmla="*/ 219036 w 686605"/>
                <a:gd name="csY551" fmla="*/ 48329 h 329047"/>
                <a:gd name="csX552" fmla="*/ 218206 w 686605"/>
                <a:gd name="csY552" fmla="*/ 46070 h 329047"/>
                <a:gd name="csX553" fmla="*/ 218252 w 686605"/>
                <a:gd name="csY553" fmla="*/ 44434 h 329047"/>
                <a:gd name="csX554" fmla="*/ 218016 w 686605"/>
                <a:gd name="csY554" fmla="*/ 43171 h 329047"/>
                <a:gd name="csX555" fmla="*/ 217308 w 686605"/>
                <a:gd name="csY555" fmla="*/ 42090 h 329047"/>
                <a:gd name="csX556" fmla="*/ 215947 w 686605"/>
                <a:gd name="csY556" fmla="*/ 40196 h 329047"/>
                <a:gd name="csX557" fmla="*/ 215284 w 686605"/>
                <a:gd name="csY557" fmla="*/ 38781 h 329047"/>
                <a:gd name="csX558" fmla="*/ 215505 w 686605"/>
                <a:gd name="csY558" fmla="*/ 36529 h 329047"/>
                <a:gd name="csX559" fmla="*/ 217111 w 686605"/>
                <a:gd name="csY559" fmla="*/ 32679 h 329047"/>
                <a:gd name="csX560" fmla="*/ 217263 w 686605"/>
                <a:gd name="csY560" fmla="*/ 30883 h 329047"/>
                <a:gd name="csX561" fmla="*/ 217460 w 686605"/>
                <a:gd name="csY561" fmla="*/ 29772 h 329047"/>
                <a:gd name="csX562" fmla="*/ 217377 w 686605"/>
                <a:gd name="csY562" fmla="*/ 28760 h 329047"/>
                <a:gd name="csX563" fmla="*/ 217879 w 686605"/>
                <a:gd name="csY563" fmla="*/ 26440 h 329047"/>
                <a:gd name="csX564" fmla="*/ 218784 w 686605"/>
                <a:gd name="csY564" fmla="*/ 25466 h 329047"/>
                <a:gd name="csX565" fmla="*/ 219819 w 686605"/>
                <a:gd name="csY565" fmla="*/ 22978 h 329047"/>
                <a:gd name="csX566" fmla="*/ 221211 w 686605"/>
                <a:gd name="csY566" fmla="*/ 21829 h 329047"/>
                <a:gd name="csX567" fmla="*/ 222962 w 686605"/>
                <a:gd name="csY567" fmla="*/ 21753 h 329047"/>
                <a:gd name="csX568" fmla="*/ 223715 w 686605"/>
                <a:gd name="csY568" fmla="*/ 21076 h 329047"/>
                <a:gd name="csX569" fmla="*/ 224080 w 686605"/>
                <a:gd name="csY569" fmla="*/ 18580 h 329047"/>
                <a:gd name="csX570" fmla="*/ 224925 w 686605"/>
                <a:gd name="csY570" fmla="*/ 16655 h 329047"/>
                <a:gd name="csX571" fmla="*/ 225487 w 686605"/>
                <a:gd name="csY571" fmla="*/ 15293 h 329047"/>
                <a:gd name="csX572" fmla="*/ 226553 w 686605"/>
                <a:gd name="csY572" fmla="*/ 13802 h 329047"/>
                <a:gd name="csX573" fmla="*/ 232693 w 686605"/>
                <a:gd name="csY573" fmla="*/ 10926 h 329047"/>
                <a:gd name="csX574" fmla="*/ 235242 w 686605"/>
                <a:gd name="csY574" fmla="*/ 7342 h 329047"/>
                <a:gd name="csX575" fmla="*/ 236147 w 686605"/>
                <a:gd name="csY575" fmla="*/ 5531 h 329047"/>
                <a:gd name="csX576" fmla="*/ 237136 w 686605"/>
                <a:gd name="csY576" fmla="*/ 1636 h 329047"/>
                <a:gd name="csX577" fmla="*/ 238087 w 686605"/>
                <a:gd name="csY577" fmla="*/ 0 h 329047"/>
                <a:gd name="csX578" fmla="*/ 239472 w 686605"/>
                <a:gd name="csY578" fmla="*/ 540 h 329047"/>
                <a:gd name="csX579" fmla="*/ 241100 w 686605"/>
                <a:gd name="csY579" fmla="*/ 2838 h 329047"/>
                <a:gd name="csX580" fmla="*/ 242318 w 686605"/>
                <a:gd name="csY580" fmla="*/ 2861 h 329047"/>
                <a:gd name="csX581" fmla="*/ 244129 w 686605"/>
                <a:gd name="csY581" fmla="*/ 4101 h 329047"/>
                <a:gd name="csX582" fmla="*/ 249066 w 686605"/>
                <a:gd name="csY582" fmla="*/ 6711 h 329047"/>
                <a:gd name="csX583" fmla="*/ 251737 w 686605"/>
                <a:gd name="csY583" fmla="*/ 7525 h 329047"/>
                <a:gd name="csX584" fmla="*/ 253457 w 686605"/>
                <a:gd name="csY584" fmla="*/ 7776 h 329047"/>
                <a:gd name="csX585" fmla="*/ 255732 w 686605"/>
                <a:gd name="csY585" fmla="*/ 8499 h 329047"/>
                <a:gd name="csX586" fmla="*/ 257192 w 686605"/>
                <a:gd name="csY586" fmla="*/ 10020 h 329047"/>
                <a:gd name="csX587" fmla="*/ 260045 w 686605"/>
                <a:gd name="csY587" fmla="*/ 12501 h 329047"/>
                <a:gd name="csX588" fmla="*/ 262458 w 686605"/>
                <a:gd name="csY588" fmla="*/ 13132 h 329047"/>
                <a:gd name="csX589" fmla="*/ 266642 w 686605"/>
                <a:gd name="csY589" fmla="*/ 13383 h 329047"/>
                <a:gd name="csX590" fmla="*/ 271732 w 686605"/>
                <a:gd name="csY590" fmla="*/ 13513 h 329047"/>
                <a:gd name="csX591" fmla="*/ 273178 w 686605"/>
                <a:gd name="csY591" fmla="*/ 13947 h 329047"/>
                <a:gd name="csX592" fmla="*/ 276899 w 686605"/>
                <a:gd name="csY592" fmla="*/ 15727 h 329047"/>
                <a:gd name="csX593" fmla="*/ 281022 w 686605"/>
                <a:gd name="csY593" fmla="*/ 17697 h 329047"/>
                <a:gd name="csX594" fmla="*/ 284903 w 686605"/>
                <a:gd name="csY594" fmla="*/ 19455 h 329047"/>
                <a:gd name="csX595" fmla="*/ 287840 w 686605"/>
                <a:gd name="csY595" fmla="*/ 20809 h 329047"/>
                <a:gd name="csX596" fmla="*/ 289582 w 686605"/>
                <a:gd name="csY596" fmla="*/ 22133 h 329047"/>
                <a:gd name="csX597" fmla="*/ 291218 w 686605"/>
                <a:gd name="csY597" fmla="*/ 22887 h 329047"/>
                <a:gd name="csX598" fmla="*/ 292991 w 686605"/>
                <a:gd name="csY598" fmla="*/ 22240 h 329047"/>
                <a:gd name="csX599" fmla="*/ 295266 w 686605"/>
                <a:gd name="csY599" fmla="*/ 22384 h 329047"/>
                <a:gd name="csX600" fmla="*/ 300607 w 686605"/>
                <a:gd name="csY600" fmla="*/ 23967 h 329047"/>
                <a:gd name="csX601" fmla="*/ 303985 w 686605"/>
                <a:gd name="csY601" fmla="*/ 25291 h 329047"/>
                <a:gd name="csX602" fmla="*/ 306808 w 686605"/>
                <a:gd name="csY602" fmla="*/ 26272 h 329047"/>
                <a:gd name="csX603" fmla="*/ 307751 w 686605"/>
                <a:gd name="csY603" fmla="*/ 27627 h 329047"/>
                <a:gd name="csX604" fmla="*/ 307843 w 686605"/>
                <a:gd name="csY604" fmla="*/ 29430 h 329047"/>
                <a:gd name="csX605" fmla="*/ 307463 w 686605"/>
                <a:gd name="csY605" fmla="*/ 30952 h 329047"/>
                <a:gd name="csX606" fmla="*/ 307675 w 686605"/>
                <a:gd name="csY606" fmla="*/ 34634 h 329047"/>
                <a:gd name="csX607" fmla="*/ 308581 w 686605"/>
                <a:gd name="csY607" fmla="*/ 36567 h 329047"/>
                <a:gd name="csX608" fmla="*/ 308916 w 686605"/>
                <a:gd name="csY608" fmla="*/ 39146 h 329047"/>
                <a:gd name="csX609" fmla="*/ 309258 w 686605"/>
                <a:gd name="csY609" fmla="*/ 41611 h 329047"/>
                <a:gd name="csX610" fmla="*/ 309015 w 686605"/>
                <a:gd name="csY610" fmla="*/ 44038 h 329047"/>
                <a:gd name="csX611" fmla="*/ 309448 w 686605"/>
                <a:gd name="csY611" fmla="*/ 45324 h 329047"/>
                <a:gd name="csX612" fmla="*/ 310331 w 686605"/>
                <a:gd name="csY612" fmla="*/ 46085 h 329047"/>
                <a:gd name="csX613" fmla="*/ 311191 w 686605"/>
                <a:gd name="csY613" fmla="*/ 47774 h 329047"/>
                <a:gd name="csX614" fmla="*/ 310909 w 686605"/>
                <a:gd name="csY614" fmla="*/ 49555 h 329047"/>
                <a:gd name="csX615" fmla="*/ 310528 w 686605"/>
                <a:gd name="csY615" fmla="*/ 50589 h 329047"/>
                <a:gd name="csX616" fmla="*/ 310589 w 686605"/>
                <a:gd name="csY616" fmla="*/ 52255 h 329047"/>
                <a:gd name="csX617" fmla="*/ 311609 w 686605"/>
                <a:gd name="csY617" fmla="*/ 53625 h 329047"/>
                <a:gd name="csX618" fmla="*/ 313123 w 686605"/>
                <a:gd name="csY618" fmla="*/ 53891 h 329047"/>
                <a:gd name="csX619" fmla="*/ 314447 w 686605"/>
                <a:gd name="csY619" fmla="*/ 54249 h 329047"/>
                <a:gd name="csX620" fmla="*/ 316090 w 686605"/>
                <a:gd name="csY620" fmla="*/ 56402 h 329047"/>
                <a:gd name="csX621" fmla="*/ 319020 w 686605"/>
                <a:gd name="csY621" fmla="*/ 58883 h 329047"/>
                <a:gd name="csX622" fmla="*/ 320770 w 686605"/>
                <a:gd name="csY622" fmla="*/ 59567 h 329047"/>
                <a:gd name="csX623" fmla="*/ 322786 w 686605"/>
                <a:gd name="csY623" fmla="*/ 60678 h 329047"/>
                <a:gd name="csX624" fmla="*/ 326628 w 686605"/>
                <a:gd name="csY624" fmla="*/ 61774 h 329047"/>
                <a:gd name="csX625" fmla="*/ 329238 w 686605"/>
                <a:gd name="csY625" fmla="*/ 62094 h 329047"/>
                <a:gd name="csX626" fmla="*/ 330775 w 686605"/>
                <a:gd name="csY626" fmla="*/ 62984 h 329047"/>
                <a:gd name="csX627" fmla="*/ 332281 w 686605"/>
                <a:gd name="csY627" fmla="*/ 65106 h 329047"/>
                <a:gd name="csX628" fmla="*/ 334777 w 686605"/>
                <a:gd name="csY628" fmla="*/ 65548 h 329047"/>
                <a:gd name="csX629" fmla="*/ 336375 w 686605"/>
                <a:gd name="csY629" fmla="*/ 66286 h 329047"/>
                <a:gd name="csX630" fmla="*/ 339296 w 686605"/>
                <a:gd name="csY630" fmla="*/ 67161 h 329047"/>
                <a:gd name="csX631" fmla="*/ 341229 w 686605"/>
                <a:gd name="csY631" fmla="*/ 66658 h 329047"/>
                <a:gd name="csX632" fmla="*/ 342926 w 686605"/>
                <a:gd name="csY632" fmla="*/ 65913 h 329047"/>
                <a:gd name="csX633" fmla="*/ 344060 w 686605"/>
                <a:gd name="csY633" fmla="*/ 66058 h 329047"/>
                <a:gd name="csX634" fmla="*/ 346251 w 686605"/>
                <a:gd name="csY634" fmla="*/ 66537 h 329047"/>
                <a:gd name="csX635" fmla="*/ 348815 w 686605"/>
                <a:gd name="csY635" fmla="*/ 66643 h 329047"/>
                <a:gd name="csX636" fmla="*/ 350968 w 686605"/>
                <a:gd name="csY636" fmla="*/ 66133 h 329047"/>
                <a:gd name="csX637" fmla="*/ 352688 w 686605"/>
                <a:gd name="csY637" fmla="*/ 64635 h 329047"/>
                <a:gd name="csX638" fmla="*/ 354689 w 686605"/>
                <a:gd name="csY638" fmla="*/ 62611 h 329047"/>
                <a:gd name="csX639" fmla="*/ 357093 w 686605"/>
                <a:gd name="csY639" fmla="*/ 61584 h 329047"/>
                <a:gd name="csX640" fmla="*/ 359870 w 686605"/>
                <a:gd name="csY640" fmla="*/ 61218 h 329047"/>
                <a:gd name="csX641" fmla="*/ 361772 w 686605"/>
                <a:gd name="csY641" fmla="*/ 60397 h 329047"/>
                <a:gd name="csX642" fmla="*/ 367996 w 686605"/>
                <a:gd name="csY642" fmla="*/ 59027 h 329047"/>
                <a:gd name="csX643" fmla="*/ 370507 w 686605"/>
                <a:gd name="csY643" fmla="*/ 58784 h 329047"/>
                <a:gd name="csX644" fmla="*/ 372455 w 686605"/>
                <a:gd name="csY644" fmla="*/ 57468 h 329047"/>
                <a:gd name="csX645" fmla="*/ 374182 w 686605"/>
                <a:gd name="csY645" fmla="*/ 56433 h 329047"/>
                <a:gd name="csX646" fmla="*/ 376678 w 686605"/>
                <a:gd name="csY646" fmla="*/ 55984 h 329047"/>
                <a:gd name="csX647" fmla="*/ 380048 w 686605"/>
                <a:gd name="csY647" fmla="*/ 57072 h 329047"/>
                <a:gd name="csX648" fmla="*/ 383274 w 686605"/>
                <a:gd name="csY648" fmla="*/ 57977 h 329047"/>
                <a:gd name="csX649" fmla="*/ 387177 w 686605"/>
                <a:gd name="csY649" fmla="*/ 58274 h 329047"/>
                <a:gd name="csX650" fmla="*/ 389772 w 686605"/>
                <a:gd name="csY650" fmla="*/ 59522 h 329047"/>
                <a:gd name="csX651" fmla="*/ 391605 w 686605"/>
                <a:gd name="csY651" fmla="*/ 60701 h 329047"/>
                <a:gd name="csX652" fmla="*/ 394497 w 686605"/>
                <a:gd name="csY652" fmla="*/ 61637 h 329047"/>
                <a:gd name="csX653" fmla="*/ 397707 w 686605"/>
                <a:gd name="csY653" fmla="*/ 61203 h 329047"/>
                <a:gd name="csX654" fmla="*/ 402113 w 686605"/>
                <a:gd name="csY654" fmla="*/ 60830 h 329047"/>
                <a:gd name="csX655" fmla="*/ 405027 w 686605"/>
                <a:gd name="csY655" fmla="*/ 61371 h 329047"/>
                <a:gd name="csX656" fmla="*/ 408070 w 686605"/>
                <a:gd name="csY656" fmla="*/ 63516 h 329047"/>
                <a:gd name="csX657" fmla="*/ 409942 w 686605"/>
                <a:gd name="csY657" fmla="*/ 65228 h 329047"/>
                <a:gd name="csX658" fmla="*/ 412050 w 686605"/>
                <a:gd name="csY658" fmla="*/ 68895 h 329047"/>
                <a:gd name="csX659" fmla="*/ 414256 w 686605"/>
                <a:gd name="csY659" fmla="*/ 70661 h 329047"/>
                <a:gd name="csX660" fmla="*/ 416173 w 686605"/>
                <a:gd name="csY660" fmla="*/ 72106 h 329047"/>
                <a:gd name="csX661" fmla="*/ 418608 w 686605"/>
                <a:gd name="csY661" fmla="*/ 72205 h 329047"/>
                <a:gd name="csX662" fmla="*/ 424672 w 686605"/>
                <a:gd name="csY662" fmla="*/ 72319 h 329047"/>
                <a:gd name="csX663" fmla="*/ 427997 w 686605"/>
                <a:gd name="csY663" fmla="*/ 73080 h 329047"/>
                <a:gd name="csX664" fmla="*/ 430767 w 686605"/>
                <a:gd name="csY664" fmla="*/ 73491 h 329047"/>
                <a:gd name="csX665" fmla="*/ 431429 w 686605"/>
                <a:gd name="csY665" fmla="*/ 74252 h 329047"/>
                <a:gd name="csX666" fmla="*/ 431155 w 686605"/>
                <a:gd name="csY666" fmla="*/ 76755 h 329047"/>
                <a:gd name="csX667" fmla="*/ 431238 w 686605"/>
                <a:gd name="csY667" fmla="*/ 80324 h 329047"/>
                <a:gd name="csX668" fmla="*/ 431200 w 686605"/>
                <a:gd name="csY668" fmla="*/ 81959 h 329047"/>
                <a:gd name="csX669" fmla="*/ 431809 w 686605"/>
                <a:gd name="csY669" fmla="*/ 83192 h 329047"/>
                <a:gd name="csX670" fmla="*/ 432753 w 686605"/>
                <a:gd name="csY670" fmla="*/ 83412 h 329047"/>
                <a:gd name="csX671" fmla="*/ 433270 w 686605"/>
                <a:gd name="csY671" fmla="*/ 85155 h 329047"/>
                <a:gd name="csX672" fmla="*/ 434639 w 686605"/>
                <a:gd name="csY672" fmla="*/ 86182 h 329047"/>
                <a:gd name="csX673" fmla="*/ 437097 w 686605"/>
                <a:gd name="csY673" fmla="*/ 87422 h 329047"/>
                <a:gd name="csX674" fmla="*/ 441236 w 686605"/>
                <a:gd name="csY674" fmla="*/ 91630 h 329047"/>
                <a:gd name="csX675" fmla="*/ 443709 w 686605"/>
                <a:gd name="csY675" fmla="*/ 93425 h 329047"/>
                <a:gd name="csX676" fmla="*/ 445649 w 686605"/>
                <a:gd name="csY676" fmla="*/ 94034 h 329047"/>
                <a:gd name="csX677" fmla="*/ 448198 w 686605"/>
                <a:gd name="csY677" fmla="*/ 93616 h 329047"/>
                <a:gd name="csX678" fmla="*/ 452192 w 686605"/>
                <a:gd name="csY678" fmla="*/ 93631 h 329047"/>
                <a:gd name="csX679" fmla="*/ 458956 w 686605"/>
                <a:gd name="csY679" fmla="*/ 93639 h 329047"/>
                <a:gd name="csX680" fmla="*/ 463590 w 686605"/>
                <a:gd name="csY680" fmla="*/ 94901 h 329047"/>
                <a:gd name="csX681" fmla="*/ 465195 w 686605"/>
                <a:gd name="csY681" fmla="*/ 95761 h 329047"/>
                <a:gd name="csX682" fmla="*/ 469928 w 686605"/>
                <a:gd name="csY682" fmla="*/ 96766 h 329047"/>
                <a:gd name="csX683" fmla="*/ 475132 w 686605"/>
                <a:gd name="csY683" fmla="*/ 97861 h 329047"/>
                <a:gd name="csX684" fmla="*/ 479530 w 686605"/>
                <a:gd name="csY684" fmla="*/ 99010 h 329047"/>
                <a:gd name="csX685" fmla="*/ 482117 w 686605"/>
                <a:gd name="csY685" fmla="*/ 97526 h 329047"/>
                <a:gd name="csX686" fmla="*/ 484392 w 686605"/>
                <a:gd name="csY686" fmla="*/ 97389 h 329047"/>
                <a:gd name="csX687" fmla="*/ 486560 w 686605"/>
                <a:gd name="csY687" fmla="*/ 98462 h 329047"/>
                <a:gd name="csX688" fmla="*/ 488736 w 686605"/>
                <a:gd name="csY688" fmla="*/ 100075 h 329047"/>
                <a:gd name="csX689" fmla="*/ 490410 w 686605"/>
                <a:gd name="csY689" fmla="*/ 99900 h 329047"/>
                <a:gd name="csX690" fmla="*/ 492929 w 686605"/>
                <a:gd name="csY690" fmla="*/ 99147 h 329047"/>
                <a:gd name="csX691" fmla="*/ 500971 w 686605"/>
                <a:gd name="csY691" fmla="*/ 94643 h 329047"/>
                <a:gd name="csX692" fmla="*/ 503794 w 686605"/>
                <a:gd name="csY692" fmla="*/ 92954 h 329047"/>
                <a:gd name="csX693" fmla="*/ 505772 w 686605"/>
                <a:gd name="csY693" fmla="*/ 93387 h 329047"/>
                <a:gd name="csX694" fmla="*/ 507537 w 686605"/>
                <a:gd name="csY694" fmla="*/ 92794 h 329047"/>
                <a:gd name="csX695" fmla="*/ 508884 w 686605"/>
                <a:gd name="csY695" fmla="*/ 92284 h 329047"/>
                <a:gd name="csX696" fmla="*/ 512315 w 686605"/>
                <a:gd name="csY696" fmla="*/ 91584 h 329047"/>
                <a:gd name="csX697" fmla="*/ 514408 w 686605"/>
                <a:gd name="csY697" fmla="*/ 91394 h 329047"/>
                <a:gd name="csX698" fmla="*/ 516561 w 686605"/>
                <a:gd name="csY698" fmla="*/ 90991 h 329047"/>
                <a:gd name="csX699" fmla="*/ 519665 w 686605"/>
                <a:gd name="csY699" fmla="*/ 90717 h 329047"/>
                <a:gd name="csX700" fmla="*/ 525973 w 686605"/>
                <a:gd name="csY700" fmla="*/ 87757 h 329047"/>
                <a:gd name="csX701" fmla="*/ 528529 w 686605"/>
                <a:gd name="csY701" fmla="*/ 87179 h 329047"/>
                <a:gd name="csX702" fmla="*/ 532851 w 686605"/>
                <a:gd name="csY702" fmla="*/ 88001 h 329047"/>
                <a:gd name="csX703" fmla="*/ 535179 w 686605"/>
                <a:gd name="csY703" fmla="*/ 87460 h 329047"/>
                <a:gd name="csX704" fmla="*/ 537500 w 686605"/>
                <a:gd name="csY704" fmla="*/ 85969 h 329047"/>
                <a:gd name="csX705" fmla="*/ 540498 w 686605"/>
                <a:gd name="csY705" fmla="*/ 84425 h 329047"/>
                <a:gd name="csX706" fmla="*/ 541281 w 686605"/>
                <a:gd name="csY706" fmla="*/ 81914 h 329047"/>
                <a:gd name="csX707" fmla="*/ 542818 w 686605"/>
                <a:gd name="csY707" fmla="*/ 78459 h 329047"/>
                <a:gd name="csX708" fmla="*/ 546135 w 686605"/>
                <a:gd name="csY708" fmla="*/ 75918 h 329047"/>
                <a:gd name="csX709" fmla="*/ 548829 w 686605"/>
                <a:gd name="csY709" fmla="*/ 73689 h 329047"/>
                <a:gd name="csX710" fmla="*/ 551576 w 686605"/>
                <a:gd name="csY710" fmla="*/ 71528 h 329047"/>
                <a:gd name="csX711" fmla="*/ 554954 w 686605"/>
                <a:gd name="csY711" fmla="*/ 69717 h 329047"/>
                <a:gd name="csX712" fmla="*/ 558134 w 686605"/>
                <a:gd name="csY712" fmla="*/ 68409 h 329047"/>
                <a:gd name="csX713" fmla="*/ 562182 w 686605"/>
                <a:gd name="csY713" fmla="*/ 64962 h 329047"/>
                <a:gd name="csX714" fmla="*/ 565408 w 686605"/>
                <a:gd name="csY714" fmla="*/ 63212 h 329047"/>
                <a:gd name="csX715" fmla="*/ 567013 w 686605"/>
                <a:gd name="csY715" fmla="*/ 62641 h 329047"/>
                <a:gd name="csX716" fmla="*/ 568923 w 686605"/>
                <a:gd name="csY716" fmla="*/ 63273 h 329047"/>
                <a:gd name="csX717" fmla="*/ 572491 w 686605"/>
                <a:gd name="csY717" fmla="*/ 63737 h 329047"/>
                <a:gd name="csX718" fmla="*/ 575079 w 686605"/>
                <a:gd name="csY718" fmla="*/ 63600 h 329047"/>
                <a:gd name="csX719" fmla="*/ 576539 w 686605"/>
                <a:gd name="csY719" fmla="*/ 63996 h 329047"/>
                <a:gd name="csX720" fmla="*/ 579446 w 686605"/>
                <a:gd name="csY720" fmla="*/ 65685 h 329047"/>
                <a:gd name="csX721" fmla="*/ 582094 w 686605"/>
                <a:gd name="csY721" fmla="*/ 67161 h 329047"/>
                <a:gd name="csX722" fmla="*/ 584117 w 686605"/>
                <a:gd name="csY722" fmla="*/ 69793 h 329047"/>
                <a:gd name="csX723" fmla="*/ 587884 w 686605"/>
                <a:gd name="csY723" fmla="*/ 73453 h 329047"/>
                <a:gd name="csX724" fmla="*/ 589816 w 686605"/>
                <a:gd name="csY724" fmla="*/ 74678 h 329047"/>
                <a:gd name="csX725" fmla="*/ 591186 w 686605"/>
                <a:gd name="csY725" fmla="*/ 75188 h 329047"/>
                <a:gd name="csX726" fmla="*/ 594579 w 686605"/>
                <a:gd name="csY726" fmla="*/ 75530 h 329047"/>
                <a:gd name="csX727" fmla="*/ 597349 w 686605"/>
                <a:gd name="csY727" fmla="*/ 75713 h 329047"/>
                <a:gd name="csX728" fmla="*/ 599008 w 686605"/>
                <a:gd name="csY728" fmla="*/ 74876 h 329047"/>
                <a:gd name="csX729" fmla="*/ 601800 w 686605"/>
                <a:gd name="csY729" fmla="*/ 73346 h 329047"/>
                <a:gd name="csX730" fmla="*/ 606251 w 686605"/>
                <a:gd name="csY730" fmla="*/ 71399 h 329047"/>
                <a:gd name="csX731" fmla="*/ 608001 w 686605"/>
                <a:gd name="csY731" fmla="*/ 71452 h 329047"/>
                <a:gd name="csX732" fmla="*/ 610869 w 686605"/>
                <a:gd name="csY732" fmla="*/ 72487 h 329047"/>
                <a:gd name="csX733" fmla="*/ 615145 w 686605"/>
                <a:gd name="csY733" fmla="*/ 74396 h 329047"/>
                <a:gd name="csX734" fmla="*/ 616857 w 686605"/>
                <a:gd name="csY734" fmla="*/ 75827 h 3290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Lst>
              <a:rect l="l" t="t" r="r" b="b"/>
              <a:pathLst>
                <a:path w="686605" h="329047">
                  <a:moveTo>
                    <a:pt x="617968" y="77584"/>
                  </a:moveTo>
                  <a:lnTo>
                    <a:pt x="615967" y="82165"/>
                  </a:lnTo>
                  <a:lnTo>
                    <a:pt x="611965" y="91310"/>
                  </a:lnTo>
                  <a:lnTo>
                    <a:pt x="608579" y="99010"/>
                  </a:lnTo>
                  <a:lnTo>
                    <a:pt x="606783" y="103332"/>
                  </a:lnTo>
                  <a:lnTo>
                    <a:pt x="605475" y="106619"/>
                  </a:lnTo>
                  <a:lnTo>
                    <a:pt x="604113" y="109731"/>
                  </a:lnTo>
                  <a:lnTo>
                    <a:pt x="603915" y="111595"/>
                  </a:lnTo>
                  <a:lnTo>
                    <a:pt x="602386" y="114593"/>
                  </a:lnTo>
                  <a:lnTo>
                    <a:pt x="599540" y="118207"/>
                  </a:lnTo>
                  <a:lnTo>
                    <a:pt x="598924" y="122117"/>
                  </a:lnTo>
                  <a:lnTo>
                    <a:pt x="599038" y="125625"/>
                  </a:lnTo>
                  <a:lnTo>
                    <a:pt x="598794" y="128760"/>
                  </a:lnTo>
                  <a:lnTo>
                    <a:pt x="595675" y="130745"/>
                  </a:lnTo>
                  <a:lnTo>
                    <a:pt x="593232" y="132511"/>
                  </a:lnTo>
                  <a:lnTo>
                    <a:pt x="593932" y="138430"/>
                  </a:lnTo>
                  <a:lnTo>
                    <a:pt x="595188" y="140659"/>
                  </a:lnTo>
                  <a:lnTo>
                    <a:pt x="597219" y="143064"/>
                  </a:lnTo>
                  <a:lnTo>
                    <a:pt x="599357" y="144989"/>
                  </a:lnTo>
                  <a:lnTo>
                    <a:pt x="601206" y="146609"/>
                  </a:lnTo>
                  <a:lnTo>
                    <a:pt x="603246" y="145833"/>
                  </a:lnTo>
                  <a:lnTo>
                    <a:pt x="604973" y="143361"/>
                  </a:lnTo>
                  <a:lnTo>
                    <a:pt x="608305" y="141184"/>
                  </a:lnTo>
                  <a:lnTo>
                    <a:pt x="610154" y="141131"/>
                  </a:lnTo>
                  <a:lnTo>
                    <a:pt x="611447" y="141633"/>
                  </a:lnTo>
                  <a:lnTo>
                    <a:pt x="614339" y="141778"/>
                  </a:lnTo>
                  <a:lnTo>
                    <a:pt x="617299" y="140987"/>
                  </a:lnTo>
                  <a:lnTo>
                    <a:pt x="619619" y="140819"/>
                  </a:lnTo>
                  <a:lnTo>
                    <a:pt x="622617" y="141352"/>
                  </a:lnTo>
                  <a:lnTo>
                    <a:pt x="623697" y="141869"/>
                  </a:lnTo>
                  <a:lnTo>
                    <a:pt x="626216" y="142828"/>
                  </a:lnTo>
                  <a:lnTo>
                    <a:pt x="628932" y="144920"/>
                  </a:lnTo>
                  <a:lnTo>
                    <a:pt x="630834" y="147256"/>
                  </a:lnTo>
                  <a:lnTo>
                    <a:pt x="632219" y="147705"/>
                  </a:lnTo>
                  <a:lnTo>
                    <a:pt x="632926" y="146959"/>
                  </a:lnTo>
                  <a:lnTo>
                    <a:pt x="634448" y="144882"/>
                  </a:lnTo>
                  <a:lnTo>
                    <a:pt x="636586" y="142881"/>
                  </a:lnTo>
                  <a:lnTo>
                    <a:pt x="639181" y="139594"/>
                  </a:lnTo>
                  <a:lnTo>
                    <a:pt x="641136" y="137068"/>
                  </a:lnTo>
                  <a:lnTo>
                    <a:pt x="642673" y="136680"/>
                  </a:lnTo>
                  <a:lnTo>
                    <a:pt x="645640" y="136688"/>
                  </a:lnTo>
                  <a:lnTo>
                    <a:pt x="646972" y="136079"/>
                  </a:lnTo>
                  <a:lnTo>
                    <a:pt x="649217" y="135759"/>
                  </a:lnTo>
                  <a:lnTo>
                    <a:pt x="651202" y="136695"/>
                  </a:lnTo>
                  <a:lnTo>
                    <a:pt x="656726" y="137190"/>
                  </a:lnTo>
                  <a:lnTo>
                    <a:pt x="658210" y="138483"/>
                  </a:lnTo>
                  <a:lnTo>
                    <a:pt x="660827" y="142326"/>
                  </a:lnTo>
                  <a:lnTo>
                    <a:pt x="662310" y="144372"/>
                  </a:lnTo>
                  <a:lnTo>
                    <a:pt x="664882" y="145399"/>
                  </a:lnTo>
                  <a:lnTo>
                    <a:pt x="666435" y="146107"/>
                  </a:lnTo>
                  <a:lnTo>
                    <a:pt x="667812" y="146655"/>
                  </a:lnTo>
                  <a:lnTo>
                    <a:pt x="669181" y="147644"/>
                  </a:lnTo>
                  <a:lnTo>
                    <a:pt x="669509" y="148838"/>
                  </a:lnTo>
                  <a:lnTo>
                    <a:pt x="670064" y="150665"/>
                  </a:lnTo>
                  <a:lnTo>
                    <a:pt x="670901" y="151715"/>
                  </a:lnTo>
                  <a:lnTo>
                    <a:pt x="672461" y="152749"/>
                  </a:lnTo>
                  <a:lnTo>
                    <a:pt x="673648" y="153373"/>
                  </a:lnTo>
                  <a:lnTo>
                    <a:pt x="674020" y="154690"/>
                  </a:lnTo>
                  <a:lnTo>
                    <a:pt x="674393" y="155336"/>
                  </a:lnTo>
                  <a:lnTo>
                    <a:pt x="675481" y="156257"/>
                  </a:lnTo>
                  <a:lnTo>
                    <a:pt x="678684" y="160183"/>
                  </a:lnTo>
                  <a:lnTo>
                    <a:pt x="680244" y="161233"/>
                  </a:lnTo>
                  <a:lnTo>
                    <a:pt x="682618" y="163500"/>
                  </a:lnTo>
                  <a:lnTo>
                    <a:pt x="683607" y="165380"/>
                  </a:lnTo>
                  <a:lnTo>
                    <a:pt x="683660" y="167350"/>
                  </a:lnTo>
                  <a:lnTo>
                    <a:pt x="684277" y="168849"/>
                  </a:lnTo>
                  <a:lnTo>
                    <a:pt x="685859" y="171101"/>
                  </a:lnTo>
                  <a:lnTo>
                    <a:pt x="686605" y="172623"/>
                  </a:lnTo>
                  <a:lnTo>
                    <a:pt x="686308" y="174685"/>
                  </a:lnTo>
                  <a:lnTo>
                    <a:pt x="686567" y="176511"/>
                  </a:lnTo>
                  <a:lnTo>
                    <a:pt x="685951" y="178390"/>
                  </a:lnTo>
                  <a:lnTo>
                    <a:pt x="683402" y="179783"/>
                  </a:lnTo>
                  <a:lnTo>
                    <a:pt x="682519" y="180445"/>
                  </a:lnTo>
                  <a:lnTo>
                    <a:pt x="680678" y="180505"/>
                  </a:lnTo>
                  <a:lnTo>
                    <a:pt x="677558" y="179805"/>
                  </a:lnTo>
                  <a:lnTo>
                    <a:pt x="674523" y="180201"/>
                  </a:lnTo>
                  <a:lnTo>
                    <a:pt x="670893" y="179425"/>
                  </a:lnTo>
                  <a:lnTo>
                    <a:pt x="668048" y="177774"/>
                  </a:lnTo>
                  <a:lnTo>
                    <a:pt x="666526" y="176442"/>
                  </a:lnTo>
                  <a:lnTo>
                    <a:pt x="664099" y="175659"/>
                  </a:lnTo>
                  <a:lnTo>
                    <a:pt x="662957" y="176070"/>
                  </a:lnTo>
                  <a:lnTo>
                    <a:pt x="661520" y="177782"/>
                  </a:lnTo>
                  <a:lnTo>
                    <a:pt x="659937" y="177477"/>
                  </a:lnTo>
                  <a:lnTo>
                    <a:pt x="658476" y="177782"/>
                  </a:lnTo>
                  <a:lnTo>
                    <a:pt x="654717" y="177432"/>
                  </a:lnTo>
                  <a:lnTo>
                    <a:pt x="652671" y="176998"/>
                  </a:lnTo>
                  <a:lnTo>
                    <a:pt x="649437" y="178192"/>
                  </a:lnTo>
                  <a:lnTo>
                    <a:pt x="647603" y="178565"/>
                  </a:lnTo>
                  <a:lnTo>
                    <a:pt x="644164" y="180026"/>
                  </a:lnTo>
                  <a:lnTo>
                    <a:pt x="642103" y="182560"/>
                  </a:lnTo>
                  <a:lnTo>
                    <a:pt x="640558" y="183161"/>
                  </a:lnTo>
                  <a:lnTo>
                    <a:pt x="639051" y="183039"/>
                  </a:lnTo>
                  <a:lnTo>
                    <a:pt x="637978" y="182111"/>
                  </a:lnTo>
                  <a:lnTo>
                    <a:pt x="636411" y="180992"/>
                  </a:lnTo>
                  <a:lnTo>
                    <a:pt x="634083" y="181053"/>
                  </a:lnTo>
                  <a:lnTo>
                    <a:pt x="633391" y="181533"/>
                  </a:lnTo>
                  <a:lnTo>
                    <a:pt x="633101" y="182560"/>
                  </a:lnTo>
                  <a:lnTo>
                    <a:pt x="632341" y="185679"/>
                  </a:lnTo>
                  <a:lnTo>
                    <a:pt x="632356" y="187079"/>
                  </a:lnTo>
                  <a:lnTo>
                    <a:pt x="631846" y="187985"/>
                  </a:lnTo>
                  <a:lnTo>
                    <a:pt x="630469" y="188281"/>
                  </a:lnTo>
                  <a:lnTo>
                    <a:pt x="628057" y="188198"/>
                  </a:lnTo>
                  <a:lnTo>
                    <a:pt x="624276" y="187992"/>
                  </a:lnTo>
                  <a:lnTo>
                    <a:pt x="621719" y="187186"/>
                  </a:lnTo>
                  <a:lnTo>
                    <a:pt x="620182" y="187528"/>
                  </a:lnTo>
                  <a:lnTo>
                    <a:pt x="618090" y="189217"/>
                  </a:lnTo>
                  <a:lnTo>
                    <a:pt x="616598" y="189491"/>
                  </a:lnTo>
                  <a:lnTo>
                    <a:pt x="615388" y="190206"/>
                  </a:lnTo>
                  <a:lnTo>
                    <a:pt x="614407" y="192694"/>
                  </a:lnTo>
                  <a:lnTo>
                    <a:pt x="612870" y="194239"/>
                  </a:lnTo>
                  <a:lnTo>
                    <a:pt x="611014" y="196156"/>
                  </a:lnTo>
                  <a:lnTo>
                    <a:pt x="609020" y="200242"/>
                  </a:lnTo>
                  <a:lnTo>
                    <a:pt x="607925" y="202578"/>
                  </a:lnTo>
                  <a:lnTo>
                    <a:pt x="608275" y="203833"/>
                  </a:lnTo>
                  <a:lnTo>
                    <a:pt x="608518" y="205355"/>
                  </a:lnTo>
                  <a:lnTo>
                    <a:pt x="607597" y="207082"/>
                  </a:lnTo>
                  <a:lnTo>
                    <a:pt x="605726" y="208688"/>
                  </a:lnTo>
                  <a:lnTo>
                    <a:pt x="604219" y="208984"/>
                  </a:lnTo>
                  <a:lnTo>
                    <a:pt x="601967" y="210529"/>
                  </a:lnTo>
                  <a:lnTo>
                    <a:pt x="598871" y="213306"/>
                  </a:lnTo>
                  <a:lnTo>
                    <a:pt x="596557" y="215634"/>
                  </a:lnTo>
                  <a:lnTo>
                    <a:pt x="593545" y="216197"/>
                  </a:lnTo>
                  <a:lnTo>
                    <a:pt x="591406" y="216791"/>
                  </a:lnTo>
                  <a:lnTo>
                    <a:pt x="586666" y="217513"/>
                  </a:lnTo>
                  <a:lnTo>
                    <a:pt x="585495" y="217696"/>
                  </a:lnTo>
                  <a:lnTo>
                    <a:pt x="580298" y="218054"/>
                  </a:lnTo>
                  <a:lnTo>
                    <a:pt x="576448" y="216806"/>
                  </a:lnTo>
                  <a:lnTo>
                    <a:pt x="574424" y="216996"/>
                  </a:lnTo>
                  <a:lnTo>
                    <a:pt x="572628" y="217704"/>
                  </a:lnTo>
                  <a:lnTo>
                    <a:pt x="571715" y="218472"/>
                  </a:lnTo>
                  <a:lnTo>
                    <a:pt x="571396" y="219933"/>
                  </a:lnTo>
                  <a:lnTo>
                    <a:pt x="571076" y="221280"/>
                  </a:lnTo>
                  <a:lnTo>
                    <a:pt x="569615" y="223372"/>
                  </a:lnTo>
                  <a:lnTo>
                    <a:pt x="566671" y="226141"/>
                  </a:lnTo>
                  <a:lnTo>
                    <a:pt x="564244" y="227975"/>
                  </a:lnTo>
                  <a:lnTo>
                    <a:pt x="562380" y="230349"/>
                  </a:lnTo>
                  <a:lnTo>
                    <a:pt x="561322" y="231209"/>
                  </a:lnTo>
                  <a:lnTo>
                    <a:pt x="559192" y="232114"/>
                  </a:lnTo>
                  <a:lnTo>
                    <a:pt x="558043" y="232601"/>
                  </a:lnTo>
                  <a:lnTo>
                    <a:pt x="555372" y="234709"/>
                  </a:lnTo>
                  <a:lnTo>
                    <a:pt x="553249" y="236588"/>
                  </a:lnTo>
                  <a:lnTo>
                    <a:pt x="551850" y="237113"/>
                  </a:lnTo>
                  <a:lnTo>
                    <a:pt x="550160" y="236619"/>
                  </a:lnTo>
                  <a:lnTo>
                    <a:pt x="549042" y="236459"/>
                  </a:lnTo>
                  <a:lnTo>
                    <a:pt x="545740" y="235736"/>
                  </a:lnTo>
                  <a:lnTo>
                    <a:pt x="543503" y="235645"/>
                  </a:lnTo>
                  <a:lnTo>
                    <a:pt x="540376" y="235181"/>
                  </a:lnTo>
                  <a:lnTo>
                    <a:pt x="533056" y="232982"/>
                  </a:lnTo>
                  <a:lnTo>
                    <a:pt x="530705" y="231954"/>
                  </a:lnTo>
                  <a:lnTo>
                    <a:pt x="528628" y="229154"/>
                  </a:lnTo>
                  <a:lnTo>
                    <a:pt x="526749" y="227732"/>
                  </a:lnTo>
                  <a:lnTo>
                    <a:pt x="524200" y="227580"/>
                  </a:lnTo>
                  <a:lnTo>
                    <a:pt x="520373" y="227580"/>
                  </a:lnTo>
                  <a:lnTo>
                    <a:pt x="518661" y="227024"/>
                  </a:lnTo>
                  <a:lnTo>
                    <a:pt x="515785" y="227549"/>
                  </a:lnTo>
                  <a:lnTo>
                    <a:pt x="512643" y="230395"/>
                  </a:lnTo>
                  <a:lnTo>
                    <a:pt x="511159" y="232510"/>
                  </a:lnTo>
                  <a:lnTo>
                    <a:pt x="509873" y="234678"/>
                  </a:lnTo>
                  <a:lnTo>
                    <a:pt x="508298" y="239297"/>
                  </a:lnTo>
                  <a:lnTo>
                    <a:pt x="507598" y="242378"/>
                  </a:lnTo>
                  <a:lnTo>
                    <a:pt x="507065" y="244113"/>
                  </a:lnTo>
                  <a:lnTo>
                    <a:pt x="505384" y="246875"/>
                  </a:lnTo>
                  <a:lnTo>
                    <a:pt x="505201" y="248419"/>
                  </a:lnTo>
                  <a:lnTo>
                    <a:pt x="505779" y="249758"/>
                  </a:lnTo>
                  <a:lnTo>
                    <a:pt x="506990" y="251265"/>
                  </a:lnTo>
                  <a:lnTo>
                    <a:pt x="507712" y="253631"/>
                  </a:lnTo>
                  <a:lnTo>
                    <a:pt x="509477" y="256142"/>
                  </a:lnTo>
                  <a:lnTo>
                    <a:pt x="511212" y="258098"/>
                  </a:lnTo>
                  <a:lnTo>
                    <a:pt x="514476" y="261247"/>
                  </a:lnTo>
                  <a:lnTo>
                    <a:pt x="515404" y="262899"/>
                  </a:lnTo>
                  <a:lnTo>
                    <a:pt x="516508" y="264785"/>
                  </a:lnTo>
                  <a:lnTo>
                    <a:pt x="516744" y="266627"/>
                  </a:lnTo>
                  <a:lnTo>
                    <a:pt x="516538" y="267829"/>
                  </a:lnTo>
                  <a:lnTo>
                    <a:pt x="515366" y="268749"/>
                  </a:lnTo>
                  <a:lnTo>
                    <a:pt x="513076" y="269214"/>
                  </a:lnTo>
                  <a:lnTo>
                    <a:pt x="511973" y="270484"/>
                  </a:lnTo>
                  <a:lnTo>
                    <a:pt x="510291" y="272188"/>
                  </a:lnTo>
                  <a:lnTo>
                    <a:pt x="508298" y="274151"/>
                  </a:lnTo>
                  <a:lnTo>
                    <a:pt x="507362" y="274258"/>
                  </a:lnTo>
                  <a:lnTo>
                    <a:pt x="506236" y="274783"/>
                  </a:lnTo>
                  <a:lnTo>
                    <a:pt x="500598" y="277210"/>
                  </a:lnTo>
                  <a:lnTo>
                    <a:pt x="498453" y="277887"/>
                  </a:lnTo>
                  <a:lnTo>
                    <a:pt x="496763" y="278694"/>
                  </a:lnTo>
                  <a:lnTo>
                    <a:pt x="494762" y="281159"/>
                  </a:lnTo>
                  <a:lnTo>
                    <a:pt x="493187" y="282993"/>
                  </a:lnTo>
                  <a:lnTo>
                    <a:pt x="491240" y="285428"/>
                  </a:lnTo>
                  <a:lnTo>
                    <a:pt x="490380" y="286500"/>
                  </a:lnTo>
                  <a:lnTo>
                    <a:pt x="488653" y="288927"/>
                  </a:lnTo>
                  <a:lnTo>
                    <a:pt x="486378" y="291697"/>
                  </a:lnTo>
                  <a:lnTo>
                    <a:pt x="485115" y="293181"/>
                  </a:lnTo>
                  <a:lnTo>
                    <a:pt x="484430" y="294063"/>
                  </a:lnTo>
                  <a:lnTo>
                    <a:pt x="483806" y="295227"/>
                  </a:lnTo>
                  <a:lnTo>
                    <a:pt x="481424" y="296118"/>
                  </a:lnTo>
                  <a:lnTo>
                    <a:pt x="479461" y="297069"/>
                  </a:lnTo>
                  <a:lnTo>
                    <a:pt x="476494" y="298499"/>
                  </a:lnTo>
                  <a:lnTo>
                    <a:pt x="472241" y="300066"/>
                  </a:lnTo>
                  <a:lnTo>
                    <a:pt x="468802" y="301588"/>
                  </a:lnTo>
                  <a:lnTo>
                    <a:pt x="466618" y="302836"/>
                  </a:lnTo>
                  <a:lnTo>
                    <a:pt x="463369" y="304411"/>
                  </a:lnTo>
                  <a:lnTo>
                    <a:pt x="461163" y="304913"/>
                  </a:lnTo>
                  <a:lnTo>
                    <a:pt x="456719" y="304852"/>
                  </a:lnTo>
                  <a:lnTo>
                    <a:pt x="451226" y="305255"/>
                  </a:lnTo>
                  <a:lnTo>
                    <a:pt x="447224" y="305560"/>
                  </a:lnTo>
                  <a:lnTo>
                    <a:pt x="444219" y="305179"/>
                  </a:lnTo>
                  <a:lnTo>
                    <a:pt x="439676" y="304959"/>
                  </a:lnTo>
                  <a:lnTo>
                    <a:pt x="436199" y="304654"/>
                  </a:lnTo>
                  <a:lnTo>
                    <a:pt x="433879" y="305240"/>
                  </a:lnTo>
                  <a:lnTo>
                    <a:pt x="428408" y="305857"/>
                  </a:lnTo>
                  <a:lnTo>
                    <a:pt x="427183" y="305993"/>
                  </a:lnTo>
                  <a:lnTo>
                    <a:pt x="417437" y="307485"/>
                  </a:lnTo>
                  <a:lnTo>
                    <a:pt x="413130" y="308276"/>
                  </a:lnTo>
                  <a:lnTo>
                    <a:pt x="409189" y="308641"/>
                  </a:lnTo>
                  <a:lnTo>
                    <a:pt x="406290" y="309219"/>
                  </a:lnTo>
                  <a:lnTo>
                    <a:pt x="404646" y="309950"/>
                  </a:lnTo>
                  <a:lnTo>
                    <a:pt x="402212" y="310985"/>
                  </a:lnTo>
                  <a:lnTo>
                    <a:pt x="400926" y="311441"/>
                  </a:lnTo>
                  <a:lnTo>
                    <a:pt x="396612" y="313480"/>
                  </a:lnTo>
                  <a:lnTo>
                    <a:pt x="387010" y="317680"/>
                  </a:lnTo>
                  <a:lnTo>
                    <a:pt x="380588" y="321081"/>
                  </a:lnTo>
                  <a:lnTo>
                    <a:pt x="379531" y="321659"/>
                  </a:lnTo>
                  <a:lnTo>
                    <a:pt x="375201" y="324056"/>
                  </a:lnTo>
                  <a:lnTo>
                    <a:pt x="372698" y="324992"/>
                  </a:lnTo>
                  <a:lnTo>
                    <a:pt x="370956" y="327122"/>
                  </a:lnTo>
                  <a:lnTo>
                    <a:pt x="369564" y="328469"/>
                  </a:lnTo>
                  <a:lnTo>
                    <a:pt x="368103" y="329047"/>
                  </a:lnTo>
                  <a:lnTo>
                    <a:pt x="365501" y="327678"/>
                  </a:lnTo>
                  <a:lnTo>
                    <a:pt x="363659" y="327754"/>
                  </a:lnTo>
                  <a:lnTo>
                    <a:pt x="357778" y="327252"/>
                  </a:lnTo>
                  <a:lnTo>
                    <a:pt x="357778" y="321028"/>
                  </a:lnTo>
                  <a:lnTo>
                    <a:pt x="353654" y="321903"/>
                  </a:lnTo>
                  <a:lnTo>
                    <a:pt x="347073" y="323310"/>
                  </a:lnTo>
                  <a:lnTo>
                    <a:pt x="340971" y="324612"/>
                  </a:lnTo>
                  <a:lnTo>
                    <a:pt x="335386" y="321629"/>
                  </a:lnTo>
                  <a:lnTo>
                    <a:pt x="331079" y="319324"/>
                  </a:lnTo>
                  <a:lnTo>
                    <a:pt x="327336" y="317338"/>
                  </a:lnTo>
                  <a:lnTo>
                    <a:pt x="321660" y="316022"/>
                  </a:lnTo>
                  <a:lnTo>
                    <a:pt x="316707" y="314873"/>
                  </a:lnTo>
                  <a:lnTo>
                    <a:pt x="307774" y="312978"/>
                  </a:lnTo>
                  <a:lnTo>
                    <a:pt x="303848" y="311319"/>
                  </a:lnTo>
                  <a:lnTo>
                    <a:pt x="301862" y="309120"/>
                  </a:lnTo>
                  <a:lnTo>
                    <a:pt x="298317" y="304129"/>
                  </a:lnTo>
                  <a:lnTo>
                    <a:pt x="297168" y="303140"/>
                  </a:lnTo>
                  <a:lnTo>
                    <a:pt x="295441" y="302455"/>
                  </a:lnTo>
                  <a:lnTo>
                    <a:pt x="293653" y="302022"/>
                  </a:lnTo>
                  <a:lnTo>
                    <a:pt x="289773" y="302045"/>
                  </a:lnTo>
                  <a:lnTo>
                    <a:pt x="285040" y="301657"/>
                  </a:lnTo>
                  <a:lnTo>
                    <a:pt x="278223" y="300607"/>
                  </a:lnTo>
                  <a:lnTo>
                    <a:pt x="272805" y="299762"/>
                  </a:lnTo>
                  <a:lnTo>
                    <a:pt x="263568" y="298202"/>
                  </a:lnTo>
                  <a:lnTo>
                    <a:pt x="261377" y="298012"/>
                  </a:lnTo>
                  <a:lnTo>
                    <a:pt x="256546" y="299397"/>
                  </a:lnTo>
                  <a:lnTo>
                    <a:pt x="250352" y="301170"/>
                  </a:lnTo>
                  <a:lnTo>
                    <a:pt x="239236" y="299777"/>
                  </a:lnTo>
                  <a:lnTo>
                    <a:pt x="234306" y="299131"/>
                  </a:lnTo>
                  <a:lnTo>
                    <a:pt x="224316" y="297807"/>
                  </a:lnTo>
                  <a:lnTo>
                    <a:pt x="213010" y="296308"/>
                  </a:lnTo>
                  <a:lnTo>
                    <a:pt x="202053" y="294755"/>
                  </a:lnTo>
                  <a:lnTo>
                    <a:pt x="194095" y="295608"/>
                  </a:lnTo>
                  <a:lnTo>
                    <a:pt x="189659" y="296087"/>
                  </a:lnTo>
                  <a:lnTo>
                    <a:pt x="184538" y="296772"/>
                  </a:lnTo>
                  <a:lnTo>
                    <a:pt x="183831" y="296003"/>
                  </a:lnTo>
                  <a:lnTo>
                    <a:pt x="183625" y="293028"/>
                  </a:lnTo>
                  <a:lnTo>
                    <a:pt x="182705" y="290723"/>
                  </a:lnTo>
                  <a:lnTo>
                    <a:pt x="179905" y="288227"/>
                  </a:lnTo>
                  <a:lnTo>
                    <a:pt x="178025" y="285854"/>
                  </a:lnTo>
                  <a:lnTo>
                    <a:pt x="174442" y="282635"/>
                  </a:lnTo>
                  <a:lnTo>
                    <a:pt x="173316" y="280604"/>
                  </a:lnTo>
                  <a:lnTo>
                    <a:pt x="172935" y="277454"/>
                  </a:lnTo>
                  <a:lnTo>
                    <a:pt x="169633" y="269229"/>
                  </a:lnTo>
                  <a:lnTo>
                    <a:pt x="167579" y="263637"/>
                  </a:lnTo>
                  <a:lnTo>
                    <a:pt x="167062" y="262503"/>
                  </a:lnTo>
                  <a:lnTo>
                    <a:pt x="166179" y="260677"/>
                  </a:lnTo>
                  <a:lnTo>
                    <a:pt x="165022" y="259726"/>
                  </a:lnTo>
                  <a:lnTo>
                    <a:pt x="162565" y="259140"/>
                  </a:lnTo>
                  <a:lnTo>
                    <a:pt x="161903" y="258151"/>
                  </a:lnTo>
                  <a:lnTo>
                    <a:pt x="161903" y="256210"/>
                  </a:lnTo>
                  <a:lnTo>
                    <a:pt x="162291" y="253525"/>
                  </a:lnTo>
                  <a:lnTo>
                    <a:pt x="162793" y="251562"/>
                  </a:lnTo>
                  <a:lnTo>
                    <a:pt x="162435" y="251067"/>
                  </a:lnTo>
                  <a:lnTo>
                    <a:pt x="156021" y="251623"/>
                  </a:lnTo>
                  <a:lnTo>
                    <a:pt x="152088" y="250322"/>
                  </a:lnTo>
                  <a:lnTo>
                    <a:pt x="148808" y="248906"/>
                  </a:lnTo>
                  <a:lnTo>
                    <a:pt x="144152" y="245285"/>
                  </a:lnTo>
                  <a:lnTo>
                    <a:pt x="141390" y="243885"/>
                  </a:lnTo>
                  <a:lnTo>
                    <a:pt x="137852" y="240126"/>
                  </a:lnTo>
                  <a:lnTo>
                    <a:pt x="132709" y="239236"/>
                  </a:lnTo>
                  <a:lnTo>
                    <a:pt x="130791" y="237760"/>
                  </a:lnTo>
                  <a:lnTo>
                    <a:pt x="128372" y="234534"/>
                  </a:lnTo>
                  <a:lnTo>
                    <a:pt x="126264" y="232457"/>
                  </a:lnTo>
                  <a:lnTo>
                    <a:pt x="123266" y="231148"/>
                  </a:lnTo>
                  <a:lnTo>
                    <a:pt x="118534" y="229984"/>
                  </a:lnTo>
                  <a:lnTo>
                    <a:pt x="110454" y="228873"/>
                  </a:lnTo>
                  <a:lnTo>
                    <a:pt x="107714" y="228401"/>
                  </a:lnTo>
                  <a:lnTo>
                    <a:pt x="103256" y="229147"/>
                  </a:lnTo>
                  <a:lnTo>
                    <a:pt x="99946" y="229208"/>
                  </a:lnTo>
                  <a:lnTo>
                    <a:pt x="94582" y="228417"/>
                  </a:lnTo>
                  <a:lnTo>
                    <a:pt x="91523" y="227420"/>
                  </a:lnTo>
                  <a:lnTo>
                    <a:pt x="87750" y="227389"/>
                  </a:lnTo>
                  <a:lnTo>
                    <a:pt x="85292" y="227405"/>
                  </a:lnTo>
                  <a:lnTo>
                    <a:pt x="82013" y="227176"/>
                  </a:lnTo>
                  <a:lnTo>
                    <a:pt x="80430" y="226522"/>
                  </a:lnTo>
                  <a:lnTo>
                    <a:pt x="78962" y="225723"/>
                  </a:lnTo>
                  <a:lnTo>
                    <a:pt x="76207" y="225921"/>
                  </a:lnTo>
                  <a:lnTo>
                    <a:pt x="74282" y="225122"/>
                  </a:lnTo>
                  <a:lnTo>
                    <a:pt x="72487" y="223631"/>
                  </a:lnTo>
                  <a:lnTo>
                    <a:pt x="70608" y="222923"/>
                  </a:lnTo>
                  <a:lnTo>
                    <a:pt x="68553" y="222969"/>
                  </a:lnTo>
                  <a:lnTo>
                    <a:pt x="67709" y="223631"/>
                  </a:lnTo>
                  <a:lnTo>
                    <a:pt x="66917" y="223570"/>
                  </a:lnTo>
                  <a:lnTo>
                    <a:pt x="66408" y="221554"/>
                  </a:lnTo>
                  <a:lnTo>
                    <a:pt x="64482" y="218290"/>
                  </a:lnTo>
                  <a:lnTo>
                    <a:pt x="64194" y="216821"/>
                  </a:lnTo>
                  <a:lnTo>
                    <a:pt x="63014" y="215132"/>
                  </a:lnTo>
                  <a:lnTo>
                    <a:pt x="62322" y="213595"/>
                  </a:lnTo>
                  <a:lnTo>
                    <a:pt x="62512" y="211472"/>
                  </a:lnTo>
                  <a:lnTo>
                    <a:pt x="63341" y="207341"/>
                  </a:lnTo>
                  <a:lnTo>
                    <a:pt x="65190" y="203597"/>
                  </a:lnTo>
                  <a:lnTo>
                    <a:pt x="66392" y="202623"/>
                  </a:lnTo>
                  <a:lnTo>
                    <a:pt x="67130" y="201513"/>
                  </a:lnTo>
                  <a:lnTo>
                    <a:pt x="68682" y="199573"/>
                  </a:lnTo>
                  <a:lnTo>
                    <a:pt x="69581" y="198020"/>
                  </a:lnTo>
                  <a:lnTo>
                    <a:pt x="69474" y="195890"/>
                  </a:lnTo>
                  <a:lnTo>
                    <a:pt x="68416" y="193668"/>
                  </a:lnTo>
                  <a:lnTo>
                    <a:pt x="67656" y="190800"/>
                  </a:lnTo>
                  <a:lnTo>
                    <a:pt x="67793" y="189149"/>
                  </a:lnTo>
                  <a:lnTo>
                    <a:pt x="68934" y="187186"/>
                  </a:lnTo>
                  <a:lnTo>
                    <a:pt x="70273" y="182826"/>
                  </a:lnTo>
                  <a:lnTo>
                    <a:pt x="70159" y="181677"/>
                  </a:lnTo>
                  <a:lnTo>
                    <a:pt x="69633" y="180764"/>
                  </a:lnTo>
                  <a:lnTo>
                    <a:pt x="69497" y="178733"/>
                  </a:lnTo>
                  <a:lnTo>
                    <a:pt x="69238" y="176009"/>
                  </a:lnTo>
                  <a:lnTo>
                    <a:pt x="67632" y="171832"/>
                  </a:lnTo>
                  <a:lnTo>
                    <a:pt x="66765" y="169610"/>
                  </a:lnTo>
                  <a:lnTo>
                    <a:pt x="65244" y="168651"/>
                  </a:lnTo>
                  <a:lnTo>
                    <a:pt x="63463" y="168073"/>
                  </a:lnTo>
                  <a:lnTo>
                    <a:pt x="61926" y="165060"/>
                  </a:lnTo>
                  <a:lnTo>
                    <a:pt x="59994" y="161499"/>
                  </a:lnTo>
                  <a:lnTo>
                    <a:pt x="58784" y="159262"/>
                  </a:lnTo>
                  <a:lnTo>
                    <a:pt x="58365" y="157893"/>
                  </a:lnTo>
                  <a:lnTo>
                    <a:pt x="58175" y="155405"/>
                  </a:lnTo>
                  <a:lnTo>
                    <a:pt x="57270" y="152384"/>
                  </a:lnTo>
                  <a:lnTo>
                    <a:pt x="56318" y="150726"/>
                  </a:lnTo>
                  <a:lnTo>
                    <a:pt x="55611" y="149447"/>
                  </a:lnTo>
                  <a:lnTo>
                    <a:pt x="55246" y="147614"/>
                  </a:lnTo>
                  <a:lnTo>
                    <a:pt x="54881" y="146944"/>
                  </a:lnTo>
                  <a:lnTo>
                    <a:pt x="52263" y="146130"/>
                  </a:lnTo>
                  <a:lnTo>
                    <a:pt x="50391" y="144760"/>
                  </a:lnTo>
                  <a:lnTo>
                    <a:pt x="49615" y="142919"/>
                  </a:lnTo>
                  <a:lnTo>
                    <a:pt x="49341" y="141428"/>
                  </a:lnTo>
                  <a:lnTo>
                    <a:pt x="48779" y="140561"/>
                  </a:lnTo>
                  <a:lnTo>
                    <a:pt x="47302" y="140287"/>
                  </a:lnTo>
                  <a:lnTo>
                    <a:pt x="46276" y="141626"/>
                  </a:lnTo>
                  <a:lnTo>
                    <a:pt x="44594" y="142295"/>
                  </a:lnTo>
                  <a:lnTo>
                    <a:pt x="43453" y="142174"/>
                  </a:lnTo>
                  <a:lnTo>
                    <a:pt x="42334" y="141367"/>
                  </a:lnTo>
                  <a:lnTo>
                    <a:pt x="41642" y="140522"/>
                  </a:lnTo>
                  <a:lnTo>
                    <a:pt x="40470" y="139571"/>
                  </a:lnTo>
                  <a:lnTo>
                    <a:pt x="38811" y="136551"/>
                  </a:lnTo>
                  <a:lnTo>
                    <a:pt x="37069" y="135752"/>
                  </a:lnTo>
                  <a:lnTo>
                    <a:pt x="33874" y="135889"/>
                  </a:lnTo>
                  <a:lnTo>
                    <a:pt x="31028" y="137289"/>
                  </a:lnTo>
                  <a:lnTo>
                    <a:pt x="29308" y="137068"/>
                  </a:lnTo>
                  <a:lnTo>
                    <a:pt x="27848" y="136596"/>
                  </a:lnTo>
                  <a:lnTo>
                    <a:pt x="26219" y="135090"/>
                  </a:lnTo>
                  <a:lnTo>
                    <a:pt x="25078" y="133842"/>
                  </a:lnTo>
                  <a:lnTo>
                    <a:pt x="23381" y="133439"/>
                  </a:lnTo>
                  <a:lnTo>
                    <a:pt x="20041" y="131240"/>
                  </a:lnTo>
                  <a:lnTo>
                    <a:pt x="17781" y="129657"/>
                  </a:lnTo>
                  <a:lnTo>
                    <a:pt x="17591" y="126545"/>
                  </a:lnTo>
                  <a:lnTo>
                    <a:pt x="16526" y="124400"/>
                  </a:lnTo>
                  <a:lnTo>
                    <a:pt x="14319" y="123791"/>
                  </a:lnTo>
                  <a:lnTo>
                    <a:pt x="12098" y="121585"/>
                  </a:lnTo>
                  <a:lnTo>
                    <a:pt x="8856" y="120398"/>
                  </a:lnTo>
                  <a:lnTo>
                    <a:pt x="6817" y="119477"/>
                  </a:lnTo>
                  <a:lnTo>
                    <a:pt x="5045" y="118922"/>
                  </a:lnTo>
                  <a:lnTo>
                    <a:pt x="4786" y="118085"/>
                  </a:lnTo>
                  <a:lnTo>
                    <a:pt x="4892" y="117370"/>
                  </a:lnTo>
                  <a:lnTo>
                    <a:pt x="5706" y="116175"/>
                  </a:lnTo>
                  <a:lnTo>
                    <a:pt x="6559" y="115057"/>
                  </a:lnTo>
                  <a:lnTo>
                    <a:pt x="6764" y="114022"/>
                  </a:lnTo>
                  <a:lnTo>
                    <a:pt x="6079" y="113109"/>
                  </a:lnTo>
                  <a:lnTo>
                    <a:pt x="4245" y="112150"/>
                  </a:lnTo>
                  <a:lnTo>
                    <a:pt x="1887" y="111290"/>
                  </a:lnTo>
                  <a:lnTo>
                    <a:pt x="1408" y="109868"/>
                  </a:lnTo>
                  <a:lnTo>
                    <a:pt x="0" y="108384"/>
                  </a:lnTo>
                  <a:lnTo>
                    <a:pt x="243" y="107189"/>
                  </a:lnTo>
                  <a:lnTo>
                    <a:pt x="1362" y="106314"/>
                  </a:lnTo>
                  <a:lnTo>
                    <a:pt x="2488" y="105668"/>
                  </a:lnTo>
                  <a:lnTo>
                    <a:pt x="2754" y="104542"/>
                  </a:lnTo>
                  <a:lnTo>
                    <a:pt x="1948" y="103507"/>
                  </a:lnTo>
                  <a:lnTo>
                    <a:pt x="1560" y="101940"/>
                  </a:lnTo>
                  <a:lnTo>
                    <a:pt x="1750" y="100768"/>
                  </a:lnTo>
                  <a:lnTo>
                    <a:pt x="1514" y="99269"/>
                  </a:lnTo>
                  <a:lnTo>
                    <a:pt x="1598" y="99277"/>
                  </a:lnTo>
                  <a:lnTo>
                    <a:pt x="4086" y="99193"/>
                  </a:lnTo>
                  <a:lnTo>
                    <a:pt x="5227" y="98470"/>
                  </a:lnTo>
                  <a:lnTo>
                    <a:pt x="6087" y="97397"/>
                  </a:lnTo>
                  <a:lnTo>
                    <a:pt x="7951" y="96202"/>
                  </a:lnTo>
                  <a:lnTo>
                    <a:pt x="8346" y="94833"/>
                  </a:lnTo>
                  <a:lnTo>
                    <a:pt x="8377" y="92117"/>
                  </a:lnTo>
                  <a:lnTo>
                    <a:pt x="9594" y="89819"/>
                  </a:lnTo>
                  <a:lnTo>
                    <a:pt x="12691" y="89134"/>
                  </a:lnTo>
                  <a:lnTo>
                    <a:pt x="13878" y="88799"/>
                  </a:lnTo>
                  <a:lnTo>
                    <a:pt x="15141" y="89134"/>
                  </a:lnTo>
                  <a:lnTo>
                    <a:pt x="17104" y="88807"/>
                  </a:lnTo>
                  <a:lnTo>
                    <a:pt x="18999" y="88693"/>
                  </a:lnTo>
                  <a:lnTo>
                    <a:pt x="20056" y="89401"/>
                  </a:lnTo>
                  <a:lnTo>
                    <a:pt x="21456" y="89994"/>
                  </a:lnTo>
                  <a:lnTo>
                    <a:pt x="23244" y="89926"/>
                  </a:lnTo>
                  <a:lnTo>
                    <a:pt x="23853" y="88845"/>
                  </a:lnTo>
                  <a:lnTo>
                    <a:pt x="23929" y="87331"/>
                  </a:lnTo>
                  <a:lnTo>
                    <a:pt x="24698" y="86935"/>
                  </a:lnTo>
                  <a:lnTo>
                    <a:pt x="25664" y="87985"/>
                  </a:lnTo>
                  <a:lnTo>
                    <a:pt x="26212" y="88769"/>
                  </a:lnTo>
                  <a:lnTo>
                    <a:pt x="27010" y="89127"/>
                  </a:lnTo>
                  <a:lnTo>
                    <a:pt x="29171" y="88191"/>
                  </a:lnTo>
                  <a:lnTo>
                    <a:pt x="30678" y="87179"/>
                  </a:lnTo>
                  <a:lnTo>
                    <a:pt x="31172" y="85094"/>
                  </a:lnTo>
                  <a:lnTo>
                    <a:pt x="32047" y="84067"/>
                  </a:lnTo>
                  <a:lnTo>
                    <a:pt x="33219" y="84592"/>
                  </a:lnTo>
                  <a:lnTo>
                    <a:pt x="35281" y="84577"/>
                  </a:lnTo>
                  <a:lnTo>
                    <a:pt x="36978" y="82964"/>
                  </a:lnTo>
                  <a:lnTo>
                    <a:pt x="39207" y="81678"/>
                  </a:lnTo>
                  <a:lnTo>
                    <a:pt x="40805" y="81092"/>
                  </a:lnTo>
                  <a:lnTo>
                    <a:pt x="41125" y="80004"/>
                  </a:lnTo>
                  <a:lnTo>
                    <a:pt x="40379" y="77600"/>
                  </a:lnTo>
                  <a:lnTo>
                    <a:pt x="40584" y="74967"/>
                  </a:lnTo>
                  <a:lnTo>
                    <a:pt x="42722" y="73476"/>
                  </a:lnTo>
                  <a:lnTo>
                    <a:pt x="45583" y="73301"/>
                  </a:lnTo>
                  <a:lnTo>
                    <a:pt x="47706" y="72274"/>
                  </a:lnTo>
                  <a:lnTo>
                    <a:pt x="48291" y="69459"/>
                  </a:lnTo>
                  <a:lnTo>
                    <a:pt x="49341" y="68652"/>
                  </a:lnTo>
                  <a:lnTo>
                    <a:pt x="50399" y="68332"/>
                  </a:lnTo>
                  <a:lnTo>
                    <a:pt x="52979" y="67891"/>
                  </a:lnTo>
                  <a:lnTo>
                    <a:pt x="54835" y="66742"/>
                  </a:lnTo>
                  <a:lnTo>
                    <a:pt x="55984" y="66217"/>
                  </a:lnTo>
                  <a:lnTo>
                    <a:pt x="59225" y="64673"/>
                  </a:lnTo>
                  <a:lnTo>
                    <a:pt x="62177" y="64376"/>
                  </a:lnTo>
                  <a:lnTo>
                    <a:pt x="63440" y="63143"/>
                  </a:lnTo>
                  <a:lnTo>
                    <a:pt x="64429" y="61591"/>
                  </a:lnTo>
                  <a:lnTo>
                    <a:pt x="66088" y="60998"/>
                  </a:lnTo>
                  <a:lnTo>
                    <a:pt x="67769" y="59651"/>
                  </a:lnTo>
                  <a:lnTo>
                    <a:pt x="69999" y="57939"/>
                  </a:lnTo>
                  <a:lnTo>
                    <a:pt x="70881" y="57696"/>
                  </a:lnTo>
                  <a:lnTo>
                    <a:pt x="74534" y="56699"/>
                  </a:lnTo>
                  <a:lnTo>
                    <a:pt x="75964" y="56334"/>
                  </a:lnTo>
                  <a:lnTo>
                    <a:pt x="76824" y="56113"/>
                  </a:lnTo>
                  <a:lnTo>
                    <a:pt x="78406" y="56182"/>
                  </a:lnTo>
                  <a:lnTo>
                    <a:pt x="79076" y="54363"/>
                  </a:lnTo>
                  <a:lnTo>
                    <a:pt x="80681" y="53032"/>
                  </a:lnTo>
                  <a:lnTo>
                    <a:pt x="82294" y="52583"/>
                  </a:lnTo>
                  <a:lnTo>
                    <a:pt x="83078" y="51251"/>
                  </a:lnTo>
                  <a:lnTo>
                    <a:pt x="84623" y="49555"/>
                  </a:lnTo>
                  <a:lnTo>
                    <a:pt x="86715" y="48619"/>
                  </a:lnTo>
                  <a:lnTo>
                    <a:pt x="89964" y="48474"/>
                  </a:lnTo>
                  <a:lnTo>
                    <a:pt x="93113" y="48664"/>
                  </a:lnTo>
                  <a:lnTo>
                    <a:pt x="95008" y="48375"/>
                  </a:lnTo>
                  <a:lnTo>
                    <a:pt x="96560" y="45864"/>
                  </a:lnTo>
                  <a:lnTo>
                    <a:pt x="96857" y="44624"/>
                  </a:lnTo>
                  <a:lnTo>
                    <a:pt x="97215" y="43354"/>
                  </a:lnTo>
                  <a:lnTo>
                    <a:pt x="98478" y="42867"/>
                  </a:lnTo>
                  <a:lnTo>
                    <a:pt x="99999" y="44929"/>
                  </a:lnTo>
                  <a:lnTo>
                    <a:pt x="101285" y="46207"/>
                  </a:lnTo>
                  <a:lnTo>
                    <a:pt x="103256" y="47538"/>
                  </a:lnTo>
                  <a:lnTo>
                    <a:pt x="104276" y="48786"/>
                  </a:lnTo>
                  <a:lnTo>
                    <a:pt x="105447" y="48961"/>
                  </a:lnTo>
                  <a:lnTo>
                    <a:pt x="106672" y="48025"/>
                  </a:lnTo>
                  <a:lnTo>
                    <a:pt x="107540" y="45750"/>
                  </a:lnTo>
                  <a:lnTo>
                    <a:pt x="109183" y="45400"/>
                  </a:lnTo>
                  <a:lnTo>
                    <a:pt x="110994" y="45765"/>
                  </a:lnTo>
                  <a:lnTo>
                    <a:pt x="111473" y="46884"/>
                  </a:lnTo>
                  <a:lnTo>
                    <a:pt x="111625" y="47980"/>
                  </a:lnTo>
                  <a:lnTo>
                    <a:pt x="112455" y="49927"/>
                  </a:lnTo>
                  <a:lnTo>
                    <a:pt x="114448" y="51624"/>
                  </a:lnTo>
                  <a:lnTo>
                    <a:pt x="116997" y="51540"/>
                  </a:lnTo>
                  <a:lnTo>
                    <a:pt x="118024" y="51236"/>
                  </a:lnTo>
                  <a:lnTo>
                    <a:pt x="120505" y="51472"/>
                  </a:lnTo>
                  <a:lnTo>
                    <a:pt x="122947" y="51837"/>
                  </a:lnTo>
                  <a:lnTo>
                    <a:pt x="125610" y="52240"/>
                  </a:lnTo>
                  <a:lnTo>
                    <a:pt x="126386" y="52301"/>
                  </a:lnTo>
                  <a:lnTo>
                    <a:pt x="129239" y="52507"/>
                  </a:lnTo>
                  <a:lnTo>
                    <a:pt x="133386" y="52803"/>
                  </a:lnTo>
                  <a:lnTo>
                    <a:pt x="135220" y="52666"/>
                  </a:lnTo>
                  <a:lnTo>
                    <a:pt x="138963" y="53222"/>
                  </a:lnTo>
                  <a:lnTo>
                    <a:pt x="139724" y="54728"/>
                  </a:lnTo>
                  <a:lnTo>
                    <a:pt x="140416" y="58289"/>
                  </a:lnTo>
                  <a:lnTo>
                    <a:pt x="141002" y="61675"/>
                  </a:lnTo>
                  <a:lnTo>
                    <a:pt x="141177" y="64391"/>
                  </a:lnTo>
                  <a:lnTo>
                    <a:pt x="142151" y="65799"/>
                  </a:lnTo>
                  <a:lnTo>
                    <a:pt x="143391" y="66255"/>
                  </a:lnTo>
                  <a:lnTo>
                    <a:pt x="144213" y="67351"/>
                  </a:lnTo>
                  <a:lnTo>
                    <a:pt x="145658" y="68842"/>
                  </a:lnTo>
                  <a:lnTo>
                    <a:pt x="146724" y="70973"/>
                  </a:lnTo>
                  <a:lnTo>
                    <a:pt x="148025" y="70828"/>
                  </a:lnTo>
                  <a:lnTo>
                    <a:pt x="148930" y="70326"/>
                  </a:lnTo>
                  <a:lnTo>
                    <a:pt x="150924" y="70166"/>
                  </a:lnTo>
                  <a:lnTo>
                    <a:pt x="153465" y="70311"/>
                  </a:lnTo>
                  <a:lnTo>
                    <a:pt x="155238" y="71482"/>
                  </a:lnTo>
                  <a:lnTo>
                    <a:pt x="155899" y="73035"/>
                  </a:lnTo>
                  <a:lnTo>
                    <a:pt x="157338" y="73894"/>
                  </a:lnTo>
                  <a:lnTo>
                    <a:pt x="158502" y="73620"/>
                  </a:lnTo>
                  <a:lnTo>
                    <a:pt x="161986" y="73613"/>
                  </a:lnTo>
                  <a:lnTo>
                    <a:pt x="163189" y="73704"/>
                  </a:lnTo>
                  <a:lnTo>
                    <a:pt x="164391" y="74556"/>
                  </a:lnTo>
                  <a:lnTo>
                    <a:pt x="166118" y="74701"/>
                  </a:lnTo>
                  <a:lnTo>
                    <a:pt x="167069" y="73620"/>
                  </a:lnTo>
                  <a:lnTo>
                    <a:pt x="170075" y="72882"/>
                  </a:lnTo>
                  <a:lnTo>
                    <a:pt x="171809" y="71345"/>
                  </a:lnTo>
                  <a:lnTo>
                    <a:pt x="173148" y="71330"/>
                  </a:lnTo>
                  <a:lnTo>
                    <a:pt x="174160" y="72076"/>
                  </a:lnTo>
                  <a:lnTo>
                    <a:pt x="174936" y="73080"/>
                  </a:lnTo>
                  <a:lnTo>
                    <a:pt x="176085" y="72631"/>
                  </a:lnTo>
                  <a:lnTo>
                    <a:pt x="176709" y="71802"/>
                  </a:lnTo>
                  <a:lnTo>
                    <a:pt x="177713" y="71802"/>
                  </a:lnTo>
                  <a:lnTo>
                    <a:pt x="178695" y="72342"/>
                  </a:lnTo>
                  <a:lnTo>
                    <a:pt x="181213" y="73278"/>
                  </a:lnTo>
                  <a:lnTo>
                    <a:pt x="183039" y="75028"/>
                  </a:lnTo>
                  <a:lnTo>
                    <a:pt x="184447" y="75203"/>
                  </a:lnTo>
                  <a:lnTo>
                    <a:pt x="186273" y="74686"/>
                  </a:lnTo>
                  <a:lnTo>
                    <a:pt x="187110" y="74450"/>
                  </a:lnTo>
                  <a:lnTo>
                    <a:pt x="187909" y="75317"/>
                  </a:lnTo>
                  <a:lnTo>
                    <a:pt x="189088" y="75781"/>
                  </a:lnTo>
                  <a:lnTo>
                    <a:pt x="189978" y="75142"/>
                  </a:lnTo>
                  <a:lnTo>
                    <a:pt x="191508" y="74686"/>
                  </a:lnTo>
                  <a:lnTo>
                    <a:pt x="197359" y="75637"/>
                  </a:lnTo>
                  <a:lnTo>
                    <a:pt x="198706" y="77387"/>
                  </a:lnTo>
                  <a:lnTo>
                    <a:pt x="199748" y="78208"/>
                  </a:lnTo>
                  <a:lnTo>
                    <a:pt x="200585" y="79631"/>
                  </a:lnTo>
                  <a:lnTo>
                    <a:pt x="202114" y="80651"/>
                  </a:lnTo>
                  <a:lnTo>
                    <a:pt x="205340" y="80301"/>
                  </a:lnTo>
                  <a:lnTo>
                    <a:pt x="206596" y="79258"/>
                  </a:lnTo>
                  <a:lnTo>
                    <a:pt x="209205" y="76945"/>
                  </a:lnTo>
                  <a:lnTo>
                    <a:pt x="210248" y="74686"/>
                  </a:lnTo>
                  <a:lnTo>
                    <a:pt x="211564" y="73963"/>
                  </a:lnTo>
                  <a:lnTo>
                    <a:pt x="213047" y="73590"/>
                  </a:lnTo>
                  <a:lnTo>
                    <a:pt x="214440" y="73598"/>
                  </a:lnTo>
                  <a:lnTo>
                    <a:pt x="215893" y="73521"/>
                  </a:lnTo>
                  <a:lnTo>
                    <a:pt x="217666" y="71863"/>
                  </a:lnTo>
                  <a:lnTo>
                    <a:pt x="219096" y="71284"/>
                  </a:lnTo>
                  <a:lnTo>
                    <a:pt x="221219" y="69177"/>
                  </a:lnTo>
                  <a:lnTo>
                    <a:pt x="221615" y="68226"/>
                  </a:lnTo>
                  <a:lnTo>
                    <a:pt x="222650" y="65761"/>
                  </a:lnTo>
                  <a:lnTo>
                    <a:pt x="223289" y="64201"/>
                  </a:lnTo>
                  <a:lnTo>
                    <a:pt x="224361" y="61705"/>
                  </a:lnTo>
                  <a:lnTo>
                    <a:pt x="224940" y="57680"/>
                  </a:lnTo>
                  <a:lnTo>
                    <a:pt x="225267" y="55542"/>
                  </a:lnTo>
                  <a:lnTo>
                    <a:pt x="224985" y="53998"/>
                  </a:lnTo>
                  <a:lnTo>
                    <a:pt x="223722" y="53191"/>
                  </a:lnTo>
                  <a:lnTo>
                    <a:pt x="222117" y="52811"/>
                  </a:lnTo>
                  <a:lnTo>
                    <a:pt x="220702" y="51632"/>
                  </a:lnTo>
                  <a:lnTo>
                    <a:pt x="219652" y="50255"/>
                  </a:lnTo>
                  <a:lnTo>
                    <a:pt x="219036" y="48329"/>
                  </a:lnTo>
                  <a:lnTo>
                    <a:pt x="218206" y="46070"/>
                  </a:lnTo>
                  <a:lnTo>
                    <a:pt x="218252" y="44434"/>
                  </a:lnTo>
                  <a:lnTo>
                    <a:pt x="218016" y="43171"/>
                  </a:lnTo>
                  <a:lnTo>
                    <a:pt x="217308" y="42090"/>
                  </a:lnTo>
                  <a:lnTo>
                    <a:pt x="215947" y="40196"/>
                  </a:lnTo>
                  <a:lnTo>
                    <a:pt x="215284" y="38781"/>
                  </a:lnTo>
                  <a:lnTo>
                    <a:pt x="215505" y="36529"/>
                  </a:lnTo>
                  <a:lnTo>
                    <a:pt x="217111" y="32679"/>
                  </a:lnTo>
                  <a:lnTo>
                    <a:pt x="217263" y="30883"/>
                  </a:lnTo>
                  <a:lnTo>
                    <a:pt x="217460" y="29772"/>
                  </a:lnTo>
                  <a:lnTo>
                    <a:pt x="217377" y="28760"/>
                  </a:lnTo>
                  <a:lnTo>
                    <a:pt x="217879" y="26440"/>
                  </a:lnTo>
                  <a:lnTo>
                    <a:pt x="218784" y="25466"/>
                  </a:lnTo>
                  <a:lnTo>
                    <a:pt x="219819" y="22978"/>
                  </a:lnTo>
                  <a:lnTo>
                    <a:pt x="221211" y="21829"/>
                  </a:lnTo>
                  <a:lnTo>
                    <a:pt x="222962" y="21753"/>
                  </a:lnTo>
                  <a:lnTo>
                    <a:pt x="223715" y="21076"/>
                  </a:lnTo>
                  <a:lnTo>
                    <a:pt x="224080" y="18580"/>
                  </a:lnTo>
                  <a:lnTo>
                    <a:pt x="224925" y="16655"/>
                  </a:lnTo>
                  <a:lnTo>
                    <a:pt x="225487" y="15293"/>
                  </a:lnTo>
                  <a:lnTo>
                    <a:pt x="226553" y="13802"/>
                  </a:lnTo>
                  <a:lnTo>
                    <a:pt x="232693" y="10926"/>
                  </a:lnTo>
                  <a:lnTo>
                    <a:pt x="235242" y="7342"/>
                  </a:lnTo>
                  <a:lnTo>
                    <a:pt x="236147" y="5531"/>
                  </a:lnTo>
                  <a:lnTo>
                    <a:pt x="237136" y="1636"/>
                  </a:lnTo>
                  <a:lnTo>
                    <a:pt x="238087" y="0"/>
                  </a:lnTo>
                  <a:lnTo>
                    <a:pt x="239472" y="540"/>
                  </a:lnTo>
                  <a:lnTo>
                    <a:pt x="241100" y="2838"/>
                  </a:lnTo>
                  <a:lnTo>
                    <a:pt x="242318" y="2861"/>
                  </a:lnTo>
                  <a:lnTo>
                    <a:pt x="244129" y="4101"/>
                  </a:lnTo>
                  <a:lnTo>
                    <a:pt x="249066" y="6711"/>
                  </a:lnTo>
                  <a:lnTo>
                    <a:pt x="251737" y="7525"/>
                  </a:lnTo>
                  <a:lnTo>
                    <a:pt x="253457" y="7776"/>
                  </a:lnTo>
                  <a:lnTo>
                    <a:pt x="255732" y="8499"/>
                  </a:lnTo>
                  <a:lnTo>
                    <a:pt x="257192" y="10020"/>
                  </a:lnTo>
                  <a:lnTo>
                    <a:pt x="260045" y="12501"/>
                  </a:lnTo>
                  <a:lnTo>
                    <a:pt x="262458" y="13132"/>
                  </a:lnTo>
                  <a:lnTo>
                    <a:pt x="266642" y="13383"/>
                  </a:lnTo>
                  <a:lnTo>
                    <a:pt x="271732" y="13513"/>
                  </a:lnTo>
                  <a:lnTo>
                    <a:pt x="273178" y="13947"/>
                  </a:lnTo>
                  <a:lnTo>
                    <a:pt x="276899" y="15727"/>
                  </a:lnTo>
                  <a:lnTo>
                    <a:pt x="281022" y="17697"/>
                  </a:lnTo>
                  <a:lnTo>
                    <a:pt x="284903" y="19455"/>
                  </a:lnTo>
                  <a:lnTo>
                    <a:pt x="287840" y="20809"/>
                  </a:lnTo>
                  <a:lnTo>
                    <a:pt x="289582" y="22133"/>
                  </a:lnTo>
                  <a:lnTo>
                    <a:pt x="291218" y="22887"/>
                  </a:lnTo>
                  <a:lnTo>
                    <a:pt x="292991" y="22240"/>
                  </a:lnTo>
                  <a:lnTo>
                    <a:pt x="295266" y="22384"/>
                  </a:lnTo>
                  <a:lnTo>
                    <a:pt x="300607" y="23967"/>
                  </a:lnTo>
                  <a:lnTo>
                    <a:pt x="303985" y="25291"/>
                  </a:lnTo>
                  <a:lnTo>
                    <a:pt x="306808" y="26272"/>
                  </a:lnTo>
                  <a:lnTo>
                    <a:pt x="307751" y="27627"/>
                  </a:lnTo>
                  <a:lnTo>
                    <a:pt x="307843" y="29430"/>
                  </a:lnTo>
                  <a:lnTo>
                    <a:pt x="307463" y="30952"/>
                  </a:lnTo>
                  <a:lnTo>
                    <a:pt x="307675" y="34634"/>
                  </a:lnTo>
                  <a:lnTo>
                    <a:pt x="308581" y="36567"/>
                  </a:lnTo>
                  <a:lnTo>
                    <a:pt x="308916" y="39146"/>
                  </a:lnTo>
                  <a:lnTo>
                    <a:pt x="309258" y="41611"/>
                  </a:lnTo>
                  <a:lnTo>
                    <a:pt x="309015" y="44038"/>
                  </a:lnTo>
                  <a:lnTo>
                    <a:pt x="309448" y="45324"/>
                  </a:lnTo>
                  <a:lnTo>
                    <a:pt x="310331" y="46085"/>
                  </a:lnTo>
                  <a:lnTo>
                    <a:pt x="311191" y="47774"/>
                  </a:lnTo>
                  <a:lnTo>
                    <a:pt x="310909" y="49555"/>
                  </a:lnTo>
                  <a:lnTo>
                    <a:pt x="310528" y="50589"/>
                  </a:lnTo>
                  <a:lnTo>
                    <a:pt x="310589" y="52255"/>
                  </a:lnTo>
                  <a:lnTo>
                    <a:pt x="311609" y="53625"/>
                  </a:lnTo>
                  <a:lnTo>
                    <a:pt x="313123" y="53891"/>
                  </a:lnTo>
                  <a:lnTo>
                    <a:pt x="314447" y="54249"/>
                  </a:lnTo>
                  <a:lnTo>
                    <a:pt x="316090" y="56402"/>
                  </a:lnTo>
                  <a:lnTo>
                    <a:pt x="319020" y="58883"/>
                  </a:lnTo>
                  <a:lnTo>
                    <a:pt x="320770" y="59567"/>
                  </a:lnTo>
                  <a:lnTo>
                    <a:pt x="322786" y="60678"/>
                  </a:lnTo>
                  <a:lnTo>
                    <a:pt x="326628" y="61774"/>
                  </a:lnTo>
                  <a:lnTo>
                    <a:pt x="329238" y="62094"/>
                  </a:lnTo>
                  <a:lnTo>
                    <a:pt x="330775" y="62984"/>
                  </a:lnTo>
                  <a:lnTo>
                    <a:pt x="332281" y="65106"/>
                  </a:lnTo>
                  <a:lnTo>
                    <a:pt x="334777" y="65548"/>
                  </a:lnTo>
                  <a:lnTo>
                    <a:pt x="336375" y="66286"/>
                  </a:lnTo>
                  <a:lnTo>
                    <a:pt x="339296" y="67161"/>
                  </a:lnTo>
                  <a:lnTo>
                    <a:pt x="341229" y="66658"/>
                  </a:lnTo>
                  <a:lnTo>
                    <a:pt x="342926" y="65913"/>
                  </a:lnTo>
                  <a:lnTo>
                    <a:pt x="344060" y="66058"/>
                  </a:lnTo>
                  <a:lnTo>
                    <a:pt x="346251" y="66537"/>
                  </a:lnTo>
                  <a:lnTo>
                    <a:pt x="348815" y="66643"/>
                  </a:lnTo>
                  <a:lnTo>
                    <a:pt x="350968" y="66133"/>
                  </a:lnTo>
                  <a:lnTo>
                    <a:pt x="352688" y="64635"/>
                  </a:lnTo>
                  <a:lnTo>
                    <a:pt x="354689" y="62611"/>
                  </a:lnTo>
                  <a:lnTo>
                    <a:pt x="357093" y="61584"/>
                  </a:lnTo>
                  <a:lnTo>
                    <a:pt x="359870" y="61218"/>
                  </a:lnTo>
                  <a:lnTo>
                    <a:pt x="361772" y="60397"/>
                  </a:lnTo>
                  <a:lnTo>
                    <a:pt x="367996" y="59027"/>
                  </a:lnTo>
                  <a:lnTo>
                    <a:pt x="370507" y="58784"/>
                  </a:lnTo>
                  <a:lnTo>
                    <a:pt x="372455" y="57468"/>
                  </a:lnTo>
                  <a:lnTo>
                    <a:pt x="374182" y="56433"/>
                  </a:lnTo>
                  <a:lnTo>
                    <a:pt x="376678" y="55984"/>
                  </a:lnTo>
                  <a:lnTo>
                    <a:pt x="380048" y="57072"/>
                  </a:lnTo>
                  <a:lnTo>
                    <a:pt x="383274" y="57977"/>
                  </a:lnTo>
                  <a:lnTo>
                    <a:pt x="387177" y="58274"/>
                  </a:lnTo>
                  <a:lnTo>
                    <a:pt x="389772" y="59522"/>
                  </a:lnTo>
                  <a:lnTo>
                    <a:pt x="391605" y="60701"/>
                  </a:lnTo>
                  <a:lnTo>
                    <a:pt x="394497" y="61637"/>
                  </a:lnTo>
                  <a:lnTo>
                    <a:pt x="397707" y="61203"/>
                  </a:lnTo>
                  <a:lnTo>
                    <a:pt x="402113" y="60830"/>
                  </a:lnTo>
                  <a:lnTo>
                    <a:pt x="405027" y="61371"/>
                  </a:lnTo>
                  <a:lnTo>
                    <a:pt x="408070" y="63516"/>
                  </a:lnTo>
                  <a:lnTo>
                    <a:pt x="409942" y="65228"/>
                  </a:lnTo>
                  <a:lnTo>
                    <a:pt x="412050" y="68895"/>
                  </a:lnTo>
                  <a:lnTo>
                    <a:pt x="414256" y="70661"/>
                  </a:lnTo>
                  <a:lnTo>
                    <a:pt x="416173" y="72106"/>
                  </a:lnTo>
                  <a:lnTo>
                    <a:pt x="418608" y="72205"/>
                  </a:lnTo>
                  <a:lnTo>
                    <a:pt x="424672" y="72319"/>
                  </a:lnTo>
                  <a:lnTo>
                    <a:pt x="427997" y="73080"/>
                  </a:lnTo>
                  <a:lnTo>
                    <a:pt x="430767" y="73491"/>
                  </a:lnTo>
                  <a:lnTo>
                    <a:pt x="431429" y="74252"/>
                  </a:lnTo>
                  <a:lnTo>
                    <a:pt x="431155" y="76755"/>
                  </a:lnTo>
                  <a:lnTo>
                    <a:pt x="431238" y="80324"/>
                  </a:lnTo>
                  <a:lnTo>
                    <a:pt x="431200" y="81959"/>
                  </a:lnTo>
                  <a:lnTo>
                    <a:pt x="431809" y="83192"/>
                  </a:lnTo>
                  <a:lnTo>
                    <a:pt x="432753" y="83412"/>
                  </a:lnTo>
                  <a:lnTo>
                    <a:pt x="433270" y="85155"/>
                  </a:lnTo>
                  <a:lnTo>
                    <a:pt x="434639" y="86182"/>
                  </a:lnTo>
                  <a:lnTo>
                    <a:pt x="437097" y="87422"/>
                  </a:lnTo>
                  <a:lnTo>
                    <a:pt x="441236" y="91630"/>
                  </a:lnTo>
                  <a:lnTo>
                    <a:pt x="443709" y="93425"/>
                  </a:lnTo>
                  <a:lnTo>
                    <a:pt x="445649" y="94034"/>
                  </a:lnTo>
                  <a:lnTo>
                    <a:pt x="448198" y="93616"/>
                  </a:lnTo>
                  <a:lnTo>
                    <a:pt x="452192" y="93631"/>
                  </a:lnTo>
                  <a:lnTo>
                    <a:pt x="458956" y="93639"/>
                  </a:lnTo>
                  <a:lnTo>
                    <a:pt x="463590" y="94901"/>
                  </a:lnTo>
                  <a:lnTo>
                    <a:pt x="465195" y="95761"/>
                  </a:lnTo>
                  <a:lnTo>
                    <a:pt x="469928" y="96766"/>
                  </a:lnTo>
                  <a:lnTo>
                    <a:pt x="475132" y="97861"/>
                  </a:lnTo>
                  <a:lnTo>
                    <a:pt x="479530" y="99010"/>
                  </a:lnTo>
                  <a:lnTo>
                    <a:pt x="482117" y="97526"/>
                  </a:lnTo>
                  <a:lnTo>
                    <a:pt x="484392" y="97389"/>
                  </a:lnTo>
                  <a:lnTo>
                    <a:pt x="486560" y="98462"/>
                  </a:lnTo>
                  <a:lnTo>
                    <a:pt x="488736" y="100075"/>
                  </a:lnTo>
                  <a:lnTo>
                    <a:pt x="490410" y="99900"/>
                  </a:lnTo>
                  <a:lnTo>
                    <a:pt x="492929" y="99147"/>
                  </a:lnTo>
                  <a:lnTo>
                    <a:pt x="500971" y="94643"/>
                  </a:lnTo>
                  <a:lnTo>
                    <a:pt x="503794" y="92954"/>
                  </a:lnTo>
                  <a:lnTo>
                    <a:pt x="505772" y="93387"/>
                  </a:lnTo>
                  <a:lnTo>
                    <a:pt x="507537" y="92794"/>
                  </a:lnTo>
                  <a:lnTo>
                    <a:pt x="508884" y="92284"/>
                  </a:lnTo>
                  <a:lnTo>
                    <a:pt x="512315" y="91584"/>
                  </a:lnTo>
                  <a:lnTo>
                    <a:pt x="514408" y="91394"/>
                  </a:lnTo>
                  <a:lnTo>
                    <a:pt x="516561" y="90991"/>
                  </a:lnTo>
                  <a:lnTo>
                    <a:pt x="519665" y="90717"/>
                  </a:lnTo>
                  <a:lnTo>
                    <a:pt x="525973" y="87757"/>
                  </a:lnTo>
                  <a:lnTo>
                    <a:pt x="528529" y="87179"/>
                  </a:lnTo>
                  <a:lnTo>
                    <a:pt x="532851" y="88001"/>
                  </a:lnTo>
                  <a:lnTo>
                    <a:pt x="535179" y="87460"/>
                  </a:lnTo>
                  <a:lnTo>
                    <a:pt x="537500" y="85969"/>
                  </a:lnTo>
                  <a:lnTo>
                    <a:pt x="540498" y="84425"/>
                  </a:lnTo>
                  <a:lnTo>
                    <a:pt x="541281" y="81914"/>
                  </a:lnTo>
                  <a:lnTo>
                    <a:pt x="542818" y="78459"/>
                  </a:lnTo>
                  <a:lnTo>
                    <a:pt x="546135" y="75918"/>
                  </a:lnTo>
                  <a:lnTo>
                    <a:pt x="548829" y="73689"/>
                  </a:lnTo>
                  <a:lnTo>
                    <a:pt x="551576" y="71528"/>
                  </a:lnTo>
                  <a:lnTo>
                    <a:pt x="554954" y="69717"/>
                  </a:lnTo>
                  <a:lnTo>
                    <a:pt x="558134" y="68409"/>
                  </a:lnTo>
                  <a:lnTo>
                    <a:pt x="562182" y="64962"/>
                  </a:lnTo>
                  <a:lnTo>
                    <a:pt x="565408" y="63212"/>
                  </a:lnTo>
                  <a:lnTo>
                    <a:pt x="567013" y="62641"/>
                  </a:lnTo>
                  <a:lnTo>
                    <a:pt x="568923" y="63273"/>
                  </a:lnTo>
                  <a:lnTo>
                    <a:pt x="572491" y="63737"/>
                  </a:lnTo>
                  <a:lnTo>
                    <a:pt x="575079" y="63600"/>
                  </a:lnTo>
                  <a:lnTo>
                    <a:pt x="576539" y="63996"/>
                  </a:lnTo>
                  <a:lnTo>
                    <a:pt x="579446" y="65685"/>
                  </a:lnTo>
                  <a:lnTo>
                    <a:pt x="582094" y="67161"/>
                  </a:lnTo>
                  <a:lnTo>
                    <a:pt x="584117" y="69793"/>
                  </a:lnTo>
                  <a:lnTo>
                    <a:pt x="587884" y="73453"/>
                  </a:lnTo>
                  <a:lnTo>
                    <a:pt x="589816" y="74678"/>
                  </a:lnTo>
                  <a:lnTo>
                    <a:pt x="591186" y="75188"/>
                  </a:lnTo>
                  <a:lnTo>
                    <a:pt x="594579" y="75530"/>
                  </a:lnTo>
                  <a:lnTo>
                    <a:pt x="597349" y="75713"/>
                  </a:lnTo>
                  <a:lnTo>
                    <a:pt x="599008" y="74876"/>
                  </a:lnTo>
                  <a:lnTo>
                    <a:pt x="601800" y="73346"/>
                  </a:lnTo>
                  <a:lnTo>
                    <a:pt x="606251" y="71399"/>
                  </a:lnTo>
                  <a:lnTo>
                    <a:pt x="608001" y="71452"/>
                  </a:lnTo>
                  <a:lnTo>
                    <a:pt x="610869" y="72487"/>
                  </a:lnTo>
                  <a:lnTo>
                    <a:pt x="615145" y="74396"/>
                  </a:lnTo>
                  <a:lnTo>
                    <a:pt x="616857" y="7582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1" name="Freeform: Shape 2270">
              <a:extLst>
                <a:ext uri="{FF2B5EF4-FFF2-40B4-BE49-F238E27FC236}">
                  <a16:creationId xmlns:a16="http://schemas.microsoft.com/office/drawing/2014/main" id="{8886B5FB-32AB-FF33-B153-2F51672D9748}"/>
                </a:ext>
              </a:extLst>
            </p:cNvPr>
            <p:cNvSpPr/>
            <p:nvPr/>
          </p:nvSpPr>
          <p:spPr>
            <a:xfrm>
              <a:off x="8266618" y="4685089"/>
              <a:ext cx="8399" cy="9845"/>
            </a:xfrm>
            <a:custGeom>
              <a:avLst/>
              <a:gdLst>
                <a:gd name="csX0" fmla="*/ 8400 w 8399"/>
                <a:gd name="csY0" fmla="*/ 8347 h 9845"/>
                <a:gd name="csX1" fmla="*/ 8179 w 8399"/>
                <a:gd name="csY1" fmla="*/ 9602 h 9845"/>
                <a:gd name="csX2" fmla="*/ 7639 w 8399"/>
                <a:gd name="csY2" fmla="*/ 9846 h 9845"/>
                <a:gd name="csX3" fmla="*/ 6840 w 8399"/>
                <a:gd name="csY3" fmla="*/ 8803 h 9845"/>
                <a:gd name="csX4" fmla="*/ 3332 w 8399"/>
                <a:gd name="csY4" fmla="*/ 8948 h 9845"/>
                <a:gd name="csX5" fmla="*/ 2792 w 8399"/>
                <a:gd name="csY5" fmla="*/ 8020 h 9845"/>
                <a:gd name="csX6" fmla="*/ 2762 w 8399"/>
                <a:gd name="csY6" fmla="*/ 7578 h 9845"/>
                <a:gd name="csX7" fmla="*/ 4451 w 8399"/>
                <a:gd name="csY7" fmla="*/ 5996 h 9845"/>
                <a:gd name="csX8" fmla="*/ 2465 w 8399"/>
                <a:gd name="csY8" fmla="*/ 5569 h 9845"/>
                <a:gd name="csX9" fmla="*/ 1681 w 8399"/>
                <a:gd name="csY9" fmla="*/ 4885 h 9845"/>
                <a:gd name="csX10" fmla="*/ 0 w 8399"/>
                <a:gd name="csY10" fmla="*/ 1552 h 9845"/>
                <a:gd name="csX11" fmla="*/ 137 w 8399"/>
                <a:gd name="csY11" fmla="*/ 578 h 9845"/>
                <a:gd name="csX12" fmla="*/ 837 w 8399"/>
                <a:gd name="csY12" fmla="*/ 68 h 9845"/>
                <a:gd name="csX13" fmla="*/ 1971 w 8399"/>
                <a:gd name="csY13" fmla="*/ 0 h 9845"/>
                <a:gd name="csX14" fmla="*/ 4116 w 8399"/>
                <a:gd name="csY14" fmla="*/ 1073 h 9845"/>
                <a:gd name="csX15" fmla="*/ 5706 w 8399"/>
                <a:gd name="csY15" fmla="*/ 2610 h 9845"/>
                <a:gd name="csX16" fmla="*/ 6247 w 8399"/>
                <a:gd name="csY16" fmla="*/ 2633 h 9845"/>
                <a:gd name="csX17" fmla="*/ 6429 w 8399"/>
                <a:gd name="csY17" fmla="*/ 3066 h 9845"/>
                <a:gd name="csX18" fmla="*/ 6110 w 8399"/>
                <a:gd name="csY18" fmla="*/ 4147 h 9845"/>
                <a:gd name="csX19" fmla="*/ 7061 w 8399"/>
                <a:gd name="csY19" fmla="*/ 5060 h 9845"/>
                <a:gd name="csX20" fmla="*/ 7472 w 8399"/>
                <a:gd name="csY20" fmla="*/ 5737 h 9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8399" h="9845">
                  <a:moveTo>
                    <a:pt x="8400" y="8347"/>
                  </a:moveTo>
                  <a:lnTo>
                    <a:pt x="8179" y="9602"/>
                  </a:lnTo>
                  <a:lnTo>
                    <a:pt x="7639" y="9846"/>
                  </a:lnTo>
                  <a:lnTo>
                    <a:pt x="6840" y="8803"/>
                  </a:lnTo>
                  <a:lnTo>
                    <a:pt x="3332" y="8948"/>
                  </a:lnTo>
                  <a:lnTo>
                    <a:pt x="2792" y="8020"/>
                  </a:lnTo>
                  <a:lnTo>
                    <a:pt x="2762" y="7578"/>
                  </a:lnTo>
                  <a:lnTo>
                    <a:pt x="4451" y="5996"/>
                  </a:lnTo>
                  <a:lnTo>
                    <a:pt x="2465" y="5569"/>
                  </a:lnTo>
                  <a:lnTo>
                    <a:pt x="1681" y="4885"/>
                  </a:lnTo>
                  <a:lnTo>
                    <a:pt x="0" y="1552"/>
                  </a:lnTo>
                  <a:lnTo>
                    <a:pt x="137" y="578"/>
                  </a:lnTo>
                  <a:lnTo>
                    <a:pt x="837" y="68"/>
                  </a:lnTo>
                  <a:lnTo>
                    <a:pt x="1971" y="0"/>
                  </a:lnTo>
                  <a:lnTo>
                    <a:pt x="4116" y="1073"/>
                  </a:lnTo>
                  <a:lnTo>
                    <a:pt x="5706" y="2610"/>
                  </a:lnTo>
                  <a:lnTo>
                    <a:pt x="6247" y="2633"/>
                  </a:lnTo>
                  <a:lnTo>
                    <a:pt x="6429" y="3066"/>
                  </a:lnTo>
                  <a:lnTo>
                    <a:pt x="6110" y="4147"/>
                  </a:lnTo>
                  <a:lnTo>
                    <a:pt x="7061" y="5060"/>
                  </a:lnTo>
                  <a:lnTo>
                    <a:pt x="7472" y="573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2" name="Freeform: Shape 2271">
              <a:extLst>
                <a:ext uri="{FF2B5EF4-FFF2-40B4-BE49-F238E27FC236}">
                  <a16:creationId xmlns:a16="http://schemas.microsoft.com/office/drawing/2014/main" id="{484506E5-1A3B-4BFC-E5D2-1E7088C81461}"/>
                </a:ext>
              </a:extLst>
            </p:cNvPr>
            <p:cNvSpPr/>
            <p:nvPr/>
          </p:nvSpPr>
          <p:spPr>
            <a:xfrm>
              <a:off x="9209540" y="4402020"/>
              <a:ext cx="261346" cy="285906"/>
            </a:xfrm>
            <a:custGeom>
              <a:avLst/>
              <a:gdLst>
                <a:gd name="csX0" fmla="*/ 261347 w 261346"/>
                <a:gd name="csY0" fmla="*/ 54173 h 285906"/>
                <a:gd name="csX1" fmla="*/ 253867 w 261346"/>
                <a:gd name="csY1" fmla="*/ 54173 h 285906"/>
                <a:gd name="csX2" fmla="*/ 243878 w 261346"/>
                <a:gd name="csY2" fmla="*/ 54181 h 285906"/>
                <a:gd name="csX3" fmla="*/ 237068 w 261346"/>
                <a:gd name="csY3" fmla="*/ 54181 h 285906"/>
                <a:gd name="csX4" fmla="*/ 230076 w 261346"/>
                <a:gd name="csY4" fmla="*/ 54181 h 285906"/>
                <a:gd name="csX5" fmla="*/ 223525 w 261346"/>
                <a:gd name="csY5" fmla="*/ 54181 h 285906"/>
                <a:gd name="csX6" fmla="*/ 224095 w 261346"/>
                <a:gd name="csY6" fmla="*/ 59514 h 285906"/>
                <a:gd name="csX7" fmla="*/ 224704 w 261346"/>
                <a:gd name="csY7" fmla="*/ 65327 h 285906"/>
                <a:gd name="csX8" fmla="*/ 225313 w 261346"/>
                <a:gd name="csY8" fmla="*/ 71125 h 285906"/>
                <a:gd name="csX9" fmla="*/ 225921 w 261346"/>
                <a:gd name="csY9" fmla="*/ 76915 h 285906"/>
                <a:gd name="csX10" fmla="*/ 226530 w 261346"/>
                <a:gd name="csY10" fmla="*/ 82690 h 285906"/>
                <a:gd name="csX11" fmla="*/ 227139 w 261346"/>
                <a:gd name="csY11" fmla="*/ 88457 h 285906"/>
                <a:gd name="csX12" fmla="*/ 227747 w 261346"/>
                <a:gd name="csY12" fmla="*/ 94209 h 285906"/>
                <a:gd name="csX13" fmla="*/ 228356 w 261346"/>
                <a:gd name="csY13" fmla="*/ 99946 h 285906"/>
                <a:gd name="csX14" fmla="*/ 228965 w 261346"/>
                <a:gd name="csY14" fmla="*/ 105675 h 285906"/>
                <a:gd name="csX15" fmla="*/ 229573 w 261346"/>
                <a:gd name="csY15" fmla="*/ 111389 h 285906"/>
                <a:gd name="csX16" fmla="*/ 230182 w 261346"/>
                <a:gd name="csY16" fmla="*/ 117096 h 285906"/>
                <a:gd name="csX17" fmla="*/ 230791 w 261346"/>
                <a:gd name="csY17" fmla="*/ 122802 h 285906"/>
                <a:gd name="csX18" fmla="*/ 231399 w 261346"/>
                <a:gd name="csY18" fmla="*/ 128493 h 285906"/>
                <a:gd name="csX19" fmla="*/ 232008 w 261346"/>
                <a:gd name="csY19" fmla="*/ 134177 h 285906"/>
                <a:gd name="csX20" fmla="*/ 232617 w 261346"/>
                <a:gd name="csY20" fmla="*/ 139853 h 285906"/>
                <a:gd name="csX21" fmla="*/ 233226 w 261346"/>
                <a:gd name="csY21" fmla="*/ 145514 h 285906"/>
                <a:gd name="csX22" fmla="*/ 233834 w 261346"/>
                <a:gd name="csY22" fmla="*/ 151167 h 285906"/>
                <a:gd name="csX23" fmla="*/ 234443 w 261346"/>
                <a:gd name="csY23" fmla="*/ 156813 h 285906"/>
                <a:gd name="csX24" fmla="*/ 235052 w 261346"/>
                <a:gd name="csY24" fmla="*/ 162443 h 285906"/>
                <a:gd name="csX25" fmla="*/ 235660 w 261346"/>
                <a:gd name="csY25" fmla="*/ 168066 h 285906"/>
                <a:gd name="csX26" fmla="*/ 236269 w 261346"/>
                <a:gd name="csY26" fmla="*/ 173681 h 285906"/>
                <a:gd name="csX27" fmla="*/ 236878 w 261346"/>
                <a:gd name="csY27" fmla="*/ 179288 h 285906"/>
                <a:gd name="csX28" fmla="*/ 237486 w 261346"/>
                <a:gd name="csY28" fmla="*/ 184880 h 285906"/>
                <a:gd name="csX29" fmla="*/ 238095 w 261346"/>
                <a:gd name="csY29" fmla="*/ 190465 h 285906"/>
                <a:gd name="csX30" fmla="*/ 238704 w 261346"/>
                <a:gd name="csY30" fmla="*/ 196042 h 285906"/>
                <a:gd name="csX31" fmla="*/ 239312 w 261346"/>
                <a:gd name="csY31" fmla="*/ 201612 h 285906"/>
                <a:gd name="csX32" fmla="*/ 239921 w 261346"/>
                <a:gd name="csY32" fmla="*/ 207173 h 285906"/>
                <a:gd name="csX33" fmla="*/ 240530 w 261346"/>
                <a:gd name="csY33" fmla="*/ 212728 h 285906"/>
                <a:gd name="csX34" fmla="*/ 241138 w 261346"/>
                <a:gd name="csY34" fmla="*/ 218274 h 285906"/>
                <a:gd name="csX35" fmla="*/ 241747 w 261346"/>
                <a:gd name="csY35" fmla="*/ 223813 h 285906"/>
                <a:gd name="csX36" fmla="*/ 242356 w 261346"/>
                <a:gd name="csY36" fmla="*/ 229345 h 285906"/>
                <a:gd name="csX37" fmla="*/ 242965 w 261346"/>
                <a:gd name="csY37" fmla="*/ 234869 h 285906"/>
                <a:gd name="csX38" fmla="*/ 243573 w 261346"/>
                <a:gd name="csY38" fmla="*/ 240385 h 285906"/>
                <a:gd name="csX39" fmla="*/ 244167 w 261346"/>
                <a:gd name="csY39" fmla="*/ 245726 h 285906"/>
                <a:gd name="csX40" fmla="*/ 246708 w 261346"/>
                <a:gd name="csY40" fmla="*/ 248526 h 285906"/>
                <a:gd name="csX41" fmla="*/ 249903 w 261346"/>
                <a:gd name="csY41" fmla="*/ 252041 h 285906"/>
                <a:gd name="csX42" fmla="*/ 248968 w 261346"/>
                <a:gd name="csY42" fmla="*/ 257017 h 285906"/>
                <a:gd name="csX43" fmla="*/ 247857 w 261346"/>
                <a:gd name="csY43" fmla="*/ 262944 h 285906"/>
                <a:gd name="csX44" fmla="*/ 246639 w 261346"/>
                <a:gd name="csY44" fmla="*/ 269404 h 285906"/>
                <a:gd name="csX45" fmla="*/ 242127 w 261346"/>
                <a:gd name="csY45" fmla="*/ 269404 h 285906"/>
                <a:gd name="csX46" fmla="*/ 237768 w 261346"/>
                <a:gd name="csY46" fmla="*/ 269404 h 285906"/>
                <a:gd name="csX47" fmla="*/ 233416 w 261346"/>
                <a:gd name="csY47" fmla="*/ 269404 h 285906"/>
                <a:gd name="csX48" fmla="*/ 229064 w 261346"/>
                <a:gd name="csY48" fmla="*/ 269404 h 285906"/>
                <a:gd name="csX49" fmla="*/ 224711 w 261346"/>
                <a:gd name="csY49" fmla="*/ 269404 h 285906"/>
                <a:gd name="csX50" fmla="*/ 220352 w 261346"/>
                <a:gd name="csY50" fmla="*/ 269404 h 285906"/>
                <a:gd name="csX51" fmla="*/ 216000 w 261346"/>
                <a:gd name="csY51" fmla="*/ 269404 h 285906"/>
                <a:gd name="csX52" fmla="*/ 211648 w 261346"/>
                <a:gd name="csY52" fmla="*/ 269404 h 285906"/>
                <a:gd name="csX53" fmla="*/ 207295 w 261346"/>
                <a:gd name="csY53" fmla="*/ 269404 h 285906"/>
                <a:gd name="csX54" fmla="*/ 202943 w 261346"/>
                <a:gd name="csY54" fmla="*/ 269404 h 285906"/>
                <a:gd name="csX55" fmla="*/ 198584 w 261346"/>
                <a:gd name="csY55" fmla="*/ 269404 h 285906"/>
                <a:gd name="csX56" fmla="*/ 194232 w 261346"/>
                <a:gd name="csY56" fmla="*/ 269404 h 285906"/>
                <a:gd name="csX57" fmla="*/ 189879 w 261346"/>
                <a:gd name="csY57" fmla="*/ 269404 h 285906"/>
                <a:gd name="csX58" fmla="*/ 185527 w 261346"/>
                <a:gd name="csY58" fmla="*/ 269404 h 285906"/>
                <a:gd name="csX59" fmla="*/ 181168 w 261346"/>
                <a:gd name="csY59" fmla="*/ 269404 h 285906"/>
                <a:gd name="csX60" fmla="*/ 176816 w 261346"/>
                <a:gd name="csY60" fmla="*/ 269404 h 285906"/>
                <a:gd name="csX61" fmla="*/ 172463 w 261346"/>
                <a:gd name="csY61" fmla="*/ 269404 h 285906"/>
                <a:gd name="csX62" fmla="*/ 168408 w 261346"/>
                <a:gd name="csY62" fmla="*/ 269404 h 285906"/>
                <a:gd name="csX63" fmla="*/ 165912 w 261346"/>
                <a:gd name="csY63" fmla="*/ 269252 h 285906"/>
                <a:gd name="csX64" fmla="*/ 165022 w 261346"/>
                <a:gd name="csY64" fmla="*/ 268750 h 285906"/>
                <a:gd name="csX65" fmla="*/ 164703 w 261346"/>
                <a:gd name="csY65" fmla="*/ 265410 h 285906"/>
                <a:gd name="csX66" fmla="*/ 163957 w 261346"/>
                <a:gd name="csY66" fmla="*/ 265622 h 285906"/>
                <a:gd name="csX67" fmla="*/ 163075 w 261346"/>
                <a:gd name="csY67" fmla="*/ 266604 h 285906"/>
                <a:gd name="csX68" fmla="*/ 162618 w 261346"/>
                <a:gd name="csY68" fmla="*/ 267669 h 285906"/>
                <a:gd name="csX69" fmla="*/ 162778 w 261346"/>
                <a:gd name="csY69" fmla="*/ 269062 h 285906"/>
                <a:gd name="csX70" fmla="*/ 162633 w 261346"/>
                <a:gd name="csY70" fmla="*/ 270241 h 285906"/>
                <a:gd name="csX71" fmla="*/ 159833 w 261346"/>
                <a:gd name="csY71" fmla="*/ 270705 h 285906"/>
                <a:gd name="csX72" fmla="*/ 156052 w 261346"/>
                <a:gd name="csY72" fmla="*/ 271496 h 285906"/>
                <a:gd name="csX73" fmla="*/ 152072 w 261346"/>
                <a:gd name="csY73" fmla="*/ 272105 h 285906"/>
                <a:gd name="csX74" fmla="*/ 148055 w 261346"/>
                <a:gd name="csY74" fmla="*/ 271884 h 285906"/>
                <a:gd name="csX75" fmla="*/ 146686 w 261346"/>
                <a:gd name="csY75" fmla="*/ 271610 h 285906"/>
                <a:gd name="csX76" fmla="*/ 145232 w 261346"/>
                <a:gd name="csY76" fmla="*/ 271169 h 285906"/>
                <a:gd name="csX77" fmla="*/ 142037 w 261346"/>
                <a:gd name="csY77" fmla="*/ 270690 h 285906"/>
                <a:gd name="csX78" fmla="*/ 140294 w 261346"/>
                <a:gd name="csY78" fmla="*/ 270652 h 285906"/>
                <a:gd name="csX79" fmla="*/ 138301 w 261346"/>
                <a:gd name="csY79" fmla="*/ 270758 h 285906"/>
                <a:gd name="csX80" fmla="*/ 135950 w 261346"/>
                <a:gd name="csY80" fmla="*/ 271024 h 285906"/>
                <a:gd name="csX81" fmla="*/ 135197 w 261346"/>
                <a:gd name="csY81" fmla="*/ 271641 h 285906"/>
                <a:gd name="csX82" fmla="*/ 133424 w 261346"/>
                <a:gd name="csY82" fmla="*/ 274129 h 285906"/>
                <a:gd name="csX83" fmla="*/ 131704 w 261346"/>
                <a:gd name="csY83" fmla="*/ 277013 h 285906"/>
                <a:gd name="csX84" fmla="*/ 130586 w 261346"/>
                <a:gd name="csY84" fmla="*/ 276997 h 285906"/>
                <a:gd name="csX85" fmla="*/ 129323 w 261346"/>
                <a:gd name="csY85" fmla="*/ 275415 h 285906"/>
                <a:gd name="csX86" fmla="*/ 125861 w 261346"/>
                <a:gd name="csY86" fmla="*/ 272432 h 285906"/>
                <a:gd name="csX87" fmla="*/ 121669 w 261346"/>
                <a:gd name="csY87" fmla="*/ 268506 h 285906"/>
                <a:gd name="csX88" fmla="*/ 119759 w 261346"/>
                <a:gd name="csY88" fmla="*/ 266558 h 285906"/>
                <a:gd name="csX89" fmla="*/ 118747 w 261346"/>
                <a:gd name="csY89" fmla="*/ 266307 h 285906"/>
                <a:gd name="csX90" fmla="*/ 116738 w 261346"/>
                <a:gd name="csY90" fmla="*/ 267707 h 285906"/>
                <a:gd name="csX91" fmla="*/ 115049 w 261346"/>
                <a:gd name="csY91" fmla="*/ 269054 h 285906"/>
                <a:gd name="csX92" fmla="*/ 113254 w 261346"/>
                <a:gd name="csY92" fmla="*/ 270956 h 285906"/>
                <a:gd name="csX93" fmla="*/ 112440 w 261346"/>
                <a:gd name="csY93" fmla="*/ 272782 h 285906"/>
                <a:gd name="csX94" fmla="*/ 111793 w 261346"/>
                <a:gd name="csY94" fmla="*/ 274935 h 285906"/>
                <a:gd name="csX95" fmla="*/ 111504 w 261346"/>
                <a:gd name="csY95" fmla="*/ 277469 h 285906"/>
                <a:gd name="csX96" fmla="*/ 110849 w 261346"/>
                <a:gd name="csY96" fmla="*/ 280421 h 285906"/>
                <a:gd name="csX97" fmla="*/ 109396 w 261346"/>
                <a:gd name="csY97" fmla="*/ 282803 h 285906"/>
                <a:gd name="csX98" fmla="*/ 107677 w 261346"/>
                <a:gd name="csY98" fmla="*/ 284598 h 285906"/>
                <a:gd name="csX99" fmla="*/ 106398 w 261346"/>
                <a:gd name="csY99" fmla="*/ 285443 h 285906"/>
                <a:gd name="csX100" fmla="*/ 105904 w 261346"/>
                <a:gd name="csY100" fmla="*/ 285907 h 285906"/>
                <a:gd name="csX101" fmla="*/ 102145 w 261346"/>
                <a:gd name="csY101" fmla="*/ 284507 h 285906"/>
                <a:gd name="csX102" fmla="*/ 101673 w 261346"/>
                <a:gd name="csY102" fmla="*/ 284332 h 285906"/>
                <a:gd name="csX103" fmla="*/ 99406 w 261346"/>
                <a:gd name="csY103" fmla="*/ 282749 h 285906"/>
                <a:gd name="csX104" fmla="*/ 98310 w 261346"/>
                <a:gd name="csY104" fmla="*/ 280870 h 285906"/>
                <a:gd name="csX105" fmla="*/ 96522 w 261346"/>
                <a:gd name="csY105" fmla="*/ 279455 h 285906"/>
                <a:gd name="csX106" fmla="*/ 94042 w 261346"/>
                <a:gd name="csY106" fmla="*/ 278504 h 285906"/>
                <a:gd name="csX107" fmla="*/ 92429 w 261346"/>
                <a:gd name="csY107" fmla="*/ 277423 h 285906"/>
                <a:gd name="csX108" fmla="*/ 91676 w 261346"/>
                <a:gd name="csY108" fmla="*/ 276206 h 285906"/>
                <a:gd name="csX109" fmla="*/ 90763 w 261346"/>
                <a:gd name="csY109" fmla="*/ 275400 h 285906"/>
                <a:gd name="csX110" fmla="*/ 89796 w 261346"/>
                <a:gd name="csY110" fmla="*/ 274981 h 285906"/>
                <a:gd name="csX111" fmla="*/ 89705 w 261346"/>
                <a:gd name="csY111" fmla="*/ 274547 h 285906"/>
                <a:gd name="csX112" fmla="*/ 89933 w 261346"/>
                <a:gd name="csY112" fmla="*/ 273946 h 285906"/>
                <a:gd name="csX113" fmla="*/ 89705 w 261346"/>
                <a:gd name="csY113" fmla="*/ 272835 h 285906"/>
                <a:gd name="csX114" fmla="*/ 88252 w 261346"/>
                <a:gd name="csY114" fmla="*/ 270355 h 285906"/>
                <a:gd name="csX115" fmla="*/ 86898 w 261346"/>
                <a:gd name="csY115" fmla="*/ 269214 h 285906"/>
                <a:gd name="csX116" fmla="*/ 85741 w 261346"/>
                <a:gd name="csY116" fmla="*/ 269396 h 285906"/>
                <a:gd name="csX117" fmla="*/ 85087 w 261346"/>
                <a:gd name="csY117" fmla="*/ 269092 h 285906"/>
                <a:gd name="csX118" fmla="*/ 84691 w 261346"/>
                <a:gd name="csY118" fmla="*/ 268544 h 285906"/>
                <a:gd name="csX119" fmla="*/ 84531 w 261346"/>
                <a:gd name="csY119" fmla="*/ 267745 h 285906"/>
                <a:gd name="csX120" fmla="*/ 83740 w 261346"/>
                <a:gd name="csY120" fmla="*/ 267053 h 285906"/>
                <a:gd name="csX121" fmla="*/ 82371 w 261346"/>
                <a:gd name="csY121" fmla="*/ 266749 h 285906"/>
                <a:gd name="csX122" fmla="*/ 81267 w 261346"/>
                <a:gd name="csY122" fmla="*/ 264907 h 285906"/>
                <a:gd name="csX123" fmla="*/ 80438 w 261346"/>
                <a:gd name="csY123" fmla="*/ 261521 h 285906"/>
                <a:gd name="csX124" fmla="*/ 79357 w 261346"/>
                <a:gd name="csY124" fmla="*/ 258881 h 285906"/>
                <a:gd name="csX125" fmla="*/ 78034 w 261346"/>
                <a:gd name="csY125" fmla="*/ 256987 h 285906"/>
                <a:gd name="csX126" fmla="*/ 77082 w 261346"/>
                <a:gd name="csY126" fmla="*/ 256279 h 285906"/>
                <a:gd name="csX127" fmla="*/ 76382 w 261346"/>
                <a:gd name="csY127" fmla="*/ 256150 h 285906"/>
                <a:gd name="csX128" fmla="*/ 76147 w 261346"/>
                <a:gd name="csY128" fmla="*/ 255853 h 285906"/>
                <a:gd name="csX129" fmla="*/ 75956 w 261346"/>
                <a:gd name="csY129" fmla="*/ 255305 h 285906"/>
                <a:gd name="csX130" fmla="*/ 74922 w 261346"/>
                <a:gd name="csY130" fmla="*/ 255108 h 285906"/>
                <a:gd name="csX131" fmla="*/ 73468 w 261346"/>
                <a:gd name="csY131" fmla="*/ 255678 h 285906"/>
                <a:gd name="csX132" fmla="*/ 72160 w 261346"/>
                <a:gd name="csY132" fmla="*/ 255488 h 285906"/>
                <a:gd name="csX133" fmla="*/ 71520 w 261346"/>
                <a:gd name="csY133" fmla="*/ 254560 h 285906"/>
                <a:gd name="csX134" fmla="*/ 70630 w 261346"/>
                <a:gd name="csY134" fmla="*/ 254476 h 285906"/>
                <a:gd name="csX135" fmla="*/ 69497 w 261346"/>
                <a:gd name="csY135" fmla="*/ 255237 h 285906"/>
                <a:gd name="csX136" fmla="*/ 68241 w 261346"/>
                <a:gd name="csY136" fmla="*/ 255016 h 285906"/>
                <a:gd name="csX137" fmla="*/ 66872 w 261346"/>
                <a:gd name="csY137" fmla="*/ 253806 h 285906"/>
                <a:gd name="csX138" fmla="*/ 66111 w 261346"/>
                <a:gd name="csY138" fmla="*/ 252604 h 285906"/>
                <a:gd name="csX139" fmla="*/ 65966 w 261346"/>
                <a:gd name="csY139" fmla="*/ 251410 h 285906"/>
                <a:gd name="csX140" fmla="*/ 63600 w 261346"/>
                <a:gd name="csY140" fmla="*/ 249028 h 285906"/>
                <a:gd name="csX141" fmla="*/ 59020 w 261346"/>
                <a:gd name="csY141" fmla="*/ 245452 h 285906"/>
                <a:gd name="csX142" fmla="*/ 54029 w 261346"/>
                <a:gd name="csY142" fmla="*/ 243778 h 285906"/>
                <a:gd name="csX143" fmla="*/ 48627 w 261346"/>
                <a:gd name="csY143" fmla="*/ 243999 h 285906"/>
                <a:gd name="csX144" fmla="*/ 45598 w 261346"/>
                <a:gd name="csY144" fmla="*/ 243831 h 285906"/>
                <a:gd name="csX145" fmla="*/ 44936 w 261346"/>
                <a:gd name="csY145" fmla="*/ 243269 h 285906"/>
                <a:gd name="csX146" fmla="*/ 44274 w 261346"/>
                <a:gd name="csY146" fmla="*/ 243314 h 285906"/>
                <a:gd name="csX147" fmla="*/ 43605 w 261346"/>
                <a:gd name="csY147" fmla="*/ 243968 h 285906"/>
                <a:gd name="csX148" fmla="*/ 42897 w 261346"/>
                <a:gd name="csY148" fmla="*/ 244113 h 285906"/>
                <a:gd name="csX149" fmla="*/ 42144 w 261346"/>
                <a:gd name="csY149" fmla="*/ 243748 h 285906"/>
                <a:gd name="csX150" fmla="*/ 41672 w 261346"/>
                <a:gd name="csY150" fmla="*/ 244022 h 285906"/>
                <a:gd name="csX151" fmla="*/ 41490 w 261346"/>
                <a:gd name="csY151" fmla="*/ 244935 h 285906"/>
                <a:gd name="csX152" fmla="*/ 39587 w 261346"/>
                <a:gd name="csY152" fmla="*/ 245406 h 285906"/>
                <a:gd name="csX153" fmla="*/ 35973 w 261346"/>
                <a:gd name="csY153" fmla="*/ 245414 h 285906"/>
                <a:gd name="csX154" fmla="*/ 33052 w 261346"/>
                <a:gd name="csY154" fmla="*/ 245977 h 285906"/>
                <a:gd name="csX155" fmla="*/ 30830 w 261346"/>
                <a:gd name="csY155" fmla="*/ 247088 h 285906"/>
                <a:gd name="csX156" fmla="*/ 27680 w 261346"/>
                <a:gd name="csY156" fmla="*/ 247567 h 285906"/>
                <a:gd name="csX157" fmla="*/ 23602 w 261346"/>
                <a:gd name="csY157" fmla="*/ 247415 h 285906"/>
                <a:gd name="csX158" fmla="*/ 21144 w 261346"/>
                <a:gd name="csY158" fmla="*/ 247004 h 285906"/>
                <a:gd name="csX159" fmla="*/ 20307 w 261346"/>
                <a:gd name="csY159" fmla="*/ 246350 h 285906"/>
                <a:gd name="csX160" fmla="*/ 19136 w 261346"/>
                <a:gd name="csY160" fmla="*/ 246190 h 285906"/>
                <a:gd name="csX161" fmla="*/ 17629 w 261346"/>
                <a:gd name="csY161" fmla="*/ 246540 h 285906"/>
                <a:gd name="csX162" fmla="*/ 16275 w 261346"/>
                <a:gd name="csY162" fmla="*/ 248313 h 285906"/>
                <a:gd name="csX163" fmla="*/ 15080 w 261346"/>
                <a:gd name="csY163" fmla="*/ 251501 h 285906"/>
                <a:gd name="csX164" fmla="*/ 14099 w 261346"/>
                <a:gd name="csY164" fmla="*/ 253319 h 285906"/>
                <a:gd name="csX165" fmla="*/ 13315 w 261346"/>
                <a:gd name="csY165" fmla="*/ 253768 h 285906"/>
                <a:gd name="csX166" fmla="*/ 12478 w 261346"/>
                <a:gd name="csY166" fmla="*/ 256142 h 285906"/>
                <a:gd name="csX167" fmla="*/ 12006 w 261346"/>
                <a:gd name="csY167" fmla="*/ 260114 h 285906"/>
                <a:gd name="csX168" fmla="*/ 11299 w 261346"/>
                <a:gd name="csY168" fmla="*/ 261856 h 285906"/>
                <a:gd name="csX169" fmla="*/ 11291 w 261346"/>
                <a:gd name="csY169" fmla="*/ 251950 h 285906"/>
                <a:gd name="csX170" fmla="*/ 12455 w 261346"/>
                <a:gd name="csY170" fmla="*/ 248245 h 285906"/>
                <a:gd name="csX171" fmla="*/ 12836 w 261346"/>
                <a:gd name="csY171" fmla="*/ 244988 h 285906"/>
                <a:gd name="csX172" fmla="*/ 15331 w 261346"/>
                <a:gd name="csY172" fmla="*/ 237783 h 285906"/>
                <a:gd name="csX173" fmla="*/ 18306 w 261346"/>
                <a:gd name="csY173" fmla="*/ 231879 h 285906"/>
                <a:gd name="csX174" fmla="*/ 21053 w 261346"/>
                <a:gd name="csY174" fmla="*/ 224026 h 285906"/>
                <a:gd name="csX175" fmla="*/ 22088 w 261346"/>
                <a:gd name="csY175" fmla="*/ 216403 h 285906"/>
                <a:gd name="csX176" fmla="*/ 21738 w 261346"/>
                <a:gd name="csY176" fmla="*/ 208924 h 285906"/>
                <a:gd name="csX177" fmla="*/ 20924 w 261346"/>
                <a:gd name="csY177" fmla="*/ 202258 h 285906"/>
                <a:gd name="csX178" fmla="*/ 19531 w 261346"/>
                <a:gd name="csY178" fmla="*/ 197846 h 285906"/>
                <a:gd name="csX179" fmla="*/ 18185 w 261346"/>
                <a:gd name="csY179" fmla="*/ 191447 h 285906"/>
                <a:gd name="csX180" fmla="*/ 16199 w 261346"/>
                <a:gd name="csY180" fmla="*/ 188068 h 285906"/>
                <a:gd name="csX181" fmla="*/ 12562 w 261346"/>
                <a:gd name="csY181" fmla="*/ 185116 h 285906"/>
                <a:gd name="csX182" fmla="*/ 11748 w 261346"/>
                <a:gd name="csY182" fmla="*/ 183389 h 285906"/>
                <a:gd name="csX183" fmla="*/ 12592 w 261346"/>
                <a:gd name="csY183" fmla="*/ 182742 h 285906"/>
                <a:gd name="csX184" fmla="*/ 14806 w 261346"/>
                <a:gd name="csY184" fmla="*/ 182301 h 285906"/>
                <a:gd name="csX185" fmla="*/ 16214 w 261346"/>
                <a:gd name="csY185" fmla="*/ 179996 h 285906"/>
                <a:gd name="csX186" fmla="*/ 13231 w 261346"/>
                <a:gd name="csY186" fmla="*/ 180886 h 285906"/>
                <a:gd name="csX187" fmla="*/ 16678 w 261346"/>
                <a:gd name="csY187" fmla="*/ 173810 h 285906"/>
                <a:gd name="csX188" fmla="*/ 17751 w 261346"/>
                <a:gd name="csY188" fmla="*/ 168986 h 285906"/>
                <a:gd name="csX189" fmla="*/ 17583 w 261346"/>
                <a:gd name="csY189" fmla="*/ 165813 h 285906"/>
                <a:gd name="csX190" fmla="*/ 18238 w 261346"/>
                <a:gd name="csY190" fmla="*/ 163850 h 285906"/>
                <a:gd name="csX191" fmla="*/ 15605 w 261346"/>
                <a:gd name="csY191" fmla="*/ 159597 h 285906"/>
                <a:gd name="csX192" fmla="*/ 13559 w 261346"/>
                <a:gd name="csY192" fmla="*/ 154233 h 285906"/>
                <a:gd name="csX193" fmla="*/ 12501 w 261346"/>
                <a:gd name="csY193" fmla="*/ 153389 h 285906"/>
                <a:gd name="csX194" fmla="*/ 11405 w 261346"/>
                <a:gd name="csY194" fmla="*/ 152940 h 285906"/>
                <a:gd name="csX195" fmla="*/ 11306 w 261346"/>
                <a:gd name="csY195" fmla="*/ 154203 h 285906"/>
                <a:gd name="csX196" fmla="*/ 10713 w 261346"/>
                <a:gd name="csY196" fmla="*/ 155329 h 285906"/>
                <a:gd name="csX197" fmla="*/ 9435 w 261346"/>
                <a:gd name="csY197" fmla="*/ 154652 h 285906"/>
                <a:gd name="csX198" fmla="*/ 7175 w 261346"/>
                <a:gd name="csY198" fmla="*/ 150749 h 285906"/>
                <a:gd name="csX199" fmla="*/ 4017 w 261346"/>
                <a:gd name="csY199" fmla="*/ 144388 h 285906"/>
                <a:gd name="csX200" fmla="*/ 2907 w 261346"/>
                <a:gd name="csY200" fmla="*/ 143733 h 285906"/>
                <a:gd name="csX201" fmla="*/ 1986 w 261346"/>
                <a:gd name="csY201" fmla="*/ 144608 h 285906"/>
                <a:gd name="csX202" fmla="*/ 1408 w 261346"/>
                <a:gd name="csY202" fmla="*/ 145445 h 285906"/>
                <a:gd name="csX203" fmla="*/ 342 w 261346"/>
                <a:gd name="csY203" fmla="*/ 150756 h 285906"/>
                <a:gd name="csX204" fmla="*/ 0 w 261346"/>
                <a:gd name="csY204" fmla="*/ 148649 h 285906"/>
                <a:gd name="csX205" fmla="*/ 464 w 261346"/>
                <a:gd name="csY205" fmla="*/ 146168 h 285906"/>
                <a:gd name="csX206" fmla="*/ 1248 w 261346"/>
                <a:gd name="csY206" fmla="*/ 143110 h 285906"/>
                <a:gd name="csX207" fmla="*/ 2130 w 261346"/>
                <a:gd name="csY207" fmla="*/ 138856 h 285906"/>
                <a:gd name="csX208" fmla="*/ 4870 w 261346"/>
                <a:gd name="csY208" fmla="*/ 138856 h 285906"/>
                <a:gd name="csX209" fmla="*/ 9769 w 261346"/>
                <a:gd name="csY209" fmla="*/ 138849 h 285906"/>
                <a:gd name="csX210" fmla="*/ 14669 w 261346"/>
                <a:gd name="csY210" fmla="*/ 138841 h 285906"/>
                <a:gd name="csX211" fmla="*/ 19569 w 261346"/>
                <a:gd name="csY211" fmla="*/ 138841 h 285906"/>
                <a:gd name="csX212" fmla="*/ 24469 w 261346"/>
                <a:gd name="csY212" fmla="*/ 138833 h 285906"/>
                <a:gd name="csX213" fmla="*/ 29369 w 261346"/>
                <a:gd name="csY213" fmla="*/ 138826 h 285906"/>
                <a:gd name="csX214" fmla="*/ 34262 w 261346"/>
                <a:gd name="csY214" fmla="*/ 138818 h 285906"/>
                <a:gd name="csX215" fmla="*/ 39161 w 261346"/>
                <a:gd name="csY215" fmla="*/ 138818 h 285906"/>
                <a:gd name="csX216" fmla="*/ 44061 w 261346"/>
                <a:gd name="csY216" fmla="*/ 138811 h 285906"/>
                <a:gd name="csX217" fmla="*/ 48961 w 261346"/>
                <a:gd name="csY217" fmla="*/ 138803 h 285906"/>
                <a:gd name="csX218" fmla="*/ 53861 w 261346"/>
                <a:gd name="csY218" fmla="*/ 138803 h 285906"/>
                <a:gd name="csX219" fmla="*/ 58761 w 261346"/>
                <a:gd name="csY219" fmla="*/ 138795 h 285906"/>
                <a:gd name="csX220" fmla="*/ 63661 w 261346"/>
                <a:gd name="csY220" fmla="*/ 138788 h 285906"/>
                <a:gd name="csX221" fmla="*/ 68553 w 261346"/>
                <a:gd name="csY221" fmla="*/ 138788 h 285906"/>
                <a:gd name="csX222" fmla="*/ 73453 w 261346"/>
                <a:gd name="csY222" fmla="*/ 138780 h 285906"/>
                <a:gd name="csX223" fmla="*/ 78353 w 261346"/>
                <a:gd name="csY223" fmla="*/ 138773 h 285906"/>
                <a:gd name="csX224" fmla="*/ 83245 w 261346"/>
                <a:gd name="csY224" fmla="*/ 138773 h 285906"/>
                <a:gd name="csX225" fmla="*/ 86479 w 261346"/>
                <a:gd name="csY225" fmla="*/ 138773 h 285906"/>
                <a:gd name="csX226" fmla="*/ 86289 w 261346"/>
                <a:gd name="csY226" fmla="*/ 135744 h 285906"/>
                <a:gd name="csX227" fmla="*/ 86137 w 261346"/>
                <a:gd name="csY227" fmla="*/ 133340 h 285906"/>
                <a:gd name="csX228" fmla="*/ 85931 w 261346"/>
                <a:gd name="csY228" fmla="*/ 130106 h 285906"/>
                <a:gd name="csX229" fmla="*/ 85726 w 261346"/>
                <a:gd name="csY229" fmla="*/ 126888 h 285906"/>
                <a:gd name="csX230" fmla="*/ 85528 w 261346"/>
                <a:gd name="csY230" fmla="*/ 123662 h 285906"/>
                <a:gd name="csX231" fmla="*/ 85338 w 261346"/>
                <a:gd name="csY231" fmla="*/ 120626 h 285906"/>
                <a:gd name="csX232" fmla="*/ 85148 w 261346"/>
                <a:gd name="csY232" fmla="*/ 117590 h 285906"/>
                <a:gd name="csX233" fmla="*/ 84972 w 261346"/>
                <a:gd name="csY233" fmla="*/ 114775 h 285906"/>
                <a:gd name="csX234" fmla="*/ 84813 w 261346"/>
                <a:gd name="csY234" fmla="*/ 112188 h 285906"/>
                <a:gd name="csX235" fmla="*/ 84531 w 261346"/>
                <a:gd name="csY235" fmla="*/ 110697 h 285906"/>
                <a:gd name="csX236" fmla="*/ 83489 w 261346"/>
                <a:gd name="csY236" fmla="*/ 107737 h 285906"/>
                <a:gd name="csX237" fmla="*/ 83268 w 261346"/>
                <a:gd name="csY237" fmla="*/ 106269 h 285906"/>
                <a:gd name="csX238" fmla="*/ 83550 w 261346"/>
                <a:gd name="csY238" fmla="*/ 104717 h 285906"/>
                <a:gd name="csX239" fmla="*/ 84242 w 261346"/>
                <a:gd name="csY239" fmla="*/ 103256 h 285906"/>
                <a:gd name="csX240" fmla="*/ 86152 w 261346"/>
                <a:gd name="csY240" fmla="*/ 100578 h 285906"/>
                <a:gd name="csX241" fmla="*/ 89043 w 261346"/>
                <a:gd name="csY241" fmla="*/ 98516 h 285906"/>
                <a:gd name="csX242" fmla="*/ 92376 w 261346"/>
                <a:gd name="csY242" fmla="*/ 96134 h 285906"/>
                <a:gd name="csX243" fmla="*/ 94917 w 261346"/>
                <a:gd name="csY243" fmla="*/ 94316 h 285906"/>
                <a:gd name="csX244" fmla="*/ 96218 w 261346"/>
                <a:gd name="csY244" fmla="*/ 93867 h 285906"/>
                <a:gd name="csX245" fmla="*/ 100197 w 261346"/>
                <a:gd name="csY245" fmla="*/ 93235 h 285906"/>
                <a:gd name="csX246" fmla="*/ 103332 w 261346"/>
                <a:gd name="csY246" fmla="*/ 91858 h 285906"/>
                <a:gd name="csX247" fmla="*/ 106383 w 261346"/>
                <a:gd name="csY247" fmla="*/ 90519 h 285906"/>
                <a:gd name="csX248" fmla="*/ 107661 w 261346"/>
                <a:gd name="csY248" fmla="*/ 89773 h 285906"/>
                <a:gd name="csX249" fmla="*/ 107814 w 261346"/>
                <a:gd name="csY249" fmla="*/ 87255 h 285906"/>
                <a:gd name="csX250" fmla="*/ 107814 w 261346"/>
                <a:gd name="csY250" fmla="*/ 84440 h 285906"/>
                <a:gd name="csX251" fmla="*/ 107814 w 261346"/>
                <a:gd name="csY251" fmla="*/ 81282 h 285906"/>
                <a:gd name="csX252" fmla="*/ 107814 w 261346"/>
                <a:gd name="csY252" fmla="*/ 78117 h 285906"/>
                <a:gd name="csX253" fmla="*/ 107814 w 261346"/>
                <a:gd name="csY253" fmla="*/ 74952 h 285906"/>
                <a:gd name="csX254" fmla="*/ 107814 w 261346"/>
                <a:gd name="csY254" fmla="*/ 71779 h 285906"/>
                <a:gd name="csX255" fmla="*/ 107814 w 261346"/>
                <a:gd name="csY255" fmla="*/ 68606 h 285906"/>
                <a:gd name="csX256" fmla="*/ 107814 w 261346"/>
                <a:gd name="csY256" fmla="*/ 65434 h 285906"/>
                <a:gd name="csX257" fmla="*/ 107814 w 261346"/>
                <a:gd name="csY257" fmla="*/ 62253 h 285906"/>
                <a:gd name="csX258" fmla="*/ 107814 w 261346"/>
                <a:gd name="csY258" fmla="*/ 59073 h 285906"/>
                <a:gd name="csX259" fmla="*/ 107814 w 261346"/>
                <a:gd name="csY259" fmla="*/ 55893 h 285906"/>
                <a:gd name="csX260" fmla="*/ 107814 w 261346"/>
                <a:gd name="csY260" fmla="*/ 52705 h 285906"/>
                <a:gd name="csX261" fmla="*/ 107814 w 261346"/>
                <a:gd name="csY261" fmla="*/ 49509 h 285906"/>
                <a:gd name="csX262" fmla="*/ 107814 w 261346"/>
                <a:gd name="csY262" fmla="*/ 46313 h 285906"/>
                <a:gd name="csX263" fmla="*/ 107814 w 261346"/>
                <a:gd name="csY263" fmla="*/ 43110 h 285906"/>
                <a:gd name="csX264" fmla="*/ 107814 w 261346"/>
                <a:gd name="csY264" fmla="*/ 39907 h 285906"/>
                <a:gd name="csX265" fmla="*/ 107814 w 261346"/>
                <a:gd name="csY265" fmla="*/ 36696 h 285906"/>
                <a:gd name="csX266" fmla="*/ 107814 w 261346"/>
                <a:gd name="csY266" fmla="*/ 33485 h 285906"/>
                <a:gd name="csX267" fmla="*/ 107814 w 261346"/>
                <a:gd name="csY267" fmla="*/ 30670 h 285906"/>
                <a:gd name="csX268" fmla="*/ 111009 w 261346"/>
                <a:gd name="csY268" fmla="*/ 30670 h 285906"/>
                <a:gd name="csX269" fmla="*/ 114988 w 261346"/>
                <a:gd name="csY269" fmla="*/ 30670 h 285906"/>
                <a:gd name="csX270" fmla="*/ 118960 w 261346"/>
                <a:gd name="csY270" fmla="*/ 30670 h 285906"/>
                <a:gd name="csX271" fmla="*/ 122939 w 261346"/>
                <a:gd name="csY271" fmla="*/ 30670 h 285906"/>
                <a:gd name="csX272" fmla="*/ 126919 w 261346"/>
                <a:gd name="csY272" fmla="*/ 30670 h 285906"/>
                <a:gd name="csX273" fmla="*/ 130898 w 261346"/>
                <a:gd name="csY273" fmla="*/ 30670 h 285906"/>
                <a:gd name="csX274" fmla="*/ 134877 w 261346"/>
                <a:gd name="csY274" fmla="*/ 30670 h 285906"/>
                <a:gd name="csX275" fmla="*/ 138856 w 261346"/>
                <a:gd name="csY275" fmla="*/ 30670 h 285906"/>
                <a:gd name="csX276" fmla="*/ 142836 w 261346"/>
                <a:gd name="csY276" fmla="*/ 30670 h 285906"/>
                <a:gd name="csX277" fmla="*/ 146815 w 261346"/>
                <a:gd name="csY277" fmla="*/ 30670 h 285906"/>
                <a:gd name="csX278" fmla="*/ 150794 w 261346"/>
                <a:gd name="csY278" fmla="*/ 30670 h 285906"/>
                <a:gd name="csX279" fmla="*/ 154774 w 261346"/>
                <a:gd name="csY279" fmla="*/ 30670 h 285906"/>
                <a:gd name="csX280" fmla="*/ 158753 w 261346"/>
                <a:gd name="csY280" fmla="*/ 30670 h 285906"/>
                <a:gd name="csX281" fmla="*/ 162732 w 261346"/>
                <a:gd name="csY281" fmla="*/ 30670 h 285906"/>
                <a:gd name="csX282" fmla="*/ 166704 w 261346"/>
                <a:gd name="csY282" fmla="*/ 30670 h 285906"/>
                <a:gd name="csX283" fmla="*/ 170683 w 261346"/>
                <a:gd name="csY283" fmla="*/ 30670 h 285906"/>
                <a:gd name="csX284" fmla="*/ 174662 w 261346"/>
                <a:gd name="csY284" fmla="*/ 30670 h 285906"/>
                <a:gd name="csX285" fmla="*/ 179007 w 261346"/>
                <a:gd name="csY285" fmla="*/ 30670 h 285906"/>
                <a:gd name="csX286" fmla="*/ 179007 w 261346"/>
                <a:gd name="csY286" fmla="*/ 27977 h 285906"/>
                <a:gd name="csX287" fmla="*/ 179007 w 261346"/>
                <a:gd name="csY287" fmla="*/ 24104 h 285906"/>
                <a:gd name="csX288" fmla="*/ 178999 w 261346"/>
                <a:gd name="csY288" fmla="*/ 18778 h 285906"/>
                <a:gd name="csX289" fmla="*/ 178999 w 261346"/>
                <a:gd name="csY289" fmla="*/ 13422 h 285906"/>
                <a:gd name="csX290" fmla="*/ 178992 w 261346"/>
                <a:gd name="csY290" fmla="*/ 8704 h 285906"/>
                <a:gd name="csX291" fmla="*/ 178992 w 261346"/>
                <a:gd name="csY291" fmla="*/ 3979 h 285906"/>
                <a:gd name="csX292" fmla="*/ 178984 w 261346"/>
                <a:gd name="csY292" fmla="*/ 0 h 285906"/>
                <a:gd name="csX293" fmla="*/ 183001 w 261346"/>
                <a:gd name="csY293" fmla="*/ 2640 h 285906"/>
                <a:gd name="csX294" fmla="*/ 187019 w 261346"/>
                <a:gd name="csY294" fmla="*/ 5280 h 285906"/>
                <a:gd name="csX295" fmla="*/ 191036 w 261346"/>
                <a:gd name="csY295" fmla="*/ 7921 h 285906"/>
                <a:gd name="csX296" fmla="*/ 195053 w 261346"/>
                <a:gd name="csY296" fmla="*/ 10553 h 285906"/>
                <a:gd name="csX297" fmla="*/ 199071 w 261346"/>
                <a:gd name="csY297" fmla="*/ 13186 h 285906"/>
                <a:gd name="csX298" fmla="*/ 203088 w 261346"/>
                <a:gd name="csY298" fmla="*/ 15811 h 285906"/>
                <a:gd name="csX299" fmla="*/ 207098 w 261346"/>
                <a:gd name="csY299" fmla="*/ 18436 h 285906"/>
                <a:gd name="csX300" fmla="*/ 211115 w 261346"/>
                <a:gd name="csY300" fmla="*/ 21061 h 285906"/>
                <a:gd name="csX301" fmla="*/ 215132 w 261346"/>
                <a:gd name="csY301" fmla="*/ 23685 h 285906"/>
                <a:gd name="csX302" fmla="*/ 219150 w 261346"/>
                <a:gd name="csY302" fmla="*/ 26303 h 285906"/>
                <a:gd name="csX303" fmla="*/ 223167 w 261346"/>
                <a:gd name="csY303" fmla="*/ 28920 h 285906"/>
                <a:gd name="csX304" fmla="*/ 227184 w 261346"/>
                <a:gd name="csY304" fmla="*/ 31530 h 285906"/>
                <a:gd name="csX305" fmla="*/ 231202 w 261346"/>
                <a:gd name="csY305" fmla="*/ 34140 h 285906"/>
                <a:gd name="csX306" fmla="*/ 235219 w 261346"/>
                <a:gd name="csY306" fmla="*/ 36749 h 285906"/>
                <a:gd name="csX307" fmla="*/ 239236 w 261346"/>
                <a:gd name="csY307" fmla="*/ 39359 h 285906"/>
                <a:gd name="csX308" fmla="*/ 243246 w 261346"/>
                <a:gd name="csY308" fmla="*/ 41961 h 285906"/>
                <a:gd name="csX309" fmla="*/ 246609 w 261346"/>
                <a:gd name="csY309" fmla="*/ 44137 h 285906"/>
                <a:gd name="csX310" fmla="*/ 251775 w 261346"/>
                <a:gd name="csY310" fmla="*/ 47645 h 285906"/>
                <a:gd name="csX311" fmla="*/ 256591 w 261346"/>
                <a:gd name="csY311" fmla="*/ 50909 h 285906"/>
                <a:gd name="csX312" fmla="*/ 261347 w 261346"/>
                <a:gd name="csY312" fmla="*/ 54173 h 285906"/>
                <a:gd name="csX313" fmla="*/ 14700 w 261346"/>
                <a:gd name="csY313" fmla="*/ 175644 h 285906"/>
                <a:gd name="csX314" fmla="*/ 13330 w 261346"/>
                <a:gd name="csY314" fmla="*/ 177835 h 285906"/>
                <a:gd name="csX315" fmla="*/ 12722 w 261346"/>
                <a:gd name="csY315" fmla="*/ 176998 h 285906"/>
                <a:gd name="csX316" fmla="*/ 12486 w 261346"/>
                <a:gd name="csY316" fmla="*/ 175560 h 285906"/>
                <a:gd name="csX317" fmla="*/ 13703 w 261346"/>
                <a:gd name="csY317" fmla="*/ 173498 h 285906"/>
                <a:gd name="csX318" fmla="*/ 14281 w 261346"/>
                <a:gd name="csY318" fmla="*/ 172433 h 285906"/>
                <a:gd name="csX319" fmla="*/ 15339 w 261346"/>
                <a:gd name="csY319" fmla="*/ 172045 h 285906"/>
                <a:gd name="csX320" fmla="*/ 14700 w 261346"/>
                <a:gd name="csY320" fmla="*/ 175644 h 2859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Lst>
              <a:rect l="l" t="t" r="r" b="b"/>
              <a:pathLst>
                <a:path w="261346" h="285906">
                  <a:moveTo>
                    <a:pt x="261347" y="54173"/>
                  </a:moveTo>
                  <a:lnTo>
                    <a:pt x="253867" y="54173"/>
                  </a:lnTo>
                  <a:lnTo>
                    <a:pt x="243878" y="54181"/>
                  </a:lnTo>
                  <a:lnTo>
                    <a:pt x="237068" y="54181"/>
                  </a:lnTo>
                  <a:lnTo>
                    <a:pt x="230076" y="54181"/>
                  </a:lnTo>
                  <a:lnTo>
                    <a:pt x="223525" y="54181"/>
                  </a:lnTo>
                  <a:lnTo>
                    <a:pt x="224095" y="59514"/>
                  </a:lnTo>
                  <a:lnTo>
                    <a:pt x="224704" y="65327"/>
                  </a:lnTo>
                  <a:lnTo>
                    <a:pt x="225313" y="71125"/>
                  </a:lnTo>
                  <a:lnTo>
                    <a:pt x="225921" y="76915"/>
                  </a:lnTo>
                  <a:lnTo>
                    <a:pt x="226530" y="82690"/>
                  </a:lnTo>
                  <a:lnTo>
                    <a:pt x="227139" y="88457"/>
                  </a:lnTo>
                  <a:lnTo>
                    <a:pt x="227747" y="94209"/>
                  </a:lnTo>
                  <a:lnTo>
                    <a:pt x="228356" y="99946"/>
                  </a:lnTo>
                  <a:lnTo>
                    <a:pt x="228965" y="105675"/>
                  </a:lnTo>
                  <a:lnTo>
                    <a:pt x="229573" y="111389"/>
                  </a:lnTo>
                  <a:lnTo>
                    <a:pt x="230182" y="117096"/>
                  </a:lnTo>
                  <a:lnTo>
                    <a:pt x="230791" y="122802"/>
                  </a:lnTo>
                  <a:lnTo>
                    <a:pt x="231399" y="128493"/>
                  </a:lnTo>
                  <a:lnTo>
                    <a:pt x="232008" y="134177"/>
                  </a:lnTo>
                  <a:lnTo>
                    <a:pt x="232617" y="139853"/>
                  </a:lnTo>
                  <a:lnTo>
                    <a:pt x="233226" y="145514"/>
                  </a:lnTo>
                  <a:lnTo>
                    <a:pt x="233834" y="151167"/>
                  </a:lnTo>
                  <a:lnTo>
                    <a:pt x="234443" y="156813"/>
                  </a:lnTo>
                  <a:lnTo>
                    <a:pt x="235052" y="162443"/>
                  </a:lnTo>
                  <a:lnTo>
                    <a:pt x="235660" y="168066"/>
                  </a:lnTo>
                  <a:lnTo>
                    <a:pt x="236269" y="173681"/>
                  </a:lnTo>
                  <a:lnTo>
                    <a:pt x="236878" y="179288"/>
                  </a:lnTo>
                  <a:lnTo>
                    <a:pt x="237486" y="184880"/>
                  </a:lnTo>
                  <a:lnTo>
                    <a:pt x="238095" y="190465"/>
                  </a:lnTo>
                  <a:lnTo>
                    <a:pt x="238704" y="196042"/>
                  </a:lnTo>
                  <a:lnTo>
                    <a:pt x="239312" y="201612"/>
                  </a:lnTo>
                  <a:lnTo>
                    <a:pt x="239921" y="207173"/>
                  </a:lnTo>
                  <a:lnTo>
                    <a:pt x="240530" y="212728"/>
                  </a:lnTo>
                  <a:lnTo>
                    <a:pt x="241138" y="218274"/>
                  </a:lnTo>
                  <a:lnTo>
                    <a:pt x="241747" y="223813"/>
                  </a:lnTo>
                  <a:lnTo>
                    <a:pt x="242356" y="229345"/>
                  </a:lnTo>
                  <a:lnTo>
                    <a:pt x="242965" y="234869"/>
                  </a:lnTo>
                  <a:lnTo>
                    <a:pt x="243573" y="240385"/>
                  </a:lnTo>
                  <a:lnTo>
                    <a:pt x="244167" y="245726"/>
                  </a:lnTo>
                  <a:lnTo>
                    <a:pt x="246708" y="248526"/>
                  </a:lnTo>
                  <a:lnTo>
                    <a:pt x="249903" y="252041"/>
                  </a:lnTo>
                  <a:lnTo>
                    <a:pt x="248968" y="257017"/>
                  </a:lnTo>
                  <a:lnTo>
                    <a:pt x="247857" y="262944"/>
                  </a:lnTo>
                  <a:lnTo>
                    <a:pt x="246639" y="269404"/>
                  </a:lnTo>
                  <a:lnTo>
                    <a:pt x="242127" y="269404"/>
                  </a:lnTo>
                  <a:lnTo>
                    <a:pt x="237768" y="269404"/>
                  </a:lnTo>
                  <a:lnTo>
                    <a:pt x="233416" y="269404"/>
                  </a:lnTo>
                  <a:lnTo>
                    <a:pt x="229064" y="269404"/>
                  </a:lnTo>
                  <a:lnTo>
                    <a:pt x="224711" y="269404"/>
                  </a:lnTo>
                  <a:lnTo>
                    <a:pt x="220352" y="269404"/>
                  </a:lnTo>
                  <a:lnTo>
                    <a:pt x="216000" y="269404"/>
                  </a:lnTo>
                  <a:lnTo>
                    <a:pt x="211648" y="269404"/>
                  </a:lnTo>
                  <a:lnTo>
                    <a:pt x="207295" y="269404"/>
                  </a:lnTo>
                  <a:lnTo>
                    <a:pt x="202943" y="269404"/>
                  </a:lnTo>
                  <a:lnTo>
                    <a:pt x="198584" y="269404"/>
                  </a:lnTo>
                  <a:lnTo>
                    <a:pt x="194232" y="269404"/>
                  </a:lnTo>
                  <a:lnTo>
                    <a:pt x="189879" y="269404"/>
                  </a:lnTo>
                  <a:lnTo>
                    <a:pt x="185527" y="269404"/>
                  </a:lnTo>
                  <a:lnTo>
                    <a:pt x="181168" y="269404"/>
                  </a:lnTo>
                  <a:lnTo>
                    <a:pt x="176816" y="269404"/>
                  </a:lnTo>
                  <a:lnTo>
                    <a:pt x="172463" y="269404"/>
                  </a:lnTo>
                  <a:lnTo>
                    <a:pt x="168408" y="269404"/>
                  </a:lnTo>
                  <a:lnTo>
                    <a:pt x="165912" y="269252"/>
                  </a:lnTo>
                  <a:lnTo>
                    <a:pt x="165022" y="268750"/>
                  </a:lnTo>
                  <a:lnTo>
                    <a:pt x="164703" y="265410"/>
                  </a:lnTo>
                  <a:lnTo>
                    <a:pt x="163957" y="265622"/>
                  </a:lnTo>
                  <a:lnTo>
                    <a:pt x="163075" y="266604"/>
                  </a:lnTo>
                  <a:lnTo>
                    <a:pt x="162618" y="267669"/>
                  </a:lnTo>
                  <a:lnTo>
                    <a:pt x="162778" y="269062"/>
                  </a:lnTo>
                  <a:lnTo>
                    <a:pt x="162633" y="270241"/>
                  </a:lnTo>
                  <a:lnTo>
                    <a:pt x="159833" y="270705"/>
                  </a:lnTo>
                  <a:lnTo>
                    <a:pt x="156052" y="271496"/>
                  </a:lnTo>
                  <a:lnTo>
                    <a:pt x="152072" y="272105"/>
                  </a:lnTo>
                  <a:lnTo>
                    <a:pt x="148055" y="271884"/>
                  </a:lnTo>
                  <a:lnTo>
                    <a:pt x="146686" y="271610"/>
                  </a:lnTo>
                  <a:lnTo>
                    <a:pt x="145232" y="271169"/>
                  </a:lnTo>
                  <a:lnTo>
                    <a:pt x="142037" y="270690"/>
                  </a:lnTo>
                  <a:lnTo>
                    <a:pt x="140294" y="270652"/>
                  </a:lnTo>
                  <a:lnTo>
                    <a:pt x="138301" y="270758"/>
                  </a:lnTo>
                  <a:lnTo>
                    <a:pt x="135950" y="271024"/>
                  </a:lnTo>
                  <a:lnTo>
                    <a:pt x="135197" y="271641"/>
                  </a:lnTo>
                  <a:lnTo>
                    <a:pt x="133424" y="274129"/>
                  </a:lnTo>
                  <a:lnTo>
                    <a:pt x="131704" y="277013"/>
                  </a:lnTo>
                  <a:lnTo>
                    <a:pt x="130586" y="276997"/>
                  </a:lnTo>
                  <a:lnTo>
                    <a:pt x="129323" y="275415"/>
                  </a:lnTo>
                  <a:lnTo>
                    <a:pt x="125861" y="272432"/>
                  </a:lnTo>
                  <a:lnTo>
                    <a:pt x="121669" y="268506"/>
                  </a:lnTo>
                  <a:lnTo>
                    <a:pt x="119759" y="266558"/>
                  </a:lnTo>
                  <a:lnTo>
                    <a:pt x="118747" y="266307"/>
                  </a:lnTo>
                  <a:lnTo>
                    <a:pt x="116738" y="267707"/>
                  </a:lnTo>
                  <a:lnTo>
                    <a:pt x="115049" y="269054"/>
                  </a:lnTo>
                  <a:lnTo>
                    <a:pt x="113254" y="270956"/>
                  </a:lnTo>
                  <a:lnTo>
                    <a:pt x="112440" y="272782"/>
                  </a:lnTo>
                  <a:lnTo>
                    <a:pt x="111793" y="274935"/>
                  </a:lnTo>
                  <a:lnTo>
                    <a:pt x="111504" y="277469"/>
                  </a:lnTo>
                  <a:lnTo>
                    <a:pt x="110849" y="280421"/>
                  </a:lnTo>
                  <a:lnTo>
                    <a:pt x="109396" y="282803"/>
                  </a:lnTo>
                  <a:lnTo>
                    <a:pt x="107677" y="284598"/>
                  </a:lnTo>
                  <a:lnTo>
                    <a:pt x="106398" y="285443"/>
                  </a:lnTo>
                  <a:lnTo>
                    <a:pt x="105904" y="285907"/>
                  </a:lnTo>
                  <a:lnTo>
                    <a:pt x="102145" y="284507"/>
                  </a:lnTo>
                  <a:lnTo>
                    <a:pt x="101673" y="284332"/>
                  </a:lnTo>
                  <a:lnTo>
                    <a:pt x="99406" y="282749"/>
                  </a:lnTo>
                  <a:lnTo>
                    <a:pt x="98310" y="280870"/>
                  </a:lnTo>
                  <a:lnTo>
                    <a:pt x="96522" y="279455"/>
                  </a:lnTo>
                  <a:lnTo>
                    <a:pt x="94042" y="278504"/>
                  </a:lnTo>
                  <a:lnTo>
                    <a:pt x="92429" y="277423"/>
                  </a:lnTo>
                  <a:lnTo>
                    <a:pt x="91676" y="276206"/>
                  </a:lnTo>
                  <a:lnTo>
                    <a:pt x="90763" y="275400"/>
                  </a:lnTo>
                  <a:lnTo>
                    <a:pt x="89796" y="274981"/>
                  </a:lnTo>
                  <a:lnTo>
                    <a:pt x="89705" y="274547"/>
                  </a:lnTo>
                  <a:lnTo>
                    <a:pt x="89933" y="273946"/>
                  </a:lnTo>
                  <a:lnTo>
                    <a:pt x="89705" y="272835"/>
                  </a:lnTo>
                  <a:lnTo>
                    <a:pt x="88252" y="270355"/>
                  </a:lnTo>
                  <a:lnTo>
                    <a:pt x="86898" y="269214"/>
                  </a:lnTo>
                  <a:lnTo>
                    <a:pt x="85741" y="269396"/>
                  </a:lnTo>
                  <a:lnTo>
                    <a:pt x="85087" y="269092"/>
                  </a:lnTo>
                  <a:lnTo>
                    <a:pt x="84691" y="268544"/>
                  </a:lnTo>
                  <a:lnTo>
                    <a:pt x="84531" y="267745"/>
                  </a:lnTo>
                  <a:lnTo>
                    <a:pt x="83740" y="267053"/>
                  </a:lnTo>
                  <a:lnTo>
                    <a:pt x="82371" y="266749"/>
                  </a:lnTo>
                  <a:lnTo>
                    <a:pt x="81267" y="264907"/>
                  </a:lnTo>
                  <a:lnTo>
                    <a:pt x="80438" y="261521"/>
                  </a:lnTo>
                  <a:lnTo>
                    <a:pt x="79357" y="258881"/>
                  </a:lnTo>
                  <a:lnTo>
                    <a:pt x="78034" y="256987"/>
                  </a:lnTo>
                  <a:lnTo>
                    <a:pt x="77082" y="256279"/>
                  </a:lnTo>
                  <a:lnTo>
                    <a:pt x="76382" y="256150"/>
                  </a:lnTo>
                  <a:lnTo>
                    <a:pt x="76147" y="255853"/>
                  </a:lnTo>
                  <a:lnTo>
                    <a:pt x="75956" y="255305"/>
                  </a:lnTo>
                  <a:lnTo>
                    <a:pt x="74922" y="255108"/>
                  </a:lnTo>
                  <a:lnTo>
                    <a:pt x="73468" y="255678"/>
                  </a:lnTo>
                  <a:lnTo>
                    <a:pt x="72160" y="255488"/>
                  </a:lnTo>
                  <a:lnTo>
                    <a:pt x="71520" y="254560"/>
                  </a:lnTo>
                  <a:lnTo>
                    <a:pt x="70630" y="254476"/>
                  </a:lnTo>
                  <a:lnTo>
                    <a:pt x="69497" y="255237"/>
                  </a:lnTo>
                  <a:lnTo>
                    <a:pt x="68241" y="255016"/>
                  </a:lnTo>
                  <a:lnTo>
                    <a:pt x="66872" y="253806"/>
                  </a:lnTo>
                  <a:lnTo>
                    <a:pt x="66111" y="252604"/>
                  </a:lnTo>
                  <a:lnTo>
                    <a:pt x="65966" y="251410"/>
                  </a:lnTo>
                  <a:lnTo>
                    <a:pt x="63600" y="249028"/>
                  </a:lnTo>
                  <a:lnTo>
                    <a:pt x="59020" y="245452"/>
                  </a:lnTo>
                  <a:lnTo>
                    <a:pt x="54029" y="243778"/>
                  </a:lnTo>
                  <a:lnTo>
                    <a:pt x="48627" y="243999"/>
                  </a:lnTo>
                  <a:lnTo>
                    <a:pt x="45598" y="243831"/>
                  </a:lnTo>
                  <a:lnTo>
                    <a:pt x="44936" y="243269"/>
                  </a:lnTo>
                  <a:lnTo>
                    <a:pt x="44274" y="243314"/>
                  </a:lnTo>
                  <a:lnTo>
                    <a:pt x="43605" y="243968"/>
                  </a:lnTo>
                  <a:lnTo>
                    <a:pt x="42897" y="244113"/>
                  </a:lnTo>
                  <a:lnTo>
                    <a:pt x="42144" y="243748"/>
                  </a:lnTo>
                  <a:lnTo>
                    <a:pt x="41672" y="244022"/>
                  </a:lnTo>
                  <a:lnTo>
                    <a:pt x="41490" y="244935"/>
                  </a:lnTo>
                  <a:lnTo>
                    <a:pt x="39587" y="245406"/>
                  </a:lnTo>
                  <a:lnTo>
                    <a:pt x="35973" y="245414"/>
                  </a:lnTo>
                  <a:lnTo>
                    <a:pt x="33052" y="245977"/>
                  </a:lnTo>
                  <a:lnTo>
                    <a:pt x="30830" y="247088"/>
                  </a:lnTo>
                  <a:lnTo>
                    <a:pt x="27680" y="247567"/>
                  </a:lnTo>
                  <a:lnTo>
                    <a:pt x="23602" y="247415"/>
                  </a:lnTo>
                  <a:lnTo>
                    <a:pt x="21144" y="247004"/>
                  </a:lnTo>
                  <a:lnTo>
                    <a:pt x="20307" y="246350"/>
                  </a:lnTo>
                  <a:lnTo>
                    <a:pt x="19136" y="246190"/>
                  </a:lnTo>
                  <a:lnTo>
                    <a:pt x="17629" y="246540"/>
                  </a:lnTo>
                  <a:lnTo>
                    <a:pt x="16275" y="248313"/>
                  </a:lnTo>
                  <a:lnTo>
                    <a:pt x="15080" y="251501"/>
                  </a:lnTo>
                  <a:lnTo>
                    <a:pt x="14099" y="253319"/>
                  </a:lnTo>
                  <a:lnTo>
                    <a:pt x="13315" y="253768"/>
                  </a:lnTo>
                  <a:lnTo>
                    <a:pt x="12478" y="256142"/>
                  </a:lnTo>
                  <a:lnTo>
                    <a:pt x="12006" y="260114"/>
                  </a:lnTo>
                  <a:lnTo>
                    <a:pt x="11299" y="261856"/>
                  </a:lnTo>
                  <a:lnTo>
                    <a:pt x="11291" y="251950"/>
                  </a:lnTo>
                  <a:lnTo>
                    <a:pt x="12455" y="248245"/>
                  </a:lnTo>
                  <a:lnTo>
                    <a:pt x="12836" y="244988"/>
                  </a:lnTo>
                  <a:lnTo>
                    <a:pt x="15331" y="237783"/>
                  </a:lnTo>
                  <a:lnTo>
                    <a:pt x="18306" y="231879"/>
                  </a:lnTo>
                  <a:lnTo>
                    <a:pt x="21053" y="224026"/>
                  </a:lnTo>
                  <a:lnTo>
                    <a:pt x="22088" y="216403"/>
                  </a:lnTo>
                  <a:lnTo>
                    <a:pt x="21738" y="208924"/>
                  </a:lnTo>
                  <a:lnTo>
                    <a:pt x="20924" y="202258"/>
                  </a:lnTo>
                  <a:lnTo>
                    <a:pt x="19531" y="197846"/>
                  </a:lnTo>
                  <a:lnTo>
                    <a:pt x="18185" y="191447"/>
                  </a:lnTo>
                  <a:lnTo>
                    <a:pt x="16199" y="188068"/>
                  </a:lnTo>
                  <a:lnTo>
                    <a:pt x="12562" y="185116"/>
                  </a:lnTo>
                  <a:lnTo>
                    <a:pt x="11748" y="183389"/>
                  </a:lnTo>
                  <a:lnTo>
                    <a:pt x="12592" y="182742"/>
                  </a:lnTo>
                  <a:lnTo>
                    <a:pt x="14806" y="182301"/>
                  </a:lnTo>
                  <a:lnTo>
                    <a:pt x="16214" y="179996"/>
                  </a:lnTo>
                  <a:lnTo>
                    <a:pt x="13231" y="180886"/>
                  </a:lnTo>
                  <a:lnTo>
                    <a:pt x="16678" y="173810"/>
                  </a:lnTo>
                  <a:lnTo>
                    <a:pt x="17751" y="168986"/>
                  </a:lnTo>
                  <a:lnTo>
                    <a:pt x="17583" y="165813"/>
                  </a:lnTo>
                  <a:lnTo>
                    <a:pt x="18238" y="163850"/>
                  </a:lnTo>
                  <a:lnTo>
                    <a:pt x="15605" y="159597"/>
                  </a:lnTo>
                  <a:lnTo>
                    <a:pt x="13559" y="154233"/>
                  </a:lnTo>
                  <a:lnTo>
                    <a:pt x="12501" y="153389"/>
                  </a:lnTo>
                  <a:lnTo>
                    <a:pt x="11405" y="152940"/>
                  </a:lnTo>
                  <a:lnTo>
                    <a:pt x="11306" y="154203"/>
                  </a:lnTo>
                  <a:lnTo>
                    <a:pt x="10713" y="155329"/>
                  </a:lnTo>
                  <a:lnTo>
                    <a:pt x="9435" y="154652"/>
                  </a:lnTo>
                  <a:lnTo>
                    <a:pt x="7175" y="150749"/>
                  </a:lnTo>
                  <a:lnTo>
                    <a:pt x="4017" y="144388"/>
                  </a:lnTo>
                  <a:lnTo>
                    <a:pt x="2907" y="143733"/>
                  </a:lnTo>
                  <a:lnTo>
                    <a:pt x="1986" y="144608"/>
                  </a:lnTo>
                  <a:lnTo>
                    <a:pt x="1408" y="145445"/>
                  </a:lnTo>
                  <a:lnTo>
                    <a:pt x="342" y="150756"/>
                  </a:lnTo>
                  <a:lnTo>
                    <a:pt x="0" y="148649"/>
                  </a:lnTo>
                  <a:lnTo>
                    <a:pt x="464" y="146168"/>
                  </a:lnTo>
                  <a:lnTo>
                    <a:pt x="1248" y="143110"/>
                  </a:lnTo>
                  <a:lnTo>
                    <a:pt x="2130" y="138856"/>
                  </a:lnTo>
                  <a:lnTo>
                    <a:pt x="4870" y="138856"/>
                  </a:lnTo>
                  <a:lnTo>
                    <a:pt x="9769" y="138849"/>
                  </a:lnTo>
                  <a:lnTo>
                    <a:pt x="14669" y="138841"/>
                  </a:lnTo>
                  <a:lnTo>
                    <a:pt x="19569" y="138841"/>
                  </a:lnTo>
                  <a:lnTo>
                    <a:pt x="24469" y="138833"/>
                  </a:lnTo>
                  <a:lnTo>
                    <a:pt x="29369" y="138826"/>
                  </a:lnTo>
                  <a:lnTo>
                    <a:pt x="34262" y="138818"/>
                  </a:lnTo>
                  <a:lnTo>
                    <a:pt x="39161" y="138818"/>
                  </a:lnTo>
                  <a:lnTo>
                    <a:pt x="44061" y="138811"/>
                  </a:lnTo>
                  <a:lnTo>
                    <a:pt x="48961" y="138803"/>
                  </a:lnTo>
                  <a:lnTo>
                    <a:pt x="53861" y="138803"/>
                  </a:lnTo>
                  <a:lnTo>
                    <a:pt x="58761" y="138795"/>
                  </a:lnTo>
                  <a:lnTo>
                    <a:pt x="63661" y="138788"/>
                  </a:lnTo>
                  <a:lnTo>
                    <a:pt x="68553" y="138788"/>
                  </a:lnTo>
                  <a:lnTo>
                    <a:pt x="73453" y="138780"/>
                  </a:lnTo>
                  <a:lnTo>
                    <a:pt x="78353" y="138773"/>
                  </a:lnTo>
                  <a:lnTo>
                    <a:pt x="83245" y="138773"/>
                  </a:lnTo>
                  <a:lnTo>
                    <a:pt x="86479" y="138773"/>
                  </a:lnTo>
                  <a:lnTo>
                    <a:pt x="86289" y="135744"/>
                  </a:lnTo>
                  <a:lnTo>
                    <a:pt x="86137" y="133340"/>
                  </a:lnTo>
                  <a:lnTo>
                    <a:pt x="85931" y="130106"/>
                  </a:lnTo>
                  <a:lnTo>
                    <a:pt x="85726" y="126888"/>
                  </a:lnTo>
                  <a:lnTo>
                    <a:pt x="85528" y="123662"/>
                  </a:lnTo>
                  <a:lnTo>
                    <a:pt x="85338" y="120626"/>
                  </a:lnTo>
                  <a:lnTo>
                    <a:pt x="85148" y="117590"/>
                  </a:lnTo>
                  <a:lnTo>
                    <a:pt x="84972" y="114775"/>
                  </a:lnTo>
                  <a:lnTo>
                    <a:pt x="84813" y="112188"/>
                  </a:lnTo>
                  <a:lnTo>
                    <a:pt x="84531" y="110697"/>
                  </a:lnTo>
                  <a:lnTo>
                    <a:pt x="83489" y="107737"/>
                  </a:lnTo>
                  <a:lnTo>
                    <a:pt x="83268" y="106269"/>
                  </a:lnTo>
                  <a:lnTo>
                    <a:pt x="83550" y="104717"/>
                  </a:lnTo>
                  <a:lnTo>
                    <a:pt x="84242" y="103256"/>
                  </a:lnTo>
                  <a:lnTo>
                    <a:pt x="86152" y="100578"/>
                  </a:lnTo>
                  <a:lnTo>
                    <a:pt x="89043" y="98516"/>
                  </a:lnTo>
                  <a:lnTo>
                    <a:pt x="92376" y="96134"/>
                  </a:lnTo>
                  <a:lnTo>
                    <a:pt x="94917" y="94316"/>
                  </a:lnTo>
                  <a:lnTo>
                    <a:pt x="96218" y="93867"/>
                  </a:lnTo>
                  <a:lnTo>
                    <a:pt x="100197" y="93235"/>
                  </a:lnTo>
                  <a:lnTo>
                    <a:pt x="103332" y="91858"/>
                  </a:lnTo>
                  <a:lnTo>
                    <a:pt x="106383" y="90519"/>
                  </a:lnTo>
                  <a:lnTo>
                    <a:pt x="107661" y="89773"/>
                  </a:lnTo>
                  <a:lnTo>
                    <a:pt x="107814" y="87255"/>
                  </a:lnTo>
                  <a:lnTo>
                    <a:pt x="107814" y="84440"/>
                  </a:lnTo>
                  <a:lnTo>
                    <a:pt x="107814" y="81282"/>
                  </a:lnTo>
                  <a:lnTo>
                    <a:pt x="107814" y="78117"/>
                  </a:lnTo>
                  <a:lnTo>
                    <a:pt x="107814" y="74952"/>
                  </a:lnTo>
                  <a:lnTo>
                    <a:pt x="107814" y="71779"/>
                  </a:lnTo>
                  <a:lnTo>
                    <a:pt x="107814" y="68606"/>
                  </a:lnTo>
                  <a:lnTo>
                    <a:pt x="107814" y="65434"/>
                  </a:lnTo>
                  <a:lnTo>
                    <a:pt x="107814" y="62253"/>
                  </a:lnTo>
                  <a:lnTo>
                    <a:pt x="107814" y="59073"/>
                  </a:lnTo>
                  <a:lnTo>
                    <a:pt x="107814" y="55893"/>
                  </a:lnTo>
                  <a:lnTo>
                    <a:pt x="107814" y="52705"/>
                  </a:lnTo>
                  <a:lnTo>
                    <a:pt x="107814" y="49509"/>
                  </a:lnTo>
                  <a:lnTo>
                    <a:pt x="107814" y="46313"/>
                  </a:lnTo>
                  <a:lnTo>
                    <a:pt x="107814" y="43110"/>
                  </a:lnTo>
                  <a:lnTo>
                    <a:pt x="107814" y="39907"/>
                  </a:lnTo>
                  <a:lnTo>
                    <a:pt x="107814" y="36696"/>
                  </a:lnTo>
                  <a:lnTo>
                    <a:pt x="107814" y="33485"/>
                  </a:lnTo>
                  <a:lnTo>
                    <a:pt x="107814" y="30670"/>
                  </a:lnTo>
                  <a:lnTo>
                    <a:pt x="111009" y="30670"/>
                  </a:lnTo>
                  <a:lnTo>
                    <a:pt x="114988" y="30670"/>
                  </a:lnTo>
                  <a:lnTo>
                    <a:pt x="118960" y="30670"/>
                  </a:lnTo>
                  <a:lnTo>
                    <a:pt x="122939" y="30670"/>
                  </a:lnTo>
                  <a:lnTo>
                    <a:pt x="126919" y="30670"/>
                  </a:lnTo>
                  <a:lnTo>
                    <a:pt x="130898" y="30670"/>
                  </a:lnTo>
                  <a:lnTo>
                    <a:pt x="134877" y="30670"/>
                  </a:lnTo>
                  <a:lnTo>
                    <a:pt x="138856" y="30670"/>
                  </a:lnTo>
                  <a:lnTo>
                    <a:pt x="142836" y="30670"/>
                  </a:lnTo>
                  <a:lnTo>
                    <a:pt x="146815" y="30670"/>
                  </a:lnTo>
                  <a:lnTo>
                    <a:pt x="150794" y="30670"/>
                  </a:lnTo>
                  <a:lnTo>
                    <a:pt x="154774" y="30670"/>
                  </a:lnTo>
                  <a:lnTo>
                    <a:pt x="158753" y="30670"/>
                  </a:lnTo>
                  <a:lnTo>
                    <a:pt x="162732" y="30670"/>
                  </a:lnTo>
                  <a:lnTo>
                    <a:pt x="166704" y="30670"/>
                  </a:lnTo>
                  <a:lnTo>
                    <a:pt x="170683" y="30670"/>
                  </a:lnTo>
                  <a:lnTo>
                    <a:pt x="174662" y="30670"/>
                  </a:lnTo>
                  <a:lnTo>
                    <a:pt x="179007" y="30670"/>
                  </a:lnTo>
                  <a:lnTo>
                    <a:pt x="179007" y="27977"/>
                  </a:lnTo>
                  <a:lnTo>
                    <a:pt x="179007" y="24104"/>
                  </a:lnTo>
                  <a:lnTo>
                    <a:pt x="178999" y="18778"/>
                  </a:lnTo>
                  <a:lnTo>
                    <a:pt x="178999" y="13422"/>
                  </a:lnTo>
                  <a:lnTo>
                    <a:pt x="178992" y="8704"/>
                  </a:lnTo>
                  <a:lnTo>
                    <a:pt x="178992" y="3979"/>
                  </a:lnTo>
                  <a:lnTo>
                    <a:pt x="178984" y="0"/>
                  </a:lnTo>
                  <a:lnTo>
                    <a:pt x="183001" y="2640"/>
                  </a:lnTo>
                  <a:lnTo>
                    <a:pt x="187019" y="5280"/>
                  </a:lnTo>
                  <a:lnTo>
                    <a:pt x="191036" y="7921"/>
                  </a:lnTo>
                  <a:lnTo>
                    <a:pt x="195053" y="10553"/>
                  </a:lnTo>
                  <a:lnTo>
                    <a:pt x="199071" y="13186"/>
                  </a:lnTo>
                  <a:lnTo>
                    <a:pt x="203088" y="15811"/>
                  </a:lnTo>
                  <a:lnTo>
                    <a:pt x="207098" y="18436"/>
                  </a:lnTo>
                  <a:lnTo>
                    <a:pt x="211115" y="21061"/>
                  </a:lnTo>
                  <a:lnTo>
                    <a:pt x="215132" y="23685"/>
                  </a:lnTo>
                  <a:lnTo>
                    <a:pt x="219150" y="26303"/>
                  </a:lnTo>
                  <a:lnTo>
                    <a:pt x="223167" y="28920"/>
                  </a:lnTo>
                  <a:lnTo>
                    <a:pt x="227184" y="31530"/>
                  </a:lnTo>
                  <a:lnTo>
                    <a:pt x="231202" y="34140"/>
                  </a:lnTo>
                  <a:lnTo>
                    <a:pt x="235219" y="36749"/>
                  </a:lnTo>
                  <a:lnTo>
                    <a:pt x="239236" y="39359"/>
                  </a:lnTo>
                  <a:lnTo>
                    <a:pt x="243246" y="41961"/>
                  </a:lnTo>
                  <a:lnTo>
                    <a:pt x="246609" y="44137"/>
                  </a:lnTo>
                  <a:lnTo>
                    <a:pt x="251775" y="47645"/>
                  </a:lnTo>
                  <a:lnTo>
                    <a:pt x="256591" y="50909"/>
                  </a:lnTo>
                  <a:lnTo>
                    <a:pt x="261347" y="54173"/>
                  </a:lnTo>
                  <a:close/>
                  <a:moveTo>
                    <a:pt x="14700" y="175644"/>
                  </a:moveTo>
                  <a:lnTo>
                    <a:pt x="13330" y="177835"/>
                  </a:lnTo>
                  <a:lnTo>
                    <a:pt x="12722" y="176998"/>
                  </a:lnTo>
                  <a:lnTo>
                    <a:pt x="12486" y="175560"/>
                  </a:lnTo>
                  <a:lnTo>
                    <a:pt x="13703" y="173498"/>
                  </a:lnTo>
                  <a:lnTo>
                    <a:pt x="14281" y="172433"/>
                  </a:lnTo>
                  <a:lnTo>
                    <a:pt x="15339" y="172045"/>
                  </a:lnTo>
                  <a:lnTo>
                    <a:pt x="14700" y="175644"/>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3" name="Freeform: Shape 2272">
              <a:extLst>
                <a:ext uri="{FF2B5EF4-FFF2-40B4-BE49-F238E27FC236}">
                  <a16:creationId xmlns:a16="http://schemas.microsoft.com/office/drawing/2014/main" id="{D12743A3-9991-AFDB-3D5A-1BB1F850B7C6}"/>
                </a:ext>
              </a:extLst>
            </p:cNvPr>
            <p:cNvSpPr/>
            <p:nvPr/>
          </p:nvSpPr>
          <p:spPr>
            <a:xfrm>
              <a:off x="8245192" y="4642412"/>
              <a:ext cx="1597" cy="2845"/>
            </a:xfrm>
            <a:custGeom>
              <a:avLst/>
              <a:gdLst>
                <a:gd name="csX0" fmla="*/ 1598 w 1597"/>
                <a:gd name="csY0" fmla="*/ 1537 h 2845"/>
                <a:gd name="csX1" fmla="*/ 1476 w 1597"/>
                <a:gd name="csY1" fmla="*/ 2846 h 2845"/>
                <a:gd name="csX2" fmla="*/ 30 w 1597"/>
                <a:gd name="csY2" fmla="*/ 2442 h 2845"/>
                <a:gd name="csX3" fmla="*/ 0 w 1597"/>
                <a:gd name="csY3" fmla="*/ 1286 h 2845"/>
                <a:gd name="csX4" fmla="*/ 677 w 1597"/>
                <a:gd name="csY4" fmla="*/ 114 h 2845"/>
                <a:gd name="csX5" fmla="*/ 1012 w 1597"/>
                <a:gd name="csY5" fmla="*/ 0 h 2845"/>
              </a:gdLst>
              <a:ahLst/>
              <a:cxnLst>
                <a:cxn ang="0">
                  <a:pos x="csX0" y="csY0"/>
                </a:cxn>
                <a:cxn ang="0">
                  <a:pos x="csX1" y="csY1"/>
                </a:cxn>
                <a:cxn ang="0">
                  <a:pos x="csX2" y="csY2"/>
                </a:cxn>
                <a:cxn ang="0">
                  <a:pos x="csX3" y="csY3"/>
                </a:cxn>
                <a:cxn ang="0">
                  <a:pos x="csX4" y="csY4"/>
                </a:cxn>
                <a:cxn ang="0">
                  <a:pos x="csX5" y="csY5"/>
                </a:cxn>
              </a:cxnLst>
              <a:rect l="l" t="t" r="r" b="b"/>
              <a:pathLst>
                <a:path w="1597" h="2845">
                  <a:moveTo>
                    <a:pt x="1598" y="1537"/>
                  </a:moveTo>
                  <a:lnTo>
                    <a:pt x="1476" y="2846"/>
                  </a:lnTo>
                  <a:lnTo>
                    <a:pt x="30" y="2442"/>
                  </a:lnTo>
                  <a:lnTo>
                    <a:pt x="0" y="1286"/>
                  </a:lnTo>
                  <a:lnTo>
                    <a:pt x="677" y="114"/>
                  </a:lnTo>
                  <a:lnTo>
                    <a:pt x="1012" y="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4" name="Freeform: Shape 2273">
              <a:extLst>
                <a:ext uri="{FF2B5EF4-FFF2-40B4-BE49-F238E27FC236}">
                  <a16:creationId xmlns:a16="http://schemas.microsoft.com/office/drawing/2014/main" id="{FA1EEFC5-54A5-8B18-A86B-C97719E30B18}"/>
                </a:ext>
              </a:extLst>
            </p:cNvPr>
            <p:cNvSpPr/>
            <p:nvPr/>
          </p:nvSpPr>
          <p:spPr>
            <a:xfrm>
              <a:off x="9876660" y="4182125"/>
              <a:ext cx="8240" cy="6718"/>
            </a:xfrm>
            <a:custGeom>
              <a:avLst/>
              <a:gdLst>
                <a:gd name="csX0" fmla="*/ 2845 w 8240"/>
                <a:gd name="csY0" fmla="*/ 1271 h 6718"/>
                <a:gd name="csX1" fmla="*/ 1567 w 8240"/>
                <a:gd name="csY1" fmla="*/ 1674 h 6718"/>
                <a:gd name="csX2" fmla="*/ 297 w 8240"/>
                <a:gd name="csY2" fmla="*/ 883 h 6718"/>
                <a:gd name="csX3" fmla="*/ 0 w 8240"/>
                <a:gd name="csY3" fmla="*/ 403 h 6718"/>
                <a:gd name="csX4" fmla="*/ 1765 w 8240"/>
                <a:gd name="csY4" fmla="*/ 0 h 6718"/>
                <a:gd name="csX5" fmla="*/ 2633 w 8240"/>
                <a:gd name="csY5" fmla="*/ 358 h 6718"/>
                <a:gd name="csX6" fmla="*/ 2998 w 8240"/>
                <a:gd name="csY6" fmla="*/ 1043 h 6718"/>
                <a:gd name="csX7" fmla="*/ 2845 w 8240"/>
                <a:gd name="csY7" fmla="*/ 1271 h 6718"/>
                <a:gd name="csX8" fmla="*/ 8240 w 8240"/>
                <a:gd name="csY8" fmla="*/ 5866 h 6718"/>
                <a:gd name="csX9" fmla="*/ 7525 w 8240"/>
                <a:gd name="csY9" fmla="*/ 6719 h 6718"/>
                <a:gd name="csX10" fmla="*/ 5471 w 8240"/>
                <a:gd name="csY10" fmla="*/ 6680 h 6718"/>
                <a:gd name="csX11" fmla="*/ 3675 w 8240"/>
                <a:gd name="csY11" fmla="*/ 5349 h 6718"/>
                <a:gd name="csX12" fmla="*/ 3659 w 8240"/>
                <a:gd name="csY12" fmla="*/ 2564 h 6718"/>
                <a:gd name="csX13" fmla="*/ 5729 w 8240"/>
                <a:gd name="csY13" fmla="*/ 3112 h 6718"/>
                <a:gd name="csX14" fmla="*/ 7623 w 8240"/>
                <a:gd name="csY14" fmla="*/ 4976 h 6718"/>
                <a:gd name="csX15" fmla="*/ 8240 w 8240"/>
                <a:gd name="csY15" fmla="*/ 5866 h 67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240" h="6718">
                  <a:moveTo>
                    <a:pt x="2845" y="1271"/>
                  </a:moveTo>
                  <a:lnTo>
                    <a:pt x="1567" y="1674"/>
                  </a:lnTo>
                  <a:lnTo>
                    <a:pt x="297" y="883"/>
                  </a:lnTo>
                  <a:lnTo>
                    <a:pt x="0" y="403"/>
                  </a:lnTo>
                  <a:lnTo>
                    <a:pt x="1765" y="0"/>
                  </a:lnTo>
                  <a:lnTo>
                    <a:pt x="2633" y="358"/>
                  </a:lnTo>
                  <a:lnTo>
                    <a:pt x="2998" y="1043"/>
                  </a:lnTo>
                  <a:lnTo>
                    <a:pt x="2845" y="1271"/>
                  </a:lnTo>
                  <a:close/>
                  <a:moveTo>
                    <a:pt x="8240" y="5866"/>
                  </a:moveTo>
                  <a:lnTo>
                    <a:pt x="7525" y="6719"/>
                  </a:lnTo>
                  <a:lnTo>
                    <a:pt x="5471" y="6680"/>
                  </a:lnTo>
                  <a:lnTo>
                    <a:pt x="3675" y="5349"/>
                  </a:lnTo>
                  <a:lnTo>
                    <a:pt x="3659" y="2564"/>
                  </a:lnTo>
                  <a:lnTo>
                    <a:pt x="5729" y="3112"/>
                  </a:lnTo>
                  <a:lnTo>
                    <a:pt x="7623" y="4976"/>
                  </a:lnTo>
                  <a:lnTo>
                    <a:pt x="8240" y="5866"/>
                  </a:lnTo>
                  <a:close/>
                </a:path>
              </a:pathLst>
            </a:custGeom>
            <a:solidFill>
              <a:srgbClr val="2562E8"/>
            </a:solidFill>
            <a:ln w="6168" cap="flat">
              <a:solidFill>
                <a:srgbClr val="2562E8"/>
              </a:solidFill>
              <a:prstDash val="solid"/>
              <a:miter/>
            </a:ln>
          </p:spPr>
          <p:txBody>
            <a:bodyPr/>
            <a:lstStyle/>
            <a:p>
              <a:endParaRPr lang="en-US"/>
            </a:p>
          </p:txBody>
        </p:sp>
        <p:sp>
          <p:nvSpPr>
            <p:cNvPr id="2275" name="Freeform: Shape 2274">
              <a:extLst>
                <a:ext uri="{FF2B5EF4-FFF2-40B4-BE49-F238E27FC236}">
                  <a16:creationId xmlns:a16="http://schemas.microsoft.com/office/drawing/2014/main" id="{849E376D-A726-28E0-8590-4C57663CFC60}"/>
                </a:ext>
              </a:extLst>
            </p:cNvPr>
            <p:cNvSpPr/>
            <p:nvPr/>
          </p:nvSpPr>
          <p:spPr>
            <a:xfrm>
              <a:off x="10797791" y="5437233"/>
              <a:ext cx="10126" cy="11839"/>
            </a:xfrm>
            <a:custGeom>
              <a:avLst/>
              <a:gdLst>
                <a:gd name="csX0" fmla="*/ 7121 w 10126"/>
                <a:gd name="csY0" fmla="*/ 11200 h 11839"/>
                <a:gd name="csX1" fmla="*/ 4428 w 10126"/>
                <a:gd name="csY1" fmla="*/ 11839 h 11839"/>
                <a:gd name="csX2" fmla="*/ 1400 w 10126"/>
                <a:gd name="csY2" fmla="*/ 11619 h 11839"/>
                <a:gd name="csX3" fmla="*/ 228 w 10126"/>
                <a:gd name="csY3" fmla="*/ 10409 h 11839"/>
                <a:gd name="csX4" fmla="*/ 0 w 10126"/>
                <a:gd name="csY4" fmla="*/ 9899 h 11839"/>
                <a:gd name="csX5" fmla="*/ 1012 w 10126"/>
                <a:gd name="csY5" fmla="*/ 9420 h 11839"/>
                <a:gd name="csX6" fmla="*/ 951 w 10126"/>
                <a:gd name="csY6" fmla="*/ 7860 h 11839"/>
                <a:gd name="csX7" fmla="*/ 1453 w 10126"/>
                <a:gd name="csY7" fmla="*/ 5395 h 11839"/>
                <a:gd name="csX8" fmla="*/ 2100 w 10126"/>
                <a:gd name="csY8" fmla="*/ 4383 h 11839"/>
                <a:gd name="csX9" fmla="*/ 3599 w 10126"/>
                <a:gd name="csY9" fmla="*/ 3477 h 11839"/>
                <a:gd name="csX10" fmla="*/ 4215 w 10126"/>
                <a:gd name="csY10" fmla="*/ 1492 h 11839"/>
                <a:gd name="csX11" fmla="*/ 5509 w 10126"/>
                <a:gd name="csY11" fmla="*/ 168 h 11839"/>
                <a:gd name="csX12" fmla="*/ 7236 w 10126"/>
                <a:gd name="csY12" fmla="*/ 0 h 11839"/>
                <a:gd name="csX13" fmla="*/ 8955 w 10126"/>
                <a:gd name="csY13" fmla="*/ 2450 h 11839"/>
                <a:gd name="csX14" fmla="*/ 10127 w 10126"/>
                <a:gd name="csY14" fmla="*/ 5029 h 11839"/>
                <a:gd name="csX15" fmla="*/ 9884 w 10126"/>
                <a:gd name="csY15" fmla="*/ 7624 h 11839"/>
                <a:gd name="csX16" fmla="*/ 8697 w 10126"/>
                <a:gd name="csY16" fmla="*/ 8568 h 11839"/>
                <a:gd name="csX17" fmla="*/ 8301 w 10126"/>
                <a:gd name="csY17" fmla="*/ 10066 h 11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126" h="11839">
                  <a:moveTo>
                    <a:pt x="7121" y="11200"/>
                  </a:moveTo>
                  <a:lnTo>
                    <a:pt x="4428" y="11839"/>
                  </a:lnTo>
                  <a:lnTo>
                    <a:pt x="1400" y="11619"/>
                  </a:lnTo>
                  <a:lnTo>
                    <a:pt x="228" y="10409"/>
                  </a:lnTo>
                  <a:lnTo>
                    <a:pt x="0" y="9899"/>
                  </a:lnTo>
                  <a:lnTo>
                    <a:pt x="1012" y="9420"/>
                  </a:lnTo>
                  <a:lnTo>
                    <a:pt x="951" y="7860"/>
                  </a:lnTo>
                  <a:lnTo>
                    <a:pt x="1453" y="5395"/>
                  </a:lnTo>
                  <a:lnTo>
                    <a:pt x="2100" y="4383"/>
                  </a:lnTo>
                  <a:lnTo>
                    <a:pt x="3599" y="3477"/>
                  </a:lnTo>
                  <a:lnTo>
                    <a:pt x="4215" y="1492"/>
                  </a:lnTo>
                  <a:lnTo>
                    <a:pt x="5509" y="168"/>
                  </a:lnTo>
                  <a:lnTo>
                    <a:pt x="7236" y="0"/>
                  </a:lnTo>
                  <a:lnTo>
                    <a:pt x="8955" y="2450"/>
                  </a:lnTo>
                  <a:lnTo>
                    <a:pt x="10127" y="5029"/>
                  </a:lnTo>
                  <a:lnTo>
                    <a:pt x="9884" y="7624"/>
                  </a:lnTo>
                  <a:lnTo>
                    <a:pt x="8697" y="8568"/>
                  </a:lnTo>
                  <a:lnTo>
                    <a:pt x="8301" y="10066"/>
                  </a:lnTo>
                  <a:close/>
                </a:path>
              </a:pathLst>
            </a:custGeom>
            <a:solidFill>
              <a:srgbClr val="2562E8"/>
            </a:solidFill>
            <a:ln w="6168" cap="flat">
              <a:solidFill>
                <a:srgbClr val="2562E8"/>
              </a:solidFill>
              <a:prstDash val="solid"/>
              <a:miter/>
            </a:ln>
          </p:spPr>
          <p:txBody>
            <a:bodyPr/>
            <a:lstStyle/>
            <a:p>
              <a:endParaRPr lang="en-US"/>
            </a:p>
          </p:txBody>
        </p:sp>
        <p:sp>
          <p:nvSpPr>
            <p:cNvPr id="2276" name="Freeform: Shape 2275">
              <a:extLst>
                <a:ext uri="{FF2B5EF4-FFF2-40B4-BE49-F238E27FC236}">
                  <a16:creationId xmlns:a16="http://schemas.microsoft.com/office/drawing/2014/main" id="{A68050EB-1168-31B1-8F3A-31983E41E5E1}"/>
                </a:ext>
              </a:extLst>
            </p:cNvPr>
            <p:cNvSpPr/>
            <p:nvPr/>
          </p:nvSpPr>
          <p:spPr>
            <a:xfrm>
              <a:off x="11140816" y="4914076"/>
              <a:ext cx="3111" cy="21638"/>
            </a:xfrm>
            <a:custGeom>
              <a:avLst/>
              <a:gdLst>
                <a:gd name="csX0" fmla="*/ 2784 w 3111"/>
                <a:gd name="csY0" fmla="*/ 1765 h 21638"/>
                <a:gd name="csX1" fmla="*/ 2412 w 3111"/>
                <a:gd name="csY1" fmla="*/ 1963 h 21638"/>
                <a:gd name="csX2" fmla="*/ 2062 w 3111"/>
                <a:gd name="csY2" fmla="*/ 1887 h 21638"/>
                <a:gd name="csX3" fmla="*/ 1940 w 3111"/>
                <a:gd name="csY3" fmla="*/ 1636 h 21638"/>
                <a:gd name="csX4" fmla="*/ 2115 w 3111"/>
                <a:gd name="csY4" fmla="*/ 1271 h 21638"/>
                <a:gd name="csX5" fmla="*/ 2404 w 3111"/>
                <a:gd name="csY5" fmla="*/ 791 h 21638"/>
                <a:gd name="csX6" fmla="*/ 2602 w 3111"/>
                <a:gd name="csY6" fmla="*/ 274 h 21638"/>
                <a:gd name="csX7" fmla="*/ 2891 w 3111"/>
                <a:gd name="csY7" fmla="*/ 0 h 21638"/>
                <a:gd name="csX8" fmla="*/ 3112 w 3111"/>
                <a:gd name="csY8" fmla="*/ 91 h 21638"/>
                <a:gd name="csX9" fmla="*/ 3089 w 3111"/>
                <a:gd name="csY9" fmla="*/ 380 h 21638"/>
                <a:gd name="csX10" fmla="*/ 2982 w 3111"/>
                <a:gd name="csY10" fmla="*/ 776 h 21638"/>
                <a:gd name="csX11" fmla="*/ 2914 w 3111"/>
                <a:gd name="csY11" fmla="*/ 1293 h 21638"/>
                <a:gd name="csX12" fmla="*/ 2784 w 3111"/>
                <a:gd name="csY12" fmla="*/ 1765 h 21638"/>
                <a:gd name="csX13" fmla="*/ 738 w 3111"/>
                <a:gd name="csY13" fmla="*/ 21601 h 21638"/>
                <a:gd name="csX14" fmla="*/ 281 w 3111"/>
                <a:gd name="csY14" fmla="*/ 21639 h 21638"/>
                <a:gd name="csX15" fmla="*/ 0 w 3111"/>
                <a:gd name="csY15" fmla="*/ 21273 h 21638"/>
                <a:gd name="csX16" fmla="*/ 61 w 3111"/>
                <a:gd name="csY16" fmla="*/ 20748 h 21638"/>
                <a:gd name="csX17" fmla="*/ 418 w 3111"/>
                <a:gd name="csY17" fmla="*/ 20376 h 21638"/>
                <a:gd name="csX18" fmla="*/ 974 w 3111"/>
                <a:gd name="csY18" fmla="*/ 20353 h 21638"/>
                <a:gd name="csX19" fmla="*/ 1293 w 3111"/>
                <a:gd name="csY19" fmla="*/ 20680 h 21638"/>
                <a:gd name="csX20" fmla="*/ 1134 w 3111"/>
                <a:gd name="csY20" fmla="*/ 21190 h 21638"/>
                <a:gd name="csX21" fmla="*/ 738 w 3111"/>
                <a:gd name="csY21" fmla="*/ 21601 h 216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11" h="21638">
                  <a:moveTo>
                    <a:pt x="2784" y="1765"/>
                  </a:moveTo>
                  <a:lnTo>
                    <a:pt x="2412" y="1963"/>
                  </a:lnTo>
                  <a:lnTo>
                    <a:pt x="2062" y="1887"/>
                  </a:lnTo>
                  <a:lnTo>
                    <a:pt x="1940" y="1636"/>
                  </a:lnTo>
                  <a:lnTo>
                    <a:pt x="2115" y="1271"/>
                  </a:lnTo>
                  <a:lnTo>
                    <a:pt x="2404" y="791"/>
                  </a:lnTo>
                  <a:lnTo>
                    <a:pt x="2602" y="274"/>
                  </a:lnTo>
                  <a:lnTo>
                    <a:pt x="2891" y="0"/>
                  </a:lnTo>
                  <a:lnTo>
                    <a:pt x="3112" y="91"/>
                  </a:lnTo>
                  <a:lnTo>
                    <a:pt x="3089" y="380"/>
                  </a:lnTo>
                  <a:lnTo>
                    <a:pt x="2982" y="776"/>
                  </a:lnTo>
                  <a:lnTo>
                    <a:pt x="2914" y="1293"/>
                  </a:lnTo>
                  <a:lnTo>
                    <a:pt x="2784" y="1765"/>
                  </a:lnTo>
                  <a:close/>
                  <a:moveTo>
                    <a:pt x="738" y="21601"/>
                  </a:moveTo>
                  <a:lnTo>
                    <a:pt x="281" y="21639"/>
                  </a:lnTo>
                  <a:lnTo>
                    <a:pt x="0" y="21273"/>
                  </a:lnTo>
                  <a:lnTo>
                    <a:pt x="61" y="20748"/>
                  </a:lnTo>
                  <a:lnTo>
                    <a:pt x="418" y="20376"/>
                  </a:lnTo>
                  <a:lnTo>
                    <a:pt x="974" y="20353"/>
                  </a:lnTo>
                  <a:lnTo>
                    <a:pt x="1293" y="20680"/>
                  </a:lnTo>
                  <a:lnTo>
                    <a:pt x="1134" y="21190"/>
                  </a:lnTo>
                  <a:lnTo>
                    <a:pt x="738" y="21601"/>
                  </a:lnTo>
                  <a:close/>
                </a:path>
              </a:pathLst>
            </a:custGeom>
            <a:solidFill>
              <a:srgbClr val="2562E8"/>
            </a:solidFill>
            <a:ln w="6168" cap="flat">
              <a:solidFill>
                <a:srgbClr val="2562E8"/>
              </a:solidFill>
              <a:prstDash val="solid"/>
              <a:miter/>
            </a:ln>
          </p:spPr>
          <p:txBody>
            <a:bodyPr/>
            <a:lstStyle/>
            <a:p>
              <a:endParaRPr lang="en-US"/>
            </a:p>
          </p:txBody>
        </p:sp>
        <p:sp>
          <p:nvSpPr>
            <p:cNvPr id="2277" name="Freeform: Shape 2276">
              <a:extLst>
                <a:ext uri="{FF2B5EF4-FFF2-40B4-BE49-F238E27FC236}">
                  <a16:creationId xmlns:a16="http://schemas.microsoft.com/office/drawing/2014/main" id="{6BD6EB83-950B-ECA2-BCC8-1C5AF49C9C5C}"/>
                </a:ext>
              </a:extLst>
            </p:cNvPr>
            <p:cNvSpPr/>
            <p:nvPr/>
          </p:nvSpPr>
          <p:spPr>
            <a:xfrm>
              <a:off x="10271483" y="5204411"/>
              <a:ext cx="68811" cy="168810"/>
            </a:xfrm>
            <a:custGeom>
              <a:avLst/>
              <a:gdLst>
                <a:gd name="csX0" fmla="*/ 48885 w 68811"/>
                <a:gd name="csY0" fmla="*/ 47120 h 168810"/>
                <a:gd name="csX1" fmla="*/ 46047 w 68811"/>
                <a:gd name="csY1" fmla="*/ 47067 h 168810"/>
                <a:gd name="csX2" fmla="*/ 42479 w 68811"/>
                <a:gd name="csY2" fmla="*/ 47348 h 168810"/>
                <a:gd name="csX3" fmla="*/ 41604 w 68811"/>
                <a:gd name="csY3" fmla="*/ 48033 h 168810"/>
                <a:gd name="csX4" fmla="*/ 41338 w 68811"/>
                <a:gd name="csY4" fmla="*/ 49547 h 168810"/>
                <a:gd name="csX5" fmla="*/ 40219 w 68811"/>
                <a:gd name="csY5" fmla="*/ 52666 h 168810"/>
                <a:gd name="csX6" fmla="*/ 39595 w 68811"/>
                <a:gd name="csY6" fmla="*/ 53815 h 168810"/>
                <a:gd name="csX7" fmla="*/ 38279 w 68811"/>
                <a:gd name="csY7" fmla="*/ 55915 h 168810"/>
                <a:gd name="csX8" fmla="*/ 36422 w 68811"/>
                <a:gd name="csY8" fmla="*/ 58875 h 168810"/>
                <a:gd name="csX9" fmla="*/ 36034 w 68811"/>
                <a:gd name="csY9" fmla="*/ 59841 h 168810"/>
                <a:gd name="csX10" fmla="*/ 36095 w 68811"/>
                <a:gd name="csY10" fmla="*/ 60838 h 168810"/>
                <a:gd name="csX11" fmla="*/ 37191 w 68811"/>
                <a:gd name="csY11" fmla="*/ 64863 h 168810"/>
                <a:gd name="csX12" fmla="*/ 38340 w 68811"/>
                <a:gd name="csY12" fmla="*/ 69093 h 168810"/>
                <a:gd name="csX13" fmla="*/ 38705 w 68811"/>
                <a:gd name="csY13" fmla="*/ 70752 h 168810"/>
                <a:gd name="csX14" fmla="*/ 39519 w 68811"/>
                <a:gd name="csY14" fmla="*/ 76382 h 168810"/>
                <a:gd name="csX15" fmla="*/ 39976 w 68811"/>
                <a:gd name="csY15" fmla="*/ 80369 h 168810"/>
                <a:gd name="csX16" fmla="*/ 40044 w 68811"/>
                <a:gd name="csY16" fmla="*/ 82713 h 168810"/>
                <a:gd name="csX17" fmla="*/ 40432 w 68811"/>
                <a:gd name="csY17" fmla="*/ 85847 h 168810"/>
                <a:gd name="csX18" fmla="*/ 41451 w 68811"/>
                <a:gd name="csY18" fmla="*/ 87544 h 168810"/>
                <a:gd name="csX19" fmla="*/ 42524 w 68811"/>
                <a:gd name="csY19" fmla="*/ 88609 h 168810"/>
                <a:gd name="csX20" fmla="*/ 46557 w 68811"/>
                <a:gd name="csY20" fmla="*/ 89248 h 168810"/>
                <a:gd name="csX21" fmla="*/ 47759 w 68811"/>
                <a:gd name="csY21" fmla="*/ 90032 h 168810"/>
                <a:gd name="csX22" fmla="*/ 50042 w 68811"/>
                <a:gd name="csY22" fmla="*/ 92033 h 168810"/>
                <a:gd name="csX23" fmla="*/ 55033 w 68811"/>
                <a:gd name="csY23" fmla="*/ 97572 h 168810"/>
                <a:gd name="csX24" fmla="*/ 57772 w 68811"/>
                <a:gd name="csY24" fmla="*/ 101110 h 168810"/>
                <a:gd name="csX25" fmla="*/ 60184 w 68811"/>
                <a:gd name="csY25" fmla="*/ 104222 h 168810"/>
                <a:gd name="csX26" fmla="*/ 64490 w 68811"/>
                <a:gd name="csY26" fmla="*/ 110012 h 168810"/>
                <a:gd name="csX27" fmla="*/ 67838 w 68811"/>
                <a:gd name="csY27" fmla="*/ 114516 h 168810"/>
                <a:gd name="csX28" fmla="*/ 68257 w 68811"/>
                <a:gd name="csY28" fmla="*/ 118747 h 168810"/>
                <a:gd name="csX29" fmla="*/ 68812 w 68811"/>
                <a:gd name="csY29" fmla="*/ 119363 h 168810"/>
                <a:gd name="csX30" fmla="*/ 67686 w 68811"/>
                <a:gd name="csY30" fmla="*/ 122505 h 168810"/>
                <a:gd name="csX31" fmla="*/ 66948 w 68811"/>
                <a:gd name="csY31" fmla="*/ 127580 h 168810"/>
                <a:gd name="csX32" fmla="*/ 67481 w 68811"/>
                <a:gd name="csY32" fmla="*/ 130951 h 168810"/>
                <a:gd name="csX33" fmla="*/ 67260 w 68811"/>
                <a:gd name="csY33" fmla="*/ 136710 h 168810"/>
                <a:gd name="csX34" fmla="*/ 66644 w 68811"/>
                <a:gd name="csY34" fmla="*/ 142851 h 168810"/>
                <a:gd name="csX35" fmla="*/ 65875 w 68811"/>
                <a:gd name="csY35" fmla="*/ 145050 h 168810"/>
                <a:gd name="csX36" fmla="*/ 64886 w 68811"/>
                <a:gd name="csY36" fmla="*/ 145879 h 168810"/>
                <a:gd name="csX37" fmla="*/ 62543 w 68811"/>
                <a:gd name="csY37" fmla="*/ 146541 h 168810"/>
                <a:gd name="csX38" fmla="*/ 57399 w 68811"/>
                <a:gd name="csY38" fmla="*/ 147309 h 168810"/>
                <a:gd name="csX39" fmla="*/ 56631 w 68811"/>
                <a:gd name="csY39" fmla="*/ 148032 h 168810"/>
                <a:gd name="csX40" fmla="*/ 55969 w 68811"/>
                <a:gd name="csY40" fmla="*/ 149227 h 168810"/>
                <a:gd name="csX41" fmla="*/ 54926 w 68811"/>
                <a:gd name="csY41" fmla="*/ 152065 h 168810"/>
                <a:gd name="csX42" fmla="*/ 53702 w 68811"/>
                <a:gd name="csY42" fmla="*/ 154925 h 168810"/>
                <a:gd name="csX43" fmla="*/ 53313 w 68811"/>
                <a:gd name="csY43" fmla="*/ 156151 h 168810"/>
                <a:gd name="csX44" fmla="*/ 53549 w 68811"/>
                <a:gd name="csY44" fmla="*/ 156440 h 168810"/>
                <a:gd name="csX45" fmla="*/ 54653 w 68811"/>
                <a:gd name="csY45" fmla="*/ 157900 h 168810"/>
                <a:gd name="csX46" fmla="*/ 55748 w 68811"/>
                <a:gd name="csY46" fmla="*/ 161636 h 168810"/>
                <a:gd name="csX47" fmla="*/ 55946 w 68811"/>
                <a:gd name="csY47" fmla="*/ 168050 h 168810"/>
                <a:gd name="csX48" fmla="*/ 55566 w 68811"/>
                <a:gd name="csY48" fmla="*/ 168530 h 168810"/>
                <a:gd name="csX49" fmla="*/ 54044 w 68811"/>
                <a:gd name="csY49" fmla="*/ 168811 h 168810"/>
                <a:gd name="csX50" fmla="*/ 52408 w 68811"/>
                <a:gd name="csY50" fmla="*/ 168727 h 168810"/>
                <a:gd name="csX51" fmla="*/ 51731 w 68811"/>
                <a:gd name="csY51" fmla="*/ 168362 h 168810"/>
                <a:gd name="csX52" fmla="*/ 51122 w 68811"/>
                <a:gd name="csY52" fmla="*/ 167647 h 168810"/>
                <a:gd name="csX53" fmla="*/ 50681 w 68811"/>
                <a:gd name="csY53" fmla="*/ 166277 h 168810"/>
                <a:gd name="csX54" fmla="*/ 51753 w 68811"/>
                <a:gd name="csY54" fmla="*/ 165326 h 168810"/>
                <a:gd name="csX55" fmla="*/ 52134 w 68811"/>
                <a:gd name="csY55" fmla="*/ 163653 h 168810"/>
                <a:gd name="csX56" fmla="*/ 51449 w 68811"/>
                <a:gd name="csY56" fmla="*/ 162222 h 168810"/>
                <a:gd name="csX57" fmla="*/ 50072 w 68811"/>
                <a:gd name="csY57" fmla="*/ 161902 h 168810"/>
                <a:gd name="csX58" fmla="*/ 48322 w 68811"/>
                <a:gd name="csY58" fmla="*/ 160586 h 168810"/>
                <a:gd name="csX59" fmla="*/ 44594 w 68811"/>
                <a:gd name="csY59" fmla="*/ 156303 h 168810"/>
                <a:gd name="csX60" fmla="*/ 41474 w 68811"/>
                <a:gd name="csY60" fmla="*/ 153297 h 168810"/>
                <a:gd name="csX61" fmla="*/ 39664 w 68811"/>
                <a:gd name="csY61" fmla="*/ 150809 h 168810"/>
                <a:gd name="csX62" fmla="*/ 37815 w 68811"/>
                <a:gd name="csY62" fmla="*/ 149820 h 168810"/>
                <a:gd name="csX63" fmla="*/ 37282 w 68811"/>
                <a:gd name="csY63" fmla="*/ 149211 h 168810"/>
                <a:gd name="csX64" fmla="*/ 36833 w 68811"/>
                <a:gd name="csY64" fmla="*/ 148161 h 168810"/>
                <a:gd name="csX65" fmla="*/ 36826 w 68811"/>
                <a:gd name="csY65" fmla="*/ 146647 h 168810"/>
                <a:gd name="csX66" fmla="*/ 36993 w 68811"/>
                <a:gd name="csY66" fmla="*/ 145536 h 168810"/>
                <a:gd name="csX67" fmla="*/ 36415 w 68811"/>
                <a:gd name="csY67" fmla="*/ 144281 h 168810"/>
                <a:gd name="csX68" fmla="*/ 34543 w 68811"/>
                <a:gd name="csY68" fmla="*/ 142348 h 168810"/>
                <a:gd name="csX69" fmla="*/ 33691 w 68811"/>
                <a:gd name="csY69" fmla="*/ 141276 h 168810"/>
                <a:gd name="csX70" fmla="*/ 33645 w 68811"/>
                <a:gd name="csY70" fmla="*/ 139997 h 168810"/>
                <a:gd name="csX71" fmla="*/ 34436 w 68811"/>
                <a:gd name="csY71" fmla="*/ 138765 h 168810"/>
                <a:gd name="csX72" fmla="*/ 36034 w 68811"/>
                <a:gd name="csY72" fmla="*/ 137258 h 168810"/>
                <a:gd name="csX73" fmla="*/ 37244 w 68811"/>
                <a:gd name="csY73" fmla="*/ 134207 h 168810"/>
                <a:gd name="csX74" fmla="*/ 37678 w 68811"/>
                <a:gd name="csY74" fmla="*/ 132237 h 168810"/>
                <a:gd name="csX75" fmla="*/ 39938 w 68811"/>
                <a:gd name="csY75" fmla="*/ 128273 h 168810"/>
                <a:gd name="csX76" fmla="*/ 40250 w 68811"/>
                <a:gd name="csY76" fmla="*/ 124833 h 168810"/>
                <a:gd name="csX77" fmla="*/ 40295 w 68811"/>
                <a:gd name="csY77" fmla="*/ 122087 h 168810"/>
                <a:gd name="csX78" fmla="*/ 40158 w 68811"/>
                <a:gd name="csY78" fmla="*/ 120033 h 168810"/>
                <a:gd name="csX79" fmla="*/ 39580 w 68811"/>
                <a:gd name="csY79" fmla="*/ 115825 h 168810"/>
                <a:gd name="csX80" fmla="*/ 39176 w 68811"/>
                <a:gd name="csY80" fmla="*/ 112919 h 168810"/>
                <a:gd name="csX81" fmla="*/ 36392 w 68811"/>
                <a:gd name="csY81" fmla="*/ 109114 h 168810"/>
                <a:gd name="csX82" fmla="*/ 35486 w 68811"/>
                <a:gd name="csY82" fmla="*/ 108757 h 168810"/>
                <a:gd name="csX83" fmla="*/ 32846 w 68811"/>
                <a:gd name="csY83" fmla="*/ 109091 h 168810"/>
                <a:gd name="csX84" fmla="*/ 30564 w 68811"/>
                <a:gd name="csY84" fmla="*/ 109647 h 168810"/>
                <a:gd name="csX85" fmla="*/ 29445 w 68811"/>
                <a:gd name="csY85" fmla="*/ 110438 h 168810"/>
                <a:gd name="csX86" fmla="*/ 27749 w 68811"/>
                <a:gd name="csY86" fmla="*/ 110476 h 168810"/>
                <a:gd name="csX87" fmla="*/ 23298 w 68811"/>
                <a:gd name="csY87" fmla="*/ 111138 h 168810"/>
                <a:gd name="csX88" fmla="*/ 21897 w 68811"/>
                <a:gd name="csY88" fmla="*/ 111420 h 168810"/>
                <a:gd name="csX89" fmla="*/ 21091 w 68811"/>
                <a:gd name="csY89" fmla="*/ 112105 h 168810"/>
                <a:gd name="csX90" fmla="*/ 20619 w 68811"/>
                <a:gd name="csY90" fmla="*/ 112249 h 168810"/>
                <a:gd name="csX91" fmla="*/ 17820 w 68811"/>
                <a:gd name="csY91" fmla="*/ 109312 h 168810"/>
                <a:gd name="csX92" fmla="*/ 15362 w 68811"/>
                <a:gd name="csY92" fmla="*/ 106139 h 168810"/>
                <a:gd name="csX93" fmla="*/ 12235 w 68811"/>
                <a:gd name="csY93" fmla="*/ 100753 h 168810"/>
                <a:gd name="csX94" fmla="*/ 11345 w 68811"/>
                <a:gd name="csY94" fmla="*/ 100106 h 168810"/>
                <a:gd name="csX95" fmla="*/ 10203 w 68811"/>
                <a:gd name="csY95" fmla="*/ 98523 h 168810"/>
                <a:gd name="csX96" fmla="*/ 9252 w 68811"/>
                <a:gd name="csY96" fmla="*/ 98919 h 168810"/>
                <a:gd name="csX97" fmla="*/ 7943 w 68811"/>
                <a:gd name="csY97" fmla="*/ 100030 h 168810"/>
                <a:gd name="csX98" fmla="*/ 7236 w 68811"/>
                <a:gd name="csY98" fmla="*/ 100334 h 168810"/>
                <a:gd name="csX99" fmla="*/ 6871 w 68811"/>
                <a:gd name="csY99" fmla="*/ 100304 h 168810"/>
                <a:gd name="csX100" fmla="*/ 6635 w 68811"/>
                <a:gd name="csY100" fmla="*/ 100022 h 168810"/>
                <a:gd name="csX101" fmla="*/ 6346 w 68811"/>
                <a:gd name="csY101" fmla="*/ 99315 h 168810"/>
                <a:gd name="csX102" fmla="*/ 5334 w 68811"/>
                <a:gd name="csY102" fmla="*/ 97283 h 168810"/>
                <a:gd name="csX103" fmla="*/ 4200 w 68811"/>
                <a:gd name="csY103" fmla="*/ 95830 h 168810"/>
                <a:gd name="csX104" fmla="*/ 2998 w 68811"/>
                <a:gd name="csY104" fmla="*/ 95267 h 168810"/>
                <a:gd name="csX105" fmla="*/ 2016 w 68811"/>
                <a:gd name="csY105" fmla="*/ 94597 h 168810"/>
                <a:gd name="csX106" fmla="*/ 2450 w 68811"/>
                <a:gd name="csY106" fmla="*/ 93950 h 168810"/>
                <a:gd name="csX107" fmla="*/ 2907 w 68811"/>
                <a:gd name="csY107" fmla="*/ 93486 h 168810"/>
                <a:gd name="csX108" fmla="*/ 2709 w 68811"/>
                <a:gd name="csY108" fmla="*/ 93007 h 168810"/>
                <a:gd name="csX109" fmla="*/ 2161 w 68811"/>
                <a:gd name="csY109" fmla="*/ 92307 h 168810"/>
                <a:gd name="csX110" fmla="*/ 31 w 68811"/>
                <a:gd name="csY110" fmla="*/ 91295 h 168810"/>
                <a:gd name="csX111" fmla="*/ 0 w 68811"/>
                <a:gd name="csY111" fmla="*/ 90861 h 168810"/>
                <a:gd name="csX112" fmla="*/ 1879 w 68811"/>
                <a:gd name="csY112" fmla="*/ 89986 h 168810"/>
                <a:gd name="csX113" fmla="*/ 3066 w 68811"/>
                <a:gd name="csY113" fmla="*/ 88944 h 168810"/>
                <a:gd name="csX114" fmla="*/ 3873 w 68811"/>
                <a:gd name="csY114" fmla="*/ 87947 h 168810"/>
                <a:gd name="csX115" fmla="*/ 4892 w 68811"/>
                <a:gd name="csY115" fmla="*/ 85764 h 168810"/>
                <a:gd name="csX116" fmla="*/ 5722 w 68811"/>
                <a:gd name="csY116" fmla="*/ 83588 h 168810"/>
                <a:gd name="csX117" fmla="*/ 6346 w 68811"/>
                <a:gd name="csY117" fmla="*/ 82880 h 168810"/>
                <a:gd name="csX118" fmla="*/ 6559 w 68811"/>
                <a:gd name="csY118" fmla="*/ 81442 h 168810"/>
                <a:gd name="csX119" fmla="*/ 6414 w 68811"/>
                <a:gd name="csY119" fmla="*/ 79821 h 168810"/>
                <a:gd name="csX120" fmla="*/ 6833 w 68811"/>
                <a:gd name="csY120" fmla="*/ 77752 h 168810"/>
                <a:gd name="csX121" fmla="*/ 7030 w 68811"/>
                <a:gd name="csY121" fmla="*/ 75797 h 168810"/>
                <a:gd name="csX122" fmla="*/ 6399 w 68811"/>
                <a:gd name="csY122" fmla="*/ 75036 h 168810"/>
                <a:gd name="csX123" fmla="*/ 5866 w 68811"/>
                <a:gd name="csY123" fmla="*/ 73719 h 168810"/>
                <a:gd name="csX124" fmla="*/ 6498 w 68811"/>
                <a:gd name="csY124" fmla="*/ 71482 h 168810"/>
                <a:gd name="csX125" fmla="*/ 7487 w 68811"/>
                <a:gd name="csY125" fmla="*/ 69938 h 168810"/>
                <a:gd name="csX126" fmla="*/ 12227 w 68811"/>
                <a:gd name="csY126" fmla="*/ 68332 h 168810"/>
                <a:gd name="csX127" fmla="*/ 15529 w 68811"/>
                <a:gd name="csY127" fmla="*/ 66879 h 168810"/>
                <a:gd name="csX128" fmla="*/ 16229 w 68811"/>
                <a:gd name="csY128" fmla="*/ 66248 h 168810"/>
                <a:gd name="csX129" fmla="*/ 17348 w 68811"/>
                <a:gd name="csY129" fmla="*/ 65008 h 168810"/>
                <a:gd name="csX130" fmla="*/ 17971 w 68811"/>
                <a:gd name="csY130" fmla="*/ 63798 h 168810"/>
                <a:gd name="csX131" fmla="*/ 17523 w 68811"/>
                <a:gd name="csY131" fmla="*/ 63440 h 168810"/>
                <a:gd name="csX132" fmla="*/ 14928 w 68811"/>
                <a:gd name="csY132" fmla="*/ 63410 h 168810"/>
                <a:gd name="csX133" fmla="*/ 14289 w 68811"/>
                <a:gd name="csY133" fmla="*/ 62946 h 168810"/>
                <a:gd name="csX134" fmla="*/ 12417 w 68811"/>
                <a:gd name="csY134" fmla="*/ 58692 h 168810"/>
                <a:gd name="csX135" fmla="*/ 13452 w 68811"/>
                <a:gd name="csY135" fmla="*/ 53823 h 168810"/>
                <a:gd name="csX136" fmla="*/ 13543 w 68811"/>
                <a:gd name="csY136" fmla="*/ 51913 h 168810"/>
                <a:gd name="csX137" fmla="*/ 13521 w 68811"/>
                <a:gd name="csY137" fmla="*/ 49539 h 168810"/>
                <a:gd name="csX138" fmla="*/ 13193 w 68811"/>
                <a:gd name="csY138" fmla="*/ 47812 h 168810"/>
                <a:gd name="csX139" fmla="*/ 12372 w 68811"/>
                <a:gd name="csY139" fmla="*/ 47089 h 168810"/>
                <a:gd name="csX140" fmla="*/ 11869 w 68811"/>
                <a:gd name="csY140" fmla="*/ 46161 h 168810"/>
                <a:gd name="csX141" fmla="*/ 12006 w 68811"/>
                <a:gd name="csY141" fmla="*/ 43628 h 168810"/>
                <a:gd name="csX142" fmla="*/ 12767 w 68811"/>
                <a:gd name="csY142" fmla="*/ 43323 h 168810"/>
                <a:gd name="csX143" fmla="*/ 14411 w 68811"/>
                <a:gd name="csY143" fmla="*/ 39975 h 168810"/>
                <a:gd name="csX144" fmla="*/ 15141 w 68811"/>
                <a:gd name="csY144" fmla="*/ 38005 h 168810"/>
                <a:gd name="csX145" fmla="*/ 14266 w 68811"/>
                <a:gd name="csY145" fmla="*/ 36430 h 168810"/>
                <a:gd name="csX146" fmla="*/ 13300 w 68811"/>
                <a:gd name="csY146" fmla="*/ 34185 h 168810"/>
                <a:gd name="csX147" fmla="*/ 12858 w 68811"/>
                <a:gd name="csY147" fmla="*/ 32755 h 168810"/>
                <a:gd name="csX148" fmla="*/ 12615 w 68811"/>
                <a:gd name="csY148" fmla="*/ 32283 h 168810"/>
                <a:gd name="csX149" fmla="*/ 13285 w 68811"/>
                <a:gd name="csY149" fmla="*/ 31400 h 168810"/>
                <a:gd name="csX150" fmla="*/ 14396 w 68811"/>
                <a:gd name="csY150" fmla="*/ 30548 h 168810"/>
                <a:gd name="csX151" fmla="*/ 15643 w 68811"/>
                <a:gd name="csY151" fmla="*/ 30313 h 168810"/>
                <a:gd name="csX152" fmla="*/ 16960 w 68811"/>
                <a:gd name="csY152" fmla="*/ 29909 h 168810"/>
                <a:gd name="csX153" fmla="*/ 21106 w 68811"/>
                <a:gd name="csY153" fmla="*/ 25755 h 168810"/>
                <a:gd name="csX154" fmla="*/ 21159 w 68811"/>
                <a:gd name="csY154" fmla="*/ 24948 h 168810"/>
                <a:gd name="csX155" fmla="*/ 20406 w 68811"/>
                <a:gd name="csY155" fmla="*/ 23556 h 168810"/>
                <a:gd name="csX156" fmla="*/ 18854 w 68811"/>
                <a:gd name="csY156" fmla="*/ 21456 h 168810"/>
                <a:gd name="csX157" fmla="*/ 18512 w 68811"/>
                <a:gd name="csY157" fmla="*/ 20604 h 168810"/>
                <a:gd name="csX158" fmla="*/ 18329 w 68811"/>
                <a:gd name="csY158" fmla="*/ 18078 h 168810"/>
                <a:gd name="csX159" fmla="*/ 17713 w 68811"/>
                <a:gd name="csY159" fmla="*/ 17325 h 168810"/>
                <a:gd name="csX160" fmla="*/ 15438 w 68811"/>
                <a:gd name="csY160" fmla="*/ 15628 h 168810"/>
                <a:gd name="csX161" fmla="*/ 13688 w 68811"/>
                <a:gd name="csY161" fmla="*/ 13840 h 168810"/>
                <a:gd name="csX162" fmla="*/ 14236 w 68811"/>
                <a:gd name="csY162" fmla="*/ 12029 h 168810"/>
                <a:gd name="csX163" fmla="*/ 14533 w 68811"/>
                <a:gd name="csY163" fmla="*/ 10051 h 168810"/>
                <a:gd name="csX164" fmla="*/ 13665 w 68811"/>
                <a:gd name="csY164" fmla="*/ 8963 h 168810"/>
                <a:gd name="csX165" fmla="*/ 12379 w 68811"/>
                <a:gd name="csY165" fmla="*/ 7837 h 168810"/>
                <a:gd name="csX166" fmla="*/ 11580 w 68811"/>
                <a:gd name="csY166" fmla="*/ 6193 h 168810"/>
                <a:gd name="csX167" fmla="*/ 11215 w 68811"/>
                <a:gd name="csY167" fmla="*/ 4968 h 168810"/>
                <a:gd name="csX168" fmla="*/ 10203 w 68811"/>
                <a:gd name="csY168" fmla="*/ 4481 h 168810"/>
                <a:gd name="csX169" fmla="*/ 9267 w 68811"/>
                <a:gd name="csY169" fmla="*/ 4466 h 168810"/>
                <a:gd name="csX170" fmla="*/ 8582 w 68811"/>
                <a:gd name="csY170" fmla="*/ 5227 h 168810"/>
                <a:gd name="csX171" fmla="*/ 7844 w 68811"/>
                <a:gd name="csY171" fmla="*/ 5159 h 168810"/>
                <a:gd name="csX172" fmla="*/ 6947 w 68811"/>
                <a:gd name="csY172" fmla="*/ 4892 h 168810"/>
                <a:gd name="csX173" fmla="*/ 6650 w 68811"/>
                <a:gd name="csY173" fmla="*/ 3835 h 168810"/>
                <a:gd name="csX174" fmla="*/ 6597 w 68811"/>
                <a:gd name="csY174" fmla="*/ 2693 h 168810"/>
                <a:gd name="csX175" fmla="*/ 5980 w 68811"/>
                <a:gd name="csY175" fmla="*/ 1917 h 168810"/>
                <a:gd name="csX176" fmla="*/ 5387 w 68811"/>
                <a:gd name="csY176" fmla="*/ 837 h 168810"/>
                <a:gd name="csX177" fmla="*/ 5311 w 68811"/>
                <a:gd name="csY177" fmla="*/ 266 h 168810"/>
                <a:gd name="csX178" fmla="*/ 5684 w 68811"/>
                <a:gd name="csY178" fmla="*/ 99 h 168810"/>
                <a:gd name="csX179" fmla="*/ 6468 w 68811"/>
                <a:gd name="csY179" fmla="*/ 0 h 168810"/>
                <a:gd name="csX180" fmla="*/ 9807 w 68811"/>
                <a:gd name="csY180" fmla="*/ 2168 h 168810"/>
                <a:gd name="csX181" fmla="*/ 11831 w 68811"/>
                <a:gd name="csY181" fmla="*/ 2267 h 168810"/>
                <a:gd name="csX182" fmla="*/ 14084 w 68811"/>
                <a:gd name="csY182" fmla="*/ 2670 h 168810"/>
                <a:gd name="csX183" fmla="*/ 16008 w 68811"/>
                <a:gd name="csY183" fmla="*/ 4580 h 168810"/>
                <a:gd name="csX184" fmla="*/ 17005 w 68811"/>
                <a:gd name="csY184" fmla="*/ 4832 h 168810"/>
                <a:gd name="csX185" fmla="*/ 18276 w 68811"/>
                <a:gd name="csY185" fmla="*/ 4565 h 168810"/>
                <a:gd name="csX186" fmla="*/ 21913 w 68811"/>
                <a:gd name="csY186" fmla="*/ 4367 h 168810"/>
                <a:gd name="csX187" fmla="*/ 23374 w 68811"/>
                <a:gd name="csY187" fmla="*/ 4641 h 168810"/>
                <a:gd name="csX188" fmla="*/ 25253 w 68811"/>
                <a:gd name="csY188" fmla="*/ 5760 h 168810"/>
                <a:gd name="csX189" fmla="*/ 25991 w 68811"/>
                <a:gd name="csY189" fmla="*/ 5912 h 168810"/>
                <a:gd name="csX190" fmla="*/ 27171 w 68811"/>
                <a:gd name="csY190" fmla="*/ 5957 h 168810"/>
                <a:gd name="csX191" fmla="*/ 27376 w 68811"/>
                <a:gd name="csY191" fmla="*/ 5653 h 168810"/>
                <a:gd name="csX192" fmla="*/ 27497 w 68811"/>
                <a:gd name="csY192" fmla="*/ 4991 h 168810"/>
                <a:gd name="csX193" fmla="*/ 27292 w 68811"/>
                <a:gd name="csY193" fmla="*/ 3652 h 168810"/>
                <a:gd name="csX194" fmla="*/ 27558 w 68811"/>
                <a:gd name="csY194" fmla="*/ 2929 h 168810"/>
                <a:gd name="csX195" fmla="*/ 28273 w 68811"/>
                <a:gd name="csY195" fmla="*/ 2145 h 168810"/>
                <a:gd name="csX196" fmla="*/ 30259 w 68811"/>
                <a:gd name="csY196" fmla="*/ 3059 h 168810"/>
                <a:gd name="csX197" fmla="*/ 35220 w 68811"/>
                <a:gd name="csY197" fmla="*/ 7228 h 168810"/>
                <a:gd name="csX198" fmla="*/ 35372 w 68811"/>
                <a:gd name="csY198" fmla="*/ 7768 h 168810"/>
                <a:gd name="csX199" fmla="*/ 38537 w 68811"/>
                <a:gd name="csY199" fmla="*/ 11907 h 168810"/>
                <a:gd name="csX200" fmla="*/ 39565 w 68811"/>
                <a:gd name="csY200" fmla="*/ 13657 h 168810"/>
                <a:gd name="csX201" fmla="*/ 39565 w 68811"/>
                <a:gd name="csY201" fmla="*/ 14586 h 168810"/>
                <a:gd name="csX202" fmla="*/ 40538 w 68811"/>
                <a:gd name="csY202" fmla="*/ 18207 h 168810"/>
                <a:gd name="csX203" fmla="*/ 40752 w 68811"/>
                <a:gd name="csY203" fmla="*/ 19904 h 168810"/>
                <a:gd name="csX204" fmla="*/ 40531 w 68811"/>
                <a:gd name="csY204" fmla="*/ 21198 h 168810"/>
                <a:gd name="csX205" fmla="*/ 40569 w 68811"/>
                <a:gd name="csY205" fmla="*/ 22232 h 168810"/>
                <a:gd name="csX206" fmla="*/ 40949 w 68811"/>
                <a:gd name="csY206" fmla="*/ 23708 h 168810"/>
                <a:gd name="csX207" fmla="*/ 40820 w 68811"/>
                <a:gd name="csY207" fmla="*/ 24332 h 168810"/>
                <a:gd name="csX208" fmla="*/ 41946 w 68811"/>
                <a:gd name="csY208" fmla="*/ 26501 h 168810"/>
                <a:gd name="csX209" fmla="*/ 42487 w 68811"/>
                <a:gd name="csY209" fmla="*/ 28327 h 168810"/>
                <a:gd name="csX210" fmla="*/ 42600 w 68811"/>
                <a:gd name="csY210" fmla="*/ 30107 h 168810"/>
                <a:gd name="csX211" fmla="*/ 42281 w 68811"/>
                <a:gd name="csY211" fmla="*/ 31849 h 168810"/>
                <a:gd name="csX212" fmla="*/ 41284 w 68811"/>
                <a:gd name="csY212" fmla="*/ 34383 h 168810"/>
                <a:gd name="csX213" fmla="*/ 41117 w 68811"/>
                <a:gd name="csY213" fmla="*/ 35403 h 168810"/>
                <a:gd name="csX214" fmla="*/ 41338 w 68811"/>
                <a:gd name="csY214" fmla="*/ 36331 h 168810"/>
                <a:gd name="csX215" fmla="*/ 41984 w 68811"/>
                <a:gd name="csY215" fmla="*/ 37343 h 168810"/>
                <a:gd name="csX216" fmla="*/ 43057 w 68811"/>
                <a:gd name="csY216" fmla="*/ 38431 h 168810"/>
                <a:gd name="csX217" fmla="*/ 43864 w 68811"/>
                <a:gd name="csY217" fmla="*/ 39739 h 168810"/>
                <a:gd name="csX218" fmla="*/ 44411 w 68811"/>
                <a:gd name="csY218" fmla="*/ 41284 h 168810"/>
                <a:gd name="csX219" fmla="*/ 44875 w 68811"/>
                <a:gd name="csY219" fmla="*/ 41984 h 168810"/>
                <a:gd name="csX220" fmla="*/ 45454 w 68811"/>
                <a:gd name="csY220" fmla="*/ 41969 h 168810"/>
                <a:gd name="csX221" fmla="*/ 46519 w 68811"/>
                <a:gd name="csY221" fmla="*/ 42205 h 168810"/>
                <a:gd name="csX222" fmla="*/ 47371 w 68811"/>
                <a:gd name="csY222" fmla="*/ 43110 h 168810"/>
                <a:gd name="csX223" fmla="*/ 48360 w 68811"/>
                <a:gd name="csY223" fmla="*/ 44624 h 168810"/>
                <a:gd name="csX224" fmla="*/ 48687 w 68811"/>
                <a:gd name="csY224" fmla="*/ 46367 h 168810"/>
                <a:gd name="csX225" fmla="*/ 48885 w 68811"/>
                <a:gd name="csY225" fmla="*/ 47120 h 168810"/>
                <a:gd name="csX226" fmla="*/ 42098 w 68811"/>
                <a:gd name="csY226" fmla="*/ 56570 h 168810"/>
                <a:gd name="csX227" fmla="*/ 41672 w 68811"/>
                <a:gd name="csY227" fmla="*/ 57719 h 168810"/>
                <a:gd name="csX228" fmla="*/ 40790 w 68811"/>
                <a:gd name="csY228" fmla="*/ 57703 h 168810"/>
                <a:gd name="csX229" fmla="*/ 39960 w 68811"/>
                <a:gd name="csY229" fmla="*/ 56684 h 168810"/>
                <a:gd name="csX230" fmla="*/ 40226 w 68811"/>
                <a:gd name="csY230" fmla="*/ 55893 h 168810"/>
                <a:gd name="csX231" fmla="*/ 41026 w 68811"/>
                <a:gd name="csY231" fmla="*/ 55649 h 168810"/>
                <a:gd name="csX232" fmla="*/ 41725 w 68811"/>
                <a:gd name="csY232" fmla="*/ 55946 h 168810"/>
                <a:gd name="csX233" fmla="*/ 42098 w 68811"/>
                <a:gd name="csY233" fmla="*/ 56570 h 168810"/>
                <a:gd name="csX234" fmla="*/ 43757 w 68811"/>
                <a:gd name="csY234" fmla="*/ 58670 h 168810"/>
                <a:gd name="csX235" fmla="*/ 43004 w 68811"/>
                <a:gd name="csY235" fmla="*/ 58845 h 168810"/>
                <a:gd name="csX236" fmla="*/ 42532 w 68811"/>
                <a:gd name="csY236" fmla="*/ 58456 h 168810"/>
                <a:gd name="csX237" fmla="*/ 42646 w 68811"/>
                <a:gd name="csY237" fmla="*/ 57300 h 168810"/>
                <a:gd name="csX238" fmla="*/ 42912 w 68811"/>
                <a:gd name="csY238" fmla="*/ 56463 h 168810"/>
                <a:gd name="csX239" fmla="*/ 43658 w 68811"/>
                <a:gd name="csY239" fmla="*/ 56334 h 168810"/>
                <a:gd name="csX240" fmla="*/ 44176 w 68811"/>
                <a:gd name="csY240" fmla="*/ 56554 h 168810"/>
                <a:gd name="csX241" fmla="*/ 44533 w 68811"/>
                <a:gd name="csY241" fmla="*/ 56935 h 168810"/>
                <a:gd name="csX242" fmla="*/ 44541 w 68811"/>
                <a:gd name="csY242" fmla="*/ 57551 h 168810"/>
                <a:gd name="csX243" fmla="*/ 44320 w 68811"/>
                <a:gd name="csY243" fmla="*/ 58183 h 168810"/>
                <a:gd name="csX244" fmla="*/ 43757 w 68811"/>
                <a:gd name="csY244" fmla="*/ 58670 h 168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Lst>
              <a:rect l="l" t="t" r="r" b="b"/>
              <a:pathLst>
                <a:path w="68811" h="168810">
                  <a:moveTo>
                    <a:pt x="48885" y="47120"/>
                  </a:moveTo>
                  <a:lnTo>
                    <a:pt x="46047" y="47067"/>
                  </a:lnTo>
                  <a:lnTo>
                    <a:pt x="42479" y="47348"/>
                  </a:lnTo>
                  <a:lnTo>
                    <a:pt x="41604" y="48033"/>
                  </a:lnTo>
                  <a:lnTo>
                    <a:pt x="41338" y="49547"/>
                  </a:lnTo>
                  <a:lnTo>
                    <a:pt x="40219" y="52666"/>
                  </a:lnTo>
                  <a:lnTo>
                    <a:pt x="39595" y="53815"/>
                  </a:lnTo>
                  <a:lnTo>
                    <a:pt x="38279" y="55915"/>
                  </a:lnTo>
                  <a:lnTo>
                    <a:pt x="36422" y="58875"/>
                  </a:lnTo>
                  <a:lnTo>
                    <a:pt x="36034" y="59841"/>
                  </a:lnTo>
                  <a:lnTo>
                    <a:pt x="36095" y="60838"/>
                  </a:lnTo>
                  <a:lnTo>
                    <a:pt x="37191" y="64863"/>
                  </a:lnTo>
                  <a:lnTo>
                    <a:pt x="38340" y="69093"/>
                  </a:lnTo>
                  <a:lnTo>
                    <a:pt x="38705" y="70752"/>
                  </a:lnTo>
                  <a:lnTo>
                    <a:pt x="39519" y="76382"/>
                  </a:lnTo>
                  <a:lnTo>
                    <a:pt x="39976" y="80369"/>
                  </a:lnTo>
                  <a:lnTo>
                    <a:pt x="40044" y="82713"/>
                  </a:lnTo>
                  <a:lnTo>
                    <a:pt x="40432" y="85847"/>
                  </a:lnTo>
                  <a:lnTo>
                    <a:pt x="41451" y="87544"/>
                  </a:lnTo>
                  <a:lnTo>
                    <a:pt x="42524" y="88609"/>
                  </a:lnTo>
                  <a:lnTo>
                    <a:pt x="46557" y="89248"/>
                  </a:lnTo>
                  <a:lnTo>
                    <a:pt x="47759" y="90032"/>
                  </a:lnTo>
                  <a:lnTo>
                    <a:pt x="50042" y="92033"/>
                  </a:lnTo>
                  <a:lnTo>
                    <a:pt x="55033" y="97572"/>
                  </a:lnTo>
                  <a:lnTo>
                    <a:pt x="57772" y="101110"/>
                  </a:lnTo>
                  <a:lnTo>
                    <a:pt x="60184" y="104222"/>
                  </a:lnTo>
                  <a:lnTo>
                    <a:pt x="64490" y="110012"/>
                  </a:lnTo>
                  <a:lnTo>
                    <a:pt x="67838" y="114516"/>
                  </a:lnTo>
                  <a:lnTo>
                    <a:pt x="68257" y="118747"/>
                  </a:lnTo>
                  <a:lnTo>
                    <a:pt x="68812" y="119363"/>
                  </a:lnTo>
                  <a:lnTo>
                    <a:pt x="67686" y="122505"/>
                  </a:lnTo>
                  <a:lnTo>
                    <a:pt x="66948" y="127580"/>
                  </a:lnTo>
                  <a:lnTo>
                    <a:pt x="67481" y="130951"/>
                  </a:lnTo>
                  <a:lnTo>
                    <a:pt x="67260" y="136710"/>
                  </a:lnTo>
                  <a:lnTo>
                    <a:pt x="66644" y="142851"/>
                  </a:lnTo>
                  <a:lnTo>
                    <a:pt x="65875" y="145050"/>
                  </a:lnTo>
                  <a:lnTo>
                    <a:pt x="64886" y="145879"/>
                  </a:lnTo>
                  <a:lnTo>
                    <a:pt x="62543" y="146541"/>
                  </a:lnTo>
                  <a:lnTo>
                    <a:pt x="57399" y="147309"/>
                  </a:lnTo>
                  <a:lnTo>
                    <a:pt x="56631" y="148032"/>
                  </a:lnTo>
                  <a:lnTo>
                    <a:pt x="55969" y="149227"/>
                  </a:lnTo>
                  <a:lnTo>
                    <a:pt x="54926" y="152065"/>
                  </a:lnTo>
                  <a:lnTo>
                    <a:pt x="53702" y="154925"/>
                  </a:lnTo>
                  <a:lnTo>
                    <a:pt x="53313" y="156151"/>
                  </a:lnTo>
                  <a:lnTo>
                    <a:pt x="53549" y="156440"/>
                  </a:lnTo>
                  <a:lnTo>
                    <a:pt x="54653" y="157900"/>
                  </a:lnTo>
                  <a:lnTo>
                    <a:pt x="55748" y="161636"/>
                  </a:lnTo>
                  <a:lnTo>
                    <a:pt x="55946" y="168050"/>
                  </a:lnTo>
                  <a:lnTo>
                    <a:pt x="55566" y="168530"/>
                  </a:lnTo>
                  <a:lnTo>
                    <a:pt x="54044" y="168811"/>
                  </a:lnTo>
                  <a:lnTo>
                    <a:pt x="52408" y="168727"/>
                  </a:lnTo>
                  <a:lnTo>
                    <a:pt x="51731" y="168362"/>
                  </a:lnTo>
                  <a:lnTo>
                    <a:pt x="51122" y="167647"/>
                  </a:lnTo>
                  <a:lnTo>
                    <a:pt x="50681" y="166277"/>
                  </a:lnTo>
                  <a:lnTo>
                    <a:pt x="51753" y="165326"/>
                  </a:lnTo>
                  <a:lnTo>
                    <a:pt x="52134" y="163653"/>
                  </a:lnTo>
                  <a:lnTo>
                    <a:pt x="51449" y="162222"/>
                  </a:lnTo>
                  <a:lnTo>
                    <a:pt x="50072" y="161902"/>
                  </a:lnTo>
                  <a:lnTo>
                    <a:pt x="48322" y="160586"/>
                  </a:lnTo>
                  <a:lnTo>
                    <a:pt x="44594" y="156303"/>
                  </a:lnTo>
                  <a:lnTo>
                    <a:pt x="41474" y="153297"/>
                  </a:lnTo>
                  <a:lnTo>
                    <a:pt x="39664" y="150809"/>
                  </a:lnTo>
                  <a:lnTo>
                    <a:pt x="37815" y="149820"/>
                  </a:lnTo>
                  <a:lnTo>
                    <a:pt x="37282" y="149211"/>
                  </a:lnTo>
                  <a:lnTo>
                    <a:pt x="36833" y="148161"/>
                  </a:lnTo>
                  <a:lnTo>
                    <a:pt x="36826" y="146647"/>
                  </a:lnTo>
                  <a:lnTo>
                    <a:pt x="36993" y="145536"/>
                  </a:lnTo>
                  <a:lnTo>
                    <a:pt x="36415" y="144281"/>
                  </a:lnTo>
                  <a:lnTo>
                    <a:pt x="34543" y="142348"/>
                  </a:lnTo>
                  <a:lnTo>
                    <a:pt x="33691" y="141276"/>
                  </a:lnTo>
                  <a:lnTo>
                    <a:pt x="33645" y="139997"/>
                  </a:lnTo>
                  <a:lnTo>
                    <a:pt x="34436" y="138765"/>
                  </a:lnTo>
                  <a:lnTo>
                    <a:pt x="36034" y="137258"/>
                  </a:lnTo>
                  <a:lnTo>
                    <a:pt x="37244" y="134207"/>
                  </a:lnTo>
                  <a:lnTo>
                    <a:pt x="37678" y="132237"/>
                  </a:lnTo>
                  <a:lnTo>
                    <a:pt x="39938" y="128273"/>
                  </a:lnTo>
                  <a:lnTo>
                    <a:pt x="40250" y="124833"/>
                  </a:lnTo>
                  <a:lnTo>
                    <a:pt x="40295" y="122087"/>
                  </a:lnTo>
                  <a:lnTo>
                    <a:pt x="40158" y="120033"/>
                  </a:lnTo>
                  <a:lnTo>
                    <a:pt x="39580" y="115825"/>
                  </a:lnTo>
                  <a:lnTo>
                    <a:pt x="39176" y="112919"/>
                  </a:lnTo>
                  <a:lnTo>
                    <a:pt x="36392" y="109114"/>
                  </a:lnTo>
                  <a:lnTo>
                    <a:pt x="35486" y="108757"/>
                  </a:lnTo>
                  <a:lnTo>
                    <a:pt x="32846" y="109091"/>
                  </a:lnTo>
                  <a:lnTo>
                    <a:pt x="30564" y="109647"/>
                  </a:lnTo>
                  <a:lnTo>
                    <a:pt x="29445" y="110438"/>
                  </a:lnTo>
                  <a:lnTo>
                    <a:pt x="27749" y="110476"/>
                  </a:lnTo>
                  <a:lnTo>
                    <a:pt x="23298" y="111138"/>
                  </a:lnTo>
                  <a:lnTo>
                    <a:pt x="21897" y="111420"/>
                  </a:lnTo>
                  <a:lnTo>
                    <a:pt x="21091" y="112105"/>
                  </a:lnTo>
                  <a:lnTo>
                    <a:pt x="20619" y="112249"/>
                  </a:lnTo>
                  <a:lnTo>
                    <a:pt x="17820" y="109312"/>
                  </a:lnTo>
                  <a:lnTo>
                    <a:pt x="15362" y="106139"/>
                  </a:lnTo>
                  <a:lnTo>
                    <a:pt x="12235" y="100753"/>
                  </a:lnTo>
                  <a:lnTo>
                    <a:pt x="11345" y="100106"/>
                  </a:lnTo>
                  <a:lnTo>
                    <a:pt x="10203" y="98523"/>
                  </a:lnTo>
                  <a:lnTo>
                    <a:pt x="9252" y="98919"/>
                  </a:lnTo>
                  <a:lnTo>
                    <a:pt x="7943" y="100030"/>
                  </a:lnTo>
                  <a:lnTo>
                    <a:pt x="7236" y="100334"/>
                  </a:lnTo>
                  <a:lnTo>
                    <a:pt x="6871" y="100304"/>
                  </a:lnTo>
                  <a:lnTo>
                    <a:pt x="6635" y="100022"/>
                  </a:lnTo>
                  <a:lnTo>
                    <a:pt x="6346" y="99315"/>
                  </a:lnTo>
                  <a:lnTo>
                    <a:pt x="5334" y="97283"/>
                  </a:lnTo>
                  <a:lnTo>
                    <a:pt x="4200" y="95830"/>
                  </a:lnTo>
                  <a:lnTo>
                    <a:pt x="2998" y="95267"/>
                  </a:lnTo>
                  <a:lnTo>
                    <a:pt x="2016" y="94597"/>
                  </a:lnTo>
                  <a:lnTo>
                    <a:pt x="2450" y="93950"/>
                  </a:lnTo>
                  <a:lnTo>
                    <a:pt x="2907" y="93486"/>
                  </a:lnTo>
                  <a:lnTo>
                    <a:pt x="2709" y="93007"/>
                  </a:lnTo>
                  <a:lnTo>
                    <a:pt x="2161" y="92307"/>
                  </a:lnTo>
                  <a:lnTo>
                    <a:pt x="31" y="91295"/>
                  </a:lnTo>
                  <a:lnTo>
                    <a:pt x="0" y="90861"/>
                  </a:lnTo>
                  <a:lnTo>
                    <a:pt x="1879" y="89986"/>
                  </a:lnTo>
                  <a:lnTo>
                    <a:pt x="3066" y="88944"/>
                  </a:lnTo>
                  <a:lnTo>
                    <a:pt x="3873" y="87947"/>
                  </a:lnTo>
                  <a:lnTo>
                    <a:pt x="4892" y="85764"/>
                  </a:lnTo>
                  <a:lnTo>
                    <a:pt x="5722" y="83588"/>
                  </a:lnTo>
                  <a:lnTo>
                    <a:pt x="6346" y="82880"/>
                  </a:lnTo>
                  <a:lnTo>
                    <a:pt x="6559" y="81442"/>
                  </a:lnTo>
                  <a:lnTo>
                    <a:pt x="6414" y="79821"/>
                  </a:lnTo>
                  <a:lnTo>
                    <a:pt x="6833" y="77752"/>
                  </a:lnTo>
                  <a:lnTo>
                    <a:pt x="7030" y="75797"/>
                  </a:lnTo>
                  <a:lnTo>
                    <a:pt x="6399" y="75036"/>
                  </a:lnTo>
                  <a:lnTo>
                    <a:pt x="5866" y="73719"/>
                  </a:lnTo>
                  <a:lnTo>
                    <a:pt x="6498" y="71482"/>
                  </a:lnTo>
                  <a:lnTo>
                    <a:pt x="7487" y="69938"/>
                  </a:lnTo>
                  <a:lnTo>
                    <a:pt x="12227" y="68332"/>
                  </a:lnTo>
                  <a:lnTo>
                    <a:pt x="15529" y="66879"/>
                  </a:lnTo>
                  <a:lnTo>
                    <a:pt x="16229" y="66248"/>
                  </a:lnTo>
                  <a:lnTo>
                    <a:pt x="17348" y="65008"/>
                  </a:lnTo>
                  <a:lnTo>
                    <a:pt x="17971" y="63798"/>
                  </a:lnTo>
                  <a:lnTo>
                    <a:pt x="17523" y="63440"/>
                  </a:lnTo>
                  <a:lnTo>
                    <a:pt x="14928" y="63410"/>
                  </a:lnTo>
                  <a:lnTo>
                    <a:pt x="14289" y="62946"/>
                  </a:lnTo>
                  <a:lnTo>
                    <a:pt x="12417" y="58692"/>
                  </a:lnTo>
                  <a:lnTo>
                    <a:pt x="13452" y="53823"/>
                  </a:lnTo>
                  <a:lnTo>
                    <a:pt x="13543" y="51913"/>
                  </a:lnTo>
                  <a:lnTo>
                    <a:pt x="13521" y="49539"/>
                  </a:lnTo>
                  <a:lnTo>
                    <a:pt x="13193" y="47812"/>
                  </a:lnTo>
                  <a:lnTo>
                    <a:pt x="12372" y="47089"/>
                  </a:lnTo>
                  <a:lnTo>
                    <a:pt x="11869" y="46161"/>
                  </a:lnTo>
                  <a:lnTo>
                    <a:pt x="12006" y="43628"/>
                  </a:lnTo>
                  <a:lnTo>
                    <a:pt x="12767" y="43323"/>
                  </a:lnTo>
                  <a:lnTo>
                    <a:pt x="14411" y="39975"/>
                  </a:lnTo>
                  <a:lnTo>
                    <a:pt x="15141" y="38005"/>
                  </a:lnTo>
                  <a:lnTo>
                    <a:pt x="14266" y="36430"/>
                  </a:lnTo>
                  <a:lnTo>
                    <a:pt x="13300" y="34185"/>
                  </a:lnTo>
                  <a:lnTo>
                    <a:pt x="12858" y="32755"/>
                  </a:lnTo>
                  <a:lnTo>
                    <a:pt x="12615" y="32283"/>
                  </a:lnTo>
                  <a:lnTo>
                    <a:pt x="13285" y="31400"/>
                  </a:lnTo>
                  <a:lnTo>
                    <a:pt x="14396" y="30548"/>
                  </a:lnTo>
                  <a:lnTo>
                    <a:pt x="15643" y="30313"/>
                  </a:lnTo>
                  <a:lnTo>
                    <a:pt x="16960" y="29909"/>
                  </a:lnTo>
                  <a:lnTo>
                    <a:pt x="21106" y="25755"/>
                  </a:lnTo>
                  <a:lnTo>
                    <a:pt x="21159" y="24948"/>
                  </a:lnTo>
                  <a:lnTo>
                    <a:pt x="20406" y="23556"/>
                  </a:lnTo>
                  <a:lnTo>
                    <a:pt x="18854" y="21456"/>
                  </a:lnTo>
                  <a:lnTo>
                    <a:pt x="18512" y="20604"/>
                  </a:lnTo>
                  <a:lnTo>
                    <a:pt x="18329" y="18078"/>
                  </a:lnTo>
                  <a:lnTo>
                    <a:pt x="17713" y="17325"/>
                  </a:lnTo>
                  <a:lnTo>
                    <a:pt x="15438" y="15628"/>
                  </a:lnTo>
                  <a:lnTo>
                    <a:pt x="13688" y="13840"/>
                  </a:lnTo>
                  <a:lnTo>
                    <a:pt x="14236" y="12029"/>
                  </a:lnTo>
                  <a:lnTo>
                    <a:pt x="14533" y="10051"/>
                  </a:lnTo>
                  <a:lnTo>
                    <a:pt x="13665" y="8963"/>
                  </a:lnTo>
                  <a:lnTo>
                    <a:pt x="12379" y="7837"/>
                  </a:lnTo>
                  <a:lnTo>
                    <a:pt x="11580" y="6193"/>
                  </a:lnTo>
                  <a:lnTo>
                    <a:pt x="11215" y="4968"/>
                  </a:lnTo>
                  <a:lnTo>
                    <a:pt x="10203" y="4481"/>
                  </a:lnTo>
                  <a:lnTo>
                    <a:pt x="9267" y="4466"/>
                  </a:lnTo>
                  <a:lnTo>
                    <a:pt x="8582" y="5227"/>
                  </a:lnTo>
                  <a:lnTo>
                    <a:pt x="7844" y="5159"/>
                  </a:lnTo>
                  <a:lnTo>
                    <a:pt x="6947" y="4892"/>
                  </a:lnTo>
                  <a:lnTo>
                    <a:pt x="6650" y="3835"/>
                  </a:lnTo>
                  <a:lnTo>
                    <a:pt x="6597" y="2693"/>
                  </a:lnTo>
                  <a:lnTo>
                    <a:pt x="5980" y="1917"/>
                  </a:lnTo>
                  <a:lnTo>
                    <a:pt x="5387" y="837"/>
                  </a:lnTo>
                  <a:lnTo>
                    <a:pt x="5311" y="266"/>
                  </a:lnTo>
                  <a:lnTo>
                    <a:pt x="5684" y="99"/>
                  </a:lnTo>
                  <a:lnTo>
                    <a:pt x="6468" y="0"/>
                  </a:lnTo>
                  <a:lnTo>
                    <a:pt x="9807" y="2168"/>
                  </a:lnTo>
                  <a:lnTo>
                    <a:pt x="11831" y="2267"/>
                  </a:lnTo>
                  <a:lnTo>
                    <a:pt x="14084" y="2670"/>
                  </a:lnTo>
                  <a:lnTo>
                    <a:pt x="16008" y="4580"/>
                  </a:lnTo>
                  <a:lnTo>
                    <a:pt x="17005" y="4832"/>
                  </a:lnTo>
                  <a:lnTo>
                    <a:pt x="18276" y="4565"/>
                  </a:lnTo>
                  <a:lnTo>
                    <a:pt x="21913" y="4367"/>
                  </a:lnTo>
                  <a:lnTo>
                    <a:pt x="23374" y="4641"/>
                  </a:lnTo>
                  <a:lnTo>
                    <a:pt x="25253" y="5760"/>
                  </a:lnTo>
                  <a:lnTo>
                    <a:pt x="25991" y="5912"/>
                  </a:lnTo>
                  <a:lnTo>
                    <a:pt x="27171" y="5957"/>
                  </a:lnTo>
                  <a:lnTo>
                    <a:pt x="27376" y="5653"/>
                  </a:lnTo>
                  <a:lnTo>
                    <a:pt x="27497" y="4991"/>
                  </a:lnTo>
                  <a:lnTo>
                    <a:pt x="27292" y="3652"/>
                  </a:lnTo>
                  <a:lnTo>
                    <a:pt x="27558" y="2929"/>
                  </a:lnTo>
                  <a:lnTo>
                    <a:pt x="28273" y="2145"/>
                  </a:lnTo>
                  <a:lnTo>
                    <a:pt x="30259" y="3059"/>
                  </a:lnTo>
                  <a:lnTo>
                    <a:pt x="35220" y="7228"/>
                  </a:lnTo>
                  <a:lnTo>
                    <a:pt x="35372" y="7768"/>
                  </a:lnTo>
                  <a:lnTo>
                    <a:pt x="38537" y="11907"/>
                  </a:lnTo>
                  <a:lnTo>
                    <a:pt x="39565" y="13657"/>
                  </a:lnTo>
                  <a:lnTo>
                    <a:pt x="39565" y="14586"/>
                  </a:lnTo>
                  <a:lnTo>
                    <a:pt x="40538" y="18207"/>
                  </a:lnTo>
                  <a:lnTo>
                    <a:pt x="40752" y="19904"/>
                  </a:lnTo>
                  <a:lnTo>
                    <a:pt x="40531" y="21198"/>
                  </a:lnTo>
                  <a:lnTo>
                    <a:pt x="40569" y="22232"/>
                  </a:lnTo>
                  <a:lnTo>
                    <a:pt x="40949" y="23708"/>
                  </a:lnTo>
                  <a:lnTo>
                    <a:pt x="40820" y="24332"/>
                  </a:lnTo>
                  <a:lnTo>
                    <a:pt x="41946" y="26501"/>
                  </a:lnTo>
                  <a:lnTo>
                    <a:pt x="42487" y="28327"/>
                  </a:lnTo>
                  <a:lnTo>
                    <a:pt x="42600" y="30107"/>
                  </a:lnTo>
                  <a:lnTo>
                    <a:pt x="42281" y="31849"/>
                  </a:lnTo>
                  <a:lnTo>
                    <a:pt x="41284" y="34383"/>
                  </a:lnTo>
                  <a:lnTo>
                    <a:pt x="41117" y="35403"/>
                  </a:lnTo>
                  <a:lnTo>
                    <a:pt x="41338" y="36331"/>
                  </a:lnTo>
                  <a:lnTo>
                    <a:pt x="41984" y="37343"/>
                  </a:lnTo>
                  <a:lnTo>
                    <a:pt x="43057" y="38431"/>
                  </a:lnTo>
                  <a:lnTo>
                    <a:pt x="43864" y="39739"/>
                  </a:lnTo>
                  <a:lnTo>
                    <a:pt x="44411" y="41284"/>
                  </a:lnTo>
                  <a:lnTo>
                    <a:pt x="44875" y="41984"/>
                  </a:lnTo>
                  <a:lnTo>
                    <a:pt x="45454" y="41969"/>
                  </a:lnTo>
                  <a:lnTo>
                    <a:pt x="46519" y="42205"/>
                  </a:lnTo>
                  <a:lnTo>
                    <a:pt x="47371" y="43110"/>
                  </a:lnTo>
                  <a:lnTo>
                    <a:pt x="48360" y="44624"/>
                  </a:lnTo>
                  <a:lnTo>
                    <a:pt x="48687" y="46367"/>
                  </a:lnTo>
                  <a:lnTo>
                    <a:pt x="48885" y="47120"/>
                  </a:lnTo>
                  <a:close/>
                  <a:moveTo>
                    <a:pt x="42098" y="56570"/>
                  </a:moveTo>
                  <a:lnTo>
                    <a:pt x="41672" y="57719"/>
                  </a:lnTo>
                  <a:lnTo>
                    <a:pt x="40790" y="57703"/>
                  </a:lnTo>
                  <a:lnTo>
                    <a:pt x="39960" y="56684"/>
                  </a:lnTo>
                  <a:lnTo>
                    <a:pt x="40226" y="55893"/>
                  </a:lnTo>
                  <a:lnTo>
                    <a:pt x="41026" y="55649"/>
                  </a:lnTo>
                  <a:lnTo>
                    <a:pt x="41725" y="55946"/>
                  </a:lnTo>
                  <a:lnTo>
                    <a:pt x="42098" y="56570"/>
                  </a:lnTo>
                  <a:close/>
                  <a:moveTo>
                    <a:pt x="43757" y="58670"/>
                  </a:moveTo>
                  <a:lnTo>
                    <a:pt x="43004" y="58845"/>
                  </a:lnTo>
                  <a:lnTo>
                    <a:pt x="42532" y="58456"/>
                  </a:lnTo>
                  <a:lnTo>
                    <a:pt x="42646" y="57300"/>
                  </a:lnTo>
                  <a:lnTo>
                    <a:pt x="42912" y="56463"/>
                  </a:lnTo>
                  <a:lnTo>
                    <a:pt x="43658" y="56334"/>
                  </a:lnTo>
                  <a:lnTo>
                    <a:pt x="44176" y="56554"/>
                  </a:lnTo>
                  <a:lnTo>
                    <a:pt x="44533" y="56935"/>
                  </a:lnTo>
                  <a:lnTo>
                    <a:pt x="44541" y="57551"/>
                  </a:lnTo>
                  <a:lnTo>
                    <a:pt x="44320" y="58183"/>
                  </a:lnTo>
                  <a:lnTo>
                    <a:pt x="43757" y="5867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8" name="Freeform: Shape 2277">
              <a:extLst>
                <a:ext uri="{FF2B5EF4-FFF2-40B4-BE49-F238E27FC236}">
                  <a16:creationId xmlns:a16="http://schemas.microsoft.com/office/drawing/2014/main" id="{F40A49CB-230A-DE72-7139-596AEB11F128}"/>
                </a:ext>
              </a:extLst>
            </p:cNvPr>
            <p:cNvSpPr/>
            <p:nvPr/>
          </p:nvSpPr>
          <p:spPr>
            <a:xfrm>
              <a:off x="7045603" y="4268695"/>
              <a:ext cx="677010" cy="423644"/>
            </a:xfrm>
            <a:custGeom>
              <a:avLst/>
              <a:gdLst>
                <a:gd name="csX0" fmla="*/ 453866 w 677010"/>
                <a:gd name="csY0" fmla="*/ 164771 h 423644"/>
                <a:gd name="csX1" fmla="*/ 453478 w 677010"/>
                <a:gd name="csY1" fmla="*/ 169648 h 423644"/>
                <a:gd name="csX2" fmla="*/ 452185 w 677010"/>
                <a:gd name="csY2" fmla="*/ 173635 h 423644"/>
                <a:gd name="csX3" fmla="*/ 447932 w 677010"/>
                <a:gd name="csY3" fmla="*/ 181921 h 423644"/>
                <a:gd name="csX4" fmla="*/ 446159 w 677010"/>
                <a:gd name="csY4" fmla="*/ 187049 h 423644"/>
                <a:gd name="csX5" fmla="*/ 442727 w 677010"/>
                <a:gd name="csY5" fmla="*/ 201642 h 423644"/>
                <a:gd name="csX6" fmla="*/ 441670 w 677010"/>
                <a:gd name="csY6" fmla="*/ 211168 h 423644"/>
                <a:gd name="csX7" fmla="*/ 441419 w 677010"/>
                <a:gd name="csY7" fmla="*/ 215642 h 423644"/>
                <a:gd name="csX8" fmla="*/ 441122 w 677010"/>
                <a:gd name="csY8" fmla="*/ 216273 h 423644"/>
                <a:gd name="csX9" fmla="*/ 441442 w 677010"/>
                <a:gd name="csY9" fmla="*/ 216928 h 423644"/>
                <a:gd name="csX10" fmla="*/ 440620 w 677010"/>
                <a:gd name="csY10" fmla="*/ 226796 h 423644"/>
                <a:gd name="csX11" fmla="*/ 441061 w 677010"/>
                <a:gd name="csY11" fmla="*/ 235196 h 423644"/>
                <a:gd name="csX12" fmla="*/ 440780 w 677010"/>
                <a:gd name="csY12" fmla="*/ 236497 h 423644"/>
                <a:gd name="csX13" fmla="*/ 439532 w 677010"/>
                <a:gd name="csY13" fmla="*/ 239023 h 423644"/>
                <a:gd name="csX14" fmla="*/ 438657 w 677010"/>
                <a:gd name="csY14" fmla="*/ 242515 h 423644"/>
                <a:gd name="csX15" fmla="*/ 438999 w 677010"/>
                <a:gd name="csY15" fmla="*/ 244067 h 423644"/>
                <a:gd name="csX16" fmla="*/ 438984 w 677010"/>
                <a:gd name="csY16" fmla="*/ 245140 h 423644"/>
                <a:gd name="csX17" fmla="*/ 440262 w 677010"/>
                <a:gd name="csY17" fmla="*/ 250443 h 423644"/>
                <a:gd name="csX18" fmla="*/ 440673 w 677010"/>
                <a:gd name="csY18" fmla="*/ 254423 h 423644"/>
                <a:gd name="csX19" fmla="*/ 444485 w 677010"/>
                <a:gd name="csY19" fmla="*/ 261224 h 423644"/>
                <a:gd name="csX20" fmla="*/ 446623 w 677010"/>
                <a:gd name="csY20" fmla="*/ 263598 h 423644"/>
                <a:gd name="csX21" fmla="*/ 449278 w 677010"/>
                <a:gd name="csY21" fmla="*/ 265653 h 423644"/>
                <a:gd name="csX22" fmla="*/ 450252 w 677010"/>
                <a:gd name="csY22" fmla="*/ 266809 h 423644"/>
                <a:gd name="csX23" fmla="*/ 449773 w 677010"/>
                <a:gd name="csY23" fmla="*/ 269693 h 423644"/>
                <a:gd name="csX24" fmla="*/ 448693 w 677010"/>
                <a:gd name="csY24" fmla="*/ 271146 h 423644"/>
                <a:gd name="csX25" fmla="*/ 448228 w 677010"/>
                <a:gd name="csY25" fmla="*/ 273459 h 423644"/>
                <a:gd name="csX26" fmla="*/ 447696 w 677010"/>
                <a:gd name="csY26" fmla="*/ 271549 h 423644"/>
                <a:gd name="csX27" fmla="*/ 447901 w 677010"/>
                <a:gd name="csY27" fmla="*/ 269069 h 423644"/>
                <a:gd name="csX28" fmla="*/ 448746 w 677010"/>
                <a:gd name="csY28" fmla="*/ 267738 h 423644"/>
                <a:gd name="csX29" fmla="*/ 448776 w 677010"/>
                <a:gd name="csY29" fmla="*/ 266764 h 423644"/>
                <a:gd name="csX30" fmla="*/ 447216 w 677010"/>
                <a:gd name="csY30" fmla="*/ 265721 h 423644"/>
                <a:gd name="csX31" fmla="*/ 444363 w 677010"/>
                <a:gd name="csY31" fmla="*/ 262305 h 423644"/>
                <a:gd name="csX32" fmla="*/ 440878 w 677010"/>
                <a:gd name="csY32" fmla="*/ 256249 h 423644"/>
                <a:gd name="csX33" fmla="*/ 443359 w 677010"/>
                <a:gd name="csY33" fmla="*/ 265919 h 423644"/>
                <a:gd name="csX34" fmla="*/ 444211 w 677010"/>
                <a:gd name="csY34" fmla="*/ 267464 h 423644"/>
                <a:gd name="csX35" fmla="*/ 444873 w 677010"/>
                <a:gd name="csY35" fmla="*/ 268103 h 423644"/>
                <a:gd name="csX36" fmla="*/ 445984 w 677010"/>
                <a:gd name="csY36" fmla="*/ 268780 h 423644"/>
                <a:gd name="csX37" fmla="*/ 446273 w 677010"/>
                <a:gd name="csY37" fmla="*/ 269830 h 423644"/>
                <a:gd name="csX38" fmla="*/ 446281 w 677010"/>
                <a:gd name="csY38" fmla="*/ 270606 h 423644"/>
                <a:gd name="csX39" fmla="*/ 449339 w 677010"/>
                <a:gd name="csY39" fmla="*/ 277301 h 423644"/>
                <a:gd name="csX40" fmla="*/ 452801 w 677010"/>
                <a:gd name="csY40" fmla="*/ 284210 h 423644"/>
                <a:gd name="csX41" fmla="*/ 452984 w 677010"/>
                <a:gd name="csY41" fmla="*/ 286097 h 423644"/>
                <a:gd name="csX42" fmla="*/ 454369 w 677010"/>
                <a:gd name="csY42" fmla="*/ 288418 h 423644"/>
                <a:gd name="csX43" fmla="*/ 463187 w 677010"/>
                <a:gd name="csY43" fmla="*/ 298081 h 423644"/>
                <a:gd name="csX44" fmla="*/ 468581 w 677010"/>
                <a:gd name="csY44" fmla="*/ 305278 h 423644"/>
                <a:gd name="csX45" fmla="*/ 470453 w 677010"/>
                <a:gd name="csY45" fmla="*/ 312095 h 423644"/>
                <a:gd name="csX46" fmla="*/ 471579 w 677010"/>
                <a:gd name="csY46" fmla="*/ 314218 h 423644"/>
                <a:gd name="csX47" fmla="*/ 472134 w 677010"/>
                <a:gd name="csY47" fmla="*/ 317125 h 423644"/>
                <a:gd name="csX48" fmla="*/ 475665 w 677010"/>
                <a:gd name="csY48" fmla="*/ 320381 h 423644"/>
                <a:gd name="csX49" fmla="*/ 476745 w 677010"/>
                <a:gd name="csY49" fmla="*/ 322481 h 423644"/>
                <a:gd name="csX50" fmla="*/ 478640 w 677010"/>
                <a:gd name="csY50" fmla="*/ 323645 h 423644"/>
                <a:gd name="csX51" fmla="*/ 480169 w 677010"/>
                <a:gd name="csY51" fmla="*/ 327160 h 423644"/>
                <a:gd name="csX52" fmla="*/ 483045 w 677010"/>
                <a:gd name="csY52" fmla="*/ 329215 h 423644"/>
                <a:gd name="csX53" fmla="*/ 482360 w 677010"/>
                <a:gd name="csY53" fmla="*/ 329253 h 423644"/>
                <a:gd name="csX54" fmla="*/ 479842 w 677010"/>
                <a:gd name="csY54" fmla="*/ 328218 h 423644"/>
                <a:gd name="csX55" fmla="*/ 480009 w 677010"/>
                <a:gd name="csY55" fmla="*/ 328903 h 423644"/>
                <a:gd name="csX56" fmla="*/ 482125 w 677010"/>
                <a:gd name="csY56" fmla="*/ 330356 h 423644"/>
                <a:gd name="csX57" fmla="*/ 486271 w 677010"/>
                <a:gd name="csY57" fmla="*/ 331786 h 423644"/>
                <a:gd name="csX58" fmla="*/ 487306 w 677010"/>
                <a:gd name="csY58" fmla="*/ 331786 h 423644"/>
                <a:gd name="csX59" fmla="*/ 485670 w 677010"/>
                <a:gd name="csY59" fmla="*/ 331041 h 423644"/>
                <a:gd name="csX60" fmla="*/ 484285 w 677010"/>
                <a:gd name="csY60" fmla="*/ 330036 h 423644"/>
                <a:gd name="csX61" fmla="*/ 484772 w 677010"/>
                <a:gd name="csY61" fmla="*/ 329892 h 423644"/>
                <a:gd name="csX62" fmla="*/ 487671 w 677010"/>
                <a:gd name="csY62" fmla="*/ 331140 h 423644"/>
                <a:gd name="csX63" fmla="*/ 495774 w 677010"/>
                <a:gd name="csY63" fmla="*/ 331550 h 423644"/>
                <a:gd name="csX64" fmla="*/ 499343 w 677010"/>
                <a:gd name="csY64" fmla="*/ 334465 h 423644"/>
                <a:gd name="csX65" fmla="*/ 503969 w 677010"/>
                <a:gd name="csY65" fmla="*/ 335720 h 423644"/>
                <a:gd name="csX66" fmla="*/ 506457 w 677010"/>
                <a:gd name="csY66" fmla="*/ 339440 h 423644"/>
                <a:gd name="csX67" fmla="*/ 509348 w 677010"/>
                <a:gd name="csY67" fmla="*/ 343321 h 423644"/>
                <a:gd name="csX68" fmla="*/ 511197 w 677010"/>
                <a:gd name="csY68" fmla="*/ 343504 h 423644"/>
                <a:gd name="csX69" fmla="*/ 512635 w 677010"/>
                <a:gd name="csY69" fmla="*/ 343519 h 423644"/>
                <a:gd name="csX70" fmla="*/ 516972 w 677010"/>
                <a:gd name="csY70" fmla="*/ 342864 h 423644"/>
                <a:gd name="csX71" fmla="*/ 523713 w 677010"/>
                <a:gd name="csY71" fmla="*/ 340422 h 423644"/>
                <a:gd name="csX72" fmla="*/ 526034 w 677010"/>
                <a:gd name="csY72" fmla="*/ 339228 h 423644"/>
                <a:gd name="csX73" fmla="*/ 530561 w 677010"/>
                <a:gd name="csY73" fmla="*/ 337607 h 423644"/>
                <a:gd name="csX74" fmla="*/ 537492 w 677010"/>
                <a:gd name="csY74" fmla="*/ 337310 h 423644"/>
                <a:gd name="csX75" fmla="*/ 539638 w 677010"/>
                <a:gd name="csY75" fmla="*/ 337767 h 423644"/>
                <a:gd name="csX76" fmla="*/ 544819 w 677010"/>
                <a:gd name="csY76" fmla="*/ 336755 h 423644"/>
                <a:gd name="csX77" fmla="*/ 547292 w 677010"/>
                <a:gd name="csY77" fmla="*/ 335515 h 423644"/>
                <a:gd name="csX78" fmla="*/ 548152 w 677010"/>
                <a:gd name="csY78" fmla="*/ 334389 h 423644"/>
                <a:gd name="csX79" fmla="*/ 548555 w 677010"/>
                <a:gd name="csY79" fmla="*/ 333559 h 423644"/>
                <a:gd name="csX80" fmla="*/ 553356 w 677010"/>
                <a:gd name="csY80" fmla="*/ 332372 h 423644"/>
                <a:gd name="csX81" fmla="*/ 554307 w 677010"/>
                <a:gd name="csY81" fmla="*/ 332136 h 423644"/>
                <a:gd name="csX82" fmla="*/ 559169 w 677010"/>
                <a:gd name="csY82" fmla="*/ 331923 h 423644"/>
                <a:gd name="csX83" fmla="*/ 561520 w 677010"/>
                <a:gd name="csY83" fmla="*/ 331482 h 423644"/>
                <a:gd name="csX84" fmla="*/ 564282 w 677010"/>
                <a:gd name="csY84" fmla="*/ 331223 h 423644"/>
                <a:gd name="csX85" fmla="*/ 566275 w 677010"/>
                <a:gd name="csY85" fmla="*/ 332973 h 423644"/>
                <a:gd name="csX86" fmla="*/ 566275 w 677010"/>
                <a:gd name="csY86" fmla="*/ 333826 h 423644"/>
                <a:gd name="csX87" fmla="*/ 564944 w 677010"/>
                <a:gd name="csY87" fmla="*/ 334632 h 423644"/>
                <a:gd name="csX88" fmla="*/ 565568 w 677010"/>
                <a:gd name="csY88" fmla="*/ 335416 h 423644"/>
                <a:gd name="csX89" fmla="*/ 567934 w 677010"/>
                <a:gd name="csY89" fmla="*/ 336709 h 423644"/>
                <a:gd name="csX90" fmla="*/ 572271 w 677010"/>
                <a:gd name="csY90" fmla="*/ 337234 h 423644"/>
                <a:gd name="csX91" fmla="*/ 573678 w 677010"/>
                <a:gd name="csY91" fmla="*/ 337029 h 423644"/>
                <a:gd name="csX92" fmla="*/ 575680 w 677010"/>
                <a:gd name="csY92" fmla="*/ 335119 h 423644"/>
                <a:gd name="csX93" fmla="*/ 579202 w 677010"/>
                <a:gd name="csY93" fmla="*/ 333270 h 423644"/>
                <a:gd name="csX94" fmla="*/ 579126 w 677010"/>
                <a:gd name="csY94" fmla="*/ 331117 h 423644"/>
                <a:gd name="csX95" fmla="*/ 578495 w 677010"/>
                <a:gd name="csY95" fmla="*/ 329937 h 423644"/>
                <a:gd name="csX96" fmla="*/ 577475 w 677010"/>
                <a:gd name="csY96" fmla="*/ 329861 h 423644"/>
                <a:gd name="csX97" fmla="*/ 577232 w 677010"/>
                <a:gd name="csY97" fmla="*/ 329200 h 423644"/>
                <a:gd name="csX98" fmla="*/ 577947 w 677010"/>
                <a:gd name="csY98" fmla="*/ 327617 h 423644"/>
                <a:gd name="csX99" fmla="*/ 577764 w 677010"/>
                <a:gd name="csY99" fmla="*/ 327084 h 423644"/>
                <a:gd name="csX100" fmla="*/ 575573 w 677010"/>
                <a:gd name="csY100" fmla="*/ 328606 h 423644"/>
                <a:gd name="csX101" fmla="*/ 575071 w 677010"/>
                <a:gd name="csY101" fmla="*/ 328606 h 423644"/>
                <a:gd name="csX102" fmla="*/ 575314 w 677010"/>
                <a:gd name="csY102" fmla="*/ 327898 h 423644"/>
                <a:gd name="csX103" fmla="*/ 575771 w 677010"/>
                <a:gd name="csY103" fmla="*/ 327335 h 423644"/>
                <a:gd name="csX104" fmla="*/ 582192 w 677010"/>
                <a:gd name="csY104" fmla="*/ 324018 h 423644"/>
                <a:gd name="csX105" fmla="*/ 583836 w 677010"/>
                <a:gd name="csY105" fmla="*/ 322656 h 423644"/>
                <a:gd name="csX106" fmla="*/ 586058 w 677010"/>
                <a:gd name="csY106" fmla="*/ 321454 h 423644"/>
                <a:gd name="csX107" fmla="*/ 590661 w 677010"/>
                <a:gd name="csY107" fmla="*/ 316942 h 423644"/>
                <a:gd name="csX108" fmla="*/ 591642 w 677010"/>
                <a:gd name="csY108" fmla="*/ 308436 h 423644"/>
                <a:gd name="csX109" fmla="*/ 592563 w 677010"/>
                <a:gd name="csY109" fmla="*/ 306944 h 423644"/>
                <a:gd name="csX110" fmla="*/ 595614 w 677010"/>
                <a:gd name="csY110" fmla="*/ 304327 h 423644"/>
                <a:gd name="csX111" fmla="*/ 595941 w 677010"/>
                <a:gd name="csY111" fmla="*/ 303536 h 423644"/>
                <a:gd name="csX112" fmla="*/ 596139 w 677010"/>
                <a:gd name="csY112" fmla="*/ 301755 h 423644"/>
                <a:gd name="csX113" fmla="*/ 596055 w 677010"/>
                <a:gd name="csY113" fmla="*/ 297274 h 423644"/>
                <a:gd name="csX114" fmla="*/ 596223 w 677010"/>
                <a:gd name="csY114" fmla="*/ 293744 h 423644"/>
                <a:gd name="csX115" fmla="*/ 596093 w 677010"/>
                <a:gd name="csY115" fmla="*/ 289749 h 423644"/>
                <a:gd name="csX116" fmla="*/ 596641 w 677010"/>
                <a:gd name="csY116" fmla="*/ 286181 h 423644"/>
                <a:gd name="csX117" fmla="*/ 597136 w 677010"/>
                <a:gd name="csY117" fmla="*/ 285184 h 423644"/>
                <a:gd name="csX118" fmla="*/ 598886 w 677010"/>
                <a:gd name="csY118" fmla="*/ 279462 h 423644"/>
                <a:gd name="csX119" fmla="*/ 602523 w 677010"/>
                <a:gd name="csY119" fmla="*/ 276929 h 423644"/>
                <a:gd name="csX120" fmla="*/ 608830 w 677010"/>
                <a:gd name="csY120" fmla="*/ 273923 h 423644"/>
                <a:gd name="csX121" fmla="*/ 610276 w 677010"/>
                <a:gd name="csY121" fmla="*/ 273429 h 423644"/>
                <a:gd name="csX122" fmla="*/ 630370 w 677010"/>
                <a:gd name="csY122" fmla="*/ 270248 h 423644"/>
                <a:gd name="csX123" fmla="*/ 633193 w 677010"/>
                <a:gd name="csY123" fmla="*/ 269472 h 423644"/>
                <a:gd name="csX124" fmla="*/ 636647 w 677010"/>
                <a:gd name="csY124" fmla="*/ 267410 h 423644"/>
                <a:gd name="csX125" fmla="*/ 639173 w 677010"/>
                <a:gd name="csY125" fmla="*/ 266710 h 423644"/>
                <a:gd name="csX126" fmla="*/ 643776 w 677010"/>
                <a:gd name="csY126" fmla="*/ 266764 h 423644"/>
                <a:gd name="csX127" fmla="*/ 645191 w 677010"/>
                <a:gd name="csY127" fmla="*/ 266490 h 423644"/>
                <a:gd name="csX128" fmla="*/ 645473 w 677010"/>
                <a:gd name="csY128" fmla="*/ 266208 h 423644"/>
                <a:gd name="csX129" fmla="*/ 645481 w 677010"/>
                <a:gd name="csY129" fmla="*/ 265927 h 423644"/>
                <a:gd name="csX130" fmla="*/ 646333 w 677010"/>
                <a:gd name="csY130" fmla="*/ 265645 h 423644"/>
                <a:gd name="csX131" fmla="*/ 648996 w 677010"/>
                <a:gd name="csY131" fmla="*/ 265919 h 423644"/>
                <a:gd name="csX132" fmla="*/ 653972 w 677010"/>
                <a:gd name="csY132" fmla="*/ 267167 h 423644"/>
                <a:gd name="csX133" fmla="*/ 655783 w 677010"/>
                <a:gd name="csY133" fmla="*/ 267479 h 423644"/>
                <a:gd name="csX134" fmla="*/ 660233 w 677010"/>
                <a:gd name="csY134" fmla="*/ 268925 h 423644"/>
                <a:gd name="csX135" fmla="*/ 665133 w 677010"/>
                <a:gd name="csY135" fmla="*/ 269503 h 423644"/>
                <a:gd name="csX136" fmla="*/ 665833 w 677010"/>
                <a:gd name="csY136" fmla="*/ 269252 h 423644"/>
                <a:gd name="csX137" fmla="*/ 666480 w 677010"/>
                <a:gd name="csY137" fmla="*/ 268810 h 423644"/>
                <a:gd name="csX138" fmla="*/ 666975 w 677010"/>
                <a:gd name="csY138" fmla="*/ 267966 h 423644"/>
                <a:gd name="csX139" fmla="*/ 666465 w 677010"/>
                <a:gd name="csY139" fmla="*/ 267228 h 423644"/>
                <a:gd name="csX140" fmla="*/ 665986 w 677010"/>
                <a:gd name="csY140" fmla="*/ 267281 h 423644"/>
                <a:gd name="csX141" fmla="*/ 665156 w 677010"/>
                <a:gd name="csY141" fmla="*/ 267677 h 423644"/>
                <a:gd name="csX142" fmla="*/ 664167 w 677010"/>
                <a:gd name="csY142" fmla="*/ 267715 h 423644"/>
                <a:gd name="csX143" fmla="*/ 662227 w 677010"/>
                <a:gd name="csY143" fmla="*/ 267106 h 423644"/>
                <a:gd name="csX144" fmla="*/ 662615 w 677010"/>
                <a:gd name="csY144" fmla="*/ 266596 h 423644"/>
                <a:gd name="csX145" fmla="*/ 664593 w 677010"/>
                <a:gd name="csY145" fmla="*/ 266642 h 423644"/>
                <a:gd name="csX146" fmla="*/ 665864 w 677010"/>
                <a:gd name="csY146" fmla="*/ 266398 h 423644"/>
                <a:gd name="csX147" fmla="*/ 667743 w 677010"/>
                <a:gd name="csY147" fmla="*/ 265508 h 423644"/>
                <a:gd name="csX148" fmla="*/ 669744 w 677010"/>
                <a:gd name="csY148" fmla="*/ 266178 h 423644"/>
                <a:gd name="csX149" fmla="*/ 672377 w 677010"/>
                <a:gd name="csY149" fmla="*/ 269130 h 423644"/>
                <a:gd name="csX150" fmla="*/ 674248 w 677010"/>
                <a:gd name="csY150" fmla="*/ 270066 h 423644"/>
                <a:gd name="csX151" fmla="*/ 674401 w 677010"/>
                <a:gd name="csY151" fmla="*/ 274342 h 423644"/>
                <a:gd name="csX152" fmla="*/ 674682 w 677010"/>
                <a:gd name="csY152" fmla="*/ 275126 h 423644"/>
                <a:gd name="csX153" fmla="*/ 675367 w 677010"/>
                <a:gd name="csY153" fmla="*/ 276251 h 423644"/>
                <a:gd name="csX154" fmla="*/ 674431 w 677010"/>
                <a:gd name="csY154" fmla="*/ 279561 h 423644"/>
                <a:gd name="csX155" fmla="*/ 673381 w 677010"/>
                <a:gd name="csY155" fmla="*/ 282293 h 423644"/>
                <a:gd name="csX156" fmla="*/ 672065 w 677010"/>
                <a:gd name="csY156" fmla="*/ 284530 h 423644"/>
                <a:gd name="csX157" fmla="*/ 669219 w 677010"/>
                <a:gd name="csY157" fmla="*/ 288052 h 423644"/>
                <a:gd name="csX158" fmla="*/ 665765 w 677010"/>
                <a:gd name="csY158" fmla="*/ 290868 h 423644"/>
                <a:gd name="csX159" fmla="*/ 661489 w 677010"/>
                <a:gd name="csY159" fmla="*/ 297114 h 423644"/>
                <a:gd name="csX160" fmla="*/ 660515 w 677010"/>
                <a:gd name="csY160" fmla="*/ 300036 h 423644"/>
                <a:gd name="csX161" fmla="*/ 660538 w 677010"/>
                <a:gd name="csY161" fmla="*/ 302379 h 423644"/>
                <a:gd name="csX162" fmla="*/ 661261 w 677010"/>
                <a:gd name="csY162" fmla="*/ 304639 h 423644"/>
                <a:gd name="csX163" fmla="*/ 661055 w 677010"/>
                <a:gd name="csY163" fmla="*/ 305476 h 423644"/>
                <a:gd name="csX164" fmla="*/ 660530 w 677010"/>
                <a:gd name="csY164" fmla="*/ 306320 h 423644"/>
                <a:gd name="csX165" fmla="*/ 659663 w 677010"/>
                <a:gd name="csY165" fmla="*/ 306244 h 423644"/>
                <a:gd name="csX166" fmla="*/ 657974 w 677010"/>
                <a:gd name="csY166" fmla="*/ 307325 h 423644"/>
                <a:gd name="csX167" fmla="*/ 655798 w 677010"/>
                <a:gd name="csY167" fmla="*/ 310536 h 423644"/>
                <a:gd name="csX168" fmla="*/ 655752 w 677010"/>
                <a:gd name="csY168" fmla="*/ 311510 h 423644"/>
                <a:gd name="csX169" fmla="*/ 656703 w 677010"/>
                <a:gd name="csY169" fmla="*/ 312407 h 423644"/>
                <a:gd name="csX170" fmla="*/ 657943 w 677010"/>
                <a:gd name="csY170" fmla="*/ 311974 h 423644"/>
                <a:gd name="csX171" fmla="*/ 659556 w 677010"/>
                <a:gd name="csY171" fmla="*/ 311936 h 423644"/>
                <a:gd name="csX172" fmla="*/ 660462 w 677010"/>
                <a:gd name="csY172" fmla="*/ 311669 h 423644"/>
                <a:gd name="csX173" fmla="*/ 661413 w 677010"/>
                <a:gd name="csY173" fmla="*/ 311738 h 423644"/>
                <a:gd name="csX174" fmla="*/ 661200 w 677010"/>
                <a:gd name="csY174" fmla="*/ 313579 h 423644"/>
                <a:gd name="csX175" fmla="*/ 660180 w 677010"/>
                <a:gd name="csY175" fmla="*/ 314888 h 423644"/>
                <a:gd name="csX176" fmla="*/ 659534 w 677010"/>
                <a:gd name="csY176" fmla="*/ 315299 h 423644"/>
                <a:gd name="csX177" fmla="*/ 658377 w 677010"/>
                <a:gd name="csY177" fmla="*/ 315519 h 423644"/>
                <a:gd name="csX178" fmla="*/ 657084 w 677010"/>
                <a:gd name="csY178" fmla="*/ 316265 h 423644"/>
                <a:gd name="csX179" fmla="*/ 656422 w 677010"/>
                <a:gd name="csY179" fmla="*/ 316950 h 423644"/>
                <a:gd name="csX180" fmla="*/ 656482 w 677010"/>
                <a:gd name="csY180" fmla="*/ 319073 h 423644"/>
                <a:gd name="csX181" fmla="*/ 657198 w 677010"/>
                <a:gd name="csY181" fmla="*/ 319240 h 423644"/>
                <a:gd name="csX182" fmla="*/ 658719 w 677010"/>
                <a:gd name="csY182" fmla="*/ 317657 h 423644"/>
                <a:gd name="csX183" fmla="*/ 659602 w 677010"/>
                <a:gd name="csY183" fmla="*/ 317733 h 423644"/>
                <a:gd name="csX184" fmla="*/ 659777 w 677010"/>
                <a:gd name="csY184" fmla="*/ 318403 h 423644"/>
                <a:gd name="csX185" fmla="*/ 657806 w 677010"/>
                <a:gd name="csY185" fmla="*/ 323828 h 423644"/>
                <a:gd name="csX186" fmla="*/ 656536 w 677010"/>
                <a:gd name="csY186" fmla="*/ 329390 h 423644"/>
                <a:gd name="csX187" fmla="*/ 654816 w 677010"/>
                <a:gd name="csY187" fmla="*/ 332608 h 423644"/>
                <a:gd name="csX188" fmla="*/ 654208 w 677010"/>
                <a:gd name="csY188" fmla="*/ 337287 h 423644"/>
                <a:gd name="csX189" fmla="*/ 653302 w 677010"/>
                <a:gd name="csY189" fmla="*/ 339281 h 423644"/>
                <a:gd name="csX190" fmla="*/ 652252 w 677010"/>
                <a:gd name="csY190" fmla="*/ 341251 h 423644"/>
                <a:gd name="csX191" fmla="*/ 651636 w 677010"/>
                <a:gd name="csY191" fmla="*/ 341145 h 423644"/>
                <a:gd name="csX192" fmla="*/ 649977 w 677010"/>
                <a:gd name="csY192" fmla="*/ 337409 h 423644"/>
                <a:gd name="csX193" fmla="*/ 648280 w 677010"/>
                <a:gd name="csY193" fmla="*/ 336450 h 423644"/>
                <a:gd name="csX194" fmla="*/ 647908 w 677010"/>
                <a:gd name="csY194" fmla="*/ 335545 h 423644"/>
                <a:gd name="csX195" fmla="*/ 648874 w 677010"/>
                <a:gd name="csY195" fmla="*/ 331010 h 423644"/>
                <a:gd name="csX196" fmla="*/ 648433 w 677010"/>
                <a:gd name="csY196" fmla="*/ 328499 h 423644"/>
                <a:gd name="csX197" fmla="*/ 647535 w 677010"/>
                <a:gd name="csY197" fmla="*/ 328598 h 423644"/>
                <a:gd name="csX198" fmla="*/ 646409 w 677010"/>
                <a:gd name="csY198" fmla="*/ 329976 h 423644"/>
                <a:gd name="csX199" fmla="*/ 644910 w 677010"/>
                <a:gd name="csY199" fmla="*/ 331170 h 423644"/>
                <a:gd name="csX200" fmla="*/ 644940 w 677010"/>
                <a:gd name="csY200" fmla="*/ 332897 h 423644"/>
                <a:gd name="csX201" fmla="*/ 643221 w 677010"/>
                <a:gd name="csY201" fmla="*/ 335766 h 423644"/>
                <a:gd name="csX202" fmla="*/ 642795 w 677010"/>
                <a:gd name="csY202" fmla="*/ 336709 h 423644"/>
                <a:gd name="csX203" fmla="*/ 641159 w 677010"/>
                <a:gd name="csY203" fmla="*/ 336488 h 423644"/>
                <a:gd name="csX204" fmla="*/ 639257 w 677010"/>
                <a:gd name="csY204" fmla="*/ 336610 h 423644"/>
                <a:gd name="csX205" fmla="*/ 637940 w 677010"/>
                <a:gd name="csY205" fmla="*/ 337303 h 423644"/>
                <a:gd name="csX206" fmla="*/ 636594 w 677010"/>
                <a:gd name="csY206" fmla="*/ 340780 h 423644"/>
                <a:gd name="csX207" fmla="*/ 633231 w 677010"/>
                <a:gd name="csY207" fmla="*/ 345672 h 423644"/>
                <a:gd name="csX208" fmla="*/ 631892 w 677010"/>
                <a:gd name="csY208" fmla="*/ 348038 h 423644"/>
                <a:gd name="csX209" fmla="*/ 630796 w 677010"/>
                <a:gd name="csY209" fmla="*/ 348852 h 423644"/>
                <a:gd name="csX210" fmla="*/ 629936 w 677010"/>
                <a:gd name="csY210" fmla="*/ 349172 h 423644"/>
                <a:gd name="csX211" fmla="*/ 628977 w 677010"/>
                <a:gd name="csY211" fmla="*/ 348617 h 423644"/>
                <a:gd name="csX212" fmla="*/ 626680 w 677010"/>
                <a:gd name="csY212" fmla="*/ 347277 h 423644"/>
                <a:gd name="csX213" fmla="*/ 624907 w 677010"/>
                <a:gd name="csY213" fmla="*/ 347916 h 423644"/>
                <a:gd name="csX214" fmla="*/ 624291 w 677010"/>
                <a:gd name="csY214" fmla="*/ 349453 h 423644"/>
                <a:gd name="csX215" fmla="*/ 624313 w 677010"/>
                <a:gd name="csY215" fmla="*/ 351394 h 423644"/>
                <a:gd name="csX216" fmla="*/ 619824 w 677010"/>
                <a:gd name="csY216" fmla="*/ 351394 h 423644"/>
                <a:gd name="csX217" fmla="*/ 612201 w 677010"/>
                <a:gd name="csY217" fmla="*/ 351386 h 423644"/>
                <a:gd name="csX218" fmla="*/ 602492 w 677010"/>
                <a:gd name="csY218" fmla="*/ 351378 h 423644"/>
                <a:gd name="csX219" fmla="*/ 593134 w 677010"/>
                <a:gd name="csY219" fmla="*/ 351371 h 423644"/>
                <a:gd name="csX220" fmla="*/ 585297 w 677010"/>
                <a:gd name="csY220" fmla="*/ 351363 h 423644"/>
                <a:gd name="csX221" fmla="*/ 585266 w 677010"/>
                <a:gd name="csY221" fmla="*/ 355723 h 423644"/>
                <a:gd name="csX222" fmla="*/ 585243 w 677010"/>
                <a:gd name="csY222" fmla="*/ 359580 h 423644"/>
                <a:gd name="csX223" fmla="*/ 585221 w 677010"/>
                <a:gd name="csY223" fmla="*/ 363917 h 423644"/>
                <a:gd name="csX224" fmla="*/ 580899 w 677010"/>
                <a:gd name="csY224" fmla="*/ 363879 h 423644"/>
                <a:gd name="csX225" fmla="*/ 576326 w 677010"/>
                <a:gd name="csY225" fmla="*/ 363841 h 423644"/>
                <a:gd name="csX226" fmla="*/ 576691 w 677010"/>
                <a:gd name="csY226" fmla="*/ 364275 h 423644"/>
                <a:gd name="csX227" fmla="*/ 578259 w 677010"/>
                <a:gd name="csY227" fmla="*/ 365089 h 423644"/>
                <a:gd name="csX228" fmla="*/ 580290 w 677010"/>
                <a:gd name="csY228" fmla="*/ 367029 h 423644"/>
                <a:gd name="csX229" fmla="*/ 582687 w 677010"/>
                <a:gd name="csY229" fmla="*/ 370050 h 423644"/>
                <a:gd name="csX230" fmla="*/ 585593 w 677010"/>
                <a:gd name="csY230" fmla="*/ 372454 h 423644"/>
                <a:gd name="csX231" fmla="*/ 589010 w 677010"/>
                <a:gd name="csY231" fmla="*/ 374242 h 423644"/>
                <a:gd name="csX232" fmla="*/ 591254 w 677010"/>
                <a:gd name="csY232" fmla="*/ 375992 h 423644"/>
                <a:gd name="csX233" fmla="*/ 592342 w 677010"/>
                <a:gd name="csY233" fmla="*/ 377704 h 423644"/>
                <a:gd name="csX234" fmla="*/ 592890 w 677010"/>
                <a:gd name="csY234" fmla="*/ 379157 h 423644"/>
                <a:gd name="csX235" fmla="*/ 592890 w 677010"/>
                <a:gd name="csY235" fmla="*/ 380359 h 423644"/>
                <a:gd name="csX236" fmla="*/ 594138 w 677010"/>
                <a:gd name="csY236" fmla="*/ 381311 h 423644"/>
                <a:gd name="csX237" fmla="*/ 596367 w 677010"/>
                <a:gd name="csY237" fmla="*/ 381942 h 423644"/>
                <a:gd name="csX238" fmla="*/ 597524 w 677010"/>
                <a:gd name="csY238" fmla="*/ 383015 h 423644"/>
                <a:gd name="csX239" fmla="*/ 597524 w 677010"/>
                <a:gd name="csY239" fmla="*/ 383890 h 423644"/>
                <a:gd name="csX240" fmla="*/ 596816 w 677010"/>
                <a:gd name="csY240" fmla="*/ 385876 h 423644"/>
                <a:gd name="csX241" fmla="*/ 596611 w 677010"/>
                <a:gd name="csY241" fmla="*/ 388067 h 423644"/>
                <a:gd name="csX242" fmla="*/ 596885 w 677010"/>
                <a:gd name="csY242" fmla="*/ 390045 h 423644"/>
                <a:gd name="csX243" fmla="*/ 595287 w 677010"/>
                <a:gd name="csY243" fmla="*/ 390076 h 423644"/>
                <a:gd name="csX244" fmla="*/ 591414 w 677010"/>
                <a:gd name="csY244" fmla="*/ 390076 h 423644"/>
                <a:gd name="csX245" fmla="*/ 585517 w 677010"/>
                <a:gd name="csY245" fmla="*/ 390083 h 423644"/>
                <a:gd name="csX246" fmla="*/ 580092 w 677010"/>
                <a:gd name="csY246" fmla="*/ 390083 h 423644"/>
                <a:gd name="csX247" fmla="*/ 575816 w 677010"/>
                <a:gd name="csY247" fmla="*/ 390083 h 423644"/>
                <a:gd name="csX248" fmla="*/ 569357 w 677010"/>
                <a:gd name="csY248" fmla="*/ 390091 h 423644"/>
                <a:gd name="csX249" fmla="*/ 567584 w 677010"/>
                <a:gd name="csY249" fmla="*/ 393134 h 423644"/>
                <a:gd name="csX250" fmla="*/ 564639 w 677010"/>
                <a:gd name="csY250" fmla="*/ 398186 h 423644"/>
                <a:gd name="csX251" fmla="*/ 561969 w 677010"/>
                <a:gd name="csY251" fmla="*/ 402759 h 423644"/>
                <a:gd name="csX252" fmla="*/ 559732 w 677010"/>
                <a:gd name="csY252" fmla="*/ 406601 h 423644"/>
                <a:gd name="csX253" fmla="*/ 559367 w 677010"/>
                <a:gd name="csY253" fmla="*/ 407613 h 423644"/>
                <a:gd name="csX254" fmla="*/ 559367 w 677010"/>
                <a:gd name="csY254" fmla="*/ 408435 h 423644"/>
                <a:gd name="csX255" fmla="*/ 562136 w 677010"/>
                <a:gd name="csY255" fmla="*/ 412026 h 423644"/>
                <a:gd name="csX256" fmla="*/ 561627 w 677010"/>
                <a:gd name="csY256" fmla="*/ 413068 h 423644"/>
                <a:gd name="csX257" fmla="*/ 560660 w 677010"/>
                <a:gd name="csY257" fmla="*/ 413616 h 423644"/>
                <a:gd name="csX258" fmla="*/ 560348 w 677010"/>
                <a:gd name="csY258" fmla="*/ 414461 h 423644"/>
                <a:gd name="csX259" fmla="*/ 560409 w 677010"/>
                <a:gd name="csY259" fmla="*/ 415830 h 423644"/>
                <a:gd name="csX260" fmla="*/ 559755 w 677010"/>
                <a:gd name="csY260" fmla="*/ 417649 h 423644"/>
                <a:gd name="csX261" fmla="*/ 559968 w 677010"/>
                <a:gd name="csY261" fmla="*/ 418904 h 423644"/>
                <a:gd name="csX262" fmla="*/ 560318 w 677010"/>
                <a:gd name="csY262" fmla="*/ 420449 h 423644"/>
                <a:gd name="csX263" fmla="*/ 559740 w 677010"/>
                <a:gd name="csY263" fmla="*/ 421788 h 423644"/>
                <a:gd name="csX264" fmla="*/ 559268 w 677010"/>
                <a:gd name="csY264" fmla="*/ 423081 h 423644"/>
                <a:gd name="csX265" fmla="*/ 558712 w 677010"/>
                <a:gd name="csY265" fmla="*/ 423645 h 423644"/>
                <a:gd name="csX266" fmla="*/ 558081 w 677010"/>
                <a:gd name="csY266" fmla="*/ 423158 h 423644"/>
                <a:gd name="csX267" fmla="*/ 552390 w 677010"/>
                <a:gd name="csY267" fmla="*/ 417193 h 423644"/>
                <a:gd name="csX268" fmla="*/ 546455 w 677010"/>
                <a:gd name="csY268" fmla="*/ 410626 h 423644"/>
                <a:gd name="csX269" fmla="*/ 544119 w 677010"/>
                <a:gd name="csY269" fmla="*/ 408481 h 423644"/>
                <a:gd name="csX270" fmla="*/ 541859 w 677010"/>
                <a:gd name="csY270" fmla="*/ 406852 h 423644"/>
                <a:gd name="csX271" fmla="*/ 538816 w 677010"/>
                <a:gd name="csY271" fmla="*/ 403824 h 423644"/>
                <a:gd name="csX272" fmla="*/ 530827 w 677010"/>
                <a:gd name="csY272" fmla="*/ 397167 h 423644"/>
                <a:gd name="csX273" fmla="*/ 526703 w 677010"/>
                <a:gd name="csY273" fmla="*/ 394123 h 423644"/>
                <a:gd name="csX274" fmla="*/ 522823 w 677010"/>
                <a:gd name="csY274" fmla="*/ 390479 h 423644"/>
                <a:gd name="csX275" fmla="*/ 519338 w 677010"/>
                <a:gd name="csY275" fmla="*/ 388455 h 423644"/>
                <a:gd name="csX276" fmla="*/ 515907 w 677010"/>
                <a:gd name="csY276" fmla="*/ 387139 h 423644"/>
                <a:gd name="csX277" fmla="*/ 514377 w 677010"/>
                <a:gd name="csY277" fmla="*/ 386378 h 423644"/>
                <a:gd name="csX278" fmla="*/ 513038 w 677010"/>
                <a:gd name="csY278" fmla="*/ 385381 h 423644"/>
                <a:gd name="csX279" fmla="*/ 512292 w 677010"/>
                <a:gd name="csY279" fmla="*/ 385320 h 423644"/>
                <a:gd name="csX280" fmla="*/ 511920 w 677010"/>
                <a:gd name="csY280" fmla="*/ 386674 h 423644"/>
                <a:gd name="csX281" fmla="*/ 513122 w 677010"/>
                <a:gd name="csY281" fmla="*/ 387352 h 423644"/>
                <a:gd name="csX282" fmla="*/ 514560 w 677010"/>
                <a:gd name="csY282" fmla="*/ 387930 h 423644"/>
                <a:gd name="csX283" fmla="*/ 515694 w 677010"/>
                <a:gd name="csY283" fmla="*/ 387968 h 423644"/>
                <a:gd name="csX284" fmla="*/ 516888 w 677010"/>
                <a:gd name="csY284" fmla="*/ 388447 h 423644"/>
                <a:gd name="csX285" fmla="*/ 520411 w 677010"/>
                <a:gd name="csY285" fmla="*/ 390296 h 423644"/>
                <a:gd name="csX286" fmla="*/ 520989 w 677010"/>
                <a:gd name="csY286" fmla="*/ 391247 h 423644"/>
                <a:gd name="csX287" fmla="*/ 510969 w 677010"/>
                <a:gd name="csY287" fmla="*/ 387550 h 423644"/>
                <a:gd name="csX288" fmla="*/ 506890 w 677010"/>
                <a:gd name="csY288" fmla="*/ 387207 h 423644"/>
                <a:gd name="csX289" fmla="*/ 506449 w 677010"/>
                <a:gd name="csY289" fmla="*/ 386629 h 423644"/>
                <a:gd name="csX290" fmla="*/ 508481 w 677010"/>
                <a:gd name="csY290" fmla="*/ 384696 h 423644"/>
                <a:gd name="csX291" fmla="*/ 507849 w 677010"/>
                <a:gd name="csY291" fmla="*/ 383996 h 423644"/>
                <a:gd name="csX292" fmla="*/ 507126 w 677010"/>
                <a:gd name="csY292" fmla="*/ 383897 h 423644"/>
                <a:gd name="csX293" fmla="*/ 504943 w 677010"/>
                <a:gd name="csY293" fmla="*/ 385236 h 423644"/>
                <a:gd name="csX294" fmla="*/ 504136 w 677010"/>
                <a:gd name="csY294" fmla="*/ 385328 h 423644"/>
                <a:gd name="csX295" fmla="*/ 503991 w 677010"/>
                <a:gd name="csY295" fmla="*/ 384445 h 423644"/>
                <a:gd name="csX296" fmla="*/ 504090 w 677010"/>
                <a:gd name="csY296" fmla="*/ 383616 h 423644"/>
                <a:gd name="csX297" fmla="*/ 502683 w 677010"/>
                <a:gd name="csY297" fmla="*/ 382399 h 423644"/>
                <a:gd name="csX298" fmla="*/ 501793 w 677010"/>
                <a:gd name="csY298" fmla="*/ 382444 h 423644"/>
                <a:gd name="csX299" fmla="*/ 501062 w 677010"/>
                <a:gd name="csY299" fmla="*/ 383296 h 423644"/>
                <a:gd name="csX300" fmla="*/ 499160 w 677010"/>
                <a:gd name="csY300" fmla="*/ 384902 h 423644"/>
                <a:gd name="csX301" fmla="*/ 499221 w 677010"/>
                <a:gd name="csY301" fmla="*/ 385533 h 423644"/>
                <a:gd name="csX302" fmla="*/ 502949 w 677010"/>
                <a:gd name="csY302" fmla="*/ 386218 h 423644"/>
                <a:gd name="csX303" fmla="*/ 504235 w 677010"/>
                <a:gd name="csY303" fmla="*/ 386606 h 423644"/>
                <a:gd name="csX304" fmla="*/ 503938 w 677010"/>
                <a:gd name="csY304" fmla="*/ 387032 h 423644"/>
                <a:gd name="csX305" fmla="*/ 500743 w 677010"/>
                <a:gd name="csY305" fmla="*/ 387025 h 423644"/>
                <a:gd name="csX306" fmla="*/ 496786 w 677010"/>
                <a:gd name="csY306" fmla="*/ 387755 h 423644"/>
                <a:gd name="csX307" fmla="*/ 489741 w 677010"/>
                <a:gd name="csY307" fmla="*/ 392221 h 423644"/>
                <a:gd name="csX308" fmla="*/ 483182 w 677010"/>
                <a:gd name="csY308" fmla="*/ 394139 h 423644"/>
                <a:gd name="csX309" fmla="*/ 473748 w 677010"/>
                <a:gd name="csY309" fmla="*/ 398430 h 423644"/>
                <a:gd name="csX310" fmla="*/ 469586 w 677010"/>
                <a:gd name="csY310" fmla="*/ 398650 h 423644"/>
                <a:gd name="csX311" fmla="*/ 467402 w 677010"/>
                <a:gd name="csY311" fmla="*/ 399335 h 423644"/>
                <a:gd name="csX312" fmla="*/ 461056 w 677010"/>
                <a:gd name="csY312" fmla="*/ 397692 h 423644"/>
                <a:gd name="csX313" fmla="*/ 453014 w 677010"/>
                <a:gd name="csY313" fmla="*/ 393659 h 423644"/>
                <a:gd name="csX314" fmla="*/ 440840 w 677010"/>
                <a:gd name="csY314" fmla="*/ 392389 h 423644"/>
                <a:gd name="csX315" fmla="*/ 432638 w 677010"/>
                <a:gd name="csY315" fmla="*/ 387101 h 423644"/>
                <a:gd name="csX316" fmla="*/ 424497 w 677010"/>
                <a:gd name="csY316" fmla="*/ 384925 h 423644"/>
                <a:gd name="csX317" fmla="*/ 419331 w 677010"/>
                <a:gd name="csY317" fmla="*/ 379842 h 423644"/>
                <a:gd name="csX318" fmla="*/ 416219 w 677010"/>
                <a:gd name="csY318" fmla="*/ 379621 h 423644"/>
                <a:gd name="csX319" fmla="*/ 414218 w 677010"/>
                <a:gd name="csY319" fmla="*/ 378807 h 423644"/>
                <a:gd name="csX320" fmla="*/ 406823 w 677010"/>
                <a:gd name="csY320" fmla="*/ 376966 h 423644"/>
                <a:gd name="csX321" fmla="*/ 399511 w 677010"/>
                <a:gd name="csY321" fmla="*/ 375749 h 423644"/>
                <a:gd name="csX322" fmla="*/ 392381 w 677010"/>
                <a:gd name="csY322" fmla="*/ 371298 h 423644"/>
                <a:gd name="csX323" fmla="*/ 387717 w 677010"/>
                <a:gd name="csY323" fmla="*/ 369882 h 423644"/>
                <a:gd name="csX324" fmla="*/ 383685 w 677010"/>
                <a:gd name="csY324" fmla="*/ 368110 h 423644"/>
                <a:gd name="csX325" fmla="*/ 374806 w 677010"/>
                <a:gd name="csY325" fmla="*/ 365081 h 423644"/>
                <a:gd name="csX326" fmla="*/ 371511 w 677010"/>
                <a:gd name="csY326" fmla="*/ 363400 h 423644"/>
                <a:gd name="csX327" fmla="*/ 368399 w 677010"/>
                <a:gd name="csY327" fmla="*/ 360798 h 423644"/>
                <a:gd name="csX328" fmla="*/ 363324 w 677010"/>
                <a:gd name="csY328" fmla="*/ 358104 h 423644"/>
                <a:gd name="csX329" fmla="*/ 361156 w 677010"/>
                <a:gd name="csY329" fmla="*/ 355852 h 423644"/>
                <a:gd name="csX330" fmla="*/ 358736 w 677010"/>
                <a:gd name="csY330" fmla="*/ 355046 h 423644"/>
                <a:gd name="csX331" fmla="*/ 355275 w 677010"/>
                <a:gd name="csY331" fmla="*/ 350800 h 423644"/>
                <a:gd name="csX332" fmla="*/ 353471 w 677010"/>
                <a:gd name="csY332" fmla="*/ 349012 h 423644"/>
                <a:gd name="csX333" fmla="*/ 351942 w 677010"/>
                <a:gd name="csY333" fmla="*/ 348175 h 423644"/>
                <a:gd name="csX334" fmla="*/ 350306 w 677010"/>
                <a:gd name="csY334" fmla="*/ 347886 h 423644"/>
                <a:gd name="csX335" fmla="*/ 345581 w 677010"/>
                <a:gd name="csY335" fmla="*/ 348229 h 423644"/>
                <a:gd name="csX336" fmla="*/ 338528 w 677010"/>
                <a:gd name="csY336" fmla="*/ 346349 h 423644"/>
                <a:gd name="csX337" fmla="*/ 335272 w 677010"/>
                <a:gd name="csY337" fmla="*/ 345870 h 423644"/>
                <a:gd name="csX338" fmla="*/ 328462 w 677010"/>
                <a:gd name="csY338" fmla="*/ 343100 h 423644"/>
                <a:gd name="csX339" fmla="*/ 319423 w 677010"/>
                <a:gd name="csY339" fmla="*/ 340004 h 423644"/>
                <a:gd name="csX340" fmla="*/ 316463 w 677010"/>
                <a:gd name="csY340" fmla="*/ 336443 h 423644"/>
                <a:gd name="csX341" fmla="*/ 313929 w 677010"/>
                <a:gd name="csY341" fmla="*/ 333118 h 423644"/>
                <a:gd name="csX342" fmla="*/ 309364 w 677010"/>
                <a:gd name="csY342" fmla="*/ 328735 h 423644"/>
                <a:gd name="csX343" fmla="*/ 306519 w 677010"/>
                <a:gd name="csY343" fmla="*/ 326864 h 423644"/>
                <a:gd name="csX344" fmla="*/ 301581 w 677010"/>
                <a:gd name="csY344" fmla="*/ 324642 h 423644"/>
                <a:gd name="csX345" fmla="*/ 298842 w 677010"/>
                <a:gd name="csY345" fmla="*/ 322839 h 423644"/>
                <a:gd name="csX346" fmla="*/ 294619 w 677010"/>
                <a:gd name="csY346" fmla="*/ 321454 h 423644"/>
                <a:gd name="csX347" fmla="*/ 287452 w 677010"/>
                <a:gd name="csY347" fmla="*/ 317939 h 423644"/>
                <a:gd name="csX348" fmla="*/ 285177 w 677010"/>
                <a:gd name="csY348" fmla="*/ 314926 h 423644"/>
                <a:gd name="csX349" fmla="*/ 283845 w 677010"/>
                <a:gd name="csY349" fmla="*/ 312248 h 423644"/>
                <a:gd name="csX350" fmla="*/ 280033 w 677010"/>
                <a:gd name="csY350" fmla="*/ 308991 h 423644"/>
                <a:gd name="csX351" fmla="*/ 275856 w 677010"/>
                <a:gd name="csY351" fmla="*/ 302912 h 423644"/>
                <a:gd name="csX352" fmla="*/ 274776 w 677010"/>
                <a:gd name="csY352" fmla="*/ 300667 h 423644"/>
                <a:gd name="csX353" fmla="*/ 273969 w 677010"/>
                <a:gd name="csY353" fmla="*/ 297221 h 423644"/>
                <a:gd name="csX354" fmla="*/ 273003 w 677010"/>
                <a:gd name="csY354" fmla="*/ 295220 h 423644"/>
                <a:gd name="csX355" fmla="*/ 271862 w 677010"/>
                <a:gd name="csY355" fmla="*/ 293652 h 423644"/>
                <a:gd name="csX356" fmla="*/ 272448 w 677010"/>
                <a:gd name="csY356" fmla="*/ 292511 h 423644"/>
                <a:gd name="csX357" fmla="*/ 274570 w 677010"/>
                <a:gd name="csY357" fmla="*/ 291103 h 423644"/>
                <a:gd name="csX358" fmla="*/ 278101 w 677010"/>
                <a:gd name="csY358" fmla="*/ 290784 h 423644"/>
                <a:gd name="csX359" fmla="*/ 280596 w 677010"/>
                <a:gd name="csY359" fmla="*/ 289262 h 423644"/>
                <a:gd name="csX360" fmla="*/ 280924 w 677010"/>
                <a:gd name="csY360" fmla="*/ 288007 h 423644"/>
                <a:gd name="csX361" fmla="*/ 280764 w 677010"/>
                <a:gd name="csY361" fmla="*/ 287231 h 423644"/>
                <a:gd name="csX362" fmla="*/ 279166 w 677010"/>
                <a:gd name="csY362" fmla="*/ 285313 h 423644"/>
                <a:gd name="csX363" fmla="*/ 277180 w 677010"/>
                <a:gd name="csY363" fmla="*/ 284803 h 423644"/>
                <a:gd name="csX364" fmla="*/ 275636 w 677010"/>
                <a:gd name="csY364" fmla="*/ 284773 h 423644"/>
                <a:gd name="csX365" fmla="*/ 275240 w 677010"/>
                <a:gd name="csY365" fmla="*/ 284043 h 423644"/>
                <a:gd name="csX366" fmla="*/ 276404 w 677010"/>
                <a:gd name="csY366" fmla="*/ 283244 h 423644"/>
                <a:gd name="csX367" fmla="*/ 277736 w 677010"/>
                <a:gd name="csY367" fmla="*/ 281372 h 423644"/>
                <a:gd name="csX368" fmla="*/ 279699 w 677010"/>
                <a:gd name="csY368" fmla="*/ 279090 h 423644"/>
                <a:gd name="csX369" fmla="*/ 281083 w 677010"/>
                <a:gd name="csY369" fmla="*/ 276982 h 423644"/>
                <a:gd name="csX370" fmla="*/ 281342 w 677010"/>
                <a:gd name="csY370" fmla="*/ 274007 h 423644"/>
                <a:gd name="csX371" fmla="*/ 281167 w 677010"/>
                <a:gd name="csY371" fmla="*/ 271032 h 423644"/>
                <a:gd name="csX372" fmla="*/ 281692 w 677010"/>
                <a:gd name="csY372" fmla="*/ 268514 h 423644"/>
                <a:gd name="csX373" fmla="*/ 276937 w 677010"/>
                <a:gd name="csY373" fmla="*/ 265607 h 423644"/>
                <a:gd name="csX374" fmla="*/ 276381 w 677010"/>
                <a:gd name="csY374" fmla="*/ 264367 h 423644"/>
                <a:gd name="csX375" fmla="*/ 274882 w 677010"/>
                <a:gd name="csY375" fmla="*/ 261027 h 423644"/>
                <a:gd name="csX376" fmla="*/ 272288 w 677010"/>
                <a:gd name="csY376" fmla="*/ 257146 h 423644"/>
                <a:gd name="csX377" fmla="*/ 272364 w 677010"/>
                <a:gd name="csY377" fmla="*/ 249378 h 423644"/>
                <a:gd name="csX378" fmla="*/ 269237 w 677010"/>
                <a:gd name="csY378" fmla="*/ 242469 h 423644"/>
                <a:gd name="csX379" fmla="*/ 266003 w 677010"/>
                <a:gd name="csY379" fmla="*/ 239030 h 423644"/>
                <a:gd name="csX380" fmla="*/ 264329 w 677010"/>
                <a:gd name="csY380" fmla="*/ 237828 h 423644"/>
                <a:gd name="csX381" fmla="*/ 259787 w 677010"/>
                <a:gd name="csY381" fmla="*/ 232479 h 423644"/>
                <a:gd name="csX382" fmla="*/ 256203 w 677010"/>
                <a:gd name="csY382" fmla="*/ 229368 h 423644"/>
                <a:gd name="csX383" fmla="*/ 252696 w 677010"/>
                <a:gd name="csY383" fmla="*/ 223501 h 423644"/>
                <a:gd name="csX384" fmla="*/ 249226 w 677010"/>
                <a:gd name="csY384" fmla="*/ 219766 h 423644"/>
                <a:gd name="csX385" fmla="*/ 244813 w 677010"/>
                <a:gd name="csY385" fmla="*/ 213488 h 423644"/>
                <a:gd name="csX386" fmla="*/ 241625 w 677010"/>
                <a:gd name="csY386" fmla="*/ 210354 h 423644"/>
                <a:gd name="csX387" fmla="*/ 227100 w 677010"/>
                <a:gd name="csY387" fmla="*/ 199740 h 423644"/>
                <a:gd name="csX388" fmla="*/ 227915 w 677010"/>
                <a:gd name="csY388" fmla="*/ 199740 h 423644"/>
                <a:gd name="csX389" fmla="*/ 232175 w 677010"/>
                <a:gd name="csY389" fmla="*/ 202350 h 423644"/>
                <a:gd name="csX390" fmla="*/ 232891 w 677010"/>
                <a:gd name="csY390" fmla="*/ 202136 h 423644"/>
                <a:gd name="csX391" fmla="*/ 232990 w 677010"/>
                <a:gd name="csY391" fmla="*/ 200866 h 423644"/>
                <a:gd name="csX392" fmla="*/ 232503 w 677010"/>
                <a:gd name="csY392" fmla="*/ 199344 h 423644"/>
                <a:gd name="csX393" fmla="*/ 231711 w 677010"/>
                <a:gd name="csY393" fmla="*/ 198979 h 423644"/>
                <a:gd name="csX394" fmla="*/ 230578 w 677010"/>
                <a:gd name="csY394" fmla="*/ 199321 h 423644"/>
                <a:gd name="csX395" fmla="*/ 229048 w 677010"/>
                <a:gd name="csY395" fmla="*/ 199002 h 423644"/>
                <a:gd name="csX396" fmla="*/ 228280 w 677010"/>
                <a:gd name="csY396" fmla="*/ 198500 h 423644"/>
                <a:gd name="csX397" fmla="*/ 225990 w 677010"/>
                <a:gd name="csY397" fmla="*/ 198180 h 423644"/>
                <a:gd name="csX398" fmla="*/ 223121 w 677010"/>
                <a:gd name="csY398" fmla="*/ 196407 h 423644"/>
                <a:gd name="csX399" fmla="*/ 221889 w 677010"/>
                <a:gd name="csY399" fmla="*/ 194566 h 423644"/>
                <a:gd name="csX400" fmla="*/ 221752 w 677010"/>
                <a:gd name="csY400" fmla="*/ 192466 h 423644"/>
                <a:gd name="csX401" fmla="*/ 217635 w 677010"/>
                <a:gd name="csY401" fmla="*/ 187985 h 423644"/>
                <a:gd name="csX402" fmla="*/ 216076 w 677010"/>
                <a:gd name="csY402" fmla="*/ 185481 h 423644"/>
                <a:gd name="csX403" fmla="*/ 216875 w 677010"/>
                <a:gd name="csY403" fmla="*/ 185664 h 423644"/>
                <a:gd name="csX404" fmla="*/ 217970 w 677010"/>
                <a:gd name="csY404" fmla="*/ 186668 h 423644"/>
                <a:gd name="csX405" fmla="*/ 219081 w 677010"/>
                <a:gd name="csY405" fmla="*/ 186957 h 423644"/>
                <a:gd name="csX406" fmla="*/ 220374 w 677010"/>
                <a:gd name="csY406" fmla="*/ 186965 h 423644"/>
                <a:gd name="csX407" fmla="*/ 221310 w 677010"/>
                <a:gd name="csY407" fmla="*/ 186562 h 423644"/>
                <a:gd name="csX408" fmla="*/ 220976 w 677010"/>
                <a:gd name="csY408" fmla="*/ 185816 h 423644"/>
                <a:gd name="csX409" fmla="*/ 220093 w 677010"/>
                <a:gd name="csY409" fmla="*/ 185192 h 423644"/>
                <a:gd name="csX410" fmla="*/ 214097 w 677010"/>
                <a:gd name="csY410" fmla="*/ 182826 h 423644"/>
                <a:gd name="csX411" fmla="*/ 212119 w 677010"/>
                <a:gd name="csY411" fmla="*/ 181167 h 423644"/>
                <a:gd name="csX412" fmla="*/ 207204 w 677010"/>
                <a:gd name="csY412" fmla="*/ 178398 h 423644"/>
                <a:gd name="csX413" fmla="*/ 206040 w 677010"/>
                <a:gd name="csY413" fmla="*/ 177424 h 423644"/>
                <a:gd name="csX414" fmla="*/ 205264 w 677010"/>
                <a:gd name="csY414" fmla="*/ 174746 h 423644"/>
                <a:gd name="csX415" fmla="*/ 204062 w 677010"/>
                <a:gd name="csY415" fmla="*/ 174616 h 423644"/>
                <a:gd name="csX416" fmla="*/ 203004 w 677010"/>
                <a:gd name="csY416" fmla="*/ 175362 h 423644"/>
                <a:gd name="csX417" fmla="*/ 200105 w 677010"/>
                <a:gd name="csY417" fmla="*/ 176092 h 423644"/>
                <a:gd name="csX418" fmla="*/ 199367 w 677010"/>
                <a:gd name="csY418" fmla="*/ 175240 h 423644"/>
                <a:gd name="csX419" fmla="*/ 199261 w 677010"/>
                <a:gd name="csY419" fmla="*/ 174418 h 423644"/>
                <a:gd name="csX420" fmla="*/ 201307 w 677010"/>
                <a:gd name="csY420" fmla="*/ 173551 h 423644"/>
                <a:gd name="csX421" fmla="*/ 203187 w 677010"/>
                <a:gd name="csY421" fmla="*/ 171018 h 423644"/>
                <a:gd name="csX422" fmla="*/ 203149 w 677010"/>
                <a:gd name="csY422" fmla="*/ 170135 h 423644"/>
                <a:gd name="csX423" fmla="*/ 202114 w 677010"/>
                <a:gd name="csY423" fmla="*/ 171154 h 423644"/>
                <a:gd name="csX424" fmla="*/ 200547 w 677010"/>
                <a:gd name="csY424" fmla="*/ 172288 h 423644"/>
                <a:gd name="csX425" fmla="*/ 198934 w 677010"/>
                <a:gd name="csY425" fmla="*/ 172920 h 423644"/>
                <a:gd name="csX426" fmla="*/ 196537 w 677010"/>
                <a:gd name="csY426" fmla="*/ 173445 h 423644"/>
                <a:gd name="csX427" fmla="*/ 195304 w 677010"/>
                <a:gd name="csY427" fmla="*/ 173064 h 423644"/>
                <a:gd name="csX428" fmla="*/ 194232 w 677010"/>
                <a:gd name="csY428" fmla="*/ 172494 h 423644"/>
                <a:gd name="csX429" fmla="*/ 192504 w 677010"/>
                <a:gd name="csY429" fmla="*/ 170280 h 423644"/>
                <a:gd name="csX430" fmla="*/ 191637 w 677010"/>
                <a:gd name="csY430" fmla="*/ 163066 h 423644"/>
                <a:gd name="csX431" fmla="*/ 193159 w 677010"/>
                <a:gd name="csY431" fmla="*/ 160563 h 423644"/>
                <a:gd name="csX432" fmla="*/ 194939 w 677010"/>
                <a:gd name="csY432" fmla="*/ 158083 h 423644"/>
                <a:gd name="csX433" fmla="*/ 196453 w 677010"/>
                <a:gd name="csY433" fmla="*/ 156614 h 423644"/>
                <a:gd name="csX434" fmla="*/ 197328 w 677010"/>
                <a:gd name="csY434" fmla="*/ 157725 h 423644"/>
                <a:gd name="csX435" fmla="*/ 198226 w 677010"/>
                <a:gd name="csY435" fmla="*/ 157862 h 423644"/>
                <a:gd name="csX436" fmla="*/ 197595 w 677010"/>
                <a:gd name="csY436" fmla="*/ 156607 h 423644"/>
                <a:gd name="csX437" fmla="*/ 196103 w 677010"/>
                <a:gd name="csY437" fmla="*/ 155435 h 423644"/>
                <a:gd name="csX438" fmla="*/ 195578 w 677010"/>
                <a:gd name="csY438" fmla="*/ 154263 h 423644"/>
                <a:gd name="csX439" fmla="*/ 195525 w 677010"/>
                <a:gd name="csY439" fmla="*/ 153191 h 423644"/>
                <a:gd name="csX440" fmla="*/ 194817 w 677010"/>
                <a:gd name="csY440" fmla="*/ 151197 h 423644"/>
                <a:gd name="csX441" fmla="*/ 190404 w 677010"/>
                <a:gd name="csY441" fmla="*/ 147005 h 423644"/>
                <a:gd name="csX442" fmla="*/ 186281 w 677010"/>
                <a:gd name="csY442" fmla="*/ 147324 h 423644"/>
                <a:gd name="csX443" fmla="*/ 184599 w 677010"/>
                <a:gd name="csY443" fmla="*/ 147180 h 423644"/>
                <a:gd name="csX444" fmla="*/ 183024 w 677010"/>
                <a:gd name="csY444" fmla="*/ 145582 h 423644"/>
                <a:gd name="csX445" fmla="*/ 181685 w 677010"/>
                <a:gd name="csY445" fmla="*/ 142889 h 423644"/>
                <a:gd name="csX446" fmla="*/ 181031 w 677010"/>
                <a:gd name="csY446" fmla="*/ 140629 h 423644"/>
                <a:gd name="csX447" fmla="*/ 180947 w 677010"/>
                <a:gd name="csY447" fmla="*/ 139427 h 423644"/>
                <a:gd name="csX448" fmla="*/ 180551 w 677010"/>
                <a:gd name="csY448" fmla="*/ 138217 h 423644"/>
                <a:gd name="csX449" fmla="*/ 173437 w 677010"/>
                <a:gd name="csY449" fmla="*/ 136239 h 423644"/>
                <a:gd name="csX450" fmla="*/ 171299 w 677010"/>
                <a:gd name="csY450" fmla="*/ 134542 h 423644"/>
                <a:gd name="csX451" fmla="*/ 169154 w 677010"/>
                <a:gd name="csY451" fmla="*/ 132404 h 423644"/>
                <a:gd name="csX452" fmla="*/ 168263 w 677010"/>
                <a:gd name="csY452" fmla="*/ 130662 h 423644"/>
                <a:gd name="csX453" fmla="*/ 167426 w 677010"/>
                <a:gd name="csY453" fmla="*/ 129376 h 423644"/>
                <a:gd name="csX454" fmla="*/ 166742 w 677010"/>
                <a:gd name="csY454" fmla="*/ 127124 h 423644"/>
                <a:gd name="csX455" fmla="*/ 166255 w 677010"/>
                <a:gd name="csY455" fmla="*/ 124499 h 423644"/>
                <a:gd name="csX456" fmla="*/ 167046 w 677010"/>
                <a:gd name="csY456" fmla="*/ 121098 h 423644"/>
                <a:gd name="csX457" fmla="*/ 168081 w 677010"/>
                <a:gd name="csY457" fmla="*/ 119454 h 423644"/>
                <a:gd name="csX458" fmla="*/ 163189 w 677010"/>
                <a:gd name="csY458" fmla="*/ 118229 h 423644"/>
                <a:gd name="csX459" fmla="*/ 161279 w 677010"/>
                <a:gd name="csY459" fmla="*/ 118176 h 423644"/>
                <a:gd name="csX460" fmla="*/ 159734 w 677010"/>
                <a:gd name="csY460" fmla="*/ 118868 h 423644"/>
                <a:gd name="csX461" fmla="*/ 158342 w 677010"/>
                <a:gd name="csY461" fmla="*/ 117978 h 423644"/>
                <a:gd name="csX462" fmla="*/ 155451 w 677010"/>
                <a:gd name="csY462" fmla="*/ 116989 h 423644"/>
                <a:gd name="csX463" fmla="*/ 152012 w 677010"/>
                <a:gd name="csY463" fmla="*/ 113421 h 423644"/>
                <a:gd name="csX464" fmla="*/ 147971 w 677010"/>
                <a:gd name="csY464" fmla="*/ 106938 h 423644"/>
                <a:gd name="csX465" fmla="*/ 143528 w 677010"/>
                <a:gd name="csY465" fmla="*/ 104854 h 423644"/>
                <a:gd name="csX466" fmla="*/ 142098 w 677010"/>
                <a:gd name="csY466" fmla="*/ 102594 h 423644"/>
                <a:gd name="csX467" fmla="*/ 140279 w 677010"/>
                <a:gd name="csY467" fmla="*/ 100555 h 423644"/>
                <a:gd name="csX468" fmla="*/ 138689 w 677010"/>
                <a:gd name="csY468" fmla="*/ 98029 h 423644"/>
                <a:gd name="csX469" fmla="*/ 138446 w 677010"/>
                <a:gd name="csY469" fmla="*/ 96925 h 423644"/>
                <a:gd name="csX470" fmla="*/ 137966 w 677010"/>
                <a:gd name="csY470" fmla="*/ 96309 h 423644"/>
                <a:gd name="csX471" fmla="*/ 135744 w 677010"/>
                <a:gd name="csY471" fmla="*/ 94544 h 423644"/>
                <a:gd name="csX472" fmla="*/ 133249 w 677010"/>
                <a:gd name="csY472" fmla="*/ 91554 h 423644"/>
                <a:gd name="csX473" fmla="*/ 132602 w 677010"/>
                <a:gd name="csY473" fmla="*/ 89149 h 423644"/>
                <a:gd name="csX474" fmla="*/ 131933 w 677010"/>
                <a:gd name="csY474" fmla="*/ 85467 h 423644"/>
                <a:gd name="csX475" fmla="*/ 130266 w 677010"/>
                <a:gd name="csY475" fmla="*/ 84166 h 423644"/>
                <a:gd name="csX476" fmla="*/ 128630 w 677010"/>
                <a:gd name="csY476" fmla="*/ 83565 h 423644"/>
                <a:gd name="csX477" fmla="*/ 128311 w 677010"/>
                <a:gd name="csY477" fmla="*/ 81807 h 423644"/>
                <a:gd name="csX478" fmla="*/ 128410 w 677010"/>
                <a:gd name="csY478" fmla="*/ 80826 h 423644"/>
                <a:gd name="csX479" fmla="*/ 127854 w 677010"/>
                <a:gd name="csY479" fmla="*/ 78962 h 423644"/>
                <a:gd name="csX480" fmla="*/ 124476 w 677010"/>
                <a:gd name="csY480" fmla="*/ 74488 h 423644"/>
                <a:gd name="csX481" fmla="*/ 122764 w 677010"/>
                <a:gd name="csY481" fmla="*/ 70805 h 423644"/>
                <a:gd name="csX482" fmla="*/ 121821 w 677010"/>
                <a:gd name="csY482" fmla="*/ 69656 h 423644"/>
                <a:gd name="csX483" fmla="*/ 120938 w 677010"/>
                <a:gd name="csY483" fmla="*/ 67975 h 423644"/>
                <a:gd name="csX484" fmla="*/ 120489 w 677010"/>
                <a:gd name="csY484" fmla="*/ 64528 h 423644"/>
                <a:gd name="csX485" fmla="*/ 119089 w 677010"/>
                <a:gd name="csY485" fmla="*/ 60237 h 423644"/>
                <a:gd name="csX486" fmla="*/ 116381 w 677010"/>
                <a:gd name="csY486" fmla="*/ 55071 h 423644"/>
                <a:gd name="csX487" fmla="*/ 114121 w 677010"/>
                <a:gd name="csY487" fmla="*/ 51586 h 423644"/>
                <a:gd name="csX488" fmla="*/ 112995 w 677010"/>
                <a:gd name="csY488" fmla="*/ 48071 h 423644"/>
                <a:gd name="csX489" fmla="*/ 113497 w 677010"/>
                <a:gd name="csY489" fmla="*/ 44487 h 423644"/>
                <a:gd name="csX490" fmla="*/ 113117 w 677010"/>
                <a:gd name="csY490" fmla="*/ 42273 h 423644"/>
                <a:gd name="csX491" fmla="*/ 112827 w 677010"/>
                <a:gd name="csY491" fmla="*/ 41756 h 423644"/>
                <a:gd name="csX492" fmla="*/ 113056 w 677010"/>
                <a:gd name="csY492" fmla="*/ 41033 h 423644"/>
                <a:gd name="csX493" fmla="*/ 113809 w 677010"/>
                <a:gd name="csY493" fmla="*/ 41436 h 423644"/>
                <a:gd name="csX494" fmla="*/ 114440 w 677010"/>
                <a:gd name="csY494" fmla="*/ 40789 h 423644"/>
                <a:gd name="csX495" fmla="*/ 114364 w 677010"/>
                <a:gd name="csY495" fmla="*/ 38499 h 423644"/>
                <a:gd name="csX496" fmla="*/ 113573 w 677010"/>
                <a:gd name="csY496" fmla="*/ 37807 h 423644"/>
                <a:gd name="csX497" fmla="*/ 111382 w 677010"/>
                <a:gd name="csY497" fmla="*/ 37092 h 423644"/>
                <a:gd name="csX498" fmla="*/ 110415 w 677010"/>
                <a:gd name="csY498" fmla="*/ 36597 h 423644"/>
                <a:gd name="csX499" fmla="*/ 105090 w 677010"/>
                <a:gd name="csY499" fmla="*/ 35661 h 423644"/>
                <a:gd name="csX500" fmla="*/ 102038 w 677010"/>
                <a:gd name="csY500" fmla="*/ 34360 h 423644"/>
                <a:gd name="csX501" fmla="*/ 101841 w 677010"/>
                <a:gd name="csY501" fmla="*/ 31332 h 423644"/>
                <a:gd name="csX502" fmla="*/ 100410 w 677010"/>
                <a:gd name="csY502" fmla="*/ 29940 h 423644"/>
                <a:gd name="csX503" fmla="*/ 99140 w 677010"/>
                <a:gd name="csY503" fmla="*/ 29080 h 423644"/>
                <a:gd name="csX504" fmla="*/ 95122 w 677010"/>
                <a:gd name="csY504" fmla="*/ 27292 h 423644"/>
                <a:gd name="csX505" fmla="*/ 94491 w 677010"/>
                <a:gd name="csY505" fmla="*/ 28205 h 423644"/>
                <a:gd name="csX506" fmla="*/ 93951 w 677010"/>
                <a:gd name="csY506" fmla="*/ 29894 h 423644"/>
                <a:gd name="csX507" fmla="*/ 92277 w 677010"/>
                <a:gd name="csY507" fmla="*/ 30259 h 423644"/>
                <a:gd name="csX508" fmla="*/ 90816 w 677010"/>
                <a:gd name="csY508" fmla="*/ 30335 h 423644"/>
                <a:gd name="csX509" fmla="*/ 88366 w 677010"/>
                <a:gd name="csY509" fmla="*/ 29163 h 423644"/>
                <a:gd name="csX510" fmla="*/ 82287 w 677010"/>
                <a:gd name="csY510" fmla="*/ 24697 h 423644"/>
                <a:gd name="csX511" fmla="*/ 81001 w 677010"/>
                <a:gd name="csY511" fmla="*/ 23982 h 423644"/>
                <a:gd name="csX512" fmla="*/ 79106 w 677010"/>
                <a:gd name="csY512" fmla="*/ 23602 h 423644"/>
                <a:gd name="csX513" fmla="*/ 78155 w 677010"/>
                <a:gd name="csY513" fmla="*/ 22856 h 423644"/>
                <a:gd name="csX514" fmla="*/ 74047 w 677010"/>
                <a:gd name="csY514" fmla="*/ 20497 h 423644"/>
                <a:gd name="csX515" fmla="*/ 74868 w 677010"/>
                <a:gd name="csY515" fmla="*/ 21753 h 423644"/>
                <a:gd name="csX516" fmla="*/ 76055 w 677010"/>
                <a:gd name="csY516" fmla="*/ 23054 h 423644"/>
                <a:gd name="csX517" fmla="*/ 77113 w 677010"/>
                <a:gd name="csY517" fmla="*/ 26835 h 423644"/>
                <a:gd name="csX518" fmla="*/ 75873 w 677010"/>
                <a:gd name="csY518" fmla="*/ 29559 h 423644"/>
                <a:gd name="csX519" fmla="*/ 75150 w 677010"/>
                <a:gd name="csY519" fmla="*/ 39055 h 423644"/>
                <a:gd name="csX520" fmla="*/ 75941 w 677010"/>
                <a:gd name="csY520" fmla="*/ 40942 h 423644"/>
                <a:gd name="csX521" fmla="*/ 77722 w 677010"/>
                <a:gd name="csY521" fmla="*/ 43962 h 423644"/>
                <a:gd name="csX522" fmla="*/ 78954 w 677010"/>
                <a:gd name="csY522" fmla="*/ 48748 h 423644"/>
                <a:gd name="csX523" fmla="*/ 79335 w 677010"/>
                <a:gd name="csY523" fmla="*/ 52309 h 423644"/>
                <a:gd name="csX524" fmla="*/ 80445 w 677010"/>
                <a:gd name="csY524" fmla="*/ 55132 h 423644"/>
                <a:gd name="csX525" fmla="*/ 80095 w 677010"/>
                <a:gd name="csY525" fmla="*/ 61751 h 423644"/>
                <a:gd name="csX526" fmla="*/ 80521 w 677010"/>
                <a:gd name="csY526" fmla="*/ 63760 h 423644"/>
                <a:gd name="csX527" fmla="*/ 82218 w 677010"/>
                <a:gd name="csY527" fmla="*/ 67054 h 423644"/>
                <a:gd name="csX528" fmla="*/ 85360 w 677010"/>
                <a:gd name="csY528" fmla="*/ 70143 h 423644"/>
                <a:gd name="csX529" fmla="*/ 86015 w 677010"/>
                <a:gd name="csY529" fmla="*/ 71764 h 423644"/>
                <a:gd name="csX530" fmla="*/ 90139 w 677010"/>
                <a:gd name="csY530" fmla="*/ 74115 h 423644"/>
                <a:gd name="csX531" fmla="*/ 92650 w 677010"/>
                <a:gd name="csY531" fmla="*/ 77166 h 423644"/>
                <a:gd name="csX532" fmla="*/ 97625 w 677010"/>
                <a:gd name="csY532" fmla="*/ 81320 h 423644"/>
                <a:gd name="csX533" fmla="*/ 99193 w 677010"/>
                <a:gd name="csY533" fmla="*/ 83070 h 423644"/>
                <a:gd name="csX534" fmla="*/ 103682 w 677010"/>
                <a:gd name="csY534" fmla="*/ 89530 h 423644"/>
                <a:gd name="csX535" fmla="*/ 103826 w 677010"/>
                <a:gd name="csY535" fmla="*/ 91447 h 423644"/>
                <a:gd name="csX536" fmla="*/ 104656 w 677010"/>
                <a:gd name="csY536" fmla="*/ 93798 h 423644"/>
                <a:gd name="csX537" fmla="*/ 107174 w 677010"/>
                <a:gd name="csY537" fmla="*/ 93311 h 423644"/>
                <a:gd name="csX538" fmla="*/ 108300 w 677010"/>
                <a:gd name="csY538" fmla="*/ 95099 h 423644"/>
                <a:gd name="csX539" fmla="*/ 108171 w 677010"/>
                <a:gd name="csY539" fmla="*/ 95921 h 423644"/>
                <a:gd name="csX540" fmla="*/ 108475 w 677010"/>
                <a:gd name="csY540" fmla="*/ 96553 h 423644"/>
                <a:gd name="csX541" fmla="*/ 109792 w 677010"/>
                <a:gd name="csY541" fmla="*/ 96416 h 423644"/>
                <a:gd name="csX542" fmla="*/ 110925 w 677010"/>
                <a:gd name="csY542" fmla="*/ 96903 h 423644"/>
                <a:gd name="csX543" fmla="*/ 113314 w 677010"/>
                <a:gd name="csY543" fmla="*/ 103849 h 423644"/>
                <a:gd name="csX544" fmla="*/ 114593 w 677010"/>
                <a:gd name="csY544" fmla="*/ 104800 h 423644"/>
                <a:gd name="csX545" fmla="*/ 116236 w 677010"/>
                <a:gd name="csY545" fmla="*/ 105204 h 423644"/>
                <a:gd name="csX546" fmla="*/ 118070 w 677010"/>
                <a:gd name="csY546" fmla="*/ 105972 h 423644"/>
                <a:gd name="csX547" fmla="*/ 118191 w 677010"/>
                <a:gd name="csY547" fmla="*/ 107745 h 423644"/>
                <a:gd name="csX548" fmla="*/ 118123 w 677010"/>
                <a:gd name="csY548" fmla="*/ 109160 h 423644"/>
                <a:gd name="csX549" fmla="*/ 119675 w 677010"/>
                <a:gd name="csY549" fmla="*/ 111207 h 423644"/>
                <a:gd name="csX550" fmla="*/ 119409 w 677010"/>
                <a:gd name="csY550" fmla="*/ 113976 h 423644"/>
                <a:gd name="csX551" fmla="*/ 120664 w 677010"/>
                <a:gd name="csY551" fmla="*/ 116320 h 423644"/>
                <a:gd name="csX552" fmla="*/ 120474 w 677010"/>
                <a:gd name="csY552" fmla="*/ 118587 h 423644"/>
                <a:gd name="csX553" fmla="*/ 120991 w 677010"/>
                <a:gd name="csY553" fmla="*/ 120375 h 423644"/>
                <a:gd name="csX554" fmla="*/ 124864 w 677010"/>
                <a:gd name="csY554" fmla="*/ 124423 h 423644"/>
                <a:gd name="csX555" fmla="*/ 129635 w 677010"/>
                <a:gd name="csY555" fmla="*/ 127634 h 423644"/>
                <a:gd name="csX556" fmla="*/ 130631 w 677010"/>
                <a:gd name="csY556" fmla="*/ 131841 h 423644"/>
                <a:gd name="csX557" fmla="*/ 132579 w 677010"/>
                <a:gd name="csY557" fmla="*/ 135683 h 423644"/>
                <a:gd name="csX558" fmla="*/ 134573 w 677010"/>
                <a:gd name="csY558" fmla="*/ 136650 h 423644"/>
                <a:gd name="csX559" fmla="*/ 136581 w 677010"/>
                <a:gd name="csY559" fmla="*/ 138240 h 423644"/>
                <a:gd name="csX560" fmla="*/ 136330 w 677010"/>
                <a:gd name="csY560" fmla="*/ 139899 h 423644"/>
                <a:gd name="csX561" fmla="*/ 136475 w 677010"/>
                <a:gd name="csY561" fmla="*/ 140910 h 423644"/>
                <a:gd name="csX562" fmla="*/ 139168 w 677010"/>
                <a:gd name="csY562" fmla="*/ 143931 h 423644"/>
                <a:gd name="csX563" fmla="*/ 139602 w 677010"/>
                <a:gd name="csY563" fmla="*/ 147773 h 423644"/>
                <a:gd name="csX564" fmla="*/ 141923 w 677010"/>
                <a:gd name="csY564" fmla="*/ 150292 h 423644"/>
                <a:gd name="csX565" fmla="*/ 142577 w 677010"/>
                <a:gd name="csY565" fmla="*/ 150490 h 423644"/>
                <a:gd name="csX566" fmla="*/ 143087 w 677010"/>
                <a:gd name="csY566" fmla="*/ 150094 h 423644"/>
                <a:gd name="csX567" fmla="*/ 141398 w 677010"/>
                <a:gd name="csY567" fmla="*/ 147568 h 423644"/>
                <a:gd name="csX568" fmla="*/ 140583 w 677010"/>
                <a:gd name="csY568" fmla="*/ 145924 h 423644"/>
                <a:gd name="csX569" fmla="*/ 140477 w 677010"/>
                <a:gd name="csY569" fmla="*/ 143338 h 423644"/>
                <a:gd name="csX570" fmla="*/ 141048 w 677010"/>
                <a:gd name="csY570" fmla="*/ 142995 h 423644"/>
                <a:gd name="csX571" fmla="*/ 145864 w 677010"/>
                <a:gd name="csY571" fmla="*/ 147089 h 423644"/>
                <a:gd name="csX572" fmla="*/ 146374 w 677010"/>
                <a:gd name="csY572" fmla="*/ 150140 h 423644"/>
                <a:gd name="csX573" fmla="*/ 147987 w 677010"/>
                <a:gd name="csY573" fmla="*/ 151867 h 423644"/>
                <a:gd name="csX574" fmla="*/ 148108 w 677010"/>
                <a:gd name="csY574" fmla="*/ 154195 h 423644"/>
                <a:gd name="csX575" fmla="*/ 149090 w 677010"/>
                <a:gd name="csY575" fmla="*/ 155580 h 423644"/>
                <a:gd name="csX576" fmla="*/ 149387 w 677010"/>
                <a:gd name="csY576" fmla="*/ 157589 h 423644"/>
                <a:gd name="csX577" fmla="*/ 150939 w 677010"/>
                <a:gd name="csY577" fmla="*/ 160898 h 423644"/>
                <a:gd name="csX578" fmla="*/ 150977 w 677010"/>
                <a:gd name="csY578" fmla="*/ 165486 h 423644"/>
                <a:gd name="csX579" fmla="*/ 151798 w 677010"/>
                <a:gd name="csY579" fmla="*/ 168826 h 423644"/>
                <a:gd name="csX580" fmla="*/ 154834 w 677010"/>
                <a:gd name="csY580" fmla="*/ 173947 h 423644"/>
                <a:gd name="csX581" fmla="*/ 157292 w 677010"/>
                <a:gd name="csY581" fmla="*/ 175020 h 423644"/>
                <a:gd name="csX582" fmla="*/ 157733 w 677010"/>
                <a:gd name="csY582" fmla="*/ 177530 h 423644"/>
                <a:gd name="csX583" fmla="*/ 160290 w 677010"/>
                <a:gd name="csY583" fmla="*/ 184013 h 423644"/>
                <a:gd name="csX584" fmla="*/ 163242 w 677010"/>
                <a:gd name="csY584" fmla="*/ 187521 h 423644"/>
                <a:gd name="csX585" fmla="*/ 164710 w 677010"/>
                <a:gd name="csY585" fmla="*/ 190495 h 423644"/>
                <a:gd name="csX586" fmla="*/ 164908 w 677010"/>
                <a:gd name="csY586" fmla="*/ 192344 h 423644"/>
                <a:gd name="csX587" fmla="*/ 163805 w 677010"/>
                <a:gd name="csY587" fmla="*/ 195083 h 423644"/>
                <a:gd name="csX588" fmla="*/ 163683 w 677010"/>
                <a:gd name="csY588" fmla="*/ 196985 h 423644"/>
                <a:gd name="csX589" fmla="*/ 165289 w 677010"/>
                <a:gd name="csY589" fmla="*/ 202783 h 423644"/>
                <a:gd name="csX590" fmla="*/ 167685 w 677010"/>
                <a:gd name="csY590" fmla="*/ 205751 h 423644"/>
                <a:gd name="csX591" fmla="*/ 170371 w 677010"/>
                <a:gd name="csY591" fmla="*/ 206466 h 423644"/>
                <a:gd name="csX592" fmla="*/ 170835 w 677010"/>
                <a:gd name="csY592" fmla="*/ 206892 h 423644"/>
                <a:gd name="csX593" fmla="*/ 170622 w 677010"/>
                <a:gd name="csY593" fmla="*/ 207683 h 423644"/>
                <a:gd name="csX594" fmla="*/ 171520 w 677010"/>
                <a:gd name="csY594" fmla="*/ 208391 h 423644"/>
                <a:gd name="csX595" fmla="*/ 172532 w 677010"/>
                <a:gd name="csY595" fmla="*/ 207485 h 423644"/>
                <a:gd name="csX596" fmla="*/ 173026 w 677010"/>
                <a:gd name="csY596" fmla="*/ 206199 h 423644"/>
                <a:gd name="csX597" fmla="*/ 172517 w 677010"/>
                <a:gd name="csY597" fmla="*/ 204701 h 423644"/>
                <a:gd name="csX598" fmla="*/ 172425 w 677010"/>
                <a:gd name="csY598" fmla="*/ 203613 h 423644"/>
                <a:gd name="csX599" fmla="*/ 172882 w 677010"/>
                <a:gd name="csY599" fmla="*/ 202829 h 423644"/>
                <a:gd name="csX600" fmla="*/ 173757 w 677010"/>
                <a:gd name="csY600" fmla="*/ 202715 h 423644"/>
                <a:gd name="csX601" fmla="*/ 178885 w 677010"/>
                <a:gd name="csY601" fmla="*/ 206671 h 423644"/>
                <a:gd name="csX602" fmla="*/ 179745 w 677010"/>
                <a:gd name="csY602" fmla="*/ 208193 h 423644"/>
                <a:gd name="csX603" fmla="*/ 181647 w 677010"/>
                <a:gd name="csY603" fmla="*/ 209966 h 423644"/>
                <a:gd name="csX604" fmla="*/ 183397 w 677010"/>
                <a:gd name="csY604" fmla="*/ 212149 h 423644"/>
                <a:gd name="csX605" fmla="*/ 184150 w 677010"/>
                <a:gd name="csY605" fmla="*/ 213869 h 423644"/>
                <a:gd name="csX606" fmla="*/ 185550 w 677010"/>
                <a:gd name="csY606" fmla="*/ 215292 h 423644"/>
                <a:gd name="csX607" fmla="*/ 186273 w 677010"/>
                <a:gd name="csY607" fmla="*/ 218594 h 423644"/>
                <a:gd name="csX608" fmla="*/ 189841 w 677010"/>
                <a:gd name="csY608" fmla="*/ 220070 h 423644"/>
                <a:gd name="csX609" fmla="*/ 191736 w 677010"/>
                <a:gd name="csY609" fmla="*/ 222794 h 423644"/>
                <a:gd name="csX610" fmla="*/ 191865 w 677010"/>
                <a:gd name="csY610" fmla="*/ 224521 h 423644"/>
                <a:gd name="csX611" fmla="*/ 190945 w 677010"/>
                <a:gd name="csY611" fmla="*/ 228934 h 423644"/>
                <a:gd name="csX612" fmla="*/ 190146 w 677010"/>
                <a:gd name="csY612" fmla="*/ 230204 h 423644"/>
                <a:gd name="csX613" fmla="*/ 187270 w 677010"/>
                <a:gd name="csY613" fmla="*/ 232084 h 423644"/>
                <a:gd name="csX614" fmla="*/ 185177 w 677010"/>
                <a:gd name="csY614" fmla="*/ 234313 h 423644"/>
                <a:gd name="csX615" fmla="*/ 183153 w 677010"/>
                <a:gd name="csY615" fmla="*/ 235690 h 423644"/>
                <a:gd name="csX616" fmla="*/ 181008 w 677010"/>
                <a:gd name="csY616" fmla="*/ 236527 h 423644"/>
                <a:gd name="csX617" fmla="*/ 179243 w 677010"/>
                <a:gd name="csY617" fmla="*/ 236337 h 423644"/>
                <a:gd name="csX618" fmla="*/ 177538 w 677010"/>
                <a:gd name="csY618" fmla="*/ 233773 h 423644"/>
                <a:gd name="csX619" fmla="*/ 175514 w 677010"/>
                <a:gd name="csY619" fmla="*/ 226004 h 423644"/>
                <a:gd name="csX620" fmla="*/ 174160 w 677010"/>
                <a:gd name="csY620" fmla="*/ 224369 h 423644"/>
                <a:gd name="csX621" fmla="*/ 173209 w 677010"/>
                <a:gd name="csY621" fmla="*/ 221926 h 423644"/>
                <a:gd name="csX622" fmla="*/ 171626 w 677010"/>
                <a:gd name="csY622" fmla="*/ 219902 h 423644"/>
                <a:gd name="csX623" fmla="*/ 165920 w 677010"/>
                <a:gd name="csY623" fmla="*/ 216836 h 423644"/>
                <a:gd name="csX624" fmla="*/ 163044 w 677010"/>
                <a:gd name="csY624" fmla="*/ 213595 h 423644"/>
                <a:gd name="csX625" fmla="*/ 160252 w 677010"/>
                <a:gd name="csY625" fmla="*/ 211427 h 423644"/>
                <a:gd name="csX626" fmla="*/ 157246 w 677010"/>
                <a:gd name="csY626" fmla="*/ 208284 h 423644"/>
                <a:gd name="csX627" fmla="*/ 149059 w 677010"/>
                <a:gd name="csY627" fmla="*/ 203072 h 423644"/>
                <a:gd name="csX628" fmla="*/ 145666 w 677010"/>
                <a:gd name="csY628" fmla="*/ 200417 h 423644"/>
                <a:gd name="csX629" fmla="*/ 143429 w 677010"/>
                <a:gd name="csY629" fmla="*/ 197784 h 423644"/>
                <a:gd name="csX630" fmla="*/ 141991 w 677010"/>
                <a:gd name="csY630" fmla="*/ 197823 h 423644"/>
                <a:gd name="csX631" fmla="*/ 140880 w 677010"/>
                <a:gd name="csY631" fmla="*/ 198096 h 423644"/>
                <a:gd name="csX632" fmla="*/ 140454 w 677010"/>
                <a:gd name="csY632" fmla="*/ 197373 h 423644"/>
                <a:gd name="csX633" fmla="*/ 140393 w 677010"/>
                <a:gd name="csY633" fmla="*/ 196004 h 423644"/>
                <a:gd name="csX634" fmla="*/ 139899 w 677010"/>
                <a:gd name="csY634" fmla="*/ 195114 h 423644"/>
                <a:gd name="csX635" fmla="*/ 135113 w 677010"/>
                <a:gd name="csY635" fmla="*/ 191142 h 423644"/>
                <a:gd name="csX636" fmla="*/ 134124 w 677010"/>
                <a:gd name="csY636" fmla="*/ 188943 h 423644"/>
                <a:gd name="csX637" fmla="*/ 133918 w 677010"/>
                <a:gd name="csY637" fmla="*/ 186387 h 423644"/>
                <a:gd name="csX638" fmla="*/ 134999 w 677010"/>
                <a:gd name="csY638" fmla="*/ 179798 h 423644"/>
                <a:gd name="csX639" fmla="*/ 135478 w 677010"/>
                <a:gd name="csY639" fmla="*/ 175933 h 423644"/>
                <a:gd name="csX640" fmla="*/ 135174 w 677010"/>
                <a:gd name="csY640" fmla="*/ 173939 h 423644"/>
                <a:gd name="csX641" fmla="*/ 134672 w 677010"/>
                <a:gd name="csY641" fmla="*/ 173665 h 423644"/>
                <a:gd name="csX642" fmla="*/ 134215 w 677010"/>
                <a:gd name="csY642" fmla="*/ 172585 h 423644"/>
                <a:gd name="csX643" fmla="*/ 134109 w 677010"/>
                <a:gd name="csY643" fmla="*/ 169397 h 423644"/>
                <a:gd name="csX644" fmla="*/ 132952 w 677010"/>
                <a:gd name="csY644" fmla="*/ 165927 h 423644"/>
                <a:gd name="csX645" fmla="*/ 128608 w 677010"/>
                <a:gd name="csY645" fmla="*/ 158798 h 423644"/>
                <a:gd name="csX646" fmla="*/ 125435 w 677010"/>
                <a:gd name="csY646" fmla="*/ 157391 h 423644"/>
                <a:gd name="csX647" fmla="*/ 122612 w 677010"/>
                <a:gd name="csY647" fmla="*/ 156363 h 423644"/>
                <a:gd name="csX648" fmla="*/ 114874 w 677010"/>
                <a:gd name="csY648" fmla="*/ 150041 h 423644"/>
                <a:gd name="csX649" fmla="*/ 112774 w 677010"/>
                <a:gd name="csY649" fmla="*/ 146876 h 423644"/>
                <a:gd name="csX650" fmla="*/ 112264 w 677010"/>
                <a:gd name="csY650" fmla="*/ 145072 h 423644"/>
                <a:gd name="csX651" fmla="*/ 111998 w 677010"/>
                <a:gd name="csY651" fmla="*/ 141405 h 423644"/>
                <a:gd name="csX652" fmla="*/ 110933 w 677010"/>
                <a:gd name="csY652" fmla="*/ 143528 h 423644"/>
                <a:gd name="csX653" fmla="*/ 109510 w 677010"/>
                <a:gd name="csY653" fmla="*/ 145103 h 423644"/>
                <a:gd name="csX654" fmla="*/ 106231 w 677010"/>
                <a:gd name="csY654" fmla="*/ 144989 h 423644"/>
                <a:gd name="csX655" fmla="*/ 102548 w 677010"/>
                <a:gd name="csY655" fmla="*/ 146762 h 423644"/>
                <a:gd name="csX656" fmla="*/ 100357 w 677010"/>
                <a:gd name="csY656" fmla="*/ 145095 h 423644"/>
                <a:gd name="csX657" fmla="*/ 99170 w 677010"/>
                <a:gd name="csY657" fmla="*/ 143201 h 423644"/>
                <a:gd name="csX658" fmla="*/ 97367 w 677010"/>
                <a:gd name="csY658" fmla="*/ 140926 h 423644"/>
                <a:gd name="csX659" fmla="*/ 95343 w 677010"/>
                <a:gd name="csY659" fmla="*/ 140477 h 423644"/>
                <a:gd name="csX660" fmla="*/ 94049 w 677010"/>
                <a:gd name="csY660" fmla="*/ 140416 h 423644"/>
                <a:gd name="csX661" fmla="*/ 91622 w 677010"/>
                <a:gd name="csY661" fmla="*/ 137593 h 423644"/>
                <a:gd name="csX662" fmla="*/ 89659 w 677010"/>
                <a:gd name="csY662" fmla="*/ 136695 h 423644"/>
                <a:gd name="csX663" fmla="*/ 86852 w 677010"/>
                <a:gd name="csY663" fmla="*/ 136345 h 423644"/>
                <a:gd name="csX664" fmla="*/ 84463 w 677010"/>
                <a:gd name="csY664" fmla="*/ 134915 h 423644"/>
                <a:gd name="csX665" fmla="*/ 83725 w 677010"/>
                <a:gd name="csY665" fmla="*/ 133348 h 423644"/>
                <a:gd name="csX666" fmla="*/ 83329 w 677010"/>
                <a:gd name="csY666" fmla="*/ 131133 h 423644"/>
                <a:gd name="csX667" fmla="*/ 82439 w 677010"/>
                <a:gd name="csY667" fmla="*/ 129825 h 423644"/>
                <a:gd name="csX668" fmla="*/ 78688 w 677010"/>
                <a:gd name="csY668" fmla="*/ 127230 h 423644"/>
                <a:gd name="csX669" fmla="*/ 75637 w 677010"/>
                <a:gd name="csY669" fmla="*/ 124362 h 423644"/>
                <a:gd name="csX670" fmla="*/ 72761 w 677010"/>
                <a:gd name="csY670" fmla="*/ 122521 h 423644"/>
                <a:gd name="csX671" fmla="*/ 71916 w 677010"/>
                <a:gd name="csY671" fmla="*/ 121014 h 423644"/>
                <a:gd name="csX672" fmla="*/ 71848 w 677010"/>
                <a:gd name="csY672" fmla="*/ 119979 h 423644"/>
                <a:gd name="csX673" fmla="*/ 76398 w 677010"/>
                <a:gd name="csY673" fmla="*/ 120268 h 423644"/>
                <a:gd name="csX674" fmla="*/ 81807 w 677010"/>
                <a:gd name="csY674" fmla="*/ 121372 h 423644"/>
                <a:gd name="csX675" fmla="*/ 84402 w 677010"/>
                <a:gd name="csY675" fmla="*/ 121060 h 423644"/>
                <a:gd name="csX676" fmla="*/ 86015 w 677010"/>
                <a:gd name="csY676" fmla="*/ 119995 h 423644"/>
                <a:gd name="csX677" fmla="*/ 87559 w 677010"/>
                <a:gd name="csY677" fmla="*/ 119226 h 423644"/>
                <a:gd name="csX678" fmla="*/ 87803 w 677010"/>
                <a:gd name="csY678" fmla="*/ 120055 h 423644"/>
                <a:gd name="csX679" fmla="*/ 87521 w 677010"/>
                <a:gd name="csY679" fmla="*/ 121562 h 423644"/>
                <a:gd name="csX680" fmla="*/ 89005 w 677010"/>
                <a:gd name="csY680" fmla="*/ 122947 h 423644"/>
                <a:gd name="csX681" fmla="*/ 91044 w 677010"/>
                <a:gd name="csY681" fmla="*/ 124065 h 423644"/>
                <a:gd name="csX682" fmla="*/ 92490 w 677010"/>
                <a:gd name="csY682" fmla="*/ 123959 h 423644"/>
                <a:gd name="csX683" fmla="*/ 91082 w 677010"/>
                <a:gd name="csY683" fmla="*/ 122734 h 423644"/>
                <a:gd name="csX684" fmla="*/ 90222 w 677010"/>
                <a:gd name="csY684" fmla="*/ 120238 h 423644"/>
                <a:gd name="csX685" fmla="*/ 90610 w 677010"/>
                <a:gd name="csY685" fmla="*/ 119340 h 423644"/>
                <a:gd name="csX686" fmla="*/ 90588 w 677010"/>
                <a:gd name="csY686" fmla="*/ 118092 h 423644"/>
                <a:gd name="csX687" fmla="*/ 88571 w 677010"/>
                <a:gd name="csY687" fmla="*/ 118374 h 423644"/>
                <a:gd name="csX688" fmla="*/ 88290 w 677010"/>
                <a:gd name="csY688" fmla="*/ 117742 h 423644"/>
                <a:gd name="csX689" fmla="*/ 90017 w 677010"/>
                <a:gd name="csY689" fmla="*/ 115840 h 423644"/>
                <a:gd name="csX690" fmla="*/ 91995 w 677010"/>
                <a:gd name="csY690" fmla="*/ 110834 h 423644"/>
                <a:gd name="csX691" fmla="*/ 92939 w 677010"/>
                <a:gd name="csY691" fmla="*/ 105888 h 423644"/>
                <a:gd name="csX692" fmla="*/ 90869 w 677010"/>
                <a:gd name="csY692" fmla="*/ 101551 h 423644"/>
                <a:gd name="csX693" fmla="*/ 87377 w 677010"/>
                <a:gd name="csY693" fmla="*/ 98538 h 423644"/>
                <a:gd name="csX694" fmla="*/ 79799 w 677010"/>
                <a:gd name="csY694" fmla="*/ 89690 h 423644"/>
                <a:gd name="csX695" fmla="*/ 75271 w 677010"/>
                <a:gd name="csY695" fmla="*/ 85132 h 423644"/>
                <a:gd name="csX696" fmla="*/ 73963 w 677010"/>
                <a:gd name="csY696" fmla="*/ 83435 h 423644"/>
                <a:gd name="csX697" fmla="*/ 72761 w 677010"/>
                <a:gd name="csY697" fmla="*/ 82637 h 423644"/>
                <a:gd name="csX698" fmla="*/ 69071 w 677010"/>
                <a:gd name="csY698" fmla="*/ 81594 h 423644"/>
                <a:gd name="csX699" fmla="*/ 65974 w 677010"/>
                <a:gd name="csY699" fmla="*/ 79038 h 423644"/>
                <a:gd name="csX700" fmla="*/ 60549 w 677010"/>
                <a:gd name="csY700" fmla="*/ 75416 h 423644"/>
                <a:gd name="csX701" fmla="*/ 58228 w 677010"/>
                <a:gd name="csY701" fmla="*/ 73544 h 423644"/>
                <a:gd name="csX702" fmla="*/ 56631 w 677010"/>
                <a:gd name="csY702" fmla="*/ 69154 h 423644"/>
                <a:gd name="csX703" fmla="*/ 55360 w 677010"/>
                <a:gd name="csY703" fmla="*/ 68553 h 423644"/>
                <a:gd name="csX704" fmla="*/ 55763 w 677010"/>
                <a:gd name="csY704" fmla="*/ 65510 h 423644"/>
                <a:gd name="csX705" fmla="*/ 55208 w 677010"/>
                <a:gd name="csY705" fmla="*/ 60115 h 423644"/>
                <a:gd name="csX706" fmla="*/ 54295 w 677010"/>
                <a:gd name="csY706" fmla="*/ 58730 h 423644"/>
                <a:gd name="csX707" fmla="*/ 51358 w 677010"/>
                <a:gd name="csY707" fmla="*/ 57384 h 423644"/>
                <a:gd name="csX708" fmla="*/ 50658 w 677010"/>
                <a:gd name="csY708" fmla="*/ 53709 h 423644"/>
                <a:gd name="csX709" fmla="*/ 50513 w 677010"/>
                <a:gd name="csY709" fmla="*/ 50209 h 423644"/>
                <a:gd name="csX710" fmla="*/ 49943 w 677010"/>
                <a:gd name="csY710" fmla="*/ 47766 h 423644"/>
                <a:gd name="csX711" fmla="*/ 44944 w 677010"/>
                <a:gd name="csY711" fmla="*/ 43650 h 423644"/>
                <a:gd name="csX712" fmla="*/ 44662 w 677010"/>
                <a:gd name="csY712" fmla="*/ 41657 h 423644"/>
                <a:gd name="csX713" fmla="*/ 44662 w 677010"/>
                <a:gd name="csY713" fmla="*/ 39762 h 423644"/>
                <a:gd name="csX714" fmla="*/ 44152 w 677010"/>
                <a:gd name="csY714" fmla="*/ 37883 h 423644"/>
                <a:gd name="csX715" fmla="*/ 41482 w 677010"/>
                <a:gd name="csY715" fmla="*/ 33949 h 423644"/>
                <a:gd name="csX716" fmla="*/ 38256 w 677010"/>
                <a:gd name="csY716" fmla="*/ 30510 h 423644"/>
                <a:gd name="csX717" fmla="*/ 37130 w 677010"/>
                <a:gd name="csY717" fmla="*/ 28867 h 423644"/>
                <a:gd name="csX718" fmla="*/ 36993 w 677010"/>
                <a:gd name="csY718" fmla="*/ 25534 h 423644"/>
                <a:gd name="csX719" fmla="*/ 35852 w 677010"/>
                <a:gd name="csY719" fmla="*/ 24636 h 423644"/>
                <a:gd name="csX720" fmla="*/ 36285 w 677010"/>
                <a:gd name="csY720" fmla="*/ 24408 h 423644"/>
                <a:gd name="csX721" fmla="*/ 37343 w 677010"/>
                <a:gd name="csY721" fmla="*/ 24492 h 423644"/>
                <a:gd name="csX722" fmla="*/ 37944 w 677010"/>
                <a:gd name="csY722" fmla="*/ 24051 h 423644"/>
                <a:gd name="csX723" fmla="*/ 38012 w 677010"/>
                <a:gd name="csY723" fmla="*/ 21722 h 423644"/>
                <a:gd name="csX724" fmla="*/ 33158 w 677010"/>
                <a:gd name="csY724" fmla="*/ 18063 h 423644"/>
                <a:gd name="csX725" fmla="*/ 31758 w 677010"/>
                <a:gd name="csY725" fmla="*/ 13018 h 423644"/>
                <a:gd name="csX726" fmla="*/ 29171 w 677010"/>
                <a:gd name="csY726" fmla="*/ 10340 h 423644"/>
                <a:gd name="csX727" fmla="*/ 28563 w 677010"/>
                <a:gd name="csY727" fmla="*/ 9374 h 423644"/>
                <a:gd name="csX728" fmla="*/ 27170 w 677010"/>
                <a:gd name="csY728" fmla="*/ 4596 h 423644"/>
                <a:gd name="csX729" fmla="*/ 33280 w 677010"/>
                <a:gd name="csY729" fmla="*/ 4055 h 423644"/>
                <a:gd name="csX730" fmla="*/ 39390 w 677010"/>
                <a:gd name="csY730" fmla="*/ 3515 h 423644"/>
                <a:gd name="csX731" fmla="*/ 45499 w 677010"/>
                <a:gd name="csY731" fmla="*/ 2975 h 423644"/>
                <a:gd name="csX732" fmla="*/ 51609 w 677010"/>
                <a:gd name="csY732" fmla="*/ 2435 h 423644"/>
                <a:gd name="csX733" fmla="*/ 57719 w 677010"/>
                <a:gd name="csY733" fmla="*/ 1894 h 423644"/>
                <a:gd name="csX734" fmla="*/ 63828 w 677010"/>
                <a:gd name="csY734" fmla="*/ 1354 h 423644"/>
                <a:gd name="csX735" fmla="*/ 69938 w 677010"/>
                <a:gd name="csY735" fmla="*/ 814 h 423644"/>
                <a:gd name="csX736" fmla="*/ 76048 w 677010"/>
                <a:gd name="csY736" fmla="*/ 274 h 423644"/>
                <a:gd name="csX737" fmla="*/ 78490 w 677010"/>
                <a:gd name="csY737" fmla="*/ 0 h 423644"/>
                <a:gd name="csX738" fmla="*/ 77136 w 677010"/>
                <a:gd name="csY738" fmla="*/ 3804 h 423644"/>
                <a:gd name="csX739" fmla="*/ 76116 w 677010"/>
                <a:gd name="csY739" fmla="*/ 5227 h 423644"/>
                <a:gd name="csX740" fmla="*/ 86243 w 677010"/>
                <a:gd name="csY740" fmla="*/ 8955 h 423644"/>
                <a:gd name="csX741" fmla="*/ 96370 w 677010"/>
                <a:gd name="csY741" fmla="*/ 12676 h 423644"/>
                <a:gd name="csX742" fmla="*/ 106497 w 677010"/>
                <a:gd name="csY742" fmla="*/ 16389 h 423644"/>
                <a:gd name="csX743" fmla="*/ 116624 w 677010"/>
                <a:gd name="csY743" fmla="*/ 20094 h 423644"/>
                <a:gd name="csX744" fmla="*/ 126751 w 677010"/>
                <a:gd name="csY744" fmla="*/ 23800 h 423644"/>
                <a:gd name="csX745" fmla="*/ 136878 w 677010"/>
                <a:gd name="csY745" fmla="*/ 27497 h 423644"/>
                <a:gd name="csX746" fmla="*/ 147005 w 677010"/>
                <a:gd name="csY746" fmla="*/ 31187 h 423644"/>
                <a:gd name="csX747" fmla="*/ 157132 w 677010"/>
                <a:gd name="csY747" fmla="*/ 34870 h 423644"/>
                <a:gd name="csX748" fmla="*/ 164680 w 677010"/>
                <a:gd name="csY748" fmla="*/ 34855 h 423644"/>
                <a:gd name="csX749" fmla="*/ 172228 w 677010"/>
                <a:gd name="csY749" fmla="*/ 34839 h 423644"/>
                <a:gd name="csX750" fmla="*/ 179775 w 677010"/>
                <a:gd name="csY750" fmla="*/ 34824 h 423644"/>
                <a:gd name="csX751" fmla="*/ 187323 w 677010"/>
                <a:gd name="csY751" fmla="*/ 34809 h 423644"/>
                <a:gd name="csX752" fmla="*/ 194871 w 677010"/>
                <a:gd name="csY752" fmla="*/ 34794 h 423644"/>
                <a:gd name="csX753" fmla="*/ 202418 w 677010"/>
                <a:gd name="csY753" fmla="*/ 34779 h 423644"/>
                <a:gd name="csX754" fmla="*/ 209966 w 677010"/>
                <a:gd name="csY754" fmla="*/ 34764 h 423644"/>
                <a:gd name="csX755" fmla="*/ 217514 w 677010"/>
                <a:gd name="csY755" fmla="*/ 34748 h 423644"/>
                <a:gd name="csX756" fmla="*/ 217529 w 677010"/>
                <a:gd name="csY756" fmla="*/ 31948 h 423644"/>
                <a:gd name="csX757" fmla="*/ 217537 w 677010"/>
                <a:gd name="csY757" fmla="*/ 29148 h 423644"/>
                <a:gd name="csX758" fmla="*/ 217552 w 677010"/>
                <a:gd name="csY758" fmla="*/ 26341 h 423644"/>
                <a:gd name="csX759" fmla="*/ 217567 w 677010"/>
                <a:gd name="csY759" fmla="*/ 23533 h 423644"/>
                <a:gd name="csX760" fmla="*/ 222261 w 677010"/>
                <a:gd name="csY760" fmla="*/ 23564 h 423644"/>
                <a:gd name="csX761" fmla="*/ 226956 w 677010"/>
                <a:gd name="csY761" fmla="*/ 23594 h 423644"/>
                <a:gd name="csX762" fmla="*/ 231650 w 677010"/>
                <a:gd name="csY762" fmla="*/ 23617 h 423644"/>
                <a:gd name="csX763" fmla="*/ 236345 w 677010"/>
                <a:gd name="csY763" fmla="*/ 23647 h 423644"/>
                <a:gd name="csX764" fmla="*/ 241039 w 677010"/>
                <a:gd name="csY764" fmla="*/ 23670 h 423644"/>
                <a:gd name="csX765" fmla="*/ 245734 w 677010"/>
                <a:gd name="csY765" fmla="*/ 23701 h 423644"/>
                <a:gd name="csX766" fmla="*/ 250428 w 677010"/>
                <a:gd name="csY766" fmla="*/ 23731 h 423644"/>
                <a:gd name="csX767" fmla="*/ 255123 w 677010"/>
                <a:gd name="csY767" fmla="*/ 23761 h 423644"/>
                <a:gd name="csX768" fmla="*/ 255290 w 677010"/>
                <a:gd name="csY768" fmla="*/ 23807 h 423644"/>
                <a:gd name="csX769" fmla="*/ 255488 w 677010"/>
                <a:gd name="csY769" fmla="*/ 23906 h 423644"/>
                <a:gd name="csX770" fmla="*/ 257390 w 677010"/>
                <a:gd name="csY770" fmla="*/ 26044 h 423644"/>
                <a:gd name="csX771" fmla="*/ 259338 w 677010"/>
                <a:gd name="csY771" fmla="*/ 29392 h 423644"/>
                <a:gd name="csX772" fmla="*/ 261636 w 677010"/>
                <a:gd name="csY772" fmla="*/ 31728 h 423644"/>
                <a:gd name="csX773" fmla="*/ 264284 w 677010"/>
                <a:gd name="csY773" fmla="*/ 33052 h 423644"/>
                <a:gd name="csX774" fmla="*/ 268796 w 677010"/>
                <a:gd name="csY774" fmla="*/ 36947 h 423644"/>
                <a:gd name="csX775" fmla="*/ 275171 w 677010"/>
                <a:gd name="csY775" fmla="*/ 43407 h 423644"/>
                <a:gd name="csX776" fmla="*/ 280254 w 677010"/>
                <a:gd name="csY776" fmla="*/ 47698 h 423644"/>
                <a:gd name="csX777" fmla="*/ 284051 w 677010"/>
                <a:gd name="csY777" fmla="*/ 49844 h 423644"/>
                <a:gd name="csX778" fmla="*/ 286592 w 677010"/>
                <a:gd name="csY778" fmla="*/ 51685 h 423644"/>
                <a:gd name="csX779" fmla="*/ 287893 w 677010"/>
                <a:gd name="csY779" fmla="*/ 53229 h 423644"/>
                <a:gd name="csX780" fmla="*/ 289643 w 677010"/>
                <a:gd name="csY780" fmla="*/ 56577 h 423644"/>
                <a:gd name="csX781" fmla="*/ 292945 w 677010"/>
                <a:gd name="csY781" fmla="*/ 64285 h 423644"/>
                <a:gd name="csX782" fmla="*/ 292945 w 677010"/>
                <a:gd name="csY782" fmla="*/ 67815 h 423644"/>
                <a:gd name="csX783" fmla="*/ 294208 w 677010"/>
                <a:gd name="csY783" fmla="*/ 71155 h 423644"/>
                <a:gd name="csX784" fmla="*/ 296734 w 677010"/>
                <a:gd name="csY784" fmla="*/ 75477 h 423644"/>
                <a:gd name="csX785" fmla="*/ 298941 w 677010"/>
                <a:gd name="csY785" fmla="*/ 78018 h 423644"/>
                <a:gd name="csX786" fmla="*/ 300828 w 677010"/>
                <a:gd name="csY786" fmla="*/ 78786 h 423644"/>
                <a:gd name="csX787" fmla="*/ 302889 w 677010"/>
                <a:gd name="csY787" fmla="*/ 80316 h 423644"/>
                <a:gd name="csX788" fmla="*/ 305126 w 677010"/>
                <a:gd name="csY788" fmla="*/ 82606 h 423644"/>
                <a:gd name="csX789" fmla="*/ 307706 w 677010"/>
                <a:gd name="csY789" fmla="*/ 84143 h 423644"/>
                <a:gd name="csX790" fmla="*/ 310627 w 677010"/>
                <a:gd name="csY790" fmla="*/ 84927 h 423644"/>
                <a:gd name="csX791" fmla="*/ 314660 w 677010"/>
                <a:gd name="csY791" fmla="*/ 86981 h 423644"/>
                <a:gd name="csX792" fmla="*/ 319803 w 677010"/>
                <a:gd name="csY792" fmla="*/ 90298 h 423644"/>
                <a:gd name="csX793" fmla="*/ 323334 w 677010"/>
                <a:gd name="csY793" fmla="*/ 91987 h 423644"/>
                <a:gd name="csX794" fmla="*/ 325243 w 677010"/>
                <a:gd name="csY794" fmla="*/ 92063 h 423644"/>
                <a:gd name="csX795" fmla="*/ 326917 w 677010"/>
                <a:gd name="csY795" fmla="*/ 90998 h 423644"/>
                <a:gd name="csX796" fmla="*/ 328348 w 677010"/>
                <a:gd name="csY796" fmla="*/ 88799 h 423644"/>
                <a:gd name="csX797" fmla="*/ 329755 w 677010"/>
                <a:gd name="csY797" fmla="*/ 87384 h 423644"/>
                <a:gd name="csX798" fmla="*/ 331140 w 677010"/>
                <a:gd name="csY798" fmla="*/ 86753 h 423644"/>
                <a:gd name="csX799" fmla="*/ 331703 w 677010"/>
                <a:gd name="csY799" fmla="*/ 85741 h 423644"/>
                <a:gd name="csX800" fmla="*/ 331444 w 677010"/>
                <a:gd name="csY800" fmla="*/ 84341 h 423644"/>
                <a:gd name="csX801" fmla="*/ 332380 w 677010"/>
                <a:gd name="csY801" fmla="*/ 81206 h 423644"/>
                <a:gd name="csX802" fmla="*/ 334511 w 677010"/>
                <a:gd name="csY802" fmla="*/ 76321 h 423644"/>
                <a:gd name="csX803" fmla="*/ 337052 w 677010"/>
                <a:gd name="csY803" fmla="*/ 73674 h 423644"/>
                <a:gd name="csX804" fmla="*/ 340012 w 677010"/>
                <a:gd name="csY804" fmla="*/ 73263 h 423644"/>
                <a:gd name="csX805" fmla="*/ 341944 w 677010"/>
                <a:gd name="csY805" fmla="*/ 72342 h 423644"/>
                <a:gd name="csX806" fmla="*/ 342857 w 677010"/>
                <a:gd name="csY806" fmla="*/ 70912 h 423644"/>
                <a:gd name="csX807" fmla="*/ 344440 w 677010"/>
                <a:gd name="csY807" fmla="*/ 70760 h 423644"/>
                <a:gd name="csX808" fmla="*/ 346700 w 677010"/>
                <a:gd name="csY808" fmla="*/ 71878 h 423644"/>
                <a:gd name="csX809" fmla="*/ 350375 w 677010"/>
                <a:gd name="csY809" fmla="*/ 72601 h 423644"/>
                <a:gd name="csX810" fmla="*/ 355465 w 677010"/>
                <a:gd name="csY810" fmla="*/ 72920 h 423644"/>
                <a:gd name="csX811" fmla="*/ 358470 w 677010"/>
                <a:gd name="csY811" fmla="*/ 72814 h 423644"/>
                <a:gd name="csX812" fmla="*/ 359391 w 677010"/>
                <a:gd name="csY812" fmla="*/ 72266 h 423644"/>
                <a:gd name="csX813" fmla="*/ 359870 w 677010"/>
                <a:gd name="csY813" fmla="*/ 72296 h 423644"/>
                <a:gd name="csX814" fmla="*/ 359908 w 677010"/>
                <a:gd name="csY814" fmla="*/ 72898 h 423644"/>
                <a:gd name="csX815" fmla="*/ 360661 w 677010"/>
                <a:gd name="csY815" fmla="*/ 73156 h 423644"/>
                <a:gd name="csX816" fmla="*/ 362130 w 677010"/>
                <a:gd name="csY816" fmla="*/ 73065 h 423644"/>
                <a:gd name="csX817" fmla="*/ 363408 w 677010"/>
                <a:gd name="csY817" fmla="*/ 73902 h 423644"/>
                <a:gd name="csX818" fmla="*/ 365051 w 677010"/>
                <a:gd name="csY818" fmla="*/ 76557 h 423644"/>
                <a:gd name="csX819" fmla="*/ 370697 w 677010"/>
                <a:gd name="csY819" fmla="*/ 80803 h 423644"/>
                <a:gd name="csX820" fmla="*/ 370705 w 677010"/>
                <a:gd name="csY820" fmla="*/ 80803 h 423644"/>
                <a:gd name="csX821" fmla="*/ 371184 w 677010"/>
                <a:gd name="csY821" fmla="*/ 82256 h 423644"/>
                <a:gd name="csX822" fmla="*/ 373147 w 677010"/>
                <a:gd name="csY822" fmla="*/ 84348 h 423644"/>
                <a:gd name="csX823" fmla="*/ 376769 w 677010"/>
                <a:gd name="csY823" fmla="*/ 87567 h 423644"/>
                <a:gd name="csX824" fmla="*/ 378815 w 677010"/>
                <a:gd name="csY824" fmla="*/ 90336 h 423644"/>
                <a:gd name="csX825" fmla="*/ 379295 w 677010"/>
                <a:gd name="csY825" fmla="*/ 92665 h 423644"/>
                <a:gd name="csX826" fmla="*/ 381144 w 677010"/>
                <a:gd name="csY826" fmla="*/ 96339 h 423644"/>
                <a:gd name="csX827" fmla="*/ 384362 w 677010"/>
                <a:gd name="csY827" fmla="*/ 101353 h 423644"/>
                <a:gd name="csX828" fmla="*/ 385792 w 677010"/>
                <a:gd name="csY828" fmla="*/ 104055 h 423644"/>
                <a:gd name="csX829" fmla="*/ 385442 w 677010"/>
                <a:gd name="csY829" fmla="*/ 104443 h 423644"/>
                <a:gd name="csX830" fmla="*/ 385694 w 677010"/>
                <a:gd name="csY830" fmla="*/ 105850 h 423644"/>
                <a:gd name="csX831" fmla="*/ 386553 w 677010"/>
                <a:gd name="csY831" fmla="*/ 108277 h 423644"/>
                <a:gd name="csX832" fmla="*/ 388143 w 677010"/>
                <a:gd name="csY832" fmla="*/ 110332 h 423644"/>
                <a:gd name="csX833" fmla="*/ 390479 w 677010"/>
                <a:gd name="csY833" fmla="*/ 112013 h 423644"/>
                <a:gd name="csX834" fmla="*/ 392838 w 677010"/>
                <a:gd name="csY834" fmla="*/ 115026 h 423644"/>
                <a:gd name="csX835" fmla="*/ 395219 w 677010"/>
                <a:gd name="csY835" fmla="*/ 119371 h 423644"/>
                <a:gd name="csX836" fmla="*/ 398111 w 677010"/>
                <a:gd name="csY836" fmla="*/ 122673 h 423644"/>
                <a:gd name="csX837" fmla="*/ 401504 w 677010"/>
                <a:gd name="csY837" fmla="*/ 124925 h 423644"/>
                <a:gd name="csX838" fmla="*/ 403422 w 677010"/>
                <a:gd name="csY838" fmla="*/ 127025 h 423644"/>
                <a:gd name="csX839" fmla="*/ 403870 w 677010"/>
                <a:gd name="csY839" fmla="*/ 128965 h 423644"/>
                <a:gd name="csX840" fmla="*/ 403840 w 677010"/>
                <a:gd name="csY840" fmla="*/ 130624 h 423644"/>
                <a:gd name="csX841" fmla="*/ 403323 w 677010"/>
                <a:gd name="csY841" fmla="*/ 132001 h 423644"/>
                <a:gd name="csX842" fmla="*/ 403543 w 677010"/>
                <a:gd name="csY842" fmla="*/ 133310 h 423644"/>
                <a:gd name="csX843" fmla="*/ 404494 w 677010"/>
                <a:gd name="csY843" fmla="*/ 134550 h 423644"/>
                <a:gd name="csX844" fmla="*/ 404814 w 677010"/>
                <a:gd name="csY844" fmla="*/ 136071 h 423644"/>
                <a:gd name="csX845" fmla="*/ 404441 w 677010"/>
                <a:gd name="csY845" fmla="*/ 138179 h 423644"/>
                <a:gd name="csX846" fmla="*/ 404464 w 677010"/>
                <a:gd name="csY846" fmla="*/ 138772 h 423644"/>
                <a:gd name="csX847" fmla="*/ 404464 w 677010"/>
                <a:gd name="csY847" fmla="*/ 138772 h 423644"/>
                <a:gd name="csX848" fmla="*/ 404738 w 677010"/>
                <a:gd name="csY848" fmla="*/ 139252 h 423644"/>
                <a:gd name="csX849" fmla="*/ 407751 w 677010"/>
                <a:gd name="csY849" fmla="*/ 142873 h 423644"/>
                <a:gd name="csX850" fmla="*/ 409303 w 677010"/>
                <a:gd name="csY850" fmla="*/ 145795 h 423644"/>
                <a:gd name="csX851" fmla="*/ 410536 w 677010"/>
                <a:gd name="csY851" fmla="*/ 150452 h 423644"/>
                <a:gd name="csX852" fmla="*/ 410543 w 677010"/>
                <a:gd name="csY852" fmla="*/ 150490 h 423644"/>
                <a:gd name="csX853" fmla="*/ 411913 w 677010"/>
                <a:gd name="csY853" fmla="*/ 153274 h 423644"/>
                <a:gd name="csX854" fmla="*/ 413891 w 677010"/>
                <a:gd name="csY854" fmla="*/ 154408 h 423644"/>
                <a:gd name="csX855" fmla="*/ 416927 w 677010"/>
                <a:gd name="csY855" fmla="*/ 154834 h 423644"/>
                <a:gd name="csX856" fmla="*/ 419232 w 677010"/>
                <a:gd name="csY856" fmla="*/ 155800 h 423644"/>
                <a:gd name="csX857" fmla="*/ 420807 w 677010"/>
                <a:gd name="csY857" fmla="*/ 157315 h 423644"/>
                <a:gd name="csX858" fmla="*/ 422801 w 677010"/>
                <a:gd name="csY858" fmla="*/ 158228 h 423644"/>
                <a:gd name="csX859" fmla="*/ 425197 w 677010"/>
                <a:gd name="csY859" fmla="*/ 158540 h 423644"/>
                <a:gd name="csX860" fmla="*/ 427495 w 677010"/>
                <a:gd name="csY860" fmla="*/ 159544 h 423644"/>
                <a:gd name="csX861" fmla="*/ 429701 w 677010"/>
                <a:gd name="csY861" fmla="*/ 161225 h 423644"/>
                <a:gd name="csX862" fmla="*/ 433810 w 677010"/>
                <a:gd name="csY862" fmla="*/ 162329 h 423644"/>
                <a:gd name="csX863" fmla="*/ 439821 w 677010"/>
                <a:gd name="csY863" fmla="*/ 162861 h 423644"/>
                <a:gd name="csX864" fmla="*/ 444394 w 677010"/>
                <a:gd name="csY864" fmla="*/ 164231 h 423644"/>
                <a:gd name="csX865" fmla="*/ 447536 w 677010"/>
                <a:gd name="csY865" fmla="*/ 166437 h 423644"/>
                <a:gd name="csX866" fmla="*/ 448913 w 677010"/>
                <a:gd name="csY866" fmla="*/ 166886 h 423644"/>
                <a:gd name="csX867" fmla="*/ 449286 w 677010"/>
                <a:gd name="csY867" fmla="*/ 166916 h 423644"/>
                <a:gd name="csX868" fmla="*/ 449461 w 677010"/>
                <a:gd name="csY868" fmla="*/ 166582 h 423644"/>
                <a:gd name="csX869" fmla="*/ 449697 w 677010"/>
                <a:gd name="csY869" fmla="*/ 165958 h 423644"/>
                <a:gd name="csX870" fmla="*/ 450914 w 677010"/>
                <a:gd name="csY870" fmla="*/ 165243 h 423644"/>
                <a:gd name="csX871" fmla="*/ 453866 w 677010"/>
                <a:gd name="csY871" fmla="*/ 164771 h 423644"/>
                <a:gd name="csX872" fmla="*/ 79159 w 677010"/>
                <a:gd name="csY872" fmla="*/ 25382 h 423644"/>
                <a:gd name="csX873" fmla="*/ 78452 w 677010"/>
                <a:gd name="csY873" fmla="*/ 25488 h 423644"/>
                <a:gd name="csX874" fmla="*/ 77128 w 677010"/>
                <a:gd name="csY874" fmla="*/ 24340 h 423644"/>
                <a:gd name="csX875" fmla="*/ 77227 w 677010"/>
                <a:gd name="csY875" fmla="*/ 23282 h 423644"/>
                <a:gd name="csX876" fmla="*/ 77516 w 677010"/>
                <a:gd name="csY876" fmla="*/ 23176 h 423644"/>
                <a:gd name="csX877" fmla="*/ 78840 w 677010"/>
                <a:gd name="csY877" fmla="*/ 24104 h 423644"/>
                <a:gd name="csX878" fmla="*/ 79289 w 677010"/>
                <a:gd name="csY878" fmla="*/ 24918 h 423644"/>
                <a:gd name="csX879" fmla="*/ 79159 w 677010"/>
                <a:gd name="csY879" fmla="*/ 25382 h 423644"/>
                <a:gd name="csX880" fmla="*/ 112013 w 677010"/>
                <a:gd name="csY880" fmla="*/ 90740 h 423644"/>
                <a:gd name="csX881" fmla="*/ 111861 w 677010"/>
                <a:gd name="csY881" fmla="*/ 91166 h 423644"/>
                <a:gd name="csX882" fmla="*/ 109677 w 677010"/>
                <a:gd name="csY882" fmla="*/ 89659 h 423644"/>
                <a:gd name="csX883" fmla="*/ 104732 w 677010"/>
                <a:gd name="csY883" fmla="*/ 84531 h 423644"/>
                <a:gd name="csX884" fmla="*/ 102936 w 677010"/>
                <a:gd name="csY884" fmla="*/ 81959 h 423644"/>
                <a:gd name="csX885" fmla="*/ 102640 w 677010"/>
                <a:gd name="csY885" fmla="*/ 80749 h 423644"/>
                <a:gd name="csX886" fmla="*/ 102792 w 677010"/>
                <a:gd name="csY886" fmla="*/ 78056 h 423644"/>
                <a:gd name="csX887" fmla="*/ 104488 w 677010"/>
                <a:gd name="csY887" fmla="*/ 78376 h 423644"/>
                <a:gd name="csX888" fmla="*/ 106451 w 677010"/>
                <a:gd name="csY888" fmla="*/ 80179 h 423644"/>
                <a:gd name="csX889" fmla="*/ 107304 w 677010"/>
                <a:gd name="csY889" fmla="*/ 81853 h 423644"/>
                <a:gd name="csX890" fmla="*/ 107342 w 677010"/>
                <a:gd name="csY890" fmla="*/ 83763 h 423644"/>
                <a:gd name="csX891" fmla="*/ 111009 w 677010"/>
                <a:gd name="csY891" fmla="*/ 84668 h 423644"/>
                <a:gd name="csX892" fmla="*/ 111526 w 677010"/>
                <a:gd name="csY892" fmla="*/ 88799 h 423644"/>
                <a:gd name="csX893" fmla="*/ 112013 w 677010"/>
                <a:gd name="csY893" fmla="*/ 90740 h 423644"/>
                <a:gd name="csX894" fmla="*/ 132351 w 677010"/>
                <a:gd name="csY894" fmla="*/ 91881 h 423644"/>
                <a:gd name="csX895" fmla="*/ 130746 w 677010"/>
                <a:gd name="csY895" fmla="*/ 97603 h 423644"/>
                <a:gd name="csX896" fmla="*/ 129102 w 677010"/>
                <a:gd name="csY896" fmla="*/ 97511 h 423644"/>
                <a:gd name="csX897" fmla="*/ 125709 w 677010"/>
                <a:gd name="csY897" fmla="*/ 95708 h 423644"/>
                <a:gd name="csX898" fmla="*/ 125351 w 677010"/>
                <a:gd name="csY898" fmla="*/ 94582 h 423644"/>
                <a:gd name="csX899" fmla="*/ 126652 w 677010"/>
                <a:gd name="csY899" fmla="*/ 87932 h 423644"/>
                <a:gd name="csX900" fmla="*/ 127641 w 677010"/>
                <a:gd name="csY900" fmla="*/ 87057 h 423644"/>
                <a:gd name="csX901" fmla="*/ 130601 w 677010"/>
                <a:gd name="csY901" fmla="*/ 86159 h 423644"/>
                <a:gd name="csX902" fmla="*/ 131065 w 677010"/>
                <a:gd name="csY902" fmla="*/ 86981 h 423644"/>
                <a:gd name="csX903" fmla="*/ 131377 w 677010"/>
                <a:gd name="csY903" fmla="*/ 88944 h 423644"/>
                <a:gd name="csX904" fmla="*/ 132351 w 677010"/>
                <a:gd name="csY904" fmla="*/ 91881 h 423644"/>
                <a:gd name="csX905" fmla="*/ 3386 w 677010"/>
                <a:gd name="csY905" fmla="*/ 93418 h 423644"/>
                <a:gd name="csX906" fmla="*/ 2473 w 677010"/>
                <a:gd name="csY906" fmla="*/ 94346 h 423644"/>
                <a:gd name="csX907" fmla="*/ 23 w 677010"/>
                <a:gd name="csY907" fmla="*/ 89279 h 423644"/>
                <a:gd name="csX908" fmla="*/ 0 w 677010"/>
                <a:gd name="csY908" fmla="*/ 88054 h 423644"/>
                <a:gd name="csX909" fmla="*/ 715 w 677010"/>
                <a:gd name="csY909" fmla="*/ 87445 h 423644"/>
                <a:gd name="csX910" fmla="*/ 1902 w 677010"/>
                <a:gd name="csY910" fmla="*/ 87559 h 423644"/>
                <a:gd name="csX911" fmla="*/ 1902 w 677010"/>
                <a:gd name="csY911" fmla="*/ 88830 h 423644"/>
                <a:gd name="csX912" fmla="*/ 2899 w 677010"/>
                <a:gd name="csY912" fmla="*/ 89903 h 423644"/>
                <a:gd name="csX913" fmla="*/ 3287 w 677010"/>
                <a:gd name="csY913" fmla="*/ 90953 h 423644"/>
                <a:gd name="csX914" fmla="*/ 3386 w 677010"/>
                <a:gd name="csY914" fmla="*/ 93418 h 423644"/>
                <a:gd name="csX915" fmla="*/ 68987 w 677010"/>
                <a:gd name="csY915" fmla="*/ 114509 h 423644"/>
                <a:gd name="csX916" fmla="*/ 68698 w 677010"/>
                <a:gd name="csY916" fmla="*/ 115285 h 423644"/>
                <a:gd name="csX917" fmla="*/ 65091 w 677010"/>
                <a:gd name="csY917" fmla="*/ 113679 h 423644"/>
                <a:gd name="csX918" fmla="*/ 67070 w 677010"/>
                <a:gd name="csY918" fmla="*/ 110872 h 423644"/>
                <a:gd name="csX919" fmla="*/ 66780 w 677010"/>
                <a:gd name="csY919" fmla="*/ 107920 h 423644"/>
                <a:gd name="csX920" fmla="*/ 67640 w 677010"/>
                <a:gd name="csY920" fmla="*/ 107303 h 423644"/>
                <a:gd name="csX921" fmla="*/ 68424 w 677010"/>
                <a:gd name="csY921" fmla="*/ 108277 h 423644"/>
                <a:gd name="csX922" fmla="*/ 69459 w 677010"/>
                <a:gd name="csY922" fmla="*/ 112036 h 423644"/>
                <a:gd name="csX923" fmla="*/ 68987 w 677010"/>
                <a:gd name="csY923" fmla="*/ 114509 h 423644"/>
                <a:gd name="csX924" fmla="*/ 155899 w 677010"/>
                <a:gd name="csY924" fmla="*/ 163371 h 423644"/>
                <a:gd name="csX925" fmla="*/ 156166 w 677010"/>
                <a:gd name="csY925" fmla="*/ 164223 h 423644"/>
                <a:gd name="csX926" fmla="*/ 156021 w 677010"/>
                <a:gd name="csY926" fmla="*/ 164467 h 423644"/>
                <a:gd name="csX927" fmla="*/ 155146 w 677010"/>
                <a:gd name="csY927" fmla="*/ 163873 h 423644"/>
                <a:gd name="csX928" fmla="*/ 153670 w 677010"/>
                <a:gd name="csY928" fmla="*/ 167403 h 423644"/>
                <a:gd name="csX929" fmla="*/ 153237 w 677010"/>
                <a:gd name="csY929" fmla="*/ 167723 h 423644"/>
                <a:gd name="csX930" fmla="*/ 154127 w 677010"/>
                <a:gd name="csY930" fmla="*/ 162892 h 423644"/>
                <a:gd name="csX931" fmla="*/ 155063 w 677010"/>
                <a:gd name="csY931" fmla="*/ 162199 h 423644"/>
                <a:gd name="csX932" fmla="*/ 156097 w 677010"/>
                <a:gd name="csY932" fmla="*/ 162062 h 423644"/>
                <a:gd name="csX933" fmla="*/ 155899 w 677010"/>
                <a:gd name="csY933" fmla="*/ 163371 h 423644"/>
                <a:gd name="csX934" fmla="*/ 135463 w 677010"/>
                <a:gd name="csY934" fmla="*/ 198013 h 423644"/>
                <a:gd name="csX935" fmla="*/ 135029 w 677010"/>
                <a:gd name="csY935" fmla="*/ 198271 h 423644"/>
                <a:gd name="csX936" fmla="*/ 133203 w 677010"/>
                <a:gd name="csY936" fmla="*/ 195570 h 423644"/>
                <a:gd name="csX937" fmla="*/ 132929 w 677010"/>
                <a:gd name="csY937" fmla="*/ 193714 h 423644"/>
                <a:gd name="csX938" fmla="*/ 132184 w 677010"/>
                <a:gd name="csY938" fmla="*/ 192930 h 423644"/>
                <a:gd name="csX939" fmla="*/ 130342 w 677010"/>
                <a:gd name="csY939" fmla="*/ 192306 h 423644"/>
                <a:gd name="csX940" fmla="*/ 131933 w 677010"/>
                <a:gd name="csY940" fmla="*/ 188525 h 423644"/>
                <a:gd name="csX941" fmla="*/ 133279 w 677010"/>
                <a:gd name="csY941" fmla="*/ 180680 h 423644"/>
                <a:gd name="csX942" fmla="*/ 133873 w 677010"/>
                <a:gd name="csY942" fmla="*/ 182119 h 423644"/>
                <a:gd name="csX943" fmla="*/ 132450 w 677010"/>
                <a:gd name="csY943" fmla="*/ 190062 h 423644"/>
                <a:gd name="csX944" fmla="*/ 132518 w 677010"/>
                <a:gd name="csY944" fmla="*/ 191097 h 423644"/>
                <a:gd name="csX945" fmla="*/ 133180 w 677010"/>
                <a:gd name="csY945" fmla="*/ 192063 h 423644"/>
                <a:gd name="csX946" fmla="*/ 133896 w 677010"/>
                <a:gd name="csY946" fmla="*/ 193699 h 423644"/>
                <a:gd name="csX947" fmla="*/ 133979 w 677010"/>
                <a:gd name="csY947" fmla="*/ 195464 h 423644"/>
                <a:gd name="csX948" fmla="*/ 135235 w 677010"/>
                <a:gd name="csY948" fmla="*/ 197107 h 423644"/>
                <a:gd name="csX949" fmla="*/ 135463 w 677010"/>
                <a:gd name="csY949" fmla="*/ 198013 h 423644"/>
                <a:gd name="csX950" fmla="*/ 167282 w 677010"/>
                <a:gd name="csY950" fmla="*/ 187307 h 423644"/>
                <a:gd name="csX951" fmla="*/ 167891 w 677010"/>
                <a:gd name="csY951" fmla="*/ 189925 h 423644"/>
                <a:gd name="csX952" fmla="*/ 166795 w 677010"/>
                <a:gd name="csY952" fmla="*/ 189537 h 423644"/>
                <a:gd name="csX953" fmla="*/ 165365 w 677010"/>
                <a:gd name="csY953" fmla="*/ 188114 h 423644"/>
                <a:gd name="csX954" fmla="*/ 164383 w 677010"/>
                <a:gd name="csY954" fmla="*/ 186295 h 423644"/>
                <a:gd name="csX955" fmla="*/ 164474 w 677010"/>
                <a:gd name="csY955" fmla="*/ 185481 h 423644"/>
                <a:gd name="csX956" fmla="*/ 164665 w 677010"/>
                <a:gd name="csY956" fmla="*/ 185329 h 423644"/>
                <a:gd name="csX957" fmla="*/ 166696 w 677010"/>
                <a:gd name="csY957" fmla="*/ 186402 h 423644"/>
                <a:gd name="csX958" fmla="*/ 167282 w 677010"/>
                <a:gd name="csY958" fmla="*/ 187307 h 423644"/>
                <a:gd name="csX959" fmla="*/ 143117 w 677010"/>
                <a:gd name="csY959" fmla="*/ 201566 h 423644"/>
                <a:gd name="csX960" fmla="*/ 142828 w 677010"/>
                <a:gd name="csY960" fmla="*/ 202669 h 423644"/>
                <a:gd name="csX961" fmla="*/ 136399 w 677010"/>
                <a:gd name="csY961" fmla="*/ 198309 h 423644"/>
                <a:gd name="csX962" fmla="*/ 137943 w 677010"/>
                <a:gd name="csY962" fmla="*/ 197898 h 423644"/>
                <a:gd name="csX963" fmla="*/ 139739 w 677010"/>
                <a:gd name="csY963" fmla="*/ 198203 h 423644"/>
                <a:gd name="csX964" fmla="*/ 143117 w 677010"/>
                <a:gd name="csY964" fmla="*/ 201566 h 423644"/>
                <a:gd name="csX965" fmla="*/ 183557 w 677010"/>
                <a:gd name="csY965" fmla="*/ 207211 h 423644"/>
                <a:gd name="csX966" fmla="*/ 183093 w 677010"/>
                <a:gd name="csY966" fmla="*/ 207287 h 423644"/>
                <a:gd name="csX967" fmla="*/ 181997 w 677010"/>
                <a:gd name="csY967" fmla="*/ 206055 h 423644"/>
                <a:gd name="csX968" fmla="*/ 181518 w 677010"/>
                <a:gd name="csY968" fmla="*/ 203019 h 423644"/>
                <a:gd name="csX969" fmla="*/ 181738 w 677010"/>
                <a:gd name="csY969" fmla="*/ 202700 h 423644"/>
                <a:gd name="csX970" fmla="*/ 183800 w 677010"/>
                <a:gd name="csY970" fmla="*/ 206458 h 423644"/>
                <a:gd name="csX971" fmla="*/ 183762 w 677010"/>
                <a:gd name="csY971" fmla="*/ 206922 h 423644"/>
                <a:gd name="csX972" fmla="*/ 183557 w 677010"/>
                <a:gd name="csY972" fmla="*/ 207211 h 423644"/>
                <a:gd name="csX973" fmla="*/ 254081 w 677010"/>
                <a:gd name="csY973" fmla="*/ 265759 h 423644"/>
                <a:gd name="csX974" fmla="*/ 253457 w 677010"/>
                <a:gd name="csY974" fmla="*/ 267639 h 423644"/>
                <a:gd name="csX975" fmla="*/ 251844 w 677010"/>
                <a:gd name="csY975" fmla="*/ 266885 h 423644"/>
                <a:gd name="csX976" fmla="*/ 251265 w 677010"/>
                <a:gd name="csY976" fmla="*/ 265706 h 423644"/>
                <a:gd name="csX977" fmla="*/ 251151 w 677010"/>
                <a:gd name="csY977" fmla="*/ 263774 h 423644"/>
                <a:gd name="csX978" fmla="*/ 252049 w 677010"/>
                <a:gd name="csY978" fmla="*/ 263446 h 423644"/>
                <a:gd name="csX979" fmla="*/ 253350 w 677010"/>
                <a:gd name="csY979" fmla="*/ 264268 h 423644"/>
                <a:gd name="csX980" fmla="*/ 253616 w 677010"/>
                <a:gd name="csY980" fmla="*/ 264816 h 423644"/>
                <a:gd name="csX981" fmla="*/ 254081 w 677010"/>
                <a:gd name="csY981" fmla="*/ 265759 h 423644"/>
                <a:gd name="csX982" fmla="*/ 676630 w 677010"/>
                <a:gd name="csY982" fmla="*/ 274235 h 423644"/>
                <a:gd name="csX983" fmla="*/ 677010 w 677010"/>
                <a:gd name="csY983" fmla="*/ 275338 h 423644"/>
                <a:gd name="csX984" fmla="*/ 676638 w 677010"/>
                <a:gd name="csY984" fmla="*/ 275209 h 423644"/>
                <a:gd name="csX985" fmla="*/ 676151 w 677010"/>
                <a:gd name="csY985" fmla="*/ 274380 h 423644"/>
                <a:gd name="csX986" fmla="*/ 675801 w 677010"/>
                <a:gd name="csY986" fmla="*/ 273345 h 423644"/>
                <a:gd name="csX987" fmla="*/ 676097 w 677010"/>
                <a:gd name="csY987" fmla="*/ 273322 h 423644"/>
                <a:gd name="csX988" fmla="*/ 676356 w 677010"/>
                <a:gd name="csY988" fmla="*/ 273680 h 423644"/>
                <a:gd name="csX989" fmla="*/ 676630 w 677010"/>
                <a:gd name="csY989" fmla="*/ 274235 h 423644"/>
                <a:gd name="csX990" fmla="*/ 671814 w 677010"/>
                <a:gd name="csY990" fmla="*/ 295486 h 423644"/>
                <a:gd name="csX991" fmla="*/ 670703 w 677010"/>
                <a:gd name="csY991" fmla="*/ 296193 h 423644"/>
                <a:gd name="csX992" fmla="*/ 670102 w 677010"/>
                <a:gd name="csY992" fmla="*/ 293698 h 423644"/>
                <a:gd name="csX993" fmla="*/ 670984 w 677010"/>
                <a:gd name="csY993" fmla="*/ 291263 h 423644"/>
                <a:gd name="csX994" fmla="*/ 672057 w 677010"/>
                <a:gd name="csY994" fmla="*/ 289863 h 423644"/>
                <a:gd name="csX995" fmla="*/ 674172 w 677010"/>
                <a:gd name="csY995" fmla="*/ 289703 h 423644"/>
                <a:gd name="csX996" fmla="*/ 675572 w 677010"/>
                <a:gd name="csY996" fmla="*/ 289239 h 423644"/>
                <a:gd name="csX997" fmla="*/ 675747 w 677010"/>
                <a:gd name="csY997" fmla="*/ 289855 h 423644"/>
                <a:gd name="csX998" fmla="*/ 674598 w 677010"/>
                <a:gd name="csY998" fmla="*/ 291743 h 423644"/>
                <a:gd name="csX999" fmla="*/ 671814 w 677010"/>
                <a:gd name="csY999" fmla="*/ 295486 h 423644"/>
                <a:gd name="csX1000" fmla="*/ 159864 w 677010"/>
                <a:gd name="csY1000" fmla="*/ 330660 h 423644"/>
                <a:gd name="csX1001" fmla="*/ 158578 w 677010"/>
                <a:gd name="csY1001" fmla="*/ 331132 h 423644"/>
                <a:gd name="csX1002" fmla="*/ 156683 w 677010"/>
                <a:gd name="csY1002" fmla="*/ 329755 h 423644"/>
                <a:gd name="csX1003" fmla="*/ 157185 w 677010"/>
                <a:gd name="csY1003" fmla="*/ 328667 h 423644"/>
                <a:gd name="csX1004" fmla="*/ 158266 w 677010"/>
                <a:gd name="csY1004" fmla="*/ 327929 h 423644"/>
                <a:gd name="csX1005" fmla="*/ 159278 w 677010"/>
                <a:gd name="csY1005" fmla="*/ 329306 h 423644"/>
                <a:gd name="csX1006" fmla="*/ 159864 w 677010"/>
                <a:gd name="csY1006" fmla="*/ 330660 h 423644"/>
                <a:gd name="csX1007" fmla="*/ 570513 w 677010"/>
                <a:gd name="csY1007" fmla="*/ 332098 h 423644"/>
                <a:gd name="csX1008" fmla="*/ 568109 w 677010"/>
                <a:gd name="csY1008" fmla="*/ 332616 h 423644"/>
                <a:gd name="csX1009" fmla="*/ 567683 w 677010"/>
                <a:gd name="csY1009" fmla="*/ 332129 h 423644"/>
                <a:gd name="csX1010" fmla="*/ 572530 w 677010"/>
                <a:gd name="csY1010" fmla="*/ 329839 h 423644"/>
                <a:gd name="csX1011" fmla="*/ 573359 w 677010"/>
                <a:gd name="csY1011" fmla="*/ 329937 h 423644"/>
                <a:gd name="csX1012" fmla="*/ 573648 w 677010"/>
                <a:gd name="csY1012" fmla="*/ 330249 h 423644"/>
                <a:gd name="csX1013" fmla="*/ 571137 w 677010"/>
                <a:gd name="csY1013" fmla="*/ 331338 h 423644"/>
                <a:gd name="csX1014" fmla="*/ 570513 w 677010"/>
                <a:gd name="csY1014" fmla="*/ 332098 h 423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Lst>
              <a:rect l="l" t="t" r="r" b="b"/>
              <a:pathLst>
                <a:path w="677010" h="423644">
                  <a:moveTo>
                    <a:pt x="453866" y="164771"/>
                  </a:moveTo>
                  <a:lnTo>
                    <a:pt x="453478" y="169648"/>
                  </a:lnTo>
                  <a:lnTo>
                    <a:pt x="452185" y="173635"/>
                  </a:lnTo>
                  <a:lnTo>
                    <a:pt x="447932" y="181921"/>
                  </a:lnTo>
                  <a:lnTo>
                    <a:pt x="446159" y="187049"/>
                  </a:lnTo>
                  <a:lnTo>
                    <a:pt x="442727" y="201642"/>
                  </a:lnTo>
                  <a:lnTo>
                    <a:pt x="441670" y="211168"/>
                  </a:lnTo>
                  <a:lnTo>
                    <a:pt x="441419" y="215642"/>
                  </a:lnTo>
                  <a:lnTo>
                    <a:pt x="441122" y="216273"/>
                  </a:lnTo>
                  <a:lnTo>
                    <a:pt x="441442" y="216928"/>
                  </a:lnTo>
                  <a:lnTo>
                    <a:pt x="440620" y="226796"/>
                  </a:lnTo>
                  <a:lnTo>
                    <a:pt x="441061" y="235196"/>
                  </a:lnTo>
                  <a:lnTo>
                    <a:pt x="440780" y="236497"/>
                  </a:lnTo>
                  <a:lnTo>
                    <a:pt x="439532" y="239023"/>
                  </a:lnTo>
                  <a:lnTo>
                    <a:pt x="438657" y="242515"/>
                  </a:lnTo>
                  <a:lnTo>
                    <a:pt x="438999" y="244067"/>
                  </a:lnTo>
                  <a:lnTo>
                    <a:pt x="438984" y="245140"/>
                  </a:lnTo>
                  <a:lnTo>
                    <a:pt x="440262" y="250443"/>
                  </a:lnTo>
                  <a:lnTo>
                    <a:pt x="440673" y="254423"/>
                  </a:lnTo>
                  <a:lnTo>
                    <a:pt x="444485" y="261224"/>
                  </a:lnTo>
                  <a:lnTo>
                    <a:pt x="446623" y="263598"/>
                  </a:lnTo>
                  <a:lnTo>
                    <a:pt x="449278" y="265653"/>
                  </a:lnTo>
                  <a:lnTo>
                    <a:pt x="450252" y="266809"/>
                  </a:lnTo>
                  <a:lnTo>
                    <a:pt x="449773" y="269693"/>
                  </a:lnTo>
                  <a:lnTo>
                    <a:pt x="448693" y="271146"/>
                  </a:lnTo>
                  <a:lnTo>
                    <a:pt x="448228" y="273459"/>
                  </a:lnTo>
                  <a:lnTo>
                    <a:pt x="447696" y="271549"/>
                  </a:lnTo>
                  <a:lnTo>
                    <a:pt x="447901" y="269069"/>
                  </a:lnTo>
                  <a:lnTo>
                    <a:pt x="448746" y="267738"/>
                  </a:lnTo>
                  <a:lnTo>
                    <a:pt x="448776" y="266764"/>
                  </a:lnTo>
                  <a:lnTo>
                    <a:pt x="447216" y="265721"/>
                  </a:lnTo>
                  <a:lnTo>
                    <a:pt x="444363" y="262305"/>
                  </a:lnTo>
                  <a:lnTo>
                    <a:pt x="440878" y="256249"/>
                  </a:lnTo>
                  <a:lnTo>
                    <a:pt x="443359" y="265919"/>
                  </a:lnTo>
                  <a:lnTo>
                    <a:pt x="444211" y="267464"/>
                  </a:lnTo>
                  <a:lnTo>
                    <a:pt x="444873" y="268103"/>
                  </a:lnTo>
                  <a:lnTo>
                    <a:pt x="445984" y="268780"/>
                  </a:lnTo>
                  <a:lnTo>
                    <a:pt x="446273" y="269830"/>
                  </a:lnTo>
                  <a:lnTo>
                    <a:pt x="446281" y="270606"/>
                  </a:lnTo>
                  <a:lnTo>
                    <a:pt x="449339" y="277301"/>
                  </a:lnTo>
                  <a:lnTo>
                    <a:pt x="452801" y="284210"/>
                  </a:lnTo>
                  <a:lnTo>
                    <a:pt x="452984" y="286097"/>
                  </a:lnTo>
                  <a:lnTo>
                    <a:pt x="454369" y="288418"/>
                  </a:lnTo>
                  <a:lnTo>
                    <a:pt x="463187" y="298081"/>
                  </a:lnTo>
                  <a:lnTo>
                    <a:pt x="468581" y="305278"/>
                  </a:lnTo>
                  <a:lnTo>
                    <a:pt x="470453" y="312095"/>
                  </a:lnTo>
                  <a:lnTo>
                    <a:pt x="471579" y="314218"/>
                  </a:lnTo>
                  <a:lnTo>
                    <a:pt x="472134" y="317125"/>
                  </a:lnTo>
                  <a:lnTo>
                    <a:pt x="475665" y="320381"/>
                  </a:lnTo>
                  <a:lnTo>
                    <a:pt x="476745" y="322481"/>
                  </a:lnTo>
                  <a:lnTo>
                    <a:pt x="478640" y="323645"/>
                  </a:lnTo>
                  <a:lnTo>
                    <a:pt x="480169" y="327160"/>
                  </a:lnTo>
                  <a:lnTo>
                    <a:pt x="483045" y="329215"/>
                  </a:lnTo>
                  <a:lnTo>
                    <a:pt x="482360" y="329253"/>
                  </a:lnTo>
                  <a:lnTo>
                    <a:pt x="479842" y="328218"/>
                  </a:lnTo>
                  <a:lnTo>
                    <a:pt x="480009" y="328903"/>
                  </a:lnTo>
                  <a:lnTo>
                    <a:pt x="482125" y="330356"/>
                  </a:lnTo>
                  <a:lnTo>
                    <a:pt x="486271" y="331786"/>
                  </a:lnTo>
                  <a:lnTo>
                    <a:pt x="487306" y="331786"/>
                  </a:lnTo>
                  <a:lnTo>
                    <a:pt x="485670" y="331041"/>
                  </a:lnTo>
                  <a:lnTo>
                    <a:pt x="484285" y="330036"/>
                  </a:lnTo>
                  <a:lnTo>
                    <a:pt x="484772" y="329892"/>
                  </a:lnTo>
                  <a:lnTo>
                    <a:pt x="487671" y="331140"/>
                  </a:lnTo>
                  <a:lnTo>
                    <a:pt x="495774" y="331550"/>
                  </a:lnTo>
                  <a:lnTo>
                    <a:pt x="499343" y="334465"/>
                  </a:lnTo>
                  <a:lnTo>
                    <a:pt x="503969" y="335720"/>
                  </a:lnTo>
                  <a:lnTo>
                    <a:pt x="506457" y="339440"/>
                  </a:lnTo>
                  <a:lnTo>
                    <a:pt x="509348" y="343321"/>
                  </a:lnTo>
                  <a:lnTo>
                    <a:pt x="511197" y="343504"/>
                  </a:lnTo>
                  <a:lnTo>
                    <a:pt x="512635" y="343519"/>
                  </a:lnTo>
                  <a:lnTo>
                    <a:pt x="516972" y="342864"/>
                  </a:lnTo>
                  <a:lnTo>
                    <a:pt x="523713" y="340422"/>
                  </a:lnTo>
                  <a:lnTo>
                    <a:pt x="526034" y="339228"/>
                  </a:lnTo>
                  <a:lnTo>
                    <a:pt x="530561" y="337607"/>
                  </a:lnTo>
                  <a:lnTo>
                    <a:pt x="537492" y="337310"/>
                  </a:lnTo>
                  <a:lnTo>
                    <a:pt x="539638" y="337767"/>
                  </a:lnTo>
                  <a:lnTo>
                    <a:pt x="544819" y="336755"/>
                  </a:lnTo>
                  <a:lnTo>
                    <a:pt x="547292" y="335515"/>
                  </a:lnTo>
                  <a:lnTo>
                    <a:pt x="548152" y="334389"/>
                  </a:lnTo>
                  <a:lnTo>
                    <a:pt x="548555" y="333559"/>
                  </a:lnTo>
                  <a:lnTo>
                    <a:pt x="553356" y="332372"/>
                  </a:lnTo>
                  <a:lnTo>
                    <a:pt x="554307" y="332136"/>
                  </a:lnTo>
                  <a:lnTo>
                    <a:pt x="559169" y="331923"/>
                  </a:lnTo>
                  <a:lnTo>
                    <a:pt x="561520" y="331482"/>
                  </a:lnTo>
                  <a:lnTo>
                    <a:pt x="564282" y="331223"/>
                  </a:lnTo>
                  <a:lnTo>
                    <a:pt x="566275" y="332973"/>
                  </a:lnTo>
                  <a:lnTo>
                    <a:pt x="566275" y="333826"/>
                  </a:lnTo>
                  <a:lnTo>
                    <a:pt x="564944" y="334632"/>
                  </a:lnTo>
                  <a:lnTo>
                    <a:pt x="565568" y="335416"/>
                  </a:lnTo>
                  <a:lnTo>
                    <a:pt x="567934" y="336709"/>
                  </a:lnTo>
                  <a:lnTo>
                    <a:pt x="572271" y="337234"/>
                  </a:lnTo>
                  <a:lnTo>
                    <a:pt x="573678" y="337029"/>
                  </a:lnTo>
                  <a:lnTo>
                    <a:pt x="575680" y="335119"/>
                  </a:lnTo>
                  <a:lnTo>
                    <a:pt x="579202" y="333270"/>
                  </a:lnTo>
                  <a:lnTo>
                    <a:pt x="579126" y="331117"/>
                  </a:lnTo>
                  <a:lnTo>
                    <a:pt x="578495" y="329937"/>
                  </a:lnTo>
                  <a:lnTo>
                    <a:pt x="577475" y="329861"/>
                  </a:lnTo>
                  <a:lnTo>
                    <a:pt x="577232" y="329200"/>
                  </a:lnTo>
                  <a:lnTo>
                    <a:pt x="577947" y="327617"/>
                  </a:lnTo>
                  <a:lnTo>
                    <a:pt x="577764" y="327084"/>
                  </a:lnTo>
                  <a:lnTo>
                    <a:pt x="575573" y="328606"/>
                  </a:lnTo>
                  <a:lnTo>
                    <a:pt x="575071" y="328606"/>
                  </a:lnTo>
                  <a:lnTo>
                    <a:pt x="575314" y="327898"/>
                  </a:lnTo>
                  <a:lnTo>
                    <a:pt x="575771" y="327335"/>
                  </a:lnTo>
                  <a:lnTo>
                    <a:pt x="582192" y="324018"/>
                  </a:lnTo>
                  <a:lnTo>
                    <a:pt x="583836" y="322656"/>
                  </a:lnTo>
                  <a:lnTo>
                    <a:pt x="586058" y="321454"/>
                  </a:lnTo>
                  <a:lnTo>
                    <a:pt x="590661" y="316942"/>
                  </a:lnTo>
                  <a:lnTo>
                    <a:pt x="591642" y="308436"/>
                  </a:lnTo>
                  <a:lnTo>
                    <a:pt x="592563" y="306944"/>
                  </a:lnTo>
                  <a:lnTo>
                    <a:pt x="595614" y="304327"/>
                  </a:lnTo>
                  <a:lnTo>
                    <a:pt x="595941" y="303536"/>
                  </a:lnTo>
                  <a:lnTo>
                    <a:pt x="596139" y="301755"/>
                  </a:lnTo>
                  <a:lnTo>
                    <a:pt x="596055" y="297274"/>
                  </a:lnTo>
                  <a:lnTo>
                    <a:pt x="596223" y="293744"/>
                  </a:lnTo>
                  <a:lnTo>
                    <a:pt x="596093" y="289749"/>
                  </a:lnTo>
                  <a:lnTo>
                    <a:pt x="596641" y="286181"/>
                  </a:lnTo>
                  <a:lnTo>
                    <a:pt x="597136" y="285184"/>
                  </a:lnTo>
                  <a:lnTo>
                    <a:pt x="598886" y="279462"/>
                  </a:lnTo>
                  <a:lnTo>
                    <a:pt x="602523" y="276929"/>
                  </a:lnTo>
                  <a:lnTo>
                    <a:pt x="608830" y="273923"/>
                  </a:lnTo>
                  <a:lnTo>
                    <a:pt x="610276" y="273429"/>
                  </a:lnTo>
                  <a:lnTo>
                    <a:pt x="630370" y="270248"/>
                  </a:lnTo>
                  <a:lnTo>
                    <a:pt x="633193" y="269472"/>
                  </a:lnTo>
                  <a:lnTo>
                    <a:pt x="636647" y="267410"/>
                  </a:lnTo>
                  <a:lnTo>
                    <a:pt x="639173" y="266710"/>
                  </a:lnTo>
                  <a:lnTo>
                    <a:pt x="643776" y="266764"/>
                  </a:lnTo>
                  <a:lnTo>
                    <a:pt x="645191" y="266490"/>
                  </a:lnTo>
                  <a:lnTo>
                    <a:pt x="645473" y="266208"/>
                  </a:lnTo>
                  <a:lnTo>
                    <a:pt x="645481" y="265927"/>
                  </a:lnTo>
                  <a:lnTo>
                    <a:pt x="646333" y="265645"/>
                  </a:lnTo>
                  <a:lnTo>
                    <a:pt x="648996" y="265919"/>
                  </a:lnTo>
                  <a:lnTo>
                    <a:pt x="653972" y="267167"/>
                  </a:lnTo>
                  <a:lnTo>
                    <a:pt x="655783" y="267479"/>
                  </a:lnTo>
                  <a:lnTo>
                    <a:pt x="660233" y="268925"/>
                  </a:lnTo>
                  <a:lnTo>
                    <a:pt x="665133" y="269503"/>
                  </a:lnTo>
                  <a:lnTo>
                    <a:pt x="665833" y="269252"/>
                  </a:lnTo>
                  <a:lnTo>
                    <a:pt x="666480" y="268810"/>
                  </a:lnTo>
                  <a:lnTo>
                    <a:pt x="666975" y="267966"/>
                  </a:lnTo>
                  <a:lnTo>
                    <a:pt x="666465" y="267228"/>
                  </a:lnTo>
                  <a:lnTo>
                    <a:pt x="665986" y="267281"/>
                  </a:lnTo>
                  <a:lnTo>
                    <a:pt x="665156" y="267677"/>
                  </a:lnTo>
                  <a:lnTo>
                    <a:pt x="664167" y="267715"/>
                  </a:lnTo>
                  <a:lnTo>
                    <a:pt x="662227" y="267106"/>
                  </a:lnTo>
                  <a:lnTo>
                    <a:pt x="662615" y="266596"/>
                  </a:lnTo>
                  <a:lnTo>
                    <a:pt x="664593" y="266642"/>
                  </a:lnTo>
                  <a:lnTo>
                    <a:pt x="665864" y="266398"/>
                  </a:lnTo>
                  <a:lnTo>
                    <a:pt x="667743" y="265508"/>
                  </a:lnTo>
                  <a:lnTo>
                    <a:pt x="669744" y="266178"/>
                  </a:lnTo>
                  <a:lnTo>
                    <a:pt x="672377" y="269130"/>
                  </a:lnTo>
                  <a:lnTo>
                    <a:pt x="674248" y="270066"/>
                  </a:lnTo>
                  <a:lnTo>
                    <a:pt x="674401" y="274342"/>
                  </a:lnTo>
                  <a:lnTo>
                    <a:pt x="674682" y="275126"/>
                  </a:lnTo>
                  <a:lnTo>
                    <a:pt x="675367" y="276251"/>
                  </a:lnTo>
                  <a:lnTo>
                    <a:pt x="674431" y="279561"/>
                  </a:lnTo>
                  <a:lnTo>
                    <a:pt x="673381" y="282293"/>
                  </a:lnTo>
                  <a:lnTo>
                    <a:pt x="672065" y="284530"/>
                  </a:lnTo>
                  <a:lnTo>
                    <a:pt x="669219" y="288052"/>
                  </a:lnTo>
                  <a:lnTo>
                    <a:pt x="665765" y="290868"/>
                  </a:lnTo>
                  <a:lnTo>
                    <a:pt x="661489" y="297114"/>
                  </a:lnTo>
                  <a:lnTo>
                    <a:pt x="660515" y="300036"/>
                  </a:lnTo>
                  <a:lnTo>
                    <a:pt x="660538" y="302379"/>
                  </a:lnTo>
                  <a:lnTo>
                    <a:pt x="661261" y="304639"/>
                  </a:lnTo>
                  <a:lnTo>
                    <a:pt x="661055" y="305476"/>
                  </a:lnTo>
                  <a:lnTo>
                    <a:pt x="660530" y="306320"/>
                  </a:lnTo>
                  <a:lnTo>
                    <a:pt x="659663" y="306244"/>
                  </a:lnTo>
                  <a:lnTo>
                    <a:pt x="657974" y="307325"/>
                  </a:lnTo>
                  <a:lnTo>
                    <a:pt x="655798" y="310536"/>
                  </a:lnTo>
                  <a:lnTo>
                    <a:pt x="655752" y="311510"/>
                  </a:lnTo>
                  <a:lnTo>
                    <a:pt x="656703" y="312407"/>
                  </a:lnTo>
                  <a:lnTo>
                    <a:pt x="657943" y="311974"/>
                  </a:lnTo>
                  <a:lnTo>
                    <a:pt x="659556" y="311936"/>
                  </a:lnTo>
                  <a:lnTo>
                    <a:pt x="660462" y="311669"/>
                  </a:lnTo>
                  <a:lnTo>
                    <a:pt x="661413" y="311738"/>
                  </a:lnTo>
                  <a:lnTo>
                    <a:pt x="661200" y="313579"/>
                  </a:lnTo>
                  <a:lnTo>
                    <a:pt x="660180" y="314888"/>
                  </a:lnTo>
                  <a:lnTo>
                    <a:pt x="659534" y="315299"/>
                  </a:lnTo>
                  <a:lnTo>
                    <a:pt x="658377" y="315519"/>
                  </a:lnTo>
                  <a:lnTo>
                    <a:pt x="657084" y="316265"/>
                  </a:lnTo>
                  <a:lnTo>
                    <a:pt x="656422" y="316950"/>
                  </a:lnTo>
                  <a:lnTo>
                    <a:pt x="656482" y="319073"/>
                  </a:lnTo>
                  <a:lnTo>
                    <a:pt x="657198" y="319240"/>
                  </a:lnTo>
                  <a:lnTo>
                    <a:pt x="658719" y="317657"/>
                  </a:lnTo>
                  <a:lnTo>
                    <a:pt x="659602" y="317733"/>
                  </a:lnTo>
                  <a:lnTo>
                    <a:pt x="659777" y="318403"/>
                  </a:lnTo>
                  <a:lnTo>
                    <a:pt x="657806" y="323828"/>
                  </a:lnTo>
                  <a:lnTo>
                    <a:pt x="656536" y="329390"/>
                  </a:lnTo>
                  <a:lnTo>
                    <a:pt x="654816" y="332608"/>
                  </a:lnTo>
                  <a:lnTo>
                    <a:pt x="654208" y="337287"/>
                  </a:lnTo>
                  <a:lnTo>
                    <a:pt x="653302" y="339281"/>
                  </a:lnTo>
                  <a:lnTo>
                    <a:pt x="652252" y="341251"/>
                  </a:lnTo>
                  <a:lnTo>
                    <a:pt x="651636" y="341145"/>
                  </a:lnTo>
                  <a:lnTo>
                    <a:pt x="649977" y="337409"/>
                  </a:lnTo>
                  <a:lnTo>
                    <a:pt x="648280" y="336450"/>
                  </a:lnTo>
                  <a:lnTo>
                    <a:pt x="647908" y="335545"/>
                  </a:lnTo>
                  <a:lnTo>
                    <a:pt x="648874" y="331010"/>
                  </a:lnTo>
                  <a:lnTo>
                    <a:pt x="648433" y="328499"/>
                  </a:lnTo>
                  <a:lnTo>
                    <a:pt x="647535" y="328598"/>
                  </a:lnTo>
                  <a:lnTo>
                    <a:pt x="646409" y="329976"/>
                  </a:lnTo>
                  <a:lnTo>
                    <a:pt x="644910" y="331170"/>
                  </a:lnTo>
                  <a:lnTo>
                    <a:pt x="644940" y="332897"/>
                  </a:lnTo>
                  <a:lnTo>
                    <a:pt x="643221" y="335766"/>
                  </a:lnTo>
                  <a:lnTo>
                    <a:pt x="642795" y="336709"/>
                  </a:lnTo>
                  <a:lnTo>
                    <a:pt x="641159" y="336488"/>
                  </a:lnTo>
                  <a:lnTo>
                    <a:pt x="639257" y="336610"/>
                  </a:lnTo>
                  <a:lnTo>
                    <a:pt x="637940" y="337303"/>
                  </a:lnTo>
                  <a:lnTo>
                    <a:pt x="636594" y="340780"/>
                  </a:lnTo>
                  <a:lnTo>
                    <a:pt x="633231" y="345672"/>
                  </a:lnTo>
                  <a:lnTo>
                    <a:pt x="631892" y="348038"/>
                  </a:lnTo>
                  <a:lnTo>
                    <a:pt x="630796" y="348852"/>
                  </a:lnTo>
                  <a:lnTo>
                    <a:pt x="629936" y="349172"/>
                  </a:lnTo>
                  <a:lnTo>
                    <a:pt x="628977" y="348617"/>
                  </a:lnTo>
                  <a:lnTo>
                    <a:pt x="626680" y="347277"/>
                  </a:lnTo>
                  <a:lnTo>
                    <a:pt x="624907" y="347916"/>
                  </a:lnTo>
                  <a:lnTo>
                    <a:pt x="624291" y="349453"/>
                  </a:lnTo>
                  <a:lnTo>
                    <a:pt x="624313" y="351394"/>
                  </a:lnTo>
                  <a:lnTo>
                    <a:pt x="619824" y="351394"/>
                  </a:lnTo>
                  <a:lnTo>
                    <a:pt x="612201" y="351386"/>
                  </a:lnTo>
                  <a:lnTo>
                    <a:pt x="602492" y="351378"/>
                  </a:lnTo>
                  <a:lnTo>
                    <a:pt x="593134" y="351371"/>
                  </a:lnTo>
                  <a:lnTo>
                    <a:pt x="585297" y="351363"/>
                  </a:lnTo>
                  <a:lnTo>
                    <a:pt x="585266" y="355723"/>
                  </a:lnTo>
                  <a:lnTo>
                    <a:pt x="585243" y="359580"/>
                  </a:lnTo>
                  <a:lnTo>
                    <a:pt x="585221" y="363917"/>
                  </a:lnTo>
                  <a:lnTo>
                    <a:pt x="580899" y="363879"/>
                  </a:lnTo>
                  <a:lnTo>
                    <a:pt x="576326" y="363841"/>
                  </a:lnTo>
                  <a:lnTo>
                    <a:pt x="576691" y="364275"/>
                  </a:lnTo>
                  <a:lnTo>
                    <a:pt x="578259" y="365089"/>
                  </a:lnTo>
                  <a:lnTo>
                    <a:pt x="580290" y="367029"/>
                  </a:lnTo>
                  <a:lnTo>
                    <a:pt x="582687" y="370050"/>
                  </a:lnTo>
                  <a:lnTo>
                    <a:pt x="585593" y="372454"/>
                  </a:lnTo>
                  <a:lnTo>
                    <a:pt x="589010" y="374242"/>
                  </a:lnTo>
                  <a:lnTo>
                    <a:pt x="591254" y="375992"/>
                  </a:lnTo>
                  <a:lnTo>
                    <a:pt x="592342" y="377704"/>
                  </a:lnTo>
                  <a:lnTo>
                    <a:pt x="592890" y="379157"/>
                  </a:lnTo>
                  <a:lnTo>
                    <a:pt x="592890" y="380359"/>
                  </a:lnTo>
                  <a:lnTo>
                    <a:pt x="594138" y="381311"/>
                  </a:lnTo>
                  <a:lnTo>
                    <a:pt x="596367" y="381942"/>
                  </a:lnTo>
                  <a:lnTo>
                    <a:pt x="597524" y="383015"/>
                  </a:lnTo>
                  <a:lnTo>
                    <a:pt x="597524" y="383890"/>
                  </a:lnTo>
                  <a:lnTo>
                    <a:pt x="596816" y="385876"/>
                  </a:lnTo>
                  <a:lnTo>
                    <a:pt x="596611" y="388067"/>
                  </a:lnTo>
                  <a:lnTo>
                    <a:pt x="596885" y="390045"/>
                  </a:lnTo>
                  <a:lnTo>
                    <a:pt x="595287" y="390076"/>
                  </a:lnTo>
                  <a:lnTo>
                    <a:pt x="591414" y="390076"/>
                  </a:lnTo>
                  <a:lnTo>
                    <a:pt x="585517" y="390083"/>
                  </a:lnTo>
                  <a:lnTo>
                    <a:pt x="580092" y="390083"/>
                  </a:lnTo>
                  <a:lnTo>
                    <a:pt x="575816" y="390083"/>
                  </a:lnTo>
                  <a:lnTo>
                    <a:pt x="569357" y="390091"/>
                  </a:lnTo>
                  <a:lnTo>
                    <a:pt x="567584" y="393134"/>
                  </a:lnTo>
                  <a:lnTo>
                    <a:pt x="564639" y="398186"/>
                  </a:lnTo>
                  <a:lnTo>
                    <a:pt x="561969" y="402759"/>
                  </a:lnTo>
                  <a:lnTo>
                    <a:pt x="559732" y="406601"/>
                  </a:lnTo>
                  <a:lnTo>
                    <a:pt x="559367" y="407613"/>
                  </a:lnTo>
                  <a:lnTo>
                    <a:pt x="559367" y="408435"/>
                  </a:lnTo>
                  <a:lnTo>
                    <a:pt x="562136" y="412026"/>
                  </a:lnTo>
                  <a:lnTo>
                    <a:pt x="561627" y="413068"/>
                  </a:lnTo>
                  <a:lnTo>
                    <a:pt x="560660" y="413616"/>
                  </a:lnTo>
                  <a:lnTo>
                    <a:pt x="560348" y="414461"/>
                  </a:lnTo>
                  <a:lnTo>
                    <a:pt x="560409" y="415830"/>
                  </a:lnTo>
                  <a:lnTo>
                    <a:pt x="559755" y="417649"/>
                  </a:lnTo>
                  <a:lnTo>
                    <a:pt x="559968" y="418904"/>
                  </a:lnTo>
                  <a:lnTo>
                    <a:pt x="560318" y="420449"/>
                  </a:lnTo>
                  <a:lnTo>
                    <a:pt x="559740" y="421788"/>
                  </a:lnTo>
                  <a:lnTo>
                    <a:pt x="559268" y="423081"/>
                  </a:lnTo>
                  <a:lnTo>
                    <a:pt x="558712" y="423645"/>
                  </a:lnTo>
                  <a:lnTo>
                    <a:pt x="558081" y="423158"/>
                  </a:lnTo>
                  <a:lnTo>
                    <a:pt x="552390" y="417193"/>
                  </a:lnTo>
                  <a:lnTo>
                    <a:pt x="546455" y="410626"/>
                  </a:lnTo>
                  <a:lnTo>
                    <a:pt x="544119" y="408481"/>
                  </a:lnTo>
                  <a:lnTo>
                    <a:pt x="541859" y="406852"/>
                  </a:lnTo>
                  <a:lnTo>
                    <a:pt x="538816" y="403824"/>
                  </a:lnTo>
                  <a:lnTo>
                    <a:pt x="530827" y="397167"/>
                  </a:lnTo>
                  <a:lnTo>
                    <a:pt x="526703" y="394123"/>
                  </a:lnTo>
                  <a:lnTo>
                    <a:pt x="522823" y="390479"/>
                  </a:lnTo>
                  <a:lnTo>
                    <a:pt x="519338" y="388455"/>
                  </a:lnTo>
                  <a:lnTo>
                    <a:pt x="515907" y="387139"/>
                  </a:lnTo>
                  <a:lnTo>
                    <a:pt x="514377" y="386378"/>
                  </a:lnTo>
                  <a:lnTo>
                    <a:pt x="513038" y="385381"/>
                  </a:lnTo>
                  <a:lnTo>
                    <a:pt x="512292" y="385320"/>
                  </a:lnTo>
                  <a:lnTo>
                    <a:pt x="511920" y="386674"/>
                  </a:lnTo>
                  <a:lnTo>
                    <a:pt x="513122" y="387352"/>
                  </a:lnTo>
                  <a:lnTo>
                    <a:pt x="514560" y="387930"/>
                  </a:lnTo>
                  <a:lnTo>
                    <a:pt x="515694" y="387968"/>
                  </a:lnTo>
                  <a:lnTo>
                    <a:pt x="516888" y="388447"/>
                  </a:lnTo>
                  <a:lnTo>
                    <a:pt x="520411" y="390296"/>
                  </a:lnTo>
                  <a:lnTo>
                    <a:pt x="520989" y="391247"/>
                  </a:lnTo>
                  <a:lnTo>
                    <a:pt x="510969" y="387550"/>
                  </a:lnTo>
                  <a:lnTo>
                    <a:pt x="506890" y="387207"/>
                  </a:lnTo>
                  <a:lnTo>
                    <a:pt x="506449" y="386629"/>
                  </a:lnTo>
                  <a:lnTo>
                    <a:pt x="508481" y="384696"/>
                  </a:lnTo>
                  <a:lnTo>
                    <a:pt x="507849" y="383996"/>
                  </a:lnTo>
                  <a:lnTo>
                    <a:pt x="507126" y="383897"/>
                  </a:lnTo>
                  <a:lnTo>
                    <a:pt x="504943" y="385236"/>
                  </a:lnTo>
                  <a:lnTo>
                    <a:pt x="504136" y="385328"/>
                  </a:lnTo>
                  <a:lnTo>
                    <a:pt x="503991" y="384445"/>
                  </a:lnTo>
                  <a:lnTo>
                    <a:pt x="504090" y="383616"/>
                  </a:lnTo>
                  <a:lnTo>
                    <a:pt x="502683" y="382399"/>
                  </a:lnTo>
                  <a:lnTo>
                    <a:pt x="501793" y="382444"/>
                  </a:lnTo>
                  <a:lnTo>
                    <a:pt x="501062" y="383296"/>
                  </a:lnTo>
                  <a:lnTo>
                    <a:pt x="499160" y="384902"/>
                  </a:lnTo>
                  <a:lnTo>
                    <a:pt x="499221" y="385533"/>
                  </a:lnTo>
                  <a:lnTo>
                    <a:pt x="502949" y="386218"/>
                  </a:lnTo>
                  <a:lnTo>
                    <a:pt x="504235" y="386606"/>
                  </a:lnTo>
                  <a:lnTo>
                    <a:pt x="503938" y="387032"/>
                  </a:lnTo>
                  <a:lnTo>
                    <a:pt x="500743" y="387025"/>
                  </a:lnTo>
                  <a:lnTo>
                    <a:pt x="496786" y="387755"/>
                  </a:lnTo>
                  <a:lnTo>
                    <a:pt x="489741" y="392221"/>
                  </a:lnTo>
                  <a:lnTo>
                    <a:pt x="483182" y="394139"/>
                  </a:lnTo>
                  <a:lnTo>
                    <a:pt x="473748" y="398430"/>
                  </a:lnTo>
                  <a:lnTo>
                    <a:pt x="469586" y="398650"/>
                  </a:lnTo>
                  <a:lnTo>
                    <a:pt x="467402" y="399335"/>
                  </a:lnTo>
                  <a:lnTo>
                    <a:pt x="461056" y="397692"/>
                  </a:lnTo>
                  <a:lnTo>
                    <a:pt x="453014" y="393659"/>
                  </a:lnTo>
                  <a:lnTo>
                    <a:pt x="440840" y="392389"/>
                  </a:lnTo>
                  <a:lnTo>
                    <a:pt x="432638" y="387101"/>
                  </a:lnTo>
                  <a:lnTo>
                    <a:pt x="424497" y="384925"/>
                  </a:lnTo>
                  <a:lnTo>
                    <a:pt x="419331" y="379842"/>
                  </a:lnTo>
                  <a:lnTo>
                    <a:pt x="416219" y="379621"/>
                  </a:lnTo>
                  <a:lnTo>
                    <a:pt x="414218" y="378807"/>
                  </a:lnTo>
                  <a:lnTo>
                    <a:pt x="406823" y="376966"/>
                  </a:lnTo>
                  <a:lnTo>
                    <a:pt x="399511" y="375749"/>
                  </a:lnTo>
                  <a:lnTo>
                    <a:pt x="392381" y="371298"/>
                  </a:lnTo>
                  <a:lnTo>
                    <a:pt x="387717" y="369882"/>
                  </a:lnTo>
                  <a:lnTo>
                    <a:pt x="383685" y="368110"/>
                  </a:lnTo>
                  <a:lnTo>
                    <a:pt x="374806" y="365081"/>
                  </a:lnTo>
                  <a:lnTo>
                    <a:pt x="371511" y="363400"/>
                  </a:lnTo>
                  <a:lnTo>
                    <a:pt x="368399" y="360798"/>
                  </a:lnTo>
                  <a:lnTo>
                    <a:pt x="363324" y="358104"/>
                  </a:lnTo>
                  <a:lnTo>
                    <a:pt x="361156" y="355852"/>
                  </a:lnTo>
                  <a:lnTo>
                    <a:pt x="358736" y="355046"/>
                  </a:lnTo>
                  <a:lnTo>
                    <a:pt x="355275" y="350800"/>
                  </a:lnTo>
                  <a:lnTo>
                    <a:pt x="353471" y="349012"/>
                  </a:lnTo>
                  <a:lnTo>
                    <a:pt x="351942" y="348175"/>
                  </a:lnTo>
                  <a:lnTo>
                    <a:pt x="350306" y="347886"/>
                  </a:lnTo>
                  <a:lnTo>
                    <a:pt x="345581" y="348229"/>
                  </a:lnTo>
                  <a:lnTo>
                    <a:pt x="338528" y="346349"/>
                  </a:lnTo>
                  <a:lnTo>
                    <a:pt x="335272" y="345870"/>
                  </a:lnTo>
                  <a:lnTo>
                    <a:pt x="328462" y="343100"/>
                  </a:lnTo>
                  <a:lnTo>
                    <a:pt x="319423" y="340004"/>
                  </a:lnTo>
                  <a:lnTo>
                    <a:pt x="316463" y="336443"/>
                  </a:lnTo>
                  <a:lnTo>
                    <a:pt x="313929" y="333118"/>
                  </a:lnTo>
                  <a:lnTo>
                    <a:pt x="309364" y="328735"/>
                  </a:lnTo>
                  <a:lnTo>
                    <a:pt x="306519" y="326864"/>
                  </a:lnTo>
                  <a:lnTo>
                    <a:pt x="301581" y="324642"/>
                  </a:lnTo>
                  <a:lnTo>
                    <a:pt x="298842" y="322839"/>
                  </a:lnTo>
                  <a:lnTo>
                    <a:pt x="294619" y="321454"/>
                  </a:lnTo>
                  <a:lnTo>
                    <a:pt x="287452" y="317939"/>
                  </a:lnTo>
                  <a:lnTo>
                    <a:pt x="285177" y="314926"/>
                  </a:lnTo>
                  <a:lnTo>
                    <a:pt x="283845" y="312248"/>
                  </a:lnTo>
                  <a:lnTo>
                    <a:pt x="280033" y="308991"/>
                  </a:lnTo>
                  <a:lnTo>
                    <a:pt x="275856" y="302912"/>
                  </a:lnTo>
                  <a:lnTo>
                    <a:pt x="274776" y="300667"/>
                  </a:lnTo>
                  <a:lnTo>
                    <a:pt x="273969" y="297221"/>
                  </a:lnTo>
                  <a:lnTo>
                    <a:pt x="273003" y="295220"/>
                  </a:lnTo>
                  <a:lnTo>
                    <a:pt x="271862" y="293652"/>
                  </a:lnTo>
                  <a:lnTo>
                    <a:pt x="272448" y="292511"/>
                  </a:lnTo>
                  <a:lnTo>
                    <a:pt x="274570" y="291103"/>
                  </a:lnTo>
                  <a:lnTo>
                    <a:pt x="278101" y="290784"/>
                  </a:lnTo>
                  <a:lnTo>
                    <a:pt x="280596" y="289262"/>
                  </a:lnTo>
                  <a:lnTo>
                    <a:pt x="280924" y="288007"/>
                  </a:lnTo>
                  <a:lnTo>
                    <a:pt x="280764" y="287231"/>
                  </a:lnTo>
                  <a:lnTo>
                    <a:pt x="279166" y="285313"/>
                  </a:lnTo>
                  <a:lnTo>
                    <a:pt x="277180" y="284803"/>
                  </a:lnTo>
                  <a:lnTo>
                    <a:pt x="275636" y="284773"/>
                  </a:lnTo>
                  <a:lnTo>
                    <a:pt x="275240" y="284043"/>
                  </a:lnTo>
                  <a:lnTo>
                    <a:pt x="276404" y="283244"/>
                  </a:lnTo>
                  <a:lnTo>
                    <a:pt x="277736" y="281372"/>
                  </a:lnTo>
                  <a:lnTo>
                    <a:pt x="279699" y="279090"/>
                  </a:lnTo>
                  <a:lnTo>
                    <a:pt x="281083" y="276982"/>
                  </a:lnTo>
                  <a:lnTo>
                    <a:pt x="281342" y="274007"/>
                  </a:lnTo>
                  <a:lnTo>
                    <a:pt x="281167" y="271032"/>
                  </a:lnTo>
                  <a:lnTo>
                    <a:pt x="281692" y="268514"/>
                  </a:lnTo>
                  <a:lnTo>
                    <a:pt x="276937" y="265607"/>
                  </a:lnTo>
                  <a:lnTo>
                    <a:pt x="276381" y="264367"/>
                  </a:lnTo>
                  <a:lnTo>
                    <a:pt x="274882" y="261027"/>
                  </a:lnTo>
                  <a:lnTo>
                    <a:pt x="272288" y="257146"/>
                  </a:lnTo>
                  <a:lnTo>
                    <a:pt x="272364" y="249378"/>
                  </a:lnTo>
                  <a:lnTo>
                    <a:pt x="269237" y="242469"/>
                  </a:lnTo>
                  <a:lnTo>
                    <a:pt x="266003" y="239030"/>
                  </a:lnTo>
                  <a:lnTo>
                    <a:pt x="264329" y="237828"/>
                  </a:lnTo>
                  <a:lnTo>
                    <a:pt x="259787" y="232479"/>
                  </a:lnTo>
                  <a:lnTo>
                    <a:pt x="256203" y="229368"/>
                  </a:lnTo>
                  <a:lnTo>
                    <a:pt x="252696" y="223501"/>
                  </a:lnTo>
                  <a:lnTo>
                    <a:pt x="249226" y="219766"/>
                  </a:lnTo>
                  <a:lnTo>
                    <a:pt x="244813" y="213488"/>
                  </a:lnTo>
                  <a:lnTo>
                    <a:pt x="241625" y="210354"/>
                  </a:lnTo>
                  <a:lnTo>
                    <a:pt x="227100" y="199740"/>
                  </a:lnTo>
                  <a:lnTo>
                    <a:pt x="227915" y="199740"/>
                  </a:lnTo>
                  <a:lnTo>
                    <a:pt x="232175" y="202350"/>
                  </a:lnTo>
                  <a:lnTo>
                    <a:pt x="232891" y="202136"/>
                  </a:lnTo>
                  <a:lnTo>
                    <a:pt x="232990" y="200866"/>
                  </a:lnTo>
                  <a:lnTo>
                    <a:pt x="232503" y="199344"/>
                  </a:lnTo>
                  <a:lnTo>
                    <a:pt x="231711" y="198979"/>
                  </a:lnTo>
                  <a:lnTo>
                    <a:pt x="230578" y="199321"/>
                  </a:lnTo>
                  <a:lnTo>
                    <a:pt x="229048" y="199002"/>
                  </a:lnTo>
                  <a:lnTo>
                    <a:pt x="228280" y="198500"/>
                  </a:lnTo>
                  <a:lnTo>
                    <a:pt x="225990" y="198180"/>
                  </a:lnTo>
                  <a:lnTo>
                    <a:pt x="223121" y="196407"/>
                  </a:lnTo>
                  <a:lnTo>
                    <a:pt x="221889" y="194566"/>
                  </a:lnTo>
                  <a:lnTo>
                    <a:pt x="221752" y="192466"/>
                  </a:lnTo>
                  <a:lnTo>
                    <a:pt x="217635" y="187985"/>
                  </a:lnTo>
                  <a:lnTo>
                    <a:pt x="216076" y="185481"/>
                  </a:lnTo>
                  <a:lnTo>
                    <a:pt x="216875" y="185664"/>
                  </a:lnTo>
                  <a:lnTo>
                    <a:pt x="217970" y="186668"/>
                  </a:lnTo>
                  <a:lnTo>
                    <a:pt x="219081" y="186957"/>
                  </a:lnTo>
                  <a:lnTo>
                    <a:pt x="220374" y="186965"/>
                  </a:lnTo>
                  <a:lnTo>
                    <a:pt x="221310" y="186562"/>
                  </a:lnTo>
                  <a:lnTo>
                    <a:pt x="220976" y="185816"/>
                  </a:lnTo>
                  <a:lnTo>
                    <a:pt x="220093" y="185192"/>
                  </a:lnTo>
                  <a:lnTo>
                    <a:pt x="214097" y="182826"/>
                  </a:lnTo>
                  <a:lnTo>
                    <a:pt x="212119" y="181167"/>
                  </a:lnTo>
                  <a:lnTo>
                    <a:pt x="207204" y="178398"/>
                  </a:lnTo>
                  <a:lnTo>
                    <a:pt x="206040" y="177424"/>
                  </a:lnTo>
                  <a:lnTo>
                    <a:pt x="205264" y="174746"/>
                  </a:lnTo>
                  <a:lnTo>
                    <a:pt x="204062" y="174616"/>
                  </a:lnTo>
                  <a:lnTo>
                    <a:pt x="203004" y="175362"/>
                  </a:lnTo>
                  <a:lnTo>
                    <a:pt x="200105" y="176092"/>
                  </a:lnTo>
                  <a:lnTo>
                    <a:pt x="199367" y="175240"/>
                  </a:lnTo>
                  <a:lnTo>
                    <a:pt x="199261" y="174418"/>
                  </a:lnTo>
                  <a:lnTo>
                    <a:pt x="201307" y="173551"/>
                  </a:lnTo>
                  <a:lnTo>
                    <a:pt x="203187" y="171018"/>
                  </a:lnTo>
                  <a:lnTo>
                    <a:pt x="203149" y="170135"/>
                  </a:lnTo>
                  <a:lnTo>
                    <a:pt x="202114" y="171154"/>
                  </a:lnTo>
                  <a:lnTo>
                    <a:pt x="200547" y="172288"/>
                  </a:lnTo>
                  <a:lnTo>
                    <a:pt x="198934" y="172920"/>
                  </a:lnTo>
                  <a:lnTo>
                    <a:pt x="196537" y="173445"/>
                  </a:lnTo>
                  <a:lnTo>
                    <a:pt x="195304" y="173064"/>
                  </a:lnTo>
                  <a:lnTo>
                    <a:pt x="194232" y="172494"/>
                  </a:lnTo>
                  <a:lnTo>
                    <a:pt x="192504" y="170280"/>
                  </a:lnTo>
                  <a:lnTo>
                    <a:pt x="191637" y="163066"/>
                  </a:lnTo>
                  <a:lnTo>
                    <a:pt x="193159" y="160563"/>
                  </a:lnTo>
                  <a:lnTo>
                    <a:pt x="194939" y="158083"/>
                  </a:lnTo>
                  <a:lnTo>
                    <a:pt x="196453" y="156614"/>
                  </a:lnTo>
                  <a:lnTo>
                    <a:pt x="197328" y="157725"/>
                  </a:lnTo>
                  <a:lnTo>
                    <a:pt x="198226" y="157862"/>
                  </a:lnTo>
                  <a:lnTo>
                    <a:pt x="197595" y="156607"/>
                  </a:lnTo>
                  <a:lnTo>
                    <a:pt x="196103" y="155435"/>
                  </a:lnTo>
                  <a:lnTo>
                    <a:pt x="195578" y="154263"/>
                  </a:lnTo>
                  <a:lnTo>
                    <a:pt x="195525" y="153191"/>
                  </a:lnTo>
                  <a:lnTo>
                    <a:pt x="194817" y="151197"/>
                  </a:lnTo>
                  <a:lnTo>
                    <a:pt x="190404" y="147005"/>
                  </a:lnTo>
                  <a:lnTo>
                    <a:pt x="186281" y="147324"/>
                  </a:lnTo>
                  <a:lnTo>
                    <a:pt x="184599" y="147180"/>
                  </a:lnTo>
                  <a:lnTo>
                    <a:pt x="183024" y="145582"/>
                  </a:lnTo>
                  <a:lnTo>
                    <a:pt x="181685" y="142889"/>
                  </a:lnTo>
                  <a:lnTo>
                    <a:pt x="181031" y="140629"/>
                  </a:lnTo>
                  <a:lnTo>
                    <a:pt x="180947" y="139427"/>
                  </a:lnTo>
                  <a:lnTo>
                    <a:pt x="180551" y="138217"/>
                  </a:lnTo>
                  <a:lnTo>
                    <a:pt x="173437" y="136239"/>
                  </a:lnTo>
                  <a:lnTo>
                    <a:pt x="171299" y="134542"/>
                  </a:lnTo>
                  <a:lnTo>
                    <a:pt x="169154" y="132404"/>
                  </a:lnTo>
                  <a:lnTo>
                    <a:pt x="168263" y="130662"/>
                  </a:lnTo>
                  <a:lnTo>
                    <a:pt x="167426" y="129376"/>
                  </a:lnTo>
                  <a:lnTo>
                    <a:pt x="166742" y="127124"/>
                  </a:lnTo>
                  <a:lnTo>
                    <a:pt x="166255" y="124499"/>
                  </a:lnTo>
                  <a:lnTo>
                    <a:pt x="167046" y="121098"/>
                  </a:lnTo>
                  <a:lnTo>
                    <a:pt x="168081" y="119454"/>
                  </a:lnTo>
                  <a:lnTo>
                    <a:pt x="163189" y="118229"/>
                  </a:lnTo>
                  <a:lnTo>
                    <a:pt x="161279" y="118176"/>
                  </a:lnTo>
                  <a:lnTo>
                    <a:pt x="159734" y="118868"/>
                  </a:lnTo>
                  <a:lnTo>
                    <a:pt x="158342" y="117978"/>
                  </a:lnTo>
                  <a:lnTo>
                    <a:pt x="155451" y="116989"/>
                  </a:lnTo>
                  <a:lnTo>
                    <a:pt x="152012" y="113421"/>
                  </a:lnTo>
                  <a:lnTo>
                    <a:pt x="147971" y="106938"/>
                  </a:lnTo>
                  <a:lnTo>
                    <a:pt x="143528" y="104854"/>
                  </a:lnTo>
                  <a:lnTo>
                    <a:pt x="142098" y="102594"/>
                  </a:lnTo>
                  <a:lnTo>
                    <a:pt x="140279" y="100555"/>
                  </a:lnTo>
                  <a:lnTo>
                    <a:pt x="138689" y="98029"/>
                  </a:lnTo>
                  <a:lnTo>
                    <a:pt x="138446" y="96925"/>
                  </a:lnTo>
                  <a:lnTo>
                    <a:pt x="137966" y="96309"/>
                  </a:lnTo>
                  <a:lnTo>
                    <a:pt x="135744" y="94544"/>
                  </a:lnTo>
                  <a:lnTo>
                    <a:pt x="133249" y="91554"/>
                  </a:lnTo>
                  <a:lnTo>
                    <a:pt x="132602" y="89149"/>
                  </a:lnTo>
                  <a:lnTo>
                    <a:pt x="131933" y="85467"/>
                  </a:lnTo>
                  <a:lnTo>
                    <a:pt x="130266" y="84166"/>
                  </a:lnTo>
                  <a:lnTo>
                    <a:pt x="128630" y="83565"/>
                  </a:lnTo>
                  <a:lnTo>
                    <a:pt x="128311" y="81807"/>
                  </a:lnTo>
                  <a:lnTo>
                    <a:pt x="128410" y="80826"/>
                  </a:lnTo>
                  <a:lnTo>
                    <a:pt x="127854" y="78962"/>
                  </a:lnTo>
                  <a:lnTo>
                    <a:pt x="124476" y="74488"/>
                  </a:lnTo>
                  <a:lnTo>
                    <a:pt x="122764" y="70805"/>
                  </a:lnTo>
                  <a:lnTo>
                    <a:pt x="121821" y="69656"/>
                  </a:lnTo>
                  <a:lnTo>
                    <a:pt x="120938" y="67975"/>
                  </a:lnTo>
                  <a:lnTo>
                    <a:pt x="120489" y="64528"/>
                  </a:lnTo>
                  <a:lnTo>
                    <a:pt x="119089" y="60237"/>
                  </a:lnTo>
                  <a:lnTo>
                    <a:pt x="116381" y="55071"/>
                  </a:lnTo>
                  <a:lnTo>
                    <a:pt x="114121" y="51586"/>
                  </a:lnTo>
                  <a:lnTo>
                    <a:pt x="112995" y="48071"/>
                  </a:lnTo>
                  <a:lnTo>
                    <a:pt x="113497" y="44487"/>
                  </a:lnTo>
                  <a:lnTo>
                    <a:pt x="113117" y="42273"/>
                  </a:lnTo>
                  <a:lnTo>
                    <a:pt x="112827" y="41756"/>
                  </a:lnTo>
                  <a:lnTo>
                    <a:pt x="113056" y="41033"/>
                  </a:lnTo>
                  <a:lnTo>
                    <a:pt x="113809" y="41436"/>
                  </a:lnTo>
                  <a:lnTo>
                    <a:pt x="114440" y="40789"/>
                  </a:lnTo>
                  <a:lnTo>
                    <a:pt x="114364" y="38499"/>
                  </a:lnTo>
                  <a:lnTo>
                    <a:pt x="113573" y="37807"/>
                  </a:lnTo>
                  <a:lnTo>
                    <a:pt x="111382" y="37092"/>
                  </a:lnTo>
                  <a:lnTo>
                    <a:pt x="110415" y="36597"/>
                  </a:lnTo>
                  <a:lnTo>
                    <a:pt x="105090" y="35661"/>
                  </a:lnTo>
                  <a:lnTo>
                    <a:pt x="102038" y="34360"/>
                  </a:lnTo>
                  <a:lnTo>
                    <a:pt x="101841" y="31332"/>
                  </a:lnTo>
                  <a:lnTo>
                    <a:pt x="100410" y="29940"/>
                  </a:lnTo>
                  <a:lnTo>
                    <a:pt x="99140" y="29080"/>
                  </a:lnTo>
                  <a:lnTo>
                    <a:pt x="95122" y="27292"/>
                  </a:lnTo>
                  <a:lnTo>
                    <a:pt x="94491" y="28205"/>
                  </a:lnTo>
                  <a:lnTo>
                    <a:pt x="93951" y="29894"/>
                  </a:lnTo>
                  <a:lnTo>
                    <a:pt x="92277" y="30259"/>
                  </a:lnTo>
                  <a:lnTo>
                    <a:pt x="90816" y="30335"/>
                  </a:lnTo>
                  <a:lnTo>
                    <a:pt x="88366" y="29163"/>
                  </a:lnTo>
                  <a:lnTo>
                    <a:pt x="82287" y="24697"/>
                  </a:lnTo>
                  <a:lnTo>
                    <a:pt x="81001" y="23982"/>
                  </a:lnTo>
                  <a:lnTo>
                    <a:pt x="79106" y="23602"/>
                  </a:lnTo>
                  <a:lnTo>
                    <a:pt x="78155" y="22856"/>
                  </a:lnTo>
                  <a:lnTo>
                    <a:pt x="74047" y="20497"/>
                  </a:lnTo>
                  <a:lnTo>
                    <a:pt x="74868" y="21753"/>
                  </a:lnTo>
                  <a:lnTo>
                    <a:pt x="76055" y="23054"/>
                  </a:lnTo>
                  <a:lnTo>
                    <a:pt x="77113" y="26835"/>
                  </a:lnTo>
                  <a:lnTo>
                    <a:pt x="75873" y="29559"/>
                  </a:lnTo>
                  <a:lnTo>
                    <a:pt x="75150" y="39055"/>
                  </a:lnTo>
                  <a:lnTo>
                    <a:pt x="75941" y="40942"/>
                  </a:lnTo>
                  <a:lnTo>
                    <a:pt x="77722" y="43962"/>
                  </a:lnTo>
                  <a:lnTo>
                    <a:pt x="78954" y="48748"/>
                  </a:lnTo>
                  <a:lnTo>
                    <a:pt x="79335" y="52309"/>
                  </a:lnTo>
                  <a:lnTo>
                    <a:pt x="80445" y="55132"/>
                  </a:lnTo>
                  <a:lnTo>
                    <a:pt x="80095" y="61751"/>
                  </a:lnTo>
                  <a:lnTo>
                    <a:pt x="80521" y="63760"/>
                  </a:lnTo>
                  <a:lnTo>
                    <a:pt x="82218" y="67054"/>
                  </a:lnTo>
                  <a:lnTo>
                    <a:pt x="85360" y="70143"/>
                  </a:lnTo>
                  <a:lnTo>
                    <a:pt x="86015" y="71764"/>
                  </a:lnTo>
                  <a:lnTo>
                    <a:pt x="90139" y="74115"/>
                  </a:lnTo>
                  <a:lnTo>
                    <a:pt x="92650" y="77166"/>
                  </a:lnTo>
                  <a:lnTo>
                    <a:pt x="97625" y="81320"/>
                  </a:lnTo>
                  <a:lnTo>
                    <a:pt x="99193" y="83070"/>
                  </a:lnTo>
                  <a:lnTo>
                    <a:pt x="103682" y="89530"/>
                  </a:lnTo>
                  <a:lnTo>
                    <a:pt x="103826" y="91447"/>
                  </a:lnTo>
                  <a:lnTo>
                    <a:pt x="104656" y="93798"/>
                  </a:lnTo>
                  <a:lnTo>
                    <a:pt x="107174" y="93311"/>
                  </a:lnTo>
                  <a:lnTo>
                    <a:pt x="108300" y="95099"/>
                  </a:lnTo>
                  <a:lnTo>
                    <a:pt x="108171" y="95921"/>
                  </a:lnTo>
                  <a:lnTo>
                    <a:pt x="108475" y="96553"/>
                  </a:lnTo>
                  <a:lnTo>
                    <a:pt x="109792" y="96416"/>
                  </a:lnTo>
                  <a:lnTo>
                    <a:pt x="110925" y="96903"/>
                  </a:lnTo>
                  <a:lnTo>
                    <a:pt x="113314" y="103849"/>
                  </a:lnTo>
                  <a:lnTo>
                    <a:pt x="114593" y="104800"/>
                  </a:lnTo>
                  <a:lnTo>
                    <a:pt x="116236" y="105204"/>
                  </a:lnTo>
                  <a:lnTo>
                    <a:pt x="118070" y="105972"/>
                  </a:lnTo>
                  <a:lnTo>
                    <a:pt x="118191" y="107745"/>
                  </a:lnTo>
                  <a:lnTo>
                    <a:pt x="118123" y="109160"/>
                  </a:lnTo>
                  <a:lnTo>
                    <a:pt x="119675" y="111207"/>
                  </a:lnTo>
                  <a:lnTo>
                    <a:pt x="119409" y="113976"/>
                  </a:lnTo>
                  <a:lnTo>
                    <a:pt x="120664" y="116320"/>
                  </a:lnTo>
                  <a:lnTo>
                    <a:pt x="120474" y="118587"/>
                  </a:lnTo>
                  <a:lnTo>
                    <a:pt x="120991" y="120375"/>
                  </a:lnTo>
                  <a:lnTo>
                    <a:pt x="124864" y="124423"/>
                  </a:lnTo>
                  <a:lnTo>
                    <a:pt x="129635" y="127634"/>
                  </a:lnTo>
                  <a:lnTo>
                    <a:pt x="130631" y="131841"/>
                  </a:lnTo>
                  <a:lnTo>
                    <a:pt x="132579" y="135683"/>
                  </a:lnTo>
                  <a:lnTo>
                    <a:pt x="134573" y="136650"/>
                  </a:lnTo>
                  <a:lnTo>
                    <a:pt x="136581" y="138240"/>
                  </a:lnTo>
                  <a:lnTo>
                    <a:pt x="136330" y="139899"/>
                  </a:lnTo>
                  <a:lnTo>
                    <a:pt x="136475" y="140910"/>
                  </a:lnTo>
                  <a:lnTo>
                    <a:pt x="139168" y="143931"/>
                  </a:lnTo>
                  <a:lnTo>
                    <a:pt x="139602" y="147773"/>
                  </a:lnTo>
                  <a:lnTo>
                    <a:pt x="141923" y="150292"/>
                  </a:lnTo>
                  <a:lnTo>
                    <a:pt x="142577" y="150490"/>
                  </a:lnTo>
                  <a:lnTo>
                    <a:pt x="143087" y="150094"/>
                  </a:lnTo>
                  <a:lnTo>
                    <a:pt x="141398" y="147568"/>
                  </a:lnTo>
                  <a:lnTo>
                    <a:pt x="140583" y="145924"/>
                  </a:lnTo>
                  <a:lnTo>
                    <a:pt x="140477" y="143338"/>
                  </a:lnTo>
                  <a:lnTo>
                    <a:pt x="141048" y="142995"/>
                  </a:lnTo>
                  <a:lnTo>
                    <a:pt x="145864" y="147089"/>
                  </a:lnTo>
                  <a:lnTo>
                    <a:pt x="146374" y="150140"/>
                  </a:lnTo>
                  <a:lnTo>
                    <a:pt x="147987" y="151867"/>
                  </a:lnTo>
                  <a:lnTo>
                    <a:pt x="148108" y="154195"/>
                  </a:lnTo>
                  <a:lnTo>
                    <a:pt x="149090" y="155580"/>
                  </a:lnTo>
                  <a:lnTo>
                    <a:pt x="149387" y="157589"/>
                  </a:lnTo>
                  <a:lnTo>
                    <a:pt x="150939" y="160898"/>
                  </a:lnTo>
                  <a:lnTo>
                    <a:pt x="150977" y="165486"/>
                  </a:lnTo>
                  <a:lnTo>
                    <a:pt x="151798" y="168826"/>
                  </a:lnTo>
                  <a:lnTo>
                    <a:pt x="154834" y="173947"/>
                  </a:lnTo>
                  <a:lnTo>
                    <a:pt x="157292" y="175020"/>
                  </a:lnTo>
                  <a:lnTo>
                    <a:pt x="157733" y="177530"/>
                  </a:lnTo>
                  <a:lnTo>
                    <a:pt x="160290" y="184013"/>
                  </a:lnTo>
                  <a:lnTo>
                    <a:pt x="163242" y="187521"/>
                  </a:lnTo>
                  <a:lnTo>
                    <a:pt x="164710" y="190495"/>
                  </a:lnTo>
                  <a:lnTo>
                    <a:pt x="164908" y="192344"/>
                  </a:lnTo>
                  <a:lnTo>
                    <a:pt x="163805" y="195083"/>
                  </a:lnTo>
                  <a:lnTo>
                    <a:pt x="163683" y="196985"/>
                  </a:lnTo>
                  <a:lnTo>
                    <a:pt x="165289" y="202783"/>
                  </a:lnTo>
                  <a:lnTo>
                    <a:pt x="167685" y="205751"/>
                  </a:lnTo>
                  <a:lnTo>
                    <a:pt x="170371" y="206466"/>
                  </a:lnTo>
                  <a:lnTo>
                    <a:pt x="170835" y="206892"/>
                  </a:lnTo>
                  <a:lnTo>
                    <a:pt x="170622" y="207683"/>
                  </a:lnTo>
                  <a:lnTo>
                    <a:pt x="171520" y="208391"/>
                  </a:lnTo>
                  <a:lnTo>
                    <a:pt x="172532" y="207485"/>
                  </a:lnTo>
                  <a:lnTo>
                    <a:pt x="173026" y="206199"/>
                  </a:lnTo>
                  <a:lnTo>
                    <a:pt x="172517" y="204701"/>
                  </a:lnTo>
                  <a:lnTo>
                    <a:pt x="172425" y="203613"/>
                  </a:lnTo>
                  <a:lnTo>
                    <a:pt x="172882" y="202829"/>
                  </a:lnTo>
                  <a:lnTo>
                    <a:pt x="173757" y="202715"/>
                  </a:lnTo>
                  <a:lnTo>
                    <a:pt x="178885" y="206671"/>
                  </a:lnTo>
                  <a:lnTo>
                    <a:pt x="179745" y="208193"/>
                  </a:lnTo>
                  <a:lnTo>
                    <a:pt x="181647" y="209966"/>
                  </a:lnTo>
                  <a:lnTo>
                    <a:pt x="183397" y="212149"/>
                  </a:lnTo>
                  <a:lnTo>
                    <a:pt x="184150" y="213869"/>
                  </a:lnTo>
                  <a:lnTo>
                    <a:pt x="185550" y="215292"/>
                  </a:lnTo>
                  <a:lnTo>
                    <a:pt x="186273" y="218594"/>
                  </a:lnTo>
                  <a:lnTo>
                    <a:pt x="189841" y="220070"/>
                  </a:lnTo>
                  <a:lnTo>
                    <a:pt x="191736" y="222794"/>
                  </a:lnTo>
                  <a:lnTo>
                    <a:pt x="191865" y="224521"/>
                  </a:lnTo>
                  <a:lnTo>
                    <a:pt x="190945" y="228934"/>
                  </a:lnTo>
                  <a:lnTo>
                    <a:pt x="190146" y="230204"/>
                  </a:lnTo>
                  <a:lnTo>
                    <a:pt x="187270" y="232084"/>
                  </a:lnTo>
                  <a:lnTo>
                    <a:pt x="185177" y="234313"/>
                  </a:lnTo>
                  <a:lnTo>
                    <a:pt x="183153" y="235690"/>
                  </a:lnTo>
                  <a:lnTo>
                    <a:pt x="181008" y="236527"/>
                  </a:lnTo>
                  <a:lnTo>
                    <a:pt x="179243" y="236337"/>
                  </a:lnTo>
                  <a:lnTo>
                    <a:pt x="177538" y="233773"/>
                  </a:lnTo>
                  <a:lnTo>
                    <a:pt x="175514" y="226004"/>
                  </a:lnTo>
                  <a:lnTo>
                    <a:pt x="174160" y="224369"/>
                  </a:lnTo>
                  <a:lnTo>
                    <a:pt x="173209" y="221926"/>
                  </a:lnTo>
                  <a:lnTo>
                    <a:pt x="171626" y="219902"/>
                  </a:lnTo>
                  <a:lnTo>
                    <a:pt x="165920" y="216836"/>
                  </a:lnTo>
                  <a:lnTo>
                    <a:pt x="163044" y="213595"/>
                  </a:lnTo>
                  <a:lnTo>
                    <a:pt x="160252" y="211427"/>
                  </a:lnTo>
                  <a:lnTo>
                    <a:pt x="157246" y="208284"/>
                  </a:lnTo>
                  <a:lnTo>
                    <a:pt x="149059" y="203072"/>
                  </a:lnTo>
                  <a:lnTo>
                    <a:pt x="145666" y="200417"/>
                  </a:lnTo>
                  <a:lnTo>
                    <a:pt x="143429" y="197784"/>
                  </a:lnTo>
                  <a:lnTo>
                    <a:pt x="141991" y="197823"/>
                  </a:lnTo>
                  <a:lnTo>
                    <a:pt x="140880" y="198096"/>
                  </a:lnTo>
                  <a:lnTo>
                    <a:pt x="140454" y="197373"/>
                  </a:lnTo>
                  <a:lnTo>
                    <a:pt x="140393" y="196004"/>
                  </a:lnTo>
                  <a:lnTo>
                    <a:pt x="139899" y="195114"/>
                  </a:lnTo>
                  <a:lnTo>
                    <a:pt x="135113" y="191142"/>
                  </a:lnTo>
                  <a:lnTo>
                    <a:pt x="134124" y="188943"/>
                  </a:lnTo>
                  <a:lnTo>
                    <a:pt x="133918" y="186387"/>
                  </a:lnTo>
                  <a:lnTo>
                    <a:pt x="134999" y="179798"/>
                  </a:lnTo>
                  <a:lnTo>
                    <a:pt x="135478" y="175933"/>
                  </a:lnTo>
                  <a:lnTo>
                    <a:pt x="135174" y="173939"/>
                  </a:lnTo>
                  <a:lnTo>
                    <a:pt x="134672" y="173665"/>
                  </a:lnTo>
                  <a:lnTo>
                    <a:pt x="134215" y="172585"/>
                  </a:lnTo>
                  <a:lnTo>
                    <a:pt x="134109" y="169397"/>
                  </a:lnTo>
                  <a:lnTo>
                    <a:pt x="132952" y="165927"/>
                  </a:lnTo>
                  <a:lnTo>
                    <a:pt x="128608" y="158798"/>
                  </a:lnTo>
                  <a:lnTo>
                    <a:pt x="125435" y="157391"/>
                  </a:lnTo>
                  <a:lnTo>
                    <a:pt x="122612" y="156363"/>
                  </a:lnTo>
                  <a:lnTo>
                    <a:pt x="114874" y="150041"/>
                  </a:lnTo>
                  <a:lnTo>
                    <a:pt x="112774" y="146876"/>
                  </a:lnTo>
                  <a:lnTo>
                    <a:pt x="112264" y="145072"/>
                  </a:lnTo>
                  <a:lnTo>
                    <a:pt x="111998" y="141405"/>
                  </a:lnTo>
                  <a:lnTo>
                    <a:pt x="110933" y="143528"/>
                  </a:lnTo>
                  <a:lnTo>
                    <a:pt x="109510" y="145103"/>
                  </a:lnTo>
                  <a:lnTo>
                    <a:pt x="106231" y="144989"/>
                  </a:lnTo>
                  <a:lnTo>
                    <a:pt x="102548" y="146762"/>
                  </a:lnTo>
                  <a:lnTo>
                    <a:pt x="100357" y="145095"/>
                  </a:lnTo>
                  <a:lnTo>
                    <a:pt x="99170" y="143201"/>
                  </a:lnTo>
                  <a:lnTo>
                    <a:pt x="97367" y="140926"/>
                  </a:lnTo>
                  <a:lnTo>
                    <a:pt x="95343" y="140477"/>
                  </a:lnTo>
                  <a:lnTo>
                    <a:pt x="94049" y="140416"/>
                  </a:lnTo>
                  <a:lnTo>
                    <a:pt x="91622" y="137593"/>
                  </a:lnTo>
                  <a:lnTo>
                    <a:pt x="89659" y="136695"/>
                  </a:lnTo>
                  <a:lnTo>
                    <a:pt x="86852" y="136345"/>
                  </a:lnTo>
                  <a:lnTo>
                    <a:pt x="84463" y="134915"/>
                  </a:lnTo>
                  <a:lnTo>
                    <a:pt x="83725" y="133348"/>
                  </a:lnTo>
                  <a:lnTo>
                    <a:pt x="83329" y="131133"/>
                  </a:lnTo>
                  <a:lnTo>
                    <a:pt x="82439" y="129825"/>
                  </a:lnTo>
                  <a:lnTo>
                    <a:pt x="78688" y="127230"/>
                  </a:lnTo>
                  <a:lnTo>
                    <a:pt x="75637" y="124362"/>
                  </a:lnTo>
                  <a:lnTo>
                    <a:pt x="72761" y="122521"/>
                  </a:lnTo>
                  <a:lnTo>
                    <a:pt x="71916" y="121014"/>
                  </a:lnTo>
                  <a:lnTo>
                    <a:pt x="71848" y="119979"/>
                  </a:lnTo>
                  <a:lnTo>
                    <a:pt x="76398" y="120268"/>
                  </a:lnTo>
                  <a:lnTo>
                    <a:pt x="81807" y="121372"/>
                  </a:lnTo>
                  <a:lnTo>
                    <a:pt x="84402" y="121060"/>
                  </a:lnTo>
                  <a:lnTo>
                    <a:pt x="86015" y="119995"/>
                  </a:lnTo>
                  <a:lnTo>
                    <a:pt x="87559" y="119226"/>
                  </a:lnTo>
                  <a:lnTo>
                    <a:pt x="87803" y="120055"/>
                  </a:lnTo>
                  <a:lnTo>
                    <a:pt x="87521" y="121562"/>
                  </a:lnTo>
                  <a:lnTo>
                    <a:pt x="89005" y="122947"/>
                  </a:lnTo>
                  <a:lnTo>
                    <a:pt x="91044" y="124065"/>
                  </a:lnTo>
                  <a:lnTo>
                    <a:pt x="92490" y="123959"/>
                  </a:lnTo>
                  <a:lnTo>
                    <a:pt x="91082" y="122734"/>
                  </a:lnTo>
                  <a:lnTo>
                    <a:pt x="90222" y="120238"/>
                  </a:lnTo>
                  <a:lnTo>
                    <a:pt x="90610" y="119340"/>
                  </a:lnTo>
                  <a:lnTo>
                    <a:pt x="90588" y="118092"/>
                  </a:lnTo>
                  <a:lnTo>
                    <a:pt x="88571" y="118374"/>
                  </a:lnTo>
                  <a:lnTo>
                    <a:pt x="88290" y="117742"/>
                  </a:lnTo>
                  <a:lnTo>
                    <a:pt x="90017" y="115840"/>
                  </a:lnTo>
                  <a:lnTo>
                    <a:pt x="91995" y="110834"/>
                  </a:lnTo>
                  <a:lnTo>
                    <a:pt x="92939" y="105888"/>
                  </a:lnTo>
                  <a:lnTo>
                    <a:pt x="90869" y="101551"/>
                  </a:lnTo>
                  <a:lnTo>
                    <a:pt x="87377" y="98538"/>
                  </a:lnTo>
                  <a:lnTo>
                    <a:pt x="79799" y="89690"/>
                  </a:lnTo>
                  <a:lnTo>
                    <a:pt x="75271" y="85132"/>
                  </a:lnTo>
                  <a:lnTo>
                    <a:pt x="73963" y="83435"/>
                  </a:lnTo>
                  <a:lnTo>
                    <a:pt x="72761" y="82637"/>
                  </a:lnTo>
                  <a:lnTo>
                    <a:pt x="69071" y="81594"/>
                  </a:lnTo>
                  <a:lnTo>
                    <a:pt x="65974" y="79038"/>
                  </a:lnTo>
                  <a:lnTo>
                    <a:pt x="60549" y="75416"/>
                  </a:lnTo>
                  <a:lnTo>
                    <a:pt x="58228" y="73544"/>
                  </a:lnTo>
                  <a:lnTo>
                    <a:pt x="56631" y="69154"/>
                  </a:lnTo>
                  <a:lnTo>
                    <a:pt x="55360" y="68553"/>
                  </a:lnTo>
                  <a:lnTo>
                    <a:pt x="55763" y="65510"/>
                  </a:lnTo>
                  <a:lnTo>
                    <a:pt x="55208" y="60115"/>
                  </a:lnTo>
                  <a:lnTo>
                    <a:pt x="54295" y="58730"/>
                  </a:lnTo>
                  <a:lnTo>
                    <a:pt x="51358" y="57384"/>
                  </a:lnTo>
                  <a:lnTo>
                    <a:pt x="50658" y="53709"/>
                  </a:lnTo>
                  <a:lnTo>
                    <a:pt x="50513" y="50209"/>
                  </a:lnTo>
                  <a:lnTo>
                    <a:pt x="49943" y="47766"/>
                  </a:lnTo>
                  <a:lnTo>
                    <a:pt x="44944" y="43650"/>
                  </a:lnTo>
                  <a:lnTo>
                    <a:pt x="44662" y="41657"/>
                  </a:lnTo>
                  <a:lnTo>
                    <a:pt x="44662" y="39762"/>
                  </a:lnTo>
                  <a:lnTo>
                    <a:pt x="44152" y="37883"/>
                  </a:lnTo>
                  <a:lnTo>
                    <a:pt x="41482" y="33949"/>
                  </a:lnTo>
                  <a:lnTo>
                    <a:pt x="38256" y="30510"/>
                  </a:lnTo>
                  <a:lnTo>
                    <a:pt x="37130" y="28867"/>
                  </a:lnTo>
                  <a:lnTo>
                    <a:pt x="36993" y="25534"/>
                  </a:lnTo>
                  <a:lnTo>
                    <a:pt x="35852" y="24636"/>
                  </a:lnTo>
                  <a:lnTo>
                    <a:pt x="36285" y="24408"/>
                  </a:lnTo>
                  <a:lnTo>
                    <a:pt x="37343" y="24492"/>
                  </a:lnTo>
                  <a:lnTo>
                    <a:pt x="37944" y="24051"/>
                  </a:lnTo>
                  <a:lnTo>
                    <a:pt x="38012" y="21722"/>
                  </a:lnTo>
                  <a:lnTo>
                    <a:pt x="33158" y="18063"/>
                  </a:lnTo>
                  <a:lnTo>
                    <a:pt x="31758" y="13018"/>
                  </a:lnTo>
                  <a:lnTo>
                    <a:pt x="29171" y="10340"/>
                  </a:lnTo>
                  <a:lnTo>
                    <a:pt x="28563" y="9374"/>
                  </a:lnTo>
                  <a:lnTo>
                    <a:pt x="27170" y="4596"/>
                  </a:lnTo>
                  <a:lnTo>
                    <a:pt x="33280" y="4055"/>
                  </a:lnTo>
                  <a:lnTo>
                    <a:pt x="39390" y="3515"/>
                  </a:lnTo>
                  <a:lnTo>
                    <a:pt x="45499" y="2975"/>
                  </a:lnTo>
                  <a:lnTo>
                    <a:pt x="51609" y="2435"/>
                  </a:lnTo>
                  <a:lnTo>
                    <a:pt x="57719" y="1894"/>
                  </a:lnTo>
                  <a:lnTo>
                    <a:pt x="63828" y="1354"/>
                  </a:lnTo>
                  <a:lnTo>
                    <a:pt x="69938" y="814"/>
                  </a:lnTo>
                  <a:lnTo>
                    <a:pt x="76048" y="274"/>
                  </a:lnTo>
                  <a:lnTo>
                    <a:pt x="78490" y="0"/>
                  </a:lnTo>
                  <a:lnTo>
                    <a:pt x="77136" y="3804"/>
                  </a:lnTo>
                  <a:lnTo>
                    <a:pt x="76116" y="5227"/>
                  </a:lnTo>
                  <a:lnTo>
                    <a:pt x="86243" y="8955"/>
                  </a:lnTo>
                  <a:lnTo>
                    <a:pt x="96370" y="12676"/>
                  </a:lnTo>
                  <a:lnTo>
                    <a:pt x="106497" y="16389"/>
                  </a:lnTo>
                  <a:lnTo>
                    <a:pt x="116624" y="20094"/>
                  </a:lnTo>
                  <a:lnTo>
                    <a:pt x="126751" y="23800"/>
                  </a:lnTo>
                  <a:lnTo>
                    <a:pt x="136878" y="27497"/>
                  </a:lnTo>
                  <a:lnTo>
                    <a:pt x="147005" y="31187"/>
                  </a:lnTo>
                  <a:lnTo>
                    <a:pt x="157132" y="34870"/>
                  </a:lnTo>
                  <a:lnTo>
                    <a:pt x="164680" y="34855"/>
                  </a:lnTo>
                  <a:lnTo>
                    <a:pt x="172228" y="34839"/>
                  </a:lnTo>
                  <a:lnTo>
                    <a:pt x="179775" y="34824"/>
                  </a:lnTo>
                  <a:lnTo>
                    <a:pt x="187323" y="34809"/>
                  </a:lnTo>
                  <a:lnTo>
                    <a:pt x="194871" y="34794"/>
                  </a:lnTo>
                  <a:lnTo>
                    <a:pt x="202418" y="34779"/>
                  </a:lnTo>
                  <a:lnTo>
                    <a:pt x="209966" y="34764"/>
                  </a:lnTo>
                  <a:lnTo>
                    <a:pt x="217514" y="34748"/>
                  </a:lnTo>
                  <a:lnTo>
                    <a:pt x="217529" y="31948"/>
                  </a:lnTo>
                  <a:lnTo>
                    <a:pt x="217537" y="29148"/>
                  </a:lnTo>
                  <a:lnTo>
                    <a:pt x="217552" y="26341"/>
                  </a:lnTo>
                  <a:lnTo>
                    <a:pt x="217567" y="23533"/>
                  </a:lnTo>
                  <a:lnTo>
                    <a:pt x="222261" y="23564"/>
                  </a:lnTo>
                  <a:lnTo>
                    <a:pt x="226956" y="23594"/>
                  </a:lnTo>
                  <a:lnTo>
                    <a:pt x="231650" y="23617"/>
                  </a:lnTo>
                  <a:lnTo>
                    <a:pt x="236345" y="23647"/>
                  </a:lnTo>
                  <a:lnTo>
                    <a:pt x="241039" y="23670"/>
                  </a:lnTo>
                  <a:lnTo>
                    <a:pt x="245734" y="23701"/>
                  </a:lnTo>
                  <a:lnTo>
                    <a:pt x="250428" y="23731"/>
                  </a:lnTo>
                  <a:lnTo>
                    <a:pt x="255123" y="23761"/>
                  </a:lnTo>
                  <a:lnTo>
                    <a:pt x="255290" y="23807"/>
                  </a:lnTo>
                  <a:lnTo>
                    <a:pt x="255488" y="23906"/>
                  </a:lnTo>
                  <a:lnTo>
                    <a:pt x="257390" y="26044"/>
                  </a:lnTo>
                  <a:lnTo>
                    <a:pt x="259338" y="29392"/>
                  </a:lnTo>
                  <a:lnTo>
                    <a:pt x="261636" y="31728"/>
                  </a:lnTo>
                  <a:lnTo>
                    <a:pt x="264284" y="33052"/>
                  </a:lnTo>
                  <a:lnTo>
                    <a:pt x="268796" y="36947"/>
                  </a:lnTo>
                  <a:lnTo>
                    <a:pt x="275171" y="43407"/>
                  </a:lnTo>
                  <a:lnTo>
                    <a:pt x="280254" y="47698"/>
                  </a:lnTo>
                  <a:lnTo>
                    <a:pt x="284051" y="49844"/>
                  </a:lnTo>
                  <a:lnTo>
                    <a:pt x="286592" y="51685"/>
                  </a:lnTo>
                  <a:lnTo>
                    <a:pt x="287893" y="53229"/>
                  </a:lnTo>
                  <a:lnTo>
                    <a:pt x="289643" y="56577"/>
                  </a:lnTo>
                  <a:lnTo>
                    <a:pt x="292945" y="64285"/>
                  </a:lnTo>
                  <a:lnTo>
                    <a:pt x="292945" y="67815"/>
                  </a:lnTo>
                  <a:lnTo>
                    <a:pt x="294208" y="71155"/>
                  </a:lnTo>
                  <a:lnTo>
                    <a:pt x="296734" y="75477"/>
                  </a:lnTo>
                  <a:lnTo>
                    <a:pt x="298941" y="78018"/>
                  </a:lnTo>
                  <a:lnTo>
                    <a:pt x="300828" y="78786"/>
                  </a:lnTo>
                  <a:lnTo>
                    <a:pt x="302889" y="80316"/>
                  </a:lnTo>
                  <a:lnTo>
                    <a:pt x="305126" y="82606"/>
                  </a:lnTo>
                  <a:lnTo>
                    <a:pt x="307706" y="84143"/>
                  </a:lnTo>
                  <a:lnTo>
                    <a:pt x="310627" y="84927"/>
                  </a:lnTo>
                  <a:lnTo>
                    <a:pt x="314660" y="86981"/>
                  </a:lnTo>
                  <a:lnTo>
                    <a:pt x="319803" y="90298"/>
                  </a:lnTo>
                  <a:lnTo>
                    <a:pt x="323334" y="91987"/>
                  </a:lnTo>
                  <a:lnTo>
                    <a:pt x="325243" y="92063"/>
                  </a:lnTo>
                  <a:lnTo>
                    <a:pt x="326917" y="90998"/>
                  </a:lnTo>
                  <a:lnTo>
                    <a:pt x="328348" y="88799"/>
                  </a:lnTo>
                  <a:lnTo>
                    <a:pt x="329755" y="87384"/>
                  </a:lnTo>
                  <a:lnTo>
                    <a:pt x="331140" y="86753"/>
                  </a:lnTo>
                  <a:lnTo>
                    <a:pt x="331703" y="85741"/>
                  </a:lnTo>
                  <a:lnTo>
                    <a:pt x="331444" y="84341"/>
                  </a:lnTo>
                  <a:lnTo>
                    <a:pt x="332380" y="81206"/>
                  </a:lnTo>
                  <a:lnTo>
                    <a:pt x="334511" y="76321"/>
                  </a:lnTo>
                  <a:lnTo>
                    <a:pt x="337052" y="73674"/>
                  </a:lnTo>
                  <a:lnTo>
                    <a:pt x="340012" y="73263"/>
                  </a:lnTo>
                  <a:lnTo>
                    <a:pt x="341944" y="72342"/>
                  </a:lnTo>
                  <a:lnTo>
                    <a:pt x="342857" y="70912"/>
                  </a:lnTo>
                  <a:lnTo>
                    <a:pt x="344440" y="70760"/>
                  </a:lnTo>
                  <a:lnTo>
                    <a:pt x="346700" y="71878"/>
                  </a:lnTo>
                  <a:lnTo>
                    <a:pt x="350375" y="72601"/>
                  </a:lnTo>
                  <a:lnTo>
                    <a:pt x="355465" y="72920"/>
                  </a:lnTo>
                  <a:lnTo>
                    <a:pt x="358470" y="72814"/>
                  </a:lnTo>
                  <a:lnTo>
                    <a:pt x="359391" y="72266"/>
                  </a:lnTo>
                  <a:lnTo>
                    <a:pt x="359870" y="72296"/>
                  </a:lnTo>
                  <a:lnTo>
                    <a:pt x="359908" y="72898"/>
                  </a:lnTo>
                  <a:lnTo>
                    <a:pt x="360661" y="73156"/>
                  </a:lnTo>
                  <a:lnTo>
                    <a:pt x="362130" y="73065"/>
                  </a:lnTo>
                  <a:lnTo>
                    <a:pt x="363408" y="73902"/>
                  </a:lnTo>
                  <a:lnTo>
                    <a:pt x="365051" y="76557"/>
                  </a:lnTo>
                  <a:lnTo>
                    <a:pt x="370697" y="80803"/>
                  </a:lnTo>
                  <a:lnTo>
                    <a:pt x="370705" y="80803"/>
                  </a:lnTo>
                  <a:lnTo>
                    <a:pt x="371184" y="82256"/>
                  </a:lnTo>
                  <a:lnTo>
                    <a:pt x="373147" y="84348"/>
                  </a:lnTo>
                  <a:lnTo>
                    <a:pt x="376769" y="87567"/>
                  </a:lnTo>
                  <a:lnTo>
                    <a:pt x="378815" y="90336"/>
                  </a:lnTo>
                  <a:lnTo>
                    <a:pt x="379295" y="92665"/>
                  </a:lnTo>
                  <a:lnTo>
                    <a:pt x="381144" y="96339"/>
                  </a:lnTo>
                  <a:lnTo>
                    <a:pt x="384362" y="101353"/>
                  </a:lnTo>
                  <a:lnTo>
                    <a:pt x="385792" y="104055"/>
                  </a:lnTo>
                  <a:lnTo>
                    <a:pt x="385442" y="104443"/>
                  </a:lnTo>
                  <a:lnTo>
                    <a:pt x="385694" y="105850"/>
                  </a:lnTo>
                  <a:lnTo>
                    <a:pt x="386553" y="108277"/>
                  </a:lnTo>
                  <a:lnTo>
                    <a:pt x="388143" y="110332"/>
                  </a:lnTo>
                  <a:lnTo>
                    <a:pt x="390479" y="112013"/>
                  </a:lnTo>
                  <a:lnTo>
                    <a:pt x="392838" y="115026"/>
                  </a:lnTo>
                  <a:lnTo>
                    <a:pt x="395219" y="119371"/>
                  </a:lnTo>
                  <a:lnTo>
                    <a:pt x="398111" y="122673"/>
                  </a:lnTo>
                  <a:lnTo>
                    <a:pt x="401504" y="124925"/>
                  </a:lnTo>
                  <a:lnTo>
                    <a:pt x="403422" y="127025"/>
                  </a:lnTo>
                  <a:lnTo>
                    <a:pt x="403870" y="128965"/>
                  </a:lnTo>
                  <a:lnTo>
                    <a:pt x="403840" y="130624"/>
                  </a:lnTo>
                  <a:lnTo>
                    <a:pt x="403323" y="132001"/>
                  </a:lnTo>
                  <a:lnTo>
                    <a:pt x="403543" y="133310"/>
                  </a:lnTo>
                  <a:lnTo>
                    <a:pt x="404494" y="134550"/>
                  </a:lnTo>
                  <a:lnTo>
                    <a:pt x="404814" y="136071"/>
                  </a:lnTo>
                  <a:lnTo>
                    <a:pt x="404441" y="138179"/>
                  </a:lnTo>
                  <a:lnTo>
                    <a:pt x="404464" y="138772"/>
                  </a:lnTo>
                  <a:lnTo>
                    <a:pt x="404464" y="138772"/>
                  </a:lnTo>
                  <a:lnTo>
                    <a:pt x="404738" y="139252"/>
                  </a:lnTo>
                  <a:lnTo>
                    <a:pt x="407751" y="142873"/>
                  </a:lnTo>
                  <a:lnTo>
                    <a:pt x="409303" y="145795"/>
                  </a:lnTo>
                  <a:lnTo>
                    <a:pt x="410536" y="150452"/>
                  </a:lnTo>
                  <a:lnTo>
                    <a:pt x="410543" y="150490"/>
                  </a:lnTo>
                  <a:lnTo>
                    <a:pt x="411913" y="153274"/>
                  </a:lnTo>
                  <a:lnTo>
                    <a:pt x="413891" y="154408"/>
                  </a:lnTo>
                  <a:lnTo>
                    <a:pt x="416927" y="154834"/>
                  </a:lnTo>
                  <a:lnTo>
                    <a:pt x="419232" y="155800"/>
                  </a:lnTo>
                  <a:lnTo>
                    <a:pt x="420807" y="157315"/>
                  </a:lnTo>
                  <a:lnTo>
                    <a:pt x="422801" y="158228"/>
                  </a:lnTo>
                  <a:lnTo>
                    <a:pt x="425197" y="158540"/>
                  </a:lnTo>
                  <a:lnTo>
                    <a:pt x="427495" y="159544"/>
                  </a:lnTo>
                  <a:lnTo>
                    <a:pt x="429701" y="161225"/>
                  </a:lnTo>
                  <a:lnTo>
                    <a:pt x="433810" y="162329"/>
                  </a:lnTo>
                  <a:lnTo>
                    <a:pt x="439821" y="162861"/>
                  </a:lnTo>
                  <a:lnTo>
                    <a:pt x="444394" y="164231"/>
                  </a:lnTo>
                  <a:lnTo>
                    <a:pt x="447536" y="166437"/>
                  </a:lnTo>
                  <a:lnTo>
                    <a:pt x="448913" y="166886"/>
                  </a:lnTo>
                  <a:lnTo>
                    <a:pt x="449286" y="166916"/>
                  </a:lnTo>
                  <a:lnTo>
                    <a:pt x="449461" y="166582"/>
                  </a:lnTo>
                  <a:lnTo>
                    <a:pt x="449697" y="165958"/>
                  </a:lnTo>
                  <a:lnTo>
                    <a:pt x="450914" y="165243"/>
                  </a:lnTo>
                  <a:lnTo>
                    <a:pt x="453866" y="164771"/>
                  </a:lnTo>
                  <a:close/>
                  <a:moveTo>
                    <a:pt x="79159" y="25382"/>
                  </a:moveTo>
                  <a:lnTo>
                    <a:pt x="78452" y="25488"/>
                  </a:lnTo>
                  <a:lnTo>
                    <a:pt x="77128" y="24340"/>
                  </a:lnTo>
                  <a:lnTo>
                    <a:pt x="77227" y="23282"/>
                  </a:lnTo>
                  <a:lnTo>
                    <a:pt x="77516" y="23176"/>
                  </a:lnTo>
                  <a:lnTo>
                    <a:pt x="78840" y="24104"/>
                  </a:lnTo>
                  <a:lnTo>
                    <a:pt x="79289" y="24918"/>
                  </a:lnTo>
                  <a:lnTo>
                    <a:pt x="79159" y="25382"/>
                  </a:lnTo>
                  <a:close/>
                  <a:moveTo>
                    <a:pt x="112013" y="90740"/>
                  </a:moveTo>
                  <a:lnTo>
                    <a:pt x="111861" y="91166"/>
                  </a:lnTo>
                  <a:lnTo>
                    <a:pt x="109677" y="89659"/>
                  </a:lnTo>
                  <a:lnTo>
                    <a:pt x="104732" y="84531"/>
                  </a:lnTo>
                  <a:lnTo>
                    <a:pt x="102936" y="81959"/>
                  </a:lnTo>
                  <a:lnTo>
                    <a:pt x="102640" y="80749"/>
                  </a:lnTo>
                  <a:lnTo>
                    <a:pt x="102792" y="78056"/>
                  </a:lnTo>
                  <a:lnTo>
                    <a:pt x="104488" y="78376"/>
                  </a:lnTo>
                  <a:lnTo>
                    <a:pt x="106451" y="80179"/>
                  </a:lnTo>
                  <a:lnTo>
                    <a:pt x="107304" y="81853"/>
                  </a:lnTo>
                  <a:lnTo>
                    <a:pt x="107342" y="83763"/>
                  </a:lnTo>
                  <a:lnTo>
                    <a:pt x="111009" y="84668"/>
                  </a:lnTo>
                  <a:lnTo>
                    <a:pt x="111526" y="88799"/>
                  </a:lnTo>
                  <a:lnTo>
                    <a:pt x="112013" y="90740"/>
                  </a:lnTo>
                  <a:close/>
                  <a:moveTo>
                    <a:pt x="132351" y="91881"/>
                  </a:moveTo>
                  <a:lnTo>
                    <a:pt x="130746" y="97603"/>
                  </a:lnTo>
                  <a:lnTo>
                    <a:pt x="129102" y="97511"/>
                  </a:lnTo>
                  <a:lnTo>
                    <a:pt x="125709" y="95708"/>
                  </a:lnTo>
                  <a:lnTo>
                    <a:pt x="125351" y="94582"/>
                  </a:lnTo>
                  <a:lnTo>
                    <a:pt x="126652" y="87932"/>
                  </a:lnTo>
                  <a:lnTo>
                    <a:pt x="127641" y="87057"/>
                  </a:lnTo>
                  <a:lnTo>
                    <a:pt x="130601" y="86159"/>
                  </a:lnTo>
                  <a:lnTo>
                    <a:pt x="131065" y="86981"/>
                  </a:lnTo>
                  <a:lnTo>
                    <a:pt x="131377" y="88944"/>
                  </a:lnTo>
                  <a:lnTo>
                    <a:pt x="132351" y="91881"/>
                  </a:lnTo>
                  <a:close/>
                  <a:moveTo>
                    <a:pt x="3386" y="93418"/>
                  </a:moveTo>
                  <a:lnTo>
                    <a:pt x="2473" y="94346"/>
                  </a:lnTo>
                  <a:lnTo>
                    <a:pt x="23" y="89279"/>
                  </a:lnTo>
                  <a:lnTo>
                    <a:pt x="0" y="88054"/>
                  </a:lnTo>
                  <a:lnTo>
                    <a:pt x="715" y="87445"/>
                  </a:lnTo>
                  <a:lnTo>
                    <a:pt x="1902" y="87559"/>
                  </a:lnTo>
                  <a:lnTo>
                    <a:pt x="1902" y="88830"/>
                  </a:lnTo>
                  <a:lnTo>
                    <a:pt x="2899" y="89903"/>
                  </a:lnTo>
                  <a:lnTo>
                    <a:pt x="3287" y="90953"/>
                  </a:lnTo>
                  <a:lnTo>
                    <a:pt x="3386" y="93418"/>
                  </a:lnTo>
                  <a:close/>
                  <a:moveTo>
                    <a:pt x="68987" y="114509"/>
                  </a:moveTo>
                  <a:lnTo>
                    <a:pt x="68698" y="115285"/>
                  </a:lnTo>
                  <a:lnTo>
                    <a:pt x="65091" y="113679"/>
                  </a:lnTo>
                  <a:lnTo>
                    <a:pt x="67070" y="110872"/>
                  </a:lnTo>
                  <a:lnTo>
                    <a:pt x="66780" y="107920"/>
                  </a:lnTo>
                  <a:lnTo>
                    <a:pt x="67640" y="107303"/>
                  </a:lnTo>
                  <a:lnTo>
                    <a:pt x="68424" y="108277"/>
                  </a:lnTo>
                  <a:lnTo>
                    <a:pt x="69459" y="112036"/>
                  </a:lnTo>
                  <a:lnTo>
                    <a:pt x="68987" y="114509"/>
                  </a:lnTo>
                  <a:close/>
                  <a:moveTo>
                    <a:pt x="155899" y="163371"/>
                  </a:moveTo>
                  <a:lnTo>
                    <a:pt x="156166" y="164223"/>
                  </a:lnTo>
                  <a:lnTo>
                    <a:pt x="156021" y="164467"/>
                  </a:lnTo>
                  <a:lnTo>
                    <a:pt x="155146" y="163873"/>
                  </a:lnTo>
                  <a:lnTo>
                    <a:pt x="153670" y="167403"/>
                  </a:lnTo>
                  <a:lnTo>
                    <a:pt x="153237" y="167723"/>
                  </a:lnTo>
                  <a:lnTo>
                    <a:pt x="154127" y="162892"/>
                  </a:lnTo>
                  <a:lnTo>
                    <a:pt x="155063" y="162199"/>
                  </a:lnTo>
                  <a:lnTo>
                    <a:pt x="156097" y="162062"/>
                  </a:lnTo>
                  <a:lnTo>
                    <a:pt x="155899" y="163371"/>
                  </a:lnTo>
                  <a:close/>
                  <a:moveTo>
                    <a:pt x="135463" y="198013"/>
                  </a:moveTo>
                  <a:lnTo>
                    <a:pt x="135029" y="198271"/>
                  </a:lnTo>
                  <a:lnTo>
                    <a:pt x="133203" y="195570"/>
                  </a:lnTo>
                  <a:lnTo>
                    <a:pt x="132929" y="193714"/>
                  </a:lnTo>
                  <a:lnTo>
                    <a:pt x="132184" y="192930"/>
                  </a:lnTo>
                  <a:lnTo>
                    <a:pt x="130342" y="192306"/>
                  </a:lnTo>
                  <a:lnTo>
                    <a:pt x="131933" y="188525"/>
                  </a:lnTo>
                  <a:lnTo>
                    <a:pt x="133279" y="180680"/>
                  </a:lnTo>
                  <a:lnTo>
                    <a:pt x="133873" y="182119"/>
                  </a:lnTo>
                  <a:lnTo>
                    <a:pt x="132450" y="190062"/>
                  </a:lnTo>
                  <a:lnTo>
                    <a:pt x="132518" y="191097"/>
                  </a:lnTo>
                  <a:lnTo>
                    <a:pt x="133180" y="192063"/>
                  </a:lnTo>
                  <a:lnTo>
                    <a:pt x="133896" y="193699"/>
                  </a:lnTo>
                  <a:lnTo>
                    <a:pt x="133979" y="195464"/>
                  </a:lnTo>
                  <a:lnTo>
                    <a:pt x="135235" y="197107"/>
                  </a:lnTo>
                  <a:lnTo>
                    <a:pt x="135463" y="198013"/>
                  </a:lnTo>
                  <a:close/>
                  <a:moveTo>
                    <a:pt x="167282" y="187307"/>
                  </a:moveTo>
                  <a:lnTo>
                    <a:pt x="167891" y="189925"/>
                  </a:lnTo>
                  <a:lnTo>
                    <a:pt x="166795" y="189537"/>
                  </a:lnTo>
                  <a:lnTo>
                    <a:pt x="165365" y="188114"/>
                  </a:lnTo>
                  <a:lnTo>
                    <a:pt x="164383" y="186295"/>
                  </a:lnTo>
                  <a:lnTo>
                    <a:pt x="164474" y="185481"/>
                  </a:lnTo>
                  <a:lnTo>
                    <a:pt x="164665" y="185329"/>
                  </a:lnTo>
                  <a:lnTo>
                    <a:pt x="166696" y="186402"/>
                  </a:lnTo>
                  <a:lnTo>
                    <a:pt x="167282" y="187307"/>
                  </a:lnTo>
                  <a:close/>
                  <a:moveTo>
                    <a:pt x="143117" y="201566"/>
                  </a:moveTo>
                  <a:lnTo>
                    <a:pt x="142828" y="202669"/>
                  </a:lnTo>
                  <a:lnTo>
                    <a:pt x="136399" y="198309"/>
                  </a:lnTo>
                  <a:lnTo>
                    <a:pt x="137943" y="197898"/>
                  </a:lnTo>
                  <a:lnTo>
                    <a:pt x="139739" y="198203"/>
                  </a:lnTo>
                  <a:lnTo>
                    <a:pt x="143117" y="201566"/>
                  </a:lnTo>
                  <a:close/>
                  <a:moveTo>
                    <a:pt x="183557" y="207211"/>
                  </a:moveTo>
                  <a:lnTo>
                    <a:pt x="183093" y="207287"/>
                  </a:lnTo>
                  <a:lnTo>
                    <a:pt x="181997" y="206055"/>
                  </a:lnTo>
                  <a:lnTo>
                    <a:pt x="181518" y="203019"/>
                  </a:lnTo>
                  <a:lnTo>
                    <a:pt x="181738" y="202700"/>
                  </a:lnTo>
                  <a:lnTo>
                    <a:pt x="183800" y="206458"/>
                  </a:lnTo>
                  <a:lnTo>
                    <a:pt x="183762" y="206922"/>
                  </a:lnTo>
                  <a:lnTo>
                    <a:pt x="183557" y="207211"/>
                  </a:lnTo>
                  <a:close/>
                  <a:moveTo>
                    <a:pt x="254081" y="265759"/>
                  </a:moveTo>
                  <a:lnTo>
                    <a:pt x="253457" y="267639"/>
                  </a:lnTo>
                  <a:lnTo>
                    <a:pt x="251844" y="266885"/>
                  </a:lnTo>
                  <a:lnTo>
                    <a:pt x="251265" y="265706"/>
                  </a:lnTo>
                  <a:lnTo>
                    <a:pt x="251151" y="263774"/>
                  </a:lnTo>
                  <a:lnTo>
                    <a:pt x="252049" y="263446"/>
                  </a:lnTo>
                  <a:lnTo>
                    <a:pt x="253350" y="264268"/>
                  </a:lnTo>
                  <a:lnTo>
                    <a:pt x="253616" y="264816"/>
                  </a:lnTo>
                  <a:lnTo>
                    <a:pt x="254081" y="265759"/>
                  </a:lnTo>
                  <a:close/>
                  <a:moveTo>
                    <a:pt x="676630" y="274235"/>
                  </a:moveTo>
                  <a:lnTo>
                    <a:pt x="677010" y="275338"/>
                  </a:lnTo>
                  <a:lnTo>
                    <a:pt x="676638" y="275209"/>
                  </a:lnTo>
                  <a:lnTo>
                    <a:pt x="676151" y="274380"/>
                  </a:lnTo>
                  <a:lnTo>
                    <a:pt x="675801" y="273345"/>
                  </a:lnTo>
                  <a:lnTo>
                    <a:pt x="676097" y="273322"/>
                  </a:lnTo>
                  <a:lnTo>
                    <a:pt x="676356" y="273680"/>
                  </a:lnTo>
                  <a:lnTo>
                    <a:pt x="676630" y="274235"/>
                  </a:lnTo>
                  <a:close/>
                  <a:moveTo>
                    <a:pt x="671814" y="295486"/>
                  </a:moveTo>
                  <a:lnTo>
                    <a:pt x="670703" y="296193"/>
                  </a:lnTo>
                  <a:lnTo>
                    <a:pt x="670102" y="293698"/>
                  </a:lnTo>
                  <a:lnTo>
                    <a:pt x="670984" y="291263"/>
                  </a:lnTo>
                  <a:lnTo>
                    <a:pt x="672057" y="289863"/>
                  </a:lnTo>
                  <a:lnTo>
                    <a:pt x="674172" y="289703"/>
                  </a:lnTo>
                  <a:lnTo>
                    <a:pt x="675572" y="289239"/>
                  </a:lnTo>
                  <a:lnTo>
                    <a:pt x="675747" y="289855"/>
                  </a:lnTo>
                  <a:lnTo>
                    <a:pt x="674598" y="291743"/>
                  </a:lnTo>
                  <a:lnTo>
                    <a:pt x="671814" y="295486"/>
                  </a:lnTo>
                  <a:close/>
                  <a:moveTo>
                    <a:pt x="159864" y="330660"/>
                  </a:moveTo>
                  <a:lnTo>
                    <a:pt x="158578" y="331132"/>
                  </a:lnTo>
                  <a:lnTo>
                    <a:pt x="156683" y="329755"/>
                  </a:lnTo>
                  <a:lnTo>
                    <a:pt x="157185" y="328667"/>
                  </a:lnTo>
                  <a:lnTo>
                    <a:pt x="158266" y="327929"/>
                  </a:lnTo>
                  <a:lnTo>
                    <a:pt x="159278" y="329306"/>
                  </a:lnTo>
                  <a:lnTo>
                    <a:pt x="159864" y="330660"/>
                  </a:lnTo>
                  <a:close/>
                  <a:moveTo>
                    <a:pt x="570513" y="332098"/>
                  </a:moveTo>
                  <a:lnTo>
                    <a:pt x="568109" y="332616"/>
                  </a:lnTo>
                  <a:lnTo>
                    <a:pt x="567683" y="332129"/>
                  </a:lnTo>
                  <a:lnTo>
                    <a:pt x="572530" y="329839"/>
                  </a:lnTo>
                  <a:lnTo>
                    <a:pt x="573359" y="329937"/>
                  </a:lnTo>
                  <a:lnTo>
                    <a:pt x="573648" y="330249"/>
                  </a:lnTo>
                  <a:lnTo>
                    <a:pt x="571137" y="331338"/>
                  </a:lnTo>
                  <a:lnTo>
                    <a:pt x="570513" y="33209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79" name="Freeform: Shape 2278">
              <a:extLst>
                <a:ext uri="{FF2B5EF4-FFF2-40B4-BE49-F238E27FC236}">
                  <a16:creationId xmlns:a16="http://schemas.microsoft.com/office/drawing/2014/main" id="{2F825746-5E9F-FC45-FD6F-D4E0B9364439}"/>
                </a:ext>
              </a:extLst>
            </p:cNvPr>
            <p:cNvSpPr/>
            <p:nvPr/>
          </p:nvSpPr>
          <p:spPr>
            <a:xfrm>
              <a:off x="11701651" y="4847882"/>
              <a:ext cx="418927" cy="138102"/>
            </a:xfrm>
            <a:custGeom>
              <a:avLst/>
              <a:gdLst>
                <a:gd name="csX0" fmla="*/ 373581 w 418927"/>
                <a:gd name="csY0" fmla="*/ 3926 h 138102"/>
                <a:gd name="csX1" fmla="*/ 372280 w 418927"/>
                <a:gd name="csY1" fmla="*/ 5052 h 138102"/>
                <a:gd name="csX2" fmla="*/ 371838 w 418927"/>
                <a:gd name="csY2" fmla="*/ 3690 h 138102"/>
                <a:gd name="csX3" fmla="*/ 371930 w 418927"/>
                <a:gd name="csY3" fmla="*/ 1940 h 138102"/>
                <a:gd name="csX4" fmla="*/ 373687 w 418927"/>
                <a:gd name="csY4" fmla="*/ 312 h 138102"/>
                <a:gd name="csX5" fmla="*/ 376190 w 418927"/>
                <a:gd name="csY5" fmla="*/ 0 h 138102"/>
                <a:gd name="csX6" fmla="*/ 376548 w 418927"/>
                <a:gd name="csY6" fmla="*/ 1301 h 138102"/>
                <a:gd name="csX7" fmla="*/ 376251 w 418927"/>
                <a:gd name="csY7" fmla="*/ 2792 h 138102"/>
                <a:gd name="csX8" fmla="*/ 375666 w 418927"/>
                <a:gd name="csY8" fmla="*/ 3561 h 138102"/>
                <a:gd name="csX9" fmla="*/ 373581 w 418927"/>
                <a:gd name="csY9" fmla="*/ 3926 h 138102"/>
                <a:gd name="csX10" fmla="*/ 382825 w 418927"/>
                <a:gd name="csY10" fmla="*/ 67830 h 138102"/>
                <a:gd name="csX11" fmla="*/ 382034 w 418927"/>
                <a:gd name="csY11" fmla="*/ 67815 h 138102"/>
                <a:gd name="csX12" fmla="*/ 380193 w 418927"/>
                <a:gd name="csY12" fmla="*/ 67359 h 138102"/>
                <a:gd name="csX13" fmla="*/ 376495 w 418927"/>
                <a:gd name="csY13" fmla="*/ 65099 h 138102"/>
                <a:gd name="csX14" fmla="*/ 372714 w 418927"/>
                <a:gd name="csY14" fmla="*/ 64300 h 138102"/>
                <a:gd name="csX15" fmla="*/ 367220 w 418927"/>
                <a:gd name="csY15" fmla="*/ 64232 h 138102"/>
                <a:gd name="csX16" fmla="*/ 364116 w 418927"/>
                <a:gd name="csY16" fmla="*/ 63912 h 138102"/>
                <a:gd name="csX17" fmla="*/ 362853 w 418927"/>
                <a:gd name="csY17" fmla="*/ 64247 h 138102"/>
                <a:gd name="csX18" fmla="*/ 361787 w 418927"/>
                <a:gd name="csY18" fmla="*/ 64262 h 138102"/>
                <a:gd name="csX19" fmla="*/ 361019 w 418927"/>
                <a:gd name="csY19" fmla="*/ 63806 h 138102"/>
                <a:gd name="csX20" fmla="*/ 360205 w 418927"/>
                <a:gd name="csY20" fmla="*/ 63577 h 138102"/>
                <a:gd name="csX21" fmla="*/ 358059 w 418927"/>
                <a:gd name="csY21" fmla="*/ 64909 h 138102"/>
                <a:gd name="csX22" fmla="*/ 357063 w 418927"/>
                <a:gd name="csY22" fmla="*/ 64505 h 138102"/>
                <a:gd name="csX23" fmla="*/ 356051 w 418927"/>
                <a:gd name="csY23" fmla="*/ 63942 h 138102"/>
                <a:gd name="csX24" fmla="*/ 354255 w 418927"/>
                <a:gd name="csY24" fmla="*/ 63760 h 138102"/>
                <a:gd name="csX25" fmla="*/ 352079 w 418927"/>
                <a:gd name="csY25" fmla="*/ 63920 h 138102"/>
                <a:gd name="csX26" fmla="*/ 349675 w 418927"/>
                <a:gd name="csY26" fmla="*/ 65289 h 138102"/>
                <a:gd name="csX27" fmla="*/ 346997 w 418927"/>
                <a:gd name="csY27" fmla="*/ 64057 h 138102"/>
                <a:gd name="csX28" fmla="*/ 346235 w 418927"/>
                <a:gd name="csY28" fmla="*/ 64072 h 138102"/>
                <a:gd name="csX29" fmla="*/ 345726 w 418927"/>
                <a:gd name="csY29" fmla="*/ 64391 h 138102"/>
                <a:gd name="csX30" fmla="*/ 344569 w 418927"/>
                <a:gd name="csY30" fmla="*/ 66080 h 138102"/>
                <a:gd name="csX31" fmla="*/ 342355 w 418927"/>
                <a:gd name="csY31" fmla="*/ 67366 h 138102"/>
                <a:gd name="csX32" fmla="*/ 341259 w 418927"/>
                <a:gd name="csY32" fmla="*/ 69733 h 138102"/>
                <a:gd name="csX33" fmla="*/ 340582 w 418927"/>
                <a:gd name="csY33" fmla="*/ 72000 h 138102"/>
                <a:gd name="csX34" fmla="*/ 339996 w 418927"/>
                <a:gd name="csY34" fmla="*/ 72784 h 138102"/>
                <a:gd name="csX35" fmla="*/ 339837 w 418927"/>
                <a:gd name="csY35" fmla="*/ 77158 h 138102"/>
                <a:gd name="csX36" fmla="*/ 339487 w 418927"/>
                <a:gd name="csY36" fmla="*/ 79274 h 138102"/>
                <a:gd name="csX37" fmla="*/ 340042 w 418927"/>
                <a:gd name="csY37" fmla="*/ 82066 h 138102"/>
                <a:gd name="csX38" fmla="*/ 339943 w 418927"/>
                <a:gd name="csY38" fmla="*/ 83268 h 138102"/>
                <a:gd name="csX39" fmla="*/ 338962 w 418927"/>
                <a:gd name="csY39" fmla="*/ 85056 h 138102"/>
                <a:gd name="csX40" fmla="*/ 338833 w 418927"/>
                <a:gd name="csY40" fmla="*/ 85467 h 138102"/>
                <a:gd name="csX41" fmla="*/ 338315 w 418927"/>
                <a:gd name="csY41" fmla="*/ 88305 h 138102"/>
                <a:gd name="csX42" fmla="*/ 338513 w 418927"/>
                <a:gd name="csY42" fmla="*/ 89066 h 138102"/>
                <a:gd name="csX43" fmla="*/ 338383 w 418927"/>
                <a:gd name="csY43" fmla="*/ 90017 h 138102"/>
                <a:gd name="csX44" fmla="*/ 337554 w 418927"/>
                <a:gd name="csY44" fmla="*/ 92010 h 138102"/>
                <a:gd name="csX45" fmla="*/ 336055 w 418927"/>
                <a:gd name="csY45" fmla="*/ 92558 h 138102"/>
                <a:gd name="csX46" fmla="*/ 334480 w 418927"/>
                <a:gd name="csY46" fmla="*/ 92870 h 138102"/>
                <a:gd name="csX47" fmla="*/ 333126 w 418927"/>
                <a:gd name="csY47" fmla="*/ 92193 h 138102"/>
                <a:gd name="csX48" fmla="*/ 331908 w 418927"/>
                <a:gd name="csY48" fmla="*/ 93289 h 138102"/>
                <a:gd name="csX49" fmla="*/ 330364 w 418927"/>
                <a:gd name="csY49" fmla="*/ 94978 h 138102"/>
                <a:gd name="csX50" fmla="*/ 329694 w 418927"/>
                <a:gd name="csY50" fmla="*/ 96119 h 138102"/>
                <a:gd name="csX51" fmla="*/ 329702 w 418927"/>
                <a:gd name="csY51" fmla="*/ 97177 h 138102"/>
                <a:gd name="csX52" fmla="*/ 329862 w 418927"/>
                <a:gd name="csY52" fmla="*/ 97884 h 138102"/>
                <a:gd name="csX53" fmla="*/ 329542 w 418927"/>
                <a:gd name="csY53" fmla="*/ 98615 h 138102"/>
                <a:gd name="csX54" fmla="*/ 329504 w 418927"/>
                <a:gd name="csY54" fmla="*/ 99391 h 138102"/>
                <a:gd name="csX55" fmla="*/ 329580 w 418927"/>
                <a:gd name="csY55" fmla="*/ 100509 h 138102"/>
                <a:gd name="csX56" fmla="*/ 330630 w 418927"/>
                <a:gd name="csY56" fmla="*/ 100973 h 138102"/>
                <a:gd name="csX57" fmla="*/ 331726 w 418927"/>
                <a:gd name="csY57" fmla="*/ 101940 h 138102"/>
                <a:gd name="csX58" fmla="*/ 331688 w 418927"/>
                <a:gd name="csY58" fmla="*/ 102868 h 138102"/>
                <a:gd name="csX59" fmla="*/ 331087 w 418927"/>
                <a:gd name="csY59" fmla="*/ 103507 h 138102"/>
                <a:gd name="csX60" fmla="*/ 329710 w 418927"/>
                <a:gd name="csY60" fmla="*/ 104496 h 138102"/>
                <a:gd name="csX61" fmla="*/ 327199 w 418927"/>
                <a:gd name="csY61" fmla="*/ 106520 h 138102"/>
                <a:gd name="csX62" fmla="*/ 324369 w 418927"/>
                <a:gd name="csY62" fmla="*/ 108247 h 138102"/>
                <a:gd name="csX63" fmla="*/ 323296 w 418927"/>
                <a:gd name="csY63" fmla="*/ 108650 h 138102"/>
                <a:gd name="csX64" fmla="*/ 322908 w 418927"/>
                <a:gd name="csY64" fmla="*/ 109449 h 138102"/>
                <a:gd name="csX65" fmla="*/ 322710 w 418927"/>
                <a:gd name="csY65" fmla="*/ 110522 h 138102"/>
                <a:gd name="csX66" fmla="*/ 323334 w 418927"/>
                <a:gd name="csY66" fmla="*/ 112873 h 138102"/>
                <a:gd name="csX67" fmla="*/ 323927 w 418927"/>
                <a:gd name="csY67" fmla="*/ 113565 h 138102"/>
                <a:gd name="csX68" fmla="*/ 324239 w 418927"/>
                <a:gd name="csY68" fmla="*/ 114387 h 138102"/>
                <a:gd name="csX69" fmla="*/ 323859 w 418927"/>
                <a:gd name="csY69" fmla="*/ 115369 h 138102"/>
                <a:gd name="csX70" fmla="*/ 323585 w 418927"/>
                <a:gd name="csY70" fmla="*/ 116213 h 138102"/>
                <a:gd name="csX71" fmla="*/ 322542 w 418927"/>
                <a:gd name="csY71" fmla="*/ 116746 h 138102"/>
                <a:gd name="csX72" fmla="*/ 321523 w 418927"/>
                <a:gd name="csY72" fmla="*/ 117134 h 138102"/>
                <a:gd name="csX73" fmla="*/ 321150 w 418927"/>
                <a:gd name="csY73" fmla="*/ 117803 h 138102"/>
                <a:gd name="csX74" fmla="*/ 320617 w 418927"/>
                <a:gd name="csY74" fmla="*/ 120618 h 138102"/>
                <a:gd name="csX75" fmla="*/ 320001 w 418927"/>
                <a:gd name="csY75" fmla="*/ 122087 h 138102"/>
                <a:gd name="csX76" fmla="*/ 318616 w 418927"/>
                <a:gd name="csY76" fmla="*/ 124271 h 138102"/>
                <a:gd name="csX77" fmla="*/ 318152 w 418927"/>
                <a:gd name="csY77" fmla="*/ 125267 h 138102"/>
                <a:gd name="csX78" fmla="*/ 317437 w 418927"/>
                <a:gd name="csY78" fmla="*/ 125587 h 138102"/>
                <a:gd name="csX79" fmla="*/ 314759 w 418927"/>
                <a:gd name="csY79" fmla="*/ 124567 h 138102"/>
                <a:gd name="csX80" fmla="*/ 312362 w 418927"/>
                <a:gd name="csY80" fmla="*/ 125184 h 138102"/>
                <a:gd name="csX81" fmla="*/ 309182 w 418927"/>
                <a:gd name="csY81" fmla="*/ 125579 h 138102"/>
                <a:gd name="csX82" fmla="*/ 306488 w 418927"/>
                <a:gd name="csY82" fmla="*/ 125518 h 138102"/>
                <a:gd name="csX83" fmla="*/ 304411 w 418927"/>
                <a:gd name="csY83" fmla="*/ 125967 h 138102"/>
                <a:gd name="csX84" fmla="*/ 302981 w 418927"/>
                <a:gd name="csY84" fmla="*/ 127116 h 138102"/>
                <a:gd name="csX85" fmla="*/ 301383 w 418927"/>
                <a:gd name="csY85" fmla="*/ 128570 h 138102"/>
                <a:gd name="csX86" fmla="*/ 299702 w 418927"/>
                <a:gd name="csY86" fmla="*/ 129650 h 138102"/>
                <a:gd name="csX87" fmla="*/ 298431 w 418927"/>
                <a:gd name="csY87" fmla="*/ 130175 h 138102"/>
                <a:gd name="csX88" fmla="*/ 296103 w 418927"/>
                <a:gd name="csY88" fmla="*/ 128638 h 138102"/>
                <a:gd name="csX89" fmla="*/ 294924 w 418927"/>
                <a:gd name="csY89" fmla="*/ 128775 h 138102"/>
                <a:gd name="csX90" fmla="*/ 292808 w 418927"/>
                <a:gd name="csY90" fmla="*/ 128242 h 138102"/>
                <a:gd name="csX91" fmla="*/ 287840 w 418927"/>
                <a:gd name="csY91" fmla="*/ 126523 h 138102"/>
                <a:gd name="csX92" fmla="*/ 286615 w 418927"/>
                <a:gd name="csY92" fmla="*/ 126021 h 138102"/>
                <a:gd name="csX93" fmla="*/ 285291 w 418927"/>
                <a:gd name="csY93" fmla="*/ 125975 h 138102"/>
                <a:gd name="csX94" fmla="*/ 284895 w 418927"/>
                <a:gd name="csY94" fmla="*/ 125480 h 138102"/>
                <a:gd name="csX95" fmla="*/ 285101 w 418927"/>
                <a:gd name="csY95" fmla="*/ 124651 h 138102"/>
                <a:gd name="csX96" fmla="*/ 284895 w 418927"/>
                <a:gd name="csY96" fmla="*/ 123555 h 138102"/>
                <a:gd name="csX97" fmla="*/ 283929 w 418927"/>
                <a:gd name="csY97" fmla="*/ 123145 h 138102"/>
                <a:gd name="csX98" fmla="*/ 273954 w 418927"/>
                <a:gd name="csY98" fmla="*/ 123312 h 138102"/>
                <a:gd name="csX99" fmla="*/ 271078 w 418927"/>
                <a:gd name="csY99" fmla="*/ 124255 h 138102"/>
                <a:gd name="csX100" fmla="*/ 269138 w 418927"/>
                <a:gd name="csY100" fmla="*/ 125001 h 138102"/>
                <a:gd name="csX101" fmla="*/ 267753 w 418927"/>
                <a:gd name="csY101" fmla="*/ 125861 h 138102"/>
                <a:gd name="csX102" fmla="*/ 267357 w 418927"/>
                <a:gd name="csY102" fmla="*/ 127999 h 138102"/>
                <a:gd name="csX103" fmla="*/ 266528 w 418927"/>
                <a:gd name="csY103" fmla="*/ 130007 h 138102"/>
                <a:gd name="csX104" fmla="*/ 265455 w 418927"/>
                <a:gd name="csY104" fmla="*/ 132138 h 138102"/>
                <a:gd name="csX105" fmla="*/ 262138 w 418927"/>
                <a:gd name="csY105" fmla="*/ 132777 h 138102"/>
                <a:gd name="csX106" fmla="*/ 259703 w 418927"/>
                <a:gd name="csY106" fmla="*/ 134930 h 138102"/>
                <a:gd name="csX107" fmla="*/ 258866 w 418927"/>
                <a:gd name="csY107" fmla="*/ 135189 h 138102"/>
                <a:gd name="csX108" fmla="*/ 257192 w 418927"/>
                <a:gd name="csY108" fmla="*/ 134877 h 138102"/>
                <a:gd name="csX109" fmla="*/ 255397 w 418927"/>
                <a:gd name="csY109" fmla="*/ 134702 h 138102"/>
                <a:gd name="csX110" fmla="*/ 254103 w 418927"/>
                <a:gd name="csY110" fmla="*/ 135303 h 138102"/>
                <a:gd name="csX111" fmla="*/ 252742 w 418927"/>
                <a:gd name="csY111" fmla="*/ 135273 h 138102"/>
                <a:gd name="csX112" fmla="*/ 248549 w 418927"/>
                <a:gd name="csY112" fmla="*/ 134268 h 138102"/>
                <a:gd name="csX113" fmla="*/ 244585 w 418927"/>
                <a:gd name="csY113" fmla="*/ 134109 h 138102"/>
                <a:gd name="csX114" fmla="*/ 242341 w 418927"/>
                <a:gd name="csY114" fmla="*/ 134618 h 138102"/>
                <a:gd name="csX115" fmla="*/ 241100 w 418927"/>
                <a:gd name="csY115" fmla="*/ 134809 h 138102"/>
                <a:gd name="csX116" fmla="*/ 234199 w 418927"/>
                <a:gd name="csY116" fmla="*/ 137761 h 138102"/>
                <a:gd name="csX117" fmla="*/ 231864 w 418927"/>
                <a:gd name="csY117" fmla="*/ 138103 h 138102"/>
                <a:gd name="csX118" fmla="*/ 230920 w 418927"/>
                <a:gd name="csY118" fmla="*/ 137677 h 138102"/>
                <a:gd name="csX119" fmla="*/ 229588 w 418927"/>
                <a:gd name="csY119" fmla="*/ 136467 h 138102"/>
                <a:gd name="csX120" fmla="*/ 227801 w 418927"/>
                <a:gd name="csY120" fmla="*/ 135257 h 138102"/>
                <a:gd name="csX121" fmla="*/ 223517 w 418927"/>
                <a:gd name="csY121" fmla="*/ 131141 h 138102"/>
                <a:gd name="csX122" fmla="*/ 221934 w 418927"/>
                <a:gd name="csY122" fmla="*/ 130175 h 138102"/>
                <a:gd name="csX123" fmla="*/ 220884 w 418927"/>
                <a:gd name="csY123" fmla="*/ 129186 h 138102"/>
                <a:gd name="csX124" fmla="*/ 219888 w 418927"/>
                <a:gd name="csY124" fmla="*/ 128006 h 138102"/>
                <a:gd name="csX125" fmla="*/ 218465 w 418927"/>
                <a:gd name="csY125" fmla="*/ 126736 h 138102"/>
                <a:gd name="csX126" fmla="*/ 217171 w 418927"/>
                <a:gd name="csY126" fmla="*/ 125861 h 138102"/>
                <a:gd name="csX127" fmla="*/ 215421 w 418927"/>
                <a:gd name="csY127" fmla="*/ 124080 h 138102"/>
                <a:gd name="csX128" fmla="*/ 213679 w 418927"/>
                <a:gd name="csY128" fmla="*/ 122133 h 138102"/>
                <a:gd name="csX129" fmla="*/ 213283 w 418927"/>
                <a:gd name="csY129" fmla="*/ 118701 h 138102"/>
                <a:gd name="csX130" fmla="*/ 211898 w 418927"/>
                <a:gd name="csY130" fmla="*/ 118070 h 138102"/>
                <a:gd name="csX131" fmla="*/ 211427 w 418927"/>
                <a:gd name="csY131" fmla="*/ 117172 h 138102"/>
                <a:gd name="csX132" fmla="*/ 211214 w 418927"/>
                <a:gd name="csY132" fmla="*/ 116160 h 138102"/>
                <a:gd name="csX133" fmla="*/ 213139 w 418927"/>
                <a:gd name="csY133" fmla="*/ 113375 h 138102"/>
                <a:gd name="csX134" fmla="*/ 214539 w 418927"/>
                <a:gd name="csY134" fmla="*/ 116320 h 138102"/>
                <a:gd name="csX135" fmla="*/ 215071 w 418927"/>
                <a:gd name="csY135" fmla="*/ 116974 h 138102"/>
                <a:gd name="csX136" fmla="*/ 218176 w 418927"/>
                <a:gd name="csY136" fmla="*/ 118960 h 138102"/>
                <a:gd name="csX137" fmla="*/ 220732 w 418927"/>
                <a:gd name="csY137" fmla="*/ 119949 h 138102"/>
                <a:gd name="csX138" fmla="*/ 223494 w 418927"/>
                <a:gd name="csY138" fmla="*/ 120352 h 138102"/>
                <a:gd name="csX139" fmla="*/ 226309 w 418927"/>
                <a:gd name="csY139" fmla="*/ 120436 h 138102"/>
                <a:gd name="csX140" fmla="*/ 227420 w 418927"/>
                <a:gd name="csY140" fmla="*/ 120299 h 138102"/>
                <a:gd name="csX141" fmla="*/ 228516 w 418927"/>
                <a:gd name="csY141" fmla="*/ 119903 h 138102"/>
                <a:gd name="csX142" fmla="*/ 229588 w 418927"/>
                <a:gd name="csY142" fmla="*/ 120329 h 138102"/>
                <a:gd name="csX143" fmla="*/ 235470 w 418927"/>
                <a:gd name="csY143" fmla="*/ 123548 h 138102"/>
                <a:gd name="csX144" fmla="*/ 237752 w 418927"/>
                <a:gd name="csY144" fmla="*/ 124126 h 138102"/>
                <a:gd name="csX145" fmla="*/ 240164 w 418927"/>
                <a:gd name="csY145" fmla="*/ 123883 h 138102"/>
                <a:gd name="csX146" fmla="*/ 241123 w 418927"/>
                <a:gd name="csY146" fmla="*/ 124202 h 138102"/>
                <a:gd name="csX147" fmla="*/ 244509 w 418927"/>
                <a:gd name="csY147" fmla="*/ 126675 h 138102"/>
                <a:gd name="csX148" fmla="*/ 245505 w 418927"/>
                <a:gd name="csY148" fmla="*/ 126972 h 138102"/>
                <a:gd name="csX149" fmla="*/ 247172 w 418927"/>
                <a:gd name="csY149" fmla="*/ 126781 h 138102"/>
                <a:gd name="csX150" fmla="*/ 245049 w 418927"/>
                <a:gd name="csY150" fmla="*/ 125655 h 138102"/>
                <a:gd name="csX151" fmla="*/ 243649 w 418927"/>
                <a:gd name="csY151" fmla="*/ 124856 h 138102"/>
                <a:gd name="csX152" fmla="*/ 243018 w 418927"/>
                <a:gd name="csY152" fmla="*/ 123350 h 138102"/>
                <a:gd name="csX153" fmla="*/ 243406 w 418927"/>
                <a:gd name="csY153" fmla="*/ 121745 h 138102"/>
                <a:gd name="csX154" fmla="*/ 244760 w 418927"/>
                <a:gd name="csY154" fmla="*/ 120672 h 138102"/>
                <a:gd name="csX155" fmla="*/ 245703 w 418927"/>
                <a:gd name="csY155" fmla="*/ 119508 h 138102"/>
                <a:gd name="csX156" fmla="*/ 246038 w 418927"/>
                <a:gd name="csY156" fmla="*/ 116038 h 138102"/>
                <a:gd name="csX157" fmla="*/ 246639 w 418927"/>
                <a:gd name="csY157" fmla="*/ 114281 h 138102"/>
                <a:gd name="csX158" fmla="*/ 247766 w 418927"/>
                <a:gd name="csY158" fmla="*/ 112614 h 138102"/>
                <a:gd name="csX159" fmla="*/ 248138 w 418927"/>
                <a:gd name="csY159" fmla="*/ 111001 h 138102"/>
                <a:gd name="csX160" fmla="*/ 246867 w 418927"/>
                <a:gd name="csY160" fmla="*/ 109769 h 138102"/>
                <a:gd name="csX161" fmla="*/ 246586 w 418927"/>
                <a:gd name="csY161" fmla="*/ 107654 h 138102"/>
                <a:gd name="csX162" fmla="*/ 246860 w 418927"/>
                <a:gd name="csY162" fmla="*/ 105904 h 138102"/>
                <a:gd name="csX163" fmla="*/ 247583 w 418927"/>
                <a:gd name="csY163" fmla="*/ 104709 h 138102"/>
                <a:gd name="csX164" fmla="*/ 248724 w 418927"/>
                <a:gd name="csY164" fmla="*/ 105500 h 138102"/>
                <a:gd name="csX165" fmla="*/ 249911 w 418927"/>
                <a:gd name="csY165" fmla="*/ 106231 h 138102"/>
                <a:gd name="csX166" fmla="*/ 251075 w 418927"/>
                <a:gd name="csY166" fmla="*/ 106155 h 138102"/>
                <a:gd name="csX167" fmla="*/ 251882 w 418927"/>
                <a:gd name="csY167" fmla="*/ 105865 h 138102"/>
                <a:gd name="csX168" fmla="*/ 252026 w 418927"/>
                <a:gd name="csY168" fmla="*/ 104960 h 138102"/>
                <a:gd name="csX169" fmla="*/ 251813 w 418927"/>
                <a:gd name="csY169" fmla="*/ 103385 h 138102"/>
                <a:gd name="csX170" fmla="*/ 251874 w 418927"/>
                <a:gd name="csY170" fmla="*/ 100494 h 138102"/>
                <a:gd name="csX171" fmla="*/ 253350 w 418927"/>
                <a:gd name="csY171" fmla="*/ 98181 h 138102"/>
                <a:gd name="csX172" fmla="*/ 255716 w 418927"/>
                <a:gd name="csY172" fmla="*/ 96591 h 138102"/>
                <a:gd name="csX173" fmla="*/ 257946 w 418927"/>
                <a:gd name="csY173" fmla="*/ 95830 h 138102"/>
                <a:gd name="csX174" fmla="*/ 266300 w 418927"/>
                <a:gd name="csY174" fmla="*/ 94536 h 138102"/>
                <a:gd name="csX175" fmla="*/ 279509 w 418927"/>
                <a:gd name="csY175" fmla="*/ 91227 h 138102"/>
                <a:gd name="csX176" fmla="*/ 283419 w 418927"/>
                <a:gd name="csY176" fmla="*/ 89948 h 138102"/>
                <a:gd name="csX177" fmla="*/ 284857 w 418927"/>
                <a:gd name="csY177" fmla="*/ 89287 h 138102"/>
                <a:gd name="csX178" fmla="*/ 286067 w 418927"/>
                <a:gd name="csY178" fmla="*/ 88366 h 138102"/>
                <a:gd name="csX179" fmla="*/ 288114 w 418927"/>
                <a:gd name="csY179" fmla="*/ 85429 h 138102"/>
                <a:gd name="csX180" fmla="*/ 291956 w 418927"/>
                <a:gd name="csY180" fmla="*/ 80795 h 138102"/>
                <a:gd name="csX181" fmla="*/ 294650 w 418927"/>
                <a:gd name="csY181" fmla="*/ 76991 h 138102"/>
                <a:gd name="csX182" fmla="*/ 300325 w 418927"/>
                <a:gd name="csY182" fmla="*/ 71444 h 138102"/>
                <a:gd name="csX183" fmla="*/ 304853 w 418927"/>
                <a:gd name="csY183" fmla="*/ 66301 h 138102"/>
                <a:gd name="csX184" fmla="*/ 305461 w 418927"/>
                <a:gd name="csY184" fmla="*/ 65335 h 138102"/>
                <a:gd name="csX185" fmla="*/ 306214 w 418927"/>
                <a:gd name="csY185" fmla="*/ 62527 h 138102"/>
                <a:gd name="csX186" fmla="*/ 306276 w 418927"/>
                <a:gd name="csY186" fmla="*/ 61203 h 138102"/>
                <a:gd name="csX187" fmla="*/ 306139 w 418927"/>
                <a:gd name="csY187" fmla="*/ 59864 h 138102"/>
                <a:gd name="csX188" fmla="*/ 306739 w 418927"/>
                <a:gd name="csY188" fmla="*/ 59240 h 138102"/>
                <a:gd name="csX189" fmla="*/ 307622 w 418927"/>
                <a:gd name="csY189" fmla="*/ 58867 h 138102"/>
                <a:gd name="csX190" fmla="*/ 307835 w 418927"/>
                <a:gd name="csY190" fmla="*/ 58867 h 138102"/>
                <a:gd name="csX191" fmla="*/ 308505 w 418927"/>
                <a:gd name="csY191" fmla="*/ 59453 h 138102"/>
                <a:gd name="csX192" fmla="*/ 310080 w 418927"/>
                <a:gd name="csY192" fmla="*/ 60267 h 138102"/>
                <a:gd name="csX193" fmla="*/ 311251 w 418927"/>
                <a:gd name="csY193" fmla="*/ 61317 h 138102"/>
                <a:gd name="csX194" fmla="*/ 312043 w 418927"/>
                <a:gd name="csY194" fmla="*/ 62672 h 138102"/>
                <a:gd name="csX195" fmla="*/ 312606 w 418927"/>
                <a:gd name="csY195" fmla="*/ 63935 h 138102"/>
                <a:gd name="csX196" fmla="*/ 312651 w 418927"/>
                <a:gd name="csY196" fmla="*/ 65015 h 138102"/>
                <a:gd name="csX197" fmla="*/ 313366 w 418927"/>
                <a:gd name="csY197" fmla="*/ 65898 h 138102"/>
                <a:gd name="csX198" fmla="*/ 315367 w 418927"/>
                <a:gd name="csY198" fmla="*/ 66050 h 138102"/>
                <a:gd name="csX199" fmla="*/ 316014 w 418927"/>
                <a:gd name="csY199" fmla="*/ 67161 h 138102"/>
                <a:gd name="csX200" fmla="*/ 317407 w 418927"/>
                <a:gd name="csY200" fmla="*/ 69071 h 138102"/>
                <a:gd name="csX201" fmla="*/ 318685 w 418927"/>
                <a:gd name="csY201" fmla="*/ 70448 h 138102"/>
                <a:gd name="csX202" fmla="*/ 319468 w 418927"/>
                <a:gd name="csY202" fmla="*/ 70980 h 138102"/>
                <a:gd name="csX203" fmla="*/ 320443 w 418927"/>
                <a:gd name="csY203" fmla="*/ 70691 h 138102"/>
                <a:gd name="csX204" fmla="*/ 321957 w 418927"/>
                <a:gd name="csY204" fmla="*/ 69436 h 138102"/>
                <a:gd name="csX205" fmla="*/ 323052 w 418927"/>
                <a:gd name="csY205" fmla="*/ 67899 h 138102"/>
                <a:gd name="csX206" fmla="*/ 323790 w 418927"/>
                <a:gd name="csY206" fmla="*/ 65822 h 138102"/>
                <a:gd name="csX207" fmla="*/ 323212 w 418927"/>
                <a:gd name="csY207" fmla="*/ 65517 h 138102"/>
                <a:gd name="csX208" fmla="*/ 324232 w 418927"/>
                <a:gd name="csY208" fmla="*/ 63950 h 138102"/>
                <a:gd name="csX209" fmla="*/ 324422 w 418927"/>
                <a:gd name="csY209" fmla="*/ 63128 h 138102"/>
                <a:gd name="csX210" fmla="*/ 323950 w 418927"/>
                <a:gd name="csY210" fmla="*/ 62375 h 138102"/>
                <a:gd name="csX211" fmla="*/ 323349 w 418927"/>
                <a:gd name="csY211" fmla="*/ 61622 h 138102"/>
                <a:gd name="csX212" fmla="*/ 323121 w 418927"/>
                <a:gd name="csY212" fmla="*/ 59727 h 138102"/>
                <a:gd name="csX213" fmla="*/ 322702 w 418927"/>
                <a:gd name="csY213" fmla="*/ 57315 h 138102"/>
                <a:gd name="csX214" fmla="*/ 322421 w 418927"/>
                <a:gd name="csY214" fmla="*/ 56220 h 138102"/>
                <a:gd name="csX215" fmla="*/ 323220 w 418927"/>
                <a:gd name="csY215" fmla="*/ 55436 h 138102"/>
                <a:gd name="csX216" fmla="*/ 324939 w 418927"/>
                <a:gd name="csY216" fmla="*/ 54439 h 138102"/>
                <a:gd name="csX217" fmla="*/ 326659 w 418927"/>
                <a:gd name="csY217" fmla="*/ 53283 h 138102"/>
                <a:gd name="csX218" fmla="*/ 328401 w 418927"/>
                <a:gd name="csY218" fmla="*/ 52355 h 138102"/>
                <a:gd name="csX219" fmla="*/ 328446 w 418927"/>
                <a:gd name="csY219" fmla="*/ 54028 h 138102"/>
                <a:gd name="csX220" fmla="*/ 328401 w 418927"/>
                <a:gd name="csY220" fmla="*/ 56790 h 138102"/>
                <a:gd name="csX221" fmla="*/ 328926 w 418927"/>
                <a:gd name="csY221" fmla="*/ 59103 h 138102"/>
                <a:gd name="csX222" fmla="*/ 330113 w 418927"/>
                <a:gd name="csY222" fmla="*/ 63197 h 138102"/>
                <a:gd name="csX223" fmla="*/ 331467 w 418927"/>
                <a:gd name="csY223" fmla="*/ 63752 h 138102"/>
                <a:gd name="csX224" fmla="*/ 333095 w 418927"/>
                <a:gd name="csY224" fmla="*/ 64117 h 138102"/>
                <a:gd name="csX225" fmla="*/ 334039 w 418927"/>
                <a:gd name="csY225" fmla="*/ 64003 h 138102"/>
                <a:gd name="csX226" fmla="*/ 334647 w 418927"/>
                <a:gd name="csY226" fmla="*/ 63729 h 138102"/>
                <a:gd name="csX227" fmla="*/ 334808 w 418927"/>
                <a:gd name="csY227" fmla="*/ 63402 h 138102"/>
                <a:gd name="csX228" fmla="*/ 333795 w 418927"/>
                <a:gd name="csY228" fmla="*/ 61797 h 138102"/>
                <a:gd name="csX229" fmla="*/ 333529 w 418927"/>
                <a:gd name="csY229" fmla="*/ 58015 h 138102"/>
                <a:gd name="csX230" fmla="*/ 332700 w 418927"/>
                <a:gd name="csY230" fmla="*/ 55535 h 138102"/>
                <a:gd name="csX231" fmla="*/ 331429 w 418927"/>
                <a:gd name="csY231" fmla="*/ 53062 h 138102"/>
                <a:gd name="csX232" fmla="*/ 330828 w 418927"/>
                <a:gd name="csY232" fmla="*/ 52362 h 138102"/>
                <a:gd name="csX233" fmla="*/ 335842 w 418927"/>
                <a:gd name="csY233" fmla="*/ 51662 h 138102"/>
                <a:gd name="csX234" fmla="*/ 336961 w 418927"/>
                <a:gd name="csY234" fmla="*/ 50886 h 138102"/>
                <a:gd name="csX235" fmla="*/ 338931 w 418927"/>
                <a:gd name="csY235" fmla="*/ 49189 h 138102"/>
                <a:gd name="csX236" fmla="*/ 339677 w 418927"/>
                <a:gd name="csY236" fmla="*/ 48238 h 138102"/>
                <a:gd name="csX237" fmla="*/ 340263 w 418927"/>
                <a:gd name="csY237" fmla="*/ 46093 h 138102"/>
                <a:gd name="csX238" fmla="*/ 337805 w 418927"/>
                <a:gd name="csY238" fmla="*/ 44822 h 138102"/>
                <a:gd name="csX239" fmla="*/ 336839 w 418927"/>
                <a:gd name="csY239" fmla="*/ 43194 h 138102"/>
                <a:gd name="csX240" fmla="*/ 336778 w 418927"/>
                <a:gd name="csY240" fmla="*/ 41436 h 138102"/>
                <a:gd name="csX241" fmla="*/ 339715 w 418927"/>
                <a:gd name="csY241" fmla="*/ 38164 h 138102"/>
                <a:gd name="csX242" fmla="*/ 340735 w 418927"/>
                <a:gd name="csY242" fmla="*/ 37381 h 138102"/>
                <a:gd name="csX243" fmla="*/ 341176 w 418927"/>
                <a:gd name="csY243" fmla="*/ 38545 h 138102"/>
                <a:gd name="csX244" fmla="*/ 342469 w 418927"/>
                <a:gd name="csY244" fmla="*/ 38842 h 138102"/>
                <a:gd name="csX245" fmla="*/ 343656 w 418927"/>
                <a:gd name="csY245" fmla="*/ 38887 h 138102"/>
                <a:gd name="csX246" fmla="*/ 344851 w 418927"/>
                <a:gd name="csY246" fmla="*/ 38819 h 138102"/>
                <a:gd name="csX247" fmla="*/ 346570 w 418927"/>
                <a:gd name="csY247" fmla="*/ 37168 h 138102"/>
                <a:gd name="csX248" fmla="*/ 347453 w 418927"/>
                <a:gd name="csY248" fmla="*/ 34794 h 138102"/>
                <a:gd name="csX249" fmla="*/ 350466 w 418927"/>
                <a:gd name="csY249" fmla="*/ 31439 h 138102"/>
                <a:gd name="csX250" fmla="*/ 351539 w 418927"/>
                <a:gd name="csY250" fmla="*/ 28867 h 138102"/>
                <a:gd name="csX251" fmla="*/ 352148 w 418927"/>
                <a:gd name="csY251" fmla="*/ 26173 h 138102"/>
                <a:gd name="csX252" fmla="*/ 359756 w 418927"/>
                <a:gd name="csY252" fmla="*/ 17804 h 138102"/>
                <a:gd name="csX253" fmla="*/ 360684 w 418927"/>
                <a:gd name="csY253" fmla="*/ 16503 h 138102"/>
                <a:gd name="csX254" fmla="*/ 365204 w 418927"/>
                <a:gd name="csY254" fmla="*/ 8080 h 138102"/>
                <a:gd name="csX255" fmla="*/ 365767 w 418927"/>
                <a:gd name="csY255" fmla="*/ 7799 h 138102"/>
                <a:gd name="csX256" fmla="*/ 366976 w 418927"/>
                <a:gd name="csY256" fmla="*/ 8613 h 138102"/>
                <a:gd name="csX257" fmla="*/ 367334 w 418927"/>
                <a:gd name="csY257" fmla="*/ 11291 h 138102"/>
                <a:gd name="csX258" fmla="*/ 367174 w 418927"/>
                <a:gd name="csY258" fmla="*/ 12455 h 138102"/>
                <a:gd name="csX259" fmla="*/ 366436 w 418927"/>
                <a:gd name="csY259" fmla="*/ 14190 h 138102"/>
                <a:gd name="csX260" fmla="*/ 366018 w 418927"/>
                <a:gd name="csY260" fmla="*/ 16001 h 138102"/>
                <a:gd name="csX261" fmla="*/ 366535 w 418927"/>
                <a:gd name="csY261" fmla="*/ 15963 h 138102"/>
                <a:gd name="csX262" fmla="*/ 368688 w 418927"/>
                <a:gd name="csY262" fmla="*/ 14860 h 138102"/>
                <a:gd name="csX263" fmla="*/ 370933 w 418927"/>
                <a:gd name="csY263" fmla="*/ 11915 h 138102"/>
                <a:gd name="csX264" fmla="*/ 372204 w 418927"/>
                <a:gd name="csY264" fmla="*/ 9366 h 138102"/>
                <a:gd name="csX265" fmla="*/ 373284 w 418927"/>
                <a:gd name="csY265" fmla="*/ 8255 h 138102"/>
                <a:gd name="csX266" fmla="*/ 375452 w 418927"/>
                <a:gd name="csY266" fmla="*/ 8879 h 138102"/>
                <a:gd name="csX267" fmla="*/ 375932 w 418927"/>
                <a:gd name="csY267" fmla="*/ 9321 h 138102"/>
                <a:gd name="csX268" fmla="*/ 375779 w 418927"/>
                <a:gd name="csY268" fmla="*/ 11154 h 138102"/>
                <a:gd name="csX269" fmla="*/ 375985 w 418927"/>
                <a:gd name="csY269" fmla="*/ 12219 h 138102"/>
                <a:gd name="csX270" fmla="*/ 376815 w 418927"/>
                <a:gd name="csY270" fmla="*/ 14494 h 138102"/>
                <a:gd name="csX271" fmla="*/ 378655 w 418927"/>
                <a:gd name="csY271" fmla="*/ 15879 h 138102"/>
                <a:gd name="csX272" fmla="*/ 381197 w 418927"/>
                <a:gd name="csY272" fmla="*/ 16747 h 138102"/>
                <a:gd name="csX273" fmla="*/ 383556 w 418927"/>
                <a:gd name="csY273" fmla="*/ 18009 h 138102"/>
                <a:gd name="csX274" fmla="*/ 384332 w 418927"/>
                <a:gd name="csY274" fmla="*/ 18839 h 138102"/>
                <a:gd name="csX275" fmla="*/ 384834 w 418927"/>
                <a:gd name="csY275" fmla="*/ 19835 h 138102"/>
                <a:gd name="csX276" fmla="*/ 385351 w 418927"/>
                <a:gd name="csY276" fmla="*/ 21471 h 138102"/>
                <a:gd name="csX277" fmla="*/ 385389 w 418927"/>
                <a:gd name="csY277" fmla="*/ 23130 h 138102"/>
                <a:gd name="csX278" fmla="*/ 383685 w 418927"/>
                <a:gd name="csY278" fmla="*/ 24751 h 138102"/>
                <a:gd name="csX279" fmla="*/ 384408 w 418927"/>
                <a:gd name="csY279" fmla="*/ 27376 h 138102"/>
                <a:gd name="csX280" fmla="*/ 384294 w 418927"/>
                <a:gd name="csY280" fmla="*/ 28905 h 138102"/>
                <a:gd name="csX281" fmla="*/ 383715 w 418927"/>
                <a:gd name="csY281" fmla="*/ 30214 h 138102"/>
                <a:gd name="csX282" fmla="*/ 381235 w 418927"/>
                <a:gd name="csY282" fmla="*/ 31408 h 138102"/>
                <a:gd name="csX283" fmla="*/ 387999 w 418927"/>
                <a:gd name="csY283" fmla="*/ 30221 h 138102"/>
                <a:gd name="csX284" fmla="*/ 389665 w 418927"/>
                <a:gd name="csY284" fmla="*/ 29544 h 138102"/>
                <a:gd name="csX285" fmla="*/ 391978 w 418927"/>
                <a:gd name="csY285" fmla="*/ 27817 h 138102"/>
                <a:gd name="csX286" fmla="*/ 393211 w 418927"/>
                <a:gd name="csY286" fmla="*/ 29308 h 138102"/>
                <a:gd name="csX287" fmla="*/ 394367 w 418927"/>
                <a:gd name="csY287" fmla="*/ 31888 h 138102"/>
                <a:gd name="csX288" fmla="*/ 393439 w 418927"/>
                <a:gd name="csY288" fmla="*/ 32534 h 138102"/>
                <a:gd name="csX289" fmla="*/ 390495 w 418927"/>
                <a:gd name="csY289" fmla="*/ 33485 h 138102"/>
                <a:gd name="csX290" fmla="*/ 390350 w 418927"/>
                <a:gd name="csY290" fmla="*/ 33873 h 138102"/>
                <a:gd name="csX291" fmla="*/ 391324 w 418927"/>
                <a:gd name="csY291" fmla="*/ 35212 h 138102"/>
                <a:gd name="csX292" fmla="*/ 392549 w 418927"/>
                <a:gd name="csY292" fmla="*/ 35083 h 138102"/>
                <a:gd name="csX293" fmla="*/ 394976 w 418927"/>
                <a:gd name="csY293" fmla="*/ 34185 h 138102"/>
                <a:gd name="csX294" fmla="*/ 397205 w 418927"/>
                <a:gd name="csY294" fmla="*/ 32770 h 138102"/>
                <a:gd name="csX295" fmla="*/ 398286 w 418927"/>
                <a:gd name="csY295" fmla="*/ 32785 h 138102"/>
                <a:gd name="csX296" fmla="*/ 399427 w 418927"/>
                <a:gd name="csY296" fmla="*/ 33075 h 138102"/>
                <a:gd name="csX297" fmla="*/ 401626 w 418927"/>
                <a:gd name="csY297" fmla="*/ 33988 h 138102"/>
                <a:gd name="csX298" fmla="*/ 402858 w 418927"/>
                <a:gd name="csY298" fmla="*/ 34725 h 138102"/>
                <a:gd name="csX299" fmla="*/ 403908 w 418927"/>
                <a:gd name="csY299" fmla="*/ 35676 h 138102"/>
                <a:gd name="csX300" fmla="*/ 404586 w 418927"/>
                <a:gd name="csY300" fmla="*/ 37647 h 138102"/>
                <a:gd name="csX301" fmla="*/ 407127 w 418927"/>
                <a:gd name="csY301" fmla="*/ 38362 h 138102"/>
                <a:gd name="csX302" fmla="*/ 412331 w 418927"/>
                <a:gd name="csY302" fmla="*/ 41124 h 138102"/>
                <a:gd name="csX303" fmla="*/ 413297 w 418927"/>
                <a:gd name="csY303" fmla="*/ 41360 h 138102"/>
                <a:gd name="csX304" fmla="*/ 414309 w 418927"/>
                <a:gd name="csY304" fmla="*/ 41413 h 138102"/>
                <a:gd name="csX305" fmla="*/ 417048 w 418927"/>
                <a:gd name="csY305" fmla="*/ 41079 h 138102"/>
                <a:gd name="csX306" fmla="*/ 418015 w 418927"/>
                <a:gd name="csY306" fmla="*/ 41467 h 138102"/>
                <a:gd name="csX307" fmla="*/ 418699 w 418927"/>
                <a:gd name="csY307" fmla="*/ 42463 h 138102"/>
                <a:gd name="csX308" fmla="*/ 418928 w 418927"/>
                <a:gd name="csY308" fmla="*/ 43696 h 138102"/>
                <a:gd name="csX309" fmla="*/ 418852 w 418927"/>
                <a:gd name="csY309" fmla="*/ 45020 h 138102"/>
                <a:gd name="csX310" fmla="*/ 418570 w 418927"/>
                <a:gd name="csY310" fmla="*/ 46024 h 138102"/>
                <a:gd name="csX311" fmla="*/ 417931 w 418927"/>
                <a:gd name="csY311" fmla="*/ 46854 h 138102"/>
                <a:gd name="csX312" fmla="*/ 416067 w 418927"/>
                <a:gd name="csY312" fmla="*/ 48117 h 138102"/>
                <a:gd name="csX313" fmla="*/ 411373 w 418927"/>
                <a:gd name="csY313" fmla="*/ 49768 h 138102"/>
                <a:gd name="csX314" fmla="*/ 406236 w 418927"/>
                <a:gd name="csY314" fmla="*/ 51023 h 138102"/>
                <a:gd name="csX315" fmla="*/ 403657 w 418927"/>
                <a:gd name="csY315" fmla="*/ 50939 h 138102"/>
                <a:gd name="csX316" fmla="*/ 400036 w 418927"/>
                <a:gd name="csY316" fmla="*/ 49867 h 138102"/>
                <a:gd name="csX317" fmla="*/ 398719 w 418927"/>
                <a:gd name="csY317" fmla="*/ 50003 h 138102"/>
                <a:gd name="csX318" fmla="*/ 397441 w 418927"/>
                <a:gd name="csY318" fmla="*/ 50498 h 138102"/>
                <a:gd name="csX319" fmla="*/ 395843 w 418927"/>
                <a:gd name="csY319" fmla="*/ 53914 h 138102"/>
                <a:gd name="csX320" fmla="*/ 398803 w 418927"/>
                <a:gd name="csY320" fmla="*/ 57315 h 138102"/>
                <a:gd name="csX321" fmla="*/ 403893 w 418927"/>
                <a:gd name="csY321" fmla="*/ 60853 h 138102"/>
                <a:gd name="csX322" fmla="*/ 404593 w 418927"/>
                <a:gd name="csY322" fmla="*/ 61736 h 138102"/>
                <a:gd name="csX323" fmla="*/ 404410 w 418927"/>
                <a:gd name="csY323" fmla="*/ 62824 h 138102"/>
                <a:gd name="csX324" fmla="*/ 403604 w 418927"/>
                <a:gd name="csY324" fmla="*/ 63471 h 138102"/>
                <a:gd name="csX325" fmla="*/ 402524 w 418927"/>
                <a:gd name="csY325" fmla="*/ 63828 h 138102"/>
                <a:gd name="csX326" fmla="*/ 399663 w 418927"/>
                <a:gd name="csY326" fmla="*/ 64391 h 138102"/>
                <a:gd name="csX327" fmla="*/ 396772 w 418927"/>
                <a:gd name="csY327" fmla="*/ 64810 h 138102"/>
                <a:gd name="csX328" fmla="*/ 394390 w 418927"/>
                <a:gd name="csY328" fmla="*/ 65418 h 138102"/>
                <a:gd name="csX329" fmla="*/ 392054 w 418927"/>
                <a:gd name="csY329" fmla="*/ 66210 h 138102"/>
                <a:gd name="csX330" fmla="*/ 389658 w 418927"/>
                <a:gd name="csY330" fmla="*/ 65936 h 138102"/>
                <a:gd name="csX331" fmla="*/ 386355 w 418927"/>
                <a:gd name="csY331" fmla="*/ 64353 h 138102"/>
                <a:gd name="csX332" fmla="*/ 385404 w 418927"/>
                <a:gd name="csY332" fmla="*/ 64239 h 138102"/>
                <a:gd name="csX333" fmla="*/ 384400 w 418927"/>
                <a:gd name="csY333" fmla="*/ 65053 h 138102"/>
                <a:gd name="csX334" fmla="*/ 383419 w 418927"/>
                <a:gd name="csY334" fmla="*/ 67275 h 138102"/>
                <a:gd name="csX335" fmla="*/ 382825 w 418927"/>
                <a:gd name="csY335" fmla="*/ 67830 h 138102"/>
                <a:gd name="csX336" fmla="*/ 52415 w 418927"/>
                <a:gd name="csY336" fmla="*/ 23701 h 138102"/>
                <a:gd name="csX337" fmla="*/ 56106 w 418927"/>
                <a:gd name="csY337" fmla="*/ 24530 h 138102"/>
                <a:gd name="csX338" fmla="*/ 57521 w 418927"/>
                <a:gd name="csY338" fmla="*/ 25200 h 138102"/>
                <a:gd name="csX339" fmla="*/ 61667 w 418927"/>
                <a:gd name="csY339" fmla="*/ 31804 h 138102"/>
                <a:gd name="csX340" fmla="*/ 67130 w 418927"/>
                <a:gd name="csY340" fmla="*/ 36445 h 138102"/>
                <a:gd name="csX341" fmla="*/ 69451 w 418927"/>
                <a:gd name="csY341" fmla="*/ 38180 h 138102"/>
                <a:gd name="csX342" fmla="*/ 71239 w 418927"/>
                <a:gd name="csY342" fmla="*/ 39002 h 138102"/>
                <a:gd name="csX343" fmla="*/ 73682 w 418927"/>
                <a:gd name="csY343" fmla="*/ 41482 h 138102"/>
                <a:gd name="csX344" fmla="*/ 75812 w 418927"/>
                <a:gd name="csY344" fmla="*/ 44601 h 138102"/>
                <a:gd name="csX345" fmla="*/ 80483 w 418927"/>
                <a:gd name="csY345" fmla="*/ 53374 h 138102"/>
                <a:gd name="csX346" fmla="*/ 81290 w 418927"/>
                <a:gd name="csY346" fmla="*/ 57224 h 138102"/>
                <a:gd name="csX347" fmla="*/ 81610 w 418927"/>
                <a:gd name="csY347" fmla="*/ 63098 h 138102"/>
                <a:gd name="csX348" fmla="*/ 80582 w 418927"/>
                <a:gd name="csY348" fmla="*/ 71954 h 138102"/>
                <a:gd name="csX349" fmla="*/ 79327 w 418927"/>
                <a:gd name="csY349" fmla="*/ 76367 h 138102"/>
                <a:gd name="csX350" fmla="*/ 79570 w 418927"/>
                <a:gd name="csY350" fmla="*/ 78452 h 138102"/>
                <a:gd name="csX351" fmla="*/ 81290 w 418927"/>
                <a:gd name="csY351" fmla="*/ 81648 h 138102"/>
                <a:gd name="csX352" fmla="*/ 80773 w 418927"/>
                <a:gd name="csY352" fmla="*/ 84668 h 138102"/>
                <a:gd name="csX353" fmla="*/ 81107 w 418927"/>
                <a:gd name="csY353" fmla="*/ 87179 h 138102"/>
                <a:gd name="csX354" fmla="*/ 80985 w 418927"/>
                <a:gd name="csY354" fmla="*/ 94133 h 138102"/>
                <a:gd name="csX355" fmla="*/ 81959 w 418927"/>
                <a:gd name="csY355" fmla="*/ 96187 h 138102"/>
                <a:gd name="csX356" fmla="*/ 83070 w 418927"/>
                <a:gd name="csY356" fmla="*/ 97496 h 138102"/>
                <a:gd name="csX357" fmla="*/ 88937 w 418927"/>
                <a:gd name="csY357" fmla="*/ 101620 h 138102"/>
                <a:gd name="csX358" fmla="*/ 89370 w 418927"/>
                <a:gd name="csY358" fmla="*/ 103149 h 138102"/>
                <a:gd name="csX359" fmla="*/ 92261 w 418927"/>
                <a:gd name="csY359" fmla="*/ 108399 h 138102"/>
                <a:gd name="csX360" fmla="*/ 97618 w 418927"/>
                <a:gd name="csY360" fmla="*/ 119827 h 138102"/>
                <a:gd name="csX361" fmla="*/ 99109 w 418927"/>
                <a:gd name="csY361" fmla="*/ 124963 h 138102"/>
                <a:gd name="csX362" fmla="*/ 98942 w 418927"/>
                <a:gd name="csY362" fmla="*/ 126348 h 138102"/>
                <a:gd name="csX363" fmla="*/ 98295 w 418927"/>
                <a:gd name="csY363" fmla="*/ 126918 h 138102"/>
                <a:gd name="csX364" fmla="*/ 96720 w 418927"/>
                <a:gd name="csY364" fmla="*/ 127421 h 138102"/>
                <a:gd name="csX365" fmla="*/ 95404 w 418927"/>
                <a:gd name="csY365" fmla="*/ 126416 h 138102"/>
                <a:gd name="csX366" fmla="*/ 94963 w 418927"/>
                <a:gd name="csY366" fmla="*/ 125701 h 138102"/>
                <a:gd name="csX367" fmla="*/ 95100 w 418927"/>
                <a:gd name="csY367" fmla="*/ 124803 h 138102"/>
                <a:gd name="csX368" fmla="*/ 94582 w 418927"/>
                <a:gd name="csY368" fmla="*/ 123921 h 138102"/>
                <a:gd name="csX369" fmla="*/ 93296 w 418927"/>
                <a:gd name="csY369" fmla="*/ 122871 h 138102"/>
                <a:gd name="csX370" fmla="*/ 92558 w 418927"/>
                <a:gd name="csY370" fmla="*/ 121927 h 138102"/>
                <a:gd name="csX371" fmla="*/ 92764 w 418927"/>
                <a:gd name="csY371" fmla="*/ 123487 h 138102"/>
                <a:gd name="csX372" fmla="*/ 92771 w 418927"/>
                <a:gd name="csY372" fmla="*/ 125511 h 138102"/>
                <a:gd name="csX373" fmla="*/ 91136 w 418927"/>
                <a:gd name="csY373" fmla="*/ 125686 h 138102"/>
                <a:gd name="csX374" fmla="*/ 89043 w 418927"/>
                <a:gd name="csY374" fmla="*/ 125054 h 138102"/>
                <a:gd name="csX375" fmla="*/ 86426 w 418927"/>
                <a:gd name="csY375" fmla="*/ 125625 h 138102"/>
                <a:gd name="csX376" fmla="*/ 83337 w 418927"/>
                <a:gd name="csY376" fmla="*/ 128105 h 138102"/>
                <a:gd name="csX377" fmla="*/ 81853 w 418927"/>
                <a:gd name="csY377" fmla="*/ 128174 h 138102"/>
                <a:gd name="csX378" fmla="*/ 80727 w 418927"/>
                <a:gd name="csY378" fmla="*/ 126043 h 138102"/>
                <a:gd name="csX379" fmla="*/ 80149 w 418927"/>
                <a:gd name="csY379" fmla="*/ 124598 h 138102"/>
                <a:gd name="csX380" fmla="*/ 79228 w 418927"/>
                <a:gd name="csY380" fmla="*/ 123578 h 138102"/>
                <a:gd name="csX381" fmla="*/ 69405 w 418927"/>
                <a:gd name="csY381" fmla="*/ 118351 h 138102"/>
                <a:gd name="csX382" fmla="*/ 65776 w 418927"/>
                <a:gd name="csY382" fmla="*/ 117012 h 138102"/>
                <a:gd name="csX383" fmla="*/ 61957 w 418927"/>
                <a:gd name="csY383" fmla="*/ 113048 h 138102"/>
                <a:gd name="csX384" fmla="*/ 53359 w 418927"/>
                <a:gd name="csY384" fmla="*/ 108673 h 138102"/>
                <a:gd name="csX385" fmla="*/ 47896 w 418927"/>
                <a:gd name="csY385" fmla="*/ 104405 h 138102"/>
                <a:gd name="csX386" fmla="*/ 45575 w 418927"/>
                <a:gd name="csY386" fmla="*/ 101772 h 138102"/>
                <a:gd name="csX387" fmla="*/ 39990 w 418927"/>
                <a:gd name="csY387" fmla="*/ 99436 h 138102"/>
                <a:gd name="csX388" fmla="*/ 37586 w 418927"/>
                <a:gd name="csY388" fmla="*/ 96682 h 138102"/>
                <a:gd name="csX389" fmla="*/ 36399 w 418927"/>
                <a:gd name="csY389" fmla="*/ 96142 h 138102"/>
                <a:gd name="csX390" fmla="*/ 35212 w 418927"/>
                <a:gd name="csY390" fmla="*/ 95160 h 138102"/>
                <a:gd name="csX391" fmla="*/ 36468 w 418927"/>
                <a:gd name="csY391" fmla="*/ 92482 h 138102"/>
                <a:gd name="csX392" fmla="*/ 35950 w 418927"/>
                <a:gd name="csY392" fmla="*/ 89690 h 138102"/>
                <a:gd name="csX393" fmla="*/ 35304 w 418927"/>
                <a:gd name="csY393" fmla="*/ 87331 h 138102"/>
                <a:gd name="csX394" fmla="*/ 31363 w 418927"/>
                <a:gd name="csY394" fmla="*/ 82682 h 138102"/>
                <a:gd name="csX395" fmla="*/ 29430 w 418927"/>
                <a:gd name="csY395" fmla="*/ 79441 h 138102"/>
                <a:gd name="csX396" fmla="*/ 25724 w 418927"/>
                <a:gd name="csY396" fmla="*/ 76207 h 138102"/>
                <a:gd name="csX397" fmla="*/ 24241 w 418927"/>
                <a:gd name="csY397" fmla="*/ 74343 h 138102"/>
                <a:gd name="csX398" fmla="*/ 22826 w 418927"/>
                <a:gd name="csY398" fmla="*/ 72182 h 138102"/>
                <a:gd name="csX399" fmla="*/ 23709 w 418927"/>
                <a:gd name="csY399" fmla="*/ 71421 h 138102"/>
                <a:gd name="csX400" fmla="*/ 24530 w 418927"/>
                <a:gd name="csY400" fmla="*/ 70965 h 138102"/>
                <a:gd name="csX401" fmla="*/ 23777 w 418927"/>
                <a:gd name="csY401" fmla="*/ 69390 h 138102"/>
                <a:gd name="csX402" fmla="*/ 21654 w 418927"/>
                <a:gd name="csY402" fmla="*/ 66659 h 138102"/>
                <a:gd name="csX403" fmla="*/ 20665 w 418927"/>
                <a:gd name="csY403" fmla="*/ 63516 h 138102"/>
                <a:gd name="csX404" fmla="*/ 20665 w 418927"/>
                <a:gd name="csY404" fmla="*/ 57582 h 138102"/>
                <a:gd name="csX405" fmla="*/ 17652 w 418927"/>
                <a:gd name="csY405" fmla="*/ 49235 h 138102"/>
                <a:gd name="csX406" fmla="*/ 15073 w 418927"/>
                <a:gd name="csY406" fmla="*/ 37662 h 138102"/>
                <a:gd name="csX407" fmla="*/ 15537 w 418927"/>
                <a:gd name="csY407" fmla="*/ 33607 h 138102"/>
                <a:gd name="csX408" fmla="*/ 14875 w 418927"/>
                <a:gd name="csY408" fmla="*/ 29209 h 138102"/>
                <a:gd name="csX409" fmla="*/ 13163 w 418927"/>
                <a:gd name="csY409" fmla="*/ 24979 h 138102"/>
                <a:gd name="csX410" fmla="*/ 10926 w 418927"/>
                <a:gd name="csY410" fmla="*/ 21958 h 138102"/>
                <a:gd name="csX411" fmla="*/ 10089 w 418927"/>
                <a:gd name="csY411" fmla="*/ 19447 h 138102"/>
                <a:gd name="csX412" fmla="*/ 10492 w 418927"/>
                <a:gd name="csY412" fmla="*/ 18451 h 138102"/>
                <a:gd name="csX413" fmla="*/ 10987 w 418927"/>
                <a:gd name="csY413" fmla="*/ 15187 h 138102"/>
                <a:gd name="csX414" fmla="*/ 11321 w 418927"/>
                <a:gd name="csY414" fmla="*/ 14540 h 138102"/>
                <a:gd name="csX415" fmla="*/ 12166 w 418927"/>
                <a:gd name="csY415" fmla="*/ 14228 h 138102"/>
                <a:gd name="csX416" fmla="*/ 13125 w 418927"/>
                <a:gd name="csY416" fmla="*/ 14312 h 138102"/>
                <a:gd name="csX417" fmla="*/ 14913 w 418927"/>
                <a:gd name="csY417" fmla="*/ 17150 h 138102"/>
                <a:gd name="csX418" fmla="*/ 19577 w 418927"/>
                <a:gd name="csY418" fmla="*/ 18907 h 138102"/>
                <a:gd name="csX419" fmla="*/ 20984 w 418927"/>
                <a:gd name="csY419" fmla="*/ 19326 h 138102"/>
                <a:gd name="csX420" fmla="*/ 22818 w 418927"/>
                <a:gd name="csY420" fmla="*/ 18626 h 138102"/>
                <a:gd name="csX421" fmla="*/ 23647 w 418927"/>
                <a:gd name="csY421" fmla="*/ 19067 h 138102"/>
                <a:gd name="csX422" fmla="*/ 24485 w 418927"/>
                <a:gd name="csY422" fmla="*/ 19790 h 138102"/>
                <a:gd name="csX423" fmla="*/ 24964 w 418927"/>
                <a:gd name="csY423" fmla="*/ 21814 h 138102"/>
                <a:gd name="csX424" fmla="*/ 26189 w 418927"/>
                <a:gd name="csY424" fmla="*/ 23655 h 138102"/>
                <a:gd name="csX425" fmla="*/ 28638 w 418927"/>
                <a:gd name="csY425" fmla="*/ 23389 h 138102"/>
                <a:gd name="csX426" fmla="*/ 29506 w 418927"/>
                <a:gd name="csY426" fmla="*/ 23655 h 138102"/>
                <a:gd name="csX427" fmla="*/ 30016 w 418927"/>
                <a:gd name="csY427" fmla="*/ 23708 h 138102"/>
                <a:gd name="csX428" fmla="*/ 30495 w 418927"/>
                <a:gd name="csY428" fmla="*/ 25337 h 138102"/>
                <a:gd name="csX429" fmla="*/ 30716 w 418927"/>
                <a:gd name="csY429" fmla="*/ 28167 h 138102"/>
                <a:gd name="csX430" fmla="*/ 30488 w 418927"/>
                <a:gd name="csY430" fmla="*/ 29810 h 138102"/>
                <a:gd name="csX431" fmla="*/ 28723 w 418927"/>
                <a:gd name="csY431" fmla="*/ 32161 h 138102"/>
                <a:gd name="csX432" fmla="*/ 28487 w 418927"/>
                <a:gd name="csY432" fmla="*/ 33759 h 138102"/>
                <a:gd name="csX433" fmla="*/ 29415 w 418927"/>
                <a:gd name="csY433" fmla="*/ 34748 h 138102"/>
                <a:gd name="csX434" fmla="*/ 30617 w 418927"/>
                <a:gd name="csY434" fmla="*/ 35806 h 138102"/>
                <a:gd name="csX435" fmla="*/ 31309 w 418927"/>
                <a:gd name="csY435" fmla="*/ 36620 h 138102"/>
                <a:gd name="csX436" fmla="*/ 32032 w 418927"/>
                <a:gd name="csY436" fmla="*/ 36483 h 138102"/>
                <a:gd name="csX437" fmla="*/ 32945 w 418927"/>
                <a:gd name="csY437" fmla="*/ 35935 h 138102"/>
                <a:gd name="csX438" fmla="*/ 33782 w 418927"/>
                <a:gd name="csY438" fmla="*/ 34551 h 138102"/>
                <a:gd name="csX439" fmla="*/ 34360 w 418927"/>
                <a:gd name="csY439" fmla="*/ 33364 h 138102"/>
                <a:gd name="csX440" fmla="*/ 37503 w 418927"/>
                <a:gd name="csY440" fmla="*/ 32040 h 138102"/>
                <a:gd name="csX441" fmla="*/ 40752 w 418927"/>
                <a:gd name="csY441" fmla="*/ 30845 h 138102"/>
                <a:gd name="csX442" fmla="*/ 41193 w 418927"/>
                <a:gd name="csY442" fmla="*/ 30967 h 138102"/>
                <a:gd name="csX443" fmla="*/ 41718 w 418927"/>
                <a:gd name="csY443" fmla="*/ 31492 h 138102"/>
                <a:gd name="csX444" fmla="*/ 42753 w 418927"/>
                <a:gd name="csY444" fmla="*/ 33227 h 138102"/>
                <a:gd name="csX445" fmla="*/ 43361 w 418927"/>
                <a:gd name="csY445" fmla="*/ 33592 h 138102"/>
                <a:gd name="csX446" fmla="*/ 44236 w 418927"/>
                <a:gd name="csY446" fmla="*/ 33767 h 138102"/>
                <a:gd name="csX447" fmla="*/ 45758 w 418927"/>
                <a:gd name="csY447" fmla="*/ 33584 h 138102"/>
                <a:gd name="csX448" fmla="*/ 47523 w 418927"/>
                <a:gd name="csY448" fmla="*/ 32603 h 138102"/>
                <a:gd name="csX449" fmla="*/ 48451 w 418927"/>
                <a:gd name="csY449" fmla="*/ 30769 h 138102"/>
                <a:gd name="csX450" fmla="*/ 48862 w 418927"/>
                <a:gd name="csY450" fmla="*/ 29323 h 138102"/>
                <a:gd name="csX451" fmla="*/ 51403 w 418927"/>
                <a:gd name="csY451" fmla="*/ 26820 h 138102"/>
                <a:gd name="csX452" fmla="*/ 51685 w 418927"/>
                <a:gd name="csY452" fmla="*/ 24941 h 138102"/>
                <a:gd name="csX453" fmla="*/ 52415 w 418927"/>
                <a:gd name="csY453" fmla="*/ 23701 h 138102"/>
                <a:gd name="csX454" fmla="*/ 4306 w 418927"/>
                <a:gd name="csY454" fmla="*/ 18930 h 138102"/>
                <a:gd name="csX455" fmla="*/ 5813 w 418927"/>
                <a:gd name="csY455" fmla="*/ 21220 h 138102"/>
                <a:gd name="csX456" fmla="*/ 5060 w 418927"/>
                <a:gd name="csY456" fmla="*/ 22240 h 138102"/>
                <a:gd name="csX457" fmla="*/ 4679 w 418927"/>
                <a:gd name="csY457" fmla="*/ 22537 h 138102"/>
                <a:gd name="csX458" fmla="*/ 3774 w 418927"/>
                <a:gd name="csY458" fmla="*/ 22202 h 138102"/>
                <a:gd name="csX459" fmla="*/ 2907 w 418927"/>
                <a:gd name="csY459" fmla="*/ 23077 h 138102"/>
                <a:gd name="csX460" fmla="*/ 2077 w 418927"/>
                <a:gd name="csY460" fmla="*/ 23252 h 138102"/>
                <a:gd name="csX461" fmla="*/ 1248 w 418927"/>
                <a:gd name="csY461" fmla="*/ 21669 h 138102"/>
                <a:gd name="csX462" fmla="*/ 221 w 418927"/>
                <a:gd name="csY462" fmla="*/ 21038 h 138102"/>
                <a:gd name="csX463" fmla="*/ 0 w 418927"/>
                <a:gd name="csY463" fmla="*/ 19942 h 138102"/>
                <a:gd name="csX464" fmla="*/ 1377 w 418927"/>
                <a:gd name="csY464" fmla="*/ 19752 h 138102"/>
                <a:gd name="csX465" fmla="*/ 2199 w 418927"/>
                <a:gd name="csY465" fmla="*/ 20132 h 138102"/>
                <a:gd name="csX466" fmla="*/ 3743 w 418927"/>
                <a:gd name="csY466" fmla="*/ 19371 h 138102"/>
                <a:gd name="csX467" fmla="*/ 4306 w 418927"/>
                <a:gd name="csY467" fmla="*/ 18930 h 138102"/>
                <a:gd name="csX468" fmla="*/ 13718 w 418927"/>
                <a:gd name="csY468" fmla="*/ 43902 h 138102"/>
                <a:gd name="csX469" fmla="*/ 13185 w 418927"/>
                <a:gd name="csY469" fmla="*/ 44495 h 138102"/>
                <a:gd name="csX470" fmla="*/ 11633 w 418927"/>
                <a:gd name="csY470" fmla="*/ 44153 h 138102"/>
                <a:gd name="csX471" fmla="*/ 11907 w 418927"/>
                <a:gd name="csY471" fmla="*/ 40660 h 138102"/>
                <a:gd name="csX472" fmla="*/ 12790 w 418927"/>
                <a:gd name="csY472" fmla="*/ 40211 h 138102"/>
                <a:gd name="csX473" fmla="*/ 14175 w 418927"/>
                <a:gd name="csY473" fmla="*/ 40843 h 138102"/>
                <a:gd name="csX474" fmla="*/ 14783 w 418927"/>
                <a:gd name="csY474" fmla="*/ 41436 h 138102"/>
                <a:gd name="csX475" fmla="*/ 13718 w 418927"/>
                <a:gd name="csY475" fmla="*/ 43902 h 138102"/>
                <a:gd name="csX476" fmla="*/ 389445 w 418927"/>
                <a:gd name="csY476" fmla="*/ 67496 h 138102"/>
                <a:gd name="csX477" fmla="*/ 386470 w 418927"/>
                <a:gd name="csY477" fmla="*/ 67907 h 138102"/>
                <a:gd name="csX478" fmla="*/ 384408 w 418927"/>
                <a:gd name="csY478" fmla="*/ 67861 h 138102"/>
                <a:gd name="csX479" fmla="*/ 384788 w 418927"/>
                <a:gd name="csY479" fmla="*/ 67115 h 138102"/>
                <a:gd name="csX480" fmla="*/ 384689 w 418927"/>
                <a:gd name="csY480" fmla="*/ 66134 h 138102"/>
                <a:gd name="csX481" fmla="*/ 385671 w 418927"/>
                <a:gd name="csY481" fmla="*/ 65875 h 138102"/>
                <a:gd name="csX482" fmla="*/ 386805 w 418927"/>
                <a:gd name="csY482" fmla="*/ 66088 h 138102"/>
                <a:gd name="csX483" fmla="*/ 389445 w 418927"/>
                <a:gd name="csY483" fmla="*/ 67496 h 138102"/>
                <a:gd name="csX484" fmla="*/ 35707 w 418927"/>
                <a:gd name="csY484" fmla="*/ 92946 h 138102"/>
                <a:gd name="csX485" fmla="*/ 34627 w 418927"/>
                <a:gd name="csY485" fmla="*/ 93334 h 138102"/>
                <a:gd name="csX486" fmla="*/ 34565 w 418927"/>
                <a:gd name="csY486" fmla="*/ 92779 h 138102"/>
                <a:gd name="csX487" fmla="*/ 34756 w 418927"/>
                <a:gd name="csY487" fmla="*/ 92003 h 138102"/>
                <a:gd name="csX488" fmla="*/ 35547 w 418927"/>
                <a:gd name="csY488" fmla="*/ 91265 h 138102"/>
                <a:gd name="csX489" fmla="*/ 35912 w 418927"/>
                <a:gd name="csY489" fmla="*/ 91683 h 138102"/>
                <a:gd name="csX490" fmla="*/ 35707 w 418927"/>
                <a:gd name="csY490" fmla="*/ 92946 h 138102"/>
                <a:gd name="csX491" fmla="*/ 97694 w 418927"/>
                <a:gd name="csY491" fmla="*/ 98402 h 138102"/>
                <a:gd name="csX492" fmla="*/ 96659 w 418927"/>
                <a:gd name="csY492" fmla="*/ 98622 h 138102"/>
                <a:gd name="csX493" fmla="*/ 96096 w 418927"/>
                <a:gd name="csY493" fmla="*/ 98478 h 138102"/>
                <a:gd name="csX494" fmla="*/ 95716 w 418927"/>
                <a:gd name="csY494" fmla="*/ 97648 h 138102"/>
                <a:gd name="csX495" fmla="*/ 96583 w 418927"/>
                <a:gd name="csY495" fmla="*/ 95746 h 138102"/>
                <a:gd name="csX496" fmla="*/ 96903 w 418927"/>
                <a:gd name="csY496" fmla="*/ 95426 h 138102"/>
                <a:gd name="csX497" fmla="*/ 97724 w 418927"/>
                <a:gd name="csY497" fmla="*/ 97496 h 138102"/>
                <a:gd name="csX498" fmla="*/ 97694 w 418927"/>
                <a:gd name="csY498" fmla="*/ 98402 h 138102"/>
                <a:gd name="csX499" fmla="*/ 250755 w 418927"/>
                <a:gd name="csY499" fmla="*/ 105120 h 138102"/>
                <a:gd name="csX500" fmla="*/ 250101 w 418927"/>
                <a:gd name="csY500" fmla="*/ 105401 h 138102"/>
                <a:gd name="csX501" fmla="*/ 249089 w 418927"/>
                <a:gd name="csY501" fmla="*/ 104648 h 138102"/>
                <a:gd name="csX502" fmla="*/ 248853 w 418927"/>
                <a:gd name="csY502" fmla="*/ 98204 h 138102"/>
                <a:gd name="csX503" fmla="*/ 249561 w 418927"/>
                <a:gd name="csY503" fmla="*/ 97625 h 138102"/>
                <a:gd name="csX504" fmla="*/ 250025 w 418927"/>
                <a:gd name="csY504" fmla="*/ 97709 h 138102"/>
                <a:gd name="csX505" fmla="*/ 250520 w 418927"/>
                <a:gd name="csY505" fmla="*/ 98881 h 138102"/>
                <a:gd name="csX506" fmla="*/ 250474 w 418927"/>
                <a:gd name="csY506" fmla="*/ 101704 h 138102"/>
                <a:gd name="csX507" fmla="*/ 250565 w 418927"/>
                <a:gd name="csY507" fmla="*/ 104199 h 138102"/>
                <a:gd name="csX508" fmla="*/ 250755 w 418927"/>
                <a:gd name="csY508" fmla="*/ 105120 h 138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Lst>
              <a:rect l="l" t="t" r="r" b="b"/>
              <a:pathLst>
                <a:path w="418927" h="138102">
                  <a:moveTo>
                    <a:pt x="373581" y="3926"/>
                  </a:moveTo>
                  <a:lnTo>
                    <a:pt x="372280" y="5052"/>
                  </a:lnTo>
                  <a:lnTo>
                    <a:pt x="371838" y="3690"/>
                  </a:lnTo>
                  <a:lnTo>
                    <a:pt x="371930" y="1940"/>
                  </a:lnTo>
                  <a:lnTo>
                    <a:pt x="373687" y="312"/>
                  </a:lnTo>
                  <a:lnTo>
                    <a:pt x="376190" y="0"/>
                  </a:lnTo>
                  <a:lnTo>
                    <a:pt x="376548" y="1301"/>
                  </a:lnTo>
                  <a:lnTo>
                    <a:pt x="376251" y="2792"/>
                  </a:lnTo>
                  <a:lnTo>
                    <a:pt x="375666" y="3561"/>
                  </a:lnTo>
                  <a:lnTo>
                    <a:pt x="373581" y="3926"/>
                  </a:lnTo>
                  <a:close/>
                  <a:moveTo>
                    <a:pt x="382825" y="67830"/>
                  </a:moveTo>
                  <a:lnTo>
                    <a:pt x="382034" y="67815"/>
                  </a:lnTo>
                  <a:lnTo>
                    <a:pt x="380193" y="67359"/>
                  </a:lnTo>
                  <a:lnTo>
                    <a:pt x="376495" y="65099"/>
                  </a:lnTo>
                  <a:lnTo>
                    <a:pt x="372714" y="64300"/>
                  </a:lnTo>
                  <a:lnTo>
                    <a:pt x="367220" y="64232"/>
                  </a:lnTo>
                  <a:lnTo>
                    <a:pt x="364116" y="63912"/>
                  </a:lnTo>
                  <a:lnTo>
                    <a:pt x="362853" y="64247"/>
                  </a:lnTo>
                  <a:lnTo>
                    <a:pt x="361787" y="64262"/>
                  </a:lnTo>
                  <a:lnTo>
                    <a:pt x="361019" y="63806"/>
                  </a:lnTo>
                  <a:lnTo>
                    <a:pt x="360205" y="63577"/>
                  </a:lnTo>
                  <a:lnTo>
                    <a:pt x="358059" y="64909"/>
                  </a:lnTo>
                  <a:lnTo>
                    <a:pt x="357063" y="64505"/>
                  </a:lnTo>
                  <a:lnTo>
                    <a:pt x="356051" y="63942"/>
                  </a:lnTo>
                  <a:lnTo>
                    <a:pt x="354255" y="63760"/>
                  </a:lnTo>
                  <a:lnTo>
                    <a:pt x="352079" y="63920"/>
                  </a:lnTo>
                  <a:lnTo>
                    <a:pt x="349675" y="65289"/>
                  </a:lnTo>
                  <a:lnTo>
                    <a:pt x="346997" y="64057"/>
                  </a:lnTo>
                  <a:lnTo>
                    <a:pt x="346235" y="64072"/>
                  </a:lnTo>
                  <a:lnTo>
                    <a:pt x="345726" y="64391"/>
                  </a:lnTo>
                  <a:lnTo>
                    <a:pt x="344569" y="66080"/>
                  </a:lnTo>
                  <a:lnTo>
                    <a:pt x="342355" y="67366"/>
                  </a:lnTo>
                  <a:lnTo>
                    <a:pt x="341259" y="69733"/>
                  </a:lnTo>
                  <a:lnTo>
                    <a:pt x="340582" y="72000"/>
                  </a:lnTo>
                  <a:lnTo>
                    <a:pt x="339996" y="72784"/>
                  </a:lnTo>
                  <a:lnTo>
                    <a:pt x="339837" y="77158"/>
                  </a:lnTo>
                  <a:lnTo>
                    <a:pt x="339487" y="79274"/>
                  </a:lnTo>
                  <a:lnTo>
                    <a:pt x="340042" y="82066"/>
                  </a:lnTo>
                  <a:lnTo>
                    <a:pt x="339943" y="83268"/>
                  </a:lnTo>
                  <a:lnTo>
                    <a:pt x="338962" y="85056"/>
                  </a:lnTo>
                  <a:lnTo>
                    <a:pt x="338833" y="85467"/>
                  </a:lnTo>
                  <a:lnTo>
                    <a:pt x="338315" y="88305"/>
                  </a:lnTo>
                  <a:lnTo>
                    <a:pt x="338513" y="89066"/>
                  </a:lnTo>
                  <a:lnTo>
                    <a:pt x="338383" y="90017"/>
                  </a:lnTo>
                  <a:lnTo>
                    <a:pt x="337554" y="92010"/>
                  </a:lnTo>
                  <a:lnTo>
                    <a:pt x="336055" y="92558"/>
                  </a:lnTo>
                  <a:lnTo>
                    <a:pt x="334480" y="92870"/>
                  </a:lnTo>
                  <a:lnTo>
                    <a:pt x="333126" y="92193"/>
                  </a:lnTo>
                  <a:lnTo>
                    <a:pt x="331908" y="93289"/>
                  </a:lnTo>
                  <a:lnTo>
                    <a:pt x="330364" y="94978"/>
                  </a:lnTo>
                  <a:lnTo>
                    <a:pt x="329694" y="96119"/>
                  </a:lnTo>
                  <a:lnTo>
                    <a:pt x="329702" y="97177"/>
                  </a:lnTo>
                  <a:lnTo>
                    <a:pt x="329862" y="97884"/>
                  </a:lnTo>
                  <a:lnTo>
                    <a:pt x="329542" y="98615"/>
                  </a:lnTo>
                  <a:lnTo>
                    <a:pt x="329504" y="99391"/>
                  </a:lnTo>
                  <a:lnTo>
                    <a:pt x="329580" y="100509"/>
                  </a:lnTo>
                  <a:lnTo>
                    <a:pt x="330630" y="100973"/>
                  </a:lnTo>
                  <a:lnTo>
                    <a:pt x="331726" y="101940"/>
                  </a:lnTo>
                  <a:lnTo>
                    <a:pt x="331688" y="102868"/>
                  </a:lnTo>
                  <a:lnTo>
                    <a:pt x="331087" y="103507"/>
                  </a:lnTo>
                  <a:lnTo>
                    <a:pt x="329710" y="104496"/>
                  </a:lnTo>
                  <a:lnTo>
                    <a:pt x="327199" y="106520"/>
                  </a:lnTo>
                  <a:lnTo>
                    <a:pt x="324369" y="108247"/>
                  </a:lnTo>
                  <a:lnTo>
                    <a:pt x="323296" y="108650"/>
                  </a:lnTo>
                  <a:lnTo>
                    <a:pt x="322908" y="109449"/>
                  </a:lnTo>
                  <a:lnTo>
                    <a:pt x="322710" y="110522"/>
                  </a:lnTo>
                  <a:lnTo>
                    <a:pt x="323334" y="112873"/>
                  </a:lnTo>
                  <a:lnTo>
                    <a:pt x="323927" y="113565"/>
                  </a:lnTo>
                  <a:lnTo>
                    <a:pt x="324239" y="114387"/>
                  </a:lnTo>
                  <a:lnTo>
                    <a:pt x="323859" y="115369"/>
                  </a:lnTo>
                  <a:lnTo>
                    <a:pt x="323585" y="116213"/>
                  </a:lnTo>
                  <a:lnTo>
                    <a:pt x="322542" y="116746"/>
                  </a:lnTo>
                  <a:lnTo>
                    <a:pt x="321523" y="117134"/>
                  </a:lnTo>
                  <a:lnTo>
                    <a:pt x="321150" y="117803"/>
                  </a:lnTo>
                  <a:lnTo>
                    <a:pt x="320617" y="120618"/>
                  </a:lnTo>
                  <a:lnTo>
                    <a:pt x="320001" y="122087"/>
                  </a:lnTo>
                  <a:lnTo>
                    <a:pt x="318616" y="124271"/>
                  </a:lnTo>
                  <a:lnTo>
                    <a:pt x="318152" y="125267"/>
                  </a:lnTo>
                  <a:lnTo>
                    <a:pt x="317437" y="125587"/>
                  </a:lnTo>
                  <a:lnTo>
                    <a:pt x="314759" y="124567"/>
                  </a:lnTo>
                  <a:lnTo>
                    <a:pt x="312362" y="125184"/>
                  </a:lnTo>
                  <a:lnTo>
                    <a:pt x="309182" y="125579"/>
                  </a:lnTo>
                  <a:lnTo>
                    <a:pt x="306488" y="125518"/>
                  </a:lnTo>
                  <a:lnTo>
                    <a:pt x="304411" y="125967"/>
                  </a:lnTo>
                  <a:lnTo>
                    <a:pt x="302981" y="127116"/>
                  </a:lnTo>
                  <a:lnTo>
                    <a:pt x="301383" y="128570"/>
                  </a:lnTo>
                  <a:lnTo>
                    <a:pt x="299702" y="129650"/>
                  </a:lnTo>
                  <a:lnTo>
                    <a:pt x="298431" y="130175"/>
                  </a:lnTo>
                  <a:lnTo>
                    <a:pt x="296103" y="128638"/>
                  </a:lnTo>
                  <a:lnTo>
                    <a:pt x="294924" y="128775"/>
                  </a:lnTo>
                  <a:lnTo>
                    <a:pt x="292808" y="128242"/>
                  </a:lnTo>
                  <a:lnTo>
                    <a:pt x="287840" y="126523"/>
                  </a:lnTo>
                  <a:lnTo>
                    <a:pt x="286615" y="126021"/>
                  </a:lnTo>
                  <a:lnTo>
                    <a:pt x="285291" y="125975"/>
                  </a:lnTo>
                  <a:lnTo>
                    <a:pt x="284895" y="125480"/>
                  </a:lnTo>
                  <a:lnTo>
                    <a:pt x="285101" y="124651"/>
                  </a:lnTo>
                  <a:lnTo>
                    <a:pt x="284895" y="123555"/>
                  </a:lnTo>
                  <a:lnTo>
                    <a:pt x="283929" y="123145"/>
                  </a:lnTo>
                  <a:lnTo>
                    <a:pt x="273954" y="123312"/>
                  </a:lnTo>
                  <a:lnTo>
                    <a:pt x="271078" y="124255"/>
                  </a:lnTo>
                  <a:lnTo>
                    <a:pt x="269138" y="125001"/>
                  </a:lnTo>
                  <a:lnTo>
                    <a:pt x="267753" y="125861"/>
                  </a:lnTo>
                  <a:lnTo>
                    <a:pt x="267357" y="127999"/>
                  </a:lnTo>
                  <a:lnTo>
                    <a:pt x="266528" y="130007"/>
                  </a:lnTo>
                  <a:lnTo>
                    <a:pt x="265455" y="132138"/>
                  </a:lnTo>
                  <a:lnTo>
                    <a:pt x="262138" y="132777"/>
                  </a:lnTo>
                  <a:lnTo>
                    <a:pt x="259703" y="134930"/>
                  </a:lnTo>
                  <a:lnTo>
                    <a:pt x="258866" y="135189"/>
                  </a:lnTo>
                  <a:lnTo>
                    <a:pt x="257192" y="134877"/>
                  </a:lnTo>
                  <a:lnTo>
                    <a:pt x="255397" y="134702"/>
                  </a:lnTo>
                  <a:lnTo>
                    <a:pt x="254103" y="135303"/>
                  </a:lnTo>
                  <a:lnTo>
                    <a:pt x="252742" y="135273"/>
                  </a:lnTo>
                  <a:lnTo>
                    <a:pt x="248549" y="134268"/>
                  </a:lnTo>
                  <a:lnTo>
                    <a:pt x="244585" y="134109"/>
                  </a:lnTo>
                  <a:lnTo>
                    <a:pt x="242341" y="134618"/>
                  </a:lnTo>
                  <a:lnTo>
                    <a:pt x="241100" y="134809"/>
                  </a:lnTo>
                  <a:lnTo>
                    <a:pt x="234199" y="137761"/>
                  </a:lnTo>
                  <a:lnTo>
                    <a:pt x="231864" y="138103"/>
                  </a:lnTo>
                  <a:lnTo>
                    <a:pt x="230920" y="137677"/>
                  </a:lnTo>
                  <a:lnTo>
                    <a:pt x="229588" y="136467"/>
                  </a:lnTo>
                  <a:lnTo>
                    <a:pt x="227801" y="135257"/>
                  </a:lnTo>
                  <a:lnTo>
                    <a:pt x="223517" y="131141"/>
                  </a:lnTo>
                  <a:lnTo>
                    <a:pt x="221934" y="130175"/>
                  </a:lnTo>
                  <a:lnTo>
                    <a:pt x="220884" y="129186"/>
                  </a:lnTo>
                  <a:lnTo>
                    <a:pt x="219888" y="128006"/>
                  </a:lnTo>
                  <a:lnTo>
                    <a:pt x="218465" y="126736"/>
                  </a:lnTo>
                  <a:lnTo>
                    <a:pt x="217171" y="125861"/>
                  </a:lnTo>
                  <a:lnTo>
                    <a:pt x="215421" y="124080"/>
                  </a:lnTo>
                  <a:lnTo>
                    <a:pt x="213679" y="122133"/>
                  </a:lnTo>
                  <a:lnTo>
                    <a:pt x="213283" y="118701"/>
                  </a:lnTo>
                  <a:lnTo>
                    <a:pt x="211898" y="118070"/>
                  </a:lnTo>
                  <a:lnTo>
                    <a:pt x="211427" y="117172"/>
                  </a:lnTo>
                  <a:lnTo>
                    <a:pt x="211214" y="116160"/>
                  </a:lnTo>
                  <a:lnTo>
                    <a:pt x="213139" y="113375"/>
                  </a:lnTo>
                  <a:lnTo>
                    <a:pt x="214539" y="116320"/>
                  </a:lnTo>
                  <a:lnTo>
                    <a:pt x="215071" y="116974"/>
                  </a:lnTo>
                  <a:lnTo>
                    <a:pt x="218176" y="118960"/>
                  </a:lnTo>
                  <a:lnTo>
                    <a:pt x="220732" y="119949"/>
                  </a:lnTo>
                  <a:lnTo>
                    <a:pt x="223494" y="120352"/>
                  </a:lnTo>
                  <a:lnTo>
                    <a:pt x="226309" y="120436"/>
                  </a:lnTo>
                  <a:lnTo>
                    <a:pt x="227420" y="120299"/>
                  </a:lnTo>
                  <a:lnTo>
                    <a:pt x="228516" y="119903"/>
                  </a:lnTo>
                  <a:lnTo>
                    <a:pt x="229588" y="120329"/>
                  </a:lnTo>
                  <a:lnTo>
                    <a:pt x="235470" y="123548"/>
                  </a:lnTo>
                  <a:lnTo>
                    <a:pt x="237752" y="124126"/>
                  </a:lnTo>
                  <a:lnTo>
                    <a:pt x="240164" y="123883"/>
                  </a:lnTo>
                  <a:lnTo>
                    <a:pt x="241123" y="124202"/>
                  </a:lnTo>
                  <a:lnTo>
                    <a:pt x="244509" y="126675"/>
                  </a:lnTo>
                  <a:lnTo>
                    <a:pt x="245505" y="126972"/>
                  </a:lnTo>
                  <a:lnTo>
                    <a:pt x="247172" y="126781"/>
                  </a:lnTo>
                  <a:lnTo>
                    <a:pt x="245049" y="125655"/>
                  </a:lnTo>
                  <a:lnTo>
                    <a:pt x="243649" y="124856"/>
                  </a:lnTo>
                  <a:lnTo>
                    <a:pt x="243018" y="123350"/>
                  </a:lnTo>
                  <a:lnTo>
                    <a:pt x="243406" y="121745"/>
                  </a:lnTo>
                  <a:lnTo>
                    <a:pt x="244760" y="120672"/>
                  </a:lnTo>
                  <a:lnTo>
                    <a:pt x="245703" y="119508"/>
                  </a:lnTo>
                  <a:lnTo>
                    <a:pt x="246038" y="116038"/>
                  </a:lnTo>
                  <a:lnTo>
                    <a:pt x="246639" y="114281"/>
                  </a:lnTo>
                  <a:lnTo>
                    <a:pt x="247766" y="112614"/>
                  </a:lnTo>
                  <a:lnTo>
                    <a:pt x="248138" y="111001"/>
                  </a:lnTo>
                  <a:lnTo>
                    <a:pt x="246867" y="109769"/>
                  </a:lnTo>
                  <a:lnTo>
                    <a:pt x="246586" y="107654"/>
                  </a:lnTo>
                  <a:lnTo>
                    <a:pt x="246860" y="105904"/>
                  </a:lnTo>
                  <a:lnTo>
                    <a:pt x="247583" y="104709"/>
                  </a:lnTo>
                  <a:lnTo>
                    <a:pt x="248724" y="105500"/>
                  </a:lnTo>
                  <a:lnTo>
                    <a:pt x="249911" y="106231"/>
                  </a:lnTo>
                  <a:lnTo>
                    <a:pt x="251075" y="106155"/>
                  </a:lnTo>
                  <a:lnTo>
                    <a:pt x="251882" y="105865"/>
                  </a:lnTo>
                  <a:lnTo>
                    <a:pt x="252026" y="104960"/>
                  </a:lnTo>
                  <a:lnTo>
                    <a:pt x="251813" y="103385"/>
                  </a:lnTo>
                  <a:lnTo>
                    <a:pt x="251874" y="100494"/>
                  </a:lnTo>
                  <a:lnTo>
                    <a:pt x="253350" y="98181"/>
                  </a:lnTo>
                  <a:lnTo>
                    <a:pt x="255716" y="96591"/>
                  </a:lnTo>
                  <a:lnTo>
                    <a:pt x="257946" y="95830"/>
                  </a:lnTo>
                  <a:lnTo>
                    <a:pt x="266300" y="94536"/>
                  </a:lnTo>
                  <a:lnTo>
                    <a:pt x="279509" y="91227"/>
                  </a:lnTo>
                  <a:lnTo>
                    <a:pt x="283419" y="89948"/>
                  </a:lnTo>
                  <a:lnTo>
                    <a:pt x="284857" y="89287"/>
                  </a:lnTo>
                  <a:lnTo>
                    <a:pt x="286067" y="88366"/>
                  </a:lnTo>
                  <a:lnTo>
                    <a:pt x="288114" y="85429"/>
                  </a:lnTo>
                  <a:lnTo>
                    <a:pt x="291956" y="80795"/>
                  </a:lnTo>
                  <a:lnTo>
                    <a:pt x="294650" y="76991"/>
                  </a:lnTo>
                  <a:lnTo>
                    <a:pt x="300325" y="71444"/>
                  </a:lnTo>
                  <a:lnTo>
                    <a:pt x="304853" y="66301"/>
                  </a:lnTo>
                  <a:lnTo>
                    <a:pt x="305461" y="65335"/>
                  </a:lnTo>
                  <a:lnTo>
                    <a:pt x="306214" y="62527"/>
                  </a:lnTo>
                  <a:lnTo>
                    <a:pt x="306276" y="61203"/>
                  </a:lnTo>
                  <a:lnTo>
                    <a:pt x="306139" y="59864"/>
                  </a:lnTo>
                  <a:lnTo>
                    <a:pt x="306739" y="59240"/>
                  </a:lnTo>
                  <a:lnTo>
                    <a:pt x="307622" y="58867"/>
                  </a:lnTo>
                  <a:lnTo>
                    <a:pt x="307835" y="58867"/>
                  </a:lnTo>
                  <a:lnTo>
                    <a:pt x="308505" y="59453"/>
                  </a:lnTo>
                  <a:lnTo>
                    <a:pt x="310080" y="60267"/>
                  </a:lnTo>
                  <a:lnTo>
                    <a:pt x="311251" y="61317"/>
                  </a:lnTo>
                  <a:lnTo>
                    <a:pt x="312043" y="62672"/>
                  </a:lnTo>
                  <a:lnTo>
                    <a:pt x="312606" y="63935"/>
                  </a:lnTo>
                  <a:lnTo>
                    <a:pt x="312651" y="65015"/>
                  </a:lnTo>
                  <a:lnTo>
                    <a:pt x="313366" y="65898"/>
                  </a:lnTo>
                  <a:lnTo>
                    <a:pt x="315367" y="66050"/>
                  </a:lnTo>
                  <a:lnTo>
                    <a:pt x="316014" y="67161"/>
                  </a:lnTo>
                  <a:lnTo>
                    <a:pt x="317407" y="69071"/>
                  </a:lnTo>
                  <a:lnTo>
                    <a:pt x="318685" y="70448"/>
                  </a:lnTo>
                  <a:lnTo>
                    <a:pt x="319468" y="70980"/>
                  </a:lnTo>
                  <a:lnTo>
                    <a:pt x="320443" y="70691"/>
                  </a:lnTo>
                  <a:lnTo>
                    <a:pt x="321957" y="69436"/>
                  </a:lnTo>
                  <a:lnTo>
                    <a:pt x="323052" y="67899"/>
                  </a:lnTo>
                  <a:lnTo>
                    <a:pt x="323790" y="65822"/>
                  </a:lnTo>
                  <a:lnTo>
                    <a:pt x="323212" y="65517"/>
                  </a:lnTo>
                  <a:lnTo>
                    <a:pt x="324232" y="63950"/>
                  </a:lnTo>
                  <a:lnTo>
                    <a:pt x="324422" y="63128"/>
                  </a:lnTo>
                  <a:lnTo>
                    <a:pt x="323950" y="62375"/>
                  </a:lnTo>
                  <a:lnTo>
                    <a:pt x="323349" y="61622"/>
                  </a:lnTo>
                  <a:lnTo>
                    <a:pt x="323121" y="59727"/>
                  </a:lnTo>
                  <a:lnTo>
                    <a:pt x="322702" y="57315"/>
                  </a:lnTo>
                  <a:lnTo>
                    <a:pt x="322421" y="56220"/>
                  </a:lnTo>
                  <a:lnTo>
                    <a:pt x="323220" y="55436"/>
                  </a:lnTo>
                  <a:lnTo>
                    <a:pt x="324939" y="54439"/>
                  </a:lnTo>
                  <a:lnTo>
                    <a:pt x="326659" y="53283"/>
                  </a:lnTo>
                  <a:lnTo>
                    <a:pt x="328401" y="52355"/>
                  </a:lnTo>
                  <a:lnTo>
                    <a:pt x="328446" y="54028"/>
                  </a:lnTo>
                  <a:lnTo>
                    <a:pt x="328401" y="56790"/>
                  </a:lnTo>
                  <a:lnTo>
                    <a:pt x="328926" y="59103"/>
                  </a:lnTo>
                  <a:lnTo>
                    <a:pt x="330113" y="63197"/>
                  </a:lnTo>
                  <a:lnTo>
                    <a:pt x="331467" y="63752"/>
                  </a:lnTo>
                  <a:lnTo>
                    <a:pt x="333095" y="64117"/>
                  </a:lnTo>
                  <a:lnTo>
                    <a:pt x="334039" y="64003"/>
                  </a:lnTo>
                  <a:lnTo>
                    <a:pt x="334647" y="63729"/>
                  </a:lnTo>
                  <a:lnTo>
                    <a:pt x="334808" y="63402"/>
                  </a:lnTo>
                  <a:lnTo>
                    <a:pt x="333795" y="61797"/>
                  </a:lnTo>
                  <a:lnTo>
                    <a:pt x="333529" y="58015"/>
                  </a:lnTo>
                  <a:lnTo>
                    <a:pt x="332700" y="55535"/>
                  </a:lnTo>
                  <a:lnTo>
                    <a:pt x="331429" y="53062"/>
                  </a:lnTo>
                  <a:lnTo>
                    <a:pt x="330828" y="52362"/>
                  </a:lnTo>
                  <a:lnTo>
                    <a:pt x="335842" y="51662"/>
                  </a:lnTo>
                  <a:lnTo>
                    <a:pt x="336961" y="50886"/>
                  </a:lnTo>
                  <a:lnTo>
                    <a:pt x="338931" y="49189"/>
                  </a:lnTo>
                  <a:lnTo>
                    <a:pt x="339677" y="48238"/>
                  </a:lnTo>
                  <a:lnTo>
                    <a:pt x="340263" y="46093"/>
                  </a:lnTo>
                  <a:lnTo>
                    <a:pt x="337805" y="44822"/>
                  </a:lnTo>
                  <a:lnTo>
                    <a:pt x="336839" y="43194"/>
                  </a:lnTo>
                  <a:lnTo>
                    <a:pt x="336778" y="41436"/>
                  </a:lnTo>
                  <a:lnTo>
                    <a:pt x="339715" y="38164"/>
                  </a:lnTo>
                  <a:lnTo>
                    <a:pt x="340735" y="37381"/>
                  </a:lnTo>
                  <a:lnTo>
                    <a:pt x="341176" y="38545"/>
                  </a:lnTo>
                  <a:lnTo>
                    <a:pt x="342469" y="38842"/>
                  </a:lnTo>
                  <a:lnTo>
                    <a:pt x="343656" y="38887"/>
                  </a:lnTo>
                  <a:lnTo>
                    <a:pt x="344851" y="38819"/>
                  </a:lnTo>
                  <a:lnTo>
                    <a:pt x="346570" y="37168"/>
                  </a:lnTo>
                  <a:lnTo>
                    <a:pt x="347453" y="34794"/>
                  </a:lnTo>
                  <a:lnTo>
                    <a:pt x="350466" y="31439"/>
                  </a:lnTo>
                  <a:lnTo>
                    <a:pt x="351539" y="28867"/>
                  </a:lnTo>
                  <a:lnTo>
                    <a:pt x="352148" y="26173"/>
                  </a:lnTo>
                  <a:lnTo>
                    <a:pt x="359756" y="17804"/>
                  </a:lnTo>
                  <a:lnTo>
                    <a:pt x="360684" y="16503"/>
                  </a:lnTo>
                  <a:lnTo>
                    <a:pt x="365204" y="8080"/>
                  </a:lnTo>
                  <a:lnTo>
                    <a:pt x="365767" y="7799"/>
                  </a:lnTo>
                  <a:lnTo>
                    <a:pt x="366976" y="8613"/>
                  </a:lnTo>
                  <a:lnTo>
                    <a:pt x="367334" y="11291"/>
                  </a:lnTo>
                  <a:lnTo>
                    <a:pt x="367174" y="12455"/>
                  </a:lnTo>
                  <a:lnTo>
                    <a:pt x="366436" y="14190"/>
                  </a:lnTo>
                  <a:lnTo>
                    <a:pt x="366018" y="16001"/>
                  </a:lnTo>
                  <a:lnTo>
                    <a:pt x="366535" y="15963"/>
                  </a:lnTo>
                  <a:lnTo>
                    <a:pt x="368688" y="14860"/>
                  </a:lnTo>
                  <a:lnTo>
                    <a:pt x="370933" y="11915"/>
                  </a:lnTo>
                  <a:lnTo>
                    <a:pt x="372204" y="9366"/>
                  </a:lnTo>
                  <a:lnTo>
                    <a:pt x="373284" y="8255"/>
                  </a:lnTo>
                  <a:lnTo>
                    <a:pt x="375452" y="8879"/>
                  </a:lnTo>
                  <a:lnTo>
                    <a:pt x="375932" y="9321"/>
                  </a:lnTo>
                  <a:lnTo>
                    <a:pt x="375779" y="11154"/>
                  </a:lnTo>
                  <a:lnTo>
                    <a:pt x="375985" y="12219"/>
                  </a:lnTo>
                  <a:lnTo>
                    <a:pt x="376815" y="14494"/>
                  </a:lnTo>
                  <a:lnTo>
                    <a:pt x="378655" y="15879"/>
                  </a:lnTo>
                  <a:lnTo>
                    <a:pt x="381197" y="16747"/>
                  </a:lnTo>
                  <a:lnTo>
                    <a:pt x="383556" y="18009"/>
                  </a:lnTo>
                  <a:lnTo>
                    <a:pt x="384332" y="18839"/>
                  </a:lnTo>
                  <a:lnTo>
                    <a:pt x="384834" y="19835"/>
                  </a:lnTo>
                  <a:lnTo>
                    <a:pt x="385351" y="21471"/>
                  </a:lnTo>
                  <a:lnTo>
                    <a:pt x="385389" y="23130"/>
                  </a:lnTo>
                  <a:lnTo>
                    <a:pt x="383685" y="24751"/>
                  </a:lnTo>
                  <a:lnTo>
                    <a:pt x="384408" y="27376"/>
                  </a:lnTo>
                  <a:lnTo>
                    <a:pt x="384294" y="28905"/>
                  </a:lnTo>
                  <a:lnTo>
                    <a:pt x="383715" y="30214"/>
                  </a:lnTo>
                  <a:lnTo>
                    <a:pt x="381235" y="31408"/>
                  </a:lnTo>
                  <a:lnTo>
                    <a:pt x="387999" y="30221"/>
                  </a:lnTo>
                  <a:lnTo>
                    <a:pt x="389665" y="29544"/>
                  </a:lnTo>
                  <a:lnTo>
                    <a:pt x="391978" y="27817"/>
                  </a:lnTo>
                  <a:lnTo>
                    <a:pt x="393211" y="29308"/>
                  </a:lnTo>
                  <a:lnTo>
                    <a:pt x="394367" y="31888"/>
                  </a:lnTo>
                  <a:lnTo>
                    <a:pt x="393439" y="32534"/>
                  </a:lnTo>
                  <a:lnTo>
                    <a:pt x="390495" y="33485"/>
                  </a:lnTo>
                  <a:lnTo>
                    <a:pt x="390350" y="33873"/>
                  </a:lnTo>
                  <a:lnTo>
                    <a:pt x="391324" y="35212"/>
                  </a:lnTo>
                  <a:lnTo>
                    <a:pt x="392549" y="35083"/>
                  </a:lnTo>
                  <a:lnTo>
                    <a:pt x="394976" y="34185"/>
                  </a:lnTo>
                  <a:lnTo>
                    <a:pt x="397205" y="32770"/>
                  </a:lnTo>
                  <a:lnTo>
                    <a:pt x="398286" y="32785"/>
                  </a:lnTo>
                  <a:lnTo>
                    <a:pt x="399427" y="33075"/>
                  </a:lnTo>
                  <a:lnTo>
                    <a:pt x="401626" y="33988"/>
                  </a:lnTo>
                  <a:lnTo>
                    <a:pt x="402858" y="34725"/>
                  </a:lnTo>
                  <a:lnTo>
                    <a:pt x="403908" y="35676"/>
                  </a:lnTo>
                  <a:lnTo>
                    <a:pt x="404586" y="37647"/>
                  </a:lnTo>
                  <a:lnTo>
                    <a:pt x="407127" y="38362"/>
                  </a:lnTo>
                  <a:lnTo>
                    <a:pt x="412331" y="41124"/>
                  </a:lnTo>
                  <a:lnTo>
                    <a:pt x="413297" y="41360"/>
                  </a:lnTo>
                  <a:lnTo>
                    <a:pt x="414309" y="41413"/>
                  </a:lnTo>
                  <a:lnTo>
                    <a:pt x="417048" y="41079"/>
                  </a:lnTo>
                  <a:lnTo>
                    <a:pt x="418015" y="41467"/>
                  </a:lnTo>
                  <a:lnTo>
                    <a:pt x="418699" y="42463"/>
                  </a:lnTo>
                  <a:lnTo>
                    <a:pt x="418928" y="43696"/>
                  </a:lnTo>
                  <a:lnTo>
                    <a:pt x="418852" y="45020"/>
                  </a:lnTo>
                  <a:lnTo>
                    <a:pt x="418570" y="46024"/>
                  </a:lnTo>
                  <a:lnTo>
                    <a:pt x="417931" y="46854"/>
                  </a:lnTo>
                  <a:lnTo>
                    <a:pt x="416067" y="48117"/>
                  </a:lnTo>
                  <a:lnTo>
                    <a:pt x="411373" y="49768"/>
                  </a:lnTo>
                  <a:lnTo>
                    <a:pt x="406236" y="51023"/>
                  </a:lnTo>
                  <a:lnTo>
                    <a:pt x="403657" y="50939"/>
                  </a:lnTo>
                  <a:lnTo>
                    <a:pt x="400036" y="49867"/>
                  </a:lnTo>
                  <a:lnTo>
                    <a:pt x="398719" y="50003"/>
                  </a:lnTo>
                  <a:lnTo>
                    <a:pt x="397441" y="50498"/>
                  </a:lnTo>
                  <a:lnTo>
                    <a:pt x="395843" y="53914"/>
                  </a:lnTo>
                  <a:lnTo>
                    <a:pt x="398803" y="57315"/>
                  </a:lnTo>
                  <a:lnTo>
                    <a:pt x="403893" y="60853"/>
                  </a:lnTo>
                  <a:lnTo>
                    <a:pt x="404593" y="61736"/>
                  </a:lnTo>
                  <a:lnTo>
                    <a:pt x="404410" y="62824"/>
                  </a:lnTo>
                  <a:lnTo>
                    <a:pt x="403604" y="63471"/>
                  </a:lnTo>
                  <a:lnTo>
                    <a:pt x="402524" y="63828"/>
                  </a:lnTo>
                  <a:lnTo>
                    <a:pt x="399663" y="64391"/>
                  </a:lnTo>
                  <a:lnTo>
                    <a:pt x="396772" y="64810"/>
                  </a:lnTo>
                  <a:lnTo>
                    <a:pt x="394390" y="65418"/>
                  </a:lnTo>
                  <a:lnTo>
                    <a:pt x="392054" y="66210"/>
                  </a:lnTo>
                  <a:lnTo>
                    <a:pt x="389658" y="65936"/>
                  </a:lnTo>
                  <a:lnTo>
                    <a:pt x="386355" y="64353"/>
                  </a:lnTo>
                  <a:lnTo>
                    <a:pt x="385404" y="64239"/>
                  </a:lnTo>
                  <a:lnTo>
                    <a:pt x="384400" y="65053"/>
                  </a:lnTo>
                  <a:lnTo>
                    <a:pt x="383419" y="67275"/>
                  </a:lnTo>
                  <a:lnTo>
                    <a:pt x="382825" y="67830"/>
                  </a:lnTo>
                  <a:close/>
                  <a:moveTo>
                    <a:pt x="52415" y="23701"/>
                  </a:moveTo>
                  <a:lnTo>
                    <a:pt x="56106" y="24530"/>
                  </a:lnTo>
                  <a:lnTo>
                    <a:pt x="57521" y="25200"/>
                  </a:lnTo>
                  <a:lnTo>
                    <a:pt x="61667" y="31804"/>
                  </a:lnTo>
                  <a:lnTo>
                    <a:pt x="67130" y="36445"/>
                  </a:lnTo>
                  <a:lnTo>
                    <a:pt x="69451" y="38180"/>
                  </a:lnTo>
                  <a:lnTo>
                    <a:pt x="71239" y="39002"/>
                  </a:lnTo>
                  <a:lnTo>
                    <a:pt x="73682" y="41482"/>
                  </a:lnTo>
                  <a:lnTo>
                    <a:pt x="75812" y="44601"/>
                  </a:lnTo>
                  <a:lnTo>
                    <a:pt x="80483" y="53374"/>
                  </a:lnTo>
                  <a:lnTo>
                    <a:pt x="81290" y="57224"/>
                  </a:lnTo>
                  <a:lnTo>
                    <a:pt x="81610" y="63098"/>
                  </a:lnTo>
                  <a:lnTo>
                    <a:pt x="80582" y="71954"/>
                  </a:lnTo>
                  <a:lnTo>
                    <a:pt x="79327" y="76367"/>
                  </a:lnTo>
                  <a:lnTo>
                    <a:pt x="79570" y="78452"/>
                  </a:lnTo>
                  <a:lnTo>
                    <a:pt x="81290" y="81648"/>
                  </a:lnTo>
                  <a:lnTo>
                    <a:pt x="80773" y="84668"/>
                  </a:lnTo>
                  <a:lnTo>
                    <a:pt x="81107" y="87179"/>
                  </a:lnTo>
                  <a:lnTo>
                    <a:pt x="80985" y="94133"/>
                  </a:lnTo>
                  <a:lnTo>
                    <a:pt x="81959" y="96187"/>
                  </a:lnTo>
                  <a:lnTo>
                    <a:pt x="83070" y="97496"/>
                  </a:lnTo>
                  <a:lnTo>
                    <a:pt x="88937" y="101620"/>
                  </a:lnTo>
                  <a:lnTo>
                    <a:pt x="89370" y="103149"/>
                  </a:lnTo>
                  <a:lnTo>
                    <a:pt x="92261" y="108399"/>
                  </a:lnTo>
                  <a:lnTo>
                    <a:pt x="97618" y="119827"/>
                  </a:lnTo>
                  <a:lnTo>
                    <a:pt x="99109" y="124963"/>
                  </a:lnTo>
                  <a:lnTo>
                    <a:pt x="98942" y="126348"/>
                  </a:lnTo>
                  <a:lnTo>
                    <a:pt x="98295" y="126918"/>
                  </a:lnTo>
                  <a:lnTo>
                    <a:pt x="96720" y="127421"/>
                  </a:lnTo>
                  <a:lnTo>
                    <a:pt x="95404" y="126416"/>
                  </a:lnTo>
                  <a:lnTo>
                    <a:pt x="94963" y="125701"/>
                  </a:lnTo>
                  <a:lnTo>
                    <a:pt x="95100" y="124803"/>
                  </a:lnTo>
                  <a:lnTo>
                    <a:pt x="94582" y="123921"/>
                  </a:lnTo>
                  <a:lnTo>
                    <a:pt x="93296" y="122871"/>
                  </a:lnTo>
                  <a:lnTo>
                    <a:pt x="92558" y="121927"/>
                  </a:lnTo>
                  <a:lnTo>
                    <a:pt x="92764" y="123487"/>
                  </a:lnTo>
                  <a:lnTo>
                    <a:pt x="92771" y="125511"/>
                  </a:lnTo>
                  <a:lnTo>
                    <a:pt x="91136" y="125686"/>
                  </a:lnTo>
                  <a:lnTo>
                    <a:pt x="89043" y="125054"/>
                  </a:lnTo>
                  <a:lnTo>
                    <a:pt x="86426" y="125625"/>
                  </a:lnTo>
                  <a:lnTo>
                    <a:pt x="83337" y="128105"/>
                  </a:lnTo>
                  <a:lnTo>
                    <a:pt x="81853" y="128174"/>
                  </a:lnTo>
                  <a:lnTo>
                    <a:pt x="80727" y="126043"/>
                  </a:lnTo>
                  <a:lnTo>
                    <a:pt x="80149" y="124598"/>
                  </a:lnTo>
                  <a:lnTo>
                    <a:pt x="79228" y="123578"/>
                  </a:lnTo>
                  <a:lnTo>
                    <a:pt x="69405" y="118351"/>
                  </a:lnTo>
                  <a:lnTo>
                    <a:pt x="65776" y="117012"/>
                  </a:lnTo>
                  <a:lnTo>
                    <a:pt x="61957" y="113048"/>
                  </a:lnTo>
                  <a:lnTo>
                    <a:pt x="53359" y="108673"/>
                  </a:lnTo>
                  <a:lnTo>
                    <a:pt x="47896" y="104405"/>
                  </a:lnTo>
                  <a:lnTo>
                    <a:pt x="45575" y="101772"/>
                  </a:lnTo>
                  <a:lnTo>
                    <a:pt x="39990" y="99436"/>
                  </a:lnTo>
                  <a:lnTo>
                    <a:pt x="37586" y="96682"/>
                  </a:lnTo>
                  <a:lnTo>
                    <a:pt x="36399" y="96142"/>
                  </a:lnTo>
                  <a:lnTo>
                    <a:pt x="35212" y="95160"/>
                  </a:lnTo>
                  <a:lnTo>
                    <a:pt x="36468" y="92482"/>
                  </a:lnTo>
                  <a:lnTo>
                    <a:pt x="35950" y="89690"/>
                  </a:lnTo>
                  <a:lnTo>
                    <a:pt x="35304" y="87331"/>
                  </a:lnTo>
                  <a:lnTo>
                    <a:pt x="31363" y="82682"/>
                  </a:lnTo>
                  <a:lnTo>
                    <a:pt x="29430" y="79441"/>
                  </a:lnTo>
                  <a:lnTo>
                    <a:pt x="25724" y="76207"/>
                  </a:lnTo>
                  <a:lnTo>
                    <a:pt x="24241" y="74343"/>
                  </a:lnTo>
                  <a:lnTo>
                    <a:pt x="22826" y="72182"/>
                  </a:lnTo>
                  <a:lnTo>
                    <a:pt x="23709" y="71421"/>
                  </a:lnTo>
                  <a:lnTo>
                    <a:pt x="24530" y="70965"/>
                  </a:lnTo>
                  <a:lnTo>
                    <a:pt x="23777" y="69390"/>
                  </a:lnTo>
                  <a:lnTo>
                    <a:pt x="21654" y="66659"/>
                  </a:lnTo>
                  <a:lnTo>
                    <a:pt x="20665" y="63516"/>
                  </a:lnTo>
                  <a:lnTo>
                    <a:pt x="20665" y="57582"/>
                  </a:lnTo>
                  <a:lnTo>
                    <a:pt x="17652" y="49235"/>
                  </a:lnTo>
                  <a:lnTo>
                    <a:pt x="15073" y="37662"/>
                  </a:lnTo>
                  <a:lnTo>
                    <a:pt x="15537" y="33607"/>
                  </a:lnTo>
                  <a:lnTo>
                    <a:pt x="14875" y="29209"/>
                  </a:lnTo>
                  <a:lnTo>
                    <a:pt x="13163" y="24979"/>
                  </a:lnTo>
                  <a:lnTo>
                    <a:pt x="10926" y="21958"/>
                  </a:lnTo>
                  <a:lnTo>
                    <a:pt x="10089" y="19447"/>
                  </a:lnTo>
                  <a:lnTo>
                    <a:pt x="10492" y="18451"/>
                  </a:lnTo>
                  <a:lnTo>
                    <a:pt x="10987" y="15187"/>
                  </a:lnTo>
                  <a:lnTo>
                    <a:pt x="11321" y="14540"/>
                  </a:lnTo>
                  <a:lnTo>
                    <a:pt x="12166" y="14228"/>
                  </a:lnTo>
                  <a:lnTo>
                    <a:pt x="13125" y="14312"/>
                  </a:lnTo>
                  <a:lnTo>
                    <a:pt x="14913" y="17150"/>
                  </a:lnTo>
                  <a:lnTo>
                    <a:pt x="19577" y="18907"/>
                  </a:lnTo>
                  <a:lnTo>
                    <a:pt x="20984" y="19326"/>
                  </a:lnTo>
                  <a:lnTo>
                    <a:pt x="22818" y="18626"/>
                  </a:lnTo>
                  <a:lnTo>
                    <a:pt x="23647" y="19067"/>
                  </a:lnTo>
                  <a:lnTo>
                    <a:pt x="24485" y="19790"/>
                  </a:lnTo>
                  <a:lnTo>
                    <a:pt x="24964" y="21814"/>
                  </a:lnTo>
                  <a:lnTo>
                    <a:pt x="26189" y="23655"/>
                  </a:lnTo>
                  <a:lnTo>
                    <a:pt x="28638" y="23389"/>
                  </a:lnTo>
                  <a:lnTo>
                    <a:pt x="29506" y="23655"/>
                  </a:lnTo>
                  <a:lnTo>
                    <a:pt x="30016" y="23708"/>
                  </a:lnTo>
                  <a:lnTo>
                    <a:pt x="30495" y="25337"/>
                  </a:lnTo>
                  <a:lnTo>
                    <a:pt x="30716" y="28167"/>
                  </a:lnTo>
                  <a:lnTo>
                    <a:pt x="30488" y="29810"/>
                  </a:lnTo>
                  <a:lnTo>
                    <a:pt x="28723" y="32161"/>
                  </a:lnTo>
                  <a:lnTo>
                    <a:pt x="28487" y="33759"/>
                  </a:lnTo>
                  <a:lnTo>
                    <a:pt x="29415" y="34748"/>
                  </a:lnTo>
                  <a:lnTo>
                    <a:pt x="30617" y="35806"/>
                  </a:lnTo>
                  <a:lnTo>
                    <a:pt x="31309" y="36620"/>
                  </a:lnTo>
                  <a:lnTo>
                    <a:pt x="32032" y="36483"/>
                  </a:lnTo>
                  <a:lnTo>
                    <a:pt x="32945" y="35935"/>
                  </a:lnTo>
                  <a:lnTo>
                    <a:pt x="33782" y="34551"/>
                  </a:lnTo>
                  <a:lnTo>
                    <a:pt x="34360" y="33364"/>
                  </a:lnTo>
                  <a:lnTo>
                    <a:pt x="37503" y="32040"/>
                  </a:lnTo>
                  <a:lnTo>
                    <a:pt x="40752" y="30845"/>
                  </a:lnTo>
                  <a:lnTo>
                    <a:pt x="41193" y="30967"/>
                  </a:lnTo>
                  <a:lnTo>
                    <a:pt x="41718" y="31492"/>
                  </a:lnTo>
                  <a:lnTo>
                    <a:pt x="42753" y="33227"/>
                  </a:lnTo>
                  <a:lnTo>
                    <a:pt x="43361" y="33592"/>
                  </a:lnTo>
                  <a:lnTo>
                    <a:pt x="44236" y="33767"/>
                  </a:lnTo>
                  <a:lnTo>
                    <a:pt x="45758" y="33584"/>
                  </a:lnTo>
                  <a:lnTo>
                    <a:pt x="47523" y="32603"/>
                  </a:lnTo>
                  <a:lnTo>
                    <a:pt x="48451" y="30769"/>
                  </a:lnTo>
                  <a:lnTo>
                    <a:pt x="48862" y="29323"/>
                  </a:lnTo>
                  <a:lnTo>
                    <a:pt x="51403" y="26820"/>
                  </a:lnTo>
                  <a:lnTo>
                    <a:pt x="51685" y="24941"/>
                  </a:lnTo>
                  <a:lnTo>
                    <a:pt x="52415" y="23701"/>
                  </a:lnTo>
                  <a:close/>
                  <a:moveTo>
                    <a:pt x="4306" y="18930"/>
                  </a:moveTo>
                  <a:lnTo>
                    <a:pt x="5813" y="21220"/>
                  </a:lnTo>
                  <a:lnTo>
                    <a:pt x="5060" y="22240"/>
                  </a:lnTo>
                  <a:lnTo>
                    <a:pt x="4679" y="22537"/>
                  </a:lnTo>
                  <a:lnTo>
                    <a:pt x="3774" y="22202"/>
                  </a:lnTo>
                  <a:lnTo>
                    <a:pt x="2907" y="23077"/>
                  </a:lnTo>
                  <a:lnTo>
                    <a:pt x="2077" y="23252"/>
                  </a:lnTo>
                  <a:lnTo>
                    <a:pt x="1248" y="21669"/>
                  </a:lnTo>
                  <a:lnTo>
                    <a:pt x="221" y="21038"/>
                  </a:lnTo>
                  <a:lnTo>
                    <a:pt x="0" y="19942"/>
                  </a:lnTo>
                  <a:lnTo>
                    <a:pt x="1377" y="19752"/>
                  </a:lnTo>
                  <a:lnTo>
                    <a:pt x="2199" y="20132"/>
                  </a:lnTo>
                  <a:lnTo>
                    <a:pt x="3743" y="19371"/>
                  </a:lnTo>
                  <a:lnTo>
                    <a:pt x="4306" y="18930"/>
                  </a:lnTo>
                  <a:close/>
                  <a:moveTo>
                    <a:pt x="13718" y="43902"/>
                  </a:moveTo>
                  <a:lnTo>
                    <a:pt x="13185" y="44495"/>
                  </a:lnTo>
                  <a:lnTo>
                    <a:pt x="11633" y="44153"/>
                  </a:lnTo>
                  <a:lnTo>
                    <a:pt x="11907" y="40660"/>
                  </a:lnTo>
                  <a:lnTo>
                    <a:pt x="12790" y="40211"/>
                  </a:lnTo>
                  <a:lnTo>
                    <a:pt x="14175" y="40843"/>
                  </a:lnTo>
                  <a:lnTo>
                    <a:pt x="14783" y="41436"/>
                  </a:lnTo>
                  <a:lnTo>
                    <a:pt x="13718" y="43902"/>
                  </a:lnTo>
                  <a:close/>
                  <a:moveTo>
                    <a:pt x="389445" y="67496"/>
                  </a:moveTo>
                  <a:lnTo>
                    <a:pt x="386470" y="67907"/>
                  </a:lnTo>
                  <a:lnTo>
                    <a:pt x="384408" y="67861"/>
                  </a:lnTo>
                  <a:lnTo>
                    <a:pt x="384788" y="67115"/>
                  </a:lnTo>
                  <a:lnTo>
                    <a:pt x="384689" y="66134"/>
                  </a:lnTo>
                  <a:lnTo>
                    <a:pt x="385671" y="65875"/>
                  </a:lnTo>
                  <a:lnTo>
                    <a:pt x="386805" y="66088"/>
                  </a:lnTo>
                  <a:lnTo>
                    <a:pt x="389445" y="67496"/>
                  </a:lnTo>
                  <a:close/>
                  <a:moveTo>
                    <a:pt x="35707" y="92946"/>
                  </a:moveTo>
                  <a:lnTo>
                    <a:pt x="34627" y="93334"/>
                  </a:lnTo>
                  <a:lnTo>
                    <a:pt x="34565" y="92779"/>
                  </a:lnTo>
                  <a:lnTo>
                    <a:pt x="34756" y="92003"/>
                  </a:lnTo>
                  <a:lnTo>
                    <a:pt x="35547" y="91265"/>
                  </a:lnTo>
                  <a:lnTo>
                    <a:pt x="35912" y="91683"/>
                  </a:lnTo>
                  <a:lnTo>
                    <a:pt x="35707" y="92946"/>
                  </a:lnTo>
                  <a:close/>
                  <a:moveTo>
                    <a:pt x="97694" y="98402"/>
                  </a:moveTo>
                  <a:lnTo>
                    <a:pt x="96659" y="98622"/>
                  </a:lnTo>
                  <a:lnTo>
                    <a:pt x="96096" y="98478"/>
                  </a:lnTo>
                  <a:lnTo>
                    <a:pt x="95716" y="97648"/>
                  </a:lnTo>
                  <a:lnTo>
                    <a:pt x="96583" y="95746"/>
                  </a:lnTo>
                  <a:lnTo>
                    <a:pt x="96903" y="95426"/>
                  </a:lnTo>
                  <a:lnTo>
                    <a:pt x="97724" y="97496"/>
                  </a:lnTo>
                  <a:lnTo>
                    <a:pt x="97694" y="98402"/>
                  </a:lnTo>
                  <a:close/>
                  <a:moveTo>
                    <a:pt x="250755" y="105120"/>
                  </a:moveTo>
                  <a:lnTo>
                    <a:pt x="250101" y="105401"/>
                  </a:lnTo>
                  <a:lnTo>
                    <a:pt x="249089" y="104648"/>
                  </a:lnTo>
                  <a:lnTo>
                    <a:pt x="248853" y="98204"/>
                  </a:lnTo>
                  <a:lnTo>
                    <a:pt x="249561" y="97625"/>
                  </a:lnTo>
                  <a:lnTo>
                    <a:pt x="250025" y="97709"/>
                  </a:lnTo>
                  <a:lnTo>
                    <a:pt x="250520" y="98881"/>
                  </a:lnTo>
                  <a:lnTo>
                    <a:pt x="250474" y="101704"/>
                  </a:lnTo>
                  <a:lnTo>
                    <a:pt x="250565" y="104199"/>
                  </a:lnTo>
                  <a:lnTo>
                    <a:pt x="250755" y="105120"/>
                  </a:lnTo>
                  <a:close/>
                </a:path>
              </a:pathLst>
            </a:custGeom>
            <a:solidFill>
              <a:srgbClr val="2562E8"/>
            </a:solidFill>
            <a:ln w="6168" cap="flat">
              <a:solidFill>
                <a:srgbClr val="2562E8"/>
              </a:solidFill>
              <a:prstDash val="solid"/>
              <a:miter/>
            </a:ln>
          </p:spPr>
          <p:txBody>
            <a:bodyPr/>
            <a:lstStyle/>
            <a:p>
              <a:endParaRPr lang="en-US"/>
            </a:p>
          </p:txBody>
        </p:sp>
        <p:sp>
          <p:nvSpPr>
            <p:cNvPr id="2280" name="Freeform: Shape 2279">
              <a:extLst>
                <a:ext uri="{FF2B5EF4-FFF2-40B4-BE49-F238E27FC236}">
                  <a16:creationId xmlns:a16="http://schemas.microsoft.com/office/drawing/2014/main" id="{310532C9-9C3D-B347-8AD5-44DF6F87EC8B}"/>
                </a:ext>
              </a:extLst>
            </p:cNvPr>
            <p:cNvSpPr/>
            <p:nvPr/>
          </p:nvSpPr>
          <p:spPr>
            <a:xfrm>
              <a:off x="10219228" y="5227442"/>
              <a:ext cx="226849" cy="368931"/>
            </a:xfrm>
            <a:custGeom>
              <a:avLst/>
              <a:gdLst>
                <a:gd name="csX0" fmla="*/ 56866 w 226849"/>
                <a:gd name="csY0" fmla="*/ 368642 h 368931"/>
                <a:gd name="csX1" fmla="*/ 54523 w 226849"/>
                <a:gd name="csY1" fmla="*/ 368680 h 368931"/>
                <a:gd name="csX2" fmla="*/ 50513 w 226849"/>
                <a:gd name="csY2" fmla="*/ 368794 h 368931"/>
                <a:gd name="csX3" fmla="*/ 48140 w 226849"/>
                <a:gd name="csY3" fmla="*/ 368863 h 368931"/>
                <a:gd name="csX4" fmla="*/ 45484 w 226849"/>
                <a:gd name="csY4" fmla="*/ 368931 h 368931"/>
                <a:gd name="csX5" fmla="*/ 42197 w 226849"/>
                <a:gd name="csY5" fmla="*/ 368262 h 368931"/>
                <a:gd name="csX6" fmla="*/ 40348 w 226849"/>
                <a:gd name="csY6" fmla="*/ 368407 h 368931"/>
                <a:gd name="csX7" fmla="*/ 40196 w 226849"/>
                <a:gd name="csY7" fmla="*/ 360805 h 368931"/>
                <a:gd name="csX8" fmla="*/ 39595 w 226849"/>
                <a:gd name="csY8" fmla="*/ 359139 h 368931"/>
                <a:gd name="csX9" fmla="*/ 38963 w 226849"/>
                <a:gd name="csY9" fmla="*/ 356704 h 368931"/>
                <a:gd name="csX10" fmla="*/ 38811 w 226849"/>
                <a:gd name="csY10" fmla="*/ 355144 h 368931"/>
                <a:gd name="csX11" fmla="*/ 39207 w 226849"/>
                <a:gd name="csY11" fmla="*/ 353577 h 368931"/>
                <a:gd name="csX12" fmla="*/ 39397 w 226849"/>
                <a:gd name="csY12" fmla="*/ 351097 h 368931"/>
                <a:gd name="csX13" fmla="*/ 39222 w 226849"/>
                <a:gd name="csY13" fmla="*/ 348921 h 368931"/>
                <a:gd name="csX14" fmla="*/ 37259 w 226849"/>
                <a:gd name="csY14" fmla="*/ 347833 h 368931"/>
                <a:gd name="csX15" fmla="*/ 36826 w 226849"/>
                <a:gd name="csY15" fmla="*/ 347490 h 368931"/>
                <a:gd name="csX16" fmla="*/ 36399 w 226849"/>
                <a:gd name="csY16" fmla="*/ 345786 h 368931"/>
                <a:gd name="csX17" fmla="*/ 36232 w 226849"/>
                <a:gd name="csY17" fmla="*/ 343153 h 368931"/>
                <a:gd name="csX18" fmla="*/ 37609 w 226849"/>
                <a:gd name="csY18" fmla="*/ 339814 h 368931"/>
                <a:gd name="csX19" fmla="*/ 37495 w 226849"/>
                <a:gd name="csY19" fmla="*/ 333399 h 368931"/>
                <a:gd name="csX20" fmla="*/ 37655 w 226849"/>
                <a:gd name="csY20" fmla="*/ 331147 h 368931"/>
                <a:gd name="csX21" fmla="*/ 37632 w 226849"/>
                <a:gd name="csY21" fmla="*/ 326696 h 368931"/>
                <a:gd name="csX22" fmla="*/ 37602 w 226849"/>
                <a:gd name="csY22" fmla="*/ 321317 h 368931"/>
                <a:gd name="csX23" fmla="*/ 37579 w 226849"/>
                <a:gd name="csY23" fmla="*/ 316501 h 368931"/>
                <a:gd name="csX24" fmla="*/ 37632 w 226849"/>
                <a:gd name="csY24" fmla="*/ 312354 h 368931"/>
                <a:gd name="csX25" fmla="*/ 37221 w 226849"/>
                <a:gd name="csY25" fmla="*/ 310391 h 368931"/>
                <a:gd name="csX26" fmla="*/ 36879 w 226849"/>
                <a:gd name="csY26" fmla="*/ 309311 h 368931"/>
                <a:gd name="csX27" fmla="*/ 35966 w 226849"/>
                <a:gd name="csY27" fmla="*/ 307119 h 368931"/>
                <a:gd name="csX28" fmla="*/ 34900 w 226849"/>
                <a:gd name="csY28" fmla="*/ 302562 h 368931"/>
                <a:gd name="csX29" fmla="*/ 33645 w 226849"/>
                <a:gd name="csY29" fmla="*/ 299123 h 368931"/>
                <a:gd name="csX30" fmla="*/ 32032 w 226849"/>
                <a:gd name="csY30" fmla="*/ 296855 h 368931"/>
                <a:gd name="csX31" fmla="*/ 31522 w 226849"/>
                <a:gd name="csY31" fmla="*/ 295661 h 368931"/>
                <a:gd name="csX32" fmla="*/ 31005 w 226849"/>
                <a:gd name="csY32" fmla="*/ 294071 h 368931"/>
                <a:gd name="csX33" fmla="*/ 29476 w 226849"/>
                <a:gd name="csY33" fmla="*/ 291256 h 368931"/>
                <a:gd name="csX34" fmla="*/ 28228 w 226849"/>
                <a:gd name="csY34" fmla="*/ 289620 h 368931"/>
                <a:gd name="csX35" fmla="*/ 27885 w 226849"/>
                <a:gd name="csY35" fmla="*/ 288311 h 368931"/>
                <a:gd name="csX36" fmla="*/ 27931 w 226849"/>
                <a:gd name="csY36" fmla="*/ 284925 h 368931"/>
                <a:gd name="csX37" fmla="*/ 26539 w 226849"/>
                <a:gd name="csY37" fmla="*/ 278861 h 368931"/>
                <a:gd name="csX38" fmla="*/ 25527 w 226849"/>
                <a:gd name="csY38" fmla="*/ 274448 h 368931"/>
                <a:gd name="csX39" fmla="*/ 24005 w 226849"/>
                <a:gd name="csY39" fmla="*/ 269670 h 368931"/>
                <a:gd name="csX40" fmla="*/ 22985 w 226849"/>
                <a:gd name="csY40" fmla="*/ 266482 h 368931"/>
                <a:gd name="csX41" fmla="*/ 22833 w 226849"/>
                <a:gd name="csY41" fmla="*/ 265934 h 368931"/>
                <a:gd name="csX42" fmla="*/ 22719 w 226849"/>
                <a:gd name="csY42" fmla="*/ 264725 h 368931"/>
                <a:gd name="csX43" fmla="*/ 25747 w 226849"/>
                <a:gd name="csY43" fmla="*/ 262358 h 368931"/>
                <a:gd name="csX44" fmla="*/ 28775 w 226849"/>
                <a:gd name="csY44" fmla="*/ 259026 h 368931"/>
                <a:gd name="csX45" fmla="*/ 32321 w 226849"/>
                <a:gd name="csY45" fmla="*/ 255130 h 368931"/>
                <a:gd name="csX46" fmla="*/ 35486 w 226849"/>
                <a:gd name="csY46" fmla="*/ 251653 h 368931"/>
                <a:gd name="csX47" fmla="*/ 38271 w 226849"/>
                <a:gd name="csY47" fmla="*/ 248602 h 368931"/>
                <a:gd name="csX48" fmla="*/ 42083 w 226849"/>
                <a:gd name="csY48" fmla="*/ 244433 h 368931"/>
                <a:gd name="csX49" fmla="*/ 45849 w 226849"/>
                <a:gd name="csY49" fmla="*/ 240316 h 368931"/>
                <a:gd name="csX50" fmla="*/ 46732 w 226849"/>
                <a:gd name="csY50" fmla="*/ 239791 h 368931"/>
                <a:gd name="csX51" fmla="*/ 47104 w 226849"/>
                <a:gd name="csY51" fmla="*/ 239457 h 368931"/>
                <a:gd name="csX52" fmla="*/ 45476 w 226849"/>
                <a:gd name="csY52" fmla="*/ 235804 h 368931"/>
                <a:gd name="csX53" fmla="*/ 48094 w 226849"/>
                <a:gd name="csY53" fmla="*/ 231566 h 368931"/>
                <a:gd name="csX54" fmla="*/ 48239 w 226849"/>
                <a:gd name="csY54" fmla="*/ 228812 h 368931"/>
                <a:gd name="csX55" fmla="*/ 48124 w 226849"/>
                <a:gd name="csY55" fmla="*/ 226179 h 368931"/>
                <a:gd name="csX56" fmla="*/ 48444 w 226849"/>
                <a:gd name="csY56" fmla="*/ 224970 h 368931"/>
                <a:gd name="csX57" fmla="*/ 49235 w 226849"/>
                <a:gd name="csY57" fmla="*/ 223912 h 368931"/>
                <a:gd name="csX58" fmla="*/ 52294 w 226849"/>
                <a:gd name="csY58" fmla="*/ 221713 h 368931"/>
                <a:gd name="csX59" fmla="*/ 54607 w 226849"/>
                <a:gd name="csY59" fmla="*/ 218213 h 368931"/>
                <a:gd name="csX60" fmla="*/ 56501 w 226849"/>
                <a:gd name="csY60" fmla="*/ 214942 h 368931"/>
                <a:gd name="csX61" fmla="*/ 59134 w 226849"/>
                <a:gd name="csY61" fmla="*/ 209692 h 368931"/>
                <a:gd name="csX62" fmla="*/ 59392 w 226849"/>
                <a:gd name="csY62" fmla="*/ 208452 h 368931"/>
                <a:gd name="csX63" fmla="*/ 59430 w 226849"/>
                <a:gd name="csY63" fmla="*/ 207181 h 368931"/>
                <a:gd name="csX64" fmla="*/ 58715 w 226849"/>
                <a:gd name="csY64" fmla="*/ 205393 h 368931"/>
                <a:gd name="csX65" fmla="*/ 56965 w 226849"/>
                <a:gd name="csY65" fmla="*/ 202525 h 368931"/>
                <a:gd name="csX66" fmla="*/ 55695 w 226849"/>
                <a:gd name="csY66" fmla="*/ 200044 h 368931"/>
                <a:gd name="csX67" fmla="*/ 54561 w 226849"/>
                <a:gd name="csY67" fmla="*/ 196232 h 368931"/>
                <a:gd name="csX68" fmla="*/ 55702 w 226849"/>
                <a:gd name="csY68" fmla="*/ 192923 h 368931"/>
                <a:gd name="csX69" fmla="*/ 56106 w 226849"/>
                <a:gd name="csY69" fmla="*/ 190921 h 368931"/>
                <a:gd name="csX70" fmla="*/ 56106 w 226849"/>
                <a:gd name="csY70" fmla="*/ 189841 h 368931"/>
                <a:gd name="csX71" fmla="*/ 55603 w 226849"/>
                <a:gd name="csY71" fmla="*/ 188821 h 368931"/>
                <a:gd name="csX72" fmla="*/ 54325 w 226849"/>
                <a:gd name="csY72" fmla="*/ 188046 h 368931"/>
                <a:gd name="csX73" fmla="*/ 53260 w 226849"/>
                <a:gd name="csY73" fmla="*/ 187543 h 368931"/>
                <a:gd name="csX74" fmla="*/ 52902 w 226849"/>
                <a:gd name="csY74" fmla="*/ 186174 h 368931"/>
                <a:gd name="csX75" fmla="*/ 52895 w 226849"/>
                <a:gd name="csY75" fmla="*/ 184553 h 368931"/>
                <a:gd name="csX76" fmla="*/ 53374 w 226849"/>
                <a:gd name="csY76" fmla="*/ 183655 h 368931"/>
                <a:gd name="csX77" fmla="*/ 56205 w 226849"/>
                <a:gd name="csY77" fmla="*/ 182202 h 368931"/>
                <a:gd name="csX78" fmla="*/ 56844 w 226849"/>
                <a:gd name="csY78" fmla="*/ 181411 h 368931"/>
                <a:gd name="csX79" fmla="*/ 57179 w 226849"/>
                <a:gd name="csY79" fmla="*/ 180528 h 368931"/>
                <a:gd name="csX80" fmla="*/ 57209 w 226849"/>
                <a:gd name="csY80" fmla="*/ 179273 h 368931"/>
                <a:gd name="csX81" fmla="*/ 58084 w 226849"/>
                <a:gd name="csY81" fmla="*/ 176131 h 368931"/>
                <a:gd name="csX82" fmla="*/ 59164 w 226849"/>
                <a:gd name="csY82" fmla="*/ 173148 h 368931"/>
                <a:gd name="csX83" fmla="*/ 59240 w 226849"/>
                <a:gd name="csY83" fmla="*/ 172098 h 368931"/>
                <a:gd name="csX84" fmla="*/ 58860 w 226849"/>
                <a:gd name="csY84" fmla="*/ 171177 h 368931"/>
                <a:gd name="csX85" fmla="*/ 58563 w 226849"/>
                <a:gd name="csY85" fmla="*/ 169496 h 368931"/>
                <a:gd name="csX86" fmla="*/ 58373 w 226849"/>
                <a:gd name="csY86" fmla="*/ 166962 h 368931"/>
                <a:gd name="csX87" fmla="*/ 58358 w 226849"/>
                <a:gd name="csY87" fmla="*/ 159878 h 368931"/>
                <a:gd name="csX88" fmla="*/ 58913 w 226849"/>
                <a:gd name="csY88" fmla="*/ 152582 h 368931"/>
                <a:gd name="csX89" fmla="*/ 58670 w 226849"/>
                <a:gd name="csY89" fmla="*/ 148450 h 368931"/>
                <a:gd name="csX90" fmla="*/ 56859 w 226849"/>
                <a:gd name="csY90" fmla="*/ 143703 h 368931"/>
                <a:gd name="csX91" fmla="*/ 56684 w 226849"/>
                <a:gd name="csY91" fmla="*/ 140279 h 368931"/>
                <a:gd name="csX92" fmla="*/ 58000 w 226849"/>
                <a:gd name="csY92" fmla="*/ 137890 h 368931"/>
                <a:gd name="csX93" fmla="*/ 58213 w 226849"/>
                <a:gd name="csY93" fmla="*/ 136482 h 368931"/>
                <a:gd name="csX94" fmla="*/ 57255 w 226849"/>
                <a:gd name="csY94" fmla="*/ 136300 h 368931"/>
                <a:gd name="csX95" fmla="*/ 55276 w 226849"/>
                <a:gd name="csY95" fmla="*/ 136155 h 368931"/>
                <a:gd name="csX96" fmla="*/ 53815 w 226849"/>
                <a:gd name="csY96" fmla="*/ 135714 h 368931"/>
                <a:gd name="csX97" fmla="*/ 51556 w 226849"/>
                <a:gd name="csY97" fmla="*/ 133758 h 368931"/>
                <a:gd name="csX98" fmla="*/ 47630 w 226849"/>
                <a:gd name="csY98" fmla="*/ 132130 h 368931"/>
                <a:gd name="csX99" fmla="*/ 43171 w 226849"/>
                <a:gd name="csY99" fmla="*/ 130646 h 368931"/>
                <a:gd name="csX100" fmla="*/ 36689 w 226849"/>
                <a:gd name="csY100" fmla="*/ 130205 h 368931"/>
                <a:gd name="csX101" fmla="*/ 31302 w 226849"/>
                <a:gd name="csY101" fmla="*/ 125457 h 368931"/>
                <a:gd name="csX102" fmla="*/ 27079 w 226849"/>
                <a:gd name="csY102" fmla="*/ 124696 h 368931"/>
                <a:gd name="csX103" fmla="*/ 25717 w 226849"/>
                <a:gd name="csY103" fmla="*/ 124088 h 368931"/>
                <a:gd name="csX104" fmla="*/ 21661 w 226849"/>
                <a:gd name="csY104" fmla="*/ 121242 h 368931"/>
                <a:gd name="csX105" fmla="*/ 15309 w 226849"/>
                <a:gd name="csY105" fmla="*/ 120976 h 368931"/>
                <a:gd name="csX106" fmla="*/ 8719 w 226849"/>
                <a:gd name="csY106" fmla="*/ 120694 h 368931"/>
                <a:gd name="csX107" fmla="*/ 4611 w 226849"/>
                <a:gd name="csY107" fmla="*/ 120611 h 368931"/>
                <a:gd name="csX108" fmla="*/ 4002 w 226849"/>
                <a:gd name="csY108" fmla="*/ 120230 h 368931"/>
                <a:gd name="csX109" fmla="*/ 3766 w 226849"/>
                <a:gd name="csY109" fmla="*/ 116312 h 368931"/>
                <a:gd name="csX110" fmla="*/ 3721 w 226849"/>
                <a:gd name="csY110" fmla="*/ 112835 h 368931"/>
                <a:gd name="csX111" fmla="*/ 3371 w 226849"/>
                <a:gd name="csY111" fmla="*/ 109814 h 368931"/>
                <a:gd name="csX112" fmla="*/ 2747 w 226849"/>
                <a:gd name="csY112" fmla="*/ 106375 h 368931"/>
                <a:gd name="csX113" fmla="*/ 1788 w 226849"/>
                <a:gd name="csY113" fmla="*/ 105036 h 368931"/>
                <a:gd name="csX114" fmla="*/ 647 w 226849"/>
                <a:gd name="csY114" fmla="*/ 102716 h 368931"/>
                <a:gd name="csX115" fmla="*/ 68 w 226849"/>
                <a:gd name="csY115" fmla="*/ 100159 h 368931"/>
                <a:gd name="csX116" fmla="*/ 0 w 226849"/>
                <a:gd name="csY116" fmla="*/ 98919 h 368931"/>
                <a:gd name="csX117" fmla="*/ 213 w 226849"/>
                <a:gd name="csY117" fmla="*/ 98478 h 368931"/>
                <a:gd name="csX118" fmla="*/ 4786 w 226849"/>
                <a:gd name="csY118" fmla="*/ 96659 h 368931"/>
                <a:gd name="csX119" fmla="*/ 6741 w 226849"/>
                <a:gd name="csY119" fmla="*/ 95761 h 368931"/>
                <a:gd name="csX120" fmla="*/ 9640 w 226849"/>
                <a:gd name="csY120" fmla="*/ 94719 h 368931"/>
                <a:gd name="csX121" fmla="*/ 14799 w 226849"/>
                <a:gd name="csY121" fmla="*/ 93281 h 368931"/>
                <a:gd name="csX122" fmla="*/ 19402 w 226849"/>
                <a:gd name="csY122" fmla="*/ 91995 h 368931"/>
                <a:gd name="csX123" fmla="*/ 23624 w 226849"/>
                <a:gd name="csY123" fmla="*/ 90747 h 368931"/>
                <a:gd name="csX124" fmla="*/ 28098 w 226849"/>
                <a:gd name="csY124" fmla="*/ 89423 h 368931"/>
                <a:gd name="csX125" fmla="*/ 29917 w 226849"/>
                <a:gd name="csY125" fmla="*/ 88533 h 368931"/>
                <a:gd name="csX126" fmla="*/ 32177 w 226849"/>
                <a:gd name="csY126" fmla="*/ 87643 h 368931"/>
                <a:gd name="csX127" fmla="*/ 37586 w 226849"/>
                <a:gd name="csY127" fmla="*/ 85855 h 368931"/>
                <a:gd name="csX128" fmla="*/ 39131 w 226849"/>
                <a:gd name="csY128" fmla="*/ 85239 h 368931"/>
                <a:gd name="csX129" fmla="*/ 42235 w 226849"/>
                <a:gd name="csY129" fmla="*/ 84242 h 368931"/>
                <a:gd name="csX130" fmla="*/ 43795 w 226849"/>
                <a:gd name="csY130" fmla="*/ 83854 h 368931"/>
                <a:gd name="csX131" fmla="*/ 49783 w 226849"/>
                <a:gd name="csY131" fmla="*/ 81807 h 368931"/>
                <a:gd name="csX132" fmla="*/ 56646 w 226849"/>
                <a:gd name="csY132" fmla="*/ 79464 h 368931"/>
                <a:gd name="csX133" fmla="*/ 59050 w 226849"/>
                <a:gd name="csY133" fmla="*/ 78642 h 368931"/>
                <a:gd name="csX134" fmla="*/ 63638 w 226849"/>
                <a:gd name="csY134" fmla="*/ 77075 h 368931"/>
                <a:gd name="csX135" fmla="*/ 64528 w 226849"/>
                <a:gd name="csY135" fmla="*/ 77721 h 368931"/>
                <a:gd name="csX136" fmla="*/ 67655 w 226849"/>
                <a:gd name="csY136" fmla="*/ 83108 h 368931"/>
                <a:gd name="csX137" fmla="*/ 70113 w 226849"/>
                <a:gd name="csY137" fmla="*/ 86281 h 368931"/>
                <a:gd name="csX138" fmla="*/ 72913 w 226849"/>
                <a:gd name="csY138" fmla="*/ 89218 h 368931"/>
                <a:gd name="csX139" fmla="*/ 73385 w 226849"/>
                <a:gd name="csY139" fmla="*/ 89073 h 368931"/>
                <a:gd name="csX140" fmla="*/ 74191 w 226849"/>
                <a:gd name="csY140" fmla="*/ 88388 h 368931"/>
                <a:gd name="csX141" fmla="*/ 75591 w 226849"/>
                <a:gd name="csY141" fmla="*/ 88107 h 368931"/>
                <a:gd name="csX142" fmla="*/ 80042 w 226849"/>
                <a:gd name="csY142" fmla="*/ 87445 h 368931"/>
                <a:gd name="csX143" fmla="*/ 81739 w 226849"/>
                <a:gd name="csY143" fmla="*/ 87407 h 368931"/>
                <a:gd name="csX144" fmla="*/ 82857 w 226849"/>
                <a:gd name="csY144" fmla="*/ 86616 h 368931"/>
                <a:gd name="csX145" fmla="*/ 85140 w 226849"/>
                <a:gd name="csY145" fmla="*/ 86060 h 368931"/>
                <a:gd name="csX146" fmla="*/ 87780 w 226849"/>
                <a:gd name="csY146" fmla="*/ 85726 h 368931"/>
                <a:gd name="csX147" fmla="*/ 88686 w 226849"/>
                <a:gd name="csY147" fmla="*/ 86083 h 368931"/>
                <a:gd name="csX148" fmla="*/ 91470 w 226849"/>
                <a:gd name="csY148" fmla="*/ 89887 h 368931"/>
                <a:gd name="csX149" fmla="*/ 91874 w 226849"/>
                <a:gd name="csY149" fmla="*/ 92794 h 368931"/>
                <a:gd name="csX150" fmla="*/ 92452 w 226849"/>
                <a:gd name="csY150" fmla="*/ 97001 h 368931"/>
                <a:gd name="csX151" fmla="*/ 92589 w 226849"/>
                <a:gd name="csY151" fmla="*/ 99056 h 368931"/>
                <a:gd name="csX152" fmla="*/ 92543 w 226849"/>
                <a:gd name="csY152" fmla="*/ 101802 h 368931"/>
                <a:gd name="csX153" fmla="*/ 92231 w 226849"/>
                <a:gd name="csY153" fmla="*/ 105242 h 368931"/>
                <a:gd name="csX154" fmla="*/ 89971 w 226849"/>
                <a:gd name="csY154" fmla="*/ 109206 h 368931"/>
                <a:gd name="csX155" fmla="*/ 89538 w 226849"/>
                <a:gd name="csY155" fmla="*/ 111176 h 368931"/>
                <a:gd name="csX156" fmla="*/ 88328 w 226849"/>
                <a:gd name="csY156" fmla="*/ 114227 h 368931"/>
                <a:gd name="csX157" fmla="*/ 86730 w 226849"/>
                <a:gd name="csY157" fmla="*/ 115734 h 368931"/>
                <a:gd name="csX158" fmla="*/ 85939 w 226849"/>
                <a:gd name="csY158" fmla="*/ 116966 h 368931"/>
                <a:gd name="csX159" fmla="*/ 85985 w 226849"/>
                <a:gd name="csY159" fmla="*/ 118244 h 368931"/>
                <a:gd name="csX160" fmla="*/ 86837 w 226849"/>
                <a:gd name="csY160" fmla="*/ 119317 h 368931"/>
                <a:gd name="csX161" fmla="*/ 88708 w 226849"/>
                <a:gd name="csY161" fmla="*/ 121250 h 368931"/>
                <a:gd name="csX162" fmla="*/ 89286 w 226849"/>
                <a:gd name="csY162" fmla="*/ 122505 h 368931"/>
                <a:gd name="csX163" fmla="*/ 89119 w 226849"/>
                <a:gd name="csY163" fmla="*/ 123616 h 368931"/>
                <a:gd name="csX164" fmla="*/ 89127 w 226849"/>
                <a:gd name="csY164" fmla="*/ 125130 h 368931"/>
                <a:gd name="csX165" fmla="*/ 89576 w 226849"/>
                <a:gd name="csY165" fmla="*/ 126180 h 368931"/>
                <a:gd name="csX166" fmla="*/ 90108 w 226849"/>
                <a:gd name="csY166" fmla="*/ 126789 h 368931"/>
                <a:gd name="csX167" fmla="*/ 91957 w 226849"/>
                <a:gd name="csY167" fmla="*/ 127778 h 368931"/>
                <a:gd name="csX168" fmla="*/ 93768 w 226849"/>
                <a:gd name="csY168" fmla="*/ 130266 h 368931"/>
                <a:gd name="csX169" fmla="*/ 96888 w 226849"/>
                <a:gd name="csY169" fmla="*/ 133271 h 368931"/>
                <a:gd name="csX170" fmla="*/ 100616 w 226849"/>
                <a:gd name="csY170" fmla="*/ 137555 h 368931"/>
                <a:gd name="csX171" fmla="*/ 102366 w 226849"/>
                <a:gd name="csY171" fmla="*/ 138871 h 368931"/>
                <a:gd name="csX172" fmla="*/ 103743 w 226849"/>
                <a:gd name="csY172" fmla="*/ 139191 h 368931"/>
                <a:gd name="csX173" fmla="*/ 104427 w 226849"/>
                <a:gd name="csY173" fmla="*/ 140621 h 368931"/>
                <a:gd name="csX174" fmla="*/ 104047 w 226849"/>
                <a:gd name="csY174" fmla="*/ 142295 h 368931"/>
                <a:gd name="csX175" fmla="*/ 102974 w 226849"/>
                <a:gd name="csY175" fmla="*/ 143246 h 368931"/>
                <a:gd name="csX176" fmla="*/ 103416 w 226849"/>
                <a:gd name="csY176" fmla="*/ 144616 h 368931"/>
                <a:gd name="csX177" fmla="*/ 104024 w 226849"/>
                <a:gd name="csY177" fmla="*/ 145331 h 368931"/>
                <a:gd name="csX178" fmla="*/ 104701 w 226849"/>
                <a:gd name="csY178" fmla="*/ 145696 h 368931"/>
                <a:gd name="csX179" fmla="*/ 106337 w 226849"/>
                <a:gd name="csY179" fmla="*/ 145780 h 368931"/>
                <a:gd name="csX180" fmla="*/ 107859 w 226849"/>
                <a:gd name="csY180" fmla="*/ 145498 h 368931"/>
                <a:gd name="csX181" fmla="*/ 108240 w 226849"/>
                <a:gd name="csY181" fmla="*/ 145019 h 368931"/>
                <a:gd name="csX182" fmla="*/ 108042 w 226849"/>
                <a:gd name="csY182" fmla="*/ 138605 h 368931"/>
                <a:gd name="csX183" fmla="*/ 106946 w 226849"/>
                <a:gd name="csY183" fmla="*/ 134869 h 368931"/>
                <a:gd name="csX184" fmla="*/ 105843 w 226849"/>
                <a:gd name="csY184" fmla="*/ 133408 h 368931"/>
                <a:gd name="csX185" fmla="*/ 105607 w 226849"/>
                <a:gd name="csY185" fmla="*/ 133119 h 368931"/>
                <a:gd name="csX186" fmla="*/ 105995 w 226849"/>
                <a:gd name="csY186" fmla="*/ 131894 h 368931"/>
                <a:gd name="csX187" fmla="*/ 107220 w 226849"/>
                <a:gd name="csY187" fmla="*/ 129033 h 368931"/>
                <a:gd name="csX188" fmla="*/ 108262 w 226849"/>
                <a:gd name="csY188" fmla="*/ 126196 h 368931"/>
                <a:gd name="csX189" fmla="*/ 108924 w 226849"/>
                <a:gd name="csY189" fmla="*/ 125001 h 368931"/>
                <a:gd name="csX190" fmla="*/ 109693 w 226849"/>
                <a:gd name="csY190" fmla="*/ 124278 h 368931"/>
                <a:gd name="csX191" fmla="*/ 114836 w 226849"/>
                <a:gd name="csY191" fmla="*/ 123510 h 368931"/>
                <a:gd name="csX192" fmla="*/ 117180 w 226849"/>
                <a:gd name="csY192" fmla="*/ 122848 h 368931"/>
                <a:gd name="csX193" fmla="*/ 118169 w 226849"/>
                <a:gd name="csY193" fmla="*/ 122018 h 368931"/>
                <a:gd name="csX194" fmla="*/ 118937 w 226849"/>
                <a:gd name="csY194" fmla="*/ 119819 h 368931"/>
                <a:gd name="csX195" fmla="*/ 119554 w 226849"/>
                <a:gd name="csY195" fmla="*/ 113679 h 368931"/>
                <a:gd name="csX196" fmla="*/ 119774 w 226849"/>
                <a:gd name="csY196" fmla="*/ 107920 h 368931"/>
                <a:gd name="csX197" fmla="*/ 119241 w 226849"/>
                <a:gd name="csY197" fmla="*/ 104549 h 368931"/>
                <a:gd name="csX198" fmla="*/ 119979 w 226849"/>
                <a:gd name="csY198" fmla="*/ 99474 h 368931"/>
                <a:gd name="csX199" fmla="*/ 121106 w 226849"/>
                <a:gd name="csY199" fmla="*/ 96332 h 368931"/>
                <a:gd name="csX200" fmla="*/ 120550 w 226849"/>
                <a:gd name="csY200" fmla="*/ 95716 h 368931"/>
                <a:gd name="csX201" fmla="*/ 120132 w 226849"/>
                <a:gd name="csY201" fmla="*/ 91485 h 368931"/>
                <a:gd name="csX202" fmla="*/ 116784 w 226849"/>
                <a:gd name="csY202" fmla="*/ 86981 h 368931"/>
                <a:gd name="csX203" fmla="*/ 112478 w 226849"/>
                <a:gd name="csY203" fmla="*/ 81191 h 368931"/>
                <a:gd name="csX204" fmla="*/ 110066 w 226849"/>
                <a:gd name="csY204" fmla="*/ 78079 h 368931"/>
                <a:gd name="csX205" fmla="*/ 107327 w 226849"/>
                <a:gd name="csY205" fmla="*/ 74541 h 368931"/>
                <a:gd name="csX206" fmla="*/ 102335 w 226849"/>
                <a:gd name="csY206" fmla="*/ 69002 h 368931"/>
                <a:gd name="csX207" fmla="*/ 100053 w 226849"/>
                <a:gd name="csY207" fmla="*/ 67001 h 368931"/>
                <a:gd name="csX208" fmla="*/ 98851 w 226849"/>
                <a:gd name="csY208" fmla="*/ 66217 h 368931"/>
                <a:gd name="csX209" fmla="*/ 94818 w 226849"/>
                <a:gd name="csY209" fmla="*/ 65578 h 368931"/>
                <a:gd name="csX210" fmla="*/ 93745 w 226849"/>
                <a:gd name="csY210" fmla="*/ 64513 h 368931"/>
                <a:gd name="csX211" fmla="*/ 92726 w 226849"/>
                <a:gd name="csY211" fmla="*/ 62816 h 368931"/>
                <a:gd name="csX212" fmla="*/ 92337 w 226849"/>
                <a:gd name="csY212" fmla="*/ 59681 h 368931"/>
                <a:gd name="csX213" fmla="*/ 92269 w 226849"/>
                <a:gd name="csY213" fmla="*/ 57338 h 368931"/>
                <a:gd name="csX214" fmla="*/ 91813 w 226849"/>
                <a:gd name="csY214" fmla="*/ 53351 h 368931"/>
                <a:gd name="csX215" fmla="*/ 90999 w 226849"/>
                <a:gd name="csY215" fmla="*/ 47721 h 368931"/>
                <a:gd name="csX216" fmla="*/ 90633 w 226849"/>
                <a:gd name="csY216" fmla="*/ 46062 h 368931"/>
                <a:gd name="csX217" fmla="*/ 89484 w 226849"/>
                <a:gd name="csY217" fmla="*/ 41832 h 368931"/>
                <a:gd name="csX218" fmla="*/ 88389 w 226849"/>
                <a:gd name="csY218" fmla="*/ 37807 h 368931"/>
                <a:gd name="csX219" fmla="*/ 88328 w 226849"/>
                <a:gd name="csY219" fmla="*/ 36810 h 368931"/>
                <a:gd name="csX220" fmla="*/ 88716 w 226849"/>
                <a:gd name="csY220" fmla="*/ 35844 h 368931"/>
                <a:gd name="csX221" fmla="*/ 90572 w 226849"/>
                <a:gd name="csY221" fmla="*/ 32884 h 368931"/>
                <a:gd name="csX222" fmla="*/ 91889 w 226849"/>
                <a:gd name="csY222" fmla="*/ 30784 h 368931"/>
                <a:gd name="csX223" fmla="*/ 92513 w 226849"/>
                <a:gd name="csY223" fmla="*/ 29635 h 368931"/>
                <a:gd name="csX224" fmla="*/ 93631 w 226849"/>
                <a:gd name="csY224" fmla="*/ 26516 h 368931"/>
                <a:gd name="csX225" fmla="*/ 93897 w 226849"/>
                <a:gd name="csY225" fmla="*/ 25002 h 368931"/>
                <a:gd name="csX226" fmla="*/ 94772 w 226849"/>
                <a:gd name="csY226" fmla="*/ 24317 h 368931"/>
                <a:gd name="csX227" fmla="*/ 98341 w 226849"/>
                <a:gd name="csY227" fmla="*/ 24035 h 368931"/>
                <a:gd name="csX228" fmla="*/ 101179 w 226849"/>
                <a:gd name="csY228" fmla="*/ 24089 h 368931"/>
                <a:gd name="csX229" fmla="*/ 105942 w 226849"/>
                <a:gd name="csY229" fmla="*/ 24020 h 368931"/>
                <a:gd name="csX230" fmla="*/ 110971 w 226849"/>
                <a:gd name="csY230" fmla="*/ 24203 h 368931"/>
                <a:gd name="csX231" fmla="*/ 111678 w 226849"/>
                <a:gd name="csY231" fmla="*/ 24340 h 368931"/>
                <a:gd name="csX232" fmla="*/ 112812 w 226849"/>
                <a:gd name="csY232" fmla="*/ 24667 h 368931"/>
                <a:gd name="csX233" fmla="*/ 114090 w 226849"/>
                <a:gd name="csY233" fmla="*/ 24614 h 368931"/>
                <a:gd name="csX234" fmla="*/ 115513 w 226849"/>
                <a:gd name="csY234" fmla="*/ 24172 h 368931"/>
                <a:gd name="csX235" fmla="*/ 117088 w 226849"/>
                <a:gd name="csY235" fmla="*/ 23092 h 368931"/>
                <a:gd name="csX236" fmla="*/ 118815 w 226849"/>
                <a:gd name="csY236" fmla="*/ 21372 h 368931"/>
                <a:gd name="csX237" fmla="*/ 121509 w 226849"/>
                <a:gd name="csY237" fmla="*/ 21410 h 368931"/>
                <a:gd name="csX238" fmla="*/ 125153 w 226849"/>
                <a:gd name="csY238" fmla="*/ 23198 h 368931"/>
                <a:gd name="csX239" fmla="*/ 127147 w 226849"/>
                <a:gd name="csY239" fmla="*/ 24758 h 368931"/>
                <a:gd name="csX240" fmla="*/ 127482 w 226849"/>
                <a:gd name="csY240" fmla="*/ 26090 h 368931"/>
                <a:gd name="csX241" fmla="*/ 129924 w 226849"/>
                <a:gd name="csY241" fmla="*/ 26866 h 368931"/>
                <a:gd name="csX242" fmla="*/ 134474 w 226849"/>
                <a:gd name="csY242" fmla="*/ 27079 h 368931"/>
                <a:gd name="csX243" fmla="*/ 137784 w 226849"/>
                <a:gd name="csY243" fmla="*/ 26386 h 368931"/>
                <a:gd name="csX244" fmla="*/ 139861 w 226849"/>
                <a:gd name="csY244" fmla="*/ 24789 h 368931"/>
                <a:gd name="csX245" fmla="*/ 142037 w 226849"/>
                <a:gd name="csY245" fmla="*/ 23944 h 368931"/>
                <a:gd name="csX246" fmla="*/ 144304 w 226849"/>
                <a:gd name="csY246" fmla="*/ 23845 h 368931"/>
                <a:gd name="csX247" fmla="*/ 146016 w 226849"/>
                <a:gd name="csY247" fmla="*/ 24393 h 368931"/>
                <a:gd name="csX248" fmla="*/ 147180 w 226849"/>
                <a:gd name="csY248" fmla="*/ 25580 h 368931"/>
                <a:gd name="csX249" fmla="*/ 149410 w 226849"/>
                <a:gd name="csY249" fmla="*/ 26432 h 368931"/>
                <a:gd name="csX250" fmla="*/ 152711 w 226849"/>
                <a:gd name="csY250" fmla="*/ 26949 h 368931"/>
                <a:gd name="csX251" fmla="*/ 156318 w 226849"/>
                <a:gd name="csY251" fmla="*/ 26181 h 368931"/>
                <a:gd name="csX252" fmla="*/ 160229 w 226849"/>
                <a:gd name="csY252" fmla="*/ 24134 h 368931"/>
                <a:gd name="csX253" fmla="*/ 162458 w 226849"/>
                <a:gd name="csY253" fmla="*/ 21996 h 368931"/>
                <a:gd name="csX254" fmla="*/ 163006 w 226849"/>
                <a:gd name="csY254" fmla="*/ 19775 h 368931"/>
                <a:gd name="csX255" fmla="*/ 163652 w 226849"/>
                <a:gd name="csY255" fmla="*/ 18420 h 368931"/>
                <a:gd name="csX256" fmla="*/ 164398 w 226849"/>
                <a:gd name="csY256" fmla="*/ 17941 h 368931"/>
                <a:gd name="csX257" fmla="*/ 166468 w 226849"/>
                <a:gd name="csY257" fmla="*/ 17667 h 368931"/>
                <a:gd name="csX258" fmla="*/ 169869 w 226849"/>
                <a:gd name="csY258" fmla="*/ 17591 h 368931"/>
                <a:gd name="csX259" fmla="*/ 172829 w 226849"/>
                <a:gd name="csY259" fmla="*/ 18291 h 368931"/>
                <a:gd name="csX260" fmla="*/ 176602 w 226849"/>
                <a:gd name="csY260" fmla="*/ 20505 h 368931"/>
                <a:gd name="csX261" fmla="*/ 178984 w 226849"/>
                <a:gd name="csY261" fmla="*/ 19036 h 368931"/>
                <a:gd name="csX262" fmla="*/ 183070 w 226849"/>
                <a:gd name="csY262" fmla="*/ 16518 h 368931"/>
                <a:gd name="csX263" fmla="*/ 187186 w 226849"/>
                <a:gd name="csY263" fmla="*/ 15187 h 368931"/>
                <a:gd name="csX264" fmla="*/ 191104 w 226849"/>
                <a:gd name="csY264" fmla="*/ 15179 h 368931"/>
                <a:gd name="csX265" fmla="*/ 194323 w 226849"/>
                <a:gd name="csY265" fmla="*/ 14220 h 368931"/>
                <a:gd name="csX266" fmla="*/ 196834 w 226849"/>
                <a:gd name="csY266" fmla="*/ 12318 h 368931"/>
                <a:gd name="csX267" fmla="*/ 199489 w 226849"/>
                <a:gd name="csY267" fmla="*/ 11108 h 368931"/>
                <a:gd name="csX268" fmla="*/ 202289 w 226849"/>
                <a:gd name="csY268" fmla="*/ 10599 h 368931"/>
                <a:gd name="csX269" fmla="*/ 204906 w 226849"/>
                <a:gd name="csY269" fmla="*/ 9678 h 368931"/>
                <a:gd name="csX270" fmla="*/ 208566 w 226849"/>
                <a:gd name="csY270" fmla="*/ 7700 h 368931"/>
                <a:gd name="csX271" fmla="*/ 212363 w 226849"/>
                <a:gd name="csY271" fmla="*/ 4824 h 368931"/>
                <a:gd name="csX272" fmla="*/ 216228 w 226849"/>
                <a:gd name="csY272" fmla="*/ 1887 h 368931"/>
                <a:gd name="csX273" fmla="*/ 218708 w 226849"/>
                <a:gd name="csY273" fmla="*/ 0 h 368931"/>
                <a:gd name="csX274" fmla="*/ 219842 w 226849"/>
                <a:gd name="csY274" fmla="*/ 2222 h 368931"/>
                <a:gd name="csX275" fmla="*/ 221874 w 226849"/>
                <a:gd name="csY275" fmla="*/ 4253 h 368931"/>
                <a:gd name="csX276" fmla="*/ 220664 w 226849"/>
                <a:gd name="csY276" fmla="*/ 5432 h 368931"/>
                <a:gd name="csX277" fmla="*/ 219203 w 226849"/>
                <a:gd name="csY277" fmla="*/ 6490 h 368931"/>
                <a:gd name="csX278" fmla="*/ 221561 w 226849"/>
                <a:gd name="csY278" fmla="*/ 7905 h 368931"/>
                <a:gd name="csX279" fmla="*/ 219834 w 226849"/>
                <a:gd name="csY279" fmla="*/ 10043 h 368931"/>
                <a:gd name="csX280" fmla="*/ 219621 w 226849"/>
                <a:gd name="csY280" fmla="*/ 11527 h 368931"/>
                <a:gd name="csX281" fmla="*/ 220062 w 226849"/>
                <a:gd name="csY281" fmla="*/ 12113 h 368931"/>
                <a:gd name="csX282" fmla="*/ 220443 w 226849"/>
                <a:gd name="csY282" fmla="*/ 12980 h 368931"/>
                <a:gd name="csX283" fmla="*/ 219309 w 226849"/>
                <a:gd name="csY283" fmla="*/ 15430 h 368931"/>
                <a:gd name="csX284" fmla="*/ 217803 w 226849"/>
                <a:gd name="csY284" fmla="*/ 17309 h 368931"/>
                <a:gd name="csX285" fmla="*/ 217415 w 226849"/>
                <a:gd name="csY285" fmla="*/ 18747 h 368931"/>
                <a:gd name="csX286" fmla="*/ 218746 w 226849"/>
                <a:gd name="csY286" fmla="*/ 21281 h 368931"/>
                <a:gd name="csX287" fmla="*/ 218061 w 226849"/>
                <a:gd name="csY287" fmla="*/ 25785 h 368931"/>
                <a:gd name="csX288" fmla="*/ 219347 w 226849"/>
                <a:gd name="csY288" fmla="*/ 29841 h 368931"/>
                <a:gd name="csX289" fmla="*/ 219705 w 226849"/>
                <a:gd name="csY289" fmla="*/ 31918 h 368931"/>
                <a:gd name="csX290" fmla="*/ 220154 w 226849"/>
                <a:gd name="csY290" fmla="*/ 33310 h 368931"/>
                <a:gd name="csX291" fmla="*/ 219515 w 226849"/>
                <a:gd name="csY291" fmla="*/ 35798 h 368931"/>
                <a:gd name="csX292" fmla="*/ 219682 w 226849"/>
                <a:gd name="csY292" fmla="*/ 39998 h 368931"/>
                <a:gd name="csX293" fmla="*/ 219979 w 226849"/>
                <a:gd name="csY293" fmla="*/ 41733 h 368931"/>
                <a:gd name="csX294" fmla="*/ 219210 w 226849"/>
                <a:gd name="csY294" fmla="*/ 43894 h 368931"/>
                <a:gd name="csX295" fmla="*/ 220519 w 226849"/>
                <a:gd name="csY295" fmla="*/ 44639 h 368931"/>
                <a:gd name="csX296" fmla="*/ 221211 w 226849"/>
                <a:gd name="csY296" fmla="*/ 47013 h 368931"/>
                <a:gd name="csX297" fmla="*/ 221029 w 226849"/>
                <a:gd name="csY297" fmla="*/ 49684 h 368931"/>
                <a:gd name="csX298" fmla="*/ 220626 w 226849"/>
                <a:gd name="csY298" fmla="*/ 51122 h 368931"/>
                <a:gd name="csX299" fmla="*/ 218373 w 226849"/>
                <a:gd name="csY299" fmla="*/ 52864 h 368931"/>
                <a:gd name="csX300" fmla="*/ 218107 w 226849"/>
                <a:gd name="csY300" fmla="*/ 53541 h 368931"/>
                <a:gd name="csX301" fmla="*/ 218138 w 226849"/>
                <a:gd name="csY301" fmla="*/ 54569 h 368931"/>
                <a:gd name="csX302" fmla="*/ 220953 w 226849"/>
                <a:gd name="csY302" fmla="*/ 54599 h 368931"/>
                <a:gd name="csX303" fmla="*/ 221052 w 226849"/>
                <a:gd name="csY303" fmla="*/ 56189 h 368931"/>
                <a:gd name="csX304" fmla="*/ 220869 w 226849"/>
                <a:gd name="csY304" fmla="*/ 57445 h 368931"/>
                <a:gd name="csX305" fmla="*/ 220975 w 226849"/>
                <a:gd name="csY305" fmla="*/ 59803 h 368931"/>
                <a:gd name="csX306" fmla="*/ 220603 w 226849"/>
                <a:gd name="csY306" fmla="*/ 61332 h 368931"/>
                <a:gd name="csX307" fmla="*/ 221257 w 226849"/>
                <a:gd name="csY307" fmla="*/ 63082 h 368931"/>
                <a:gd name="csX308" fmla="*/ 220458 w 226849"/>
                <a:gd name="csY308" fmla="*/ 65023 h 368931"/>
                <a:gd name="csX309" fmla="*/ 220732 w 226849"/>
                <a:gd name="csY309" fmla="*/ 66521 h 368931"/>
                <a:gd name="csX310" fmla="*/ 220770 w 226849"/>
                <a:gd name="csY310" fmla="*/ 68462 h 368931"/>
                <a:gd name="csX311" fmla="*/ 221424 w 226849"/>
                <a:gd name="csY311" fmla="*/ 73369 h 368931"/>
                <a:gd name="csX312" fmla="*/ 221539 w 226849"/>
                <a:gd name="csY312" fmla="*/ 79441 h 368931"/>
                <a:gd name="csX313" fmla="*/ 221683 w 226849"/>
                <a:gd name="csY313" fmla="*/ 80415 h 368931"/>
                <a:gd name="csX314" fmla="*/ 222688 w 226849"/>
                <a:gd name="csY314" fmla="*/ 81100 h 368931"/>
                <a:gd name="csX315" fmla="*/ 224095 w 226849"/>
                <a:gd name="csY315" fmla="*/ 81442 h 368931"/>
                <a:gd name="csX316" fmla="*/ 224042 w 226849"/>
                <a:gd name="csY316" fmla="*/ 83108 h 368931"/>
                <a:gd name="csX317" fmla="*/ 222474 w 226849"/>
                <a:gd name="csY317" fmla="*/ 85284 h 368931"/>
                <a:gd name="csX318" fmla="*/ 222383 w 226849"/>
                <a:gd name="csY318" fmla="*/ 86639 h 368931"/>
                <a:gd name="csX319" fmla="*/ 222611 w 226849"/>
                <a:gd name="csY319" fmla="*/ 88541 h 368931"/>
                <a:gd name="csX320" fmla="*/ 224331 w 226849"/>
                <a:gd name="csY320" fmla="*/ 85954 h 368931"/>
                <a:gd name="csX321" fmla="*/ 225366 w 226849"/>
                <a:gd name="csY321" fmla="*/ 85961 h 368931"/>
                <a:gd name="csX322" fmla="*/ 226286 w 226849"/>
                <a:gd name="csY322" fmla="*/ 86973 h 368931"/>
                <a:gd name="csX323" fmla="*/ 226157 w 226849"/>
                <a:gd name="csY323" fmla="*/ 88465 h 368931"/>
                <a:gd name="csX324" fmla="*/ 226477 w 226849"/>
                <a:gd name="csY324" fmla="*/ 89203 h 368931"/>
                <a:gd name="csX325" fmla="*/ 226340 w 226849"/>
                <a:gd name="csY325" fmla="*/ 90648 h 368931"/>
                <a:gd name="csX326" fmla="*/ 226849 w 226849"/>
                <a:gd name="csY326" fmla="*/ 92482 h 368931"/>
                <a:gd name="csX327" fmla="*/ 226652 w 226849"/>
                <a:gd name="csY327" fmla="*/ 94080 h 368931"/>
                <a:gd name="csX328" fmla="*/ 225389 w 226849"/>
                <a:gd name="csY328" fmla="*/ 95198 h 368931"/>
                <a:gd name="csX329" fmla="*/ 223783 w 226849"/>
                <a:gd name="csY329" fmla="*/ 97115 h 368931"/>
                <a:gd name="csX330" fmla="*/ 223494 w 226849"/>
                <a:gd name="csY330" fmla="*/ 98911 h 368931"/>
                <a:gd name="csX331" fmla="*/ 223646 w 226849"/>
                <a:gd name="csY331" fmla="*/ 100091 h 368931"/>
                <a:gd name="csX332" fmla="*/ 222535 w 226849"/>
                <a:gd name="csY332" fmla="*/ 100463 h 368931"/>
                <a:gd name="csX333" fmla="*/ 222018 w 226849"/>
                <a:gd name="csY333" fmla="*/ 101194 h 368931"/>
                <a:gd name="csX334" fmla="*/ 222771 w 226849"/>
                <a:gd name="csY334" fmla="*/ 102890 h 368931"/>
                <a:gd name="csX335" fmla="*/ 222726 w 226849"/>
                <a:gd name="csY335" fmla="*/ 104389 h 368931"/>
                <a:gd name="csX336" fmla="*/ 220763 w 226849"/>
                <a:gd name="csY336" fmla="*/ 109061 h 368931"/>
                <a:gd name="csX337" fmla="*/ 215528 w 226849"/>
                <a:gd name="csY337" fmla="*/ 115460 h 368931"/>
                <a:gd name="csX338" fmla="*/ 213268 w 226849"/>
                <a:gd name="csY338" fmla="*/ 117735 h 368931"/>
                <a:gd name="csX339" fmla="*/ 211153 w 226849"/>
                <a:gd name="csY339" fmla="*/ 120207 h 368931"/>
                <a:gd name="csX340" fmla="*/ 211153 w 226849"/>
                <a:gd name="csY340" fmla="*/ 121227 h 368931"/>
                <a:gd name="csX341" fmla="*/ 210947 w 226849"/>
                <a:gd name="csY341" fmla="*/ 122110 h 368931"/>
                <a:gd name="csX342" fmla="*/ 208482 w 226849"/>
                <a:gd name="csY342" fmla="*/ 125648 h 368931"/>
                <a:gd name="csX343" fmla="*/ 205834 w 226849"/>
                <a:gd name="csY343" fmla="*/ 126226 h 368931"/>
                <a:gd name="csX344" fmla="*/ 204366 w 226849"/>
                <a:gd name="csY344" fmla="*/ 127177 h 368931"/>
                <a:gd name="csX345" fmla="*/ 205515 w 226849"/>
                <a:gd name="csY345" fmla="*/ 130297 h 368931"/>
                <a:gd name="csX346" fmla="*/ 203803 w 226849"/>
                <a:gd name="csY346" fmla="*/ 131019 h 368931"/>
                <a:gd name="csX347" fmla="*/ 200828 w 226849"/>
                <a:gd name="csY347" fmla="*/ 133477 h 368931"/>
                <a:gd name="csX348" fmla="*/ 192649 w 226849"/>
                <a:gd name="csY348" fmla="*/ 138202 h 368931"/>
                <a:gd name="csX349" fmla="*/ 191356 w 226849"/>
                <a:gd name="csY349" fmla="*/ 139297 h 368931"/>
                <a:gd name="csX350" fmla="*/ 189278 w 226849"/>
                <a:gd name="csY350" fmla="*/ 142196 h 368931"/>
                <a:gd name="csX351" fmla="*/ 186539 w 226849"/>
                <a:gd name="csY351" fmla="*/ 142896 h 368931"/>
                <a:gd name="csX352" fmla="*/ 185018 w 226849"/>
                <a:gd name="csY352" fmla="*/ 143718 h 368931"/>
                <a:gd name="csX353" fmla="*/ 182301 w 226849"/>
                <a:gd name="csY353" fmla="*/ 144015 h 368931"/>
                <a:gd name="csX354" fmla="*/ 181350 w 226849"/>
                <a:gd name="csY354" fmla="*/ 143809 h 368931"/>
                <a:gd name="csX355" fmla="*/ 180422 w 226849"/>
                <a:gd name="csY355" fmla="*/ 143916 h 368931"/>
                <a:gd name="csX356" fmla="*/ 179638 w 226849"/>
                <a:gd name="csY356" fmla="*/ 144540 h 368931"/>
                <a:gd name="csX357" fmla="*/ 174244 w 226849"/>
                <a:gd name="csY357" fmla="*/ 146579 h 368931"/>
                <a:gd name="csX358" fmla="*/ 169207 w 226849"/>
                <a:gd name="csY358" fmla="*/ 148192 h 368931"/>
                <a:gd name="csX359" fmla="*/ 167967 w 226849"/>
                <a:gd name="csY359" fmla="*/ 148930 h 368931"/>
                <a:gd name="csX360" fmla="*/ 167145 w 226849"/>
                <a:gd name="csY360" fmla="*/ 149934 h 368931"/>
                <a:gd name="csX361" fmla="*/ 162687 w 226849"/>
                <a:gd name="csY361" fmla="*/ 151532 h 368931"/>
                <a:gd name="csX362" fmla="*/ 155702 w 226849"/>
                <a:gd name="csY362" fmla="*/ 155481 h 368931"/>
                <a:gd name="csX363" fmla="*/ 149988 w 226849"/>
                <a:gd name="csY363" fmla="*/ 159255 h 368931"/>
                <a:gd name="csX364" fmla="*/ 145849 w 226849"/>
                <a:gd name="csY364" fmla="*/ 163028 h 368931"/>
                <a:gd name="csX365" fmla="*/ 144753 w 226849"/>
                <a:gd name="csY365" fmla="*/ 163599 h 368931"/>
                <a:gd name="csX366" fmla="*/ 143475 w 226849"/>
                <a:gd name="csY366" fmla="*/ 164908 h 368931"/>
                <a:gd name="csX367" fmla="*/ 143041 w 226849"/>
                <a:gd name="csY367" fmla="*/ 166841 h 368931"/>
                <a:gd name="csX368" fmla="*/ 142623 w 226849"/>
                <a:gd name="csY368" fmla="*/ 167936 h 368931"/>
                <a:gd name="csX369" fmla="*/ 139556 w 226849"/>
                <a:gd name="csY369" fmla="*/ 171923 h 368931"/>
                <a:gd name="csX370" fmla="*/ 134946 w 226849"/>
                <a:gd name="csY370" fmla="*/ 176640 h 368931"/>
                <a:gd name="csX371" fmla="*/ 134048 w 226849"/>
                <a:gd name="csY371" fmla="*/ 177926 h 368931"/>
                <a:gd name="csX372" fmla="*/ 132214 w 226849"/>
                <a:gd name="csY372" fmla="*/ 180551 h 368931"/>
                <a:gd name="csX373" fmla="*/ 132039 w 226849"/>
                <a:gd name="csY373" fmla="*/ 182270 h 368931"/>
                <a:gd name="csX374" fmla="*/ 130403 w 226849"/>
                <a:gd name="csY374" fmla="*/ 182796 h 368931"/>
                <a:gd name="csX375" fmla="*/ 129034 w 226849"/>
                <a:gd name="csY375" fmla="*/ 181152 h 368931"/>
                <a:gd name="csX376" fmla="*/ 128448 w 226849"/>
                <a:gd name="csY376" fmla="*/ 184325 h 368931"/>
                <a:gd name="csX377" fmla="*/ 127329 w 226849"/>
                <a:gd name="csY377" fmla="*/ 184553 h 368931"/>
                <a:gd name="csX378" fmla="*/ 126089 w 226849"/>
                <a:gd name="csY378" fmla="*/ 183899 h 368931"/>
                <a:gd name="csX379" fmla="*/ 122992 w 226849"/>
                <a:gd name="csY379" fmla="*/ 185474 h 368931"/>
                <a:gd name="csX380" fmla="*/ 120299 w 226849"/>
                <a:gd name="csY380" fmla="*/ 187292 h 368931"/>
                <a:gd name="csX381" fmla="*/ 115977 w 226849"/>
                <a:gd name="csY381" fmla="*/ 191119 h 368931"/>
                <a:gd name="csX382" fmla="*/ 109868 w 226849"/>
                <a:gd name="csY382" fmla="*/ 198545 h 368931"/>
                <a:gd name="csX383" fmla="*/ 100958 w 226849"/>
                <a:gd name="csY383" fmla="*/ 205728 h 368931"/>
                <a:gd name="csX384" fmla="*/ 99741 w 226849"/>
                <a:gd name="csY384" fmla="*/ 205933 h 368931"/>
                <a:gd name="csX385" fmla="*/ 98919 w 226849"/>
                <a:gd name="csY385" fmla="*/ 205903 h 368931"/>
                <a:gd name="csX386" fmla="*/ 96112 w 226849"/>
                <a:gd name="csY386" fmla="*/ 203400 h 368931"/>
                <a:gd name="csX387" fmla="*/ 94582 w 226849"/>
                <a:gd name="csY387" fmla="*/ 203217 h 368931"/>
                <a:gd name="csX388" fmla="*/ 95952 w 226849"/>
                <a:gd name="csY388" fmla="*/ 204700 h 368931"/>
                <a:gd name="csX389" fmla="*/ 96857 w 226849"/>
                <a:gd name="csY389" fmla="*/ 205941 h 368931"/>
                <a:gd name="csX390" fmla="*/ 96629 w 226849"/>
                <a:gd name="csY390" fmla="*/ 208368 h 368931"/>
                <a:gd name="csX391" fmla="*/ 96735 w 226849"/>
                <a:gd name="csY391" fmla="*/ 212012 h 368931"/>
                <a:gd name="csX392" fmla="*/ 95632 w 226849"/>
                <a:gd name="csY392" fmla="*/ 219111 h 368931"/>
                <a:gd name="csX393" fmla="*/ 95784 w 226849"/>
                <a:gd name="csY393" fmla="*/ 220663 h 368931"/>
                <a:gd name="csX394" fmla="*/ 97055 w 226849"/>
                <a:gd name="csY394" fmla="*/ 222680 h 368931"/>
                <a:gd name="csX395" fmla="*/ 99451 w 226849"/>
                <a:gd name="csY395" fmla="*/ 225145 h 368931"/>
                <a:gd name="csX396" fmla="*/ 101696 w 226849"/>
                <a:gd name="csY396" fmla="*/ 228218 h 368931"/>
                <a:gd name="csX397" fmla="*/ 104587 w 226849"/>
                <a:gd name="csY397" fmla="*/ 237060 h 368931"/>
                <a:gd name="csX398" fmla="*/ 104808 w 226849"/>
                <a:gd name="csY398" fmla="*/ 241625 h 368931"/>
                <a:gd name="csX399" fmla="*/ 107791 w 226849"/>
                <a:gd name="csY399" fmla="*/ 247461 h 368931"/>
                <a:gd name="csX400" fmla="*/ 107905 w 226849"/>
                <a:gd name="csY400" fmla="*/ 249994 h 368931"/>
                <a:gd name="csX401" fmla="*/ 109115 w 226849"/>
                <a:gd name="csY401" fmla="*/ 256302 h 368931"/>
                <a:gd name="csX402" fmla="*/ 109031 w 226849"/>
                <a:gd name="csY402" fmla="*/ 261415 h 368931"/>
                <a:gd name="csX403" fmla="*/ 108818 w 226849"/>
                <a:gd name="csY403" fmla="*/ 264550 h 368931"/>
                <a:gd name="csX404" fmla="*/ 110256 w 226849"/>
                <a:gd name="csY404" fmla="*/ 265873 h 368931"/>
                <a:gd name="csX405" fmla="*/ 110788 w 226849"/>
                <a:gd name="csY405" fmla="*/ 264679 h 368931"/>
                <a:gd name="csX406" fmla="*/ 110636 w 226849"/>
                <a:gd name="csY406" fmla="*/ 262693 h 368931"/>
                <a:gd name="csX407" fmla="*/ 111017 w 226849"/>
                <a:gd name="csY407" fmla="*/ 259513 h 368931"/>
                <a:gd name="csX408" fmla="*/ 111815 w 226849"/>
                <a:gd name="csY408" fmla="*/ 258097 h 368931"/>
                <a:gd name="csX409" fmla="*/ 112615 w 226849"/>
                <a:gd name="csY409" fmla="*/ 258295 h 368931"/>
                <a:gd name="csX410" fmla="*/ 112850 w 226849"/>
                <a:gd name="csY410" fmla="*/ 259794 h 368931"/>
                <a:gd name="csX411" fmla="*/ 113391 w 226849"/>
                <a:gd name="csY411" fmla="*/ 261126 h 368931"/>
                <a:gd name="csX412" fmla="*/ 113611 w 226849"/>
                <a:gd name="csY412" fmla="*/ 262373 h 368931"/>
                <a:gd name="csX413" fmla="*/ 113649 w 226849"/>
                <a:gd name="csY413" fmla="*/ 264070 h 368931"/>
                <a:gd name="csX414" fmla="*/ 112546 w 226849"/>
                <a:gd name="csY414" fmla="*/ 270530 h 368931"/>
                <a:gd name="csX415" fmla="*/ 112873 w 226849"/>
                <a:gd name="csY415" fmla="*/ 273163 h 368931"/>
                <a:gd name="csX416" fmla="*/ 114357 w 226849"/>
                <a:gd name="csY416" fmla="*/ 277568 h 368931"/>
                <a:gd name="csX417" fmla="*/ 112622 w 226849"/>
                <a:gd name="csY417" fmla="*/ 282688 h 368931"/>
                <a:gd name="csX418" fmla="*/ 110111 w 226849"/>
                <a:gd name="csY418" fmla="*/ 294786 h 368931"/>
                <a:gd name="csX419" fmla="*/ 109967 w 226849"/>
                <a:gd name="csY419" fmla="*/ 296886 h 368931"/>
                <a:gd name="csX420" fmla="*/ 110575 w 226849"/>
                <a:gd name="csY420" fmla="*/ 297799 h 368931"/>
                <a:gd name="csX421" fmla="*/ 111922 w 226849"/>
                <a:gd name="csY421" fmla="*/ 298111 h 368931"/>
                <a:gd name="csX422" fmla="*/ 112417 w 226849"/>
                <a:gd name="csY422" fmla="*/ 296558 h 368931"/>
                <a:gd name="csX423" fmla="*/ 113208 w 226849"/>
                <a:gd name="csY423" fmla="*/ 296574 h 368931"/>
                <a:gd name="csX424" fmla="*/ 113627 w 226849"/>
                <a:gd name="csY424" fmla="*/ 297487 h 368931"/>
                <a:gd name="csX425" fmla="*/ 112508 w 226849"/>
                <a:gd name="csY425" fmla="*/ 303087 h 368931"/>
                <a:gd name="csX426" fmla="*/ 111404 w 226849"/>
                <a:gd name="csY426" fmla="*/ 305544 h 368931"/>
                <a:gd name="csX427" fmla="*/ 107486 w 226849"/>
                <a:gd name="csY427" fmla="*/ 311578 h 368931"/>
                <a:gd name="csX428" fmla="*/ 105378 w 226849"/>
                <a:gd name="csY428" fmla="*/ 314165 h 368931"/>
                <a:gd name="csX429" fmla="*/ 101879 w 226849"/>
                <a:gd name="csY429" fmla="*/ 316714 h 368931"/>
                <a:gd name="csX430" fmla="*/ 93661 w 226849"/>
                <a:gd name="csY430" fmla="*/ 320701 h 368931"/>
                <a:gd name="csX431" fmla="*/ 77189 w 226849"/>
                <a:gd name="csY431" fmla="*/ 326475 h 368931"/>
                <a:gd name="csX432" fmla="*/ 70661 w 226849"/>
                <a:gd name="csY432" fmla="*/ 329314 h 368931"/>
                <a:gd name="csX433" fmla="*/ 66757 w 226849"/>
                <a:gd name="csY433" fmla="*/ 331010 h 368931"/>
                <a:gd name="csX434" fmla="*/ 58510 w 226849"/>
                <a:gd name="csY434" fmla="*/ 336405 h 368931"/>
                <a:gd name="csX435" fmla="*/ 54903 w 226849"/>
                <a:gd name="csY435" fmla="*/ 340026 h 368931"/>
                <a:gd name="csX436" fmla="*/ 53420 w 226849"/>
                <a:gd name="csY436" fmla="*/ 344188 h 368931"/>
                <a:gd name="csX437" fmla="*/ 51997 w 226849"/>
                <a:gd name="csY437" fmla="*/ 346090 h 368931"/>
                <a:gd name="csX438" fmla="*/ 50597 w 226849"/>
                <a:gd name="csY438" fmla="*/ 348510 h 368931"/>
                <a:gd name="csX439" fmla="*/ 51814 w 226849"/>
                <a:gd name="csY439" fmla="*/ 350587 h 368931"/>
                <a:gd name="csX440" fmla="*/ 53009 w 226849"/>
                <a:gd name="csY440" fmla="*/ 352162 h 368931"/>
                <a:gd name="csX441" fmla="*/ 54424 w 226849"/>
                <a:gd name="csY441" fmla="*/ 353220 h 368931"/>
                <a:gd name="csX442" fmla="*/ 55155 w 226849"/>
                <a:gd name="csY442" fmla="*/ 354133 h 368931"/>
                <a:gd name="csX443" fmla="*/ 56113 w 226849"/>
                <a:gd name="csY443" fmla="*/ 354764 h 368931"/>
                <a:gd name="csX444" fmla="*/ 57072 w 226849"/>
                <a:gd name="csY444" fmla="*/ 351493 h 368931"/>
                <a:gd name="csX445" fmla="*/ 57551 w 226849"/>
                <a:gd name="csY445" fmla="*/ 350473 h 368931"/>
                <a:gd name="csX446" fmla="*/ 58373 w 226849"/>
                <a:gd name="csY446" fmla="*/ 350397 h 368931"/>
                <a:gd name="csX447" fmla="*/ 57916 w 226849"/>
                <a:gd name="csY447" fmla="*/ 354384 h 368931"/>
                <a:gd name="csX448" fmla="*/ 56965 w 226849"/>
                <a:gd name="csY448" fmla="*/ 368110 h 368931"/>
                <a:gd name="csX449" fmla="*/ 56866 w 226849"/>
                <a:gd name="csY449" fmla="*/ 368642 h 368931"/>
                <a:gd name="csX450" fmla="*/ 96013 w 226849"/>
                <a:gd name="csY450" fmla="*/ 35638 h 368931"/>
                <a:gd name="csX451" fmla="*/ 96583 w 226849"/>
                <a:gd name="csY451" fmla="*/ 35159 h 368931"/>
                <a:gd name="csX452" fmla="*/ 96804 w 226849"/>
                <a:gd name="csY452" fmla="*/ 34528 h 368931"/>
                <a:gd name="csX453" fmla="*/ 96796 w 226849"/>
                <a:gd name="csY453" fmla="*/ 33911 h 368931"/>
                <a:gd name="csX454" fmla="*/ 96439 w 226849"/>
                <a:gd name="csY454" fmla="*/ 33531 h 368931"/>
                <a:gd name="csX455" fmla="*/ 95921 w 226849"/>
                <a:gd name="csY455" fmla="*/ 33310 h 368931"/>
                <a:gd name="csX456" fmla="*/ 95175 w 226849"/>
                <a:gd name="csY456" fmla="*/ 33440 h 368931"/>
                <a:gd name="csX457" fmla="*/ 94909 w 226849"/>
                <a:gd name="csY457" fmla="*/ 34276 h 368931"/>
                <a:gd name="csX458" fmla="*/ 94795 w 226849"/>
                <a:gd name="csY458" fmla="*/ 35433 h 368931"/>
                <a:gd name="csX459" fmla="*/ 95267 w 226849"/>
                <a:gd name="csY459" fmla="*/ 35821 h 368931"/>
                <a:gd name="csX460" fmla="*/ 96013 w 226849"/>
                <a:gd name="csY460" fmla="*/ 35638 h 368931"/>
                <a:gd name="csX461" fmla="*/ 94354 w 226849"/>
                <a:gd name="csY461" fmla="*/ 33538 h 368931"/>
                <a:gd name="csX462" fmla="*/ 93981 w 226849"/>
                <a:gd name="csY462" fmla="*/ 32907 h 368931"/>
                <a:gd name="csX463" fmla="*/ 93281 w 226849"/>
                <a:gd name="csY463" fmla="*/ 32610 h 368931"/>
                <a:gd name="csX464" fmla="*/ 92482 w 226849"/>
                <a:gd name="csY464" fmla="*/ 32854 h 368931"/>
                <a:gd name="csX465" fmla="*/ 92216 w 226849"/>
                <a:gd name="csY465" fmla="*/ 33645 h 368931"/>
                <a:gd name="csX466" fmla="*/ 93045 w 226849"/>
                <a:gd name="csY466" fmla="*/ 34665 h 368931"/>
                <a:gd name="csX467" fmla="*/ 93928 w 226849"/>
                <a:gd name="csY467" fmla="*/ 34680 h 368931"/>
                <a:gd name="csX468" fmla="*/ 94354 w 226849"/>
                <a:gd name="csY468" fmla="*/ 33538 h 368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Lst>
              <a:rect l="l" t="t" r="r" b="b"/>
              <a:pathLst>
                <a:path w="226849" h="368931">
                  <a:moveTo>
                    <a:pt x="56866" y="368642"/>
                  </a:moveTo>
                  <a:lnTo>
                    <a:pt x="54523" y="368680"/>
                  </a:lnTo>
                  <a:lnTo>
                    <a:pt x="50513" y="368794"/>
                  </a:lnTo>
                  <a:lnTo>
                    <a:pt x="48140" y="368863"/>
                  </a:lnTo>
                  <a:lnTo>
                    <a:pt x="45484" y="368931"/>
                  </a:lnTo>
                  <a:lnTo>
                    <a:pt x="42197" y="368262"/>
                  </a:lnTo>
                  <a:lnTo>
                    <a:pt x="40348" y="368407"/>
                  </a:lnTo>
                  <a:lnTo>
                    <a:pt x="40196" y="360805"/>
                  </a:lnTo>
                  <a:lnTo>
                    <a:pt x="39595" y="359139"/>
                  </a:lnTo>
                  <a:lnTo>
                    <a:pt x="38963" y="356704"/>
                  </a:lnTo>
                  <a:lnTo>
                    <a:pt x="38811" y="355144"/>
                  </a:lnTo>
                  <a:lnTo>
                    <a:pt x="39207" y="353577"/>
                  </a:lnTo>
                  <a:lnTo>
                    <a:pt x="39397" y="351097"/>
                  </a:lnTo>
                  <a:lnTo>
                    <a:pt x="39222" y="348921"/>
                  </a:lnTo>
                  <a:lnTo>
                    <a:pt x="37259" y="347833"/>
                  </a:lnTo>
                  <a:lnTo>
                    <a:pt x="36826" y="347490"/>
                  </a:lnTo>
                  <a:lnTo>
                    <a:pt x="36399" y="345786"/>
                  </a:lnTo>
                  <a:lnTo>
                    <a:pt x="36232" y="343153"/>
                  </a:lnTo>
                  <a:lnTo>
                    <a:pt x="37609" y="339814"/>
                  </a:lnTo>
                  <a:lnTo>
                    <a:pt x="37495" y="333399"/>
                  </a:lnTo>
                  <a:lnTo>
                    <a:pt x="37655" y="331147"/>
                  </a:lnTo>
                  <a:lnTo>
                    <a:pt x="37632" y="326696"/>
                  </a:lnTo>
                  <a:lnTo>
                    <a:pt x="37602" y="321317"/>
                  </a:lnTo>
                  <a:lnTo>
                    <a:pt x="37579" y="316501"/>
                  </a:lnTo>
                  <a:lnTo>
                    <a:pt x="37632" y="312354"/>
                  </a:lnTo>
                  <a:lnTo>
                    <a:pt x="37221" y="310391"/>
                  </a:lnTo>
                  <a:lnTo>
                    <a:pt x="36879" y="309311"/>
                  </a:lnTo>
                  <a:lnTo>
                    <a:pt x="35966" y="307119"/>
                  </a:lnTo>
                  <a:lnTo>
                    <a:pt x="34900" y="302562"/>
                  </a:lnTo>
                  <a:lnTo>
                    <a:pt x="33645" y="299123"/>
                  </a:lnTo>
                  <a:lnTo>
                    <a:pt x="32032" y="296855"/>
                  </a:lnTo>
                  <a:lnTo>
                    <a:pt x="31522" y="295661"/>
                  </a:lnTo>
                  <a:lnTo>
                    <a:pt x="31005" y="294071"/>
                  </a:lnTo>
                  <a:lnTo>
                    <a:pt x="29476" y="291256"/>
                  </a:lnTo>
                  <a:lnTo>
                    <a:pt x="28228" y="289620"/>
                  </a:lnTo>
                  <a:lnTo>
                    <a:pt x="27885" y="288311"/>
                  </a:lnTo>
                  <a:lnTo>
                    <a:pt x="27931" y="284925"/>
                  </a:lnTo>
                  <a:lnTo>
                    <a:pt x="26539" y="278861"/>
                  </a:lnTo>
                  <a:lnTo>
                    <a:pt x="25527" y="274448"/>
                  </a:lnTo>
                  <a:lnTo>
                    <a:pt x="24005" y="269670"/>
                  </a:lnTo>
                  <a:lnTo>
                    <a:pt x="22985" y="266482"/>
                  </a:lnTo>
                  <a:lnTo>
                    <a:pt x="22833" y="265934"/>
                  </a:lnTo>
                  <a:lnTo>
                    <a:pt x="22719" y="264725"/>
                  </a:lnTo>
                  <a:lnTo>
                    <a:pt x="25747" y="262358"/>
                  </a:lnTo>
                  <a:lnTo>
                    <a:pt x="28775" y="259026"/>
                  </a:lnTo>
                  <a:lnTo>
                    <a:pt x="32321" y="255130"/>
                  </a:lnTo>
                  <a:lnTo>
                    <a:pt x="35486" y="251653"/>
                  </a:lnTo>
                  <a:lnTo>
                    <a:pt x="38271" y="248602"/>
                  </a:lnTo>
                  <a:lnTo>
                    <a:pt x="42083" y="244433"/>
                  </a:lnTo>
                  <a:lnTo>
                    <a:pt x="45849" y="240316"/>
                  </a:lnTo>
                  <a:lnTo>
                    <a:pt x="46732" y="239791"/>
                  </a:lnTo>
                  <a:lnTo>
                    <a:pt x="47104" y="239457"/>
                  </a:lnTo>
                  <a:lnTo>
                    <a:pt x="45476" y="235804"/>
                  </a:lnTo>
                  <a:lnTo>
                    <a:pt x="48094" y="231566"/>
                  </a:lnTo>
                  <a:lnTo>
                    <a:pt x="48239" y="228812"/>
                  </a:lnTo>
                  <a:lnTo>
                    <a:pt x="48124" y="226179"/>
                  </a:lnTo>
                  <a:lnTo>
                    <a:pt x="48444" y="224970"/>
                  </a:lnTo>
                  <a:lnTo>
                    <a:pt x="49235" y="223912"/>
                  </a:lnTo>
                  <a:lnTo>
                    <a:pt x="52294" y="221713"/>
                  </a:lnTo>
                  <a:lnTo>
                    <a:pt x="54607" y="218213"/>
                  </a:lnTo>
                  <a:lnTo>
                    <a:pt x="56501" y="214942"/>
                  </a:lnTo>
                  <a:lnTo>
                    <a:pt x="59134" y="209692"/>
                  </a:lnTo>
                  <a:lnTo>
                    <a:pt x="59392" y="208452"/>
                  </a:lnTo>
                  <a:lnTo>
                    <a:pt x="59430" y="207181"/>
                  </a:lnTo>
                  <a:lnTo>
                    <a:pt x="58715" y="205393"/>
                  </a:lnTo>
                  <a:lnTo>
                    <a:pt x="56965" y="202525"/>
                  </a:lnTo>
                  <a:lnTo>
                    <a:pt x="55695" y="200044"/>
                  </a:lnTo>
                  <a:lnTo>
                    <a:pt x="54561" y="196232"/>
                  </a:lnTo>
                  <a:lnTo>
                    <a:pt x="55702" y="192923"/>
                  </a:lnTo>
                  <a:lnTo>
                    <a:pt x="56106" y="190921"/>
                  </a:lnTo>
                  <a:lnTo>
                    <a:pt x="56106" y="189841"/>
                  </a:lnTo>
                  <a:lnTo>
                    <a:pt x="55603" y="188821"/>
                  </a:lnTo>
                  <a:lnTo>
                    <a:pt x="54325" y="188046"/>
                  </a:lnTo>
                  <a:lnTo>
                    <a:pt x="53260" y="187543"/>
                  </a:lnTo>
                  <a:lnTo>
                    <a:pt x="52902" y="186174"/>
                  </a:lnTo>
                  <a:lnTo>
                    <a:pt x="52895" y="184553"/>
                  </a:lnTo>
                  <a:lnTo>
                    <a:pt x="53374" y="183655"/>
                  </a:lnTo>
                  <a:lnTo>
                    <a:pt x="56205" y="182202"/>
                  </a:lnTo>
                  <a:lnTo>
                    <a:pt x="56844" y="181411"/>
                  </a:lnTo>
                  <a:lnTo>
                    <a:pt x="57179" y="180528"/>
                  </a:lnTo>
                  <a:lnTo>
                    <a:pt x="57209" y="179273"/>
                  </a:lnTo>
                  <a:lnTo>
                    <a:pt x="58084" y="176131"/>
                  </a:lnTo>
                  <a:lnTo>
                    <a:pt x="59164" y="173148"/>
                  </a:lnTo>
                  <a:lnTo>
                    <a:pt x="59240" y="172098"/>
                  </a:lnTo>
                  <a:lnTo>
                    <a:pt x="58860" y="171177"/>
                  </a:lnTo>
                  <a:lnTo>
                    <a:pt x="58563" y="169496"/>
                  </a:lnTo>
                  <a:lnTo>
                    <a:pt x="58373" y="166962"/>
                  </a:lnTo>
                  <a:lnTo>
                    <a:pt x="58358" y="159878"/>
                  </a:lnTo>
                  <a:lnTo>
                    <a:pt x="58913" y="152582"/>
                  </a:lnTo>
                  <a:lnTo>
                    <a:pt x="58670" y="148450"/>
                  </a:lnTo>
                  <a:lnTo>
                    <a:pt x="56859" y="143703"/>
                  </a:lnTo>
                  <a:lnTo>
                    <a:pt x="56684" y="140279"/>
                  </a:lnTo>
                  <a:lnTo>
                    <a:pt x="58000" y="137890"/>
                  </a:lnTo>
                  <a:lnTo>
                    <a:pt x="58213" y="136482"/>
                  </a:lnTo>
                  <a:lnTo>
                    <a:pt x="57255" y="136300"/>
                  </a:lnTo>
                  <a:lnTo>
                    <a:pt x="55276" y="136155"/>
                  </a:lnTo>
                  <a:lnTo>
                    <a:pt x="53815" y="135714"/>
                  </a:lnTo>
                  <a:lnTo>
                    <a:pt x="51556" y="133758"/>
                  </a:lnTo>
                  <a:lnTo>
                    <a:pt x="47630" y="132130"/>
                  </a:lnTo>
                  <a:lnTo>
                    <a:pt x="43171" y="130646"/>
                  </a:lnTo>
                  <a:lnTo>
                    <a:pt x="36689" y="130205"/>
                  </a:lnTo>
                  <a:lnTo>
                    <a:pt x="31302" y="125457"/>
                  </a:lnTo>
                  <a:lnTo>
                    <a:pt x="27079" y="124696"/>
                  </a:lnTo>
                  <a:lnTo>
                    <a:pt x="25717" y="124088"/>
                  </a:lnTo>
                  <a:lnTo>
                    <a:pt x="21661" y="121242"/>
                  </a:lnTo>
                  <a:lnTo>
                    <a:pt x="15309" y="120976"/>
                  </a:lnTo>
                  <a:lnTo>
                    <a:pt x="8719" y="120694"/>
                  </a:lnTo>
                  <a:lnTo>
                    <a:pt x="4611" y="120611"/>
                  </a:lnTo>
                  <a:lnTo>
                    <a:pt x="4002" y="120230"/>
                  </a:lnTo>
                  <a:lnTo>
                    <a:pt x="3766" y="116312"/>
                  </a:lnTo>
                  <a:lnTo>
                    <a:pt x="3721" y="112835"/>
                  </a:lnTo>
                  <a:lnTo>
                    <a:pt x="3371" y="109814"/>
                  </a:lnTo>
                  <a:lnTo>
                    <a:pt x="2747" y="106375"/>
                  </a:lnTo>
                  <a:lnTo>
                    <a:pt x="1788" y="105036"/>
                  </a:lnTo>
                  <a:lnTo>
                    <a:pt x="647" y="102716"/>
                  </a:lnTo>
                  <a:lnTo>
                    <a:pt x="68" y="100159"/>
                  </a:lnTo>
                  <a:lnTo>
                    <a:pt x="0" y="98919"/>
                  </a:lnTo>
                  <a:lnTo>
                    <a:pt x="213" y="98478"/>
                  </a:lnTo>
                  <a:lnTo>
                    <a:pt x="4786" y="96659"/>
                  </a:lnTo>
                  <a:lnTo>
                    <a:pt x="6741" y="95761"/>
                  </a:lnTo>
                  <a:lnTo>
                    <a:pt x="9640" y="94719"/>
                  </a:lnTo>
                  <a:lnTo>
                    <a:pt x="14799" y="93281"/>
                  </a:lnTo>
                  <a:lnTo>
                    <a:pt x="19402" y="91995"/>
                  </a:lnTo>
                  <a:lnTo>
                    <a:pt x="23624" y="90747"/>
                  </a:lnTo>
                  <a:lnTo>
                    <a:pt x="28098" y="89423"/>
                  </a:lnTo>
                  <a:lnTo>
                    <a:pt x="29917" y="88533"/>
                  </a:lnTo>
                  <a:lnTo>
                    <a:pt x="32177" y="87643"/>
                  </a:lnTo>
                  <a:lnTo>
                    <a:pt x="37586" y="85855"/>
                  </a:lnTo>
                  <a:lnTo>
                    <a:pt x="39131" y="85239"/>
                  </a:lnTo>
                  <a:lnTo>
                    <a:pt x="42235" y="84242"/>
                  </a:lnTo>
                  <a:lnTo>
                    <a:pt x="43795" y="83854"/>
                  </a:lnTo>
                  <a:lnTo>
                    <a:pt x="49783" y="81807"/>
                  </a:lnTo>
                  <a:lnTo>
                    <a:pt x="56646" y="79464"/>
                  </a:lnTo>
                  <a:lnTo>
                    <a:pt x="59050" y="78642"/>
                  </a:lnTo>
                  <a:lnTo>
                    <a:pt x="63638" y="77075"/>
                  </a:lnTo>
                  <a:lnTo>
                    <a:pt x="64528" y="77721"/>
                  </a:lnTo>
                  <a:lnTo>
                    <a:pt x="67655" y="83108"/>
                  </a:lnTo>
                  <a:lnTo>
                    <a:pt x="70113" y="86281"/>
                  </a:lnTo>
                  <a:lnTo>
                    <a:pt x="72913" y="89218"/>
                  </a:lnTo>
                  <a:lnTo>
                    <a:pt x="73385" y="89073"/>
                  </a:lnTo>
                  <a:lnTo>
                    <a:pt x="74191" y="88388"/>
                  </a:lnTo>
                  <a:lnTo>
                    <a:pt x="75591" y="88107"/>
                  </a:lnTo>
                  <a:lnTo>
                    <a:pt x="80042" y="87445"/>
                  </a:lnTo>
                  <a:lnTo>
                    <a:pt x="81739" y="87407"/>
                  </a:lnTo>
                  <a:lnTo>
                    <a:pt x="82857" y="86616"/>
                  </a:lnTo>
                  <a:lnTo>
                    <a:pt x="85140" y="86060"/>
                  </a:lnTo>
                  <a:lnTo>
                    <a:pt x="87780" y="85726"/>
                  </a:lnTo>
                  <a:lnTo>
                    <a:pt x="88686" y="86083"/>
                  </a:lnTo>
                  <a:lnTo>
                    <a:pt x="91470" y="89887"/>
                  </a:lnTo>
                  <a:lnTo>
                    <a:pt x="91874" y="92794"/>
                  </a:lnTo>
                  <a:lnTo>
                    <a:pt x="92452" y="97001"/>
                  </a:lnTo>
                  <a:lnTo>
                    <a:pt x="92589" y="99056"/>
                  </a:lnTo>
                  <a:lnTo>
                    <a:pt x="92543" y="101802"/>
                  </a:lnTo>
                  <a:lnTo>
                    <a:pt x="92231" y="105242"/>
                  </a:lnTo>
                  <a:lnTo>
                    <a:pt x="89971" y="109206"/>
                  </a:lnTo>
                  <a:lnTo>
                    <a:pt x="89538" y="111176"/>
                  </a:lnTo>
                  <a:lnTo>
                    <a:pt x="88328" y="114227"/>
                  </a:lnTo>
                  <a:lnTo>
                    <a:pt x="86730" y="115734"/>
                  </a:lnTo>
                  <a:lnTo>
                    <a:pt x="85939" y="116966"/>
                  </a:lnTo>
                  <a:lnTo>
                    <a:pt x="85985" y="118244"/>
                  </a:lnTo>
                  <a:lnTo>
                    <a:pt x="86837" y="119317"/>
                  </a:lnTo>
                  <a:lnTo>
                    <a:pt x="88708" y="121250"/>
                  </a:lnTo>
                  <a:lnTo>
                    <a:pt x="89286" y="122505"/>
                  </a:lnTo>
                  <a:lnTo>
                    <a:pt x="89119" y="123616"/>
                  </a:lnTo>
                  <a:lnTo>
                    <a:pt x="89127" y="125130"/>
                  </a:lnTo>
                  <a:lnTo>
                    <a:pt x="89576" y="126180"/>
                  </a:lnTo>
                  <a:lnTo>
                    <a:pt x="90108" y="126789"/>
                  </a:lnTo>
                  <a:lnTo>
                    <a:pt x="91957" y="127778"/>
                  </a:lnTo>
                  <a:lnTo>
                    <a:pt x="93768" y="130266"/>
                  </a:lnTo>
                  <a:lnTo>
                    <a:pt x="96888" y="133271"/>
                  </a:lnTo>
                  <a:lnTo>
                    <a:pt x="100616" y="137555"/>
                  </a:lnTo>
                  <a:lnTo>
                    <a:pt x="102366" y="138871"/>
                  </a:lnTo>
                  <a:lnTo>
                    <a:pt x="103743" y="139191"/>
                  </a:lnTo>
                  <a:lnTo>
                    <a:pt x="104427" y="140621"/>
                  </a:lnTo>
                  <a:lnTo>
                    <a:pt x="104047" y="142295"/>
                  </a:lnTo>
                  <a:lnTo>
                    <a:pt x="102974" y="143246"/>
                  </a:lnTo>
                  <a:lnTo>
                    <a:pt x="103416" y="144616"/>
                  </a:lnTo>
                  <a:lnTo>
                    <a:pt x="104024" y="145331"/>
                  </a:lnTo>
                  <a:lnTo>
                    <a:pt x="104701" y="145696"/>
                  </a:lnTo>
                  <a:lnTo>
                    <a:pt x="106337" y="145780"/>
                  </a:lnTo>
                  <a:lnTo>
                    <a:pt x="107859" y="145498"/>
                  </a:lnTo>
                  <a:lnTo>
                    <a:pt x="108240" y="145019"/>
                  </a:lnTo>
                  <a:lnTo>
                    <a:pt x="108042" y="138605"/>
                  </a:lnTo>
                  <a:lnTo>
                    <a:pt x="106946" y="134869"/>
                  </a:lnTo>
                  <a:lnTo>
                    <a:pt x="105843" y="133408"/>
                  </a:lnTo>
                  <a:lnTo>
                    <a:pt x="105607" y="133119"/>
                  </a:lnTo>
                  <a:lnTo>
                    <a:pt x="105995" y="131894"/>
                  </a:lnTo>
                  <a:lnTo>
                    <a:pt x="107220" y="129033"/>
                  </a:lnTo>
                  <a:lnTo>
                    <a:pt x="108262" y="126196"/>
                  </a:lnTo>
                  <a:lnTo>
                    <a:pt x="108924" y="125001"/>
                  </a:lnTo>
                  <a:lnTo>
                    <a:pt x="109693" y="124278"/>
                  </a:lnTo>
                  <a:lnTo>
                    <a:pt x="114836" y="123510"/>
                  </a:lnTo>
                  <a:lnTo>
                    <a:pt x="117180" y="122848"/>
                  </a:lnTo>
                  <a:lnTo>
                    <a:pt x="118169" y="122018"/>
                  </a:lnTo>
                  <a:lnTo>
                    <a:pt x="118937" y="119819"/>
                  </a:lnTo>
                  <a:lnTo>
                    <a:pt x="119554" y="113679"/>
                  </a:lnTo>
                  <a:lnTo>
                    <a:pt x="119774" y="107920"/>
                  </a:lnTo>
                  <a:lnTo>
                    <a:pt x="119241" y="104549"/>
                  </a:lnTo>
                  <a:lnTo>
                    <a:pt x="119979" y="99474"/>
                  </a:lnTo>
                  <a:lnTo>
                    <a:pt x="121106" y="96332"/>
                  </a:lnTo>
                  <a:lnTo>
                    <a:pt x="120550" y="95716"/>
                  </a:lnTo>
                  <a:lnTo>
                    <a:pt x="120132" y="91485"/>
                  </a:lnTo>
                  <a:lnTo>
                    <a:pt x="116784" y="86981"/>
                  </a:lnTo>
                  <a:lnTo>
                    <a:pt x="112478" y="81191"/>
                  </a:lnTo>
                  <a:lnTo>
                    <a:pt x="110066" y="78079"/>
                  </a:lnTo>
                  <a:lnTo>
                    <a:pt x="107327" y="74541"/>
                  </a:lnTo>
                  <a:lnTo>
                    <a:pt x="102335" y="69002"/>
                  </a:lnTo>
                  <a:lnTo>
                    <a:pt x="100053" y="67001"/>
                  </a:lnTo>
                  <a:lnTo>
                    <a:pt x="98851" y="66217"/>
                  </a:lnTo>
                  <a:lnTo>
                    <a:pt x="94818" y="65578"/>
                  </a:lnTo>
                  <a:lnTo>
                    <a:pt x="93745" y="64513"/>
                  </a:lnTo>
                  <a:lnTo>
                    <a:pt x="92726" y="62816"/>
                  </a:lnTo>
                  <a:lnTo>
                    <a:pt x="92337" y="59681"/>
                  </a:lnTo>
                  <a:lnTo>
                    <a:pt x="92269" y="57338"/>
                  </a:lnTo>
                  <a:lnTo>
                    <a:pt x="91813" y="53351"/>
                  </a:lnTo>
                  <a:lnTo>
                    <a:pt x="90999" y="47721"/>
                  </a:lnTo>
                  <a:lnTo>
                    <a:pt x="90633" y="46062"/>
                  </a:lnTo>
                  <a:lnTo>
                    <a:pt x="89484" y="41832"/>
                  </a:lnTo>
                  <a:lnTo>
                    <a:pt x="88389" y="37807"/>
                  </a:lnTo>
                  <a:lnTo>
                    <a:pt x="88328" y="36810"/>
                  </a:lnTo>
                  <a:lnTo>
                    <a:pt x="88716" y="35844"/>
                  </a:lnTo>
                  <a:lnTo>
                    <a:pt x="90572" y="32884"/>
                  </a:lnTo>
                  <a:lnTo>
                    <a:pt x="91889" y="30784"/>
                  </a:lnTo>
                  <a:lnTo>
                    <a:pt x="92513" y="29635"/>
                  </a:lnTo>
                  <a:lnTo>
                    <a:pt x="93631" y="26516"/>
                  </a:lnTo>
                  <a:lnTo>
                    <a:pt x="93897" y="25002"/>
                  </a:lnTo>
                  <a:lnTo>
                    <a:pt x="94772" y="24317"/>
                  </a:lnTo>
                  <a:lnTo>
                    <a:pt x="98341" y="24035"/>
                  </a:lnTo>
                  <a:lnTo>
                    <a:pt x="101179" y="24089"/>
                  </a:lnTo>
                  <a:lnTo>
                    <a:pt x="105942" y="24020"/>
                  </a:lnTo>
                  <a:lnTo>
                    <a:pt x="110971" y="24203"/>
                  </a:lnTo>
                  <a:lnTo>
                    <a:pt x="111678" y="24340"/>
                  </a:lnTo>
                  <a:lnTo>
                    <a:pt x="112812" y="24667"/>
                  </a:lnTo>
                  <a:lnTo>
                    <a:pt x="114090" y="24614"/>
                  </a:lnTo>
                  <a:lnTo>
                    <a:pt x="115513" y="24172"/>
                  </a:lnTo>
                  <a:lnTo>
                    <a:pt x="117088" y="23092"/>
                  </a:lnTo>
                  <a:lnTo>
                    <a:pt x="118815" y="21372"/>
                  </a:lnTo>
                  <a:lnTo>
                    <a:pt x="121509" y="21410"/>
                  </a:lnTo>
                  <a:lnTo>
                    <a:pt x="125153" y="23198"/>
                  </a:lnTo>
                  <a:lnTo>
                    <a:pt x="127147" y="24758"/>
                  </a:lnTo>
                  <a:lnTo>
                    <a:pt x="127482" y="26090"/>
                  </a:lnTo>
                  <a:lnTo>
                    <a:pt x="129924" y="26866"/>
                  </a:lnTo>
                  <a:lnTo>
                    <a:pt x="134474" y="27079"/>
                  </a:lnTo>
                  <a:lnTo>
                    <a:pt x="137784" y="26386"/>
                  </a:lnTo>
                  <a:lnTo>
                    <a:pt x="139861" y="24789"/>
                  </a:lnTo>
                  <a:lnTo>
                    <a:pt x="142037" y="23944"/>
                  </a:lnTo>
                  <a:lnTo>
                    <a:pt x="144304" y="23845"/>
                  </a:lnTo>
                  <a:lnTo>
                    <a:pt x="146016" y="24393"/>
                  </a:lnTo>
                  <a:lnTo>
                    <a:pt x="147180" y="25580"/>
                  </a:lnTo>
                  <a:lnTo>
                    <a:pt x="149410" y="26432"/>
                  </a:lnTo>
                  <a:lnTo>
                    <a:pt x="152711" y="26949"/>
                  </a:lnTo>
                  <a:lnTo>
                    <a:pt x="156318" y="26181"/>
                  </a:lnTo>
                  <a:lnTo>
                    <a:pt x="160229" y="24134"/>
                  </a:lnTo>
                  <a:lnTo>
                    <a:pt x="162458" y="21996"/>
                  </a:lnTo>
                  <a:lnTo>
                    <a:pt x="163006" y="19775"/>
                  </a:lnTo>
                  <a:lnTo>
                    <a:pt x="163652" y="18420"/>
                  </a:lnTo>
                  <a:lnTo>
                    <a:pt x="164398" y="17941"/>
                  </a:lnTo>
                  <a:lnTo>
                    <a:pt x="166468" y="17667"/>
                  </a:lnTo>
                  <a:lnTo>
                    <a:pt x="169869" y="17591"/>
                  </a:lnTo>
                  <a:lnTo>
                    <a:pt x="172829" y="18291"/>
                  </a:lnTo>
                  <a:lnTo>
                    <a:pt x="176602" y="20505"/>
                  </a:lnTo>
                  <a:lnTo>
                    <a:pt x="178984" y="19036"/>
                  </a:lnTo>
                  <a:lnTo>
                    <a:pt x="183070" y="16518"/>
                  </a:lnTo>
                  <a:lnTo>
                    <a:pt x="187186" y="15187"/>
                  </a:lnTo>
                  <a:lnTo>
                    <a:pt x="191104" y="15179"/>
                  </a:lnTo>
                  <a:lnTo>
                    <a:pt x="194323" y="14220"/>
                  </a:lnTo>
                  <a:lnTo>
                    <a:pt x="196834" y="12318"/>
                  </a:lnTo>
                  <a:lnTo>
                    <a:pt x="199489" y="11108"/>
                  </a:lnTo>
                  <a:lnTo>
                    <a:pt x="202289" y="10599"/>
                  </a:lnTo>
                  <a:lnTo>
                    <a:pt x="204906" y="9678"/>
                  </a:lnTo>
                  <a:lnTo>
                    <a:pt x="208566" y="7700"/>
                  </a:lnTo>
                  <a:lnTo>
                    <a:pt x="212363" y="4824"/>
                  </a:lnTo>
                  <a:lnTo>
                    <a:pt x="216228" y="1887"/>
                  </a:lnTo>
                  <a:lnTo>
                    <a:pt x="218708" y="0"/>
                  </a:lnTo>
                  <a:lnTo>
                    <a:pt x="219842" y="2222"/>
                  </a:lnTo>
                  <a:lnTo>
                    <a:pt x="221874" y="4253"/>
                  </a:lnTo>
                  <a:lnTo>
                    <a:pt x="220664" y="5432"/>
                  </a:lnTo>
                  <a:lnTo>
                    <a:pt x="219203" y="6490"/>
                  </a:lnTo>
                  <a:lnTo>
                    <a:pt x="221561" y="7905"/>
                  </a:lnTo>
                  <a:lnTo>
                    <a:pt x="219834" y="10043"/>
                  </a:lnTo>
                  <a:lnTo>
                    <a:pt x="219621" y="11527"/>
                  </a:lnTo>
                  <a:lnTo>
                    <a:pt x="220062" y="12113"/>
                  </a:lnTo>
                  <a:lnTo>
                    <a:pt x="220443" y="12980"/>
                  </a:lnTo>
                  <a:lnTo>
                    <a:pt x="219309" y="15430"/>
                  </a:lnTo>
                  <a:lnTo>
                    <a:pt x="217803" y="17309"/>
                  </a:lnTo>
                  <a:lnTo>
                    <a:pt x="217415" y="18747"/>
                  </a:lnTo>
                  <a:lnTo>
                    <a:pt x="218746" y="21281"/>
                  </a:lnTo>
                  <a:lnTo>
                    <a:pt x="218061" y="25785"/>
                  </a:lnTo>
                  <a:lnTo>
                    <a:pt x="219347" y="29841"/>
                  </a:lnTo>
                  <a:lnTo>
                    <a:pt x="219705" y="31918"/>
                  </a:lnTo>
                  <a:lnTo>
                    <a:pt x="220154" y="33310"/>
                  </a:lnTo>
                  <a:lnTo>
                    <a:pt x="219515" y="35798"/>
                  </a:lnTo>
                  <a:lnTo>
                    <a:pt x="219682" y="39998"/>
                  </a:lnTo>
                  <a:lnTo>
                    <a:pt x="219979" y="41733"/>
                  </a:lnTo>
                  <a:lnTo>
                    <a:pt x="219210" y="43894"/>
                  </a:lnTo>
                  <a:lnTo>
                    <a:pt x="220519" y="44639"/>
                  </a:lnTo>
                  <a:lnTo>
                    <a:pt x="221211" y="47013"/>
                  </a:lnTo>
                  <a:lnTo>
                    <a:pt x="221029" y="49684"/>
                  </a:lnTo>
                  <a:lnTo>
                    <a:pt x="220626" y="51122"/>
                  </a:lnTo>
                  <a:lnTo>
                    <a:pt x="218373" y="52864"/>
                  </a:lnTo>
                  <a:lnTo>
                    <a:pt x="218107" y="53541"/>
                  </a:lnTo>
                  <a:lnTo>
                    <a:pt x="218138" y="54569"/>
                  </a:lnTo>
                  <a:lnTo>
                    <a:pt x="220953" y="54599"/>
                  </a:lnTo>
                  <a:lnTo>
                    <a:pt x="221052" y="56189"/>
                  </a:lnTo>
                  <a:lnTo>
                    <a:pt x="220869" y="57445"/>
                  </a:lnTo>
                  <a:lnTo>
                    <a:pt x="220975" y="59803"/>
                  </a:lnTo>
                  <a:lnTo>
                    <a:pt x="220603" y="61332"/>
                  </a:lnTo>
                  <a:lnTo>
                    <a:pt x="221257" y="63082"/>
                  </a:lnTo>
                  <a:lnTo>
                    <a:pt x="220458" y="65023"/>
                  </a:lnTo>
                  <a:lnTo>
                    <a:pt x="220732" y="66521"/>
                  </a:lnTo>
                  <a:lnTo>
                    <a:pt x="220770" y="68462"/>
                  </a:lnTo>
                  <a:lnTo>
                    <a:pt x="221424" y="73369"/>
                  </a:lnTo>
                  <a:lnTo>
                    <a:pt x="221539" y="79441"/>
                  </a:lnTo>
                  <a:lnTo>
                    <a:pt x="221683" y="80415"/>
                  </a:lnTo>
                  <a:lnTo>
                    <a:pt x="222688" y="81100"/>
                  </a:lnTo>
                  <a:lnTo>
                    <a:pt x="224095" y="81442"/>
                  </a:lnTo>
                  <a:lnTo>
                    <a:pt x="224042" y="83108"/>
                  </a:lnTo>
                  <a:lnTo>
                    <a:pt x="222474" y="85284"/>
                  </a:lnTo>
                  <a:lnTo>
                    <a:pt x="222383" y="86639"/>
                  </a:lnTo>
                  <a:lnTo>
                    <a:pt x="222611" y="88541"/>
                  </a:lnTo>
                  <a:lnTo>
                    <a:pt x="224331" y="85954"/>
                  </a:lnTo>
                  <a:lnTo>
                    <a:pt x="225366" y="85961"/>
                  </a:lnTo>
                  <a:lnTo>
                    <a:pt x="226286" y="86973"/>
                  </a:lnTo>
                  <a:lnTo>
                    <a:pt x="226157" y="88465"/>
                  </a:lnTo>
                  <a:lnTo>
                    <a:pt x="226477" y="89203"/>
                  </a:lnTo>
                  <a:lnTo>
                    <a:pt x="226340" y="90648"/>
                  </a:lnTo>
                  <a:lnTo>
                    <a:pt x="226849" y="92482"/>
                  </a:lnTo>
                  <a:lnTo>
                    <a:pt x="226652" y="94080"/>
                  </a:lnTo>
                  <a:lnTo>
                    <a:pt x="225389" y="95198"/>
                  </a:lnTo>
                  <a:lnTo>
                    <a:pt x="223783" y="97115"/>
                  </a:lnTo>
                  <a:lnTo>
                    <a:pt x="223494" y="98911"/>
                  </a:lnTo>
                  <a:lnTo>
                    <a:pt x="223646" y="100091"/>
                  </a:lnTo>
                  <a:lnTo>
                    <a:pt x="222535" y="100463"/>
                  </a:lnTo>
                  <a:lnTo>
                    <a:pt x="222018" y="101194"/>
                  </a:lnTo>
                  <a:lnTo>
                    <a:pt x="222771" y="102890"/>
                  </a:lnTo>
                  <a:lnTo>
                    <a:pt x="222726" y="104389"/>
                  </a:lnTo>
                  <a:lnTo>
                    <a:pt x="220763" y="109061"/>
                  </a:lnTo>
                  <a:lnTo>
                    <a:pt x="215528" y="115460"/>
                  </a:lnTo>
                  <a:lnTo>
                    <a:pt x="213268" y="117735"/>
                  </a:lnTo>
                  <a:lnTo>
                    <a:pt x="211153" y="120207"/>
                  </a:lnTo>
                  <a:lnTo>
                    <a:pt x="211153" y="121227"/>
                  </a:lnTo>
                  <a:lnTo>
                    <a:pt x="210947" y="122110"/>
                  </a:lnTo>
                  <a:lnTo>
                    <a:pt x="208482" y="125648"/>
                  </a:lnTo>
                  <a:lnTo>
                    <a:pt x="205834" y="126226"/>
                  </a:lnTo>
                  <a:lnTo>
                    <a:pt x="204366" y="127177"/>
                  </a:lnTo>
                  <a:lnTo>
                    <a:pt x="205515" y="130297"/>
                  </a:lnTo>
                  <a:lnTo>
                    <a:pt x="203803" y="131019"/>
                  </a:lnTo>
                  <a:lnTo>
                    <a:pt x="200828" y="133477"/>
                  </a:lnTo>
                  <a:lnTo>
                    <a:pt x="192649" y="138202"/>
                  </a:lnTo>
                  <a:lnTo>
                    <a:pt x="191356" y="139297"/>
                  </a:lnTo>
                  <a:lnTo>
                    <a:pt x="189278" y="142196"/>
                  </a:lnTo>
                  <a:lnTo>
                    <a:pt x="186539" y="142896"/>
                  </a:lnTo>
                  <a:lnTo>
                    <a:pt x="185018" y="143718"/>
                  </a:lnTo>
                  <a:lnTo>
                    <a:pt x="182301" y="144015"/>
                  </a:lnTo>
                  <a:lnTo>
                    <a:pt x="181350" y="143809"/>
                  </a:lnTo>
                  <a:lnTo>
                    <a:pt x="180422" y="143916"/>
                  </a:lnTo>
                  <a:lnTo>
                    <a:pt x="179638" y="144540"/>
                  </a:lnTo>
                  <a:lnTo>
                    <a:pt x="174244" y="146579"/>
                  </a:lnTo>
                  <a:lnTo>
                    <a:pt x="169207" y="148192"/>
                  </a:lnTo>
                  <a:lnTo>
                    <a:pt x="167967" y="148930"/>
                  </a:lnTo>
                  <a:lnTo>
                    <a:pt x="167145" y="149934"/>
                  </a:lnTo>
                  <a:lnTo>
                    <a:pt x="162687" y="151532"/>
                  </a:lnTo>
                  <a:lnTo>
                    <a:pt x="155702" y="155481"/>
                  </a:lnTo>
                  <a:lnTo>
                    <a:pt x="149988" y="159255"/>
                  </a:lnTo>
                  <a:lnTo>
                    <a:pt x="145849" y="163028"/>
                  </a:lnTo>
                  <a:lnTo>
                    <a:pt x="144753" y="163599"/>
                  </a:lnTo>
                  <a:lnTo>
                    <a:pt x="143475" y="164908"/>
                  </a:lnTo>
                  <a:lnTo>
                    <a:pt x="143041" y="166841"/>
                  </a:lnTo>
                  <a:lnTo>
                    <a:pt x="142623" y="167936"/>
                  </a:lnTo>
                  <a:lnTo>
                    <a:pt x="139556" y="171923"/>
                  </a:lnTo>
                  <a:lnTo>
                    <a:pt x="134946" y="176640"/>
                  </a:lnTo>
                  <a:lnTo>
                    <a:pt x="134048" y="177926"/>
                  </a:lnTo>
                  <a:lnTo>
                    <a:pt x="132214" y="180551"/>
                  </a:lnTo>
                  <a:lnTo>
                    <a:pt x="132039" y="182270"/>
                  </a:lnTo>
                  <a:lnTo>
                    <a:pt x="130403" y="182796"/>
                  </a:lnTo>
                  <a:lnTo>
                    <a:pt x="129034" y="181152"/>
                  </a:lnTo>
                  <a:lnTo>
                    <a:pt x="128448" y="184325"/>
                  </a:lnTo>
                  <a:lnTo>
                    <a:pt x="127329" y="184553"/>
                  </a:lnTo>
                  <a:lnTo>
                    <a:pt x="126089" y="183899"/>
                  </a:lnTo>
                  <a:lnTo>
                    <a:pt x="122992" y="185474"/>
                  </a:lnTo>
                  <a:lnTo>
                    <a:pt x="120299" y="187292"/>
                  </a:lnTo>
                  <a:lnTo>
                    <a:pt x="115977" y="191119"/>
                  </a:lnTo>
                  <a:lnTo>
                    <a:pt x="109868" y="198545"/>
                  </a:lnTo>
                  <a:lnTo>
                    <a:pt x="100958" y="205728"/>
                  </a:lnTo>
                  <a:lnTo>
                    <a:pt x="99741" y="205933"/>
                  </a:lnTo>
                  <a:lnTo>
                    <a:pt x="98919" y="205903"/>
                  </a:lnTo>
                  <a:lnTo>
                    <a:pt x="96112" y="203400"/>
                  </a:lnTo>
                  <a:lnTo>
                    <a:pt x="94582" y="203217"/>
                  </a:lnTo>
                  <a:lnTo>
                    <a:pt x="95952" y="204700"/>
                  </a:lnTo>
                  <a:lnTo>
                    <a:pt x="96857" y="205941"/>
                  </a:lnTo>
                  <a:lnTo>
                    <a:pt x="96629" y="208368"/>
                  </a:lnTo>
                  <a:lnTo>
                    <a:pt x="96735" y="212012"/>
                  </a:lnTo>
                  <a:lnTo>
                    <a:pt x="95632" y="219111"/>
                  </a:lnTo>
                  <a:lnTo>
                    <a:pt x="95784" y="220663"/>
                  </a:lnTo>
                  <a:lnTo>
                    <a:pt x="97055" y="222680"/>
                  </a:lnTo>
                  <a:lnTo>
                    <a:pt x="99451" y="225145"/>
                  </a:lnTo>
                  <a:lnTo>
                    <a:pt x="101696" y="228218"/>
                  </a:lnTo>
                  <a:lnTo>
                    <a:pt x="104587" y="237060"/>
                  </a:lnTo>
                  <a:lnTo>
                    <a:pt x="104808" y="241625"/>
                  </a:lnTo>
                  <a:lnTo>
                    <a:pt x="107791" y="247461"/>
                  </a:lnTo>
                  <a:lnTo>
                    <a:pt x="107905" y="249994"/>
                  </a:lnTo>
                  <a:lnTo>
                    <a:pt x="109115" y="256302"/>
                  </a:lnTo>
                  <a:lnTo>
                    <a:pt x="109031" y="261415"/>
                  </a:lnTo>
                  <a:lnTo>
                    <a:pt x="108818" y="264550"/>
                  </a:lnTo>
                  <a:lnTo>
                    <a:pt x="110256" y="265873"/>
                  </a:lnTo>
                  <a:lnTo>
                    <a:pt x="110788" y="264679"/>
                  </a:lnTo>
                  <a:lnTo>
                    <a:pt x="110636" y="262693"/>
                  </a:lnTo>
                  <a:lnTo>
                    <a:pt x="111017" y="259513"/>
                  </a:lnTo>
                  <a:lnTo>
                    <a:pt x="111815" y="258097"/>
                  </a:lnTo>
                  <a:lnTo>
                    <a:pt x="112615" y="258295"/>
                  </a:lnTo>
                  <a:lnTo>
                    <a:pt x="112850" y="259794"/>
                  </a:lnTo>
                  <a:lnTo>
                    <a:pt x="113391" y="261126"/>
                  </a:lnTo>
                  <a:lnTo>
                    <a:pt x="113611" y="262373"/>
                  </a:lnTo>
                  <a:lnTo>
                    <a:pt x="113649" y="264070"/>
                  </a:lnTo>
                  <a:lnTo>
                    <a:pt x="112546" y="270530"/>
                  </a:lnTo>
                  <a:lnTo>
                    <a:pt x="112873" y="273163"/>
                  </a:lnTo>
                  <a:lnTo>
                    <a:pt x="114357" y="277568"/>
                  </a:lnTo>
                  <a:lnTo>
                    <a:pt x="112622" y="282688"/>
                  </a:lnTo>
                  <a:lnTo>
                    <a:pt x="110111" y="294786"/>
                  </a:lnTo>
                  <a:lnTo>
                    <a:pt x="109967" y="296886"/>
                  </a:lnTo>
                  <a:lnTo>
                    <a:pt x="110575" y="297799"/>
                  </a:lnTo>
                  <a:lnTo>
                    <a:pt x="111922" y="298111"/>
                  </a:lnTo>
                  <a:lnTo>
                    <a:pt x="112417" y="296558"/>
                  </a:lnTo>
                  <a:lnTo>
                    <a:pt x="113208" y="296574"/>
                  </a:lnTo>
                  <a:lnTo>
                    <a:pt x="113627" y="297487"/>
                  </a:lnTo>
                  <a:lnTo>
                    <a:pt x="112508" y="303087"/>
                  </a:lnTo>
                  <a:lnTo>
                    <a:pt x="111404" y="305544"/>
                  </a:lnTo>
                  <a:lnTo>
                    <a:pt x="107486" y="311578"/>
                  </a:lnTo>
                  <a:lnTo>
                    <a:pt x="105378" y="314165"/>
                  </a:lnTo>
                  <a:lnTo>
                    <a:pt x="101879" y="316714"/>
                  </a:lnTo>
                  <a:lnTo>
                    <a:pt x="93661" y="320701"/>
                  </a:lnTo>
                  <a:lnTo>
                    <a:pt x="77189" y="326475"/>
                  </a:lnTo>
                  <a:lnTo>
                    <a:pt x="70661" y="329314"/>
                  </a:lnTo>
                  <a:lnTo>
                    <a:pt x="66757" y="331010"/>
                  </a:lnTo>
                  <a:lnTo>
                    <a:pt x="58510" y="336405"/>
                  </a:lnTo>
                  <a:lnTo>
                    <a:pt x="54903" y="340026"/>
                  </a:lnTo>
                  <a:lnTo>
                    <a:pt x="53420" y="344188"/>
                  </a:lnTo>
                  <a:lnTo>
                    <a:pt x="51997" y="346090"/>
                  </a:lnTo>
                  <a:lnTo>
                    <a:pt x="50597" y="348510"/>
                  </a:lnTo>
                  <a:lnTo>
                    <a:pt x="51814" y="350587"/>
                  </a:lnTo>
                  <a:lnTo>
                    <a:pt x="53009" y="352162"/>
                  </a:lnTo>
                  <a:lnTo>
                    <a:pt x="54424" y="353220"/>
                  </a:lnTo>
                  <a:lnTo>
                    <a:pt x="55155" y="354133"/>
                  </a:lnTo>
                  <a:lnTo>
                    <a:pt x="56113" y="354764"/>
                  </a:lnTo>
                  <a:lnTo>
                    <a:pt x="57072" y="351493"/>
                  </a:lnTo>
                  <a:lnTo>
                    <a:pt x="57551" y="350473"/>
                  </a:lnTo>
                  <a:lnTo>
                    <a:pt x="58373" y="350397"/>
                  </a:lnTo>
                  <a:lnTo>
                    <a:pt x="57916" y="354384"/>
                  </a:lnTo>
                  <a:lnTo>
                    <a:pt x="56965" y="368110"/>
                  </a:lnTo>
                  <a:lnTo>
                    <a:pt x="56866" y="368642"/>
                  </a:lnTo>
                  <a:close/>
                  <a:moveTo>
                    <a:pt x="96013" y="35638"/>
                  </a:moveTo>
                  <a:lnTo>
                    <a:pt x="96583" y="35159"/>
                  </a:lnTo>
                  <a:lnTo>
                    <a:pt x="96804" y="34528"/>
                  </a:lnTo>
                  <a:lnTo>
                    <a:pt x="96796" y="33911"/>
                  </a:lnTo>
                  <a:lnTo>
                    <a:pt x="96439" y="33531"/>
                  </a:lnTo>
                  <a:lnTo>
                    <a:pt x="95921" y="33310"/>
                  </a:lnTo>
                  <a:lnTo>
                    <a:pt x="95175" y="33440"/>
                  </a:lnTo>
                  <a:lnTo>
                    <a:pt x="94909" y="34276"/>
                  </a:lnTo>
                  <a:lnTo>
                    <a:pt x="94795" y="35433"/>
                  </a:lnTo>
                  <a:lnTo>
                    <a:pt x="95267" y="35821"/>
                  </a:lnTo>
                  <a:lnTo>
                    <a:pt x="96013" y="35638"/>
                  </a:lnTo>
                  <a:close/>
                  <a:moveTo>
                    <a:pt x="94354" y="33538"/>
                  </a:moveTo>
                  <a:lnTo>
                    <a:pt x="93981" y="32907"/>
                  </a:lnTo>
                  <a:lnTo>
                    <a:pt x="93281" y="32610"/>
                  </a:lnTo>
                  <a:lnTo>
                    <a:pt x="92482" y="32854"/>
                  </a:lnTo>
                  <a:lnTo>
                    <a:pt x="92216" y="33645"/>
                  </a:lnTo>
                  <a:lnTo>
                    <a:pt x="93045" y="34665"/>
                  </a:lnTo>
                  <a:lnTo>
                    <a:pt x="93928" y="34680"/>
                  </a:lnTo>
                  <a:lnTo>
                    <a:pt x="94354" y="3353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81" name="Freeform: Shape 2280">
              <a:extLst>
                <a:ext uri="{FF2B5EF4-FFF2-40B4-BE49-F238E27FC236}">
                  <a16:creationId xmlns:a16="http://schemas.microsoft.com/office/drawing/2014/main" id="{899BA859-54EF-A30A-7E74-25D24F043C0A}"/>
                </a:ext>
              </a:extLst>
            </p:cNvPr>
            <p:cNvSpPr/>
            <p:nvPr/>
          </p:nvSpPr>
          <p:spPr>
            <a:xfrm>
              <a:off x="9824161" y="5369593"/>
              <a:ext cx="289064" cy="276715"/>
            </a:xfrm>
            <a:custGeom>
              <a:avLst/>
              <a:gdLst>
                <a:gd name="csX0" fmla="*/ 248960 w 289064"/>
                <a:gd name="csY0" fmla="*/ 14951 h 276715"/>
                <a:gd name="csX1" fmla="*/ 253533 w 289064"/>
                <a:gd name="csY1" fmla="*/ 14038 h 276715"/>
                <a:gd name="csX2" fmla="*/ 257900 w 289064"/>
                <a:gd name="csY2" fmla="*/ 13163 h 276715"/>
                <a:gd name="csX3" fmla="*/ 262975 w 289064"/>
                <a:gd name="csY3" fmla="*/ 12288 h 276715"/>
                <a:gd name="csX4" fmla="*/ 267038 w 289064"/>
                <a:gd name="csY4" fmla="*/ 11588 h 276715"/>
                <a:gd name="csX5" fmla="*/ 268058 w 289064"/>
                <a:gd name="csY5" fmla="*/ 11405 h 276715"/>
                <a:gd name="csX6" fmla="*/ 277834 w 289064"/>
                <a:gd name="csY6" fmla="*/ 12219 h 276715"/>
                <a:gd name="csX7" fmla="*/ 282095 w 289064"/>
                <a:gd name="csY7" fmla="*/ 12790 h 276715"/>
                <a:gd name="csX8" fmla="*/ 283579 w 289064"/>
                <a:gd name="csY8" fmla="*/ 13353 h 276715"/>
                <a:gd name="csX9" fmla="*/ 285504 w 289064"/>
                <a:gd name="csY9" fmla="*/ 14814 h 276715"/>
                <a:gd name="csX10" fmla="*/ 289065 w 289064"/>
                <a:gd name="csY10" fmla="*/ 18367 h 276715"/>
                <a:gd name="csX11" fmla="*/ 288152 w 289064"/>
                <a:gd name="csY11" fmla="*/ 18230 h 276715"/>
                <a:gd name="csX12" fmla="*/ 281593 w 289064"/>
                <a:gd name="csY12" fmla="*/ 18984 h 276715"/>
                <a:gd name="csX13" fmla="*/ 279098 w 289064"/>
                <a:gd name="csY13" fmla="*/ 19949 h 276715"/>
                <a:gd name="csX14" fmla="*/ 273513 w 289064"/>
                <a:gd name="csY14" fmla="*/ 24142 h 276715"/>
                <a:gd name="csX15" fmla="*/ 272326 w 289064"/>
                <a:gd name="csY15" fmla="*/ 23602 h 276715"/>
                <a:gd name="csX16" fmla="*/ 270987 w 289064"/>
                <a:gd name="csY16" fmla="*/ 22734 h 276715"/>
                <a:gd name="csX17" fmla="*/ 269853 w 289064"/>
                <a:gd name="csY17" fmla="*/ 22483 h 276715"/>
                <a:gd name="csX18" fmla="*/ 267395 w 289064"/>
                <a:gd name="csY18" fmla="*/ 23488 h 276715"/>
                <a:gd name="csX19" fmla="*/ 264946 w 289064"/>
                <a:gd name="csY19" fmla="*/ 24697 h 276715"/>
                <a:gd name="csX20" fmla="*/ 262244 w 289064"/>
                <a:gd name="csY20" fmla="*/ 26409 h 276715"/>
                <a:gd name="csX21" fmla="*/ 260015 w 289064"/>
                <a:gd name="csY21" fmla="*/ 28083 h 276715"/>
                <a:gd name="csX22" fmla="*/ 259285 w 289064"/>
                <a:gd name="csY22" fmla="*/ 28989 h 276715"/>
                <a:gd name="csX23" fmla="*/ 255793 w 289064"/>
                <a:gd name="csY23" fmla="*/ 32450 h 276715"/>
                <a:gd name="csX24" fmla="*/ 254651 w 289064"/>
                <a:gd name="csY24" fmla="*/ 33006 h 276715"/>
                <a:gd name="csX25" fmla="*/ 253639 w 289064"/>
                <a:gd name="csY25" fmla="*/ 33250 h 276715"/>
                <a:gd name="csX26" fmla="*/ 253228 w 289064"/>
                <a:gd name="csY26" fmla="*/ 33090 h 276715"/>
                <a:gd name="csX27" fmla="*/ 252795 w 289064"/>
                <a:gd name="csY27" fmla="*/ 31598 h 276715"/>
                <a:gd name="csX28" fmla="*/ 250649 w 289064"/>
                <a:gd name="csY28" fmla="*/ 28129 h 276715"/>
                <a:gd name="csX29" fmla="*/ 247210 w 289064"/>
                <a:gd name="csY29" fmla="*/ 23579 h 276715"/>
                <a:gd name="csX30" fmla="*/ 246206 w 289064"/>
                <a:gd name="csY30" fmla="*/ 23138 h 276715"/>
                <a:gd name="csX31" fmla="*/ 245513 w 289064"/>
                <a:gd name="csY31" fmla="*/ 22962 h 276715"/>
                <a:gd name="csX32" fmla="*/ 242964 w 289064"/>
                <a:gd name="csY32" fmla="*/ 23183 h 276715"/>
                <a:gd name="csX33" fmla="*/ 235554 w 289064"/>
                <a:gd name="csY33" fmla="*/ 24469 h 276715"/>
                <a:gd name="csX34" fmla="*/ 229300 w 289064"/>
                <a:gd name="csY34" fmla="*/ 25550 h 276715"/>
                <a:gd name="csX35" fmla="*/ 219720 w 289064"/>
                <a:gd name="csY35" fmla="*/ 27406 h 276715"/>
                <a:gd name="csX36" fmla="*/ 209433 w 289064"/>
                <a:gd name="csY36" fmla="*/ 28897 h 276715"/>
                <a:gd name="csX37" fmla="*/ 203095 w 289064"/>
                <a:gd name="csY37" fmla="*/ 29818 h 276715"/>
                <a:gd name="csX38" fmla="*/ 197572 w 289064"/>
                <a:gd name="csY38" fmla="*/ 30092 h 276715"/>
                <a:gd name="csX39" fmla="*/ 197579 w 289064"/>
                <a:gd name="csY39" fmla="*/ 34596 h 276715"/>
                <a:gd name="csX40" fmla="*/ 197587 w 289064"/>
                <a:gd name="csY40" fmla="*/ 43749 h 276715"/>
                <a:gd name="csX41" fmla="*/ 197602 w 289064"/>
                <a:gd name="csY41" fmla="*/ 52910 h 276715"/>
                <a:gd name="csX42" fmla="*/ 197618 w 289064"/>
                <a:gd name="csY42" fmla="*/ 62101 h 276715"/>
                <a:gd name="csX43" fmla="*/ 197633 w 289064"/>
                <a:gd name="csY43" fmla="*/ 71307 h 276715"/>
                <a:gd name="csX44" fmla="*/ 197640 w 289064"/>
                <a:gd name="csY44" fmla="*/ 80544 h 276715"/>
                <a:gd name="csX45" fmla="*/ 197656 w 289064"/>
                <a:gd name="csY45" fmla="*/ 89804 h 276715"/>
                <a:gd name="csX46" fmla="*/ 197670 w 289064"/>
                <a:gd name="csY46" fmla="*/ 99094 h 276715"/>
                <a:gd name="csX47" fmla="*/ 197686 w 289064"/>
                <a:gd name="csY47" fmla="*/ 108407 h 276715"/>
                <a:gd name="csX48" fmla="*/ 197686 w 289064"/>
                <a:gd name="csY48" fmla="*/ 112477 h 276715"/>
                <a:gd name="csX49" fmla="*/ 197503 w 289064"/>
                <a:gd name="csY49" fmla="*/ 113352 h 276715"/>
                <a:gd name="csX50" fmla="*/ 194338 w 289064"/>
                <a:gd name="csY50" fmla="*/ 113352 h 276715"/>
                <a:gd name="csX51" fmla="*/ 187178 w 289064"/>
                <a:gd name="csY51" fmla="*/ 113352 h 276715"/>
                <a:gd name="csX52" fmla="*/ 181160 w 289064"/>
                <a:gd name="csY52" fmla="*/ 113352 h 276715"/>
                <a:gd name="csX53" fmla="*/ 176290 w 289064"/>
                <a:gd name="csY53" fmla="*/ 113352 h 276715"/>
                <a:gd name="csX54" fmla="*/ 176298 w 289064"/>
                <a:gd name="csY54" fmla="*/ 118907 h 276715"/>
                <a:gd name="csX55" fmla="*/ 176306 w 289064"/>
                <a:gd name="csY55" fmla="*/ 125488 h 276715"/>
                <a:gd name="csX56" fmla="*/ 176306 w 289064"/>
                <a:gd name="csY56" fmla="*/ 132085 h 276715"/>
                <a:gd name="csX57" fmla="*/ 176314 w 289064"/>
                <a:gd name="csY57" fmla="*/ 138697 h 276715"/>
                <a:gd name="csX58" fmla="*/ 176321 w 289064"/>
                <a:gd name="csY58" fmla="*/ 145316 h 276715"/>
                <a:gd name="csX59" fmla="*/ 176328 w 289064"/>
                <a:gd name="csY59" fmla="*/ 151958 h 276715"/>
                <a:gd name="csX60" fmla="*/ 176336 w 289064"/>
                <a:gd name="csY60" fmla="*/ 158608 h 276715"/>
                <a:gd name="csX61" fmla="*/ 176344 w 289064"/>
                <a:gd name="csY61" fmla="*/ 165281 h 276715"/>
                <a:gd name="csX62" fmla="*/ 176351 w 289064"/>
                <a:gd name="csY62" fmla="*/ 171961 h 276715"/>
                <a:gd name="csX63" fmla="*/ 176351 w 289064"/>
                <a:gd name="csY63" fmla="*/ 177013 h 276715"/>
                <a:gd name="csX64" fmla="*/ 176351 w 289064"/>
                <a:gd name="csY64" fmla="*/ 177592 h 276715"/>
                <a:gd name="csX65" fmla="*/ 176351 w 289064"/>
                <a:gd name="csY65" fmla="*/ 187429 h 276715"/>
                <a:gd name="csX66" fmla="*/ 176351 w 289064"/>
                <a:gd name="csY66" fmla="*/ 197891 h 276715"/>
                <a:gd name="csX67" fmla="*/ 176351 w 289064"/>
                <a:gd name="csY67" fmla="*/ 208391 h 276715"/>
                <a:gd name="csX68" fmla="*/ 176351 w 289064"/>
                <a:gd name="csY68" fmla="*/ 218929 h 276715"/>
                <a:gd name="csX69" fmla="*/ 176351 w 289064"/>
                <a:gd name="csY69" fmla="*/ 229512 h 276715"/>
                <a:gd name="csX70" fmla="*/ 176351 w 289064"/>
                <a:gd name="csY70" fmla="*/ 240134 h 276715"/>
                <a:gd name="csX71" fmla="*/ 176351 w 289064"/>
                <a:gd name="csY71" fmla="*/ 250793 h 276715"/>
                <a:gd name="csX72" fmla="*/ 176351 w 289064"/>
                <a:gd name="csY72" fmla="*/ 261506 h 276715"/>
                <a:gd name="csX73" fmla="*/ 176351 w 289064"/>
                <a:gd name="csY73" fmla="*/ 264907 h 276715"/>
                <a:gd name="csX74" fmla="*/ 174160 w 289064"/>
                <a:gd name="csY74" fmla="*/ 264862 h 276715"/>
                <a:gd name="csX75" fmla="*/ 169755 w 289064"/>
                <a:gd name="csY75" fmla="*/ 266178 h 276715"/>
                <a:gd name="csX76" fmla="*/ 166947 w 289064"/>
                <a:gd name="csY76" fmla="*/ 267890 h 276715"/>
                <a:gd name="csX77" fmla="*/ 165730 w 289064"/>
                <a:gd name="csY77" fmla="*/ 269997 h 276715"/>
                <a:gd name="csX78" fmla="*/ 164117 w 289064"/>
                <a:gd name="csY78" fmla="*/ 271276 h 276715"/>
                <a:gd name="csX79" fmla="*/ 162093 w 289064"/>
                <a:gd name="csY79" fmla="*/ 271732 h 276715"/>
                <a:gd name="csX80" fmla="*/ 161203 w 289064"/>
                <a:gd name="csY80" fmla="*/ 272805 h 276715"/>
                <a:gd name="csX81" fmla="*/ 161446 w 289064"/>
                <a:gd name="csY81" fmla="*/ 274509 h 276715"/>
                <a:gd name="csX82" fmla="*/ 160663 w 289064"/>
                <a:gd name="csY82" fmla="*/ 275810 h 276715"/>
                <a:gd name="csX83" fmla="*/ 158874 w 289064"/>
                <a:gd name="csY83" fmla="*/ 276716 h 276715"/>
                <a:gd name="csX84" fmla="*/ 155976 w 289064"/>
                <a:gd name="csY84" fmla="*/ 276449 h 276715"/>
                <a:gd name="csX85" fmla="*/ 151974 w 289064"/>
                <a:gd name="csY85" fmla="*/ 275019 h 276715"/>
                <a:gd name="csX86" fmla="*/ 146883 w 289064"/>
                <a:gd name="csY86" fmla="*/ 274684 h 276715"/>
                <a:gd name="csX87" fmla="*/ 140705 w 289064"/>
                <a:gd name="csY87" fmla="*/ 275438 h 276715"/>
                <a:gd name="csX88" fmla="*/ 136254 w 289064"/>
                <a:gd name="csY88" fmla="*/ 275087 h 276715"/>
                <a:gd name="csX89" fmla="*/ 133553 w 289064"/>
                <a:gd name="csY89" fmla="*/ 273619 h 276715"/>
                <a:gd name="csX90" fmla="*/ 130685 w 289064"/>
                <a:gd name="csY90" fmla="*/ 272790 h 276715"/>
                <a:gd name="csX91" fmla="*/ 127649 w 289064"/>
                <a:gd name="csY91" fmla="*/ 272576 h 276715"/>
                <a:gd name="csX92" fmla="*/ 125884 w 289064"/>
                <a:gd name="csY92" fmla="*/ 271968 h 276715"/>
                <a:gd name="csX93" fmla="*/ 122277 w 289064"/>
                <a:gd name="csY93" fmla="*/ 270880 h 276715"/>
                <a:gd name="csX94" fmla="*/ 121593 w 289064"/>
                <a:gd name="csY94" fmla="*/ 269008 h 276715"/>
                <a:gd name="csX95" fmla="*/ 121166 w 289064"/>
                <a:gd name="csY95" fmla="*/ 267601 h 276715"/>
                <a:gd name="csX96" fmla="*/ 120139 w 289064"/>
                <a:gd name="csY96" fmla="*/ 266117 h 276715"/>
                <a:gd name="csX97" fmla="*/ 120025 w 289064"/>
                <a:gd name="csY97" fmla="*/ 264915 h 276715"/>
                <a:gd name="csX98" fmla="*/ 120832 w 289064"/>
                <a:gd name="csY98" fmla="*/ 264002 h 276715"/>
                <a:gd name="csX99" fmla="*/ 120946 w 289064"/>
                <a:gd name="csY99" fmla="*/ 262541 h 276715"/>
                <a:gd name="csX100" fmla="*/ 120375 w 289064"/>
                <a:gd name="csY100" fmla="*/ 260517 h 276715"/>
                <a:gd name="csX101" fmla="*/ 119378 w 289064"/>
                <a:gd name="csY101" fmla="*/ 259535 h 276715"/>
                <a:gd name="csX102" fmla="*/ 117963 w 289064"/>
                <a:gd name="csY102" fmla="*/ 259589 h 276715"/>
                <a:gd name="csX103" fmla="*/ 117081 w 289064"/>
                <a:gd name="csY103" fmla="*/ 258813 h 276715"/>
                <a:gd name="csX104" fmla="*/ 116731 w 289064"/>
                <a:gd name="csY104" fmla="*/ 257215 h 276715"/>
                <a:gd name="csX105" fmla="*/ 115902 w 289064"/>
                <a:gd name="csY105" fmla="*/ 256005 h 276715"/>
                <a:gd name="csX106" fmla="*/ 113915 w 289064"/>
                <a:gd name="csY106" fmla="*/ 254773 h 276715"/>
                <a:gd name="csX107" fmla="*/ 111291 w 289064"/>
                <a:gd name="csY107" fmla="*/ 255701 h 276715"/>
                <a:gd name="csX108" fmla="*/ 110050 w 289064"/>
                <a:gd name="csY108" fmla="*/ 257109 h 276715"/>
                <a:gd name="csX109" fmla="*/ 109320 w 289064"/>
                <a:gd name="csY109" fmla="*/ 259300 h 276715"/>
                <a:gd name="csX110" fmla="*/ 108658 w 289064"/>
                <a:gd name="csY110" fmla="*/ 260403 h 276715"/>
                <a:gd name="csX111" fmla="*/ 108323 w 289064"/>
                <a:gd name="csY111" fmla="*/ 262237 h 276715"/>
                <a:gd name="csX112" fmla="*/ 108171 w 289064"/>
                <a:gd name="csY112" fmla="*/ 263538 h 276715"/>
                <a:gd name="csX113" fmla="*/ 107502 w 289064"/>
                <a:gd name="csY113" fmla="*/ 264930 h 276715"/>
                <a:gd name="csX114" fmla="*/ 106801 w 289064"/>
                <a:gd name="csY114" fmla="*/ 265493 h 276715"/>
                <a:gd name="csX115" fmla="*/ 106079 w 289064"/>
                <a:gd name="csY115" fmla="*/ 265234 h 276715"/>
                <a:gd name="csX116" fmla="*/ 104732 w 289064"/>
                <a:gd name="csY116" fmla="*/ 265797 h 276715"/>
                <a:gd name="csX117" fmla="*/ 101757 w 289064"/>
                <a:gd name="csY117" fmla="*/ 267844 h 276715"/>
                <a:gd name="csX118" fmla="*/ 100912 w 289064"/>
                <a:gd name="csY118" fmla="*/ 268925 h 276715"/>
                <a:gd name="csX119" fmla="*/ 98516 w 289064"/>
                <a:gd name="csY119" fmla="*/ 266969 h 276715"/>
                <a:gd name="csX120" fmla="*/ 91516 w 289064"/>
                <a:gd name="csY120" fmla="*/ 259612 h 276715"/>
                <a:gd name="csX121" fmla="*/ 89028 w 289064"/>
                <a:gd name="csY121" fmla="*/ 257702 h 276715"/>
                <a:gd name="csX122" fmla="*/ 85360 w 289064"/>
                <a:gd name="csY122" fmla="*/ 253205 h 276715"/>
                <a:gd name="csX123" fmla="*/ 77295 w 289064"/>
                <a:gd name="csY123" fmla="*/ 239312 h 276715"/>
                <a:gd name="csX124" fmla="*/ 76147 w 289064"/>
                <a:gd name="csY124" fmla="*/ 236642 h 276715"/>
                <a:gd name="csX125" fmla="*/ 74610 w 289064"/>
                <a:gd name="csY125" fmla="*/ 229961 h 276715"/>
                <a:gd name="csX126" fmla="*/ 72845 w 289064"/>
                <a:gd name="csY126" fmla="*/ 225023 h 276715"/>
                <a:gd name="csX127" fmla="*/ 72647 w 289064"/>
                <a:gd name="csY127" fmla="*/ 222178 h 276715"/>
                <a:gd name="csX128" fmla="*/ 73491 w 289064"/>
                <a:gd name="csY128" fmla="*/ 220564 h 276715"/>
                <a:gd name="csX129" fmla="*/ 72974 w 289064"/>
                <a:gd name="csY129" fmla="*/ 218381 h 276715"/>
                <a:gd name="csX130" fmla="*/ 72068 w 289064"/>
                <a:gd name="csY130" fmla="*/ 216425 h 276715"/>
                <a:gd name="csX131" fmla="*/ 69322 w 289064"/>
                <a:gd name="csY131" fmla="*/ 213869 h 276715"/>
                <a:gd name="csX132" fmla="*/ 68538 w 289064"/>
                <a:gd name="csY132" fmla="*/ 205363 h 276715"/>
                <a:gd name="csX133" fmla="*/ 66697 w 289064"/>
                <a:gd name="csY133" fmla="*/ 199877 h 276715"/>
                <a:gd name="csX134" fmla="*/ 67100 w 289064"/>
                <a:gd name="csY134" fmla="*/ 195350 h 276715"/>
                <a:gd name="csX135" fmla="*/ 66217 w 289064"/>
                <a:gd name="csY135" fmla="*/ 191234 h 276715"/>
                <a:gd name="csX136" fmla="*/ 66134 w 289064"/>
                <a:gd name="csY136" fmla="*/ 188601 h 276715"/>
                <a:gd name="csX137" fmla="*/ 66529 w 289064"/>
                <a:gd name="csY137" fmla="*/ 183594 h 276715"/>
                <a:gd name="csX138" fmla="*/ 65053 w 289064"/>
                <a:gd name="csY138" fmla="*/ 177850 h 276715"/>
                <a:gd name="csX139" fmla="*/ 62063 w 289064"/>
                <a:gd name="csY139" fmla="*/ 172250 h 276715"/>
                <a:gd name="csX140" fmla="*/ 59362 w 289064"/>
                <a:gd name="csY140" fmla="*/ 164185 h 276715"/>
                <a:gd name="csX141" fmla="*/ 58974 w 289064"/>
                <a:gd name="csY141" fmla="*/ 160655 h 276715"/>
                <a:gd name="csX142" fmla="*/ 59263 w 289064"/>
                <a:gd name="csY142" fmla="*/ 151197 h 276715"/>
                <a:gd name="csX143" fmla="*/ 58738 w 289064"/>
                <a:gd name="csY143" fmla="*/ 147340 h 276715"/>
                <a:gd name="csX144" fmla="*/ 58769 w 289064"/>
                <a:gd name="csY144" fmla="*/ 142820 h 276715"/>
                <a:gd name="csX145" fmla="*/ 57703 w 289064"/>
                <a:gd name="csY145" fmla="*/ 138141 h 276715"/>
                <a:gd name="csX146" fmla="*/ 57262 w 289064"/>
                <a:gd name="csY146" fmla="*/ 135592 h 276715"/>
                <a:gd name="csX147" fmla="*/ 58015 w 289064"/>
                <a:gd name="csY147" fmla="*/ 133576 h 276715"/>
                <a:gd name="csX148" fmla="*/ 58457 w 289064"/>
                <a:gd name="csY148" fmla="*/ 134215 h 276715"/>
                <a:gd name="csX149" fmla="*/ 59233 w 289064"/>
                <a:gd name="csY149" fmla="*/ 134519 h 276715"/>
                <a:gd name="csX150" fmla="*/ 59758 w 289064"/>
                <a:gd name="csY150" fmla="*/ 131841 h 276715"/>
                <a:gd name="csX151" fmla="*/ 59879 w 289064"/>
                <a:gd name="csY151" fmla="*/ 129475 h 276715"/>
                <a:gd name="csX152" fmla="*/ 58533 w 289064"/>
                <a:gd name="csY152" fmla="*/ 123647 h 276715"/>
                <a:gd name="csX153" fmla="*/ 55528 w 289064"/>
                <a:gd name="csY153" fmla="*/ 117697 h 276715"/>
                <a:gd name="csX154" fmla="*/ 48079 w 289064"/>
                <a:gd name="csY154" fmla="*/ 108034 h 276715"/>
                <a:gd name="csX155" fmla="*/ 46260 w 289064"/>
                <a:gd name="csY155" fmla="*/ 104351 h 276715"/>
                <a:gd name="csX156" fmla="*/ 45226 w 289064"/>
                <a:gd name="csY156" fmla="*/ 101308 h 276715"/>
                <a:gd name="csX157" fmla="*/ 36917 w 289064"/>
                <a:gd name="csY157" fmla="*/ 88632 h 276715"/>
                <a:gd name="csX158" fmla="*/ 33371 w 289064"/>
                <a:gd name="csY158" fmla="*/ 79722 h 276715"/>
                <a:gd name="csX159" fmla="*/ 30891 w 289064"/>
                <a:gd name="csY159" fmla="*/ 72038 h 276715"/>
                <a:gd name="csX160" fmla="*/ 28197 w 289064"/>
                <a:gd name="csY160" fmla="*/ 68500 h 276715"/>
                <a:gd name="csX161" fmla="*/ 15727 w 289064"/>
                <a:gd name="csY161" fmla="*/ 43703 h 276715"/>
                <a:gd name="csX162" fmla="*/ 12965 w 289064"/>
                <a:gd name="csY162" fmla="*/ 39762 h 276715"/>
                <a:gd name="csX163" fmla="*/ 7989 w 289064"/>
                <a:gd name="csY163" fmla="*/ 35053 h 276715"/>
                <a:gd name="csX164" fmla="*/ 6825 w 289064"/>
                <a:gd name="csY164" fmla="*/ 33486 h 276715"/>
                <a:gd name="csX165" fmla="*/ 4908 w 289064"/>
                <a:gd name="csY165" fmla="*/ 29004 h 276715"/>
                <a:gd name="csX166" fmla="*/ 1164 w 289064"/>
                <a:gd name="csY166" fmla="*/ 23008 h 276715"/>
                <a:gd name="csX167" fmla="*/ 251 w 289064"/>
                <a:gd name="csY167" fmla="*/ 17416 h 276715"/>
                <a:gd name="csX168" fmla="*/ 0 w 289064"/>
                <a:gd name="csY168" fmla="*/ 11086 h 276715"/>
                <a:gd name="csX169" fmla="*/ 456 w 289064"/>
                <a:gd name="csY169" fmla="*/ 6247 h 276715"/>
                <a:gd name="csX170" fmla="*/ 3865 w 289064"/>
                <a:gd name="csY170" fmla="*/ 5744 h 276715"/>
                <a:gd name="csX171" fmla="*/ 6247 w 289064"/>
                <a:gd name="csY171" fmla="*/ 4451 h 276715"/>
                <a:gd name="csX172" fmla="*/ 8385 w 289064"/>
                <a:gd name="csY172" fmla="*/ 4367 h 276715"/>
                <a:gd name="csX173" fmla="*/ 10500 w 289064"/>
                <a:gd name="csY173" fmla="*/ 5379 h 276715"/>
                <a:gd name="csX174" fmla="*/ 12744 w 289064"/>
                <a:gd name="csY174" fmla="*/ 5455 h 276715"/>
                <a:gd name="csX175" fmla="*/ 13619 w 289064"/>
                <a:gd name="csY175" fmla="*/ 5288 h 276715"/>
                <a:gd name="csX176" fmla="*/ 17652 w 289064"/>
                <a:gd name="csY176" fmla="*/ 5433 h 276715"/>
                <a:gd name="csX177" fmla="*/ 19965 w 289064"/>
                <a:gd name="csY177" fmla="*/ 4276 h 276715"/>
                <a:gd name="csX178" fmla="*/ 22712 w 289064"/>
                <a:gd name="csY178" fmla="*/ 3120 h 276715"/>
                <a:gd name="csX179" fmla="*/ 24294 w 289064"/>
                <a:gd name="csY179" fmla="*/ 2100 h 276715"/>
                <a:gd name="csX180" fmla="*/ 26516 w 289064"/>
                <a:gd name="csY180" fmla="*/ 1058 h 276715"/>
                <a:gd name="csX181" fmla="*/ 29460 w 289064"/>
                <a:gd name="csY181" fmla="*/ 0 h 276715"/>
                <a:gd name="csX182" fmla="*/ 31134 w 289064"/>
                <a:gd name="csY182" fmla="*/ 84 h 276715"/>
                <a:gd name="csX183" fmla="*/ 33189 w 289064"/>
                <a:gd name="csY183" fmla="*/ 479 h 276715"/>
                <a:gd name="csX184" fmla="*/ 35920 w 289064"/>
                <a:gd name="csY184" fmla="*/ 890 h 276715"/>
                <a:gd name="csX185" fmla="*/ 37465 w 289064"/>
                <a:gd name="csY185" fmla="*/ 1598 h 276715"/>
                <a:gd name="csX186" fmla="*/ 39291 w 289064"/>
                <a:gd name="csY186" fmla="*/ 3850 h 276715"/>
                <a:gd name="csX187" fmla="*/ 42129 w 289064"/>
                <a:gd name="csY187" fmla="*/ 5897 h 276715"/>
                <a:gd name="csX188" fmla="*/ 44214 w 289064"/>
                <a:gd name="csY188" fmla="*/ 7122 h 276715"/>
                <a:gd name="csX189" fmla="*/ 46610 w 289064"/>
                <a:gd name="csY189" fmla="*/ 8727 h 276715"/>
                <a:gd name="csX190" fmla="*/ 47326 w 289064"/>
                <a:gd name="csY190" fmla="*/ 9351 h 276715"/>
                <a:gd name="csX191" fmla="*/ 48383 w 289064"/>
                <a:gd name="csY191" fmla="*/ 9693 h 276715"/>
                <a:gd name="csX192" fmla="*/ 49030 w 289064"/>
                <a:gd name="csY192" fmla="*/ 9800 h 276715"/>
                <a:gd name="csX193" fmla="*/ 53481 w 289064"/>
                <a:gd name="csY193" fmla="*/ 9549 h 276715"/>
                <a:gd name="csX194" fmla="*/ 57505 w 289064"/>
                <a:gd name="csY194" fmla="*/ 9328 h 276715"/>
                <a:gd name="csX195" fmla="*/ 61850 w 289064"/>
                <a:gd name="csY195" fmla="*/ 9336 h 276715"/>
                <a:gd name="csX196" fmla="*/ 70014 w 289064"/>
                <a:gd name="csY196" fmla="*/ 9343 h 276715"/>
                <a:gd name="csX197" fmla="*/ 78186 w 289064"/>
                <a:gd name="csY197" fmla="*/ 9359 h 276715"/>
                <a:gd name="csX198" fmla="*/ 86358 w 289064"/>
                <a:gd name="csY198" fmla="*/ 9366 h 276715"/>
                <a:gd name="csX199" fmla="*/ 94529 w 289064"/>
                <a:gd name="csY199" fmla="*/ 9381 h 276715"/>
                <a:gd name="csX200" fmla="*/ 102700 w 289064"/>
                <a:gd name="csY200" fmla="*/ 9397 h 276715"/>
                <a:gd name="csX201" fmla="*/ 110864 w 289064"/>
                <a:gd name="csY201" fmla="*/ 9412 h 276715"/>
                <a:gd name="csX202" fmla="*/ 119036 w 289064"/>
                <a:gd name="csY202" fmla="*/ 9419 h 276715"/>
                <a:gd name="csX203" fmla="*/ 127208 w 289064"/>
                <a:gd name="csY203" fmla="*/ 9435 h 276715"/>
                <a:gd name="csX204" fmla="*/ 130548 w 289064"/>
                <a:gd name="csY204" fmla="*/ 9442 h 276715"/>
                <a:gd name="csX205" fmla="*/ 136384 w 289064"/>
                <a:gd name="csY205" fmla="*/ 9511 h 276715"/>
                <a:gd name="csX206" fmla="*/ 142532 w 289064"/>
                <a:gd name="csY206" fmla="*/ 9587 h 276715"/>
                <a:gd name="csX207" fmla="*/ 143209 w 289064"/>
                <a:gd name="csY207" fmla="*/ 9716 h 276715"/>
                <a:gd name="csX208" fmla="*/ 143893 w 289064"/>
                <a:gd name="csY208" fmla="*/ 10142 h 276715"/>
                <a:gd name="csX209" fmla="*/ 144456 w 289064"/>
                <a:gd name="csY209" fmla="*/ 10553 h 276715"/>
                <a:gd name="csX210" fmla="*/ 146625 w 289064"/>
                <a:gd name="csY210" fmla="*/ 13383 h 276715"/>
                <a:gd name="csX211" fmla="*/ 149394 w 289064"/>
                <a:gd name="csY211" fmla="*/ 16351 h 276715"/>
                <a:gd name="csX212" fmla="*/ 151707 w 289064"/>
                <a:gd name="csY212" fmla="*/ 17751 h 276715"/>
                <a:gd name="csX213" fmla="*/ 154462 w 289064"/>
                <a:gd name="csY213" fmla="*/ 18588 h 276715"/>
                <a:gd name="csX214" fmla="*/ 157048 w 289064"/>
                <a:gd name="csY214" fmla="*/ 18899 h 276715"/>
                <a:gd name="csX215" fmla="*/ 159468 w 289064"/>
                <a:gd name="csY215" fmla="*/ 18694 h 276715"/>
                <a:gd name="csX216" fmla="*/ 163470 w 289064"/>
                <a:gd name="csY216" fmla="*/ 19075 h 276715"/>
                <a:gd name="csX217" fmla="*/ 169070 w 289064"/>
                <a:gd name="csY217" fmla="*/ 20034 h 276715"/>
                <a:gd name="csX218" fmla="*/ 174891 w 289064"/>
                <a:gd name="csY218" fmla="*/ 20315 h 276715"/>
                <a:gd name="csX219" fmla="*/ 180924 w 289064"/>
                <a:gd name="csY219" fmla="*/ 19927 h 276715"/>
                <a:gd name="csX220" fmla="*/ 185162 w 289064"/>
                <a:gd name="csY220" fmla="*/ 20452 h 276715"/>
                <a:gd name="csX221" fmla="*/ 187612 w 289064"/>
                <a:gd name="csY221" fmla="*/ 21905 h 276715"/>
                <a:gd name="csX222" fmla="*/ 190123 w 289064"/>
                <a:gd name="csY222" fmla="*/ 22894 h 276715"/>
                <a:gd name="csX223" fmla="*/ 192695 w 289064"/>
                <a:gd name="csY223" fmla="*/ 23412 h 276715"/>
                <a:gd name="csX224" fmla="*/ 196164 w 289064"/>
                <a:gd name="csY224" fmla="*/ 23107 h 276715"/>
                <a:gd name="csX225" fmla="*/ 200547 w 289064"/>
                <a:gd name="csY225" fmla="*/ 21981 h 276715"/>
                <a:gd name="csX226" fmla="*/ 204275 w 289064"/>
                <a:gd name="csY226" fmla="*/ 22141 h 276715"/>
                <a:gd name="csX227" fmla="*/ 206002 w 289064"/>
                <a:gd name="csY227" fmla="*/ 22955 h 276715"/>
                <a:gd name="csX228" fmla="*/ 207029 w 289064"/>
                <a:gd name="csY228" fmla="*/ 22978 h 276715"/>
                <a:gd name="csX229" fmla="*/ 213466 w 289064"/>
                <a:gd name="csY229" fmla="*/ 21799 h 276715"/>
                <a:gd name="csX230" fmla="*/ 218640 w 289064"/>
                <a:gd name="csY230" fmla="*/ 20855 h 276715"/>
                <a:gd name="csX231" fmla="*/ 226408 w 289064"/>
                <a:gd name="csY231" fmla="*/ 19341 h 276715"/>
                <a:gd name="csX232" fmla="*/ 232807 w 289064"/>
                <a:gd name="csY232" fmla="*/ 18093 h 276715"/>
                <a:gd name="csX233" fmla="*/ 242287 w 289064"/>
                <a:gd name="csY233" fmla="*/ 16252 h 276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Lst>
              <a:rect l="l" t="t" r="r" b="b"/>
              <a:pathLst>
                <a:path w="289064" h="276715">
                  <a:moveTo>
                    <a:pt x="248960" y="14951"/>
                  </a:moveTo>
                  <a:lnTo>
                    <a:pt x="253533" y="14038"/>
                  </a:lnTo>
                  <a:lnTo>
                    <a:pt x="257900" y="13163"/>
                  </a:lnTo>
                  <a:lnTo>
                    <a:pt x="262975" y="12288"/>
                  </a:lnTo>
                  <a:lnTo>
                    <a:pt x="267038" y="11588"/>
                  </a:lnTo>
                  <a:lnTo>
                    <a:pt x="268058" y="11405"/>
                  </a:lnTo>
                  <a:lnTo>
                    <a:pt x="277834" y="12219"/>
                  </a:lnTo>
                  <a:lnTo>
                    <a:pt x="282095" y="12790"/>
                  </a:lnTo>
                  <a:lnTo>
                    <a:pt x="283579" y="13353"/>
                  </a:lnTo>
                  <a:lnTo>
                    <a:pt x="285504" y="14814"/>
                  </a:lnTo>
                  <a:lnTo>
                    <a:pt x="289065" y="18367"/>
                  </a:lnTo>
                  <a:lnTo>
                    <a:pt x="288152" y="18230"/>
                  </a:lnTo>
                  <a:lnTo>
                    <a:pt x="281593" y="18984"/>
                  </a:lnTo>
                  <a:lnTo>
                    <a:pt x="279098" y="19949"/>
                  </a:lnTo>
                  <a:lnTo>
                    <a:pt x="273513" y="24142"/>
                  </a:lnTo>
                  <a:lnTo>
                    <a:pt x="272326" y="23602"/>
                  </a:lnTo>
                  <a:lnTo>
                    <a:pt x="270987" y="22734"/>
                  </a:lnTo>
                  <a:lnTo>
                    <a:pt x="269853" y="22483"/>
                  </a:lnTo>
                  <a:lnTo>
                    <a:pt x="267395" y="23488"/>
                  </a:lnTo>
                  <a:lnTo>
                    <a:pt x="264946" y="24697"/>
                  </a:lnTo>
                  <a:lnTo>
                    <a:pt x="262244" y="26409"/>
                  </a:lnTo>
                  <a:lnTo>
                    <a:pt x="260015" y="28083"/>
                  </a:lnTo>
                  <a:lnTo>
                    <a:pt x="259285" y="28989"/>
                  </a:lnTo>
                  <a:lnTo>
                    <a:pt x="255793" y="32450"/>
                  </a:lnTo>
                  <a:lnTo>
                    <a:pt x="254651" y="33006"/>
                  </a:lnTo>
                  <a:lnTo>
                    <a:pt x="253639" y="33250"/>
                  </a:lnTo>
                  <a:lnTo>
                    <a:pt x="253228" y="33090"/>
                  </a:lnTo>
                  <a:lnTo>
                    <a:pt x="252795" y="31598"/>
                  </a:lnTo>
                  <a:lnTo>
                    <a:pt x="250649" y="28129"/>
                  </a:lnTo>
                  <a:lnTo>
                    <a:pt x="247210" y="23579"/>
                  </a:lnTo>
                  <a:lnTo>
                    <a:pt x="246206" y="23138"/>
                  </a:lnTo>
                  <a:lnTo>
                    <a:pt x="245513" y="22962"/>
                  </a:lnTo>
                  <a:lnTo>
                    <a:pt x="242964" y="23183"/>
                  </a:lnTo>
                  <a:lnTo>
                    <a:pt x="235554" y="24469"/>
                  </a:lnTo>
                  <a:lnTo>
                    <a:pt x="229300" y="25550"/>
                  </a:lnTo>
                  <a:lnTo>
                    <a:pt x="219720" y="27406"/>
                  </a:lnTo>
                  <a:lnTo>
                    <a:pt x="209433" y="28897"/>
                  </a:lnTo>
                  <a:lnTo>
                    <a:pt x="203095" y="29818"/>
                  </a:lnTo>
                  <a:lnTo>
                    <a:pt x="197572" y="30092"/>
                  </a:lnTo>
                  <a:lnTo>
                    <a:pt x="197579" y="34596"/>
                  </a:lnTo>
                  <a:lnTo>
                    <a:pt x="197587" y="43749"/>
                  </a:lnTo>
                  <a:lnTo>
                    <a:pt x="197602" y="52910"/>
                  </a:lnTo>
                  <a:lnTo>
                    <a:pt x="197618" y="62101"/>
                  </a:lnTo>
                  <a:lnTo>
                    <a:pt x="197633" y="71307"/>
                  </a:lnTo>
                  <a:lnTo>
                    <a:pt x="197640" y="80544"/>
                  </a:lnTo>
                  <a:lnTo>
                    <a:pt x="197656" y="89804"/>
                  </a:lnTo>
                  <a:lnTo>
                    <a:pt x="197670" y="99094"/>
                  </a:lnTo>
                  <a:lnTo>
                    <a:pt x="197686" y="108407"/>
                  </a:lnTo>
                  <a:lnTo>
                    <a:pt x="197686" y="112477"/>
                  </a:lnTo>
                  <a:lnTo>
                    <a:pt x="197503" y="113352"/>
                  </a:lnTo>
                  <a:lnTo>
                    <a:pt x="194338" y="113352"/>
                  </a:lnTo>
                  <a:lnTo>
                    <a:pt x="187178" y="113352"/>
                  </a:lnTo>
                  <a:lnTo>
                    <a:pt x="181160" y="113352"/>
                  </a:lnTo>
                  <a:lnTo>
                    <a:pt x="176290" y="113352"/>
                  </a:lnTo>
                  <a:lnTo>
                    <a:pt x="176298" y="118907"/>
                  </a:lnTo>
                  <a:lnTo>
                    <a:pt x="176306" y="125488"/>
                  </a:lnTo>
                  <a:lnTo>
                    <a:pt x="176306" y="132085"/>
                  </a:lnTo>
                  <a:lnTo>
                    <a:pt x="176314" y="138697"/>
                  </a:lnTo>
                  <a:lnTo>
                    <a:pt x="176321" y="145316"/>
                  </a:lnTo>
                  <a:lnTo>
                    <a:pt x="176328" y="151958"/>
                  </a:lnTo>
                  <a:lnTo>
                    <a:pt x="176336" y="158608"/>
                  </a:lnTo>
                  <a:lnTo>
                    <a:pt x="176344" y="165281"/>
                  </a:lnTo>
                  <a:lnTo>
                    <a:pt x="176351" y="171961"/>
                  </a:lnTo>
                  <a:lnTo>
                    <a:pt x="176351" y="177013"/>
                  </a:lnTo>
                  <a:lnTo>
                    <a:pt x="176351" y="177592"/>
                  </a:lnTo>
                  <a:lnTo>
                    <a:pt x="176351" y="187429"/>
                  </a:lnTo>
                  <a:lnTo>
                    <a:pt x="176351" y="197891"/>
                  </a:lnTo>
                  <a:lnTo>
                    <a:pt x="176351" y="208391"/>
                  </a:lnTo>
                  <a:lnTo>
                    <a:pt x="176351" y="218929"/>
                  </a:lnTo>
                  <a:lnTo>
                    <a:pt x="176351" y="229512"/>
                  </a:lnTo>
                  <a:lnTo>
                    <a:pt x="176351" y="240134"/>
                  </a:lnTo>
                  <a:lnTo>
                    <a:pt x="176351" y="250793"/>
                  </a:lnTo>
                  <a:lnTo>
                    <a:pt x="176351" y="261506"/>
                  </a:lnTo>
                  <a:lnTo>
                    <a:pt x="176351" y="264907"/>
                  </a:lnTo>
                  <a:lnTo>
                    <a:pt x="174160" y="264862"/>
                  </a:lnTo>
                  <a:lnTo>
                    <a:pt x="169755" y="266178"/>
                  </a:lnTo>
                  <a:lnTo>
                    <a:pt x="166947" y="267890"/>
                  </a:lnTo>
                  <a:lnTo>
                    <a:pt x="165730" y="269997"/>
                  </a:lnTo>
                  <a:lnTo>
                    <a:pt x="164117" y="271276"/>
                  </a:lnTo>
                  <a:lnTo>
                    <a:pt x="162093" y="271732"/>
                  </a:lnTo>
                  <a:lnTo>
                    <a:pt x="161203" y="272805"/>
                  </a:lnTo>
                  <a:lnTo>
                    <a:pt x="161446" y="274509"/>
                  </a:lnTo>
                  <a:lnTo>
                    <a:pt x="160663" y="275810"/>
                  </a:lnTo>
                  <a:lnTo>
                    <a:pt x="158874" y="276716"/>
                  </a:lnTo>
                  <a:lnTo>
                    <a:pt x="155976" y="276449"/>
                  </a:lnTo>
                  <a:lnTo>
                    <a:pt x="151974" y="275019"/>
                  </a:lnTo>
                  <a:lnTo>
                    <a:pt x="146883" y="274684"/>
                  </a:lnTo>
                  <a:lnTo>
                    <a:pt x="140705" y="275438"/>
                  </a:lnTo>
                  <a:lnTo>
                    <a:pt x="136254" y="275087"/>
                  </a:lnTo>
                  <a:lnTo>
                    <a:pt x="133553" y="273619"/>
                  </a:lnTo>
                  <a:lnTo>
                    <a:pt x="130685" y="272790"/>
                  </a:lnTo>
                  <a:lnTo>
                    <a:pt x="127649" y="272576"/>
                  </a:lnTo>
                  <a:lnTo>
                    <a:pt x="125884" y="271968"/>
                  </a:lnTo>
                  <a:lnTo>
                    <a:pt x="122277" y="270880"/>
                  </a:lnTo>
                  <a:lnTo>
                    <a:pt x="121593" y="269008"/>
                  </a:lnTo>
                  <a:lnTo>
                    <a:pt x="121166" y="267601"/>
                  </a:lnTo>
                  <a:lnTo>
                    <a:pt x="120139" y="266117"/>
                  </a:lnTo>
                  <a:lnTo>
                    <a:pt x="120025" y="264915"/>
                  </a:lnTo>
                  <a:lnTo>
                    <a:pt x="120832" y="264002"/>
                  </a:lnTo>
                  <a:lnTo>
                    <a:pt x="120946" y="262541"/>
                  </a:lnTo>
                  <a:lnTo>
                    <a:pt x="120375" y="260517"/>
                  </a:lnTo>
                  <a:lnTo>
                    <a:pt x="119378" y="259535"/>
                  </a:lnTo>
                  <a:lnTo>
                    <a:pt x="117963" y="259589"/>
                  </a:lnTo>
                  <a:lnTo>
                    <a:pt x="117081" y="258813"/>
                  </a:lnTo>
                  <a:lnTo>
                    <a:pt x="116731" y="257215"/>
                  </a:lnTo>
                  <a:lnTo>
                    <a:pt x="115902" y="256005"/>
                  </a:lnTo>
                  <a:lnTo>
                    <a:pt x="113915" y="254773"/>
                  </a:lnTo>
                  <a:lnTo>
                    <a:pt x="111291" y="255701"/>
                  </a:lnTo>
                  <a:lnTo>
                    <a:pt x="110050" y="257109"/>
                  </a:lnTo>
                  <a:lnTo>
                    <a:pt x="109320" y="259300"/>
                  </a:lnTo>
                  <a:lnTo>
                    <a:pt x="108658" y="260403"/>
                  </a:lnTo>
                  <a:lnTo>
                    <a:pt x="108323" y="262237"/>
                  </a:lnTo>
                  <a:lnTo>
                    <a:pt x="108171" y="263538"/>
                  </a:lnTo>
                  <a:lnTo>
                    <a:pt x="107502" y="264930"/>
                  </a:lnTo>
                  <a:lnTo>
                    <a:pt x="106801" y="265493"/>
                  </a:lnTo>
                  <a:lnTo>
                    <a:pt x="106079" y="265234"/>
                  </a:lnTo>
                  <a:lnTo>
                    <a:pt x="104732" y="265797"/>
                  </a:lnTo>
                  <a:lnTo>
                    <a:pt x="101757" y="267844"/>
                  </a:lnTo>
                  <a:lnTo>
                    <a:pt x="100912" y="268925"/>
                  </a:lnTo>
                  <a:lnTo>
                    <a:pt x="98516" y="266969"/>
                  </a:lnTo>
                  <a:lnTo>
                    <a:pt x="91516" y="259612"/>
                  </a:lnTo>
                  <a:lnTo>
                    <a:pt x="89028" y="257702"/>
                  </a:lnTo>
                  <a:lnTo>
                    <a:pt x="85360" y="253205"/>
                  </a:lnTo>
                  <a:lnTo>
                    <a:pt x="77295" y="239312"/>
                  </a:lnTo>
                  <a:lnTo>
                    <a:pt x="76147" y="236642"/>
                  </a:lnTo>
                  <a:lnTo>
                    <a:pt x="74610" y="229961"/>
                  </a:lnTo>
                  <a:lnTo>
                    <a:pt x="72845" y="225023"/>
                  </a:lnTo>
                  <a:lnTo>
                    <a:pt x="72647" y="222178"/>
                  </a:lnTo>
                  <a:lnTo>
                    <a:pt x="73491" y="220564"/>
                  </a:lnTo>
                  <a:lnTo>
                    <a:pt x="72974" y="218381"/>
                  </a:lnTo>
                  <a:lnTo>
                    <a:pt x="72068" y="216425"/>
                  </a:lnTo>
                  <a:lnTo>
                    <a:pt x="69322" y="213869"/>
                  </a:lnTo>
                  <a:lnTo>
                    <a:pt x="68538" y="205363"/>
                  </a:lnTo>
                  <a:lnTo>
                    <a:pt x="66697" y="199877"/>
                  </a:lnTo>
                  <a:lnTo>
                    <a:pt x="67100" y="195350"/>
                  </a:lnTo>
                  <a:lnTo>
                    <a:pt x="66217" y="191234"/>
                  </a:lnTo>
                  <a:lnTo>
                    <a:pt x="66134" y="188601"/>
                  </a:lnTo>
                  <a:lnTo>
                    <a:pt x="66529" y="183594"/>
                  </a:lnTo>
                  <a:lnTo>
                    <a:pt x="65053" y="177850"/>
                  </a:lnTo>
                  <a:lnTo>
                    <a:pt x="62063" y="172250"/>
                  </a:lnTo>
                  <a:lnTo>
                    <a:pt x="59362" y="164185"/>
                  </a:lnTo>
                  <a:lnTo>
                    <a:pt x="58974" y="160655"/>
                  </a:lnTo>
                  <a:lnTo>
                    <a:pt x="59263" y="151197"/>
                  </a:lnTo>
                  <a:lnTo>
                    <a:pt x="58738" y="147340"/>
                  </a:lnTo>
                  <a:lnTo>
                    <a:pt x="58769" y="142820"/>
                  </a:lnTo>
                  <a:lnTo>
                    <a:pt x="57703" y="138141"/>
                  </a:lnTo>
                  <a:lnTo>
                    <a:pt x="57262" y="135592"/>
                  </a:lnTo>
                  <a:lnTo>
                    <a:pt x="58015" y="133576"/>
                  </a:lnTo>
                  <a:lnTo>
                    <a:pt x="58457" y="134215"/>
                  </a:lnTo>
                  <a:lnTo>
                    <a:pt x="59233" y="134519"/>
                  </a:lnTo>
                  <a:lnTo>
                    <a:pt x="59758" y="131841"/>
                  </a:lnTo>
                  <a:lnTo>
                    <a:pt x="59879" y="129475"/>
                  </a:lnTo>
                  <a:lnTo>
                    <a:pt x="58533" y="123647"/>
                  </a:lnTo>
                  <a:lnTo>
                    <a:pt x="55528" y="117697"/>
                  </a:lnTo>
                  <a:lnTo>
                    <a:pt x="48079" y="108034"/>
                  </a:lnTo>
                  <a:lnTo>
                    <a:pt x="46260" y="104351"/>
                  </a:lnTo>
                  <a:lnTo>
                    <a:pt x="45226" y="101308"/>
                  </a:lnTo>
                  <a:lnTo>
                    <a:pt x="36917" y="88632"/>
                  </a:lnTo>
                  <a:lnTo>
                    <a:pt x="33371" y="79722"/>
                  </a:lnTo>
                  <a:lnTo>
                    <a:pt x="30891" y="72038"/>
                  </a:lnTo>
                  <a:lnTo>
                    <a:pt x="28197" y="68500"/>
                  </a:lnTo>
                  <a:lnTo>
                    <a:pt x="15727" y="43703"/>
                  </a:lnTo>
                  <a:lnTo>
                    <a:pt x="12965" y="39762"/>
                  </a:lnTo>
                  <a:lnTo>
                    <a:pt x="7989" y="35053"/>
                  </a:lnTo>
                  <a:lnTo>
                    <a:pt x="6825" y="33486"/>
                  </a:lnTo>
                  <a:lnTo>
                    <a:pt x="4908" y="29004"/>
                  </a:lnTo>
                  <a:lnTo>
                    <a:pt x="1164" y="23008"/>
                  </a:lnTo>
                  <a:lnTo>
                    <a:pt x="251" y="17416"/>
                  </a:lnTo>
                  <a:lnTo>
                    <a:pt x="0" y="11086"/>
                  </a:lnTo>
                  <a:lnTo>
                    <a:pt x="456" y="6247"/>
                  </a:lnTo>
                  <a:lnTo>
                    <a:pt x="3865" y="5744"/>
                  </a:lnTo>
                  <a:lnTo>
                    <a:pt x="6247" y="4451"/>
                  </a:lnTo>
                  <a:lnTo>
                    <a:pt x="8385" y="4367"/>
                  </a:lnTo>
                  <a:lnTo>
                    <a:pt x="10500" y="5379"/>
                  </a:lnTo>
                  <a:lnTo>
                    <a:pt x="12744" y="5455"/>
                  </a:lnTo>
                  <a:lnTo>
                    <a:pt x="13619" y="5288"/>
                  </a:lnTo>
                  <a:lnTo>
                    <a:pt x="17652" y="5433"/>
                  </a:lnTo>
                  <a:lnTo>
                    <a:pt x="19965" y="4276"/>
                  </a:lnTo>
                  <a:lnTo>
                    <a:pt x="22712" y="3120"/>
                  </a:lnTo>
                  <a:lnTo>
                    <a:pt x="24294" y="2100"/>
                  </a:lnTo>
                  <a:lnTo>
                    <a:pt x="26516" y="1058"/>
                  </a:lnTo>
                  <a:lnTo>
                    <a:pt x="29460" y="0"/>
                  </a:lnTo>
                  <a:lnTo>
                    <a:pt x="31134" y="84"/>
                  </a:lnTo>
                  <a:lnTo>
                    <a:pt x="33189" y="479"/>
                  </a:lnTo>
                  <a:lnTo>
                    <a:pt x="35920" y="890"/>
                  </a:lnTo>
                  <a:lnTo>
                    <a:pt x="37465" y="1598"/>
                  </a:lnTo>
                  <a:lnTo>
                    <a:pt x="39291" y="3850"/>
                  </a:lnTo>
                  <a:lnTo>
                    <a:pt x="42129" y="5897"/>
                  </a:lnTo>
                  <a:lnTo>
                    <a:pt x="44214" y="7122"/>
                  </a:lnTo>
                  <a:lnTo>
                    <a:pt x="46610" y="8727"/>
                  </a:lnTo>
                  <a:lnTo>
                    <a:pt x="47326" y="9351"/>
                  </a:lnTo>
                  <a:lnTo>
                    <a:pt x="48383" y="9693"/>
                  </a:lnTo>
                  <a:lnTo>
                    <a:pt x="49030" y="9800"/>
                  </a:lnTo>
                  <a:lnTo>
                    <a:pt x="53481" y="9549"/>
                  </a:lnTo>
                  <a:lnTo>
                    <a:pt x="57505" y="9328"/>
                  </a:lnTo>
                  <a:lnTo>
                    <a:pt x="61850" y="9336"/>
                  </a:lnTo>
                  <a:lnTo>
                    <a:pt x="70014" y="9343"/>
                  </a:lnTo>
                  <a:lnTo>
                    <a:pt x="78186" y="9359"/>
                  </a:lnTo>
                  <a:lnTo>
                    <a:pt x="86358" y="9366"/>
                  </a:lnTo>
                  <a:lnTo>
                    <a:pt x="94529" y="9381"/>
                  </a:lnTo>
                  <a:lnTo>
                    <a:pt x="102700" y="9397"/>
                  </a:lnTo>
                  <a:lnTo>
                    <a:pt x="110864" y="9412"/>
                  </a:lnTo>
                  <a:lnTo>
                    <a:pt x="119036" y="9419"/>
                  </a:lnTo>
                  <a:lnTo>
                    <a:pt x="127208" y="9435"/>
                  </a:lnTo>
                  <a:lnTo>
                    <a:pt x="130548" y="9442"/>
                  </a:lnTo>
                  <a:lnTo>
                    <a:pt x="136384" y="9511"/>
                  </a:lnTo>
                  <a:lnTo>
                    <a:pt x="142532" y="9587"/>
                  </a:lnTo>
                  <a:lnTo>
                    <a:pt x="143209" y="9716"/>
                  </a:lnTo>
                  <a:lnTo>
                    <a:pt x="143893" y="10142"/>
                  </a:lnTo>
                  <a:lnTo>
                    <a:pt x="144456" y="10553"/>
                  </a:lnTo>
                  <a:lnTo>
                    <a:pt x="146625" y="13383"/>
                  </a:lnTo>
                  <a:lnTo>
                    <a:pt x="149394" y="16351"/>
                  </a:lnTo>
                  <a:lnTo>
                    <a:pt x="151707" y="17751"/>
                  </a:lnTo>
                  <a:lnTo>
                    <a:pt x="154462" y="18588"/>
                  </a:lnTo>
                  <a:lnTo>
                    <a:pt x="157048" y="18899"/>
                  </a:lnTo>
                  <a:lnTo>
                    <a:pt x="159468" y="18694"/>
                  </a:lnTo>
                  <a:lnTo>
                    <a:pt x="163470" y="19075"/>
                  </a:lnTo>
                  <a:lnTo>
                    <a:pt x="169070" y="20034"/>
                  </a:lnTo>
                  <a:lnTo>
                    <a:pt x="174891" y="20315"/>
                  </a:lnTo>
                  <a:lnTo>
                    <a:pt x="180924" y="19927"/>
                  </a:lnTo>
                  <a:lnTo>
                    <a:pt x="185162" y="20452"/>
                  </a:lnTo>
                  <a:lnTo>
                    <a:pt x="187612" y="21905"/>
                  </a:lnTo>
                  <a:lnTo>
                    <a:pt x="190123" y="22894"/>
                  </a:lnTo>
                  <a:lnTo>
                    <a:pt x="192695" y="23412"/>
                  </a:lnTo>
                  <a:lnTo>
                    <a:pt x="196164" y="23107"/>
                  </a:lnTo>
                  <a:lnTo>
                    <a:pt x="200547" y="21981"/>
                  </a:lnTo>
                  <a:lnTo>
                    <a:pt x="204275" y="22141"/>
                  </a:lnTo>
                  <a:lnTo>
                    <a:pt x="206002" y="22955"/>
                  </a:lnTo>
                  <a:lnTo>
                    <a:pt x="207029" y="22978"/>
                  </a:lnTo>
                  <a:lnTo>
                    <a:pt x="213466" y="21799"/>
                  </a:lnTo>
                  <a:lnTo>
                    <a:pt x="218640" y="20855"/>
                  </a:lnTo>
                  <a:lnTo>
                    <a:pt x="226408" y="19341"/>
                  </a:lnTo>
                  <a:lnTo>
                    <a:pt x="232807" y="18093"/>
                  </a:lnTo>
                  <a:lnTo>
                    <a:pt x="242287" y="1625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82" name="Freeform: Shape 2281">
              <a:extLst>
                <a:ext uri="{FF2B5EF4-FFF2-40B4-BE49-F238E27FC236}">
                  <a16:creationId xmlns:a16="http://schemas.microsoft.com/office/drawing/2014/main" id="{D3247F05-B067-A79C-E839-803455ECDBF2}"/>
                </a:ext>
              </a:extLst>
            </p:cNvPr>
            <p:cNvSpPr/>
            <p:nvPr/>
          </p:nvSpPr>
          <p:spPr>
            <a:xfrm>
              <a:off x="9577362" y="4490606"/>
              <a:ext cx="337371" cy="263796"/>
            </a:xfrm>
            <a:custGeom>
              <a:avLst/>
              <a:gdLst>
                <a:gd name="csX0" fmla="*/ 316357 w 337371"/>
                <a:gd name="csY0" fmla="*/ 12060 h 263796"/>
                <a:gd name="csX1" fmla="*/ 318700 w 337371"/>
                <a:gd name="csY1" fmla="*/ 25359 h 263796"/>
                <a:gd name="csX2" fmla="*/ 320481 w 337371"/>
                <a:gd name="csY2" fmla="*/ 36734 h 263796"/>
                <a:gd name="csX3" fmla="*/ 320602 w 337371"/>
                <a:gd name="csY3" fmla="*/ 43962 h 263796"/>
                <a:gd name="csX4" fmla="*/ 320686 w 337371"/>
                <a:gd name="csY4" fmla="*/ 45849 h 263796"/>
                <a:gd name="csX5" fmla="*/ 321416 w 337371"/>
                <a:gd name="csY5" fmla="*/ 47120 h 263796"/>
                <a:gd name="csX6" fmla="*/ 323075 w 337371"/>
                <a:gd name="csY6" fmla="*/ 48398 h 263796"/>
                <a:gd name="csX7" fmla="*/ 329771 w 337371"/>
                <a:gd name="csY7" fmla="*/ 58807 h 263796"/>
                <a:gd name="csX8" fmla="*/ 328340 w 337371"/>
                <a:gd name="csY8" fmla="*/ 60610 h 263796"/>
                <a:gd name="csX9" fmla="*/ 329344 w 337371"/>
                <a:gd name="csY9" fmla="*/ 63828 h 263796"/>
                <a:gd name="csX10" fmla="*/ 331079 w 337371"/>
                <a:gd name="csY10" fmla="*/ 65205 h 263796"/>
                <a:gd name="csX11" fmla="*/ 336649 w 337371"/>
                <a:gd name="csY11" fmla="*/ 71384 h 263796"/>
                <a:gd name="csX12" fmla="*/ 337371 w 337371"/>
                <a:gd name="csY12" fmla="*/ 72601 h 263796"/>
                <a:gd name="csX13" fmla="*/ 337067 w 337371"/>
                <a:gd name="csY13" fmla="*/ 73575 h 263796"/>
                <a:gd name="csX14" fmla="*/ 333164 w 337371"/>
                <a:gd name="csY14" fmla="*/ 80826 h 263796"/>
                <a:gd name="csX15" fmla="*/ 332502 w 337371"/>
                <a:gd name="csY15" fmla="*/ 82599 h 263796"/>
                <a:gd name="csX16" fmla="*/ 331726 w 337371"/>
                <a:gd name="csY16" fmla="*/ 91813 h 263796"/>
                <a:gd name="csX17" fmla="*/ 331178 w 337371"/>
                <a:gd name="csY17" fmla="*/ 98303 h 263796"/>
                <a:gd name="csX18" fmla="*/ 330417 w 337371"/>
                <a:gd name="csY18" fmla="*/ 107189 h 263796"/>
                <a:gd name="csX19" fmla="*/ 329519 w 337371"/>
                <a:gd name="csY19" fmla="*/ 117803 h 263796"/>
                <a:gd name="csX20" fmla="*/ 328796 w 337371"/>
                <a:gd name="csY20" fmla="*/ 126728 h 263796"/>
                <a:gd name="csX21" fmla="*/ 327838 w 337371"/>
                <a:gd name="csY21" fmla="*/ 138506 h 263796"/>
                <a:gd name="csX22" fmla="*/ 326932 w 337371"/>
                <a:gd name="csY22" fmla="*/ 149615 h 263796"/>
                <a:gd name="csX23" fmla="*/ 321333 w 337371"/>
                <a:gd name="csY23" fmla="*/ 155702 h 263796"/>
                <a:gd name="csX24" fmla="*/ 311396 w 337371"/>
                <a:gd name="csY24" fmla="*/ 166475 h 263796"/>
                <a:gd name="csX25" fmla="*/ 303308 w 337371"/>
                <a:gd name="csY25" fmla="*/ 175225 h 263796"/>
                <a:gd name="csX26" fmla="*/ 299252 w 337371"/>
                <a:gd name="csY26" fmla="*/ 181076 h 263796"/>
                <a:gd name="csX27" fmla="*/ 291332 w 337371"/>
                <a:gd name="csY27" fmla="*/ 192481 h 263796"/>
                <a:gd name="csX28" fmla="*/ 287817 w 337371"/>
                <a:gd name="csY28" fmla="*/ 199846 h 263796"/>
                <a:gd name="csX29" fmla="*/ 285062 w 337371"/>
                <a:gd name="csY29" fmla="*/ 203689 h 263796"/>
                <a:gd name="csX30" fmla="*/ 283670 w 337371"/>
                <a:gd name="csY30" fmla="*/ 205325 h 263796"/>
                <a:gd name="csX31" fmla="*/ 284903 w 337371"/>
                <a:gd name="csY31" fmla="*/ 210711 h 263796"/>
                <a:gd name="csX32" fmla="*/ 287048 w 337371"/>
                <a:gd name="csY32" fmla="*/ 220116 h 263796"/>
                <a:gd name="csX33" fmla="*/ 283214 w 337371"/>
                <a:gd name="csY33" fmla="*/ 220177 h 263796"/>
                <a:gd name="csX34" fmla="*/ 281015 w 337371"/>
                <a:gd name="csY34" fmla="*/ 220846 h 263796"/>
                <a:gd name="csX35" fmla="*/ 278238 w 337371"/>
                <a:gd name="csY35" fmla="*/ 222984 h 263796"/>
                <a:gd name="csX36" fmla="*/ 275133 w 337371"/>
                <a:gd name="csY36" fmla="*/ 223829 h 263796"/>
                <a:gd name="csX37" fmla="*/ 271359 w 337371"/>
                <a:gd name="csY37" fmla="*/ 225693 h 263796"/>
                <a:gd name="csX38" fmla="*/ 268970 w 337371"/>
                <a:gd name="csY38" fmla="*/ 227184 h 263796"/>
                <a:gd name="csX39" fmla="*/ 266726 w 337371"/>
                <a:gd name="csY39" fmla="*/ 228363 h 263796"/>
                <a:gd name="csX40" fmla="*/ 263637 w 337371"/>
                <a:gd name="csY40" fmla="*/ 231247 h 263796"/>
                <a:gd name="csX41" fmla="*/ 262632 w 337371"/>
                <a:gd name="csY41" fmla="*/ 233438 h 263796"/>
                <a:gd name="csX42" fmla="*/ 259559 w 337371"/>
                <a:gd name="csY42" fmla="*/ 233872 h 263796"/>
                <a:gd name="csX43" fmla="*/ 255260 w 337371"/>
                <a:gd name="csY43" fmla="*/ 233514 h 263796"/>
                <a:gd name="csX44" fmla="*/ 252528 w 337371"/>
                <a:gd name="csY44" fmla="*/ 231300 h 263796"/>
                <a:gd name="csX45" fmla="*/ 246198 w 337371"/>
                <a:gd name="csY45" fmla="*/ 228995 h 263796"/>
                <a:gd name="csX46" fmla="*/ 242089 w 337371"/>
                <a:gd name="csY46" fmla="*/ 228059 h 263796"/>
                <a:gd name="csX47" fmla="*/ 240187 w 337371"/>
                <a:gd name="csY47" fmla="*/ 227778 h 263796"/>
                <a:gd name="csX48" fmla="*/ 230517 w 337371"/>
                <a:gd name="csY48" fmla="*/ 227382 h 263796"/>
                <a:gd name="csX49" fmla="*/ 220199 w 337371"/>
                <a:gd name="csY49" fmla="*/ 228287 h 263796"/>
                <a:gd name="csX50" fmla="*/ 214942 w 337371"/>
                <a:gd name="csY50" fmla="*/ 229360 h 263796"/>
                <a:gd name="csX51" fmla="*/ 213983 w 337371"/>
                <a:gd name="csY51" fmla="*/ 229596 h 263796"/>
                <a:gd name="csX52" fmla="*/ 211001 w 337371"/>
                <a:gd name="csY52" fmla="*/ 230988 h 263796"/>
                <a:gd name="csX53" fmla="*/ 208528 w 337371"/>
                <a:gd name="csY53" fmla="*/ 232533 h 263796"/>
                <a:gd name="csX54" fmla="*/ 201840 w 337371"/>
                <a:gd name="csY54" fmla="*/ 239601 h 263796"/>
                <a:gd name="csX55" fmla="*/ 192984 w 337371"/>
                <a:gd name="csY55" fmla="*/ 239365 h 263796"/>
                <a:gd name="csX56" fmla="*/ 187779 w 337371"/>
                <a:gd name="csY56" fmla="*/ 238582 h 263796"/>
                <a:gd name="csX57" fmla="*/ 183359 w 337371"/>
                <a:gd name="csY57" fmla="*/ 237478 h 263796"/>
                <a:gd name="csX58" fmla="*/ 177067 w 337371"/>
                <a:gd name="csY58" fmla="*/ 234176 h 263796"/>
                <a:gd name="csX59" fmla="*/ 169359 w 337371"/>
                <a:gd name="csY59" fmla="*/ 229132 h 263796"/>
                <a:gd name="csX60" fmla="*/ 166384 w 337371"/>
                <a:gd name="csY60" fmla="*/ 228447 h 263796"/>
                <a:gd name="csX61" fmla="*/ 163714 w 337371"/>
                <a:gd name="csY61" fmla="*/ 228051 h 263796"/>
                <a:gd name="csX62" fmla="*/ 162823 w 337371"/>
                <a:gd name="csY62" fmla="*/ 228120 h 263796"/>
                <a:gd name="csX63" fmla="*/ 153617 w 337371"/>
                <a:gd name="csY63" fmla="*/ 233141 h 263796"/>
                <a:gd name="csX64" fmla="*/ 151844 w 337371"/>
                <a:gd name="csY64" fmla="*/ 233035 h 263796"/>
                <a:gd name="csX65" fmla="*/ 149676 w 337371"/>
                <a:gd name="csY65" fmla="*/ 233598 h 263796"/>
                <a:gd name="csX66" fmla="*/ 148245 w 337371"/>
                <a:gd name="csY66" fmla="*/ 234846 h 263796"/>
                <a:gd name="csX67" fmla="*/ 147188 w 337371"/>
                <a:gd name="csY67" fmla="*/ 235470 h 263796"/>
                <a:gd name="csX68" fmla="*/ 146084 w 337371"/>
                <a:gd name="csY68" fmla="*/ 235576 h 263796"/>
                <a:gd name="csX69" fmla="*/ 144631 w 337371"/>
                <a:gd name="csY69" fmla="*/ 235302 h 263796"/>
                <a:gd name="csX70" fmla="*/ 143216 w 337371"/>
                <a:gd name="csY70" fmla="*/ 234534 h 263796"/>
                <a:gd name="csX71" fmla="*/ 141801 w 337371"/>
                <a:gd name="csY71" fmla="*/ 233134 h 263796"/>
                <a:gd name="csX72" fmla="*/ 138004 w 337371"/>
                <a:gd name="csY72" fmla="*/ 227542 h 263796"/>
                <a:gd name="csX73" fmla="*/ 137221 w 337371"/>
                <a:gd name="csY73" fmla="*/ 226560 h 263796"/>
                <a:gd name="csX74" fmla="*/ 135600 w 337371"/>
                <a:gd name="csY74" fmla="*/ 224901 h 263796"/>
                <a:gd name="csX75" fmla="*/ 132876 w 337371"/>
                <a:gd name="csY75" fmla="*/ 222314 h 263796"/>
                <a:gd name="csX76" fmla="*/ 131027 w 337371"/>
                <a:gd name="csY76" fmla="*/ 221112 h 263796"/>
                <a:gd name="csX77" fmla="*/ 129901 w 337371"/>
                <a:gd name="csY77" fmla="*/ 220801 h 263796"/>
                <a:gd name="csX78" fmla="*/ 128562 w 337371"/>
                <a:gd name="csY78" fmla="*/ 221006 h 263796"/>
                <a:gd name="csX79" fmla="*/ 121166 w 337371"/>
                <a:gd name="csY79" fmla="*/ 218784 h 263796"/>
                <a:gd name="csX80" fmla="*/ 113778 w 337371"/>
                <a:gd name="csY80" fmla="*/ 216433 h 263796"/>
                <a:gd name="csX81" fmla="*/ 112150 w 337371"/>
                <a:gd name="csY81" fmla="*/ 216737 h 263796"/>
                <a:gd name="csX82" fmla="*/ 110994 w 337371"/>
                <a:gd name="csY82" fmla="*/ 217224 h 263796"/>
                <a:gd name="csX83" fmla="*/ 108437 w 337371"/>
                <a:gd name="csY83" fmla="*/ 218959 h 263796"/>
                <a:gd name="csX84" fmla="*/ 105424 w 337371"/>
                <a:gd name="csY84" fmla="*/ 219279 h 263796"/>
                <a:gd name="csX85" fmla="*/ 101597 w 337371"/>
                <a:gd name="csY85" fmla="*/ 219142 h 263796"/>
                <a:gd name="csX86" fmla="*/ 99497 w 337371"/>
                <a:gd name="csY86" fmla="*/ 218906 h 263796"/>
                <a:gd name="csX87" fmla="*/ 96119 w 337371"/>
                <a:gd name="csY87" fmla="*/ 219484 h 263796"/>
                <a:gd name="csX88" fmla="*/ 93867 w 337371"/>
                <a:gd name="csY88" fmla="*/ 220177 h 263796"/>
                <a:gd name="csX89" fmla="*/ 90915 w 337371"/>
                <a:gd name="csY89" fmla="*/ 221356 h 263796"/>
                <a:gd name="csX90" fmla="*/ 87088 w 337371"/>
                <a:gd name="csY90" fmla="*/ 224559 h 263796"/>
                <a:gd name="csX91" fmla="*/ 85992 w 337371"/>
                <a:gd name="csY91" fmla="*/ 224970 h 263796"/>
                <a:gd name="csX92" fmla="*/ 85064 w 337371"/>
                <a:gd name="csY92" fmla="*/ 225502 h 263796"/>
                <a:gd name="csX93" fmla="*/ 83786 w 337371"/>
                <a:gd name="csY93" fmla="*/ 234268 h 263796"/>
                <a:gd name="csX94" fmla="*/ 82743 w 337371"/>
                <a:gd name="csY94" fmla="*/ 236900 h 263796"/>
                <a:gd name="csX95" fmla="*/ 80803 w 337371"/>
                <a:gd name="csY95" fmla="*/ 240377 h 263796"/>
                <a:gd name="csX96" fmla="*/ 76991 w 337371"/>
                <a:gd name="csY96" fmla="*/ 243694 h 263796"/>
                <a:gd name="csX97" fmla="*/ 74374 w 337371"/>
                <a:gd name="csY97" fmla="*/ 245703 h 263796"/>
                <a:gd name="csX98" fmla="*/ 74313 w 337371"/>
                <a:gd name="csY98" fmla="*/ 248412 h 263796"/>
                <a:gd name="csX99" fmla="*/ 74107 w 337371"/>
                <a:gd name="csY99" fmla="*/ 252840 h 263796"/>
                <a:gd name="csX100" fmla="*/ 74069 w 337371"/>
                <a:gd name="csY100" fmla="*/ 255876 h 263796"/>
                <a:gd name="csX101" fmla="*/ 74244 w 337371"/>
                <a:gd name="csY101" fmla="*/ 257854 h 263796"/>
                <a:gd name="csX102" fmla="*/ 73803 w 337371"/>
                <a:gd name="csY102" fmla="*/ 258798 h 263796"/>
                <a:gd name="csX103" fmla="*/ 73628 w 337371"/>
                <a:gd name="csY103" fmla="*/ 259657 h 263796"/>
                <a:gd name="csX104" fmla="*/ 73765 w 337371"/>
                <a:gd name="csY104" fmla="*/ 260943 h 263796"/>
                <a:gd name="csX105" fmla="*/ 74389 w 337371"/>
                <a:gd name="csY105" fmla="*/ 261560 h 263796"/>
                <a:gd name="csX106" fmla="*/ 74754 w 337371"/>
                <a:gd name="csY106" fmla="*/ 262366 h 263796"/>
                <a:gd name="csX107" fmla="*/ 74511 w 337371"/>
                <a:gd name="csY107" fmla="*/ 263020 h 263796"/>
                <a:gd name="csX108" fmla="*/ 73278 w 337371"/>
                <a:gd name="csY108" fmla="*/ 263797 h 263796"/>
                <a:gd name="csX109" fmla="*/ 71916 w 337371"/>
                <a:gd name="csY109" fmla="*/ 261818 h 263796"/>
                <a:gd name="csX110" fmla="*/ 70166 w 337371"/>
                <a:gd name="csY110" fmla="*/ 260426 h 263796"/>
                <a:gd name="csX111" fmla="*/ 68249 w 337371"/>
                <a:gd name="csY111" fmla="*/ 259802 h 263796"/>
                <a:gd name="csX112" fmla="*/ 66948 w 337371"/>
                <a:gd name="csY112" fmla="*/ 258790 h 263796"/>
                <a:gd name="csX113" fmla="*/ 66278 w 337371"/>
                <a:gd name="csY113" fmla="*/ 257390 h 263796"/>
                <a:gd name="csX114" fmla="*/ 63760 w 337371"/>
                <a:gd name="csY114" fmla="*/ 254651 h 263796"/>
                <a:gd name="csX115" fmla="*/ 57962 w 337371"/>
                <a:gd name="csY115" fmla="*/ 249226 h 263796"/>
                <a:gd name="csX116" fmla="*/ 57368 w 337371"/>
                <a:gd name="csY116" fmla="*/ 249097 h 263796"/>
                <a:gd name="csX117" fmla="*/ 56402 w 337371"/>
                <a:gd name="csY117" fmla="*/ 248884 h 263796"/>
                <a:gd name="csX118" fmla="*/ 54766 w 337371"/>
                <a:gd name="csY118" fmla="*/ 249530 h 263796"/>
                <a:gd name="csX119" fmla="*/ 53762 w 337371"/>
                <a:gd name="csY119" fmla="*/ 250420 h 263796"/>
                <a:gd name="csX120" fmla="*/ 53054 w 337371"/>
                <a:gd name="csY120" fmla="*/ 250771 h 263796"/>
                <a:gd name="csX121" fmla="*/ 51989 w 337371"/>
                <a:gd name="csY121" fmla="*/ 250824 h 263796"/>
                <a:gd name="csX122" fmla="*/ 49235 w 337371"/>
                <a:gd name="csY122" fmla="*/ 251509 h 263796"/>
                <a:gd name="csX123" fmla="*/ 47029 w 337371"/>
                <a:gd name="csY123" fmla="*/ 252391 h 263796"/>
                <a:gd name="csX124" fmla="*/ 46968 w 337371"/>
                <a:gd name="csY124" fmla="*/ 253122 h 263796"/>
                <a:gd name="csX125" fmla="*/ 48025 w 337371"/>
                <a:gd name="csY125" fmla="*/ 257223 h 263796"/>
                <a:gd name="csX126" fmla="*/ 47523 w 337371"/>
                <a:gd name="csY126" fmla="*/ 259444 h 263796"/>
                <a:gd name="csX127" fmla="*/ 46541 w 337371"/>
                <a:gd name="csY127" fmla="*/ 258387 h 263796"/>
                <a:gd name="csX128" fmla="*/ 43361 w 337371"/>
                <a:gd name="csY128" fmla="*/ 254248 h 263796"/>
                <a:gd name="csX129" fmla="*/ 41162 w 337371"/>
                <a:gd name="csY129" fmla="*/ 251181 h 263796"/>
                <a:gd name="csX130" fmla="*/ 40774 w 337371"/>
                <a:gd name="csY130" fmla="*/ 250497 h 263796"/>
                <a:gd name="csX131" fmla="*/ 40462 w 337371"/>
                <a:gd name="csY131" fmla="*/ 249439 h 263796"/>
                <a:gd name="csX132" fmla="*/ 40675 w 337371"/>
                <a:gd name="csY132" fmla="*/ 248982 h 263796"/>
                <a:gd name="csX133" fmla="*/ 41550 w 337371"/>
                <a:gd name="csY133" fmla="*/ 248663 h 263796"/>
                <a:gd name="csX134" fmla="*/ 43567 w 337371"/>
                <a:gd name="csY134" fmla="*/ 248260 h 263796"/>
                <a:gd name="csX135" fmla="*/ 43939 w 337371"/>
                <a:gd name="csY135" fmla="*/ 247940 h 263796"/>
                <a:gd name="csX136" fmla="*/ 44038 w 337371"/>
                <a:gd name="csY136" fmla="*/ 247096 h 263796"/>
                <a:gd name="csX137" fmla="*/ 43726 w 337371"/>
                <a:gd name="csY137" fmla="*/ 245521 h 263796"/>
                <a:gd name="csX138" fmla="*/ 42623 w 337371"/>
                <a:gd name="csY138" fmla="*/ 243390 h 263796"/>
                <a:gd name="csX139" fmla="*/ 41444 w 337371"/>
                <a:gd name="csY139" fmla="*/ 241975 h 263796"/>
                <a:gd name="csX140" fmla="*/ 40789 w 337371"/>
                <a:gd name="csY140" fmla="*/ 241701 h 263796"/>
                <a:gd name="csX141" fmla="*/ 39580 w 337371"/>
                <a:gd name="csY141" fmla="*/ 241656 h 263796"/>
                <a:gd name="csX142" fmla="*/ 38271 w 337371"/>
                <a:gd name="csY142" fmla="*/ 241846 h 263796"/>
                <a:gd name="csX143" fmla="*/ 35814 w 337371"/>
                <a:gd name="csY143" fmla="*/ 243573 h 263796"/>
                <a:gd name="csX144" fmla="*/ 34725 w 337371"/>
                <a:gd name="csY144" fmla="*/ 243892 h 263796"/>
                <a:gd name="csX145" fmla="*/ 32184 w 337371"/>
                <a:gd name="csY145" fmla="*/ 243748 h 263796"/>
                <a:gd name="csX146" fmla="*/ 29924 w 337371"/>
                <a:gd name="csY146" fmla="*/ 243413 h 263796"/>
                <a:gd name="csX147" fmla="*/ 28547 w 337371"/>
                <a:gd name="csY147" fmla="*/ 242523 h 263796"/>
                <a:gd name="csX148" fmla="*/ 24454 w 337371"/>
                <a:gd name="csY148" fmla="*/ 239084 h 263796"/>
                <a:gd name="csX149" fmla="*/ 19927 w 337371"/>
                <a:gd name="csY149" fmla="*/ 235455 h 263796"/>
                <a:gd name="csX150" fmla="*/ 18025 w 337371"/>
                <a:gd name="csY150" fmla="*/ 234937 h 263796"/>
                <a:gd name="csX151" fmla="*/ 17583 w 337371"/>
                <a:gd name="csY151" fmla="*/ 234564 h 263796"/>
                <a:gd name="csX152" fmla="*/ 17287 w 337371"/>
                <a:gd name="csY152" fmla="*/ 231772 h 263796"/>
                <a:gd name="csX153" fmla="*/ 17363 w 337371"/>
                <a:gd name="csY153" fmla="*/ 228409 h 263796"/>
                <a:gd name="csX154" fmla="*/ 17614 w 337371"/>
                <a:gd name="csY154" fmla="*/ 227526 h 263796"/>
                <a:gd name="csX155" fmla="*/ 19501 w 337371"/>
                <a:gd name="csY155" fmla="*/ 228051 h 263796"/>
                <a:gd name="csX156" fmla="*/ 21509 w 337371"/>
                <a:gd name="csY156" fmla="*/ 228295 h 263796"/>
                <a:gd name="csX157" fmla="*/ 22156 w 337371"/>
                <a:gd name="csY157" fmla="*/ 227686 h 263796"/>
                <a:gd name="csX158" fmla="*/ 20543 w 337371"/>
                <a:gd name="csY158" fmla="*/ 226492 h 263796"/>
                <a:gd name="csX159" fmla="*/ 18238 w 337371"/>
                <a:gd name="csY159" fmla="*/ 225282 h 263796"/>
                <a:gd name="csX160" fmla="*/ 17378 w 337371"/>
                <a:gd name="csY160" fmla="*/ 223448 h 263796"/>
                <a:gd name="csX161" fmla="*/ 16716 w 337371"/>
                <a:gd name="csY161" fmla="*/ 222809 h 263796"/>
                <a:gd name="csX162" fmla="*/ 15681 w 337371"/>
                <a:gd name="csY162" fmla="*/ 222155 h 263796"/>
                <a:gd name="csX163" fmla="*/ 14487 w 337371"/>
                <a:gd name="csY163" fmla="*/ 221820 h 263796"/>
                <a:gd name="csX164" fmla="*/ 13292 w 337371"/>
                <a:gd name="csY164" fmla="*/ 221303 h 263796"/>
                <a:gd name="csX165" fmla="*/ 12470 w 337371"/>
                <a:gd name="csY165" fmla="*/ 220770 h 263796"/>
                <a:gd name="csX166" fmla="*/ 11124 w 337371"/>
                <a:gd name="csY166" fmla="*/ 220527 h 263796"/>
                <a:gd name="csX167" fmla="*/ 9709 w 337371"/>
                <a:gd name="csY167" fmla="*/ 220139 h 263796"/>
                <a:gd name="csX168" fmla="*/ 7662 w 337371"/>
                <a:gd name="csY168" fmla="*/ 217163 h 263796"/>
                <a:gd name="csX169" fmla="*/ 5668 w 337371"/>
                <a:gd name="csY169" fmla="*/ 214265 h 263796"/>
                <a:gd name="csX170" fmla="*/ 4497 w 337371"/>
                <a:gd name="csY170" fmla="*/ 211982 h 263796"/>
                <a:gd name="csX171" fmla="*/ 4078 w 337371"/>
                <a:gd name="csY171" fmla="*/ 210613 h 263796"/>
                <a:gd name="csX172" fmla="*/ 4672 w 337371"/>
                <a:gd name="csY172" fmla="*/ 208277 h 263796"/>
                <a:gd name="csX173" fmla="*/ 4078 w 337371"/>
                <a:gd name="csY173" fmla="*/ 207356 h 263796"/>
                <a:gd name="csX174" fmla="*/ 1856 w 337371"/>
                <a:gd name="csY174" fmla="*/ 204982 h 263796"/>
                <a:gd name="csX175" fmla="*/ 0 w 337371"/>
                <a:gd name="csY175" fmla="*/ 202776 h 263796"/>
                <a:gd name="csX176" fmla="*/ 456 w 337371"/>
                <a:gd name="csY176" fmla="*/ 199359 h 263796"/>
                <a:gd name="csX177" fmla="*/ 837 w 337371"/>
                <a:gd name="csY177" fmla="*/ 196506 h 263796"/>
                <a:gd name="csX178" fmla="*/ 852 w 337371"/>
                <a:gd name="csY178" fmla="*/ 194703 h 263796"/>
                <a:gd name="csX179" fmla="*/ 1149 w 337371"/>
                <a:gd name="csY179" fmla="*/ 193683 h 263796"/>
                <a:gd name="csX180" fmla="*/ 1385 w 337371"/>
                <a:gd name="csY180" fmla="*/ 192535 h 263796"/>
                <a:gd name="csX181" fmla="*/ 2617 w 337371"/>
                <a:gd name="csY181" fmla="*/ 192170 h 263796"/>
                <a:gd name="csX182" fmla="*/ 5752 w 337371"/>
                <a:gd name="csY182" fmla="*/ 192200 h 263796"/>
                <a:gd name="csX183" fmla="*/ 11846 w 337371"/>
                <a:gd name="csY183" fmla="*/ 192732 h 263796"/>
                <a:gd name="csX184" fmla="*/ 16731 w 337371"/>
                <a:gd name="csY184" fmla="*/ 192131 h 263796"/>
                <a:gd name="csX185" fmla="*/ 17005 w 337371"/>
                <a:gd name="csY185" fmla="*/ 192025 h 263796"/>
                <a:gd name="csX186" fmla="*/ 20452 w 337371"/>
                <a:gd name="csY186" fmla="*/ 188966 h 263796"/>
                <a:gd name="csX187" fmla="*/ 24271 w 337371"/>
                <a:gd name="csY187" fmla="*/ 185755 h 263796"/>
                <a:gd name="csX188" fmla="*/ 30016 w 337371"/>
                <a:gd name="csY188" fmla="*/ 185444 h 263796"/>
                <a:gd name="csX189" fmla="*/ 36209 w 337371"/>
                <a:gd name="csY189" fmla="*/ 185109 h 263796"/>
                <a:gd name="csX190" fmla="*/ 41094 w 337371"/>
                <a:gd name="csY190" fmla="*/ 184941 h 263796"/>
                <a:gd name="csX191" fmla="*/ 48200 w 337371"/>
                <a:gd name="csY191" fmla="*/ 184698 h 263796"/>
                <a:gd name="csX192" fmla="*/ 53937 w 337371"/>
                <a:gd name="csY192" fmla="*/ 184485 h 263796"/>
                <a:gd name="csX193" fmla="*/ 60587 w 337371"/>
                <a:gd name="csY193" fmla="*/ 184241 h 263796"/>
                <a:gd name="csX194" fmla="*/ 60785 w 337371"/>
                <a:gd name="csY194" fmla="*/ 182765 h 263796"/>
                <a:gd name="csX195" fmla="*/ 61196 w 337371"/>
                <a:gd name="csY195" fmla="*/ 182400 h 263796"/>
                <a:gd name="csX196" fmla="*/ 61850 w 337371"/>
                <a:gd name="csY196" fmla="*/ 182347 h 263796"/>
                <a:gd name="csX197" fmla="*/ 66735 w 337371"/>
                <a:gd name="csY197" fmla="*/ 183138 h 263796"/>
                <a:gd name="csX198" fmla="*/ 71330 w 337371"/>
                <a:gd name="csY198" fmla="*/ 183907 h 263796"/>
                <a:gd name="csX199" fmla="*/ 71680 w 337371"/>
                <a:gd name="csY199" fmla="*/ 181114 h 263796"/>
                <a:gd name="csX200" fmla="*/ 75713 w 337371"/>
                <a:gd name="csY200" fmla="*/ 177622 h 263796"/>
                <a:gd name="csX201" fmla="*/ 78003 w 337371"/>
                <a:gd name="csY201" fmla="*/ 176907 h 263796"/>
                <a:gd name="csX202" fmla="*/ 78566 w 337371"/>
                <a:gd name="csY202" fmla="*/ 176298 h 263796"/>
                <a:gd name="csX203" fmla="*/ 79289 w 337371"/>
                <a:gd name="csY203" fmla="*/ 175119 h 263796"/>
                <a:gd name="csX204" fmla="*/ 79738 w 337371"/>
                <a:gd name="csY204" fmla="*/ 173293 h 263796"/>
                <a:gd name="csX205" fmla="*/ 79935 w 337371"/>
                <a:gd name="csY205" fmla="*/ 171999 h 263796"/>
                <a:gd name="csX206" fmla="*/ 80788 w 337371"/>
                <a:gd name="csY206" fmla="*/ 170919 h 263796"/>
                <a:gd name="csX207" fmla="*/ 81412 w 337371"/>
                <a:gd name="csY207" fmla="*/ 168933 h 263796"/>
                <a:gd name="csX208" fmla="*/ 82233 w 337371"/>
                <a:gd name="csY208" fmla="*/ 165463 h 263796"/>
                <a:gd name="csX209" fmla="*/ 84508 w 337371"/>
                <a:gd name="csY209" fmla="*/ 161811 h 263796"/>
                <a:gd name="csX210" fmla="*/ 85809 w 337371"/>
                <a:gd name="csY210" fmla="*/ 156851 h 263796"/>
                <a:gd name="csX211" fmla="*/ 85999 w 337371"/>
                <a:gd name="csY211" fmla="*/ 152057 h 263796"/>
                <a:gd name="csX212" fmla="*/ 86251 w 337371"/>
                <a:gd name="csY212" fmla="*/ 148413 h 263796"/>
                <a:gd name="csX213" fmla="*/ 86928 w 337371"/>
                <a:gd name="csY213" fmla="*/ 147667 h 263796"/>
                <a:gd name="csX214" fmla="*/ 86905 w 337371"/>
                <a:gd name="csY214" fmla="*/ 141177 h 263796"/>
                <a:gd name="csX215" fmla="*/ 86890 w 337371"/>
                <a:gd name="csY215" fmla="*/ 134641 h 263796"/>
                <a:gd name="csX216" fmla="*/ 86867 w 337371"/>
                <a:gd name="csY216" fmla="*/ 129110 h 263796"/>
                <a:gd name="csX217" fmla="*/ 86844 w 337371"/>
                <a:gd name="csY217" fmla="*/ 122216 h 263796"/>
                <a:gd name="csX218" fmla="*/ 86829 w 337371"/>
                <a:gd name="csY218" fmla="*/ 116160 h 263796"/>
                <a:gd name="csX219" fmla="*/ 86806 w 337371"/>
                <a:gd name="csY219" fmla="*/ 109579 h 263796"/>
                <a:gd name="csX220" fmla="*/ 86791 w 337371"/>
                <a:gd name="csY220" fmla="*/ 103667 h 263796"/>
                <a:gd name="csX221" fmla="*/ 86776 w 337371"/>
                <a:gd name="csY221" fmla="*/ 99741 h 263796"/>
                <a:gd name="csX222" fmla="*/ 91440 w 337371"/>
                <a:gd name="csY222" fmla="*/ 98805 h 263796"/>
                <a:gd name="csX223" fmla="*/ 96256 w 337371"/>
                <a:gd name="csY223" fmla="*/ 97831 h 263796"/>
                <a:gd name="csX224" fmla="*/ 103302 w 337371"/>
                <a:gd name="csY224" fmla="*/ 96408 h 263796"/>
                <a:gd name="csX225" fmla="*/ 110933 w 337371"/>
                <a:gd name="csY225" fmla="*/ 94871 h 263796"/>
                <a:gd name="csX226" fmla="*/ 119249 w 337371"/>
                <a:gd name="csY226" fmla="*/ 93190 h 263796"/>
                <a:gd name="csX227" fmla="*/ 121136 w 337371"/>
                <a:gd name="csY227" fmla="*/ 92178 h 263796"/>
                <a:gd name="csX228" fmla="*/ 127413 w 337371"/>
                <a:gd name="csY228" fmla="*/ 86479 h 263796"/>
                <a:gd name="csX229" fmla="*/ 130251 w 337371"/>
                <a:gd name="csY229" fmla="*/ 83900 h 263796"/>
                <a:gd name="csX230" fmla="*/ 135881 w 337371"/>
                <a:gd name="csY230" fmla="*/ 78787 h 263796"/>
                <a:gd name="csX231" fmla="*/ 140226 w 337371"/>
                <a:gd name="csY231" fmla="*/ 74823 h 263796"/>
                <a:gd name="csX232" fmla="*/ 145750 w 337371"/>
                <a:gd name="csY232" fmla="*/ 69786 h 263796"/>
                <a:gd name="csX233" fmla="*/ 151601 w 337371"/>
                <a:gd name="csY233" fmla="*/ 64711 h 263796"/>
                <a:gd name="csX234" fmla="*/ 156265 w 337371"/>
                <a:gd name="csY234" fmla="*/ 60648 h 263796"/>
                <a:gd name="csX235" fmla="*/ 163599 w 337371"/>
                <a:gd name="csY235" fmla="*/ 56045 h 263796"/>
                <a:gd name="csX236" fmla="*/ 174655 w 337371"/>
                <a:gd name="csY236" fmla="*/ 49098 h 263796"/>
                <a:gd name="csX237" fmla="*/ 185710 w 337371"/>
                <a:gd name="csY237" fmla="*/ 42129 h 263796"/>
                <a:gd name="csX238" fmla="*/ 196773 w 337371"/>
                <a:gd name="csY238" fmla="*/ 35144 h 263796"/>
                <a:gd name="csX239" fmla="*/ 207828 w 337371"/>
                <a:gd name="csY239" fmla="*/ 28144 h 263796"/>
                <a:gd name="csX240" fmla="*/ 218883 w 337371"/>
                <a:gd name="csY240" fmla="*/ 21137 h 263796"/>
                <a:gd name="csX241" fmla="*/ 229938 w 337371"/>
                <a:gd name="csY241" fmla="*/ 14106 h 263796"/>
                <a:gd name="csX242" fmla="*/ 241001 w 337371"/>
                <a:gd name="csY242" fmla="*/ 7061 h 263796"/>
                <a:gd name="csX243" fmla="*/ 252057 w 337371"/>
                <a:gd name="csY243" fmla="*/ 0 h 263796"/>
                <a:gd name="csX244" fmla="*/ 263180 w 337371"/>
                <a:gd name="csY244" fmla="*/ 2693 h 263796"/>
                <a:gd name="csX245" fmla="*/ 273749 w 337371"/>
                <a:gd name="csY245" fmla="*/ 5242 h 263796"/>
                <a:gd name="csX246" fmla="*/ 284378 w 337371"/>
                <a:gd name="csY246" fmla="*/ 7806 h 263796"/>
                <a:gd name="csX247" fmla="*/ 286881 w 337371"/>
                <a:gd name="csY247" fmla="*/ 9214 h 263796"/>
                <a:gd name="csX248" fmla="*/ 292519 w 337371"/>
                <a:gd name="csY248" fmla="*/ 14228 h 263796"/>
                <a:gd name="csX249" fmla="*/ 299739 w 337371"/>
                <a:gd name="csY249" fmla="*/ 20634 h 263796"/>
                <a:gd name="csX250" fmla="*/ 300052 w 337371"/>
                <a:gd name="csY250" fmla="*/ 20726 h 263796"/>
                <a:gd name="csX251" fmla="*/ 300378 w 337371"/>
                <a:gd name="csY251" fmla="*/ 20756 h 263796"/>
                <a:gd name="csX252" fmla="*/ 307317 w 337371"/>
                <a:gd name="csY252" fmla="*/ 16982 h 263796"/>
                <a:gd name="csX253" fmla="*/ 316357 w 337371"/>
                <a:gd name="csY253" fmla="*/ 12060 h 2637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Lst>
              <a:rect l="l" t="t" r="r" b="b"/>
              <a:pathLst>
                <a:path w="337371" h="263796">
                  <a:moveTo>
                    <a:pt x="316357" y="12060"/>
                  </a:moveTo>
                  <a:lnTo>
                    <a:pt x="318700" y="25359"/>
                  </a:lnTo>
                  <a:lnTo>
                    <a:pt x="320481" y="36734"/>
                  </a:lnTo>
                  <a:lnTo>
                    <a:pt x="320602" y="43962"/>
                  </a:lnTo>
                  <a:lnTo>
                    <a:pt x="320686" y="45849"/>
                  </a:lnTo>
                  <a:lnTo>
                    <a:pt x="321416" y="47120"/>
                  </a:lnTo>
                  <a:lnTo>
                    <a:pt x="323075" y="48398"/>
                  </a:lnTo>
                  <a:lnTo>
                    <a:pt x="329771" y="58807"/>
                  </a:lnTo>
                  <a:lnTo>
                    <a:pt x="328340" y="60610"/>
                  </a:lnTo>
                  <a:lnTo>
                    <a:pt x="329344" y="63828"/>
                  </a:lnTo>
                  <a:lnTo>
                    <a:pt x="331079" y="65205"/>
                  </a:lnTo>
                  <a:lnTo>
                    <a:pt x="336649" y="71384"/>
                  </a:lnTo>
                  <a:lnTo>
                    <a:pt x="337371" y="72601"/>
                  </a:lnTo>
                  <a:lnTo>
                    <a:pt x="337067" y="73575"/>
                  </a:lnTo>
                  <a:lnTo>
                    <a:pt x="333164" y="80826"/>
                  </a:lnTo>
                  <a:lnTo>
                    <a:pt x="332502" y="82599"/>
                  </a:lnTo>
                  <a:lnTo>
                    <a:pt x="331726" y="91813"/>
                  </a:lnTo>
                  <a:lnTo>
                    <a:pt x="331178" y="98303"/>
                  </a:lnTo>
                  <a:lnTo>
                    <a:pt x="330417" y="107189"/>
                  </a:lnTo>
                  <a:lnTo>
                    <a:pt x="329519" y="117803"/>
                  </a:lnTo>
                  <a:lnTo>
                    <a:pt x="328796" y="126728"/>
                  </a:lnTo>
                  <a:lnTo>
                    <a:pt x="327838" y="138506"/>
                  </a:lnTo>
                  <a:lnTo>
                    <a:pt x="326932" y="149615"/>
                  </a:lnTo>
                  <a:lnTo>
                    <a:pt x="321333" y="155702"/>
                  </a:lnTo>
                  <a:lnTo>
                    <a:pt x="311396" y="166475"/>
                  </a:lnTo>
                  <a:lnTo>
                    <a:pt x="303308" y="175225"/>
                  </a:lnTo>
                  <a:lnTo>
                    <a:pt x="299252" y="181076"/>
                  </a:lnTo>
                  <a:lnTo>
                    <a:pt x="291332" y="192481"/>
                  </a:lnTo>
                  <a:lnTo>
                    <a:pt x="287817" y="199846"/>
                  </a:lnTo>
                  <a:lnTo>
                    <a:pt x="285062" y="203689"/>
                  </a:lnTo>
                  <a:lnTo>
                    <a:pt x="283670" y="205325"/>
                  </a:lnTo>
                  <a:lnTo>
                    <a:pt x="284903" y="210711"/>
                  </a:lnTo>
                  <a:lnTo>
                    <a:pt x="287048" y="220116"/>
                  </a:lnTo>
                  <a:lnTo>
                    <a:pt x="283214" y="220177"/>
                  </a:lnTo>
                  <a:lnTo>
                    <a:pt x="281015" y="220846"/>
                  </a:lnTo>
                  <a:lnTo>
                    <a:pt x="278238" y="222984"/>
                  </a:lnTo>
                  <a:lnTo>
                    <a:pt x="275133" y="223829"/>
                  </a:lnTo>
                  <a:lnTo>
                    <a:pt x="271359" y="225693"/>
                  </a:lnTo>
                  <a:lnTo>
                    <a:pt x="268970" y="227184"/>
                  </a:lnTo>
                  <a:lnTo>
                    <a:pt x="266726" y="228363"/>
                  </a:lnTo>
                  <a:lnTo>
                    <a:pt x="263637" y="231247"/>
                  </a:lnTo>
                  <a:lnTo>
                    <a:pt x="262632" y="233438"/>
                  </a:lnTo>
                  <a:lnTo>
                    <a:pt x="259559" y="233872"/>
                  </a:lnTo>
                  <a:lnTo>
                    <a:pt x="255260" y="233514"/>
                  </a:lnTo>
                  <a:lnTo>
                    <a:pt x="252528" y="231300"/>
                  </a:lnTo>
                  <a:lnTo>
                    <a:pt x="246198" y="228995"/>
                  </a:lnTo>
                  <a:lnTo>
                    <a:pt x="242089" y="228059"/>
                  </a:lnTo>
                  <a:lnTo>
                    <a:pt x="240187" y="227778"/>
                  </a:lnTo>
                  <a:lnTo>
                    <a:pt x="230517" y="227382"/>
                  </a:lnTo>
                  <a:lnTo>
                    <a:pt x="220199" y="228287"/>
                  </a:lnTo>
                  <a:lnTo>
                    <a:pt x="214942" y="229360"/>
                  </a:lnTo>
                  <a:lnTo>
                    <a:pt x="213983" y="229596"/>
                  </a:lnTo>
                  <a:lnTo>
                    <a:pt x="211001" y="230988"/>
                  </a:lnTo>
                  <a:lnTo>
                    <a:pt x="208528" y="232533"/>
                  </a:lnTo>
                  <a:lnTo>
                    <a:pt x="201840" y="239601"/>
                  </a:lnTo>
                  <a:lnTo>
                    <a:pt x="192984" y="239365"/>
                  </a:lnTo>
                  <a:lnTo>
                    <a:pt x="187779" y="238582"/>
                  </a:lnTo>
                  <a:lnTo>
                    <a:pt x="183359" y="237478"/>
                  </a:lnTo>
                  <a:lnTo>
                    <a:pt x="177067" y="234176"/>
                  </a:lnTo>
                  <a:lnTo>
                    <a:pt x="169359" y="229132"/>
                  </a:lnTo>
                  <a:lnTo>
                    <a:pt x="166384" y="228447"/>
                  </a:lnTo>
                  <a:lnTo>
                    <a:pt x="163714" y="228051"/>
                  </a:lnTo>
                  <a:lnTo>
                    <a:pt x="162823" y="228120"/>
                  </a:lnTo>
                  <a:lnTo>
                    <a:pt x="153617" y="233141"/>
                  </a:lnTo>
                  <a:lnTo>
                    <a:pt x="151844" y="233035"/>
                  </a:lnTo>
                  <a:lnTo>
                    <a:pt x="149676" y="233598"/>
                  </a:lnTo>
                  <a:lnTo>
                    <a:pt x="148245" y="234846"/>
                  </a:lnTo>
                  <a:lnTo>
                    <a:pt x="147188" y="235470"/>
                  </a:lnTo>
                  <a:lnTo>
                    <a:pt x="146084" y="235576"/>
                  </a:lnTo>
                  <a:lnTo>
                    <a:pt x="144631" y="235302"/>
                  </a:lnTo>
                  <a:lnTo>
                    <a:pt x="143216" y="234534"/>
                  </a:lnTo>
                  <a:lnTo>
                    <a:pt x="141801" y="233134"/>
                  </a:lnTo>
                  <a:lnTo>
                    <a:pt x="138004" y="227542"/>
                  </a:lnTo>
                  <a:lnTo>
                    <a:pt x="137221" y="226560"/>
                  </a:lnTo>
                  <a:lnTo>
                    <a:pt x="135600" y="224901"/>
                  </a:lnTo>
                  <a:lnTo>
                    <a:pt x="132876" y="222314"/>
                  </a:lnTo>
                  <a:lnTo>
                    <a:pt x="131027" y="221112"/>
                  </a:lnTo>
                  <a:lnTo>
                    <a:pt x="129901" y="220801"/>
                  </a:lnTo>
                  <a:lnTo>
                    <a:pt x="128562" y="221006"/>
                  </a:lnTo>
                  <a:lnTo>
                    <a:pt x="121166" y="218784"/>
                  </a:lnTo>
                  <a:lnTo>
                    <a:pt x="113778" y="216433"/>
                  </a:lnTo>
                  <a:lnTo>
                    <a:pt x="112150" y="216737"/>
                  </a:lnTo>
                  <a:lnTo>
                    <a:pt x="110994" y="217224"/>
                  </a:lnTo>
                  <a:lnTo>
                    <a:pt x="108437" y="218959"/>
                  </a:lnTo>
                  <a:lnTo>
                    <a:pt x="105424" y="219279"/>
                  </a:lnTo>
                  <a:lnTo>
                    <a:pt x="101597" y="219142"/>
                  </a:lnTo>
                  <a:lnTo>
                    <a:pt x="99497" y="218906"/>
                  </a:lnTo>
                  <a:lnTo>
                    <a:pt x="96119" y="219484"/>
                  </a:lnTo>
                  <a:lnTo>
                    <a:pt x="93867" y="220177"/>
                  </a:lnTo>
                  <a:lnTo>
                    <a:pt x="90915" y="221356"/>
                  </a:lnTo>
                  <a:lnTo>
                    <a:pt x="87088" y="224559"/>
                  </a:lnTo>
                  <a:lnTo>
                    <a:pt x="85992" y="224970"/>
                  </a:lnTo>
                  <a:lnTo>
                    <a:pt x="85064" y="225502"/>
                  </a:lnTo>
                  <a:lnTo>
                    <a:pt x="83786" y="234268"/>
                  </a:lnTo>
                  <a:lnTo>
                    <a:pt x="82743" y="236900"/>
                  </a:lnTo>
                  <a:lnTo>
                    <a:pt x="80803" y="240377"/>
                  </a:lnTo>
                  <a:lnTo>
                    <a:pt x="76991" y="243694"/>
                  </a:lnTo>
                  <a:lnTo>
                    <a:pt x="74374" y="245703"/>
                  </a:lnTo>
                  <a:lnTo>
                    <a:pt x="74313" y="248412"/>
                  </a:lnTo>
                  <a:lnTo>
                    <a:pt x="74107" y="252840"/>
                  </a:lnTo>
                  <a:lnTo>
                    <a:pt x="74069" y="255876"/>
                  </a:lnTo>
                  <a:lnTo>
                    <a:pt x="74244" y="257854"/>
                  </a:lnTo>
                  <a:lnTo>
                    <a:pt x="73803" y="258798"/>
                  </a:lnTo>
                  <a:lnTo>
                    <a:pt x="73628" y="259657"/>
                  </a:lnTo>
                  <a:lnTo>
                    <a:pt x="73765" y="260943"/>
                  </a:lnTo>
                  <a:lnTo>
                    <a:pt x="74389" y="261560"/>
                  </a:lnTo>
                  <a:lnTo>
                    <a:pt x="74754" y="262366"/>
                  </a:lnTo>
                  <a:lnTo>
                    <a:pt x="74511" y="263020"/>
                  </a:lnTo>
                  <a:lnTo>
                    <a:pt x="73278" y="263797"/>
                  </a:lnTo>
                  <a:lnTo>
                    <a:pt x="71916" y="261818"/>
                  </a:lnTo>
                  <a:lnTo>
                    <a:pt x="70166" y="260426"/>
                  </a:lnTo>
                  <a:lnTo>
                    <a:pt x="68249" y="259802"/>
                  </a:lnTo>
                  <a:lnTo>
                    <a:pt x="66948" y="258790"/>
                  </a:lnTo>
                  <a:lnTo>
                    <a:pt x="66278" y="257390"/>
                  </a:lnTo>
                  <a:lnTo>
                    <a:pt x="63760" y="254651"/>
                  </a:lnTo>
                  <a:lnTo>
                    <a:pt x="57962" y="249226"/>
                  </a:lnTo>
                  <a:lnTo>
                    <a:pt x="57368" y="249097"/>
                  </a:lnTo>
                  <a:lnTo>
                    <a:pt x="56402" y="248884"/>
                  </a:lnTo>
                  <a:lnTo>
                    <a:pt x="54766" y="249530"/>
                  </a:lnTo>
                  <a:lnTo>
                    <a:pt x="53762" y="250420"/>
                  </a:lnTo>
                  <a:lnTo>
                    <a:pt x="53054" y="250771"/>
                  </a:lnTo>
                  <a:lnTo>
                    <a:pt x="51989" y="250824"/>
                  </a:lnTo>
                  <a:lnTo>
                    <a:pt x="49235" y="251509"/>
                  </a:lnTo>
                  <a:lnTo>
                    <a:pt x="47029" y="252391"/>
                  </a:lnTo>
                  <a:lnTo>
                    <a:pt x="46968" y="253122"/>
                  </a:lnTo>
                  <a:lnTo>
                    <a:pt x="48025" y="257223"/>
                  </a:lnTo>
                  <a:lnTo>
                    <a:pt x="47523" y="259444"/>
                  </a:lnTo>
                  <a:lnTo>
                    <a:pt x="46541" y="258387"/>
                  </a:lnTo>
                  <a:lnTo>
                    <a:pt x="43361" y="254248"/>
                  </a:lnTo>
                  <a:lnTo>
                    <a:pt x="41162" y="251181"/>
                  </a:lnTo>
                  <a:lnTo>
                    <a:pt x="40774" y="250497"/>
                  </a:lnTo>
                  <a:lnTo>
                    <a:pt x="40462" y="249439"/>
                  </a:lnTo>
                  <a:lnTo>
                    <a:pt x="40675" y="248982"/>
                  </a:lnTo>
                  <a:lnTo>
                    <a:pt x="41550" y="248663"/>
                  </a:lnTo>
                  <a:lnTo>
                    <a:pt x="43567" y="248260"/>
                  </a:lnTo>
                  <a:lnTo>
                    <a:pt x="43939" y="247940"/>
                  </a:lnTo>
                  <a:lnTo>
                    <a:pt x="44038" y="247096"/>
                  </a:lnTo>
                  <a:lnTo>
                    <a:pt x="43726" y="245521"/>
                  </a:lnTo>
                  <a:lnTo>
                    <a:pt x="42623" y="243390"/>
                  </a:lnTo>
                  <a:lnTo>
                    <a:pt x="41444" y="241975"/>
                  </a:lnTo>
                  <a:lnTo>
                    <a:pt x="40789" y="241701"/>
                  </a:lnTo>
                  <a:lnTo>
                    <a:pt x="39580" y="241656"/>
                  </a:lnTo>
                  <a:lnTo>
                    <a:pt x="38271" y="241846"/>
                  </a:lnTo>
                  <a:lnTo>
                    <a:pt x="35814" y="243573"/>
                  </a:lnTo>
                  <a:lnTo>
                    <a:pt x="34725" y="243892"/>
                  </a:lnTo>
                  <a:lnTo>
                    <a:pt x="32184" y="243748"/>
                  </a:lnTo>
                  <a:lnTo>
                    <a:pt x="29924" y="243413"/>
                  </a:lnTo>
                  <a:lnTo>
                    <a:pt x="28547" y="242523"/>
                  </a:lnTo>
                  <a:lnTo>
                    <a:pt x="24454" y="239084"/>
                  </a:lnTo>
                  <a:lnTo>
                    <a:pt x="19927" y="235455"/>
                  </a:lnTo>
                  <a:lnTo>
                    <a:pt x="18025" y="234937"/>
                  </a:lnTo>
                  <a:lnTo>
                    <a:pt x="17583" y="234564"/>
                  </a:lnTo>
                  <a:lnTo>
                    <a:pt x="17287" y="231772"/>
                  </a:lnTo>
                  <a:lnTo>
                    <a:pt x="17363" y="228409"/>
                  </a:lnTo>
                  <a:lnTo>
                    <a:pt x="17614" y="227526"/>
                  </a:lnTo>
                  <a:lnTo>
                    <a:pt x="19501" y="228051"/>
                  </a:lnTo>
                  <a:lnTo>
                    <a:pt x="21509" y="228295"/>
                  </a:lnTo>
                  <a:lnTo>
                    <a:pt x="22156" y="227686"/>
                  </a:lnTo>
                  <a:lnTo>
                    <a:pt x="20543" y="226492"/>
                  </a:lnTo>
                  <a:lnTo>
                    <a:pt x="18238" y="225282"/>
                  </a:lnTo>
                  <a:lnTo>
                    <a:pt x="17378" y="223448"/>
                  </a:lnTo>
                  <a:lnTo>
                    <a:pt x="16716" y="222809"/>
                  </a:lnTo>
                  <a:lnTo>
                    <a:pt x="15681" y="222155"/>
                  </a:lnTo>
                  <a:lnTo>
                    <a:pt x="14487" y="221820"/>
                  </a:lnTo>
                  <a:lnTo>
                    <a:pt x="13292" y="221303"/>
                  </a:lnTo>
                  <a:lnTo>
                    <a:pt x="12470" y="220770"/>
                  </a:lnTo>
                  <a:lnTo>
                    <a:pt x="11124" y="220527"/>
                  </a:lnTo>
                  <a:lnTo>
                    <a:pt x="9709" y="220139"/>
                  </a:lnTo>
                  <a:lnTo>
                    <a:pt x="7662" y="217163"/>
                  </a:lnTo>
                  <a:lnTo>
                    <a:pt x="5668" y="214265"/>
                  </a:lnTo>
                  <a:lnTo>
                    <a:pt x="4497" y="211982"/>
                  </a:lnTo>
                  <a:lnTo>
                    <a:pt x="4078" y="210613"/>
                  </a:lnTo>
                  <a:lnTo>
                    <a:pt x="4672" y="208277"/>
                  </a:lnTo>
                  <a:lnTo>
                    <a:pt x="4078" y="207356"/>
                  </a:lnTo>
                  <a:lnTo>
                    <a:pt x="1856" y="204982"/>
                  </a:lnTo>
                  <a:lnTo>
                    <a:pt x="0" y="202776"/>
                  </a:lnTo>
                  <a:lnTo>
                    <a:pt x="456" y="199359"/>
                  </a:lnTo>
                  <a:lnTo>
                    <a:pt x="837" y="196506"/>
                  </a:lnTo>
                  <a:lnTo>
                    <a:pt x="852" y="194703"/>
                  </a:lnTo>
                  <a:lnTo>
                    <a:pt x="1149" y="193683"/>
                  </a:lnTo>
                  <a:lnTo>
                    <a:pt x="1385" y="192535"/>
                  </a:lnTo>
                  <a:lnTo>
                    <a:pt x="2617" y="192170"/>
                  </a:lnTo>
                  <a:lnTo>
                    <a:pt x="5752" y="192200"/>
                  </a:lnTo>
                  <a:lnTo>
                    <a:pt x="11846" y="192732"/>
                  </a:lnTo>
                  <a:lnTo>
                    <a:pt x="16731" y="192131"/>
                  </a:lnTo>
                  <a:lnTo>
                    <a:pt x="17005" y="192025"/>
                  </a:lnTo>
                  <a:lnTo>
                    <a:pt x="20452" y="188966"/>
                  </a:lnTo>
                  <a:lnTo>
                    <a:pt x="24271" y="185755"/>
                  </a:lnTo>
                  <a:lnTo>
                    <a:pt x="30016" y="185444"/>
                  </a:lnTo>
                  <a:lnTo>
                    <a:pt x="36209" y="185109"/>
                  </a:lnTo>
                  <a:lnTo>
                    <a:pt x="41094" y="184941"/>
                  </a:lnTo>
                  <a:lnTo>
                    <a:pt x="48200" y="184698"/>
                  </a:lnTo>
                  <a:lnTo>
                    <a:pt x="53937" y="184485"/>
                  </a:lnTo>
                  <a:lnTo>
                    <a:pt x="60587" y="184241"/>
                  </a:lnTo>
                  <a:lnTo>
                    <a:pt x="60785" y="182765"/>
                  </a:lnTo>
                  <a:lnTo>
                    <a:pt x="61196" y="182400"/>
                  </a:lnTo>
                  <a:lnTo>
                    <a:pt x="61850" y="182347"/>
                  </a:lnTo>
                  <a:lnTo>
                    <a:pt x="66735" y="183138"/>
                  </a:lnTo>
                  <a:lnTo>
                    <a:pt x="71330" y="183907"/>
                  </a:lnTo>
                  <a:lnTo>
                    <a:pt x="71680" y="181114"/>
                  </a:lnTo>
                  <a:lnTo>
                    <a:pt x="75713" y="177622"/>
                  </a:lnTo>
                  <a:lnTo>
                    <a:pt x="78003" y="176907"/>
                  </a:lnTo>
                  <a:lnTo>
                    <a:pt x="78566" y="176298"/>
                  </a:lnTo>
                  <a:lnTo>
                    <a:pt x="79289" y="175119"/>
                  </a:lnTo>
                  <a:lnTo>
                    <a:pt x="79738" y="173293"/>
                  </a:lnTo>
                  <a:lnTo>
                    <a:pt x="79935" y="171999"/>
                  </a:lnTo>
                  <a:lnTo>
                    <a:pt x="80788" y="170919"/>
                  </a:lnTo>
                  <a:lnTo>
                    <a:pt x="81412" y="168933"/>
                  </a:lnTo>
                  <a:lnTo>
                    <a:pt x="82233" y="165463"/>
                  </a:lnTo>
                  <a:lnTo>
                    <a:pt x="84508" y="161811"/>
                  </a:lnTo>
                  <a:lnTo>
                    <a:pt x="85809" y="156851"/>
                  </a:lnTo>
                  <a:lnTo>
                    <a:pt x="85999" y="152057"/>
                  </a:lnTo>
                  <a:lnTo>
                    <a:pt x="86251" y="148413"/>
                  </a:lnTo>
                  <a:lnTo>
                    <a:pt x="86928" y="147667"/>
                  </a:lnTo>
                  <a:lnTo>
                    <a:pt x="86905" y="141177"/>
                  </a:lnTo>
                  <a:lnTo>
                    <a:pt x="86890" y="134641"/>
                  </a:lnTo>
                  <a:lnTo>
                    <a:pt x="86867" y="129110"/>
                  </a:lnTo>
                  <a:lnTo>
                    <a:pt x="86844" y="122216"/>
                  </a:lnTo>
                  <a:lnTo>
                    <a:pt x="86829" y="116160"/>
                  </a:lnTo>
                  <a:lnTo>
                    <a:pt x="86806" y="109579"/>
                  </a:lnTo>
                  <a:lnTo>
                    <a:pt x="86791" y="103667"/>
                  </a:lnTo>
                  <a:lnTo>
                    <a:pt x="86776" y="99741"/>
                  </a:lnTo>
                  <a:lnTo>
                    <a:pt x="91440" y="98805"/>
                  </a:lnTo>
                  <a:lnTo>
                    <a:pt x="96256" y="97831"/>
                  </a:lnTo>
                  <a:lnTo>
                    <a:pt x="103302" y="96408"/>
                  </a:lnTo>
                  <a:lnTo>
                    <a:pt x="110933" y="94871"/>
                  </a:lnTo>
                  <a:lnTo>
                    <a:pt x="119249" y="93190"/>
                  </a:lnTo>
                  <a:lnTo>
                    <a:pt x="121136" y="92178"/>
                  </a:lnTo>
                  <a:lnTo>
                    <a:pt x="127413" y="86479"/>
                  </a:lnTo>
                  <a:lnTo>
                    <a:pt x="130251" y="83900"/>
                  </a:lnTo>
                  <a:lnTo>
                    <a:pt x="135881" y="78787"/>
                  </a:lnTo>
                  <a:lnTo>
                    <a:pt x="140226" y="74823"/>
                  </a:lnTo>
                  <a:lnTo>
                    <a:pt x="145750" y="69786"/>
                  </a:lnTo>
                  <a:lnTo>
                    <a:pt x="151601" y="64711"/>
                  </a:lnTo>
                  <a:lnTo>
                    <a:pt x="156265" y="60648"/>
                  </a:lnTo>
                  <a:lnTo>
                    <a:pt x="163599" y="56045"/>
                  </a:lnTo>
                  <a:lnTo>
                    <a:pt x="174655" y="49098"/>
                  </a:lnTo>
                  <a:lnTo>
                    <a:pt x="185710" y="42129"/>
                  </a:lnTo>
                  <a:lnTo>
                    <a:pt x="196773" y="35144"/>
                  </a:lnTo>
                  <a:lnTo>
                    <a:pt x="207828" y="28144"/>
                  </a:lnTo>
                  <a:lnTo>
                    <a:pt x="218883" y="21137"/>
                  </a:lnTo>
                  <a:lnTo>
                    <a:pt x="229938" y="14106"/>
                  </a:lnTo>
                  <a:lnTo>
                    <a:pt x="241001" y="7061"/>
                  </a:lnTo>
                  <a:lnTo>
                    <a:pt x="252057" y="0"/>
                  </a:lnTo>
                  <a:lnTo>
                    <a:pt x="263180" y="2693"/>
                  </a:lnTo>
                  <a:lnTo>
                    <a:pt x="273749" y="5242"/>
                  </a:lnTo>
                  <a:lnTo>
                    <a:pt x="284378" y="7806"/>
                  </a:lnTo>
                  <a:lnTo>
                    <a:pt x="286881" y="9214"/>
                  </a:lnTo>
                  <a:lnTo>
                    <a:pt x="292519" y="14228"/>
                  </a:lnTo>
                  <a:lnTo>
                    <a:pt x="299739" y="20634"/>
                  </a:lnTo>
                  <a:lnTo>
                    <a:pt x="300052" y="20726"/>
                  </a:lnTo>
                  <a:lnTo>
                    <a:pt x="300378" y="20756"/>
                  </a:lnTo>
                  <a:lnTo>
                    <a:pt x="307317" y="16982"/>
                  </a:lnTo>
                  <a:lnTo>
                    <a:pt x="316357" y="1206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83" name="Freeform: Shape 2282">
              <a:extLst>
                <a:ext uri="{FF2B5EF4-FFF2-40B4-BE49-F238E27FC236}">
                  <a16:creationId xmlns:a16="http://schemas.microsoft.com/office/drawing/2014/main" id="{122CCF59-894C-71F6-5691-7F7396F6AC45}"/>
                </a:ext>
              </a:extLst>
            </p:cNvPr>
            <p:cNvSpPr/>
            <p:nvPr/>
          </p:nvSpPr>
          <p:spPr>
            <a:xfrm>
              <a:off x="9631261" y="4707040"/>
              <a:ext cx="254962" cy="206397"/>
            </a:xfrm>
            <a:custGeom>
              <a:avLst/>
              <a:gdLst>
                <a:gd name="csX0" fmla="*/ 233149 w 254962"/>
                <a:gd name="csY0" fmla="*/ 3682 h 206397"/>
                <a:gd name="csX1" fmla="*/ 236505 w 254962"/>
                <a:gd name="csY1" fmla="*/ 8377 h 206397"/>
                <a:gd name="csX2" fmla="*/ 240111 w 254962"/>
                <a:gd name="csY2" fmla="*/ 13421 h 206397"/>
                <a:gd name="csX3" fmla="*/ 242919 w 254962"/>
                <a:gd name="csY3" fmla="*/ 17340 h 206397"/>
                <a:gd name="csX4" fmla="*/ 244973 w 254962"/>
                <a:gd name="csY4" fmla="*/ 27482 h 206397"/>
                <a:gd name="csX5" fmla="*/ 245194 w 254962"/>
                <a:gd name="csY5" fmla="*/ 29407 h 206397"/>
                <a:gd name="csX6" fmla="*/ 245353 w 254962"/>
                <a:gd name="csY6" fmla="*/ 30274 h 206397"/>
                <a:gd name="csX7" fmla="*/ 245513 w 254962"/>
                <a:gd name="csY7" fmla="*/ 31073 h 206397"/>
                <a:gd name="csX8" fmla="*/ 245780 w 254962"/>
                <a:gd name="csY8" fmla="*/ 32450 h 206397"/>
                <a:gd name="csX9" fmla="*/ 247392 w 254962"/>
                <a:gd name="csY9" fmla="*/ 33044 h 206397"/>
                <a:gd name="csX10" fmla="*/ 250436 w 254962"/>
                <a:gd name="csY10" fmla="*/ 33318 h 206397"/>
                <a:gd name="csX11" fmla="*/ 252650 w 254962"/>
                <a:gd name="csY11" fmla="*/ 34314 h 206397"/>
                <a:gd name="csX12" fmla="*/ 253974 w 254962"/>
                <a:gd name="csY12" fmla="*/ 35966 h 206397"/>
                <a:gd name="csX13" fmla="*/ 254103 w 254962"/>
                <a:gd name="csY13" fmla="*/ 36240 h 206397"/>
                <a:gd name="csX14" fmla="*/ 254803 w 254962"/>
                <a:gd name="csY14" fmla="*/ 37510 h 206397"/>
                <a:gd name="csX15" fmla="*/ 254963 w 254962"/>
                <a:gd name="csY15" fmla="*/ 38431 h 206397"/>
                <a:gd name="csX16" fmla="*/ 254773 w 254962"/>
                <a:gd name="csY16" fmla="*/ 41079 h 206397"/>
                <a:gd name="csX17" fmla="*/ 254324 w 254962"/>
                <a:gd name="csY17" fmla="*/ 44479 h 206397"/>
                <a:gd name="csX18" fmla="*/ 253563 w 254962"/>
                <a:gd name="csY18" fmla="*/ 46671 h 206397"/>
                <a:gd name="csX19" fmla="*/ 253989 w 254962"/>
                <a:gd name="csY19" fmla="*/ 49653 h 206397"/>
                <a:gd name="csX20" fmla="*/ 253852 w 254962"/>
                <a:gd name="csY20" fmla="*/ 50924 h 206397"/>
                <a:gd name="csX21" fmla="*/ 253517 w 254962"/>
                <a:gd name="csY21" fmla="*/ 51791 h 206397"/>
                <a:gd name="csX22" fmla="*/ 252156 w 254962"/>
                <a:gd name="csY22" fmla="*/ 52788 h 206397"/>
                <a:gd name="csX23" fmla="*/ 250307 w 254962"/>
                <a:gd name="csY23" fmla="*/ 53762 h 206397"/>
                <a:gd name="csX24" fmla="*/ 245886 w 254962"/>
                <a:gd name="csY24" fmla="*/ 56638 h 206397"/>
                <a:gd name="csX25" fmla="*/ 244623 w 254962"/>
                <a:gd name="csY25" fmla="*/ 57064 h 206397"/>
                <a:gd name="csX26" fmla="*/ 242774 w 254962"/>
                <a:gd name="csY26" fmla="*/ 57140 h 206397"/>
                <a:gd name="csX27" fmla="*/ 241169 w 254962"/>
                <a:gd name="csY27" fmla="*/ 57856 h 206397"/>
                <a:gd name="csX28" fmla="*/ 239267 w 254962"/>
                <a:gd name="csY28" fmla="*/ 59408 h 206397"/>
                <a:gd name="csX29" fmla="*/ 235158 w 254962"/>
                <a:gd name="csY29" fmla="*/ 65175 h 206397"/>
                <a:gd name="csX30" fmla="*/ 231651 w 254962"/>
                <a:gd name="csY30" fmla="*/ 70965 h 206397"/>
                <a:gd name="csX31" fmla="*/ 230433 w 254962"/>
                <a:gd name="csY31" fmla="*/ 75751 h 206397"/>
                <a:gd name="csX32" fmla="*/ 229063 w 254962"/>
                <a:gd name="csY32" fmla="*/ 80316 h 206397"/>
                <a:gd name="csX33" fmla="*/ 225974 w 254962"/>
                <a:gd name="csY33" fmla="*/ 83230 h 206397"/>
                <a:gd name="csX34" fmla="*/ 225541 w 254962"/>
                <a:gd name="csY34" fmla="*/ 84866 h 206397"/>
                <a:gd name="csX35" fmla="*/ 225412 w 254962"/>
                <a:gd name="csY35" fmla="*/ 85817 h 206397"/>
                <a:gd name="csX36" fmla="*/ 225305 w 254962"/>
                <a:gd name="csY36" fmla="*/ 88016 h 206397"/>
                <a:gd name="csX37" fmla="*/ 224932 w 254962"/>
                <a:gd name="csY37" fmla="*/ 91653 h 206397"/>
                <a:gd name="csX38" fmla="*/ 224453 w 254962"/>
                <a:gd name="csY38" fmla="*/ 93403 h 206397"/>
                <a:gd name="csX39" fmla="*/ 223958 w 254962"/>
                <a:gd name="csY39" fmla="*/ 93920 h 206397"/>
                <a:gd name="csX40" fmla="*/ 220626 w 254962"/>
                <a:gd name="csY40" fmla="*/ 95031 h 206397"/>
                <a:gd name="csX41" fmla="*/ 218708 w 254962"/>
                <a:gd name="csY41" fmla="*/ 96362 h 206397"/>
                <a:gd name="csX42" fmla="*/ 217559 w 254962"/>
                <a:gd name="csY42" fmla="*/ 99003 h 206397"/>
                <a:gd name="csX43" fmla="*/ 217141 w 254962"/>
                <a:gd name="csY43" fmla="*/ 101856 h 206397"/>
                <a:gd name="csX44" fmla="*/ 216472 w 254962"/>
                <a:gd name="csY44" fmla="*/ 105105 h 206397"/>
                <a:gd name="csX45" fmla="*/ 216091 w 254962"/>
                <a:gd name="csY45" fmla="*/ 107958 h 206397"/>
                <a:gd name="csX46" fmla="*/ 215574 w 254962"/>
                <a:gd name="csY46" fmla="*/ 109434 h 206397"/>
                <a:gd name="csX47" fmla="*/ 214478 w 254962"/>
                <a:gd name="csY47" fmla="*/ 110986 h 206397"/>
                <a:gd name="csX48" fmla="*/ 212781 w 254962"/>
                <a:gd name="csY48" fmla="*/ 112652 h 206397"/>
                <a:gd name="csX49" fmla="*/ 211313 w 254962"/>
                <a:gd name="csY49" fmla="*/ 113596 h 206397"/>
                <a:gd name="csX50" fmla="*/ 207486 w 254962"/>
                <a:gd name="csY50" fmla="*/ 114212 h 206397"/>
                <a:gd name="csX51" fmla="*/ 205515 w 254962"/>
                <a:gd name="csY51" fmla="*/ 117986 h 206397"/>
                <a:gd name="csX52" fmla="*/ 203849 w 254962"/>
                <a:gd name="csY52" fmla="*/ 120930 h 206397"/>
                <a:gd name="csX53" fmla="*/ 203803 w 254962"/>
                <a:gd name="csY53" fmla="*/ 122110 h 206397"/>
                <a:gd name="csX54" fmla="*/ 202198 w 254962"/>
                <a:gd name="csY54" fmla="*/ 128212 h 206397"/>
                <a:gd name="csX55" fmla="*/ 199405 w 254962"/>
                <a:gd name="csY55" fmla="*/ 132807 h 206397"/>
                <a:gd name="csX56" fmla="*/ 199223 w 254962"/>
                <a:gd name="csY56" fmla="*/ 134428 h 206397"/>
                <a:gd name="csX57" fmla="*/ 199215 w 254962"/>
                <a:gd name="csY57" fmla="*/ 135759 h 206397"/>
                <a:gd name="csX58" fmla="*/ 195723 w 254962"/>
                <a:gd name="csY58" fmla="*/ 139800 h 206397"/>
                <a:gd name="csX59" fmla="*/ 194794 w 254962"/>
                <a:gd name="csY59" fmla="*/ 140994 h 206397"/>
                <a:gd name="csX60" fmla="*/ 193904 w 254962"/>
                <a:gd name="csY60" fmla="*/ 142554 h 206397"/>
                <a:gd name="csX61" fmla="*/ 194787 w 254962"/>
                <a:gd name="csY61" fmla="*/ 144060 h 206397"/>
                <a:gd name="csX62" fmla="*/ 195769 w 254962"/>
                <a:gd name="csY62" fmla="*/ 145430 h 206397"/>
                <a:gd name="csX63" fmla="*/ 195913 w 254962"/>
                <a:gd name="csY63" fmla="*/ 145894 h 206397"/>
                <a:gd name="csX64" fmla="*/ 194331 w 254962"/>
                <a:gd name="csY64" fmla="*/ 147180 h 206397"/>
                <a:gd name="csX65" fmla="*/ 191561 w 254962"/>
                <a:gd name="csY65" fmla="*/ 149417 h 206397"/>
                <a:gd name="csX66" fmla="*/ 189910 w 254962"/>
                <a:gd name="csY66" fmla="*/ 150756 h 206397"/>
                <a:gd name="csX67" fmla="*/ 189545 w 254962"/>
                <a:gd name="csY67" fmla="*/ 151486 h 206397"/>
                <a:gd name="csX68" fmla="*/ 189301 w 254962"/>
                <a:gd name="csY68" fmla="*/ 154842 h 206397"/>
                <a:gd name="csX69" fmla="*/ 188822 w 254962"/>
                <a:gd name="csY69" fmla="*/ 155747 h 206397"/>
                <a:gd name="csX70" fmla="*/ 187719 w 254962"/>
                <a:gd name="csY70" fmla="*/ 156980 h 206397"/>
                <a:gd name="csX71" fmla="*/ 186098 w 254962"/>
                <a:gd name="csY71" fmla="*/ 158334 h 206397"/>
                <a:gd name="csX72" fmla="*/ 184455 w 254962"/>
                <a:gd name="csY72" fmla="*/ 159384 h 206397"/>
                <a:gd name="csX73" fmla="*/ 182591 w 254962"/>
                <a:gd name="csY73" fmla="*/ 160115 h 206397"/>
                <a:gd name="csX74" fmla="*/ 180802 w 254962"/>
                <a:gd name="csY74" fmla="*/ 160388 h 206397"/>
                <a:gd name="csX75" fmla="*/ 179798 w 254962"/>
                <a:gd name="csY75" fmla="*/ 159962 h 206397"/>
                <a:gd name="csX76" fmla="*/ 179227 w 254962"/>
                <a:gd name="csY76" fmla="*/ 158943 h 206397"/>
                <a:gd name="csX77" fmla="*/ 178223 w 254962"/>
                <a:gd name="csY77" fmla="*/ 154834 h 206397"/>
                <a:gd name="csX78" fmla="*/ 177713 w 254962"/>
                <a:gd name="csY78" fmla="*/ 153951 h 206397"/>
                <a:gd name="csX79" fmla="*/ 176549 w 254962"/>
                <a:gd name="csY79" fmla="*/ 153153 h 206397"/>
                <a:gd name="csX80" fmla="*/ 174251 w 254962"/>
                <a:gd name="csY80" fmla="*/ 150900 h 206397"/>
                <a:gd name="csX81" fmla="*/ 171923 w 254962"/>
                <a:gd name="csY81" fmla="*/ 148626 h 206397"/>
                <a:gd name="csX82" fmla="*/ 169116 w 254962"/>
                <a:gd name="csY82" fmla="*/ 147028 h 206397"/>
                <a:gd name="csX83" fmla="*/ 168515 w 254962"/>
                <a:gd name="csY83" fmla="*/ 147142 h 206397"/>
                <a:gd name="csX84" fmla="*/ 168050 w 254962"/>
                <a:gd name="csY84" fmla="*/ 147576 h 206397"/>
                <a:gd name="csX85" fmla="*/ 167252 w 254962"/>
                <a:gd name="csY85" fmla="*/ 149866 h 206397"/>
                <a:gd name="csX86" fmla="*/ 166468 w 254962"/>
                <a:gd name="csY86" fmla="*/ 150703 h 206397"/>
                <a:gd name="csX87" fmla="*/ 164992 w 254962"/>
                <a:gd name="csY87" fmla="*/ 150992 h 206397"/>
                <a:gd name="csX88" fmla="*/ 162428 w 254962"/>
                <a:gd name="csY88" fmla="*/ 151007 h 206397"/>
                <a:gd name="csX89" fmla="*/ 160556 w 254962"/>
                <a:gd name="csY89" fmla="*/ 150687 h 206397"/>
                <a:gd name="csX90" fmla="*/ 160130 w 254962"/>
                <a:gd name="csY90" fmla="*/ 150231 h 206397"/>
                <a:gd name="csX91" fmla="*/ 159750 w 254962"/>
                <a:gd name="csY91" fmla="*/ 149242 h 206397"/>
                <a:gd name="csX92" fmla="*/ 159232 w 254962"/>
                <a:gd name="csY92" fmla="*/ 148450 h 206397"/>
                <a:gd name="csX93" fmla="*/ 156995 w 254962"/>
                <a:gd name="csY93" fmla="*/ 150056 h 206397"/>
                <a:gd name="csX94" fmla="*/ 153480 w 254962"/>
                <a:gd name="csY94" fmla="*/ 152582 h 206397"/>
                <a:gd name="csX95" fmla="*/ 152339 w 254962"/>
                <a:gd name="csY95" fmla="*/ 152993 h 206397"/>
                <a:gd name="csX96" fmla="*/ 151464 w 254962"/>
                <a:gd name="csY96" fmla="*/ 153503 h 206397"/>
                <a:gd name="csX97" fmla="*/ 150307 w 254962"/>
                <a:gd name="csY97" fmla="*/ 155854 h 206397"/>
                <a:gd name="csX98" fmla="*/ 148900 w 254962"/>
                <a:gd name="csY98" fmla="*/ 158372 h 206397"/>
                <a:gd name="csX99" fmla="*/ 147066 w 254962"/>
                <a:gd name="csY99" fmla="*/ 159688 h 206397"/>
                <a:gd name="csX100" fmla="*/ 145278 w 254962"/>
                <a:gd name="csY100" fmla="*/ 160799 h 206397"/>
                <a:gd name="csX101" fmla="*/ 144251 w 254962"/>
                <a:gd name="csY101" fmla="*/ 161765 h 206397"/>
                <a:gd name="csX102" fmla="*/ 142782 w 254962"/>
                <a:gd name="csY102" fmla="*/ 162907 h 206397"/>
                <a:gd name="csX103" fmla="*/ 139906 w 254962"/>
                <a:gd name="csY103" fmla="*/ 165760 h 206397"/>
                <a:gd name="csX104" fmla="*/ 136094 w 254962"/>
                <a:gd name="csY104" fmla="*/ 169534 h 206397"/>
                <a:gd name="csX105" fmla="*/ 134748 w 254962"/>
                <a:gd name="csY105" fmla="*/ 171482 h 206397"/>
                <a:gd name="csX106" fmla="*/ 133416 w 254962"/>
                <a:gd name="csY106" fmla="*/ 174396 h 206397"/>
                <a:gd name="csX107" fmla="*/ 132640 w 254962"/>
                <a:gd name="csY107" fmla="*/ 177622 h 206397"/>
                <a:gd name="csX108" fmla="*/ 131796 w 254962"/>
                <a:gd name="csY108" fmla="*/ 181152 h 206397"/>
                <a:gd name="csX109" fmla="*/ 130555 w 254962"/>
                <a:gd name="csY109" fmla="*/ 186828 h 206397"/>
                <a:gd name="csX110" fmla="*/ 128729 w 254962"/>
                <a:gd name="csY110" fmla="*/ 190039 h 206397"/>
                <a:gd name="csX111" fmla="*/ 127132 w 254962"/>
                <a:gd name="csY111" fmla="*/ 192588 h 206397"/>
                <a:gd name="csX112" fmla="*/ 125945 w 254962"/>
                <a:gd name="csY112" fmla="*/ 194589 h 206397"/>
                <a:gd name="csX113" fmla="*/ 125321 w 254962"/>
                <a:gd name="csY113" fmla="*/ 196240 h 206397"/>
                <a:gd name="csX114" fmla="*/ 125062 w 254962"/>
                <a:gd name="csY114" fmla="*/ 196187 h 206397"/>
                <a:gd name="csX115" fmla="*/ 124438 w 254962"/>
                <a:gd name="csY115" fmla="*/ 196894 h 206397"/>
                <a:gd name="csX116" fmla="*/ 122658 w 254962"/>
                <a:gd name="csY116" fmla="*/ 196430 h 206397"/>
                <a:gd name="csX117" fmla="*/ 121859 w 254962"/>
                <a:gd name="csY117" fmla="*/ 194992 h 206397"/>
                <a:gd name="csX118" fmla="*/ 120756 w 254962"/>
                <a:gd name="csY118" fmla="*/ 194756 h 206397"/>
                <a:gd name="csX119" fmla="*/ 118853 w 254962"/>
                <a:gd name="csY119" fmla="*/ 192649 h 206397"/>
                <a:gd name="csX120" fmla="*/ 118450 w 254962"/>
                <a:gd name="csY120" fmla="*/ 192999 h 206397"/>
                <a:gd name="csX121" fmla="*/ 120459 w 254962"/>
                <a:gd name="csY121" fmla="*/ 198355 h 206397"/>
                <a:gd name="csX122" fmla="*/ 119713 w 254962"/>
                <a:gd name="csY122" fmla="*/ 200447 h 206397"/>
                <a:gd name="csX123" fmla="*/ 114060 w 254962"/>
                <a:gd name="csY123" fmla="*/ 200493 h 206397"/>
                <a:gd name="csX124" fmla="*/ 109198 w 254962"/>
                <a:gd name="csY124" fmla="*/ 201193 h 206397"/>
                <a:gd name="csX125" fmla="*/ 105858 w 254962"/>
                <a:gd name="csY125" fmla="*/ 201132 h 206397"/>
                <a:gd name="csX126" fmla="*/ 104184 w 254962"/>
                <a:gd name="csY126" fmla="*/ 200371 h 206397"/>
                <a:gd name="csX127" fmla="*/ 103438 w 254962"/>
                <a:gd name="csY127" fmla="*/ 198363 h 206397"/>
                <a:gd name="csX128" fmla="*/ 103149 w 254962"/>
                <a:gd name="csY128" fmla="*/ 198568 h 206397"/>
                <a:gd name="csX129" fmla="*/ 102982 w 254962"/>
                <a:gd name="csY129" fmla="*/ 199641 h 206397"/>
                <a:gd name="csX130" fmla="*/ 101924 w 254962"/>
                <a:gd name="csY130" fmla="*/ 200486 h 206397"/>
                <a:gd name="csX131" fmla="*/ 98173 w 254962"/>
                <a:gd name="csY131" fmla="*/ 200645 h 206397"/>
                <a:gd name="csX132" fmla="*/ 96515 w 254962"/>
                <a:gd name="csY132" fmla="*/ 199276 h 206397"/>
                <a:gd name="csX133" fmla="*/ 95176 w 254962"/>
                <a:gd name="csY133" fmla="*/ 197739 h 206397"/>
                <a:gd name="csX134" fmla="*/ 93738 w 254962"/>
                <a:gd name="csY134" fmla="*/ 197062 h 206397"/>
                <a:gd name="csX135" fmla="*/ 93958 w 254962"/>
                <a:gd name="csY135" fmla="*/ 197701 h 206397"/>
                <a:gd name="csX136" fmla="*/ 95609 w 254962"/>
                <a:gd name="csY136" fmla="*/ 199200 h 206397"/>
                <a:gd name="csX137" fmla="*/ 95412 w 254962"/>
                <a:gd name="csY137" fmla="*/ 201353 h 206397"/>
                <a:gd name="csX138" fmla="*/ 92391 w 254962"/>
                <a:gd name="csY138" fmla="*/ 203848 h 206397"/>
                <a:gd name="csX139" fmla="*/ 90466 w 254962"/>
                <a:gd name="csY139" fmla="*/ 203993 h 206397"/>
                <a:gd name="csX140" fmla="*/ 89287 w 254962"/>
                <a:gd name="csY140" fmla="*/ 202920 h 206397"/>
                <a:gd name="csX141" fmla="*/ 88670 w 254962"/>
                <a:gd name="csY141" fmla="*/ 201170 h 206397"/>
                <a:gd name="csX142" fmla="*/ 88358 w 254962"/>
                <a:gd name="csY142" fmla="*/ 198583 h 206397"/>
                <a:gd name="csX143" fmla="*/ 87567 w 254962"/>
                <a:gd name="csY143" fmla="*/ 196894 h 206397"/>
                <a:gd name="csX144" fmla="*/ 87141 w 254962"/>
                <a:gd name="csY144" fmla="*/ 196894 h 206397"/>
                <a:gd name="csX145" fmla="*/ 87537 w 254962"/>
                <a:gd name="csY145" fmla="*/ 198439 h 206397"/>
                <a:gd name="csX146" fmla="*/ 87666 w 254962"/>
                <a:gd name="csY146" fmla="*/ 199702 h 206397"/>
                <a:gd name="csX147" fmla="*/ 87681 w 254962"/>
                <a:gd name="csY147" fmla="*/ 202327 h 206397"/>
                <a:gd name="csX148" fmla="*/ 89119 w 254962"/>
                <a:gd name="csY148" fmla="*/ 204366 h 206397"/>
                <a:gd name="csX149" fmla="*/ 86913 w 254962"/>
                <a:gd name="csY149" fmla="*/ 204997 h 206397"/>
                <a:gd name="csX150" fmla="*/ 86015 w 254962"/>
                <a:gd name="csY150" fmla="*/ 205020 h 206397"/>
                <a:gd name="csX151" fmla="*/ 84265 w 254962"/>
                <a:gd name="csY151" fmla="*/ 205066 h 206397"/>
                <a:gd name="csX152" fmla="*/ 83930 w 254962"/>
                <a:gd name="csY152" fmla="*/ 204305 h 206397"/>
                <a:gd name="csX153" fmla="*/ 83595 w 254962"/>
                <a:gd name="csY153" fmla="*/ 202616 h 206397"/>
                <a:gd name="csX154" fmla="*/ 83131 w 254962"/>
                <a:gd name="csY154" fmla="*/ 202175 h 206397"/>
                <a:gd name="csX155" fmla="*/ 82591 w 254962"/>
                <a:gd name="csY155" fmla="*/ 205035 h 206397"/>
                <a:gd name="csX156" fmla="*/ 81427 w 254962"/>
                <a:gd name="csY156" fmla="*/ 205233 h 206397"/>
                <a:gd name="csX157" fmla="*/ 80620 w 254962"/>
                <a:gd name="csY157" fmla="*/ 205210 h 206397"/>
                <a:gd name="csX158" fmla="*/ 77151 w 254962"/>
                <a:gd name="csY158" fmla="*/ 205834 h 206397"/>
                <a:gd name="csX159" fmla="*/ 76375 w 254962"/>
                <a:gd name="csY159" fmla="*/ 205713 h 206397"/>
                <a:gd name="csX160" fmla="*/ 76215 w 254962"/>
                <a:gd name="csY160" fmla="*/ 205180 h 206397"/>
                <a:gd name="csX161" fmla="*/ 76626 w 254962"/>
                <a:gd name="csY161" fmla="*/ 204389 h 206397"/>
                <a:gd name="csX162" fmla="*/ 76535 w 254962"/>
                <a:gd name="csY162" fmla="*/ 203103 h 206397"/>
                <a:gd name="csX163" fmla="*/ 75332 w 254962"/>
                <a:gd name="csY163" fmla="*/ 204092 h 206397"/>
                <a:gd name="csX164" fmla="*/ 75142 w 254962"/>
                <a:gd name="csY164" fmla="*/ 206078 h 206397"/>
                <a:gd name="csX165" fmla="*/ 74458 w 254962"/>
                <a:gd name="csY165" fmla="*/ 206397 h 206397"/>
                <a:gd name="csX166" fmla="*/ 72396 w 254962"/>
                <a:gd name="csY166" fmla="*/ 206116 h 206397"/>
                <a:gd name="csX167" fmla="*/ 70136 w 254962"/>
                <a:gd name="csY167" fmla="*/ 205096 h 206397"/>
                <a:gd name="csX168" fmla="*/ 68759 w 254962"/>
                <a:gd name="csY168" fmla="*/ 204054 h 206397"/>
                <a:gd name="csX169" fmla="*/ 66461 w 254962"/>
                <a:gd name="csY169" fmla="*/ 202601 h 206397"/>
                <a:gd name="csX170" fmla="*/ 61957 w 254962"/>
                <a:gd name="csY170" fmla="*/ 198530 h 206397"/>
                <a:gd name="csX171" fmla="*/ 61226 w 254962"/>
                <a:gd name="csY171" fmla="*/ 196696 h 206397"/>
                <a:gd name="csX172" fmla="*/ 59940 w 254962"/>
                <a:gd name="csY172" fmla="*/ 194452 h 206397"/>
                <a:gd name="csX173" fmla="*/ 58982 w 254962"/>
                <a:gd name="csY173" fmla="*/ 192169 h 206397"/>
                <a:gd name="csX174" fmla="*/ 57597 w 254962"/>
                <a:gd name="csY174" fmla="*/ 188274 h 206397"/>
                <a:gd name="csX175" fmla="*/ 58023 w 254962"/>
                <a:gd name="csY175" fmla="*/ 187992 h 206397"/>
                <a:gd name="csX176" fmla="*/ 59065 w 254962"/>
                <a:gd name="csY176" fmla="*/ 188327 h 206397"/>
                <a:gd name="csX177" fmla="*/ 59575 w 254962"/>
                <a:gd name="csY177" fmla="*/ 187741 h 206397"/>
                <a:gd name="csX178" fmla="*/ 57703 w 254962"/>
                <a:gd name="csY178" fmla="*/ 187315 h 206397"/>
                <a:gd name="csX179" fmla="*/ 57315 w 254962"/>
                <a:gd name="csY179" fmla="*/ 186859 h 206397"/>
                <a:gd name="csX180" fmla="*/ 57186 w 254962"/>
                <a:gd name="csY180" fmla="*/ 185489 h 206397"/>
                <a:gd name="csX181" fmla="*/ 57270 w 254962"/>
                <a:gd name="csY181" fmla="*/ 183815 h 206397"/>
                <a:gd name="csX182" fmla="*/ 58791 w 254962"/>
                <a:gd name="csY182" fmla="*/ 183229 h 206397"/>
                <a:gd name="csX183" fmla="*/ 60108 w 254962"/>
                <a:gd name="csY183" fmla="*/ 182940 h 206397"/>
                <a:gd name="csX184" fmla="*/ 60770 w 254962"/>
                <a:gd name="csY184" fmla="*/ 181928 h 206397"/>
                <a:gd name="csX185" fmla="*/ 61150 w 254962"/>
                <a:gd name="csY185" fmla="*/ 180909 h 206397"/>
                <a:gd name="csX186" fmla="*/ 57658 w 254962"/>
                <a:gd name="csY186" fmla="*/ 182453 h 206397"/>
                <a:gd name="csX187" fmla="*/ 54378 w 254962"/>
                <a:gd name="csY187" fmla="*/ 180703 h 206397"/>
                <a:gd name="csX188" fmla="*/ 53671 w 254962"/>
                <a:gd name="csY188" fmla="*/ 179646 h 206397"/>
                <a:gd name="csX189" fmla="*/ 54029 w 254962"/>
                <a:gd name="csY189" fmla="*/ 178832 h 206397"/>
                <a:gd name="csX190" fmla="*/ 55596 w 254962"/>
                <a:gd name="csY190" fmla="*/ 178710 h 206397"/>
                <a:gd name="csX191" fmla="*/ 57833 w 254962"/>
                <a:gd name="csY191" fmla="*/ 178771 h 206397"/>
                <a:gd name="csX192" fmla="*/ 59172 w 254962"/>
                <a:gd name="csY192" fmla="*/ 177979 h 206397"/>
                <a:gd name="csX193" fmla="*/ 58350 w 254962"/>
                <a:gd name="csY193" fmla="*/ 177698 h 206397"/>
                <a:gd name="csX194" fmla="*/ 56905 w 254962"/>
                <a:gd name="csY194" fmla="*/ 177728 h 206397"/>
                <a:gd name="csX195" fmla="*/ 56372 w 254962"/>
                <a:gd name="csY195" fmla="*/ 177203 h 206397"/>
                <a:gd name="csX196" fmla="*/ 56418 w 254962"/>
                <a:gd name="csY196" fmla="*/ 175933 h 206397"/>
                <a:gd name="csX197" fmla="*/ 55946 w 254962"/>
                <a:gd name="csY197" fmla="*/ 176214 h 206397"/>
                <a:gd name="csX198" fmla="*/ 55322 w 254962"/>
                <a:gd name="csY198" fmla="*/ 177340 h 206397"/>
                <a:gd name="csX199" fmla="*/ 53116 w 254962"/>
                <a:gd name="csY199" fmla="*/ 178170 h 206397"/>
                <a:gd name="csX200" fmla="*/ 51822 w 254962"/>
                <a:gd name="csY200" fmla="*/ 177340 h 206397"/>
                <a:gd name="csX201" fmla="*/ 51693 w 254962"/>
                <a:gd name="csY201" fmla="*/ 175499 h 206397"/>
                <a:gd name="csX202" fmla="*/ 51411 w 254962"/>
                <a:gd name="csY202" fmla="*/ 174670 h 206397"/>
                <a:gd name="csX203" fmla="*/ 50323 w 254962"/>
                <a:gd name="csY203" fmla="*/ 174023 h 206397"/>
                <a:gd name="csX204" fmla="*/ 46458 w 254962"/>
                <a:gd name="csY204" fmla="*/ 169146 h 206397"/>
                <a:gd name="csX205" fmla="*/ 41604 w 254962"/>
                <a:gd name="csY205" fmla="*/ 165075 h 206397"/>
                <a:gd name="csX206" fmla="*/ 37290 w 254962"/>
                <a:gd name="csY206" fmla="*/ 162268 h 206397"/>
                <a:gd name="csX207" fmla="*/ 30769 w 254962"/>
                <a:gd name="csY207" fmla="*/ 160929 h 206397"/>
                <a:gd name="csX208" fmla="*/ 17119 w 254962"/>
                <a:gd name="csY208" fmla="*/ 160982 h 206397"/>
                <a:gd name="csX209" fmla="*/ 16351 w 254962"/>
                <a:gd name="csY209" fmla="*/ 160594 h 206397"/>
                <a:gd name="csX210" fmla="*/ 17188 w 254962"/>
                <a:gd name="csY210" fmla="*/ 159955 h 206397"/>
                <a:gd name="csX211" fmla="*/ 18382 w 254962"/>
                <a:gd name="csY211" fmla="*/ 159521 h 206397"/>
                <a:gd name="csX212" fmla="*/ 22773 w 254962"/>
                <a:gd name="csY212" fmla="*/ 157246 h 206397"/>
                <a:gd name="csX213" fmla="*/ 22034 w 254962"/>
                <a:gd name="csY213" fmla="*/ 156942 h 206397"/>
                <a:gd name="csX214" fmla="*/ 17469 w 254962"/>
                <a:gd name="csY214" fmla="*/ 158365 h 206397"/>
                <a:gd name="csX215" fmla="*/ 15910 w 254962"/>
                <a:gd name="csY215" fmla="*/ 158502 h 206397"/>
                <a:gd name="csX216" fmla="*/ 13886 w 254962"/>
                <a:gd name="csY216" fmla="*/ 161233 h 206397"/>
                <a:gd name="csX217" fmla="*/ 1864 w 254962"/>
                <a:gd name="csY217" fmla="*/ 161689 h 206397"/>
                <a:gd name="csX218" fmla="*/ 456 w 254962"/>
                <a:gd name="csY218" fmla="*/ 161834 h 206397"/>
                <a:gd name="csX219" fmla="*/ 487 w 254962"/>
                <a:gd name="csY219" fmla="*/ 160586 h 206397"/>
                <a:gd name="csX220" fmla="*/ 1073 w 254962"/>
                <a:gd name="csY220" fmla="*/ 156995 h 206397"/>
                <a:gd name="csX221" fmla="*/ 1461 w 254962"/>
                <a:gd name="csY221" fmla="*/ 155580 h 206397"/>
                <a:gd name="csX222" fmla="*/ 1910 w 254962"/>
                <a:gd name="csY222" fmla="*/ 154514 h 206397"/>
                <a:gd name="csX223" fmla="*/ 1446 w 254962"/>
                <a:gd name="csY223" fmla="*/ 153236 h 206397"/>
                <a:gd name="csX224" fmla="*/ 989 w 254962"/>
                <a:gd name="csY224" fmla="*/ 151502 h 206397"/>
                <a:gd name="csX225" fmla="*/ 769 w 254962"/>
                <a:gd name="csY225" fmla="*/ 148778 h 206397"/>
                <a:gd name="csX226" fmla="*/ 1332 w 254962"/>
                <a:gd name="csY226" fmla="*/ 147933 h 206397"/>
                <a:gd name="csX227" fmla="*/ 1522 w 254962"/>
                <a:gd name="csY227" fmla="*/ 146906 h 206397"/>
                <a:gd name="csX228" fmla="*/ 1385 w 254962"/>
                <a:gd name="csY228" fmla="*/ 145293 h 206397"/>
                <a:gd name="csX229" fmla="*/ 1385 w 254962"/>
                <a:gd name="csY229" fmla="*/ 139906 h 206397"/>
                <a:gd name="csX230" fmla="*/ 1712 w 254962"/>
                <a:gd name="csY230" fmla="*/ 139320 h 206397"/>
                <a:gd name="csX231" fmla="*/ 2100 w 254962"/>
                <a:gd name="csY231" fmla="*/ 138871 h 206397"/>
                <a:gd name="csX232" fmla="*/ 2123 w 254962"/>
                <a:gd name="csY232" fmla="*/ 138156 h 206397"/>
                <a:gd name="csX233" fmla="*/ 1392 w 254962"/>
                <a:gd name="csY233" fmla="*/ 136764 h 206397"/>
                <a:gd name="csX234" fmla="*/ 715 w 254962"/>
                <a:gd name="csY234" fmla="*/ 135174 h 206397"/>
                <a:gd name="csX235" fmla="*/ 738 w 254962"/>
                <a:gd name="csY235" fmla="*/ 132883 h 206397"/>
                <a:gd name="csX236" fmla="*/ 464 w 254962"/>
                <a:gd name="csY236" fmla="*/ 130669 h 206397"/>
                <a:gd name="csX237" fmla="*/ 0 w 254962"/>
                <a:gd name="csY237" fmla="*/ 129657 h 206397"/>
                <a:gd name="csX238" fmla="*/ 350 w 254962"/>
                <a:gd name="csY238" fmla="*/ 125883 h 206397"/>
                <a:gd name="csX239" fmla="*/ 548 w 254962"/>
                <a:gd name="csY239" fmla="*/ 121105 h 206397"/>
                <a:gd name="csX240" fmla="*/ 365 w 254962"/>
                <a:gd name="csY240" fmla="*/ 118983 h 206397"/>
                <a:gd name="csX241" fmla="*/ 807 w 254962"/>
                <a:gd name="csY241" fmla="*/ 117484 h 206397"/>
                <a:gd name="csX242" fmla="*/ 1042 w 254962"/>
                <a:gd name="csY242" fmla="*/ 113794 h 206397"/>
                <a:gd name="csX243" fmla="*/ 1004 w 254962"/>
                <a:gd name="csY243" fmla="*/ 110179 h 206397"/>
                <a:gd name="csX244" fmla="*/ 1902 w 254962"/>
                <a:gd name="csY244" fmla="*/ 104465 h 206397"/>
                <a:gd name="csX245" fmla="*/ 4535 w 254962"/>
                <a:gd name="csY245" fmla="*/ 104192 h 206397"/>
                <a:gd name="csX246" fmla="*/ 7669 w 254962"/>
                <a:gd name="csY246" fmla="*/ 103712 h 206397"/>
                <a:gd name="csX247" fmla="*/ 9070 w 254962"/>
                <a:gd name="csY247" fmla="*/ 101468 h 206397"/>
                <a:gd name="csX248" fmla="*/ 9876 w 254962"/>
                <a:gd name="csY248" fmla="*/ 98622 h 206397"/>
                <a:gd name="csX249" fmla="*/ 9617 w 254962"/>
                <a:gd name="csY249" fmla="*/ 95807 h 206397"/>
                <a:gd name="csX250" fmla="*/ 10226 w 254962"/>
                <a:gd name="csY250" fmla="*/ 94879 h 206397"/>
                <a:gd name="csX251" fmla="*/ 11481 w 254962"/>
                <a:gd name="csY251" fmla="*/ 93349 h 206397"/>
                <a:gd name="csX252" fmla="*/ 13749 w 254962"/>
                <a:gd name="csY252" fmla="*/ 91166 h 206397"/>
                <a:gd name="csX253" fmla="*/ 13657 w 254962"/>
                <a:gd name="csY253" fmla="*/ 88769 h 206397"/>
                <a:gd name="csX254" fmla="*/ 14281 w 254962"/>
                <a:gd name="csY254" fmla="*/ 88031 h 206397"/>
                <a:gd name="csX255" fmla="*/ 15354 w 254962"/>
                <a:gd name="csY255" fmla="*/ 87475 h 206397"/>
                <a:gd name="csX256" fmla="*/ 16891 w 254962"/>
                <a:gd name="csY256" fmla="*/ 87194 h 206397"/>
                <a:gd name="csX257" fmla="*/ 18611 w 254962"/>
                <a:gd name="csY257" fmla="*/ 85999 h 206397"/>
                <a:gd name="csX258" fmla="*/ 19562 w 254962"/>
                <a:gd name="csY258" fmla="*/ 83907 h 206397"/>
                <a:gd name="csX259" fmla="*/ 20497 w 254962"/>
                <a:gd name="csY259" fmla="*/ 80559 h 206397"/>
                <a:gd name="csX260" fmla="*/ 19021 w 254962"/>
                <a:gd name="csY260" fmla="*/ 78224 h 206397"/>
                <a:gd name="csX261" fmla="*/ 19044 w 254962"/>
                <a:gd name="csY261" fmla="*/ 77706 h 206397"/>
                <a:gd name="csX262" fmla="*/ 19607 w 254962"/>
                <a:gd name="csY262" fmla="*/ 76451 h 206397"/>
                <a:gd name="csX263" fmla="*/ 20513 w 254962"/>
                <a:gd name="csY263" fmla="*/ 75195 h 206397"/>
                <a:gd name="csX264" fmla="*/ 21228 w 254962"/>
                <a:gd name="csY264" fmla="*/ 74792 h 206397"/>
                <a:gd name="csX265" fmla="*/ 22902 w 254962"/>
                <a:gd name="csY265" fmla="*/ 75112 h 206397"/>
                <a:gd name="csX266" fmla="*/ 23191 w 254962"/>
                <a:gd name="csY266" fmla="*/ 75005 h 206397"/>
                <a:gd name="csX267" fmla="*/ 23450 w 254962"/>
                <a:gd name="csY267" fmla="*/ 74610 h 206397"/>
                <a:gd name="csX268" fmla="*/ 24530 w 254962"/>
                <a:gd name="csY268" fmla="*/ 70904 h 206397"/>
                <a:gd name="csX269" fmla="*/ 24431 w 254962"/>
                <a:gd name="csY269" fmla="*/ 69907 h 206397"/>
                <a:gd name="csX270" fmla="*/ 22871 w 254962"/>
                <a:gd name="csY270" fmla="*/ 67427 h 206397"/>
                <a:gd name="csX271" fmla="*/ 22613 w 254962"/>
                <a:gd name="csY271" fmla="*/ 65662 h 206397"/>
                <a:gd name="csX272" fmla="*/ 22385 w 254962"/>
                <a:gd name="csY272" fmla="*/ 63037 h 206397"/>
                <a:gd name="csX273" fmla="*/ 22004 w 254962"/>
                <a:gd name="csY273" fmla="*/ 60709 h 206397"/>
                <a:gd name="csX274" fmla="*/ 21555 w 254962"/>
                <a:gd name="csY274" fmla="*/ 59826 h 206397"/>
                <a:gd name="csX275" fmla="*/ 20726 w 254962"/>
                <a:gd name="csY275" fmla="*/ 59088 h 206397"/>
                <a:gd name="csX276" fmla="*/ 20353 w 254962"/>
                <a:gd name="csY276" fmla="*/ 58609 h 206397"/>
                <a:gd name="csX277" fmla="*/ 17127 w 254962"/>
                <a:gd name="csY277" fmla="*/ 53876 h 206397"/>
                <a:gd name="csX278" fmla="*/ 17180 w 254962"/>
                <a:gd name="csY278" fmla="*/ 51632 h 206397"/>
                <a:gd name="csX279" fmla="*/ 18535 w 254962"/>
                <a:gd name="csY279" fmla="*/ 48763 h 206397"/>
                <a:gd name="csX280" fmla="*/ 19417 w 254962"/>
                <a:gd name="csY280" fmla="*/ 47371 h 206397"/>
                <a:gd name="csX281" fmla="*/ 20650 w 254962"/>
                <a:gd name="csY281" fmla="*/ 46595 h 206397"/>
                <a:gd name="csX282" fmla="*/ 20893 w 254962"/>
                <a:gd name="csY282" fmla="*/ 45933 h 206397"/>
                <a:gd name="csX283" fmla="*/ 20528 w 254962"/>
                <a:gd name="csY283" fmla="*/ 45126 h 206397"/>
                <a:gd name="csX284" fmla="*/ 19904 w 254962"/>
                <a:gd name="csY284" fmla="*/ 44518 h 206397"/>
                <a:gd name="csX285" fmla="*/ 19760 w 254962"/>
                <a:gd name="csY285" fmla="*/ 43224 h 206397"/>
                <a:gd name="csX286" fmla="*/ 19934 w 254962"/>
                <a:gd name="csY286" fmla="*/ 42364 h 206397"/>
                <a:gd name="csX287" fmla="*/ 20376 w 254962"/>
                <a:gd name="csY287" fmla="*/ 41421 h 206397"/>
                <a:gd name="csX288" fmla="*/ 20201 w 254962"/>
                <a:gd name="csY288" fmla="*/ 39443 h 206397"/>
                <a:gd name="csX289" fmla="*/ 20239 w 254962"/>
                <a:gd name="csY289" fmla="*/ 36407 h 206397"/>
                <a:gd name="csX290" fmla="*/ 20444 w 254962"/>
                <a:gd name="csY290" fmla="*/ 31979 h 206397"/>
                <a:gd name="csX291" fmla="*/ 20505 w 254962"/>
                <a:gd name="csY291" fmla="*/ 29270 h 206397"/>
                <a:gd name="csX292" fmla="*/ 23122 w 254962"/>
                <a:gd name="csY292" fmla="*/ 27261 h 206397"/>
                <a:gd name="csX293" fmla="*/ 26934 w 254962"/>
                <a:gd name="csY293" fmla="*/ 23936 h 206397"/>
                <a:gd name="csX294" fmla="*/ 28875 w 254962"/>
                <a:gd name="csY294" fmla="*/ 20459 h 206397"/>
                <a:gd name="csX295" fmla="*/ 29917 w 254962"/>
                <a:gd name="csY295" fmla="*/ 17827 h 206397"/>
                <a:gd name="csX296" fmla="*/ 31195 w 254962"/>
                <a:gd name="csY296" fmla="*/ 9062 h 206397"/>
                <a:gd name="csX297" fmla="*/ 32123 w 254962"/>
                <a:gd name="csY297" fmla="*/ 8529 h 206397"/>
                <a:gd name="csX298" fmla="*/ 33219 w 254962"/>
                <a:gd name="csY298" fmla="*/ 8118 h 206397"/>
                <a:gd name="csX299" fmla="*/ 37046 w 254962"/>
                <a:gd name="csY299" fmla="*/ 4923 h 206397"/>
                <a:gd name="csX300" fmla="*/ 39991 w 254962"/>
                <a:gd name="csY300" fmla="*/ 3736 h 206397"/>
                <a:gd name="csX301" fmla="*/ 42243 w 254962"/>
                <a:gd name="csY301" fmla="*/ 3051 h 206397"/>
                <a:gd name="csX302" fmla="*/ 45629 w 254962"/>
                <a:gd name="csY302" fmla="*/ 2473 h 206397"/>
                <a:gd name="csX303" fmla="*/ 47729 w 254962"/>
                <a:gd name="csY303" fmla="*/ 2709 h 206397"/>
                <a:gd name="csX304" fmla="*/ 51556 w 254962"/>
                <a:gd name="csY304" fmla="*/ 2853 h 206397"/>
                <a:gd name="csX305" fmla="*/ 54569 w 254962"/>
                <a:gd name="csY305" fmla="*/ 2533 h 206397"/>
                <a:gd name="csX306" fmla="*/ 57125 w 254962"/>
                <a:gd name="csY306" fmla="*/ 791 h 206397"/>
                <a:gd name="csX307" fmla="*/ 58282 w 254962"/>
                <a:gd name="csY307" fmla="*/ 304 h 206397"/>
                <a:gd name="csX308" fmla="*/ 59910 w 254962"/>
                <a:gd name="csY308" fmla="*/ 0 h 206397"/>
                <a:gd name="csX309" fmla="*/ 67305 w 254962"/>
                <a:gd name="csY309" fmla="*/ 2351 h 206397"/>
                <a:gd name="csX310" fmla="*/ 74693 w 254962"/>
                <a:gd name="csY310" fmla="*/ 4573 h 206397"/>
                <a:gd name="csX311" fmla="*/ 76033 w 254962"/>
                <a:gd name="csY311" fmla="*/ 4367 h 206397"/>
                <a:gd name="csX312" fmla="*/ 77158 w 254962"/>
                <a:gd name="csY312" fmla="*/ 4679 h 206397"/>
                <a:gd name="csX313" fmla="*/ 79007 w 254962"/>
                <a:gd name="csY313" fmla="*/ 5881 h 206397"/>
                <a:gd name="csX314" fmla="*/ 81731 w 254962"/>
                <a:gd name="csY314" fmla="*/ 8461 h 206397"/>
                <a:gd name="csX315" fmla="*/ 83352 w 254962"/>
                <a:gd name="csY315" fmla="*/ 10127 h 206397"/>
                <a:gd name="csX316" fmla="*/ 84136 w 254962"/>
                <a:gd name="csY316" fmla="*/ 11101 h 206397"/>
                <a:gd name="csX317" fmla="*/ 87932 w 254962"/>
                <a:gd name="csY317" fmla="*/ 16693 h 206397"/>
                <a:gd name="csX318" fmla="*/ 89348 w 254962"/>
                <a:gd name="csY318" fmla="*/ 18101 h 206397"/>
                <a:gd name="csX319" fmla="*/ 90770 w 254962"/>
                <a:gd name="csY319" fmla="*/ 18869 h 206397"/>
                <a:gd name="csX320" fmla="*/ 92216 w 254962"/>
                <a:gd name="csY320" fmla="*/ 19143 h 206397"/>
                <a:gd name="csX321" fmla="*/ 93327 w 254962"/>
                <a:gd name="csY321" fmla="*/ 19036 h 206397"/>
                <a:gd name="csX322" fmla="*/ 94377 w 254962"/>
                <a:gd name="csY322" fmla="*/ 18405 h 206397"/>
                <a:gd name="csX323" fmla="*/ 95807 w 254962"/>
                <a:gd name="csY323" fmla="*/ 17157 h 206397"/>
                <a:gd name="csX324" fmla="*/ 97983 w 254962"/>
                <a:gd name="csY324" fmla="*/ 16587 h 206397"/>
                <a:gd name="csX325" fmla="*/ 99756 w 254962"/>
                <a:gd name="csY325" fmla="*/ 16701 h 206397"/>
                <a:gd name="csX326" fmla="*/ 108955 w 254962"/>
                <a:gd name="csY326" fmla="*/ 11672 h 206397"/>
                <a:gd name="csX327" fmla="*/ 109845 w 254962"/>
                <a:gd name="csY327" fmla="*/ 11603 h 206397"/>
                <a:gd name="csX328" fmla="*/ 112523 w 254962"/>
                <a:gd name="csY328" fmla="*/ 11999 h 206397"/>
                <a:gd name="csX329" fmla="*/ 115498 w 254962"/>
                <a:gd name="csY329" fmla="*/ 12691 h 206397"/>
                <a:gd name="csX330" fmla="*/ 123205 w 254962"/>
                <a:gd name="csY330" fmla="*/ 17736 h 206397"/>
                <a:gd name="csX331" fmla="*/ 129498 w 254962"/>
                <a:gd name="csY331" fmla="*/ 21038 h 206397"/>
                <a:gd name="csX332" fmla="*/ 133919 w 254962"/>
                <a:gd name="csY332" fmla="*/ 22141 h 206397"/>
                <a:gd name="csX333" fmla="*/ 139130 w 254962"/>
                <a:gd name="csY333" fmla="*/ 22925 h 206397"/>
                <a:gd name="csX334" fmla="*/ 147979 w 254962"/>
                <a:gd name="csY334" fmla="*/ 23161 h 206397"/>
                <a:gd name="csX335" fmla="*/ 154667 w 254962"/>
                <a:gd name="csY335" fmla="*/ 16092 h 206397"/>
                <a:gd name="csX336" fmla="*/ 157140 w 254962"/>
                <a:gd name="csY336" fmla="*/ 14547 h 206397"/>
                <a:gd name="csX337" fmla="*/ 160122 w 254962"/>
                <a:gd name="csY337" fmla="*/ 13155 h 206397"/>
                <a:gd name="csX338" fmla="*/ 161081 w 254962"/>
                <a:gd name="csY338" fmla="*/ 12919 h 206397"/>
                <a:gd name="csX339" fmla="*/ 166339 w 254962"/>
                <a:gd name="csY339" fmla="*/ 11846 h 206397"/>
                <a:gd name="csX340" fmla="*/ 176648 w 254962"/>
                <a:gd name="csY340" fmla="*/ 10941 h 206397"/>
                <a:gd name="csX341" fmla="*/ 186319 w 254962"/>
                <a:gd name="csY341" fmla="*/ 11337 h 206397"/>
                <a:gd name="csX342" fmla="*/ 188221 w 254962"/>
                <a:gd name="csY342" fmla="*/ 11618 h 206397"/>
                <a:gd name="csX343" fmla="*/ 192330 w 254962"/>
                <a:gd name="csY343" fmla="*/ 12554 h 206397"/>
                <a:gd name="csX344" fmla="*/ 198660 w 254962"/>
                <a:gd name="csY344" fmla="*/ 14860 h 206397"/>
                <a:gd name="csX345" fmla="*/ 201391 w 254962"/>
                <a:gd name="csY345" fmla="*/ 17074 h 206397"/>
                <a:gd name="csX346" fmla="*/ 205682 w 254962"/>
                <a:gd name="csY346" fmla="*/ 17439 h 206397"/>
                <a:gd name="csX347" fmla="*/ 208756 w 254962"/>
                <a:gd name="csY347" fmla="*/ 16997 h 206397"/>
                <a:gd name="csX348" fmla="*/ 209761 w 254962"/>
                <a:gd name="csY348" fmla="*/ 14806 h 206397"/>
                <a:gd name="csX349" fmla="*/ 212850 w 254962"/>
                <a:gd name="csY349" fmla="*/ 11923 h 206397"/>
                <a:gd name="csX350" fmla="*/ 215094 w 254962"/>
                <a:gd name="csY350" fmla="*/ 10751 h 206397"/>
                <a:gd name="csX351" fmla="*/ 217476 w 254962"/>
                <a:gd name="csY351" fmla="*/ 9252 h 206397"/>
                <a:gd name="csX352" fmla="*/ 221250 w 254962"/>
                <a:gd name="csY352" fmla="*/ 7388 h 206397"/>
                <a:gd name="csX353" fmla="*/ 224354 w 254962"/>
                <a:gd name="csY353" fmla="*/ 6551 h 206397"/>
                <a:gd name="csX354" fmla="*/ 227131 w 254962"/>
                <a:gd name="csY354" fmla="*/ 4413 h 206397"/>
                <a:gd name="csX355" fmla="*/ 229330 w 254962"/>
                <a:gd name="csY355" fmla="*/ 3736 h 206397"/>
                <a:gd name="csX356" fmla="*/ 233149 w 254962"/>
                <a:gd name="csY356" fmla="*/ 3682 h 206397"/>
                <a:gd name="csX357" fmla="*/ 98501 w 254962"/>
                <a:gd name="csY357" fmla="*/ 203400 h 206397"/>
                <a:gd name="csX358" fmla="*/ 96439 w 254962"/>
                <a:gd name="csY358" fmla="*/ 204046 h 206397"/>
                <a:gd name="csX359" fmla="*/ 95084 w 254962"/>
                <a:gd name="csY359" fmla="*/ 203887 h 206397"/>
                <a:gd name="csX360" fmla="*/ 96941 w 254962"/>
                <a:gd name="csY360" fmla="*/ 201071 h 206397"/>
                <a:gd name="csX361" fmla="*/ 97884 w 254962"/>
                <a:gd name="csY361" fmla="*/ 201680 h 206397"/>
                <a:gd name="csX362" fmla="*/ 99094 w 254962"/>
                <a:gd name="csY362" fmla="*/ 201931 h 206397"/>
                <a:gd name="csX363" fmla="*/ 98501 w 254962"/>
                <a:gd name="csY363" fmla="*/ 203400 h 206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Lst>
              <a:rect l="l" t="t" r="r" b="b"/>
              <a:pathLst>
                <a:path w="254962" h="206397">
                  <a:moveTo>
                    <a:pt x="233149" y="3682"/>
                  </a:moveTo>
                  <a:lnTo>
                    <a:pt x="236505" y="8377"/>
                  </a:lnTo>
                  <a:lnTo>
                    <a:pt x="240111" y="13421"/>
                  </a:lnTo>
                  <a:lnTo>
                    <a:pt x="242919" y="17340"/>
                  </a:lnTo>
                  <a:lnTo>
                    <a:pt x="244973" y="27482"/>
                  </a:lnTo>
                  <a:lnTo>
                    <a:pt x="245194" y="29407"/>
                  </a:lnTo>
                  <a:lnTo>
                    <a:pt x="245353" y="30274"/>
                  </a:lnTo>
                  <a:lnTo>
                    <a:pt x="245513" y="31073"/>
                  </a:lnTo>
                  <a:lnTo>
                    <a:pt x="245780" y="32450"/>
                  </a:lnTo>
                  <a:lnTo>
                    <a:pt x="247392" y="33044"/>
                  </a:lnTo>
                  <a:lnTo>
                    <a:pt x="250436" y="33318"/>
                  </a:lnTo>
                  <a:lnTo>
                    <a:pt x="252650" y="34314"/>
                  </a:lnTo>
                  <a:lnTo>
                    <a:pt x="253974" y="35966"/>
                  </a:lnTo>
                  <a:lnTo>
                    <a:pt x="254103" y="36240"/>
                  </a:lnTo>
                  <a:lnTo>
                    <a:pt x="254803" y="37510"/>
                  </a:lnTo>
                  <a:lnTo>
                    <a:pt x="254963" y="38431"/>
                  </a:lnTo>
                  <a:lnTo>
                    <a:pt x="254773" y="41079"/>
                  </a:lnTo>
                  <a:lnTo>
                    <a:pt x="254324" y="44479"/>
                  </a:lnTo>
                  <a:lnTo>
                    <a:pt x="253563" y="46671"/>
                  </a:lnTo>
                  <a:lnTo>
                    <a:pt x="253989" y="49653"/>
                  </a:lnTo>
                  <a:lnTo>
                    <a:pt x="253852" y="50924"/>
                  </a:lnTo>
                  <a:lnTo>
                    <a:pt x="253517" y="51791"/>
                  </a:lnTo>
                  <a:lnTo>
                    <a:pt x="252156" y="52788"/>
                  </a:lnTo>
                  <a:lnTo>
                    <a:pt x="250307" y="53762"/>
                  </a:lnTo>
                  <a:lnTo>
                    <a:pt x="245886" y="56638"/>
                  </a:lnTo>
                  <a:lnTo>
                    <a:pt x="244623" y="57064"/>
                  </a:lnTo>
                  <a:lnTo>
                    <a:pt x="242774" y="57140"/>
                  </a:lnTo>
                  <a:lnTo>
                    <a:pt x="241169" y="57856"/>
                  </a:lnTo>
                  <a:lnTo>
                    <a:pt x="239267" y="59408"/>
                  </a:lnTo>
                  <a:lnTo>
                    <a:pt x="235158" y="65175"/>
                  </a:lnTo>
                  <a:lnTo>
                    <a:pt x="231651" y="70965"/>
                  </a:lnTo>
                  <a:lnTo>
                    <a:pt x="230433" y="75751"/>
                  </a:lnTo>
                  <a:lnTo>
                    <a:pt x="229063" y="80316"/>
                  </a:lnTo>
                  <a:lnTo>
                    <a:pt x="225974" y="83230"/>
                  </a:lnTo>
                  <a:lnTo>
                    <a:pt x="225541" y="84866"/>
                  </a:lnTo>
                  <a:lnTo>
                    <a:pt x="225412" y="85817"/>
                  </a:lnTo>
                  <a:lnTo>
                    <a:pt x="225305" y="88016"/>
                  </a:lnTo>
                  <a:lnTo>
                    <a:pt x="224932" y="91653"/>
                  </a:lnTo>
                  <a:lnTo>
                    <a:pt x="224453" y="93403"/>
                  </a:lnTo>
                  <a:lnTo>
                    <a:pt x="223958" y="93920"/>
                  </a:lnTo>
                  <a:lnTo>
                    <a:pt x="220626" y="95031"/>
                  </a:lnTo>
                  <a:lnTo>
                    <a:pt x="218708" y="96362"/>
                  </a:lnTo>
                  <a:lnTo>
                    <a:pt x="217559" y="99003"/>
                  </a:lnTo>
                  <a:lnTo>
                    <a:pt x="217141" y="101856"/>
                  </a:lnTo>
                  <a:lnTo>
                    <a:pt x="216472" y="105105"/>
                  </a:lnTo>
                  <a:lnTo>
                    <a:pt x="216091" y="107958"/>
                  </a:lnTo>
                  <a:lnTo>
                    <a:pt x="215574" y="109434"/>
                  </a:lnTo>
                  <a:lnTo>
                    <a:pt x="214478" y="110986"/>
                  </a:lnTo>
                  <a:lnTo>
                    <a:pt x="212781" y="112652"/>
                  </a:lnTo>
                  <a:lnTo>
                    <a:pt x="211313" y="113596"/>
                  </a:lnTo>
                  <a:lnTo>
                    <a:pt x="207486" y="114212"/>
                  </a:lnTo>
                  <a:lnTo>
                    <a:pt x="205515" y="117986"/>
                  </a:lnTo>
                  <a:lnTo>
                    <a:pt x="203849" y="120930"/>
                  </a:lnTo>
                  <a:lnTo>
                    <a:pt x="203803" y="122110"/>
                  </a:lnTo>
                  <a:lnTo>
                    <a:pt x="202198" y="128212"/>
                  </a:lnTo>
                  <a:lnTo>
                    <a:pt x="199405" y="132807"/>
                  </a:lnTo>
                  <a:lnTo>
                    <a:pt x="199223" y="134428"/>
                  </a:lnTo>
                  <a:lnTo>
                    <a:pt x="199215" y="135759"/>
                  </a:lnTo>
                  <a:lnTo>
                    <a:pt x="195723" y="139800"/>
                  </a:lnTo>
                  <a:lnTo>
                    <a:pt x="194794" y="140994"/>
                  </a:lnTo>
                  <a:lnTo>
                    <a:pt x="193904" y="142554"/>
                  </a:lnTo>
                  <a:lnTo>
                    <a:pt x="194787" y="144060"/>
                  </a:lnTo>
                  <a:lnTo>
                    <a:pt x="195769" y="145430"/>
                  </a:lnTo>
                  <a:lnTo>
                    <a:pt x="195913" y="145894"/>
                  </a:lnTo>
                  <a:lnTo>
                    <a:pt x="194331" y="147180"/>
                  </a:lnTo>
                  <a:lnTo>
                    <a:pt x="191561" y="149417"/>
                  </a:lnTo>
                  <a:lnTo>
                    <a:pt x="189910" y="150756"/>
                  </a:lnTo>
                  <a:lnTo>
                    <a:pt x="189545" y="151486"/>
                  </a:lnTo>
                  <a:lnTo>
                    <a:pt x="189301" y="154842"/>
                  </a:lnTo>
                  <a:lnTo>
                    <a:pt x="188822" y="155747"/>
                  </a:lnTo>
                  <a:lnTo>
                    <a:pt x="187719" y="156980"/>
                  </a:lnTo>
                  <a:lnTo>
                    <a:pt x="186098" y="158334"/>
                  </a:lnTo>
                  <a:lnTo>
                    <a:pt x="184455" y="159384"/>
                  </a:lnTo>
                  <a:lnTo>
                    <a:pt x="182591" y="160115"/>
                  </a:lnTo>
                  <a:lnTo>
                    <a:pt x="180802" y="160388"/>
                  </a:lnTo>
                  <a:lnTo>
                    <a:pt x="179798" y="159962"/>
                  </a:lnTo>
                  <a:lnTo>
                    <a:pt x="179227" y="158943"/>
                  </a:lnTo>
                  <a:lnTo>
                    <a:pt x="178223" y="154834"/>
                  </a:lnTo>
                  <a:lnTo>
                    <a:pt x="177713" y="153951"/>
                  </a:lnTo>
                  <a:lnTo>
                    <a:pt x="176549" y="153153"/>
                  </a:lnTo>
                  <a:lnTo>
                    <a:pt x="174251" y="150900"/>
                  </a:lnTo>
                  <a:lnTo>
                    <a:pt x="171923" y="148626"/>
                  </a:lnTo>
                  <a:lnTo>
                    <a:pt x="169116" y="147028"/>
                  </a:lnTo>
                  <a:lnTo>
                    <a:pt x="168515" y="147142"/>
                  </a:lnTo>
                  <a:lnTo>
                    <a:pt x="168050" y="147576"/>
                  </a:lnTo>
                  <a:lnTo>
                    <a:pt x="167252" y="149866"/>
                  </a:lnTo>
                  <a:lnTo>
                    <a:pt x="166468" y="150703"/>
                  </a:lnTo>
                  <a:lnTo>
                    <a:pt x="164992" y="150992"/>
                  </a:lnTo>
                  <a:lnTo>
                    <a:pt x="162428" y="151007"/>
                  </a:lnTo>
                  <a:lnTo>
                    <a:pt x="160556" y="150687"/>
                  </a:lnTo>
                  <a:lnTo>
                    <a:pt x="160130" y="150231"/>
                  </a:lnTo>
                  <a:lnTo>
                    <a:pt x="159750" y="149242"/>
                  </a:lnTo>
                  <a:lnTo>
                    <a:pt x="159232" y="148450"/>
                  </a:lnTo>
                  <a:lnTo>
                    <a:pt x="156995" y="150056"/>
                  </a:lnTo>
                  <a:lnTo>
                    <a:pt x="153480" y="152582"/>
                  </a:lnTo>
                  <a:lnTo>
                    <a:pt x="152339" y="152993"/>
                  </a:lnTo>
                  <a:lnTo>
                    <a:pt x="151464" y="153503"/>
                  </a:lnTo>
                  <a:lnTo>
                    <a:pt x="150307" y="155854"/>
                  </a:lnTo>
                  <a:lnTo>
                    <a:pt x="148900" y="158372"/>
                  </a:lnTo>
                  <a:lnTo>
                    <a:pt x="147066" y="159688"/>
                  </a:lnTo>
                  <a:lnTo>
                    <a:pt x="145278" y="160799"/>
                  </a:lnTo>
                  <a:lnTo>
                    <a:pt x="144251" y="161765"/>
                  </a:lnTo>
                  <a:lnTo>
                    <a:pt x="142782" y="162907"/>
                  </a:lnTo>
                  <a:lnTo>
                    <a:pt x="139906" y="165760"/>
                  </a:lnTo>
                  <a:lnTo>
                    <a:pt x="136094" y="169534"/>
                  </a:lnTo>
                  <a:lnTo>
                    <a:pt x="134748" y="171482"/>
                  </a:lnTo>
                  <a:lnTo>
                    <a:pt x="133416" y="174396"/>
                  </a:lnTo>
                  <a:lnTo>
                    <a:pt x="132640" y="177622"/>
                  </a:lnTo>
                  <a:lnTo>
                    <a:pt x="131796" y="181152"/>
                  </a:lnTo>
                  <a:lnTo>
                    <a:pt x="130555" y="186828"/>
                  </a:lnTo>
                  <a:lnTo>
                    <a:pt x="128729" y="190039"/>
                  </a:lnTo>
                  <a:lnTo>
                    <a:pt x="127132" y="192588"/>
                  </a:lnTo>
                  <a:lnTo>
                    <a:pt x="125945" y="194589"/>
                  </a:lnTo>
                  <a:lnTo>
                    <a:pt x="125321" y="196240"/>
                  </a:lnTo>
                  <a:lnTo>
                    <a:pt x="125062" y="196187"/>
                  </a:lnTo>
                  <a:lnTo>
                    <a:pt x="124438" y="196894"/>
                  </a:lnTo>
                  <a:lnTo>
                    <a:pt x="122658" y="196430"/>
                  </a:lnTo>
                  <a:lnTo>
                    <a:pt x="121859" y="194992"/>
                  </a:lnTo>
                  <a:lnTo>
                    <a:pt x="120756" y="194756"/>
                  </a:lnTo>
                  <a:lnTo>
                    <a:pt x="118853" y="192649"/>
                  </a:lnTo>
                  <a:lnTo>
                    <a:pt x="118450" y="192999"/>
                  </a:lnTo>
                  <a:lnTo>
                    <a:pt x="120459" y="198355"/>
                  </a:lnTo>
                  <a:lnTo>
                    <a:pt x="119713" y="200447"/>
                  </a:lnTo>
                  <a:lnTo>
                    <a:pt x="114060" y="200493"/>
                  </a:lnTo>
                  <a:lnTo>
                    <a:pt x="109198" y="201193"/>
                  </a:lnTo>
                  <a:lnTo>
                    <a:pt x="105858" y="201132"/>
                  </a:lnTo>
                  <a:lnTo>
                    <a:pt x="104184" y="200371"/>
                  </a:lnTo>
                  <a:lnTo>
                    <a:pt x="103438" y="198363"/>
                  </a:lnTo>
                  <a:lnTo>
                    <a:pt x="103149" y="198568"/>
                  </a:lnTo>
                  <a:lnTo>
                    <a:pt x="102982" y="199641"/>
                  </a:lnTo>
                  <a:lnTo>
                    <a:pt x="101924" y="200486"/>
                  </a:lnTo>
                  <a:lnTo>
                    <a:pt x="98173" y="200645"/>
                  </a:lnTo>
                  <a:lnTo>
                    <a:pt x="96515" y="199276"/>
                  </a:lnTo>
                  <a:lnTo>
                    <a:pt x="95176" y="197739"/>
                  </a:lnTo>
                  <a:lnTo>
                    <a:pt x="93738" y="197062"/>
                  </a:lnTo>
                  <a:lnTo>
                    <a:pt x="93958" y="197701"/>
                  </a:lnTo>
                  <a:lnTo>
                    <a:pt x="95609" y="199200"/>
                  </a:lnTo>
                  <a:lnTo>
                    <a:pt x="95412" y="201353"/>
                  </a:lnTo>
                  <a:lnTo>
                    <a:pt x="92391" y="203848"/>
                  </a:lnTo>
                  <a:lnTo>
                    <a:pt x="90466" y="203993"/>
                  </a:lnTo>
                  <a:lnTo>
                    <a:pt x="89287" y="202920"/>
                  </a:lnTo>
                  <a:lnTo>
                    <a:pt x="88670" y="201170"/>
                  </a:lnTo>
                  <a:lnTo>
                    <a:pt x="88358" y="198583"/>
                  </a:lnTo>
                  <a:lnTo>
                    <a:pt x="87567" y="196894"/>
                  </a:lnTo>
                  <a:lnTo>
                    <a:pt x="87141" y="196894"/>
                  </a:lnTo>
                  <a:lnTo>
                    <a:pt x="87537" y="198439"/>
                  </a:lnTo>
                  <a:lnTo>
                    <a:pt x="87666" y="199702"/>
                  </a:lnTo>
                  <a:lnTo>
                    <a:pt x="87681" y="202327"/>
                  </a:lnTo>
                  <a:lnTo>
                    <a:pt x="89119" y="204366"/>
                  </a:lnTo>
                  <a:lnTo>
                    <a:pt x="86913" y="204997"/>
                  </a:lnTo>
                  <a:lnTo>
                    <a:pt x="86015" y="205020"/>
                  </a:lnTo>
                  <a:lnTo>
                    <a:pt x="84265" y="205066"/>
                  </a:lnTo>
                  <a:lnTo>
                    <a:pt x="83930" y="204305"/>
                  </a:lnTo>
                  <a:lnTo>
                    <a:pt x="83595" y="202616"/>
                  </a:lnTo>
                  <a:lnTo>
                    <a:pt x="83131" y="202175"/>
                  </a:lnTo>
                  <a:lnTo>
                    <a:pt x="82591" y="205035"/>
                  </a:lnTo>
                  <a:lnTo>
                    <a:pt x="81427" y="205233"/>
                  </a:lnTo>
                  <a:lnTo>
                    <a:pt x="80620" y="205210"/>
                  </a:lnTo>
                  <a:lnTo>
                    <a:pt x="77151" y="205834"/>
                  </a:lnTo>
                  <a:lnTo>
                    <a:pt x="76375" y="205713"/>
                  </a:lnTo>
                  <a:lnTo>
                    <a:pt x="76215" y="205180"/>
                  </a:lnTo>
                  <a:lnTo>
                    <a:pt x="76626" y="204389"/>
                  </a:lnTo>
                  <a:lnTo>
                    <a:pt x="76535" y="203103"/>
                  </a:lnTo>
                  <a:lnTo>
                    <a:pt x="75332" y="204092"/>
                  </a:lnTo>
                  <a:lnTo>
                    <a:pt x="75142" y="206078"/>
                  </a:lnTo>
                  <a:lnTo>
                    <a:pt x="74458" y="206397"/>
                  </a:lnTo>
                  <a:lnTo>
                    <a:pt x="72396" y="206116"/>
                  </a:lnTo>
                  <a:lnTo>
                    <a:pt x="70136" y="205096"/>
                  </a:lnTo>
                  <a:lnTo>
                    <a:pt x="68759" y="204054"/>
                  </a:lnTo>
                  <a:lnTo>
                    <a:pt x="66461" y="202601"/>
                  </a:lnTo>
                  <a:lnTo>
                    <a:pt x="61957" y="198530"/>
                  </a:lnTo>
                  <a:lnTo>
                    <a:pt x="61226" y="196696"/>
                  </a:lnTo>
                  <a:lnTo>
                    <a:pt x="59940" y="194452"/>
                  </a:lnTo>
                  <a:lnTo>
                    <a:pt x="58982" y="192169"/>
                  </a:lnTo>
                  <a:lnTo>
                    <a:pt x="57597" y="188274"/>
                  </a:lnTo>
                  <a:lnTo>
                    <a:pt x="58023" y="187992"/>
                  </a:lnTo>
                  <a:lnTo>
                    <a:pt x="59065" y="188327"/>
                  </a:lnTo>
                  <a:lnTo>
                    <a:pt x="59575" y="187741"/>
                  </a:lnTo>
                  <a:lnTo>
                    <a:pt x="57703" y="187315"/>
                  </a:lnTo>
                  <a:lnTo>
                    <a:pt x="57315" y="186859"/>
                  </a:lnTo>
                  <a:lnTo>
                    <a:pt x="57186" y="185489"/>
                  </a:lnTo>
                  <a:lnTo>
                    <a:pt x="57270" y="183815"/>
                  </a:lnTo>
                  <a:lnTo>
                    <a:pt x="58791" y="183229"/>
                  </a:lnTo>
                  <a:lnTo>
                    <a:pt x="60108" y="182940"/>
                  </a:lnTo>
                  <a:lnTo>
                    <a:pt x="60770" y="181928"/>
                  </a:lnTo>
                  <a:lnTo>
                    <a:pt x="61150" y="180909"/>
                  </a:lnTo>
                  <a:lnTo>
                    <a:pt x="57658" y="182453"/>
                  </a:lnTo>
                  <a:lnTo>
                    <a:pt x="54378" y="180703"/>
                  </a:lnTo>
                  <a:lnTo>
                    <a:pt x="53671" y="179646"/>
                  </a:lnTo>
                  <a:lnTo>
                    <a:pt x="54029" y="178832"/>
                  </a:lnTo>
                  <a:lnTo>
                    <a:pt x="55596" y="178710"/>
                  </a:lnTo>
                  <a:lnTo>
                    <a:pt x="57833" y="178771"/>
                  </a:lnTo>
                  <a:lnTo>
                    <a:pt x="59172" y="177979"/>
                  </a:lnTo>
                  <a:lnTo>
                    <a:pt x="58350" y="177698"/>
                  </a:lnTo>
                  <a:lnTo>
                    <a:pt x="56905" y="177728"/>
                  </a:lnTo>
                  <a:lnTo>
                    <a:pt x="56372" y="177203"/>
                  </a:lnTo>
                  <a:lnTo>
                    <a:pt x="56418" y="175933"/>
                  </a:lnTo>
                  <a:lnTo>
                    <a:pt x="55946" y="176214"/>
                  </a:lnTo>
                  <a:lnTo>
                    <a:pt x="55322" y="177340"/>
                  </a:lnTo>
                  <a:lnTo>
                    <a:pt x="53116" y="178170"/>
                  </a:lnTo>
                  <a:lnTo>
                    <a:pt x="51822" y="177340"/>
                  </a:lnTo>
                  <a:lnTo>
                    <a:pt x="51693" y="175499"/>
                  </a:lnTo>
                  <a:lnTo>
                    <a:pt x="51411" y="174670"/>
                  </a:lnTo>
                  <a:lnTo>
                    <a:pt x="50323" y="174023"/>
                  </a:lnTo>
                  <a:lnTo>
                    <a:pt x="46458" y="169146"/>
                  </a:lnTo>
                  <a:lnTo>
                    <a:pt x="41604" y="165075"/>
                  </a:lnTo>
                  <a:lnTo>
                    <a:pt x="37290" y="162268"/>
                  </a:lnTo>
                  <a:lnTo>
                    <a:pt x="30769" y="160929"/>
                  </a:lnTo>
                  <a:lnTo>
                    <a:pt x="17119" y="160982"/>
                  </a:lnTo>
                  <a:lnTo>
                    <a:pt x="16351" y="160594"/>
                  </a:lnTo>
                  <a:lnTo>
                    <a:pt x="17188" y="159955"/>
                  </a:lnTo>
                  <a:lnTo>
                    <a:pt x="18382" y="159521"/>
                  </a:lnTo>
                  <a:lnTo>
                    <a:pt x="22773" y="157246"/>
                  </a:lnTo>
                  <a:lnTo>
                    <a:pt x="22034" y="156942"/>
                  </a:lnTo>
                  <a:lnTo>
                    <a:pt x="17469" y="158365"/>
                  </a:lnTo>
                  <a:lnTo>
                    <a:pt x="15910" y="158502"/>
                  </a:lnTo>
                  <a:lnTo>
                    <a:pt x="13886" y="161233"/>
                  </a:lnTo>
                  <a:lnTo>
                    <a:pt x="1864" y="161689"/>
                  </a:lnTo>
                  <a:lnTo>
                    <a:pt x="456" y="161834"/>
                  </a:lnTo>
                  <a:lnTo>
                    <a:pt x="487" y="160586"/>
                  </a:lnTo>
                  <a:lnTo>
                    <a:pt x="1073" y="156995"/>
                  </a:lnTo>
                  <a:lnTo>
                    <a:pt x="1461" y="155580"/>
                  </a:lnTo>
                  <a:lnTo>
                    <a:pt x="1910" y="154514"/>
                  </a:lnTo>
                  <a:lnTo>
                    <a:pt x="1446" y="153236"/>
                  </a:lnTo>
                  <a:lnTo>
                    <a:pt x="989" y="151502"/>
                  </a:lnTo>
                  <a:lnTo>
                    <a:pt x="769" y="148778"/>
                  </a:lnTo>
                  <a:lnTo>
                    <a:pt x="1332" y="147933"/>
                  </a:lnTo>
                  <a:lnTo>
                    <a:pt x="1522" y="146906"/>
                  </a:lnTo>
                  <a:lnTo>
                    <a:pt x="1385" y="145293"/>
                  </a:lnTo>
                  <a:lnTo>
                    <a:pt x="1385" y="139906"/>
                  </a:lnTo>
                  <a:lnTo>
                    <a:pt x="1712" y="139320"/>
                  </a:lnTo>
                  <a:lnTo>
                    <a:pt x="2100" y="138871"/>
                  </a:lnTo>
                  <a:lnTo>
                    <a:pt x="2123" y="138156"/>
                  </a:lnTo>
                  <a:lnTo>
                    <a:pt x="1392" y="136764"/>
                  </a:lnTo>
                  <a:lnTo>
                    <a:pt x="715" y="135174"/>
                  </a:lnTo>
                  <a:lnTo>
                    <a:pt x="738" y="132883"/>
                  </a:lnTo>
                  <a:lnTo>
                    <a:pt x="464" y="130669"/>
                  </a:lnTo>
                  <a:lnTo>
                    <a:pt x="0" y="129657"/>
                  </a:lnTo>
                  <a:lnTo>
                    <a:pt x="350" y="125883"/>
                  </a:lnTo>
                  <a:lnTo>
                    <a:pt x="548" y="121105"/>
                  </a:lnTo>
                  <a:lnTo>
                    <a:pt x="365" y="118983"/>
                  </a:lnTo>
                  <a:lnTo>
                    <a:pt x="807" y="117484"/>
                  </a:lnTo>
                  <a:lnTo>
                    <a:pt x="1042" y="113794"/>
                  </a:lnTo>
                  <a:lnTo>
                    <a:pt x="1004" y="110179"/>
                  </a:lnTo>
                  <a:lnTo>
                    <a:pt x="1902" y="104465"/>
                  </a:lnTo>
                  <a:lnTo>
                    <a:pt x="4535" y="104192"/>
                  </a:lnTo>
                  <a:lnTo>
                    <a:pt x="7669" y="103712"/>
                  </a:lnTo>
                  <a:lnTo>
                    <a:pt x="9070" y="101468"/>
                  </a:lnTo>
                  <a:lnTo>
                    <a:pt x="9876" y="98622"/>
                  </a:lnTo>
                  <a:lnTo>
                    <a:pt x="9617" y="95807"/>
                  </a:lnTo>
                  <a:lnTo>
                    <a:pt x="10226" y="94879"/>
                  </a:lnTo>
                  <a:lnTo>
                    <a:pt x="11481" y="93349"/>
                  </a:lnTo>
                  <a:lnTo>
                    <a:pt x="13749" y="91166"/>
                  </a:lnTo>
                  <a:lnTo>
                    <a:pt x="13657" y="88769"/>
                  </a:lnTo>
                  <a:lnTo>
                    <a:pt x="14281" y="88031"/>
                  </a:lnTo>
                  <a:lnTo>
                    <a:pt x="15354" y="87475"/>
                  </a:lnTo>
                  <a:lnTo>
                    <a:pt x="16891" y="87194"/>
                  </a:lnTo>
                  <a:lnTo>
                    <a:pt x="18611" y="85999"/>
                  </a:lnTo>
                  <a:lnTo>
                    <a:pt x="19562" y="83907"/>
                  </a:lnTo>
                  <a:lnTo>
                    <a:pt x="20497" y="80559"/>
                  </a:lnTo>
                  <a:lnTo>
                    <a:pt x="19021" y="78224"/>
                  </a:lnTo>
                  <a:lnTo>
                    <a:pt x="19044" y="77706"/>
                  </a:lnTo>
                  <a:lnTo>
                    <a:pt x="19607" y="76451"/>
                  </a:lnTo>
                  <a:lnTo>
                    <a:pt x="20513" y="75195"/>
                  </a:lnTo>
                  <a:lnTo>
                    <a:pt x="21228" y="74792"/>
                  </a:lnTo>
                  <a:lnTo>
                    <a:pt x="22902" y="75112"/>
                  </a:lnTo>
                  <a:lnTo>
                    <a:pt x="23191" y="75005"/>
                  </a:lnTo>
                  <a:lnTo>
                    <a:pt x="23450" y="74610"/>
                  </a:lnTo>
                  <a:lnTo>
                    <a:pt x="24530" y="70904"/>
                  </a:lnTo>
                  <a:lnTo>
                    <a:pt x="24431" y="69907"/>
                  </a:lnTo>
                  <a:lnTo>
                    <a:pt x="22871" y="67427"/>
                  </a:lnTo>
                  <a:lnTo>
                    <a:pt x="22613" y="65662"/>
                  </a:lnTo>
                  <a:lnTo>
                    <a:pt x="22385" y="63037"/>
                  </a:lnTo>
                  <a:lnTo>
                    <a:pt x="22004" y="60709"/>
                  </a:lnTo>
                  <a:lnTo>
                    <a:pt x="21555" y="59826"/>
                  </a:lnTo>
                  <a:lnTo>
                    <a:pt x="20726" y="59088"/>
                  </a:lnTo>
                  <a:lnTo>
                    <a:pt x="20353" y="58609"/>
                  </a:lnTo>
                  <a:lnTo>
                    <a:pt x="17127" y="53876"/>
                  </a:lnTo>
                  <a:lnTo>
                    <a:pt x="17180" y="51632"/>
                  </a:lnTo>
                  <a:lnTo>
                    <a:pt x="18535" y="48763"/>
                  </a:lnTo>
                  <a:lnTo>
                    <a:pt x="19417" y="47371"/>
                  </a:lnTo>
                  <a:lnTo>
                    <a:pt x="20650" y="46595"/>
                  </a:lnTo>
                  <a:lnTo>
                    <a:pt x="20893" y="45933"/>
                  </a:lnTo>
                  <a:lnTo>
                    <a:pt x="20528" y="45126"/>
                  </a:lnTo>
                  <a:lnTo>
                    <a:pt x="19904" y="44518"/>
                  </a:lnTo>
                  <a:lnTo>
                    <a:pt x="19760" y="43224"/>
                  </a:lnTo>
                  <a:lnTo>
                    <a:pt x="19934" y="42364"/>
                  </a:lnTo>
                  <a:lnTo>
                    <a:pt x="20376" y="41421"/>
                  </a:lnTo>
                  <a:lnTo>
                    <a:pt x="20201" y="39443"/>
                  </a:lnTo>
                  <a:lnTo>
                    <a:pt x="20239" y="36407"/>
                  </a:lnTo>
                  <a:lnTo>
                    <a:pt x="20444" y="31979"/>
                  </a:lnTo>
                  <a:lnTo>
                    <a:pt x="20505" y="29270"/>
                  </a:lnTo>
                  <a:lnTo>
                    <a:pt x="23122" y="27261"/>
                  </a:lnTo>
                  <a:lnTo>
                    <a:pt x="26934" y="23936"/>
                  </a:lnTo>
                  <a:lnTo>
                    <a:pt x="28875" y="20459"/>
                  </a:lnTo>
                  <a:lnTo>
                    <a:pt x="29917" y="17827"/>
                  </a:lnTo>
                  <a:lnTo>
                    <a:pt x="31195" y="9062"/>
                  </a:lnTo>
                  <a:lnTo>
                    <a:pt x="32123" y="8529"/>
                  </a:lnTo>
                  <a:lnTo>
                    <a:pt x="33219" y="8118"/>
                  </a:lnTo>
                  <a:lnTo>
                    <a:pt x="37046" y="4923"/>
                  </a:lnTo>
                  <a:lnTo>
                    <a:pt x="39991" y="3736"/>
                  </a:lnTo>
                  <a:lnTo>
                    <a:pt x="42243" y="3051"/>
                  </a:lnTo>
                  <a:lnTo>
                    <a:pt x="45629" y="2473"/>
                  </a:lnTo>
                  <a:lnTo>
                    <a:pt x="47729" y="2709"/>
                  </a:lnTo>
                  <a:lnTo>
                    <a:pt x="51556" y="2853"/>
                  </a:lnTo>
                  <a:lnTo>
                    <a:pt x="54569" y="2533"/>
                  </a:lnTo>
                  <a:lnTo>
                    <a:pt x="57125" y="791"/>
                  </a:lnTo>
                  <a:lnTo>
                    <a:pt x="58282" y="304"/>
                  </a:lnTo>
                  <a:lnTo>
                    <a:pt x="59910" y="0"/>
                  </a:lnTo>
                  <a:lnTo>
                    <a:pt x="67305" y="2351"/>
                  </a:lnTo>
                  <a:lnTo>
                    <a:pt x="74693" y="4573"/>
                  </a:lnTo>
                  <a:lnTo>
                    <a:pt x="76033" y="4367"/>
                  </a:lnTo>
                  <a:lnTo>
                    <a:pt x="77158" y="4679"/>
                  </a:lnTo>
                  <a:lnTo>
                    <a:pt x="79007" y="5881"/>
                  </a:lnTo>
                  <a:lnTo>
                    <a:pt x="81731" y="8461"/>
                  </a:lnTo>
                  <a:lnTo>
                    <a:pt x="83352" y="10127"/>
                  </a:lnTo>
                  <a:lnTo>
                    <a:pt x="84136" y="11101"/>
                  </a:lnTo>
                  <a:lnTo>
                    <a:pt x="87932" y="16693"/>
                  </a:lnTo>
                  <a:lnTo>
                    <a:pt x="89348" y="18101"/>
                  </a:lnTo>
                  <a:lnTo>
                    <a:pt x="90770" y="18869"/>
                  </a:lnTo>
                  <a:lnTo>
                    <a:pt x="92216" y="19143"/>
                  </a:lnTo>
                  <a:lnTo>
                    <a:pt x="93327" y="19036"/>
                  </a:lnTo>
                  <a:lnTo>
                    <a:pt x="94377" y="18405"/>
                  </a:lnTo>
                  <a:lnTo>
                    <a:pt x="95807" y="17157"/>
                  </a:lnTo>
                  <a:lnTo>
                    <a:pt x="97983" y="16587"/>
                  </a:lnTo>
                  <a:lnTo>
                    <a:pt x="99756" y="16701"/>
                  </a:lnTo>
                  <a:lnTo>
                    <a:pt x="108955" y="11672"/>
                  </a:lnTo>
                  <a:lnTo>
                    <a:pt x="109845" y="11603"/>
                  </a:lnTo>
                  <a:lnTo>
                    <a:pt x="112523" y="11999"/>
                  </a:lnTo>
                  <a:lnTo>
                    <a:pt x="115498" y="12691"/>
                  </a:lnTo>
                  <a:lnTo>
                    <a:pt x="123205" y="17736"/>
                  </a:lnTo>
                  <a:lnTo>
                    <a:pt x="129498" y="21038"/>
                  </a:lnTo>
                  <a:lnTo>
                    <a:pt x="133919" y="22141"/>
                  </a:lnTo>
                  <a:lnTo>
                    <a:pt x="139130" y="22925"/>
                  </a:lnTo>
                  <a:lnTo>
                    <a:pt x="147979" y="23161"/>
                  </a:lnTo>
                  <a:lnTo>
                    <a:pt x="154667" y="16092"/>
                  </a:lnTo>
                  <a:lnTo>
                    <a:pt x="157140" y="14547"/>
                  </a:lnTo>
                  <a:lnTo>
                    <a:pt x="160122" y="13155"/>
                  </a:lnTo>
                  <a:lnTo>
                    <a:pt x="161081" y="12919"/>
                  </a:lnTo>
                  <a:lnTo>
                    <a:pt x="166339" y="11846"/>
                  </a:lnTo>
                  <a:lnTo>
                    <a:pt x="176648" y="10941"/>
                  </a:lnTo>
                  <a:lnTo>
                    <a:pt x="186319" y="11337"/>
                  </a:lnTo>
                  <a:lnTo>
                    <a:pt x="188221" y="11618"/>
                  </a:lnTo>
                  <a:lnTo>
                    <a:pt x="192330" y="12554"/>
                  </a:lnTo>
                  <a:lnTo>
                    <a:pt x="198660" y="14860"/>
                  </a:lnTo>
                  <a:lnTo>
                    <a:pt x="201391" y="17074"/>
                  </a:lnTo>
                  <a:lnTo>
                    <a:pt x="205682" y="17439"/>
                  </a:lnTo>
                  <a:lnTo>
                    <a:pt x="208756" y="16997"/>
                  </a:lnTo>
                  <a:lnTo>
                    <a:pt x="209761" y="14806"/>
                  </a:lnTo>
                  <a:lnTo>
                    <a:pt x="212850" y="11923"/>
                  </a:lnTo>
                  <a:lnTo>
                    <a:pt x="215094" y="10751"/>
                  </a:lnTo>
                  <a:lnTo>
                    <a:pt x="217476" y="9252"/>
                  </a:lnTo>
                  <a:lnTo>
                    <a:pt x="221250" y="7388"/>
                  </a:lnTo>
                  <a:lnTo>
                    <a:pt x="224354" y="6551"/>
                  </a:lnTo>
                  <a:lnTo>
                    <a:pt x="227131" y="4413"/>
                  </a:lnTo>
                  <a:lnTo>
                    <a:pt x="229330" y="3736"/>
                  </a:lnTo>
                  <a:lnTo>
                    <a:pt x="233149" y="3682"/>
                  </a:lnTo>
                  <a:close/>
                  <a:moveTo>
                    <a:pt x="98501" y="203400"/>
                  </a:moveTo>
                  <a:lnTo>
                    <a:pt x="96439" y="204046"/>
                  </a:lnTo>
                  <a:lnTo>
                    <a:pt x="95084" y="203887"/>
                  </a:lnTo>
                  <a:lnTo>
                    <a:pt x="96941" y="201071"/>
                  </a:lnTo>
                  <a:lnTo>
                    <a:pt x="97884" y="201680"/>
                  </a:lnTo>
                  <a:lnTo>
                    <a:pt x="99094" y="201931"/>
                  </a:lnTo>
                  <a:lnTo>
                    <a:pt x="98501" y="20340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84" name="Freeform: Shape 2283">
              <a:extLst>
                <a:ext uri="{FF2B5EF4-FFF2-40B4-BE49-F238E27FC236}">
                  <a16:creationId xmlns:a16="http://schemas.microsoft.com/office/drawing/2014/main" id="{A8C5D614-79DF-111D-0478-D76132388AE7}"/>
                </a:ext>
              </a:extLst>
            </p:cNvPr>
            <p:cNvSpPr/>
            <p:nvPr/>
          </p:nvSpPr>
          <p:spPr>
            <a:xfrm>
              <a:off x="7701811" y="4682167"/>
              <a:ext cx="96362" cy="93014"/>
            </a:xfrm>
            <a:custGeom>
              <a:avLst/>
              <a:gdLst>
                <a:gd name="csX0" fmla="*/ 96362 w 96362"/>
                <a:gd name="csY0" fmla="*/ 327 h 93014"/>
                <a:gd name="csX1" fmla="*/ 95769 w 96362"/>
                <a:gd name="csY1" fmla="*/ 1134 h 93014"/>
                <a:gd name="csX2" fmla="*/ 95115 w 96362"/>
                <a:gd name="csY2" fmla="*/ 1666 h 93014"/>
                <a:gd name="csX3" fmla="*/ 93753 w 96362"/>
                <a:gd name="csY3" fmla="*/ 4291 h 93014"/>
                <a:gd name="csX4" fmla="*/ 93281 w 96362"/>
                <a:gd name="csY4" fmla="*/ 4527 h 93014"/>
                <a:gd name="csX5" fmla="*/ 93182 w 96362"/>
                <a:gd name="csY5" fmla="*/ 2587 h 93014"/>
                <a:gd name="csX6" fmla="*/ 92368 w 96362"/>
                <a:gd name="csY6" fmla="*/ 2328 h 93014"/>
                <a:gd name="csX7" fmla="*/ 91417 w 96362"/>
                <a:gd name="csY7" fmla="*/ 3021 h 93014"/>
                <a:gd name="csX8" fmla="*/ 90892 w 96362"/>
                <a:gd name="csY8" fmla="*/ 4017 h 93014"/>
                <a:gd name="csX9" fmla="*/ 91721 w 96362"/>
                <a:gd name="csY9" fmla="*/ 5311 h 93014"/>
                <a:gd name="csX10" fmla="*/ 92452 w 96362"/>
                <a:gd name="csY10" fmla="*/ 5334 h 93014"/>
                <a:gd name="csX11" fmla="*/ 93334 w 96362"/>
                <a:gd name="csY11" fmla="*/ 5691 h 93014"/>
                <a:gd name="csX12" fmla="*/ 95716 w 96362"/>
                <a:gd name="csY12" fmla="*/ 14654 h 93014"/>
                <a:gd name="csX13" fmla="*/ 95206 w 96362"/>
                <a:gd name="csY13" fmla="*/ 16252 h 93014"/>
                <a:gd name="csX14" fmla="*/ 93730 w 96362"/>
                <a:gd name="csY14" fmla="*/ 18740 h 93014"/>
                <a:gd name="csX15" fmla="*/ 92330 w 96362"/>
                <a:gd name="csY15" fmla="*/ 20847 h 93014"/>
                <a:gd name="csX16" fmla="*/ 90922 w 96362"/>
                <a:gd name="csY16" fmla="*/ 22171 h 93014"/>
                <a:gd name="csX17" fmla="*/ 89180 w 96362"/>
                <a:gd name="csY17" fmla="*/ 27802 h 93014"/>
                <a:gd name="csX18" fmla="*/ 87613 w 96362"/>
                <a:gd name="csY18" fmla="*/ 36940 h 93014"/>
                <a:gd name="csX19" fmla="*/ 88739 w 96362"/>
                <a:gd name="csY19" fmla="*/ 45134 h 93014"/>
                <a:gd name="csX20" fmla="*/ 88168 w 96362"/>
                <a:gd name="csY20" fmla="*/ 52705 h 93014"/>
                <a:gd name="csX21" fmla="*/ 88670 w 96362"/>
                <a:gd name="csY21" fmla="*/ 54485 h 93014"/>
                <a:gd name="csX22" fmla="*/ 88815 w 96362"/>
                <a:gd name="csY22" fmla="*/ 56707 h 93014"/>
                <a:gd name="csX23" fmla="*/ 87658 w 96362"/>
                <a:gd name="csY23" fmla="*/ 57110 h 93014"/>
                <a:gd name="csX24" fmla="*/ 87004 w 96362"/>
                <a:gd name="csY24" fmla="*/ 57041 h 93014"/>
                <a:gd name="csX25" fmla="*/ 86334 w 96362"/>
                <a:gd name="csY25" fmla="*/ 55679 h 93014"/>
                <a:gd name="csX26" fmla="*/ 86410 w 96362"/>
                <a:gd name="csY26" fmla="*/ 54477 h 93014"/>
                <a:gd name="csX27" fmla="*/ 87103 w 96362"/>
                <a:gd name="csY27" fmla="*/ 53070 h 93014"/>
                <a:gd name="csX28" fmla="*/ 87384 w 96362"/>
                <a:gd name="csY28" fmla="*/ 51160 h 93014"/>
                <a:gd name="csX29" fmla="*/ 87057 w 96362"/>
                <a:gd name="csY29" fmla="*/ 50163 h 93014"/>
                <a:gd name="csX30" fmla="*/ 86372 w 96362"/>
                <a:gd name="csY30" fmla="*/ 52339 h 93014"/>
                <a:gd name="csX31" fmla="*/ 85170 w 96362"/>
                <a:gd name="csY31" fmla="*/ 53313 h 93014"/>
                <a:gd name="csX32" fmla="*/ 84387 w 96362"/>
                <a:gd name="csY32" fmla="*/ 53656 h 93014"/>
                <a:gd name="csX33" fmla="*/ 83626 w 96362"/>
                <a:gd name="csY33" fmla="*/ 54751 h 93014"/>
                <a:gd name="csX34" fmla="*/ 84432 w 96362"/>
                <a:gd name="csY34" fmla="*/ 56821 h 93014"/>
                <a:gd name="csX35" fmla="*/ 85475 w 96362"/>
                <a:gd name="csY35" fmla="*/ 58335 h 93014"/>
                <a:gd name="csX36" fmla="*/ 85825 w 96362"/>
                <a:gd name="csY36" fmla="*/ 59415 h 93014"/>
                <a:gd name="csX37" fmla="*/ 85437 w 96362"/>
                <a:gd name="csY37" fmla="*/ 60709 h 93014"/>
                <a:gd name="csX38" fmla="*/ 85201 w 96362"/>
                <a:gd name="csY38" fmla="*/ 65122 h 93014"/>
                <a:gd name="csX39" fmla="*/ 84828 w 96362"/>
                <a:gd name="csY39" fmla="*/ 65000 h 93014"/>
                <a:gd name="csX40" fmla="*/ 84447 w 96362"/>
                <a:gd name="csY40" fmla="*/ 64406 h 93014"/>
                <a:gd name="csX41" fmla="*/ 83344 w 96362"/>
                <a:gd name="csY41" fmla="*/ 64361 h 93014"/>
                <a:gd name="csX42" fmla="*/ 83215 w 96362"/>
                <a:gd name="csY42" fmla="*/ 66141 h 93014"/>
                <a:gd name="csX43" fmla="*/ 83299 w 96362"/>
                <a:gd name="csY43" fmla="*/ 67130 h 93014"/>
                <a:gd name="csX44" fmla="*/ 82363 w 96362"/>
                <a:gd name="csY44" fmla="*/ 67899 h 93014"/>
                <a:gd name="csX45" fmla="*/ 82028 w 96362"/>
                <a:gd name="csY45" fmla="*/ 68660 h 93014"/>
                <a:gd name="csX46" fmla="*/ 82796 w 96362"/>
                <a:gd name="csY46" fmla="*/ 69208 h 93014"/>
                <a:gd name="csX47" fmla="*/ 83641 w 96362"/>
                <a:gd name="csY47" fmla="*/ 69527 h 93014"/>
                <a:gd name="csX48" fmla="*/ 84683 w 96362"/>
                <a:gd name="csY48" fmla="*/ 69451 h 93014"/>
                <a:gd name="csX49" fmla="*/ 85535 w 96362"/>
                <a:gd name="csY49" fmla="*/ 71635 h 93014"/>
                <a:gd name="csX50" fmla="*/ 85809 w 96362"/>
                <a:gd name="csY50" fmla="*/ 73407 h 93014"/>
                <a:gd name="csX51" fmla="*/ 83816 w 96362"/>
                <a:gd name="csY51" fmla="*/ 75043 h 93014"/>
                <a:gd name="csX52" fmla="*/ 83146 w 96362"/>
                <a:gd name="csY52" fmla="*/ 76398 h 93014"/>
                <a:gd name="csX53" fmla="*/ 82020 w 96362"/>
                <a:gd name="csY53" fmla="*/ 78041 h 93014"/>
                <a:gd name="csX54" fmla="*/ 81381 w 96362"/>
                <a:gd name="csY54" fmla="*/ 79654 h 93014"/>
                <a:gd name="csX55" fmla="*/ 81191 w 96362"/>
                <a:gd name="csY55" fmla="*/ 80811 h 93014"/>
                <a:gd name="csX56" fmla="*/ 81967 w 96362"/>
                <a:gd name="csY56" fmla="*/ 84478 h 93014"/>
                <a:gd name="csX57" fmla="*/ 83329 w 96362"/>
                <a:gd name="csY57" fmla="*/ 87080 h 93014"/>
                <a:gd name="csX58" fmla="*/ 84478 w 96362"/>
                <a:gd name="csY58" fmla="*/ 88731 h 93014"/>
                <a:gd name="csX59" fmla="*/ 86015 w 96362"/>
                <a:gd name="csY59" fmla="*/ 89089 h 93014"/>
                <a:gd name="csX60" fmla="*/ 85657 w 96362"/>
                <a:gd name="csY60" fmla="*/ 90823 h 93014"/>
                <a:gd name="csX61" fmla="*/ 84501 w 96362"/>
                <a:gd name="csY61" fmla="*/ 91927 h 93014"/>
                <a:gd name="csX62" fmla="*/ 82401 w 96362"/>
                <a:gd name="csY62" fmla="*/ 92847 h 93014"/>
                <a:gd name="csX63" fmla="*/ 80095 w 96362"/>
                <a:gd name="csY63" fmla="*/ 93015 h 93014"/>
                <a:gd name="csX64" fmla="*/ 76321 w 96362"/>
                <a:gd name="csY64" fmla="*/ 92147 h 93014"/>
                <a:gd name="csX65" fmla="*/ 74777 w 96362"/>
                <a:gd name="csY65" fmla="*/ 92048 h 93014"/>
                <a:gd name="csX66" fmla="*/ 74176 w 96362"/>
                <a:gd name="csY66" fmla="*/ 91584 h 93014"/>
                <a:gd name="csX67" fmla="*/ 73993 w 96362"/>
                <a:gd name="csY67" fmla="*/ 90732 h 93014"/>
                <a:gd name="csX68" fmla="*/ 72913 w 96362"/>
                <a:gd name="csY68" fmla="*/ 89446 h 93014"/>
                <a:gd name="csX69" fmla="*/ 70935 w 96362"/>
                <a:gd name="csY69" fmla="*/ 87734 h 93014"/>
                <a:gd name="csX70" fmla="*/ 69793 w 96362"/>
                <a:gd name="csY70" fmla="*/ 87856 h 93014"/>
                <a:gd name="csX71" fmla="*/ 67929 w 96362"/>
                <a:gd name="csY71" fmla="*/ 87483 h 93014"/>
                <a:gd name="csX72" fmla="*/ 64833 w 96362"/>
                <a:gd name="csY72" fmla="*/ 86319 h 93014"/>
                <a:gd name="csX73" fmla="*/ 63402 w 96362"/>
                <a:gd name="csY73" fmla="*/ 86174 h 93014"/>
                <a:gd name="csX74" fmla="*/ 61348 w 96362"/>
                <a:gd name="csY74" fmla="*/ 87171 h 93014"/>
                <a:gd name="csX75" fmla="*/ 58959 w 96362"/>
                <a:gd name="csY75" fmla="*/ 88480 h 93014"/>
                <a:gd name="csX76" fmla="*/ 53199 w 96362"/>
                <a:gd name="csY76" fmla="*/ 86441 h 93014"/>
                <a:gd name="csX77" fmla="*/ 49151 w 96362"/>
                <a:gd name="csY77" fmla="*/ 85003 h 93014"/>
                <a:gd name="csX78" fmla="*/ 45514 w 96362"/>
                <a:gd name="csY78" fmla="*/ 83702 h 93014"/>
                <a:gd name="csX79" fmla="*/ 44548 w 96362"/>
                <a:gd name="csY79" fmla="*/ 83207 h 93014"/>
                <a:gd name="csX80" fmla="*/ 43749 w 96362"/>
                <a:gd name="csY80" fmla="*/ 83314 h 93014"/>
                <a:gd name="csX81" fmla="*/ 43057 w 96362"/>
                <a:gd name="csY81" fmla="*/ 83991 h 93014"/>
                <a:gd name="csX82" fmla="*/ 42273 w 96362"/>
                <a:gd name="csY82" fmla="*/ 85193 h 93014"/>
                <a:gd name="csX83" fmla="*/ 42014 w 96362"/>
                <a:gd name="csY83" fmla="*/ 85543 h 93014"/>
                <a:gd name="csX84" fmla="*/ 41596 w 96362"/>
                <a:gd name="csY84" fmla="*/ 85870 h 93014"/>
                <a:gd name="csX85" fmla="*/ 41124 w 96362"/>
                <a:gd name="csY85" fmla="*/ 85962 h 93014"/>
                <a:gd name="csX86" fmla="*/ 41109 w 96362"/>
                <a:gd name="csY86" fmla="*/ 85391 h 93014"/>
                <a:gd name="csX87" fmla="*/ 39329 w 96362"/>
                <a:gd name="csY87" fmla="*/ 83002 h 93014"/>
                <a:gd name="csX88" fmla="*/ 36498 w 96362"/>
                <a:gd name="csY88" fmla="*/ 80133 h 93014"/>
                <a:gd name="csX89" fmla="*/ 25656 w 96362"/>
                <a:gd name="csY89" fmla="*/ 71323 h 93014"/>
                <a:gd name="csX90" fmla="*/ 21669 w 96362"/>
                <a:gd name="csY90" fmla="*/ 66050 h 93014"/>
                <a:gd name="csX91" fmla="*/ 19531 w 96362"/>
                <a:gd name="csY91" fmla="*/ 62253 h 93014"/>
                <a:gd name="csX92" fmla="*/ 17500 w 96362"/>
                <a:gd name="csY92" fmla="*/ 60275 h 93014"/>
                <a:gd name="csX93" fmla="*/ 11641 w 96362"/>
                <a:gd name="csY93" fmla="*/ 56227 h 93014"/>
                <a:gd name="csX94" fmla="*/ 10287 w 96362"/>
                <a:gd name="csY94" fmla="*/ 54614 h 93014"/>
                <a:gd name="csX95" fmla="*/ 4489 w 96362"/>
                <a:gd name="csY95" fmla="*/ 49197 h 93014"/>
                <a:gd name="csX96" fmla="*/ 61 w 96362"/>
                <a:gd name="csY96" fmla="*/ 46017 h 93014"/>
                <a:gd name="csX97" fmla="*/ 0 w 96362"/>
                <a:gd name="csY97" fmla="*/ 44662 h 93014"/>
                <a:gd name="csX98" fmla="*/ 1818 w 96362"/>
                <a:gd name="csY98" fmla="*/ 42973 h 93014"/>
                <a:gd name="csX99" fmla="*/ 2709 w 96362"/>
                <a:gd name="csY99" fmla="*/ 43057 h 93014"/>
                <a:gd name="csX100" fmla="*/ 3682 w 96362"/>
                <a:gd name="csY100" fmla="*/ 44259 h 93014"/>
                <a:gd name="csX101" fmla="*/ 5250 w 96362"/>
                <a:gd name="csY101" fmla="*/ 45636 h 93014"/>
                <a:gd name="csX102" fmla="*/ 5988 w 96362"/>
                <a:gd name="csY102" fmla="*/ 45644 h 93014"/>
                <a:gd name="csX103" fmla="*/ 7084 w 96362"/>
                <a:gd name="csY103" fmla="*/ 45005 h 93014"/>
                <a:gd name="csX104" fmla="*/ 7106 w 96362"/>
                <a:gd name="csY104" fmla="*/ 44365 h 93014"/>
                <a:gd name="csX105" fmla="*/ 13049 w 96362"/>
                <a:gd name="csY105" fmla="*/ 44107 h 93014"/>
                <a:gd name="csX106" fmla="*/ 14114 w 96362"/>
                <a:gd name="csY106" fmla="*/ 43749 h 93014"/>
                <a:gd name="csX107" fmla="*/ 15187 w 96362"/>
                <a:gd name="csY107" fmla="*/ 42753 h 93014"/>
                <a:gd name="csX108" fmla="*/ 15742 w 96362"/>
                <a:gd name="csY108" fmla="*/ 41352 h 93014"/>
                <a:gd name="csX109" fmla="*/ 15833 w 96362"/>
                <a:gd name="csY109" fmla="*/ 40013 h 93014"/>
                <a:gd name="csX110" fmla="*/ 16062 w 96362"/>
                <a:gd name="csY110" fmla="*/ 39047 h 93014"/>
                <a:gd name="csX111" fmla="*/ 17013 w 96362"/>
                <a:gd name="csY111" fmla="*/ 38111 h 93014"/>
                <a:gd name="csX112" fmla="*/ 18755 w 96362"/>
                <a:gd name="csY112" fmla="*/ 37822 h 93014"/>
                <a:gd name="csX113" fmla="*/ 20094 w 96362"/>
                <a:gd name="csY113" fmla="*/ 37723 h 93014"/>
                <a:gd name="csX114" fmla="*/ 20490 w 96362"/>
                <a:gd name="csY114" fmla="*/ 37092 h 93014"/>
                <a:gd name="csX115" fmla="*/ 20087 w 96362"/>
                <a:gd name="csY115" fmla="*/ 35045 h 93014"/>
                <a:gd name="csX116" fmla="*/ 19364 w 96362"/>
                <a:gd name="csY116" fmla="*/ 30069 h 93014"/>
                <a:gd name="csX117" fmla="*/ 19212 w 96362"/>
                <a:gd name="csY117" fmla="*/ 28677 h 93014"/>
                <a:gd name="csX118" fmla="*/ 19455 w 96362"/>
                <a:gd name="csY118" fmla="*/ 27642 h 93014"/>
                <a:gd name="csX119" fmla="*/ 20003 w 96362"/>
                <a:gd name="csY119" fmla="*/ 27269 h 93014"/>
                <a:gd name="csX120" fmla="*/ 22635 w 96362"/>
                <a:gd name="csY120" fmla="*/ 27018 h 93014"/>
                <a:gd name="csX121" fmla="*/ 27619 w 96362"/>
                <a:gd name="csY121" fmla="*/ 27437 h 93014"/>
                <a:gd name="csX122" fmla="*/ 28585 w 96362"/>
                <a:gd name="csY122" fmla="*/ 27125 h 93014"/>
                <a:gd name="csX123" fmla="*/ 30579 w 96362"/>
                <a:gd name="csY123" fmla="*/ 24294 h 93014"/>
                <a:gd name="csX124" fmla="*/ 32435 w 96362"/>
                <a:gd name="csY124" fmla="*/ 22217 h 93014"/>
                <a:gd name="csX125" fmla="*/ 33759 w 96362"/>
                <a:gd name="csY125" fmla="*/ 21281 h 93014"/>
                <a:gd name="csX126" fmla="*/ 34809 w 96362"/>
                <a:gd name="csY126" fmla="*/ 21000 h 93014"/>
                <a:gd name="csX127" fmla="*/ 36011 w 96362"/>
                <a:gd name="csY127" fmla="*/ 22848 h 93014"/>
                <a:gd name="csX128" fmla="*/ 40219 w 96362"/>
                <a:gd name="csY128" fmla="*/ 25496 h 93014"/>
                <a:gd name="csX129" fmla="*/ 40934 w 96362"/>
                <a:gd name="csY129" fmla="*/ 25329 h 93014"/>
                <a:gd name="csX130" fmla="*/ 41345 w 96362"/>
                <a:gd name="csY130" fmla="*/ 25184 h 93014"/>
                <a:gd name="csX131" fmla="*/ 41482 w 96362"/>
                <a:gd name="csY131" fmla="*/ 24804 h 93014"/>
                <a:gd name="csX132" fmla="*/ 41406 w 96362"/>
                <a:gd name="csY132" fmla="*/ 23587 h 93014"/>
                <a:gd name="csX133" fmla="*/ 42456 w 96362"/>
                <a:gd name="csY133" fmla="*/ 22476 h 93014"/>
                <a:gd name="csX134" fmla="*/ 44639 w 96362"/>
                <a:gd name="csY134" fmla="*/ 21479 h 93014"/>
                <a:gd name="csX135" fmla="*/ 46831 w 96362"/>
                <a:gd name="csY135" fmla="*/ 19721 h 93014"/>
                <a:gd name="csX136" fmla="*/ 49037 w 96362"/>
                <a:gd name="csY136" fmla="*/ 17195 h 93014"/>
                <a:gd name="csX137" fmla="*/ 50955 w 96362"/>
                <a:gd name="csY137" fmla="*/ 15712 h 93014"/>
                <a:gd name="csX138" fmla="*/ 52568 w 96362"/>
                <a:gd name="csY138" fmla="*/ 15270 h 93014"/>
                <a:gd name="csX139" fmla="*/ 53191 w 96362"/>
                <a:gd name="csY139" fmla="*/ 14586 h 93014"/>
                <a:gd name="csX140" fmla="*/ 52803 w 96362"/>
                <a:gd name="csY140" fmla="*/ 13650 h 93014"/>
                <a:gd name="csX141" fmla="*/ 52933 w 96362"/>
                <a:gd name="csY141" fmla="*/ 12318 h 93014"/>
                <a:gd name="csX142" fmla="*/ 53572 w 96362"/>
                <a:gd name="csY142" fmla="*/ 10599 h 93014"/>
                <a:gd name="csX143" fmla="*/ 54515 w 96362"/>
                <a:gd name="csY143" fmla="*/ 9602 h 93014"/>
                <a:gd name="csX144" fmla="*/ 55748 w 96362"/>
                <a:gd name="csY144" fmla="*/ 9328 h 93014"/>
                <a:gd name="csX145" fmla="*/ 56243 w 96362"/>
                <a:gd name="csY145" fmla="*/ 8788 h 93014"/>
                <a:gd name="csX146" fmla="*/ 55984 w 96362"/>
                <a:gd name="csY146" fmla="*/ 7974 h 93014"/>
                <a:gd name="csX147" fmla="*/ 56220 w 96362"/>
                <a:gd name="csY147" fmla="*/ 7084 h 93014"/>
                <a:gd name="csX148" fmla="*/ 57338 w 96362"/>
                <a:gd name="csY148" fmla="*/ 5615 h 93014"/>
                <a:gd name="csX149" fmla="*/ 60001 w 96362"/>
                <a:gd name="csY149" fmla="*/ 4360 h 93014"/>
                <a:gd name="csX150" fmla="*/ 61523 w 96362"/>
                <a:gd name="csY150" fmla="*/ 4778 h 93014"/>
                <a:gd name="csX151" fmla="*/ 62786 w 96362"/>
                <a:gd name="csY151" fmla="*/ 6467 h 93014"/>
                <a:gd name="csX152" fmla="*/ 64581 w 96362"/>
                <a:gd name="csY152" fmla="*/ 7616 h 93014"/>
                <a:gd name="csX153" fmla="*/ 66894 w 96362"/>
                <a:gd name="csY153" fmla="*/ 8225 h 93014"/>
                <a:gd name="csX154" fmla="*/ 68690 w 96362"/>
                <a:gd name="csY154" fmla="*/ 8004 h 93014"/>
                <a:gd name="csX155" fmla="*/ 69968 w 96362"/>
                <a:gd name="csY155" fmla="*/ 6947 h 93014"/>
                <a:gd name="csX156" fmla="*/ 71117 w 96362"/>
                <a:gd name="csY156" fmla="*/ 6627 h 93014"/>
                <a:gd name="csX157" fmla="*/ 72137 w 96362"/>
                <a:gd name="csY157" fmla="*/ 7045 h 93014"/>
                <a:gd name="csX158" fmla="*/ 72677 w 96362"/>
                <a:gd name="csY158" fmla="*/ 6802 h 93014"/>
                <a:gd name="csX159" fmla="*/ 72738 w 96362"/>
                <a:gd name="csY159" fmla="*/ 5920 h 93014"/>
                <a:gd name="csX160" fmla="*/ 73263 w 96362"/>
                <a:gd name="csY160" fmla="*/ 5714 h 93014"/>
                <a:gd name="csX161" fmla="*/ 74267 w 96362"/>
                <a:gd name="csY161" fmla="*/ 6193 h 93014"/>
                <a:gd name="csX162" fmla="*/ 75150 w 96362"/>
                <a:gd name="csY162" fmla="*/ 6315 h 93014"/>
                <a:gd name="csX163" fmla="*/ 75926 w 96362"/>
                <a:gd name="csY163" fmla="*/ 6087 h 93014"/>
                <a:gd name="csX164" fmla="*/ 76230 w 96362"/>
                <a:gd name="csY164" fmla="*/ 5653 h 93014"/>
                <a:gd name="csX165" fmla="*/ 76390 w 96362"/>
                <a:gd name="csY165" fmla="*/ 5204 h 93014"/>
                <a:gd name="csX166" fmla="*/ 76968 w 96362"/>
                <a:gd name="csY166" fmla="*/ 4877 h 93014"/>
                <a:gd name="csX167" fmla="*/ 78969 w 96362"/>
                <a:gd name="csY167" fmla="*/ 5204 h 93014"/>
                <a:gd name="csX168" fmla="*/ 81206 w 96362"/>
                <a:gd name="csY168" fmla="*/ 4695 h 93014"/>
                <a:gd name="csX169" fmla="*/ 83694 w 96362"/>
                <a:gd name="csY169" fmla="*/ 3333 h 93014"/>
                <a:gd name="csX170" fmla="*/ 85345 w 96362"/>
                <a:gd name="csY170" fmla="*/ 2739 h 93014"/>
                <a:gd name="csX171" fmla="*/ 86159 w 96362"/>
                <a:gd name="csY171" fmla="*/ 2891 h 93014"/>
                <a:gd name="csX172" fmla="*/ 87133 w 96362"/>
                <a:gd name="csY172" fmla="*/ 2207 h 93014"/>
                <a:gd name="csX173" fmla="*/ 88267 w 96362"/>
                <a:gd name="csY173" fmla="*/ 685 h 93014"/>
                <a:gd name="csX174" fmla="*/ 90862 w 96362"/>
                <a:gd name="csY174" fmla="*/ 0 h 930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96362" h="93014">
                  <a:moveTo>
                    <a:pt x="96362" y="327"/>
                  </a:moveTo>
                  <a:lnTo>
                    <a:pt x="95769" y="1134"/>
                  </a:lnTo>
                  <a:lnTo>
                    <a:pt x="95115" y="1666"/>
                  </a:lnTo>
                  <a:lnTo>
                    <a:pt x="93753" y="4291"/>
                  </a:lnTo>
                  <a:lnTo>
                    <a:pt x="93281" y="4527"/>
                  </a:lnTo>
                  <a:lnTo>
                    <a:pt x="93182" y="2587"/>
                  </a:lnTo>
                  <a:lnTo>
                    <a:pt x="92368" y="2328"/>
                  </a:lnTo>
                  <a:lnTo>
                    <a:pt x="91417" y="3021"/>
                  </a:lnTo>
                  <a:lnTo>
                    <a:pt x="90892" y="4017"/>
                  </a:lnTo>
                  <a:lnTo>
                    <a:pt x="91721" y="5311"/>
                  </a:lnTo>
                  <a:lnTo>
                    <a:pt x="92452" y="5334"/>
                  </a:lnTo>
                  <a:lnTo>
                    <a:pt x="93334" y="5691"/>
                  </a:lnTo>
                  <a:lnTo>
                    <a:pt x="95716" y="14654"/>
                  </a:lnTo>
                  <a:lnTo>
                    <a:pt x="95206" y="16252"/>
                  </a:lnTo>
                  <a:lnTo>
                    <a:pt x="93730" y="18740"/>
                  </a:lnTo>
                  <a:lnTo>
                    <a:pt x="92330" y="20847"/>
                  </a:lnTo>
                  <a:lnTo>
                    <a:pt x="90922" y="22171"/>
                  </a:lnTo>
                  <a:lnTo>
                    <a:pt x="89180" y="27802"/>
                  </a:lnTo>
                  <a:lnTo>
                    <a:pt x="87613" y="36940"/>
                  </a:lnTo>
                  <a:lnTo>
                    <a:pt x="88739" y="45134"/>
                  </a:lnTo>
                  <a:lnTo>
                    <a:pt x="88168" y="52705"/>
                  </a:lnTo>
                  <a:lnTo>
                    <a:pt x="88670" y="54485"/>
                  </a:lnTo>
                  <a:lnTo>
                    <a:pt x="88815" y="56707"/>
                  </a:lnTo>
                  <a:lnTo>
                    <a:pt x="87658" y="57110"/>
                  </a:lnTo>
                  <a:lnTo>
                    <a:pt x="87004" y="57041"/>
                  </a:lnTo>
                  <a:lnTo>
                    <a:pt x="86334" y="55679"/>
                  </a:lnTo>
                  <a:lnTo>
                    <a:pt x="86410" y="54477"/>
                  </a:lnTo>
                  <a:lnTo>
                    <a:pt x="87103" y="53070"/>
                  </a:lnTo>
                  <a:lnTo>
                    <a:pt x="87384" y="51160"/>
                  </a:lnTo>
                  <a:lnTo>
                    <a:pt x="87057" y="50163"/>
                  </a:lnTo>
                  <a:lnTo>
                    <a:pt x="86372" y="52339"/>
                  </a:lnTo>
                  <a:lnTo>
                    <a:pt x="85170" y="53313"/>
                  </a:lnTo>
                  <a:lnTo>
                    <a:pt x="84387" y="53656"/>
                  </a:lnTo>
                  <a:lnTo>
                    <a:pt x="83626" y="54751"/>
                  </a:lnTo>
                  <a:lnTo>
                    <a:pt x="84432" y="56821"/>
                  </a:lnTo>
                  <a:lnTo>
                    <a:pt x="85475" y="58335"/>
                  </a:lnTo>
                  <a:lnTo>
                    <a:pt x="85825" y="59415"/>
                  </a:lnTo>
                  <a:lnTo>
                    <a:pt x="85437" y="60709"/>
                  </a:lnTo>
                  <a:lnTo>
                    <a:pt x="85201" y="65122"/>
                  </a:lnTo>
                  <a:lnTo>
                    <a:pt x="84828" y="65000"/>
                  </a:lnTo>
                  <a:lnTo>
                    <a:pt x="84447" y="64406"/>
                  </a:lnTo>
                  <a:lnTo>
                    <a:pt x="83344" y="64361"/>
                  </a:lnTo>
                  <a:lnTo>
                    <a:pt x="83215" y="66141"/>
                  </a:lnTo>
                  <a:lnTo>
                    <a:pt x="83299" y="67130"/>
                  </a:lnTo>
                  <a:lnTo>
                    <a:pt x="82363" y="67899"/>
                  </a:lnTo>
                  <a:lnTo>
                    <a:pt x="82028" y="68660"/>
                  </a:lnTo>
                  <a:lnTo>
                    <a:pt x="82796" y="69208"/>
                  </a:lnTo>
                  <a:lnTo>
                    <a:pt x="83641" y="69527"/>
                  </a:lnTo>
                  <a:lnTo>
                    <a:pt x="84683" y="69451"/>
                  </a:lnTo>
                  <a:lnTo>
                    <a:pt x="85535" y="71635"/>
                  </a:lnTo>
                  <a:lnTo>
                    <a:pt x="85809" y="73407"/>
                  </a:lnTo>
                  <a:lnTo>
                    <a:pt x="83816" y="75043"/>
                  </a:lnTo>
                  <a:lnTo>
                    <a:pt x="83146" y="76398"/>
                  </a:lnTo>
                  <a:lnTo>
                    <a:pt x="82020" y="78041"/>
                  </a:lnTo>
                  <a:lnTo>
                    <a:pt x="81381" y="79654"/>
                  </a:lnTo>
                  <a:lnTo>
                    <a:pt x="81191" y="80811"/>
                  </a:lnTo>
                  <a:lnTo>
                    <a:pt x="81967" y="84478"/>
                  </a:lnTo>
                  <a:lnTo>
                    <a:pt x="83329" y="87080"/>
                  </a:lnTo>
                  <a:lnTo>
                    <a:pt x="84478" y="88731"/>
                  </a:lnTo>
                  <a:lnTo>
                    <a:pt x="86015" y="89089"/>
                  </a:lnTo>
                  <a:lnTo>
                    <a:pt x="85657" y="90823"/>
                  </a:lnTo>
                  <a:lnTo>
                    <a:pt x="84501" y="91927"/>
                  </a:lnTo>
                  <a:lnTo>
                    <a:pt x="82401" y="92847"/>
                  </a:lnTo>
                  <a:lnTo>
                    <a:pt x="80095" y="93015"/>
                  </a:lnTo>
                  <a:lnTo>
                    <a:pt x="76321" y="92147"/>
                  </a:lnTo>
                  <a:lnTo>
                    <a:pt x="74777" y="92048"/>
                  </a:lnTo>
                  <a:lnTo>
                    <a:pt x="74176" y="91584"/>
                  </a:lnTo>
                  <a:lnTo>
                    <a:pt x="73993" y="90732"/>
                  </a:lnTo>
                  <a:lnTo>
                    <a:pt x="72913" y="89446"/>
                  </a:lnTo>
                  <a:lnTo>
                    <a:pt x="70935" y="87734"/>
                  </a:lnTo>
                  <a:lnTo>
                    <a:pt x="69793" y="87856"/>
                  </a:lnTo>
                  <a:lnTo>
                    <a:pt x="67929" y="87483"/>
                  </a:lnTo>
                  <a:lnTo>
                    <a:pt x="64833" y="86319"/>
                  </a:lnTo>
                  <a:lnTo>
                    <a:pt x="63402" y="86174"/>
                  </a:lnTo>
                  <a:lnTo>
                    <a:pt x="61348" y="87171"/>
                  </a:lnTo>
                  <a:lnTo>
                    <a:pt x="58959" y="88480"/>
                  </a:lnTo>
                  <a:lnTo>
                    <a:pt x="53199" y="86441"/>
                  </a:lnTo>
                  <a:lnTo>
                    <a:pt x="49151" y="85003"/>
                  </a:lnTo>
                  <a:lnTo>
                    <a:pt x="45514" y="83702"/>
                  </a:lnTo>
                  <a:lnTo>
                    <a:pt x="44548" y="83207"/>
                  </a:lnTo>
                  <a:lnTo>
                    <a:pt x="43749" y="83314"/>
                  </a:lnTo>
                  <a:lnTo>
                    <a:pt x="43057" y="83991"/>
                  </a:lnTo>
                  <a:lnTo>
                    <a:pt x="42273" y="85193"/>
                  </a:lnTo>
                  <a:lnTo>
                    <a:pt x="42014" y="85543"/>
                  </a:lnTo>
                  <a:lnTo>
                    <a:pt x="41596" y="85870"/>
                  </a:lnTo>
                  <a:lnTo>
                    <a:pt x="41124" y="85962"/>
                  </a:lnTo>
                  <a:lnTo>
                    <a:pt x="41109" y="85391"/>
                  </a:lnTo>
                  <a:lnTo>
                    <a:pt x="39329" y="83002"/>
                  </a:lnTo>
                  <a:lnTo>
                    <a:pt x="36498" y="80133"/>
                  </a:lnTo>
                  <a:lnTo>
                    <a:pt x="25656" y="71323"/>
                  </a:lnTo>
                  <a:lnTo>
                    <a:pt x="21669" y="66050"/>
                  </a:lnTo>
                  <a:lnTo>
                    <a:pt x="19531" y="62253"/>
                  </a:lnTo>
                  <a:lnTo>
                    <a:pt x="17500" y="60275"/>
                  </a:lnTo>
                  <a:lnTo>
                    <a:pt x="11641" y="56227"/>
                  </a:lnTo>
                  <a:lnTo>
                    <a:pt x="10287" y="54614"/>
                  </a:lnTo>
                  <a:lnTo>
                    <a:pt x="4489" y="49197"/>
                  </a:lnTo>
                  <a:lnTo>
                    <a:pt x="61" y="46017"/>
                  </a:lnTo>
                  <a:lnTo>
                    <a:pt x="0" y="44662"/>
                  </a:lnTo>
                  <a:lnTo>
                    <a:pt x="1818" y="42973"/>
                  </a:lnTo>
                  <a:lnTo>
                    <a:pt x="2709" y="43057"/>
                  </a:lnTo>
                  <a:lnTo>
                    <a:pt x="3682" y="44259"/>
                  </a:lnTo>
                  <a:lnTo>
                    <a:pt x="5250" y="45636"/>
                  </a:lnTo>
                  <a:lnTo>
                    <a:pt x="5988" y="45644"/>
                  </a:lnTo>
                  <a:lnTo>
                    <a:pt x="7084" y="45005"/>
                  </a:lnTo>
                  <a:lnTo>
                    <a:pt x="7106" y="44365"/>
                  </a:lnTo>
                  <a:lnTo>
                    <a:pt x="13049" y="44107"/>
                  </a:lnTo>
                  <a:lnTo>
                    <a:pt x="14114" y="43749"/>
                  </a:lnTo>
                  <a:lnTo>
                    <a:pt x="15187" y="42753"/>
                  </a:lnTo>
                  <a:lnTo>
                    <a:pt x="15742" y="41352"/>
                  </a:lnTo>
                  <a:lnTo>
                    <a:pt x="15833" y="40013"/>
                  </a:lnTo>
                  <a:lnTo>
                    <a:pt x="16062" y="39047"/>
                  </a:lnTo>
                  <a:lnTo>
                    <a:pt x="17013" y="38111"/>
                  </a:lnTo>
                  <a:lnTo>
                    <a:pt x="18755" y="37822"/>
                  </a:lnTo>
                  <a:lnTo>
                    <a:pt x="20094" y="37723"/>
                  </a:lnTo>
                  <a:lnTo>
                    <a:pt x="20490" y="37092"/>
                  </a:lnTo>
                  <a:lnTo>
                    <a:pt x="20087" y="35045"/>
                  </a:lnTo>
                  <a:lnTo>
                    <a:pt x="19364" y="30069"/>
                  </a:lnTo>
                  <a:lnTo>
                    <a:pt x="19212" y="28677"/>
                  </a:lnTo>
                  <a:lnTo>
                    <a:pt x="19455" y="27642"/>
                  </a:lnTo>
                  <a:lnTo>
                    <a:pt x="20003" y="27269"/>
                  </a:lnTo>
                  <a:lnTo>
                    <a:pt x="22635" y="27018"/>
                  </a:lnTo>
                  <a:lnTo>
                    <a:pt x="27619" y="27437"/>
                  </a:lnTo>
                  <a:lnTo>
                    <a:pt x="28585" y="27125"/>
                  </a:lnTo>
                  <a:lnTo>
                    <a:pt x="30579" y="24294"/>
                  </a:lnTo>
                  <a:lnTo>
                    <a:pt x="32435" y="22217"/>
                  </a:lnTo>
                  <a:lnTo>
                    <a:pt x="33759" y="21281"/>
                  </a:lnTo>
                  <a:lnTo>
                    <a:pt x="34809" y="21000"/>
                  </a:lnTo>
                  <a:lnTo>
                    <a:pt x="36011" y="22848"/>
                  </a:lnTo>
                  <a:lnTo>
                    <a:pt x="40219" y="25496"/>
                  </a:lnTo>
                  <a:lnTo>
                    <a:pt x="40934" y="25329"/>
                  </a:lnTo>
                  <a:lnTo>
                    <a:pt x="41345" y="25184"/>
                  </a:lnTo>
                  <a:lnTo>
                    <a:pt x="41482" y="24804"/>
                  </a:lnTo>
                  <a:lnTo>
                    <a:pt x="41406" y="23587"/>
                  </a:lnTo>
                  <a:lnTo>
                    <a:pt x="42456" y="22476"/>
                  </a:lnTo>
                  <a:lnTo>
                    <a:pt x="44639" y="21479"/>
                  </a:lnTo>
                  <a:lnTo>
                    <a:pt x="46831" y="19721"/>
                  </a:lnTo>
                  <a:lnTo>
                    <a:pt x="49037" y="17195"/>
                  </a:lnTo>
                  <a:lnTo>
                    <a:pt x="50955" y="15712"/>
                  </a:lnTo>
                  <a:lnTo>
                    <a:pt x="52568" y="15270"/>
                  </a:lnTo>
                  <a:lnTo>
                    <a:pt x="53191" y="14586"/>
                  </a:lnTo>
                  <a:lnTo>
                    <a:pt x="52803" y="13650"/>
                  </a:lnTo>
                  <a:lnTo>
                    <a:pt x="52933" y="12318"/>
                  </a:lnTo>
                  <a:lnTo>
                    <a:pt x="53572" y="10599"/>
                  </a:lnTo>
                  <a:lnTo>
                    <a:pt x="54515" y="9602"/>
                  </a:lnTo>
                  <a:lnTo>
                    <a:pt x="55748" y="9328"/>
                  </a:lnTo>
                  <a:lnTo>
                    <a:pt x="56243" y="8788"/>
                  </a:lnTo>
                  <a:lnTo>
                    <a:pt x="55984" y="7974"/>
                  </a:lnTo>
                  <a:lnTo>
                    <a:pt x="56220" y="7084"/>
                  </a:lnTo>
                  <a:lnTo>
                    <a:pt x="57338" y="5615"/>
                  </a:lnTo>
                  <a:lnTo>
                    <a:pt x="60001" y="4360"/>
                  </a:lnTo>
                  <a:lnTo>
                    <a:pt x="61523" y="4778"/>
                  </a:lnTo>
                  <a:lnTo>
                    <a:pt x="62786" y="6467"/>
                  </a:lnTo>
                  <a:lnTo>
                    <a:pt x="64581" y="7616"/>
                  </a:lnTo>
                  <a:lnTo>
                    <a:pt x="66894" y="8225"/>
                  </a:lnTo>
                  <a:lnTo>
                    <a:pt x="68690" y="8004"/>
                  </a:lnTo>
                  <a:lnTo>
                    <a:pt x="69968" y="6947"/>
                  </a:lnTo>
                  <a:lnTo>
                    <a:pt x="71117" y="6627"/>
                  </a:lnTo>
                  <a:lnTo>
                    <a:pt x="72137" y="7045"/>
                  </a:lnTo>
                  <a:lnTo>
                    <a:pt x="72677" y="6802"/>
                  </a:lnTo>
                  <a:lnTo>
                    <a:pt x="72738" y="5920"/>
                  </a:lnTo>
                  <a:lnTo>
                    <a:pt x="73263" y="5714"/>
                  </a:lnTo>
                  <a:lnTo>
                    <a:pt x="74267" y="6193"/>
                  </a:lnTo>
                  <a:lnTo>
                    <a:pt x="75150" y="6315"/>
                  </a:lnTo>
                  <a:lnTo>
                    <a:pt x="75926" y="6087"/>
                  </a:lnTo>
                  <a:lnTo>
                    <a:pt x="76230" y="5653"/>
                  </a:lnTo>
                  <a:lnTo>
                    <a:pt x="76390" y="5204"/>
                  </a:lnTo>
                  <a:lnTo>
                    <a:pt x="76968" y="4877"/>
                  </a:lnTo>
                  <a:lnTo>
                    <a:pt x="78969" y="5204"/>
                  </a:lnTo>
                  <a:lnTo>
                    <a:pt x="81206" y="4695"/>
                  </a:lnTo>
                  <a:lnTo>
                    <a:pt x="83694" y="3333"/>
                  </a:lnTo>
                  <a:lnTo>
                    <a:pt x="85345" y="2739"/>
                  </a:lnTo>
                  <a:lnTo>
                    <a:pt x="86159" y="2891"/>
                  </a:lnTo>
                  <a:lnTo>
                    <a:pt x="87133" y="2207"/>
                  </a:lnTo>
                  <a:lnTo>
                    <a:pt x="88267" y="685"/>
                  </a:lnTo>
                  <a:lnTo>
                    <a:pt x="90862" y="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85" name="Freeform: Shape 2284">
              <a:extLst>
                <a:ext uri="{FF2B5EF4-FFF2-40B4-BE49-F238E27FC236}">
                  <a16:creationId xmlns:a16="http://schemas.microsoft.com/office/drawing/2014/main" id="{DC674880-F174-DB8A-C805-D95A0387EB0E}"/>
                </a:ext>
              </a:extLst>
            </p:cNvPr>
            <p:cNvSpPr/>
            <p:nvPr/>
          </p:nvSpPr>
          <p:spPr>
            <a:xfrm>
              <a:off x="9645420" y="3649016"/>
              <a:ext cx="82134" cy="99938"/>
            </a:xfrm>
            <a:custGeom>
              <a:avLst/>
              <a:gdLst>
                <a:gd name="csX0" fmla="*/ 40181 w 82134"/>
                <a:gd name="csY0" fmla="*/ 8871 h 99938"/>
                <a:gd name="csX1" fmla="*/ 39276 w 82134"/>
                <a:gd name="csY1" fmla="*/ 8377 h 99938"/>
                <a:gd name="csX2" fmla="*/ 44076 w 82134"/>
                <a:gd name="csY2" fmla="*/ 6954 h 99938"/>
                <a:gd name="csX3" fmla="*/ 47112 w 82134"/>
                <a:gd name="csY3" fmla="*/ 6520 h 99938"/>
                <a:gd name="csX4" fmla="*/ 47652 w 82134"/>
                <a:gd name="csY4" fmla="*/ 6711 h 99938"/>
                <a:gd name="csX5" fmla="*/ 42167 w 82134"/>
                <a:gd name="csY5" fmla="*/ 8582 h 99938"/>
                <a:gd name="csX6" fmla="*/ 40181 w 82134"/>
                <a:gd name="csY6" fmla="*/ 8871 h 99938"/>
                <a:gd name="csX7" fmla="*/ 50841 w 82134"/>
                <a:gd name="csY7" fmla="*/ 6559 h 99938"/>
                <a:gd name="csX8" fmla="*/ 55056 w 82134"/>
                <a:gd name="csY8" fmla="*/ 5973 h 99938"/>
                <a:gd name="csX9" fmla="*/ 55033 w 82134"/>
                <a:gd name="csY9" fmla="*/ 5752 h 99938"/>
                <a:gd name="csX10" fmla="*/ 53922 w 82134"/>
                <a:gd name="csY10" fmla="*/ 5394 h 99938"/>
                <a:gd name="csX11" fmla="*/ 50331 w 82134"/>
                <a:gd name="csY11" fmla="*/ 5455 h 99938"/>
                <a:gd name="csX12" fmla="*/ 49182 w 82134"/>
                <a:gd name="csY12" fmla="*/ 5706 h 99938"/>
                <a:gd name="csX13" fmla="*/ 49418 w 82134"/>
                <a:gd name="csY13" fmla="*/ 6125 h 99938"/>
                <a:gd name="csX14" fmla="*/ 50841 w 82134"/>
                <a:gd name="csY14" fmla="*/ 6559 h 99938"/>
                <a:gd name="csX15" fmla="*/ 63684 w 82134"/>
                <a:gd name="csY15" fmla="*/ 4116 h 99938"/>
                <a:gd name="csX16" fmla="*/ 62778 w 82134"/>
                <a:gd name="csY16" fmla="*/ 3964 h 99938"/>
                <a:gd name="csX17" fmla="*/ 60146 w 82134"/>
                <a:gd name="csY17" fmla="*/ 4725 h 99938"/>
                <a:gd name="csX18" fmla="*/ 59963 w 82134"/>
                <a:gd name="csY18" fmla="*/ 5075 h 99938"/>
                <a:gd name="csX19" fmla="*/ 60694 w 82134"/>
                <a:gd name="csY19" fmla="*/ 5334 h 99938"/>
                <a:gd name="csX20" fmla="*/ 63684 w 82134"/>
                <a:gd name="csY20" fmla="*/ 4116 h 99938"/>
                <a:gd name="csX21" fmla="*/ 37533 w 82134"/>
                <a:gd name="csY21" fmla="*/ 11360 h 99938"/>
                <a:gd name="csX22" fmla="*/ 35791 w 82134"/>
                <a:gd name="csY22" fmla="*/ 11284 h 99938"/>
                <a:gd name="csX23" fmla="*/ 33250 w 82134"/>
                <a:gd name="csY23" fmla="*/ 13559 h 99938"/>
                <a:gd name="csX24" fmla="*/ 33584 w 82134"/>
                <a:gd name="csY24" fmla="*/ 13977 h 99938"/>
                <a:gd name="csX25" fmla="*/ 37533 w 82134"/>
                <a:gd name="csY25" fmla="*/ 11360 h 99938"/>
                <a:gd name="csX26" fmla="*/ 73666 w 82134"/>
                <a:gd name="csY26" fmla="*/ 0 h 99938"/>
                <a:gd name="csX27" fmla="*/ 72677 w 82134"/>
                <a:gd name="csY27" fmla="*/ 0 h 99938"/>
                <a:gd name="csX28" fmla="*/ 70843 w 82134"/>
                <a:gd name="csY28" fmla="*/ 715 h 99938"/>
                <a:gd name="csX29" fmla="*/ 70273 w 82134"/>
                <a:gd name="csY29" fmla="*/ 1666 h 99938"/>
                <a:gd name="csX30" fmla="*/ 72251 w 82134"/>
                <a:gd name="csY30" fmla="*/ 1545 h 99938"/>
                <a:gd name="csX31" fmla="*/ 73666 w 82134"/>
                <a:gd name="csY31" fmla="*/ 0 h 99938"/>
                <a:gd name="csX32" fmla="*/ 14099 w 82134"/>
                <a:gd name="csY32" fmla="*/ 78056 h 99938"/>
                <a:gd name="csX33" fmla="*/ 11375 w 82134"/>
                <a:gd name="csY33" fmla="*/ 79471 h 99938"/>
                <a:gd name="csX34" fmla="*/ 7814 w 82134"/>
                <a:gd name="csY34" fmla="*/ 78977 h 99938"/>
                <a:gd name="csX35" fmla="*/ 5106 w 82134"/>
                <a:gd name="csY35" fmla="*/ 77942 h 99938"/>
                <a:gd name="csX36" fmla="*/ 1613 w 82134"/>
                <a:gd name="csY36" fmla="*/ 78140 h 99938"/>
                <a:gd name="csX37" fmla="*/ 0 w 82134"/>
                <a:gd name="csY37" fmla="*/ 78680 h 99938"/>
                <a:gd name="csX38" fmla="*/ 639 w 82134"/>
                <a:gd name="csY38" fmla="*/ 81632 h 99938"/>
                <a:gd name="csX39" fmla="*/ 1126 w 82134"/>
                <a:gd name="csY39" fmla="*/ 82568 h 99938"/>
                <a:gd name="csX40" fmla="*/ 1758 w 82134"/>
                <a:gd name="csY40" fmla="*/ 83177 h 99938"/>
                <a:gd name="csX41" fmla="*/ 2595 w 82134"/>
                <a:gd name="csY41" fmla="*/ 83298 h 99938"/>
                <a:gd name="csX42" fmla="*/ 3561 w 82134"/>
                <a:gd name="csY42" fmla="*/ 82568 h 99938"/>
                <a:gd name="csX43" fmla="*/ 4908 w 82134"/>
                <a:gd name="csY43" fmla="*/ 81800 h 99938"/>
                <a:gd name="csX44" fmla="*/ 7076 w 82134"/>
                <a:gd name="csY44" fmla="*/ 82157 h 99938"/>
                <a:gd name="csX45" fmla="*/ 8651 w 82134"/>
                <a:gd name="csY45" fmla="*/ 82865 h 99938"/>
                <a:gd name="csX46" fmla="*/ 9214 w 82134"/>
                <a:gd name="csY46" fmla="*/ 83603 h 99938"/>
                <a:gd name="csX47" fmla="*/ 10257 w 82134"/>
                <a:gd name="csY47" fmla="*/ 84303 h 99938"/>
                <a:gd name="csX48" fmla="*/ 11778 w 82134"/>
                <a:gd name="csY48" fmla="*/ 84470 h 99938"/>
                <a:gd name="csX49" fmla="*/ 14723 w 82134"/>
                <a:gd name="csY49" fmla="*/ 83131 h 99938"/>
                <a:gd name="csX50" fmla="*/ 17553 w 82134"/>
                <a:gd name="csY50" fmla="*/ 81085 h 99938"/>
                <a:gd name="csX51" fmla="*/ 18382 w 82134"/>
                <a:gd name="csY51" fmla="*/ 79662 h 99938"/>
                <a:gd name="csX52" fmla="*/ 18694 w 82134"/>
                <a:gd name="csY52" fmla="*/ 78376 h 99938"/>
                <a:gd name="csX53" fmla="*/ 16244 w 82134"/>
                <a:gd name="csY53" fmla="*/ 79258 h 99938"/>
                <a:gd name="csX54" fmla="*/ 14099 w 82134"/>
                <a:gd name="csY54" fmla="*/ 78056 h 99938"/>
                <a:gd name="csX55" fmla="*/ 82135 w 82134"/>
                <a:gd name="csY55" fmla="*/ 12280 h 99938"/>
                <a:gd name="csX56" fmla="*/ 79160 w 82134"/>
                <a:gd name="csY56" fmla="*/ 11633 h 99938"/>
                <a:gd name="csX57" fmla="*/ 77242 w 82134"/>
                <a:gd name="csY57" fmla="*/ 10682 h 99938"/>
                <a:gd name="csX58" fmla="*/ 76048 w 82134"/>
                <a:gd name="csY58" fmla="*/ 8963 h 99938"/>
                <a:gd name="csX59" fmla="*/ 73993 w 82134"/>
                <a:gd name="csY59" fmla="*/ 6612 h 99938"/>
                <a:gd name="csX60" fmla="*/ 68599 w 82134"/>
                <a:gd name="csY60" fmla="*/ 6855 h 99938"/>
                <a:gd name="csX61" fmla="*/ 64110 w 82134"/>
                <a:gd name="csY61" fmla="*/ 7532 h 99938"/>
                <a:gd name="csX62" fmla="*/ 57894 w 82134"/>
                <a:gd name="csY62" fmla="*/ 7821 h 99938"/>
                <a:gd name="csX63" fmla="*/ 53869 w 82134"/>
                <a:gd name="csY63" fmla="*/ 8963 h 99938"/>
                <a:gd name="csX64" fmla="*/ 46580 w 82134"/>
                <a:gd name="csY64" fmla="*/ 12767 h 99938"/>
                <a:gd name="csX65" fmla="*/ 44746 w 82134"/>
                <a:gd name="csY65" fmla="*/ 14707 h 99938"/>
                <a:gd name="csX66" fmla="*/ 42874 w 82134"/>
                <a:gd name="csY66" fmla="*/ 18884 h 99938"/>
                <a:gd name="csX67" fmla="*/ 36529 w 82134"/>
                <a:gd name="csY67" fmla="*/ 23693 h 99938"/>
                <a:gd name="csX68" fmla="*/ 32831 w 82134"/>
                <a:gd name="csY68" fmla="*/ 25542 h 99938"/>
                <a:gd name="csX69" fmla="*/ 31789 w 82134"/>
                <a:gd name="csY69" fmla="*/ 24834 h 99938"/>
                <a:gd name="csX70" fmla="*/ 30290 w 82134"/>
                <a:gd name="csY70" fmla="*/ 24370 h 99938"/>
                <a:gd name="csX71" fmla="*/ 29095 w 82134"/>
                <a:gd name="csY71" fmla="*/ 26812 h 99938"/>
                <a:gd name="csX72" fmla="*/ 28357 w 82134"/>
                <a:gd name="csY72" fmla="*/ 29011 h 99938"/>
                <a:gd name="csX73" fmla="*/ 25877 w 82134"/>
                <a:gd name="csY73" fmla="*/ 41893 h 99938"/>
                <a:gd name="csX74" fmla="*/ 24188 w 82134"/>
                <a:gd name="csY74" fmla="*/ 46549 h 99938"/>
                <a:gd name="csX75" fmla="*/ 21913 w 82134"/>
                <a:gd name="csY75" fmla="*/ 50460 h 99938"/>
                <a:gd name="csX76" fmla="*/ 18337 w 82134"/>
                <a:gd name="csY76" fmla="*/ 55238 h 99938"/>
                <a:gd name="csX77" fmla="*/ 16693 w 82134"/>
                <a:gd name="csY77" fmla="*/ 56866 h 99938"/>
                <a:gd name="csX78" fmla="*/ 15689 w 82134"/>
                <a:gd name="csY78" fmla="*/ 57483 h 99938"/>
                <a:gd name="csX79" fmla="*/ 14433 w 82134"/>
                <a:gd name="csY79" fmla="*/ 59780 h 99938"/>
                <a:gd name="csX80" fmla="*/ 13429 w 82134"/>
                <a:gd name="csY80" fmla="*/ 62535 h 99938"/>
                <a:gd name="csX81" fmla="*/ 12744 w 82134"/>
                <a:gd name="csY81" fmla="*/ 63821 h 99938"/>
                <a:gd name="csX82" fmla="*/ 16754 w 82134"/>
                <a:gd name="csY82" fmla="*/ 68553 h 99938"/>
                <a:gd name="csX83" fmla="*/ 17256 w 82134"/>
                <a:gd name="csY83" fmla="*/ 69907 h 99938"/>
                <a:gd name="csX84" fmla="*/ 17781 w 82134"/>
                <a:gd name="csY84" fmla="*/ 70699 h 99938"/>
                <a:gd name="csX85" fmla="*/ 13985 w 82134"/>
                <a:gd name="csY85" fmla="*/ 71193 h 99938"/>
                <a:gd name="csX86" fmla="*/ 15598 w 82134"/>
                <a:gd name="csY86" fmla="*/ 72722 h 99938"/>
                <a:gd name="csX87" fmla="*/ 17629 w 82134"/>
                <a:gd name="csY87" fmla="*/ 73818 h 99938"/>
                <a:gd name="csX88" fmla="*/ 18991 w 82134"/>
                <a:gd name="csY88" fmla="*/ 74343 h 99938"/>
                <a:gd name="csX89" fmla="*/ 19737 w 82134"/>
                <a:gd name="csY89" fmla="*/ 75446 h 99938"/>
                <a:gd name="csX90" fmla="*/ 18276 w 82134"/>
                <a:gd name="csY90" fmla="*/ 75956 h 99938"/>
                <a:gd name="csX91" fmla="*/ 16899 w 82134"/>
                <a:gd name="csY91" fmla="*/ 75987 h 99938"/>
                <a:gd name="csX92" fmla="*/ 11451 w 82134"/>
                <a:gd name="csY92" fmla="*/ 71931 h 99938"/>
                <a:gd name="csX93" fmla="*/ 8423 w 82134"/>
                <a:gd name="csY93" fmla="*/ 71186 h 99938"/>
                <a:gd name="csX94" fmla="*/ 4253 w 82134"/>
                <a:gd name="csY94" fmla="*/ 71421 h 99938"/>
                <a:gd name="csX95" fmla="*/ 3203 w 82134"/>
                <a:gd name="csY95" fmla="*/ 71848 h 99938"/>
                <a:gd name="csX96" fmla="*/ 2123 w 82134"/>
                <a:gd name="csY96" fmla="*/ 73080 h 99938"/>
                <a:gd name="csX97" fmla="*/ 3652 w 82134"/>
                <a:gd name="csY97" fmla="*/ 74952 h 99938"/>
                <a:gd name="csX98" fmla="*/ 5067 w 82134"/>
                <a:gd name="csY98" fmla="*/ 76055 h 99938"/>
                <a:gd name="csX99" fmla="*/ 7342 w 82134"/>
                <a:gd name="csY99" fmla="*/ 76200 h 99938"/>
                <a:gd name="csX100" fmla="*/ 10081 w 82134"/>
                <a:gd name="csY100" fmla="*/ 77584 h 99938"/>
                <a:gd name="csX101" fmla="*/ 14023 w 82134"/>
                <a:gd name="csY101" fmla="*/ 76428 h 99938"/>
                <a:gd name="csX102" fmla="*/ 16853 w 82134"/>
                <a:gd name="csY102" fmla="*/ 77851 h 99938"/>
                <a:gd name="csX103" fmla="*/ 18717 w 82134"/>
                <a:gd name="csY103" fmla="*/ 78361 h 99938"/>
                <a:gd name="csX104" fmla="*/ 20391 w 82134"/>
                <a:gd name="csY104" fmla="*/ 79213 h 99938"/>
                <a:gd name="csX105" fmla="*/ 21867 w 82134"/>
                <a:gd name="csY105" fmla="*/ 79395 h 99938"/>
                <a:gd name="csX106" fmla="*/ 22514 w 82134"/>
                <a:gd name="csY106" fmla="*/ 79015 h 99938"/>
                <a:gd name="csX107" fmla="*/ 22103 w 82134"/>
                <a:gd name="csY107" fmla="*/ 76953 h 99938"/>
                <a:gd name="csX108" fmla="*/ 23305 w 82134"/>
                <a:gd name="csY108" fmla="*/ 75850 h 99938"/>
                <a:gd name="csX109" fmla="*/ 24637 w 82134"/>
                <a:gd name="csY109" fmla="*/ 75340 h 99938"/>
                <a:gd name="csX110" fmla="*/ 25238 w 82134"/>
                <a:gd name="csY110" fmla="*/ 76238 h 99938"/>
                <a:gd name="csX111" fmla="*/ 26463 w 82134"/>
                <a:gd name="csY111" fmla="*/ 77151 h 99938"/>
                <a:gd name="csX112" fmla="*/ 27421 w 82134"/>
                <a:gd name="csY112" fmla="*/ 77158 h 99938"/>
                <a:gd name="csX113" fmla="*/ 30024 w 82134"/>
                <a:gd name="csY113" fmla="*/ 74785 h 99938"/>
                <a:gd name="csX114" fmla="*/ 30632 w 82134"/>
                <a:gd name="csY114" fmla="*/ 75256 h 99938"/>
                <a:gd name="csX115" fmla="*/ 31195 w 82134"/>
                <a:gd name="csY115" fmla="*/ 76101 h 99938"/>
                <a:gd name="csX116" fmla="*/ 31317 w 82134"/>
                <a:gd name="csY116" fmla="*/ 76778 h 99938"/>
                <a:gd name="csX117" fmla="*/ 31416 w 82134"/>
                <a:gd name="csY117" fmla="*/ 77493 h 99938"/>
                <a:gd name="csX118" fmla="*/ 32002 w 82134"/>
                <a:gd name="csY118" fmla="*/ 77790 h 99938"/>
                <a:gd name="csX119" fmla="*/ 34048 w 82134"/>
                <a:gd name="csY119" fmla="*/ 77638 h 99938"/>
                <a:gd name="csX120" fmla="*/ 35091 w 82134"/>
                <a:gd name="csY120" fmla="*/ 76352 h 99938"/>
                <a:gd name="csX121" fmla="*/ 35905 w 82134"/>
                <a:gd name="csY121" fmla="*/ 75545 h 99938"/>
                <a:gd name="csX122" fmla="*/ 36514 w 82134"/>
                <a:gd name="csY122" fmla="*/ 76093 h 99938"/>
                <a:gd name="csX123" fmla="*/ 36810 w 82134"/>
                <a:gd name="csY123" fmla="*/ 77676 h 99938"/>
                <a:gd name="csX124" fmla="*/ 37373 w 82134"/>
                <a:gd name="csY124" fmla="*/ 79738 h 99938"/>
                <a:gd name="csX125" fmla="*/ 39816 w 82134"/>
                <a:gd name="csY125" fmla="*/ 82036 h 99938"/>
                <a:gd name="csX126" fmla="*/ 41878 w 82134"/>
                <a:gd name="csY126" fmla="*/ 82690 h 99938"/>
                <a:gd name="csX127" fmla="*/ 44411 w 82134"/>
                <a:gd name="csY127" fmla="*/ 82241 h 99938"/>
                <a:gd name="csX128" fmla="*/ 45416 w 82134"/>
                <a:gd name="csY128" fmla="*/ 81830 h 99938"/>
                <a:gd name="csX129" fmla="*/ 46093 w 82134"/>
                <a:gd name="csY129" fmla="*/ 82172 h 99938"/>
                <a:gd name="csX130" fmla="*/ 46770 w 82134"/>
                <a:gd name="csY130" fmla="*/ 83390 h 99938"/>
                <a:gd name="csX131" fmla="*/ 48231 w 82134"/>
                <a:gd name="csY131" fmla="*/ 84782 h 99938"/>
                <a:gd name="csX132" fmla="*/ 51297 w 82134"/>
                <a:gd name="csY132" fmla="*/ 85764 h 99938"/>
                <a:gd name="csX133" fmla="*/ 52240 w 82134"/>
                <a:gd name="csY133" fmla="*/ 86319 h 99938"/>
                <a:gd name="csX134" fmla="*/ 52895 w 82134"/>
                <a:gd name="csY134" fmla="*/ 87255 h 99938"/>
                <a:gd name="csX135" fmla="*/ 52705 w 82134"/>
                <a:gd name="csY135" fmla="*/ 88586 h 99938"/>
                <a:gd name="csX136" fmla="*/ 51244 w 82134"/>
                <a:gd name="csY136" fmla="*/ 91896 h 99938"/>
                <a:gd name="csX137" fmla="*/ 51054 w 82134"/>
                <a:gd name="csY137" fmla="*/ 92870 h 99938"/>
                <a:gd name="csX138" fmla="*/ 51251 w 82134"/>
                <a:gd name="csY138" fmla="*/ 93197 h 99938"/>
                <a:gd name="csX139" fmla="*/ 50962 w 82134"/>
                <a:gd name="csY139" fmla="*/ 93806 h 99938"/>
                <a:gd name="csX140" fmla="*/ 49060 w 82134"/>
                <a:gd name="csY140" fmla="*/ 96020 h 99938"/>
                <a:gd name="csX141" fmla="*/ 48893 w 82134"/>
                <a:gd name="csY141" fmla="*/ 96804 h 99938"/>
                <a:gd name="csX142" fmla="*/ 49524 w 82134"/>
                <a:gd name="csY142" fmla="*/ 98074 h 99938"/>
                <a:gd name="csX143" fmla="*/ 50049 w 82134"/>
                <a:gd name="csY143" fmla="*/ 99124 h 99938"/>
                <a:gd name="csX144" fmla="*/ 50049 w 82134"/>
                <a:gd name="csY144" fmla="*/ 99124 h 99938"/>
                <a:gd name="csX145" fmla="*/ 51191 w 82134"/>
                <a:gd name="csY145" fmla="*/ 99634 h 99938"/>
                <a:gd name="csX146" fmla="*/ 52263 w 82134"/>
                <a:gd name="csY146" fmla="*/ 99801 h 99938"/>
                <a:gd name="csX147" fmla="*/ 54295 w 82134"/>
                <a:gd name="csY147" fmla="*/ 99870 h 99938"/>
                <a:gd name="csX148" fmla="*/ 56463 w 82134"/>
                <a:gd name="csY148" fmla="*/ 99938 h 99938"/>
                <a:gd name="csX149" fmla="*/ 57627 w 82134"/>
                <a:gd name="csY149" fmla="*/ 94727 h 99938"/>
                <a:gd name="csX150" fmla="*/ 56737 w 82134"/>
                <a:gd name="csY150" fmla="*/ 93205 h 99938"/>
                <a:gd name="csX151" fmla="*/ 55634 w 82134"/>
                <a:gd name="csY151" fmla="*/ 92429 h 99938"/>
                <a:gd name="csX152" fmla="*/ 54348 w 82134"/>
                <a:gd name="csY152" fmla="*/ 92048 h 99938"/>
                <a:gd name="csX153" fmla="*/ 53755 w 82134"/>
                <a:gd name="csY153" fmla="*/ 91325 h 99938"/>
                <a:gd name="csX154" fmla="*/ 53549 w 82134"/>
                <a:gd name="csY154" fmla="*/ 90496 h 99938"/>
                <a:gd name="csX155" fmla="*/ 53778 w 82134"/>
                <a:gd name="csY155" fmla="*/ 89986 h 99938"/>
                <a:gd name="csX156" fmla="*/ 55291 w 82134"/>
                <a:gd name="csY156" fmla="*/ 90138 h 99938"/>
                <a:gd name="csX157" fmla="*/ 55763 w 82134"/>
                <a:gd name="csY157" fmla="*/ 89598 h 99938"/>
                <a:gd name="csX158" fmla="*/ 59370 w 82134"/>
                <a:gd name="csY158" fmla="*/ 86525 h 99938"/>
                <a:gd name="csX159" fmla="*/ 59522 w 82134"/>
                <a:gd name="csY159" fmla="*/ 85931 h 99938"/>
                <a:gd name="csX160" fmla="*/ 59020 w 82134"/>
                <a:gd name="csY160" fmla="*/ 85596 h 99938"/>
                <a:gd name="csX161" fmla="*/ 58365 w 82134"/>
                <a:gd name="csY161" fmla="*/ 85421 h 99938"/>
                <a:gd name="csX162" fmla="*/ 58198 w 82134"/>
                <a:gd name="csY162" fmla="*/ 84775 h 99938"/>
                <a:gd name="csX163" fmla="*/ 58221 w 82134"/>
                <a:gd name="csY163" fmla="*/ 83922 h 99938"/>
                <a:gd name="csX164" fmla="*/ 60146 w 82134"/>
                <a:gd name="csY164" fmla="*/ 79471 h 99938"/>
                <a:gd name="csX165" fmla="*/ 60716 w 82134"/>
                <a:gd name="csY165" fmla="*/ 77569 h 99938"/>
                <a:gd name="csX166" fmla="*/ 60846 w 82134"/>
                <a:gd name="csY166" fmla="*/ 76223 h 99938"/>
                <a:gd name="csX167" fmla="*/ 60724 w 82134"/>
                <a:gd name="csY167" fmla="*/ 74891 h 99938"/>
                <a:gd name="csX168" fmla="*/ 59613 w 82134"/>
                <a:gd name="csY168" fmla="*/ 72799 h 99938"/>
                <a:gd name="csX169" fmla="*/ 58540 w 82134"/>
                <a:gd name="csY169" fmla="*/ 71125 h 99938"/>
                <a:gd name="csX170" fmla="*/ 58502 w 82134"/>
                <a:gd name="csY170" fmla="*/ 69793 h 99938"/>
                <a:gd name="csX171" fmla="*/ 57719 w 82134"/>
                <a:gd name="csY171" fmla="*/ 69093 h 99938"/>
                <a:gd name="csX172" fmla="*/ 55497 w 82134"/>
                <a:gd name="csY172" fmla="*/ 65510 h 99938"/>
                <a:gd name="csX173" fmla="*/ 55497 w 82134"/>
                <a:gd name="csY173" fmla="*/ 64125 h 99938"/>
                <a:gd name="csX174" fmla="*/ 56752 w 82134"/>
                <a:gd name="csY174" fmla="*/ 63045 h 99938"/>
                <a:gd name="csX175" fmla="*/ 58510 w 82134"/>
                <a:gd name="csY175" fmla="*/ 62360 h 99938"/>
                <a:gd name="csX176" fmla="*/ 59096 w 82134"/>
                <a:gd name="csY176" fmla="*/ 61789 h 99938"/>
                <a:gd name="csX177" fmla="*/ 60146 w 82134"/>
                <a:gd name="csY177" fmla="*/ 61432 h 99938"/>
                <a:gd name="csX178" fmla="*/ 62938 w 82134"/>
                <a:gd name="csY178" fmla="*/ 62466 h 99938"/>
                <a:gd name="csX179" fmla="*/ 64186 w 82134"/>
                <a:gd name="csY179" fmla="*/ 63364 h 99938"/>
                <a:gd name="csX180" fmla="*/ 64536 w 82134"/>
                <a:gd name="csY180" fmla="*/ 63181 h 99938"/>
                <a:gd name="csX181" fmla="*/ 65662 w 82134"/>
                <a:gd name="csY181" fmla="*/ 62208 h 99938"/>
                <a:gd name="csX182" fmla="*/ 67640 w 82134"/>
                <a:gd name="csY182" fmla="*/ 62360 h 99938"/>
                <a:gd name="csX183" fmla="*/ 72426 w 82134"/>
                <a:gd name="csY183" fmla="*/ 60397 h 99938"/>
                <a:gd name="csX184" fmla="*/ 73141 w 82134"/>
                <a:gd name="csY184" fmla="*/ 59453 h 99938"/>
                <a:gd name="csX185" fmla="*/ 73674 w 82134"/>
                <a:gd name="csY185" fmla="*/ 58449 h 99938"/>
                <a:gd name="csX186" fmla="*/ 73720 w 82134"/>
                <a:gd name="csY186" fmla="*/ 58008 h 99938"/>
                <a:gd name="csX187" fmla="*/ 71863 w 82134"/>
                <a:gd name="csY187" fmla="*/ 56067 h 99938"/>
                <a:gd name="csX188" fmla="*/ 71810 w 82134"/>
                <a:gd name="csY188" fmla="*/ 55352 h 99938"/>
                <a:gd name="csX189" fmla="*/ 72053 w 82134"/>
                <a:gd name="csY189" fmla="*/ 54546 h 99938"/>
                <a:gd name="csX190" fmla="*/ 72578 w 82134"/>
                <a:gd name="csY190" fmla="*/ 53907 h 99938"/>
                <a:gd name="csX191" fmla="*/ 73674 w 82134"/>
                <a:gd name="csY191" fmla="*/ 53473 h 99938"/>
                <a:gd name="csX192" fmla="*/ 74838 w 82134"/>
                <a:gd name="csY192" fmla="*/ 52621 h 99938"/>
                <a:gd name="csX193" fmla="*/ 77448 w 82134"/>
                <a:gd name="csY193" fmla="*/ 50201 h 99938"/>
                <a:gd name="csX194" fmla="*/ 78353 w 82134"/>
                <a:gd name="csY194" fmla="*/ 48101 h 99938"/>
                <a:gd name="csX195" fmla="*/ 78635 w 82134"/>
                <a:gd name="csY195" fmla="*/ 45819 h 99938"/>
                <a:gd name="csX196" fmla="*/ 78688 w 82134"/>
                <a:gd name="csY196" fmla="*/ 44114 h 99938"/>
                <a:gd name="csX197" fmla="*/ 77973 w 82134"/>
                <a:gd name="csY197" fmla="*/ 42760 h 99938"/>
                <a:gd name="csX198" fmla="*/ 77250 w 82134"/>
                <a:gd name="csY198" fmla="*/ 41885 h 99938"/>
                <a:gd name="csX199" fmla="*/ 76268 w 82134"/>
                <a:gd name="csY199" fmla="*/ 42022 h 99938"/>
                <a:gd name="csX200" fmla="*/ 74359 w 82134"/>
                <a:gd name="csY200" fmla="*/ 41954 h 99938"/>
                <a:gd name="csX201" fmla="*/ 72571 w 82134"/>
                <a:gd name="csY201" fmla="*/ 41193 h 99938"/>
                <a:gd name="csX202" fmla="*/ 71589 w 82134"/>
                <a:gd name="csY202" fmla="*/ 39960 h 99938"/>
                <a:gd name="csX203" fmla="*/ 71346 w 82134"/>
                <a:gd name="csY203" fmla="*/ 38880 h 99938"/>
                <a:gd name="csX204" fmla="*/ 71794 w 82134"/>
                <a:gd name="csY204" fmla="*/ 38195 h 99938"/>
                <a:gd name="csX205" fmla="*/ 71931 w 82134"/>
                <a:gd name="csY205" fmla="*/ 37358 h 99938"/>
                <a:gd name="csX206" fmla="*/ 71642 w 82134"/>
                <a:gd name="csY206" fmla="*/ 36514 h 99938"/>
                <a:gd name="csX207" fmla="*/ 71756 w 82134"/>
                <a:gd name="csY207" fmla="*/ 35806 h 99938"/>
                <a:gd name="csX208" fmla="*/ 72563 w 82134"/>
                <a:gd name="csY208" fmla="*/ 35235 h 99938"/>
                <a:gd name="csX209" fmla="*/ 78216 w 82134"/>
                <a:gd name="csY209" fmla="*/ 35250 h 99938"/>
                <a:gd name="csX210" fmla="*/ 78642 w 82134"/>
                <a:gd name="csY210" fmla="*/ 34627 h 99938"/>
                <a:gd name="csX211" fmla="*/ 79023 w 82134"/>
                <a:gd name="csY211" fmla="*/ 31340 h 99938"/>
                <a:gd name="csX212" fmla="*/ 80438 w 82134"/>
                <a:gd name="csY212" fmla="*/ 26326 h 99938"/>
                <a:gd name="csX213" fmla="*/ 81769 w 82134"/>
                <a:gd name="csY213" fmla="*/ 23526 h 99938"/>
                <a:gd name="csX214" fmla="*/ 81990 w 82134"/>
                <a:gd name="csY214" fmla="*/ 22346 h 99938"/>
                <a:gd name="csX215" fmla="*/ 81967 w 82134"/>
                <a:gd name="csY215" fmla="*/ 15689 h 99938"/>
                <a:gd name="csX216" fmla="*/ 82135 w 82134"/>
                <a:gd name="csY216" fmla="*/ 12280 h 99938"/>
                <a:gd name="csX217" fmla="*/ 8134 w 82134"/>
                <a:gd name="csY217" fmla="*/ 68386 h 99938"/>
                <a:gd name="csX218" fmla="*/ 9998 w 82134"/>
                <a:gd name="csY218" fmla="*/ 67845 h 99938"/>
                <a:gd name="csX219" fmla="*/ 12820 w 82134"/>
                <a:gd name="csY219" fmla="*/ 70143 h 99938"/>
                <a:gd name="csX220" fmla="*/ 15468 w 82134"/>
                <a:gd name="csY220" fmla="*/ 69398 h 99938"/>
                <a:gd name="csX221" fmla="*/ 15309 w 82134"/>
                <a:gd name="csY221" fmla="*/ 68758 h 99938"/>
                <a:gd name="csX222" fmla="*/ 14860 w 82134"/>
                <a:gd name="csY222" fmla="*/ 68158 h 99938"/>
                <a:gd name="csX223" fmla="*/ 12775 w 82134"/>
                <a:gd name="csY223" fmla="*/ 66278 h 99938"/>
                <a:gd name="csX224" fmla="*/ 9359 w 82134"/>
                <a:gd name="csY224" fmla="*/ 66042 h 99938"/>
                <a:gd name="csX225" fmla="*/ 7426 w 82134"/>
                <a:gd name="csY225" fmla="*/ 66621 h 99938"/>
                <a:gd name="csX226" fmla="*/ 7434 w 82134"/>
                <a:gd name="csY226" fmla="*/ 67298 h 99938"/>
                <a:gd name="csX227" fmla="*/ 8134 w 82134"/>
                <a:gd name="csY227" fmla="*/ 68386 h 99938"/>
                <a:gd name="csX228" fmla="*/ 30670 w 82134"/>
                <a:gd name="csY228" fmla="*/ 22308 h 99938"/>
                <a:gd name="csX229" fmla="*/ 32785 w 82134"/>
                <a:gd name="csY229" fmla="*/ 19797 h 99938"/>
                <a:gd name="csX230" fmla="*/ 32785 w 82134"/>
                <a:gd name="csY230" fmla="*/ 15803 h 99938"/>
                <a:gd name="csX231" fmla="*/ 29658 w 82134"/>
                <a:gd name="csY231" fmla="*/ 19067 h 99938"/>
                <a:gd name="csX232" fmla="*/ 29004 w 82134"/>
                <a:gd name="csY232" fmla="*/ 21030 h 99938"/>
                <a:gd name="csX233" fmla="*/ 29377 w 82134"/>
                <a:gd name="csY233" fmla="*/ 21616 h 99938"/>
                <a:gd name="csX234" fmla="*/ 30670 w 82134"/>
                <a:gd name="csY234" fmla="*/ 22308 h 99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Lst>
              <a:rect l="l" t="t" r="r" b="b"/>
              <a:pathLst>
                <a:path w="82134" h="99938">
                  <a:moveTo>
                    <a:pt x="40181" y="8871"/>
                  </a:moveTo>
                  <a:lnTo>
                    <a:pt x="39276" y="8377"/>
                  </a:lnTo>
                  <a:lnTo>
                    <a:pt x="44076" y="6954"/>
                  </a:lnTo>
                  <a:lnTo>
                    <a:pt x="47112" y="6520"/>
                  </a:lnTo>
                  <a:lnTo>
                    <a:pt x="47652" y="6711"/>
                  </a:lnTo>
                  <a:lnTo>
                    <a:pt x="42167" y="8582"/>
                  </a:lnTo>
                  <a:lnTo>
                    <a:pt x="40181" y="8871"/>
                  </a:lnTo>
                  <a:close/>
                  <a:moveTo>
                    <a:pt x="50841" y="6559"/>
                  </a:moveTo>
                  <a:lnTo>
                    <a:pt x="55056" y="5973"/>
                  </a:lnTo>
                  <a:lnTo>
                    <a:pt x="55033" y="5752"/>
                  </a:lnTo>
                  <a:lnTo>
                    <a:pt x="53922" y="5394"/>
                  </a:lnTo>
                  <a:lnTo>
                    <a:pt x="50331" y="5455"/>
                  </a:lnTo>
                  <a:lnTo>
                    <a:pt x="49182" y="5706"/>
                  </a:lnTo>
                  <a:lnTo>
                    <a:pt x="49418" y="6125"/>
                  </a:lnTo>
                  <a:lnTo>
                    <a:pt x="50841" y="6559"/>
                  </a:lnTo>
                  <a:close/>
                  <a:moveTo>
                    <a:pt x="63684" y="4116"/>
                  </a:moveTo>
                  <a:lnTo>
                    <a:pt x="62778" y="3964"/>
                  </a:lnTo>
                  <a:lnTo>
                    <a:pt x="60146" y="4725"/>
                  </a:lnTo>
                  <a:lnTo>
                    <a:pt x="59963" y="5075"/>
                  </a:lnTo>
                  <a:lnTo>
                    <a:pt x="60694" y="5334"/>
                  </a:lnTo>
                  <a:lnTo>
                    <a:pt x="63684" y="4116"/>
                  </a:lnTo>
                  <a:close/>
                  <a:moveTo>
                    <a:pt x="37533" y="11360"/>
                  </a:moveTo>
                  <a:lnTo>
                    <a:pt x="35791" y="11284"/>
                  </a:lnTo>
                  <a:lnTo>
                    <a:pt x="33250" y="13559"/>
                  </a:lnTo>
                  <a:lnTo>
                    <a:pt x="33584" y="13977"/>
                  </a:lnTo>
                  <a:lnTo>
                    <a:pt x="37533" y="11360"/>
                  </a:lnTo>
                  <a:close/>
                  <a:moveTo>
                    <a:pt x="73666" y="0"/>
                  </a:moveTo>
                  <a:lnTo>
                    <a:pt x="72677" y="0"/>
                  </a:lnTo>
                  <a:lnTo>
                    <a:pt x="70843" y="715"/>
                  </a:lnTo>
                  <a:lnTo>
                    <a:pt x="70273" y="1666"/>
                  </a:lnTo>
                  <a:lnTo>
                    <a:pt x="72251" y="1545"/>
                  </a:lnTo>
                  <a:lnTo>
                    <a:pt x="73666" y="0"/>
                  </a:lnTo>
                  <a:close/>
                  <a:moveTo>
                    <a:pt x="14099" y="78056"/>
                  </a:moveTo>
                  <a:lnTo>
                    <a:pt x="11375" y="79471"/>
                  </a:lnTo>
                  <a:lnTo>
                    <a:pt x="7814" y="78977"/>
                  </a:lnTo>
                  <a:lnTo>
                    <a:pt x="5106" y="77942"/>
                  </a:lnTo>
                  <a:lnTo>
                    <a:pt x="1613" y="78140"/>
                  </a:lnTo>
                  <a:lnTo>
                    <a:pt x="0" y="78680"/>
                  </a:lnTo>
                  <a:lnTo>
                    <a:pt x="639" y="81632"/>
                  </a:lnTo>
                  <a:lnTo>
                    <a:pt x="1126" y="82568"/>
                  </a:lnTo>
                  <a:lnTo>
                    <a:pt x="1758" y="83177"/>
                  </a:lnTo>
                  <a:lnTo>
                    <a:pt x="2595" y="83298"/>
                  </a:lnTo>
                  <a:lnTo>
                    <a:pt x="3561" y="82568"/>
                  </a:lnTo>
                  <a:lnTo>
                    <a:pt x="4908" y="81800"/>
                  </a:lnTo>
                  <a:lnTo>
                    <a:pt x="7076" y="82157"/>
                  </a:lnTo>
                  <a:lnTo>
                    <a:pt x="8651" y="82865"/>
                  </a:lnTo>
                  <a:lnTo>
                    <a:pt x="9214" y="83603"/>
                  </a:lnTo>
                  <a:lnTo>
                    <a:pt x="10257" y="84303"/>
                  </a:lnTo>
                  <a:lnTo>
                    <a:pt x="11778" y="84470"/>
                  </a:lnTo>
                  <a:lnTo>
                    <a:pt x="14723" y="83131"/>
                  </a:lnTo>
                  <a:lnTo>
                    <a:pt x="17553" y="81085"/>
                  </a:lnTo>
                  <a:lnTo>
                    <a:pt x="18382" y="79662"/>
                  </a:lnTo>
                  <a:lnTo>
                    <a:pt x="18694" y="78376"/>
                  </a:lnTo>
                  <a:lnTo>
                    <a:pt x="16244" y="79258"/>
                  </a:lnTo>
                  <a:lnTo>
                    <a:pt x="14099" y="78056"/>
                  </a:lnTo>
                  <a:close/>
                  <a:moveTo>
                    <a:pt x="82135" y="12280"/>
                  </a:moveTo>
                  <a:lnTo>
                    <a:pt x="79160" y="11633"/>
                  </a:lnTo>
                  <a:lnTo>
                    <a:pt x="77242" y="10682"/>
                  </a:lnTo>
                  <a:lnTo>
                    <a:pt x="76048" y="8963"/>
                  </a:lnTo>
                  <a:lnTo>
                    <a:pt x="73993" y="6612"/>
                  </a:lnTo>
                  <a:lnTo>
                    <a:pt x="68599" y="6855"/>
                  </a:lnTo>
                  <a:lnTo>
                    <a:pt x="64110" y="7532"/>
                  </a:lnTo>
                  <a:lnTo>
                    <a:pt x="57894" y="7821"/>
                  </a:lnTo>
                  <a:lnTo>
                    <a:pt x="53869" y="8963"/>
                  </a:lnTo>
                  <a:lnTo>
                    <a:pt x="46580" y="12767"/>
                  </a:lnTo>
                  <a:lnTo>
                    <a:pt x="44746" y="14707"/>
                  </a:lnTo>
                  <a:lnTo>
                    <a:pt x="42874" y="18884"/>
                  </a:lnTo>
                  <a:lnTo>
                    <a:pt x="36529" y="23693"/>
                  </a:lnTo>
                  <a:lnTo>
                    <a:pt x="32831" y="25542"/>
                  </a:lnTo>
                  <a:lnTo>
                    <a:pt x="31789" y="24834"/>
                  </a:lnTo>
                  <a:lnTo>
                    <a:pt x="30290" y="24370"/>
                  </a:lnTo>
                  <a:lnTo>
                    <a:pt x="29095" y="26812"/>
                  </a:lnTo>
                  <a:lnTo>
                    <a:pt x="28357" y="29011"/>
                  </a:lnTo>
                  <a:lnTo>
                    <a:pt x="25877" y="41893"/>
                  </a:lnTo>
                  <a:lnTo>
                    <a:pt x="24188" y="46549"/>
                  </a:lnTo>
                  <a:lnTo>
                    <a:pt x="21913" y="50460"/>
                  </a:lnTo>
                  <a:lnTo>
                    <a:pt x="18337" y="55238"/>
                  </a:lnTo>
                  <a:lnTo>
                    <a:pt x="16693" y="56866"/>
                  </a:lnTo>
                  <a:lnTo>
                    <a:pt x="15689" y="57483"/>
                  </a:lnTo>
                  <a:lnTo>
                    <a:pt x="14433" y="59780"/>
                  </a:lnTo>
                  <a:lnTo>
                    <a:pt x="13429" y="62535"/>
                  </a:lnTo>
                  <a:lnTo>
                    <a:pt x="12744" y="63821"/>
                  </a:lnTo>
                  <a:lnTo>
                    <a:pt x="16754" y="68553"/>
                  </a:lnTo>
                  <a:lnTo>
                    <a:pt x="17256" y="69907"/>
                  </a:lnTo>
                  <a:lnTo>
                    <a:pt x="17781" y="70699"/>
                  </a:lnTo>
                  <a:lnTo>
                    <a:pt x="13985" y="71193"/>
                  </a:lnTo>
                  <a:lnTo>
                    <a:pt x="15598" y="72722"/>
                  </a:lnTo>
                  <a:lnTo>
                    <a:pt x="17629" y="73818"/>
                  </a:lnTo>
                  <a:lnTo>
                    <a:pt x="18991" y="74343"/>
                  </a:lnTo>
                  <a:lnTo>
                    <a:pt x="19737" y="75446"/>
                  </a:lnTo>
                  <a:lnTo>
                    <a:pt x="18276" y="75956"/>
                  </a:lnTo>
                  <a:lnTo>
                    <a:pt x="16899" y="75987"/>
                  </a:lnTo>
                  <a:lnTo>
                    <a:pt x="11451" y="71931"/>
                  </a:lnTo>
                  <a:lnTo>
                    <a:pt x="8423" y="71186"/>
                  </a:lnTo>
                  <a:lnTo>
                    <a:pt x="4253" y="71421"/>
                  </a:lnTo>
                  <a:lnTo>
                    <a:pt x="3203" y="71848"/>
                  </a:lnTo>
                  <a:lnTo>
                    <a:pt x="2123" y="73080"/>
                  </a:lnTo>
                  <a:lnTo>
                    <a:pt x="3652" y="74952"/>
                  </a:lnTo>
                  <a:lnTo>
                    <a:pt x="5067" y="76055"/>
                  </a:lnTo>
                  <a:lnTo>
                    <a:pt x="7342" y="76200"/>
                  </a:lnTo>
                  <a:lnTo>
                    <a:pt x="10081" y="77584"/>
                  </a:lnTo>
                  <a:lnTo>
                    <a:pt x="14023" y="76428"/>
                  </a:lnTo>
                  <a:lnTo>
                    <a:pt x="16853" y="77851"/>
                  </a:lnTo>
                  <a:lnTo>
                    <a:pt x="18717" y="78361"/>
                  </a:lnTo>
                  <a:lnTo>
                    <a:pt x="20391" y="79213"/>
                  </a:lnTo>
                  <a:lnTo>
                    <a:pt x="21867" y="79395"/>
                  </a:lnTo>
                  <a:lnTo>
                    <a:pt x="22514" y="79015"/>
                  </a:lnTo>
                  <a:lnTo>
                    <a:pt x="22103" y="76953"/>
                  </a:lnTo>
                  <a:lnTo>
                    <a:pt x="23305" y="75850"/>
                  </a:lnTo>
                  <a:lnTo>
                    <a:pt x="24637" y="75340"/>
                  </a:lnTo>
                  <a:lnTo>
                    <a:pt x="25238" y="76238"/>
                  </a:lnTo>
                  <a:lnTo>
                    <a:pt x="26463" y="77151"/>
                  </a:lnTo>
                  <a:lnTo>
                    <a:pt x="27421" y="77158"/>
                  </a:lnTo>
                  <a:lnTo>
                    <a:pt x="30024" y="74785"/>
                  </a:lnTo>
                  <a:lnTo>
                    <a:pt x="30632" y="75256"/>
                  </a:lnTo>
                  <a:lnTo>
                    <a:pt x="31195" y="76101"/>
                  </a:lnTo>
                  <a:lnTo>
                    <a:pt x="31317" y="76778"/>
                  </a:lnTo>
                  <a:lnTo>
                    <a:pt x="31416" y="77493"/>
                  </a:lnTo>
                  <a:lnTo>
                    <a:pt x="32002" y="77790"/>
                  </a:lnTo>
                  <a:lnTo>
                    <a:pt x="34048" y="77638"/>
                  </a:lnTo>
                  <a:lnTo>
                    <a:pt x="35091" y="76352"/>
                  </a:lnTo>
                  <a:lnTo>
                    <a:pt x="35905" y="75545"/>
                  </a:lnTo>
                  <a:lnTo>
                    <a:pt x="36514" y="76093"/>
                  </a:lnTo>
                  <a:lnTo>
                    <a:pt x="36810" y="77676"/>
                  </a:lnTo>
                  <a:lnTo>
                    <a:pt x="37373" y="79738"/>
                  </a:lnTo>
                  <a:lnTo>
                    <a:pt x="39816" y="82036"/>
                  </a:lnTo>
                  <a:lnTo>
                    <a:pt x="41878" y="82690"/>
                  </a:lnTo>
                  <a:lnTo>
                    <a:pt x="44411" y="82241"/>
                  </a:lnTo>
                  <a:lnTo>
                    <a:pt x="45416" y="81830"/>
                  </a:lnTo>
                  <a:lnTo>
                    <a:pt x="46093" y="82172"/>
                  </a:lnTo>
                  <a:lnTo>
                    <a:pt x="46770" y="83390"/>
                  </a:lnTo>
                  <a:lnTo>
                    <a:pt x="48231" y="84782"/>
                  </a:lnTo>
                  <a:lnTo>
                    <a:pt x="51297" y="85764"/>
                  </a:lnTo>
                  <a:lnTo>
                    <a:pt x="52240" y="86319"/>
                  </a:lnTo>
                  <a:lnTo>
                    <a:pt x="52895" y="87255"/>
                  </a:lnTo>
                  <a:lnTo>
                    <a:pt x="52705" y="88586"/>
                  </a:lnTo>
                  <a:lnTo>
                    <a:pt x="51244" y="91896"/>
                  </a:lnTo>
                  <a:lnTo>
                    <a:pt x="51054" y="92870"/>
                  </a:lnTo>
                  <a:lnTo>
                    <a:pt x="51251" y="93197"/>
                  </a:lnTo>
                  <a:lnTo>
                    <a:pt x="50962" y="93806"/>
                  </a:lnTo>
                  <a:lnTo>
                    <a:pt x="49060" y="96020"/>
                  </a:lnTo>
                  <a:lnTo>
                    <a:pt x="48893" y="96804"/>
                  </a:lnTo>
                  <a:lnTo>
                    <a:pt x="49524" y="98074"/>
                  </a:lnTo>
                  <a:lnTo>
                    <a:pt x="50049" y="99124"/>
                  </a:lnTo>
                  <a:lnTo>
                    <a:pt x="50049" y="99124"/>
                  </a:lnTo>
                  <a:lnTo>
                    <a:pt x="51191" y="99634"/>
                  </a:lnTo>
                  <a:lnTo>
                    <a:pt x="52263" y="99801"/>
                  </a:lnTo>
                  <a:lnTo>
                    <a:pt x="54295" y="99870"/>
                  </a:lnTo>
                  <a:lnTo>
                    <a:pt x="56463" y="99938"/>
                  </a:lnTo>
                  <a:lnTo>
                    <a:pt x="57627" y="94727"/>
                  </a:lnTo>
                  <a:lnTo>
                    <a:pt x="56737" y="93205"/>
                  </a:lnTo>
                  <a:lnTo>
                    <a:pt x="55634" y="92429"/>
                  </a:lnTo>
                  <a:lnTo>
                    <a:pt x="54348" y="92048"/>
                  </a:lnTo>
                  <a:lnTo>
                    <a:pt x="53755" y="91325"/>
                  </a:lnTo>
                  <a:lnTo>
                    <a:pt x="53549" y="90496"/>
                  </a:lnTo>
                  <a:lnTo>
                    <a:pt x="53778" y="89986"/>
                  </a:lnTo>
                  <a:lnTo>
                    <a:pt x="55291" y="90138"/>
                  </a:lnTo>
                  <a:lnTo>
                    <a:pt x="55763" y="89598"/>
                  </a:lnTo>
                  <a:lnTo>
                    <a:pt x="59370" y="86525"/>
                  </a:lnTo>
                  <a:lnTo>
                    <a:pt x="59522" y="85931"/>
                  </a:lnTo>
                  <a:lnTo>
                    <a:pt x="59020" y="85596"/>
                  </a:lnTo>
                  <a:lnTo>
                    <a:pt x="58365" y="85421"/>
                  </a:lnTo>
                  <a:lnTo>
                    <a:pt x="58198" y="84775"/>
                  </a:lnTo>
                  <a:lnTo>
                    <a:pt x="58221" y="83922"/>
                  </a:lnTo>
                  <a:lnTo>
                    <a:pt x="60146" y="79471"/>
                  </a:lnTo>
                  <a:lnTo>
                    <a:pt x="60716" y="77569"/>
                  </a:lnTo>
                  <a:lnTo>
                    <a:pt x="60846" y="76223"/>
                  </a:lnTo>
                  <a:lnTo>
                    <a:pt x="60724" y="74891"/>
                  </a:lnTo>
                  <a:lnTo>
                    <a:pt x="59613" y="72799"/>
                  </a:lnTo>
                  <a:lnTo>
                    <a:pt x="58540" y="71125"/>
                  </a:lnTo>
                  <a:lnTo>
                    <a:pt x="58502" y="69793"/>
                  </a:lnTo>
                  <a:lnTo>
                    <a:pt x="57719" y="69093"/>
                  </a:lnTo>
                  <a:lnTo>
                    <a:pt x="55497" y="65510"/>
                  </a:lnTo>
                  <a:lnTo>
                    <a:pt x="55497" y="64125"/>
                  </a:lnTo>
                  <a:lnTo>
                    <a:pt x="56752" y="63045"/>
                  </a:lnTo>
                  <a:lnTo>
                    <a:pt x="58510" y="62360"/>
                  </a:lnTo>
                  <a:lnTo>
                    <a:pt x="59096" y="61789"/>
                  </a:lnTo>
                  <a:lnTo>
                    <a:pt x="60146" y="61432"/>
                  </a:lnTo>
                  <a:lnTo>
                    <a:pt x="62938" y="62466"/>
                  </a:lnTo>
                  <a:lnTo>
                    <a:pt x="64186" y="63364"/>
                  </a:lnTo>
                  <a:lnTo>
                    <a:pt x="64536" y="63181"/>
                  </a:lnTo>
                  <a:lnTo>
                    <a:pt x="65662" y="62208"/>
                  </a:lnTo>
                  <a:lnTo>
                    <a:pt x="67640" y="62360"/>
                  </a:lnTo>
                  <a:lnTo>
                    <a:pt x="72426" y="60397"/>
                  </a:lnTo>
                  <a:lnTo>
                    <a:pt x="73141" y="59453"/>
                  </a:lnTo>
                  <a:lnTo>
                    <a:pt x="73674" y="58449"/>
                  </a:lnTo>
                  <a:lnTo>
                    <a:pt x="73720" y="58008"/>
                  </a:lnTo>
                  <a:lnTo>
                    <a:pt x="71863" y="56067"/>
                  </a:lnTo>
                  <a:lnTo>
                    <a:pt x="71810" y="55352"/>
                  </a:lnTo>
                  <a:lnTo>
                    <a:pt x="72053" y="54546"/>
                  </a:lnTo>
                  <a:lnTo>
                    <a:pt x="72578" y="53907"/>
                  </a:lnTo>
                  <a:lnTo>
                    <a:pt x="73674" y="53473"/>
                  </a:lnTo>
                  <a:lnTo>
                    <a:pt x="74838" y="52621"/>
                  </a:lnTo>
                  <a:lnTo>
                    <a:pt x="77448" y="50201"/>
                  </a:lnTo>
                  <a:lnTo>
                    <a:pt x="78353" y="48101"/>
                  </a:lnTo>
                  <a:lnTo>
                    <a:pt x="78635" y="45819"/>
                  </a:lnTo>
                  <a:lnTo>
                    <a:pt x="78688" y="44114"/>
                  </a:lnTo>
                  <a:lnTo>
                    <a:pt x="77973" y="42760"/>
                  </a:lnTo>
                  <a:lnTo>
                    <a:pt x="77250" y="41885"/>
                  </a:lnTo>
                  <a:lnTo>
                    <a:pt x="76268" y="42022"/>
                  </a:lnTo>
                  <a:lnTo>
                    <a:pt x="74359" y="41954"/>
                  </a:lnTo>
                  <a:lnTo>
                    <a:pt x="72571" y="41193"/>
                  </a:lnTo>
                  <a:lnTo>
                    <a:pt x="71589" y="39960"/>
                  </a:lnTo>
                  <a:lnTo>
                    <a:pt x="71346" y="38880"/>
                  </a:lnTo>
                  <a:lnTo>
                    <a:pt x="71794" y="38195"/>
                  </a:lnTo>
                  <a:lnTo>
                    <a:pt x="71931" y="37358"/>
                  </a:lnTo>
                  <a:lnTo>
                    <a:pt x="71642" y="36514"/>
                  </a:lnTo>
                  <a:lnTo>
                    <a:pt x="71756" y="35806"/>
                  </a:lnTo>
                  <a:lnTo>
                    <a:pt x="72563" y="35235"/>
                  </a:lnTo>
                  <a:lnTo>
                    <a:pt x="78216" y="35250"/>
                  </a:lnTo>
                  <a:lnTo>
                    <a:pt x="78642" y="34627"/>
                  </a:lnTo>
                  <a:lnTo>
                    <a:pt x="79023" y="31340"/>
                  </a:lnTo>
                  <a:lnTo>
                    <a:pt x="80438" y="26326"/>
                  </a:lnTo>
                  <a:lnTo>
                    <a:pt x="81769" y="23526"/>
                  </a:lnTo>
                  <a:lnTo>
                    <a:pt x="81990" y="22346"/>
                  </a:lnTo>
                  <a:lnTo>
                    <a:pt x="81967" y="15689"/>
                  </a:lnTo>
                  <a:lnTo>
                    <a:pt x="82135" y="12280"/>
                  </a:lnTo>
                  <a:close/>
                  <a:moveTo>
                    <a:pt x="8134" y="68386"/>
                  </a:moveTo>
                  <a:lnTo>
                    <a:pt x="9998" y="67845"/>
                  </a:lnTo>
                  <a:lnTo>
                    <a:pt x="12820" y="70143"/>
                  </a:lnTo>
                  <a:lnTo>
                    <a:pt x="15468" y="69398"/>
                  </a:lnTo>
                  <a:lnTo>
                    <a:pt x="15309" y="68758"/>
                  </a:lnTo>
                  <a:lnTo>
                    <a:pt x="14860" y="68158"/>
                  </a:lnTo>
                  <a:lnTo>
                    <a:pt x="12775" y="66278"/>
                  </a:lnTo>
                  <a:lnTo>
                    <a:pt x="9359" y="66042"/>
                  </a:lnTo>
                  <a:lnTo>
                    <a:pt x="7426" y="66621"/>
                  </a:lnTo>
                  <a:lnTo>
                    <a:pt x="7434" y="67298"/>
                  </a:lnTo>
                  <a:lnTo>
                    <a:pt x="8134" y="68386"/>
                  </a:lnTo>
                  <a:close/>
                  <a:moveTo>
                    <a:pt x="30670" y="22308"/>
                  </a:moveTo>
                  <a:lnTo>
                    <a:pt x="32785" y="19797"/>
                  </a:lnTo>
                  <a:lnTo>
                    <a:pt x="32785" y="15803"/>
                  </a:lnTo>
                  <a:lnTo>
                    <a:pt x="29658" y="19067"/>
                  </a:lnTo>
                  <a:lnTo>
                    <a:pt x="29004" y="21030"/>
                  </a:lnTo>
                  <a:lnTo>
                    <a:pt x="29377" y="21616"/>
                  </a:lnTo>
                  <a:lnTo>
                    <a:pt x="30670" y="22308"/>
                  </a:lnTo>
                  <a:close/>
                </a:path>
              </a:pathLst>
            </a:custGeom>
            <a:solidFill>
              <a:srgbClr val="2562E8"/>
            </a:solidFill>
            <a:ln w="6168" cap="flat">
              <a:solidFill>
                <a:srgbClr val="2562E8"/>
              </a:solidFill>
              <a:prstDash val="solid"/>
              <a:miter/>
            </a:ln>
          </p:spPr>
          <p:txBody>
            <a:bodyPr/>
            <a:lstStyle/>
            <a:p>
              <a:endParaRPr lang="en-US"/>
            </a:p>
          </p:txBody>
        </p:sp>
        <p:sp>
          <p:nvSpPr>
            <p:cNvPr id="2286" name="Freeform: Shape 2285">
              <a:extLst>
                <a:ext uri="{FF2B5EF4-FFF2-40B4-BE49-F238E27FC236}">
                  <a16:creationId xmlns:a16="http://schemas.microsoft.com/office/drawing/2014/main" id="{2541167B-146A-A80C-3214-5303C25576F5}"/>
                </a:ext>
              </a:extLst>
            </p:cNvPr>
            <p:cNvSpPr/>
            <p:nvPr/>
          </p:nvSpPr>
          <p:spPr>
            <a:xfrm>
              <a:off x="9676334" y="2815476"/>
              <a:ext cx="558674" cy="666570"/>
            </a:xfrm>
            <a:custGeom>
              <a:avLst/>
              <a:gdLst>
                <a:gd name="csX0" fmla="*/ 443884 w 558674"/>
                <a:gd name="csY0" fmla="*/ 0 h 666570"/>
                <a:gd name="csX1" fmla="*/ 449590 w 558674"/>
                <a:gd name="csY1" fmla="*/ 2526 h 666570"/>
                <a:gd name="csX2" fmla="*/ 451538 w 558674"/>
                <a:gd name="csY2" fmla="*/ 2473 h 666570"/>
                <a:gd name="csX3" fmla="*/ 454376 w 558674"/>
                <a:gd name="csY3" fmla="*/ 7182 h 666570"/>
                <a:gd name="csX4" fmla="*/ 455852 w 558674"/>
                <a:gd name="csY4" fmla="*/ 6764 h 666570"/>
                <a:gd name="csX5" fmla="*/ 455571 w 558674"/>
                <a:gd name="csY5" fmla="*/ 9625 h 666570"/>
                <a:gd name="csX6" fmla="*/ 452710 w 558674"/>
                <a:gd name="csY6" fmla="*/ 10987 h 666570"/>
                <a:gd name="csX7" fmla="*/ 448259 w 558674"/>
                <a:gd name="csY7" fmla="*/ 11808 h 666570"/>
                <a:gd name="csX8" fmla="*/ 447597 w 558674"/>
                <a:gd name="csY8" fmla="*/ 12379 h 666570"/>
                <a:gd name="csX9" fmla="*/ 443792 w 558674"/>
                <a:gd name="csY9" fmla="*/ 11923 h 666570"/>
                <a:gd name="csX10" fmla="*/ 441654 w 558674"/>
                <a:gd name="csY10" fmla="*/ 8073 h 666570"/>
                <a:gd name="csX11" fmla="*/ 438086 w 558674"/>
                <a:gd name="csY11" fmla="*/ 7122 h 666570"/>
                <a:gd name="csX12" fmla="*/ 438094 w 558674"/>
                <a:gd name="csY12" fmla="*/ 5881 h 666570"/>
                <a:gd name="csX13" fmla="*/ 440407 w 558674"/>
                <a:gd name="csY13" fmla="*/ 2960 h 666570"/>
                <a:gd name="csX14" fmla="*/ 443884 w 558674"/>
                <a:gd name="csY14" fmla="*/ 0 h 666570"/>
                <a:gd name="csX15" fmla="*/ 556704 w 558674"/>
                <a:gd name="csY15" fmla="*/ 86722 h 666570"/>
                <a:gd name="csX16" fmla="*/ 557868 w 558674"/>
                <a:gd name="csY16" fmla="*/ 94826 h 666570"/>
                <a:gd name="csX17" fmla="*/ 557830 w 558674"/>
                <a:gd name="csY17" fmla="*/ 97641 h 666570"/>
                <a:gd name="csX18" fmla="*/ 557282 w 558674"/>
                <a:gd name="csY18" fmla="*/ 100365 h 666570"/>
                <a:gd name="csX19" fmla="*/ 556513 w 558674"/>
                <a:gd name="csY19" fmla="*/ 101757 h 666570"/>
                <a:gd name="csX20" fmla="*/ 554984 w 558674"/>
                <a:gd name="csY20" fmla="*/ 102366 h 666570"/>
                <a:gd name="csX21" fmla="*/ 551279 w 558674"/>
                <a:gd name="csY21" fmla="*/ 102122 h 666570"/>
                <a:gd name="csX22" fmla="*/ 546249 w 558674"/>
                <a:gd name="csY22" fmla="*/ 98934 h 666570"/>
                <a:gd name="csX23" fmla="*/ 543001 w 558674"/>
                <a:gd name="csY23" fmla="*/ 95929 h 666570"/>
                <a:gd name="csX24" fmla="*/ 541989 w 558674"/>
                <a:gd name="csY24" fmla="*/ 95799 h 666570"/>
                <a:gd name="csX25" fmla="*/ 541547 w 558674"/>
                <a:gd name="csY25" fmla="*/ 96165 h 666570"/>
                <a:gd name="csX26" fmla="*/ 542339 w 558674"/>
                <a:gd name="csY26" fmla="*/ 99178 h 666570"/>
                <a:gd name="csX27" fmla="*/ 542126 w 558674"/>
                <a:gd name="csY27" fmla="*/ 101491 h 666570"/>
                <a:gd name="csX28" fmla="*/ 541639 w 558674"/>
                <a:gd name="csY28" fmla="*/ 104001 h 666570"/>
                <a:gd name="csX29" fmla="*/ 540954 w 558674"/>
                <a:gd name="csY29" fmla="*/ 106276 h 666570"/>
                <a:gd name="csX30" fmla="*/ 540003 w 558674"/>
                <a:gd name="csY30" fmla="*/ 108179 h 666570"/>
                <a:gd name="csX31" fmla="*/ 538009 w 558674"/>
                <a:gd name="csY31" fmla="*/ 110629 h 666570"/>
                <a:gd name="csX32" fmla="*/ 534563 w 558674"/>
                <a:gd name="csY32" fmla="*/ 112561 h 666570"/>
                <a:gd name="csX33" fmla="*/ 525075 w 558674"/>
                <a:gd name="csY33" fmla="*/ 116327 h 666570"/>
                <a:gd name="csX34" fmla="*/ 524322 w 558674"/>
                <a:gd name="csY34" fmla="*/ 117986 h 666570"/>
                <a:gd name="csX35" fmla="*/ 521263 w 558674"/>
                <a:gd name="csY35" fmla="*/ 128410 h 666570"/>
                <a:gd name="csX36" fmla="*/ 520433 w 558674"/>
                <a:gd name="csY36" fmla="*/ 129931 h 666570"/>
                <a:gd name="csX37" fmla="*/ 519315 w 558674"/>
                <a:gd name="csY37" fmla="*/ 131217 h 666570"/>
                <a:gd name="csX38" fmla="*/ 516051 w 558674"/>
                <a:gd name="csY38" fmla="*/ 132884 h 666570"/>
                <a:gd name="csX39" fmla="*/ 514468 w 558674"/>
                <a:gd name="csY39" fmla="*/ 130586 h 666570"/>
                <a:gd name="csX40" fmla="*/ 513206 w 558674"/>
                <a:gd name="csY40" fmla="*/ 127093 h 666570"/>
                <a:gd name="csX41" fmla="*/ 513495 w 558674"/>
                <a:gd name="csY41" fmla="*/ 123624 h 666570"/>
                <a:gd name="csX42" fmla="*/ 517307 w 558674"/>
                <a:gd name="csY42" fmla="*/ 116944 h 666570"/>
                <a:gd name="csX43" fmla="*/ 520875 w 558674"/>
                <a:gd name="csY43" fmla="*/ 112188 h 666570"/>
                <a:gd name="csX44" fmla="*/ 521879 w 558674"/>
                <a:gd name="csY44" fmla="*/ 110537 h 666570"/>
                <a:gd name="csX45" fmla="*/ 523903 w 558674"/>
                <a:gd name="csY45" fmla="*/ 105736 h 666570"/>
                <a:gd name="csX46" fmla="*/ 519810 w 558674"/>
                <a:gd name="csY46" fmla="*/ 93608 h 666570"/>
                <a:gd name="csX47" fmla="*/ 512521 w 558674"/>
                <a:gd name="csY47" fmla="*/ 89918 h 666570"/>
                <a:gd name="csX48" fmla="*/ 504220 w 558674"/>
                <a:gd name="csY48" fmla="*/ 84280 h 666570"/>
                <a:gd name="csX49" fmla="*/ 501176 w 558674"/>
                <a:gd name="csY49" fmla="*/ 81267 h 666570"/>
                <a:gd name="csX50" fmla="*/ 496436 w 558674"/>
                <a:gd name="csY50" fmla="*/ 75036 h 666570"/>
                <a:gd name="csX51" fmla="*/ 493081 w 558674"/>
                <a:gd name="csY51" fmla="*/ 69421 h 666570"/>
                <a:gd name="csX52" fmla="*/ 490053 w 558674"/>
                <a:gd name="csY52" fmla="*/ 69223 h 666570"/>
                <a:gd name="csX53" fmla="*/ 486720 w 558674"/>
                <a:gd name="csY53" fmla="*/ 70638 h 666570"/>
                <a:gd name="csX54" fmla="*/ 481516 w 558674"/>
                <a:gd name="csY54" fmla="*/ 75766 h 666570"/>
                <a:gd name="csX55" fmla="*/ 478480 w 558674"/>
                <a:gd name="csY55" fmla="*/ 78338 h 666570"/>
                <a:gd name="csX56" fmla="*/ 476806 w 558674"/>
                <a:gd name="csY56" fmla="*/ 79099 h 666570"/>
                <a:gd name="csX57" fmla="*/ 476403 w 558674"/>
                <a:gd name="csY57" fmla="*/ 79213 h 666570"/>
                <a:gd name="csX58" fmla="*/ 472675 w 558674"/>
                <a:gd name="csY58" fmla="*/ 77759 h 666570"/>
                <a:gd name="csX59" fmla="*/ 468536 w 558674"/>
                <a:gd name="csY59" fmla="*/ 77455 h 666570"/>
                <a:gd name="csX60" fmla="*/ 465203 w 558674"/>
                <a:gd name="csY60" fmla="*/ 77874 h 666570"/>
                <a:gd name="csX61" fmla="*/ 463948 w 558674"/>
                <a:gd name="csY61" fmla="*/ 78574 h 666570"/>
                <a:gd name="csX62" fmla="*/ 459306 w 558674"/>
                <a:gd name="csY62" fmla="*/ 86821 h 666570"/>
                <a:gd name="csX63" fmla="*/ 456057 w 558674"/>
                <a:gd name="csY63" fmla="*/ 90960 h 666570"/>
                <a:gd name="csX64" fmla="*/ 454269 w 558674"/>
                <a:gd name="csY64" fmla="*/ 92383 h 666570"/>
                <a:gd name="csX65" fmla="*/ 452968 w 558674"/>
                <a:gd name="csY65" fmla="*/ 94772 h 666570"/>
                <a:gd name="csX66" fmla="*/ 451903 w 558674"/>
                <a:gd name="csY66" fmla="*/ 98698 h 666570"/>
                <a:gd name="csX67" fmla="*/ 449522 w 558674"/>
                <a:gd name="csY67" fmla="*/ 112211 h 666570"/>
                <a:gd name="csX68" fmla="*/ 447749 w 558674"/>
                <a:gd name="csY68" fmla="*/ 117278 h 666570"/>
                <a:gd name="csX69" fmla="*/ 447353 w 558674"/>
                <a:gd name="csY69" fmla="*/ 120367 h 666570"/>
                <a:gd name="csX70" fmla="*/ 447772 w 558674"/>
                <a:gd name="csY70" fmla="*/ 129680 h 666570"/>
                <a:gd name="csX71" fmla="*/ 447346 w 558674"/>
                <a:gd name="csY71" fmla="*/ 134808 h 666570"/>
                <a:gd name="csX72" fmla="*/ 445177 w 558674"/>
                <a:gd name="csY72" fmla="*/ 139024 h 666570"/>
                <a:gd name="csX73" fmla="*/ 443648 w 558674"/>
                <a:gd name="csY73" fmla="*/ 140918 h 666570"/>
                <a:gd name="csX74" fmla="*/ 441632 w 558674"/>
                <a:gd name="csY74" fmla="*/ 141306 h 666570"/>
                <a:gd name="csX75" fmla="*/ 438992 w 558674"/>
                <a:gd name="csY75" fmla="*/ 142379 h 666570"/>
                <a:gd name="csX76" fmla="*/ 436686 w 558674"/>
                <a:gd name="csY76" fmla="*/ 144806 h 666570"/>
                <a:gd name="csX77" fmla="*/ 435058 w 558674"/>
                <a:gd name="csY77" fmla="*/ 148116 h 666570"/>
                <a:gd name="csX78" fmla="*/ 433224 w 558674"/>
                <a:gd name="csY78" fmla="*/ 155504 h 666570"/>
                <a:gd name="csX79" fmla="*/ 430120 w 558674"/>
                <a:gd name="csY79" fmla="*/ 158212 h 666570"/>
                <a:gd name="csX80" fmla="*/ 427153 w 558674"/>
                <a:gd name="csY80" fmla="*/ 157436 h 666570"/>
                <a:gd name="csX81" fmla="*/ 425038 w 558674"/>
                <a:gd name="csY81" fmla="*/ 154728 h 666570"/>
                <a:gd name="csX82" fmla="*/ 420495 w 558674"/>
                <a:gd name="csY82" fmla="*/ 152628 h 666570"/>
                <a:gd name="csX83" fmla="*/ 417109 w 558674"/>
                <a:gd name="csY83" fmla="*/ 151289 h 666570"/>
                <a:gd name="csX84" fmla="*/ 413313 w 558674"/>
                <a:gd name="csY84" fmla="*/ 148382 h 666570"/>
                <a:gd name="csX85" fmla="*/ 409965 w 558674"/>
                <a:gd name="csY85" fmla="*/ 146168 h 666570"/>
                <a:gd name="csX86" fmla="*/ 406906 w 558674"/>
                <a:gd name="csY86" fmla="*/ 145727 h 666570"/>
                <a:gd name="csX87" fmla="*/ 405164 w 558674"/>
                <a:gd name="csY87" fmla="*/ 148534 h 666570"/>
                <a:gd name="csX88" fmla="*/ 403764 w 558674"/>
                <a:gd name="csY88" fmla="*/ 151152 h 666570"/>
                <a:gd name="csX89" fmla="*/ 398545 w 558674"/>
                <a:gd name="csY89" fmla="*/ 153274 h 666570"/>
                <a:gd name="csX90" fmla="*/ 395584 w 558674"/>
                <a:gd name="csY90" fmla="*/ 154956 h 666570"/>
                <a:gd name="csX91" fmla="*/ 391750 w 558674"/>
                <a:gd name="csY91" fmla="*/ 155329 h 666570"/>
                <a:gd name="csX92" fmla="*/ 390198 w 558674"/>
                <a:gd name="csY92" fmla="*/ 153465 h 666570"/>
                <a:gd name="csX93" fmla="*/ 384628 w 558674"/>
                <a:gd name="csY93" fmla="*/ 152232 h 666570"/>
                <a:gd name="csX94" fmla="*/ 378001 w 558674"/>
                <a:gd name="csY94" fmla="*/ 150771 h 666570"/>
                <a:gd name="csX95" fmla="*/ 376084 w 558674"/>
                <a:gd name="csY95" fmla="*/ 150786 h 666570"/>
                <a:gd name="csX96" fmla="*/ 375483 w 558674"/>
                <a:gd name="csY96" fmla="*/ 147446 h 666570"/>
                <a:gd name="csX97" fmla="*/ 373718 w 558674"/>
                <a:gd name="csY97" fmla="*/ 142767 h 666570"/>
                <a:gd name="csX98" fmla="*/ 369008 w 558674"/>
                <a:gd name="csY98" fmla="*/ 134641 h 666570"/>
                <a:gd name="csX99" fmla="*/ 367083 w 558674"/>
                <a:gd name="csY99" fmla="*/ 131765 h 666570"/>
                <a:gd name="csX100" fmla="*/ 363454 w 558674"/>
                <a:gd name="csY100" fmla="*/ 124986 h 666570"/>
                <a:gd name="csX101" fmla="*/ 359231 w 558674"/>
                <a:gd name="csY101" fmla="*/ 118001 h 666570"/>
                <a:gd name="csX102" fmla="*/ 358630 w 558674"/>
                <a:gd name="csY102" fmla="*/ 117826 h 666570"/>
                <a:gd name="csX103" fmla="*/ 355799 w 558674"/>
                <a:gd name="csY103" fmla="*/ 117590 h 666570"/>
                <a:gd name="csX104" fmla="*/ 351653 w 558674"/>
                <a:gd name="csY104" fmla="*/ 117819 h 666570"/>
                <a:gd name="csX105" fmla="*/ 349020 w 558674"/>
                <a:gd name="csY105" fmla="*/ 119409 h 666570"/>
                <a:gd name="csX106" fmla="*/ 347362 w 558674"/>
                <a:gd name="csY106" fmla="*/ 121402 h 666570"/>
                <a:gd name="csX107" fmla="*/ 347072 w 558674"/>
                <a:gd name="csY107" fmla="*/ 123061 h 666570"/>
                <a:gd name="csX108" fmla="*/ 348678 w 558674"/>
                <a:gd name="csY108" fmla="*/ 129391 h 666570"/>
                <a:gd name="csX109" fmla="*/ 348183 w 558674"/>
                <a:gd name="csY109" fmla="*/ 130966 h 666570"/>
                <a:gd name="csX110" fmla="*/ 347354 w 558674"/>
                <a:gd name="csY110" fmla="*/ 131727 h 666570"/>
                <a:gd name="csX111" fmla="*/ 343588 w 558674"/>
                <a:gd name="csY111" fmla="*/ 129954 h 666570"/>
                <a:gd name="csX112" fmla="*/ 339030 w 558674"/>
                <a:gd name="csY112" fmla="*/ 130076 h 666570"/>
                <a:gd name="csX113" fmla="*/ 337881 w 558674"/>
                <a:gd name="csY113" fmla="*/ 132024 h 666570"/>
                <a:gd name="csX114" fmla="*/ 335104 w 558674"/>
                <a:gd name="csY114" fmla="*/ 132237 h 666570"/>
                <a:gd name="csX115" fmla="*/ 327093 w 558674"/>
                <a:gd name="csY115" fmla="*/ 132975 h 666570"/>
                <a:gd name="csX116" fmla="*/ 330630 w 558674"/>
                <a:gd name="csY116" fmla="*/ 138118 h 666570"/>
                <a:gd name="csX117" fmla="*/ 331802 w 558674"/>
                <a:gd name="csY117" fmla="*/ 140180 h 666570"/>
                <a:gd name="csX118" fmla="*/ 332038 w 558674"/>
                <a:gd name="csY118" fmla="*/ 143193 h 666570"/>
                <a:gd name="csX119" fmla="*/ 331422 w 558674"/>
                <a:gd name="csY119" fmla="*/ 148778 h 666570"/>
                <a:gd name="csX120" fmla="*/ 329725 w 558674"/>
                <a:gd name="csY120" fmla="*/ 153533 h 666570"/>
                <a:gd name="csX121" fmla="*/ 327747 w 558674"/>
                <a:gd name="csY121" fmla="*/ 157391 h 666570"/>
                <a:gd name="csX122" fmla="*/ 323935 w 558674"/>
                <a:gd name="csY122" fmla="*/ 161203 h 666570"/>
                <a:gd name="csX123" fmla="*/ 329725 w 558674"/>
                <a:gd name="csY123" fmla="*/ 164961 h 666570"/>
                <a:gd name="csX124" fmla="*/ 325791 w 558674"/>
                <a:gd name="csY124" fmla="*/ 170021 h 666570"/>
                <a:gd name="csX125" fmla="*/ 323950 w 558674"/>
                <a:gd name="csY125" fmla="*/ 171984 h 666570"/>
                <a:gd name="csX126" fmla="*/ 321819 w 558674"/>
                <a:gd name="csY126" fmla="*/ 171649 h 666570"/>
                <a:gd name="csX127" fmla="*/ 318008 w 558674"/>
                <a:gd name="csY127" fmla="*/ 169907 h 666570"/>
                <a:gd name="csX128" fmla="*/ 308778 w 558674"/>
                <a:gd name="csY128" fmla="*/ 165676 h 666570"/>
                <a:gd name="csX129" fmla="*/ 304373 w 558674"/>
                <a:gd name="csY129" fmla="*/ 164086 h 666570"/>
                <a:gd name="csX130" fmla="*/ 300432 w 558674"/>
                <a:gd name="csY130" fmla="*/ 163599 h 666570"/>
                <a:gd name="csX131" fmla="*/ 298332 w 558674"/>
                <a:gd name="csY131" fmla="*/ 163660 h 666570"/>
                <a:gd name="csX132" fmla="*/ 289978 w 558674"/>
                <a:gd name="csY132" fmla="*/ 160023 h 666570"/>
                <a:gd name="csX133" fmla="*/ 288365 w 558674"/>
                <a:gd name="csY133" fmla="*/ 160427 h 666570"/>
                <a:gd name="csX134" fmla="*/ 285367 w 558674"/>
                <a:gd name="csY134" fmla="*/ 162001 h 666570"/>
                <a:gd name="csX135" fmla="*/ 285032 w 558674"/>
                <a:gd name="csY135" fmla="*/ 165532 h 666570"/>
                <a:gd name="csX136" fmla="*/ 285222 w 558674"/>
                <a:gd name="csY136" fmla="*/ 174274 h 666570"/>
                <a:gd name="csX137" fmla="*/ 285664 w 558674"/>
                <a:gd name="csY137" fmla="*/ 180970 h 666570"/>
                <a:gd name="csX138" fmla="*/ 284560 w 558674"/>
                <a:gd name="csY138" fmla="*/ 184820 h 666570"/>
                <a:gd name="csX139" fmla="*/ 283457 w 558674"/>
                <a:gd name="csY139" fmla="*/ 187429 h 666570"/>
                <a:gd name="csX140" fmla="*/ 280117 w 558674"/>
                <a:gd name="csY140" fmla="*/ 194437 h 666570"/>
                <a:gd name="csX141" fmla="*/ 272600 w 558674"/>
                <a:gd name="csY141" fmla="*/ 189674 h 666570"/>
                <a:gd name="csX142" fmla="*/ 267472 w 558674"/>
                <a:gd name="csY142" fmla="*/ 186509 h 666570"/>
                <a:gd name="csX143" fmla="*/ 264177 w 558674"/>
                <a:gd name="csY143" fmla="*/ 190716 h 666570"/>
                <a:gd name="csX144" fmla="*/ 255922 w 558674"/>
                <a:gd name="csY144" fmla="*/ 198401 h 666570"/>
                <a:gd name="csX145" fmla="*/ 251691 w 558674"/>
                <a:gd name="csY145" fmla="*/ 213435 h 666570"/>
                <a:gd name="csX146" fmla="*/ 251448 w 558674"/>
                <a:gd name="csY146" fmla="*/ 213922 h 666570"/>
                <a:gd name="csX147" fmla="*/ 248944 w 558674"/>
                <a:gd name="csY147" fmla="*/ 217719 h 666570"/>
                <a:gd name="csX148" fmla="*/ 245742 w 558674"/>
                <a:gd name="csY148" fmla="*/ 219461 h 666570"/>
                <a:gd name="csX149" fmla="*/ 243314 w 558674"/>
                <a:gd name="csY149" fmla="*/ 220321 h 666570"/>
                <a:gd name="csX150" fmla="*/ 241899 w 558674"/>
                <a:gd name="csY150" fmla="*/ 224742 h 666570"/>
                <a:gd name="csX151" fmla="*/ 245194 w 558674"/>
                <a:gd name="csY151" fmla="*/ 231049 h 666570"/>
                <a:gd name="csX152" fmla="*/ 246883 w 558674"/>
                <a:gd name="csY152" fmla="*/ 234367 h 666570"/>
                <a:gd name="csX153" fmla="*/ 248458 w 558674"/>
                <a:gd name="csY153" fmla="*/ 239708 h 666570"/>
                <a:gd name="csX154" fmla="*/ 248168 w 558674"/>
                <a:gd name="csY154" fmla="*/ 243094 h 666570"/>
                <a:gd name="csX155" fmla="*/ 247803 w 558674"/>
                <a:gd name="csY155" fmla="*/ 245194 h 666570"/>
                <a:gd name="csX156" fmla="*/ 244265 w 558674"/>
                <a:gd name="csY156" fmla="*/ 249485 h 666570"/>
                <a:gd name="csX157" fmla="*/ 236718 w 558674"/>
                <a:gd name="csY157" fmla="*/ 260753 h 666570"/>
                <a:gd name="csX158" fmla="*/ 229733 w 558674"/>
                <a:gd name="csY158" fmla="*/ 272425 h 666570"/>
                <a:gd name="csX159" fmla="*/ 226872 w 558674"/>
                <a:gd name="csY159" fmla="*/ 275757 h 666570"/>
                <a:gd name="csX160" fmla="*/ 228166 w 558674"/>
                <a:gd name="csY160" fmla="*/ 285557 h 666570"/>
                <a:gd name="csX161" fmla="*/ 225845 w 558674"/>
                <a:gd name="csY161" fmla="*/ 288418 h 666570"/>
                <a:gd name="csX162" fmla="*/ 221113 w 558674"/>
                <a:gd name="csY162" fmla="*/ 291644 h 666570"/>
                <a:gd name="csX163" fmla="*/ 218693 w 558674"/>
                <a:gd name="csY163" fmla="*/ 292884 h 666570"/>
                <a:gd name="csX164" fmla="*/ 216091 w 558674"/>
                <a:gd name="csY164" fmla="*/ 293614 h 666570"/>
                <a:gd name="csX165" fmla="*/ 208087 w 558674"/>
                <a:gd name="csY165" fmla="*/ 294900 h 666570"/>
                <a:gd name="csX166" fmla="*/ 209509 w 558674"/>
                <a:gd name="csY166" fmla="*/ 305248 h 666570"/>
                <a:gd name="csX167" fmla="*/ 210049 w 558674"/>
                <a:gd name="csY167" fmla="*/ 309805 h 666570"/>
                <a:gd name="csX168" fmla="*/ 210042 w 558674"/>
                <a:gd name="csY168" fmla="*/ 312499 h 666570"/>
                <a:gd name="csX169" fmla="*/ 209213 w 558674"/>
                <a:gd name="csY169" fmla="*/ 315124 h 666570"/>
                <a:gd name="csX170" fmla="*/ 208223 w 558674"/>
                <a:gd name="csY170" fmla="*/ 320123 h 666570"/>
                <a:gd name="csX171" fmla="*/ 206732 w 558674"/>
                <a:gd name="csY171" fmla="*/ 337851 h 666570"/>
                <a:gd name="csX172" fmla="*/ 205591 w 558674"/>
                <a:gd name="csY172" fmla="*/ 339745 h 666570"/>
                <a:gd name="csX173" fmla="*/ 204016 w 558674"/>
                <a:gd name="csY173" fmla="*/ 344500 h 666570"/>
                <a:gd name="csX174" fmla="*/ 198949 w 558674"/>
                <a:gd name="csY174" fmla="*/ 355860 h 666570"/>
                <a:gd name="csX175" fmla="*/ 194886 w 558674"/>
                <a:gd name="csY175" fmla="*/ 363362 h 666570"/>
                <a:gd name="csX176" fmla="*/ 189020 w 558674"/>
                <a:gd name="csY176" fmla="*/ 374098 h 666570"/>
                <a:gd name="csX177" fmla="*/ 193790 w 558674"/>
                <a:gd name="csY177" fmla="*/ 377468 h 666570"/>
                <a:gd name="csX178" fmla="*/ 198143 w 558674"/>
                <a:gd name="csY178" fmla="*/ 379926 h 666570"/>
                <a:gd name="csX179" fmla="*/ 199048 w 558674"/>
                <a:gd name="csY179" fmla="*/ 383692 h 666570"/>
                <a:gd name="csX180" fmla="*/ 199649 w 558674"/>
                <a:gd name="csY180" fmla="*/ 389962 h 666570"/>
                <a:gd name="csX181" fmla="*/ 199504 w 558674"/>
                <a:gd name="csY181" fmla="*/ 394215 h 666570"/>
                <a:gd name="csX182" fmla="*/ 197838 w 558674"/>
                <a:gd name="csY182" fmla="*/ 398027 h 666570"/>
                <a:gd name="csX183" fmla="*/ 196545 w 558674"/>
                <a:gd name="csY183" fmla="*/ 400697 h 666570"/>
                <a:gd name="csX184" fmla="*/ 195639 w 558674"/>
                <a:gd name="csY184" fmla="*/ 401998 h 666570"/>
                <a:gd name="csX185" fmla="*/ 189453 w 558674"/>
                <a:gd name="csY185" fmla="*/ 400705 h 666570"/>
                <a:gd name="csX186" fmla="*/ 181525 w 558674"/>
                <a:gd name="csY186" fmla="*/ 399039 h 666570"/>
                <a:gd name="csX187" fmla="*/ 179471 w 558674"/>
                <a:gd name="csY187" fmla="*/ 399023 h 666570"/>
                <a:gd name="csX188" fmla="*/ 174860 w 558674"/>
                <a:gd name="csY188" fmla="*/ 400225 h 666570"/>
                <a:gd name="csX189" fmla="*/ 170698 w 558674"/>
                <a:gd name="csY189" fmla="*/ 402683 h 666570"/>
                <a:gd name="csX190" fmla="*/ 168507 w 558674"/>
                <a:gd name="csY190" fmla="*/ 404753 h 666570"/>
                <a:gd name="csX191" fmla="*/ 167921 w 558674"/>
                <a:gd name="csY191" fmla="*/ 405574 h 666570"/>
                <a:gd name="csX192" fmla="*/ 165152 w 558674"/>
                <a:gd name="csY192" fmla="*/ 410276 h 666570"/>
                <a:gd name="csX193" fmla="*/ 160221 w 558674"/>
                <a:gd name="csY193" fmla="*/ 418585 h 666570"/>
                <a:gd name="csX194" fmla="*/ 157520 w 558674"/>
                <a:gd name="csY194" fmla="*/ 422199 h 666570"/>
                <a:gd name="csX195" fmla="*/ 158312 w 558674"/>
                <a:gd name="csY195" fmla="*/ 427167 h 666570"/>
                <a:gd name="csX196" fmla="*/ 153777 w 558674"/>
                <a:gd name="csY196" fmla="*/ 436716 h 666570"/>
                <a:gd name="csX197" fmla="*/ 156744 w 558674"/>
                <a:gd name="csY197" fmla="*/ 446288 h 666570"/>
                <a:gd name="csX198" fmla="*/ 156873 w 558674"/>
                <a:gd name="csY198" fmla="*/ 446607 h 666570"/>
                <a:gd name="csX199" fmla="*/ 158448 w 558674"/>
                <a:gd name="csY199" fmla="*/ 450457 h 666570"/>
                <a:gd name="csX200" fmla="*/ 156805 w 558674"/>
                <a:gd name="csY200" fmla="*/ 452938 h 666570"/>
                <a:gd name="csX201" fmla="*/ 156113 w 558674"/>
                <a:gd name="csY201" fmla="*/ 454269 h 666570"/>
                <a:gd name="csX202" fmla="*/ 156348 w 558674"/>
                <a:gd name="csY202" fmla="*/ 458644 h 666570"/>
                <a:gd name="csX203" fmla="*/ 156782 w 558674"/>
                <a:gd name="csY203" fmla="*/ 463521 h 666570"/>
                <a:gd name="csX204" fmla="*/ 156402 w 558674"/>
                <a:gd name="csY204" fmla="*/ 466374 h 666570"/>
                <a:gd name="csX205" fmla="*/ 156242 w 558674"/>
                <a:gd name="csY205" fmla="*/ 469532 h 666570"/>
                <a:gd name="csX206" fmla="*/ 160275 w 558674"/>
                <a:gd name="csY206" fmla="*/ 483646 h 666570"/>
                <a:gd name="csX207" fmla="*/ 160229 w 558674"/>
                <a:gd name="csY207" fmla="*/ 486933 h 666570"/>
                <a:gd name="csX208" fmla="*/ 160031 w 558674"/>
                <a:gd name="csY208" fmla="*/ 489048 h 666570"/>
                <a:gd name="csX209" fmla="*/ 158783 w 558674"/>
                <a:gd name="csY209" fmla="*/ 497729 h 666570"/>
                <a:gd name="csX210" fmla="*/ 157109 w 558674"/>
                <a:gd name="csY210" fmla="*/ 509302 h 666570"/>
                <a:gd name="csX211" fmla="*/ 160031 w 558674"/>
                <a:gd name="csY211" fmla="*/ 512322 h 666570"/>
                <a:gd name="csX212" fmla="*/ 164185 w 558674"/>
                <a:gd name="csY212" fmla="*/ 515929 h 666570"/>
                <a:gd name="csX213" fmla="*/ 166521 w 558674"/>
                <a:gd name="csY213" fmla="*/ 517352 h 666570"/>
                <a:gd name="csX214" fmla="*/ 169968 w 558674"/>
                <a:gd name="csY214" fmla="*/ 521628 h 666570"/>
                <a:gd name="csX215" fmla="*/ 172600 w 558674"/>
                <a:gd name="csY215" fmla="*/ 525790 h 666570"/>
                <a:gd name="csX216" fmla="*/ 172235 w 558674"/>
                <a:gd name="csY216" fmla="*/ 528544 h 666570"/>
                <a:gd name="csX217" fmla="*/ 171474 w 558674"/>
                <a:gd name="csY217" fmla="*/ 531580 h 666570"/>
                <a:gd name="csX218" fmla="*/ 170371 w 558674"/>
                <a:gd name="csY218" fmla="*/ 533695 h 666570"/>
                <a:gd name="csX219" fmla="*/ 169329 w 558674"/>
                <a:gd name="csY219" fmla="*/ 536594 h 666570"/>
                <a:gd name="csX220" fmla="*/ 168865 w 558674"/>
                <a:gd name="csY220" fmla="*/ 538732 h 666570"/>
                <a:gd name="csX221" fmla="*/ 168378 w 558674"/>
                <a:gd name="csY221" fmla="*/ 539302 h 666570"/>
                <a:gd name="csX222" fmla="*/ 163774 w 558674"/>
                <a:gd name="csY222" fmla="*/ 539538 h 666570"/>
                <a:gd name="csX223" fmla="*/ 161347 w 558674"/>
                <a:gd name="csY223" fmla="*/ 540345 h 666570"/>
                <a:gd name="csX224" fmla="*/ 160077 w 558674"/>
                <a:gd name="csY224" fmla="*/ 541250 h 666570"/>
                <a:gd name="csX225" fmla="*/ 160510 w 558674"/>
                <a:gd name="csY225" fmla="*/ 546104 h 666570"/>
                <a:gd name="csX226" fmla="*/ 163303 w 558674"/>
                <a:gd name="csY226" fmla="*/ 554953 h 666570"/>
                <a:gd name="csX227" fmla="*/ 165623 w 558674"/>
                <a:gd name="csY227" fmla="*/ 561207 h 666570"/>
                <a:gd name="csX228" fmla="*/ 166369 w 558674"/>
                <a:gd name="csY228" fmla="*/ 565316 h 666570"/>
                <a:gd name="csX229" fmla="*/ 165608 w 558674"/>
                <a:gd name="csY229" fmla="*/ 569470 h 666570"/>
                <a:gd name="csX230" fmla="*/ 164817 w 558674"/>
                <a:gd name="csY230" fmla="*/ 571593 h 666570"/>
                <a:gd name="csX231" fmla="*/ 164794 w 558674"/>
                <a:gd name="csY231" fmla="*/ 574446 h 666570"/>
                <a:gd name="csX232" fmla="*/ 164185 w 558674"/>
                <a:gd name="csY232" fmla="*/ 580107 h 666570"/>
                <a:gd name="csX233" fmla="*/ 162390 w 558674"/>
                <a:gd name="csY233" fmla="*/ 582960 h 666570"/>
                <a:gd name="csX234" fmla="*/ 160039 w 558674"/>
                <a:gd name="csY234" fmla="*/ 586065 h 666570"/>
                <a:gd name="csX235" fmla="*/ 157421 w 558674"/>
                <a:gd name="csY235" fmla="*/ 588378 h 666570"/>
                <a:gd name="csX236" fmla="*/ 155344 w 558674"/>
                <a:gd name="csY236" fmla="*/ 589024 h 666570"/>
                <a:gd name="csX237" fmla="*/ 153564 w 558674"/>
                <a:gd name="csY237" fmla="*/ 589291 h 666570"/>
                <a:gd name="csX238" fmla="*/ 152362 w 558674"/>
                <a:gd name="csY238" fmla="*/ 590462 h 666570"/>
                <a:gd name="csX239" fmla="*/ 151273 w 558674"/>
                <a:gd name="csY239" fmla="*/ 593909 h 666570"/>
                <a:gd name="csX240" fmla="*/ 150269 w 558674"/>
                <a:gd name="csY240" fmla="*/ 597515 h 666570"/>
                <a:gd name="csX241" fmla="*/ 146990 w 558674"/>
                <a:gd name="csY241" fmla="*/ 601944 h 666570"/>
                <a:gd name="csX242" fmla="*/ 147081 w 558674"/>
                <a:gd name="csY242" fmla="*/ 603481 h 666570"/>
                <a:gd name="csX243" fmla="*/ 148329 w 558674"/>
                <a:gd name="csY243" fmla="*/ 608700 h 666570"/>
                <a:gd name="csX244" fmla="*/ 149501 w 558674"/>
                <a:gd name="csY244" fmla="*/ 614619 h 666570"/>
                <a:gd name="csX245" fmla="*/ 148512 w 558674"/>
                <a:gd name="csY245" fmla="*/ 620136 h 666570"/>
                <a:gd name="csX246" fmla="*/ 147667 w 558674"/>
                <a:gd name="csY246" fmla="*/ 625895 h 666570"/>
                <a:gd name="csX247" fmla="*/ 146183 w 558674"/>
                <a:gd name="csY247" fmla="*/ 629722 h 666570"/>
                <a:gd name="csX248" fmla="*/ 144068 w 558674"/>
                <a:gd name="csY248" fmla="*/ 631092 h 666570"/>
                <a:gd name="csX249" fmla="*/ 142516 w 558674"/>
                <a:gd name="csY249" fmla="*/ 630407 h 666570"/>
                <a:gd name="csX250" fmla="*/ 140759 w 558674"/>
                <a:gd name="csY250" fmla="*/ 625157 h 666570"/>
                <a:gd name="csX251" fmla="*/ 140667 w 558674"/>
                <a:gd name="csY251" fmla="*/ 623917 h 666570"/>
                <a:gd name="csX252" fmla="*/ 140234 w 558674"/>
                <a:gd name="csY252" fmla="*/ 622304 h 666570"/>
                <a:gd name="csX253" fmla="*/ 135242 w 558674"/>
                <a:gd name="csY253" fmla="*/ 620699 h 666570"/>
                <a:gd name="csX254" fmla="*/ 134360 w 558674"/>
                <a:gd name="csY254" fmla="*/ 620752 h 666570"/>
                <a:gd name="csX255" fmla="*/ 132397 w 558674"/>
                <a:gd name="csY255" fmla="*/ 619808 h 666570"/>
                <a:gd name="csX256" fmla="*/ 131248 w 558674"/>
                <a:gd name="csY256" fmla="*/ 619542 h 666570"/>
                <a:gd name="csX257" fmla="*/ 128889 w 558674"/>
                <a:gd name="csY257" fmla="*/ 619002 h 666570"/>
                <a:gd name="csX258" fmla="*/ 126926 w 558674"/>
                <a:gd name="csY258" fmla="*/ 614330 h 666570"/>
                <a:gd name="csX259" fmla="*/ 124849 w 558674"/>
                <a:gd name="csY259" fmla="*/ 610435 h 666570"/>
                <a:gd name="csX260" fmla="*/ 124545 w 558674"/>
                <a:gd name="csY260" fmla="*/ 608807 h 666570"/>
                <a:gd name="csX261" fmla="*/ 124621 w 558674"/>
                <a:gd name="csY261" fmla="*/ 601479 h 666570"/>
                <a:gd name="csX262" fmla="*/ 123981 w 558674"/>
                <a:gd name="csY262" fmla="*/ 598208 h 666570"/>
                <a:gd name="csX263" fmla="*/ 123784 w 558674"/>
                <a:gd name="csY263" fmla="*/ 594632 h 666570"/>
                <a:gd name="csX264" fmla="*/ 122475 w 558674"/>
                <a:gd name="csY264" fmla="*/ 597538 h 666570"/>
                <a:gd name="csX265" fmla="*/ 123236 w 558674"/>
                <a:gd name="csY265" fmla="*/ 602126 h 666570"/>
                <a:gd name="csX266" fmla="*/ 121623 w 558674"/>
                <a:gd name="csY266" fmla="*/ 604044 h 666570"/>
                <a:gd name="csX267" fmla="*/ 119576 w 558674"/>
                <a:gd name="csY267" fmla="*/ 604979 h 666570"/>
                <a:gd name="csX268" fmla="*/ 119766 w 558674"/>
                <a:gd name="csY268" fmla="*/ 607650 h 666570"/>
                <a:gd name="csX269" fmla="*/ 120603 w 558674"/>
                <a:gd name="csY269" fmla="*/ 608160 h 666570"/>
                <a:gd name="csX270" fmla="*/ 120778 w 558674"/>
                <a:gd name="csY270" fmla="*/ 610922 h 666570"/>
                <a:gd name="csX271" fmla="*/ 120284 w 558674"/>
                <a:gd name="csY271" fmla="*/ 615015 h 666570"/>
                <a:gd name="csX272" fmla="*/ 116267 w 558674"/>
                <a:gd name="csY272" fmla="*/ 624062 h 666570"/>
                <a:gd name="csX273" fmla="*/ 115460 w 558674"/>
                <a:gd name="csY273" fmla="*/ 625028 h 666570"/>
                <a:gd name="csX274" fmla="*/ 114905 w 558674"/>
                <a:gd name="csY274" fmla="*/ 626245 h 666570"/>
                <a:gd name="csX275" fmla="*/ 112850 w 558674"/>
                <a:gd name="csY275" fmla="*/ 625439 h 666570"/>
                <a:gd name="csX276" fmla="*/ 110210 w 558674"/>
                <a:gd name="csY276" fmla="*/ 627950 h 666570"/>
                <a:gd name="csX277" fmla="*/ 107707 w 558674"/>
                <a:gd name="csY277" fmla="*/ 628353 h 666570"/>
                <a:gd name="csX278" fmla="*/ 106801 w 558674"/>
                <a:gd name="csY278" fmla="*/ 625515 h 666570"/>
                <a:gd name="csX279" fmla="*/ 103279 w 558674"/>
                <a:gd name="csY279" fmla="*/ 621749 h 666570"/>
                <a:gd name="csX280" fmla="*/ 101620 w 558674"/>
                <a:gd name="csY280" fmla="*/ 621962 h 666570"/>
                <a:gd name="csX281" fmla="*/ 103111 w 558674"/>
                <a:gd name="csY281" fmla="*/ 623818 h 666570"/>
                <a:gd name="csX282" fmla="*/ 104587 w 558674"/>
                <a:gd name="csY282" fmla="*/ 626230 h 666570"/>
                <a:gd name="csX283" fmla="*/ 103750 w 558674"/>
                <a:gd name="csY283" fmla="*/ 627820 h 666570"/>
                <a:gd name="csX284" fmla="*/ 102929 w 558674"/>
                <a:gd name="csY284" fmla="*/ 628863 h 666570"/>
                <a:gd name="csX285" fmla="*/ 101491 w 558674"/>
                <a:gd name="csY285" fmla="*/ 629403 h 666570"/>
                <a:gd name="csX286" fmla="*/ 96340 w 558674"/>
                <a:gd name="csY286" fmla="*/ 632545 h 666570"/>
                <a:gd name="csX287" fmla="*/ 98173 w 558674"/>
                <a:gd name="csY287" fmla="*/ 634653 h 666570"/>
                <a:gd name="csX288" fmla="*/ 96614 w 558674"/>
                <a:gd name="csY288" fmla="*/ 637042 h 666570"/>
                <a:gd name="csX289" fmla="*/ 94818 w 558674"/>
                <a:gd name="csY289" fmla="*/ 637392 h 666570"/>
                <a:gd name="csX290" fmla="*/ 93859 w 558674"/>
                <a:gd name="csY290" fmla="*/ 638503 h 666570"/>
                <a:gd name="csX291" fmla="*/ 93524 w 558674"/>
                <a:gd name="csY291" fmla="*/ 640009 h 666570"/>
                <a:gd name="csX292" fmla="*/ 88191 w 558674"/>
                <a:gd name="csY292" fmla="*/ 644308 h 666570"/>
                <a:gd name="csX293" fmla="*/ 79502 w 558674"/>
                <a:gd name="csY293" fmla="*/ 655272 h 666570"/>
                <a:gd name="csX294" fmla="*/ 75036 w 558674"/>
                <a:gd name="csY294" fmla="*/ 658361 h 666570"/>
                <a:gd name="csX295" fmla="*/ 71916 w 558674"/>
                <a:gd name="csY295" fmla="*/ 661557 h 666570"/>
                <a:gd name="csX296" fmla="*/ 69170 w 558674"/>
                <a:gd name="csY296" fmla="*/ 661480 h 666570"/>
                <a:gd name="csX297" fmla="*/ 65715 w 558674"/>
                <a:gd name="csY297" fmla="*/ 664197 h 666570"/>
                <a:gd name="csX298" fmla="*/ 56965 w 558674"/>
                <a:gd name="csY298" fmla="*/ 666571 h 666570"/>
                <a:gd name="csX299" fmla="*/ 51160 w 558674"/>
                <a:gd name="csY299" fmla="*/ 665498 h 666570"/>
                <a:gd name="csX300" fmla="*/ 47120 w 558674"/>
                <a:gd name="csY300" fmla="*/ 666441 h 666570"/>
                <a:gd name="csX301" fmla="*/ 44951 w 558674"/>
                <a:gd name="csY301" fmla="*/ 664577 h 666570"/>
                <a:gd name="csX302" fmla="*/ 44670 w 558674"/>
                <a:gd name="csY302" fmla="*/ 663299 h 666570"/>
                <a:gd name="csX303" fmla="*/ 44776 w 558674"/>
                <a:gd name="csY303" fmla="*/ 662553 h 666570"/>
                <a:gd name="csX304" fmla="*/ 45134 w 558674"/>
                <a:gd name="csY304" fmla="*/ 661656 h 666570"/>
                <a:gd name="csX305" fmla="*/ 44381 w 558674"/>
                <a:gd name="csY305" fmla="*/ 661359 h 666570"/>
                <a:gd name="csX306" fmla="*/ 42798 w 558674"/>
                <a:gd name="csY306" fmla="*/ 661207 h 666570"/>
                <a:gd name="csX307" fmla="*/ 42121 w 558674"/>
                <a:gd name="csY307" fmla="*/ 662104 h 666570"/>
                <a:gd name="csX308" fmla="*/ 42030 w 558674"/>
                <a:gd name="csY308" fmla="*/ 664151 h 666570"/>
                <a:gd name="csX309" fmla="*/ 41276 w 558674"/>
                <a:gd name="csY309" fmla="*/ 664684 h 666570"/>
                <a:gd name="csX310" fmla="*/ 38263 w 558674"/>
                <a:gd name="csY310" fmla="*/ 663512 h 666570"/>
                <a:gd name="csX311" fmla="*/ 37503 w 558674"/>
                <a:gd name="csY311" fmla="*/ 662462 h 666570"/>
                <a:gd name="csX312" fmla="*/ 38583 w 558674"/>
                <a:gd name="csY312" fmla="*/ 660324 h 666570"/>
                <a:gd name="csX313" fmla="*/ 40440 w 558674"/>
                <a:gd name="csY313" fmla="*/ 658399 h 666570"/>
                <a:gd name="csX314" fmla="*/ 40105 w 558674"/>
                <a:gd name="csY314" fmla="*/ 658003 h 666570"/>
                <a:gd name="csX315" fmla="*/ 39747 w 558674"/>
                <a:gd name="csY315" fmla="*/ 656832 h 666570"/>
                <a:gd name="csX316" fmla="*/ 38842 w 558674"/>
                <a:gd name="csY316" fmla="*/ 656680 h 666570"/>
                <a:gd name="csX317" fmla="*/ 36148 w 558674"/>
                <a:gd name="csY317" fmla="*/ 656969 h 666570"/>
                <a:gd name="csX318" fmla="*/ 33957 w 558674"/>
                <a:gd name="csY318" fmla="*/ 656619 h 666570"/>
                <a:gd name="csX319" fmla="*/ 26820 w 558674"/>
                <a:gd name="csY319" fmla="*/ 652274 h 666570"/>
                <a:gd name="csX320" fmla="*/ 25154 w 558674"/>
                <a:gd name="csY320" fmla="*/ 649946 h 666570"/>
                <a:gd name="csX321" fmla="*/ 19394 w 558674"/>
                <a:gd name="csY321" fmla="*/ 646226 h 666570"/>
                <a:gd name="csX322" fmla="*/ 16815 w 558674"/>
                <a:gd name="csY322" fmla="*/ 642269 h 666570"/>
                <a:gd name="csX323" fmla="*/ 15346 w 558674"/>
                <a:gd name="csY323" fmla="*/ 637917 h 666570"/>
                <a:gd name="csX324" fmla="*/ 15460 w 558674"/>
                <a:gd name="csY324" fmla="*/ 633961 h 666570"/>
                <a:gd name="csX325" fmla="*/ 16168 w 558674"/>
                <a:gd name="csY325" fmla="*/ 627668 h 666570"/>
                <a:gd name="csX326" fmla="*/ 17378 w 558674"/>
                <a:gd name="csY326" fmla="*/ 626108 h 666570"/>
                <a:gd name="csX327" fmla="*/ 22544 w 558674"/>
                <a:gd name="csY327" fmla="*/ 628322 h 666570"/>
                <a:gd name="csX328" fmla="*/ 27771 w 558674"/>
                <a:gd name="csY328" fmla="*/ 632005 h 666570"/>
                <a:gd name="csX329" fmla="*/ 28585 w 558674"/>
                <a:gd name="csY329" fmla="*/ 631822 h 666570"/>
                <a:gd name="csX330" fmla="*/ 30229 w 558674"/>
                <a:gd name="csY330" fmla="*/ 628931 h 666570"/>
                <a:gd name="csX331" fmla="*/ 33409 w 558674"/>
                <a:gd name="csY331" fmla="*/ 626603 h 666570"/>
                <a:gd name="csX332" fmla="*/ 32504 w 558674"/>
                <a:gd name="csY332" fmla="*/ 625964 h 666570"/>
                <a:gd name="csX333" fmla="*/ 27771 w 558674"/>
                <a:gd name="csY333" fmla="*/ 628634 h 666570"/>
                <a:gd name="csX334" fmla="*/ 26014 w 558674"/>
                <a:gd name="csY334" fmla="*/ 627158 h 666570"/>
                <a:gd name="csX335" fmla="*/ 23282 w 558674"/>
                <a:gd name="csY335" fmla="*/ 624145 h 666570"/>
                <a:gd name="csX336" fmla="*/ 23282 w 558674"/>
                <a:gd name="csY336" fmla="*/ 622586 h 666570"/>
                <a:gd name="csX337" fmla="*/ 24553 w 558674"/>
                <a:gd name="csY337" fmla="*/ 621026 h 666570"/>
                <a:gd name="csX338" fmla="*/ 24979 w 558674"/>
                <a:gd name="csY338" fmla="*/ 618918 h 666570"/>
                <a:gd name="csX339" fmla="*/ 24317 w 558674"/>
                <a:gd name="csY339" fmla="*/ 616925 h 666570"/>
                <a:gd name="csX340" fmla="*/ 24629 w 558674"/>
                <a:gd name="csY340" fmla="*/ 614209 h 666570"/>
                <a:gd name="csX341" fmla="*/ 26737 w 558674"/>
                <a:gd name="csY341" fmla="*/ 611325 h 666570"/>
                <a:gd name="csX342" fmla="*/ 29902 w 558674"/>
                <a:gd name="csY342" fmla="*/ 608396 h 666570"/>
                <a:gd name="csX343" fmla="*/ 32184 w 558674"/>
                <a:gd name="csY343" fmla="*/ 605558 h 666570"/>
                <a:gd name="csX344" fmla="*/ 34528 w 558674"/>
                <a:gd name="csY344" fmla="*/ 603815 h 666570"/>
                <a:gd name="csX345" fmla="*/ 34284 w 558674"/>
                <a:gd name="csY345" fmla="*/ 603229 h 666570"/>
                <a:gd name="csX346" fmla="*/ 31606 w 558674"/>
                <a:gd name="csY346" fmla="*/ 604340 h 666570"/>
                <a:gd name="csX347" fmla="*/ 29042 w 558674"/>
                <a:gd name="csY347" fmla="*/ 606227 h 666570"/>
                <a:gd name="csX348" fmla="*/ 26029 w 558674"/>
                <a:gd name="csY348" fmla="*/ 609385 h 666570"/>
                <a:gd name="csX349" fmla="*/ 22354 w 558674"/>
                <a:gd name="csY349" fmla="*/ 611934 h 666570"/>
                <a:gd name="csX350" fmla="*/ 19638 w 558674"/>
                <a:gd name="csY350" fmla="*/ 612923 h 666570"/>
                <a:gd name="csX351" fmla="*/ 18344 w 558674"/>
                <a:gd name="csY351" fmla="*/ 613744 h 666570"/>
                <a:gd name="csX352" fmla="*/ 16351 w 558674"/>
                <a:gd name="csY352" fmla="*/ 614536 h 666570"/>
                <a:gd name="csX353" fmla="*/ 14289 w 558674"/>
                <a:gd name="csY353" fmla="*/ 618180 h 666570"/>
                <a:gd name="csX354" fmla="*/ 12037 w 558674"/>
                <a:gd name="csY354" fmla="*/ 619740 h 666570"/>
                <a:gd name="csX355" fmla="*/ 8004 w 558674"/>
                <a:gd name="csY355" fmla="*/ 619900 h 666570"/>
                <a:gd name="csX356" fmla="*/ 7114 w 558674"/>
                <a:gd name="csY356" fmla="*/ 617237 h 666570"/>
                <a:gd name="csX357" fmla="*/ 8255 w 558674"/>
                <a:gd name="csY357" fmla="*/ 607741 h 666570"/>
                <a:gd name="csX358" fmla="*/ 9473 w 558674"/>
                <a:gd name="csY358" fmla="*/ 603093 h 666570"/>
                <a:gd name="csX359" fmla="*/ 10812 w 558674"/>
                <a:gd name="csY359" fmla="*/ 599798 h 666570"/>
                <a:gd name="csX360" fmla="*/ 12912 w 558674"/>
                <a:gd name="csY360" fmla="*/ 599243 h 666570"/>
                <a:gd name="csX361" fmla="*/ 14388 w 558674"/>
                <a:gd name="csY361" fmla="*/ 596823 h 666570"/>
                <a:gd name="csX362" fmla="*/ 15613 w 558674"/>
                <a:gd name="csY362" fmla="*/ 596823 h 666570"/>
                <a:gd name="csX363" fmla="*/ 16678 w 558674"/>
                <a:gd name="csY363" fmla="*/ 597942 h 666570"/>
                <a:gd name="csX364" fmla="*/ 20794 w 558674"/>
                <a:gd name="csY364" fmla="*/ 599022 h 666570"/>
                <a:gd name="csX365" fmla="*/ 22826 w 558674"/>
                <a:gd name="csY365" fmla="*/ 595940 h 666570"/>
                <a:gd name="csX366" fmla="*/ 25466 w 558674"/>
                <a:gd name="csY366" fmla="*/ 595484 h 666570"/>
                <a:gd name="csX367" fmla="*/ 30282 w 558674"/>
                <a:gd name="csY367" fmla="*/ 592364 h 666570"/>
                <a:gd name="csX368" fmla="*/ 30183 w 558674"/>
                <a:gd name="csY368" fmla="*/ 591794 h 666570"/>
                <a:gd name="csX369" fmla="*/ 26927 w 558674"/>
                <a:gd name="csY369" fmla="*/ 592479 h 666570"/>
                <a:gd name="csX370" fmla="*/ 24948 w 558674"/>
                <a:gd name="csY370" fmla="*/ 592577 h 666570"/>
                <a:gd name="csX371" fmla="*/ 22118 w 558674"/>
                <a:gd name="csY371" fmla="*/ 593361 h 666570"/>
                <a:gd name="csX372" fmla="*/ 20611 w 558674"/>
                <a:gd name="csY372" fmla="*/ 592798 h 666570"/>
                <a:gd name="csX373" fmla="*/ 19904 w 558674"/>
                <a:gd name="csY373" fmla="*/ 590462 h 666570"/>
                <a:gd name="csX374" fmla="*/ 21038 w 558674"/>
                <a:gd name="csY374" fmla="*/ 588347 h 666570"/>
                <a:gd name="csX375" fmla="*/ 25580 w 558674"/>
                <a:gd name="csY375" fmla="*/ 583287 h 666570"/>
                <a:gd name="csX376" fmla="*/ 27155 w 558674"/>
                <a:gd name="csY376" fmla="*/ 581066 h 666570"/>
                <a:gd name="csX377" fmla="*/ 28045 w 558674"/>
                <a:gd name="csY377" fmla="*/ 578989 h 666570"/>
                <a:gd name="csX378" fmla="*/ 27901 w 558674"/>
                <a:gd name="csY378" fmla="*/ 577573 h 666570"/>
                <a:gd name="csX379" fmla="*/ 28661 w 558674"/>
                <a:gd name="csY379" fmla="*/ 574636 h 666570"/>
                <a:gd name="csX380" fmla="*/ 33105 w 558674"/>
                <a:gd name="csY380" fmla="*/ 569501 h 666570"/>
                <a:gd name="csX381" fmla="*/ 36727 w 558674"/>
                <a:gd name="csY381" fmla="*/ 567142 h 666570"/>
                <a:gd name="csX382" fmla="*/ 37914 w 558674"/>
                <a:gd name="csY382" fmla="*/ 569166 h 666570"/>
                <a:gd name="csX383" fmla="*/ 36902 w 558674"/>
                <a:gd name="csY383" fmla="*/ 575489 h 666570"/>
                <a:gd name="csX384" fmla="*/ 36909 w 558674"/>
                <a:gd name="csY384" fmla="*/ 578091 h 666570"/>
                <a:gd name="csX385" fmla="*/ 39770 w 558674"/>
                <a:gd name="csY385" fmla="*/ 568884 h 666570"/>
                <a:gd name="csX386" fmla="*/ 41033 w 558674"/>
                <a:gd name="csY386" fmla="*/ 566686 h 666570"/>
                <a:gd name="csX387" fmla="*/ 42463 w 558674"/>
                <a:gd name="csY387" fmla="*/ 565133 h 666570"/>
                <a:gd name="csX388" fmla="*/ 45933 w 558674"/>
                <a:gd name="csY388" fmla="*/ 564091 h 666570"/>
                <a:gd name="csX389" fmla="*/ 46914 w 558674"/>
                <a:gd name="csY389" fmla="*/ 562630 h 666570"/>
                <a:gd name="csX390" fmla="*/ 42867 w 558674"/>
                <a:gd name="csY390" fmla="*/ 563110 h 666570"/>
                <a:gd name="csX391" fmla="*/ 33059 w 558674"/>
                <a:gd name="csY391" fmla="*/ 566640 h 666570"/>
                <a:gd name="csX392" fmla="*/ 28928 w 558674"/>
                <a:gd name="csY392" fmla="*/ 569782 h 666570"/>
                <a:gd name="csX393" fmla="*/ 27824 w 558674"/>
                <a:gd name="csY393" fmla="*/ 572194 h 666570"/>
                <a:gd name="csX394" fmla="*/ 24956 w 558674"/>
                <a:gd name="csY394" fmla="*/ 575831 h 666570"/>
                <a:gd name="csX395" fmla="*/ 23609 w 558674"/>
                <a:gd name="csY395" fmla="*/ 578182 h 666570"/>
                <a:gd name="csX396" fmla="*/ 23016 w 558674"/>
                <a:gd name="csY396" fmla="*/ 581636 h 666570"/>
                <a:gd name="csX397" fmla="*/ 21403 w 558674"/>
                <a:gd name="csY397" fmla="*/ 583508 h 666570"/>
                <a:gd name="csX398" fmla="*/ 19219 w 558674"/>
                <a:gd name="csY398" fmla="*/ 584200 h 666570"/>
                <a:gd name="csX399" fmla="*/ 16191 w 558674"/>
                <a:gd name="csY399" fmla="*/ 588552 h 666570"/>
                <a:gd name="csX400" fmla="*/ 14852 w 558674"/>
                <a:gd name="csY400" fmla="*/ 592045 h 666570"/>
                <a:gd name="csX401" fmla="*/ 11839 w 558674"/>
                <a:gd name="csY401" fmla="*/ 594814 h 666570"/>
                <a:gd name="csX402" fmla="*/ 9929 w 558674"/>
                <a:gd name="csY402" fmla="*/ 596945 h 666570"/>
                <a:gd name="csX403" fmla="*/ 9298 w 558674"/>
                <a:gd name="csY403" fmla="*/ 597706 h 666570"/>
                <a:gd name="csX404" fmla="*/ 8263 w 558674"/>
                <a:gd name="csY404" fmla="*/ 599790 h 666570"/>
                <a:gd name="csX405" fmla="*/ 7403 w 558674"/>
                <a:gd name="csY405" fmla="*/ 599943 h 666570"/>
                <a:gd name="csX406" fmla="*/ 6657 w 558674"/>
                <a:gd name="csY406" fmla="*/ 598718 h 666570"/>
                <a:gd name="csX407" fmla="*/ 6528 w 558674"/>
                <a:gd name="csY407" fmla="*/ 596024 h 666570"/>
                <a:gd name="csX408" fmla="*/ 6832 w 558674"/>
                <a:gd name="csY408" fmla="*/ 591702 h 666570"/>
                <a:gd name="csX409" fmla="*/ 8286 w 558674"/>
                <a:gd name="csY409" fmla="*/ 588583 h 666570"/>
                <a:gd name="csX410" fmla="*/ 8978 w 558674"/>
                <a:gd name="csY410" fmla="*/ 585532 h 666570"/>
                <a:gd name="csX411" fmla="*/ 8019 w 558674"/>
                <a:gd name="csY411" fmla="*/ 582679 h 666570"/>
                <a:gd name="csX412" fmla="*/ 8689 w 558674"/>
                <a:gd name="csY412" fmla="*/ 580868 h 666570"/>
                <a:gd name="csX413" fmla="*/ 9960 w 558674"/>
                <a:gd name="csY413" fmla="*/ 580936 h 666570"/>
                <a:gd name="csX414" fmla="*/ 12334 w 558674"/>
                <a:gd name="csY414" fmla="*/ 581758 h 666570"/>
                <a:gd name="csX415" fmla="*/ 14852 w 558674"/>
                <a:gd name="csY415" fmla="*/ 581629 h 666570"/>
                <a:gd name="csX416" fmla="*/ 18998 w 558674"/>
                <a:gd name="csY416" fmla="*/ 579369 h 666570"/>
                <a:gd name="csX417" fmla="*/ 18337 w 558674"/>
                <a:gd name="csY417" fmla="*/ 578045 h 666570"/>
                <a:gd name="csX418" fmla="*/ 16549 w 558674"/>
                <a:gd name="csY418" fmla="*/ 577855 h 666570"/>
                <a:gd name="csX419" fmla="*/ 13208 w 558674"/>
                <a:gd name="csY419" fmla="*/ 578045 h 666570"/>
                <a:gd name="csX420" fmla="*/ 10401 w 558674"/>
                <a:gd name="csY420" fmla="*/ 575831 h 666570"/>
                <a:gd name="csX421" fmla="*/ 8217 w 558674"/>
                <a:gd name="csY421" fmla="*/ 571418 h 666570"/>
                <a:gd name="csX422" fmla="*/ 7228 w 558674"/>
                <a:gd name="csY422" fmla="*/ 565499 h 666570"/>
                <a:gd name="csX423" fmla="*/ 7890 w 558674"/>
                <a:gd name="csY423" fmla="*/ 563802 h 666570"/>
                <a:gd name="csX424" fmla="*/ 15970 w 558674"/>
                <a:gd name="csY424" fmla="*/ 557745 h 666570"/>
                <a:gd name="csX425" fmla="*/ 18146 w 558674"/>
                <a:gd name="csY425" fmla="*/ 554984 h 666570"/>
                <a:gd name="csX426" fmla="*/ 16883 w 558674"/>
                <a:gd name="csY426" fmla="*/ 554710 h 666570"/>
                <a:gd name="csX427" fmla="*/ 13848 w 558674"/>
                <a:gd name="csY427" fmla="*/ 558057 h 666570"/>
                <a:gd name="csX428" fmla="*/ 9511 w 558674"/>
                <a:gd name="csY428" fmla="*/ 560127 h 666570"/>
                <a:gd name="csX429" fmla="*/ 6772 w 558674"/>
                <a:gd name="csY429" fmla="*/ 557243 h 666570"/>
                <a:gd name="csX430" fmla="*/ 5349 w 558674"/>
                <a:gd name="csY430" fmla="*/ 554131 h 666570"/>
                <a:gd name="csX431" fmla="*/ 4527 w 558674"/>
                <a:gd name="csY431" fmla="*/ 547535 h 666570"/>
                <a:gd name="csX432" fmla="*/ 4824 w 558674"/>
                <a:gd name="csY432" fmla="*/ 544134 h 666570"/>
                <a:gd name="csX433" fmla="*/ 4481 w 558674"/>
                <a:gd name="csY433" fmla="*/ 539652 h 666570"/>
                <a:gd name="csX434" fmla="*/ 6338 w 558674"/>
                <a:gd name="csY434" fmla="*/ 538191 h 666570"/>
                <a:gd name="csX435" fmla="*/ 8407 w 558674"/>
                <a:gd name="csY435" fmla="*/ 538968 h 666570"/>
                <a:gd name="csX436" fmla="*/ 10454 w 558674"/>
                <a:gd name="csY436" fmla="*/ 539257 h 666570"/>
                <a:gd name="csX437" fmla="*/ 15088 w 558674"/>
                <a:gd name="csY437" fmla="*/ 538861 h 666570"/>
                <a:gd name="csX438" fmla="*/ 25314 w 558674"/>
                <a:gd name="csY438" fmla="*/ 536160 h 666570"/>
                <a:gd name="csX439" fmla="*/ 31903 w 558674"/>
                <a:gd name="csY439" fmla="*/ 537765 h 666570"/>
                <a:gd name="csX440" fmla="*/ 34581 w 558674"/>
                <a:gd name="csY440" fmla="*/ 537621 h 666570"/>
                <a:gd name="csX441" fmla="*/ 38682 w 558674"/>
                <a:gd name="csY441" fmla="*/ 535293 h 666570"/>
                <a:gd name="csX442" fmla="*/ 42266 w 558674"/>
                <a:gd name="csY442" fmla="*/ 535057 h 666570"/>
                <a:gd name="csX443" fmla="*/ 44951 w 558674"/>
                <a:gd name="csY443" fmla="*/ 536829 h 666570"/>
                <a:gd name="csX444" fmla="*/ 46420 w 558674"/>
                <a:gd name="csY444" fmla="*/ 538869 h 666570"/>
                <a:gd name="csX445" fmla="*/ 46602 w 558674"/>
                <a:gd name="csY445" fmla="*/ 541585 h 666570"/>
                <a:gd name="csX446" fmla="*/ 47843 w 558674"/>
                <a:gd name="csY446" fmla="*/ 543396 h 666570"/>
                <a:gd name="csX447" fmla="*/ 48679 w 558674"/>
                <a:gd name="csY447" fmla="*/ 542802 h 666570"/>
                <a:gd name="csX448" fmla="*/ 48010 w 558674"/>
                <a:gd name="csY448" fmla="*/ 540649 h 666570"/>
                <a:gd name="csX449" fmla="*/ 47873 w 558674"/>
                <a:gd name="csY449" fmla="*/ 537309 h 666570"/>
                <a:gd name="csX450" fmla="*/ 58654 w 558674"/>
                <a:gd name="csY450" fmla="*/ 533512 h 666570"/>
                <a:gd name="csX451" fmla="*/ 59925 w 558674"/>
                <a:gd name="csY451" fmla="*/ 532036 h 666570"/>
                <a:gd name="csX452" fmla="*/ 55641 w 558674"/>
                <a:gd name="csY452" fmla="*/ 531519 h 666570"/>
                <a:gd name="csX453" fmla="*/ 54417 w 558674"/>
                <a:gd name="csY453" fmla="*/ 528042 h 666570"/>
                <a:gd name="csX454" fmla="*/ 56676 w 558674"/>
                <a:gd name="csY454" fmla="*/ 522761 h 666570"/>
                <a:gd name="csX455" fmla="*/ 56463 w 558674"/>
                <a:gd name="csY455" fmla="*/ 522077 h 666570"/>
                <a:gd name="csX456" fmla="*/ 54082 w 558674"/>
                <a:gd name="csY456" fmla="*/ 524869 h 666570"/>
                <a:gd name="csX457" fmla="*/ 52910 w 558674"/>
                <a:gd name="csY457" fmla="*/ 528780 h 666570"/>
                <a:gd name="csX458" fmla="*/ 53382 w 558674"/>
                <a:gd name="csY458" fmla="*/ 531899 h 666570"/>
                <a:gd name="csX459" fmla="*/ 52910 w 558674"/>
                <a:gd name="csY459" fmla="*/ 533345 h 666570"/>
                <a:gd name="csX460" fmla="*/ 50719 w 558674"/>
                <a:gd name="csY460" fmla="*/ 534007 h 666570"/>
                <a:gd name="csX461" fmla="*/ 45788 w 558674"/>
                <a:gd name="csY461" fmla="*/ 534250 h 666570"/>
                <a:gd name="csX462" fmla="*/ 42623 w 558674"/>
                <a:gd name="csY462" fmla="*/ 532926 h 666570"/>
                <a:gd name="csX463" fmla="*/ 39694 w 558674"/>
                <a:gd name="csY463" fmla="*/ 532211 h 666570"/>
                <a:gd name="csX464" fmla="*/ 38697 w 558674"/>
                <a:gd name="csY464" fmla="*/ 531214 h 666570"/>
                <a:gd name="csX465" fmla="*/ 39032 w 558674"/>
                <a:gd name="csY465" fmla="*/ 528985 h 666570"/>
                <a:gd name="csX466" fmla="*/ 38477 w 558674"/>
                <a:gd name="csY466" fmla="*/ 528521 h 666570"/>
                <a:gd name="csX467" fmla="*/ 37259 w 558674"/>
                <a:gd name="csY467" fmla="*/ 530522 h 666570"/>
                <a:gd name="csX468" fmla="*/ 36179 w 558674"/>
                <a:gd name="csY468" fmla="*/ 534501 h 666570"/>
                <a:gd name="csX469" fmla="*/ 33851 w 558674"/>
                <a:gd name="csY469" fmla="*/ 535422 h 666570"/>
                <a:gd name="csX470" fmla="*/ 27421 w 558674"/>
                <a:gd name="csY470" fmla="*/ 533946 h 666570"/>
                <a:gd name="csX471" fmla="*/ 18116 w 558674"/>
                <a:gd name="csY471" fmla="*/ 534813 h 666570"/>
                <a:gd name="csX472" fmla="*/ 13939 w 558674"/>
                <a:gd name="csY472" fmla="*/ 536807 h 666570"/>
                <a:gd name="csX473" fmla="*/ 11238 w 558674"/>
                <a:gd name="csY473" fmla="*/ 536548 h 666570"/>
                <a:gd name="csX474" fmla="*/ 6581 w 558674"/>
                <a:gd name="csY474" fmla="*/ 533048 h 666570"/>
                <a:gd name="csX475" fmla="*/ 4770 w 558674"/>
                <a:gd name="csY475" fmla="*/ 530256 h 666570"/>
                <a:gd name="csX476" fmla="*/ 4093 w 558674"/>
                <a:gd name="csY476" fmla="*/ 524610 h 666570"/>
                <a:gd name="csX477" fmla="*/ 4367 w 558674"/>
                <a:gd name="csY477" fmla="*/ 522122 h 666570"/>
                <a:gd name="csX478" fmla="*/ 7989 w 558674"/>
                <a:gd name="csY478" fmla="*/ 521072 h 666570"/>
                <a:gd name="csX479" fmla="*/ 9823 w 558674"/>
                <a:gd name="csY479" fmla="*/ 521141 h 666570"/>
                <a:gd name="csX480" fmla="*/ 11542 w 558674"/>
                <a:gd name="csY480" fmla="*/ 519802 h 666570"/>
                <a:gd name="csX481" fmla="*/ 10020 w 558674"/>
                <a:gd name="csY481" fmla="*/ 518927 h 666570"/>
                <a:gd name="csX482" fmla="*/ 7882 w 558674"/>
                <a:gd name="csY482" fmla="*/ 517207 h 666570"/>
                <a:gd name="csX483" fmla="*/ 6429 w 558674"/>
                <a:gd name="csY483" fmla="*/ 513768 h 666570"/>
                <a:gd name="csX484" fmla="*/ 4230 w 558674"/>
                <a:gd name="csY484" fmla="*/ 512642 h 666570"/>
                <a:gd name="csX485" fmla="*/ 2762 w 558674"/>
                <a:gd name="csY485" fmla="*/ 509697 h 666570"/>
                <a:gd name="csX486" fmla="*/ 2389 w 558674"/>
                <a:gd name="csY486" fmla="*/ 505246 h 666570"/>
                <a:gd name="csX487" fmla="*/ 2807 w 558674"/>
                <a:gd name="csY487" fmla="*/ 502142 h 666570"/>
                <a:gd name="csX488" fmla="*/ 3979 w 558674"/>
                <a:gd name="csY488" fmla="*/ 501145 h 666570"/>
                <a:gd name="csX489" fmla="*/ 6802 w 558674"/>
                <a:gd name="csY489" fmla="*/ 501823 h 666570"/>
                <a:gd name="csX490" fmla="*/ 14243 w 558674"/>
                <a:gd name="csY490" fmla="*/ 501298 h 666570"/>
                <a:gd name="csX491" fmla="*/ 21243 w 558674"/>
                <a:gd name="csY491" fmla="*/ 504463 h 666570"/>
                <a:gd name="csX492" fmla="*/ 25998 w 558674"/>
                <a:gd name="csY492" fmla="*/ 506243 h 666570"/>
                <a:gd name="csX493" fmla="*/ 35623 w 558674"/>
                <a:gd name="csY493" fmla="*/ 505345 h 666570"/>
                <a:gd name="csX494" fmla="*/ 41261 w 558674"/>
                <a:gd name="csY494" fmla="*/ 502523 h 666570"/>
                <a:gd name="csX495" fmla="*/ 40226 w 558674"/>
                <a:gd name="csY495" fmla="*/ 501746 h 666570"/>
                <a:gd name="csX496" fmla="*/ 34109 w 558674"/>
                <a:gd name="csY496" fmla="*/ 503375 h 666570"/>
                <a:gd name="csX497" fmla="*/ 28456 w 558674"/>
                <a:gd name="csY497" fmla="*/ 503306 h 666570"/>
                <a:gd name="csX498" fmla="*/ 18489 w 558674"/>
                <a:gd name="csY498" fmla="*/ 500118 h 666570"/>
                <a:gd name="csX499" fmla="*/ 14403 w 558674"/>
                <a:gd name="csY499" fmla="*/ 499091 h 666570"/>
                <a:gd name="csX500" fmla="*/ 9998 w 558674"/>
                <a:gd name="csY500" fmla="*/ 499548 h 666570"/>
                <a:gd name="csX501" fmla="*/ 7707 w 558674"/>
                <a:gd name="csY501" fmla="*/ 498581 h 666570"/>
                <a:gd name="csX502" fmla="*/ 6361 w 558674"/>
                <a:gd name="csY502" fmla="*/ 495416 h 666570"/>
                <a:gd name="csX503" fmla="*/ 7357 w 558674"/>
                <a:gd name="csY503" fmla="*/ 489344 h 666570"/>
                <a:gd name="csX504" fmla="*/ 9442 w 558674"/>
                <a:gd name="csY504" fmla="*/ 488036 h 666570"/>
                <a:gd name="csX505" fmla="*/ 10568 w 558674"/>
                <a:gd name="csY505" fmla="*/ 489618 h 666570"/>
                <a:gd name="csX506" fmla="*/ 11930 w 558674"/>
                <a:gd name="csY506" fmla="*/ 489717 h 666570"/>
                <a:gd name="csX507" fmla="*/ 13315 w 558674"/>
                <a:gd name="csY507" fmla="*/ 487176 h 666570"/>
                <a:gd name="csX508" fmla="*/ 14631 w 558674"/>
                <a:gd name="csY508" fmla="*/ 485723 h 666570"/>
                <a:gd name="csX509" fmla="*/ 15681 w 558674"/>
                <a:gd name="csY509" fmla="*/ 482436 h 666570"/>
                <a:gd name="csX510" fmla="*/ 19630 w 558674"/>
                <a:gd name="csY510" fmla="*/ 479309 h 666570"/>
                <a:gd name="csX511" fmla="*/ 21296 w 558674"/>
                <a:gd name="csY511" fmla="*/ 479043 h 666570"/>
                <a:gd name="csX512" fmla="*/ 23686 w 558674"/>
                <a:gd name="csY512" fmla="*/ 477604 h 666570"/>
                <a:gd name="csX513" fmla="*/ 25215 w 558674"/>
                <a:gd name="csY513" fmla="*/ 478015 h 666570"/>
                <a:gd name="csX514" fmla="*/ 26189 w 558674"/>
                <a:gd name="csY514" fmla="*/ 479461 h 666570"/>
                <a:gd name="csX515" fmla="*/ 27429 w 558674"/>
                <a:gd name="csY515" fmla="*/ 480656 h 666570"/>
                <a:gd name="csX516" fmla="*/ 30107 w 558674"/>
                <a:gd name="csY516" fmla="*/ 480511 h 666570"/>
                <a:gd name="csX517" fmla="*/ 38035 w 558674"/>
                <a:gd name="csY517" fmla="*/ 478000 h 666570"/>
                <a:gd name="csX518" fmla="*/ 38887 w 558674"/>
                <a:gd name="csY518" fmla="*/ 477262 h 666570"/>
                <a:gd name="csX519" fmla="*/ 40432 w 558674"/>
                <a:gd name="csY519" fmla="*/ 475200 h 666570"/>
                <a:gd name="csX520" fmla="*/ 35410 w 558674"/>
                <a:gd name="csY520" fmla="*/ 476121 h 666570"/>
                <a:gd name="csX521" fmla="*/ 31241 w 558674"/>
                <a:gd name="csY521" fmla="*/ 477582 h 666570"/>
                <a:gd name="csX522" fmla="*/ 28555 w 558674"/>
                <a:gd name="csY522" fmla="*/ 477993 h 666570"/>
                <a:gd name="csX523" fmla="*/ 28175 w 558674"/>
                <a:gd name="csY523" fmla="*/ 476159 h 666570"/>
                <a:gd name="csX524" fmla="*/ 29164 w 558674"/>
                <a:gd name="csY524" fmla="*/ 474538 h 666570"/>
                <a:gd name="csX525" fmla="*/ 30716 w 558674"/>
                <a:gd name="csY525" fmla="*/ 472804 h 666570"/>
                <a:gd name="csX526" fmla="*/ 31469 w 558674"/>
                <a:gd name="csY526" fmla="*/ 469844 h 666570"/>
                <a:gd name="csX527" fmla="*/ 33181 w 558674"/>
                <a:gd name="csY527" fmla="*/ 468581 h 666570"/>
                <a:gd name="csX528" fmla="*/ 35030 w 558674"/>
                <a:gd name="csY528" fmla="*/ 468649 h 666570"/>
                <a:gd name="csX529" fmla="*/ 38849 w 558674"/>
                <a:gd name="csY529" fmla="*/ 468109 h 666570"/>
                <a:gd name="csX530" fmla="*/ 41543 w 558674"/>
                <a:gd name="csY530" fmla="*/ 467341 h 666570"/>
                <a:gd name="csX531" fmla="*/ 46161 w 558674"/>
                <a:gd name="csY531" fmla="*/ 467850 h 666570"/>
                <a:gd name="csX532" fmla="*/ 53054 w 558674"/>
                <a:gd name="csY532" fmla="*/ 468984 h 666570"/>
                <a:gd name="csX533" fmla="*/ 57490 w 558674"/>
                <a:gd name="csY533" fmla="*/ 471738 h 666570"/>
                <a:gd name="csX534" fmla="*/ 59164 w 558674"/>
                <a:gd name="csY534" fmla="*/ 471487 h 666570"/>
                <a:gd name="csX535" fmla="*/ 60937 w 558674"/>
                <a:gd name="csY535" fmla="*/ 470757 h 666570"/>
                <a:gd name="csX536" fmla="*/ 61743 w 558674"/>
                <a:gd name="csY536" fmla="*/ 469760 h 666570"/>
                <a:gd name="csX537" fmla="*/ 58259 w 558674"/>
                <a:gd name="csY537" fmla="*/ 468619 h 666570"/>
                <a:gd name="csX538" fmla="*/ 58061 w 558674"/>
                <a:gd name="csY538" fmla="*/ 466983 h 666570"/>
                <a:gd name="csX539" fmla="*/ 58495 w 558674"/>
                <a:gd name="csY539" fmla="*/ 465750 h 666570"/>
                <a:gd name="csX540" fmla="*/ 64186 w 558674"/>
                <a:gd name="csY540" fmla="*/ 463475 h 666570"/>
                <a:gd name="csX541" fmla="*/ 70394 w 558674"/>
                <a:gd name="csY541" fmla="*/ 462973 h 666570"/>
                <a:gd name="csX542" fmla="*/ 69329 w 558674"/>
                <a:gd name="csY542" fmla="*/ 461140 h 666570"/>
                <a:gd name="csX543" fmla="*/ 55725 w 558674"/>
                <a:gd name="csY543" fmla="*/ 463909 h 666570"/>
                <a:gd name="csX544" fmla="*/ 52172 w 558674"/>
                <a:gd name="csY544" fmla="*/ 462015 h 666570"/>
                <a:gd name="csX545" fmla="*/ 49364 w 558674"/>
                <a:gd name="csY545" fmla="*/ 462030 h 666570"/>
                <a:gd name="csX546" fmla="*/ 47531 w 558674"/>
                <a:gd name="csY546" fmla="*/ 463110 h 666570"/>
                <a:gd name="csX547" fmla="*/ 42296 w 558674"/>
                <a:gd name="csY547" fmla="*/ 464419 h 666570"/>
                <a:gd name="csX548" fmla="*/ 41337 w 558674"/>
                <a:gd name="csY548" fmla="*/ 463491 h 666570"/>
                <a:gd name="csX549" fmla="*/ 42334 w 558674"/>
                <a:gd name="csY549" fmla="*/ 460280 h 666570"/>
                <a:gd name="csX550" fmla="*/ 45469 w 558674"/>
                <a:gd name="csY550" fmla="*/ 455000 h 666570"/>
                <a:gd name="csX551" fmla="*/ 45727 w 558674"/>
                <a:gd name="csY551" fmla="*/ 453706 h 666570"/>
                <a:gd name="csX552" fmla="*/ 47181 w 558674"/>
                <a:gd name="csY552" fmla="*/ 452428 h 666570"/>
                <a:gd name="csX553" fmla="*/ 55307 w 558674"/>
                <a:gd name="csY553" fmla="*/ 449346 h 666570"/>
                <a:gd name="csX554" fmla="*/ 59210 w 558674"/>
                <a:gd name="csY554" fmla="*/ 445755 h 666570"/>
                <a:gd name="csX555" fmla="*/ 60967 w 558674"/>
                <a:gd name="csY555" fmla="*/ 445299 h 666570"/>
                <a:gd name="csX556" fmla="*/ 62710 w 558674"/>
                <a:gd name="csY556" fmla="*/ 445550 h 666570"/>
                <a:gd name="csX557" fmla="*/ 65365 w 558674"/>
                <a:gd name="csY557" fmla="*/ 445131 h 666570"/>
                <a:gd name="csX558" fmla="*/ 70493 w 558674"/>
                <a:gd name="csY558" fmla="*/ 446158 h 666570"/>
                <a:gd name="csX559" fmla="*/ 72860 w 558674"/>
                <a:gd name="csY559" fmla="*/ 450647 h 666570"/>
                <a:gd name="csX560" fmla="*/ 74982 w 558674"/>
                <a:gd name="csY560" fmla="*/ 452055 h 666570"/>
                <a:gd name="csX561" fmla="*/ 81655 w 558674"/>
                <a:gd name="csY561" fmla="*/ 457640 h 666570"/>
                <a:gd name="csX562" fmla="*/ 81358 w 558674"/>
                <a:gd name="csY562" fmla="*/ 456042 h 666570"/>
                <a:gd name="csX563" fmla="*/ 75576 w 558674"/>
                <a:gd name="csY563" fmla="*/ 448456 h 666570"/>
                <a:gd name="csX564" fmla="*/ 73369 w 558674"/>
                <a:gd name="csY564" fmla="*/ 446569 h 666570"/>
                <a:gd name="csX565" fmla="*/ 71718 w 558674"/>
                <a:gd name="csY565" fmla="*/ 442826 h 666570"/>
                <a:gd name="csX566" fmla="*/ 72281 w 558674"/>
                <a:gd name="csY566" fmla="*/ 439280 h 666570"/>
                <a:gd name="csX567" fmla="*/ 74138 w 558674"/>
                <a:gd name="csY567" fmla="*/ 436906 h 666570"/>
                <a:gd name="csX568" fmla="*/ 80734 w 558674"/>
                <a:gd name="csY568" fmla="*/ 435636 h 666570"/>
                <a:gd name="csX569" fmla="*/ 81914 w 558674"/>
                <a:gd name="csY569" fmla="*/ 434259 h 666570"/>
                <a:gd name="csX570" fmla="*/ 82035 w 558674"/>
                <a:gd name="csY570" fmla="*/ 431892 h 666570"/>
                <a:gd name="csX571" fmla="*/ 81024 w 558674"/>
                <a:gd name="csY571" fmla="*/ 430272 h 666570"/>
                <a:gd name="csX572" fmla="*/ 78596 w 558674"/>
                <a:gd name="csY572" fmla="*/ 430363 h 666570"/>
                <a:gd name="csX573" fmla="*/ 76595 w 558674"/>
                <a:gd name="csY573" fmla="*/ 429359 h 666570"/>
                <a:gd name="csX574" fmla="*/ 76048 w 558674"/>
                <a:gd name="csY574" fmla="*/ 426802 h 666570"/>
                <a:gd name="csX575" fmla="*/ 76847 w 558674"/>
                <a:gd name="csY575" fmla="*/ 425067 h 666570"/>
                <a:gd name="csX576" fmla="*/ 80651 w 558674"/>
                <a:gd name="csY576" fmla="*/ 421895 h 666570"/>
                <a:gd name="csX577" fmla="*/ 82728 w 558674"/>
                <a:gd name="csY577" fmla="*/ 420867 h 666570"/>
                <a:gd name="csX578" fmla="*/ 86334 w 558674"/>
                <a:gd name="csY578" fmla="*/ 419757 h 666570"/>
                <a:gd name="csX579" fmla="*/ 92596 w 558674"/>
                <a:gd name="csY579" fmla="*/ 422267 h 666570"/>
                <a:gd name="csX580" fmla="*/ 93076 w 558674"/>
                <a:gd name="csY580" fmla="*/ 423576 h 666570"/>
                <a:gd name="csX581" fmla="*/ 91318 w 558674"/>
                <a:gd name="csY581" fmla="*/ 426726 h 666570"/>
                <a:gd name="csX582" fmla="*/ 91493 w 558674"/>
                <a:gd name="csY582" fmla="*/ 428491 h 666570"/>
                <a:gd name="csX583" fmla="*/ 93030 w 558674"/>
                <a:gd name="csY583" fmla="*/ 428682 h 666570"/>
                <a:gd name="csX584" fmla="*/ 96606 w 558674"/>
                <a:gd name="csY584" fmla="*/ 423371 h 666570"/>
                <a:gd name="csX585" fmla="*/ 100814 w 558674"/>
                <a:gd name="csY585" fmla="*/ 422633 h 666570"/>
                <a:gd name="csX586" fmla="*/ 102556 w 558674"/>
                <a:gd name="csY586" fmla="*/ 421491 h 666570"/>
                <a:gd name="csX587" fmla="*/ 104580 w 558674"/>
                <a:gd name="csY587" fmla="*/ 420769 h 666570"/>
                <a:gd name="csX588" fmla="*/ 107463 w 558674"/>
                <a:gd name="csY588" fmla="*/ 425577 h 666570"/>
                <a:gd name="csX589" fmla="*/ 108734 w 558674"/>
                <a:gd name="csY589" fmla="*/ 427114 h 666570"/>
                <a:gd name="csX590" fmla="*/ 109685 w 558674"/>
                <a:gd name="csY590" fmla="*/ 427746 h 666570"/>
                <a:gd name="csX591" fmla="*/ 110606 w 558674"/>
                <a:gd name="csY591" fmla="*/ 431733 h 666570"/>
                <a:gd name="csX592" fmla="*/ 111496 w 558674"/>
                <a:gd name="csY592" fmla="*/ 431946 h 666570"/>
                <a:gd name="csX593" fmla="*/ 112766 w 558674"/>
                <a:gd name="csY593" fmla="*/ 429952 h 666570"/>
                <a:gd name="csX594" fmla="*/ 115072 w 558674"/>
                <a:gd name="csY594" fmla="*/ 428895 h 666570"/>
                <a:gd name="csX595" fmla="*/ 118305 w 558674"/>
                <a:gd name="csY595" fmla="*/ 428202 h 666570"/>
                <a:gd name="csX596" fmla="*/ 123662 w 558674"/>
                <a:gd name="csY596" fmla="*/ 429260 h 666570"/>
                <a:gd name="csX597" fmla="*/ 126089 w 558674"/>
                <a:gd name="csY597" fmla="*/ 428476 h 666570"/>
                <a:gd name="csX598" fmla="*/ 127276 w 558674"/>
                <a:gd name="csY598" fmla="*/ 428590 h 666570"/>
                <a:gd name="csX599" fmla="*/ 126135 w 558674"/>
                <a:gd name="csY599" fmla="*/ 425007 h 666570"/>
                <a:gd name="csX600" fmla="*/ 125427 w 558674"/>
                <a:gd name="csY600" fmla="*/ 423964 h 666570"/>
                <a:gd name="csX601" fmla="*/ 126531 w 558674"/>
                <a:gd name="csY601" fmla="*/ 420753 h 666570"/>
                <a:gd name="csX602" fmla="*/ 127679 w 558674"/>
                <a:gd name="csY602" fmla="*/ 419498 h 666570"/>
                <a:gd name="csX603" fmla="*/ 131377 w 558674"/>
                <a:gd name="csY603" fmla="*/ 417238 h 666570"/>
                <a:gd name="csX604" fmla="*/ 134907 w 558674"/>
                <a:gd name="csY604" fmla="*/ 416226 h 666570"/>
                <a:gd name="csX605" fmla="*/ 137213 w 558674"/>
                <a:gd name="csY605" fmla="*/ 414081 h 666570"/>
                <a:gd name="csX606" fmla="*/ 140309 w 558674"/>
                <a:gd name="csY606" fmla="*/ 412095 h 666570"/>
                <a:gd name="csX607" fmla="*/ 139823 w 558674"/>
                <a:gd name="csY607" fmla="*/ 410512 h 666570"/>
                <a:gd name="csX608" fmla="*/ 138963 w 558674"/>
                <a:gd name="csY608" fmla="*/ 408671 h 666570"/>
                <a:gd name="csX609" fmla="*/ 136954 w 558674"/>
                <a:gd name="csY609" fmla="*/ 408557 h 666570"/>
                <a:gd name="csX610" fmla="*/ 136140 w 558674"/>
                <a:gd name="csY610" fmla="*/ 407552 h 666570"/>
                <a:gd name="csX611" fmla="*/ 138681 w 558674"/>
                <a:gd name="csY611" fmla="*/ 405163 h 666570"/>
                <a:gd name="csX612" fmla="*/ 142166 w 558674"/>
                <a:gd name="csY612" fmla="*/ 402500 h 666570"/>
                <a:gd name="csX613" fmla="*/ 141557 w 558674"/>
                <a:gd name="csY613" fmla="*/ 401450 h 666570"/>
                <a:gd name="csX614" fmla="*/ 138940 w 558674"/>
                <a:gd name="csY614" fmla="*/ 400264 h 666570"/>
                <a:gd name="csX615" fmla="*/ 136954 w 558674"/>
                <a:gd name="csY615" fmla="*/ 401154 h 666570"/>
                <a:gd name="csX616" fmla="*/ 134002 w 558674"/>
                <a:gd name="csY616" fmla="*/ 403216 h 666570"/>
                <a:gd name="csX617" fmla="*/ 130563 w 558674"/>
                <a:gd name="csY617" fmla="*/ 406472 h 666570"/>
                <a:gd name="csX618" fmla="*/ 131682 w 558674"/>
                <a:gd name="csY618" fmla="*/ 407423 h 666570"/>
                <a:gd name="csX619" fmla="*/ 133401 w 558674"/>
                <a:gd name="csY619" fmla="*/ 410155 h 666570"/>
                <a:gd name="csX620" fmla="*/ 131004 w 558674"/>
                <a:gd name="csY620" fmla="*/ 413776 h 666570"/>
                <a:gd name="csX621" fmla="*/ 118283 w 558674"/>
                <a:gd name="csY621" fmla="*/ 423356 h 666570"/>
                <a:gd name="csX622" fmla="*/ 112219 w 558674"/>
                <a:gd name="csY622" fmla="*/ 426148 h 666570"/>
                <a:gd name="csX623" fmla="*/ 109419 w 558674"/>
                <a:gd name="csY623" fmla="*/ 425714 h 666570"/>
                <a:gd name="csX624" fmla="*/ 108749 w 558674"/>
                <a:gd name="csY624" fmla="*/ 423104 h 666570"/>
                <a:gd name="csX625" fmla="*/ 107463 w 558674"/>
                <a:gd name="csY625" fmla="*/ 421179 h 666570"/>
                <a:gd name="csX626" fmla="*/ 106079 w 558674"/>
                <a:gd name="csY626" fmla="*/ 417185 h 666570"/>
                <a:gd name="csX627" fmla="*/ 103720 w 558674"/>
                <a:gd name="csY627" fmla="*/ 417291 h 666570"/>
                <a:gd name="csX628" fmla="*/ 102381 w 558674"/>
                <a:gd name="csY628" fmla="*/ 418174 h 666570"/>
                <a:gd name="csX629" fmla="*/ 101803 w 558674"/>
                <a:gd name="csY629" fmla="*/ 416865 h 666570"/>
                <a:gd name="csX630" fmla="*/ 102815 w 558674"/>
                <a:gd name="csY630" fmla="*/ 412589 h 666570"/>
                <a:gd name="csX631" fmla="*/ 104808 w 558674"/>
                <a:gd name="csY631" fmla="*/ 409204 h 666570"/>
                <a:gd name="csX632" fmla="*/ 108148 w 558674"/>
                <a:gd name="csY632" fmla="*/ 406639 h 666570"/>
                <a:gd name="csX633" fmla="*/ 109754 w 558674"/>
                <a:gd name="csY633" fmla="*/ 403535 h 666570"/>
                <a:gd name="csX634" fmla="*/ 111260 w 558674"/>
                <a:gd name="csY634" fmla="*/ 398597 h 666570"/>
                <a:gd name="csX635" fmla="*/ 116092 w 558674"/>
                <a:gd name="csY635" fmla="*/ 393880 h 666570"/>
                <a:gd name="csX636" fmla="*/ 123122 w 558674"/>
                <a:gd name="csY636" fmla="*/ 382148 h 666570"/>
                <a:gd name="csX637" fmla="*/ 128851 w 558674"/>
                <a:gd name="csY637" fmla="*/ 378381 h 666570"/>
                <a:gd name="csX638" fmla="*/ 130951 w 558674"/>
                <a:gd name="csY638" fmla="*/ 374250 h 666570"/>
                <a:gd name="csX639" fmla="*/ 134329 w 558674"/>
                <a:gd name="csY639" fmla="*/ 372424 h 666570"/>
                <a:gd name="csX640" fmla="*/ 137213 w 558674"/>
                <a:gd name="csY640" fmla="*/ 369190 h 666570"/>
                <a:gd name="csX641" fmla="*/ 139473 w 558674"/>
                <a:gd name="csY641" fmla="*/ 368871 h 666570"/>
                <a:gd name="csX642" fmla="*/ 143581 w 558674"/>
                <a:gd name="csY642" fmla="*/ 365949 h 666570"/>
                <a:gd name="csX643" fmla="*/ 145910 w 558674"/>
                <a:gd name="csY643" fmla="*/ 362464 h 666570"/>
                <a:gd name="csX644" fmla="*/ 144388 w 558674"/>
                <a:gd name="csY644" fmla="*/ 362251 h 666570"/>
                <a:gd name="csX645" fmla="*/ 140774 w 558674"/>
                <a:gd name="csY645" fmla="*/ 364511 h 666570"/>
                <a:gd name="csX646" fmla="*/ 138727 w 558674"/>
                <a:gd name="csY646" fmla="*/ 365424 h 666570"/>
                <a:gd name="csX647" fmla="*/ 138871 w 558674"/>
                <a:gd name="csY647" fmla="*/ 361688 h 666570"/>
                <a:gd name="csX648" fmla="*/ 139861 w 558674"/>
                <a:gd name="csY648" fmla="*/ 357846 h 666570"/>
                <a:gd name="csX649" fmla="*/ 142836 w 558674"/>
                <a:gd name="csY649" fmla="*/ 354323 h 666570"/>
                <a:gd name="csX650" fmla="*/ 157147 w 558674"/>
                <a:gd name="csY650" fmla="*/ 344044 h 666570"/>
                <a:gd name="csX651" fmla="*/ 158578 w 558674"/>
                <a:gd name="csY651" fmla="*/ 345748 h 666570"/>
                <a:gd name="csX652" fmla="*/ 160290 w 558674"/>
                <a:gd name="csY652" fmla="*/ 348761 h 666570"/>
                <a:gd name="csX653" fmla="*/ 164596 w 558674"/>
                <a:gd name="csY653" fmla="*/ 348084 h 666570"/>
                <a:gd name="csX654" fmla="*/ 169511 w 558674"/>
                <a:gd name="csY654" fmla="*/ 342248 h 666570"/>
                <a:gd name="csX655" fmla="*/ 173293 w 558674"/>
                <a:gd name="csY655" fmla="*/ 335880 h 666570"/>
                <a:gd name="csX656" fmla="*/ 171246 w 558674"/>
                <a:gd name="csY656" fmla="*/ 336991 h 666570"/>
                <a:gd name="csX657" fmla="*/ 169017 w 558674"/>
                <a:gd name="csY657" fmla="*/ 339600 h 666570"/>
                <a:gd name="csX658" fmla="*/ 164672 w 558674"/>
                <a:gd name="csY658" fmla="*/ 343215 h 666570"/>
                <a:gd name="csX659" fmla="*/ 162664 w 558674"/>
                <a:gd name="csY659" fmla="*/ 343785 h 666570"/>
                <a:gd name="csX660" fmla="*/ 161515 w 558674"/>
                <a:gd name="csY660" fmla="*/ 343313 h 666570"/>
                <a:gd name="csX661" fmla="*/ 160875 w 558674"/>
                <a:gd name="csY661" fmla="*/ 340902 h 666570"/>
                <a:gd name="csX662" fmla="*/ 159369 w 558674"/>
                <a:gd name="csY662" fmla="*/ 340118 h 666570"/>
                <a:gd name="csX663" fmla="*/ 158007 w 558674"/>
                <a:gd name="csY663" fmla="*/ 340658 h 666570"/>
                <a:gd name="csX664" fmla="*/ 156600 w 558674"/>
                <a:gd name="csY664" fmla="*/ 338939 h 666570"/>
                <a:gd name="csX665" fmla="*/ 156348 w 558674"/>
                <a:gd name="csY665" fmla="*/ 334685 h 666570"/>
                <a:gd name="csX666" fmla="*/ 158144 w 558674"/>
                <a:gd name="csY666" fmla="*/ 328332 h 666570"/>
                <a:gd name="csX667" fmla="*/ 159567 w 558674"/>
                <a:gd name="csY667" fmla="*/ 324117 h 666570"/>
                <a:gd name="csX668" fmla="*/ 161104 w 558674"/>
                <a:gd name="csY668" fmla="*/ 320914 h 666570"/>
                <a:gd name="csX669" fmla="*/ 167145 w 558674"/>
                <a:gd name="csY669" fmla="*/ 311784 h 666570"/>
                <a:gd name="csX670" fmla="*/ 168446 w 558674"/>
                <a:gd name="csY670" fmla="*/ 306777 h 666570"/>
                <a:gd name="csX671" fmla="*/ 171177 w 558674"/>
                <a:gd name="csY671" fmla="*/ 304129 h 666570"/>
                <a:gd name="csX672" fmla="*/ 174723 w 558674"/>
                <a:gd name="csY672" fmla="*/ 304715 h 666570"/>
                <a:gd name="csX673" fmla="*/ 175796 w 558674"/>
                <a:gd name="csY673" fmla="*/ 303947 h 666570"/>
                <a:gd name="csX674" fmla="*/ 174579 w 558674"/>
                <a:gd name="csY674" fmla="*/ 300645 h 666570"/>
                <a:gd name="csX675" fmla="*/ 170713 w 558674"/>
                <a:gd name="csY675" fmla="*/ 298027 h 666570"/>
                <a:gd name="csX676" fmla="*/ 170478 w 558674"/>
                <a:gd name="csY676" fmla="*/ 296376 h 666570"/>
                <a:gd name="csX677" fmla="*/ 183359 w 558674"/>
                <a:gd name="csY677" fmla="*/ 292032 h 666570"/>
                <a:gd name="csX678" fmla="*/ 189491 w 558674"/>
                <a:gd name="csY678" fmla="*/ 292176 h 666570"/>
                <a:gd name="csX679" fmla="*/ 191310 w 558674"/>
                <a:gd name="csY679" fmla="*/ 290008 h 666570"/>
                <a:gd name="csX680" fmla="*/ 194642 w 558674"/>
                <a:gd name="csY680" fmla="*/ 288608 h 666570"/>
                <a:gd name="csX681" fmla="*/ 197168 w 558674"/>
                <a:gd name="csY681" fmla="*/ 285945 h 666570"/>
                <a:gd name="csX682" fmla="*/ 195867 w 558674"/>
                <a:gd name="csY682" fmla="*/ 284766 h 666570"/>
                <a:gd name="csX683" fmla="*/ 189636 w 558674"/>
                <a:gd name="csY683" fmla="*/ 287216 h 666570"/>
                <a:gd name="csX684" fmla="*/ 185741 w 558674"/>
                <a:gd name="csY684" fmla="*/ 288364 h 666570"/>
                <a:gd name="csX685" fmla="*/ 183983 w 558674"/>
                <a:gd name="csY685" fmla="*/ 288326 h 666570"/>
                <a:gd name="csX686" fmla="*/ 182605 w 558674"/>
                <a:gd name="csY686" fmla="*/ 289163 h 666570"/>
                <a:gd name="csX687" fmla="*/ 177630 w 558674"/>
                <a:gd name="csY687" fmla="*/ 289483 h 666570"/>
                <a:gd name="csX688" fmla="*/ 176542 w 558674"/>
                <a:gd name="csY688" fmla="*/ 278854 h 666570"/>
                <a:gd name="csX689" fmla="*/ 177325 w 558674"/>
                <a:gd name="csY689" fmla="*/ 273048 h 666570"/>
                <a:gd name="csX690" fmla="*/ 179182 w 558674"/>
                <a:gd name="csY690" fmla="*/ 273170 h 666570"/>
                <a:gd name="csX691" fmla="*/ 179608 w 558674"/>
                <a:gd name="csY691" fmla="*/ 267608 h 666570"/>
                <a:gd name="csX692" fmla="*/ 181753 w 558674"/>
                <a:gd name="csY692" fmla="*/ 264314 h 666570"/>
                <a:gd name="csX693" fmla="*/ 184713 w 558674"/>
                <a:gd name="csY693" fmla="*/ 263576 h 666570"/>
                <a:gd name="csX694" fmla="*/ 186204 w 558674"/>
                <a:gd name="csY694" fmla="*/ 262168 h 666570"/>
                <a:gd name="csX695" fmla="*/ 188358 w 558674"/>
                <a:gd name="csY695" fmla="*/ 259292 h 666570"/>
                <a:gd name="csX696" fmla="*/ 191918 w 558674"/>
                <a:gd name="csY696" fmla="*/ 259954 h 666570"/>
                <a:gd name="csX697" fmla="*/ 195578 w 558674"/>
                <a:gd name="csY697" fmla="*/ 259315 h 666570"/>
                <a:gd name="csX698" fmla="*/ 194665 w 558674"/>
                <a:gd name="csY698" fmla="*/ 257953 h 666570"/>
                <a:gd name="csX699" fmla="*/ 190123 w 558674"/>
                <a:gd name="csY699" fmla="*/ 256203 h 666570"/>
                <a:gd name="csX700" fmla="*/ 189004 w 558674"/>
                <a:gd name="csY700" fmla="*/ 253190 h 666570"/>
                <a:gd name="csX701" fmla="*/ 190602 w 558674"/>
                <a:gd name="csY701" fmla="*/ 251501 h 666570"/>
                <a:gd name="csX702" fmla="*/ 192345 w 558674"/>
                <a:gd name="csY702" fmla="*/ 250261 h 666570"/>
                <a:gd name="csX703" fmla="*/ 193881 w 558674"/>
                <a:gd name="csY703" fmla="*/ 250040 h 666570"/>
                <a:gd name="csX704" fmla="*/ 196917 w 558674"/>
                <a:gd name="csY704" fmla="*/ 244128 h 666570"/>
                <a:gd name="csX705" fmla="*/ 198766 w 558674"/>
                <a:gd name="csY705" fmla="*/ 241595 h 666570"/>
                <a:gd name="csX706" fmla="*/ 200828 w 558674"/>
                <a:gd name="csY706" fmla="*/ 242036 h 666570"/>
                <a:gd name="csX707" fmla="*/ 203704 w 558674"/>
                <a:gd name="csY707" fmla="*/ 239419 h 666570"/>
                <a:gd name="csX708" fmla="*/ 206535 w 558674"/>
                <a:gd name="csY708" fmla="*/ 240309 h 666570"/>
                <a:gd name="csX709" fmla="*/ 209266 w 558674"/>
                <a:gd name="csY709" fmla="*/ 238597 h 666570"/>
                <a:gd name="csX710" fmla="*/ 213002 w 558674"/>
                <a:gd name="csY710" fmla="*/ 237463 h 666570"/>
                <a:gd name="csX711" fmla="*/ 226675 w 558674"/>
                <a:gd name="csY711" fmla="*/ 237029 h 666570"/>
                <a:gd name="csX712" fmla="*/ 227078 w 558674"/>
                <a:gd name="csY712" fmla="*/ 234587 h 666570"/>
                <a:gd name="csX713" fmla="*/ 224202 w 558674"/>
                <a:gd name="csY713" fmla="*/ 234024 h 666570"/>
                <a:gd name="csX714" fmla="*/ 214044 w 558674"/>
                <a:gd name="csY714" fmla="*/ 233393 h 666570"/>
                <a:gd name="csX715" fmla="*/ 208855 w 558674"/>
                <a:gd name="csY715" fmla="*/ 233446 h 666570"/>
                <a:gd name="csX716" fmla="*/ 206672 w 558674"/>
                <a:gd name="csY716" fmla="*/ 234077 h 666570"/>
                <a:gd name="csX717" fmla="*/ 205873 w 558674"/>
                <a:gd name="csY717" fmla="*/ 233225 h 666570"/>
                <a:gd name="csX718" fmla="*/ 206017 w 558674"/>
                <a:gd name="csY718" fmla="*/ 231764 h 666570"/>
                <a:gd name="csX719" fmla="*/ 207904 w 558674"/>
                <a:gd name="csY719" fmla="*/ 229444 h 666570"/>
                <a:gd name="csX720" fmla="*/ 208794 w 558674"/>
                <a:gd name="csY720" fmla="*/ 226880 h 666570"/>
                <a:gd name="csX721" fmla="*/ 212568 w 558674"/>
                <a:gd name="csY721" fmla="*/ 220595 h 666570"/>
                <a:gd name="csX722" fmla="*/ 216989 w 558674"/>
                <a:gd name="csY722" fmla="*/ 216395 h 666570"/>
                <a:gd name="csX723" fmla="*/ 220375 w 558674"/>
                <a:gd name="csY723" fmla="*/ 217468 h 666570"/>
                <a:gd name="csX724" fmla="*/ 223973 w 558674"/>
                <a:gd name="csY724" fmla="*/ 221478 h 666570"/>
                <a:gd name="csX725" fmla="*/ 226538 w 558674"/>
                <a:gd name="csY725" fmla="*/ 221980 h 666570"/>
                <a:gd name="csX726" fmla="*/ 227732 w 558674"/>
                <a:gd name="csY726" fmla="*/ 223273 h 666570"/>
                <a:gd name="csX727" fmla="*/ 229604 w 558674"/>
                <a:gd name="csY727" fmla="*/ 228782 h 666570"/>
                <a:gd name="csX728" fmla="*/ 230494 w 558674"/>
                <a:gd name="csY728" fmla="*/ 228957 h 666570"/>
                <a:gd name="csX729" fmla="*/ 230091 w 558674"/>
                <a:gd name="csY729" fmla="*/ 223669 h 666570"/>
                <a:gd name="csX730" fmla="*/ 232564 w 558674"/>
                <a:gd name="csY730" fmla="*/ 219347 h 666570"/>
                <a:gd name="csX731" fmla="*/ 231924 w 558674"/>
                <a:gd name="csY731" fmla="*/ 218153 h 666570"/>
                <a:gd name="csX732" fmla="*/ 228211 w 558674"/>
                <a:gd name="csY732" fmla="*/ 219720 h 666570"/>
                <a:gd name="csX733" fmla="*/ 225366 w 558674"/>
                <a:gd name="csY733" fmla="*/ 218092 h 666570"/>
                <a:gd name="csX734" fmla="*/ 223121 w 558674"/>
                <a:gd name="csY734" fmla="*/ 214835 h 666570"/>
                <a:gd name="csX735" fmla="*/ 222482 w 558674"/>
                <a:gd name="csY735" fmla="*/ 211853 h 666570"/>
                <a:gd name="csX736" fmla="*/ 223882 w 558674"/>
                <a:gd name="csY736" fmla="*/ 208901 h 666570"/>
                <a:gd name="csX737" fmla="*/ 225198 w 558674"/>
                <a:gd name="csY737" fmla="*/ 207409 h 666570"/>
                <a:gd name="csX738" fmla="*/ 224308 w 558674"/>
                <a:gd name="csY738" fmla="*/ 205667 h 666570"/>
                <a:gd name="csX739" fmla="*/ 218693 w 558674"/>
                <a:gd name="csY739" fmla="*/ 210316 h 666570"/>
                <a:gd name="csX740" fmla="*/ 214721 w 558674"/>
                <a:gd name="csY740" fmla="*/ 211404 h 666570"/>
                <a:gd name="csX741" fmla="*/ 213154 w 558674"/>
                <a:gd name="csY741" fmla="*/ 210757 h 666570"/>
                <a:gd name="csX742" fmla="*/ 213999 w 558674"/>
                <a:gd name="csY742" fmla="*/ 206542 h 666570"/>
                <a:gd name="csX743" fmla="*/ 213527 w 558674"/>
                <a:gd name="csY743" fmla="*/ 203187 h 666570"/>
                <a:gd name="csX744" fmla="*/ 218853 w 558674"/>
                <a:gd name="csY744" fmla="*/ 194893 h 666570"/>
                <a:gd name="csX745" fmla="*/ 220686 w 558674"/>
                <a:gd name="csY745" fmla="*/ 193935 h 666570"/>
                <a:gd name="csX746" fmla="*/ 223677 w 558674"/>
                <a:gd name="csY746" fmla="*/ 194604 h 666570"/>
                <a:gd name="csX747" fmla="*/ 226378 w 558674"/>
                <a:gd name="csY747" fmla="*/ 196948 h 666570"/>
                <a:gd name="csX748" fmla="*/ 228638 w 558674"/>
                <a:gd name="csY748" fmla="*/ 196575 h 666570"/>
                <a:gd name="csX749" fmla="*/ 231087 w 558674"/>
                <a:gd name="csY749" fmla="*/ 195319 h 666570"/>
                <a:gd name="csX750" fmla="*/ 230752 w 558674"/>
                <a:gd name="csY750" fmla="*/ 193067 h 666570"/>
                <a:gd name="csX751" fmla="*/ 225442 w 558674"/>
                <a:gd name="csY751" fmla="*/ 192169 h 666570"/>
                <a:gd name="csX752" fmla="*/ 224072 w 558674"/>
                <a:gd name="csY752" fmla="*/ 190298 h 666570"/>
                <a:gd name="csX753" fmla="*/ 224567 w 558674"/>
                <a:gd name="csY753" fmla="*/ 188449 h 666570"/>
                <a:gd name="csX754" fmla="*/ 228211 w 558674"/>
                <a:gd name="csY754" fmla="*/ 186501 h 666570"/>
                <a:gd name="csX755" fmla="*/ 231841 w 558674"/>
                <a:gd name="csY755" fmla="*/ 182978 h 666570"/>
                <a:gd name="csX756" fmla="*/ 235995 w 558674"/>
                <a:gd name="csY756" fmla="*/ 181951 h 666570"/>
                <a:gd name="csX757" fmla="*/ 239335 w 558674"/>
                <a:gd name="csY757" fmla="*/ 179281 h 666570"/>
                <a:gd name="csX758" fmla="*/ 239982 w 558674"/>
                <a:gd name="csY758" fmla="*/ 179889 h 666570"/>
                <a:gd name="csX759" fmla="*/ 240545 w 558674"/>
                <a:gd name="csY759" fmla="*/ 180939 h 666570"/>
                <a:gd name="csX760" fmla="*/ 241747 w 558674"/>
                <a:gd name="csY760" fmla="*/ 190815 h 666570"/>
                <a:gd name="csX761" fmla="*/ 244737 w 558674"/>
                <a:gd name="csY761" fmla="*/ 198819 h 666570"/>
                <a:gd name="csX762" fmla="*/ 245840 w 558674"/>
                <a:gd name="csY762" fmla="*/ 199108 h 666570"/>
                <a:gd name="csX763" fmla="*/ 244692 w 558674"/>
                <a:gd name="csY763" fmla="*/ 192306 h 666570"/>
                <a:gd name="csX764" fmla="*/ 245764 w 558674"/>
                <a:gd name="csY764" fmla="*/ 190343 h 666570"/>
                <a:gd name="csX765" fmla="*/ 247118 w 558674"/>
                <a:gd name="csY765" fmla="*/ 188852 h 666570"/>
                <a:gd name="csX766" fmla="*/ 247545 w 558674"/>
                <a:gd name="csY766" fmla="*/ 187148 h 666570"/>
                <a:gd name="csX767" fmla="*/ 245992 w 558674"/>
                <a:gd name="csY767" fmla="*/ 186570 h 666570"/>
                <a:gd name="csX768" fmla="*/ 244722 w 558674"/>
                <a:gd name="csY768" fmla="*/ 184120 h 666570"/>
                <a:gd name="csX769" fmla="*/ 242911 w 558674"/>
                <a:gd name="csY769" fmla="*/ 176260 h 666570"/>
                <a:gd name="csX770" fmla="*/ 243535 w 558674"/>
                <a:gd name="csY770" fmla="*/ 174206 h 666570"/>
                <a:gd name="csX771" fmla="*/ 247469 w 558674"/>
                <a:gd name="csY771" fmla="*/ 169991 h 666570"/>
                <a:gd name="csX772" fmla="*/ 252399 w 558674"/>
                <a:gd name="csY772" fmla="*/ 169024 h 666570"/>
                <a:gd name="csX773" fmla="*/ 257649 w 558674"/>
                <a:gd name="csY773" fmla="*/ 171976 h 666570"/>
                <a:gd name="csX774" fmla="*/ 259498 w 558674"/>
                <a:gd name="csY774" fmla="*/ 172007 h 666570"/>
                <a:gd name="csX775" fmla="*/ 262541 w 558674"/>
                <a:gd name="csY775" fmla="*/ 171215 h 666570"/>
                <a:gd name="csX776" fmla="*/ 267707 w 558674"/>
                <a:gd name="csY776" fmla="*/ 168781 h 666570"/>
                <a:gd name="csX777" fmla="*/ 270751 w 558674"/>
                <a:gd name="csY777" fmla="*/ 167852 h 666570"/>
                <a:gd name="csX778" fmla="*/ 272333 w 558674"/>
                <a:gd name="csY778" fmla="*/ 167852 h 666570"/>
                <a:gd name="csX779" fmla="*/ 272721 w 558674"/>
                <a:gd name="csY779" fmla="*/ 166620 h 666570"/>
                <a:gd name="csX780" fmla="*/ 271253 w 558674"/>
                <a:gd name="csY780" fmla="*/ 165829 h 666570"/>
                <a:gd name="csX781" fmla="*/ 270782 w 558674"/>
                <a:gd name="csY781" fmla="*/ 165060 h 666570"/>
                <a:gd name="csX782" fmla="*/ 269633 w 558674"/>
                <a:gd name="csY782" fmla="*/ 164619 h 666570"/>
                <a:gd name="csX783" fmla="*/ 264854 w 558674"/>
                <a:gd name="csY783" fmla="*/ 165935 h 666570"/>
                <a:gd name="csX784" fmla="*/ 251669 w 558674"/>
                <a:gd name="csY784" fmla="*/ 165517 h 666570"/>
                <a:gd name="csX785" fmla="*/ 250398 w 558674"/>
                <a:gd name="csY785" fmla="*/ 164109 h 666570"/>
                <a:gd name="csX786" fmla="*/ 250162 w 558674"/>
                <a:gd name="csY786" fmla="*/ 161667 h 666570"/>
                <a:gd name="csX787" fmla="*/ 251562 w 558674"/>
                <a:gd name="csY787" fmla="*/ 158167 h 666570"/>
                <a:gd name="csX788" fmla="*/ 253099 w 558674"/>
                <a:gd name="csY788" fmla="*/ 156227 h 666570"/>
                <a:gd name="csX789" fmla="*/ 258075 w 558674"/>
                <a:gd name="csY789" fmla="*/ 152734 h 666570"/>
                <a:gd name="csX790" fmla="*/ 263333 w 558674"/>
                <a:gd name="csY790" fmla="*/ 152263 h 666570"/>
                <a:gd name="csX791" fmla="*/ 268879 w 558674"/>
                <a:gd name="csY791" fmla="*/ 146031 h 666570"/>
                <a:gd name="csX792" fmla="*/ 270994 w 558674"/>
                <a:gd name="csY792" fmla="*/ 141344 h 666570"/>
                <a:gd name="csX793" fmla="*/ 272196 w 558674"/>
                <a:gd name="csY793" fmla="*/ 134078 h 666570"/>
                <a:gd name="csX794" fmla="*/ 275574 w 558674"/>
                <a:gd name="csY794" fmla="*/ 128174 h 666570"/>
                <a:gd name="csX795" fmla="*/ 284051 w 558674"/>
                <a:gd name="csY795" fmla="*/ 124803 h 666570"/>
                <a:gd name="csX796" fmla="*/ 284393 w 558674"/>
                <a:gd name="csY796" fmla="*/ 123312 h 666570"/>
                <a:gd name="csX797" fmla="*/ 283495 w 558674"/>
                <a:gd name="csY797" fmla="*/ 120215 h 666570"/>
                <a:gd name="csX798" fmla="*/ 283571 w 558674"/>
                <a:gd name="csY798" fmla="*/ 114631 h 666570"/>
                <a:gd name="csX799" fmla="*/ 285892 w 558674"/>
                <a:gd name="csY799" fmla="*/ 108095 h 666570"/>
                <a:gd name="csX800" fmla="*/ 287436 w 558674"/>
                <a:gd name="csY800" fmla="*/ 105820 h 666570"/>
                <a:gd name="csX801" fmla="*/ 288152 w 558674"/>
                <a:gd name="csY801" fmla="*/ 105546 h 666570"/>
                <a:gd name="csX802" fmla="*/ 289978 w 558674"/>
                <a:gd name="csY802" fmla="*/ 107692 h 666570"/>
                <a:gd name="csX803" fmla="*/ 292200 w 558674"/>
                <a:gd name="csY803" fmla="*/ 112242 h 666570"/>
                <a:gd name="csX804" fmla="*/ 295677 w 558674"/>
                <a:gd name="csY804" fmla="*/ 114844 h 666570"/>
                <a:gd name="csX805" fmla="*/ 300234 w 558674"/>
                <a:gd name="csY805" fmla="*/ 115292 h 666570"/>
                <a:gd name="csX806" fmla="*/ 301451 w 558674"/>
                <a:gd name="csY806" fmla="*/ 114014 h 666570"/>
                <a:gd name="csX807" fmla="*/ 297913 w 558674"/>
                <a:gd name="csY807" fmla="*/ 111427 h 666570"/>
                <a:gd name="csX808" fmla="*/ 295227 w 558674"/>
                <a:gd name="csY808" fmla="*/ 108034 h 666570"/>
                <a:gd name="csX809" fmla="*/ 295015 w 558674"/>
                <a:gd name="csY809" fmla="*/ 104618 h 666570"/>
                <a:gd name="csX810" fmla="*/ 296285 w 558674"/>
                <a:gd name="csY810" fmla="*/ 102807 h 666570"/>
                <a:gd name="csX811" fmla="*/ 298264 w 558674"/>
                <a:gd name="csY811" fmla="*/ 103005 h 666570"/>
                <a:gd name="csX812" fmla="*/ 300744 w 558674"/>
                <a:gd name="csY812" fmla="*/ 102624 h 666570"/>
                <a:gd name="csX813" fmla="*/ 303057 w 558674"/>
                <a:gd name="csY813" fmla="*/ 100319 h 666570"/>
                <a:gd name="csX814" fmla="*/ 303391 w 558674"/>
                <a:gd name="csY814" fmla="*/ 98698 h 666570"/>
                <a:gd name="csX815" fmla="*/ 303490 w 558674"/>
                <a:gd name="csY815" fmla="*/ 96492 h 666570"/>
                <a:gd name="csX816" fmla="*/ 304069 w 558674"/>
                <a:gd name="csY816" fmla="*/ 94247 h 666570"/>
                <a:gd name="csX817" fmla="*/ 307462 w 558674"/>
                <a:gd name="csY817" fmla="*/ 88868 h 666570"/>
                <a:gd name="csX818" fmla="*/ 317916 w 558674"/>
                <a:gd name="csY818" fmla="*/ 85360 h 666570"/>
                <a:gd name="csX819" fmla="*/ 318677 w 558674"/>
                <a:gd name="csY819" fmla="*/ 86791 h 666570"/>
                <a:gd name="csX820" fmla="*/ 318114 w 558674"/>
                <a:gd name="csY820" fmla="*/ 97161 h 666570"/>
                <a:gd name="csX821" fmla="*/ 316912 w 558674"/>
                <a:gd name="csY821" fmla="*/ 103826 h 666570"/>
                <a:gd name="csX822" fmla="*/ 316950 w 558674"/>
                <a:gd name="csY822" fmla="*/ 108681 h 666570"/>
                <a:gd name="csX823" fmla="*/ 318989 w 558674"/>
                <a:gd name="csY823" fmla="*/ 103826 h 666570"/>
                <a:gd name="csX824" fmla="*/ 321713 w 558674"/>
                <a:gd name="csY824" fmla="*/ 90458 h 666570"/>
                <a:gd name="csX825" fmla="*/ 323767 w 558674"/>
                <a:gd name="csY825" fmla="*/ 84128 h 666570"/>
                <a:gd name="csX826" fmla="*/ 326080 w 558674"/>
                <a:gd name="csY826" fmla="*/ 80483 h 666570"/>
                <a:gd name="csX827" fmla="*/ 327732 w 558674"/>
                <a:gd name="csY827" fmla="*/ 79662 h 666570"/>
                <a:gd name="csX828" fmla="*/ 329367 w 558674"/>
                <a:gd name="csY828" fmla="*/ 77767 h 666570"/>
                <a:gd name="csX829" fmla="*/ 331528 w 558674"/>
                <a:gd name="csY829" fmla="*/ 76641 h 666570"/>
                <a:gd name="csX830" fmla="*/ 332190 w 558674"/>
                <a:gd name="csY830" fmla="*/ 78094 h 666570"/>
                <a:gd name="csX831" fmla="*/ 332875 w 558674"/>
                <a:gd name="csY831" fmla="*/ 81465 h 666570"/>
                <a:gd name="csX832" fmla="*/ 331711 w 558674"/>
                <a:gd name="csY832" fmla="*/ 93228 h 666570"/>
                <a:gd name="csX833" fmla="*/ 331825 w 558674"/>
                <a:gd name="csY833" fmla="*/ 96926 h 666570"/>
                <a:gd name="csX834" fmla="*/ 330524 w 558674"/>
                <a:gd name="csY834" fmla="*/ 101863 h 666570"/>
                <a:gd name="csX835" fmla="*/ 325540 w 558674"/>
                <a:gd name="csY835" fmla="*/ 112812 h 666570"/>
                <a:gd name="csX836" fmla="*/ 325769 w 558674"/>
                <a:gd name="csY836" fmla="*/ 114205 h 666570"/>
                <a:gd name="csX837" fmla="*/ 326895 w 558674"/>
                <a:gd name="csY837" fmla="*/ 113687 h 666570"/>
                <a:gd name="csX838" fmla="*/ 328820 w 558674"/>
                <a:gd name="csY838" fmla="*/ 111892 h 666570"/>
                <a:gd name="csX839" fmla="*/ 334998 w 558674"/>
                <a:gd name="csY839" fmla="*/ 101483 h 666570"/>
                <a:gd name="csX840" fmla="*/ 340392 w 558674"/>
                <a:gd name="csY840" fmla="*/ 102799 h 666570"/>
                <a:gd name="csX841" fmla="*/ 340460 w 558674"/>
                <a:gd name="csY841" fmla="*/ 101947 h 666570"/>
                <a:gd name="csX842" fmla="*/ 338726 w 558674"/>
                <a:gd name="csY842" fmla="*/ 98881 h 666570"/>
                <a:gd name="csX843" fmla="*/ 336618 w 558674"/>
                <a:gd name="csY843" fmla="*/ 95936 h 666570"/>
                <a:gd name="csX844" fmla="*/ 335979 w 558674"/>
                <a:gd name="csY844" fmla="*/ 92284 h 666570"/>
                <a:gd name="csX845" fmla="*/ 336261 w 558674"/>
                <a:gd name="csY845" fmla="*/ 82484 h 666570"/>
                <a:gd name="csX846" fmla="*/ 337889 w 558674"/>
                <a:gd name="csY846" fmla="*/ 78581 h 666570"/>
                <a:gd name="csX847" fmla="*/ 342545 w 558674"/>
                <a:gd name="csY847" fmla="*/ 78992 h 666570"/>
                <a:gd name="csX848" fmla="*/ 345337 w 558674"/>
                <a:gd name="csY848" fmla="*/ 78452 h 666570"/>
                <a:gd name="csX849" fmla="*/ 346639 w 558674"/>
                <a:gd name="csY849" fmla="*/ 80225 h 666570"/>
                <a:gd name="csX850" fmla="*/ 349431 w 558674"/>
                <a:gd name="csY850" fmla="*/ 80095 h 666570"/>
                <a:gd name="csX851" fmla="*/ 351364 w 558674"/>
                <a:gd name="csY851" fmla="*/ 73019 h 666570"/>
                <a:gd name="csX852" fmla="*/ 355191 w 558674"/>
                <a:gd name="csY852" fmla="*/ 72396 h 666570"/>
                <a:gd name="csX853" fmla="*/ 358554 w 558674"/>
                <a:gd name="csY853" fmla="*/ 77082 h 666570"/>
                <a:gd name="csX854" fmla="*/ 362594 w 558674"/>
                <a:gd name="csY854" fmla="*/ 80225 h 666570"/>
                <a:gd name="csX855" fmla="*/ 365843 w 558674"/>
                <a:gd name="csY855" fmla="*/ 84729 h 666570"/>
                <a:gd name="csX856" fmla="*/ 366764 w 558674"/>
                <a:gd name="csY856" fmla="*/ 83496 h 666570"/>
                <a:gd name="csX857" fmla="*/ 365013 w 558674"/>
                <a:gd name="csY857" fmla="*/ 72951 h 666570"/>
                <a:gd name="csX858" fmla="*/ 363096 w 558674"/>
                <a:gd name="csY858" fmla="*/ 69086 h 666570"/>
                <a:gd name="csX859" fmla="*/ 358934 w 558674"/>
                <a:gd name="csY859" fmla="*/ 67069 h 666570"/>
                <a:gd name="csX860" fmla="*/ 354499 w 558674"/>
                <a:gd name="csY860" fmla="*/ 62284 h 666570"/>
                <a:gd name="csX861" fmla="*/ 353350 w 558674"/>
                <a:gd name="csY861" fmla="*/ 60153 h 666570"/>
                <a:gd name="csX862" fmla="*/ 353547 w 558674"/>
                <a:gd name="csY862" fmla="*/ 58571 h 666570"/>
                <a:gd name="csX863" fmla="*/ 357458 w 558674"/>
                <a:gd name="csY863" fmla="*/ 57041 h 666570"/>
                <a:gd name="csX864" fmla="*/ 362617 w 558674"/>
                <a:gd name="csY864" fmla="*/ 58799 h 666570"/>
                <a:gd name="csX865" fmla="*/ 367212 w 558674"/>
                <a:gd name="csY865" fmla="*/ 54789 h 666570"/>
                <a:gd name="csX866" fmla="*/ 368468 w 558674"/>
                <a:gd name="csY866" fmla="*/ 55893 h 666570"/>
                <a:gd name="csX867" fmla="*/ 371991 w 558674"/>
                <a:gd name="csY867" fmla="*/ 53793 h 666570"/>
                <a:gd name="csX868" fmla="*/ 374182 w 558674"/>
                <a:gd name="csY868" fmla="*/ 56623 h 666570"/>
                <a:gd name="csX869" fmla="*/ 375528 w 558674"/>
                <a:gd name="csY869" fmla="*/ 55786 h 666570"/>
                <a:gd name="csX870" fmla="*/ 376304 w 558674"/>
                <a:gd name="csY870" fmla="*/ 51989 h 666570"/>
                <a:gd name="csX871" fmla="*/ 381927 w 558674"/>
                <a:gd name="csY871" fmla="*/ 49631 h 666570"/>
                <a:gd name="csX872" fmla="*/ 385496 w 558674"/>
                <a:gd name="csY872" fmla="*/ 51814 h 666570"/>
                <a:gd name="csX873" fmla="*/ 387406 w 558674"/>
                <a:gd name="csY873" fmla="*/ 54059 h 666570"/>
                <a:gd name="csX874" fmla="*/ 388295 w 558674"/>
                <a:gd name="csY874" fmla="*/ 58373 h 666570"/>
                <a:gd name="csX875" fmla="*/ 389657 w 558674"/>
                <a:gd name="csY875" fmla="*/ 66856 h 666570"/>
                <a:gd name="csX876" fmla="*/ 392442 w 558674"/>
                <a:gd name="csY876" fmla="*/ 71414 h 666570"/>
                <a:gd name="csX877" fmla="*/ 394177 w 558674"/>
                <a:gd name="csY877" fmla="*/ 73643 h 666570"/>
                <a:gd name="csX878" fmla="*/ 396224 w 558674"/>
                <a:gd name="csY878" fmla="*/ 74260 h 666570"/>
                <a:gd name="csX879" fmla="*/ 397213 w 558674"/>
                <a:gd name="csY879" fmla="*/ 71992 h 666570"/>
                <a:gd name="csX880" fmla="*/ 395296 w 558674"/>
                <a:gd name="csY880" fmla="*/ 69253 h 666570"/>
                <a:gd name="csX881" fmla="*/ 394778 w 558674"/>
                <a:gd name="csY881" fmla="*/ 66666 h 666570"/>
                <a:gd name="csX882" fmla="*/ 395699 w 558674"/>
                <a:gd name="csY882" fmla="*/ 60229 h 666570"/>
                <a:gd name="csX883" fmla="*/ 396771 w 558674"/>
                <a:gd name="csY883" fmla="*/ 57696 h 666570"/>
                <a:gd name="csX884" fmla="*/ 402790 w 558674"/>
                <a:gd name="csY884" fmla="*/ 48041 h 666570"/>
                <a:gd name="csX885" fmla="*/ 407827 w 558674"/>
                <a:gd name="csY885" fmla="*/ 43004 h 666570"/>
                <a:gd name="csX886" fmla="*/ 410840 w 558674"/>
                <a:gd name="csY886" fmla="*/ 42578 h 666570"/>
                <a:gd name="csX887" fmla="*/ 416120 w 558674"/>
                <a:gd name="csY887" fmla="*/ 31218 h 666570"/>
                <a:gd name="csX888" fmla="*/ 417611 w 558674"/>
                <a:gd name="csY888" fmla="*/ 29141 h 666570"/>
                <a:gd name="csX889" fmla="*/ 418989 w 558674"/>
                <a:gd name="csY889" fmla="*/ 28662 h 666570"/>
                <a:gd name="csX890" fmla="*/ 418639 w 558674"/>
                <a:gd name="csY890" fmla="*/ 25862 h 666570"/>
                <a:gd name="csX891" fmla="*/ 415755 w 558674"/>
                <a:gd name="csY891" fmla="*/ 24089 h 666570"/>
                <a:gd name="csX892" fmla="*/ 415656 w 558674"/>
                <a:gd name="csY892" fmla="*/ 20604 h 666570"/>
                <a:gd name="csX893" fmla="*/ 419460 w 558674"/>
                <a:gd name="csY893" fmla="*/ 16358 h 666570"/>
                <a:gd name="csX894" fmla="*/ 424079 w 558674"/>
                <a:gd name="csY894" fmla="*/ 9199 h 666570"/>
                <a:gd name="csX895" fmla="*/ 426354 w 558674"/>
                <a:gd name="csY895" fmla="*/ 8719 h 666570"/>
                <a:gd name="csX896" fmla="*/ 427784 w 558674"/>
                <a:gd name="csY896" fmla="*/ 10713 h 666570"/>
                <a:gd name="csX897" fmla="*/ 432281 w 558674"/>
                <a:gd name="csY897" fmla="*/ 13947 h 666570"/>
                <a:gd name="csX898" fmla="*/ 435035 w 558674"/>
                <a:gd name="csY898" fmla="*/ 17637 h 666570"/>
                <a:gd name="csX899" fmla="*/ 437029 w 558674"/>
                <a:gd name="csY899" fmla="*/ 19493 h 666570"/>
                <a:gd name="csX900" fmla="*/ 438322 w 558674"/>
                <a:gd name="csY900" fmla="*/ 19105 h 666570"/>
                <a:gd name="csX901" fmla="*/ 439395 w 558674"/>
                <a:gd name="csY901" fmla="*/ 16336 h 666570"/>
                <a:gd name="csX902" fmla="*/ 440688 w 558674"/>
                <a:gd name="csY902" fmla="*/ 15035 h 666570"/>
                <a:gd name="csX903" fmla="*/ 443542 w 558674"/>
                <a:gd name="csY903" fmla="*/ 15765 h 666570"/>
                <a:gd name="csX904" fmla="*/ 445246 w 558674"/>
                <a:gd name="csY904" fmla="*/ 17545 h 666570"/>
                <a:gd name="csX905" fmla="*/ 446577 w 558674"/>
                <a:gd name="csY905" fmla="*/ 17781 h 666570"/>
                <a:gd name="csX906" fmla="*/ 447780 w 558674"/>
                <a:gd name="csY906" fmla="*/ 18862 h 666570"/>
                <a:gd name="csX907" fmla="*/ 448061 w 558674"/>
                <a:gd name="csY907" fmla="*/ 21228 h 666570"/>
                <a:gd name="csX908" fmla="*/ 445588 w 558674"/>
                <a:gd name="csY908" fmla="*/ 23807 h 666570"/>
                <a:gd name="csX909" fmla="*/ 441373 w 558674"/>
                <a:gd name="csY909" fmla="*/ 30602 h 666570"/>
                <a:gd name="csX910" fmla="*/ 437219 w 558674"/>
                <a:gd name="csY910" fmla="*/ 38286 h 666570"/>
                <a:gd name="csX911" fmla="*/ 435849 w 558674"/>
                <a:gd name="csY911" fmla="*/ 42319 h 666570"/>
                <a:gd name="csX912" fmla="*/ 434502 w 558674"/>
                <a:gd name="csY912" fmla="*/ 52841 h 666570"/>
                <a:gd name="csX913" fmla="*/ 431254 w 558674"/>
                <a:gd name="csY913" fmla="*/ 59529 h 666570"/>
                <a:gd name="csX914" fmla="*/ 431003 w 558674"/>
                <a:gd name="csY914" fmla="*/ 64201 h 666570"/>
                <a:gd name="csX915" fmla="*/ 432311 w 558674"/>
                <a:gd name="csY915" fmla="*/ 66392 h 666570"/>
                <a:gd name="csX916" fmla="*/ 435895 w 558674"/>
                <a:gd name="csY916" fmla="*/ 64673 h 666570"/>
                <a:gd name="csX917" fmla="*/ 440315 w 558674"/>
                <a:gd name="csY917" fmla="*/ 58441 h 666570"/>
                <a:gd name="csX918" fmla="*/ 441419 w 558674"/>
                <a:gd name="csY918" fmla="*/ 51792 h 666570"/>
                <a:gd name="csX919" fmla="*/ 452474 w 558674"/>
                <a:gd name="csY919" fmla="*/ 33599 h 666570"/>
                <a:gd name="csX920" fmla="*/ 457663 w 558674"/>
                <a:gd name="csY920" fmla="*/ 23450 h 666570"/>
                <a:gd name="csX921" fmla="*/ 463552 w 558674"/>
                <a:gd name="csY921" fmla="*/ 14981 h 666570"/>
                <a:gd name="csX922" fmla="*/ 466854 w 558674"/>
                <a:gd name="csY922" fmla="*/ 13224 h 666570"/>
                <a:gd name="csX923" fmla="*/ 468406 w 558674"/>
                <a:gd name="csY923" fmla="*/ 18846 h 666570"/>
                <a:gd name="csX924" fmla="*/ 467159 w 558674"/>
                <a:gd name="csY924" fmla="*/ 26151 h 666570"/>
                <a:gd name="csX925" fmla="*/ 464655 w 558674"/>
                <a:gd name="csY925" fmla="*/ 30784 h 666570"/>
                <a:gd name="csX926" fmla="*/ 466504 w 558674"/>
                <a:gd name="csY926" fmla="*/ 32907 h 666570"/>
                <a:gd name="csX927" fmla="*/ 466154 w 558674"/>
                <a:gd name="csY927" fmla="*/ 38385 h 666570"/>
                <a:gd name="csX928" fmla="*/ 465576 w 558674"/>
                <a:gd name="csY928" fmla="*/ 41421 h 666570"/>
                <a:gd name="csX929" fmla="*/ 465211 w 558674"/>
                <a:gd name="csY929" fmla="*/ 44594 h 666570"/>
                <a:gd name="csX930" fmla="*/ 465233 w 558674"/>
                <a:gd name="csY930" fmla="*/ 47379 h 666570"/>
                <a:gd name="csX931" fmla="*/ 466968 w 558674"/>
                <a:gd name="csY931" fmla="*/ 46633 h 666570"/>
                <a:gd name="csX932" fmla="*/ 473869 w 558674"/>
                <a:gd name="csY932" fmla="*/ 40911 h 666570"/>
                <a:gd name="csX933" fmla="*/ 475619 w 558674"/>
                <a:gd name="csY933" fmla="*/ 34687 h 666570"/>
                <a:gd name="csX934" fmla="*/ 477240 w 558674"/>
                <a:gd name="csY934" fmla="*/ 30001 h 666570"/>
                <a:gd name="csX935" fmla="*/ 478016 w 558674"/>
                <a:gd name="csY935" fmla="*/ 25945 h 666570"/>
                <a:gd name="csX936" fmla="*/ 480702 w 558674"/>
                <a:gd name="csY936" fmla="*/ 22088 h 666570"/>
                <a:gd name="csX937" fmla="*/ 485769 w 558674"/>
                <a:gd name="csY937" fmla="*/ 22057 h 666570"/>
                <a:gd name="csX938" fmla="*/ 485967 w 558674"/>
                <a:gd name="csY938" fmla="*/ 20536 h 666570"/>
                <a:gd name="csX939" fmla="*/ 479819 w 558674"/>
                <a:gd name="csY939" fmla="*/ 15232 h 666570"/>
                <a:gd name="csX940" fmla="*/ 479096 w 558674"/>
                <a:gd name="csY940" fmla="*/ 12805 h 666570"/>
                <a:gd name="csX941" fmla="*/ 481158 w 558674"/>
                <a:gd name="csY941" fmla="*/ 9564 h 666570"/>
                <a:gd name="csX942" fmla="*/ 486826 w 558674"/>
                <a:gd name="csY942" fmla="*/ 3355 h 666570"/>
                <a:gd name="csX943" fmla="*/ 489741 w 558674"/>
                <a:gd name="csY943" fmla="*/ 4040 h 666570"/>
                <a:gd name="csX944" fmla="*/ 491483 w 558674"/>
                <a:gd name="csY944" fmla="*/ 5455 h 666570"/>
                <a:gd name="csX945" fmla="*/ 498460 w 558674"/>
                <a:gd name="csY945" fmla="*/ 6536 h 666570"/>
                <a:gd name="csX946" fmla="*/ 503817 w 558674"/>
                <a:gd name="csY946" fmla="*/ 10972 h 666570"/>
                <a:gd name="csX947" fmla="*/ 503611 w 558674"/>
                <a:gd name="csY947" fmla="*/ 17888 h 666570"/>
                <a:gd name="csX948" fmla="*/ 502417 w 558674"/>
                <a:gd name="csY948" fmla="*/ 20764 h 666570"/>
                <a:gd name="csX949" fmla="*/ 501245 w 558674"/>
                <a:gd name="csY949" fmla="*/ 22529 h 666570"/>
                <a:gd name="csX950" fmla="*/ 494390 w 558674"/>
                <a:gd name="csY950" fmla="*/ 27733 h 666570"/>
                <a:gd name="csX951" fmla="*/ 493263 w 558674"/>
                <a:gd name="csY951" fmla="*/ 30297 h 666570"/>
                <a:gd name="csX952" fmla="*/ 495417 w 558674"/>
                <a:gd name="csY952" fmla="*/ 31180 h 666570"/>
                <a:gd name="csX953" fmla="*/ 500043 w 558674"/>
                <a:gd name="csY953" fmla="*/ 28593 h 666570"/>
                <a:gd name="csX954" fmla="*/ 501245 w 558674"/>
                <a:gd name="csY954" fmla="*/ 30944 h 666570"/>
                <a:gd name="csX955" fmla="*/ 499769 w 558674"/>
                <a:gd name="csY955" fmla="*/ 36803 h 666570"/>
                <a:gd name="csX956" fmla="*/ 499518 w 558674"/>
                <a:gd name="csY956" fmla="*/ 45545 h 666570"/>
                <a:gd name="csX957" fmla="*/ 498985 w 558674"/>
                <a:gd name="csY957" fmla="*/ 50620 h 666570"/>
                <a:gd name="csX958" fmla="*/ 498985 w 558674"/>
                <a:gd name="csY958" fmla="*/ 55231 h 666570"/>
                <a:gd name="csX959" fmla="*/ 499563 w 558674"/>
                <a:gd name="csY959" fmla="*/ 57703 h 666570"/>
                <a:gd name="csX960" fmla="*/ 501427 w 558674"/>
                <a:gd name="csY960" fmla="*/ 47888 h 666570"/>
                <a:gd name="csX961" fmla="*/ 502059 w 558674"/>
                <a:gd name="csY961" fmla="*/ 45355 h 666570"/>
                <a:gd name="csX962" fmla="*/ 504783 w 558674"/>
                <a:gd name="csY962" fmla="*/ 41634 h 666570"/>
                <a:gd name="csX963" fmla="*/ 505795 w 558674"/>
                <a:gd name="csY963" fmla="*/ 34109 h 666570"/>
                <a:gd name="csX964" fmla="*/ 508458 w 558674"/>
                <a:gd name="csY964" fmla="*/ 25017 h 666570"/>
                <a:gd name="csX965" fmla="*/ 511463 w 558674"/>
                <a:gd name="csY965" fmla="*/ 19706 h 666570"/>
                <a:gd name="csX966" fmla="*/ 513206 w 558674"/>
                <a:gd name="csY966" fmla="*/ 18253 h 666570"/>
                <a:gd name="csX967" fmla="*/ 518988 w 558674"/>
                <a:gd name="csY967" fmla="*/ 18458 h 666570"/>
                <a:gd name="csX968" fmla="*/ 521469 w 558674"/>
                <a:gd name="csY968" fmla="*/ 20459 h 666570"/>
                <a:gd name="csX969" fmla="*/ 523660 w 558674"/>
                <a:gd name="csY969" fmla="*/ 24895 h 666570"/>
                <a:gd name="csX970" fmla="*/ 525296 w 558674"/>
                <a:gd name="csY970" fmla="*/ 26668 h 666570"/>
                <a:gd name="csX971" fmla="*/ 530454 w 558674"/>
                <a:gd name="csY971" fmla="*/ 28547 h 666570"/>
                <a:gd name="csX972" fmla="*/ 532219 w 558674"/>
                <a:gd name="csY972" fmla="*/ 30898 h 666570"/>
                <a:gd name="csX973" fmla="*/ 532547 w 558674"/>
                <a:gd name="csY973" fmla="*/ 32298 h 666570"/>
                <a:gd name="csX974" fmla="*/ 533809 w 558674"/>
                <a:gd name="csY974" fmla="*/ 32580 h 666570"/>
                <a:gd name="csX975" fmla="*/ 537294 w 558674"/>
                <a:gd name="csY975" fmla="*/ 29240 h 666570"/>
                <a:gd name="csX976" fmla="*/ 539554 w 558674"/>
                <a:gd name="csY976" fmla="*/ 28684 h 666570"/>
                <a:gd name="csX977" fmla="*/ 543236 w 558674"/>
                <a:gd name="csY977" fmla="*/ 33889 h 666570"/>
                <a:gd name="csX978" fmla="*/ 542499 w 558674"/>
                <a:gd name="csY978" fmla="*/ 37731 h 666570"/>
                <a:gd name="csX979" fmla="*/ 542712 w 558674"/>
                <a:gd name="csY979" fmla="*/ 38948 h 666570"/>
                <a:gd name="csX980" fmla="*/ 547170 w 558674"/>
                <a:gd name="csY980" fmla="*/ 38705 h 666570"/>
                <a:gd name="csX981" fmla="*/ 550883 w 558674"/>
                <a:gd name="csY981" fmla="*/ 40211 h 666570"/>
                <a:gd name="csX982" fmla="*/ 557936 w 558674"/>
                <a:gd name="csY982" fmla="*/ 48033 h 666570"/>
                <a:gd name="csX983" fmla="*/ 558674 w 558674"/>
                <a:gd name="csY983" fmla="*/ 51670 h 666570"/>
                <a:gd name="csX984" fmla="*/ 558324 w 558674"/>
                <a:gd name="csY984" fmla="*/ 56067 h 666570"/>
                <a:gd name="csX985" fmla="*/ 548144 w 558674"/>
                <a:gd name="csY985" fmla="*/ 60884 h 666570"/>
                <a:gd name="csX986" fmla="*/ 543746 w 558674"/>
                <a:gd name="csY986" fmla="*/ 65479 h 666570"/>
                <a:gd name="csX987" fmla="*/ 536549 w 558674"/>
                <a:gd name="csY987" fmla="*/ 67245 h 666570"/>
                <a:gd name="csX988" fmla="*/ 512110 w 558674"/>
                <a:gd name="csY988" fmla="*/ 64171 h 666570"/>
                <a:gd name="csX989" fmla="*/ 512604 w 558674"/>
                <a:gd name="csY989" fmla="*/ 67496 h 666570"/>
                <a:gd name="csX990" fmla="*/ 529625 w 558674"/>
                <a:gd name="csY990" fmla="*/ 74731 h 666570"/>
                <a:gd name="csX991" fmla="*/ 530599 w 558674"/>
                <a:gd name="csY991" fmla="*/ 76793 h 666570"/>
                <a:gd name="csX992" fmla="*/ 530051 w 558674"/>
                <a:gd name="csY992" fmla="*/ 81115 h 666570"/>
                <a:gd name="csX993" fmla="*/ 530043 w 558674"/>
                <a:gd name="csY993" fmla="*/ 84577 h 666570"/>
                <a:gd name="csX994" fmla="*/ 530363 w 558674"/>
                <a:gd name="csY994" fmla="*/ 86935 h 666570"/>
                <a:gd name="csX995" fmla="*/ 531618 w 558674"/>
                <a:gd name="csY995" fmla="*/ 89127 h 666570"/>
                <a:gd name="csX996" fmla="*/ 533696 w 558674"/>
                <a:gd name="csY996" fmla="*/ 90154 h 666570"/>
                <a:gd name="csX997" fmla="*/ 537934 w 558674"/>
                <a:gd name="csY997" fmla="*/ 89614 h 666570"/>
                <a:gd name="csX998" fmla="*/ 540018 w 558674"/>
                <a:gd name="csY998" fmla="*/ 90793 h 666570"/>
                <a:gd name="csX999" fmla="*/ 541449 w 558674"/>
                <a:gd name="csY999" fmla="*/ 89051 h 666570"/>
                <a:gd name="csX1000" fmla="*/ 541981 w 558674"/>
                <a:gd name="csY1000" fmla="*/ 83169 h 666570"/>
                <a:gd name="csX1001" fmla="*/ 543214 w 558674"/>
                <a:gd name="csY1001" fmla="*/ 81868 h 666570"/>
                <a:gd name="csX1002" fmla="*/ 545588 w 558674"/>
                <a:gd name="csY1002" fmla="*/ 83580 h 666570"/>
                <a:gd name="csX1003" fmla="*/ 546622 w 558674"/>
                <a:gd name="csY1003" fmla="*/ 89865 h 666570"/>
                <a:gd name="csX1004" fmla="*/ 547285 w 558674"/>
                <a:gd name="csY1004" fmla="*/ 90512 h 666570"/>
                <a:gd name="csX1005" fmla="*/ 548479 w 558674"/>
                <a:gd name="csY1005" fmla="*/ 86038 h 666570"/>
                <a:gd name="csX1006" fmla="*/ 550830 w 558674"/>
                <a:gd name="csY1006" fmla="*/ 86357 h 666570"/>
                <a:gd name="csX1007" fmla="*/ 553394 w 558674"/>
                <a:gd name="csY1007" fmla="*/ 85984 h 666570"/>
                <a:gd name="csX1008" fmla="*/ 556704 w 558674"/>
                <a:gd name="csY1008" fmla="*/ 86722 h 666570"/>
                <a:gd name="csX1009" fmla="*/ 398065 w 558674"/>
                <a:gd name="csY1009" fmla="*/ 21365 h 666570"/>
                <a:gd name="csX1010" fmla="*/ 397646 w 558674"/>
                <a:gd name="csY1010" fmla="*/ 23404 h 666570"/>
                <a:gd name="csX1011" fmla="*/ 396924 w 558674"/>
                <a:gd name="csY1011" fmla="*/ 25382 h 666570"/>
                <a:gd name="csX1012" fmla="*/ 395174 w 558674"/>
                <a:gd name="csY1012" fmla="*/ 27467 h 666570"/>
                <a:gd name="csX1013" fmla="*/ 390107 w 558674"/>
                <a:gd name="csY1013" fmla="*/ 35692 h 666570"/>
                <a:gd name="csX1014" fmla="*/ 387132 w 558674"/>
                <a:gd name="csY1014" fmla="*/ 37008 h 666570"/>
                <a:gd name="csX1015" fmla="*/ 386188 w 558674"/>
                <a:gd name="csY1015" fmla="*/ 38294 h 666570"/>
                <a:gd name="csX1016" fmla="*/ 385001 w 558674"/>
                <a:gd name="csY1016" fmla="*/ 39062 h 666570"/>
                <a:gd name="csX1017" fmla="*/ 381304 w 558674"/>
                <a:gd name="csY1017" fmla="*/ 37944 h 666570"/>
                <a:gd name="csX1018" fmla="*/ 380223 w 558674"/>
                <a:gd name="csY1018" fmla="*/ 39603 h 666570"/>
                <a:gd name="csX1019" fmla="*/ 379204 w 558674"/>
                <a:gd name="csY1019" fmla="*/ 40713 h 666570"/>
                <a:gd name="csX1020" fmla="*/ 376525 w 558674"/>
                <a:gd name="csY1020" fmla="*/ 41140 h 666570"/>
                <a:gd name="csX1021" fmla="*/ 374950 w 558674"/>
                <a:gd name="csY1021" fmla="*/ 40782 h 666570"/>
                <a:gd name="csX1022" fmla="*/ 370895 w 558674"/>
                <a:gd name="csY1022" fmla="*/ 37754 h 666570"/>
                <a:gd name="csX1023" fmla="*/ 368483 w 558674"/>
                <a:gd name="csY1023" fmla="*/ 34467 h 666570"/>
                <a:gd name="csX1024" fmla="*/ 367174 w 558674"/>
                <a:gd name="csY1024" fmla="*/ 31652 h 666570"/>
                <a:gd name="csX1025" fmla="*/ 370925 w 558674"/>
                <a:gd name="csY1025" fmla="*/ 31705 h 666570"/>
                <a:gd name="csX1026" fmla="*/ 372257 w 558674"/>
                <a:gd name="csY1026" fmla="*/ 31020 h 666570"/>
                <a:gd name="csX1027" fmla="*/ 374775 w 558674"/>
                <a:gd name="csY1027" fmla="*/ 31614 h 666570"/>
                <a:gd name="csX1028" fmla="*/ 376289 w 558674"/>
                <a:gd name="csY1028" fmla="*/ 28715 h 666570"/>
                <a:gd name="csX1029" fmla="*/ 379485 w 558674"/>
                <a:gd name="csY1029" fmla="*/ 29065 h 666570"/>
                <a:gd name="csX1030" fmla="*/ 385625 w 558674"/>
                <a:gd name="csY1030" fmla="*/ 27048 h 666570"/>
                <a:gd name="csX1031" fmla="*/ 387877 w 558674"/>
                <a:gd name="csY1031" fmla="*/ 28175 h 666570"/>
                <a:gd name="csX1032" fmla="*/ 393028 w 558674"/>
                <a:gd name="csY1032" fmla="*/ 21411 h 666570"/>
                <a:gd name="csX1033" fmla="*/ 394641 w 558674"/>
                <a:gd name="csY1033" fmla="*/ 21586 h 666570"/>
                <a:gd name="csX1034" fmla="*/ 397106 w 558674"/>
                <a:gd name="csY1034" fmla="*/ 19645 h 666570"/>
                <a:gd name="csX1035" fmla="*/ 398065 w 558674"/>
                <a:gd name="csY1035" fmla="*/ 21365 h 666570"/>
                <a:gd name="csX1036" fmla="*/ 410383 w 558674"/>
                <a:gd name="csY1036" fmla="*/ 37396 h 666570"/>
                <a:gd name="csX1037" fmla="*/ 406313 w 558674"/>
                <a:gd name="csY1037" fmla="*/ 39953 h 666570"/>
                <a:gd name="csX1038" fmla="*/ 403954 w 558674"/>
                <a:gd name="csY1038" fmla="*/ 37754 h 666570"/>
                <a:gd name="csX1039" fmla="*/ 402965 w 558674"/>
                <a:gd name="csY1039" fmla="*/ 35494 h 666570"/>
                <a:gd name="csX1040" fmla="*/ 402821 w 558674"/>
                <a:gd name="csY1040" fmla="*/ 30465 h 666570"/>
                <a:gd name="csX1041" fmla="*/ 403368 w 558674"/>
                <a:gd name="csY1041" fmla="*/ 27391 h 666570"/>
                <a:gd name="csX1042" fmla="*/ 405278 w 558674"/>
                <a:gd name="csY1042" fmla="*/ 25801 h 666570"/>
                <a:gd name="csX1043" fmla="*/ 406518 w 558674"/>
                <a:gd name="csY1043" fmla="*/ 26965 h 666570"/>
                <a:gd name="csX1044" fmla="*/ 406845 w 558674"/>
                <a:gd name="csY1044" fmla="*/ 27939 h 666570"/>
                <a:gd name="csX1045" fmla="*/ 409067 w 558674"/>
                <a:gd name="csY1045" fmla="*/ 28890 h 666570"/>
                <a:gd name="csX1046" fmla="*/ 411677 w 558674"/>
                <a:gd name="csY1046" fmla="*/ 32055 h 666570"/>
                <a:gd name="csX1047" fmla="*/ 410383 w 558674"/>
                <a:gd name="csY1047" fmla="*/ 37396 h 666570"/>
                <a:gd name="csX1048" fmla="*/ 401801 w 558674"/>
                <a:gd name="csY1048" fmla="*/ 38553 h 666570"/>
                <a:gd name="csX1049" fmla="*/ 402196 w 558674"/>
                <a:gd name="csY1049" fmla="*/ 41550 h 666570"/>
                <a:gd name="csX1050" fmla="*/ 402349 w 558674"/>
                <a:gd name="csY1050" fmla="*/ 44016 h 666570"/>
                <a:gd name="csX1051" fmla="*/ 400355 w 558674"/>
                <a:gd name="csY1051" fmla="*/ 47569 h 666570"/>
                <a:gd name="csX1052" fmla="*/ 395760 w 558674"/>
                <a:gd name="csY1052" fmla="*/ 52218 h 666570"/>
                <a:gd name="csX1053" fmla="*/ 396026 w 558674"/>
                <a:gd name="csY1053" fmla="*/ 53465 h 666570"/>
                <a:gd name="csX1054" fmla="*/ 394436 w 558674"/>
                <a:gd name="csY1054" fmla="*/ 54660 h 666570"/>
                <a:gd name="csX1055" fmla="*/ 392054 w 558674"/>
                <a:gd name="csY1055" fmla="*/ 55535 h 666570"/>
                <a:gd name="csX1056" fmla="*/ 390799 w 558674"/>
                <a:gd name="csY1056" fmla="*/ 54690 h 666570"/>
                <a:gd name="csX1057" fmla="*/ 390966 w 558674"/>
                <a:gd name="csY1057" fmla="*/ 50711 h 666570"/>
                <a:gd name="csX1058" fmla="*/ 390586 w 558674"/>
                <a:gd name="csY1058" fmla="*/ 49524 h 666570"/>
                <a:gd name="csX1059" fmla="*/ 388783 w 558674"/>
                <a:gd name="csY1059" fmla="*/ 51107 h 666570"/>
                <a:gd name="csX1060" fmla="*/ 386903 w 558674"/>
                <a:gd name="csY1060" fmla="*/ 49075 h 666570"/>
                <a:gd name="csX1061" fmla="*/ 386903 w 558674"/>
                <a:gd name="csY1061" fmla="*/ 47036 h 666570"/>
                <a:gd name="csX1062" fmla="*/ 387398 w 558674"/>
                <a:gd name="csY1062" fmla="*/ 45263 h 666570"/>
                <a:gd name="csX1063" fmla="*/ 389140 w 558674"/>
                <a:gd name="csY1063" fmla="*/ 42562 h 666570"/>
                <a:gd name="csX1064" fmla="*/ 392039 w 558674"/>
                <a:gd name="csY1064" fmla="*/ 40698 h 666570"/>
                <a:gd name="csX1065" fmla="*/ 393949 w 558674"/>
                <a:gd name="csY1065" fmla="*/ 41398 h 666570"/>
                <a:gd name="csX1066" fmla="*/ 400325 w 558674"/>
                <a:gd name="csY1066" fmla="*/ 34223 h 666570"/>
                <a:gd name="csX1067" fmla="*/ 401010 w 558674"/>
                <a:gd name="csY1067" fmla="*/ 35730 h 666570"/>
                <a:gd name="csX1068" fmla="*/ 401801 w 558674"/>
                <a:gd name="csY1068" fmla="*/ 38553 h 666570"/>
                <a:gd name="csX1069" fmla="*/ 319636 w 558674"/>
                <a:gd name="csY1069" fmla="*/ 59689 h 666570"/>
                <a:gd name="csX1070" fmla="*/ 320724 w 558674"/>
                <a:gd name="csY1070" fmla="*/ 60427 h 666570"/>
                <a:gd name="csX1071" fmla="*/ 321805 w 558674"/>
                <a:gd name="csY1071" fmla="*/ 59971 h 666570"/>
                <a:gd name="csX1072" fmla="*/ 322695 w 558674"/>
                <a:gd name="csY1072" fmla="*/ 60617 h 666570"/>
                <a:gd name="csX1073" fmla="*/ 324483 w 558674"/>
                <a:gd name="csY1073" fmla="*/ 63935 h 666570"/>
                <a:gd name="csX1074" fmla="*/ 326408 w 558674"/>
                <a:gd name="csY1074" fmla="*/ 65236 h 666570"/>
                <a:gd name="csX1075" fmla="*/ 326499 w 558674"/>
                <a:gd name="csY1075" fmla="*/ 66895 h 666570"/>
                <a:gd name="csX1076" fmla="*/ 324741 w 558674"/>
                <a:gd name="csY1076" fmla="*/ 68508 h 666570"/>
                <a:gd name="csX1077" fmla="*/ 322421 w 558674"/>
                <a:gd name="csY1077" fmla="*/ 68994 h 666570"/>
                <a:gd name="csX1078" fmla="*/ 319933 w 558674"/>
                <a:gd name="csY1078" fmla="*/ 68431 h 666570"/>
                <a:gd name="csX1079" fmla="*/ 319202 w 558674"/>
                <a:gd name="csY1079" fmla="*/ 66362 h 666570"/>
                <a:gd name="csX1080" fmla="*/ 318434 w 558674"/>
                <a:gd name="csY1080" fmla="*/ 62915 h 666570"/>
                <a:gd name="csX1081" fmla="*/ 316357 w 558674"/>
                <a:gd name="csY1081" fmla="*/ 59529 h 666570"/>
                <a:gd name="csX1082" fmla="*/ 316045 w 558674"/>
                <a:gd name="csY1082" fmla="*/ 56555 h 666570"/>
                <a:gd name="csX1083" fmla="*/ 317855 w 558674"/>
                <a:gd name="csY1083" fmla="*/ 56083 h 666570"/>
                <a:gd name="csX1084" fmla="*/ 319636 w 558674"/>
                <a:gd name="csY1084" fmla="*/ 59689 h 666570"/>
                <a:gd name="csX1085" fmla="*/ 308695 w 558674"/>
                <a:gd name="csY1085" fmla="*/ 69131 h 666570"/>
                <a:gd name="csX1086" fmla="*/ 310589 w 558674"/>
                <a:gd name="csY1086" fmla="*/ 72532 h 666570"/>
                <a:gd name="csX1087" fmla="*/ 312271 w 558674"/>
                <a:gd name="csY1087" fmla="*/ 72205 h 666570"/>
                <a:gd name="csX1088" fmla="*/ 312773 w 558674"/>
                <a:gd name="csY1088" fmla="*/ 70927 h 666570"/>
                <a:gd name="csX1089" fmla="*/ 313914 w 558674"/>
                <a:gd name="csY1089" fmla="*/ 70288 h 666570"/>
                <a:gd name="csX1090" fmla="*/ 316227 w 558674"/>
                <a:gd name="csY1090" fmla="*/ 72091 h 666570"/>
                <a:gd name="csX1091" fmla="*/ 315900 w 558674"/>
                <a:gd name="csY1091" fmla="*/ 75142 h 666570"/>
                <a:gd name="csX1092" fmla="*/ 312697 w 558674"/>
                <a:gd name="csY1092" fmla="*/ 78985 h 666570"/>
                <a:gd name="csX1093" fmla="*/ 310399 w 558674"/>
                <a:gd name="csY1093" fmla="*/ 84448 h 666570"/>
                <a:gd name="csX1094" fmla="*/ 307462 w 558674"/>
                <a:gd name="csY1094" fmla="*/ 85711 h 666570"/>
                <a:gd name="csX1095" fmla="*/ 306047 w 558674"/>
                <a:gd name="csY1095" fmla="*/ 85056 h 666570"/>
                <a:gd name="csX1096" fmla="*/ 303415 w 558674"/>
                <a:gd name="csY1096" fmla="*/ 88198 h 666570"/>
                <a:gd name="csX1097" fmla="*/ 301315 w 558674"/>
                <a:gd name="csY1097" fmla="*/ 91455 h 666570"/>
                <a:gd name="csX1098" fmla="*/ 299131 w 558674"/>
                <a:gd name="csY1098" fmla="*/ 95564 h 666570"/>
                <a:gd name="csX1099" fmla="*/ 298994 w 558674"/>
                <a:gd name="csY1099" fmla="*/ 97679 h 666570"/>
                <a:gd name="csX1100" fmla="*/ 298651 w 558674"/>
                <a:gd name="csY1100" fmla="*/ 99292 h 666570"/>
                <a:gd name="csX1101" fmla="*/ 290655 w 558674"/>
                <a:gd name="csY1101" fmla="*/ 100890 h 666570"/>
                <a:gd name="csX1102" fmla="*/ 287748 w 558674"/>
                <a:gd name="csY1102" fmla="*/ 101947 h 666570"/>
                <a:gd name="csX1103" fmla="*/ 284667 w 558674"/>
                <a:gd name="csY1103" fmla="*/ 100585 h 666570"/>
                <a:gd name="csX1104" fmla="*/ 283206 w 558674"/>
                <a:gd name="csY1104" fmla="*/ 97877 h 666570"/>
                <a:gd name="csX1105" fmla="*/ 283678 w 558674"/>
                <a:gd name="csY1105" fmla="*/ 96408 h 666570"/>
                <a:gd name="csX1106" fmla="*/ 286752 w 558674"/>
                <a:gd name="csY1106" fmla="*/ 95822 h 666570"/>
                <a:gd name="csX1107" fmla="*/ 286851 w 558674"/>
                <a:gd name="csY1107" fmla="*/ 93304 h 666570"/>
                <a:gd name="csX1108" fmla="*/ 287634 w 558674"/>
                <a:gd name="csY1108" fmla="*/ 91767 h 666570"/>
                <a:gd name="csX1109" fmla="*/ 288631 w 558674"/>
                <a:gd name="csY1109" fmla="*/ 90922 h 666570"/>
                <a:gd name="csX1110" fmla="*/ 289361 w 558674"/>
                <a:gd name="csY1110" fmla="*/ 87696 h 666570"/>
                <a:gd name="csX1111" fmla="*/ 290579 w 558674"/>
                <a:gd name="csY1111" fmla="*/ 86852 h 666570"/>
                <a:gd name="csX1112" fmla="*/ 292846 w 558674"/>
                <a:gd name="csY1112" fmla="*/ 87643 h 666570"/>
                <a:gd name="csX1113" fmla="*/ 294375 w 558674"/>
                <a:gd name="csY1113" fmla="*/ 85300 h 666570"/>
                <a:gd name="csX1114" fmla="*/ 295235 w 558674"/>
                <a:gd name="csY1114" fmla="*/ 84896 h 666570"/>
                <a:gd name="csX1115" fmla="*/ 296293 w 558674"/>
                <a:gd name="csY1115" fmla="*/ 86837 h 666570"/>
                <a:gd name="csX1116" fmla="*/ 296803 w 558674"/>
                <a:gd name="csY1116" fmla="*/ 84166 h 666570"/>
                <a:gd name="csX1117" fmla="*/ 296293 w 558674"/>
                <a:gd name="csY1117" fmla="*/ 81724 h 666570"/>
                <a:gd name="csX1118" fmla="*/ 296559 w 558674"/>
                <a:gd name="csY1118" fmla="*/ 80072 h 666570"/>
                <a:gd name="csX1119" fmla="*/ 299488 w 558674"/>
                <a:gd name="csY1119" fmla="*/ 75774 h 666570"/>
                <a:gd name="csX1120" fmla="*/ 300759 w 558674"/>
                <a:gd name="csY1120" fmla="*/ 72631 h 666570"/>
                <a:gd name="csX1121" fmla="*/ 302585 w 558674"/>
                <a:gd name="csY1121" fmla="*/ 70600 h 666570"/>
                <a:gd name="csX1122" fmla="*/ 304343 w 558674"/>
                <a:gd name="csY1122" fmla="*/ 70919 h 666570"/>
                <a:gd name="csX1123" fmla="*/ 304852 w 558674"/>
                <a:gd name="csY1123" fmla="*/ 67922 h 666570"/>
                <a:gd name="csX1124" fmla="*/ 304343 w 558674"/>
                <a:gd name="csY1124" fmla="*/ 64848 h 666570"/>
                <a:gd name="csX1125" fmla="*/ 304533 w 558674"/>
                <a:gd name="csY1125" fmla="*/ 62839 h 666570"/>
                <a:gd name="csX1126" fmla="*/ 306085 w 558674"/>
                <a:gd name="csY1126" fmla="*/ 57954 h 666570"/>
                <a:gd name="csX1127" fmla="*/ 307789 w 558674"/>
                <a:gd name="csY1127" fmla="*/ 57749 h 666570"/>
                <a:gd name="csX1128" fmla="*/ 308573 w 558674"/>
                <a:gd name="csY1128" fmla="*/ 62094 h 666570"/>
                <a:gd name="csX1129" fmla="*/ 308695 w 558674"/>
                <a:gd name="csY1129" fmla="*/ 69131 h 666570"/>
                <a:gd name="csX1130" fmla="*/ 341236 w 558674"/>
                <a:gd name="csY1130" fmla="*/ 67671 h 666570"/>
                <a:gd name="csX1131" fmla="*/ 340088 w 558674"/>
                <a:gd name="csY1131" fmla="*/ 69124 h 666570"/>
                <a:gd name="csX1132" fmla="*/ 338322 w 558674"/>
                <a:gd name="csY1132" fmla="*/ 69717 h 666570"/>
                <a:gd name="csX1133" fmla="*/ 337371 w 558674"/>
                <a:gd name="csY1133" fmla="*/ 68820 h 666570"/>
                <a:gd name="csX1134" fmla="*/ 336017 w 558674"/>
                <a:gd name="csY1134" fmla="*/ 68226 h 666570"/>
                <a:gd name="csX1135" fmla="*/ 334511 w 558674"/>
                <a:gd name="csY1135" fmla="*/ 68492 h 666570"/>
                <a:gd name="csX1136" fmla="*/ 333248 w 558674"/>
                <a:gd name="csY1136" fmla="*/ 65822 h 666570"/>
                <a:gd name="csX1137" fmla="*/ 333392 w 558674"/>
                <a:gd name="csY1137" fmla="*/ 63577 h 666570"/>
                <a:gd name="csX1138" fmla="*/ 335120 w 558674"/>
                <a:gd name="csY1138" fmla="*/ 60534 h 666570"/>
                <a:gd name="csX1139" fmla="*/ 338581 w 558674"/>
                <a:gd name="csY1139" fmla="*/ 58799 h 666570"/>
                <a:gd name="csX1140" fmla="*/ 341381 w 558674"/>
                <a:gd name="csY1140" fmla="*/ 59514 h 666570"/>
                <a:gd name="csX1141" fmla="*/ 342097 w 558674"/>
                <a:gd name="csY1141" fmla="*/ 60404 h 666570"/>
                <a:gd name="csX1142" fmla="*/ 341236 w 558674"/>
                <a:gd name="csY1142" fmla="*/ 67671 h 666570"/>
                <a:gd name="csX1143" fmla="*/ 537195 w 558674"/>
                <a:gd name="csY1143" fmla="*/ 85901 h 666570"/>
                <a:gd name="csX1144" fmla="*/ 533140 w 558674"/>
                <a:gd name="csY1144" fmla="*/ 87704 h 666570"/>
                <a:gd name="csX1145" fmla="*/ 532668 w 558674"/>
                <a:gd name="csY1145" fmla="*/ 86220 h 666570"/>
                <a:gd name="csX1146" fmla="*/ 533559 w 558674"/>
                <a:gd name="csY1146" fmla="*/ 83907 h 666570"/>
                <a:gd name="csX1147" fmla="*/ 534624 w 558674"/>
                <a:gd name="csY1147" fmla="*/ 79160 h 666570"/>
                <a:gd name="csX1148" fmla="*/ 536290 w 558674"/>
                <a:gd name="csY1148" fmla="*/ 79350 h 666570"/>
                <a:gd name="csX1149" fmla="*/ 537979 w 558674"/>
                <a:gd name="csY1149" fmla="*/ 81161 h 666570"/>
                <a:gd name="csX1150" fmla="*/ 539303 w 558674"/>
                <a:gd name="csY1150" fmla="*/ 83321 h 666570"/>
                <a:gd name="csX1151" fmla="*/ 537195 w 558674"/>
                <a:gd name="csY1151" fmla="*/ 85901 h 666570"/>
                <a:gd name="csX1152" fmla="*/ 271284 w 558674"/>
                <a:gd name="csY1152" fmla="*/ 98227 h 666570"/>
                <a:gd name="csX1153" fmla="*/ 273847 w 558674"/>
                <a:gd name="csY1153" fmla="*/ 101719 h 666570"/>
                <a:gd name="csX1154" fmla="*/ 274996 w 558674"/>
                <a:gd name="csY1154" fmla="*/ 100654 h 666570"/>
                <a:gd name="csX1155" fmla="*/ 277271 w 558674"/>
                <a:gd name="csY1155" fmla="*/ 100250 h 666570"/>
                <a:gd name="csX1156" fmla="*/ 278960 w 558674"/>
                <a:gd name="csY1156" fmla="*/ 101483 h 666570"/>
                <a:gd name="csX1157" fmla="*/ 280345 w 558674"/>
                <a:gd name="csY1157" fmla="*/ 103697 h 666570"/>
                <a:gd name="csX1158" fmla="*/ 281981 w 558674"/>
                <a:gd name="csY1158" fmla="*/ 103796 h 666570"/>
                <a:gd name="csX1159" fmla="*/ 283008 w 558674"/>
                <a:gd name="csY1159" fmla="*/ 106687 h 666570"/>
                <a:gd name="csX1160" fmla="*/ 283533 w 558674"/>
                <a:gd name="csY1160" fmla="*/ 110438 h 666570"/>
                <a:gd name="csX1161" fmla="*/ 282346 w 558674"/>
                <a:gd name="csY1161" fmla="*/ 113231 h 666570"/>
                <a:gd name="csX1162" fmla="*/ 280657 w 558674"/>
                <a:gd name="csY1162" fmla="*/ 114501 h 666570"/>
                <a:gd name="csX1163" fmla="*/ 280201 w 558674"/>
                <a:gd name="csY1163" fmla="*/ 117781 h 666570"/>
                <a:gd name="csX1164" fmla="*/ 280840 w 558674"/>
                <a:gd name="csY1164" fmla="*/ 122369 h 666570"/>
                <a:gd name="csX1165" fmla="*/ 277051 w 558674"/>
                <a:gd name="csY1165" fmla="*/ 123936 h 666570"/>
                <a:gd name="csX1166" fmla="*/ 272668 w 558674"/>
                <a:gd name="csY1166" fmla="*/ 124636 h 666570"/>
                <a:gd name="csX1167" fmla="*/ 270949 w 558674"/>
                <a:gd name="csY1167" fmla="*/ 122445 h 666570"/>
                <a:gd name="csX1168" fmla="*/ 267449 w 558674"/>
                <a:gd name="csY1168" fmla="*/ 126447 h 666570"/>
                <a:gd name="csX1169" fmla="*/ 263972 w 558674"/>
                <a:gd name="csY1169" fmla="*/ 132663 h 666570"/>
                <a:gd name="csX1170" fmla="*/ 262298 w 558674"/>
                <a:gd name="csY1170" fmla="*/ 133393 h 666570"/>
                <a:gd name="csX1171" fmla="*/ 262176 w 558674"/>
                <a:gd name="csY1171" fmla="*/ 131430 h 666570"/>
                <a:gd name="csX1172" fmla="*/ 259680 w 558674"/>
                <a:gd name="csY1172" fmla="*/ 130068 h 666570"/>
                <a:gd name="csX1173" fmla="*/ 256485 w 558674"/>
                <a:gd name="csY1173" fmla="*/ 129992 h 666570"/>
                <a:gd name="csX1174" fmla="*/ 256591 w 558674"/>
                <a:gd name="csY1174" fmla="*/ 128531 h 666570"/>
                <a:gd name="csX1175" fmla="*/ 257177 w 558674"/>
                <a:gd name="csY1175" fmla="*/ 127504 h 666570"/>
                <a:gd name="csX1176" fmla="*/ 259931 w 558674"/>
                <a:gd name="csY1176" fmla="*/ 125975 h 666570"/>
                <a:gd name="csX1177" fmla="*/ 260479 w 558674"/>
                <a:gd name="csY1177" fmla="*/ 122810 h 666570"/>
                <a:gd name="csX1178" fmla="*/ 259977 w 558674"/>
                <a:gd name="csY1178" fmla="*/ 117149 h 666570"/>
                <a:gd name="csX1179" fmla="*/ 260464 w 558674"/>
                <a:gd name="csY1179" fmla="*/ 114387 h 666570"/>
                <a:gd name="csX1180" fmla="*/ 260570 w 558674"/>
                <a:gd name="csY1180" fmla="*/ 112485 h 666570"/>
                <a:gd name="csX1181" fmla="*/ 262305 w 558674"/>
                <a:gd name="csY1181" fmla="*/ 110248 h 666570"/>
                <a:gd name="csX1182" fmla="*/ 268240 w 558674"/>
                <a:gd name="csY1182" fmla="*/ 111298 h 666570"/>
                <a:gd name="csX1183" fmla="*/ 268963 w 558674"/>
                <a:gd name="csY1183" fmla="*/ 109160 h 666570"/>
                <a:gd name="csX1184" fmla="*/ 268514 w 558674"/>
                <a:gd name="csY1184" fmla="*/ 107813 h 666570"/>
                <a:gd name="csX1185" fmla="*/ 265448 w 558674"/>
                <a:gd name="csY1185" fmla="*/ 105455 h 666570"/>
                <a:gd name="csX1186" fmla="*/ 265919 w 558674"/>
                <a:gd name="csY1186" fmla="*/ 103864 h 666570"/>
                <a:gd name="csX1187" fmla="*/ 268134 w 558674"/>
                <a:gd name="csY1187" fmla="*/ 102442 h 666570"/>
                <a:gd name="csX1188" fmla="*/ 270226 w 558674"/>
                <a:gd name="csY1188" fmla="*/ 102252 h 666570"/>
                <a:gd name="csX1189" fmla="*/ 270857 w 558674"/>
                <a:gd name="csY1189" fmla="*/ 99847 h 666570"/>
                <a:gd name="csX1190" fmla="*/ 270964 w 558674"/>
                <a:gd name="csY1190" fmla="*/ 98790 h 666570"/>
                <a:gd name="csX1191" fmla="*/ 271284 w 558674"/>
                <a:gd name="csY1191" fmla="*/ 98227 h 666570"/>
                <a:gd name="csX1192" fmla="*/ 234070 w 558674"/>
                <a:gd name="csY1192" fmla="*/ 160084 h 666570"/>
                <a:gd name="csX1193" fmla="*/ 234329 w 558674"/>
                <a:gd name="csY1193" fmla="*/ 160495 h 666570"/>
                <a:gd name="csX1194" fmla="*/ 237235 w 558674"/>
                <a:gd name="csY1194" fmla="*/ 154865 h 666570"/>
                <a:gd name="csX1195" fmla="*/ 240461 w 558674"/>
                <a:gd name="csY1195" fmla="*/ 153107 h 666570"/>
                <a:gd name="csX1196" fmla="*/ 240659 w 558674"/>
                <a:gd name="csY1196" fmla="*/ 151137 h 666570"/>
                <a:gd name="csX1197" fmla="*/ 241907 w 558674"/>
                <a:gd name="csY1197" fmla="*/ 149234 h 666570"/>
                <a:gd name="csX1198" fmla="*/ 241762 w 558674"/>
                <a:gd name="csY1198" fmla="*/ 146115 h 666570"/>
                <a:gd name="csX1199" fmla="*/ 242394 w 558674"/>
                <a:gd name="csY1199" fmla="*/ 143581 h 666570"/>
                <a:gd name="csX1200" fmla="*/ 244037 w 558674"/>
                <a:gd name="csY1200" fmla="*/ 142904 h 666570"/>
                <a:gd name="csX1201" fmla="*/ 245064 w 558674"/>
                <a:gd name="csY1201" fmla="*/ 142044 h 666570"/>
                <a:gd name="csX1202" fmla="*/ 246198 w 558674"/>
                <a:gd name="csY1202" fmla="*/ 141565 h 666570"/>
                <a:gd name="csX1203" fmla="*/ 248260 w 558674"/>
                <a:gd name="csY1203" fmla="*/ 143627 h 666570"/>
                <a:gd name="csX1204" fmla="*/ 249416 w 558674"/>
                <a:gd name="csY1204" fmla="*/ 145909 h 666570"/>
                <a:gd name="csX1205" fmla="*/ 250862 w 558674"/>
                <a:gd name="csY1205" fmla="*/ 150992 h 666570"/>
                <a:gd name="csX1206" fmla="*/ 250261 w 558674"/>
                <a:gd name="csY1206" fmla="*/ 155892 h 666570"/>
                <a:gd name="csX1207" fmla="*/ 246388 w 558674"/>
                <a:gd name="csY1207" fmla="*/ 159704 h 666570"/>
                <a:gd name="csX1208" fmla="*/ 243314 w 558674"/>
                <a:gd name="csY1208" fmla="*/ 161416 h 666570"/>
                <a:gd name="csX1209" fmla="*/ 240202 w 558674"/>
                <a:gd name="csY1209" fmla="*/ 165768 h 666570"/>
                <a:gd name="csX1210" fmla="*/ 238643 w 558674"/>
                <a:gd name="csY1210" fmla="*/ 169321 h 666570"/>
                <a:gd name="csX1211" fmla="*/ 237296 w 558674"/>
                <a:gd name="csY1211" fmla="*/ 170089 h 666570"/>
                <a:gd name="csX1212" fmla="*/ 236451 w 558674"/>
                <a:gd name="csY1212" fmla="*/ 169800 h 666570"/>
                <a:gd name="csX1213" fmla="*/ 235698 w 558674"/>
                <a:gd name="csY1213" fmla="*/ 168948 h 666570"/>
                <a:gd name="csX1214" fmla="*/ 234123 w 558674"/>
                <a:gd name="csY1214" fmla="*/ 168948 h 666570"/>
                <a:gd name="csX1215" fmla="*/ 232389 w 558674"/>
                <a:gd name="csY1215" fmla="*/ 172022 h 666570"/>
                <a:gd name="csX1216" fmla="*/ 227154 w 558674"/>
                <a:gd name="csY1216" fmla="*/ 174518 h 666570"/>
                <a:gd name="csX1217" fmla="*/ 225099 w 558674"/>
                <a:gd name="csY1217" fmla="*/ 173795 h 666570"/>
                <a:gd name="csX1218" fmla="*/ 225008 w 558674"/>
                <a:gd name="csY1218" fmla="*/ 170736 h 666570"/>
                <a:gd name="csX1219" fmla="*/ 223783 w 558674"/>
                <a:gd name="csY1219" fmla="*/ 170987 h 666570"/>
                <a:gd name="csX1220" fmla="*/ 221820 w 558674"/>
                <a:gd name="csY1220" fmla="*/ 174654 h 666570"/>
                <a:gd name="csX1221" fmla="*/ 219903 w 558674"/>
                <a:gd name="csY1221" fmla="*/ 175880 h 666570"/>
                <a:gd name="csX1222" fmla="*/ 218617 w 558674"/>
                <a:gd name="csY1222" fmla="*/ 176252 h 666570"/>
                <a:gd name="csX1223" fmla="*/ 216250 w 558674"/>
                <a:gd name="csY1223" fmla="*/ 174875 h 666570"/>
                <a:gd name="csX1224" fmla="*/ 209890 w 558674"/>
                <a:gd name="csY1224" fmla="*/ 181099 h 666570"/>
                <a:gd name="csX1225" fmla="*/ 203925 w 558674"/>
                <a:gd name="csY1225" fmla="*/ 182255 h 666570"/>
                <a:gd name="csX1226" fmla="*/ 201962 w 558674"/>
                <a:gd name="csY1226" fmla="*/ 181540 h 666570"/>
                <a:gd name="csX1227" fmla="*/ 201954 w 558674"/>
                <a:gd name="csY1227" fmla="*/ 177736 h 666570"/>
                <a:gd name="csX1228" fmla="*/ 205812 w 558674"/>
                <a:gd name="csY1228" fmla="*/ 172851 h 666570"/>
                <a:gd name="csX1229" fmla="*/ 208969 w 558674"/>
                <a:gd name="csY1229" fmla="*/ 169450 h 666570"/>
                <a:gd name="csX1230" fmla="*/ 219850 w 558674"/>
                <a:gd name="csY1230" fmla="*/ 167069 h 666570"/>
                <a:gd name="csX1231" fmla="*/ 226629 w 558674"/>
                <a:gd name="csY1231" fmla="*/ 156904 h 666570"/>
                <a:gd name="csX1232" fmla="*/ 228265 w 558674"/>
                <a:gd name="csY1232" fmla="*/ 145772 h 666570"/>
                <a:gd name="csX1233" fmla="*/ 229862 w 558674"/>
                <a:gd name="csY1233" fmla="*/ 141725 h 666570"/>
                <a:gd name="csX1234" fmla="*/ 229109 w 558674"/>
                <a:gd name="csY1234" fmla="*/ 139434 h 666570"/>
                <a:gd name="csX1235" fmla="*/ 227291 w 558674"/>
                <a:gd name="csY1235" fmla="*/ 139031 h 666570"/>
                <a:gd name="csX1236" fmla="*/ 227177 w 558674"/>
                <a:gd name="csY1236" fmla="*/ 135501 h 666570"/>
                <a:gd name="csX1237" fmla="*/ 228128 w 558674"/>
                <a:gd name="csY1237" fmla="*/ 131636 h 666570"/>
                <a:gd name="csX1238" fmla="*/ 231681 w 558674"/>
                <a:gd name="csY1238" fmla="*/ 126310 h 666570"/>
                <a:gd name="csX1239" fmla="*/ 233659 w 558674"/>
                <a:gd name="csY1239" fmla="*/ 124035 h 666570"/>
                <a:gd name="csX1240" fmla="*/ 236877 w 558674"/>
                <a:gd name="csY1240" fmla="*/ 117575 h 666570"/>
                <a:gd name="csX1241" fmla="*/ 238430 w 558674"/>
                <a:gd name="csY1241" fmla="*/ 116122 h 666570"/>
                <a:gd name="csX1242" fmla="*/ 240195 w 558674"/>
                <a:gd name="csY1242" fmla="*/ 116122 h 666570"/>
                <a:gd name="csX1243" fmla="*/ 241937 w 558674"/>
                <a:gd name="csY1243" fmla="*/ 117819 h 666570"/>
                <a:gd name="csX1244" fmla="*/ 241625 w 558674"/>
                <a:gd name="csY1244" fmla="*/ 121280 h 666570"/>
                <a:gd name="csX1245" fmla="*/ 239015 w 558674"/>
                <a:gd name="csY1245" fmla="*/ 127504 h 666570"/>
                <a:gd name="csX1246" fmla="*/ 235150 w 558674"/>
                <a:gd name="csY1246" fmla="*/ 132785 h 666570"/>
                <a:gd name="csX1247" fmla="*/ 235622 w 558674"/>
                <a:gd name="csY1247" fmla="*/ 136566 h 666570"/>
                <a:gd name="csX1248" fmla="*/ 237159 w 558674"/>
                <a:gd name="csY1248" fmla="*/ 139663 h 666570"/>
                <a:gd name="csX1249" fmla="*/ 237540 w 558674"/>
                <a:gd name="csY1249" fmla="*/ 144943 h 666570"/>
                <a:gd name="csX1250" fmla="*/ 237638 w 558674"/>
                <a:gd name="csY1250" fmla="*/ 150010 h 666570"/>
                <a:gd name="csX1251" fmla="*/ 234709 w 558674"/>
                <a:gd name="csY1251" fmla="*/ 156828 h 666570"/>
                <a:gd name="csX1252" fmla="*/ 234070 w 558674"/>
                <a:gd name="csY1252" fmla="*/ 160084 h 666570"/>
                <a:gd name="csX1253" fmla="*/ 222254 w 558674"/>
                <a:gd name="csY1253" fmla="*/ 137601 h 666570"/>
                <a:gd name="csX1254" fmla="*/ 225031 w 558674"/>
                <a:gd name="csY1254" fmla="*/ 143566 h 666570"/>
                <a:gd name="csX1255" fmla="*/ 226302 w 558674"/>
                <a:gd name="csY1255" fmla="*/ 147043 h 666570"/>
                <a:gd name="csX1256" fmla="*/ 225275 w 558674"/>
                <a:gd name="csY1256" fmla="*/ 153579 h 666570"/>
                <a:gd name="csX1257" fmla="*/ 222574 w 558674"/>
                <a:gd name="csY1257" fmla="*/ 156866 h 666570"/>
                <a:gd name="csX1258" fmla="*/ 218411 w 558674"/>
                <a:gd name="csY1258" fmla="*/ 157452 h 666570"/>
                <a:gd name="csX1259" fmla="*/ 215490 w 558674"/>
                <a:gd name="csY1259" fmla="*/ 157178 h 666570"/>
                <a:gd name="csX1260" fmla="*/ 213649 w 558674"/>
                <a:gd name="csY1260" fmla="*/ 155595 h 666570"/>
                <a:gd name="csX1261" fmla="*/ 213420 w 558674"/>
                <a:gd name="csY1261" fmla="*/ 153822 h 666570"/>
                <a:gd name="csX1262" fmla="*/ 212355 w 558674"/>
                <a:gd name="csY1262" fmla="*/ 153297 h 666570"/>
                <a:gd name="csX1263" fmla="*/ 209547 w 558674"/>
                <a:gd name="csY1263" fmla="*/ 155580 h 666570"/>
                <a:gd name="csX1264" fmla="*/ 207600 w 558674"/>
                <a:gd name="csY1264" fmla="*/ 155884 h 666570"/>
                <a:gd name="csX1265" fmla="*/ 205120 w 558674"/>
                <a:gd name="csY1265" fmla="*/ 154119 h 666570"/>
                <a:gd name="csX1266" fmla="*/ 204450 w 558674"/>
                <a:gd name="csY1266" fmla="*/ 151289 h 666570"/>
                <a:gd name="csX1267" fmla="*/ 207082 w 558674"/>
                <a:gd name="csY1267" fmla="*/ 147735 h 666570"/>
                <a:gd name="csX1268" fmla="*/ 208300 w 558674"/>
                <a:gd name="csY1268" fmla="*/ 144966 h 666570"/>
                <a:gd name="csX1269" fmla="*/ 211214 w 558674"/>
                <a:gd name="csY1269" fmla="*/ 145209 h 666570"/>
                <a:gd name="csX1270" fmla="*/ 211944 w 558674"/>
                <a:gd name="csY1270" fmla="*/ 146069 h 666570"/>
                <a:gd name="csX1271" fmla="*/ 213595 w 558674"/>
                <a:gd name="csY1271" fmla="*/ 146609 h 666570"/>
                <a:gd name="csX1272" fmla="*/ 214600 w 558674"/>
                <a:gd name="csY1272" fmla="*/ 143269 h 666570"/>
                <a:gd name="csX1273" fmla="*/ 214372 w 558674"/>
                <a:gd name="csY1273" fmla="*/ 140956 h 666570"/>
                <a:gd name="csX1274" fmla="*/ 215109 w 558674"/>
                <a:gd name="csY1274" fmla="*/ 139343 h 666570"/>
                <a:gd name="csX1275" fmla="*/ 218632 w 558674"/>
                <a:gd name="csY1275" fmla="*/ 140507 h 666570"/>
                <a:gd name="csX1276" fmla="*/ 218640 w 558674"/>
                <a:gd name="csY1276" fmla="*/ 134192 h 666570"/>
                <a:gd name="csX1277" fmla="*/ 220009 w 558674"/>
                <a:gd name="csY1277" fmla="*/ 133751 h 666570"/>
                <a:gd name="csX1278" fmla="*/ 220573 w 558674"/>
                <a:gd name="csY1278" fmla="*/ 133994 h 666570"/>
                <a:gd name="csX1279" fmla="*/ 221584 w 558674"/>
                <a:gd name="csY1279" fmla="*/ 135326 h 666570"/>
                <a:gd name="csX1280" fmla="*/ 222254 w 558674"/>
                <a:gd name="csY1280" fmla="*/ 137601 h 666570"/>
                <a:gd name="csX1281" fmla="*/ 193767 w 558674"/>
                <a:gd name="csY1281" fmla="*/ 177234 h 666570"/>
                <a:gd name="csX1282" fmla="*/ 195038 w 558674"/>
                <a:gd name="csY1282" fmla="*/ 178215 h 666570"/>
                <a:gd name="csX1283" fmla="*/ 198355 w 558674"/>
                <a:gd name="csY1283" fmla="*/ 177926 h 666570"/>
                <a:gd name="csX1284" fmla="*/ 199025 w 558674"/>
                <a:gd name="csY1284" fmla="*/ 178291 h 666570"/>
                <a:gd name="csX1285" fmla="*/ 198546 w 558674"/>
                <a:gd name="csY1285" fmla="*/ 179912 h 666570"/>
                <a:gd name="csX1286" fmla="*/ 197107 w 558674"/>
                <a:gd name="csY1286" fmla="*/ 181692 h 666570"/>
                <a:gd name="csX1287" fmla="*/ 194087 w 558674"/>
                <a:gd name="csY1287" fmla="*/ 182788 h 666570"/>
                <a:gd name="csX1288" fmla="*/ 192725 w 558674"/>
                <a:gd name="csY1288" fmla="*/ 185504 h 666570"/>
                <a:gd name="csX1289" fmla="*/ 191751 w 558674"/>
                <a:gd name="csY1289" fmla="*/ 186425 h 666570"/>
                <a:gd name="csX1290" fmla="*/ 189141 w 558674"/>
                <a:gd name="csY1290" fmla="*/ 186433 h 666570"/>
                <a:gd name="csX1291" fmla="*/ 187597 w 558674"/>
                <a:gd name="csY1291" fmla="*/ 187064 h 666570"/>
                <a:gd name="csX1292" fmla="*/ 185702 w 558674"/>
                <a:gd name="csY1292" fmla="*/ 189468 h 666570"/>
                <a:gd name="csX1293" fmla="*/ 184188 w 558674"/>
                <a:gd name="csY1293" fmla="*/ 187696 h 666570"/>
                <a:gd name="csX1294" fmla="*/ 183762 w 558674"/>
                <a:gd name="csY1294" fmla="*/ 188959 h 666570"/>
                <a:gd name="csX1295" fmla="*/ 183488 w 558674"/>
                <a:gd name="csY1295" fmla="*/ 191211 h 666570"/>
                <a:gd name="csX1296" fmla="*/ 182643 w 558674"/>
                <a:gd name="csY1296" fmla="*/ 191865 h 666570"/>
                <a:gd name="csX1297" fmla="*/ 180026 w 558674"/>
                <a:gd name="csY1297" fmla="*/ 192679 h 666570"/>
                <a:gd name="csX1298" fmla="*/ 179395 w 558674"/>
                <a:gd name="csY1298" fmla="*/ 187437 h 666570"/>
                <a:gd name="csX1299" fmla="*/ 180597 w 558674"/>
                <a:gd name="csY1299" fmla="*/ 185535 h 666570"/>
                <a:gd name="csX1300" fmla="*/ 181541 w 558674"/>
                <a:gd name="csY1300" fmla="*/ 183252 h 666570"/>
                <a:gd name="csX1301" fmla="*/ 182986 w 558674"/>
                <a:gd name="csY1301" fmla="*/ 182902 h 666570"/>
                <a:gd name="csX1302" fmla="*/ 184280 w 558674"/>
                <a:gd name="csY1302" fmla="*/ 183092 h 666570"/>
                <a:gd name="csX1303" fmla="*/ 186615 w 558674"/>
                <a:gd name="csY1303" fmla="*/ 178162 h 666570"/>
                <a:gd name="csX1304" fmla="*/ 189811 w 558674"/>
                <a:gd name="csY1304" fmla="*/ 176754 h 666570"/>
                <a:gd name="csX1305" fmla="*/ 191873 w 558674"/>
                <a:gd name="csY1305" fmla="*/ 176595 h 666570"/>
                <a:gd name="csX1306" fmla="*/ 193767 w 558674"/>
                <a:gd name="csY1306" fmla="*/ 177234 h 666570"/>
                <a:gd name="csX1307" fmla="*/ 174518 w 558674"/>
                <a:gd name="csY1307" fmla="*/ 199588 h 666570"/>
                <a:gd name="csX1308" fmla="*/ 171360 w 558674"/>
                <a:gd name="csY1308" fmla="*/ 202578 h 666570"/>
                <a:gd name="csX1309" fmla="*/ 172509 w 558674"/>
                <a:gd name="csY1309" fmla="*/ 197115 h 666570"/>
                <a:gd name="csX1310" fmla="*/ 174213 w 558674"/>
                <a:gd name="csY1310" fmla="*/ 191561 h 666570"/>
                <a:gd name="csX1311" fmla="*/ 176572 w 558674"/>
                <a:gd name="csY1311" fmla="*/ 188373 h 666570"/>
                <a:gd name="csX1312" fmla="*/ 177744 w 558674"/>
                <a:gd name="csY1312" fmla="*/ 189621 h 666570"/>
                <a:gd name="csX1313" fmla="*/ 177204 w 558674"/>
                <a:gd name="csY1313" fmla="*/ 192291 h 666570"/>
                <a:gd name="csX1314" fmla="*/ 177211 w 558674"/>
                <a:gd name="csY1314" fmla="*/ 194924 h 666570"/>
                <a:gd name="csX1315" fmla="*/ 176709 w 558674"/>
                <a:gd name="csY1315" fmla="*/ 196164 h 666570"/>
                <a:gd name="csX1316" fmla="*/ 174518 w 558674"/>
                <a:gd name="csY1316" fmla="*/ 199588 h 666570"/>
                <a:gd name="csX1317" fmla="*/ 162740 w 558674"/>
                <a:gd name="csY1317" fmla="*/ 299420 h 666570"/>
                <a:gd name="csX1318" fmla="*/ 160761 w 558674"/>
                <a:gd name="csY1318" fmla="*/ 299762 h 666570"/>
                <a:gd name="csX1319" fmla="*/ 161089 w 558674"/>
                <a:gd name="csY1319" fmla="*/ 297441 h 666570"/>
                <a:gd name="csX1320" fmla="*/ 162686 w 558674"/>
                <a:gd name="csY1320" fmla="*/ 295235 h 666570"/>
                <a:gd name="csX1321" fmla="*/ 163303 w 558674"/>
                <a:gd name="csY1321" fmla="*/ 293729 h 666570"/>
                <a:gd name="csX1322" fmla="*/ 163622 w 558674"/>
                <a:gd name="csY1322" fmla="*/ 291948 h 666570"/>
                <a:gd name="csX1323" fmla="*/ 165037 w 558674"/>
                <a:gd name="csY1323" fmla="*/ 290601 h 666570"/>
                <a:gd name="csX1324" fmla="*/ 167031 w 558674"/>
                <a:gd name="csY1324" fmla="*/ 292328 h 666570"/>
                <a:gd name="csX1325" fmla="*/ 167069 w 558674"/>
                <a:gd name="csY1325" fmla="*/ 295250 h 666570"/>
                <a:gd name="csX1326" fmla="*/ 166080 w 558674"/>
                <a:gd name="csY1326" fmla="*/ 297913 h 666570"/>
                <a:gd name="csX1327" fmla="*/ 162740 w 558674"/>
                <a:gd name="csY1327" fmla="*/ 299420 h 666570"/>
                <a:gd name="csX1328" fmla="*/ 164657 w 558674"/>
                <a:gd name="csY1328" fmla="*/ 306823 h 666570"/>
                <a:gd name="csX1329" fmla="*/ 162945 w 558674"/>
                <a:gd name="csY1329" fmla="*/ 306975 h 666570"/>
                <a:gd name="csX1330" fmla="*/ 162960 w 558674"/>
                <a:gd name="csY1330" fmla="*/ 304837 h 666570"/>
                <a:gd name="csX1331" fmla="*/ 163942 w 558674"/>
                <a:gd name="csY1331" fmla="*/ 302889 h 666570"/>
                <a:gd name="csX1332" fmla="*/ 165494 w 558674"/>
                <a:gd name="csY1332" fmla="*/ 301588 h 666570"/>
                <a:gd name="csX1333" fmla="*/ 167495 w 558674"/>
                <a:gd name="csY1333" fmla="*/ 301246 h 666570"/>
                <a:gd name="csX1334" fmla="*/ 169732 w 558674"/>
                <a:gd name="csY1334" fmla="*/ 301094 h 666570"/>
                <a:gd name="csX1335" fmla="*/ 170409 w 558674"/>
                <a:gd name="csY1335" fmla="*/ 302128 h 666570"/>
                <a:gd name="csX1336" fmla="*/ 169123 w 558674"/>
                <a:gd name="csY1336" fmla="*/ 303582 h 666570"/>
                <a:gd name="csX1337" fmla="*/ 164657 w 558674"/>
                <a:gd name="csY1337" fmla="*/ 306823 h 666570"/>
                <a:gd name="csX1338" fmla="*/ 153092 w 558674"/>
                <a:gd name="csY1338" fmla="*/ 321134 h 666570"/>
                <a:gd name="csX1339" fmla="*/ 151677 w 558674"/>
                <a:gd name="csY1339" fmla="*/ 322725 h 666570"/>
                <a:gd name="csX1340" fmla="*/ 149037 w 558674"/>
                <a:gd name="csY1340" fmla="*/ 322268 h 666570"/>
                <a:gd name="csX1341" fmla="*/ 148755 w 558674"/>
                <a:gd name="csY1341" fmla="*/ 320899 h 666570"/>
                <a:gd name="csX1342" fmla="*/ 149508 w 558674"/>
                <a:gd name="csY1342" fmla="*/ 318160 h 666570"/>
                <a:gd name="csX1343" fmla="*/ 151114 w 558674"/>
                <a:gd name="csY1343" fmla="*/ 317026 h 666570"/>
                <a:gd name="csX1344" fmla="*/ 153183 w 558674"/>
                <a:gd name="csY1344" fmla="*/ 317247 h 666570"/>
                <a:gd name="csX1345" fmla="*/ 153845 w 558674"/>
                <a:gd name="csY1345" fmla="*/ 318388 h 666570"/>
                <a:gd name="csX1346" fmla="*/ 153092 w 558674"/>
                <a:gd name="csY1346" fmla="*/ 321134 h 666570"/>
                <a:gd name="csX1347" fmla="*/ 137365 w 558674"/>
                <a:gd name="csY1347" fmla="*/ 359877 h 666570"/>
                <a:gd name="csX1348" fmla="*/ 136247 w 558674"/>
                <a:gd name="csY1348" fmla="*/ 361277 h 666570"/>
                <a:gd name="csX1349" fmla="*/ 133759 w 558674"/>
                <a:gd name="csY1349" fmla="*/ 360159 h 666570"/>
                <a:gd name="csX1350" fmla="*/ 128851 w 558674"/>
                <a:gd name="csY1350" fmla="*/ 361026 h 666570"/>
                <a:gd name="csX1351" fmla="*/ 126873 w 558674"/>
                <a:gd name="csY1351" fmla="*/ 359664 h 666570"/>
                <a:gd name="csX1352" fmla="*/ 128448 w 558674"/>
                <a:gd name="csY1352" fmla="*/ 357001 h 666570"/>
                <a:gd name="csX1353" fmla="*/ 132884 w 558674"/>
                <a:gd name="csY1353" fmla="*/ 354201 h 666570"/>
                <a:gd name="csX1354" fmla="*/ 135265 w 558674"/>
                <a:gd name="csY1354" fmla="*/ 354331 h 666570"/>
                <a:gd name="csX1355" fmla="*/ 137692 w 558674"/>
                <a:gd name="csY1355" fmla="*/ 357770 h 666570"/>
                <a:gd name="csX1356" fmla="*/ 137365 w 558674"/>
                <a:gd name="csY1356" fmla="*/ 359877 h 666570"/>
                <a:gd name="csX1357" fmla="*/ 78414 w 558674"/>
                <a:gd name="csY1357" fmla="*/ 418775 h 666570"/>
                <a:gd name="csX1358" fmla="*/ 75964 w 558674"/>
                <a:gd name="csY1358" fmla="*/ 418889 h 666570"/>
                <a:gd name="csX1359" fmla="*/ 74488 w 558674"/>
                <a:gd name="csY1359" fmla="*/ 417809 h 666570"/>
                <a:gd name="csX1360" fmla="*/ 77995 w 558674"/>
                <a:gd name="csY1360" fmla="*/ 415663 h 666570"/>
                <a:gd name="csX1361" fmla="*/ 83496 w 558674"/>
                <a:gd name="csY1361" fmla="*/ 413609 h 666570"/>
                <a:gd name="csX1362" fmla="*/ 84021 w 558674"/>
                <a:gd name="csY1362" fmla="*/ 412308 h 666570"/>
                <a:gd name="csX1363" fmla="*/ 84683 w 558674"/>
                <a:gd name="csY1363" fmla="*/ 412148 h 666570"/>
                <a:gd name="csX1364" fmla="*/ 85634 w 558674"/>
                <a:gd name="csY1364" fmla="*/ 413746 h 666570"/>
                <a:gd name="csX1365" fmla="*/ 85756 w 558674"/>
                <a:gd name="csY1365" fmla="*/ 415937 h 666570"/>
                <a:gd name="csX1366" fmla="*/ 85147 w 558674"/>
                <a:gd name="csY1366" fmla="*/ 417025 h 666570"/>
                <a:gd name="csX1367" fmla="*/ 78414 w 558674"/>
                <a:gd name="csY1367" fmla="*/ 418775 h 666570"/>
                <a:gd name="csX1368" fmla="*/ 70547 w 558674"/>
                <a:gd name="csY1368" fmla="*/ 434525 h 666570"/>
                <a:gd name="csX1369" fmla="*/ 68454 w 558674"/>
                <a:gd name="csY1369" fmla="*/ 434555 h 666570"/>
                <a:gd name="csX1370" fmla="*/ 65966 w 558674"/>
                <a:gd name="csY1370" fmla="*/ 433825 h 666570"/>
                <a:gd name="csX1371" fmla="*/ 64407 w 558674"/>
                <a:gd name="csY1371" fmla="*/ 432265 h 666570"/>
                <a:gd name="csX1372" fmla="*/ 64163 w 558674"/>
                <a:gd name="csY1372" fmla="*/ 430888 h 666570"/>
                <a:gd name="csX1373" fmla="*/ 67031 w 558674"/>
                <a:gd name="csY1373" fmla="*/ 429176 h 666570"/>
                <a:gd name="csX1374" fmla="*/ 69915 w 558674"/>
                <a:gd name="csY1374" fmla="*/ 428172 h 666570"/>
                <a:gd name="csX1375" fmla="*/ 71254 w 558674"/>
                <a:gd name="csY1375" fmla="*/ 430059 h 666570"/>
                <a:gd name="csX1376" fmla="*/ 71353 w 558674"/>
                <a:gd name="csY1376" fmla="*/ 433148 h 666570"/>
                <a:gd name="csX1377" fmla="*/ 70547 w 558674"/>
                <a:gd name="csY1377" fmla="*/ 434525 h 666570"/>
                <a:gd name="csX1378" fmla="*/ 3416 w 558674"/>
                <a:gd name="csY1378" fmla="*/ 537621 h 666570"/>
                <a:gd name="csX1379" fmla="*/ 1522 w 558674"/>
                <a:gd name="csY1379" fmla="*/ 538176 h 666570"/>
                <a:gd name="csX1380" fmla="*/ 0 w 558674"/>
                <a:gd name="csY1380" fmla="*/ 537697 h 666570"/>
                <a:gd name="csX1381" fmla="*/ 540 w 558674"/>
                <a:gd name="csY1381" fmla="*/ 533482 h 666570"/>
                <a:gd name="csX1382" fmla="*/ 1331 w 558674"/>
                <a:gd name="csY1382" fmla="*/ 532797 h 666570"/>
                <a:gd name="csX1383" fmla="*/ 2480 w 558674"/>
                <a:gd name="csY1383" fmla="*/ 532554 h 666570"/>
                <a:gd name="csX1384" fmla="*/ 3720 w 558674"/>
                <a:gd name="csY1384" fmla="*/ 534813 h 666570"/>
                <a:gd name="csX1385" fmla="*/ 3416 w 558674"/>
                <a:gd name="csY1385" fmla="*/ 537621 h 666570"/>
                <a:gd name="csX1386" fmla="*/ 6133 w 558674"/>
                <a:gd name="csY1386" fmla="*/ 571464 h 666570"/>
                <a:gd name="csX1387" fmla="*/ 6201 w 558674"/>
                <a:gd name="csY1387" fmla="*/ 576569 h 666570"/>
                <a:gd name="csX1388" fmla="*/ 4238 w 558674"/>
                <a:gd name="csY1388" fmla="*/ 576181 h 666570"/>
                <a:gd name="csX1389" fmla="*/ 3355 w 558674"/>
                <a:gd name="csY1389" fmla="*/ 574226 h 666570"/>
                <a:gd name="csX1390" fmla="*/ 3097 w 558674"/>
                <a:gd name="csY1390" fmla="*/ 572970 h 666570"/>
                <a:gd name="csX1391" fmla="*/ 3256 w 558674"/>
                <a:gd name="csY1391" fmla="*/ 570010 h 666570"/>
                <a:gd name="csX1392" fmla="*/ 2815 w 558674"/>
                <a:gd name="csY1392" fmla="*/ 566952 h 666570"/>
                <a:gd name="csX1393" fmla="*/ 3393 w 558674"/>
                <a:gd name="csY1393" fmla="*/ 565430 h 666570"/>
                <a:gd name="csX1394" fmla="*/ 4109 w 558674"/>
                <a:gd name="csY1394" fmla="*/ 565225 h 666570"/>
                <a:gd name="csX1395" fmla="*/ 5379 w 558674"/>
                <a:gd name="csY1395" fmla="*/ 567949 h 666570"/>
                <a:gd name="csX1396" fmla="*/ 6133 w 558674"/>
                <a:gd name="csY1396" fmla="*/ 571464 h 6665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Lst>
              <a:rect l="l" t="t" r="r" b="b"/>
              <a:pathLst>
                <a:path w="558674" h="666570">
                  <a:moveTo>
                    <a:pt x="443884" y="0"/>
                  </a:moveTo>
                  <a:lnTo>
                    <a:pt x="449590" y="2526"/>
                  </a:lnTo>
                  <a:lnTo>
                    <a:pt x="451538" y="2473"/>
                  </a:lnTo>
                  <a:lnTo>
                    <a:pt x="454376" y="7182"/>
                  </a:lnTo>
                  <a:lnTo>
                    <a:pt x="455852" y="6764"/>
                  </a:lnTo>
                  <a:lnTo>
                    <a:pt x="455571" y="9625"/>
                  </a:lnTo>
                  <a:lnTo>
                    <a:pt x="452710" y="10987"/>
                  </a:lnTo>
                  <a:lnTo>
                    <a:pt x="448259" y="11808"/>
                  </a:lnTo>
                  <a:lnTo>
                    <a:pt x="447597" y="12379"/>
                  </a:lnTo>
                  <a:lnTo>
                    <a:pt x="443792" y="11923"/>
                  </a:lnTo>
                  <a:lnTo>
                    <a:pt x="441654" y="8073"/>
                  </a:lnTo>
                  <a:lnTo>
                    <a:pt x="438086" y="7122"/>
                  </a:lnTo>
                  <a:lnTo>
                    <a:pt x="438094" y="5881"/>
                  </a:lnTo>
                  <a:lnTo>
                    <a:pt x="440407" y="2960"/>
                  </a:lnTo>
                  <a:lnTo>
                    <a:pt x="443884" y="0"/>
                  </a:lnTo>
                  <a:close/>
                  <a:moveTo>
                    <a:pt x="556704" y="86722"/>
                  </a:moveTo>
                  <a:lnTo>
                    <a:pt x="557868" y="94826"/>
                  </a:lnTo>
                  <a:lnTo>
                    <a:pt x="557830" y="97641"/>
                  </a:lnTo>
                  <a:lnTo>
                    <a:pt x="557282" y="100365"/>
                  </a:lnTo>
                  <a:lnTo>
                    <a:pt x="556513" y="101757"/>
                  </a:lnTo>
                  <a:lnTo>
                    <a:pt x="554984" y="102366"/>
                  </a:lnTo>
                  <a:lnTo>
                    <a:pt x="551279" y="102122"/>
                  </a:lnTo>
                  <a:lnTo>
                    <a:pt x="546249" y="98934"/>
                  </a:lnTo>
                  <a:lnTo>
                    <a:pt x="543001" y="95929"/>
                  </a:lnTo>
                  <a:lnTo>
                    <a:pt x="541989" y="95799"/>
                  </a:lnTo>
                  <a:lnTo>
                    <a:pt x="541547" y="96165"/>
                  </a:lnTo>
                  <a:lnTo>
                    <a:pt x="542339" y="99178"/>
                  </a:lnTo>
                  <a:lnTo>
                    <a:pt x="542126" y="101491"/>
                  </a:lnTo>
                  <a:lnTo>
                    <a:pt x="541639" y="104001"/>
                  </a:lnTo>
                  <a:lnTo>
                    <a:pt x="540954" y="106276"/>
                  </a:lnTo>
                  <a:lnTo>
                    <a:pt x="540003" y="108179"/>
                  </a:lnTo>
                  <a:lnTo>
                    <a:pt x="538009" y="110629"/>
                  </a:lnTo>
                  <a:lnTo>
                    <a:pt x="534563" y="112561"/>
                  </a:lnTo>
                  <a:lnTo>
                    <a:pt x="525075" y="116327"/>
                  </a:lnTo>
                  <a:lnTo>
                    <a:pt x="524322" y="117986"/>
                  </a:lnTo>
                  <a:lnTo>
                    <a:pt x="521263" y="128410"/>
                  </a:lnTo>
                  <a:lnTo>
                    <a:pt x="520433" y="129931"/>
                  </a:lnTo>
                  <a:lnTo>
                    <a:pt x="519315" y="131217"/>
                  </a:lnTo>
                  <a:lnTo>
                    <a:pt x="516051" y="132884"/>
                  </a:lnTo>
                  <a:lnTo>
                    <a:pt x="514468" y="130586"/>
                  </a:lnTo>
                  <a:lnTo>
                    <a:pt x="513206" y="127093"/>
                  </a:lnTo>
                  <a:lnTo>
                    <a:pt x="513495" y="123624"/>
                  </a:lnTo>
                  <a:lnTo>
                    <a:pt x="517307" y="116944"/>
                  </a:lnTo>
                  <a:lnTo>
                    <a:pt x="520875" y="112188"/>
                  </a:lnTo>
                  <a:lnTo>
                    <a:pt x="521879" y="110537"/>
                  </a:lnTo>
                  <a:lnTo>
                    <a:pt x="523903" y="105736"/>
                  </a:lnTo>
                  <a:lnTo>
                    <a:pt x="519810" y="93608"/>
                  </a:lnTo>
                  <a:lnTo>
                    <a:pt x="512521" y="89918"/>
                  </a:lnTo>
                  <a:lnTo>
                    <a:pt x="504220" y="84280"/>
                  </a:lnTo>
                  <a:lnTo>
                    <a:pt x="501176" y="81267"/>
                  </a:lnTo>
                  <a:lnTo>
                    <a:pt x="496436" y="75036"/>
                  </a:lnTo>
                  <a:lnTo>
                    <a:pt x="493081" y="69421"/>
                  </a:lnTo>
                  <a:lnTo>
                    <a:pt x="490053" y="69223"/>
                  </a:lnTo>
                  <a:lnTo>
                    <a:pt x="486720" y="70638"/>
                  </a:lnTo>
                  <a:lnTo>
                    <a:pt x="481516" y="75766"/>
                  </a:lnTo>
                  <a:lnTo>
                    <a:pt x="478480" y="78338"/>
                  </a:lnTo>
                  <a:lnTo>
                    <a:pt x="476806" y="79099"/>
                  </a:lnTo>
                  <a:lnTo>
                    <a:pt x="476403" y="79213"/>
                  </a:lnTo>
                  <a:lnTo>
                    <a:pt x="472675" y="77759"/>
                  </a:lnTo>
                  <a:lnTo>
                    <a:pt x="468536" y="77455"/>
                  </a:lnTo>
                  <a:lnTo>
                    <a:pt x="465203" y="77874"/>
                  </a:lnTo>
                  <a:lnTo>
                    <a:pt x="463948" y="78574"/>
                  </a:lnTo>
                  <a:lnTo>
                    <a:pt x="459306" y="86821"/>
                  </a:lnTo>
                  <a:lnTo>
                    <a:pt x="456057" y="90960"/>
                  </a:lnTo>
                  <a:lnTo>
                    <a:pt x="454269" y="92383"/>
                  </a:lnTo>
                  <a:lnTo>
                    <a:pt x="452968" y="94772"/>
                  </a:lnTo>
                  <a:lnTo>
                    <a:pt x="451903" y="98698"/>
                  </a:lnTo>
                  <a:lnTo>
                    <a:pt x="449522" y="112211"/>
                  </a:lnTo>
                  <a:lnTo>
                    <a:pt x="447749" y="117278"/>
                  </a:lnTo>
                  <a:lnTo>
                    <a:pt x="447353" y="120367"/>
                  </a:lnTo>
                  <a:lnTo>
                    <a:pt x="447772" y="129680"/>
                  </a:lnTo>
                  <a:lnTo>
                    <a:pt x="447346" y="134808"/>
                  </a:lnTo>
                  <a:lnTo>
                    <a:pt x="445177" y="139024"/>
                  </a:lnTo>
                  <a:lnTo>
                    <a:pt x="443648" y="140918"/>
                  </a:lnTo>
                  <a:lnTo>
                    <a:pt x="441632" y="141306"/>
                  </a:lnTo>
                  <a:lnTo>
                    <a:pt x="438992" y="142379"/>
                  </a:lnTo>
                  <a:lnTo>
                    <a:pt x="436686" y="144806"/>
                  </a:lnTo>
                  <a:lnTo>
                    <a:pt x="435058" y="148116"/>
                  </a:lnTo>
                  <a:lnTo>
                    <a:pt x="433224" y="155504"/>
                  </a:lnTo>
                  <a:lnTo>
                    <a:pt x="430120" y="158212"/>
                  </a:lnTo>
                  <a:lnTo>
                    <a:pt x="427153" y="157436"/>
                  </a:lnTo>
                  <a:lnTo>
                    <a:pt x="425038" y="154728"/>
                  </a:lnTo>
                  <a:lnTo>
                    <a:pt x="420495" y="152628"/>
                  </a:lnTo>
                  <a:lnTo>
                    <a:pt x="417109" y="151289"/>
                  </a:lnTo>
                  <a:lnTo>
                    <a:pt x="413313" y="148382"/>
                  </a:lnTo>
                  <a:lnTo>
                    <a:pt x="409965" y="146168"/>
                  </a:lnTo>
                  <a:lnTo>
                    <a:pt x="406906" y="145727"/>
                  </a:lnTo>
                  <a:lnTo>
                    <a:pt x="405164" y="148534"/>
                  </a:lnTo>
                  <a:lnTo>
                    <a:pt x="403764" y="151152"/>
                  </a:lnTo>
                  <a:lnTo>
                    <a:pt x="398545" y="153274"/>
                  </a:lnTo>
                  <a:lnTo>
                    <a:pt x="395584" y="154956"/>
                  </a:lnTo>
                  <a:lnTo>
                    <a:pt x="391750" y="155329"/>
                  </a:lnTo>
                  <a:lnTo>
                    <a:pt x="390198" y="153465"/>
                  </a:lnTo>
                  <a:lnTo>
                    <a:pt x="384628" y="152232"/>
                  </a:lnTo>
                  <a:lnTo>
                    <a:pt x="378001" y="150771"/>
                  </a:lnTo>
                  <a:lnTo>
                    <a:pt x="376084" y="150786"/>
                  </a:lnTo>
                  <a:lnTo>
                    <a:pt x="375483" y="147446"/>
                  </a:lnTo>
                  <a:lnTo>
                    <a:pt x="373718" y="142767"/>
                  </a:lnTo>
                  <a:lnTo>
                    <a:pt x="369008" y="134641"/>
                  </a:lnTo>
                  <a:lnTo>
                    <a:pt x="367083" y="131765"/>
                  </a:lnTo>
                  <a:lnTo>
                    <a:pt x="363454" y="124986"/>
                  </a:lnTo>
                  <a:lnTo>
                    <a:pt x="359231" y="118001"/>
                  </a:lnTo>
                  <a:lnTo>
                    <a:pt x="358630" y="117826"/>
                  </a:lnTo>
                  <a:lnTo>
                    <a:pt x="355799" y="117590"/>
                  </a:lnTo>
                  <a:lnTo>
                    <a:pt x="351653" y="117819"/>
                  </a:lnTo>
                  <a:lnTo>
                    <a:pt x="349020" y="119409"/>
                  </a:lnTo>
                  <a:lnTo>
                    <a:pt x="347362" y="121402"/>
                  </a:lnTo>
                  <a:lnTo>
                    <a:pt x="347072" y="123061"/>
                  </a:lnTo>
                  <a:lnTo>
                    <a:pt x="348678" y="129391"/>
                  </a:lnTo>
                  <a:lnTo>
                    <a:pt x="348183" y="130966"/>
                  </a:lnTo>
                  <a:lnTo>
                    <a:pt x="347354" y="131727"/>
                  </a:lnTo>
                  <a:lnTo>
                    <a:pt x="343588" y="129954"/>
                  </a:lnTo>
                  <a:lnTo>
                    <a:pt x="339030" y="130076"/>
                  </a:lnTo>
                  <a:lnTo>
                    <a:pt x="337881" y="132024"/>
                  </a:lnTo>
                  <a:lnTo>
                    <a:pt x="335104" y="132237"/>
                  </a:lnTo>
                  <a:lnTo>
                    <a:pt x="327093" y="132975"/>
                  </a:lnTo>
                  <a:lnTo>
                    <a:pt x="330630" y="138118"/>
                  </a:lnTo>
                  <a:lnTo>
                    <a:pt x="331802" y="140180"/>
                  </a:lnTo>
                  <a:lnTo>
                    <a:pt x="332038" y="143193"/>
                  </a:lnTo>
                  <a:lnTo>
                    <a:pt x="331422" y="148778"/>
                  </a:lnTo>
                  <a:lnTo>
                    <a:pt x="329725" y="153533"/>
                  </a:lnTo>
                  <a:lnTo>
                    <a:pt x="327747" y="157391"/>
                  </a:lnTo>
                  <a:lnTo>
                    <a:pt x="323935" y="161203"/>
                  </a:lnTo>
                  <a:lnTo>
                    <a:pt x="329725" y="164961"/>
                  </a:lnTo>
                  <a:lnTo>
                    <a:pt x="325791" y="170021"/>
                  </a:lnTo>
                  <a:lnTo>
                    <a:pt x="323950" y="171984"/>
                  </a:lnTo>
                  <a:lnTo>
                    <a:pt x="321819" y="171649"/>
                  </a:lnTo>
                  <a:lnTo>
                    <a:pt x="318008" y="169907"/>
                  </a:lnTo>
                  <a:lnTo>
                    <a:pt x="308778" y="165676"/>
                  </a:lnTo>
                  <a:lnTo>
                    <a:pt x="304373" y="164086"/>
                  </a:lnTo>
                  <a:lnTo>
                    <a:pt x="300432" y="163599"/>
                  </a:lnTo>
                  <a:lnTo>
                    <a:pt x="298332" y="163660"/>
                  </a:lnTo>
                  <a:lnTo>
                    <a:pt x="289978" y="160023"/>
                  </a:lnTo>
                  <a:lnTo>
                    <a:pt x="288365" y="160427"/>
                  </a:lnTo>
                  <a:lnTo>
                    <a:pt x="285367" y="162001"/>
                  </a:lnTo>
                  <a:lnTo>
                    <a:pt x="285032" y="165532"/>
                  </a:lnTo>
                  <a:lnTo>
                    <a:pt x="285222" y="174274"/>
                  </a:lnTo>
                  <a:lnTo>
                    <a:pt x="285664" y="180970"/>
                  </a:lnTo>
                  <a:lnTo>
                    <a:pt x="284560" y="184820"/>
                  </a:lnTo>
                  <a:lnTo>
                    <a:pt x="283457" y="187429"/>
                  </a:lnTo>
                  <a:lnTo>
                    <a:pt x="280117" y="194437"/>
                  </a:lnTo>
                  <a:lnTo>
                    <a:pt x="272600" y="189674"/>
                  </a:lnTo>
                  <a:lnTo>
                    <a:pt x="267472" y="186509"/>
                  </a:lnTo>
                  <a:lnTo>
                    <a:pt x="264177" y="190716"/>
                  </a:lnTo>
                  <a:lnTo>
                    <a:pt x="255922" y="198401"/>
                  </a:lnTo>
                  <a:lnTo>
                    <a:pt x="251691" y="213435"/>
                  </a:lnTo>
                  <a:lnTo>
                    <a:pt x="251448" y="213922"/>
                  </a:lnTo>
                  <a:lnTo>
                    <a:pt x="248944" y="217719"/>
                  </a:lnTo>
                  <a:lnTo>
                    <a:pt x="245742" y="219461"/>
                  </a:lnTo>
                  <a:lnTo>
                    <a:pt x="243314" y="220321"/>
                  </a:lnTo>
                  <a:lnTo>
                    <a:pt x="241899" y="224742"/>
                  </a:lnTo>
                  <a:lnTo>
                    <a:pt x="245194" y="231049"/>
                  </a:lnTo>
                  <a:lnTo>
                    <a:pt x="246883" y="234367"/>
                  </a:lnTo>
                  <a:lnTo>
                    <a:pt x="248458" y="239708"/>
                  </a:lnTo>
                  <a:lnTo>
                    <a:pt x="248168" y="243094"/>
                  </a:lnTo>
                  <a:lnTo>
                    <a:pt x="247803" y="245194"/>
                  </a:lnTo>
                  <a:lnTo>
                    <a:pt x="244265" y="249485"/>
                  </a:lnTo>
                  <a:lnTo>
                    <a:pt x="236718" y="260753"/>
                  </a:lnTo>
                  <a:lnTo>
                    <a:pt x="229733" y="272425"/>
                  </a:lnTo>
                  <a:lnTo>
                    <a:pt x="226872" y="275757"/>
                  </a:lnTo>
                  <a:lnTo>
                    <a:pt x="228166" y="285557"/>
                  </a:lnTo>
                  <a:lnTo>
                    <a:pt x="225845" y="288418"/>
                  </a:lnTo>
                  <a:lnTo>
                    <a:pt x="221113" y="291644"/>
                  </a:lnTo>
                  <a:lnTo>
                    <a:pt x="218693" y="292884"/>
                  </a:lnTo>
                  <a:lnTo>
                    <a:pt x="216091" y="293614"/>
                  </a:lnTo>
                  <a:lnTo>
                    <a:pt x="208087" y="294900"/>
                  </a:lnTo>
                  <a:lnTo>
                    <a:pt x="209509" y="305248"/>
                  </a:lnTo>
                  <a:lnTo>
                    <a:pt x="210049" y="309805"/>
                  </a:lnTo>
                  <a:lnTo>
                    <a:pt x="210042" y="312499"/>
                  </a:lnTo>
                  <a:lnTo>
                    <a:pt x="209213" y="315124"/>
                  </a:lnTo>
                  <a:lnTo>
                    <a:pt x="208223" y="320123"/>
                  </a:lnTo>
                  <a:lnTo>
                    <a:pt x="206732" y="337851"/>
                  </a:lnTo>
                  <a:lnTo>
                    <a:pt x="205591" y="339745"/>
                  </a:lnTo>
                  <a:lnTo>
                    <a:pt x="204016" y="344500"/>
                  </a:lnTo>
                  <a:lnTo>
                    <a:pt x="198949" y="355860"/>
                  </a:lnTo>
                  <a:lnTo>
                    <a:pt x="194886" y="363362"/>
                  </a:lnTo>
                  <a:lnTo>
                    <a:pt x="189020" y="374098"/>
                  </a:lnTo>
                  <a:lnTo>
                    <a:pt x="193790" y="377468"/>
                  </a:lnTo>
                  <a:lnTo>
                    <a:pt x="198143" y="379926"/>
                  </a:lnTo>
                  <a:lnTo>
                    <a:pt x="199048" y="383692"/>
                  </a:lnTo>
                  <a:lnTo>
                    <a:pt x="199649" y="389962"/>
                  </a:lnTo>
                  <a:lnTo>
                    <a:pt x="199504" y="394215"/>
                  </a:lnTo>
                  <a:lnTo>
                    <a:pt x="197838" y="398027"/>
                  </a:lnTo>
                  <a:lnTo>
                    <a:pt x="196545" y="400697"/>
                  </a:lnTo>
                  <a:lnTo>
                    <a:pt x="195639" y="401998"/>
                  </a:lnTo>
                  <a:lnTo>
                    <a:pt x="189453" y="400705"/>
                  </a:lnTo>
                  <a:lnTo>
                    <a:pt x="181525" y="399039"/>
                  </a:lnTo>
                  <a:lnTo>
                    <a:pt x="179471" y="399023"/>
                  </a:lnTo>
                  <a:lnTo>
                    <a:pt x="174860" y="400225"/>
                  </a:lnTo>
                  <a:lnTo>
                    <a:pt x="170698" y="402683"/>
                  </a:lnTo>
                  <a:lnTo>
                    <a:pt x="168507" y="404753"/>
                  </a:lnTo>
                  <a:lnTo>
                    <a:pt x="167921" y="405574"/>
                  </a:lnTo>
                  <a:lnTo>
                    <a:pt x="165152" y="410276"/>
                  </a:lnTo>
                  <a:lnTo>
                    <a:pt x="160221" y="418585"/>
                  </a:lnTo>
                  <a:lnTo>
                    <a:pt x="157520" y="422199"/>
                  </a:lnTo>
                  <a:lnTo>
                    <a:pt x="158312" y="427167"/>
                  </a:lnTo>
                  <a:lnTo>
                    <a:pt x="153777" y="436716"/>
                  </a:lnTo>
                  <a:lnTo>
                    <a:pt x="156744" y="446288"/>
                  </a:lnTo>
                  <a:lnTo>
                    <a:pt x="156873" y="446607"/>
                  </a:lnTo>
                  <a:lnTo>
                    <a:pt x="158448" y="450457"/>
                  </a:lnTo>
                  <a:lnTo>
                    <a:pt x="156805" y="452938"/>
                  </a:lnTo>
                  <a:lnTo>
                    <a:pt x="156113" y="454269"/>
                  </a:lnTo>
                  <a:lnTo>
                    <a:pt x="156348" y="458644"/>
                  </a:lnTo>
                  <a:lnTo>
                    <a:pt x="156782" y="463521"/>
                  </a:lnTo>
                  <a:lnTo>
                    <a:pt x="156402" y="466374"/>
                  </a:lnTo>
                  <a:lnTo>
                    <a:pt x="156242" y="469532"/>
                  </a:lnTo>
                  <a:lnTo>
                    <a:pt x="160275" y="483646"/>
                  </a:lnTo>
                  <a:lnTo>
                    <a:pt x="160229" y="486933"/>
                  </a:lnTo>
                  <a:lnTo>
                    <a:pt x="160031" y="489048"/>
                  </a:lnTo>
                  <a:lnTo>
                    <a:pt x="158783" y="497729"/>
                  </a:lnTo>
                  <a:lnTo>
                    <a:pt x="157109" y="509302"/>
                  </a:lnTo>
                  <a:lnTo>
                    <a:pt x="160031" y="512322"/>
                  </a:lnTo>
                  <a:lnTo>
                    <a:pt x="164185" y="515929"/>
                  </a:lnTo>
                  <a:lnTo>
                    <a:pt x="166521" y="517352"/>
                  </a:lnTo>
                  <a:lnTo>
                    <a:pt x="169968" y="521628"/>
                  </a:lnTo>
                  <a:lnTo>
                    <a:pt x="172600" y="525790"/>
                  </a:lnTo>
                  <a:lnTo>
                    <a:pt x="172235" y="528544"/>
                  </a:lnTo>
                  <a:lnTo>
                    <a:pt x="171474" y="531580"/>
                  </a:lnTo>
                  <a:lnTo>
                    <a:pt x="170371" y="533695"/>
                  </a:lnTo>
                  <a:lnTo>
                    <a:pt x="169329" y="536594"/>
                  </a:lnTo>
                  <a:lnTo>
                    <a:pt x="168865" y="538732"/>
                  </a:lnTo>
                  <a:lnTo>
                    <a:pt x="168378" y="539302"/>
                  </a:lnTo>
                  <a:lnTo>
                    <a:pt x="163774" y="539538"/>
                  </a:lnTo>
                  <a:lnTo>
                    <a:pt x="161347" y="540345"/>
                  </a:lnTo>
                  <a:lnTo>
                    <a:pt x="160077" y="541250"/>
                  </a:lnTo>
                  <a:lnTo>
                    <a:pt x="160510" y="546104"/>
                  </a:lnTo>
                  <a:lnTo>
                    <a:pt x="163303" y="554953"/>
                  </a:lnTo>
                  <a:lnTo>
                    <a:pt x="165623" y="561207"/>
                  </a:lnTo>
                  <a:lnTo>
                    <a:pt x="166369" y="565316"/>
                  </a:lnTo>
                  <a:lnTo>
                    <a:pt x="165608" y="569470"/>
                  </a:lnTo>
                  <a:lnTo>
                    <a:pt x="164817" y="571593"/>
                  </a:lnTo>
                  <a:lnTo>
                    <a:pt x="164794" y="574446"/>
                  </a:lnTo>
                  <a:lnTo>
                    <a:pt x="164185" y="580107"/>
                  </a:lnTo>
                  <a:lnTo>
                    <a:pt x="162390" y="582960"/>
                  </a:lnTo>
                  <a:lnTo>
                    <a:pt x="160039" y="586065"/>
                  </a:lnTo>
                  <a:lnTo>
                    <a:pt x="157421" y="588378"/>
                  </a:lnTo>
                  <a:lnTo>
                    <a:pt x="155344" y="589024"/>
                  </a:lnTo>
                  <a:lnTo>
                    <a:pt x="153564" y="589291"/>
                  </a:lnTo>
                  <a:lnTo>
                    <a:pt x="152362" y="590462"/>
                  </a:lnTo>
                  <a:lnTo>
                    <a:pt x="151273" y="593909"/>
                  </a:lnTo>
                  <a:lnTo>
                    <a:pt x="150269" y="597515"/>
                  </a:lnTo>
                  <a:lnTo>
                    <a:pt x="146990" y="601944"/>
                  </a:lnTo>
                  <a:lnTo>
                    <a:pt x="147081" y="603481"/>
                  </a:lnTo>
                  <a:lnTo>
                    <a:pt x="148329" y="608700"/>
                  </a:lnTo>
                  <a:lnTo>
                    <a:pt x="149501" y="614619"/>
                  </a:lnTo>
                  <a:lnTo>
                    <a:pt x="148512" y="620136"/>
                  </a:lnTo>
                  <a:lnTo>
                    <a:pt x="147667" y="625895"/>
                  </a:lnTo>
                  <a:lnTo>
                    <a:pt x="146183" y="629722"/>
                  </a:lnTo>
                  <a:lnTo>
                    <a:pt x="144068" y="631092"/>
                  </a:lnTo>
                  <a:lnTo>
                    <a:pt x="142516" y="630407"/>
                  </a:lnTo>
                  <a:lnTo>
                    <a:pt x="140759" y="625157"/>
                  </a:lnTo>
                  <a:lnTo>
                    <a:pt x="140667" y="623917"/>
                  </a:lnTo>
                  <a:lnTo>
                    <a:pt x="140234" y="622304"/>
                  </a:lnTo>
                  <a:lnTo>
                    <a:pt x="135242" y="620699"/>
                  </a:lnTo>
                  <a:lnTo>
                    <a:pt x="134360" y="620752"/>
                  </a:lnTo>
                  <a:lnTo>
                    <a:pt x="132397" y="619808"/>
                  </a:lnTo>
                  <a:lnTo>
                    <a:pt x="131248" y="619542"/>
                  </a:lnTo>
                  <a:lnTo>
                    <a:pt x="128889" y="619002"/>
                  </a:lnTo>
                  <a:lnTo>
                    <a:pt x="126926" y="614330"/>
                  </a:lnTo>
                  <a:lnTo>
                    <a:pt x="124849" y="610435"/>
                  </a:lnTo>
                  <a:lnTo>
                    <a:pt x="124545" y="608807"/>
                  </a:lnTo>
                  <a:lnTo>
                    <a:pt x="124621" y="601479"/>
                  </a:lnTo>
                  <a:lnTo>
                    <a:pt x="123981" y="598208"/>
                  </a:lnTo>
                  <a:lnTo>
                    <a:pt x="123784" y="594632"/>
                  </a:lnTo>
                  <a:lnTo>
                    <a:pt x="122475" y="597538"/>
                  </a:lnTo>
                  <a:lnTo>
                    <a:pt x="123236" y="602126"/>
                  </a:lnTo>
                  <a:lnTo>
                    <a:pt x="121623" y="604044"/>
                  </a:lnTo>
                  <a:lnTo>
                    <a:pt x="119576" y="604979"/>
                  </a:lnTo>
                  <a:lnTo>
                    <a:pt x="119766" y="607650"/>
                  </a:lnTo>
                  <a:lnTo>
                    <a:pt x="120603" y="608160"/>
                  </a:lnTo>
                  <a:lnTo>
                    <a:pt x="120778" y="610922"/>
                  </a:lnTo>
                  <a:lnTo>
                    <a:pt x="120284" y="615015"/>
                  </a:lnTo>
                  <a:lnTo>
                    <a:pt x="116267" y="624062"/>
                  </a:lnTo>
                  <a:lnTo>
                    <a:pt x="115460" y="625028"/>
                  </a:lnTo>
                  <a:lnTo>
                    <a:pt x="114905" y="626245"/>
                  </a:lnTo>
                  <a:lnTo>
                    <a:pt x="112850" y="625439"/>
                  </a:lnTo>
                  <a:lnTo>
                    <a:pt x="110210" y="627950"/>
                  </a:lnTo>
                  <a:lnTo>
                    <a:pt x="107707" y="628353"/>
                  </a:lnTo>
                  <a:lnTo>
                    <a:pt x="106801" y="625515"/>
                  </a:lnTo>
                  <a:lnTo>
                    <a:pt x="103279" y="621749"/>
                  </a:lnTo>
                  <a:lnTo>
                    <a:pt x="101620" y="621962"/>
                  </a:lnTo>
                  <a:lnTo>
                    <a:pt x="103111" y="623818"/>
                  </a:lnTo>
                  <a:lnTo>
                    <a:pt x="104587" y="626230"/>
                  </a:lnTo>
                  <a:lnTo>
                    <a:pt x="103750" y="627820"/>
                  </a:lnTo>
                  <a:lnTo>
                    <a:pt x="102929" y="628863"/>
                  </a:lnTo>
                  <a:lnTo>
                    <a:pt x="101491" y="629403"/>
                  </a:lnTo>
                  <a:lnTo>
                    <a:pt x="96340" y="632545"/>
                  </a:lnTo>
                  <a:lnTo>
                    <a:pt x="98173" y="634653"/>
                  </a:lnTo>
                  <a:lnTo>
                    <a:pt x="96614" y="637042"/>
                  </a:lnTo>
                  <a:lnTo>
                    <a:pt x="94818" y="637392"/>
                  </a:lnTo>
                  <a:lnTo>
                    <a:pt x="93859" y="638503"/>
                  </a:lnTo>
                  <a:lnTo>
                    <a:pt x="93524" y="640009"/>
                  </a:lnTo>
                  <a:lnTo>
                    <a:pt x="88191" y="644308"/>
                  </a:lnTo>
                  <a:lnTo>
                    <a:pt x="79502" y="655272"/>
                  </a:lnTo>
                  <a:lnTo>
                    <a:pt x="75036" y="658361"/>
                  </a:lnTo>
                  <a:lnTo>
                    <a:pt x="71916" y="661557"/>
                  </a:lnTo>
                  <a:lnTo>
                    <a:pt x="69170" y="661480"/>
                  </a:lnTo>
                  <a:lnTo>
                    <a:pt x="65715" y="664197"/>
                  </a:lnTo>
                  <a:lnTo>
                    <a:pt x="56965" y="666571"/>
                  </a:lnTo>
                  <a:lnTo>
                    <a:pt x="51160" y="665498"/>
                  </a:lnTo>
                  <a:lnTo>
                    <a:pt x="47120" y="666441"/>
                  </a:lnTo>
                  <a:lnTo>
                    <a:pt x="44951" y="664577"/>
                  </a:lnTo>
                  <a:lnTo>
                    <a:pt x="44670" y="663299"/>
                  </a:lnTo>
                  <a:lnTo>
                    <a:pt x="44776" y="662553"/>
                  </a:lnTo>
                  <a:lnTo>
                    <a:pt x="45134" y="661656"/>
                  </a:lnTo>
                  <a:lnTo>
                    <a:pt x="44381" y="661359"/>
                  </a:lnTo>
                  <a:lnTo>
                    <a:pt x="42798" y="661207"/>
                  </a:lnTo>
                  <a:lnTo>
                    <a:pt x="42121" y="662104"/>
                  </a:lnTo>
                  <a:lnTo>
                    <a:pt x="42030" y="664151"/>
                  </a:lnTo>
                  <a:lnTo>
                    <a:pt x="41276" y="664684"/>
                  </a:lnTo>
                  <a:lnTo>
                    <a:pt x="38263" y="663512"/>
                  </a:lnTo>
                  <a:lnTo>
                    <a:pt x="37503" y="662462"/>
                  </a:lnTo>
                  <a:lnTo>
                    <a:pt x="38583" y="660324"/>
                  </a:lnTo>
                  <a:lnTo>
                    <a:pt x="40440" y="658399"/>
                  </a:lnTo>
                  <a:lnTo>
                    <a:pt x="40105" y="658003"/>
                  </a:lnTo>
                  <a:lnTo>
                    <a:pt x="39747" y="656832"/>
                  </a:lnTo>
                  <a:lnTo>
                    <a:pt x="38842" y="656680"/>
                  </a:lnTo>
                  <a:lnTo>
                    <a:pt x="36148" y="656969"/>
                  </a:lnTo>
                  <a:lnTo>
                    <a:pt x="33957" y="656619"/>
                  </a:lnTo>
                  <a:lnTo>
                    <a:pt x="26820" y="652274"/>
                  </a:lnTo>
                  <a:lnTo>
                    <a:pt x="25154" y="649946"/>
                  </a:lnTo>
                  <a:lnTo>
                    <a:pt x="19394" y="646226"/>
                  </a:lnTo>
                  <a:lnTo>
                    <a:pt x="16815" y="642269"/>
                  </a:lnTo>
                  <a:lnTo>
                    <a:pt x="15346" y="637917"/>
                  </a:lnTo>
                  <a:lnTo>
                    <a:pt x="15460" y="633961"/>
                  </a:lnTo>
                  <a:lnTo>
                    <a:pt x="16168" y="627668"/>
                  </a:lnTo>
                  <a:lnTo>
                    <a:pt x="17378" y="626108"/>
                  </a:lnTo>
                  <a:lnTo>
                    <a:pt x="22544" y="628322"/>
                  </a:lnTo>
                  <a:lnTo>
                    <a:pt x="27771" y="632005"/>
                  </a:lnTo>
                  <a:lnTo>
                    <a:pt x="28585" y="631822"/>
                  </a:lnTo>
                  <a:lnTo>
                    <a:pt x="30229" y="628931"/>
                  </a:lnTo>
                  <a:lnTo>
                    <a:pt x="33409" y="626603"/>
                  </a:lnTo>
                  <a:lnTo>
                    <a:pt x="32504" y="625964"/>
                  </a:lnTo>
                  <a:lnTo>
                    <a:pt x="27771" y="628634"/>
                  </a:lnTo>
                  <a:lnTo>
                    <a:pt x="26014" y="627158"/>
                  </a:lnTo>
                  <a:lnTo>
                    <a:pt x="23282" y="624145"/>
                  </a:lnTo>
                  <a:lnTo>
                    <a:pt x="23282" y="622586"/>
                  </a:lnTo>
                  <a:lnTo>
                    <a:pt x="24553" y="621026"/>
                  </a:lnTo>
                  <a:lnTo>
                    <a:pt x="24979" y="618918"/>
                  </a:lnTo>
                  <a:lnTo>
                    <a:pt x="24317" y="616925"/>
                  </a:lnTo>
                  <a:lnTo>
                    <a:pt x="24629" y="614209"/>
                  </a:lnTo>
                  <a:lnTo>
                    <a:pt x="26737" y="611325"/>
                  </a:lnTo>
                  <a:lnTo>
                    <a:pt x="29902" y="608396"/>
                  </a:lnTo>
                  <a:lnTo>
                    <a:pt x="32184" y="605558"/>
                  </a:lnTo>
                  <a:lnTo>
                    <a:pt x="34528" y="603815"/>
                  </a:lnTo>
                  <a:lnTo>
                    <a:pt x="34284" y="603229"/>
                  </a:lnTo>
                  <a:lnTo>
                    <a:pt x="31606" y="604340"/>
                  </a:lnTo>
                  <a:lnTo>
                    <a:pt x="29042" y="606227"/>
                  </a:lnTo>
                  <a:lnTo>
                    <a:pt x="26029" y="609385"/>
                  </a:lnTo>
                  <a:lnTo>
                    <a:pt x="22354" y="611934"/>
                  </a:lnTo>
                  <a:lnTo>
                    <a:pt x="19638" y="612923"/>
                  </a:lnTo>
                  <a:lnTo>
                    <a:pt x="18344" y="613744"/>
                  </a:lnTo>
                  <a:lnTo>
                    <a:pt x="16351" y="614536"/>
                  </a:lnTo>
                  <a:lnTo>
                    <a:pt x="14289" y="618180"/>
                  </a:lnTo>
                  <a:lnTo>
                    <a:pt x="12037" y="619740"/>
                  </a:lnTo>
                  <a:lnTo>
                    <a:pt x="8004" y="619900"/>
                  </a:lnTo>
                  <a:lnTo>
                    <a:pt x="7114" y="617237"/>
                  </a:lnTo>
                  <a:lnTo>
                    <a:pt x="8255" y="607741"/>
                  </a:lnTo>
                  <a:lnTo>
                    <a:pt x="9473" y="603093"/>
                  </a:lnTo>
                  <a:lnTo>
                    <a:pt x="10812" y="599798"/>
                  </a:lnTo>
                  <a:lnTo>
                    <a:pt x="12912" y="599243"/>
                  </a:lnTo>
                  <a:lnTo>
                    <a:pt x="14388" y="596823"/>
                  </a:lnTo>
                  <a:lnTo>
                    <a:pt x="15613" y="596823"/>
                  </a:lnTo>
                  <a:lnTo>
                    <a:pt x="16678" y="597942"/>
                  </a:lnTo>
                  <a:lnTo>
                    <a:pt x="20794" y="599022"/>
                  </a:lnTo>
                  <a:lnTo>
                    <a:pt x="22826" y="595940"/>
                  </a:lnTo>
                  <a:lnTo>
                    <a:pt x="25466" y="595484"/>
                  </a:lnTo>
                  <a:lnTo>
                    <a:pt x="30282" y="592364"/>
                  </a:lnTo>
                  <a:lnTo>
                    <a:pt x="30183" y="591794"/>
                  </a:lnTo>
                  <a:lnTo>
                    <a:pt x="26927" y="592479"/>
                  </a:lnTo>
                  <a:lnTo>
                    <a:pt x="24948" y="592577"/>
                  </a:lnTo>
                  <a:lnTo>
                    <a:pt x="22118" y="593361"/>
                  </a:lnTo>
                  <a:lnTo>
                    <a:pt x="20611" y="592798"/>
                  </a:lnTo>
                  <a:lnTo>
                    <a:pt x="19904" y="590462"/>
                  </a:lnTo>
                  <a:lnTo>
                    <a:pt x="21038" y="588347"/>
                  </a:lnTo>
                  <a:lnTo>
                    <a:pt x="25580" y="583287"/>
                  </a:lnTo>
                  <a:lnTo>
                    <a:pt x="27155" y="581066"/>
                  </a:lnTo>
                  <a:lnTo>
                    <a:pt x="28045" y="578989"/>
                  </a:lnTo>
                  <a:lnTo>
                    <a:pt x="27901" y="577573"/>
                  </a:lnTo>
                  <a:lnTo>
                    <a:pt x="28661" y="574636"/>
                  </a:lnTo>
                  <a:lnTo>
                    <a:pt x="33105" y="569501"/>
                  </a:lnTo>
                  <a:lnTo>
                    <a:pt x="36727" y="567142"/>
                  </a:lnTo>
                  <a:lnTo>
                    <a:pt x="37914" y="569166"/>
                  </a:lnTo>
                  <a:lnTo>
                    <a:pt x="36902" y="575489"/>
                  </a:lnTo>
                  <a:lnTo>
                    <a:pt x="36909" y="578091"/>
                  </a:lnTo>
                  <a:lnTo>
                    <a:pt x="39770" y="568884"/>
                  </a:lnTo>
                  <a:lnTo>
                    <a:pt x="41033" y="566686"/>
                  </a:lnTo>
                  <a:lnTo>
                    <a:pt x="42463" y="565133"/>
                  </a:lnTo>
                  <a:lnTo>
                    <a:pt x="45933" y="564091"/>
                  </a:lnTo>
                  <a:lnTo>
                    <a:pt x="46914" y="562630"/>
                  </a:lnTo>
                  <a:lnTo>
                    <a:pt x="42867" y="563110"/>
                  </a:lnTo>
                  <a:lnTo>
                    <a:pt x="33059" y="566640"/>
                  </a:lnTo>
                  <a:lnTo>
                    <a:pt x="28928" y="569782"/>
                  </a:lnTo>
                  <a:lnTo>
                    <a:pt x="27824" y="572194"/>
                  </a:lnTo>
                  <a:lnTo>
                    <a:pt x="24956" y="575831"/>
                  </a:lnTo>
                  <a:lnTo>
                    <a:pt x="23609" y="578182"/>
                  </a:lnTo>
                  <a:lnTo>
                    <a:pt x="23016" y="581636"/>
                  </a:lnTo>
                  <a:lnTo>
                    <a:pt x="21403" y="583508"/>
                  </a:lnTo>
                  <a:lnTo>
                    <a:pt x="19219" y="584200"/>
                  </a:lnTo>
                  <a:lnTo>
                    <a:pt x="16191" y="588552"/>
                  </a:lnTo>
                  <a:lnTo>
                    <a:pt x="14852" y="592045"/>
                  </a:lnTo>
                  <a:lnTo>
                    <a:pt x="11839" y="594814"/>
                  </a:lnTo>
                  <a:lnTo>
                    <a:pt x="9929" y="596945"/>
                  </a:lnTo>
                  <a:lnTo>
                    <a:pt x="9298" y="597706"/>
                  </a:lnTo>
                  <a:lnTo>
                    <a:pt x="8263" y="599790"/>
                  </a:lnTo>
                  <a:lnTo>
                    <a:pt x="7403" y="599943"/>
                  </a:lnTo>
                  <a:lnTo>
                    <a:pt x="6657" y="598718"/>
                  </a:lnTo>
                  <a:lnTo>
                    <a:pt x="6528" y="596024"/>
                  </a:lnTo>
                  <a:lnTo>
                    <a:pt x="6832" y="591702"/>
                  </a:lnTo>
                  <a:lnTo>
                    <a:pt x="8286" y="588583"/>
                  </a:lnTo>
                  <a:lnTo>
                    <a:pt x="8978" y="585532"/>
                  </a:lnTo>
                  <a:lnTo>
                    <a:pt x="8019" y="582679"/>
                  </a:lnTo>
                  <a:lnTo>
                    <a:pt x="8689" y="580868"/>
                  </a:lnTo>
                  <a:lnTo>
                    <a:pt x="9960" y="580936"/>
                  </a:lnTo>
                  <a:lnTo>
                    <a:pt x="12334" y="581758"/>
                  </a:lnTo>
                  <a:lnTo>
                    <a:pt x="14852" y="581629"/>
                  </a:lnTo>
                  <a:lnTo>
                    <a:pt x="18998" y="579369"/>
                  </a:lnTo>
                  <a:lnTo>
                    <a:pt x="18337" y="578045"/>
                  </a:lnTo>
                  <a:lnTo>
                    <a:pt x="16549" y="577855"/>
                  </a:lnTo>
                  <a:lnTo>
                    <a:pt x="13208" y="578045"/>
                  </a:lnTo>
                  <a:lnTo>
                    <a:pt x="10401" y="575831"/>
                  </a:lnTo>
                  <a:lnTo>
                    <a:pt x="8217" y="571418"/>
                  </a:lnTo>
                  <a:lnTo>
                    <a:pt x="7228" y="565499"/>
                  </a:lnTo>
                  <a:lnTo>
                    <a:pt x="7890" y="563802"/>
                  </a:lnTo>
                  <a:lnTo>
                    <a:pt x="15970" y="557745"/>
                  </a:lnTo>
                  <a:lnTo>
                    <a:pt x="18146" y="554984"/>
                  </a:lnTo>
                  <a:lnTo>
                    <a:pt x="16883" y="554710"/>
                  </a:lnTo>
                  <a:lnTo>
                    <a:pt x="13848" y="558057"/>
                  </a:lnTo>
                  <a:lnTo>
                    <a:pt x="9511" y="560127"/>
                  </a:lnTo>
                  <a:lnTo>
                    <a:pt x="6772" y="557243"/>
                  </a:lnTo>
                  <a:lnTo>
                    <a:pt x="5349" y="554131"/>
                  </a:lnTo>
                  <a:lnTo>
                    <a:pt x="4527" y="547535"/>
                  </a:lnTo>
                  <a:lnTo>
                    <a:pt x="4824" y="544134"/>
                  </a:lnTo>
                  <a:lnTo>
                    <a:pt x="4481" y="539652"/>
                  </a:lnTo>
                  <a:lnTo>
                    <a:pt x="6338" y="538191"/>
                  </a:lnTo>
                  <a:lnTo>
                    <a:pt x="8407" y="538968"/>
                  </a:lnTo>
                  <a:lnTo>
                    <a:pt x="10454" y="539257"/>
                  </a:lnTo>
                  <a:lnTo>
                    <a:pt x="15088" y="538861"/>
                  </a:lnTo>
                  <a:lnTo>
                    <a:pt x="25314" y="536160"/>
                  </a:lnTo>
                  <a:lnTo>
                    <a:pt x="31903" y="537765"/>
                  </a:lnTo>
                  <a:lnTo>
                    <a:pt x="34581" y="537621"/>
                  </a:lnTo>
                  <a:lnTo>
                    <a:pt x="38682" y="535293"/>
                  </a:lnTo>
                  <a:lnTo>
                    <a:pt x="42266" y="535057"/>
                  </a:lnTo>
                  <a:lnTo>
                    <a:pt x="44951" y="536829"/>
                  </a:lnTo>
                  <a:lnTo>
                    <a:pt x="46420" y="538869"/>
                  </a:lnTo>
                  <a:lnTo>
                    <a:pt x="46602" y="541585"/>
                  </a:lnTo>
                  <a:lnTo>
                    <a:pt x="47843" y="543396"/>
                  </a:lnTo>
                  <a:lnTo>
                    <a:pt x="48679" y="542802"/>
                  </a:lnTo>
                  <a:lnTo>
                    <a:pt x="48010" y="540649"/>
                  </a:lnTo>
                  <a:lnTo>
                    <a:pt x="47873" y="537309"/>
                  </a:lnTo>
                  <a:lnTo>
                    <a:pt x="58654" y="533512"/>
                  </a:lnTo>
                  <a:lnTo>
                    <a:pt x="59925" y="532036"/>
                  </a:lnTo>
                  <a:lnTo>
                    <a:pt x="55641" y="531519"/>
                  </a:lnTo>
                  <a:lnTo>
                    <a:pt x="54417" y="528042"/>
                  </a:lnTo>
                  <a:lnTo>
                    <a:pt x="56676" y="522761"/>
                  </a:lnTo>
                  <a:lnTo>
                    <a:pt x="56463" y="522077"/>
                  </a:lnTo>
                  <a:lnTo>
                    <a:pt x="54082" y="524869"/>
                  </a:lnTo>
                  <a:lnTo>
                    <a:pt x="52910" y="528780"/>
                  </a:lnTo>
                  <a:lnTo>
                    <a:pt x="53382" y="531899"/>
                  </a:lnTo>
                  <a:lnTo>
                    <a:pt x="52910" y="533345"/>
                  </a:lnTo>
                  <a:lnTo>
                    <a:pt x="50719" y="534007"/>
                  </a:lnTo>
                  <a:lnTo>
                    <a:pt x="45788" y="534250"/>
                  </a:lnTo>
                  <a:lnTo>
                    <a:pt x="42623" y="532926"/>
                  </a:lnTo>
                  <a:lnTo>
                    <a:pt x="39694" y="532211"/>
                  </a:lnTo>
                  <a:lnTo>
                    <a:pt x="38697" y="531214"/>
                  </a:lnTo>
                  <a:lnTo>
                    <a:pt x="39032" y="528985"/>
                  </a:lnTo>
                  <a:lnTo>
                    <a:pt x="38477" y="528521"/>
                  </a:lnTo>
                  <a:lnTo>
                    <a:pt x="37259" y="530522"/>
                  </a:lnTo>
                  <a:lnTo>
                    <a:pt x="36179" y="534501"/>
                  </a:lnTo>
                  <a:lnTo>
                    <a:pt x="33851" y="535422"/>
                  </a:lnTo>
                  <a:lnTo>
                    <a:pt x="27421" y="533946"/>
                  </a:lnTo>
                  <a:lnTo>
                    <a:pt x="18116" y="534813"/>
                  </a:lnTo>
                  <a:lnTo>
                    <a:pt x="13939" y="536807"/>
                  </a:lnTo>
                  <a:lnTo>
                    <a:pt x="11238" y="536548"/>
                  </a:lnTo>
                  <a:lnTo>
                    <a:pt x="6581" y="533048"/>
                  </a:lnTo>
                  <a:lnTo>
                    <a:pt x="4770" y="530256"/>
                  </a:lnTo>
                  <a:lnTo>
                    <a:pt x="4093" y="524610"/>
                  </a:lnTo>
                  <a:lnTo>
                    <a:pt x="4367" y="522122"/>
                  </a:lnTo>
                  <a:lnTo>
                    <a:pt x="7989" y="521072"/>
                  </a:lnTo>
                  <a:lnTo>
                    <a:pt x="9823" y="521141"/>
                  </a:lnTo>
                  <a:lnTo>
                    <a:pt x="11542" y="519802"/>
                  </a:lnTo>
                  <a:lnTo>
                    <a:pt x="10020" y="518927"/>
                  </a:lnTo>
                  <a:lnTo>
                    <a:pt x="7882" y="517207"/>
                  </a:lnTo>
                  <a:lnTo>
                    <a:pt x="6429" y="513768"/>
                  </a:lnTo>
                  <a:lnTo>
                    <a:pt x="4230" y="512642"/>
                  </a:lnTo>
                  <a:lnTo>
                    <a:pt x="2762" y="509697"/>
                  </a:lnTo>
                  <a:lnTo>
                    <a:pt x="2389" y="505246"/>
                  </a:lnTo>
                  <a:lnTo>
                    <a:pt x="2807" y="502142"/>
                  </a:lnTo>
                  <a:lnTo>
                    <a:pt x="3979" y="501145"/>
                  </a:lnTo>
                  <a:lnTo>
                    <a:pt x="6802" y="501823"/>
                  </a:lnTo>
                  <a:lnTo>
                    <a:pt x="14243" y="501298"/>
                  </a:lnTo>
                  <a:lnTo>
                    <a:pt x="21243" y="504463"/>
                  </a:lnTo>
                  <a:lnTo>
                    <a:pt x="25998" y="506243"/>
                  </a:lnTo>
                  <a:lnTo>
                    <a:pt x="35623" y="505345"/>
                  </a:lnTo>
                  <a:lnTo>
                    <a:pt x="41261" y="502523"/>
                  </a:lnTo>
                  <a:lnTo>
                    <a:pt x="40226" y="501746"/>
                  </a:lnTo>
                  <a:lnTo>
                    <a:pt x="34109" y="503375"/>
                  </a:lnTo>
                  <a:lnTo>
                    <a:pt x="28456" y="503306"/>
                  </a:lnTo>
                  <a:lnTo>
                    <a:pt x="18489" y="500118"/>
                  </a:lnTo>
                  <a:lnTo>
                    <a:pt x="14403" y="499091"/>
                  </a:lnTo>
                  <a:lnTo>
                    <a:pt x="9998" y="499548"/>
                  </a:lnTo>
                  <a:lnTo>
                    <a:pt x="7707" y="498581"/>
                  </a:lnTo>
                  <a:lnTo>
                    <a:pt x="6361" y="495416"/>
                  </a:lnTo>
                  <a:lnTo>
                    <a:pt x="7357" y="489344"/>
                  </a:lnTo>
                  <a:lnTo>
                    <a:pt x="9442" y="488036"/>
                  </a:lnTo>
                  <a:lnTo>
                    <a:pt x="10568" y="489618"/>
                  </a:lnTo>
                  <a:lnTo>
                    <a:pt x="11930" y="489717"/>
                  </a:lnTo>
                  <a:lnTo>
                    <a:pt x="13315" y="487176"/>
                  </a:lnTo>
                  <a:lnTo>
                    <a:pt x="14631" y="485723"/>
                  </a:lnTo>
                  <a:lnTo>
                    <a:pt x="15681" y="482436"/>
                  </a:lnTo>
                  <a:lnTo>
                    <a:pt x="19630" y="479309"/>
                  </a:lnTo>
                  <a:lnTo>
                    <a:pt x="21296" y="479043"/>
                  </a:lnTo>
                  <a:lnTo>
                    <a:pt x="23686" y="477604"/>
                  </a:lnTo>
                  <a:lnTo>
                    <a:pt x="25215" y="478015"/>
                  </a:lnTo>
                  <a:lnTo>
                    <a:pt x="26189" y="479461"/>
                  </a:lnTo>
                  <a:lnTo>
                    <a:pt x="27429" y="480656"/>
                  </a:lnTo>
                  <a:lnTo>
                    <a:pt x="30107" y="480511"/>
                  </a:lnTo>
                  <a:lnTo>
                    <a:pt x="38035" y="478000"/>
                  </a:lnTo>
                  <a:lnTo>
                    <a:pt x="38887" y="477262"/>
                  </a:lnTo>
                  <a:lnTo>
                    <a:pt x="40432" y="475200"/>
                  </a:lnTo>
                  <a:lnTo>
                    <a:pt x="35410" y="476121"/>
                  </a:lnTo>
                  <a:lnTo>
                    <a:pt x="31241" y="477582"/>
                  </a:lnTo>
                  <a:lnTo>
                    <a:pt x="28555" y="477993"/>
                  </a:lnTo>
                  <a:lnTo>
                    <a:pt x="28175" y="476159"/>
                  </a:lnTo>
                  <a:lnTo>
                    <a:pt x="29164" y="474538"/>
                  </a:lnTo>
                  <a:lnTo>
                    <a:pt x="30716" y="472804"/>
                  </a:lnTo>
                  <a:lnTo>
                    <a:pt x="31469" y="469844"/>
                  </a:lnTo>
                  <a:lnTo>
                    <a:pt x="33181" y="468581"/>
                  </a:lnTo>
                  <a:lnTo>
                    <a:pt x="35030" y="468649"/>
                  </a:lnTo>
                  <a:lnTo>
                    <a:pt x="38849" y="468109"/>
                  </a:lnTo>
                  <a:lnTo>
                    <a:pt x="41543" y="467341"/>
                  </a:lnTo>
                  <a:lnTo>
                    <a:pt x="46161" y="467850"/>
                  </a:lnTo>
                  <a:lnTo>
                    <a:pt x="53054" y="468984"/>
                  </a:lnTo>
                  <a:lnTo>
                    <a:pt x="57490" y="471738"/>
                  </a:lnTo>
                  <a:lnTo>
                    <a:pt x="59164" y="471487"/>
                  </a:lnTo>
                  <a:lnTo>
                    <a:pt x="60937" y="470757"/>
                  </a:lnTo>
                  <a:lnTo>
                    <a:pt x="61743" y="469760"/>
                  </a:lnTo>
                  <a:lnTo>
                    <a:pt x="58259" y="468619"/>
                  </a:lnTo>
                  <a:lnTo>
                    <a:pt x="58061" y="466983"/>
                  </a:lnTo>
                  <a:lnTo>
                    <a:pt x="58495" y="465750"/>
                  </a:lnTo>
                  <a:lnTo>
                    <a:pt x="64186" y="463475"/>
                  </a:lnTo>
                  <a:lnTo>
                    <a:pt x="70394" y="462973"/>
                  </a:lnTo>
                  <a:lnTo>
                    <a:pt x="69329" y="461140"/>
                  </a:lnTo>
                  <a:lnTo>
                    <a:pt x="55725" y="463909"/>
                  </a:lnTo>
                  <a:lnTo>
                    <a:pt x="52172" y="462015"/>
                  </a:lnTo>
                  <a:lnTo>
                    <a:pt x="49364" y="462030"/>
                  </a:lnTo>
                  <a:lnTo>
                    <a:pt x="47531" y="463110"/>
                  </a:lnTo>
                  <a:lnTo>
                    <a:pt x="42296" y="464419"/>
                  </a:lnTo>
                  <a:lnTo>
                    <a:pt x="41337" y="463491"/>
                  </a:lnTo>
                  <a:lnTo>
                    <a:pt x="42334" y="460280"/>
                  </a:lnTo>
                  <a:lnTo>
                    <a:pt x="45469" y="455000"/>
                  </a:lnTo>
                  <a:lnTo>
                    <a:pt x="45727" y="453706"/>
                  </a:lnTo>
                  <a:lnTo>
                    <a:pt x="47181" y="452428"/>
                  </a:lnTo>
                  <a:lnTo>
                    <a:pt x="55307" y="449346"/>
                  </a:lnTo>
                  <a:lnTo>
                    <a:pt x="59210" y="445755"/>
                  </a:lnTo>
                  <a:lnTo>
                    <a:pt x="60967" y="445299"/>
                  </a:lnTo>
                  <a:lnTo>
                    <a:pt x="62710" y="445550"/>
                  </a:lnTo>
                  <a:lnTo>
                    <a:pt x="65365" y="445131"/>
                  </a:lnTo>
                  <a:lnTo>
                    <a:pt x="70493" y="446158"/>
                  </a:lnTo>
                  <a:lnTo>
                    <a:pt x="72860" y="450647"/>
                  </a:lnTo>
                  <a:lnTo>
                    <a:pt x="74982" y="452055"/>
                  </a:lnTo>
                  <a:lnTo>
                    <a:pt x="81655" y="457640"/>
                  </a:lnTo>
                  <a:lnTo>
                    <a:pt x="81358" y="456042"/>
                  </a:lnTo>
                  <a:lnTo>
                    <a:pt x="75576" y="448456"/>
                  </a:lnTo>
                  <a:lnTo>
                    <a:pt x="73369" y="446569"/>
                  </a:lnTo>
                  <a:lnTo>
                    <a:pt x="71718" y="442826"/>
                  </a:lnTo>
                  <a:lnTo>
                    <a:pt x="72281" y="439280"/>
                  </a:lnTo>
                  <a:lnTo>
                    <a:pt x="74138" y="436906"/>
                  </a:lnTo>
                  <a:lnTo>
                    <a:pt x="80734" y="435636"/>
                  </a:lnTo>
                  <a:lnTo>
                    <a:pt x="81914" y="434259"/>
                  </a:lnTo>
                  <a:lnTo>
                    <a:pt x="82035" y="431892"/>
                  </a:lnTo>
                  <a:lnTo>
                    <a:pt x="81024" y="430272"/>
                  </a:lnTo>
                  <a:lnTo>
                    <a:pt x="78596" y="430363"/>
                  </a:lnTo>
                  <a:lnTo>
                    <a:pt x="76595" y="429359"/>
                  </a:lnTo>
                  <a:lnTo>
                    <a:pt x="76048" y="426802"/>
                  </a:lnTo>
                  <a:lnTo>
                    <a:pt x="76847" y="425067"/>
                  </a:lnTo>
                  <a:lnTo>
                    <a:pt x="80651" y="421895"/>
                  </a:lnTo>
                  <a:lnTo>
                    <a:pt x="82728" y="420867"/>
                  </a:lnTo>
                  <a:lnTo>
                    <a:pt x="86334" y="419757"/>
                  </a:lnTo>
                  <a:lnTo>
                    <a:pt x="92596" y="422267"/>
                  </a:lnTo>
                  <a:lnTo>
                    <a:pt x="93076" y="423576"/>
                  </a:lnTo>
                  <a:lnTo>
                    <a:pt x="91318" y="426726"/>
                  </a:lnTo>
                  <a:lnTo>
                    <a:pt x="91493" y="428491"/>
                  </a:lnTo>
                  <a:lnTo>
                    <a:pt x="93030" y="428682"/>
                  </a:lnTo>
                  <a:lnTo>
                    <a:pt x="96606" y="423371"/>
                  </a:lnTo>
                  <a:lnTo>
                    <a:pt x="100814" y="422633"/>
                  </a:lnTo>
                  <a:lnTo>
                    <a:pt x="102556" y="421491"/>
                  </a:lnTo>
                  <a:lnTo>
                    <a:pt x="104580" y="420769"/>
                  </a:lnTo>
                  <a:lnTo>
                    <a:pt x="107463" y="425577"/>
                  </a:lnTo>
                  <a:lnTo>
                    <a:pt x="108734" y="427114"/>
                  </a:lnTo>
                  <a:lnTo>
                    <a:pt x="109685" y="427746"/>
                  </a:lnTo>
                  <a:lnTo>
                    <a:pt x="110606" y="431733"/>
                  </a:lnTo>
                  <a:lnTo>
                    <a:pt x="111496" y="431946"/>
                  </a:lnTo>
                  <a:lnTo>
                    <a:pt x="112766" y="429952"/>
                  </a:lnTo>
                  <a:lnTo>
                    <a:pt x="115072" y="428895"/>
                  </a:lnTo>
                  <a:lnTo>
                    <a:pt x="118305" y="428202"/>
                  </a:lnTo>
                  <a:lnTo>
                    <a:pt x="123662" y="429260"/>
                  </a:lnTo>
                  <a:lnTo>
                    <a:pt x="126089" y="428476"/>
                  </a:lnTo>
                  <a:lnTo>
                    <a:pt x="127276" y="428590"/>
                  </a:lnTo>
                  <a:lnTo>
                    <a:pt x="126135" y="425007"/>
                  </a:lnTo>
                  <a:lnTo>
                    <a:pt x="125427" y="423964"/>
                  </a:lnTo>
                  <a:lnTo>
                    <a:pt x="126531" y="420753"/>
                  </a:lnTo>
                  <a:lnTo>
                    <a:pt x="127679" y="419498"/>
                  </a:lnTo>
                  <a:lnTo>
                    <a:pt x="131377" y="417238"/>
                  </a:lnTo>
                  <a:lnTo>
                    <a:pt x="134907" y="416226"/>
                  </a:lnTo>
                  <a:lnTo>
                    <a:pt x="137213" y="414081"/>
                  </a:lnTo>
                  <a:lnTo>
                    <a:pt x="140309" y="412095"/>
                  </a:lnTo>
                  <a:lnTo>
                    <a:pt x="139823" y="410512"/>
                  </a:lnTo>
                  <a:lnTo>
                    <a:pt x="138963" y="408671"/>
                  </a:lnTo>
                  <a:lnTo>
                    <a:pt x="136954" y="408557"/>
                  </a:lnTo>
                  <a:lnTo>
                    <a:pt x="136140" y="407552"/>
                  </a:lnTo>
                  <a:lnTo>
                    <a:pt x="138681" y="405163"/>
                  </a:lnTo>
                  <a:lnTo>
                    <a:pt x="142166" y="402500"/>
                  </a:lnTo>
                  <a:lnTo>
                    <a:pt x="141557" y="401450"/>
                  </a:lnTo>
                  <a:lnTo>
                    <a:pt x="138940" y="400264"/>
                  </a:lnTo>
                  <a:lnTo>
                    <a:pt x="136954" y="401154"/>
                  </a:lnTo>
                  <a:lnTo>
                    <a:pt x="134002" y="403216"/>
                  </a:lnTo>
                  <a:lnTo>
                    <a:pt x="130563" y="406472"/>
                  </a:lnTo>
                  <a:lnTo>
                    <a:pt x="131682" y="407423"/>
                  </a:lnTo>
                  <a:lnTo>
                    <a:pt x="133401" y="410155"/>
                  </a:lnTo>
                  <a:lnTo>
                    <a:pt x="131004" y="413776"/>
                  </a:lnTo>
                  <a:lnTo>
                    <a:pt x="118283" y="423356"/>
                  </a:lnTo>
                  <a:lnTo>
                    <a:pt x="112219" y="426148"/>
                  </a:lnTo>
                  <a:lnTo>
                    <a:pt x="109419" y="425714"/>
                  </a:lnTo>
                  <a:lnTo>
                    <a:pt x="108749" y="423104"/>
                  </a:lnTo>
                  <a:lnTo>
                    <a:pt x="107463" y="421179"/>
                  </a:lnTo>
                  <a:lnTo>
                    <a:pt x="106079" y="417185"/>
                  </a:lnTo>
                  <a:lnTo>
                    <a:pt x="103720" y="417291"/>
                  </a:lnTo>
                  <a:lnTo>
                    <a:pt x="102381" y="418174"/>
                  </a:lnTo>
                  <a:lnTo>
                    <a:pt x="101803" y="416865"/>
                  </a:lnTo>
                  <a:lnTo>
                    <a:pt x="102815" y="412589"/>
                  </a:lnTo>
                  <a:lnTo>
                    <a:pt x="104808" y="409204"/>
                  </a:lnTo>
                  <a:lnTo>
                    <a:pt x="108148" y="406639"/>
                  </a:lnTo>
                  <a:lnTo>
                    <a:pt x="109754" y="403535"/>
                  </a:lnTo>
                  <a:lnTo>
                    <a:pt x="111260" y="398597"/>
                  </a:lnTo>
                  <a:lnTo>
                    <a:pt x="116092" y="393880"/>
                  </a:lnTo>
                  <a:lnTo>
                    <a:pt x="123122" y="382148"/>
                  </a:lnTo>
                  <a:lnTo>
                    <a:pt x="128851" y="378381"/>
                  </a:lnTo>
                  <a:lnTo>
                    <a:pt x="130951" y="374250"/>
                  </a:lnTo>
                  <a:lnTo>
                    <a:pt x="134329" y="372424"/>
                  </a:lnTo>
                  <a:lnTo>
                    <a:pt x="137213" y="369190"/>
                  </a:lnTo>
                  <a:lnTo>
                    <a:pt x="139473" y="368871"/>
                  </a:lnTo>
                  <a:lnTo>
                    <a:pt x="143581" y="365949"/>
                  </a:lnTo>
                  <a:lnTo>
                    <a:pt x="145910" y="362464"/>
                  </a:lnTo>
                  <a:lnTo>
                    <a:pt x="144388" y="362251"/>
                  </a:lnTo>
                  <a:lnTo>
                    <a:pt x="140774" y="364511"/>
                  </a:lnTo>
                  <a:lnTo>
                    <a:pt x="138727" y="365424"/>
                  </a:lnTo>
                  <a:lnTo>
                    <a:pt x="138871" y="361688"/>
                  </a:lnTo>
                  <a:lnTo>
                    <a:pt x="139861" y="357846"/>
                  </a:lnTo>
                  <a:lnTo>
                    <a:pt x="142836" y="354323"/>
                  </a:lnTo>
                  <a:lnTo>
                    <a:pt x="157147" y="344044"/>
                  </a:lnTo>
                  <a:lnTo>
                    <a:pt x="158578" y="345748"/>
                  </a:lnTo>
                  <a:lnTo>
                    <a:pt x="160290" y="348761"/>
                  </a:lnTo>
                  <a:lnTo>
                    <a:pt x="164596" y="348084"/>
                  </a:lnTo>
                  <a:lnTo>
                    <a:pt x="169511" y="342248"/>
                  </a:lnTo>
                  <a:lnTo>
                    <a:pt x="173293" y="335880"/>
                  </a:lnTo>
                  <a:lnTo>
                    <a:pt x="171246" y="336991"/>
                  </a:lnTo>
                  <a:lnTo>
                    <a:pt x="169017" y="339600"/>
                  </a:lnTo>
                  <a:lnTo>
                    <a:pt x="164672" y="343215"/>
                  </a:lnTo>
                  <a:lnTo>
                    <a:pt x="162664" y="343785"/>
                  </a:lnTo>
                  <a:lnTo>
                    <a:pt x="161515" y="343313"/>
                  </a:lnTo>
                  <a:lnTo>
                    <a:pt x="160875" y="340902"/>
                  </a:lnTo>
                  <a:lnTo>
                    <a:pt x="159369" y="340118"/>
                  </a:lnTo>
                  <a:lnTo>
                    <a:pt x="158007" y="340658"/>
                  </a:lnTo>
                  <a:lnTo>
                    <a:pt x="156600" y="338939"/>
                  </a:lnTo>
                  <a:lnTo>
                    <a:pt x="156348" y="334685"/>
                  </a:lnTo>
                  <a:lnTo>
                    <a:pt x="158144" y="328332"/>
                  </a:lnTo>
                  <a:lnTo>
                    <a:pt x="159567" y="324117"/>
                  </a:lnTo>
                  <a:lnTo>
                    <a:pt x="161104" y="320914"/>
                  </a:lnTo>
                  <a:lnTo>
                    <a:pt x="167145" y="311784"/>
                  </a:lnTo>
                  <a:lnTo>
                    <a:pt x="168446" y="306777"/>
                  </a:lnTo>
                  <a:lnTo>
                    <a:pt x="171177" y="304129"/>
                  </a:lnTo>
                  <a:lnTo>
                    <a:pt x="174723" y="304715"/>
                  </a:lnTo>
                  <a:lnTo>
                    <a:pt x="175796" y="303947"/>
                  </a:lnTo>
                  <a:lnTo>
                    <a:pt x="174579" y="300645"/>
                  </a:lnTo>
                  <a:lnTo>
                    <a:pt x="170713" y="298027"/>
                  </a:lnTo>
                  <a:lnTo>
                    <a:pt x="170478" y="296376"/>
                  </a:lnTo>
                  <a:lnTo>
                    <a:pt x="183359" y="292032"/>
                  </a:lnTo>
                  <a:lnTo>
                    <a:pt x="189491" y="292176"/>
                  </a:lnTo>
                  <a:lnTo>
                    <a:pt x="191310" y="290008"/>
                  </a:lnTo>
                  <a:lnTo>
                    <a:pt x="194642" y="288608"/>
                  </a:lnTo>
                  <a:lnTo>
                    <a:pt x="197168" y="285945"/>
                  </a:lnTo>
                  <a:lnTo>
                    <a:pt x="195867" y="284766"/>
                  </a:lnTo>
                  <a:lnTo>
                    <a:pt x="189636" y="287216"/>
                  </a:lnTo>
                  <a:lnTo>
                    <a:pt x="185741" y="288364"/>
                  </a:lnTo>
                  <a:lnTo>
                    <a:pt x="183983" y="288326"/>
                  </a:lnTo>
                  <a:lnTo>
                    <a:pt x="182605" y="289163"/>
                  </a:lnTo>
                  <a:lnTo>
                    <a:pt x="177630" y="289483"/>
                  </a:lnTo>
                  <a:lnTo>
                    <a:pt x="176542" y="278854"/>
                  </a:lnTo>
                  <a:lnTo>
                    <a:pt x="177325" y="273048"/>
                  </a:lnTo>
                  <a:lnTo>
                    <a:pt x="179182" y="273170"/>
                  </a:lnTo>
                  <a:lnTo>
                    <a:pt x="179608" y="267608"/>
                  </a:lnTo>
                  <a:lnTo>
                    <a:pt x="181753" y="264314"/>
                  </a:lnTo>
                  <a:lnTo>
                    <a:pt x="184713" y="263576"/>
                  </a:lnTo>
                  <a:lnTo>
                    <a:pt x="186204" y="262168"/>
                  </a:lnTo>
                  <a:lnTo>
                    <a:pt x="188358" y="259292"/>
                  </a:lnTo>
                  <a:lnTo>
                    <a:pt x="191918" y="259954"/>
                  </a:lnTo>
                  <a:lnTo>
                    <a:pt x="195578" y="259315"/>
                  </a:lnTo>
                  <a:lnTo>
                    <a:pt x="194665" y="257953"/>
                  </a:lnTo>
                  <a:lnTo>
                    <a:pt x="190123" y="256203"/>
                  </a:lnTo>
                  <a:lnTo>
                    <a:pt x="189004" y="253190"/>
                  </a:lnTo>
                  <a:lnTo>
                    <a:pt x="190602" y="251501"/>
                  </a:lnTo>
                  <a:lnTo>
                    <a:pt x="192345" y="250261"/>
                  </a:lnTo>
                  <a:lnTo>
                    <a:pt x="193881" y="250040"/>
                  </a:lnTo>
                  <a:lnTo>
                    <a:pt x="196917" y="244128"/>
                  </a:lnTo>
                  <a:lnTo>
                    <a:pt x="198766" y="241595"/>
                  </a:lnTo>
                  <a:lnTo>
                    <a:pt x="200828" y="242036"/>
                  </a:lnTo>
                  <a:lnTo>
                    <a:pt x="203704" y="239419"/>
                  </a:lnTo>
                  <a:lnTo>
                    <a:pt x="206535" y="240309"/>
                  </a:lnTo>
                  <a:lnTo>
                    <a:pt x="209266" y="238597"/>
                  </a:lnTo>
                  <a:lnTo>
                    <a:pt x="213002" y="237463"/>
                  </a:lnTo>
                  <a:lnTo>
                    <a:pt x="226675" y="237029"/>
                  </a:lnTo>
                  <a:lnTo>
                    <a:pt x="227078" y="234587"/>
                  </a:lnTo>
                  <a:lnTo>
                    <a:pt x="224202" y="234024"/>
                  </a:lnTo>
                  <a:lnTo>
                    <a:pt x="214044" y="233393"/>
                  </a:lnTo>
                  <a:lnTo>
                    <a:pt x="208855" y="233446"/>
                  </a:lnTo>
                  <a:lnTo>
                    <a:pt x="206672" y="234077"/>
                  </a:lnTo>
                  <a:lnTo>
                    <a:pt x="205873" y="233225"/>
                  </a:lnTo>
                  <a:lnTo>
                    <a:pt x="206017" y="231764"/>
                  </a:lnTo>
                  <a:lnTo>
                    <a:pt x="207904" y="229444"/>
                  </a:lnTo>
                  <a:lnTo>
                    <a:pt x="208794" y="226880"/>
                  </a:lnTo>
                  <a:lnTo>
                    <a:pt x="212568" y="220595"/>
                  </a:lnTo>
                  <a:lnTo>
                    <a:pt x="216989" y="216395"/>
                  </a:lnTo>
                  <a:lnTo>
                    <a:pt x="220375" y="217468"/>
                  </a:lnTo>
                  <a:lnTo>
                    <a:pt x="223973" y="221478"/>
                  </a:lnTo>
                  <a:lnTo>
                    <a:pt x="226538" y="221980"/>
                  </a:lnTo>
                  <a:lnTo>
                    <a:pt x="227732" y="223273"/>
                  </a:lnTo>
                  <a:lnTo>
                    <a:pt x="229604" y="228782"/>
                  </a:lnTo>
                  <a:lnTo>
                    <a:pt x="230494" y="228957"/>
                  </a:lnTo>
                  <a:lnTo>
                    <a:pt x="230091" y="223669"/>
                  </a:lnTo>
                  <a:lnTo>
                    <a:pt x="232564" y="219347"/>
                  </a:lnTo>
                  <a:lnTo>
                    <a:pt x="231924" y="218153"/>
                  </a:lnTo>
                  <a:lnTo>
                    <a:pt x="228211" y="219720"/>
                  </a:lnTo>
                  <a:lnTo>
                    <a:pt x="225366" y="218092"/>
                  </a:lnTo>
                  <a:lnTo>
                    <a:pt x="223121" y="214835"/>
                  </a:lnTo>
                  <a:lnTo>
                    <a:pt x="222482" y="211853"/>
                  </a:lnTo>
                  <a:lnTo>
                    <a:pt x="223882" y="208901"/>
                  </a:lnTo>
                  <a:lnTo>
                    <a:pt x="225198" y="207409"/>
                  </a:lnTo>
                  <a:lnTo>
                    <a:pt x="224308" y="205667"/>
                  </a:lnTo>
                  <a:lnTo>
                    <a:pt x="218693" y="210316"/>
                  </a:lnTo>
                  <a:lnTo>
                    <a:pt x="214721" y="211404"/>
                  </a:lnTo>
                  <a:lnTo>
                    <a:pt x="213154" y="210757"/>
                  </a:lnTo>
                  <a:lnTo>
                    <a:pt x="213999" y="206542"/>
                  </a:lnTo>
                  <a:lnTo>
                    <a:pt x="213527" y="203187"/>
                  </a:lnTo>
                  <a:lnTo>
                    <a:pt x="218853" y="194893"/>
                  </a:lnTo>
                  <a:lnTo>
                    <a:pt x="220686" y="193935"/>
                  </a:lnTo>
                  <a:lnTo>
                    <a:pt x="223677" y="194604"/>
                  </a:lnTo>
                  <a:lnTo>
                    <a:pt x="226378" y="196948"/>
                  </a:lnTo>
                  <a:lnTo>
                    <a:pt x="228638" y="196575"/>
                  </a:lnTo>
                  <a:lnTo>
                    <a:pt x="231087" y="195319"/>
                  </a:lnTo>
                  <a:lnTo>
                    <a:pt x="230752" y="193067"/>
                  </a:lnTo>
                  <a:lnTo>
                    <a:pt x="225442" y="192169"/>
                  </a:lnTo>
                  <a:lnTo>
                    <a:pt x="224072" y="190298"/>
                  </a:lnTo>
                  <a:lnTo>
                    <a:pt x="224567" y="188449"/>
                  </a:lnTo>
                  <a:lnTo>
                    <a:pt x="228211" y="186501"/>
                  </a:lnTo>
                  <a:lnTo>
                    <a:pt x="231841" y="182978"/>
                  </a:lnTo>
                  <a:lnTo>
                    <a:pt x="235995" y="181951"/>
                  </a:lnTo>
                  <a:lnTo>
                    <a:pt x="239335" y="179281"/>
                  </a:lnTo>
                  <a:lnTo>
                    <a:pt x="239982" y="179889"/>
                  </a:lnTo>
                  <a:lnTo>
                    <a:pt x="240545" y="180939"/>
                  </a:lnTo>
                  <a:lnTo>
                    <a:pt x="241747" y="190815"/>
                  </a:lnTo>
                  <a:lnTo>
                    <a:pt x="244737" y="198819"/>
                  </a:lnTo>
                  <a:lnTo>
                    <a:pt x="245840" y="199108"/>
                  </a:lnTo>
                  <a:lnTo>
                    <a:pt x="244692" y="192306"/>
                  </a:lnTo>
                  <a:lnTo>
                    <a:pt x="245764" y="190343"/>
                  </a:lnTo>
                  <a:lnTo>
                    <a:pt x="247118" y="188852"/>
                  </a:lnTo>
                  <a:lnTo>
                    <a:pt x="247545" y="187148"/>
                  </a:lnTo>
                  <a:lnTo>
                    <a:pt x="245992" y="186570"/>
                  </a:lnTo>
                  <a:lnTo>
                    <a:pt x="244722" y="184120"/>
                  </a:lnTo>
                  <a:lnTo>
                    <a:pt x="242911" y="176260"/>
                  </a:lnTo>
                  <a:lnTo>
                    <a:pt x="243535" y="174206"/>
                  </a:lnTo>
                  <a:lnTo>
                    <a:pt x="247469" y="169991"/>
                  </a:lnTo>
                  <a:lnTo>
                    <a:pt x="252399" y="169024"/>
                  </a:lnTo>
                  <a:lnTo>
                    <a:pt x="257649" y="171976"/>
                  </a:lnTo>
                  <a:lnTo>
                    <a:pt x="259498" y="172007"/>
                  </a:lnTo>
                  <a:lnTo>
                    <a:pt x="262541" y="171215"/>
                  </a:lnTo>
                  <a:lnTo>
                    <a:pt x="267707" y="168781"/>
                  </a:lnTo>
                  <a:lnTo>
                    <a:pt x="270751" y="167852"/>
                  </a:lnTo>
                  <a:lnTo>
                    <a:pt x="272333" y="167852"/>
                  </a:lnTo>
                  <a:lnTo>
                    <a:pt x="272721" y="166620"/>
                  </a:lnTo>
                  <a:lnTo>
                    <a:pt x="271253" y="165829"/>
                  </a:lnTo>
                  <a:lnTo>
                    <a:pt x="270782" y="165060"/>
                  </a:lnTo>
                  <a:lnTo>
                    <a:pt x="269633" y="164619"/>
                  </a:lnTo>
                  <a:lnTo>
                    <a:pt x="264854" y="165935"/>
                  </a:lnTo>
                  <a:lnTo>
                    <a:pt x="251669" y="165517"/>
                  </a:lnTo>
                  <a:lnTo>
                    <a:pt x="250398" y="164109"/>
                  </a:lnTo>
                  <a:lnTo>
                    <a:pt x="250162" y="161667"/>
                  </a:lnTo>
                  <a:lnTo>
                    <a:pt x="251562" y="158167"/>
                  </a:lnTo>
                  <a:lnTo>
                    <a:pt x="253099" y="156227"/>
                  </a:lnTo>
                  <a:lnTo>
                    <a:pt x="258075" y="152734"/>
                  </a:lnTo>
                  <a:lnTo>
                    <a:pt x="263333" y="152263"/>
                  </a:lnTo>
                  <a:lnTo>
                    <a:pt x="268879" y="146031"/>
                  </a:lnTo>
                  <a:lnTo>
                    <a:pt x="270994" y="141344"/>
                  </a:lnTo>
                  <a:lnTo>
                    <a:pt x="272196" y="134078"/>
                  </a:lnTo>
                  <a:lnTo>
                    <a:pt x="275574" y="128174"/>
                  </a:lnTo>
                  <a:lnTo>
                    <a:pt x="284051" y="124803"/>
                  </a:lnTo>
                  <a:lnTo>
                    <a:pt x="284393" y="123312"/>
                  </a:lnTo>
                  <a:lnTo>
                    <a:pt x="283495" y="120215"/>
                  </a:lnTo>
                  <a:lnTo>
                    <a:pt x="283571" y="114631"/>
                  </a:lnTo>
                  <a:lnTo>
                    <a:pt x="285892" y="108095"/>
                  </a:lnTo>
                  <a:lnTo>
                    <a:pt x="287436" y="105820"/>
                  </a:lnTo>
                  <a:lnTo>
                    <a:pt x="288152" y="105546"/>
                  </a:lnTo>
                  <a:lnTo>
                    <a:pt x="289978" y="107692"/>
                  </a:lnTo>
                  <a:lnTo>
                    <a:pt x="292200" y="112242"/>
                  </a:lnTo>
                  <a:lnTo>
                    <a:pt x="295677" y="114844"/>
                  </a:lnTo>
                  <a:lnTo>
                    <a:pt x="300234" y="115292"/>
                  </a:lnTo>
                  <a:lnTo>
                    <a:pt x="301451" y="114014"/>
                  </a:lnTo>
                  <a:lnTo>
                    <a:pt x="297913" y="111427"/>
                  </a:lnTo>
                  <a:lnTo>
                    <a:pt x="295227" y="108034"/>
                  </a:lnTo>
                  <a:lnTo>
                    <a:pt x="295015" y="104618"/>
                  </a:lnTo>
                  <a:lnTo>
                    <a:pt x="296285" y="102807"/>
                  </a:lnTo>
                  <a:lnTo>
                    <a:pt x="298264" y="103005"/>
                  </a:lnTo>
                  <a:lnTo>
                    <a:pt x="300744" y="102624"/>
                  </a:lnTo>
                  <a:lnTo>
                    <a:pt x="303057" y="100319"/>
                  </a:lnTo>
                  <a:lnTo>
                    <a:pt x="303391" y="98698"/>
                  </a:lnTo>
                  <a:lnTo>
                    <a:pt x="303490" y="96492"/>
                  </a:lnTo>
                  <a:lnTo>
                    <a:pt x="304069" y="94247"/>
                  </a:lnTo>
                  <a:lnTo>
                    <a:pt x="307462" y="88868"/>
                  </a:lnTo>
                  <a:lnTo>
                    <a:pt x="317916" y="85360"/>
                  </a:lnTo>
                  <a:lnTo>
                    <a:pt x="318677" y="86791"/>
                  </a:lnTo>
                  <a:lnTo>
                    <a:pt x="318114" y="97161"/>
                  </a:lnTo>
                  <a:lnTo>
                    <a:pt x="316912" y="103826"/>
                  </a:lnTo>
                  <a:lnTo>
                    <a:pt x="316950" y="108681"/>
                  </a:lnTo>
                  <a:lnTo>
                    <a:pt x="318989" y="103826"/>
                  </a:lnTo>
                  <a:lnTo>
                    <a:pt x="321713" y="90458"/>
                  </a:lnTo>
                  <a:lnTo>
                    <a:pt x="323767" y="84128"/>
                  </a:lnTo>
                  <a:lnTo>
                    <a:pt x="326080" y="80483"/>
                  </a:lnTo>
                  <a:lnTo>
                    <a:pt x="327732" y="79662"/>
                  </a:lnTo>
                  <a:lnTo>
                    <a:pt x="329367" y="77767"/>
                  </a:lnTo>
                  <a:lnTo>
                    <a:pt x="331528" y="76641"/>
                  </a:lnTo>
                  <a:lnTo>
                    <a:pt x="332190" y="78094"/>
                  </a:lnTo>
                  <a:lnTo>
                    <a:pt x="332875" y="81465"/>
                  </a:lnTo>
                  <a:lnTo>
                    <a:pt x="331711" y="93228"/>
                  </a:lnTo>
                  <a:lnTo>
                    <a:pt x="331825" y="96926"/>
                  </a:lnTo>
                  <a:lnTo>
                    <a:pt x="330524" y="101863"/>
                  </a:lnTo>
                  <a:lnTo>
                    <a:pt x="325540" y="112812"/>
                  </a:lnTo>
                  <a:lnTo>
                    <a:pt x="325769" y="114205"/>
                  </a:lnTo>
                  <a:lnTo>
                    <a:pt x="326895" y="113687"/>
                  </a:lnTo>
                  <a:lnTo>
                    <a:pt x="328820" y="111892"/>
                  </a:lnTo>
                  <a:lnTo>
                    <a:pt x="334998" y="101483"/>
                  </a:lnTo>
                  <a:lnTo>
                    <a:pt x="340392" y="102799"/>
                  </a:lnTo>
                  <a:lnTo>
                    <a:pt x="340460" y="101947"/>
                  </a:lnTo>
                  <a:lnTo>
                    <a:pt x="338726" y="98881"/>
                  </a:lnTo>
                  <a:lnTo>
                    <a:pt x="336618" y="95936"/>
                  </a:lnTo>
                  <a:lnTo>
                    <a:pt x="335979" y="92284"/>
                  </a:lnTo>
                  <a:lnTo>
                    <a:pt x="336261" y="82484"/>
                  </a:lnTo>
                  <a:lnTo>
                    <a:pt x="337889" y="78581"/>
                  </a:lnTo>
                  <a:lnTo>
                    <a:pt x="342545" y="78992"/>
                  </a:lnTo>
                  <a:lnTo>
                    <a:pt x="345337" y="78452"/>
                  </a:lnTo>
                  <a:lnTo>
                    <a:pt x="346639" y="80225"/>
                  </a:lnTo>
                  <a:lnTo>
                    <a:pt x="349431" y="80095"/>
                  </a:lnTo>
                  <a:lnTo>
                    <a:pt x="351364" y="73019"/>
                  </a:lnTo>
                  <a:lnTo>
                    <a:pt x="355191" y="72396"/>
                  </a:lnTo>
                  <a:lnTo>
                    <a:pt x="358554" y="77082"/>
                  </a:lnTo>
                  <a:lnTo>
                    <a:pt x="362594" y="80225"/>
                  </a:lnTo>
                  <a:lnTo>
                    <a:pt x="365843" y="84729"/>
                  </a:lnTo>
                  <a:lnTo>
                    <a:pt x="366764" y="83496"/>
                  </a:lnTo>
                  <a:lnTo>
                    <a:pt x="365013" y="72951"/>
                  </a:lnTo>
                  <a:lnTo>
                    <a:pt x="363096" y="69086"/>
                  </a:lnTo>
                  <a:lnTo>
                    <a:pt x="358934" y="67069"/>
                  </a:lnTo>
                  <a:lnTo>
                    <a:pt x="354499" y="62284"/>
                  </a:lnTo>
                  <a:lnTo>
                    <a:pt x="353350" y="60153"/>
                  </a:lnTo>
                  <a:lnTo>
                    <a:pt x="353547" y="58571"/>
                  </a:lnTo>
                  <a:lnTo>
                    <a:pt x="357458" y="57041"/>
                  </a:lnTo>
                  <a:lnTo>
                    <a:pt x="362617" y="58799"/>
                  </a:lnTo>
                  <a:lnTo>
                    <a:pt x="367212" y="54789"/>
                  </a:lnTo>
                  <a:lnTo>
                    <a:pt x="368468" y="55893"/>
                  </a:lnTo>
                  <a:lnTo>
                    <a:pt x="371991" y="53793"/>
                  </a:lnTo>
                  <a:lnTo>
                    <a:pt x="374182" y="56623"/>
                  </a:lnTo>
                  <a:lnTo>
                    <a:pt x="375528" y="55786"/>
                  </a:lnTo>
                  <a:lnTo>
                    <a:pt x="376304" y="51989"/>
                  </a:lnTo>
                  <a:lnTo>
                    <a:pt x="381927" y="49631"/>
                  </a:lnTo>
                  <a:lnTo>
                    <a:pt x="385496" y="51814"/>
                  </a:lnTo>
                  <a:lnTo>
                    <a:pt x="387406" y="54059"/>
                  </a:lnTo>
                  <a:lnTo>
                    <a:pt x="388295" y="58373"/>
                  </a:lnTo>
                  <a:lnTo>
                    <a:pt x="389657" y="66856"/>
                  </a:lnTo>
                  <a:lnTo>
                    <a:pt x="392442" y="71414"/>
                  </a:lnTo>
                  <a:lnTo>
                    <a:pt x="394177" y="73643"/>
                  </a:lnTo>
                  <a:lnTo>
                    <a:pt x="396224" y="74260"/>
                  </a:lnTo>
                  <a:lnTo>
                    <a:pt x="397213" y="71992"/>
                  </a:lnTo>
                  <a:lnTo>
                    <a:pt x="395296" y="69253"/>
                  </a:lnTo>
                  <a:lnTo>
                    <a:pt x="394778" y="66666"/>
                  </a:lnTo>
                  <a:lnTo>
                    <a:pt x="395699" y="60229"/>
                  </a:lnTo>
                  <a:lnTo>
                    <a:pt x="396771" y="57696"/>
                  </a:lnTo>
                  <a:lnTo>
                    <a:pt x="402790" y="48041"/>
                  </a:lnTo>
                  <a:lnTo>
                    <a:pt x="407827" y="43004"/>
                  </a:lnTo>
                  <a:lnTo>
                    <a:pt x="410840" y="42578"/>
                  </a:lnTo>
                  <a:lnTo>
                    <a:pt x="416120" y="31218"/>
                  </a:lnTo>
                  <a:lnTo>
                    <a:pt x="417611" y="29141"/>
                  </a:lnTo>
                  <a:lnTo>
                    <a:pt x="418989" y="28662"/>
                  </a:lnTo>
                  <a:lnTo>
                    <a:pt x="418639" y="25862"/>
                  </a:lnTo>
                  <a:lnTo>
                    <a:pt x="415755" y="24089"/>
                  </a:lnTo>
                  <a:lnTo>
                    <a:pt x="415656" y="20604"/>
                  </a:lnTo>
                  <a:lnTo>
                    <a:pt x="419460" y="16358"/>
                  </a:lnTo>
                  <a:lnTo>
                    <a:pt x="424079" y="9199"/>
                  </a:lnTo>
                  <a:lnTo>
                    <a:pt x="426354" y="8719"/>
                  </a:lnTo>
                  <a:lnTo>
                    <a:pt x="427784" y="10713"/>
                  </a:lnTo>
                  <a:lnTo>
                    <a:pt x="432281" y="13947"/>
                  </a:lnTo>
                  <a:lnTo>
                    <a:pt x="435035" y="17637"/>
                  </a:lnTo>
                  <a:lnTo>
                    <a:pt x="437029" y="19493"/>
                  </a:lnTo>
                  <a:lnTo>
                    <a:pt x="438322" y="19105"/>
                  </a:lnTo>
                  <a:lnTo>
                    <a:pt x="439395" y="16336"/>
                  </a:lnTo>
                  <a:lnTo>
                    <a:pt x="440688" y="15035"/>
                  </a:lnTo>
                  <a:lnTo>
                    <a:pt x="443542" y="15765"/>
                  </a:lnTo>
                  <a:lnTo>
                    <a:pt x="445246" y="17545"/>
                  </a:lnTo>
                  <a:lnTo>
                    <a:pt x="446577" y="17781"/>
                  </a:lnTo>
                  <a:lnTo>
                    <a:pt x="447780" y="18862"/>
                  </a:lnTo>
                  <a:lnTo>
                    <a:pt x="448061" y="21228"/>
                  </a:lnTo>
                  <a:lnTo>
                    <a:pt x="445588" y="23807"/>
                  </a:lnTo>
                  <a:lnTo>
                    <a:pt x="441373" y="30602"/>
                  </a:lnTo>
                  <a:lnTo>
                    <a:pt x="437219" y="38286"/>
                  </a:lnTo>
                  <a:lnTo>
                    <a:pt x="435849" y="42319"/>
                  </a:lnTo>
                  <a:lnTo>
                    <a:pt x="434502" y="52841"/>
                  </a:lnTo>
                  <a:lnTo>
                    <a:pt x="431254" y="59529"/>
                  </a:lnTo>
                  <a:lnTo>
                    <a:pt x="431003" y="64201"/>
                  </a:lnTo>
                  <a:lnTo>
                    <a:pt x="432311" y="66392"/>
                  </a:lnTo>
                  <a:lnTo>
                    <a:pt x="435895" y="64673"/>
                  </a:lnTo>
                  <a:lnTo>
                    <a:pt x="440315" y="58441"/>
                  </a:lnTo>
                  <a:lnTo>
                    <a:pt x="441419" y="51792"/>
                  </a:lnTo>
                  <a:lnTo>
                    <a:pt x="452474" y="33599"/>
                  </a:lnTo>
                  <a:lnTo>
                    <a:pt x="457663" y="23450"/>
                  </a:lnTo>
                  <a:lnTo>
                    <a:pt x="463552" y="14981"/>
                  </a:lnTo>
                  <a:lnTo>
                    <a:pt x="466854" y="13224"/>
                  </a:lnTo>
                  <a:lnTo>
                    <a:pt x="468406" y="18846"/>
                  </a:lnTo>
                  <a:lnTo>
                    <a:pt x="467159" y="26151"/>
                  </a:lnTo>
                  <a:lnTo>
                    <a:pt x="464655" y="30784"/>
                  </a:lnTo>
                  <a:lnTo>
                    <a:pt x="466504" y="32907"/>
                  </a:lnTo>
                  <a:lnTo>
                    <a:pt x="466154" y="38385"/>
                  </a:lnTo>
                  <a:lnTo>
                    <a:pt x="465576" y="41421"/>
                  </a:lnTo>
                  <a:lnTo>
                    <a:pt x="465211" y="44594"/>
                  </a:lnTo>
                  <a:lnTo>
                    <a:pt x="465233" y="47379"/>
                  </a:lnTo>
                  <a:lnTo>
                    <a:pt x="466968" y="46633"/>
                  </a:lnTo>
                  <a:lnTo>
                    <a:pt x="473869" y="40911"/>
                  </a:lnTo>
                  <a:lnTo>
                    <a:pt x="475619" y="34687"/>
                  </a:lnTo>
                  <a:lnTo>
                    <a:pt x="477240" y="30001"/>
                  </a:lnTo>
                  <a:lnTo>
                    <a:pt x="478016" y="25945"/>
                  </a:lnTo>
                  <a:lnTo>
                    <a:pt x="480702" y="22088"/>
                  </a:lnTo>
                  <a:lnTo>
                    <a:pt x="485769" y="22057"/>
                  </a:lnTo>
                  <a:lnTo>
                    <a:pt x="485967" y="20536"/>
                  </a:lnTo>
                  <a:lnTo>
                    <a:pt x="479819" y="15232"/>
                  </a:lnTo>
                  <a:lnTo>
                    <a:pt x="479096" y="12805"/>
                  </a:lnTo>
                  <a:lnTo>
                    <a:pt x="481158" y="9564"/>
                  </a:lnTo>
                  <a:lnTo>
                    <a:pt x="486826" y="3355"/>
                  </a:lnTo>
                  <a:lnTo>
                    <a:pt x="489741" y="4040"/>
                  </a:lnTo>
                  <a:lnTo>
                    <a:pt x="491483" y="5455"/>
                  </a:lnTo>
                  <a:lnTo>
                    <a:pt x="498460" y="6536"/>
                  </a:lnTo>
                  <a:lnTo>
                    <a:pt x="503817" y="10972"/>
                  </a:lnTo>
                  <a:lnTo>
                    <a:pt x="503611" y="17888"/>
                  </a:lnTo>
                  <a:lnTo>
                    <a:pt x="502417" y="20764"/>
                  </a:lnTo>
                  <a:lnTo>
                    <a:pt x="501245" y="22529"/>
                  </a:lnTo>
                  <a:lnTo>
                    <a:pt x="494390" y="27733"/>
                  </a:lnTo>
                  <a:lnTo>
                    <a:pt x="493263" y="30297"/>
                  </a:lnTo>
                  <a:lnTo>
                    <a:pt x="495417" y="31180"/>
                  </a:lnTo>
                  <a:lnTo>
                    <a:pt x="500043" y="28593"/>
                  </a:lnTo>
                  <a:lnTo>
                    <a:pt x="501245" y="30944"/>
                  </a:lnTo>
                  <a:lnTo>
                    <a:pt x="499769" y="36803"/>
                  </a:lnTo>
                  <a:lnTo>
                    <a:pt x="499518" y="45545"/>
                  </a:lnTo>
                  <a:lnTo>
                    <a:pt x="498985" y="50620"/>
                  </a:lnTo>
                  <a:lnTo>
                    <a:pt x="498985" y="55231"/>
                  </a:lnTo>
                  <a:lnTo>
                    <a:pt x="499563" y="57703"/>
                  </a:lnTo>
                  <a:lnTo>
                    <a:pt x="501427" y="47888"/>
                  </a:lnTo>
                  <a:lnTo>
                    <a:pt x="502059" y="45355"/>
                  </a:lnTo>
                  <a:lnTo>
                    <a:pt x="504783" y="41634"/>
                  </a:lnTo>
                  <a:lnTo>
                    <a:pt x="505795" y="34109"/>
                  </a:lnTo>
                  <a:lnTo>
                    <a:pt x="508458" y="25017"/>
                  </a:lnTo>
                  <a:lnTo>
                    <a:pt x="511463" y="19706"/>
                  </a:lnTo>
                  <a:lnTo>
                    <a:pt x="513206" y="18253"/>
                  </a:lnTo>
                  <a:lnTo>
                    <a:pt x="518988" y="18458"/>
                  </a:lnTo>
                  <a:lnTo>
                    <a:pt x="521469" y="20459"/>
                  </a:lnTo>
                  <a:lnTo>
                    <a:pt x="523660" y="24895"/>
                  </a:lnTo>
                  <a:lnTo>
                    <a:pt x="525296" y="26668"/>
                  </a:lnTo>
                  <a:lnTo>
                    <a:pt x="530454" y="28547"/>
                  </a:lnTo>
                  <a:lnTo>
                    <a:pt x="532219" y="30898"/>
                  </a:lnTo>
                  <a:lnTo>
                    <a:pt x="532547" y="32298"/>
                  </a:lnTo>
                  <a:lnTo>
                    <a:pt x="533809" y="32580"/>
                  </a:lnTo>
                  <a:lnTo>
                    <a:pt x="537294" y="29240"/>
                  </a:lnTo>
                  <a:lnTo>
                    <a:pt x="539554" y="28684"/>
                  </a:lnTo>
                  <a:lnTo>
                    <a:pt x="543236" y="33889"/>
                  </a:lnTo>
                  <a:lnTo>
                    <a:pt x="542499" y="37731"/>
                  </a:lnTo>
                  <a:lnTo>
                    <a:pt x="542712" y="38948"/>
                  </a:lnTo>
                  <a:lnTo>
                    <a:pt x="547170" y="38705"/>
                  </a:lnTo>
                  <a:lnTo>
                    <a:pt x="550883" y="40211"/>
                  </a:lnTo>
                  <a:lnTo>
                    <a:pt x="557936" y="48033"/>
                  </a:lnTo>
                  <a:lnTo>
                    <a:pt x="558674" y="51670"/>
                  </a:lnTo>
                  <a:lnTo>
                    <a:pt x="558324" y="56067"/>
                  </a:lnTo>
                  <a:lnTo>
                    <a:pt x="548144" y="60884"/>
                  </a:lnTo>
                  <a:lnTo>
                    <a:pt x="543746" y="65479"/>
                  </a:lnTo>
                  <a:lnTo>
                    <a:pt x="536549" y="67245"/>
                  </a:lnTo>
                  <a:lnTo>
                    <a:pt x="512110" y="64171"/>
                  </a:lnTo>
                  <a:lnTo>
                    <a:pt x="512604" y="67496"/>
                  </a:lnTo>
                  <a:lnTo>
                    <a:pt x="529625" y="74731"/>
                  </a:lnTo>
                  <a:lnTo>
                    <a:pt x="530599" y="76793"/>
                  </a:lnTo>
                  <a:lnTo>
                    <a:pt x="530051" y="81115"/>
                  </a:lnTo>
                  <a:lnTo>
                    <a:pt x="530043" y="84577"/>
                  </a:lnTo>
                  <a:lnTo>
                    <a:pt x="530363" y="86935"/>
                  </a:lnTo>
                  <a:lnTo>
                    <a:pt x="531618" y="89127"/>
                  </a:lnTo>
                  <a:lnTo>
                    <a:pt x="533696" y="90154"/>
                  </a:lnTo>
                  <a:lnTo>
                    <a:pt x="537934" y="89614"/>
                  </a:lnTo>
                  <a:lnTo>
                    <a:pt x="540018" y="90793"/>
                  </a:lnTo>
                  <a:lnTo>
                    <a:pt x="541449" y="89051"/>
                  </a:lnTo>
                  <a:lnTo>
                    <a:pt x="541981" y="83169"/>
                  </a:lnTo>
                  <a:lnTo>
                    <a:pt x="543214" y="81868"/>
                  </a:lnTo>
                  <a:lnTo>
                    <a:pt x="545588" y="83580"/>
                  </a:lnTo>
                  <a:lnTo>
                    <a:pt x="546622" y="89865"/>
                  </a:lnTo>
                  <a:lnTo>
                    <a:pt x="547285" y="90512"/>
                  </a:lnTo>
                  <a:lnTo>
                    <a:pt x="548479" y="86038"/>
                  </a:lnTo>
                  <a:lnTo>
                    <a:pt x="550830" y="86357"/>
                  </a:lnTo>
                  <a:lnTo>
                    <a:pt x="553394" y="85984"/>
                  </a:lnTo>
                  <a:lnTo>
                    <a:pt x="556704" y="86722"/>
                  </a:lnTo>
                  <a:close/>
                  <a:moveTo>
                    <a:pt x="398065" y="21365"/>
                  </a:moveTo>
                  <a:lnTo>
                    <a:pt x="397646" y="23404"/>
                  </a:lnTo>
                  <a:lnTo>
                    <a:pt x="396924" y="25382"/>
                  </a:lnTo>
                  <a:lnTo>
                    <a:pt x="395174" y="27467"/>
                  </a:lnTo>
                  <a:lnTo>
                    <a:pt x="390107" y="35692"/>
                  </a:lnTo>
                  <a:lnTo>
                    <a:pt x="387132" y="37008"/>
                  </a:lnTo>
                  <a:lnTo>
                    <a:pt x="386188" y="38294"/>
                  </a:lnTo>
                  <a:lnTo>
                    <a:pt x="385001" y="39062"/>
                  </a:lnTo>
                  <a:lnTo>
                    <a:pt x="381304" y="37944"/>
                  </a:lnTo>
                  <a:lnTo>
                    <a:pt x="380223" y="39603"/>
                  </a:lnTo>
                  <a:lnTo>
                    <a:pt x="379204" y="40713"/>
                  </a:lnTo>
                  <a:lnTo>
                    <a:pt x="376525" y="41140"/>
                  </a:lnTo>
                  <a:lnTo>
                    <a:pt x="374950" y="40782"/>
                  </a:lnTo>
                  <a:lnTo>
                    <a:pt x="370895" y="37754"/>
                  </a:lnTo>
                  <a:lnTo>
                    <a:pt x="368483" y="34467"/>
                  </a:lnTo>
                  <a:lnTo>
                    <a:pt x="367174" y="31652"/>
                  </a:lnTo>
                  <a:lnTo>
                    <a:pt x="370925" y="31705"/>
                  </a:lnTo>
                  <a:lnTo>
                    <a:pt x="372257" y="31020"/>
                  </a:lnTo>
                  <a:lnTo>
                    <a:pt x="374775" y="31614"/>
                  </a:lnTo>
                  <a:lnTo>
                    <a:pt x="376289" y="28715"/>
                  </a:lnTo>
                  <a:lnTo>
                    <a:pt x="379485" y="29065"/>
                  </a:lnTo>
                  <a:lnTo>
                    <a:pt x="385625" y="27048"/>
                  </a:lnTo>
                  <a:lnTo>
                    <a:pt x="387877" y="28175"/>
                  </a:lnTo>
                  <a:lnTo>
                    <a:pt x="393028" y="21411"/>
                  </a:lnTo>
                  <a:lnTo>
                    <a:pt x="394641" y="21586"/>
                  </a:lnTo>
                  <a:lnTo>
                    <a:pt x="397106" y="19645"/>
                  </a:lnTo>
                  <a:lnTo>
                    <a:pt x="398065" y="21365"/>
                  </a:lnTo>
                  <a:close/>
                  <a:moveTo>
                    <a:pt x="410383" y="37396"/>
                  </a:moveTo>
                  <a:lnTo>
                    <a:pt x="406313" y="39953"/>
                  </a:lnTo>
                  <a:lnTo>
                    <a:pt x="403954" y="37754"/>
                  </a:lnTo>
                  <a:lnTo>
                    <a:pt x="402965" y="35494"/>
                  </a:lnTo>
                  <a:lnTo>
                    <a:pt x="402821" y="30465"/>
                  </a:lnTo>
                  <a:lnTo>
                    <a:pt x="403368" y="27391"/>
                  </a:lnTo>
                  <a:lnTo>
                    <a:pt x="405278" y="25801"/>
                  </a:lnTo>
                  <a:lnTo>
                    <a:pt x="406518" y="26965"/>
                  </a:lnTo>
                  <a:lnTo>
                    <a:pt x="406845" y="27939"/>
                  </a:lnTo>
                  <a:lnTo>
                    <a:pt x="409067" y="28890"/>
                  </a:lnTo>
                  <a:lnTo>
                    <a:pt x="411677" y="32055"/>
                  </a:lnTo>
                  <a:lnTo>
                    <a:pt x="410383" y="37396"/>
                  </a:lnTo>
                  <a:close/>
                  <a:moveTo>
                    <a:pt x="401801" y="38553"/>
                  </a:moveTo>
                  <a:lnTo>
                    <a:pt x="402196" y="41550"/>
                  </a:lnTo>
                  <a:lnTo>
                    <a:pt x="402349" y="44016"/>
                  </a:lnTo>
                  <a:lnTo>
                    <a:pt x="400355" y="47569"/>
                  </a:lnTo>
                  <a:lnTo>
                    <a:pt x="395760" y="52218"/>
                  </a:lnTo>
                  <a:lnTo>
                    <a:pt x="396026" y="53465"/>
                  </a:lnTo>
                  <a:lnTo>
                    <a:pt x="394436" y="54660"/>
                  </a:lnTo>
                  <a:lnTo>
                    <a:pt x="392054" y="55535"/>
                  </a:lnTo>
                  <a:lnTo>
                    <a:pt x="390799" y="54690"/>
                  </a:lnTo>
                  <a:lnTo>
                    <a:pt x="390966" y="50711"/>
                  </a:lnTo>
                  <a:lnTo>
                    <a:pt x="390586" y="49524"/>
                  </a:lnTo>
                  <a:lnTo>
                    <a:pt x="388783" y="51107"/>
                  </a:lnTo>
                  <a:lnTo>
                    <a:pt x="386903" y="49075"/>
                  </a:lnTo>
                  <a:lnTo>
                    <a:pt x="386903" y="47036"/>
                  </a:lnTo>
                  <a:lnTo>
                    <a:pt x="387398" y="45263"/>
                  </a:lnTo>
                  <a:lnTo>
                    <a:pt x="389140" y="42562"/>
                  </a:lnTo>
                  <a:lnTo>
                    <a:pt x="392039" y="40698"/>
                  </a:lnTo>
                  <a:lnTo>
                    <a:pt x="393949" y="41398"/>
                  </a:lnTo>
                  <a:lnTo>
                    <a:pt x="400325" y="34223"/>
                  </a:lnTo>
                  <a:lnTo>
                    <a:pt x="401010" y="35730"/>
                  </a:lnTo>
                  <a:lnTo>
                    <a:pt x="401801" y="38553"/>
                  </a:lnTo>
                  <a:close/>
                  <a:moveTo>
                    <a:pt x="319636" y="59689"/>
                  </a:moveTo>
                  <a:lnTo>
                    <a:pt x="320724" y="60427"/>
                  </a:lnTo>
                  <a:lnTo>
                    <a:pt x="321805" y="59971"/>
                  </a:lnTo>
                  <a:lnTo>
                    <a:pt x="322695" y="60617"/>
                  </a:lnTo>
                  <a:lnTo>
                    <a:pt x="324483" y="63935"/>
                  </a:lnTo>
                  <a:lnTo>
                    <a:pt x="326408" y="65236"/>
                  </a:lnTo>
                  <a:lnTo>
                    <a:pt x="326499" y="66895"/>
                  </a:lnTo>
                  <a:lnTo>
                    <a:pt x="324741" y="68508"/>
                  </a:lnTo>
                  <a:lnTo>
                    <a:pt x="322421" y="68994"/>
                  </a:lnTo>
                  <a:lnTo>
                    <a:pt x="319933" y="68431"/>
                  </a:lnTo>
                  <a:lnTo>
                    <a:pt x="319202" y="66362"/>
                  </a:lnTo>
                  <a:lnTo>
                    <a:pt x="318434" y="62915"/>
                  </a:lnTo>
                  <a:lnTo>
                    <a:pt x="316357" y="59529"/>
                  </a:lnTo>
                  <a:lnTo>
                    <a:pt x="316045" y="56555"/>
                  </a:lnTo>
                  <a:lnTo>
                    <a:pt x="317855" y="56083"/>
                  </a:lnTo>
                  <a:lnTo>
                    <a:pt x="319636" y="59689"/>
                  </a:lnTo>
                  <a:close/>
                  <a:moveTo>
                    <a:pt x="308695" y="69131"/>
                  </a:moveTo>
                  <a:lnTo>
                    <a:pt x="310589" y="72532"/>
                  </a:lnTo>
                  <a:lnTo>
                    <a:pt x="312271" y="72205"/>
                  </a:lnTo>
                  <a:lnTo>
                    <a:pt x="312773" y="70927"/>
                  </a:lnTo>
                  <a:lnTo>
                    <a:pt x="313914" y="70288"/>
                  </a:lnTo>
                  <a:lnTo>
                    <a:pt x="316227" y="72091"/>
                  </a:lnTo>
                  <a:lnTo>
                    <a:pt x="315900" y="75142"/>
                  </a:lnTo>
                  <a:lnTo>
                    <a:pt x="312697" y="78985"/>
                  </a:lnTo>
                  <a:lnTo>
                    <a:pt x="310399" y="84448"/>
                  </a:lnTo>
                  <a:lnTo>
                    <a:pt x="307462" y="85711"/>
                  </a:lnTo>
                  <a:lnTo>
                    <a:pt x="306047" y="85056"/>
                  </a:lnTo>
                  <a:lnTo>
                    <a:pt x="303415" y="88198"/>
                  </a:lnTo>
                  <a:lnTo>
                    <a:pt x="301315" y="91455"/>
                  </a:lnTo>
                  <a:lnTo>
                    <a:pt x="299131" y="95564"/>
                  </a:lnTo>
                  <a:lnTo>
                    <a:pt x="298994" y="97679"/>
                  </a:lnTo>
                  <a:lnTo>
                    <a:pt x="298651" y="99292"/>
                  </a:lnTo>
                  <a:lnTo>
                    <a:pt x="290655" y="100890"/>
                  </a:lnTo>
                  <a:lnTo>
                    <a:pt x="287748" y="101947"/>
                  </a:lnTo>
                  <a:lnTo>
                    <a:pt x="284667" y="100585"/>
                  </a:lnTo>
                  <a:lnTo>
                    <a:pt x="283206" y="97877"/>
                  </a:lnTo>
                  <a:lnTo>
                    <a:pt x="283678" y="96408"/>
                  </a:lnTo>
                  <a:lnTo>
                    <a:pt x="286752" y="95822"/>
                  </a:lnTo>
                  <a:lnTo>
                    <a:pt x="286851" y="93304"/>
                  </a:lnTo>
                  <a:lnTo>
                    <a:pt x="287634" y="91767"/>
                  </a:lnTo>
                  <a:lnTo>
                    <a:pt x="288631" y="90922"/>
                  </a:lnTo>
                  <a:lnTo>
                    <a:pt x="289361" y="87696"/>
                  </a:lnTo>
                  <a:lnTo>
                    <a:pt x="290579" y="86852"/>
                  </a:lnTo>
                  <a:lnTo>
                    <a:pt x="292846" y="87643"/>
                  </a:lnTo>
                  <a:lnTo>
                    <a:pt x="294375" y="85300"/>
                  </a:lnTo>
                  <a:lnTo>
                    <a:pt x="295235" y="84896"/>
                  </a:lnTo>
                  <a:lnTo>
                    <a:pt x="296293" y="86837"/>
                  </a:lnTo>
                  <a:lnTo>
                    <a:pt x="296803" y="84166"/>
                  </a:lnTo>
                  <a:lnTo>
                    <a:pt x="296293" y="81724"/>
                  </a:lnTo>
                  <a:lnTo>
                    <a:pt x="296559" y="80072"/>
                  </a:lnTo>
                  <a:lnTo>
                    <a:pt x="299488" y="75774"/>
                  </a:lnTo>
                  <a:lnTo>
                    <a:pt x="300759" y="72631"/>
                  </a:lnTo>
                  <a:lnTo>
                    <a:pt x="302585" y="70600"/>
                  </a:lnTo>
                  <a:lnTo>
                    <a:pt x="304343" y="70919"/>
                  </a:lnTo>
                  <a:lnTo>
                    <a:pt x="304852" y="67922"/>
                  </a:lnTo>
                  <a:lnTo>
                    <a:pt x="304343" y="64848"/>
                  </a:lnTo>
                  <a:lnTo>
                    <a:pt x="304533" y="62839"/>
                  </a:lnTo>
                  <a:lnTo>
                    <a:pt x="306085" y="57954"/>
                  </a:lnTo>
                  <a:lnTo>
                    <a:pt x="307789" y="57749"/>
                  </a:lnTo>
                  <a:lnTo>
                    <a:pt x="308573" y="62094"/>
                  </a:lnTo>
                  <a:lnTo>
                    <a:pt x="308695" y="69131"/>
                  </a:lnTo>
                  <a:close/>
                  <a:moveTo>
                    <a:pt x="341236" y="67671"/>
                  </a:moveTo>
                  <a:lnTo>
                    <a:pt x="340088" y="69124"/>
                  </a:lnTo>
                  <a:lnTo>
                    <a:pt x="338322" y="69717"/>
                  </a:lnTo>
                  <a:lnTo>
                    <a:pt x="337371" y="68820"/>
                  </a:lnTo>
                  <a:lnTo>
                    <a:pt x="336017" y="68226"/>
                  </a:lnTo>
                  <a:lnTo>
                    <a:pt x="334511" y="68492"/>
                  </a:lnTo>
                  <a:lnTo>
                    <a:pt x="333248" y="65822"/>
                  </a:lnTo>
                  <a:lnTo>
                    <a:pt x="333392" y="63577"/>
                  </a:lnTo>
                  <a:lnTo>
                    <a:pt x="335120" y="60534"/>
                  </a:lnTo>
                  <a:lnTo>
                    <a:pt x="338581" y="58799"/>
                  </a:lnTo>
                  <a:lnTo>
                    <a:pt x="341381" y="59514"/>
                  </a:lnTo>
                  <a:lnTo>
                    <a:pt x="342097" y="60404"/>
                  </a:lnTo>
                  <a:lnTo>
                    <a:pt x="341236" y="67671"/>
                  </a:lnTo>
                  <a:close/>
                  <a:moveTo>
                    <a:pt x="537195" y="85901"/>
                  </a:moveTo>
                  <a:lnTo>
                    <a:pt x="533140" y="87704"/>
                  </a:lnTo>
                  <a:lnTo>
                    <a:pt x="532668" y="86220"/>
                  </a:lnTo>
                  <a:lnTo>
                    <a:pt x="533559" y="83907"/>
                  </a:lnTo>
                  <a:lnTo>
                    <a:pt x="534624" y="79160"/>
                  </a:lnTo>
                  <a:lnTo>
                    <a:pt x="536290" y="79350"/>
                  </a:lnTo>
                  <a:lnTo>
                    <a:pt x="537979" y="81161"/>
                  </a:lnTo>
                  <a:lnTo>
                    <a:pt x="539303" y="83321"/>
                  </a:lnTo>
                  <a:lnTo>
                    <a:pt x="537195" y="85901"/>
                  </a:lnTo>
                  <a:close/>
                  <a:moveTo>
                    <a:pt x="271284" y="98227"/>
                  </a:moveTo>
                  <a:lnTo>
                    <a:pt x="273847" y="101719"/>
                  </a:lnTo>
                  <a:lnTo>
                    <a:pt x="274996" y="100654"/>
                  </a:lnTo>
                  <a:lnTo>
                    <a:pt x="277271" y="100250"/>
                  </a:lnTo>
                  <a:lnTo>
                    <a:pt x="278960" y="101483"/>
                  </a:lnTo>
                  <a:lnTo>
                    <a:pt x="280345" y="103697"/>
                  </a:lnTo>
                  <a:lnTo>
                    <a:pt x="281981" y="103796"/>
                  </a:lnTo>
                  <a:lnTo>
                    <a:pt x="283008" y="106687"/>
                  </a:lnTo>
                  <a:lnTo>
                    <a:pt x="283533" y="110438"/>
                  </a:lnTo>
                  <a:lnTo>
                    <a:pt x="282346" y="113231"/>
                  </a:lnTo>
                  <a:lnTo>
                    <a:pt x="280657" y="114501"/>
                  </a:lnTo>
                  <a:lnTo>
                    <a:pt x="280201" y="117781"/>
                  </a:lnTo>
                  <a:lnTo>
                    <a:pt x="280840" y="122369"/>
                  </a:lnTo>
                  <a:lnTo>
                    <a:pt x="277051" y="123936"/>
                  </a:lnTo>
                  <a:lnTo>
                    <a:pt x="272668" y="124636"/>
                  </a:lnTo>
                  <a:lnTo>
                    <a:pt x="270949" y="122445"/>
                  </a:lnTo>
                  <a:lnTo>
                    <a:pt x="267449" y="126447"/>
                  </a:lnTo>
                  <a:lnTo>
                    <a:pt x="263972" y="132663"/>
                  </a:lnTo>
                  <a:lnTo>
                    <a:pt x="262298" y="133393"/>
                  </a:lnTo>
                  <a:lnTo>
                    <a:pt x="262176" y="131430"/>
                  </a:lnTo>
                  <a:lnTo>
                    <a:pt x="259680" y="130068"/>
                  </a:lnTo>
                  <a:lnTo>
                    <a:pt x="256485" y="129992"/>
                  </a:lnTo>
                  <a:lnTo>
                    <a:pt x="256591" y="128531"/>
                  </a:lnTo>
                  <a:lnTo>
                    <a:pt x="257177" y="127504"/>
                  </a:lnTo>
                  <a:lnTo>
                    <a:pt x="259931" y="125975"/>
                  </a:lnTo>
                  <a:lnTo>
                    <a:pt x="260479" y="122810"/>
                  </a:lnTo>
                  <a:lnTo>
                    <a:pt x="259977" y="117149"/>
                  </a:lnTo>
                  <a:lnTo>
                    <a:pt x="260464" y="114387"/>
                  </a:lnTo>
                  <a:lnTo>
                    <a:pt x="260570" y="112485"/>
                  </a:lnTo>
                  <a:lnTo>
                    <a:pt x="262305" y="110248"/>
                  </a:lnTo>
                  <a:lnTo>
                    <a:pt x="268240" y="111298"/>
                  </a:lnTo>
                  <a:lnTo>
                    <a:pt x="268963" y="109160"/>
                  </a:lnTo>
                  <a:lnTo>
                    <a:pt x="268514" y="107813"/>
                  </a:lnTo>
                  <a:lnTo>
                    <a:pt x="265448" y="105455"/>
                  </a:lnTo>
                  <a:lnTo>
                    <a:pt x="265919" y="103864"/>
                  </a:lnTo>
                  <a:lnTo>
                    <a:pt x="268134" y="102442"/>
                  </a:lnTo>
                  <a:lnTo>
                    <a:pt x="270226" y="102252"/>
                  </a:lnTo>
                  <a:lnTo>
                    <a:pt x="270857" y="99847"/>
                  </a:lnTo>
                  <a:lnTo>
                    <a:pt x="270964" y="98790"/>
                  </a:lnTo>
                  <a:lnTo>
                    <a:pt x="271284" y="98227"/>
                  </a:lnTo>
                  <a:close/>
                  <a:moveTo>
                    <a:pt x="234070" y="160084"/>
                  </a:moveTo>
                  <a:lnTo>
                    <a:pt x="234329" y="160495"/>
                  </a:lnTo>
                  <a:lnTo>
                    <a:pt x="237235" y="154865"/>
                  </a:lnTo>
                  <a:lnTo>
                    <a:pt x="240461" y="153107"/>
                  </a:lnTo>
                  <a:lnTo>
                    <a:pt x="240659" y="151137"/>
                  </a:lnTo>
                  <a:lnTo>
                    <a:pt x="241907" y="149234"/>
                  </a:lnTo>
                  <a:lnTo>
                    <a:pt x="241762" y="146115"/>
                  </a:lnTo>
                  <a:lnTo>
                    <a:pt x="242394" y="143581"/>
                  </a:lnTo>
                  <a:lnTo>
                    <a:pt x="244037" y="142904"/>
                  </a:lnTo>
                  <a:lnTo>
                    <a:pt x="245064" y="142044"/>
                  </a:lnTo>
                  <a:lnTo>
                    <a:pt x="246198" y="141565"/>
                  </a:lnTo>
                  <a:lnTo>
                    <a:pt x="248260" y="143627"/>
                  </a:lnTo>
                  <a:lnTo>
                    <a:pt x="249416" y="145909"/>
                  </a:lnTo>
                  <a:lnTo>
                    <a:pt x="250862" y="150992"/>
                  </a:lnTo>
                  <a:lnTo>
                    <a:pt x="250261" y="155892"/>
                  </a:lnTo>
                  <a:lnTo>
                    <a:pt x="246388" y="159704"/>
                  </a:lnTo>
                  <a:lnTo>
                    <a:pt x="243314" y="161416"/>
                  </a:lnTo>
                  <a:lnTo>
                    <a:pt x="240202" y="165768"/>
                  </a:lnTo>
                  <a:lnTo>
                    <a:pt x="238643" y="169321"/>
                  </a:lnTo>
                  <a:lnTo>
                    <a:pt x="237296" y="170089"/>
                  </a:lnTo>
                  <a:lnTo>
                    <a:pt x="236451" y="169800"/>
                  </a:lnTo>
                  <a:lnTo>
                    <a:pt x="235698" y="168948"/>
                  </a:lnTo>
                  <a:lnTo>
                    <a:pt x="234123" y="168948"/>
                  </a:lnTo>
                  <a:lnTo>
                    <a:pt x="232389" y="172022"/>
                  </a:lnTo>
                  <a:lnTo>
                    <a:pt x="227154" y="174518"/>
                  </a:lnTo>
                  <a:lnTo>
                    <a:pt x="225099" y="173795"/>
                  </a:lnTo>
                  <a:lnTo>
                    <a:pt x="225008" y="170736"/>
                  </a:lnTo>
                  <a:lnTo>
                    <a:pt x="223783" y="170987"/>
                  </a:lnTo>
                  <a:lnTo>
                    <a:pt x="221820" y="174654"/>
                  </a:lnTo>
                  <a:lnTo>
                    <a:pt x="219903" y="175880"/>
                  </a:lnTo>
                  <a:lnTo>
                    <a:pt x="218617" y="176252"/>
                  </a:lnTo>
                  <a:lnTo>
                    <a:pt x="216250" y="174875"/>
                  </a:lnTo>
                  <a:lnTo>
                    <a:pt x="209890" y="181099"/>
                  </a:lnTo>
                  <a:lnTo>
                    <a:pt x="203925" y="182255"/>
                  </a:lnTo>
                  <a:lnTo>
                    <a:pt x="201962" y="181540"/>
                  </a:lnTo>
                  <a:lnTo>
                    <a:pt x="201954" y="177736"/>
                  </a:lnTo>
                  <a:lnTo>
                    <a:pt x="205812" y="172851"/>
                  </a:lnTo>
                  <a:lnTo>
                    <a:pt x="208969" y="169450"/>
                  </a:lnTo>
                  <a:lnTo>
                    <a:pt x="219850" y="167069"/>
                  </a:lnTo>
                  <a:lnTo>
                    <a:pt x="226629" y="156904"/>
                  </a:lnTo>
                  <a:lnTo>
                    <a:pt x="228265" y="145772"/>
                  </a:lnTo>
                  <a:lnTo>
                    <a:pt x="229862" y="141725"/>
                  </a:lnTo>
                  <a:lnTo>
                    <a:pt x="229109" y="139434"/>
                  </a:lnTo>
                  <a:lnTo>
                    <a:pt x="227291" y="139031"/>
                  </a:lnTo>
                  <a:lnTo>
                    <a:pt x="227177" y="135501"/>
                  </a:lnTo>
                  <a:lnTo>
                    <a:pt x="228128" y="131636"/>
                  </a:lnTo>
                  <a:lnTo>
                    <a:pt x="231681" y="126310"/>
                  </a:lnTo>
                  <a:lnTo>
                    <a:pt x="233659" y="124035"/>
                  </a:lnTo>
                  <a:lnTo>
                    <a:pt x="236877" y="117575"/>
                  </a:lnTo>
                  <a:lnTo>
                    <a:pt x="238430" y="116122"/>
                  </a:lnTo>
                  <a:lnTo>
                    <a:pt x="240195" y="116122"/>
                  </a:lnTo>
                  <a:lnTo>
                    <a:pt x="241937" y="117819"/>
                  </a:lnTo>
                  <a:lnTo>
                    <a:pt x="241625" y="121280"/>
                  </a:lnTo>
                  <a:lnTo>
                    <a:pt x="239015" y="127504"/>
                  </a:lnTo>
                  <a:lnTo>
                    <a:pt x="235150" y="132785"/>
                  </a:lnTo>
                  <a:lnTo>
                    <a:pt x="235622" y="136566"/>
                  </a:lnTo>
                  <a:lnTo>
                    <a:pt x="237159" y="139663"/>
                  </a:lnTo>
                  <a:lnTo>
                    <a:pt x="237540" y="144943"/>
                  </a:lnTo>
                  <a:lnTo>
                    <a:pt x="237638" y="150010"/>
                  </a:lnTo>
                  <a:lnTo>
                    <a:pt x="234709" y="156828"/>
                  </a:lnTo>
                  <a:lnTo>
                    <a:pt x="234070" y="160084"/>
                  </a:lnTo>
                  <a:close/>
                  <a:moveTo>
                    <a:pt x="222254" y="137601"/>
                  </a:moveTo>
                  <a:lnTo>
                    <a:pt x="225031" y="143566"/>
                  </a:lnTo>
                  <a:lnTo>
                    <a:pt x="226302" y="147043"/>
                  </a:lnTo>
                  <a:lnTo>
                    <a:pt x="225275" y="153579"/>
                  </a:lnTo>
                  <a:lnTo>
                    <a:pt x="222574" y="156866"/>
                  </a:lnTo>
                  <a:lnTo>
                    <a:pt x="218411" y="157452"/>
                  </a:lnTo>
                  <a:lnTo>
                    <a:pt x="215490" y="157178"/>
                  </a:lnTo>
                  <a:lnTo>
                    <a:pt x="213649" y="155595"/>
                  </a:lnTo>
                  <a:lnTo>
                    <a:pt x="213420" y="153822"/>
                  </a:lnTo>
                  <a:lnTo>
                    <a:pt x="212355" y="153297"/>
                  </a:lnTo>
                  <a:lnTo>
                    <a:pt x="209547" y="155580"/>
                  </a:lnTo>
                  <a:lnTo>
                    <a:pt x="207600" y="155884"/>
                  </a:lnTo>
                  <a:lnTo>
                    <a:pt x="205120" y="154119"/>
                  </a:lnTo>
                  <a:lnTo>
                    <a:pt x="204450" y="151289"/>
                  </a:lnTo>
                  <a:lnTo>
                    <a:pt x="207082" y="147735"/>
                  </a:lnTo>
                  <a:lnTo>
                    <a:pt x="208300" y="144966"/>
                  </a:lnTo>
                  <a:lnTo>
                    <a:pt x="211214" y="145209"/>
                  </a:lnTo>
                  <a:lnTo>
                    <a:pt x="211944" y="146069"/>
                  </a:lnTo>
                  <a:lnTo>
                    <a:pt x="213595" y="146609"/>
                  </a:lnTo>
                  <a:lnTo>
                    <a:pt x="214600" y="143269"/>
                  </a:lnTo>
                  <a:lnTo>
                    <a:pt x="214372" y="140956"/>
                  </a:lnTo>
                  <a:lnTo>
                    <a:pt x="215109" y="139343"/>
                  </a:lnTo>
                  <a:lnTo>
                    <a:pt x="218632" y="140507"/>
                  </a:lnTo>
                  <a:lnTo>
                    <a:pt x="218640" y="134192"/>
                  </a:lnTo>
                  <a:lnTo>
                    <a:pt x="220009" y="133751"/>
                  </a:lnTo>
                  <a:lnTo>
                    <a:pt x="220573" y="133994"/>
                  </a:lnTo>
                  <a:lnTo>
                    <a:pt x="221584" y="135326"/>
                  </a:lnTo>
                  <a:lnTo>
                    <a:pt x="222254" y="137601"/>
                  </a:lnTo>
                  <a:close/>
                  <a:moveTo>
                    <a:pt x="193767" y="177234"/>
                  </a:moveTo>
                  <a:lnTo>
                    <a:pt x="195038" y="178215"/>
                  </a:lnTo>
                  <a:lnTo>
                    <a:pt x="198355" y="177926"/>
                  </a:lnTo>
                  <a:lnTo>
                    <a:pt x="199025" y="178291"/>
                  </a:lnTo>
                  <a:lnTo>
                    <a:pt x="198546" y="179912"/>
                  </a:lnTo>
                  <a:lnTo>
                    <a:pt x="197107" y="181692"/>
                  </a:lnTo>
                  <a:lnTo>
                    <a:pt x="194087" y="182788"/>
                  </a:lnTo>
                  <a:lnTo>
                    <a:pt x="192725" y="185504"/>
                  </a:lnTo>
                  <a:lnTo>
                    <a:pt x="191751" y="186425"/>
                  </a:lnTo>
                  <a:lnTo>
                    <a:pt x="189141" y="186433"/>
                  </a:lnTo>
                  <a:lnTo>
                    <a:pt x="187597" y="187064"/>
                  </a:lnTo>
                  <a:lnTo>
                    <a:pt x="185702" y="189468"/>
                  </a:lnTo>
                  <a:lnTo>
                    <a:pt x="184188" y="187696"/>
                  </a:lnTo>
                  <a:lnTo>
                    <a:pt x="183762" y="188959"/>
                  </a:lnTo>
                  <a:lnTo>
                    <a:pt x="183488" y="191211"/>
                  </a:lnTo>
                  <a:lnTo>
                    <a:pt x="182643" y="191865"/>
                  </a:lnTo>
                  <a:lnTo>
                    <a:pt x="180026" y="192679"/>
                  </a:lnTo>
                  <a:lnTo>
                    <a:pt x="179395" y="187437"/>
                  </a:lnTo>
                  <a:lnTo>
                    <a:pt x="180597" y="185535"/>
                  </a:lnTo>
                  <a:lnTo>
                    <a:pt x="181541" y="183252"/>
                  </a:lnTo>
                  <a:lnTo>
                    <a:pt x="182986" y="182902"/>
                  </a:lnTo>
                  <a:lnTo>
                    <a:pt x="184280" y="183092"/>
                  </a:lnTo>
                  <a:lnTo>
                    <a:pt x="186615" y="178162"/>
                  </a:lnTo>
                  <a:lnTo>
                    <a:pt x="189811" y="176754"/>
                  </a:lnTo>
                  <a:lnTo>
                    <a:pt x="191873" y="176595"/>
                  </a:lnTo>
                  <a:lnTo>
                    <a:pt x="193767" y="177234"/>
                  </a:lnTo>
                  <a:close/>
                  <a:moveTo>
                    <a:pt x="174518" y="199588"/>
                  </a:moveTo>
                  <a:lnTo>
                    <a:pt x="171360" y="202578"/>
                  </a:lnTo>
                  <a:lnTo>
                    <a:pt x="172509" y="197115"/>
                  </a:lnTo>
                  <a:lnTo>
                    <a:pt x="174213" y="191561"/>
                  </a:lnTo>
                  <a:lnTo>
                    <a:pt x="176572" y="188373"/>
                  </a:lnTo>
                  <a:lnTo>
                    <a:pt x="177744" y="189621"/>
                  </a:lnTo>
                  <a:lnTo>
                    <a:pt x="177204" y="192291"/>
                  </a:lnTo>
                  <a:lnTo>
                    <a:pt x="177211" y="194924"/>
                  </a:lnTo>
                  <a:lnTo>
                    <a:pt x="176709" y="196164"/>
                  </a:lnTo>
                  <a:lnTo>
                    <a:pt x="174518" y="199588"/>
                  </a:lnTo>
                  <a:close/>
                  <a:moveTo>
                    <a:pt x="162740" y="299420"/>
                  </a:moveTo>
                  <a:lnTo>
                    <a:pt x="160761" y="299762"/>
                  </a:lnTo>
                  <a:lnTo>
                    <a:pt x="161089" y="297441"/>
                  </a:lnTo>
                  <a:lnTo>
                    <a:pt x="162686" y="295235"/>
                  </a:lnTo>
                  <a:lnTo>
                    <a:pt x="163303" y="293729"/>
                  </a:lnTo>
                  <a:lnTo>
                    <a:pt x="163622" y="291948"/>
                  </a:lnTo>
                  <a:lnTo>
                    <a:pt x="165037" y="290601"/>
                  </a:lnTo>
                  <a:lnTo>
                    <a:pt x="167031" y="292328"/>
                  </a:lnTo>
                  <a:lnTo>
                    <a:pt x="167069" y="295250"/>
                  </a:lnTo>
                  <a:lnTo>
                    <a:pt x="166080" y="297913"/>
                  </a:lnTo>
                  <a:lnTo>
                    <a:pt x="162740" y="299420"/>
                  </a:lnTo>
                  <a:close/>
                  <a:moveTo>
                    <a:pt x="164657" y="306823"/>
                  </a:moveTo>
                  <a:lnTo>
                    <a:pt x="162945" y="306975"/>
                  </a:lnTo>
                  <a:lnTo>
                    <a:pt x="162960" y="304837"/>
                  </a:lnTo>
                  <a:lnTo>
                    <a:pt x="163942" y="302889"/>
                  </a:lnTo>
                  <a:lnTo>
                    <a:pt x="165494" y="301588"/>
                  </a:lnTo>
                  <a:lnTo>
                    <a:pt x="167495" y="301246"/>
                  </a:lnTo>
                  <a:lnTo>
                    <a:pt x="169732" y="301094"/>
                  </a:lnTo>
                  <a:lnTo>
                    <a:pt x="170409" y="302128"/>
                  </a:lnTo>
                  <a:lnTo>
                    <a:pt x="169123" y="303582"/>
                  </a:lnTo>
                  <a:lnTo>
                    <a:pt x="164657" y="306823"/>
                  </a:lnTo>
                  <a:close/>
                  <a:moveTo>
                    <a:pt x="153092" y="321134"/>
                  </a:moveTo>
                  <a:lnTo>
                    <a:pt x="151677" y="322725"/>
                  </a:lnTo>
                  <a:lnTo>
                    <a:pt x="149037" y="322268"/>
                  </a:lnTo>
                  <a:lnTo>
                    <a:pt x="148755" y="320899"/>
                  </a:lnTo>
                  <a:lnTo>
                    <a:pt x="149508" y="318160"/>
                  </a:lnTo>
                  <a:lnTo>
                    <a:pt x="151114" y="317026"/>
                  </a:lnTo>
                  <a:lnTo>
                    <a:pt x="153183" y="317247"/>
                  </a:lnTo>
                  <a:lnTo>
                    <a:pt x="153845" y="318388"/>
                  </a:lnTo>
                  <a:lnTo>
                    <a:pt x="153092" y="321134"/>
                  </a:lnTo>
                  <a:close/>
                  <a:moveTo>
                    <a:pt x="137365" y="359877"/>
                  </a:moveTo>
                  <a:lnTo>
                    <a:pt x="136247" y="361277"/>
                  </a:lnTo>
                  <a:lnTo>
                    <a:pt x="133759" y="360159"/>
                  </a:lnTo>
                  <a:lnTo>
                    <a:pt x="128851" y="361026"/>
                  </a:lnTo>
                  <a:lnTo>
                    <a:pt x="126873" y="359664"/>
                  </a:lnTo>
                  <a:lnTo>
                    <a:pt x="128448" y="357001"/>
                  </a:lnTo>
                  <a:lnTo>
                    <a:pt x="132884" y="354201"/>
                  </a:lnTo>
                  <a:lnTo>
                    <a:pt x="135265" y="354331"/>
                  </a:lnTo>
                  <a:lnTo>
                    <a:pt x="137692" y="357770"/>
                  </a:lnTo>
                  <a:lnTo>
                    <a:pt x="137365" y="359877"/>
                  </a:lnTo>
                  <a:close/>
                  <a:moveTo>
                    <a:pt x="78414" y="418775"/>
                  </a:moveTo>
                  <a:lnTo>
                    <a:pt x="75964" y="418889"/>
                  </a:lnTo>
                  <a:lnTo>
                    <a:pt x="74488" y="417809"/>
                  </a:lnTo>
                  <a:lnTo>
                    <a:pt x="77995" y="415663"/>
                  </a:lnTo>
                  <a:lnTo>
                    <a:pt x="83496" y="413609"/>
                  </a:lnTo>
                  <a:lnTo>
                    <a:pt x="84021" y="412308"/>
                  </a:lnTo>
                  <a:lnTo>
                    <a:pt x="84683" y="412148"/>
                  </a:lnTo>
                  <a:lnTo>
                    <a:pt x="85634" y="413746"/>
                  </a:lnTo>
                  <a:lnTo>
                    <a:pt x="85756" y="415937"/>
                  </a:lnTo>
                  <a:lnTo>
                    <a:pt x="85147" y="417025"/>
                  </a:lnTo>
                  <a:lnTo>
                    <a:pt x="78414" y="418775"/>
                  </a:lnTo>
                  <a:close/>
                  <a:moveTo>
                    <a:pt x="70547" y="434525"/>
                  </a:moveTo>
                  <a:lnTo>
                    <a:pt x="68454" y="434555"/>
                  </a:lnTo>
                  <a:lnTo>
                    <a:pt x="65966" y="433825"/>
                  </a:lnTo>
                  <a:lnTo>
                    <a:pt x="64407" y="432265"/>
                  </a:lnTo>
                  <a:lnTo>
                    <a:pt x="64163" y="430888"/>
                  </a:lnTo>
                  <a:lnTo>
                    <a:pt x="67031" y="429176"/>
                  </a:lnTo>
                  <a:lnTo>
                    <a:pt x="69915" y="428172"/>
                  </a:lnTo>
                  <a:lnTo>
                    <a:pt x="71254" y="430059"/>
                  </a:lnTo>
                  <a:lnTo>
                    <a:pt x="71353" y="433148"/>
                  </a:lnTo>
                  <a:lnTo>
                    <a:pt x="70547" y="434525"/>
                  </a:lnTo>
                  <a:close/>
                  <a:moveTo>
                    <a:pt x="3416" y="537621"/>
                  </a:moveTo>
                  <a:lnTo>
                    <a:pt x="1522" y="538176"/>
                  </a:lnTo>
                  <a:lnTo>
                    <a:pt x="0" y="537697"/>
                  </a:lnTo>
                  <a:lnTo>
                    <a:pt x="540" y="533482"/>
                  </a:lnTo>
                  <a:lnTo>
                    <a:pt x="1331" y="532797"/>
                  </a:lnTo>
                  <a:lnTo>
                    <a:pt x="2480" y="532554"/>
                  </a:lnTo>
                  <a:lnTo>
                    <a:pt x="3720" y="534813"/>
                  </a:lnTo>
                  <a:lnTo>
                    <a:pt x="3416" y="537621"/>
                  </a:lnTo>
                  <a:close/>
                  <a:moveTo>
                    <a:pt x="6133" y="571464"/>
                  </a:moveTo>
                  <a:lnTo>
                    <a:pt x="6201" y="576569"/>
                  </a:lnTo>
                  <a:lnTo>
                    <a:pt x="4238" y="576181"/>
                  </a:lnTo>
                  <a:lnTo>
                    <a:pt x="3355" y="574226"/>
                  </a:lnTo>
                  <a:lnTo>
                    <a:pt x="3097" y="572970"/>
                  </a:lnTo>
                  <a:lnTo>
                    <a:pt x="3256" y="570010"/>
                  </a:lnTo>
                  <a:lnTo>
                    <a:pt x="2815" y="566952"/>
                  </a:lnTo>
                  <a:lnTo>
                    <a:pt x="3393" y="565430"/>
                  </a:lnTo>
                  <a:lnTo>
                    <a:pt x="4109" y="565225"/>
                  </a:lnTo>
                  <a:lnTo>
                    <a:pt x="5379" y="567949"/>
                  </a:lnTo>
                  <a:lnTo>
                    <a:pt x="6133" y="571464"/>
                  </a:lnTo>
                  <a:close/>
                </a:path>
              </a:pathLst>
            </a:custGeom>
            <a:solidFill>
              <a:srgbClr val="2562E8"/>
            </a:solidFill>
            <a:ln w="6168" cap="flat">
              <a:solidFill>
                <a:srgbClr val="2562E8"/>
              </a:solidFill>
              <a:prstDash val="solid"/>
              <a:miter/>
            </a:ln>
          </p:spPr>
          <p:txBody>
            <a:bodyPr/>
            <a:lstStyle/>
            <a:p>
              <a:endParaRPr lang="en-US"/>
            </a:p>
          </p:txBody>
        </p:sp>
        <p:sp>
          <p:nvSpPr>
            <p:cNvPr id="2287" name="Freeform: Shape 2286">
              <a:extLst>
                <a:ext uri="{FF2B5EF4-FFF2-40B4-BE49-F238E27FC236}">
                  <a16:creationId xmlns:a16="http://schemas.microsoft.com/office/drawing/2014/main" id="{CF0D0033-1137-AF58-1393-1665ACD0E27D}"/>
                </a:ext>
              </a:extLst>
            </p:cNvPr>
            <p:cNvSpPr/>
            <p:nvPr/>
          </p:nvSpPr>
          <p:spPr>
            <a:xfrm>
              <a:off x="11283233" y="4326764"/>
              <a:ext cx="173178" cy="97267"/>
            </a:xfrm>
            <a:custGeom>
              <a:avLst/>
              <a:gdLst>
                <a:gd name="csX0" fmla="*/ 172075 w 173178"/>
                <a:gd name="csY0" fmla="*/ 61226 h 97267"/>
                <a:gd name="csX1" fmla="*/ 172935 w 173178"/>
                <a:gd name="csY1" fmla="*/ 61880 h 97267"/>
                <a:gd name="csX2" fmla="*/ 173026 w 173178"/>
                <a:gd name="csY2" fmla="*/ 62953 h 97267"/>
                <a:gd name="csX3" fmla="*/ 172866 w 173178"/>
                <a:gd name="csY3" fmla="*/ 64140 h 97267"/>
                <a:gd name="csX4" fmla="*/ 171984 w 173178"/>
                <a:gd name="csY4" fmla="*/ 66704 h 97267"/>
                <a:gd name="csX5" fmla="*/ 171177 w 173178"/>
                <a:gd name="csY5" fmla="*/ 68500 h 97267"/>
                <a:gd name="csX6" fmla="*/ 170242 w 173178"/>
                <a:gd name="csY6" fmla="*/ 72297 h 97267"/>
                <a:gd name="csX7" fmla="*/ 169397 w 173178"/>
                <a:gd name="csY7" fmla="*/ 78863 h 97267"/>
                <a:gd name="csX8" fmla="*/ 169580 w 173178"/>
                <a:gd name="csY8" fmla="*/ 80012 h 97267"/>
                <a:gd name="csX9" fmla="*/ 172098 w 173178"/>
                <a:gd name="csY9" fmla="*/ 83763 h 97267"/>
                <a:gd name="csX10" fmla="*/ 173080 w 173178"/>
                <a:gd name="csY10" fmla="*/ 86654 h 97267"/>
                <a:gd name="csX11" fmla="*/ 173179 w 173178"/>
                <a:gd name="csY11" fmla="*/ 88609 h 97267"/>
                <a:gd name="csX12" fmla="*/ 172106 w 173178"/>
                <a:gd name="csY12" fmla="*/ 91904 h 97267"/>
                <a:gd name="csX13" fmla="*/ 170896 w 173178"/>
                <a:gd name="csY13" fmla="*/ 95609 h 97267"/>
                <a:gd name="csX14" fmla="*/ 170303 w 173178"/>
                <a:gd name="csY14" fmla="*/ 96446 h 97267"/>
                <a:gd name="csX15" fmla="*/ 169618 w 173178"/>
                <a:gd name="csY15" fmla="*/ 96743 h 97267"/>
                <a:gd name="csX16" fmla="*/ 166506 w 173178"/>
                <a:gd name="csY16" fmla="*/ 95449 h 97267"/>
                <a:gd name="csX17" fmla="*/ 164368 w 173178"/>
                <a:gd name="csY17" fmla="*/ 95632 h 97267"/>
                <a:gd name="csX18" fmla="*/ 161903 w 173178"/>
                <a:gd name="csY18" fmla="*/ 96347 h 97267"/>
                <a:gd name="csX19" fmla="*/ 159331 w 173178"/>
                <a:gd name="csY19" fmla="*/ 96203 h 97267"/>
                <a:gd name="csX20" fmla="*/ 157200 w 173178"/>
                <a:gd name="csY20" fmla="*/ 95777 h 97267"/>
                <a:gd name="csX21" fmla="*/ 154515 w 173178"/>
                <a:gd name="csY21" fmla="*/ 97268 h 97267"/>
                <a:gd name="csX22" fmla="*/ 151935 w 173178"/>
                <a:gd name="csY22" fmla="*/ 96461 h 97267"/>
                <a:gd name="csX23" fmla="*/ 150284 w 173178"/>
                <a:gd name="csY23" fmla="*/ 95541 h 97267"/>
                <a:gd name="csX24" fmla="*/ 149189 w 173178"/>
                <a:gd name="csY24" fmla="*/ 92961 h 97267"/>
                <a:gd name="csX25" fmla="*/ 148725 w 173178"/>
                <a:gd name="csY25" fmla="*/ 92634 h 97267"/>
                <a:gd name="csX26" fmla="*/ 143300 w 173178"/>
                <a:gd name="csY26" fmla="*/ 95328 h 97267"/>
                <a:gd name="csX27" fmla="*/ 141998 w 173178"/>
                <a:gd name="csY27" fmla="*/ 95495 h 97267"/>
                <a:gd name="csX28" fmla="*/ 138628 w 173178"/>
                <a:gd name="csY28" fmla="*/ 94049 h 97267"/>
                <a:gd name="csX29" fmla="*/ 135874 w 173178"/>
                <a:gd name="csY29" fmla="*/ 92611 h 97267"/>
                <a:gd name="csX30" fmla="*/ 134839 w 173178"/>
                <a:gd name="csY30" fmla="*/ 92185 h 97267"/>
                <a:gd name="csX31" fmla="*/ 132176 w 173178"/>
                <a:gd name="csY31" fmla="*/ 91622 h 97267"/>
                <a:gd name="csX32" fmla="*/ 129787 w 173178"/>
                <a:gd name="csY32" fmla="*/ 91295 h 97267"/>
                <a:gd name="csX33" fmla="*/ 127177 w 173178"/>
                <a:gd name="csY33" fmla="*/ 90405 h 97267"/>
                <a:gd name="csX34" fmla="*/ 123936 w 173178"/>
                <a:gd name="csY34" fmla="*/ 91577 h 97267"/>
                <a:gd name="csX35" fmla="*/ 122627 w 173178"/>
                <a:gd name="csY35" fmla="*/ 91478 h 97267"/>
                <a:gd name="csX36" fmla="*/ 121410 w 173178"/>
                <a:gd name="csY36" fmla="*/ 90633 h 97267"/>
                <a:gd name="csX37" fmla="*/ 120771 w 173178"/>
                <a:gd name="csY37" fmla="*/ 88906 h 97267"/>
                <a:gd name="csX38" fmla="*/ 120611 w 173178"/>
                <a:gd name="csY38" fmla="*/ 87263 h 97267"/>
                <a:gd name="csX39" fmla="*/ 119508 w 173178"/>
                <a:gd name="csY39" fmla="*/ 86137 h 97267"/>
                <a:gd name="csX40" fmla="*/ 117811 w 173178"/>
                <a:gd name="csY40" fmla="*/ 85878 h 97267"/>
                <a:gd name="csX41" fmla="*/ 115414 w 173178"/>
                <a:gd name="csY41" fmla="*/ 86890 h 97267"/>
                <a:gd name="csX42" fmla="*/ 111922 w 173178"/>
                <a:gd name="csY42" fmla="*/ 88229 h 97267"/>
                <a:gd name="csX43" fmla="*/ 110796 w 173178"/>
                <a:gd name="csY43" fmla="*/ 88001 h 97267"/>
                <a:gd name="csX44" fmla="*/ 109761 w 173178"/>
                <a:gd name="csY44" fmla="*/ 87620 h 97267"/>
                <a:gd name="csX45" fmla="*/ 109381 w 173178"/>
                <a:gd name="csY45" fmla="*/ 87263 h 97267"/>
                <a:gd name="csX46" fmla="*/ 108901 w 173178"/>
                <a:gd name="csY46" fmla="*/ 85718 h 97267"/>
                <a:gd name="csX47" fmla="*/ 108346 w 173178"/>
                <a:gd name="csY47" fmla="*/ 85376 h 97267"/>
                <a:gd name="csX48" fmla="*/ 107532 w 173178"/>
                <a:gd name="csY48" fmla="*/ 85322 h 97267"/>
                <a:gd name="csX49" fmla="*/ 106102 w 173178"/>
                <a:gd name="csY49" fmla="*/ 84950 h 97267"/>
                <a:gd name="csX50" fmla="*/ 104321 w 173178"/>
                <a:gd name="csY50" fmla="*/ 83801 h 97267"/>
                <a:gd name="csX51" fmla="*/ 98949 w 173178"/>
                <a:gd name="csY51" fmla="*/ 81085 h 97267"/>
                <a:gd name="csX52" fmla="*/ 98272 w 173178"/>
                <a:gd name="csY52" fmla="*/ 79875 h 97267"/>
                <a:gd name="csX53" fmla="*/ 98295 w 173178"/>
                <a:gd name="csY53" fmla="*/ 77196 h 97267"/>
                <a:gd name="csX54" fmla="*/ 97998 w 173178"/>
                <a:gd name="csY54" fmla="*/ 76093 h 97267"/>
                <a:gd name="csX55" fmla="*/ 97344 w 173178"/>
                <a:gd name="csY55" fmla="*/ 74929 h 97267"/>
                <a:gd name="csX56" fmla="*/ 94582 w 173178"/>
                <a:gd name="csY56" fmla="*/ 73742 h 97267"/>
                <a:gd name="csX57" fmla="*/ 89226 w 173178"/>
                <a:gd name="csY57" fmla="*/ 71840 h 97267"/>
                <a:gd name="csX58" fmla="*/ 86258 w 173178"/>
                <a:gd name="csY58" fmla="*/ 70318 h 97267"/>
                <a:gd name="csX59" fmla="*/ 84843 w 173178"/>
                <a:gd name="csY59" fmla="*/ 71033 h 97267"/>
                <a:gd name="csX60" fmla="*/ 82119 w 173178"/>
                <a:gd name="csY60" fmla="*/ 71665 h 97267"/>
                <a:gd name="csX61" fmla="*/ 80658 w 173178"/>
                <a:gd name="csY61" fmla="*/ 73042 h 97267"/>
                <a:gd name="csX62" fmla="*/ 78908 w 173178"/>
                <a:gd name="csY62" fmla="*/ 72601 h 97267"/>
                <a:gd name="csX63" fmla="*/ 74746 w 173178"/>
                <a:gd name="csY63" fmla="*/ 71155 h 97267"/>
                <a:gd name="csX64" fmla="*/ 72509 w 173178"/>
                <a:gd name="csY64" fmla="*/ 70942 h 97267"/>
                <a:gd name="csX65" fmla="*/ 71163 w 173178"/>
                <a:gd name="csY65" fmla="*/ 71437 h 97267"/>
                <a:gd name="csX66" fmla="*/ 70851 w 173178"/>
                <a:gd name="csY66" fmla="*/ 72259 h 97267"/>
                <a:gd name="csX67" fmla="*/ 69146 w 173178"/>
                <a:gd name="csY67" fmla="*/ 73202 h 97267"/>
                <a:gd name="csX68" fmla="*/ 67526 w 173178"/>
                <a:gd name="csY68" fmla="*/ 72449 h 97267"/>
                <a:gd name="csX69" fmla="*/ 64323 w 173178"/>
                <a:gd name="csY69" fmla="*/ 71444 h 97267"/>
                <a:gd name="csX70" fmla="*/ 61523 w 173178"/>
                <a:gd name="csY70" fmla="*/ 70889 h 97267"/>
                <a:gd name="csX71" fmla="*/ 57270 w 173178"/>
                <a:gd name="csY71" fmla="*/ 69656 h 97267"/>
                <a:gd name="csX72" fmla="*/ 56782 w 173178"/>
                <a:gd name="csY72" fmla="*/ 67800 h 97267"/>
                <a:gd name="csX73" fmla="*/ 56067 w 173178"/>
                <a:gd name="csY73" fmla="*/ 65959 h 97267"/>
                <a:gd name="csX74" fmla="*/ 55063 w 173178"/>
                <a:gd name="csY74" fmla="*/ 65631 h 97267"/>
                <a:gd name="csX75" fmla="*/ 51251 w 173178"/>
                <a:gd name="csY75" fmla="*/ 65997 h 97267"/>
                <a:gd name="csX76" fmla="*/ 47751 w 173178"/>
                <a:gd name="csY76" fmla="*/ 63965 h 97267"/>
                <a:gd name="csX77" fmla="*/ 44000 w 173178"/>
                <a:gd name="csY77" fmla="*/ 61355 h 97267"/>
                <a:gd name="csX78" fmla="*/ 42403 w 173178"/>
                <a:gd name="csY78" fmla="*/ 60503 h 97267"/>
                <a:gd name="csX79" fmla="*/ 41345 w 173178"/>
                <a:gd name="csY79" fmla="*/ 60191 h 97267"/>
                <a:gd name="csX80" fmla="*/ 40440 w 173178"/>
                <a:gd name="csY80" fmla="*/ 60534 h 97267"/>
                <a:gd name="csX81" fmla="*/ 39404 w 173178"/>
                <a:gd name="csY81" fmla="*/ 61135 h 97267"/>
                <a:gd name="csX82" fmla="*/ 38461 w 173178"/>
                <a:gd name="csY82" fmla="*/ 61310 h 97267"/>
                <a:gd name="csX83" fmla="*/ 36422 w 173178"/>
                <a:gd name="csY83" fmla="*/ 60184 h 97267"/>
                <a:gd name="csX84" fmla="*/ 33828 w 173178"/>
                <a:gd name="csY84" fmla="*/ 58586 h 97267"/>
                <a:gd name="csX85" fmla="*/ 30632 w 173178"/>
                <a:gd name="csY85" fmla="*/ 56615 h 97267"/>
                <a:gd name="csX86" fmla="*/ 26889 w 173178"/>
                <a:gd name="csY86" fmla="*/ 53869 h 97267"/>
                <a:gd name="csX87" fmla="*/ 25352 w 173178"/>
                <a:gd name="csY87" fmla="*/ 52309 h 97267"/>
                <a:gd name="csX88" fmla="*/ 24659 w 173178"/>
                <a:gd name="csY88" fmla="*/ 51145 h 97267"/>
                <a:gd name="csX89" fmla="*/ 23860 w 173178"/>
                <a:gd name="csY89" fmla="*/ 50041 h 97267"/>
                <a:gd name="csX90" fmla="*/ 20604 w 173178"/>
                <a:gd name="csY90" fmla="*/ 48238 h 97267"/>
                <a:gd name="csX91" fmla="*/ 18032 w 173178"/>
                <a:gd name="csY91" fmla="*/ 46816 h 97267"/>
                <a:gd name="csX92" fmla="*/ 14928 w 173178"/>
                <a:gd name="csY92" fmla="*/ 45096 h 97267"/>
                <a:gd name="csX93" fmla="*/ 14410 w 173178"/>
                <a:gd name="csY93" fmla="*/ 44753 h 97267"/>
                <a:gd name="csX94" fmla="*/ 13239 w 173178"/>
                <a:gd name="csY94" fmla="*/ 43726 h 97267"/>
                <a:gd name="csX95" fmla="*/ 11436 w 173178"/>
                <a:gd name="csY95" fmla="*/ 42441 h 97267"/>
                <a:gd name="csX96" fmla="*/ 9959 w 173178"/>
                <a:gd name="csY96" fmla="*/ 42060 h 97267"/>
                <a:gd name="csX97" fmla="*/ 9488 w 173178"/>
                <a:gd name="csY97" fmla="*/ 42775 h 97267"/>
                <a:gd name="csX98" fmla="*/ 9130 w 173178"/>
                <a:gd name="csY98" fmla="*/ 43521 h 97267"/>
                <a:gd name="csX99" fmla="*/ 7844 w 173178"/>
                <a:gd name="csY99" fmla="*/ 43346 h 97267"/>
                <a:gd name="csX100" fmla="*/ 5836 w 173178"/>
                <a:gd name="csY100" fmla="*/ 42030 h 97267"/>
                <a:gd name="csX101" fmla="*/ 3736 w 173178"/>
                <a:gd name="csY101" fmla="*/ 40652 h 97267"/>
                <a:gd name="csX102" fmla="*/ 2100 w 173178"/>
                <a:gd name="csY102" fmla="*/ 39374 h 97267"/>
                <a:gd name="csX103" fmla="*/ 411 w 173178"/>
                <a:gd name="csY103" fmla="*/ 38058 h 97267"/>
                <a:gd name="csX104" fmla="*/ 0 w 173178"/>
                <a:gd name="csY104" fmla="*/ 37084 h 97267"/>
                <a:gd name="csX105" fmla="*/ 707 w 173178"/>
                <a:gd name="csY105" fmla="*/ 34079 h 97267"/>
                <a:gd name="csX106" fmla="*/ 1689 w 173178"/>
                <a:gd name="csY106" fmla="*/ 31500 h 97267"/>
                <a:gd name="csX107" fmla="*/ 2518 w 173178"/>
                <a:gd name="csY107" fmla="*/ 30921 h 97267"/>
                <a:gd name="csX108" fmla="*/ 3873 w 173178"/>
                <a:gd name="csY108" fmla="*/ 29209 h 97267"/>
                <a:gd name="csX109" fmla="*/ 4367 w 173178"/>
                <a:gd name="csY109" fmla="*/ 26204 h 97267"/>
                <a:gd name="csX110" fmla="*/ 4344 w 173178"/>
                <a:gd name="csY110" fmla="*/ 23632 h 97267"/>
                <a:gd name="csX111" fmla="*/ 5660 w 173178"/>
                <a:gd name="csY111" fmla="*/ 20003 h 97267"/>
                <a:gd name="csX112" fmla="*/ 7487 w 173178"/>
                <a:gd name="csY112" fmla="*/ 16138 h 97267"/>
                <a:gd name="csX113" fmla="*/ 10629 w 173178"/>
                <a:gd name="csY113" fmla="*/ 11991 h 97267"/>
                <a:gd name="csX114" fmla="*/ 11983 w 173178"/>
                <a:gd name="csY114" fmla="*/ 10614 h 97267"/>
                <a:gd name="csX115" fmla="*/ 13513 w 173178"/>
                <a:gd name="csY115" fmla="*/ 9670 h 97267"/>
                <a:gd name="csX116" fmla="*/ 16412 w 173178"/>
                <a:gd name="csY116" fmla="*/ 6604 h 97267"/>
                <a:gd name="csX117" fmla="*/ 17012 w 173178"/>
                <a:gd name="csY117" fmla="*/ 6102 h 97267"/>
                <a:gd name="csX118" fmla="*/ 18283 w 173178"/>
                <a:gd name="csY118" fmla="*/ 5311 h 97267"/>
                <a:gd name="csX119" fmla="*/ 19531 w 173178"/>
                <a:gd name="csY119" fmla="*/ 5113 h 97267"/>
                <a:gd name="csX120" fmla="*/ 20474 w 173178"/>
                <a:gd name="csY120" fmla="*/ 5493 h 97267"/>
                <a:gd name="csX121" fmla="*/ 21441 w 173178"/>
                <a:gd name="csY121" fmla="*/ 7099 h 97267"/>
                <a:gd name="csX122" fmla="*/ 22613 w 173178"/>
                <a:gd name="csY122" fmla="*/ 8628 h 97267"/>
                <a:gd name="csX123" fmla="*/ 24035 w 173178"/>
                <a:gd name="csY123" fmla="*/ 8552 h 97267"/>
                <a:gd name="csX124" fmla="*/ 25702 w 173178"/>
                <a:gd name="csY124" fmla="*/ 7243 h 97267"/>
                <a:gd name="csX125" fmla="*/ 29156 w 173178"/>
                <a:gd name="csY125" fmla="*/ 1232 h 97267"/>
                <a:gd name="csX126" fmla="*/ 33957 w 173178"/>
                <a:gd name="csY126" fmla="*/ 0 h 97267"/>
                <a:gd name="csX127" fmla="*/ 38507 w 173178"/>
                <a:gd name="csY127" fmla="*/ 624 h 97267"/>
                <a:gd name="csX128" fmla="*/ 42532 w 173178"/>
                <a:gd name="csY128" fmla="*/ 1499 h 97267"/>
                <a:gd name="csX129" fmla="*/ 43719 w 173178"/>
                <a:gd name="csY129" fmla="*/ 3508 h 97267"/>
                <a:gd name="csX130" fmla="*/ 44495 w 173178"/>
                <a:gd name="csY130" fmla="*/ 5630 h 97267"/>
                <a:gd name="csX131" fmla="*/ 44997 w 173178"/>
                <a:gd name="csY131" fmla="*/ 6703 h 97267"/>
                <a:gd name="csX132" fmla="*/ 46321 w 173178"/>
                <a:gd name="csY132" fmla="*/ 7966 h 97267"/>
                <a:gd name="csX133" fmla="*/ 51997 w 173178"/>
                <a:gd name="csY133" fmla="*/ 10964 h 97267"/>
                <a:gd name="csX134" fmla="*/ 55291 w 173178"/>
                <a:gd name="csY134" fmla="*/ 13665 h 97267"/>
                <a:gd name="csX135" fmla="*/ 59849 w 173178"/>
                <a:gd name="csY135" fmla="*/ 17287 h 97267"/>
                <a:gd name="csX136" fmla="*/ 63257 w 173178"/>
                <a:gd name="csY136" fmla="*/ 18877 h 97267"/>
                <a:gd name="csX137" fmla="*/ 66278 w 173178"/>
                <a:gd name="csY137" fmla="*/ 19014 h 97267"/>
                <a:gd name="csX138" fmla="*/ 67983 w 173178"/>
                <a:gd name="csY138" fmla="*/ 20429 h 97267"/>
                <a:gd name="csX139" fmla="*/ 70546 w 173178"/>
                <a:gd name="csY139" fmla="*/ 23252 h 97267"/>
                <a:gd name="csX140" fmla="*/ 72715 w 173178"/>
                <a:gd name="csY140" fmla="*/ 26485 h 97267"/>
                <a:gd name="csX141" fmla="*/ 75416 w 173178"/>
                <a:gd name="csY141" fmla="*/ 29476 h 97267"/>
                <a:gd name="csX142" fmla="*/ 77288 w 173178"/>
                <a:gd name="csY142" fmla="*/ 29377 h 97267"/>
                <a:gd name="csX143" fmla="*/ 79837 w 173178"/>
                <a:gd name="csY143" fmla="*/ 28410 h 97267"/>
                <a:gd name="csX144" fmla="*/ 82948 w 173178"/>
                <a:gd name="csY144" fmla="*/ 27140 h 97267"/>
                <a:gd name="csX145" fmla="*/ 84782 w 173178"/>
                <a:gd name="csY145" fmla="*/ 27764 h 97267"/>
                <a:gd name="csX146" fmla="*/ 86479 w 173178"/>
                <a:gd name="csY146" fmla="*/ 28593 h 97267"/>
                <a:gd name="csX147" fmla="*/ 87042 w 173178"/>
                <a:gd name="csY147" fmla="*/ 30137 h 97267"/>
                <a:gd name="csX148" fmla="*/ 88069 w 173178"/>
                <a:gd name="csY148" fmla="*/ 33059 h 97267"/>
                <a:gd name="csX149" fmla="*/ 89195 w 173178"/>
                <a:gd name="csY149" fmla="*/ 36087 h 97267"/>
                <a:gd name="csX150" fmla="*/ 90975 w 173178"/>
                <a:gd name="csY150" fmla="*/ 37145 h 97267"/>
                <a:gd name="csX151" fmla="*/ 93091 w 173178"/>
                <a:gd name="csY151" fmla="*/ 38697 h 97267"/>
                <a:gd name="csX152" fmla="*/ 94255 w 173178"/>
                <a:gd name="csY152" fmla="*/ 39930 h 97267"/>
                <a:gd name="csX153" fmla="*/ 98211 w 173178"/>
                <a:gd name="csY153" fmla="*/ 42197 h 97267"/>
                <a:gd name="csX154" fmla="*/ 98767 w 173178"/>
                <a:gd name="csY154" fmla="*/ 43118 h 97267"/>
                <a:gd name="csX155" fmla="*/ 99566 w 173178"/>
                <a:gd name="csY155" fmla="*/ 43742 h 97267"/>
                <a:gd name="csX156" fmla="*/ 100532 w 173178"/>
                <a:gd name="csY156" fmla="*/ 44137 h 97267"/>
                <a:gd name="csX157" fmla="*/ 101331 w 173178"/>
                <a:gd name="csY157" fmla="*/ 44601 h 97267"/>
                <a:gd name="csX158" fmla="*/ 102579 w 173178"/>
                <a:gd name="csY158" fmla="*/ 44761 h 97267"/>
                <a:gd name="csX159" fmla="*/ 107144 w 173178"/>
                <a:gd name="csY159" fmla="*/ 43407 h 97267"/>
                <a:gd name="csX160" fmla="*/ 108361 w 173178"/>
                <a:gd name="csY160" fmla="*/ 43574 h 97267"/>
                <a:gd name="csX161" fmla="*/ 109061 w 173178"/>
                <a:gd name="csY161" fmla="*/ 43825 h 97267"/>
                <a:gd name="csX162" fmla="*/ 109084 w 173178"/>
                <a:gd name="csY162" fmla="*/ 44320 h 97267"/>
                <a:gd name="csX163" fmla="*/ 108262 w 173178"/>
                <a:gd name="csY163" fmla="*/ 46435 h 97267"/>
                <a:gd name="csX164" fmla="*/ 107562 w 173178"/>
                <a:gd name="csY164" fmla="*/ 49144 h 97267"/>
                <a:gd name="csX165" fmla="*/ 108285 w 173178"/>
                <a:gd name="csY165" fmla="*/ 50498 h 97267"/>
                <a:gd name="csX166" fmla="*/ 110203 w 173178"/>
                <a:gd name="csY166" fmla="*/ 51061 h 97267"/>
                <a:gd name="csX167" fmla="*/ 114433 w 173178"/>
                <a:gd name="csY167" fmla="*/ 51464 h 97267"/>
                <a:gd name="csX168" fmla="*/ 120147 w 173178"/>
                <a:gd name="csY168" fmla="*/ 51426 h 97267"/>
                <a:gd name="csX169" fmla="*/ 121889 w 173178"/>
                <a:gd name="csY169" fmla="*/ 52796 h 97267"/>
                <a:gd name="csX170" fmla="*/ 123609 w 173178"/>
                <a:gd name="csY170" fmla="*/ 54850 h 97267"/>
                <a:gd name="csX171" fmla="*/ 125351 w 173178"/>
                <a:gd name="csY171" fmla="*/ 58358 h 97267"/>
                <a:gd name="csX172" fmla="*/ 126043 w 173178"/>
                <a:gd name="csY172" fmla="*/ 59841 h 97267"/>
                <a:gd name="csX173" fmla="*/ 126903 w 173178"/>
                <a:gd name="csY173" fmla="*/ 60267 h 97267"/>
                <a:gd name="csX174" fmla="*/ 128387 w 173178"/>
                <a:gd name="csY174" fmla="*/ 59681 h 97267"/>
                <a:gd name="csX175" fmla="*/ 128638 w 173178"/>
                <a:gd name="csY175" fmla="*/ 58244 h 97267"/>
                <a:gd name="csX176" fmla="*/ 128699 w 173178"/>
                <a:gd name="csY176" fmla="*/ 56098 h 97267"/>
                <a:gd name="csX177" fmla="*/ 129947 w 173178"/>
                <a:gd name="csY177" fmla="*/ 55360 h 97267"/>
                <a:gd name="csX178" fmla="*/ 130745 w 173178"/>
                <a:gd name="csY178" fmla="*/ 55908 h 97267"/>
                <a:gd name="csX179" fmla="*/ 131674 w 173178"/>
                <a:gd name="csY179" fmla="*/ 57582 h 97267"/>
                <a:gd name="csX180" fmla="*/ 134032 w 173178"/>
                <a:gd name="csY180" fmla="*/ 59088 h 97267"/>
                <a:gd name="csX181" fmla="*/ 135744 w 173178"/>
                <a:gd name="csY181" fmla="*/ 59826 h 97267"/>
                <a:gd name="csX182" fmla="*/ 137373 w 173178"/>
                <a:gd name="csY182" fmla="*/ 59567 h 97267"/>
                <a:gd name="csX183" fmla="*/ 138057 w 173178"/>
                <a:gd name="csY183" fmla="*/ 58989 h 97267"/>
                <a:gd name="csX184" fmla="*/ 138856 w 173178"/>
                <a:gd name="csY184" fmla="*/ 56060 h 97267"/>
                <a:gd name="csX185" fmla="*/ 140142 w 173178"/>
                <a:gd name="csY185" fmla="*/ 55634 h 97267"/>
                <a:gd name="csX186" fmla="*/ 141763 w 173178"/>
                <a:gd name="csY186" fmla="*/ 55824 h 97267"/>
                <a:gd name="csX187" fmla="*/ 142387 w 173178"/>
                <a:gd name="csY187" fmla="*/ 56410 h 97267"/>
                <a:gd name="csX188" fmla="*/ 143041 w 173178"/>
                <a:gd name="csY188" fmla="*/ 57582 h 97267"/>
                <a:gd name="csX189" fmla="*/ 145011 w 173178"/>
                <a:gd name="csY189" fmla="*/ 58137 h 97267"/>
                <a:gd name="csX190" fmla="*/ 146967 w 173178"/>
                <a:gd name="csY190" fmla="*/ 58867 h 97267"/>
                <a:gd name="csX191" fmla="*/ 148801 w 173178"/>
                <a:gd name="csY191" fmla="*/ 59826 h 97267"/>
                <a:gd name="csX192" fmla="*/ 151395 w 173178"/>
                <a:gd name="csY192" fmla="*/ 61995 h 97267"/>
                <a:gd name="csX193" fmla="*/ 154583 w 173178"/>
                <a:gd name="csY193" fmla="*/ 62398 h 97267"/>
                <a:gd name="csX194" fmla="*/ 158288 w 173178"/>
                <a:gd name="csY194" fmla="*/ 62345 h 97267"/>
                <a:gd name="csX195" fmla="*/ 160236 w 173178"/>
                <a:gd name="csY195" fmla="*/ 62398 h 97267"/>
                <a:gd name="csX196" fmla="*/ 161667 w 173178"/>
                <a:gd name="csY196" fmla="*/ 62558 h 97267"/>
                <a:gd name="csX197" fmla="*/ 162953 w 173178"/>
                <a:gd name="csY197" fmla="*/ 62405 h 97267"/>
                <a:gd name="csX198" fmla="*/ 166749 w 173178"/>
                <a:gd name="csY198" fmla="*/ 60853 h 97267"/>
                <a:gd name="csX199" fmla="*/ 168301 w 173178"/>
                <a:gd name="csY199" fmla="*/ 60739 h 97267"/>
                <a:gd name="csX200" fmla="*/ 170226 w 173178"/>
                <a:gd name="csY200" fmla="*/ 60914 h 972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Lst>
              <a:rect l="l" t="t" r="r" b="b"/>
              <a:pathLst>
                <a:path w="173178" h="97267">
                  <a:moveTo>
                    <a:pt x="172075" y="61226"/>
                  </a:moveTo>
                  <a:lnTo>
                    <a:pt x="172935" y="61880"/>
                  </a:lnTo>
                  <a:lnTo>
                    <a:pt x="173026" y="62953"/>
                  </a:lnTo>
                  <a:lnTo>
                    <a:pt x="172866" y="64140"/>
                  </a:lnTo>
                  <a:lnTo>
                    <a:pt x="171984" y="66704"/>
                  </a:lnTo>
                  <a:lnTo>
                    <a:pt x="171177" y="68500"/>
                  </a:lnTo>
                  <a:lnTo>
                    <a:pt x="170242" y="72297"/>
                  </a:lnTo>
                  <a:lnTo>
                    <a:pt x="169397" y="78863"/>
                  </a:lnTo>
                  <a:lnTo>
                    <a:pt x="169580" y="80012"/>
                  </a:lnTo>
                  <a:lnTo>
                    <a:pt x="172098" y="83763"/>
                  </a:lnTo>
                  <a:lnTo>
                    <a:pt x="173080" y="86654"/>
                  </a:lnTo>
                  <a:lnTo>
                    <a:pt x="173179" y="88609"/>
                  </a:lnTo>
                  <a:lnTo>
                    <a:pt x="172106" y="91904"/>
                  </a:lnTo>
                  <a:lnTo>
                    <a:pt x="170896" y="95609"/>
                  </a:lnTo>
                  <a:lnTo>
                    <a:pt x="170303" y="96446"/>
                  </a:lnTo>
                  <a:lnTo>
                    <a:pt x="169618" y="96743"/>
                  </a:lnTo>
                  <a:lnTo>
                    <a:pt x="166506" y="95449"/>
                  </a:lnTo>
                  <a:lnTo>
                    <a:pt x="164368" y="95632"/>
                  </a:lnTo>
                  <a:lnTo>
                    <a:pt x="161903" y="96347"/>
                  </a:lnTo>
                  <a:lnTo>
                    <a:pt x="159331" y="96203"/>
                  </a:lnTo>
                  <a:lnTo>
                    <a:pt x="157200" y="95777"/>
                  </a:lnTo>
                  <a:lnTo>
                    <a:pt x="154515" y="97268"/>
                  </a:lnTo>
                  <a:lnTo>
                    <a:pt x="151935" y="96461"/>
                  </a:lnTo>
                  <a:lnTo>
                    <a:pt x="150284" y="95541"/>
                  </a:lnTo>
                  <a:lnTo>
                    <a:pt x="149189" y="92961"/>
                  </a:lnTo>
                  <a:lnTo>
                    <a:pt x="148725" y="92634"/>
                  </a:lnTo>
                  <a:lnTo>
                    <a:pt x="143300" y="95328"/>
                  </a:lnTo>
                  <a:lnTo>
                    <a:pt x="141998" y="95495"/>
                  </a:lnTo>
                  <a:lnTo>
                    <a:pt x="138628" y="94049"/>
                  </a:lnTo>
                  <a:lnTo>
                    <a:pt x="135874" y="92611"/>
                  </a:lnTo>
                  <a:lnTo>
                    <a:pt x="134839" y="92185"/>
                  </a:lnTo>
                  <a:lnTo>
                    <a:pt x="132176" y="91622"/>
                  </a:lnTo>
                  <a:lnTo>
                    <a:pt x="129787" y="91295"/>
                  </a:lnTo>
                  <a:lnTo>
                    <a:pt x="127177" y="90405"/>
                  </a:lnTo>
                  <a:lnTo>
                    <a:pt x="123936" y="91577"/>
                  </a:lnTo>
                  <a:lnTo>
                    <a:pt x="122627" y="91478"/>
                  </a:lnTo>
                  <a:lnTo>
                    <a:pt x="121410" y="90633"/>
                  </a:lnTo>
                  <a:lnTo>
                    <a:pt x="120771" y="88906"/>
                  </a:lnTo>
                  <a:lnTo>
                    <a:pt x="120611" y="87263"/>
                  </a:lnTo>
                  <a:lnTo>
                    <a:pt x="119508" y="86137"/>
                  </a:lnTo>
                  <a:lnTo>
                    <a:pt x="117811" y="85878"/>
                  </a:lnTo>
                  <a:lnTo>
                    <a:pt x="115414" y="86890"/>
                  </a:lnTo>
                  <a:lnTo>
                    <a:pt x="111922" y="88229"/>
                  </a:lnTo>
                  <a:lnTo>
                    <a:pt x="110796" y="88001"/>
                  </a:lnTo>
                  <a:lnTo>
                    <a:pt x="109761" y="87620"/>
                  </a:lnTo>
                  <a:lnTo>
                    <a:pt x="109381" y="87263"/>
                  </a:lnTo>
                  <a:lnTo>
                    <a:pt x="108901" y="85718"/>
                  </a:lnTo>
                  <a:lnTo>
                    <a:pt x="108346" y="85376"/>
                  </a:lnTo>
                  <a:lnTo>
                    <a:pt x="107532" y="85322"/>
                  </a:lnTo>
                  <a:lnTo>
                    <a:pt x="106102" y="84950"/>
                  </a:lnTo>
                  <a:lnTo>
                    <a:pt x="104321" y="83801"/>
                  </a:lnTo>
                  <a:lnTo>
                    <a:pt x="98949" y="81085"/>
                  </a:lnTo>
                  <a:lnTo>
                    <a:pt x="98272" y="79875"/>
                  </a:lnTo>
                  <a:lnTo>
                    <a:pt x="98295" y="77196"/>
                  </a:lnTo>
                  <a:lnTo>
                    <a:pt x="97998" y="76093"/>
                  </a:lnTo>
                  <a:lnTo>
                    <a:pt x="97344" y="74929"/>
                  </a:lnTo>
                  <a:lnTo>
                    <a:pt x="94582" y="73742"/>
                  </a:lnTo>
                  <a:lnTo>
                    <a:pt x="89226" y="71840"/>
                  </a:lnTo>
                  <a:lnTo>
                    <a:pt x="86258" y="70318"/>
                  </a:lnTo>
                  <a:lnTo>
                    <a:pt x="84843" y="71033"/>
                  </a:lnTo>
                  <a:lnTo>
                    <a:pt x="82119" y="71665"/>
                  </a:lnTo>
                  <a:lnTo>
                    <a:pt x="80658" y="73042"/>
                  </a:lnTo>
                  <a:lnTo>
                    <a:pt x="78908" y="72601"/>
                  </a:lnTo>
                  <a:lnTo>
                    <a:pt x="74746" y="71155"/>
                  </a:lnTo>
                  <a:lnTo>
                    <a:pt x="72509" y="70942"/>
                  </a:lnTo>
                  <a:lnTo>
                    <a:pt x="71163" y="71437"/>
                  </a:lnTo>
                  <a:lnTo>
                    <a:pt x="70851" y="72259"/>
                  </a:lnTo>
                  <a:lnTo>
                    <a:pt x="69146" y="73202"/>
                  </a:lnTo>
                  <a:lnTo>
                    <a:pt x="67526" y="72449"/>
                  </a:lnTo>
                  <a:lnTo>
                    <a:pt x="64323" y="71444"/>
                  </a:lnTo>
                  <a:lnTo>
                    <a:pt x="61523" y="70889"/>
                  </a:lnTo>
                  <a:lnTo>
                    <a:pt x="57270" y="69656"/>
                  </a:lnTo>
                  <a:lnTo>
                    <a:pt x="56782" y="67800"/>
                  </a:lnTo>
                  <a:lnTo>
                    <a:pt x="56067" y="65959"/>
                  </a:lnTo>
                  <a:lnTo>
                    <a:pt x="55063" y="65631"/>
                  </a:lnTo>
                  <a:lnTo>
                    <a:pt x="51251" y="65997"/>
                  </a:lnTo>
                  <a:lnTo>
                    <a:pt x="47751" y="63965"/>
                  </a:lnTo>
                  <a:lnTo>
                    <a:pt x="44000" y="61355"/>
                  </a:lnTo>
                  <a:lnTo>
                    <a:pt x="42403" y="60503"/>
                  </a:lnTo>
                  <a:lnTo>
                    <a:pt x="41345" y="60191"/>
                  </a:lnTo>
                  <a:lnTo>
                    <a:pt x="40440" y="60534"/>
                  </a:lnTo>
                  <a:lnTo>
                    <a:pt x="39404" y="61135"/>
                  </a:lnTo>
                  <a:lnTo>
                    <a:pt x="38461" y="61310"/>
                  </a:lnTo>
                  <a:lnTo>
                    <a:pt x="36422" y="60184"/>
                  </a:lnTo>
                  <a:lnTo>
                    <a:pt x="33828" y="58586"/>
                  </a:lnTo>
                  <a:lnTo>
                    <a:pt x="30632" y="56615"/>
                  </a:lnTo>
                  <a:lnTo>
                    <a:pt x="26889" y="53869"/>
                  </a:lnTo>
                  <a:lnTo>
                    <a:pt x="25352" y="52309"/>
                  </a:lnTo>
                  <a:lnTo>
                    <a:pt x="24659" y="51145"/>
                  </a:lnTo>
                  <a:lnTo>
                    <a:pt x="23860" y="50041"/>
                  </a:lnTo>
                  <a:lnTo>
                    <a:pt x="20604" y="48238"/>
                  </a:lnTo>
                  <a:lnTo>
                    <a:pt x="18032" y="46816"/>
                  </a:lnTo>
                  <a:lnTo>
                    <a:pt x="14928" y="45096"/>
                  </a:lnTo>
                  <a:lnTo>
                    <a:pt x="14410" y="44753"/>
                  </a:lnTo>
                  <a:lnTo>
                    <a:pt x="13239" y="43726"/>
                  </a:lnTo>
                  <a:lnTo>
                    <a:pt x="11436" y="42441"/>
                  </a:lnTo>
                  <a:lnTo>
                    <a:pt x="9959" y="42060"/>
                  </a:lnTo>
                  <a:lnTo>
                    <a:pt x="9488" y="42775"/>
                  </a:lnTo>
                  <a:lnTo>
                    <a:pt x="9130" y="43521"/>
                  </a:lnTo>
                  <a:lnTo>
                    <a:pt x="7844" y="43346"/>
                  </a:lnTo>
                  <a:lnTo>
                    <a:pt x="5836" y="42030"/>
                  </a:lnTo>
                  <a:lnTo>
                    <a:pt x="3736" y="40652"/>
                  </a:lnTo>
                  <a:lnTo>
                    <a:pt x="2100" y="39374"/>
                  </a:lnTo>
                  <a:lnTo>
                    <a:pt x="411" y="38058"/>
                  </a:lnTo>
                  <a:lnTo>
                    <a:pt x="0" y="37084"/>
                  </a:lnTo>
                  <a:lnTo>
                    <a:pt x="707" y="34079"/>
                  </a:lnTo>
                  <a:lnTo>
                    <a:pt x="1689" y="31500"/>
                  </a:lnTo>
                  <a:lnTo>
                    <a:pt x="2518" y="30921"/>
                  </a:lnTo>
                  <a:lnTo>
                    <a:pt x="3873" y="29209"/>
                  </a:lnTo>
                  <a:lnTo>
                    <a:pt x="4367" y="26204"/>
                  </a:lnTo>
                  <a:lnTo>
                    <a:pt x="4344" y="23632"/>
                  </a:lnTo>
                  <a:lnTo>
                    <a:pt x="5660" y="20003"/>
                  </a:lnTo>
                  <a:lnTo>
                    <a:pt x="7487" y="16138"/>
                  </a:lnTo>
                  <a:lnTo>
                    <a:pt x="10629" y="11991"/>
                  </a:lnTo>
                  <a:lnTo>
                    <a:pt x="11983" y="10614"/>
                  </a:lnTo>
                  <a:lnTo>
                    <a:pt x="13513" y="9670"/>
                  </a:lnTo>
                  <a:lnTo>
                    <a:pt x="16412" y="6604"/>
                  </a:lnTo>
                  <a:lnTo>
                    <a:pt x="17012" y="6102"/>
                  </a:lnTo>
                  <a:lnTo>
                    <a:pt x="18283" y="5311"/>
                  </a:lnTo>
                  <a:lnTo>
                    <a:pt x="19531" y="5113"/>
                  </a:lnTo>
                  <a:lnTo>
                    <a:pt x="20474" y="5493"/>
                  </a:lnTo>
                  <a:lnTo>
                    <a:pt x="21441" y="7099"/>
                  </a:lnTo>
                  <a:lnTo>
                    <a:pt x="22613" y="8628"/>
                  </a:lnTo>
                  <a:lnTo>
                    <a:pt x="24035" y="8552"/>
                  </a:lnTo>
                  <a:lnTo>
                    <a:pt x="25702" y="7243"/>
                  </a:lnTo>
                  <a:lnTo>
                    <a:pt x="29156" y="1232"/>
                  </a:lnTo>
                  <a:lnTo>
                    <a:pt x="33957" y="0"/>
                  </a:lnTo>
                  <a:lnTo>
                    <a:pt x="38507" y="624"/>
                  </a:lnTo>
                  <a:lnTo>
                    <a:pt x="42532" y="1499"/>
                  </a:lnTo>
                  <a:lnTo>
                    <a:pt x="43719" y="3508"/>
                  </a:lnTo>
                  <a:lnTo>
                    <a:pt x="44495" y="5630"/>
                  </a:lnTo>
                  <a:lnTo>
                    <a:pt x="44997" y="6703"/>
                  </a:lnTo>
                  <a:lnTo>
                    <a:pt x="46321" y="7966"/>
                  </a:lnTo>
                  <a:lnTo>
                    <a:pt x="51997" y="10964"/>
                  </a:lnTo>
                  <a:lnTo>
                    <a:pt x="55291" y="13665"/>
                  </a:lnTo>
                  <a:lnTo>
                    <a:pt x="59849" y="17287"/>
                  </a:lnTo>
                  <a:lnTo>
                    <a:pt x="63257" y="18877"/>
                  </a:lnTo>
                  <a:lnTo>
                    <a:pt x="66278" y="19014"/>
                  </a:lnTo>
                  <a:lnTo>
                    <a:pt x="67983" y="20429"/>
                  </a:lnTo>
                  <a:lnTo>
                    <a:pt x="70546" y="23252"/>
                  </a:lnTo>
                  <a:lnTo>
                    <a:pt x="72715" y="26485"/>
                  </a:lnTo>
                  <a:lnTo>
                    <a:pt x="75416" y="29476"/>
                  </a:lnTo>
                  <a:lnTo>
                    <a:pt x="77288" y="29377"/>
                  </a:lnTo>
                  <a:lnTo>
                    <a:pt x="79837" y="28410"/>
                  </a:lnTo>
                  <a:lnTo>
                    <a:pt x="82948" y="27140"/>
                  </a:lnTo>
                  <a:lnTo>
                    <a:pt x="84782" y="27764"/>
                  </a:lnTo>
                  <a:lnTo>
                    <a:pt x="86479" y="28593"/>
                  </a:lnTo>
                  <a:lnTo>
                    <a:pt x="87042" y="30137"/>
                  </a:lnTo>
                  <a:lnTo>
                    <a:pt x="88069" y="33059"/>
                  </a:lnTo>
                  <a:lnTo>
                    <a:pt x="89195" y="36087"/>
                  </a:lnTo>
                  <a:lnTo>
                    <a:pt x="90975" y="37145"/>
                  </a:lnTo>
                  <a:lnTo>
                    <a:pt x="93091" y="38697"/>
                  </a:lnTo>
                  <a:lnTo>
                    <a:pt x="94255" y="39930"/>
                  </a:lnTo>
                  <a:lnTo>
                    <a:pt x="98211" y="42197"/>
                  </a:lnTo>
                  <a:lnTo>
                    <a:pt x="98767" y="43118"/>
                  </a:lnTo>
                  <a:lnTo>
                    <a:pt x="99566" y="43742"/>
                  </a:lnTo>
                  <a:lnTo>
                    <a:pt x="100532" y="44137"/>
                  </a:lnTo>
                  <a:lnTo>
                    <a:pt x="101331" y="44601"/>
                  </a:lnTo>
                  <a:lnTo>
                    <a:pt x="102579" y="44761"/>
                  </a:lnTo>
                  <a:lnTo>
                    <a:pt x="107144" y="43407"/>
                  </a:lnTo>
                  <a:lnTo>
                    <a:pt x="108361" y="43574"/>
                  </a:lnTo>
                  <a:lnTo>
                    <a:pt x="109061" y="43825"/>
                  </a:lnTo>
                  <a:lnTo>
                    <a:pt x="109084" y="44320"/>
                  </a:lnTo>
                  <a:lnTo>
                    <a:pt x="108262" y="46435"/>
                  </a:lnTo>
                  <a:lnTo>
                    <a:pt x="107562" y="49144"/>
                  </a:lnTo>
                  <a:lnTo>
                    <a:pt x="108285" y="50498"/>
                  </a:lnTo>
                  <a:lnTo>
                    <a:pt x="110203" y="51061"/>
                  </a:lnTo>
                  <a:lnTo>
                    <a:pt x="114433" y="51464"/>
                  </a:lnTo>
                  <a:lnTo>
                    <a:pt x="120147" y="51426"/>
                  </a:lnTo>
                  <a:lnTo>
                    <a:pt x="121889" y="52796"/>
                  </a:lnTo>
                  <a:lnTo>
                    <a:pt x="123609" y="54850"/>
                  </a:lnTo>
                  <a:lnTo>
                    <a:pt x="125351" y="58358"/>
                  </a:lnTo>
                  <a:lnTo>
                    <a:pt x="126043" y="59841"/>
                  </a:lnTo>
                  <a:lnTo>
                    <a:pt x="126903" y="60267"/>
                  </a:lnTo>
                  <a:lnTo>
                    <a:pt x="128387" y="59681"/>
                  </a:lnTo>
                  <a:lnTo>
                    <a:pt x="128638" y="58244"/>
                  </a:lnTo>
                  <a:lnTo>
                    <a:pt x="128699" y="56098"/>
                  </a:lnTo>
                  <a:lnTo>
                    <a:pt x="129947" y="55360"/>
                  </a:lnTo>
                  <a:lnTo>
                    <a:pt x="130745" y="55908"/>
                  </a:lnTo>
                  <a:lnTo>
                    <a:pt x="131674" y="57582"/>
                  </a:lnTo>
                  <a:lnTo>
                    <a:pt x="134032" y="59088"/>
                  </a:lnTo>
                  <a:lnTo>
                    <a:pt x="135744" y="59826"/>
                  </a:lnTo>
                  <a:lnTo>
                    <a:pt x="137373" y="59567"/>
                  </a:lnTo>
                  <a:lnTo>
                    <a:pt x="138057" y="58989"/>
                  </a:lnTo>
                  <a:lnTo>
                    <a:pt x="138856" y="56060"/>
                  </a:lnTo>
                  <a:lnTo>
                    <a:pt x="140142" y="55634"/>
                  </a:lnTo>
                  <a:lnTo>
                    <a:pt x="141763" y="55824"/>
                  </a:lnTo>
                  <a:lnTo>
                    <a:pt x="142387" y="56410"/>
                  </a:lnTo>
                  <a:lnTo>
                    <a:pt x="143041" y="57582"/>
                  </a:lnTo>
                  <a:lnTo>
                    <a:pt x="145011" y="58137"/>
                  </a:lnTo>
                  <a:lnTo>
                    <a:pt x="146967" y="58867"/>
                  </a:lnTo>
                  <a:lnTo>
                    <a:pt x="148801" y="59826"/>
                  </a:lnTo>
                  <a:lnTo>
                    <a:pt x="151395" y="61995"/>
                  </a:lnTo>
                  <a:lnTo>
                    <a:pt x="154583" y="62398"/>
                  </a:lnTo>
                  <a:lnTo>
                    <a:pt x="158288" y="62345"/>
                  </a:lnTo>
                  <a:lnTo>
                    <a:pt x="160236" y="62398"/>
                  </a:lnTo>
                  <a:lnTo>
                    <a:pt x="161667" y="62558"/>
                  </a:lnTo>
                  <a:lnTo>
                    <a:pt x="162953" y="62405"/>
                  </a:lnTo>
                  <a:lnTo>
                    <a:pt x="166749" y="60853"/>
                  </a:lnTo>
                  <a:lnTo>
                    <a:pt x="168301" y="60739"/>
                  </a:lnTo>
                  <a:lnTo>
                    <a:pt x="170226" y="60914"/>
                  </a:lnTo>
                  <a:close/>
                </a:path>
              </a:pathLst>
            </a:custGeom>
            <a:solidFill>
              <a:srgbClr val="2562E8"/>
            </a:solidFill>
            <a:ln w="6168" cap="flat">
              <a:solidFill>
                <a:srgbClr val="2562E8"/>
              </a:solidFill>
              <a:prstDash val="solid"/>
              <a:miter/>
            </a:ln>
          </p:spPr>
          <p:txBody>
            <a:bodyPr/>
            <a:lstStyle/>
            <a:p>
              <a:endParaRPr lang="en-US"/>
            </a:p>
          </p:txBody>
        </p:sp>
        <p:sp>
          <p:nvSpPr>
            <p:cNvPr id="2288" name="Freeform: Shape 2287">
              <a:extLst>
                <a:ext uri="{FF2B5EF4-FFF2-40B4-BE49-F238E27FC236}">
                  <a16:creationId xmlns:a16="http://schemas.microsoft.com/office/drawing/2014/main" id="{DACE6B13-4BEA-023A-62C1-D85CB906EBA1}"/>
                </a:ext>
              </a:extLst>
            </p:cNvPr>
            <p:cNvSpPr/>
            <p:nvPr/>
          </p:nvSpPr>
          <p:spPr>
            <a:xfrm>
              <a:off x="10683769" y="4424123"/>
              <a:ext cx="167852" cy="221858"/>
            </a:xfrm>
            <a:custGeom>
              <a:avLst/>
              <a:gdLst>
                <a:gd name="csX0" fmla="*/ 92246 w 167852"/>
                <a:gd name="csY0" fmla="*/ 16678 h 221858"/>
                <a:gd name="csX1" fmla="*/ 91828 w 167852"/>
                <a:gd name="csY1" fmla="*/ 17218 h 221858"/>
                <a:gd name="csX2" fmla="*/ 91211 w 167852"/>
                <a:gd name="csY2" fmla="*/ 17272 h 221858"/>
                <a:gd name="csX3" fmla="*/ 89796 w 167852"/>
                <a:gd name="csY3" fmla="*/ 16807 h 221858"/>
                <a:gd name="csX4" fmla="*/ 88967 w 167852"/>
                <a:gd name="csY4" fmla="*/ 15735 h 221858"/>
                <a:gd name="csX5" fmla="*/ 89127 w 167852"/>
                <a:gd name="csY5" fmla="*/ 14426 h 221858"/>
                <a:gd name="csX6" fmla="*/ 89173 w 167852"/>
                <a:gd name="csY6" fmla="*/ 12006 h 221858"/>
                <a:gd name="csX7" fmla="*/ 89576 w 167852"/>
                <a:gd name="csY7" fmla="*/ 9724 h 221858"/>
                <a:gd name="csX8" fmla="*/ 89462 w 167852"/>
                <a:gd name="csY8" fmla="*/ 7304 h 221858"/>
                <a:gd name="csX9" fmla="*/ 88366 w 167852"/>
                <a:gd name="csY9" fmla="*/ 6817 h 221858"/>
                <a:gd name="csX10" fmla="*/ 87597 w 167852"/>
                <a:gd name="csY10" fmla="*/ 6954 h 221858"/>
                <a:gd name="csX11" fmla="*/ 89385 w 167852"/>
                <a:gd name="csY11" fmla="*/ 3538 h 221858"/>
                <a:gd name="csX12" fmla="*/ 90093 w 167852"/>
                <a:gd name="csY12" fmla="*/ 3013 h 221858"/>
                <a:gd name="csX13" fmla="*/ 90755 w 167852"/>
                <a:gd name="csY13" fmla="*/ 3234 h 221858"/>
                <a:gd name="csX14" fmla="*/ 92406 w 167852"/>
                <a:gd name="csY14" fmla="*/ 2869 h 221858"/>
                <a:gd name="csX15" fmla="*/ 93274 w 167852"/>
                <a:gd name="csY15" fmla="*/ 1012 h 221858"/>
                <a:gd name="csX16" fmla="*/ 93966 w 167852"/>
                <a:gd name="csY16" fmla="*/ 0 h 221858"/>
                <a:gd name="csX17" fmla="*/ 94704 w 167852"/>
                <a:gd name="csY17" fmla="*/ 122 h 221858"/>
                <a:gd name="csX18" fmla="*/ 95062 w 167852"/>
                <a:gd name="csY18" fmla="*/ 692 h 221858"/>
                <a:gd name="csX19" fmla="*/ 94803 w 167852"/>
                <a:gd name="csY19" fmla="*/ 3515 h 221858"/>
                <a:gd name="csX20" fmla="*/ 94772 w 167852"/>
                <a:gd name="csY20" fmla="*/ 5866 h 221858"/>
                <a:gd name="csX21" fmla="*/ 93859 w 167852"/>
                <a:gd name="csY21" fmla="*/ 13049 h 221858"/>
                <a:gd name="csX22" fmla="*/ 92916 w 167852"/>
                <a:gd name="csY22" fmla="*/ 14289 h 221858"/>
                <a:gd name="csX23" fmla="*/ 92436 w 167852"/>
                <a:gd name="csY23" fmla="*/ 15293 h 221858"/>
                <a:gd name="csX24" fmla="*/ 92246 w 167852"/>
                <a:gd name="csY24" fmla="*/ 16678 h 221858"/>
                <a:gd name="csX25" fmla="*/ 91896 w 167852"/>
                <a:gd name="csY25" fmla="*/ 26440 h 221858"/>
                <a:gd name="csX26" fmla="*/ 91014 w 167852"/>
                <a:gd name="csY26" fmla="*/ 27071 h 221858"/>
                <a:gd name="csX27" fmla="*/ 90382 w 167852"/>
                <a:gd name="csY27" fmla="*/ 26965 h 221858"/>
                <a:gd name="csX28" fmla="*/ 90512 w 167852"/>
                <a:gd name="csY28" fmla="*/ 25709 h 221858"/>
                <a:gd name="csX29" fmla="*/ 90892 w 167852"/>
                <a:gd name="csY29" fmla="*/ 24834 h 221858"/>
                <a:gd name="csX30" fmla="*/ 91805 w 167852"/>
                <a:gd name="csY30" fmla="*/ 24903 h 221858"/>
                <a:gd name="csX31" fmla="*/ 92026 w 167852"/>
                <a:gd name="csY31" fmla="*/ 25428 h 221858"/>
                <a:gd name="csX32" fmla="*/ 91896 w 167852"/>
                <a:gd name="csY32" fmla="*/ 26440 h 221858"/>
                <a:gd name="csX33" fmla="*/ 23655 w 167852"/>
                <a:gd name="csY33" fmla="*/ 221858 h 221858"/>
                <a:gd name="csX34" fmla="*/ 22362 w 167852"/>
                <a:gd name="csY34" fmla="*/ 218936 h 221858"/>
                <a:gd name="csX35" fmla="*/ 21068 w 167852"/>
                <a:gd name="csY35" fmla="*/ 216015 h 221858"/>
                <a:gd name="csX36" fmla="*/ 19767 w 167852"/>
                <a:gd name="csY36" fmla="*/ 213093 h 221858"/>
                <a:gd name="csX37" fmla="*/ 18473 w 167852"/>
                <a:gd name="csY37" fmla="*/ 210164 h 221858"/>
                <a:gd name="csX38" fmla="*/ 17568 w 167852"/>
                <a:gd name="csY38" fmla="*/ 208109 h 221858"/>
                <a:gd name="csX39" fmla="*/ 16047 w 167852"/>
                <a:gd name="csY39" fmla="*/ 207387 h 221858"/>
                <a:gd name="csX40" fmla="*/ 15118 w 167852"/>
                <a:gd name="csY40" fmla="*/ 205218 h 221858"/>
                <a:gd name="csX41" fmla="*/ 14175 w 167852"/>
                <a:gd name="csY41" fmla="*/ 202997 h 221858"/>
                <a:gd name="csX42" fmla="*/ 13231 w 167852"/>
                <a:gd name="csY42" fmla="*/ 200775 h 221858"/>
                <a:gd name="csX43" fmla="*/ 12288 w 167852"/>
                <a:gd name="csY43" fmla="*/ 198553 h 221858"/>
                <a:gd name="csX44" fmla="*/ 11345 w 167852"/>
                <a:gd name="csY44" fmla="*/ 196331 h 221858"/>
                <a:gd name="csX45" fmla="*/ 10394 w 167852"/>
                <a:gd name="csY45" fmla="*/ 194102 h 221858"/>
                <a:gd name="csX46" fmla="*/ 9450 w 167852"/>
                <a:gd name="csY46" fmla="*/ 191873 h 221858"/>
                <a:gd name="csX47" fmla="*/ 8506 w 167852"/>
                <a:gd name="csY47" fmla="*/ 189643 h 221858"/>
                <a:gd name="csX48" fmla="*/ 7563 w 167852"/>
                <a:gd name="csY48" fmla="*/ 187414 h 221858"/>
                <a:gd name="csX49" fmla="*/ 6612 w 167852"/>
                <a:gd name="csY49" fmla="*/ 185185 h 221858"/>
                <a:gd name="csX50" fmla="*/ 5668 w 167852"/>
                <a:gd name="csY50" fmla="*/ 182956 h 221858"/>
                <a:gd name="csX51" fmla="*/ 4725 w 167852"/>
                <a:gd name="csY51" fmla="*/ 180719 h 221858"/>
                <a:gd name="csX52" fmla="*/ 3782 w 167852"/>
                <a:gd name="csY52" fmla="*/ 178482 h 221858"/>
                <a:gd name="csX53" fmla="*/ 2838 w 167852"/>
                <a:gd name="csY53" fmla="*/ 176245 h 221858"/>
                <a:gd name="csX54" fmla="*/ 1887 w 167852"/>
                <a:gd name="csY54" fmla="*/ 174008 h 221858"/>
                <a:gd name="csX55" fmla="*/ 944 w 167852"/>
                <a:gd name="csY55" fmla="*/ 171771 h 221858"/>
                <a:gd name="csX56" fmla="*/ 0 w 167852"/>
                <a:gd name="csY56" fmla="*/ 169534 h 221858"/>
                <a:gd name="csX57" fmla="*/ 3013 w 167852"/>
                <a:gd name="csY57" fmla="*/ 168476 h 221858"/>
                <a:gd name="csX58" fmla="*/ 6680 w 167852"/>
                <a:gd name="csY58" fmla="*/ 167190 h 221858"/>
                <a:gd name="csX59" fmla="*/ 10355 w 167852"/>
                <a:gd name="csY59" fmla="*/ 165905 h 221858"/>
                <a:gd name="csX60" fmla="*/ 14023 w 167852"/>
                <a:gd name="csY60" fmla="*/ 164619 h 221858"/>
                <a:gd name="csX61" fmla="*/ 17697 w 167852"/>
                <a:gd name="csY61" fmla="*/ 163333 h 221858"/>
                <a:gd name="csX62" fmla="*/ 21365 w 167852"/>
                <a:gd name="csY62" fmla="*/ 162047 h 221858"/>
                <a:gd name="csX63" fmla="*/ 25032 w 167852"/>
                <a:gd name="csY63" fmla="*/ 160754 h 221858"/>
                <a:gd name="csX64" fmla="*/ 28707 w 167852"/>
                <a:gd name="csY64" fmla="*/ 159468 h 221858"/>
                <a:gd name="csX65" fmla="*/ 32374 w 167852"/>
                <a:gd name="csY65" fmla="*/ 158182 h 221858"/>
                <a:gd name="csX66" fmla="*/ 36049 w 167852"/>
                <a:gd name="csY66" fmla="*/ 156889 h 221858"/>
                <a:gd name="csX67" fmla="*/ 39717 w 167852"/>
                <a:gd name="csY67" fmla="*/ 155595 h 221858"/>
                <a:gd name="csX68" fmla="*/ 43384 w 167852"/>
                <a:gd name="csY68" fmla="*/ 154309 h 221858"/>
                <a:gd name="csX69" fmla="*/ 47059 w 167852"/>
                <a:gd name="csY69" fmla="*/ 153016 h 221858"/>
                <a:gd name="csX70" fmla="*/ 50726 w 167852"/>
                <a:gd name="csY70" fmla="*/ 151722 h 221858"/>
                <a:gd name="csX71" fmla="*/ 54394 w 167852"/>
                <a:gd name="csY71" fmla="*/ 150429 h 221858"/>
                <a:gd name="csX72" fmla="*/ 58069 w 167852"/>
                <a:gd name="csY72" fmla="*/ 149135 h 221858"/>
                <a:gd name="csX73" fmla="*/ 61736 w 167852"/>
                <a:gd name="csY73" fmla="*/ 147842 h 221858"/>
                <a:gd name="csX74" fmla="*/ 64011 w 167852"/>
                <a:gd name="csY74" fmla="*/ 147043 h 221858"/>
                <a:gd name="csX75" fmla="*/ 64954 w 167852"/>
                <a:gd name="csY75" fmla="*/ 144030 h 221858"/>
                <a:gd name="csX76" fmla="*/ 65738 w 167852"/>
                <a:gd name="csY76" fmla="*/ 141527 h 221858"/>
                <a:gd name="csX77" fmla="*/ 66522 w 167852"/>
                <a:gd name="csY77" fmla="*/ 139024 h 221858"/>
                <a:gd name="csX78" fmla="*/ 67305 w 167852"/>
                <a:gd name="csY78" fmla="*/ 136513 h 221858"/>
                <a:gd name="csX79" fmla="*/ 68097 w 167852"/>
                <a:gd name="csY79" fmla="*/ 134002 h 221858"/>
                <a:gd name="csX80" fmla="*/ 68880 w 167852"/>
                <a:gd name="csY80" fmla="*/ 131491 h 221858"/>
                <a:gd name="csX81" fmla="*/ 69664 w 167852"/>
                <a:gd name="csY81" fmla="*/ 128980 h 221858"/>
                <a:gd name="csX82" fmla="*/ 70448 w 167852"/>
                <a:gd name="csY82" fmla="*/ 126462 h 221858"/>
                <a:gd name="csX83" fmla="*/ 71239 w 167852"/>
                <a:gd name="csY83" fmla="*/ 123943 h 221858"/>
                <a:gd name="csX84" fmla="*/ 72023 w 167852"/>
                <a:gd name="csY84" fmla="*/ 121425 h 221858"/>
                <a:gd name="csX85" fmla="*/ 72807 w 167852"/>
                <a:gd name="csY85" fmla="*/ 118907 h 221858"/>
                <a:gd name="csX86" fmla="*/ 73590 w 167852"/>
                <a:gd name="csY86" fmla="*/ 116381 h 221858"/>
                <a:gd name="csX87" fmla="*/ 74374 w 167852"/>
                <a:gd name="csY87" fmla="*/ 113855 h 221858"/>
                <a:gd name="csX88" fmla="*/ 75165 w 167852"/>
                <a:gd name="csY88" fmla="*/ 111329 h 221858"/>
                <a:gd name="csX89" fmla="*/ 75949 w 167852"/>
                <a:gd name="csY89" fmla="*/ 108803 h 221858"/>
                <a:gd name="csX90" fmla="*/ 76733 w 167852"/>
                <a:gd name="csY90" fmla="*/ 106269 h 221858"/>
                <a:gd name="csX91" fmla="*/ 77516 w 167852"/>
                <a:gd name="csY91" fmla="*/ 103735 h 221858"/>
                <a:gd name="csX92" fmla="*/ 78239 w 167852"/>
                <a:gd name="csY92" fmla="*/ 101415 h 221858"/>
                <a:gd name="csX93" fmla="*/ 76884 w 167852"/>
                <a:gd name="csY93" fmla="*/ 99178 h 221858"/>
                <a:gd name="csX94" fmla="*/ 75074 w 167852"/>
                <a:gd name="csY94" fmla="*/ 96165 h 221858"/>
                <a:gd name="csX95" fmla="*/ 73172 w 167852"/>
                <a:gd name="csY95" fmla="*/ 93015 h 221858"/>
                <a:gd name="csX96" fmla="*/ 71391 w 167852"/>
                <a:gd name="csY96" fmla="*/ 90047 h 221858"/>
                <a:gd name="csX97" fmla="*/ 70090 w 167852"/>
                <a:gd name="csY97" fmla="*/ 87887 h 221858"/>
                <a:gd name="csX98" fmla="*/ 68523 w 167852"/>
                <a:gd name="csY98" fmla="*/ 85277 h 221858"/>
                <a:gd name="csX99" fmla="*/ 68690 w 167852"/>
                <a:gd name="csY99" fmla="*/ 81921 h 221858"/>
                <a:gd name="csX100" fmla="*/ 68652 w 167852"/>
                <a:gd name="csY100" fmla="*/ 80240 h 221858"/>
                <a:gd name="csX101" fmla="*/ 68812 w 167852"/>
                <a:gd name="csY101" fmla="*/ 77661 h 221858"/>
                <a:gd name="csX102" fmla="*/ 70311 w 167852"/>
                <a:gd name="csY102" fmla="*/ 74077 h 221858"/>
                <a:gd name="csX103" fmla="*/ 72084 w 167852"/>
                <a:gd name="csY103" fmla="*/ 69512 h 221858"/>
                <a:gd name="csX104" fmla="*/ 73377 w 167852"/>
                <a:gd name="csY104" fmla="*/ 66476 h 221858"/>
                <a:gd name="csX105" fmla="*/ 74496 w 167852"/>
                <a:gd name="csY105" fmla="*/ 63828 h 221858"/>
                <a:gd name="csX106" fmla="*/ 75393 w 167852"/>
                <a:gd name="csY106" fmla="*/ 61706 h 221858"/>
                <a:gd name="csX107" fmla="*/ 75888 w 167852"/>
                <a:gd name="csY107" fmla="*/ 59514 h 221858"/>
                <a:gd name="csX108" fmla="*/ 75622 w 167852"/>
                <a:gd name="csY108" fmla="*/ 57970 h 221858"/>
                <a:gd name="csX109" fmla="*/ 75036 w 167852"/>
                <a:gd name="csY109" fmla="*/ 57407 h 221858"/>
                <a:gd name="csX110" fmla="*/ 74541 w 167852"/>
                <a:gd name="csY110" fmla="*/ 56676 h 221858"/>
                <a:gd name="csX111" fmla="*/ 76238 w 167852"/>
                <a:gd name="csY111" fmla="*/ 55505 h 221858"/>
                <a:gd name="csX112" fmla="*/ 79418 w 167852"/>
                <a:gd name="csY112" fmla="*/ 54744 h 221858"/>
                <a:gd name="csX113" fmla="*/ 81176 w 167852"/>
                <a:gd name="csY113" fmla="*/ 54903 h 221858"/>
                <a:gd name="csX114" fmla="*/ 83626 w 167852"/>
                <a:gd name="csY114" fmla="*/ 54340 h 221858"/>
                <a:gd name="csX115" fmla="*/ 85574 w 167852"/>
                <a:gd name="csY115" fmla="*/ 53831 h 221858"/>
                <a:gd name="csX116" fmla="*/ 85726 w 167852"/>
                <a:gd name="csY116" fmla="*/ 53146 h 221858"/>
                <a:gd name="csX117" fmla="*/ 85178 w 167852"/>
                <a:gd name="csY117" fmla="*/ 51989 h 221858"/>
                <a:gd name="csX118" fmla="*/ 84371 w 167852"/>
                <a:gd name="csY118" fmla="*/ 50300 h 221858"/>
                <a:gd name="csX119" fmla="*/ 81625 w 167852"/>
                <a:gd name="csY119" fmla="*/ 50125 h 221858"/>
                <a:gd name="csX120" fmla="*/ 80796 w 167852"/>
                <a:gd name="csY120" fmla="*/ 49653 h 221858"/>
                <a:gd name="csX121" fmla="*/ 81754 w 167852"/>
                <a:gd name="csY121" fmla="*/ 47158 h 221858"/>
                <a:gd name="csX122" fmla="*/ 81716 w 167852"/>
                <a:gd name="csY122" fmla="*/ 46367 h 221858"/>
                <a:gd name="csX123" fmla="*/ 81351 w 167852"/>
                <a:gd name="csY123" fmla="*/ 45431 h 221858"/>
                <a:gd name="csX124" fmla="*/ 80947 w 167852"/>
                <a:gd name="csY124" fmla="*/ 43863 h 221858"/>
                <a:gd name="csX125" fmla="*/ 81145 w 167852"/>
                <a:gd name="csY125" fmla="*/ 41840 h 221858"/>
                <a:gd name="csX126" fmla="*/ 81709 w 167852"/>
                <a:gd name="csY126" fmla="*/ 40462 h 221858"/>
                <a:gd name="csX127" fmla="*/ 81716 w 167852"/>
                <a:gd name="csY127" fmla="*/ 39351 h 221858"/>
                <a:gd name="csX128" fmla="*/ 81450 w 167852"/>
                <a:gd name="csY128" fmla="*/ 37069 h 221858"/>
                <a:gd name="csX129" fmla="*/ 81533 w 167852"/>
                <a:gd name="csY129" fmla="*/ 35037 h 221858"/>
                <a:gd name="csX130" fmla="*/ 82112 w 167852"/>
                <a:gd name="csY130" fmla="*/ 34026 h 221858"/>
                <a:gd name="csX131" fmla="*/ 83139 w 167852"/>
                <a:gd name="csY131" fmla="*/ 33082 h 221858"/>
                <a:gd name="csX132" fmla="*/ 84105 w 167852"/>
                <a:gd name="csY132" fmla="*/ 32603 h 221858"/>
                <a:gd name="csX133" fmla="*/ 85109 w 167852"/>
                <a:gd name="csY133" fmla="*/ 32633 h 221858"/>
                <a:gd name="csX134" fmla="*/ 85908 w 167852"/>
                <a:gd name="csY134" fmla="*/ 33036 h 221858"/>
                <a:gd name="csX135" fmla="*/ 86251 w 167852"/>
                <a:gd name="csY135" fmla="*/ 34102 h 221858"/>
                <a:gd name="csX136" fmla="*/ 86038 w 167852"/>
                <a:gd name="csY136" fmla="*/ 34840 h 221858"/>
                <a:gd name="csX137" fmla="*/ 85467 w 167852"/>
                <a:gd name="csY137" fmla="*/ 34939 h 221858"/>
                <a:gd name="csX138" fmla="*/ 85269 w 167852"/>
                <a:gd name="csY138" fmla="*/ 35251 h 221858"/>
                <a:gd name="csX139" fmla="*/ 86084 w 167852"/>
                <a:gd name="csY139" fmla="*/ 36673 h 221858"/>
                <a:gd name="csX140" fmla="*/ 87263 w 167852"/>
                <a:gd name="csY140" fmla="*/ 38066 h 221858"/>
                <a:gd name="csX141" fmla="*/ 88176 w 167852"/>
                <a:gd name="csY141" fmla="*/ 37830 h 221858"/>
                <a:gd name="csX142" fmla="*/ 89195 w 167852"/>
                <a:gd name="csY142" fmla="*/ 36734 h 221858"/>
                <a:gd name="csX143" fmla="*/ 90276 w 167852"/>
                <a:gd name="csY143" fmla="*/ 35852 h 221858"/>
                <a:gd name="csX144" fmla="*/ 91622 w 167852"/>
                <a:gd name="csY144" fmla="*/ 35068 h 221858"/>
                <a:gd name="csX145" fmla="*/ 92604 w 167852"/>
                <a:gd name="csY145" fmla="*/ 33554 h 221858"/>
                <a:gd name="csX146" fmla="*/ 93441 w 167852"/>
                <a:gd name="csY146" fmla="*/ 32572 h 221858"/>
                <a:gd name="csX147" fmla="*/ 94187 w 167852"/>
                <a:gd name="csY147" fmla="*/ 32435 h 221858"/>
                <a:gd name="csX148" fmla="*/ 96362 w 167852"/>
                <a:gd name="csY148" fmla="*/ 38583 h 221858"/>
                <a:gd name="csX149" fmla="*/ 99588 w 167852"/>
                <a:gd name="csY149" fmla="*/ 44328 h 221858"/>
                <a:gd name="csX150" fmla="*/ 102434 w 167852"/>
                <a:gd name="csY150" fmla="*/ 47493 h 221858"/>
                <a:gd name="csX151" fmla="*/ 105394 w 167852"/>
                <a:gd name="csY151" fmla="*/ 51784 h 221858"/>
                <a:gd name="csX152" fmla="*/ 109891 w 167852"/>
                <a:gd name="csY152" fmla="*/ 55725 h 221858"/>
                <a:gd name="csX153" fmla="*/ 111952 w 167852"/>
                <a:gd name="csY153" fmla="*/ 57072 h 221858"/>
                <a:gd name="csX154" fmla="*/ 120314 w 167852"/>
                <a:gd name="csY154" fmla="*/ 59834 h 221858"/>
                <a:gd name="csX155" fmla="*/ 124887 w 167852"/>
                <a:gd name="csY155" fmla="*/ 60868 h 221858"/>
                <a:gd name="csX156" fmla="*/ 131187 w 167852"/>
                <a:gd name="csY156" fmla="*/ 61858 h 221858"/>
                <a:gd name="csX157" fmla="*/ 135547 w 167852"/>
                <a:gd name="csY157" fmla="*/ 64003 h 221858"/>
                <a:gd name="csX158" fmla="*/ 137008 w 167852"/>
                <a:gd name="csY158" fmla="*/ 64140 h 221858"/>
                <a:gd name="csX159" fmla="*/ 139290 w 167852"/>
                <a:gd name="csY159" fmla="*/ 63501 h 221858"/>
                <a:gd name="csX160" fmla="*/ 140956 w 167852"/>
                <a:gd name="csY160" fmla="*/ 63554 h 221858"/>
                <a:gd name="csX161" fmla="*/ 145126 w 167852"/>
                <a:gd name="csY161" fmla="*/ 66476 h 221858"/>
                <a:gd name="csX162" fmla="*/ 146351 w 167852"/>
                <a:gd name="csY162" fmla="*/ 69246 h 221858"/>
                <a:gd name="csX163" fmla="*/ 148086 w 167852"/>
                <a:gd name="csY163" fmla="*/ 70706 h 221858"/>
                <a:gd name="csX164" fmla="*/ 149615 w 167852"/>
                <a:gd name="csY164" fmla="*/ 73004 h 221858"/>
                <a:gd name="csX165" fmla="*/ 150611 w 167852"/>
                <a:gd name="csY165" fmla="*/ 75409 h 221858"/>
                <a:gd name="csX166" fmla="*/ 154134 w 167852"/>
                <a:gd name="csY166" fmla="*/ 79068 h 221858"/>
                <a:gd name="csX167" fmla="*/ 156615 w 167852"/>
                <a:gd name="csY167" fmla="*/ 83184 h 221858"/>
                <a:gd name="csX168" fmla="*/ 159141 w 167852"/>
                <a:gd name="csY168" fmla="*/ 86228 h 221858"/>
                <a:gd name="csX169" fmla="*/ 161401 w 167852"/>
                <a:gd name="csY169" fmla="*/ 88122 h 221858"/>
                <a:gd name="csX170" fmla="*/ 164825 w 167852"/>
                <a:gd name="csY170" fmla="*/ 88868 h 221858"/>
                <a:gd name="csX171" fmla="*/ 167548 w 167852"/>
                <a:gd name="csY171" fmla="*/ 89720 h 221858"/>
                <a:gd name="csX172" fmla="*/ 167852 w 167852"/>
                <a:gd name="csY172" fmla="*/ 91752 h 221858"/>
                <a:gd name="csX173" fmla="*/ 167571 w 167852"/>
                <a:gd name="csY173" fmla="*/ 94399 h 221858"/>
                <a:gd name="csX174" fmla="*/ 167054 w 167852"/>
                <a:gd name="csY174" fmla="*/ 96355 h 221858"/>
                <a:gd name="csX175" fmla="*/ 164513 w 167852"/>
                <a:gd name="csY175" fmla="*/ 100159 h 221858"/>
                <a:gd name="csX176" fmla="*/ 163904 w 167852"/>
                <a:gd name="csY176" fmla="*/ 102503 h 221858"/>
                <a:gd name="csX177" fmla="*/ 161028 w 167852"/>
                <a:gd name="csY177" fmla="*/ 106368 h 221858"/>
                <a:gd name="csX178" fmla="*/ 157908 w 167852"/>
                <a:gd name="csY178" fmla="*/ 112843 h 221858"/>
                <a:gd name="csX179" fmla="*/ 156478 w 167852"/>
                <a:gd name="csY179" fmla="*/ 114288 h 221858"/>
                <a:gd name="csX180" fmla="*/ 151449 w 167852"/>
                <a:gd name="csY180" fmla="*/ 117621 h 221858"/>
                <a:gd name="csX181" fmla="*/ 147751 w 167852"/>
                <a:gd name="csY181" fmla="*/ 121631 h 221858"/>
                <a:gd name="csX182" fmla="*/ 143368 w 167852"/>
                <a:gd name="csY182" fmla="*/ 128585 h 221858"/>
                <a:gd name="csX183" fmla="*/ 140036 w 167852"/>
                <a:gd name="csY183" fmla="*/ 135463 h 221858"/>
                <a:gd name="csX184" fmla="*/ 138757 w 167852"/>
                <a:gd name="csY184" fmla="*/ 137662 h 221858"/>
                <a:gd name="csX185" fmla="*/ 136072 w 167852"/>
                <a:gd name="csY185" fmla="*/ 138118 h 221858"/>
                <a:gd name="csX186" fmla="*/ 134314 w 167852"/>
                <a:gd name="csY186" fmla="*/ 137928 h 221858"/>
                <a:gd name="csX187" fmla="*/ 133097 w 167852"/>
                <a:gd name="csY187" fmla="*/ 137281 h 221858"/>
                <a:gd name="csX188" fmla="*/ 133576 w 167852"/>
                <a:gd name="csY188" fmla="*/ 135402 h 221858"/>
                <a:gd name="csX189" fmla="*/ 133865 w 167852"/>
                <a:gd name="csY189" fmla="*/ 133310 h 221858"/>
                <a:gd name="csX190" fmla="*/ 132244 w 167852"/>
                <a:gd name="csY190" fmla="*/ 133530 h 221858"/>
                <a:gd name="csX191" fmla="*/ 130822 w 167852"/>
                <a:gd name="csY191" fmla="*/ 133964 h 221858"/>
                <a:gd name="csX192" fmla="*/ 127497 w 167852"/>
                <a:gd name="csY192" fmla="*/ 139100 h 221858"/>
                <a:gd name="csX193" fmla="*/ 125671 w 167852"/>
                <a:gd name="csY193" fmla="*/ 141352 h 221858"/>
                <a:gd name="csX194" fmla="*/ 125283 w 167852"/>
                <a:gd name="csY194" fmla="*/ 144205 h 221858"/>
                <a:gd name="csX195" fmla="*/ 124400 w 167852"/>
                <a:gd name="csY195" fmla="*/ 147888 h 221858"/>
                <a:gd name="csX196" fmla="*/ 123099 w 167852"/>
                <a:gd name="csY196" fmla="*/ 151274 h 221858"/>
                <a:gd name="csX197" fmla="*/ 122521 w 167852"/>
                <a:gd name="csY197" fmla="*/ 154119 h 221858"/>
                <a:gd name="csX198" fmla="*/ 122544 w 167852"/>
                <a:gd name="csY198" fmla="*/ 155732 h 221858"/>
                <a:gd name="csX199" fmla="*/ 123518 w 167852"/>
                <a:gd name="csY199" fmla="*/ 159666 h 221858"/>
                <a:gd name="csX200" fmla="*/ 123586 w 167852"/>
                <a:gd name="csY200" fmla="*/ 163691 h 221858"/>
                <a:gd name="csX201" fmla="*/ 124149 w 167852"/>
                <a:gd name="csY201" fmla="*/ 166103 h 221858"/>
                <a:gd name="csX202" fmla="*/ 124606 w 167852"/>
                <a:gd name="csY202" fmla="*/ 168994 h 221858"/>
                <a:gd name="csX203" fmla="*/ 123046 w 167852"/>
                <a:gd name="csY203" fmla="*/ 169884 h 221858"/>
                <a:gd name="csX204" fmla="*/ 121707 w 167852"/>
                <a:gd name="csY204" fmla="*/ 170325 h 221858"/>
                <a:gd name="csX205" fmla="*/ 116411 w 167852"/>
                <a:gd name="csY205" fmla="*/ 170645 h 221858"/>
                <a:gd name="csX206" fmla="*/ 111047 w 167852"/>
                <a:gd name="csY206" fmla="*/ 171573 h 221858"/>
                <a:gd name="csX207" fmla="*/ 106360 w 167852"/>
                <a:gd name="csY207" fmla="*/ 173247 h 221858"/>
                <a:gd name="csX208" fmla="*/ 103560 w 167852"/>
                <a:gd name="csY208" fmla="*/ 174913 h 221858"/>
                <a:gd name="csX209" fmla="*/ 99916 w 167852"/>
                <a:gd name="csY209" fmla="*/ 178634 h 221858"/>
                <a:gd name="csX210" fmla="*/ 97686 w 167852"/>
                <a:gd name="csY210" fmla="*/ 188061 h 221858"/>
                <a:gd name="csX211" fmla="*/ 94118 w 167852"/>
                <a:gd name="csY211" fmla="*/ 192033 h 221858"/>
                <a:gd name="csX212" fmla="*/ 91698 w 167852"/>
                <a:gd name="csY212" fmla="*/ 192862 h 221858"/>
                <a:gd name="csX213" fmla="*/ 85878 w 167852"/>
                <a:gd name="csY213" fmla="*/ 193212 h 221858"/>
                <a:gd name="csX214" fmla="*/ 77684 w 167852"/>
                <a:gd name="csY214" fmla="*/ 194308 h 221858"/>
                <a:gd name="csX215" fmla="*/ 74808 w 167852"/>
                <a:gd name="csY215" fmla="*/ 195259 h 221858"/>
                <a:gd name="csX216" fmla="*/ 70029 w 167852"/>
                <a:gd name="csY216" fmla="*/ 200995 h 221858"/>
                <a:gd name="csX217" fmla="*/ 69657 w 167852"/>
                <a:gd name="csY217" fmla="*/ 202799 h 221858"/>
                <a:gd name="csX218" fmla="*/ 70577 w 167852"/>
                <a:gd name="csY218" fmla="*/ 204100 h 221858"/>
                <a:gd name="csX219" fmla="*/ 70881 w 167852"/>
                <a:gd name="csY219" fmla="*/ 205538 h 221858"/>
                <a:gd name="csX220" fmla="*/ 70448 w 167852"/>
                <a:gd name="csY220" fmla="*/ 206884 h 221858"/>
                <a:gd name="csX221" fmla="*/ 68279 w 167852"/>
                <a:gd name="csY221" fmla="*/ 210514 h 221858"/>
                <a:gd name="csX222" fmla="*/ 65936 w 167852"/>
                <a:gd name="csY222" fmla="*/ 213146 h 221858"/>
                <a:gd name="csX223" fmla="*/ 59697 w 167852"/>
                <a:gd name="csY223" fmla="*/ 214797 h 221858"/>
                <a:gd name="csX224" fmla="*/ 57407 w 167852"/>
                <a:gd name="csY224" fmla="*/ 213816 h 221858"/>
                <a:gd name="csX225" fmla="*/ 55314 w 167852"/>
                <a:gd name="csY225" fmla="*/ 213321 h 221858"/>
                <a:gd name="csX226" fmla="*/ 51266 w 167852"/>
                <a:gd name="csY226" fmla="*/ 213268 h 221858"/>
                <a:gd name="csX227" fmla="*/ 44678 w 167852"/>
                <a:gd name="csY227" fmla="*/ 213892 h 221858"/>
                <a:gd name="csX228" fmla="*/ 42250 w 167852"/>
                <a:gd name="csY228" fmla="*/ 215840 h 221858"/>
                <a:gd name="csX229" fmla="*/ 38423 w 167852"/>
                <a:gd name="csY229" fmla="*/ 217217 h 221858"/>
                <a:gd name="csX230" fmla="*/ 34893 w 167852"/>
                <a:gd name="csY230" fmla="*/ 219340 h 221858"/>
                <a:gd name="csX231" fmla="*/ 28228 w 167852"/>
                <a:gd name="csY231" fmla="*/ 220146 h 221858"/>
                <a:gd name="csX232" fmla="*/ 23655 w 167852"/>
                <a:gd name="csY232" fmla="*/ 221858 h 221858"/>
                <a:gd name="csX233" fmla="*/ 144007 w 167852"/>
                <a:gd name="csY233" fmla="*/ 141968 h 221858"/>
                <a:gd name="csX234" fmla="*/ 142661 w 167852"/>
                <a:gd name="csY234" fmla="*/ 142311 h 221858"/>
                <a:gd name="csX235" fmla="*/ 142272 w 167852"/>
                <a:gd name="csY235" fmla="*/ 142151 h 221858"/>
                <a:gd name="csX236" fmla="*/ 142280 w 167852"/>
                <a:gd name="csY236" fmla="*/ 139290 h 221858"/>
                <a:gd name="csX237" fmla="*/ 145415 w 167852"/>
                <a:gd name="csY237" fmla="*/ 135683 h 221858"/>
                <a:gd name="csX238" fmla="*/ 147477 w 167852"/>
                <a:gd name="csY238" fmla="*/ 131514 h 221858"/>
                <a:gd name="csX239" fmla="*/ 148900 w 167852"/>
                <a:gd name="csY239" fmla="*/ 135242 h 221858"/>
                <a:gd name="csX240" fmla="*/ 146427 w 167852"/>
                <a:gd name="csY240" fmla="*/ 137327 h 221858"/>
                <a:gd name="csX241" fmla="*/ 145088 w 167852"/>
                <a:gd name="csY241" fmla="*/ 140888 h 221858"/>
                <a:gd name="csX242" fmla="*/ 144007 w 167852"/>
                <a:gd name="csY242" fmla="*/ 141968 h 2218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Lst>
              <a:rect l="l" t="t" r="r" b="b"/>
              <a:pathLst>
                <a:path w="167852" h="221858">
                  <a:moveTo>
                    <a:pt x="92246" y="16678"/>
                  </a:moveTo>
                  <a:lnTo>
                    <a:pt x="91828" y="17218"/>
                  </a:lnTo>
                  <a:lnTo>
                    <a:pt x="91211" y="17272"/>
                  </a:lnTo>
                  <a:lnTo>
                    <a:pt x="89796" y="16807"/>
                  </a:lnTo>
                  <a:lnTo>
                    <a:pt x="88967" y="15735"/>
                  </a:lnTo>
                  <a:lnTo>
                    <a:pt x="89127" y="14426"/>
                  </a:lnTo>
                  <a:lnTo>
                    <a:pt x="89173" y="12006"/>
                  </a:lnTo>
                  <a:lnTo>
                    <a:pt x="89576" y="9724"/>
                  </a:lnTo>
                  <a:lnTo>
                    <a:pt x="89462" y="7304"/>
                  </a:lnTo>
                  <a:lnTo>
                    <a:pt x="88366" y="6817"/>
                  </a:lnTo>
                  <a:lnTo>
                    <a:pt x="87597" y="6954"/>
                  </a:lnTo>
                  <a:lnTo>
                    <a:pt x="89385" y="3538"/>
                  </a:lnTo>
                  <a:lnTo>
                    <a:pt x="90093" y="3013"/>
                  </a:lnTo>
                  <a:lnTo>
                    <a:pt x="90755" y="3234"/>
                  </a:lnTo>
                  <a:lnTo>
                    <a:pt x="92406" y="2869"/>
                  </a:lnTo>
                  <a:lnTo>
                    <a:pt x="93274" y="1012"/>
                  </a:lnTo>
                  <a:lnTo>
                    <a:pt x="93966" y="0"/>
                  </a:lnTo>
                  <a:lnTo>
                    <a:pt x="94704" y="122"/>
                  </a:lnTo>
                  <a:lnTo>
                    <a:pt x="95062" y="692"/>
                  </a:lnTo>
                  <a:lnTo>
                    <a:pt x="94803" y="3515"/>
                  </a:lnTo>
                  <a:lnTo>
                    <a:pt x="94772" y="5866"/>
                  </a:lnTo>
                  <a:lnTo>
                    <a:pt x="93859" y="13049"/>
                  </a:lnTo>
                  <a:lnTo>
                    <a:pt x="92916" y="14289"/>
                  </a:lnTo>
                  <a:lnTo>
                    <a:pt x="92436" y="15293"/>
                  </a:lnTo>
                  <a:lnTo>
                    <a:pt x="92246" y="16678"/>
                  </a:lnTo>
                  <a:close/>
                  <a:moveTo>
                    <a:pt x="91896" y="26440"/>
                  </a:moveTo>
                  <a:lnTo>
                    <a:pt x="91014" y="27071"/>
                  </a:lnTo>
                  <a:lnTo>
                    <a:pt x="90382" y="26965"/>
                  </a:lnTo>
                  <a:lnTo>
                    <a:pt x="90512" y="25709"/>
                  </a:lnTo>
                  <a:lnTo>
                    <a:pt x="90892" y="24834"/>
                  </a:lnTo>
                  <a:lnTo>
                    <a:pt x="91805" y="24903"/>
                  </a:lnTo>
                  <a:lnTo>
                    <a:pt x="92026" y="25428"/>
                  </a:lnTo>
                  <a:lnTo>
                    <a:pt x="91896" y="26440"/>
                  </a:lnTo>
                  <a:close/>
                  <a:moveTo>
                    <a:pt x="23655" y="221858"/>
                  </a:moveTo>
                  <a:lnTo>
                    <a:pt x="22362" y="218936"/>
                  </a:lnTo>
                  <a:lnTo>
                    <a:pt x="21068" y="216015"/>
                  </a:lnTo>
                  <a:lnTo>
                    <a:pt x="19767" y="213093"/>
                  </a:lnTo>
                  <a:lnTo>
                    <a:pt x="18473" y="210164"/>
                  </a:lnTo>
                  <a:lnTo>
                    <a:pt x="17568" y="208109"/>
                  </a:lnTo>
                  <a:lnTo>
                    <a:pt x="16047" y="207387"/>
                  </a:lnTo>
                  <a:lnTo>
                    <a:pt x="15118" y="205218"/>
                  </a:lnTo>
                  <a:lnTo>
                    <a:pt x="14175" y="202997"/>
                  </a:lnTo>
                  <a:lnTo>
                    <a:pt x="13231" y="200775"/>
                  </a:lnTo>
                  <a:lnTo>
                    <a:pt x="12288" y="198553"/>
                  </a:lnTo>
                  <a:lnTo>
                    <a:pt x="11345" y="196331"/>
                  </a:lnTo>
                  <a:lnTo>
                    <a:pt x="10394" y="194102"/>
                  </a:lnTo>
                  <a:lnTo>
                    <a:pt x="9450" y="191873"/>
                  </a:lnTo>
                  <a:lnTo>
                    <a:pt x="8506" y="189643"/>
                  </a:lnTo>
                  <a:lnTo>
                    <a:pt x="7563" y="187414"/>
                  </a:lnTo>
                  <a:lnTo>
                    <a:pt x="6612" y="185185"/>
                  </a:lnTo>
                  <a:lnTo>
                    <a:pt x="5668" y="182956"/>
                  </a:lnTo>
                  <a:lnTo>
                    <a:pt x="4725" y="180719"/>
                  </a:lnTo>
                  <a:lnTo>
                    <a:pt x="3782" y="178482"/>
                  </a:lnTo>
                  <a:lnTo>
                    <a:pt x="2838" y="176245"/>
                  </a:lnTo>
                  <a:lnTo>
                    <a:pt x="1887" y="174008"/>
                  </a:lnTo>
                  <a:lnTo>
                    <a:pt x="944" y="171771"/>
                  </a:lnTo>
                  <a:lnTo>
                    <a:pt x="0" y="169534"/>
                  </a:lnTo>
                  <a:lnTo>
                    <a:pt x="3013" y="168476"/>
                  </a:lnTo>
                  <a:lnTo>
                    <a:pt x="6680" y="167190"/>
                  </a:lnTo>
                  <a:lnTo>
                    <a:pt x="10355" y="165905"/>
                  </a:lnTo>
                  <a:lnTo>
                    <a:pt x="14023" y="164619"/>
                  </a:lnTo>
                  <a:lnTo>
                    <a:pt x="17697" y="163333"/>
                  </a:lnTo>
                  <a:lnTo>
                    <a:pt x="21365" y="162047"/>
                  </a:lnTo>
                  <a:lnTo>
                    <a:pt x="25032" y="160754"/>
                  </a:lnTo>
                  <a:lnTo>
                    <a:pt x="28707" y="159468"/>
                  </a:lnTo>
                  <a:lnTo>
                    <a:pt x="32374" y="158182"/>
                  </a:lnTo>
                  <a:lnTo>
                    <a:pt x="36049" y="156889"/>
                  </a:lnTo>
                  <a:lnTo>
                    <a:pt x="39717" y="155595"/>
                  </a:lnTo>
                  <a:lnTo>
                    <a:pt x="43384" y="154309"/>
                  </a:lnTo>
                  <a:lnTo>
                    <a:pt x="47059" y="153016"/>
                  </a:lnTo>
                  <a:lnTo>
                    <a:pt x="50726" y="151722"/>
                  </a:lnTo>
                  <a:lnTo>
                    <a:pt x="54394" y="150429"/>
                  </a:lnTo>
                  <a:lnTo>
                    <a:pt x="58069" y="149135"/>
                  </a:lnTo>
                  <a:lnTo>
                    <a:pt x="61736" y="147842"/>
                  </a:lnTo>
                  <a:lnTo>
                    <a:pt x="64011" y="147043"/>
                  </a:lnTo>
                  <a:lnTo>
                    <a:pt x="64954" y="144030"/>
                  </a:lnTo>
                  <a:lnTo>
                    <a:pt x="65738" y="141527"/>
                  </a:lnTo>
                  <a:lnTo>
                    <a:pt x="66522" y="139024"/>
                  </a:lnTo>
                  <a:lnTo>
                    <a:pt x="67305" y="136513"/>
                  </a:lnTo>
                  <a:lnTo>
                    <a:pt x="68097" y="134002"/>
                  </a:lnTo>
                  <a:lnTo>
                    <a:pt x="68880" y="131491"/>
                  </a:lnTo>
                  <a:lnTo>
                    <a:pt x="69664" y="128980"/>
                  </a:lnTo>
                  <a:lnTo>
                    <a:pt x="70448" y="126462"/>
                  </a:lnTo>
                  <a:lnTo>
                    <a:pt x="71239" y="123943"/>
                  </a:lnTo>
                  <a:lnTo>
                    <a:pt x="72023" y="121425"/>
                  </a:lnTo>
                  <a:lnTo>
                    <a:pt x="72807" y="118907"/>
                  </a:lnTo>
                  <a:lnTo>
                    <a:pt x="73590" y="116381"/>
                  </a:lnTo>
                  <a:lnTo>
                    <a:pt x="74374" y="113855"/>
                  </a:lnTo>
                  <a:lnTo>
                    <a:pt x="75165" y="111329"/>
                  </a:lnTo>
                  <a:lnTo>
                    <a:pt x="75949" y="108803"/>
                  </a:lnTo>
                  <a:lnTo>
                    <a:pt x="76733" y="106269"/>
                  </a:lnTo>
                  <a:lnTo>
                    <a:pt x="77516" y="103735"/>
                  </a:lnTo>
                  <a:lnTo>
                    <a:pt x="78239" y="101415"/>
                  </a:lnTo>
                  <a:lnTo>
                    <a:pt x="76884" y="99178"/>
                  </a:lnTo>
                  <a:lnTo>
                    <a:pt x="75074" y="96165"/>
                  </a:lnTo>
                  <a:lnTo>
                    <a:pt x="73172" y="93015"/>
                  </a:lnTo>
                  <a:lnTo>
                    <a:pt x="71391" y="90047"/>
                  </a:lnTo>
                  <a:lnTo>
                    <a:pt x="70090" y="87887"/>
                  </a:lnTo>
                  <a:lnTo>
                    <a:pt x="68523" y="85277"/>
                  </a:lnTo>
                  <a:lnTo>
                    <a:pt x="68690" y="81921"/>
                  </a:lnTo>
                  <a:lnTo>
                    <a:pt x="68652" y="80240"/>
                  </a:lnTo>
                  <a:lnTo>
                    <a:pt x="68812" y="77661"/>
                  </a:lnTo>
                  <a:lnTo>
                    <a:pt x="70311" y="74077"/>
                  </a:lnTo>
                  <a:lnTo>
                    <a:pt x="72084" y="69512"/>
                  </a:lnTo>
                  <a:lnTo>
                    <a:pt x="73377" y="66476"/>
                  </a:lnTo>
                  <a:lnTo>
                    <a:pt x="74496" y="63828"/>
                  </a:lnTo>
                  <a:lnTo>
                    <a:pt x="75393" y="61706"/>
                  </a:lnTo>
                  <a:lnTo>
                    <a:pt x="75888" y="59514"/>
                  </a:lnTo>
                  <a:lnTo>
                    <a:pt x="75622" y="57970"/>
                  </a:lnTo>
                  <a:lnTo>
                    <a:pt x="75036" y="57407"/>
                  </a:lnTo>
                  <a:lnTo>
                    <a:pt x="74541" y="56676"/>
                  </a:lnTo>
                  <a:lnTo>
                    <a:pt x="76238" y="55505"/>
                  </a:lnTo>
                  <a:lnTo>
                    <a:pt x="79418" y="54744"/>
                  </a:lnTo>
                  <a:lnTo>
                    <a:pt x="81176" y="54903"/>
                  </a:lnTo>
                  <a:lnTo>
                    <a:pt x="83626" y="54340"/>
                  </a:lnTo>
                  <a:lnTo>
                    <a:pt x="85574" y="53831"/>
                  </a:lnTo>
                  <a:lnTo>
                    <a:pt x="85726" y="53146"/>
                  </a:lnTo>
                  <a:lnTo>
                    <a:pt x="85178" y="51989"/>
                  </a:lnTo>
                  <a:lnTo>
                    <a:pt x="84371" y="50300"/>
                  </a:lnTo>
                  <a:lnTo>
                    <a:pt x="81625" y="50125"/>
                  </a:lnTo>
                  <a:lnTo>
                    <a:pt x="80796" y="49653"/>
                  </a:lnTo>
                  <a:lnTo>
                    <a:pt x="81754" y="47158"/>
                  </a:lnTo>
                  <a:lnTo>
                    <a:pt x="81716" y="46367"/>
                  </a:lnTo>
                  <a:lnTo>
                    <a:pt x="81351" y="45431"/>
                  </a:lnTo>
                  <a:lnTo>
                    <a:pt x="80947" y="43863"/>
                  </a:lnTo>
                  <a:lnTo>
                    <a:pt x="81145" y="41840"/>
                  </a:lnTo>
                  <a:lnTo>
                    <a:pt x="81709" y="40462"/>
                  </a:lnTo>
                  <a:lnTo>
                    <a:pt x="81716" y="39351"/>
                  </a:lnTo>
                  <a:lnTo>
                    <a:pt x="81450" y="37069"/>
                  </a:lnTo>
                  <a:lnTo>
                    <a:pt x="81533" y="35037"/>
                  </a:lnTo>
                  <a:lnTo>
                    <a:pt x="82112" y="34026"/>
                  </a:lnTo>
                  <a:lnTo>
                    <a:pt x="83139" y="33082"/>
                  </a:lnTo>
                  <a:lnTo>
                    <a:pt x="84105" y="32603"/>
                  </a:lnTo>
                  <a:lnTo>
                    <a:pt x="85109" y="32633"/>
                  </a:lnTo>
                  <a:lnTo>
                    <a:pt x="85908" y="33036"/>
                  </a:lnTo>
                  <a:lnTo>
                    <a:pt x="86251" y="34102"/>
                  </a:lnTo>
                  <a:lnTo>
                    <a:pt x="86038" y="34840"/>
                  </a:lnTo>
                  <a:lnTo>
                    <a:pt x="85467" y="34939"/>
                  </a:lnTo>
                  <a:lnTo>
                    <a:pt x="85269" y="35251"/>
                  </a:lnTo>
                  <a:lnTo>
                    <a:pt x="86084" y="36673"/>
                  </a:lnTo>
                  <a:lnTo>
                    <a:pt x="87263" y="38066"/>
                  </a:lnTo>
                  <a:lnTo>
                    <a:pt x="88176" y="37830"/>
                  </a:lnTo>
                  <a:lnTo>
                    <a:pt x="89195" y="36734"/>
                  </a:lnTo>
                  <a:lnTo>
                    <a:pt x="90276" y="35852"/>
                  </a:lnTo>
                  <a:lnTo>
                    <a:pt x="91622" y="35068"/>
                  </a:lnTo>
                  <a:lnTo>
                    <a:pt x="92604" y="33554"/>
                  </a:lnTo>
                  <a:lnTo>
                    <a:pt x="93441" y="32572"/>
                  </a:lnTo>
                  <a:lnTo>
                    <a:pt x="94187" y="32435"/>
                  </a:lnTo>
                  <a:lnTo>
                    <a:pt x="96362" y="38583"/>
                  </a:lnTo>
                  <a:lnTo>
                    <a:pt x="99588" y="44328"/>
                  </a:lnTo>
                  <a:lnTo>
                    <a:pt x="102434" y="47493"/>
                  </a:lnTo>
                  <a:lnTo>
                    <a:pt x="105394" y="51784"/>
                  </a:lnTo>
                  <a:lnTo>
                    <a:pt x="109891" y="55725"/>
                  </a:lnTo>
                  <a:lnTo>
                    <a:pt x="111952" y="57072"/>
                  </a:lnTo>
                  <a:lnTo>
                    <a:pt x="120314" y="59834"/>
                  </a:lnTo>
                  <a:lnTo>
                    <a:pt x="124887" y="60868"/>
                  </a:lnTo>
                  <a:lnTo>
                    <a:pt x="131187" y="61858"/>
                  </a:lnTo>
                  <a:lnTo>
                    <a:pt x="135547" y="64003"/>
                  </a:lnTo>
                  <a:lnTo>
                    <a:pt x="137008" y="64140"/>
                  </a:lnTo>
                  <a:lnTo>
                    <a:pt x="139290" y="63501"/>
                  </a:lnTo>
                  <a:lnTo>
                    <a:pt x="140956" y="63554"/>
                  </a:lnTo>
                  <a:lnTo>
                    <a:pt x="145126" y="66476"/>
                  </a:lnTo>
                  <a:lnTo>
                    <a:pt x="146351" y="69246"/>
                  </a:lnTo>
                  <a:lnTo>
                    <a:pt x="148086" y="70706"/>
                  </a:lnTo>
                  <a:lnTo>
                    <a:pt x="149615" y="73004"/>
                  </a:lnTo>
                  <a:lnTo>
                    <a:pt x="150611" y="75409"/>
                  </a:lnTo>
                  <a:lnTo>
                    <a:pt x="154134" y="79068"/>
                  </a:lnTo>
                  <a:lnTo>
                    <a:pt x="156615" y="83184"/>
                  </a:lnTo>
                  <a:lnTo>
                    <a:pt x="159141" y="86228"/>
                  </a:lnTo>
                  <a:lnTo>
                    <a:pt x="161401" y="88122"/>
                  </a:lnTo>
                  <a:lnTo>
                    <a:pt x="164825" y="88868"/>
                  </a:lnTo>
                  <a:lnTo>
                    <a:pt x="167548" y="89720"/>
                  </a:lnTo>
                  <a:lnTo>
                    <a:pt x="167852" y="91752"/>
                  </a:lnTo>
                  <a:lnTo>
                    <a:pt x="167571" y="94399"/>
                  </a:lnTo>
                  <a:lnTo>
                    <a:pt x="167054" y="96355"/>
                  </a:lnTo>
                  <a:lnTo>
                    <a:pt x="164513" y="100159"/>
                  </a:lnTo>
                  <a:lnTo>
                    <a:pt x="163904" y="102503"/>
                  </a:lnTo>
                  <a:lnTo>
                    <a:pt x="161028" y="106368"/>
                  </a:lnTo>
                  <a:lnTo>
                    <a:pt x="157908" y="112843"/>
                  </a:lnTo>
                  <a:lnTo>
                    <a:pt x="156478" y="114288"/>
                  </a:lnTo>
                  <a:lnTo>
                    <a:pt x="151449" y="117621"/>
                  </a:lnTo>
                  <a:lnTo>
                    <a:pt x="147751" y="121631"/>
                  </a:lnTo>
                  <a:lnTo>
                    <a:pt x="143368" y="128585"/>
                  </a:lnTo>
                  <a:lnTo>
                    <a:pt x="140036" y="135463"/>
                  </a:lnTo>
                  <a:lnTo>
                    <a:pt x="138757" y="137662"/>
                  </a:lnTo>
                  <a:lnTo>
                    <a:pt x="136072" y="138118"/>
                  </a:lnTo>
                  <a:lnTo>
                    <a:pt x="134314" y="137928"/>
                  </a:lnTo>
                  <a:lnTo>
                    <a:pt x="133097" y="137281"/>
                  </a:lnTo>
                  <a:lnTo>
                    <a:pt x="133576" y="135402"/>
                  </a:lnTo>
                  <a:lnTo>
                    <a:pt x="133865" y="133310"/>
                  </a:lnTo>
                  <a:lnTo>
                    <a:pt x="132244" y="133530"/>
                  </a:lnTo>
                  <a:lnTo>
                    <a:pt x="130822" y="133964"/>
                  </a:lnTo>
                  <a:lnTo>
                    <a:pt x="127497" y="139100"/>
                  </a:lnTo>
                  <a:lnTo>
                    <a:pt x="125671" y="141352"/>
                  </a:lnTo>
                  <a:lnTo>
                    <a:pt x="125283" y="144205"/>
                  </a:lnTo>
                  <a:lnTo>
                    <a:pt x="124400" y="147888"/>
                  </a:lnTo>
                  <a:lnTo>
                    <a:pt x="123099" y="151274"/>
                  </a:lnTo>
                  <a:lnTo>
                    <a:pt x="122521" y="154119"/>
                  </a:lnTo>
                  <a:lnTo>
                    <a:pt x="122544" y="155732"/>
                  </a:lnTo>
                  <a:lnTo>
                    <a:pt x="123518" y="159666"/>
                  </a:lnTo>
                  <a:lnTo>
                    <a:pt x="123586" y="163691"/>
                  </a:lnTo>
                  <a:lnTo>
                    <a:pt x="124149" y="166103"/>
                  </a:lnTo>
                  <a:lnTo>
                    <a:pt x="124606" y="168994"/>
                  </a:lnTo>
                  <a:lnTo>
                    <a:pt x="123046" y="169884"/>
                  </a:lnTo>
                  <a:lnTo>
                    <a:pt x="121707" y="170325"/>
                  </a:lnTo>
                  <a:lnTo>
                    <a:pt x="116411" y="170645"/>
                  </a:lnTo>
                  <a:lnTo>
                    <a:pt x="111047" y="171573"/>
                  </a:lnTo>
                  <a:lnTo>
                    <a:pt x="106360" y="173247"/>
                  </a:lnTo>
                  <a:lnTo>
                    <a:pt x="103560" y="174913"/>
                  </a:lnTo>
                  <a:lnTo>
                    <a:pt x="99916" y="178634"/>
                  </a:lnTo>
                  <a:lnTo>
                    <a:pt x="97686" y="188061"/>
                  </a:lnTo>
                  <a:lnTo>
                    <a:pt x="94118" y="192033"/>
                  </a:lnTo>
                  <a:lnTo>
                    <a:pt x="91698" y="192862"/>
                  </a:lnTo>
                  <a:lnTo>
                    <a:pt x="85878" y="193212"/>
                  </a:lnTo>
                  <a:lnTo>
                    <a:pt x="77684" y="194308"/>
                  </a:lnTo>
                  <a:lnTo>
                    <a:pt x="74808" y="195259"/>
                  </a:lnTo>
                  <a:lnTo>
                    <a:pt x="70029" y="200995"/>
                  </a:lnTo>
                  <a:lnTo>
                    <a:pt x="69657" y="202799"/>
                  </a:lnTo>
                  <a:lnTo>
                    <a:pt x="70577" y="204100"/>
                  </a:lnTo>
                  <a:lnTo>
                    <a:pt x="70881" y="205538"/>
                  </a:lnTo>
                  <a:lnTo>
                    <a:pt x="70448" y="206884"/>
                  </a:lnTo>
                  <a:lnTo>
                    <a:pt x="68279" y="210514"/>
                  </a:lnTo>
                  <a:lnTo>
                    <a:pt x="65936" y="213146"/>
                  </a:lnTo>
                  <a:lnTo>
                    <a:pt x="59697" y="214797"/>
                  </a:lnTo>
                  <a:lnTo>
                    <a:pt x="57407" y="213816"/>
                  </a:lnTo>
                  <a:lnTo>
                    <a:pt x="55314" y="213321"/>
                  </a:lnTo>
                  <a:lnTo>
                    <a:pt x="51266" y="213268"/>
                  </a:lnTo>
                  <a:lnTo>
                    <a:pt x="44678" y="213892"/>
                  </a:lnTo>
                  <a:lnTo>
                    <a:pt x="42250" y="215840"/>
                  </a:lnTo>
                  <a:lnTo>
                    <a:pt x="38423" y="217217"/>
                  </a:lnTo>
                  <a:lnTo>
                    <a:pt x="34893" y="219340"/>
                  </a:lnTo>
                  <a:lnTo>
                    <a:pt x="28228" y="220146"/>
                  </a:lnTo>
                  <a:lnTo>
                    <a:pt x="23655" y="221858"/>
                  </a:lnTo>
                  <a:close/>
                  <a:moveTo>
                    <a:pt x="144007" y="141968"/>
                  </a:moveTo>
                  <a:lnTo>
                    <a:pt x="142661" y="142311"/>
                  </a:lnTo>
                  <a:lnTo>
                    <a:pt x="142272" y="142151"/>
                  </a:lnTo>
                  <a:lnTo>
                    <a:pt x="142280" y="139290"/>
                  </a:lnTo>
                  <a:lnTo>
                    <a:pt x="145415" y="135683"/>
                  </a:lnTo>
                  <a:lnTo>
                    <a:pt x="147477" y="131514"/>
                  </a:lnTo>
                  <a:lnTo>
                    <a:pt x="148900" y="135242"/>
                  </a:lnTo>
                  <a:lnTo>
                    <a:pt x="146427" y="137327"/>
                  </a:lnTo>
                  <a:lnTo>
                    <a:pt x="145088" y="140888"/>
                  </a:lnTo>
                  <a:lnTo>
                    <a:pt x="144007" y="141968"/>
                  </a:lnTo>
                  <a:close/>
                </a:path>
              </a:pathLst>
            </a:custGeom>
            <a:solidFill>
              <a:srgbClr val="2562E8"/>
            </a:solidFill>
            <a:ln w="6168" cap="flat">
              <a:solidFill>
                <a:srgbClr val="2562E8"/>
              </a:solidFill>
              <a:prstDash val="solid"/>
              <a:miter/>
            </a:ln>
          </p:spPr>
          <p:txBody>
            <a:bodyPr/>
            <a:lstStyle/>
            <a:p>
              <a:endParaRPr lang="en-US"/>
            </a:p>
          </p:txBody>
        </p:sp>
        <p:sp>
          <p:nvSpPr>
            <p:cNvPr id="2289" name="Freeform: Shape 2288">
              <a:extLst>
                <a:ext uri="{FF2B5EF4-FFF2-40B4-BE49-F238E27FC236}">
                  <a16:creationId xmlns:a16="http://schemas.microsoft.com/office/drawing/2014/main" id="{6A8E1DA3-5C44-7186-64BF-1068AA5D70EB}"/>
                </a:ext>
              </a:extLst>
            </p:cNvPr>
            <p:cNvSpPr/>
            <p:nvPr/>
          </p:nvSpPr>
          <p:spPr>
            <a:xfrm>
              <a:off x="7800981" y="4799750"/>
              <a:ext cx="124491" cy="50962"/>
            </a:xfrm>
            <a:custGeom>
              <a:avLst/>
              <a:gdLst>
                <a:gd name="csX0" fmla="*/ 120687 w 124491"/>
                <a:gd name="csY0" fmla="*/ 20140 h 50962"/>
                <a:gd name="csX1" fmla="*/ 120284 w 124491"/>
                <a:gd name="csY1" fmla="*/ 20437 h 50962"/>
                <a:gd name="csX2" fmla="*/ 119104 w 124491"/>
                <a:gd name="csY2" fmla="*/ 22126 h 50962"/>
                <a:gd name="csX3" fmla="*/ 118465 w 124491"/>
                <a:gd name="csY3" fmla="*/ 23571 h 50962"/>
                <a:gd name="csX4" fmla="*/ 119987 w 124491"/>
                <a:gd name="csY4" fmla="*/ 25100 h 50962"/>
                <a:gd name="csX5" fmla="*/ 120444 w 124491"/>
                <a:gd name="csY5" fmla="*/ 26721 h 50962"/>
                <a:gd name="csX6" fmla="*/ 121303 w 124491"/>
                <a:gd name="csY6" fmla="*/ 28479 h 50962"/>
                <a:gd name="csX7" fmla="*/ 122642 w 124491"/>
                <a:gd name="csY7" fmla="*/ 30244 h 50962"/>
                <a:gd name="csX8" fmla="*/ 124149 w 124491"/>
                <a:gd name="csY8" fmla="*/ 33523 h 50962"/>
                <a:gd name="csX9" fmla="*/ 124491 w 124491"/>
                <a:gd name="csY9" fmla="*/ 34839 h 50962"/>
                <a:gd name="csX10" fmla="*/ 124065 w 124491"/>
                <a:gd name="csY10" fmla="*/ 35692 h 50962"/>
                <a:gd name="csX11" fmla="*/ 122635 w 124491"/>
                <a:gd name="csY11" fmla="*/ 36217 h 50962"/>
                <a:gd name="csX12" fmla="*/ 121296 w 124491"/>
                <a:gd name="csY12" fmla="*/ 37746 h 50962"/>
                <a:gd name="csX13" fmla="*/ 120931 w 124491"/>
                <a:gd name="csY13" fmla="*/ 39618 h 50962"/>
                <a:gd name="csX14" fmla="*/ 121189 w 124491"/>
                <a:gd name="csY14" fmla="*/ 40546 h 50962"/>
                <a:gd name="csX15" fmla="*/ 117187 w 124491"/>
                <a:gd name="csY15" fmla="*/ 43536 h 50962"/>
                <a:gd name="csX16" fmla="*/ 116152 w 124491"/>
                <a:gd name="csY16" fmla="*/ 44031 h 50962"/>
                <a:gd name="csX17" fmla="*/ 115468 w 124491"/>
                <a:gd name="csY17" fmla="*/ 43574 h 50962"/>
                <a:gd name="csX18" fmla="*/ 114615 w 124491"/>
                <a:gd name="csY18" fmla="*/ 42075 h 50962"/>
                <a:gd name="csX19" fmla="*/ 113596 w 124491"/>
                <a:gd name="csY19" fmla="*/ 40866 h 50962"/>
                <a:gd name="csX20" fmla="*/ 113048 w 124491"/>
                <a:gd name="csY20" fmla="*/ 40440 h 50962"/>
                <a:gd name="csX21" fmla="*/ 112729 w 124491"/>
                <a:gd name="csY21" fmla="*/ 40424 h 50962"/>
                <a:gd name="csX22" fmla="*/ 112409 w 124491"/>
                <a:gd name="csY22" fmla="*/ 40706 h 50962"/>
                <a:gd name="csX23" fmla="*/ 112257 w 124491"/>
                <a:gd name="csY23" fmla="*/ 41360 h 50962"/>
                <a:gd name="csX24" fmla="*/ 112789 w 124491"/>
                <a:gd name="csY24" fmla="*/ 44168 h 50962"/>
                <a:gd name="csX25" fmla="*/ 112348 w 124491"/>
                <a:gd name="csY25" fmla="*/ 45301 h 50962"/>
                <a:gd name="csX26" fmla="*/ 110986 w 124491"/>
                <a:gd name="csY26" fmla="*/ 46176 h 50962"/>
                <a:gd name="csX27" fmla="*/ 109426 w 124491"/>
                <a:gd name="csY27" fmla="*/ 50742 h 50962"/>
                <a:gd name="csX28" fmla="*/ 108818 w 124491"/>
                <a:gd name="csY28" fmla="*/ 50163 h 50962"/>
                <a:gd name="csX29" fmla="*/ 103682 w 124491"/>
                <a:gd name="csY29" fmla="*/ 44016 h 50962"/>
                <a:gd name="csX30" fmla="*/ 99239 w 124491"/>
                <a:gd name="csY30" fmla="*/ 36399 h 50962"/>
                <a:gd name="csX31" fmla="*/ 98310 w 124491"/>
                <a:gd name="csY31" fmla="*/ 32945 h 50962"/>
                <a:gd name="csX32" fmla="*/ 99459 w 124491"/>
                <a:gd name="csY32" fmla="*/ 32739 h 50962"/>
                <a:gd name="csX33" fmla="*/ 100570 w 124491"/>
                <a:gd name="csY33" fmla="*/ 32816 h 50962"/>
                <a:gd name="csX34" fmla="*/ 101171 w 124491"/>
                <a:gd name="csY34" fmla="*/ 32283 h 50962"/>
                <a:gd name="csX35" fmla="*/ 101864 w 124491"/>
                <a:gd name="csY35" fmla="*/ 31279 h 50962"/>
                <a:gd name="csX36" fmla="*/ 101300 w 124491"/>
                <a:gd name="csY36" fmla="*/ 28943 h 50962"/>
                <a:gd name="csX37" fmla="*/ 103461 w 124491"/>
                <a:gd name="csY37" fmla="*/ 27170 h 50962"/>
                <a:gd name="csX38" fmla="*/ 104275 w 124491"/>
                <a:gd name="csY38" fmla="*/ 25976 h 50962"/>
                <a:gd name="csX39" fmla="*/ 104876 w 124491"/>
                <a:gd name="csY39" fmla="*/ 26113 h 50962"/>
                <a:gd name="csX40" fmla="*/ 106292 w 124491"/>
                <a:gd name="csY40" fmla="*/ 28152 h 50962"/>
                <a:gd name="csX41" fmla="*/ 108346 w 124491"/>
                <a:gd name="csY41" fmla="*/ 29316 h 50962"/>
                <a:gd name="csX42" fmla="*/ 110864 w 124491"/>
                <a:gd name="csY42" fmla="*/ 31012 h 50962"/>
                <a:gd name="csX43" fmla="*/ 112424 w 124491"/>
                <a:gd name="csY43" fmla="*/ 31400 h 50962"/>
                <a:gd name="csX44" fmla="*/ 110454 w 124491"/>
                <a:gd name="csY44" fmla="*/ 29620 h 50962"/>
                <a:gd name="csX45" fmla="*/ 107045 w 124491"/>
                <a:gd name="csY45" fmla="*/ 27277 h 50962"/>
                <a:gd name="csX46" fmla="*/ 106094 w 124491"/>
                <a:gd name="csY46" fmla="*/ 25740 h 50962"/>
                <a:gd name="csX47" fmla="*/ 105196 w 124491"/>
                <a:gd name="csY47" fmla="*/ 23602 h 50962"/>
                <a:gd name="csX48" fmla="*/ 103865 w 124491"/>
                <a:gd name="csY48" fmla="*/ 24530 h 50962"/>
                <a:gd name="csX49" fmla="*/ 103248 w 124491"/>
                <a:gd name="csY49" fmla="*/ 25314 h 50962"/>
                <a:gd name="csX50" fmla="*/ 102556 w 124491"/>
                <a:gd name="csY50" fmla="*/ 25755 h 50962"/>
                <a:gd name="csX51" fmla="*/ 101955 w 124491"/>
                <a:gd name="csY51" fmla="*/ 25222 h 50962"/>
                <a:gd name="csX52" fmla="*/ 101848 w 124491"/>
                <a:gd name="csY52" fmla="*/ 24530 h 50962"/>
                <a:gd name="csX53" fmla="*/ 99840 w 124491"/>
                <a:gd name="csY53" fmla="*/ 24393 h 50962"/>
                <a:gd name="csX54" fmla="*/ 99322 w 124491"/>
                <a:gd name="csY54" fmla="*/ 23761 h 50962"/>
                <a:gd name="csX55" fmla="*/ 98790 w 124491"/>
                <a:gd name="csY55" fmla="*/ 23412 h 50962"/>
                <a:gd name="csX56" fmla="*/ 99033 w 124491"/>
                <a:gd name="csY56" fmla="*/ 24751 h 50962"/>
                <a:gd name="csX57" fmla="*/ 99429 w 124491"/>
                <a:gd name="csY57" fmla="*/ 25572 h 50962"/>
                <a:gd name="csX58" fmla="*/ 99216 w 124491"/>
                <a:gd name="csY58" fmla="*/ 26569 h 50962"/>
                <a:gd name="csX59" fmla="*/ 98561 w 124491"/>
                <a:gd name="csY59" fmla="*/ 26638 h 50962"/>
                <a:gd name="csX60" fmla="*/ 98006 w 124491"/>
                <a:gd name="csY60" fmla="*/ 25610 h 50962"/>
                <a:gd name="csX61" fmla="*/ 97291 w 124491"/>
                <a:gd name="csY61" fmla="*/ 24674 h 50962"/>
                <a:gd name="csX62" fmla="*/ 96340 w 124491"/>
                <a:gd name="csY62" fmla="*/ 20779 h 50962"/>
                <a:gd name="csX63" fmla="*/ 94057 w 124491"/>
                <a:gd name="csY63" fmla="*/ 18945 h 50962"/>
                <a:gd name="csX64" fmla="*/ 93007 w 124491"/>
                <a:gd name="csY64" fmla="*/ 18329 h 50962"/>
                <a:gd name="csX65" fmla="*/ 92147 w 124491"/>
                <a:gd name="csY65" fmla="*/ 18101 h 50962"/>
                <a:gd name="csX66" fmla="*/ 90877 w 124491"/>
                <a:gd name="csY66" fmla="*/ 16853 h 50962"/>
                <a:gd name="csX67" fmla="*/ 89203 w 124491"/>
                <a:gd name="csY67" fmla="*/ 16191 h 50962"/>
                <a:gd name="csX68" fmla="*/ 86920 w 124491"/>
                <a:gd name="csY68" fmla="*/ 14251 h 50962"/>
                <a:gd name="csX69" fmla="*/ 84120 w 124491"/>
                <a:gd name="csY69" fmla="*/ 12858 h 50962"/>
                <a:gd name="csX70" fmla="*/ 80696 w 124491"/>
                <a:gd name="csY70" fmla="*/ 12372 h 50962"/>
                <a:gd name="csX71" fmla="*/ 76535 w 124491"/>
                <a:gd name="csY71" fmla="*/ 12676 h 50962"/>
                <a:gd name="csX72" fmla="*/ 75135 w 124491"/>
                <a:gd name="csY72" fmla="*/ 13452 h 50962"/>
                <a:gd name="csX73" fmla="*/ 74184 w 124491"/>
                <a:gd name="csY73" fmla="*/ 14433 h 50962"/>
                <a:gd name="csX74" fmla="*/ 73742 w 124491"/>
                <a:gd name="csY74" fmla="*/ 14890 h 50962"/>
                <a:gd name="csX75" fmla="*/ 71285 w 124491"/>
                <a:gd name="csY75" fmla="*/ 16008 h 50962"/>
                <a:gd name="csX76" fmla="*/ 70356 w 124491"/>
                <a:gd name="csY76" fmla="*/ 17629 h 50962"/>
                <a:gd name="csX77" fmla="*/ 69771 w 124491"/>
                <a:gd name="csY77" fmla="*/ 18998 h 50962"/>
                <a:gd name="csX78" fmla="*/ 68546 w 124491"/>
                <a:gd name="csY78" fmla="*/ 20551 h 50962"/>
                <a:gd name="csX79" fmla="*/ 69946 w 124491"/>
                <a:gd name="csY79" fmla="*/ 21487 h 50962"/>
                <a:gd name="csX80" fmla="*/ 61934 w 124491"/>
                <a:gd name="csY80" fmla="*/ 26759 h 50962"/>
                <a:gd name="csX81" fmla="*/ 60351 w 124491"/>
                <a:gd name="csY81" fmla="*/ 27528 h 50962"/>
                <a:gd name="csX82" fmla="*/ 56752 w 124491"/>
                <a:gd name="csY82" fmla="*/ 28068 h 50962"/>
                <a:gd name="csX83" fmla="*/ 55923 w 124491"/>
                <a:gd name="csY83" fmla="*/ 28631 h 50962"/>
                <a:gd name="csX84" fmla="*/ 54827 w 124491"/>
                <a:gd name="csY84" fmla="*/ 29673 h 50962"/>
                <a:gd name="csX85" fmla="*/ 54675 w 124491"/>
                <a:gd name="csY85" fmla="*/ 31256 h 50962"/>
                <a:gd name="csX86" fmla="*/ 54843 w 124491"/>
                <a:gd name="csY86" fmla="*/ 32603 h 50962"/>
                <a:gd name="csX87" fmla="*/ 55885 w 124491"/>
                <a:gd name="csY87" fmla="*/ 33645 h 50962"/>
                <a:gd name="csX88" fmla="*/ 56821 w 124491"/>
                <a:gd name="csY88" fmla="*/ 34299 h 50962"/>
                <a:gd name="csX89" fmla="*/ 59050 w 124491"/>
                <a:gd name="csY89" fmla="*/ 37434 h 50962"/>
                <a:gd name="csX90" fmla="*/ 63014 w 124491"/>
                <a:gd name="csY90" fmla="*/ 41391 h 50962"/>
                <a:gd name="csX91" fmla="*/ 63767 w 124491"/>
                <a:gd name="csY91" fmla="*/ 42829 h 50962"/>
                <a:gd name="csX92" fmla="*/ 64384 w 124491"/>
                <a:gd name="csY92" fmla="*/ 44967 h 50962"/>
                <a:gd name="csX93" fmla="*/ 63189 w 124491"/>
                <a:gd name="csY93" fmla="*/ 45971 h 50962"/>
                <a:gd name="csX94" fmla="*/ 62261 w 124491"/>
                <a:gd name="csY94" fmla="*/ 46397 h 50962"/>
                <a:gd name="csX95" fmla="*/ 58487 w 124491"/>
                <a:gd name="csY95" fmla="*/ 46564 h 50962"/>
                <a:gd name="csX96" fmla="*/ 57186 w 124491"/>
                <a:gd name="csY96" fmla="*/ 47416 h 50962"/>
                <a:gd name="csX97" fmla="*/ 56661 w 124491"/>
                <a:gd name="csY97" fmla="*/ 48717 h 50962"/>
                <a:gd name="csX98" fmla="*/ 55253 w 124491"/>
                <a:gd name="csY98" fmla="*/ 49783 h 50962"/>
                <a:gd name="csX99" fmla="*/ 50392 w 124491"/>
                <a:gd name="csY99" fmla="*/ 50840 h 50962"/>
                <a:gd name="csX100" fmla="*/ 46572 w 124491"/>
                <a:gd name="csY100" fmla="*/ 50962 h 50962"/>
                <a:gd name="csX101" fmla="*/ 45385 w 124491"/>
                <a:gd name="csY101" fmla="*/ 49745 h 50962"/>
                <a:gd name="csX102" fmla="*/ 45096 w 124491"/>
                <a:gd name="csY102" fmla="*/ 46313 h 50962"/>
                <a:gd name="csX103" fmla="*/ 42524 w 124491"/>
                <a:gd name="csY103" fmla="*/ 40455 h 50962"/>
                <a:gd name="csX104" fmla="*/ 41908 w 124491"/>
                <a:gd name="csY104" fmla="*/ 36414 h 50962"/>
                <a:gd name="csX105" fmla="*/ 41269 w 124491"/>
                <a:gd name="csY105" fmla="*/ 36917 h 50962"/>
                <a:gd name="csX106" fmla="*/ 39907 w 124491"/>
                <a:gd name="csY106" fmla="*/ 37388 h 50962"/>
                <a:gd name="csX107" fmla="*/ 39443 w 124491"/>
                <a:gd name="csY107" fmla="*/ 38393 h 50962"/>
                <a:gd name="csX108" fmla="*/ 39100 w 124491"/>
                <a:gd name="csY108" fmla="*/ 41368 h 50962"/>
                <a:gd name="csX109" fmla="*/ 38598 w 124491"/>
                <a:gd name="csY109" fmla="*/ 42387 h 50962"/>
                <a:gd name="csX110" fmla="*/ 37548 w 124491"/>
                <a:gd name="csY110" fmla="*/ 42288 h 50962"/>
                <a:gd name="csX111" fmla="*/ 35387 w 124491"/>
                <a:gd name="csY111" fmla="*/ 41223 h 50962"/>
                <a:gd name="csX112" fmla="*/ 32511 w 124491"/>
                <a:gd name="csY112" fmla="*/ 40242 h 50962"/>
                <a:gd name="csX113" fmla="*/ 28852 w 124491"/>
                <a:gd name="csY113" fmla="*/ 33934 h 50962"/>
                <a:gd name="csX114" fmla="*/ 28456 w 124491"/>
                <a:gd name="csY114" fmla="*/ 32747 h 50962"/>
                <a:gd name="csX115" fmla="*/ 27741 w 124491"/>
                <a:gd name="csY115" fmla="*/ 31324 h 50962"/>
                <a:gd name="csX116" fmla="*/ 24910 w 124491"/>
                <a:gd name="csY116" fmla="*/ 30723 h 50962"/>
                <a:gd name="csX117" fmla="*/ 22499 w 124491"/>
                <a:gd name="csY117" fmla="*/ 29658 h 50962"/>
                <a:gd name="csX118" fmla="*/ 19866 w 124491"/>
                <a:gd name="csY118" fmla="*/ 29498 h 50962"/>
                <a:gd name="csX119" fmla="*/ 18519 w 124491"/>
                <a:gd name="csY119" fmla="*/ 30099 h 50962"/>
                <a:gd name="csX120" fmla="*/ 17142 w 124491"/>
                <a:gd name="csY120" fmla="*/ 29339 h 50962"/>
                <a:gd name="csX121" fmla="*/ 16906 w 124491"/>
                <a:gd name="csY121" fmla="*/ 27604 h 50962"/>
                <a:gd name="csX122" fmla="*/ 14144 w 124491"/>
                <a:gd name="csY122" fmla="*/ 28380 h 50962"/>
                <a:gd name="csX123" fmla="*/ 10599 w 124491"/>
                <a:gd name="csY123" fmla="*/ 28106 h 50962"/>
                <a:gd name="csX124" fmla="*/ 7426 w 124491"/>
                <a:gd name="csY124" fmla="*/ 27368 h 50962"/>
                <a:gd name="csX125" fmla="*/ 5257 w 124491"/>
                <a:gd name="csY125" fmla="*/ 27764 h 50962"/>
                <a:gd name="csX126" fmla="*/ 3439 w 124491"/>
                <a:gd name="csY126" fmla="*/ 28996 h 50962"/>
                <a:gd name="csX127" fmla="*/ 3690 w 124491"/>
                <a:gd name="csY127" fmla="*/ 32139 h 50962"/>
                <a:gd name="csX128" fmla="*/ 3158 w 124491"/>
                <a:gd name="csY128" fmla="*/ 32762 h 50962"/>
                <a:gd name="csX129" fmla="*/ 3074 w 124491"/>
                <a:gd name="csY129" fmla="*/ 31477 h 50962"/>
                <a:gd name="csX130" fmla="*/ 2442 w 124491"/>
                <a:gd name="csY130" fmla="*/ 30000 h 50962"/>
                <a:gd name="csX131" fmla="*/ 1681 w 124491"/>
                <a:gd name="csY131" fmla="*/ 28775 h 50962"/>
                <a:gd name="csX132" fmla="*/ 84 w 124491"/>
                <a:gd name="csY132" fmla="*/ 27505 h 50962"/>
                <a:gd name="csX133" fmla="*/ 0 w 124491"/>
                <a:gd name="csY133" fmla="*/ 27041 h 50962"/>
                <a:gd name="csX134" fmla="*/ 631 w 124491"/>
                <a:gd name="csY134" fmla="*/ 26402 h 50962"/>
                <a:gd name="csX135" fmla="*/ 3530 w 124491"/>
                <a:gd name="csY135" fmla="*/ 24560 h 50962"/>
                <a:gd name="csX136" fmla="*/ 3888 w 124491"/>
                <a:gd name="csY136" fmla="*/ 23792 h 50962"/>
                <a:gd name="csX137" fmla="*/ 3934 w 124491"/>
                <a:gd name="csY137" fmla="*/ 22194 h 50962"/>
                <a:gd name="csX138" fmla="*/ 3652 w 124491"/>
                <a:gd name="csY138" fmla="*/ 20665 h 50962"/>
                <a:gd name="csX139" fmla="*/ 2343 w 124491"/>
                <a:gd name="csY139" fmla="*/ 18413 h 50962"/>
                <a:gd name="csX140" fmla="*/ 3089 w 124491"/>
                <a:gd name="csY140" fmla="*/ 17020 h 50962"/>
                <a:gd name="csX141" fmla="*/ 4588 w 124491"/>
                <a:gd name="csY141" fmla="*/ 15902 h 50962"/>
                <a:gd name="csX142" fmla="*/ 6125 w 124491"/>
                <a:gd name="csY142" fmla="*/ 15019 h 50962"/>
                <a:gd name="csX143" fmla="*/ 6384 w 124491"/>
                <a:gd name="csY143" fmla="*/ 14646 h 50962"/>
                <a:gd name="csX144" fmla="*/ 6102 w 124491"/>
                <a:gd name="csY144" fmla="*/ 13878 h 50962"/>
                <a:gd name="csX145" fmla="*/ 5204 w 124491"/>
                <a:gd name="csY145" fmla="*/ 13049 h 50962"/>
                <a:gd name="csX146" fmla="*/ 3104 w 124491"/>
                <a:gd name="csY146" fmla="*/ 11641 h 50962"/>
                <a:gd name="csX147" fmla="*/ 1841 w 124491"/>
                <a:gd name="csY147" fmla="*/ 11550 h 50962"/>
                <a:gd name="csX148" fmla="*/ 1788 w 124491"/>
                <a:gd name="csY148" fmla="*/ 7494 h 50962"/>
                <a:gd name="csX149" fmla="*/ 1849 w 124491"/>
                <a:gd name="csY149" fmla="*/ 3188 h 50962"/>
                <a:gd name="csX150" fmla="*/ 2168 w 124491"/>
                <a:gd name="csY150" fmla="*/ 2762 h 50962"/>
                <a:gd name="csX151" fmla="*/ 2937 w 124491"/>
                <a:gd name="csY151" fmla="*/ 2503 h 50962"/>
                <a:gd name="csX152" fmla="*/ 3553 w 124491"/>
                <a:gd name="csY152" fmla="*/ 1849 h 50962"/>
                <a:gd name="csX153" fmla="*/ 3896 w 124491"/>
                <a:gd name="csY153" fmla="*/ 571 h 50962"/>
                <a:gd name="csX154" fmla="*/ 4816 w 124491"/>
                <a:gd name="csY154" fmla="*/ 114 h 50962"/>
                <a:gd name="csX155" fmla="*/ 6475 w 124491"/>
                <a:gd name="csY155" fmla="*/ 1095 h 50962"/>
                <a:gd name="csX156" fmla="*/ 8172 w 124491"/>
                <a:gd name="csY156" fmla="*/ 1963 h 50962"/>
                <a:gd name="csX157" fmla="*/ 8872 w 124491"/>
                <a:gd name="csY157" fmla="*/ 1674 h 50962"/>
                <a:gd name="csX158" fmla="*/ 9397 w 124491"/>
                <a:gd name="csY158" fmla="*/ 1248 h 50962"/>
                <a:gd name="csX159" fmla="*/ 9769 w 124491"/>
                <a:gd name="csY159" fmla="*/ 829 h 50962"/>
                <a:gd name="csX160" fmla="*/ 9891 w 124491"/>
                <a:gd name="csY160" fmla="*/ 434 h 50962"/>
                <a:gd name="csX161" fmla="*/ 11245 w 124491"/>
                <a:gd name="csY161" fmla="*/ 1583 h 50962"/>
                <a:gd name="csX162" fmla="*/ 14007 w 124491"/>
                <a:gd name="csY162" fmla="*/ 3622 h 50962"/>
                <a:gd name="csX163" fmla="*/ 14167 w 124491"/>
                <a:gd name="csY163" fmla="*/ 4618 h 50962"/>
                <a:gd name="csX164" fmla="*/ 13908 w 124491"/>
                <a:gd name="csY164" fmla="*/ 5577 h 50962"/>
                <a:gd name="csX165" fmla="*/ 14669 w 124491"/>
                <a:gd name="csY165" fmla="*/ 8331 h 50962"/>
                <a:gd name="csX166" fmla="*/ 16100 w 124491"/>
                <a:gd name="csY166" fmla="*/ 8727 h 50962"/>
                <a:gd name="csX167" fmla="*/ 17545 w 124491"/>
                <a:gd name="csY167" fmla="*/ 8194 h 50962"/>
                <a:gd name="csX168" fmla="*/ 17903 w 124491"/>
                <a:gd name="csY168" fmla="*/ 8704 h 50962"/>
                <a:gd name="csX169" fmla="*/ 17637 w 124491"/>
                <a:gd name="csY169" fmla="*/ 9214 h 50962"/>
                <a:gd name="csX170" fmla="*/ 16891 w 124491"/>
                <a:gd name="csY170" fmla="*/ 9784 h 50962"/>
                <a:gd name="csX171" fmla="*/ 16708 w 124491"/>
                <a:gd name="csY171" fmla="*/ 12151 h 50962"/>
                <a:gd name="csX172" fmla="*/ 19075 w 124491"/>
                <a:gd name="csY172" fmla="*/ 13254 h 50962"/>
                <a:gd name="csX173" fmla="*/ 20262 w 124491"/>
                <a:gd name="csY173" fmla="*/ 14220 h 50962"/>
                <a:gd name="csX174" fmla="*/ 24188 w 124491"/>
                <a:gd name="csY174" fmla="*/ 13764 h 50962"/>
                <a:gd name="csX175" fmla="*/ 25633 w 124491"/>
                <a:gd name="csY175" fmla="*/ 14022 h 50962"/>
                <a:gd name="csX176" fmla="*/ 26622 w 124491"/>
                <a:gd name="csY176" fmla="*/ 13741 h 50962"/>
                <a:gd name="csX177" fmla="*/ 25527 w 124491"/>
                <a:gd name="csY177" fmla="*/ 11839 h 50962"/>
                <a:gd name="csX178" fmla="*/ 24058 w 124491"/>
                <a:gd name="csY178" fmla="*/ 10431 h 50962"/>
                <a:gd name="csX179" fmla="*/ 24180 w 124491"/>
                <a:gd name="csY179" fmla="*/ 9800 h 50962"/>
                <a:gd name="csX180" fmla="*/ 25291 w 124491"/>
                <a:gd name="csY180" fmla="*/ 10272 h 50962"/>
                <a:gd name="csX181" fmla="*/ 26143 w 124491"/>
                <a:gd name="csY181" fmla="*/ 11230 h 50962"/>
                <a:gd name="csX182" fmla="*/ 28076 w 124491"/>
                <a:gd name="csY182" fmla="*/ 12417 h 50962"/>
                <a:gd name="csX183" fmla="*/ 31629 w 124491"/>
                <a:gd name="csY183" fmla="*/ 16541 h 50962"/>
                <a:gd name="csX184" fmla="*/ 35707 w 124491"/>
                <a:gd name="csY184" fmla="*/ 17538 h 50962"/>
                <a:gd name="csX185" fmla="*/ 38933 w 124491"/>
                <a:gd name="csY185" fmla="*/ 17408 h 50962"/>
                <a:gd name="csX186" fmla="*/ 41938 w 124491"/>
                <a:gd name="csY186" fmla="*/ 16853 h 50962"/>
                <a:gd name="csX187" fmla="*/ 46724 w 124491"/>
                <a:gd name="csY187" fmla="*/ 15255 h 50962"/>
                <a:gd name="csX188" fmla="*/ 50194 w 124491"/>
                <a:gd name="csY188" fmla="*/ 12364 h 50962"/>
                <a:gd name="csX189" fmla="*/ 52956 w 124491"/>
                <a:gd name="csY189" fmla="*/ 11078 h 50962"/>
                <a:gd name="csX190" fmla="*/ 61919 w 124491"/>
                <a:gd name="csY190" fmla="*/ 8331 h 50962"/>
                <a:gd name="csX191" fmla="*/ 65099 w 124491"/>
                <a:gd name="csY191" fmla="*/ 5455 h 50962"/>
                <a:gd name="csX192" fmla="*/ 66446 w 124491"/>
                <a:gd name="csY192" fmla="*/ 5083 h 50962"/>
                <a:gd name="csX193" fmla="*/ 67724 w 124491"/>
                <a:gd name="csY193" fmla="*/ 4725 h 50962"/>
                <a:gd name="csX194" fmla="*/ 70539 w 124491"/>
                <a:gd name="csY194" fmla="*/ 2549 h 50962"/>
                <a:gd name="csX195" fmla="*/ 72053 w 124491"/>
                <a:gd name="csY195" fmla="*/ 852 h 50962"/>
                <a:gd name="csX196" fmla="*/ 73651 w 124491"/>
                <a:gd name="csY196" fmla="*/ 0 h 50962"/>
                <a:gd name="csX197" fmla="*/ 78391 w 124491"/>
                <a:gd name="csY197" fmla="*/ 616 h 50962"/>
                <a:gd name="csX198" fmla="*/ 81465 w 124491"/>
                <a:gd name="csY198" fmla="*/ 1415 h 50962"/>
                <a:gd name="csX199" fmla="*/ 83588 w 124491"/>
                <a:gd name="csY199" fmla="*/ 1309 h 50962"/>
                <a:gd name="csX200" fmla="*/ 85627 w 124491"/>
                <a:gd name="csY200" fmla="*/ 1879 h 50962"/>
                <a:gd name="csX201" fmla="*/ 86517 w 124491"/>
                <a:gd name="csY201" fmla="*/ 3112 h 50962"/>
                <a:gd name="csX202" fmla="*/ 87445 w 124491"/>
                <a:gd name="csY202" fmla="*/ 3637 h 50962"/>
                <a:gd name="csX203" fmla="*/ 92459 w 124491"/>
                <a:gd name="csY203" fmla="*/ 3500 h 50962"/>
                <a:gd name="csX204" fmla="*/ 96568 w 124491"/>
                <a:gd name="csY204" fmla="*/ 4109 h 50962"/>
                <a:gd name="csX205" fmla="*/ 105569 w 124491"/>
                <a:gd name="csY205" fmla="*/ 7761 h 50962"/>
                <a:gd name="csX206" fmla="*/ 110956 w 124491"/>
                <a:gd name="csY206" fmla="*/ 11375 h 50962"/>
                <a:gd name="csX207" fmla="*/ 113809 w 124491"/>
                <a:gd name="csY207" fmla="*/ 15209 h 50962"/>
                <a:gd name="csX208" fmla="*/ 120687 w 124491"/>
                <a:gd name="csY208" fmla="*/ 20140 h 50962"/>
                <a:gd name="csX209" fmla="*/ 16921 w 124491"/>
                <a:gd name="csY209" fmla="*/ 4618 h 50962"/>
                <a:gd name="csX210" fmla="*/ 16686 w 124491"/>
                <a:gd name="csY210" fmla="*/ 5623 h 50962"/>
                <a:gd name="csX211" fmla="*/ 15035 w 124491"/>
                <a:gd name="csY211" fmla="*/ 3819 h 50962"/>
                <a:gd name="csX212" fmla="*/ 16016 w 124491"/>
                <a:gd name="csY212" fmla="*/ 3523 h 50962"/>
                <a:gd name="csX213" fmla="*/ 16366 w 124491"/>
                <a:gd name="csY213" fmla="*/ 3561 h 50962"/>
                <a:gd name="csX214" fmla="*/ 16921 w 124491"/>
                <a:gd name="csY214" fmla="*/ 4618 h 50962"/>
                <a:gd name="csX215" fmla="*/ 88138 w 124491"/>
                <a:gd name="csY215" fmla="*/ 28372 h 50962"/>
                <a:gd name="csX216" fmla="*/ 87712 w 124491"/>
                <a:gd name="csY216" fmla="*/ 29278 h 50962"/>
                <a:gd name="csX217" fmla="*/ 86715 w 124491"/>
                <a:gd name="csY217" fmla="*/ 27254 h 50962"/>
                <a:gd name="csX218" fmla="*/ 86875 w 124491"/>
                <a:gd name="csY218" fmla="*/ 26737 h 50962"/>
                <a:gd name="csX219" fmla="*/ 86806 w 124491"/>
                <a:gd name="csY219" fmla="*/ 24910 h 50962"/>
                <a:gd name="csX220" fmla="*/ 87757 w 124491"/>
                <a:gd name="csY220" fmla="*/ 24431 h 50962"/>
                <a:gd name="csX221" fmla="*/ 88457 w 124491"/>
                <a:gd name="csY221" fmla="*/ 24393 h 50962"/>
                <a:gd name="csX222" fmla="*/ 89035 w 124491"/>
                <a:gd name="csY222" fmla="*/ 24652 h 50962"/>
                <a:gd name="csX223" fmla="*/ 89401 w 124491"/>
                <a:gd name="csY223" fmla="*/ 26805 h 50962"/>
                <a:gd name="csX224" fmla="*/ 89096 w 124491"/>
                <a:gd name="csY224" fmla="*/ 27779 h 50962"/>
                <a:gd name="csX225" fmla="*/ 88138 w 124491"/>
                <a:gd name="csY225" fmla="*/ 28372 h 50962"/>
                <a:gd name="csX226" fmla="*/ 84569 w 124491"/>
                <a:gd name="csY226" fmla="*/ 28806 h 50962"/>
                <a:gd name="csX227" fmla="*/ 83611 w 124491"/>
                <a:gd name="csY227" fmla="*/ 29757 h 50962"/>
                <a:gd name="csX228" fmla="*/ 83245 w 124491"/>
                <a:gd name="csY228" fmla="*/ 28859 h 50962"/>
                <a:gd name="csX229" fmla="*/ 83915 w 124491"/>
                <a:gd name="csY229" fmla="*/ 27923 h 50962"/>
                <a:gd name="csX230" fmla="*/ 84151 w 124491"/>
                <a:gd name="csY230" fmla="*/ 27916 h 50962"/>
                <a:gd name="csX231" fmla="*/ 84569 w 124491"/>
                <a:gd name="csY231" fmla="*/ 28806 h 50962"/>
                <a:gd name="csX232" fmla="*/ 30381 w 124491"/>
                <a:gd name="csY232" fmla="*/ 48535 h 50962"/>
                <a:gd name="csX233" fmla="*/ 29209 w 124491"/>
                <a:gd name="csY233" fmla="*/ 48649 h 50962"/>
                <a:gd name="csX234" fmla="*/ 26820 w 124491"/>
                <a:gd name="csY234" fmla="*/ 47728 h 50962"/>
                <a:gd name="csX235" fmla="*/ 25070 w 124491"/>
                <a:gd name="csY235" fmla="*/ 45956 h 50962"/>
                <a:gd name="csX236" fmla="*/ 24926 w 124491"/>
                <a:gd name="csY236" fmla="*/ 45385 h 50962"/>
                <a:gd name="csX237" fmla="*/ 24964 w 124491"/>
                <a:gd name="csY237" fmla="*/ 44792 h 50962"/>
                <a:gd name="csX238" fmla="*/ 25915 w 124491"/>
                <a:gd name="csY238" fmla="*/ 42981 h 50962"/>
                <a:gd name="csX239" fmla="*/ 27193 w 124491"/>
                <a:gd name="csY239" fmla="*/ 42357 h 50962"/>
                <a:gd name="csX240" fmla="*/ 27695 w 124491"/>
                <a:gd name="csY240" fmla="*/ 42364 h 50962"/>
                <a:gd name="csX241" fmla="*/ 28920 w 124491"/>
                <a:gd name="csY241" fmla="*/ 44457 h 50962"/>
                <a:gd name="csX242" fmla="*/ 28091 w 124491"/>
                <a:gd name="csY242" fmla="*/ 45263 h 50962"/>
                <a:gd name="csX243" fmla="*/ 28426 w 124491"/>
                <a:gd name="csY243" fmla="*/ 46557 h 50962"/>
                <a:gd name="csX244" fmla="*/ 30160 w 124491"/>
                <a:gd name="csY244" fmla="*/ 47515 h 50962"/>
                <a:gd name="csX245" fmla="*/ 30381 w 124491"/>
                <a:gd name="csY245" fmla="*/ 48535 h 509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Lst>
              <a:rect l="l" t="t" r="r" b="b"/>
              <a:pathLst>
                <a:path w="124491" h="50962">
                  <a:moveTo>
                    <a:pt x="120687" y="20140"/>
                  </a:moveTo>
                  <a:lnTo>
                    <a:pt x="120284" y="20437"/>
                  </a:lnTo>
                  <a:lnTo>
                    <a:pt x="119104" y="22126"/>
                  </a:lnTo>
                  <a:lnTo>
                    <a:pt x="118465" y="23571"/>
                  </a:lnTo>
                  <a:lnTo>
                    <a:pt x="119987" y="25100"/>
                  </a:lnTo>
                  <a:lnTo>
                    <a:pt x="120444" y="26721"/>
                  </a:lnTo>
                  <a:lnTo>
                    <a:pt x="121303" y="28479"/>
                  </a:lnTo>
                  <a:lnTo>
                    <a:pt x="122642" y="30244"/>
                  </a:lnTo>
                  <a:lnTo>
                    <a:pt x="124149" y="33523"/>
                  </a:lnTo>
                  <a:lnTo>
                    <a:pt x="124491" y="34839"/>
                  </a:lnTo>
                  <a:lnTo>
                    <a:pt x="124065" y="35692"/>
                  </a:lnTo>
                  <a:lnTo>
                    <a:pt x="122635" y="36217"/>
                  </a:lnTo>
                  <a:lnTo>
                    <a:pt x="121296" y="37746"/>
                  </a:lnTo>
                  <a:lnTo>
                    <a:pt x="120931" y="39618"/>
                  </a:lnTo>
                  <a:lnTo>
                    <a:pt x="121189" y="40546"/>
                  </a:lnTo>
                  <a:lnTo>
                    <a:pt x="117187" y="43536"/>
                  </a:lnTo>
                  <a:lnTo>
                    <a:pt x="116152" y="44031"/>
                  </a:lnTo>
                  <a:lnTo>
                    <a:pt x="115468" y="43574"/>
                  </a:lnTo>
                  <a:lnTo>
                    <a:pt x="114615" y="42075"/>
                  </a:lnTo>
                  <a:lnTo>
                    <a:pt x="113596" y="40866"/>
                  </a:lnTo>
                  <a:lnTo>
                    <a:pt x="113048" y="40440"/>
                  </a:lnTo>
                  <a:lnTo>
                    <a:pt x="112729" y="40424"/>
                  </a:lnTo>
                  <a:lnTo>
                    <a:pt x="112409" y="40706"/>
                  </a:lnTo>
                  <a:lnTo>
                    <a:pt x="112257" y="41360"/>
                  </a:lnTo>
                  <a:lnTo>
                    <a:pt x="112789" y="44168"/>
                  </a:lnTo>
                  <a:lnTo>
                    <a:pt x="112348" y="45301"/>
                  </a:lnTo>
                  <a:lnTo>
                    <a:pt x="110986" y="46176"/>
                  </a:lnTo>
                  <a:lnTo>
                    <a:pt x="109426" y="50742"/>
                  </a:lnTo>
                  <a:lnTo>
                    <a:pt x="108818" y="50163"/>
                  </a:lnTo>
                  <a:lnTo>
                    <a:pt x="103682" y="44016"/>
                  </a:lnTo>
                  <a:lnTo>
                    <a:pt x="99239" y="36399"/>
                  </a:lnTo>
                  <a:lnTo>
                    <a:pt x="98310" y="32945"/>
                  </a:lnTo>
                  <a:lnTo>
                    <a:pt x="99459" y="32739"/>
                  </a:lnTo>
                  <a:lnTo>
                    <a:pt x="100570" y="32816"/>
                  </a:lnTo>
                  <a:lnTo>
                    <a:pt x="101171" y="32283"/>
                  </a:lnTo>
                  <a:lnTo>
                    <a:pt x="101864" y="31279"/>
                  </a:lnTo>
                  <a:lnTo>
                    <a:pt x="101300" y="28943"/>
                  </a:lnTo>
                  <a:lnTo>
                    <a:pt x="103461" y="27170"/>
                  </a:lnTo>
                  <a:lnTo>
                    <a:pt x="104275" y="25976"/>
                  </a:lnTo>
                  <a:lnTo>
                    <a:pt x="104876" y="26113"/>
                  </a:lnTo>
                  <a:lnTo>
                    <a:pt x="106292" y="28152"/>
                  </a:lnTo>
                  <a:lnTo>
                    <a:pt x="108346" y="29316"/>
                  </a:lnTo>
                  <a:lnTo>
                    <a:pt x="110864" y="31012"/>
                  </a:lnTo>
                  <a:lnTo>
                    <a:pt x="112424" y="31400"/>
                  </a:lnTo>
                  <a:lnTo>
                    <a:pt x="110454" y="29620"/>
                  </a:lnTo>
                  <a:lnTo>
                    <a:pt x="107045" y="27277"/>
                  </a:lnTo>
                  <a:lnTo>
                    <a:pt x="106094" y="25740"/>
                  </a:lnTo>
                  <a:lnTo>
                    <a:pt x="105196" y="23602"/>
                  </a:lnTo>
                  <a:lnTo>
                    <a:pt x="103865" y="24530"/>
                  </a:lnTo>
                  <a:lnTo>
                    <a:pt x="103248" y="25314"/>
                  </a:lnTo>
                  <a:lnTo>
                    <a:pt x="102556" y="25755"/>
                  </a:lnTo>
                  <a:lnTo>
                    <a:pt x="101955" y="25222"/>
                  </a:lnTo>
                  <a:lnTo>
                    <a:pt x="101848" y="24530"/>
                  </a:lnTo>
                  <a:lnTo>
                    <a:pt x="99840" y="24393"/>
                  </a:lnTo>
                  <a:lnTo>
                    <a:pt x="99322" y="23761"/>
                  </a:lnTo>
                  <a:lnTo>
                    <a:pt x="98790" y="23412"/>
                  </a:lnTo>
                  <a:lnTo>
                    <a:pt x="99033" y="24751"/>
                  </a:lnTo>
                  <a:lnTo>
                    <a:pt x="99429" y="25572"/>
                  </a:lnTo>
                  <a:lnTo>
                    <a:pt x="99216" y="26569"/>
                  </a:lnTo>
                  <a:lnTo>
                    <a:pt x="98561" y="26638"/>
                  </a:lnTo>
                  <a:lnTo>
                    <a:pt x="98006" y="25610"/>
                  </a:lnTo>
                  <a:lnTo>
                    <a:pt x="97291" y="24674"/>
                  </a:lnTo>
                  <a:lnTo>
                    <a:pt x="96340" y="20779"/>
                  </a:lnTo>
                  <a:lnTo>
                    <a:pt x="94057" y="18945"/>
                  </a:lnTo>
                  <a:lnTo>
                    <a:pt x="93007" y="18329"/>
                  </a:lnTo>
                  <a:lnTo>
                    <a:pt x="92147" y="18101"/>
                  </a:lnTo>
                  <a:lnTo>
                    <a:pt x="90877" y="16853"/>
                  </a:lnTo>
                  <a:lnTo>
                    <a:pt x="89203" y="16191"/>
                  </a:lnTo>
                  <a:lnTo>
                    <a:pt x="86920" y="14251"/>
                  </a:lnTo>
                  <a:lnTo>
                    <a:pt x="84120" y="12858"/>
                  </a:lnTo>
                  <a:lnTo>
                    <a:pt x="80696" y="12372"/>
                  </a:lnTo>
                  <a:lnTo>
                    <a:pt x="76535" y="12676"/>
                  </a:lnTo>
                  <a:lnTo>
                    <a:pt x="75135" y="13452"/>
                  </a:lnTo>
                  <a:lnTo>
                    <a:pt x="74184" y="14433"/>
                  </a:lnTo>
                  <a:lnTo>
                    <a:pt x="73742" y="14890"/>
                  </a:lnTo>
                  <a:lnTo>
                    <a:pt x="71285" y="16008"/>
                  </a:lnTo>
                  <a:lnTo>
                    <a:pt x="70356" y="17629"/>
                  </a:lnTo>
                  <a:lnTo>
                    <a:pt x="69771" y="18998"/>
                  </a:lnTo>
                  <a:lnTo>
                    <a:pt x="68546" y="20551"/>
                  </a:lnTo>
                  <a:lnTo>
                    <a:pt x="69946" y="21487"/>
                  </a:lnTo>
                  <a:lnTo>
                    <a:pt x="61934" y="26759"/>
                  </a:lnTo>
                  <a:lnTo>
                    <a:pt x="60351" y="27528"/>
                  </a:lnTo>
                  <a:lnTo>
                    <a:pt x="56752" y="28068"/>
                  </a:lnTo>
                  <a:lnTo>
                    <a:pt x="55923" y="28631"/>
                  </a:lnTo>
                  <a:lnTo>
                    <a:pt x="54827" y="29673"/>
                  </a:lnTo>
                  <a:lnTo>
                    <a:pt x="54675" y="31256"/>
                  </a:lnTo>
                  <a:lnTo>
                    <a:pt x="54843" y="32603"/>
                  </a:lnTo>
                  <a:lnTo>
                    <a:pt x="55885" y="33645"/>
                  </a:lnTo>
                  <a:lnTo>
                    <a:pt x="56821" y="34299"/>
                  </a:lnTo>
                  <a:lnTo>
                    <a:pt x="59050" y="37434"/>
                  </a:lnTo>
                  <a:lnTo>
                    <a:pt x="63014" y="41391"/>
                  </a:lnTo>
                  <a:lnTo>
                    <a:pt x="63767" y="42829"/>
                  </a:lnTo>
                  <a:lnTo>
                    <a:pt x="64384" y="44967"/>
                  </a:lnTo>
                  <a:lnTo>
                    <a:pt x="63189" y="45971"/>
                  </a:lnTo>
                  <a:lnTo>
                    <a:pt x="62261" y="46397"/>
                  </a:lnTo>
                  <a:lnTo>
                    <a:pt x="58487" y="46564"/>
                  </a:lnTo>
                  <a:lnTo>
                    <a:pt x="57186" y="47416"/>
                  </a:lnTo>
                  <a:lnTo>
                    <a:pt x="56661" y="48717"/>
                  </a:lnTo>
                  <a:lnTo>
                    <a:pt x="55253" y="49783"/>
                  </a:lnTo>
                  <a:lnTo>
                    <a:pt x="50392" y="50840"/>
                  </a:lnTo>
                  <a:lnTo>
                    <a:pt x="46572" y="50962"/>
                  </a:lnTo>
                  <a:lnTo>
                    <a:pt x="45385" y="49745"/>
                  </a:lnTo>
                  <a:lnTo>
                    <a:pt x="45096" y="46313"/>
                  </a:lnTo>
                  <a:lnTo>
                    <a:pt x="42524" y="40455"/>
                  </a:lnTo>
                  <a:lnTo>
                    <a:pt x="41908" y="36414"/>
                  </a:lnTo>
                  <a:lnTo>
                    <a:pt x="41269" y="36917"/>
                  </a:lnTo>
                  <a:lnTo>
                    <a:pt x="39907" y="37388"/>
                  </a:lnTo>
                  <a:lnTo>
                    <a:pt x="39443" y="38393"/>
                  </a:lnTo>
                  <a:lnTo>
                    <a:pt x="39100" y="41368"/>
                  </a:lnTo>
                  <a:lnTo>
                    <a:pt x="38598" y="42387"/>
                  </a:lnTo>
                  <a:lnTo>
                    <a:pt x="37548" y="42288"/>
                  </a:lnTo>
                  <a:lnTo>
                    <a:pt x="35387" y="41223"/>
                  </a:lnTo>
                  <a:lnTo>
                    <a:pt x="32511" y="40242"/>
                  </a:lnTo>
                  <a:lnTo>
                    <a:pt x="28852" y="33934"/>
                  </a:lnTo>
                  <a:lnTo>
                    <a:pt x="28456" y="32747"/>
                  </a:lnTo>
                  <a:lnTo>
                    <a:pt x="27741" y="31324"/>
                  </a:lnTo>
                  <a:lnTo>
                    <a:pt x="24910" y="30723"/>
                  </a:lnTo>
                  <a:lnTo>
                    <a:pt x="22499" y="29658"/>
                  </a:lnTo>
                  <a:lnTo>
                    <a:pt x="19866" y="29498"/>
                  </a:lnTo>
                  <a:lnTo>
                    <a:pt x="18519" y="30099"/>
                  </a:lnTo>
                  <a:lnTo>
                    <a:pt x="17142" y="29339"/>
                  </a:lnTo>
                  <a:lnTo>
                    <a:pt x="16906" y="27604"/>
                  </a:lnTo>
                  <a:lnTo>
                    <a:pt x="14144" y="28380"/>
                  </a:lnTo>
                  <a:lnTo>
                    <a:pt x="10599" y="28106"/>
                  </a:lnTo>
                  <a:lnTo>
                    <a:pt x="7426" y="27368"/>
                  </a:lnTo>
                  <a:lnTo>
                    <a:pt x="5257" y="27764"/>
                  </a:lnTo>
                  <a:lnTo>
                    <a:pt x="3439" y="28996"/>
                  </a:lnTo>
                  <a:lnTo>
                    <a:pt x="3690" y="32139"/>
                  </a:lnTo>
                  <a:lnTo>
                    <a:pt x="3158" y="32762"/>
                  </a:lnTo>
                  <a:lnTo>
                    <a:pt x="3074" y="31477"/>
                  </a:lnTo>
                  <a:lnTo>
                    <a:pt x="2442" y="30000"/>
                  </a:lnTo>
                  <a:lnTo>
                    <a:pt x="1681" y="28775"/>
                  </a:lnTo>
                  <a:lnTo>
                    <a:pt x="84" y="27505"/>
                  </a:lnTo>
                  <a:lnTo>
                    <a:pt x="0" y="27041"/>
                  </a:lnTo>
                  <a:lnTo>
                    <a:pt x="631" y="26402"/>
                  </a:lnTo>
                  <a:lnTo>
                    <a:pt x="3530" y="24560"/>
                  </a:lnTo>
                  <a:lnTo>
                    <a:pt x="3888" y="23792"/>
                  </a:lnTo>
                  <a:lnTo>
                    <a:pt x="3934" y="22194"/>
                  </a:lnTo>
                  <a:lnTo>
                    <a:pt x="3652" y="20665"/>
                  </a:lnTo>
                  <a:lnTo>
                    <a:pt x="2343" y="18413"/>
                  </a:lnTo>
                  <a:lnTo>
                    <a:pt x="3089" y="17020"/>
                  </a:lnTo>
                  <a:lnTo>
                    <a:pt x="4588" y="15902"/>
                  </a:lnTo>
                  <a:lnTo>
                    <a:pt x="6125" y="15019"/>
                  </a:lnTo>
                  <a:lnTo>
                    <a:pt x="6384" y="14646"/>
                  </a:lnTo>
                  <a:lnTo>
                    <a:pt x="6102" y="13878"/>
                  </a:lnTo>
                  <a:lnTo>
                    <a:pt x="5204" y="13049"/>
                  </a:lnTo>
                  <a:lnTo>
                    <a:pt x="3104" y="11641"/>
                  </a:lnTo>
                  <a:lnTo>
                    <a:pt x="1841" y="11550"/>
                  </a:lnTo>
                  <a:lnTo>
                    <a:pt x="1788" y="7494"/>
                  </a:lnTo>
                  <a:lnTo>
                    <a:pt x="1849" y="3188"/>
                  </a:lnTo>
                  <a:lnTo>
                    <a:pt x="2168" y="2762"/>
                  </a:lnTo>
                  <a:lnTo>
                    <a:pt x="2937" y="2503"/>
                  </a:lnTo>
                  <a:lnTo>
                    <a:pt x="3553" y="1849"/>
                  </a:lnTo>
                  <a:lnTo>
                    <a:pt x="3896" y="571"/>
                  </a:lnTo>
                  <a:lnTo>
                    <a:pt x="4816" y="114"/>
                  </a:lnTo>
                  <a:lnTo>
                    <a:pt x="6475" y="1095"/>
                  </a:lnTo>
                  <a:lnTo>
                    <a:pt x="8172" y="1963"/>
                  </a:lnTo>
                  <a:lnTo>
                    <a:pt x="8872" y="1674"/>
                  </a:lnTo>
                  <a:lnTo>
                    <a:pt x="9397" y="1248"/>
                  </a:lnTo>
                  <a:lnTo>
                    <a:pt x="9769" y="829"/>
                  </a:lnTo>
                  <a:lnTo>
                    <a:pt x="9891" y="434"/>
                  </a:lnTo>
                  <a:lnTo>
                    <a:pt x="11245" y="1583"/>
                  </a:lnTo>
                  <a:lnTo>
                    <a:pt x="14007" y="3622"/>
                  </a:lnTo>
                  <a:lnTo>
                    <a:pt x="14167" y="4618"/>
                  </a:lnTo>
                  <a:lnTo>
                    <a:pt x="13908" y="5577"/>
                  </a:lnTo>
                  <a:lnTo>
                    <a:pt x="14669" y="8331"/>
                  </a:lnTo>
                  <a:lnTo>
                    <a:pt x="16100" y="8727"/>
                  </a:lnTo>
                  <a:lnTo>
                    <a:pt x="17545" y="8194"/>
                  </a:lnTo>
                  <a:lnTo>
                    <a:pt x="17903" y="8704"/>
                  </a:lnTo>
                  <a:lnTo>
                    <a:pt x="17637" y="9214"/>
                  </a:lnTo>
                  <a:lnTo>
                    <a:pt x="16891" y="9784"/>
                  </a:lnTo>
                  <a:lnTo>
                    <a:pt x="16708" y="12151"/>
                  </a:lnTo>
                  <a:lnTo>
                    <a:pt x="19075" y="13254"/>
                  </a:lnTo>
                  <a:lnTo>
                    <a:pt x="20262" y="14220"/>
                  </a:lnTo>
                  <a:lnTo>
                    <a:pt x="24188" y="13764"/>
                  </a:lnTo>
                  <a:lnTo>
                    <a:pt x="25633" y="14022"/>
                  </a:lnTo>
                  <a:lnTo>
                    <a:pt x="26622" y="13741"/>
                  </a:lnTo>
                  <a:lnTo>
                    <a:pt x="25527" y="11839"/>
                  </a:lnTo>
                  <a:lnTo>
                    <a:pt x="24058" y="10431"/>
                  </a:lnTo>
                  <a:lnTo>
                    <a:pt x="24180" y="9800"/>
                  </a:lnTo>
                  <a:lnTo>
                    <a:pt x="25291" y="10272"/>
                  </a:lnTo>
                  <a:lnTo>
                    <a:pt x="26143" y="11230"/>
                  </a:lnTo>
                  <a:lnTo>
                    <a:pt x="28076" y="12417"/>
                  </a:lnTo>
                  <a:lnTo>
                    <a:pt x="31629" y="16541"/>
                  </a:lnTo>
                  <a:lnTo>
                    <a:pt x="35707" y="17538"/>
                  </a:lnTo>
                  <a:lnTo>
                    <a:pt x="38933" y="17408"/>
                  </a:lnTo>
                  <a:lnTo>
                    <a:pt x="41938" y="16853"/>
                  </a:lnTo>
                  <a:lnTo>
                    <a:pt x="46724" y="15255"/>
                  </a:lnTo>
                  <a:lnTo>
                    <a:pt x="50194" y="12364"/>
                  </a:lnTo>
                  <a:lnTo>
                    <a:pt x="52956" y="11078"/>
                  </a:lnTo>
                  <a:lnTo>
                    <a:pt x="61919" y="8331"/>
                  </a:lnTo>
                  <a:lnTo>
                    <a:pt x="65099" y="5455"/>
                  </a:lnTo>
                  <a:lnTo>
                    <a:pt x="66446" y="5083"/>
                  </a:lnTo>
                  <a:lnTo>
                    <a:pt x="67724" y="4725"/>
                  </a:lnTo>
                  <a:lnTo>
                    <a:pt x="70539" y="2549"/>
                  </a:lnTo>
                  <a:lnTo>
                    <a:pt x="72053" y="852"/>
                  </a:lnTo>
                  <a:lnTo>
                    <a:pt x="73651" y="0"/>
                  </a:lnTo>
                  <a:lnTo>
                    <a:pt x="78391" y="616"/>
                  </a:lnTo>
                  <a:lnTo>
                    <a:pt x="81465" y="1415"/>
                  </a:lnTo>
                  <a:lnTo>
                    <a:pt x="83588" y="1309"/>
                  </a:lnTo>
                  <a:lnTo>
                    <a:pt x="85627" y="1879"/>
                  </a:lnTo>
                  <a:lnTo>
                    <a:pt x="86517" y="3112"/>
                  </a:lnTo>
                  <a:lnTo>
                    <a:pt x="87445" y="3637"/>
                  </a:lnTo>
                  <a:lnTo>
                    <a:pt x="92459" y="3500"/>
                  </a:lnTo>
                  <a:lnTo>
                    <a:pt x="96568" y="4109"/>
                  </a:lnTo>
                  <a:lnTo>
                    <a:pt x="105569" y="7761"/>
                  </a:lnTo>
                  <a:lnTo>
                    <a:pt x="110956" y="11375"/>
                  </a:lnTo>
                  <a:lnTo>
                    <a:pt x="113809" y="15209"/>
                  </a:lnTo>
                  <a:lnTo>
                    <a:pt x="120687" y="20140"/>
                  </a:lnTo>
                  <a:close/>
                  <a:moveTo>
                    <a:pt x="16921" y="4618"/>
                  </a:moveTo>
                  <a:lnTo>
                    <a:pt x="16686" y="5623"/>
                  </a:lnTo>
                  <a:lnTo>
                    <a:pt x="15035" y="3819"/>
                  </a:lnTo>
                  <a:lnTo>
                    <a:pt x="16016" y="3523"/>
                  </a:lnTo>
                  <a:lnTo>
                    <a:pt x="16366" y="3561"/>
                  </a:lnTo>
                  <a:lnTo>
                    <a:pt x="16921" y="4618"/>
                  </a:lnTo>
                  <a:close/>
                  <a:moveTo>
                    <a:pt x="88138" y="28372"/>
                  </a:moveTo>
                  <a:lnTo>
                    <a:pt x="87712" y="29278"/>
                  </a:lnTo>
                  <a:lnTo>
                    <a:pt x="86715" y="27254"/>
                  </a:lnTo>
                  <a:lnTo>
                    <a:pt x="86875" y="26737"/>
                  </a:lnTo>
                  <a:lnTo>
                    <a:pt x="86806" y="24910"/>
                  </a:lnTo>
                  <a:lnTo>
                    <a:pt x="87757" y="24431"/>
                  </a:lnTo>
                  <a:lnTo>
                    <a:pt x="88457" y="24393"/>
                  </a:lnTo>
                  <a:lnTo>
                    <a:pt x="89035" y="24652"/>
                  </a:lnTo>
                  <a:lnTo>
                    <a:pt x="89401" y="26805"/>
                  </a:lnTo>
                  <a:lnTo>
                    <a:pt x="89096" y="27779"/>
                  </a:lnTo>
                  <a:lnTo>
                    <a:pt x="88138" y="28372"/>
                  </a:lnTo>
                  <a:close/>
                  <a:moveTo>
                    <a:pt x="84569" y="28806"/>
                  </a:moveTo>
                  <a:lnTo>
                    <a:pt x="83611" y="29757"/>
                  </a:lnTo>
                  <a:lnTo>
                    <a:pt x="83245" y="28859"/>
                  </a:lnTo>
                  <a:lnTo>
                    <a:pt x="83915" y="27923"/>
                  </a:lnTo>
                  <a:lnTo>
                    <a:pt x="84151" y="27916"/>
                  </a:lnTo>
                  <a:lnTo>
                    <a:pt x="84569" y="28806"/>
                  </a:lnTo>
                  <a:close/>
                  <a:moveTo>
                    <a:pt x="30381" y="48535"/>
                  </a:moveTo>
                  <a:lnTo>
                    <a:pt x="29209" y="48649"/>
                  </a:lnTo>
                  <a:lnTo>
                    <a:pt x="26820" y="47728"/>
                  </a:lnTo>
                  <a:lnTo>
                    <a:pt x="25070" y="45956"/>
                  </a:lnTo>
                  <a:lnTo>
                    <a:pt x="24926" y="45385"/>
                  </a:lnTo>
                  <a:lnTo>
                    <a:pt x="24964" y="44792"/>
                  </a:lnTo>
                  <a:lnTo>
                    <a:pt x="25915" y="42981"/>
                  </a:lnTo>
                  <a:lnTo>
                    <a:pt x="27193" y="42357"/>
                  </a:lnTo>
                  <a:lnTo>
                    <a:pt x="27695" y="42364"/>
                  </a:lnTo>
                  <a:lnTo>
                    <a:pt x="28920" y="44457"/>
                  </a:lnTo>
                  <a:lnTo>
                    <a:pt x="28091" y="45263"/>
                  </a:lnTo>
                  <a:lnTo>
                    <a:pt x="28426" y="46557"/>
                  </a:lnTo>
                  <a:lnTo>
                    <a:pt x="30160" y="47515"/>
                  </a:lnTo>
                  <a:lnTo>
                    <a:pt x="30381" y="4853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90" name="Freeform: Shape 2289">
              <a:extLst>
                <a:ext uri="{FF2B5EF4-FFF2-40B4-BE49-F238E27FC236}">
                  <a16:creationId xmlns:a16="http://schemas.microsoft.com/office/drawing/2014/main" id="{357394CE-2BCD-2897-E135-EA9D035F1CEE}"/>
                </a:ext>
              </a:extLst>
            </p:cNvPr>
            <p:cNvSpPr/>
            <p:nvPr/>
          </p:nvSpPr>
          <p:spPr>
            <a:xfrm>
              <a:off x="7837054" y="5005135"/>
              <a:ext cx="270157" cy="395142"/>
            </a:xfrm>
            <a:custGeom>
              <a:avLst/>
              <a:gdLst>
                <a:gd name="csX0" fmla="*/ 242805 w 270157"/>
                <a:gd name="csY0" fmla="*/ 89043 h 395142"/>
                <a:gd name="csX1" fmla="*/ 242675 w 270157"/>
                <a:gd name="csY1" fmla="*/ 90428 h 395142"/>
                <a:gd name="csX2" fmla="*/ 241990 w 270157"/>
                <a:gd name="csY2" fmla="*/ 90983 h 395142"/>
                <a:gd name="csX3" fmla="*/ 240940 w 270157"/>
                <a:gd name="csY3" fmla="*/ 91105 h 395142"/>
                <a:gd name="csX4" fmla="*/ 239327 w 270157"/>
                <a:gd name="csY4" fmla="*/ 90116 h 395142"/>
                <a:gd name="csX5" fmla="*/ 238148 w 270157"/>
                <a:gd name="csY5" fmla="*/ 90367 h 395142"/>
                <a:gd name="csX6" fmla="*/ 236969 w 270157"/>
                <a:gd name="csY6" fmla="*/ 90428 h 395142"/>
                <a:gd name="csX7" fmla="*/ 235310 w 270157"/>
                <a:gd name="csY7" fmla="*/ 89279 h 395142"/>
                <a:gd name="csX8" fmla="*/ 234739 w 270157"/>
                <a:gd name="csY8" fmla="*/ 88145 h 395142"/>
                <a:gd name="csX9" fmla="*/ 233438 w 270157"/>
                <a:gd name="csY9" fmla="*/ 87217 h 395142"/>
                <a:gd name="csX10" fmla="*/ 230745 w 270157"/>
                <a:gd name="csY10" fmla="*/ 87590 h 395142"/>
                <a:gd name="csX11" fmla="*/ 228523 w 270157"/>
                <a:gd name="csY11" fmla="*/ 87613 h 395142"/>
                <a:gd name="csX12" fmla="*/ 226667 w 270157"/>
                <a:gd name="csY12" fmla="*/ 87400 h 395142"/>
                <a:gd name="csX13" fmla="*/ 225001 w 270157"/>
                <a:gd name="csY13" fmla="*/ 87712 h 395142"/>
                <a:gd name="csX14" fmla="*/ 223585 w 270157"/>
                <a:gd name="csY14" fmla="*/ 88906 h 395142"/>
                <a:gd name="csX15" fmla="*/ 222528 w 270157"/>
                <a:gd name="csY15" fmla="*/ 90306 h 395142"/>
                <a:gd name="csX16" fmla="*/ 221288 w 270157"/>
                <a:gd name="csY16" fmla="*/ 91478 h 395142"/>
                <a:gd name="csX17" fmla="*/ 217643 w 270157"/>
                <a:gd name="csY17" fmla="*/ 92261 h 395142"/>
                <a:gd name="csX18" fmla="*/ 215703 w 270157"/>
                <a:gd name="csY18" fmla="*/ 92284 h 395142"/>
                <a:gd name="csX19" fmla="*/ 213961 w 270157"/>
                <a:gd name="csY19" fmla="*/ 93053 h 395142"/>
                <a:gd name="csX20" fmla="*/ 211366 w 270157"/>
                <a:gd name="csY20" fmla="*/ 93334 h 395142"/>
                <a:gd name="csX21" fmla="*/ 209593 w 270157"/>
                <a:gd name="csY21" fmla="*/ 94019 h 395142"/>
                <a:gd name="csX22" fmla="*/ 206451 w 270157"/>
                <a:gd name="csY22" fmla="*/ 94392 h 395142"/>
                <a:gd name="csX23" fmla="*/ 202685 w 270157"/>
                <a:gd name="csY23" fmla="*/ 94749 h 395142"/>
                <a:gd name="csX24" fmla="*/ 200585 w 270157"/>
                <a:gd name="csY24" fmla="*/ 95792 h 395142"/>
                <a:gd name="csX25" fmla="*/ 199748 w 270157"/>
                <a:gd name="csY25" fmla="*/ 96248 h 395142"/>
                <a:gd name="csX26" fmla="*/ 197610 w 270157"/>
                <a:gd name="csY26" fmla="*/ 97686 h 395142"/>
                <a:gd name="csX27" fmla="*/ 193889 w 270157"/>
                <a:gd name="csY27" fmla="*/ 99954 h 395142"/>
                <a:gd name="csX28" fmla="*/ 191835 w 270157"/>
                <a:gd name="csY28" fmla="*/ 100745 h 395142"/>
                <a:gd name="csX29" fmla="*/ 189354 w 270157"/>
                <a:gd name="csY29" fmla="*/ 103202 h 395142"/>
                <a:gd name="csX30" fmla="*/ 186380 w 270157"/>
                <a:gd name="csY30" fmla="*/ 105508 h 395142"/>
                <a:gd name="csX31" fmla="*/ 184447 w 270157"/>
                <a:gd name="csY31" fmla="*/ 106733 h 395142"/>
                <a:gd name="csX32" fmla="*/ 181609 w 270157"/>
                <a:gd name="csY32" fmla="*/ 107296 h 395142"/>
                <a:gd name="csX33" fmla="*/ 180430 w 270157"/>
                <a:gd name="csY33" fmla="*/ 107920 h 395142"/>
                <a:gd name="csX34" fmla="*/ 179996 w 270157"/>
                <a:gd name="csY34" fmla="*/ 108658 h 395142"/>
                <a:gd name="csX35" fmla="*/ 180247 w 270157"/>
                <a:gd name="csY35" fmla="*/ 109525 h 395142"/>
                <a:gd name="csX36" fmla="*/ 179760 w 270157"/>
                <a:gd name="csY36" fmla="*/ 111747 h 395142"/>
                <a:gd name="csX37" fmla="*/ 178893 w 270157"/>
                <a:gd name="csY37" fmla="*/ 115848 h 395142"/>
                <a:gd name="csX38" fmla="*/ 178657 w 270157"/>
                <a:gd name="csY38" fmla="*/ 117864 h 395142"/>
                <a:gd name="csX39" fmla="*/ 178444 w 270157"/>
                <a:gd name="csY39" fmla="*/ 118823 h 395142"/>
                <a:gd name="csX40" fmla="*/ 176564 w 270157"/>
                <a:gd name="csY40" fmla="*/ 122125 h 395142"/>
                <a:gd name="csX41" fmla="*/ 174541 w 270157"/>
                <a:gd name="csY41" fmla="*/ 125191 h 395142"/>
                <a:gd name="csX42" fmla="*/ 173544 w 270157"/>
                <a:gd name="csY42" fmla="*/ 127223 h 395142"/>
                <a:gd name="csX43" fmla="*/ 172988 w 270157"/>
                <a:gd name="csY43" fmla="*/ 128714 h 395142"/>
                <a:gd name="csX44" fmla="*/ 173612 w 270157"/>
                <a:gd name="csY44" fmla="*/ 129947 h 395142"/>
                <a:gd name="csX45" fmla="*/ 174434 w 270157"/>
                <a:gd name="csY45" fmla="*/ 132176 h 395142"/>
                <a:gd name="csX46" fmla="*/ 175126 w 270157"/>
                <a:gd name="csY46" fmla="*/ 133956 h 395142"/>
                <a:gd name="csX47" fmla="*/ 175324 w 270157"/>
                <a:gd name="csY47" fmla="*/ 135166 h 395142"/>
                <a:gd name="csX48" fmla="*/ 175081 w 270157"/>
                <a:gd name="csY48" fmla="*/ 136551 h 395142"/>
                <a:gd name="csX49" fmla="*/ 174229 w 270157"/>
                <a:gd name="csY49" fmla="*/ 137822 h 395142"/>
                <a:gd name="csX50" fmla="*/ 172882 w 270157"/>
                <a:gd name="csY50" fmla="*/ 138651 h 395142"/>
                <a:gd name="csX51" fmla="*/ 171071 w 270157"/>
                <a:gd name="csY51" fmla="*/ 138879 h 395142"/>
                <a:gd name="csX52" fmla="*/ 167343 w 270157"/>
                <a:gd name="csY52" fmla="*/ 141108 h 395142"/>
                <a:gd name="csX53" fmla="*/ 163189 w 270157"/>
                <a:gd name="csY53" fmla="*/ 144411 h 395142"/>
                <a:gd name="csX54" fmla="*/ 161827 w 270157"/>
                <a:gd name="csY54" fmla="*/ 145947 h 395142"/>
                <a:gd name="csX55" fmla="*/ 161439 w 270157"/>
                <a:gd name="csY55" fmla="*/ 147401 h 395142"/>
                <a:gd name="csX56" fmla="*/ 160838 w 270157"/>
                <a:gd name="csY56" fmla="*/ 149668 h 395142"/>
                <a:gd name="csX57" fmla="*/ 161089 w 270157"/>
                <a:gd name="csY57" fmla="*/ 150847 h 395142"/>
                <a:gd name="csX58" fmla="*/ 161827 w 270157"/>
                <a:gd name="csY58" fmla="*/ 151654 h 395142"/>
                <a:gd name="csX59" fmla="*/ 162572 w 270157"/>
                <a:gd name="csY59" fmla="*/ 153579 h 395142"/>
                <a:gd name="csX60" fmla="*/ 162633 w 270157"/>
                <a:gd name="csY60" fmla="*/ 154576 h 395142"/>
                <a:gd name="csX61" fmla="*/ 162017 w 270157"/>
                <a:gd name="csY61" fmla="*/ 155131 h 395142"/>
                <a:gd name="csX62" fmla="*/ 160838 w 270157"/>
                <a:gd name="csY62" fmla="*/ 155253 h 395142"/>
                <a:gd name="csX63" fmla="*/ 159780 w 270157"/>
                <a:gd name="csY63" fmla="*/ 155443 h 395142"/>
                <a:gd name="csX64" fmla="*/ 158974 w 270157"/>
                <a:gd name="csY64" fmla="*/ 155937 h 395142"/>
                <a:gd name="csX65" fmla="*/ 158167 w 270157"/>
                <a:gd name="csY65" fmla="*/ 155816 h 395142"/>
                <a:gd name="csX66" fmla="*/ 157429 w 270157"/>
                <a:gd name="csY66" fmla="*/ 156059 h 395142"/>
                <a:gd name="csX67" fmla="*/ 157429 w 270157"/>
                <a:gd name="csY67" fmla="*/ 156873 h 395142"/>
                <a:gd name="csX68" fmla="*/ 157672 w 270157"/>
                <a:gd name="csY68" fmla="*/ 157802 h 395142"/>
                <a:gd name="csX69" fmla="*/ 157551 w 270157"/>
                <a:gd name="csY69" fmla="*/ 158798 h 395142"/>
                <a:gd name="csX70" fmla="*/ 157056 w 270157"/>
                <a:gd name="csY70" fmla="*/ 159414 h 395142"/>
                <a:gd name="csX71" fmla="*/ 156622 w 270157"/>
                <a:gd name="csY71" fmla="*/ 159848 h 395142"/>
                <a:gd name="csX72" fmla="*/ 157056 w 270157"/>
                <a:gd name="csY72" fmla="*/ 160472 h 395142"/>
                <a:gd name="csX73" fmla="*/ 157794 w 270157"/>
                <a:gd name="csY73" fmla="*/ 161035 h 395142"/>
                <a:gd name="csX74" fmla="*/ 158912 w 270157"/>
                <a:gd name="csY74" fmla="*/ 161964 h 395142"/>
                <a:gd name="csX75" fmla="*/ 160465 w 270157"/>
                <a:gd name="csY75" fmla="*/ 163767 h 395142"/>
                <a:gd name="csX76" fmla="*/ 161644 w 270157"/>
                <a:gd name="csY76" fmla="*/ 164079 h 395142"/>
                <a:gd name="csX77" fmla="*/ 162633 w 270157"/>
                <a:gd name="csY77" fmla="*/ 164702 h 395142"/>
                <a:gd name="csX78" fmla="*/ 162755 w 270157"/>
                <a:gd name="csY78" fmla="*/ 165692 h 395142"/>
                <a:gd name="csX79" fmla="*/ 162382 w 270157"/>
                <a:gd name="csY79" fmla="*/ 166688 h 395142"/>
                <a:gd name="csX80" fmla="*/ 161515 w 270157"/>
                <a:gd name="csY80" fmla="*/ 167122 h 395142"/>
                <a:gd name="csX81" fmla="*/ 161454 w 270157"/>
                <a:gd name="csY81" fmla="*/ 167997 h 395142"/>
                <a:gd name="csX82" fmla="*/ 162633 w 270157"/>
                <a:gd name="csY82" fmla="*/ 169055 h 395142"/>
                <a:gd name="csX83" fmla="*/ 163440 w 270157"/>
                <a:gd name="csY83" fmla="*/ 169800 h 395142"/>
                <a:gd name="csX84" fmla="*/ 164246 w 270157"/>
                <a:gd name="csY84" fmla="*/ 170919 h 395142"/>
                <a:gd name="csX85" fmla="*/ 164992 w 270157"/>
                <a:gd name="csY85" fmla="*/ 172478 h 395142"/>
                <a:gd name="csX86" fmla="*/ 164992 w 270157"/>
                <a:gd name="csY86" fmla="*/ 173468 h 395142"/>
                <a:gd name="csX87" fmla="*/ 165798 w 270157"/>
                <a:gd name="csY87" fmla="*/ 174715 h 395142"/>
                <a:gd name="csX88" fmla="*/ 166293 w 270157"/>
                <a:gd name="csY88" fmla="*/ 175773 h 395142"/>
                <a:gd name="csX89" fmla="*/ 166293 w 270157"/>
                <a:gd name="csY89" fmla="*/ 176770 h 395142"/>
                <a:gd name="csX90" fmla="*/ 167594 w 270157"/>
                <a:gd name="csY90" fmla="*/ 177759 h 395142"/>
                <a:gd name="csX91" fmla="*/ 168712 w 270157"/>
                <a:gd name="csY91" fmla="*/ 178512 h 395142"/>
                <a:gd name="csX92" fmla="*/ 169511 w 270157"/>
                <a:gd name="csY92" fmla="*/ 179197 h 395142"/>
                <a:gd name="csX93" fmla="*/ 170318 w 270157"/>
                <a:gd name="csY93" fmla="*/ 179631 h 395142"/>
                <a:gd name="csX94" fmla="*/ 170508 w 270157"/>
                <a:gd name="csY94" fmla="*/ 180376 h 395142"/>
                <a:gd name="csX95" fmla="*/ 170401 w 270157"/>
                <a:gd name="csY95" fmla="*/ 181510 h 395142"/>
                <a:gd name="csX96" fmla="*/ 171558 w 270157"/>
                <a:gd name="csY96" fmla="*/ 183382 h 395142"/>
                <a:gd name="csX97" fmla="*/ 173681 w 270157"/>
                <a:gd name="csY97" fmla="*/ 184782 h 395142"/>
                <a:gd name="csX98" fmla="*/ 175400 w 270157"/>
                <a:gd name="csY98" fmla="*/ 186813 h 395142"/>
                <a:gd name="csX99" fmla="*/ 176511 w 270157"/>
                <a:gd name="csY99" fmla="*/ 188289 h 395142"/>
                <a:gd name="csX100" fmla="*/ 178573 w 270157"/>
                <a:gd name="csY100" fmla="*/ 190663 h 395142"/>
                <a:gd name="csX101" fmla="*/ 178649 w 270157"/>
                <a:gd name="csY101" fmla="*/ 193387 h 395142"/>
                <a:gd name="csX102" fmla="*/ 176100 w 270157"/>
                <a:gd name="csY102" fmla="*/ 196514 h 395142"/>
                <a:gd name="csX103" fmla="*/ 173544 w 270157"/>
                <a:gd name="csY103" fmla="*/ 199649 h 395142"/>
                <a:gd name="csX104" fmla="*/ 177721 w 270157"/>
                <a:gd name="csY104" fmla="*/ 199565 h 395142"/>
                <a:gd name="csX105" fmla="*/ 181982 w 270157"/>
                <a:gd name="csY105" fmla="*/ 199626 h 395142"/>
                <a:gd name="csX106" fmla="*/ 186440 w 270157"/>
                <a:gd name="csY106" fmla="*/ 200524 h 395142"/>
                <a:gd name="csX107" fmla="*/ 189446 w 270157"/>
                <a:gd name="csY107" fmla="*/ 201383 h 395142"/>
                <a:gd name="csX108" fmla="*/ 191280 w 270157"/>
                <a:gd name="csY108" fmla="*/ 201771 h 395142"/>
                <a:gd name="csX109" fmla="*/ 192581 w 270157"/>
                <a:gd name="csY109" fmla="*/ 202776 h 395142"/>
                <a:gd name="csX110" fmla="*/ 193197 w 270157"/>
                <a:gd name="csY110" fmla="*/ 204336 h 395142"/>
                <a:gd name="csX111" fmla="*/ 193691 w 270157"/>
                <a:gd name="csY111" fmla="*/ 205614 h 395142"/>
                <a:gd name="csX112" fmla="*/ 193821 w 270157"/>
                <a:gd name="csY112" fmla="*/ 207455 h 395142"/>
                <a:gd name="csX113" fmla="*/ 195677 w 270157"/>
                <a:gd name="csY113" fmla="*/ 208954 h 395142"/>
                <a:gd name="csX114" fmla="*/ 195548 w 270157"/>
                <a:gd name="csY114" fmla="*/ 210384 h 395142"/>
                <a:gd name="csX115" fmla="*/ 195495 w 270157"/>
                <a:gd name="csY115" fmla="*/ 212401 h 395142"/>
                <a:gd name="csX116" fmla="*/ 196316 w 270157"/>
                <a:gd name="csY116" fmla="*/ 212431 h 395142"/>
                <a:gd name="csX117" fmla="*/ 201772 w 270157"/>
                <a:gd name="csY117" fmla="*/ 212439 h 395142"/>
                <a:gd name="csX118" fmla="*/ 207737 w 270157"/>
                <a:gd name="csY118" fmla="*/ 212446 h 395142"/>
                <a:gd name="csX119" fmla="*/ 213474 w 270157"/>
                <a:gd name="csY119" fmla="*/ 212073 h 395142"/>
                <a:gd name="csX120" fmla="*/ 215642 w 270157"/>
                <a:gd name="csY120" fmla="*/ 211586 h 395142"/>
                <a:gd name="csX121" fmla="*/ 218259 w 270157"/>
                <a:gd name="csY121" fmla="*/ 209136 h 395142"/>
                <a:gd name="csX122" fmla="*/ 219834 w 270157"/>
                <a:gd name="csY122" fmla="*/ 208414 h 395142"/>
                <a:gd name="csX123" fmla="*/ 221349 w 270157"/>
                <a:gd name="csY123" fmla="*/ 207272 h 395142"/>
                <a:gd name="csX124" fmla="*/ 223190 w 270157"/>
                <a:gd name="csY124" fmla="*/ 205188 h 395142"/>
                <a:gd name="csX125" fmla="*/ 224651 w 270157"/>
                <a:gd name="csY125" fmla="*/ 204252 h 395142"/>
                <a:gd name="csX126" fmla="*/ 225883 w 270157"/>
                <a:gd name="csY126" fmla="*/ 203095 h 395142"/>
                <a:gd name="csX127" fmla="*/ 227717 w 270157"/>
                <a:gd name="csY127" fmla="*/ 201939 h 395142"/>
                <a:gd name="csX128" fmla="*/ 228478 w 270157"/>
                <a:gd name="csY128" fmla="*/ 201087 h 395142"/>
                <a:gd name="csX129" fmla="*/ 229102 w 270157"/>
                <a:gd name="csY129" fmla="*/ 200775 h 395142"/>
                <a:gd name="csX130" fmla="*/ 230524 w 270157"/>
                <a:gd name="csY130" fmla="*/ 200212 h 395142"/>
                <a:gd name="csX131" fmla="*/ 229908 w 270157"/>
                <a:gd name="csY131" fmla="*/ 201338 h 395142"/>
                <a:gd name="csX132" fmla="*/ 229429 w 270157"/>
                <a:gd name="csY132" fmla="*/ 202487 h 395142"/>
                <a:gd name="csX133" fmla="*/ 229284 w 270157"/>
                <a:gd name="csY133" fmla="*/ 204145 h 395142"/>
                <a:gd name="csX134" fmla="*/ 229961 w 270157"/>
                <a:gd name="csY134" fmla="*/ 205956 h 395142"/>
                <a:gd name="csX135" fmla="*/ 229398 w 270157"/>
                <a:gd name="csY135" fmla="*/ 207310 h 395142"/>
                <a:gd name="csX136" fmla="*/ 228478 w 270157"/>
                <a:gd name="csY136" fmla="*/ 208520 h 395142"/>
                <a:gd name="csX137" fmla="*/ 228463 w 270157"/>
                <a:gd name="csY137" fmla="*/ 211708 h 395142"/>
                <a:gd name="csX138" fmla="*/ 228447 w 270157"/>
                <a:gd name="csY138" fmla="*/ 216228 h 395142"/>
                <a:gd name="csX139" fmla="*/ 228424 w 270157"/>
                <a:gd name="csY139" fmla="*/ 220100 h 395142"/>
                <a:gd name="csX140" fmla="*/ 228402 w 270157"/>
                <a:gd name="csY140" fmla="*/ 224955 h 395142"/>
                <a:gd name="csX141" fmla="*/ 228379 w 270157"/>
                <a:gd name="csY141" fmla="*/ 230456 h 395142"/>
                <a:gd name="csX142" fmla="*/ 228364 w 270157"/>
                <a:gd name="csY142" fmla="*/ 234116 h 395142"/>
                <a:gd name="csX143" fmla="*/ 229337 w 270157"/>
                <a:gd name="csY143" fmla="*/ 233393 h 395142"/>
                <a:gd name="csX144" fmla="*/ 230692 w 270157"/>
                <a:gd name="csY144" fmla="*/ 232746 h 395142"/>
                <a:gd name="csX145" fmla="*/ 232449 w 270157"/>
                <a:gd name="csY145" fmla="*/ 234427 h 395142"/>
                <a:gd name="csX146" fmla="*/ 233705 w 270157"/>
                <a:gd name="csY146" fmla="*/ 235158 h 395142"/>
                <a:gd name="csX147" fmla="*/ 234778 w 270157"/>
                <a:gd name="csY147" fmla="*/ 235333 h 395142"/>
                <a:gd name="csX148" fmla="*/ 235881 w 270157"/>
                <a:gd name="csY148" fmla="*/ 235279 h 395142"/>
                <a:gd name="csX149" fmla="*/ 237380 w 270157"/>
                <a:gd name="csY149" fmla="*/ 234922 h 395142"/>
                <a:gd name="csX150" fmla="*/ 240667 w 270157"/>
                <a:gd name="csY150" fmla="*/ 233514 h 395142"/>
                <a:gd name="csX151" fmla="*/ 242919 w 270157"/>
                <a:gd name="csY151" fmla="*/ 232381 h 395142"/>
                <a:gd name="csX152" fmla="*/ 245498 w 270157"/>
                <a:gd name="csY152" fmla="*/ 232457 h 395142"/>
                <a:gd name="csX153" fmla="*/ 249036 w 270157"/>
                <a:gd name="csY153" fmla="*/ 232898 h 395142"/>
                <a:gd name="csX154" fmla="*/ 251075 w 270157"/>
                <a:gd name="csY154" fmla="*/ 232852 h 395142"/>
                <a:gd name="csX155" fmla="*/ 253746 w 270157"/>
                <a:gd name="csY155" fmla="*/ 237539 h 395142"/>
                <a:gd name="csX156" fmla="*/ 255701 w 270157"/>
                <a:gd name="csY156" fmla="*/ 240978 h 395142"/>
                <a:gd name="csX157" fmla="*/ 257930 w 270157"/>
                <a:gd name="csY157" fmla="*/ 244897 h 395142"/>
                <a:gd name="csX158" fmla="*/ 259719 w 270157"/>
                <a:gd name="csY158" fmla="*/ 248054 h 395142"/>
                <a:gd name="csX159" fmla="*/ 262442 w 270157"/>
                <a:gd name="csY159" fmla="*/ 252848 h 395142"/>
                <a:gd name="csX160" fmla="*/ 264793 w 270157"/>
                <a:gd name="csY160" fmla="*/ 256994 h 395142"/>
                <a:gd name="csX161" fmla="*/ 267304 w 270157"/>
                <a:gd name="csY161" fmla="*/ 261415 h 395142"/>
                <a:gd name="csX162" fmla="*/ 270157 w 270157"/>
                <a:gd name="csY162" fmla="*/ 266444 h 395142"/>
                <a:gd name="csX163" fmla="*/ 269237 w 270157"/>
                <a:gd name="csY163" fmla="*/ 267722 h 395142"/>
                <a:gd name="csX164" fmla="*/ 268491 w 270157"/>
                <a:gd name="csY164" fmla="*/ 268742 h 395142"/>
                <a:gd name="csX165" fmla="*/ 268575 w 270157"/>
                <a:gd name="csY165" fmla="*/ 270469 h 395142"/>
                <a:gd name="csX166" fmla="*/ 267449 w 270157"/>
                <a:gd name="csY166" fmla="*/ 271390 h 395142"/>
                <a:gd name="csX167" fmla="*/ 266254 w 270157"/>
                <a:gd name="csY167" fmla="*/ 271945 h 395142"/>
                <a:gd name="csX168" fmla="*/ 264847 w 270157"/>
                <a:gd name="csY168" fmla="*/ 273406 h 395142"/>
                <a:gd name="csX169" fmla="*/ 263888 w 270157"/>
                <a:gd name="csY169" fmla="*/ 274661 h 395142"/>
                <a:gd name="csX170" fmla="*/ 263842 w 270157"/>
                <a:gd name="csY170" fmla="*/ 276465 h 395142"/>
                <a:gd name="csX171" fmla="*/ 264025 w 270157"/>
                <a:gd name="csY171" fmla="*/ 285610 h 395142"/>
                <a:gd name="csX172" fmla="*/ 263789 w 270157"/>
                <a:gd name="csY172" fmla="*/ 288098 h 395142"/>
                <a:gd name="csX173" fmla="*/ 263059 w 270157"/>
                <a:gd name="csY173" fmla="*/ 290236 h 395142"/>
                <a:gd name="csX174" fmla="*/ 262305 w 270157"/>
                <a:gd name="csY174" fmla="*/ 291316 h 395142"/>
                <a:gd name="csX175" fmla="*/ 261849 w 270157"/>
                <a:gd name="csY175" fmla="*/ 292169 h 395142"/>
                <a:gd name="csX176" fmla="*/ 262937 w 270157"/>
                <a:gd name="csY176" fmla="*/ 294292 h 395142"/>
                <a:gd name="csX177" fmla="*/ 263979 w 270157"/>
                <a:gd name="csY177" fmla="*/ 298567 h 395142"/>
                <a:gd name="csX178" fmla="*/ 264771 w 270157"/>
                <a:gd name="csY178" fmla="*/ 299420 h 395142"/>
                <a:gd name="csX179" fmla="*/ 265744 w 270157"/>
                <a:gd name="csY179" fmla="*/ 301162 h 395142"/>
                <a:gd name="csX180" fmla="*/ 266186 w 270157"/>
                <a:gd name="csY180" fmla="*/ 302813 h 395142"/>
                <a:gd name="csX181" fmla="*/ 265988 w 270157"/>
                <a:gd name="csY181" fmla="*/ 303445 h 395142"/>
                <a:gd name="csX182" fmla="*/ 264033 w 270157"/>
                <a:gd name="csY182" fmla="*/ 304228 h 395142"/>
                <a:gd name="csX183" fmla="*/ 263332 w 270157"/>
                <a:gd name="csY183" fmla="*/ 304898 h 395142"/>
                <a:gd name="csX184" fmla="*/ 263150 w 270157"/>
                <a:gd name="csY184" fmla="*/ 307355 h 395142"/>
                <a:gd name="csX185" fmla="*/ 262305 w 270157"/>
                <a:gd name="csY185" fmla="*/ 308238 h 395142"/>
                <a:gd name="csX186" fmla="*/ 260875 w 270157"/>
                <a:gd name="csY186" fmla="*/ 309394 h 395142"/>
                <a:gd name="csX187" fmla="*/ 259954 w 270157"/>
                <a:gd name="csY187" fmla="*/ 310718 h 395142"/>
                <a:gd name="csX188" fmla="*/ 259178 w 270157"/>
                <a:gd name="csY188" fmla="*/ 311639 h 395142"/>
                <a:gd name="csX189" fmla="*/ 258417 w 270157"/>
                <a:gd name="csY189" fmla="*/ 312172 h 395142"/>
                <a:gd name="csX190" fmla="*/ 258045 w 270157"/>
                <a:gd name="csY190" fmla="*/ 313792 h 395142"/>
                <a:gd name="csX191" fmla="*/ 257535 w 270157"/>
                <a:gd name="csY191" fmla="*/ 315436 h 395142"/>
                <a:gd name="csX192" fmla="*/ 255755 w 270157"/>
                <a:gd name="csY192" fmla="*/ 316524 h 395142"/>
                <a:gd name="csX193" fmla="*/ 255450 w 270157"/>
                <a:gd name="csY193" fmla="*/ 318540 h 395142"/>
                <a:gd name="csX194" fmla="*/ 255427 w 270157"/>
                <a:gd name="csY194" fmla="*/ 320206 h 395142"/>
                <a:gd name="csX195" fmla="*/ 256371 w 270157"/>
                <a:gd name="csY195" fmla="*/ 321873 h 395142"/>
                <a:gd name="csX196" fmla="*/ 259437 w 270157"/>
                <a:gd name="csY196" fmla="*/ 325380 h 395142"/>
                <a:gd name="csX197" fmla="*/ 259749 w 270157"/>
                <a:gd name="csY197" fmla="*/ 326217 h 395142"/>
                <a:gd name="csX198" fmla="*/ 257999 w 270157"/>
                <a:gd name="csY198" fmla="*/ 328332 h 395142"/>
                <a:gd name="csX199" fmla="*/ 256987 w 270157"/>
                <a:gd name="csY199" fmla="*/ 329801 h 395142"/>
                <a:gd name="csX200" fmla="*/ 254491 w 270157"/>
                <a:gd name="csY200" fmla="*/ 334290 h 395142"/>
                <a:gd name="csX201" fmla="*/ 254446 w 270157"/>
                <a:gd name="csY201" fmla="*/ 335111 h 395142"/>
                <a:gd name="csX202" fmla="*/ 255062 w 270157"/>
                <a:gd name="csY202" fmla="*/ 337234 h 395142"/>
                <a:gd name="csX203" fmla="*/ 258783 w 270157"/>
                <a:gd name="csY203" fmla="*/ 346334 h 395142"/>
                <a:gd name="csX204" fmla="*/ 259414 w 270157"/>
                <a:gd name="csY204" fmla="*/ 347072 h 395142"/>
                <a:gd name="csX205" fmla="*/ 260563 w 270157"/>
                <a:gd name="csY205" fmla="*/ 347939 h 395142"/>
                <a:gd name="csX206" fmla="*/ 262442 w 270157"/>
                <a:gd name="csY206" fmla="*/ 347841 h 395142"/>
                <a:gd name="csX207" fmla="*/ 265280 w 270157"/>
                <a:gd name="csY207" fmla="*/ 348822 h 395142"/>
                <a:gd name="csX208" fmla="*/ 266657 w 270157"/>
                <a:gd name="csY208" fmla="*/ 349948 h 395142"/>
                <a:gd name="csX209" fmla="*/ 266787 w 270157"/>
                <a:gd name="csY209" fmla="*/ 350504 h 395142"/>
                <a:gd name="csX210" fmla="*/ 266467 w 270157"/>
                <a:gd name="csY210" fmla="*/ 350876 h 395142"/>
                <a:gd name="csX211" fmla="*/ 264968 w 270157"/>
                <a:gd name="csY211" fmla="*/ 351630 h 395142"/>
                <a:gd name="csX212" fmla="*/ 263302 w 270157"/>
                <a:gd name="csY212" fmla="*/ 352619 h 395142"/>
                <a:gd name="csX213" fmla="*/ 262724 w 270157"/>
                <a:gd name="csY213" fmla="*/ 353555 h 395142"/>
                <a:gd name="csX214" fmla="*/ 262610 w 270157"/>
                <a:gd name="csY214" fmla="*/ 355038 h 395142"/>
                <a:gd name="csX215" fmla="*/ 262990 w 270157"/>
                <a:gd name="csY215" fmla="*/ 357237 h 395142"/>
                <a:gd name="csX216" fmla="*/ 262267 w 270157"/>
                <a:gd name="csY216" fmla="*/ 357952 h 395142"/>
                <a:gd name="csX217" fmla="*/ 260601 w 270157"/>
                <a:gd name="csY217" fmla="*/ 358805 h 395142"/>
                <a:gd name="csX218" fmla="*/ 259163 w 270157"/>
                <a:gd name="csY218" fmla="*/ 360037 h 395142"/>
                <a:gd name="csX219" fmla="*/ 257725 w 270157"/>
                <a:gd name="csY219" fmla="*/ 362084 h 395142"/>
                <a:gd name="csX220" fmla="*/ 255283 w 270157"/>
                <a:gd name="csY220" fmla="*/ 365203 h 395142"/>
                <a:gd name="csX221" fmla="*/ 254438 w 270157"/>
                <a:gd name="csY221" fmla="*/ 366055 h 395142"/>
                <a:gd name="csX222" fmla="*/ 254073 w 270157"/>
                <a:gd name="csY222" fmla="*/ 367136 h 395142"/>
                <a:gd name="csX223" fmla="*/ 252680 w 270157"/>
                <a:gd name="csY223" fmla="*/ 367494 h 395142"/>
                <a:gd name="csX224" fmla="*/ 250086 w 270157"/>
                <a:gd name="csY224" fmla="*/ 369616 h 395142"/>
                <a:gd name="csX225" fmla="*/ 249645 w 270157"/>
                <a:gd name="csY225" fmla="*/ 370689 h 395142"/>
                <a:gd name="csX226" fmla="*/ 250063 w 270157"/>
                <a:gd name="csY226" fmla="*/ 371709 h 395142"/>
                <a:gd name="csX227" fmla="*/ 251395 w 270157"/>
                <a:gd name="csY227" fmla="*/ 372568 h 395142"/>
                <a:gd name="csX228" fmla="*/ 252285 w 270157"/>
                <a:gd name="csY228" fmla="*/ 373809 h 395142"/>
                <a:gd name="csX229" fmla="*/ 252521 w 270157"/>
                <a:gd name="csY229" fmla="*/ 375399 h 395142"/>
                <a:gd name="csX230" fmla="*/ 252521 w 270157"/>
                <a:gd name="csY230" fmla="*/ 376388 h 395142"/>
                <a:gd name="csX231" fmla="*/ 252521 w 270157"/>
                <a:gd name="csY231" fmla="*/ 376418 h 395142"/>
                <a:gd name="csX232" fmla="*/ 250908 w 270157"/>
                <a:gd name="csY232" fmla="*/ 377909 h 395142"/>
                <a:gd name="csX233" fmla="*/ 248808 w 270157"/>
                <a:gd name="csY233" fmla="*/ 379622 h 395142"/>
                <a:gd name="csX234" fmla="*/ 246221 w 270157"/>
                <a:gd name="csY234" fmla="*/ 379956 h 395142"/>
                <a:gd name="csX235" fmla="*/ 245239 w 270157"/>
                <a:gd name="csY235" fmla="*/ 380816 h 395142"/>
                <a:gd name="csX236" fmla="*/ 245460 w 270157"/>
                <a:gd name="csY236" fmla="*/ 382634 h 395142"/>
                <a:gd name="csX237" fmla="*/ 246297 w 270157"/>
                <a:gd name="csY237" fmla="*/ 385198 h 395142"/>
                <a:gd name="csX238" fmla="*/ 246289 w 270157"/>
                <a:gd name="csY238" fmla="*/ 387207 h 395142"/>
                <a:gd name="csX239" fmla="*/ 245498 w 270157"/>
                <a:gd name="csY239" fmla="*/ 389505 h 395142"/>
                <a:gd name="csX240" fmla="*/ 243649 w 270157"/>
                <a:gd name="csY240" fmla="*/ 392024 h 395142"/>
                <a:gd name="csX241" fmla="*/ 240819 w 270157"/>
                <a:gd name="csY241" fmla="*/ 393758 h 395142"/>
                <a:gd name="csX242" fmla="*/ 238148 w 270157"/>
                <a:gd name="csY242" fmla="*/ 394686 h 395142"/>
                <a:gd name="csX243" fmla="*/ 236048 w 270157"/>
                <a:gd name="csY243" fmla="*/ 394694 h 395142"/>
                <a:gd name="csX244" fmla="*/ 234017 w 270157"/>
                <a:gd name="csY244" fmla="*/ 394877 h 395142"/>
                <a:gd name="csX245" fmla="*/ 233149 w 270157"/>
                <a:gd name="csY245" fmla="*/ 395143 h 395142"/>
                <a:gd name="csX246" fmla="*/ 231582 w 270157"/>
                <a:gd name="csY246" fmla="*/ 393621 h 395142"/>
                <a:gd name="csX247" fmla="*/ 224620 w 270157"/>
                <a:gd name="csY247" fmla="*/ 388592 h 395142"/>
                <a:gd name="csX248" fmla="*/ 221972 w 270157"/>
                <a:gd name="csY248" fmla="*/ 385906 h 395142"/>
                <a:gd name="csX249" fmla="*/ 219515 w 270157"/>
                <a:gd name="csY249" fmla="*/ 384651 h 395142"/>
                <a:gd name="csX250" fmla="*/ 213527 w 270157"/>
                <a:gd name="csY250" fmla="*/ 380344 h 395142"/>
                <a:gd name="csX251" fmla="*/ 212933 w 270157"/>
                <a:gd name="csY251" fmla="*/ 378967 h 395142"/>
                <a:gd name="csX252" fmla="*/ 212195 w 270157"/>
                <a:gd name="csY252" fmla="*/ 374547 h 395142"/>
                <a:gd name="csX253" fmla="*/ 211419 w 270157"/>
                <a:gd name="csY253" fmla="*/ 373306 h 395142"/>
                <a:gd name="csX254" fmla="*/ 209357 w 270157"/>
                <a:gd name="csY254" fmla="*/ 371709 h 395142"/>
                <a:gd name="csX255" fmla="*/ 204191 w 270157"/>
                <a:gd name="csY255" fmla="*/ 369586 h 395142"/>
                <a:gd name="csX256" fmla="*/ 202182 w 270157"/>
                <a:gd name="csY256" fmla="*/ 368528 h 395142"/>
                <a:gd name="csX257" fmla="*/ 200083 w 270157"/>
                <a:gd name="csY257" fmla="*/ 366596 h 395142"/>
                <a:gd name="csX258" fmla="*/ 196993 w 270157"/>
                <a:gd name="csY258" fmla="*/ 365226 h 395142"/>
                <a:gd name="csX259" fmla="*/ 193630 w 270157"/>
                <a:gd name="csY259" fmla="*/ 362418 h 395142"/>
                <a:gd name="csX260" fmla="*/ 191629 w 270157"/>
                <a:gd name="csY260" fmla="*/ 360182 h 395142"/>
                <a:gd name="csX261" fmla="*/ 189385 w 270157"/>
                <a:gd name="csY261" fmla="*/ 358698 h 395142"/>
                <a:gd name="csX262" fmla="*/ 182415 w 270157"/>
                <a:gd name="csY262" fmla="*/ 356628 h 395142"/>
                <a:gd name="csX263" fmla="*/ 178923 w 270157"/>
                <a:gd name="csY263" fmla="*/ 354551 h 395142"/>
                <a:gd name="csX264" fmla="*/ 172387 w 270157"/>
                <a:gd name="csY264" fmla="*/ 351622 h 395142"/>
                <a:gd name="csX265" fmla="*/ 169473 w 270157"/>
                <a:gd name="csY265" fmla="*/ 349758 h 395142"/>
                <a:gd name="csX266" fmla="*/ 162481 w 270157"/>
                <a:gd name="csY266" fmla="*/ 347491 h 395142"/>
                <a:gd name="csX267" fmla="*/ 160404 w 270157"/>
                <a:gd name="csY267" fmla="*/ 346410 h 395142"/>
                <a:gd name="csX268" fmla="*/ 153526 w 270157"/>
                <a:gd name="csY268" fmla="*/ 341107 h 395142"/>
                <a:gd name="csX269" fmla="*/ 148702 w 270157"/>
                <a:gd name="csY269" fmla="*/ 339372 h 395142"/>
                <a:gd name="csX270" fmla="*/ 144814 w 270157"/>
                <a:gd name="csY270" fmla="*/ 336397 h 395142"/>
                <a:gd name="csX271" fmla="*/ 133081 w 270157"/>
                <a:gd name="csY271" fmla="*/ 330075 h 395142"/>
                <a:gd name="csX272" fmla="*/ 131240 w 270157"/>
                <a:gd name="csY272" fmla="*/ 328051 h 395142"/>
                <a:gd name="csX273" fmla="*/ 129445 w 270157"/>
                <a:gd name="csY273" fmla="*/ 324931 h 395142"/>
                <a:gd name="csX274" fmla="*/ 126842 w 270157"/>
                <a:gd name="csY274" fmla="*/ 323075 h 395142"/>
                <a:gd name="csX275" fmla="*/ 123913 w 270157"/>
                <a:gd name="csY275" fmla="*/ 318806 h 395142"/>
                <a:gd name="csX276" fmla="*/ 119561 w 270157"/>
                <a:gd name="csY276" fmla="*/ 316296 h 395142"/>
                <a:gd name="csX277" fmla="*/ 115369 w 270157"/>
                <a:gd name="csY277" fmla="*/ 312970 h 395142"/>
                <a:gd name="csX278" fmla="*/ 113824 w 270157"/>
                <a:gd name="csY278" fmla="*/ 309950 h 395142"/>
                <a:gd name="csX279" fmla="*/ 111039 w 270157"/>
                <a:gd name="csY279" fmla="*/ 306108 h 395142"/>
                <a:gd name="csX280" fmla="*/ 110218 w 270157"/>
                <a:gd name="csY280" fmla="*/ 304061 h 395142"/>
                <a:gd name="csX281" fmla="*/ 107783 w 270157"/>
                <a:gd name="csY281" fmla="*/ 302006 h 395142"/>
                <a:gd name="csX282" fmla="*/ 107616 w 270157"/>
                <a:gd name="csY282" fmla="*/ 297967 h 395142"/>
                <a:gd name="csX283" fmla="*/ 105919 w 270157"/>
                <a:gd name="csY283" fmla="*/ 296110 h 395142"/>
                <a:gd name="csX284" fmla="*/ 107136 w 270157"/>
                <a:gd name="csY284" fmla="*/ 295189 h 395142"/>
                <a:gd name="csX285" fmla="*/ 108422 w 270157"/>
                <a:gd name="csY285" fmla="*/ 294786 h 395142"/>
                <a:gd name="csX286" fmla="*/ 110027 w 270157"/>
                <a:gd name="csY286" fmla="*/ 288509 h 395142"/>
                <a:gd name="csX287" fmla="*/ 109183 w 270157"/>
                <a:gd name="csY287" fmla="*/ 285367 h 395142"/>
                <a:gd name="csX288" fmla="*/ 104831 w 270157"/>
                <a:gd name="csY288" fmla="*/ 279668 h 395142"/>
                <a:gd name="csX289" fmla="*/ 103233 w 270157"/>
                <a:gd name="csY289" fmla="*/ 276936 h 395142"/>
                <a:gd name="csX290" fmla="*/ 102099 w 270157"/>
                <a:gd name="csY290" fmla="*/ 273437 h 395142"/>
                <a:gd name="csX291" fmla="*/ 100357 w 270157"/>
                <a:gd name="csY291" fmla="*/ 271359 h 395142"/>
                <a:gd name="csX292" fmla="*/ 97770 w 270157"/>
                <a:gd name="csY292" fmla="*/ 266984 h 395142"/>
                <a:gd name="csX293" fmla="*/ 96188 w 270157"/>
                <a:gd name="csY293" fmla="*/ 263112 h 395142"/>
                <a:gd name="csX294" fmla="*/ 92733 w 270157"/>
                <a:gd name="csY294" fmla="*/ 260304 h 395142"/>
                <a:gd name="csX295" fmla="*/ 91790 w 270157"/>
                <a:gd name="csY295" fmla="*/ 259292 h 395142"/>
                <a:gd name="csX296" fmla="*/ 91265 w 270157"/>
                <a:gd name="csY296" fmla="*/ 257862 h 395142"/>
                <a:gd name="csX297" fmla="*/ 89340 w 270157"/>
                <a:gd name="csY297" fmla="*/ 256850 h 395142"/>
                <a:gd name="csX298" fmla="*/ 89241 w 270157"/>
                <a:gd name="csY298" fmla="*/ 253882 h 395142"/>
                <a:gd name="csX299" fmla="*/ 87902 w 270157"/>
                <a:gd name="csY299" fmla="*/ 248252 h 395142"/>
                <a:gd name="csX300" fmla="*/ 85984 w 270157"/>
                <a:gd name="csY300" fmla="*/ 245414 h 395142"/>
                <a:gd name="csX301" fmla="*/ 79084 w 270157"/>
                <a:gd name="csY301" fmla="*/ 240118 h 395142"/>
                <a:gd name="csX302" fmla="*/ 78969 w 270157"/>
                <a:gd name="csY302" fmla="*/ 238080 h 395142"/>
                <a:gd name="csX303" fmla="*/ 78422 w 270157"/>
                <a:gd name="csY303" fmla="*/ 234374 h 395142"/>
                <a:gd name="csX304" fmla="*/ 76885 w 270157"/>
                <a:gd name="csY304" fmla="*/ 230364 h 395142"/>
                <a:gd name="csX305" fmla="*/ 69207 w 270157"/>
                <a:gd name="csY305" fmla="*/ 217932 h 395142"/>
                <a:gd name="csX306" fmla="*/ 67283 w 270157"/>
                <a:gd name="csY306" fmla="*/ 214234 h 395142"/>
                <a:gd name="csX307" fmla="*/ 65365 w 270157"/>
                <a:gd name="csY307" fmla="*/ 208231 h 395142"/>
                <a:gd name="csX308" fmla="*/ 63638 w 270157"/>
                <a:gd name="csY308" fmla="*/ 204830 h 395142"/>
                <a:gd name="csX309" fmla="*/ 61736 w 270157"/>
                <a:gd name="csY309" fmla="*/ 198774 h 395142"/>
                <a:gd name="csX310" fmla="*/ 58867 w 270157"/>
                <a:gd name="csY310" fmla="*/ 194171 h 395142"/>
                <a:gd name="csX311" fmla="*/ 57057 w 270157"/>
                <a:gd name="csY311" fmla="*/ 190184 h 395142"/>
                <a:gd name="csX312" fmla="*/ 55139 w 270157"/>
                <a:gd name="csY312" fmla="*/ 185230 h 395142"/>
                <a:gd name="csX313" fmla="*/ 54972 w 270157"/>
                <a:gd name="csY313" fmla="*/ 182583 h 395142"/>
                <a:gd name="csX314" fmla="*/ 51487 w 270157"/>
                <a:gd name="csY314" fmla="*/ 178033 h 395142"/>
                <a:gd name="csX315" fmla="*/ 49638 w 270157"/>
                <a:gd name="csY315" fmla="*/ 173863 h 395142"/>
                <a:gd name="csX316" fmla="*/ 46389 w 270157"/>
                <a:gd name="csY316" fmla="*/ 170371 h 395142"/>
                <a:gd name="csX317" fmla="*/ 43217 w 270157"/>
                <a:gd name="csY317" fmla="*/ 167715 h 395142"/>
                <a:gd name="csX318" fmla="*/ 41839 w 270157"/>
                <a:gd name="csY318" fmla="*/ 165836 h 395142"/>
                <a:gd name="csX319" fmla="*/ 37320 w 270157"/>
                <a:gd name="csY319" fmla="*/ 156919 h 395142"/>
                <a:gd name="csX320" fmla="*/ 36704 w 270157"/>
                <a:gd name="csY320" fmla="*/ 154279 h 395142"/>
                <a:gd name="csX321" fmla="*/ 33630 w 270157"/>
                <a:gd name="csY321" fmla="*/ 149379 h 395142"/>
                <a:gd name="csX322" fmla="*/ 30579 w 270157"/>
                <a:gd name="csY322" fmla="*/ 145864 h 395142"/>
                <a:gd name="csX323" fmla="*/ 28654 w 270157"/>
                <a:gd name="csY323" fmla="*/ 143026 h 395142"/>
                <a:gd name="csX324" fmla="*/ 26189 w 270157"/>
                <a:gd name="csY324" fmla="*/ 140477 h 395142"/>
                <a:gd name="csX325" fmla="*/ 11215 w 270157"/>
                <a:gd name="csY325" fmla="*/ 132632 h 395142"/>
                <a:gd name="csX326" fmla="*/ 5942 w 270157"/>
                <a:gd name="csY326" fmla="*/ 129376 h 395142"/>
                <a:gd name="csX327" fmla="*/ 4162 w 270157"/>
                <a:gd name="csY327" fmla="*/ 127824 h 395142"/>
                <a:gd name="csX328" fmla="*/ 3340 w 270157"/>
                <a:gd name="csY328" fmla="*/ 125381 h 395142"/>
                <a:gd name="csX329" fmla="*/ 3682 w 270157"/>
                <a:gd name="csY329" fmla="*/ 123951 h 395142"/>
                <a:gd name="csX330" fmla="*/ 5227 w 270157"/>
                <a:gd name="csY330" fmla="*/ 122612 h 395142"/>
                <a:gd name="csX331" fmla="*/ 7365 w 270157"/>
                <a:gd name="csY331" fmla="*/ 123647 h 395142"/>
                <a:gd name="csX332" fmla="*/ 8674 w 270157"/>
                <a:gd name="csY332" fmla="*/ 123213 h 395142"/>
                <a:gd name="csX333" fmla="*/ 9693 w 270157"/>
                <a:gd name="csY333" fmla="*/ 121471 h 395142"/>
                <a:gd name="csX334" fmla="*/ 9716 w 270157"/>
                <a:gd name="csY334" fmla="*/ 118831 h 395142"/>
                <a:gd name="csX335" fmla="*/ 8407 w 270157"/>
                <a:gd name="csY335" fmla="*/ 115430 h 395142"/>
                <a:gd name="csX336" fmla="*/ 3606 w 270157"/>
                <a:gd name="csY336" fmla="*/ 108863 h 395142"/>
                <a:gd name="csX337" fmla="*/ 3972 w 270157"/>
                <a:gd name="csY337" fmla="*/ 107471 h 395142"/>
                <a:gd name="csX338" fmla="*/ 4877 w 270157"/>
                <a:gd name="csY338" fmla="*/ 105896 h 395142"/>
                <a:gd name="csX339" fmla="*/ 3028 w 270157"/>
                <a:gd name="csY339" fmla="*/ 102738 h 395142"/>
                <a:gd name="csX340" fmla="*/ 1012 w 270157"/>
                <a:gd name="csY340" fmla="*/ 100205 h 395142"/>
                <a:gd name="csX341" fmla="*/ 0 w 270157"/>
                <a:gd name="csY341" fmla="*/ 98265 h 395142"/>
                <a:gd name="csX342" fmla="*/ 1141 w 270157"/>
                <a:gd name="csY342" fmla="*/ 90877 h 395142"/>
                <a:gd name="csX343" fmla="*/ 2237 w 270157"/>
                <a:gd name="csY343" fmla="*/ 89005 h 395142"/>
                <a:gd name="csX344" fmla="*/ 9496 w 270157"/>
                <a:gd name="csY344" fmla="*/ 81511 h 395142"/>
                <a:gd name="csX345" fmla="*/ 11489 w 270157"/>
                <a:gd name="csY345" fmla="*/ 78307 h 395142"/>
                <a:gd name="csX346" fmla="*/ 14608 w 270157"/>
                <a:gd name="csY346" fmla="*/ 76329 h 395142"/>
                <a:gd name="csX347" fmla="*/ 17789 w 270157"/>
                <a:gd name="csY347" fmla="*/ 73309 h 395142"/>
                <a:gd name="csX348" fmla="*/ 21616 w 270157"/>
                <a:gd name="csY348" fmla="*/ 71011 h 395142"/>
                <a:gd name="csX349" fmla="*/ 22171 w 270157"/>
                <a:gd name="csY349" fmla="*/ 71406 h 395142"/>
                <a:gd name="csX350" fmla="*/ 22704 w 270157"/>
                <a:gd name="csY350" fmla="*/ 71794 h 395142"/>
                <a:gd name="csX351" fmla="*/ 22734 w 270157"/>
                <a:gd name="csY351" fmla="*/ 72570 h 395142"/>
                <a:gd name="csX352" fmla="*/ 22879 w 270157"/>
                <a:gd name="csY352" fmla="*/ 73240 h 395142"/>
                <a:gd name="csX353" fmla="*/ 23305 w 270157"/>
                <a:gd name="csY353" fmla="*/ 73872 h 395142"/>
                <a:gd name="csX354" fmla="*/ 23343 w 270157"/>
                <a:gd name="csY354" fmla="*/ 75028 h 395142"/>
                <a:gd name="csX355" fmla="*/ 23838 w 270157"/>
                <a:gd name="csY355" fmla="*/ 75804 h 395142"/>
                <a:gd name="csX356" fmla="*/ 23868 w 270157"/>
                <a:gd name="csY356" fmla="*/ 76679 h 395142"/>
                <a:gd name="csX357" fmla="*/ 23906 w 270157"/>
                <a:gd name="csY357" fmla="*/ 77874 h 395142"/>
                <a:gd name="csX358" fmla="*/ 23655 w 270157"/>
                <a:gd name="csY358" fmla="*/ 78475 h 395142"/>
                <a:gd name="csX359" fmla="*/ 23899 w 270157"/>
                <a:gd name="csY359" fmla="*/ 79510 h 395142"/>
                <a:gd name="csX360" fmla="*/ 24720 w 270157"/>
                <a:gd name="csY360" fmla="*/ 81427 h 395142"/>
                <a:gd name="csX361" fmla="*/ 24401 w 270157"/>
                <a:gd name="csY361" fmla="*/ 82020 h 395142"/>
                <a:gd name="csX362" fmla="*/ 23625 w 270157"/>
                <a:gd name="csY362" fmla="*/ 82408 h 395142"/>
                <a:gd name="csX363" fmla="*/ 22849 w 270157"/>
                <a:gd name="csY363" fmla="*/ 82941 h 395142"/>
                <a:gd name="csX364" fmla="*/ 22072 w 270157"/>
                <a:gd name="csY364" fmla="*/ 84136 h 395142"/>
                <a:gd name="csX365" fmla="*/ 20901 w 270157"/>
                <a:gd name="csY365" fmla="*/ 84097 h 395142"/>
                <a:gd name="csX366" fmla="*/ 19212 w 270157"/>
                <a:gd name="csY366" fmla="*/ 83572 h 395142"/>
                <a:gd name="csX367" fmla="*/ 18078 w 270157"/>
                <a:gd name="csY367" fmla="*/ 84234 h 395142"/>
                <a:gd name="csX368" fmla="*/ 17659 w 270157"/>
                <a:gd name="csY368" fmla="*/ 85505 h 395142"/>
                <a:gd name="csX369" fmla="*/ 18010 w 270157"/>
                <a:gd name="csY369" fmla="*/ 86563 h 395142"/>
                <a:gd name="csX370" fmla="*/ 18116 w 270157"/>
                <a:gd name="csY370" fmla="*/ 87544 h 395142"/>
                <a:gd name="csX371" fmla="*/ 18854 w 270157"/>
                <a:gd name="csY371" fmla="*/ 88389 h 395142"/>
                <a:gd name="csX372" fmla="*/ 21007 w 270157"/>
                <a:gd name="csY372" fmla="*/ 88457 h 395142"/>
                <a:gd name="csX373" fmla="*/ 19067 w 270157"/>
                <a:gd name="csY373" fmla="*/ 91166 h 395142"/>
                <a:gd name="csX374" fmla="*/ 18116 w 270157"/>
                <a:gd name="csY374" fmla="*/ 92398 h 395142"/>
                <a:gd name="csX375" fmla="*/ 18321 w 270157"/>
                <a:gd name="csY375" fmla="*/ 93174 h 395142"/>
                <a:gd name="csX376" fmla="*/ 19486 w 270157"/>
                <a:gd name="csY376" fmla="*/ 93836 h 395142"/>
                <a:gd name="csX377" fmla="*/ 20353 w 270157"/>
                <a:gd name="csY377" fmla="*/ 93882 h 395142"/>
                <a:gd name="csX378" fmla="*/ 22278 w 270157"/>
                <a:gd name="csY378" fmla="*/ 92893 h 395142"/>
                <a:gd name="csX379" fmla="*/ 23587 w 270157"/>
                <a:gd name="csY379" fmla="*/ 91447 h 395142"/>
                <a:gd name="csX380" fmla="*/ 24325 w 270157"/>
                <a:gd name="csY380" fmla="*/ 90641 h 395142"/>
                <a:gd name="csX381" fmla="*/ 25565 w 270157"/>
                <a:gd name="csY381" fmla="*/ 90321 h 395142"/>
                <a:gd name="csX382" fmla="*/ 27185 w 270157"/>
                <a:gd name="csY382" fmla="*/ 90991 h 395142"/>
                <a:gd name="csX383" fmla="*/ 29339 w 270157"/>
                <a:gd name="csY383" fmla="*/ 92330 h 395142"/>
                <a:gd name="csX384" fmla="*/ 31850 w 270157"/>
                <a:gd name="csY384" fmla="*/ 93509 h 395142"/>
                <a:gd name="csX385" fmla="*/ 32877 w 270157"/>
                <a:gd name="csY385" fmla="*/ 94156 h 395142"/>
                <a:gd name="csX386" fmla="*/ 34718 w 270157"/>
                <a:gd name="csY386" fmla="*/ 93973 h 395142"/>
                <a:gd name="csX387" fmla="*/ 36262 w 270157"/>
                <a:gd name="csY387" fmla="*/ 93699 h 395142"/>
                <a:gd name="csX388" fmla="*/ 37563 w 270157"/>
                <a:gd name="csY388" fmla="*/ 94673 h 395142"/>
                <a:gd name="csX389" fmla="*/ 38880 w 270157"/>
                <a:gd name="csY389" fmla="*/ 95495 h 395142"/>
                <a:gd name="csX390" fmla="*/ 39184 w 270157"/>
                <a:gd name="csY390" fmla="*/ 98287 h 395142"/>
                <a:gd name="csX391" fmla="*/ 40166 w 270157"/>
                <a:gd name="csY391" fmla="*/ 100326 h 395142"/>
                <a:gd name="csX392" fmla="*/ 41368 w 270157"/>
                <a:gd name="csY392" fmla="*/ 101894 h 395142"/>
                <a:gd name="csX393" fmla="*/ 42829 w 270157"/>
                <a:gd name="csY393" fmla="*/ 103766 h 395142"/>
                <a:gd name="csX394" fmla="*/ 44175 w 270157"/>
                <a:gd name="csY394" fmla="*/ 104397 h 395142"/>
                <a:gd name="csX395" fmla="*/ 45910 w 270157"/>
                <a:gd name="csY395" fmla="*/ 104412 h 395142"/>
                <a:gd name="csX396" fmla="*/ 48269 w 270157"/>
                <a:gd name="csY396" fmla="*/ 105105 h 395142"/>
                <a:gd name="csX397" fmla="*/ 49189 w 270157"/>
                <a:gd name="csY397" fmla="*/ 104648 h 395142"/>
                <a:gd name="csX398" fmla="*/ 49996 w 270157"/>
                <a:gd name="csY398" fmla="*/ 103339 h 395142"/>
                <a:gd name="csX399" fmla="*/ 50422 w 270157"/>
                <a:gd name="csY399" fmla="*/ 102602 h 395142"/>
                <a:gd name="csX400" fmla="*/ 51624 w 270157"/>
                <a:gd name="csY400" fmla="*/ 102282 h 395142"/>
                <a:gd name="csX401" fmla="*/ 51731 w 270157"/>
                <a:gd name="csY401" fmla="*/ 101445 h 395142"/>
                <a:gd name="csX402" fmla="*/ 51480 w 270157"/>
                <a:gd name="csY402" fmla="*/ 100418 h 395142"/>
                <a:gd name="csX403" fmla="*/ 51875 w 270157"/>
                <a:gd name="csY403" fmla="*/ 99223 h 395142"/>
                <a:gd name="csX404" fmla="*/ 52857 w 270157"/>
                <a:gd name="csY404" fmla="*/ 98166 h 395142"/>
                <a:gd name="csX405" fmla="*/ 55383 w 270157"/>
                <a:gd name="csY405" fmla="*/ 96629 h 395142"/>
                <a:gd name="csX406" fmla="*/ 56600 w 270157"/>
                <a:gd name="csY406" fmla="*/ 95982 h 395142"/>
                <a:gd name="csX407" fmla="*/ 56851 w 270157"/>
                <a:gd name="csY407" fmla="*/ 95038 h 395142"/>
                <a:gd name="csX408" fmla="*/ 57308 w 270157"/>
                <a:gd name="csY408" fmla="*/ 93768 h 395142"/>
                <a:gd name="csX409" fmla="*/ 57133 w 270157"/>
                <a:gd name="csY409" fmla="*/ 93068 h 395142"/>
                <a:gd name="csX410" fmla="*/ 56623 w 270157"/>
                <a:gd name="csY410" fmla="*/ 92193 h 395142"/>
                <a:gd name="csX411" fmla="*/ 56745 w 270157"/>
                <a:gd name="csY411" fmla="*/ 90953 h 395142"/>
                <a:gd name="csX412" fmla="*/ 57414 w 270157"/>
                <a:gd name="csY412" fmla="*/ 89302 h 395142"/>
                <a:gd name="csX413" fmla="*/ 58365 w 270157"/>
                <a:gd name="csY413" fmla="*/ 87369 h 395142"/>
                <a:gd name="csX414" fmla="*/ 59187 w 270157"/>
                <a:gd name="csY414" fmla="*/ 84904 h 395142"/>
                <a:gd name="csX415" fmla="*/ 59499 w 270157"/>
                <a:gd name="csY415" fmla="*/ 83748 h 395142"/>
                <a:gd name="csX416" fmla="*/ 60382 w 270157"/>
                <a:gd name="csY416" fmla="*/ 83009 h 395142"/>
                <a:gd name="csX417" fmla="*/ 60716 w 270157"/>
                <a:gd name="csY417" fmla="*/ 81944 h 395142"/>
                <a:gd name="csX418" fmla="*/ 61196 w 270157"/>
                <a:gd name="csY418" fmla="*/ 80689 h 395142"/>
                <a:gd name="csX419" fmla="*/ 62284 w 270157"/>
                <a:gd name="csY419" fmla="*/ 79281 h 395142"/>
                <a:gd name="csX420" fmla="*/ 62253 w 270157"/>
                <a:gd name="csY420" fmla="*/ 77767 h 395142"/>
                <a:gd name="csX421" fmla="*/ 62710 w 270157"/>
                <a:gd name="csY421" fmla="*/ 77097 h 395142"/>
                <a:gd name="csX422" fmla="*/ 62748 w 270157"/>
                <a:gd name="csY422" fmla="*/ 75409 h 395142"/>
                <a:gd name="csX423" fmla="*/ 63836 w 270157"/>
                <a:gd name="csY423" fmla="*/ 71939 h 395142"/>
                <a:gd name="csX424" fmla="*/ 63874 w 270157"/>
                <a:gd name="csY424" fmla="*/ 71216 h 395142"/>
                <a:gd name="csX425" fmla="*/ 64353 w 270157"/>
                <a:gd name="csY425" fmla="*/ 71026 h 395142"/>
                <a:gd name="csX426" fmla="*/ 65183 w 270157"/>
                <a:gd name="csY426" fmla="*/ 71247 h 395142"/>
                <a:gd name="csX427" fmla="*/ 65898 w 270157"/>
                <a:gd name="csY427" fmla="*/ 72038 h 395142"/>
                <a:gd name="csX428" fmla="*/ 66118 w 270157"/>
                <a:gd name="csY428" fmla="*/ 72814 h 395142"/>
                <a:gd name="csX429" fmla="*/ 66415 w 270157"/>
                <a:gd name="csY429" fmla="*/ 73164 h 395142"/>
                <a:gd name="csX430" fmla="*/ 67092 w 270157"/>
                <a:gd name="csY430" fmla="*/ 73095 h 395142"/>
                <a:gd name="csX431" fmla="*/ 67868 w 270157"/>
                <a:gd name="csY431" fmla="*/ 72654 h 395142"/>
                <a:gd name="csX432" fmla="*/ 67815 w 270157"/>
                <a:gd name="csY432" fmla="*/ 71954 h 395142"/>
                <a:gd name="csX433" fmla="*/ 67252 w 270157"/>
                <a:gd name="csY433" fmla="*/ 71269 h 395142"/>
                <a:gd name="csX434" fmla="*/ 67092 w 270157"/>
                <a:gd name="csY434" fmla="*/ 70859 h 395142"/>
                <a:gd name="csX435" fmla="*/ 67336 w 270157"/>
                <a:gd name="csY435" fmla="*/ 70212 h 395142"/>
                <a:gd name="csX436" fmla="*/ 68515 w 270157"/>
                <a:gd name="csY436" fmla="*/ 68804 h 395142"/>
                <a:gd name="csX437" fmla="*/ 69801 w 270157"/>
                <a:gd name="csY437" fmla="*/ 67168 h 395142"/>
                <a:gd name="csX438" fmla="*/ 72563 w 270157"/>
                <a:gd name="csY438" fmla="*/ 63767 h 395142"/>
                <a:gd name="csX439" fmla="*/ 74229 w 270157"/>
                <a:gd name="csY439" fmla="*/ 62383 h 395142"/>
                <a:gd name="csX440" fmla="*/ 78528 w 270157"/>
                <a:gd name="csY440" fmla="*/ 60914 h 395142"/>
                <a:gd name="csX441" fmla="*/ 81792 w 270157"/>
                <a:gd name="csY441" fmla="*/ 59796 h 395142"/>
                <a:gd name="csX442" fmla="*/ 84912 w 270157"/>
                <a:gd name="csY442" fmla="*/ 58730 h 395142"/>
                <a:gd name="csX443" fmla="*/ 89157 w 270157"/>
                <a:gd name="csY443" fmla="*/ 57201 h 395142"/>
                <a:gd name="csX444" fmla="*/ 95153 w 270157"/>
                <a:gd name="csY444" fmla="*/ 55040 h 395142"/>
                <a:gd name="csX445" fmla="*/ 99452 w 270157"/>
                <a:gd name="csY445" fmla="*/ 53488 h 395142"/>
                <a:gd name="csX446" fmla="*/ 103294 w 270157"/>
                <a:gd name="csY446" fmla="*/ 50719 h 395142"/>
                <a:gd name="csX447" fmla="*/ 106269 w 270157"/>
                <a:gd name="csY447" fmla="*/ 48573 h 395142"/>
                <a:gd name="csX448" fmla="*/ 108810 w 270157"/>
                <a:gd name="csY448" fmla="*/ 46724 h 395142"/>
                <a:gd name="csX449" fmla="*/ 112036 w 270157"/>
                <a:gd name="csY449" fmla="*/ 44365 h 395142"/>
                <a:gd name="csX450" fmla="*/ 116404 w 270157"/>
                <a:gd name="csY450" fmla="*/ 39283 h 395142"/>
                <a:gd name="csX451" fmla="*/ 119417 w 270157"/>
                <a:gd name="csY451" fmla="*/ 35775 h 395142"/>
                <a:gd name="csX452" fmla="*/ 121608 w 270157"/>
                <a:gd name="csY452" fmla="*/ 33212 h 395142"/>
                <a:gd name="csX453" fmla="*/ 123130 w 270157"/>
                <a:gd name="csY453" fmla="*/ 31591 h 395142"/>
                <a:gd name="csX454" fmla="*/ 124339 w 270157"/>
                <a:gd name="csY454" fmla="*/ 27033 h 395142"/>
                <a:gd name="csX455" fmla="*/ 125724 w 270157"/>
                <a:gd name="csY455" fmla="*/ 21837 h 395142"/>
                <a:gd name="csX456" fmla="*/ 126333 w 270157"/>
                <a:gd name="csY456" fmla="*/ 19524 h 395142"/>
                <a:gd name="csX457" fmla="*/ 126599 w 270157"/>
                <a:gd name="csY457" fmla="*/ 18717 h 395142"/>
                <a:gd name="csX458" fmla="*/ 127193 w 270157"/>
                <a:gd name="csY458" fmla="*/ 19059 h 395142"/>
                <a:gd name="csX459" fmla="*/ 127877 w 270157"/>
                <a:gd name="csY459" fmla="*/ 19623 h 395142"/>
                <a:gd name="csX460" fmla="*/ 128706 w 270157"/>
                <a:gd name="csY460" fmla="*/ 19645 h 395142"/>
                <a:gd name="csX461" fmla="*/ 129490 w 270157"/>
                <a:gd name="csY461" fmla="*/ 19623 h 395142"/>
                <a:gd name="csX462" fmla="*/ 129985 w 270157"/>
                <a:gd name="csY462" fmla="*/ 19303 h 395142"/>
                <a:gd name="csX463" fmla="*/ 129254 w 270157"/>
                <a:gd name="csY463" fmla="*/ 14114 h 395142"/>
                <a:gd name="csX464" fmla="*/ 129361 w 270157"/>
                <a:gd name="csY464" fmla="*/ 12980 h 395142"/>
                <a:gd name="csX465" fmla="*/ 129772 w 270157"/>
                <a:gd name="csY465" fmla="*/ 11626 h 395142"/>
                <a:gd name="csX466" fmla="*/ 129688 w 270157"/>
                <a:gd name="csY466" fmla="*/ 10896 h 395142"/>
                <a:gd name="csX467" fmla="*/ 128364 w 270157"/>
                <a:gd name="csY467" fmla="*/ 9861 h 395142"/>
                <a:gd name="csX468" fmla="*/ 126241 w 270157"/>
                <a:gd name="csY468" fmla="*/ 7784 h 395142"/>
                <a:gd name="csX469" fmla="*/ 125359 w 270157"/>
                <a:gd name="csY469" fmla="*/ 5935 h 395142"/>
                <a:gd name="csX470" fmla="*/ 124826 w 270157"/>
                <a:gd name="csY470" fmla="*/ 4383 h 395142"/>
                <a:gd name="csX471" fmla="*/ 123342 w 270157"/>
                <a:gd name="csY471" fmla="*/ 3355 h 395142"/>
                <a:gd name="csX472" fmla="*/ 121813 w 270157"/>
                <a:gd name="csY472" fmla="*/ 2458 h 395142"/>
                <a:gd name="csX473" fmla="*/ 121943 w 270157"/>
                <a:gd name="csY473" fmla="*/ 1720 h 395142"/>
                <a:gd name="csX474" fmla="*/ 122848 w 270157"/>
                <a:gd name="csY474" fmla="*/ 1720 h 395142"/>
                <a:gd name="csX475" fmla="*/ 125146 w 270157"/>
                <a:gd name="csY475" fmla="*/ 2442 h 395142"/>
                <a:gd name="csX476" fmla="*/ 126804 w 270157"/>
                <a:gd name="csY476" fmla="*/ 2214 h 395142"/>
                <a:gd name="csX477" fmla="*/ 128037 w 270157"/>
                <a:gd name="csY477" fmla="*/ 2130 h 395142"/>
                <a:gd name="csX478" fmla="*/ 129239 w 270157"/>
                <a:gd name="csY478" fmla="*/ 1369 h 395142"/>
                <a:gd name="csX479" fmla="*/ 130517 w 270157"/>
                <a:gd name="csY479" fmla="*/ 0 h 395142"/>
                <a:gd name="csX480" fmla="*/ 131377 w 270157"/>
                <a:gd name="csY480" fmla="*/ 0 h 395142"/>
                <a:gd name="csX481" fmla="*/ 132359 w 270157"/>
                <a:gd name="csY481" fmla="*/ 183 h 395142"/>
                <a:gd name="csX482" fmla="*/ 134147 w 270157"/>
                <a:gd name="csY482" fmla="*/ 1590 h 395142"/>
                <a:gd name="csX483" fmla="*/ 135204 w 270157"/>
                <a:gd name="csY483" fmla="*/ 2419 h 395142"/>
                <a:gd name="csX484" fmla="*/ 136482 w 270157"/>
                <a:gd name="csY484" fmla="*/ 3104 h 395142"/>
                <a:gd name="csX485" fmla="*/ 137685 w 270157"/>
                <a:gd name="csY485" fmla="*/ 3348 h 395142"/>
                <a:gd name="csX486" fmla="*/ 138780 w 270157"/>
                <a:gd name="csY486" fmla="*/ 3424 h 395142"/>
                <a:gd name="csX487" fmla="*/ 139549 w 270157"/>
                <a:gd name="csY487" fmla="*/ 3363 h 395142"/>
                <a:gd name="csX488" fmla="*/ 139998 w 270157"/>
                <a:gd name="csY488" fmla="*/ 4299 h 395142"/>
                <a:gd name="csX489" fmla="*/ 140530 w 270157"/>
                <a:gd name="csY489" fmla="*/ 5448 h 395142"/>
                <a:gd name="csX490" fmla="*/ 141892 w 270157"/>
                <a:gd name="csY490" fmla="*/ 6224 h 395142"/>
                <a:gd name="csX491" fmla="*/ 143505 w 270157"/>
                <a:gd name="csY491" fmla="*/ 6962 h 395142"/>
                <a:gd name="csX492" fmla="*/ 144806 w 270157"/>
                <a:gd name="csY492" fmla="*/ 8232 h 395142"/>
                <a:gd name="csX493" fmla="*/ 145689 w 270157"/>
                <a:gd name="csY493" fmla="*/ 9085 h 395142"/>
                <a:gd name="csX494" fmla="*/ 146731 w 270157"/>
                <a:gd name="csY494" fmla="*/ 10089 h 395142"/>
                <a:gd name="csX495" fmla="*/ 147743 w 270157"/>
                <a:gd name="csY495" fmla="*/ 11428 h 395142"/>
                <a:gd name="csX496" fmla="*/ 148656 w 270157"/>
                <a:gd name="csY496" fmla="*/ 13779 h 395142"/>
                <a:gd name="csX497" fmla="*/ 149120 w 270157"/>
                <a:gd name="csY497" fmla="*/ 15377 h 395142"/>
                <a:gd name="csX498" fmla="*/ 149645 w 270157"/>
                <a:gd name="csY498" fmla="*/ 16259 h 395142"/>
                <a:gd name="csX499" fmla="*/ 149524 w 270157"/>
                <a:gd name="csY499" fmla="*/ 17157 h 395142"/>
                <a:gd name="csX500" fmla="*/ 150604 w 270157"/>
                <a:gd name="csY500" fmla="*/ 18793 h 395142"/>
                <a:gd name="csX501" fmla="*/ 151403 w 270157"/>
                <a:gd name="csY501" fmla="*/ 19699 h 395142"/>
                <a:gd name="csX502" fmla="*/ 152803 w 270157"/>
                <a:gd name="csY502" fmla="*/ 20277 h 395142"/>
                <a:gd name="csX503" fmla="*/ 155504 w 270157"/>
                <a:gd name="csY503" fmla="*/ 20931 h 395142"/>
                <a:gd name="csX504" fmla="*/ 156949 w 270157"/>
                <a:gd name="csY504" fmla="*/ 22407 h 395142"/>
                <a:gd name="csX505" fmla="*/ 158228 w 270157"/>
                <a:gd name="csY505" fmla="*/ 22978 h 395142"/>
                <a:gd name="csX506" fmla="*/ 159582 w 270157"/>
                <a:gd name="csY506" fmla="*/ 24500 h 395142"/>
                <a:gd name="csX507" fmla="*/ 160784 w 270157"/>
                <a:gd name="csY507" fmla="*/ 24948 h 395142"/>
                <a:gd name="csX508" fmla="*/ 162306 w 270157"/>
                <a:gd name="csY508" fmla="*/ 24865 h 395142"/>
                <a:gd name="csX509" fmla="*/ 163828 w 270157"/>
                <a:gd name="csY509" fmla="*/ 25603 h 395142"/>
                <a:gd name="csX510" fmla="*/ 164984 w 270157"/>
                <a:gd name="csY510" fmla="*/ 27041 h 395142"/>
                <a:gd name="csX511" fmla="*/ 165730 w 270157"/>
                <a:gd name="csY511" fmla="*/ 28844 h 395142"/>
                <a:gd name="csX512" fmla="*/ 166886 w 270157"/>
                <a:gd name="csY512" fmla="*/ 29864 h 395142"/>
                <a:gd name="csX513" fmla="*/ 167457 w 270157"/>
                <a:gd name="csY513" fmla="*/ 31712 h 395142"/>
                <a:gd name="csX514" fmla="*/ 166803 w 270157"/>
                <a:gd name="csY514" fmla="*/ 33881 h 395142"/>
                <a:gd name="csX515" fmla="*/ 167419 w 270157"/>
                <a:gd name="csY515" fmla="*/ 35030 h 395142"/>
                <a:gd name="csX516" fmla="*/ 168614 w 270157"/>
                <a:gd name="csY516" fmla="*/ 35973 h 395142"/>
                <a:gd name="csX517" fmla="*/ 170554 w 270157"/>
                <a:gd name="csY517" fmla="*/ 36955 h 395142"/>
                <a:gd name="csX518" fmla="*/ 172326 w 270157"/>
                <a:gd name="csY518" fmla="*/ 36711 h 395142"/>
                <a:gd name="csX519" fmla="*/ 173232 w 270157"/>
                <a:gd name="csY519" fmla="*/ 37039 h 395142"/>
                <a:gd name="csX520" fmla="*/ 173810 w 270157"/>
                <a:gd name="csY520" fmla="*/ 37936 h 395142"/>
                <a:gd name="csX521" fmla="*/ 174137 w 270157"/>
                <a:gd name="csY521" fmla="*/ 39009 h 395142"/>
                <a:gd name="csX522" fmla="*/ 174913 w 270157"/>
                <a:gd name="csY522" fmla="*/ 41611 h 395142"/>
                <a:gd name="csX523" fmla="*/ 175317 w 270157"/>
                <a:gd name="csY523" fmla="*/ 43262 h 395142"/>
                <a:gd name="csX524" fmla="*/ 174594 w 270157"/>
                <a:gd name="csY524" fmla="*/ 44860 h 395142"/>
                <a:gd name="csX525" fmla="*/ 174327 w 270157"/>
                <a:gd name="csY525" fmla="*/ 45971 h 395142"/>
                <a:gd name="csX526" fmla="*/ 174723 w 270157"/>
                <a:gd name="csY526" fmla="*/ 47447 h 395142"/>
                <a:gd name="csX527" fmla="*/ 176564 w 270157"/>
                <a:gd name="csY527" fmla="*/ 48170 h 395142"/>
                <a:gd name="csX528" fmla="*/ 178238 w 270157"/>
                <a:gd name="csY528" fmla="*/ 48756 h 395142"/>
                <a:gd name="csX529" fmla="*/ 179273 w 270157"/>
                <a:gd name="csY529" fmla="*/ 49904 h 395142"/>
                <a:gd name="csX530" fmla="*/ 180430 w 270157"/>
                <a:gd name="csY530" fmla="*/ 50217 h 395142"/>
                <a:gd name="csX531" fmla="*/ 182050 w 270157"/>
                <a:gd name="csY531" fmla="*/ 50148 h 395142"/>
                <a:gd name="csX532" fmla="*/ 184120 w 270157"/>
                <a:gd name="csY532" fmla="*/ 49867 h 395142"/>
                <a:gd name="csX533" fmla="*/ 185276 w 270157"/>
                <a:gd name="csY533" fmla="*/ 49205 h 395142"/>
                <a:gd name="csX534" fmla="*/ 186014 w 270157"/>
                <a:gd name="csY534" fmla="*/ 49007 h 395142"/>
                <a:gd name="csX535" fmla="*/ 186844 w 270157"/>
                <a:gd name="csY535" fmla="*/ 49296 h 395142"/>
                <a:gd name="csX536" fmla="*/ 188685 w 270157"/>
                <a:gd name="csY536" fmla="*/ 49927 h 395142"/>
                <a:gd name="csX537" fmla="*/ 190922 w 270157"/>
                <a:gd name="csY537" fmla="*/ 50643 h 395142"/>
                <a:gd name="csX538" fmla="*/ 192953 w 270157"/>
                <a:gd name="csY538" fmla="*/ 50232 h 395142"/>
                <a:gd name="csX539" fmla="*/ 194711 w 270157"/>
                <a:gd name="csY539" fmla="*/ 50041 h 395142"/>
                <a:gd name="csX540" fmla="*/ 196453 w 270157"/>
                <a:gd name="csY540" fmla="*/ 49623 h 395142"/>
                <a:gd name="csX541" fmla="*/ 198218 w 270157"/>
                <a:gd name="csY541" fmla="*/ 48429 h 395142"/>
                <a:gd name="csX542" fmla="*/ 199710 w 270157"/>
                <a:gd name="csY542" fmla="*/ 48474 h 395142"/>
                <a:gd name="csX543" fmla="*/ 200813 w 270157"/>
                <a:gd name="csY543" fmla="*/ 47668 h 395142"/>
                <a:gd name="csX544" fmla="*/ 202205 w 270157"/>
                <a:gd name="csY544" fmla="*/ 46374 h 395142"/>
                <a:gd name="csX545" fmla="*/ 203582 w 270157"/>
                <a:gd name="csY545" fmla="*/ 45073 h 395142"/>
                <a:gd name="csX546" fmla="*/ 204655 w 270157"/>
                <a:gd name="csY546" fmla="*/ 44784 h 395142"/>
                <a:gd name="csX547" fmla="*/ 206390 w 270157"/>
                <a:gd name="csY547" fmla="*/ 45408 h 395142"/>
                <a:gd name="csX548" fmla="*/ 208779 w 270157"/>
                <a:gd name="csY548" fmla="*/ 46306 h 395142"/>
                <a:gd name="csX549" fmla="*/ 210134 w 270157"/>
                <a:gd name="csY549" fmla="*/ 47470 h 395142"/>
                <a:gd name="csX550" fmla="*/ 211168 w 270157"/>
                <a:gd name="csY550" fmla="*/ 47774 h 395142"/>
                <a:gd name="csX551" fmla="*/ 212249 w 270157"/>
                <a:gd name="csY551" fmla="*/ 48634 h 395142"/>
                <a:gd name="csX552" fmla="*/ 214318 w 270157"/>
                <a:gd name="csY552" fmla="*/ 48649 h 395142"/>
                <a:gd name="csX553" fmla="*/ 216532 w 270157"/>
                <a:gd name="csY553" fmla="*/ 48185 h 395142"/>
                <a:gd name="csX554" fmla="*/ 218305 w 270157"/>
                <a:gd name="csY554" fmla="*/ 46755 h 395142"/>
                <a:gd name="csX555" fmla="*/ 220139 w 270157"/>
                <a:gd name="csY555" fmla="*/ 46336 h 395142"/>
                <a:gd name="csX556" fmla="*/ 221394 w 270157"/>
                <a:gd name="csY556" fmla="*/ 45933 h 395142"/>
                <a:gd name="csX557" fmla="*/ 222551 w 270157"/>
                <a:gd name="csY557" fmla="*/ 46176 h 395142"/>
                <a:gd name="csX558" fmla="*/ 227017 w 270157"/>
                <a:gd name="csY558" fmla="*/ 48801 h 395142"/>
                <a:gd name="csX559" fmla="*/ 228242 w 270157"/>
                <a:gd name="csY559" fmla="*/ 50156 h 395142"/>
                <a:gd name="csX560" fmla="*/ 229779 w 270157"/>
                <a:gd name="csY560" fmla="*/ 50422 h 395142"/>
                <a:gd name="csX561" fmla="*/ 231042 w 270157"/>
                <a:gd name="csY561" fmla="*/ 51160 h 395142"/>
                <a:gd name="csX562" fmla="*/ 233149 w 270157"/>
                <a:gd name="csY562" fmla="*/ 51959 h 395142"/>
                <a:gd name="csX563" fmla="*/ 234306 w 270157"/>
                <a:gd name="csY563" fmla="*/ 52781 h 395142"/>
                <a:gd name="csX564" fmla="*/ 235782 w 270157"/>
                <a:gd name="csY564" fmla="*/ 53275 h 395142"/>
                <a:gd name="csX565" fmla="*/ 236862 w 270157"/>
                <a:gd name="csY565" fmla="*/ 54416 h 395142"/>
                <a:gd name="csX566" fmla="*/ 238559 w 270157"/>
                <a:gd name="csY566" fmla="*/ 55124 h 395142"/>
                <a:gd name="csX567" fmla="*/ 240035 w 270157"/>
                <a:gd name="csY567" fmla="*/ 55512 h 395142"/>
                <a:gd name="csX568" fmla="*/ 240697 w 270157"/>
                <a:gd name="csY568" fmla="*/ 56440 h 395142"/>
                <a:gd name="csX569" fmla="*/ 240697 w 270157"/>
                <a:gd name="csY569" fmla="*/ 57057 h 395142"/>
                <a:gd name="csX570" fmla="*/ 240499 w 270157"/>
                <a:gd name="csY570" fmla="*/ 57468 h 395142"/>
                <a:gd name="csX571" fmla="*/ 238939 w 270157"/>
                <a:gd name="csY571" fmla="*/ 59887 h 395142"/>
                <a:gd name="csX572" fmla="*/ 235881 w 270157"/>
                <a:gd name="csY572" fmla="*/ 64627 h 395142"/>
                <a:gd name="csX573" fmla="*/ 233127 w 270157"/>
                <a:gd name="csY573" fmla="*/ 68895 h 395142"/>
                <a:gd name="csX574" fmla="*/ 228797 w 270157"/>
                <a:gd name="csY574" fmla="*/ 75621 h 395142"/>
                <a:gd name="csX575" fmla="*/ 226385 w 270157"/>
                <a:gd name="csY575" fmla="*/ 79380 h 395142"/>
                <a:gd name="csX576" fmla="*/ 227002 w 270157"/>
                <a:gd name="csY576" fmla="*/ 79540 h 395142"/>
                <a:gd name="csX577" fmla="*/ 230768 w 270157"/>
                <a:gd name="csY577" fmla="*/ 81183 h 395142"/>
                <a:gd name="csX578" fmla="*/ 231704 w 270157"/>
                <a:gd name="csY578" fmla="*/ 81244 h 395142"/>
                <a:gd name="csX579" fmla="*/ 233081 w 270157"/>
                <a:gd name="csY579" fmla="*/ 80826 h 395142"/>
                <a:gd name="csX580" fmla="*/ 233979 w 270157"/>
                <a:gd name="csY580" fmla="*/ 80172 h 395142"/>
                <a:gd name="csX581" fmla="*/ 234823 w 270157"/>
                <a:gd name="csY581" fmla="*/ 80080 h 395142"/>
                <a:gd name="csX582" fmla="*/ 235706 w 270157"/>
                <a:gd name="csY582" fmla="*/ 80712 h 395142"/>
                <a:gd name="csX583" fmla="*/ 236946 w 270157"/>
                <a:gd name="csY583" fmla="*/ 81526 h 395142"/>
                <a:gd name="csX584" fmla="*/ 237836 w 270157"/>
                <a:gd name="csY584" fmla="*/ 83922 h 395142"/>
                <a:gd name="csX585" fmla="*/ 238498 w 270157"/>
                <a:gd name="csY585" fmla="*/ 85094 h 395142"/>
                <a:gd name="csX586" fmla="*/ 240050 w 270157"/>
                <a:gd name="csY586" fmla="*/ 85984 h 395142"/>
                <a:gd name="csX587" fmla="*/ 241709 w 270157"/>
                <a:gd name="csY587" fmla="*/ 87468 h 395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Lst>
              <a:rect l="l" t="t" r="r" b="b"/>
              <a:pathLst>
                <a:path w="270157" h="395142">
                  <a:moveTo>
                    <a:pt x="242805" y="89043"/>
                  </a:moveTo>
                  <a:lnTo>
                    <a:pt x="242675" y="90428"/>
                  </a:lnTo>
                  <a:lnTo>
                    <a:pt x="241990" y="90983"/>
                  </a:lnTo>
                  <a:lnTo>
                    <a:pt x="240940" y="91105"/>
                  </a:lnTo>
                  <a:lnTo>
                    <a:pt x="239327" y="90116"/>
                  </a:lnTo>
                  <a:lnTo>
                    <a:pt x="238148" y="90367"/>
                  </a:lnTo>
                  <a:lnTo>
                    <a:pt x="236969" y="90428"/>
                  </a:lnTo>
                  <a:lnTo>
                    <a:pt x="235310" y="89279"/>
                  </a:lnTo>
                  <a:lnTo>
                    <a:pt x="234739" y="88145"/>
                  </a:lnTo>
                  <a:lnTo>
                    <a:pt x="233438" y="87217"/>
                  </a:lnTo>
                  <a:lnTo>
                    <a:pt x="230745" y="87590"/>
                  </a:lnTo>
                  <a:lnTo>
                    <a:pt x="228523" y="87613"/>
                  </a:lnTo>
                  <a:lnTo>
                    <a:pt x="226667" y="87400"/>
                  </a:lnTo>
                  <a:lnTo>
                    <a:pt x="225001" y="87712"/>
                  </a:lnTo>
                  <a:lnTo>
                    <a:pt x="223585" y="88906"/>
                  </a:lnTo>
                  <a:lnTo>
                    <a:pt x="222528" y="90306"/>
                  </a:lnTo>
                  <a:lnTo>
                    <a:pt x="221288" y="91478"/>
                  </a:lnTo>
                  <a:lnTo>
                    <a:pt x="217643" y="92261"/>
                  </a:lnTo>
                  <a:lnTo>
                    <a:pt x="215703" y="92284"/>
                  </a:lnTo>
                  <a:lnTo>
                    <a:pt x="213961" y="93053"/>
                  </a:lnTo>
                  <a:lnTo>
                    <a:pt x="211366" y="93334"/>
                  </a:lnTo>
                  <a:lnTo>
                    <a:pt x="209593" y="94019"/>
                  </a:lnTo>
                  <a:lnTo>
                    <a:pt x="206451" y="94392"/>
                  </a:lnTo>
                  <a:lnTo>
                    <a:pt x="202685" y="94749"/>
                  </a:lnTo>
                  <a:lnTo>
                    <a:pt x="200585" y="95792"/>
                  </a:lnTo>
                  <a:lnTo>
                    <a:pt x="199748" y="96248"/>
                  </a:lnTo>
                  <a:lnTo>
                    <a:pt x="197610" y="97686"/>
                  </a:lnTo>
                  <a:lnTo>
                    <a:pt x="193889" y="99954"/>
                  </a:lnTo>
                  <a:lnTo>
                    <a:pt x="191835" y="100745"/>
                  </a:lnTo>
                  <a:lnTo>
                    <a:pt x="189354" y="103202"/>
                  </a:lnTo>
                  <a:lnTo>
                    <a:pt x="186380" y="105508"/>
                  </a:lnTo>
                  <a:lnTo>
                    <a:pt x="184447" y="106733"/>
                  </a:lnTo>
                  <a:lnTo>
                    <a:pt x="181609" y="107296"/>
                  </a:lnTo>
                  <a:lnTo>
                    <a:pt x="180430" y="107920"/>
                  </a:lnTo>
                  <a:lnTo>
                    <a:pt x="179996" y="108658"/>
                  </a:lnTo>
                  <a:lnTo>
                    <a:pt x="180247" y="109525"/>
                  </a:lnTo>
                  <a:lnTo>
                    <a:pt x="179760" y="111747"/>
                  </a:lnTo>
                  <a:lnTo>
                    <a:pt x="178893" y="115848"/>
                  </a:lnTo>
                  <a:lnTo>
                    <a:pt x="178657" y="117864"/>
                  </a:lnTo>
                  <a:lnTo>
                    <a:pt x="178444" y="118823"/>
                  </a:lnTo>
                  <a:lnTo>
                    <a:pt x="176564" y="122125"/>
                  </a:lnTo>
                  <a:lnTo>
                    <a:pt x="174541" y="125191"/>
                  </a:lnTo>
                  <a:lnTo>
                    <a:pt x="173544" y="127223"/>
                  </a:lnTo>
                  <a:lnTo>
                    <a:pt x="172988" y="128714"/>
                  </a:lnTo>
                  <a:lnTo>
                    <a:pt x="173612" y="129947"/>
                  </a:lnTo>
                  <a:lnTo>
                    <a:pt x="174434" y="132176"/>
                  </a:lnTo>
                  <a:lnTo>
                    <a:pt x="175126" y="133956"/>
                  </a:lnTo>
                  <a:lnTo>
                    <a:pt x="175324" y="135166"/>
                  </a:lnTo>
                  <a:lnTo>
                    <a:pt x="175081" y="136551"/>
                  </a:lnTo>
                  <a:lnTo>
                    <a:pt x="174229" y="137822"/>
                  </a:lnTo>
                  <a:lnTo>
                    <a:pt x="172882" y="138651"/>
                  </a:lnTo>
                  <a:lnTo>
                    <a:pt x="171071" y="138879"/>
                  </a:lnTo>
                  <a:lnTo>
                    <a:pt x="167343" y="141108"/>
                  </a:lnTo>
                  <a:lnTo>
                    <a:pt x="163189" y="144411"/>
                  </a:lnTo>
                  <a:lnTo>
                    <a:pt x="161827" y="145947"/>
                  </a:lnTo>
                  <a:lnTo>
                    <a:pt x="161439" y="147401"/>
                  </a:lnTo>
                  <a:lnTo>
                    <a:pt x="160838" y="149668"/>
                  </a:lnTo>
                  <a:lnTo>
                    <a:pt x="161089" y="150847"/>
                  </a:lnTo>
                  <a:lnTo>
                    <a:pt x="161827" y="151654"/>
                  </a:lnTo>
                  <a:lnTo>
                    <a:pt x="162572" y="153579"/>
                  </a:lnTo>
                  <a:lnTo>
                    <a:pt x="162633" y="154576"/>
                  </a:lnTo>
                  <a:lnTo>
                    <a:pt x="162017" y="155131"/>
                  </a:lnTo>
                  <a:lnTo>
                    <a:pt x="160838" y="155253"/>
                  </a:lnTo>
                  <a:lnTo>
                    <a:pt x="159780" y="155443"/>
                  </a:lnTo>
                  <a:lnTo>
                    <a:pt x="158974" y="155937"/>
                  </a:lnTo>
                  <a:lnTo>
                    <a:pt x="158167" y="155816"/>
                  </a:lnTo>
                  <a:lnTo>
                    <a:pt x="157429" y="156059"/>
                  </a:lnTo>
                  <a:lnTo>
                    <a:pt x="157429" y="156873"/>
                  </a:lnTo>
                  <a:lnTo>
                    <a:pt x="157672" y="157802"/>
                  </a:lnTo>
                  <a:lnTo>
                    <a:pt x="157551" y="158798"/>
                  </a:lnTo>
                  <a:lnTo>
                    <a:pt x="157056" y="159414"/>
                  </a:lnTo>
                  <a:lnTo>
                    <a:pt x="156622" y="159848"/>
                  </a:lnTo>
                  <a:lnTo>
                    <a:pt x="157056" y="160472"/>
                  </a:lnTo>
                  <a:lnTo>
                    <a:pt x="157794" y="161035"/>
                  </a:lnTo>
                  <a:lnTo>
                    <a:pt x="158912" y="161964"/>
                  </a:lnTo>
                  <a:lnTo>
                    <a:pt x="160465" y="163767"/>
                  </a:lnTo>
                  <a:lnTo>
                    <a:pt x="161644" y="164079"/>
                  </a:lnTo>
                  <a:lnTo>
                    <a:pt x="162633" y="164702"/>
                  </a:lnTo>
                  <a:lnTo>
                    <a:pt x="162755" y="165692"/>
                  </a:lnTo>
                  <a:lnTo>
                    <a:pt x="162382" y="166688"/>
                  </a:lnTo>
                  <a:lnTo>
                    <a:pt x="161515" y="167122"/>
                  </a:lnTo>
                  <a:lnTo>
                    <a:pt x="161454" y="167997"/>
                  </a:lnTo>
                  <a:lnTo>
                    <a:pt x="162633" y="169055"/>
                  </a:lnTo>
                  <a:lnTo>
                    <a:pt x="163440" y="169800"/>
                  </a:lnTo>
                  <a:lnTo>
                    <a:pt x="164246" y="170919"/>
                  </a:lnTo>
                  <a:lnTo>
                    <a:pt x="164992" y="172478"/>
                  </a:lnTo>
                  <a:lnTo>
                    <a:pt x="164992" y="173468"/>
                  </a:lnTo>
                  <a:lnTo>
                    <a:pt x="165798" y="174715"/>
                  </a:lnTo>
                  <a:lnTo>
                    <a:pt x="166293" y="175773"/>
                  </a:lnTo>
                  <a:lnTo>
                    <a:pt x="166293" y="176770"/>
                  </a:lnTo>
                  <a:lnTo>
                    <a:pt x="167594" y="177759"/>
                  </a:lnTo>
                  <a:lnTo>
                    <a:pt x="168712" y="178512"/>
                  </a:lnTo>
                  <a:lnTo>
                    <a:pt x="169511" y="179197"/>
                  </a:lnTo>
                  <a:lnTo>
                    <a:pt x="170318" y="179631"/>
                  </a:lnTo>
                  <a:lnTo>
                    <a:pt x="170508" y="180376"/>
                  </a:lnTo>
                  <a:lnTo>
                    <a:pt x="170401" y="181510"/>
                  </a:lnTo>
                  <a:lnTo>
                    <a:pt x="171558" y="183382"/>
                  </a:lnTo>
                  <a:lnTo>
                    <a:pt x="173681" y="184782"/>
                  </a:lnTo>
                  <a:lnTo>
                    <a:pt x="175400" y="186813"/>
                  </a:lnTo>
                  <a:lnTo>
                    <a:pt x="176511" y="188289"/>
                  </a:lnTo>
                  <a:lnTo>
                    <a:pt x="178573" y="190663"/>
                  </a:lnTo>
                  <a:lnTo>
                    <a:pt x="178649" y="193387"/>
                  </a:lnTo>
                  <a:lnTo>
                    <a:pt x="176100" y="196514"/>
                  </a:lnTo>
                  <a:lnTo>
                    <a:pt x="173544" y="199649"/>
                  </a:lnTo>
                  <a:lnTo>
                    <a:pt x="177721" y="199565"/>
                  </a:lnTo>
                  <a:lnTo>
                    <a:pt x="181982" y="199626"/>
                  </a:lnTo>
                  <a:lnTo>
                    <a:pt x="186440" y="200524"/>
                  </a:lnTo>
                  <a:lnTo>
                    <a:pt x="189446" y="201383"/>
                  </a:lnTo>
                  <a:lnTo>
                    <a:pt x="191280" y="201771"/>
                  </a:lnTo>
                  <a:lnTo>
                    <a:pt x="192581" y="202776"/>
                  </a:lnTo>
                  <a:lnTo>
                    <a:pt x="193197" y="204336"/>
                  </a:lnTo>
                  <a:lnTo>
                    <a:pt x="193691" y="205614"/>
                  </a:lnTo>
                  <a:lnTo>
                    <a:pt x="193821" y="207455"/>
                  </a:lnTo>
                  <a:lnTo>
                    <a:pt x="195677" y="208954"/>
                  </a:lnTo>
                  <a:lnTo>
                    <a:pt x="195548" y="210384"/>
                  </a:lnTo>
                  <a:lnTo>
                    <a:pt x="195495" y="212401"/>
                  </a:lnTo>
                  <a:lnTo>
                    <a:pt x="196316" y="212431"/>
                  </a:lnTo>
                  <a:lnTo>
                    <a:pt x="201772" y="212439"/>
                  </a:lnTo>
                  <a:lnTo>
                    <a:pt x="207737" y="212446"/>
                  </a:lnTo>
                  <a:lnTo>
                    <a:pt x="213474" y="212073"/>
                  </a:lnTo>
                  <a:lnTo>
                    <a:pt x="215642" y="211586"/>
                  </a:lnTo>
                  <a:lnTo>
                    <a:pt x="218259" y="209136"/>
                  </a:lnTo>
                  <a:lnTo>
                    <a:pt x="219834" y="208414"/>
                  </a:lnTo>
                  <a:lnTo>
                    <a:pt x="221349" y="207272"/>
                  </a:lnTo>
                  <a:lnTo>
                    <a:pt x="223190" y="205188"/>
                  </a:lnTo>
                  <a:lnTo>
                    <a:pt x="224651" y="204252"/>
                  </a:lnTo>
                  <a:lnTo>
                    <a:pt x="225883" y="203095"/>
                  </a:lnTo>
                  <a:lnTo>
                    <a:pt x="227717" y="201939"/>
                  </a:lnTo>
                  <a:lnTo>
                    <a:pt x="228478" y="201087"/>
                  </a:lnTo>
                  <a:lnTo>
                    <a:pt x="229102" y="200775"/>
                  </a:lnTo>
                  <a:lnTo>
                    <a:pt x="230524" y="200212"/>
                  </a:lnTo>
                  <a:lnTo>
                    <a:pt x="229908" y="201338"/>
                  </a:lnTo>
                  <a:lnTo>
                    <a:pt x="229429" y="202487"/>
                  </a:lnTo>
                  <a:lnTo>
                    <a:pt x="229284" y="204145"/>
                  </a:lnTo>
                  <a:lnTo>
                    <a:pt x="229961" y="205956"/>
                  </a:lnTo>
                  <a:lnTo>
                    <a:pt x="229398" y="207310"/>
                  </a:lnTo>
                  <a:lnTo>
                    <a:pt x="228478" y="208520"/>
                  </a:lnTo>
                  <a:lnTo>
                    <a:pt x="228463" y="211708"/>
                  </a:lnTo>
                  <a:lnTo>
                    <a:pt x="228447" y="216228"/>
                  </a:lnTo>
                  <a:lnTo>
                    <a:pt x="228424" y="220100"/>
                  </a:lnTo>
                  <a:lnTo>
                    <a:pt x="228402" y="224955"/>
                  </a:lnTo>
                  <a:lnTo>
                    <a:pt x="228379" y="230456"/>
                  </a:lnTo>
                  <a:lnTo>
                    <a:pt x="228364" y="234116"/>
                  </a:lnTo>
                  <a:lnTo>
                    <a:pt x="229337" y="233393"/>
                  </a:lnTo>
                  <a:lnTo>
                    <a:pt x="230692" y="232746"/>
                  </a:lnTo>
                  <a:lnTo>
                    <a:pt x="232449" y="234427"/>
                  </a:lnTo>
                  <a:lnTo>
                    <a:pt x="233705" y="235158"/>
                  </a:lnTo>
                  <a:lnTo>
                    <a:pt x="234778" y="235333"/>
                  </a:lnTo>
                  <a:lnTo>
                    <a:pt x="235881" y="235279"/>
                  </a:lnTo>
                  <a:lnTo>
                    <a:pt x="237380" y="234922"/>
                  </a:lnTo>
                  <a:lnTo>
                    <a:pt x="240667" y="233514"/>
                  </a:lnTo>
                  <a:lnTo>
                    <a:pt x="242919" y="232381"/>
                  </a:lnTo>
                  <a:lnTo>
                    <a:pt x="245498" y="232457"/>
                  </a:lnTo>
                  <a:lnTo>
                    <a:pt x="249036" y="232898"/>
                  </a:lnTo>
                  <a:lnTo>
                    <a:pt x="251075" y="232852"/>
                  </a:lnTo>
                  <a:lnTo>
                    <a:pt x="253746" y="237539"/>
                  </a:lnTo>
                  <a:lnTo>
                    <a:pt x="255701" y="240978"/>
                  </a:lnTo>
                  <a:lnTo>
                    <a:pt x="257930" y="244897"/>
                  </a:lnTo>
                  <a:lnTo>
                    <a:pt x="259719" y="248054"/>
                  </a:lnTo>
                  <a:lnTo>
                    <a:pt x="262442" y="252848"/>
                  </a:lnTo>
                  <a:lnTo>
                    <a:pt x="264793" y="256994"/>
                  </a:lnTo>
                  <a:lnTo>
                    <a:pt x="267304" y="261415"/>
                  </a:lnTo>
                  <a:lnTo>
                    <a:pt x="270157" y="266444"/>
                  </a:lnTo>
                  <a:lnTo>
                    <a:pt x="269237" y="267722"/>
                  </a:lnTo>
                  <a:lnTo>
                    <a:pt x="268491" y="268742"/>
                  </a:lnTo>
                  <a:lnTo>
                    <a:pt x="268575" y="270469"/>
                  </a:lnTo>
                  <a:lnTo>
                    <a:pt x="267449" y="271390"/>
                  </a:lnTo>
                  <a:lnTo>
                    <a:pt x="266254" y="271945"/>
                  </a:lnTo>
                  <a:lnTo>
                    <a:pt x="264847" y="273406"/>
                  </a:lnTo>
                  <a:lnTo>
                    <a:pt x="263888" y="274661"/>
                  </a:lnTo>
                  <a:lnTo>
                    <a:pt x="263842" y="276465"/>
                  </a:lnTo>
                  <a:lnTo>
                    <a:pt x="264025" y="285610"/>
                  </a:lnTo>
                  <a:lnTo>
                    <a:pt x="263789" y="288098"/>
                  </a:lnTo>
                  <a:lnTo>
                    <a:pt x="263059" y="290236"/>
                  </a:lnTo>
                  <a:lnTo>
                    <a:pt x="262305" y="291316"/>
                  </a:lnTo>
                  <a:lnTo>
                    <a:pt x="261849" y="292169"/>
                  </a:lnTo>
                  <a:lnTo>
                    <a:pt x="262937" y="294292"/>
                  </a:lnTo>
                  <a:lnTo>
                    <a:pt x="263979" y="298567"/>
                  </a:lnTo>
                  <a:lnTo>
                    <a:pt x="264771" y="299420"/>
                  </a:lnTo>
                  <a:lnTo>
                    <a:pt x="265744" y="301162"/>
                  </a:lnTo>
                  <a:lnTo>
                    <a:pt x="266186" y="302813"/>
                  </a:lnTo>
                  <a:lnTo>
                    <a:pt x="265988" y="303445"/>
                  </a:lnTo>
                  <a:lnTo>
                    <a:pt x="264033" y="304228"/>
                  </a:lnTo>
                  <a:lnTo>
                    <a:pt x="263332" y="304898"/>
                  </a:lnTo>
                  <a:lnTo>
                    <a:pt x="263150" y="307355"/>
                  </a:lnTo>
                  <a:lnTo>
                    <a:pt x="262305" y="308238"/>
                  </a:lnTo>
                  <a:lnTo>
                    <a:pt x="260875" y="309394"/>
                  </a:lnTo>
                  <a:lnTo>
                    <a:pt x="259954" y="310718"/>
                  </a:lnTo>
                  <a:lnTo>
                    <a:pt x="259178" y="311639"/>
                  </a:lnTo>
                  <a:lnTo>
                    <a:pt x="258417" y="312172"/>
                  </a:lnTo>
                  <a:lnTo>
                    <a:pt x="258045" y="313792"/>
                  </a:lnTo>
                  <a:lnTo>
                    <a:pt x="257535" y="315436"/>
                  </a:lnTo>
                  <a:lnTo>
                    <a:pt x="255755" y="316524"/>
                  </a:lnTo>
                  <a:lnTo>
                    <a:pt x="255450" y="318540"/>
                  </a:lnTo>
                  <a:lnTo>
                    <a:pt x="255427" y="320206"/>
                  </a:lnTo>
                  <a:lnTo>
                    <a:pt x="256371" y="321873"/>
                  </a:lnTo>
                  <a:lnTo>
                    <a:pt x="259437" y="325380"/>
                  </a:lnTo>
                  <a:lnTo>
                    <a:pt x="259749" y="326217"/>
                  </a:lnTo>
                  <a:lnTo>
                    <a:pt x="257999" y="328332"/>
                  </a:lnTo>
                  <a:lnTo>
                    <a:pt x="256987" y="329801"/>
                  </a:lnTo>
                  <a:lnTo>
                    <a:pt x="254491" y="334290"/>
                  </a:lnTo>
                  <a:lnTo>
                    <a:pt x="254446" y="335111"/>
                  </a:lnTo>
                  <a:lnTo>
                    <a:pt x="255062" y="337234"/>
                  </a:lnTo>
                  <a:lnTo>
                    <a:pt x="258783" y="346334"/>
                  </a:lnTo>
                  <a:lnTo>
                    <a:pt x="259414" y="347072"/>
                  </a:lnTo>
                  <a:lnTo>
                    <a:pt x="260563" y="347939"/>
                  </a:lnTo>
                  <a:lnTo>
                    <a:pt x="262442" y="347841"/>
                  </a:lnTo>
                  <a:lnTo>
                    <a:pt x="265280" y="348822"/>
                  </a:lnTo>
                  <a:lnTo>
                    <a:pt x="266657" y="349948"/>
                  </a:lnTo>
                  <a:lnTo>
                    <a:pt x="266787" y="350504"/>
                  </a:lnTo>
                  <a:lnTo>
                    <a:pt x="266467" y="350876"/>
                  </a:lnTo>
                  <a:lnTo>
                    <a:pt x="264968" y="351630"/>
                  </a:lnTo>
                  <a:lnTo>
                    <a:pt x="263302" y="352619"/>
                  </a:lnTo>
                  <a:lnTo>
                    <a:pt x="262724" y="353555"/>
                  </a:lnTo>
                  <a:lnTo>
                    <a:pt x="262610" y="355038"/>
                  </a:lnTo>
                  <a:lnTo>
                    <a:pt x="262990" y="357237"/>
                  </a:lnTo>
                  <a:lnTo>
                    <a:pt x="262267" y="357952"/>
                  </a:lnTo>
                  <a:lnTo>
                    <a:pt x="260601" y="358805"/>
                  </a:lnTo>
                  <a:lnTo>
                    <a:pt x="259163" y="360037"/>
                  </a:lnTo>
                  <a:lnTo>
                    <a:pt x="257725" y="362084"/>
                  </a:lnTo>
                  <a:lnTo>
                    <a:pt x="255283" y="365203"/>
                  </a:lnTo>
                  <a:lnTo>
                    <a:pt x="254438" y="366055"/>
                  </a:lnTo>
                  <a:lnTo>
                    <a:pt x="254073" y="367136"/>
                  </a:lnTo>
                  <a:lnTo>
                    <a:pt x="252680" y="367494"/>
                  </a:lnTo>
                  <a:lnTo>
                    <a:pt x="250086" y="369616"/>
                  </a:lnTo>
                  <a:lnTo>
                    <a:pt x="249645" y="370689"/>
                  </a:lnTo>
                  <a:lnTo>
                    <a:pt x="250063" y="371709"/>
                  </a:lnTo>
                  <a:lnTo>
                    <a:pt x="251395" y="372568"/>
                  </a:lnTo>
                  <a:lnTo>
                    <a:pt x="252285" y="373809"/>
                  </a:lnTo>
                  <a:lnTo>
                    <a:pt x="252521" y="375399"/>
                  </a:lnTo>
                  <a:lnTo>
                    <a:pt x="252521" y="376388"/>
                  </a:lnTo>
                  <a:lnTo>
                    <a:pt x="252521" y="376418"/>
                  </a:lnTo>
                  <a:lnTo>
                    <a:pt x="250908" y="377909"/>
                  </a:lnTo>
                  <a:lnTo>
                    <a:pt x="248808" y="379622"/>
                  </a:lnTo>
                  <a:lnTo>
                    <a:pt x="246221" y="379956"/>
                  </a:lnTo>
                  <a:lnTo>
                    <a:pt x="245239" y="380816"/>
                  </a:lnTo>
                  <a:lnTo>
                    <a:pt x="245460" y="382634"/>
                  </a:lnTo>
                  <a:lnTo>
                    <a:pt x="246297" y="385198"/>
                  </a:lnTo>
                  <a:lnTo>
                    <a:pt x="246289" y="387207"/>
                  </a:lnTo>
                  <a:lnTo>
                    <a:pt x="245498" y="389505"/>
                  </a:lnTo>
                  <a:lnTo>
                    <a:pt x="243649" y="392024"/>
                  </a:lnTo>
                  <a:lnTo>
                    <a:pt x="240819" y="393758"/>
                  </a:lnTo>
                  <a:lnTo>
                    <a:pt x="238148" y="394686"/>
                  </a:lnTo>
                  <a:lnTo>
                    <a:pt x="236048" y="394694"/>
                  </a:lnTo>
                  <a:lnTo>
                    <a:pt x="234017" y="394877"/>
                  </a:lnTo>
                  <a:lnTo>
                    <a:pt x="233149" y="395143"/>
                  </a:lnTo>
                  <a:lnTo>
                    <a:pt x="231582" y="393621"/>
                  </a:lnTo>
                  <a:lnTo>
                    <a:pt x="224620" y="388592"/>
                  </a:lnTo>
                  <a:lnTo>
                    <a:pt x="221972" y="385906"/>
                  </a:lnTo>
                  <a:lnTo>
                    <a:pt x="219515" y="384651"/>
                  </a:lnTo>
                  <a:lnTo>
                    <a:pt x="213527" y="380344"/>
                  </a:lnTo>
                  <a:lnTo>
                    <a:pt x="212933" y="378967"/>
                  </a:lnTo>
                  <a:lnTo>
                    <a:pt x="212195" y="374547"/>
                  </a:lnTo>
                  <a:lnTo>
                    <a:pt x="211419" y="373306"/>
                  </a:lnTo>
                  <a:lnTo>
                    <a:pt x="209357" y="371709"/>
                  </a:lnTo>
                  <a:lnTo>
                    <a:pt x="204191" y="369586"/>
                  </a:lnTo>
                  <a:lnTo>
                    <a:pt x="202182" y="368528"/>
                  </a:lnTo>
                  <a:lnTo>
                    <a:pt x="200083" y="366596"/>
                  </a:lnTo>
                  <a:lnTo>
                    <a:pt x="196993" y="365226"/>
                  </a:lnTo>
                  <a:lnTo>
                    <a:pt x="193630" y="362418"/>
                  </a:lnTo>
                  <a:lnTo>
                    <a:pt x="191629" y="360182"/>
                  </a:lnTo>
                  <a:lnTo>
                    <a:pt x="189385" y="358698"/>
                  </a:lnTo>
                  <a:lnTo>
                    <a:pt x="182415" y="356628"/>
                  </a:lnTo>
                  <a:lnTo>
                    <a:pt x="178923" y="354551"/>
                  </a:lnTo>
                  <a:lnTo>
                    <a:pt x="172387" y="351622"/>
                  </a:lnTo>
                  <a:lnTo>
                    <a:pt x="169473" y="349758"/>
                  </a:lnTo>
                  <a:lnTo>
                    <a:pt x="162481" y="347491"/>
                  </a:lnTo>
                  <a:lnTo>
                    <a:pt x="160404" y="346410"/>
                  </a:lnTo>
                  <a:lnTo>
                    <a:pt x="153526" y="341107"/>
                  </a:lnTo>
                  <a:lnTo>
                    <a:pt x="148702" y="339372"/>
                  </a:lnTo>
                  <a:lnTo>
                    <a:pt x="144814" y="336397"/>
                  </a:lnTo>
                  <a:lnTo>
                    <a:pt x="133081" y="330075"/>
                  </a:lnTo>
                  <a:lnTo>
                    <a:pt x="131240" y="328051"/>
                  </a:lnTo>
                  <a:lnTo>
                    <a:pt x="129445" y="324931"/>
                  </a:lnTo>
                  <a:lnTo>
                    <a:pt x="126842" y="323075"/>
                  </a:lnTo>
                  <a:lnTo>
                    <a:pt x="123913" y="318806"/>
                  </a:lnTo>
                  <a:lnTo>
                    <a:pt x="119561" y="316296"/>
                  </a:lnTo>
                  <a:lnTo>
                    <a:pt x="115369" y="312970"/>
                  </a:lnTo>
                  <a:lnTo>
                    <a:pt x="113824" y="309950"/>
                  </a:lnTo>
                  <a:lnTo>
                    <a:pt x="111039" y="306108"/>
                  </a:lnTo>
                  <a:lnTo>
                    <a:pt x="110218" y="304061"/>
                  </a:lnTo>
                  <a:lnTo>
                    <a:pt x="107783" y="302006"/>
                  </a:lnTo>
                  <a:lnTo>
                    <a:pt x="107616" y="297967"/>
                  </a:lnTo>
                  <a:lnTo>
                    <a:pt x="105919" y="296110"/>
                  </a:lnTo>
                  <a:lnTo>
                    <a:pt x="107136" y="295189"/>
                  </a:lnTo>
                  <a:lnTo>
                    <a:pt x="108422" y="294786"/>
                  </a:lnTo>
                  <a:lnTo>
                    <a:pt x="110027" y="288509"/>
                  </a:lnTo>
                  <a:lnTo>
                    <a:pt x="109183" y="285367"/>
                  </a:lnTo>
                  <a:lnTo>
                    <a:pt x="104831" y="279668"/>
                  </a:lnTo>
                  <a:lnTo>
                    <a:pt x="103233" y="276936"/>
                  </a:lnTo>
                  <a:lnTo>
                    <a:pt x="102099" y="273437"/>
                  </a:lnTo>
                  <a:lnTo>
                    <a:pt x="100357" y="271359"/>
                  </a:lnTo>
                  <a:lnTo>
                    <a:pt x="97770" y="266984"/>
                  </a:lnTo>
                  <a:lnTo>
                    <a:pt x="96188" y="263112"/>
                  </a:lnTo>
                  <a:lnTo>
                    <a:pt x="92733" y="260304"/>
                  </a:lnTo>
                  <a:lnTo>
                    <a:pt x="91790" y="259292"/>
                  </a:lnTo>
                  <a:lnTo>
                    <a:pt x="91265" y="257862"/>
                  </a:lnTo>
                  <a:lnTo>
                    <a:pt x="89340" y="256850"/>
                  </a:lnTo>
                  <a:lnTo>
                    <a:pt x="89241" y="253882"/>
                  </a:lnTo>
                  <a:lnTo>
                    <a:pt x="87902" y="248252"/>
                  </a:lnTo>
                  <a:lnTo>
                    <a:pt x="85984" y="245414"/>
                  </a:lnTo>
                  <a:lnTo>
                    <a:pt x="79084" y="240118"/>
                  </a:lnTo>
                  <a:lnTo>
                    <a:pt x="78969" y="238080"/>
                  </a:lnTo>
                  <a:lnTo>
                    <a:pt x="78422" y="234374"/>
                  </a:lnTo>
                  <a:lnTo>
                    <a:pt x="76885" y="230364"/>
                  </a:lnTo>
                  <a:lnTo>
                    <a:pt x="69207" y="217932"/>
                  </a:lnTo>
                  <a:lnTo>
                    <a:pt x="67283" y="214234"/>
                  </a:lnTo>
                  <a:lnTo>
                    <a:pt x="65365" y="208231"/>
                  </a:lnTo>
                  <a:lnTo>
                    <a:pt x="63638" y="204830"/>
                  </a:lnTo>
                  <a:lnTo>
                    <a:pt x="61736" y="198774"/>
                  </a:lnTo>
                  <a:lnTo>
                    <a:pt x="58867" y="194171"/>
                  </a:lnTo>
                  <a:lnTo>
                    <a:pt x="57057" y="190184"/>
                  </a:lnTo>
                  <a:lnTo>
                    <a:pt x="55139" y="185230"/>
                  </a:lnTo>
                  <a:lnTo>
                    <a:pt x="54972" y="182583"/>
                  </a:lnTo>
                  <a:lnTo>
                    <a:pt x="51487" y="178033"/>
                  </a:lnTo>
                  <a:lnTo>
                    <a:pt x="49638" y="173863"/>
                  </a:lnTo>
                  <a:lnTo>
                    <a:pt x="46389" y="170371"/>
                  </a:lnTo>
                  <a:lnTo>
                    <a:pt x="43217" y="167715"/>
                  </a:lnTo>
                  <a:lnTo>
                    <a:pt x="41839" y="165836"/>
                  </a:lnTo>
                  <a:lnTo>
                    <a:pt x="37320" y="156919"/>
                  </a:lnTo>
                  <a:lnTo>
                    <a:pt x="36704" y="154279"/>
                  </a:lnTo>
                  <a:lnTo>
                    <a:pt x="33630" y="149379"/>
                  </a:lnTo>
                  <a:lnTo>
                    <a:pt x="30579" y="145864"/>
                  </a:lnTo>
                  <a:lnTo>
                    <a:pt x="28654" y="143026"/>
                  </a:lnTo>
                  <a:lnTo>
                    <a:pt x="26189" y="140477"/>
                  </a:lnTo>
                  <a:lnTo>
                    <a:pt x="11215" y="132632"/>
                  </a:lnTo>
                  <a:lnTo>
                    <a:pt x="5942" y="129376"/>
                  </a:lnTo>
                  <a:lnTo>
                    <a:pt x="4162" y="127824"/>
                  </a:lnTo>
                  <a:lnTo>
                    <a:pt x="3340" y="125381"/>
                  </a:lnTo>
                  <a:lnTo>
                    <a:pt x="3682" y="123951"/>
                  </a:lnTo>
                  <a:lnTo>
                    <a:pt x="5227" y="122612"/>
                  </a:lnTo>
                  <a:lnTo>
                    <a:pt x="7365" y="123647"/>
                  </a:lnTo>
                  <a:lnTo>
                    <a:pt x="8674" y="123213"/>
                  </a:lnTo>
                  <a:lnTo>
                    <a:pt x="9693" y="121471"/>
                  </a:lnTo>
                  <a:lnTo>
                    <a:pt x="9716" y="118831"/>
                  </a:lnTo>
                  <a:lnTo>
                    <a:pt x="8407" y="115430"/>
                  </a:lnTo>
                  <a:lnTo>
                    <a:pt x="3606" y="108863"/>
                  </a:lnTo>
                  <a:lnTo>
                    <a:pt x="3972" y="107471"/>
                  </a:lnTo>
                  <a:lnTo>
                    <a:pt x="4877" y="105896"/>
                  </a:lnTo>
                  <a:lnTo>
                    <a:pt x="3028" y="102738"/>
                  </a:lnTo>
                  <a:lnTo>
                    <a:pt x="1012" y="100205"/>
                  </a:lnTo>
                  <a:lnTo>
                    <a:pt x="0" y="98265"/>
                  </a:lnTo>
                  <a:lnTo>
                    <a:pt x="1141" y="90877"/>
                  </a:lnTo>
                  <a:lnTo>
                    <a:pt x="2237" y="89005"/>
                  </a:lnTo>
                  <a:lnTo>
                    <a:pt x="9496" y="81511"/>
                  </a:lnTo>
                  <a:lnTo>
                    <a:pt x="11489" y="78307"/>
                  </a:lnTo>
                  <a:lnTo>
                    <a:pt x="14608" y="76329"/>
                  </a:lnTo>
                  <a:lnTo>
                    <a:pt x="17789" y="73309"/>
                  </a:lnTo>
                  <a:lnTo>
                    <a:pt x="21616" y="71011"/>
                  </a:lnTo>
                  <a:lnTo>
                    <a:pt x="22171" y="71406"/>
                  </a:lnTo>
                  <a:lnTo>
                    <a:pt x="22704" y="71794"/>
                  </a:lnTo>
                  <a:lnTo>
                    <a:pt x="22734" y="72570"/>
                  </a:lnTo>
                  <a:lnTo>
                    <a:pt x="22879" y="73240"/>
                  </a:lnTo>
                  <a:lnTo>
                    <a:pt x="23305" y="73872"/>
                  </a:lnTo>
                  <a:lnTo>
                    <a:pt x="23343" y="75028"/>
                  </a:lnTo>
                  <a:lnTo>
                    <a:pt x="23838" y="75804"/>
                  </a:lnTo>
                  <a:lnTo>
                    <a:pt x="23868" y="76679"/>
                  </a:lnTo>
                  <a:lnTo>
                    <a:pt x="23906" y="77874"/>
                  </a:lnTo>
                  <a:lnTo>
                    <a:pt x="23655" y="78475"/>
                  </a:lnTo>
                  <a:lnTo>
                    <a:pt x="23899" y="79510"/>
                  </a:lnTo>
                  <a:lnTo>
                    <a:pt x="24720" y="81427"/>
                  </a:lnTo>
                  <a:lnTo>
                    <a:pt x="24401" y="82020"/>
                  </a:lnTo>
                  <a:lnTo>
                    <a:pt x="23625" y="82408"/>
                  </a:lnTo>
                  <a:lnTo>
                    <a:pt x="22849" y="82941"/>
                  </a:lnTo>
                  <a:lnTo>
                    <a:pt x="22072" y="84136"/>
                  </a:lnTo>
                  <a:lnTo>
                    <a:pt x="20901" y="84097"/>
                  </a:lnTo>
                  <a:lnTo>
                    <a:pt x="19212" y="83572"/>
                  </a:lnTo>
                  <a:lnTo>
                    <a:pt x="18078" y="84234"/>
                  </a:lnTo>
                  <a:lnTo>
                    <a:pt x="17659" y="85505"/>
                  </a:lnTo>
                  <a:lnTo>
                    <a:pt x="18010" y="86563"/>
                  </a:lnTo>
                  <a:lnTo>
                    <a:pt x="18116" y="87544"/>
                  </a:lnTo>
                  <a:lnTo>
                    <a:pt x="18854" y="88389"/>
                  </a:lnTo>
                  <a:lnTo>
                    <a:pt x="21007" y="88457"/>
                  </a:lnTo>
                  <a:lnTo>
                    <a:pt x="19067" y="91166"/>
                  </a:lnTo>
                  <a:lnTo>
                    <a:pt x="18116" y="92398"/>
                  </a:lnTo>
                  <a:lnTo>
                    <a:pt x="18321" y="93174"/>
                  </a:lnTo>
                  <a:lnTo>
                    <a:pt x="19486" y="93836"/>
                  </a:lnTo>
                  <a:lnTo>
                    <a:pt x="20353" y="93882"/>
                  </a:lnTo>
                  <a:lnTo>
                    <a:pt x="22278" y="92893"/>
                  </a:lnTo>
                  <a:lnTo>
                    <a:pt x="23587" y="91447"/>
                  </a:lnTo>
                  <a:lnTo>
                    <a:pt x="24325" y="90641"/>
                  </a:lnTo>
                  <a:lnTo>
                    <a:pt x="25565" y="90321"/>
                  </a:lnTo>
                  <a:lnTo>
                    <a:pt x="27185" y="90991"/>
                  </a:lnTo>
                  <a:lnTo>
                    <a:pt x="29339" y="92330"/>
                  </a:lnTo>
                  <a:lnTo>
                    <a:pt x="31850" y="93509"/>
                  </a:lnTo>
                  <a:lnTo>
                    <a:pt x="32877" y="94156"/>
                  </a:lnTo>
                  <a:lnTo>
                    <a:pt x="34718" y="93973"/>
                  </a:lnTo>
                  <a:lnTo>
                    <a:pt x="36262" y="93699"/>
                  </a:lnTo>
                  <a:lnTo>
                    <a:pt x="37563" y="94673"/>
                  </a:lnTo>
                  <a:lnTo>
                    <a:pt x="38880" y="95495"/>
                  </a:lnTo>
                  <a:lnTo>
                    <a:pt x="39184" y="98287"/>
                  </a:lnTo>
                  <a:lnTo>
                    <a:pt x="40166" y="100326"/>
                  </a:lnTo>
                  <a:lnTo>
                    <a:pt x="41368" y="101894"/>
                  </a:lnTo>
                  <a:lnTo>
                    <a:pt x="42829" y="103766"/>
                  </a:lnTo>
                  <a:lnTo>
                    <a:pt x="44175" y="104397"/>
                  </a:lnTo>
                  <a:lnTo>
                    <a:pt x="45910" y="104412"/>
                  </a:lnTo>
                  <a:lnTo>
                    <a:pt x="48269" y="105105"/>
                  </a:lnTo>
                  <a:lnTo>
                    <a:pt x="49189" y="104648"/>
                  </a:lnTo>
                  <a:lnTo>
                    <a:pt x="49996" y="103339"/>
                  </a:lnTo>
                  <a:lnTo>
                    <a:pt x="50422" y="102602"/>
                  </a:lnTo>
                  <a:lnTo>
                    <a:pt x="51624" y="102282"/>
                  </a:lnTo>
                  <a:lnTo>
                    <a:pt x="51731" y="101445"/>
                  </a:lnTo>
                  <a:lnTo>
                    <a:pt x="51480" y="100418"/>
                  </a:lnTo>
                  <a:lnTo>
                    <a:pt x="51875" y="99223"/>
                  </a:lnTo>
                  <a:lnTo>
                    <a:pt x="52857" y="98166"/>
                  </a:lnTo>
                  <a:lnTo>
                    <a:pt x="55383" y="96629"/>
                  </a:lnTo>
                  <a:lnTo>
                    <a:pt x="56600" y="95982"/>
                  </a:lnTo>
                  <a:lnTo>
                    <a:pt x="56851" y="95038"/>
                  </a:lnTo>
                  <a:lnTo>
                    <a:pt x="57308" y="93768"/>
                  </a:lnTo>
                  <a:lnTo>
                    <a:pt x="57133" y="93068"/>
                  </a:lnTo>
                  <a:lnTo>
                    <a:pt x="56623" y="92193"/>
                  </a:lnTo>
                  <a:lnTo>
                    <a:pt x="56745" y="90953"/>
                  </a:lnTo>
                  <a:lnTo>
                    <a:pt x="57414" y="89302"/>
                  </a:lnTo>
                  <a:lnTo>
                    <a:pt x="58365" y="87369"/>
                  </a:lnTo>
                  <a:lnTo>
                    <a:pt x="59187" y="84904"/>
                  </a:lnTo>
                  <a:lnTo>
                    <a:pt x="59499" y="83748"/>
                  </a:lnTo>
                  <a:lnTo>
                    <a:pt x="60382" y="83009"/>
                  </a:lnTo>
                  <a:lnTo>
                    <a:pt x="60716" y="81944"/>
                  </a:lnTo>
                  <a:lnTo>
                    <a:pt x="61196" y="80689"/>
                  </a:lnTo>
                  <a:lnTo>
                    <a:pt x="62284" y="79281"/>
                  </a:lnTo>
                  <a:lnTo>
                    <a:pt x="62253" y="77767"/>
                  </a:lnTo>
                  <a:lnTo>
                    <a:pt x="62710" y="77097"/>
                  </a:lnTo>
                  <a:lnTo>
                    <a:pt x="62748" y="75409"/>
                  </a:lnTo>
                  <a:lnTo>
                    <a:pt x="63836" y="71939"/>
                  </a:lnTo>
                  <a:lnTo>
                    <a:pt x="63874" y="71216"/>
                  </a:lnTo>
                  <a:lnTo>
                    <a:pt x="64353" y="71026"/>
                  </a:lnTo>
                  <a:lnTo>
                    <a:pt x="65183" y="71247"/>
                  </a:lnTo>
                  <a:lnTo>
                    <a:pt x="65898" y="72038"/>
                  </a:lnTo>
                  <a:lnTo>
                    <a:pt x="66118" y="72814"/>
                  </a:lnTo>
                  <a:lnTo>
                    <a:pt x="66415" y="73164"/>
                  </a:lnTo>
                  <a:lnTo>
                    <a:pt x="67092" y="73095"/>
                  </a:lnTo>
                  <a:lnTo>
                    <a:pt x="67868" y="72654"/>
                  </a:lnTo>
                  <a:lnTo>
                    <a:pt x="67815" y="71954"/>
                  </a:lnTo>
                  <a:lnTo>
                    <a:pt x="67252" y="71269"/>
                  </a:lnTo>
                  <a:lnTo>
                    <a:pt x="67092" y="70859"/>
                  </a:lnTo>
                  <a:lnTo>
                    <a:pt x="67336" y="70212"/>
                  </a:lnTo>
                  <a:lnTo>
                    <a:pt x="68515" y="68804"/>
                  </a:lnTo>
                  <a:lnTo>
                    <a:pt x="69801" y="67168"/>
                  </a:lnTo>
                  <a:lnTo>
                    <a:pt x="72563" y="63767"/>
                  </a:lnTo>
                  <a:lnTo>
                    <a:pt x="74229" y="62383"/>
                  </a:lnTo>
                  <a:lnTo>
                    <a:pt x="78528" y="60914"/>
                  </a:lnTo>
                  <a:lnTo>
                    <a:pt x="81792" y="59796"/>
                  </a:lnTo>
                  <a:lnTo>
                    <a:pt x="84912" y="58730"/>
                  </a:lnTo>
                  <a:lnTo>
                    <a:pt x="89157" y="57201"/>
                  </a:lnTo>
                  <a:lnTo>
                    <a:pt x="95153" y="55040"/>
                  </a:lnTo>
                  <a:lnTo>
                    <a:pt x="99452" y="53488"/>
                  </a:lnTo>
                  <a:lnTo>
                    <a:pt x="103294" y="50719"/>
                  </a:lnTo>
                  <a:lnTo>
                    <a:pt x="106269" y="48573"/>
                  </a:lnTo>
                  <a:lnTo>
                    <a:pt x="108810" y="46724"/>
                  </a:lnTo>
                  <a:lnTo>
                    <a:pt x="112036" y="44365"/>
                  </a:lnTo>
                  <a:lnTo>
                    <a:pt x="116404" y="39283"/>
                  </a:lnTo>
                  <a:lnTo>
                    <a:pt x="119417" y="35775"/>
                  </a:lnTo>
                  <a:lnTo>
                    <a:pt x="121608" y="33212"/>
                  </a:lnTo>
                  <a:lnTo>
                    <a:pt x="123130" y="31591"/>
                  </a:lnTo>
                  <a:lnTo>
                    <a:pt x="124339" y="27033"/>
                  </a:lnTo>
                  <a:lnTo>
                    <a:pt x="125724" y="21837"/>
                  </a:lnTo>
                  <a:lnTo>
                    <a:pt x="126333" y="19524"/>
                  </a:lnTo>
                  <a:lnTo>
                    <a:pt x="126599" y="18717"/>
                  </a:lnTo>
                  <a:lnTo>
                    <a:pt x="127193" y="19059"/>
                  </a:lnTo>
                  <a:lnTo>
                    <a:pt x="127877" y="19623"/>
                  </a:lnTo>
                  <a:lnTo>
                    <a:pt x="128706" y="19645"/>
                  </a:lnTo>
                  <a:lnTo>
                    <a:pt x="129490" y="19623"/>
                  </a:lnTo>
                  <a:lnTo>
                    <a:pt x="129985" y="19303"/>
                  </a:lnTo>
                  <a:lnTo>
                    <a:pt x="129254" y="14114"/>
                  </a:lnTo>
                  <a:lnTo>
                    <a:pt x="129361" y="12980"/>
                  </a:lnTo>
                  <a:lnTo>
                    <a:pt x="129772" y="11626"/>
                  </a:lnTo>
                  <a:lnTo>
                    <a:pt x="129688" y="10896"/>
                  </a:lnTo>
                  <a:lnTo>
                    <a:pt x="128364" y="9861"/>
                  </a:lnTo>
                  <a:lnTo>
                    <a:pt x="126241" y="7784"/>
                  </a:lnTo>
                  <a:lnTo>
                    <a:pt x="125359" y="5935"/>
                  </a:lnTo>
                  <a:lnTo>
                    <a:pt x="124826" y="4383"/>
                  </a:lnTo>
                  <a:lnTo>
                    <a:pt x="123342" y="3355"/>
                  </a:lnTo>
                  <a:lnTo>
                    <a:pt x="121813" y="2458"/>
                  </a:lnTo>
                  <a:lnTo>
                    <a:pt x="121943" y="1720"/>
                  </a:lnTo>
                  <a:lnTo>
                    <a:pt x="122848" y="1720"/>
                  </a:lnTo>
                  <a:lnTo>
                    <a:pt x="125146" y="2442"/>
                  </a:lnTo>
                  <a:lnTo>
                    <a:pt x="126804" y="2214"/>
                  </a:lnTo>
                  <a:lnTo>
                    <a:pt x="128037" y="2130"/>
                  </a:lnTo>
                  <a:lnTo>
                    <a:pt x="129239" y="1369"/>
                  </a:lnTo>
                  <a:lnTo>
                    <a:pt x="130517" y="0"/>
                  </a:lnTo>
                  <a:lnTo>
                    <a:pt x="131377" y="0"/>
                  </a:lnTo>
                  <a:lnTo>
                    <a:pt x="132359" y="183"/>
                  </a:lnTo>
                  <a:lnTo>
                    <a:pt x="134147" y="1590"/>
                  </a:lnTo>
                  <a:lnTo>
                    <a:pt x="135204" y="2419"/>
                  </a:lnTo>
                  <a:lnTo>
                    <a:pt x="136482" y="3104"/>
                  </a:lnTo>
                  <a:lnTo>
                    <a:pt x="137685" y="3348"/>
                  </a:lnTo>
                  <a:lnTo>
                    <a:pt x="138780" y="3424"/>
                  </a:lnTo>
                  <a:lnTo>
                    <a:pt x="139549" y="3363"/>
                  </a:lnTo>
                  <a:lnTo>
                    <a:pt x="139998" y="4299"/>
                  </a:lnTo>
                  <a:lnTo>
                    <a:pt x="140530" y="5448"/>
                  </a:lnTo>
                  <a:lnTo>
                    <a:pt x="141892" y="6224"/>
                  </a:lnTo>
                  <a:lnTo>
                    <a:pt x="143505" y="6962"/>
                  </a:lnTo>
                  <a:lnTo>
                    <a:pt x="144806" y="8232"/>
                  </a:lnTo>
                  <a:lnTo>
                    <a:pt x="145689" y="9085"/>
                  </a:lnTo>
                  <a:lnTo>
                    <a:pt x="146731" y="10089"/>
                  </a:lnTo>
                  <a:lnTo>
                    <a:pt x="147743" y="11428"/>
                  </a:lnTo>
                  <a:lnTo>
                    <a:pt x="148656" y="13779"/>
                  </a:lnTo>
                  <a:lnTo>
                    <a:pt x="149120" y="15377"/>
                  </a:lnTo>
                  <a:lnTo>
                    <a:pt x="149645" y="16259"/>
                  </a:lnTo>
                  <a:lnTo>
                    <a:pt x="149524" y="17157"/>
                  </a:lnTo>
                  <a:lnTo>
                    <a:pt x="150604" y="18793"/>
                  </a:lnTo>
                  <a:lnTo>
                    <a:pt x="151403" y="19699"/>
                  </a:lnTo>
                  <a:lnTo>
                    <a:pt x="152803" y="20277"/>
                  </a:lnTo>
                  <a:lnTo>
                    <a:pt x="155504" y="20931"/>
                  </a:lnTo>
                  <a:lnTo>
                    <a:pt x="156949" y="22407"/>
                  </a:lnTo>
                  <a:lnTo>
                    <a:pt x="158228" y="22978"/>
                  </a:lnTo>
                  <a:lnTo>
                    <a:pt x="159582" y="24500"/>
                  </a:lnTo>
                  <a:lnTo>
                    <a:pt x="160784" y="24948"/>
                  </a:lnTo>
                  <a:lnTo>
                    <a:pt x="162306" y="24865"/>
                  </a:lnTo>
                  <a:lnTo>
                    <a:pt x="163828" y="25603"/>
                  </a:lnTo>
                  <a:lnTo>
                    <a:pt x="164984" y="27041"/>
                  </a:lnTo>
                  <a:lnTo>
                    <a:pt x="165730" y="28844"/>
                  </a:lnTo>
                  <a:lnTo>
                    <a:pt x="166886" y="29864"/>
                  </a:lnTo>
                  <a:lnTo>
                    <a:pt x="167457" y="31712"/>
                  </a:lnTo>
                  <a:lnTo>
                    <a:pt x="166803" y="33881"/>
                  </a:lnTo>
                  <a:lnTo>
                    <a:pt x="167419" y="35030"/>
                  </a:lnTo>
                  <a:lnTo>
                    <a:pt x="168614" y="35973"/>
                  </a:lnTo>
                  <a:lnTo>
                    <a:pt x="170554" y="36955"/>
                  </a:lnTo>
                  <a:lnTo>
                    <a:pt x="172326" y="36711"/>
                  </a:lnTo>
                  <a:lnTo>
                    <a:pt x="173232" y="37039"/>
                  </a:lnTo>
                  <a:lnTo>
                    <a:pt x="173810" y="37936"/>
                  </a:lnTo>
                  <a:lnTo>
                    <a:pt x="174137" y="39009"/>
                  </a:lnTo>
                  <a:lnTo>
                    <a:pt x="174913" y="41611"/>
                  </a:lnTo>
                  <a:lnTo>
                    <a:pt x="175317" y="43262"/>
                  </a:lnTo>
                  <a:lnTo>
                    <a:pt x="174594" y="44860"/>
                  </a:lnTo>
                  <a:lnTo>
                    <a:pt x="174327" y="45971"/>
                  </a:lnTo>
                  <a:lnTo>
                    <a:pt x="174723" y="47447"/>
                  </a:lnTo>
                  <a:lnTo>
                    <a:pt x="176564" y="48170"/>
                  </a:lnTo>
                  <a:lnTo>
                    <a:pt x="178238" y="48756"/>
                  </a:lnTo>
                  <a:lnTo>
                    <a:pt x="179273" y="49904"/>
                  </a:lnTo>
                  <a:lnTo>
                    <a:pt x="180430" y="50217"/>
                  </a:lnTo>
                  <a:lnTo>
                    <a:pt x="182050" y="50148"/>
                  </a:lnTo>
                  <a:lnTo>
                    <a:pt x="184120" y="49867"/>
                  </a:lnTo>
                  <a:lnTo>
                    <a:pt x="185276" y="49205"/>
                  </a:lnTo>
                  <a:lnTo>
                    <a:pt x="186014" y="49007"/>
                  </a:lnTo>
                  <a:lnTo>
                    <a:pt x="186844" y="49296"/>
                  </a:lnTo>
                  <a:lnTo>
                    <a:pt x="188685" y="49927"/>
                  </a:lnTo>
                  <a:lnTo>
                    <a:pt x="190922" y="50643"/>
                  </a:lnTo>
                  <a:lnTo>
                    <a:pt x="192953" y="50232"/>
                  </a:lnTo>
                  <a:lnTo>
                    <a:pt x="194711" y="50041"/>
                  </a:lnTo>
                  <a:lnTo>
                    <a:pt x="196453" y="49623"/>
                  </a:lnTo>
                  <a:lnTo>
                    <a:pt x="198218" y="48429"/>
                  </a:lnTo>
                  <a:lnTo>
                    <a:pt x="199710" y="48474"/>
                  </a:lnTo>
                  <a:lnTo>
                    <a:pt x="200813" y="47668"/>
                  </a:lnTo>
                  <a:lnTo>
                    <a:pt x="202205" y="46374"/>
                  </a:lnTo>
                  <a:lnTo>
                    <a:pt x="203582" y="45073"/>
                  </a:lnTo>
                  <a:lnTo>
                    <a:pt x="204655" y="44784"/>
                  </a:lnTo>
                  <a:lnTo>
                    <a:pt x="206390" y="45408"/>
                  </a:lnTo>
                  <a:lnTo>
                    <a:pt x="208779" y="46306"/>
                  </a:lnTo>
                  <a:lnTo>
                    <a:pt x="210134" y="47470"/>
                  </a:lnTo>
                  <a:lnTo>
                    <a:pt x="211168" y="47774"/>
                  </a:lnTo>
                  <a:lnTo>
                    <a:pt x="212249" y="48634"/>
                  </a:lnTo>
                  <a:lnTo>
                    <a:pt x="214318" y="48649"/>
                  </a:lnTo>
                  <a:lnTo>
                    <a:pt x="216532" y="48185"/>
                  </a:lnTo>
                  <a:lnTo>
                    <a:pt x="218305" y="46755"/>
                  </a:lnTo>
                  <a:lnTo>
                    <a:pt x="220139" y="46336"/>
                  </a:lnTo>
                  <a:lnTo>
                    <a:pt x="221394" y="45933"/>
                  </a:lnTo>
                  <a:lnTo>
                    <a:pt x="222551" y="46176"/>
                  </a:lnTo>
                  <a:lnTo>
                    <a:pt x="227017" y="48801"/>
                  </a:lnTo>
                  <a:lnTo>
                    <a:pt x="228242" y="50156"/>
                  </a:lnTo>
                  <a:lnTo>
                    <a:pt x="229779" y="50422"/>
                  </a:lnTo>
                  <a:lnTo>
                    <a:pt x="231042" y="51160"/>
                  </a:lnTo>
                  <a:lnTo>
                    <a:pt x="233149" y="51959"/>
                  </a:lnTo>
                  <a:lnTo>
                    <a:pt x="234306" y="52781"/>
                  </a:lnTo>
                  <a:lnTo>
                    <a:pt x="235782" y="53275"/>
                  </a:lnTo>
                  <a:lnTo>
                    <a:pt x="236862" y="54416"/>
                  </a:lnTo>
                  <a:lnTo>
                    <a:pt x="238559" y="55124"/>
                  </a:lnTo>
                  <a:lnTo>
                    <a:pt x="240035" y="55512"/>
                  </a:lnTo>
                  <a:lnTo>
                    <a:pt x="240697" y="56440"/>
                  </a:lnTo>
                  <a:lnTo>
                    <a:pt x="240697" y="57057"/>
                  </a:lnTo>
                  <a:lnTo>
                    <a:pt x="240499" y="57468"/>
                  </a:lnTo>
                  <a:lnTo>
                    <a:pt x="238939" y="59887"/>
                  </a:lnTo>
                  <a:lnTo>
                    <a:pt x="235881" y="64627"/>
                  </a:lnTo>
                  <a:lnTo>
                    <a:pt x="233127" y="68895"/>
                  </a:lnTo>
                  <a:lnTo>
                    <a:pt x="228797" y="75621"/>
                  </a:lnTo>
                  <a:lnTo>
                    <a:pt x="226385" y="79380"/>
                  </a:lnTo>
                  <a:lnTo>
                    <a:pt x="227002" y="79540"/>
                  </a:lnTo>
                  <a:lnTo>
                    <a:pt x="230768" y="81183"/>
                  </a:lnTo>
                  <a:lnTo>
                    <a:pt x="231704" y="81244"/>
                  </a:lnTo>
                  <a:lnTo>
                    <a:pt x="233081" y="80826"/>
                  </a:lnTo>
                  <a:lnTo>
                    <a:pt x="233979" y="80172"/>
                  </a:lnTo>
                  <a:lnTo>
                    <a:pt x="234823" y="80080"/>
                  </a:lnTo>
                  <a:lnTo>
                    <a:pt x="235706" y="80712"/>
                  </a:lnTo>
                  <a:lnTo>
                    <a:pt x="236946" y="81526"/>
                  </a:lnTo>
                  <a:lnTo>
                    <a:pt x="237836" y="83922"/>
                  </a:lnTo>
                  <a:lnTo>
                    <a:pt x="238498" y="85094"/>
                  </a:lnTo>
                  <a:lnTo>
                    <a:pt x="240050" y="85984"/>
                  </a:lnTo>
                  <a:lnTo>
                    <a:pt x="241709" y="8746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91" name="Freeform: Shape 2290">
              <a:extLst>
                <a:ext uri="{FF2B5EF4-FFF2-40B4-BE49-F238E27FC236}">
                  <a16:creationId xmlns:a16="http://schemas.microsoft.com/office/drawing/2014/main" id="{491EF6EC-CAA8-6FBD-4E03-7A48D2054542}"/>
                </a:ext>
              </a:extLst>
            </p:cNvPr>
            <p:cNvSpPr/>
            <p:nvPr/>
          </p:nvSpPr>
          <p:spPr>
            <a:xfrm>
              <a:off x="12581757" y="5032960"/>
              <a:ext cx="322329" cy="219712"/>
            </a:xfrm>
            <a:custGeom>
              <a:avLst/>
              <a:gdLst>
                <a:gd name="csX0" fmla="*/ 270622 w 322329"/>
                <a:gd name="csY0" fmla="*/ 216364 h 219712"/>
                <a:gd name="csX1" fmla="*/ 274190 w 322329"/>
                <a:gd name="csY1" fmla="*/ 217498 h 219712"/>
                <a:gd name="csX2" fmla="*/ 275400 w 322329"/>
                <a:gd name="csY2" fmla="*/ 218754 h 219712"/>
                <a:gd name="csX3" fmla="*/ 274114 w 322329"/>
                <a:gd name="csY3" fmla="*/ 219324 h 219712"/>
                <a:gd name="csX4" fmla="*/ 270994 w 322329"/>
                <a:gd name="csY4" fmla="*/ 219712 h 219712"/>
                <a:gd name="csX5" fmla="*/ 270264 w 322329"/>
                <a:gd name="csY5" fmla="*/ 218944 h 219712"/>
                <a:gd name="csX6" fmla="*/ 267266 w 322329"/>
                <a:gd name="csY6" fmla="*/ 218168 h 219712"/>
                <a:gd name="csX7" fmla="*/ 266787 w 322329"/>
                <a:gd name="csY7" fmla="*/ 216768 h 219712"/>
                <a:gd name="csX8" fmla="*/ 265296 w 322329"/>
                <a:gd name="csY8" fmla="*/ 217247 h 219712"/>
                <a:gd name="csX9" fmla="*/ 266057 w 322329"/>
                <a:gd name="csY9" fmla="*/ 216266 h 219712"/>
                <a:gd name="csX10" fmla="*/ 264177 w 322329"/>
                <a:gd name="csY10" fmla="*/ 215155 h 219712"/>
                <a:gd name="csX11" fmla="*/ 263592 w 322329"/>
                <a:gd name="csY11" fmla="*/ 213671 h 219712"/>
                <a:gd name="csX12" fmla="*/ 263515 w 322329"/>
                <a:gd name="csY12" fmla="*/ 213070 h 219712"/>
                <a:gd name="csX13" fmla="*/ 265722 w 322329"/>
                <a:gd name="csY13" fmla="*/ 213762 h 219712"/>
                <a:gd name="csX14" fmla="*/ 270622 w 322329"/>
                <a:gd name="csY14" fmla="*/ 216364 h 219712"/>
                <a:gd name="csX15" fmla="*/ 286524 w 322329"/>
                <a:gd name="csY15" fmla="*/ 213884 h 219712"/>
                <a:gd name="csX16" fmla="*/ 286212 w 322329"/>
                <a:gd name="csY16" fmla="*/ 215063 h 219712"/>
                <a:gd name="csX17" fmla="*/ 285428 w 322329"/>
                <a:gd name="csY17" fmla="*/ 214668 h 219712"/>
                <a:gd name="csX18" fmla="*/ 283108 w 322329"/>
                <a:gd name="csY18" fmla="*/ 215277 h 219712"/>
                <a:gd name="csX19" fmla="*/ 281890 w 322329"/>
                <a:gd name="csY19" fmla="*/ 215140 h 219712"/>
                <a:gd name="csX20" fmla="*/ 281190 w 322329"/>
                <a:gd name="csY20" fmla="*/ 214082 h 219712"/>
                <a:gd name="csX21" fmla="*/ 281022 w 322329"/>
                <a:gd name="csY21" fmla="*/ 213595 h 219712"/>
                <a:gd name="csX22" fmla="*/ 283039 w 322329"/>
                <a:gd name="csY22" fmla="*/ 213975 h 219712"/>
                <a:gd name="csX23" fmla="*/ 282704 w 322329"/>
                <a:gd name="csY23" fmla="*/ 212804 h 219712"/>
                <a:gd name="csX24" fmla="*/ 285611 w 322329"/>
                <a:gd name="csY24" fmla="*/ 213405 h 219712"/>
                <a:gd name="csX25" fmla="*/ 286524 w 322329"/>
                <a:gd name="csY25" fmla="*/ 213884 h 219712"/>
                <a:gd name="csX26" fmla="*/ 214303 w 322329"/>
                <a:gd name="csY26" fmla="*/ 196681 h 219712"/>
                <a:gd name="csX27" fmla="*/ 213999 w 322329"/>
                <a:gd name="csY27" fmla="*/ 198370 h 219712"/>
                <a:gd name="csX28" fmla="*/ 212249 w 322329"/>
                <a:gd name="csY28" fmla="*/ 197868 h 219712"/>
                <a:gd name="csX29" fmla="*/ 211891 w 322329"/>
                <a:gd name="csY29" fmla="*/ 197503 h 219712"/>
                <a:gd name="csX30" fmla="*/ 212180 w 322329"/>
                <a:gd name="csY30" fmla="*/ 196438 h 219712"/>
                <a:gd name="csX31" fmla="*/ 213732 w 322329"/>
                <a:gd name="csY31" fmla="*/ 196392 h 219712"/>
                <a:gd name="csX32" fmla="*/ 214303 w 322329"/>
                <a:gd name="csY32" fmla="*/ 196681 h 219712"/>
                <a:gd name="csX33" fmla="*/ 218191 w 322329"/>
                <a:gd name="csY33" fmla="*/ 184926 h 219712"/>
                <a:gd name="csX34" fmla="*/ 219096 w 322329"/>
                <a:gd name="csY34" fmla="*/ 184926 h 219712"/>
                <a:gd name="csX35" fmla="*/ 220610 w 322329"/>
                <a:gd name="csY35" fmla="*/ 183321 h 219712"/>
                <a:gd name="csX36" fmla="*/ 221927 w 322329"/>
                <a:gd name="csY36" fmla="*/ 182834 h 219712"/>
                <a:gd name="csX37" fmla="*/ 222787 w 322329"/>
                <a:gd name="csY37" fmla="*/ 183564 h 219712"/>
                <a:gd name="csX38" fmla="*/ 221387 w 322329"/>
                <a:gd name="csY38" fmla="*/ 188692 h 219712"/>
                <a:gd name="csX39" fmla="*/ 220207 w 322329"/>
                <a:gd name="csY39" fmla="*/ 187916 h 219712"/>
                <a:gd name="csX40" fmla="*/ 215589 w 322329"/>
                <a:gd name="csY40" fmla="*/ 186486 h 219712"/>
                <a:gd name="csX41" fmla="*/ 215445 w 322329"/>
                <a:gd name="csY41" fmla="*/ 184454 h 219712"/>
                <a:gd name="csX42" fmla="*/ 214242 w 322329"/>
                <a:gd name="csY42" fmla="*/ 183800 h 219712"/>
                <a:gd name="csX43" fmla="*/ 213496 w 322329"/>
                <a:gd name="csY43" fmla="*/ 181822 h 219712"/>
                <a:gd name="csX44" fmla="*/ 211967 w 322329"/>
                <a:gd name="csY44" fmla="*/ 179630 h 219712"/>
                <a:gd name="csX45" fmla="*/ 211678 w 322329"/>
                <a:gd name="csY45" fmla="*/ 178223 h 219712"/>
                <a:gd name="csX46" fmla="*/ 212545 w 322329"/>
                <a:gd name="csY46" fmla="*/ 178801 h 219712"/>
                <a:gd name="csX47" fmla="*/ 213520 w 322329"/>
                <a:gd name="csY47" fmla="*/ 180231 h 219712"/>
                <a:gd name="csX48" fmla="*/ 217559 w 322329"/>
                <a:gd name="csY48" fmla="*/ 183168 h 219712"/>
                <a:gd name="csX49" fmla="*/ 217400 w 322329"/>
                <a:gd name="csY49" fmla="*/ 184120 h 219712"/>
                <a:gd name="csX50" fmla="*/ 218191 w 322329"/>
                <a:gd name="csY50" fmla="*/ 184926 h 219712"/>
                <a:gd name="csX51" fmla="*/ 206390 w 322329"/>
                <a:gd name="csY51" fmla="*/ 170432 h 219712"/>
                <a:gd name="csX52" fmla="*/ 209403 w 322329"/>
                <a:gd name="csY52" fmla="*/ 172189 h 219712"/>
                <a:gd name="csX53" fmla="*/ 211054 w 322329"/>
                <a:gd name="csY53" fmla="*/ 171679 h 219712"/>
                <a:gd name="csX54" fmla="*/ 211952 w 322329"/>
                <a:gd name="csY54" fmla="*/ 171969 h 219712"/>
                <a:gd name="csX55" fmla="*/ 213885 w 322329"/>
                <a:gd name="csY55" fmla="*/ 174008 h 219712"/>
                <a:gd name="csX56" fmla="*/ 213991 w 322329"/>
                <a:gd name="csY56" fmla="*/ 175499 h 219712"/>
                <a:gd name="csX57" fmla="*/ 214303 w 322329"/>
                <a:gd name="csY57" fmla="*/ 176777 h 219712"/>
                <a:gd name="csX58" fmla="*/ 214204 w 322329"/>
                <a:gd name="csY58" fmla="*/ 177340 h 219712"/>
                <a:gd name="csX59" fmla="*/ 213131 w 322329"/>
                <a:gd name="csY59" fmla="*/ 178101 h 219712"/>
                <a:gd name="csX60" fmla="*/ 213230 w 322329"/>
                <a:gd name="csY60" fmla="*/ 177234 h 219712"/>
                <a:gd name="csX61" fmla="*/ 212409 w 322329"/>
                <a:gd name="csY61" fmla="*/ 177066 h 219712"/>
                <a:gd name="csX62" fmla="*/ 209601 w 322329"/>
                <a:gd name="csY62" fmla="*/ 177104 h 219712"/>
                <a:gd name="csX63" fmla="*/ 207425 w 322329"/>
                <a:gd name="csY63" fmla="*/ 176564 h 219712"/>
                <a:gd name="csX64" fmla="*/ 204427 w 322329"/>
                <a:gd name="csY64" fmla="*/ 176420 h 219712"/>
                <a:gd name="csX65" fmla="*/ 205690 w 322329"/>
                <a:gd name="csY65" fmla="*/ 175065 h 219712"/>
                <a:gd name="csX66" fmla="*/ 205972 w 322329"/>
                <a:gd name="csY66" fmla="*/ 174510 h 219712"/>
                <a:gd name="csX67" fmla="*/ 204397 w 322329"/>
                <a:gd name="csY67" fmla="*/ 172334 h 219712"/>
                <a:gd name="csX68" fmla="*/ 204328 w 322329"/>
                <a:gd name="csY68" fmla="*/ 171299 h 219712"/>
                <a:gd name="csX69" fmla="*/ 204458 w 322329"/>
                <a:gd name="csY69" fmla="*/ 170728 h 219712"/>
                <a:gd name="csX70" fmla="*/ 205774 w 322329"/>
                <a:gd name="csY70" fmla="*/ 170416 h 219712"/>
                <a:gd name="csX71" fmla="*/ 206390 w 322329"/>
                <a:gd name="csY71" fmla="*/ 170432 h 219712"/>
                <a:gd name="csX72" fmla="*/ 202487 w 322329"/>
                <a:gd name="csY72" fmla="*/ 173597 h 219712"/>
                <a:gd name="csX73" fmla="*/ 202190 w 322329"/>
                <a:gd name="csY73" fmla="*/ 174129 h 219712"/>
                <a:gd name="csX74" fmla="*/ 200943 w 322329"/>
                <a:gd name="csY74" fmla="*/ 173741 h 219712"/>
                <a:gd name="csX75" fmla="*/ 197458 w 322329"/>
                <a:gd name="csY75" fmla="*/ 170766 h 219712"/>
                <a:gd name="csX76" fmla="*/ 197998 w 322329"/>
                <a:gd name="csY76" fmla="*/ 168560 h 219712"/>
                <a:gd name="csX77" fmla="*/ 199565 w 322329"/>
                <a:gd name="csY77" fmla="*/ 167419 h 219712"/>
                <a:gd name="csX78" fmla="*/ 201947 w 322329"/>
                <a:gd name="csY78" fmla="*/ 168667 h 219712"/>
                <a:gd name="csX79" fmla="*/ 202738 w 322329"/>
                <a:gd name="csY79" fmla="*/ 170493 h 219712"/>
                <a:gd name="csX80" fmla="*/ 202974 w 322329"/>
                <a:gd name="csY80" fmla="*/ 171512 h 219712"/>
                <a:gd name="csX81" fmla="*/ 202487 w 322329"/>
                <a:gd name="csY81" fmla="*/ 173597 h 219712"/>
                <a:gd name="csX82" fmla="*/ 251296 w 322329"/>
                <a:gd name="csY82" fmla="*/ 162108 h 219712"/>
                <a:gd name="csX83" fmla="*/ 252536 w 322329"/>
                <a:gd name="csY83" fmla="*/ 162427 h 219712"/>
                <a:gd name="csX84" fmla="*/ 255116 w 322329"/>
                <a:gd name="csY84" fmla="*/ 162268 h 219712"/>
                <a:gd name="csX85" fmla="*/ 255968 w 322329"/>
                <a:gd name="csY85" fmla="*/ 163500 h 219712"/>
                <a:gd name="csX86" fmla="*/ 257147 w 322329"/>
                <a:gd name="csY86" fmla="*/ 163926 h 219712"/>
                <a:gd name="csX87" fmla="*/ 258167 w 322329"/>
                <a:gd name="csY87" fmla="*/ 164482 h 219712"/>
                <a:gd name="csX88" fmla="*/ 259072 w 322329"/>
                <a:gd name="csY88" fmla="*/ 165288 h 219712"/>
                <a:gd name="csX89" fmla="*/ 259064 w 322329"/>
                <a:gd name="csY89" fmla="*/ 165783 h 219712"/>
                <a:gd name="csX90" fmla="*/ 258851 w 322329"/>
                <a:gd name="csY90" fmla="*/ 166209 h 219712"/>
                <a:gd name="csX91" fmla="*/ 258304 w 322329"/>
                <a:gd name="csY91" fmla="*/ 166597 h 219712"/>
                <a:gd name="csX92" fmla="*/ 258463 w 322329"/>
                <a:gd name="csY92" fmla="*/ 167464 h 219712"/>
                <a:gd name="csX93" fmla="*/ 257520 w 322329"/>
                <a:gd name="csY93" fmla="*/ 167335 h 219712"/>
                <a:gd name="csX94" fmla="*/ 256348 w 322329"/>
                <a:gd name="csY94" fmla="*/ 167791 h 219712"/>
                <a:gd name="csX95" fmla="*/ 254035 w 322329"/>
                <a:gd name="csY95" fmla="*/ 166779 h 219712"/>
                <a:gd name="csX96" fmla="*/ 253198 w 322329"/>
                <a:gd name="csY96" fmla="*/ 166551 h 219712"/>
                <a:gd name="csX97" fmla="*/ 252947 w 322329"/>
                <a:gd name="csY97" fmla="*/ 165684 h 219712"/>
                <a:gd name="csX98" fmla="*/ 251448 w 322329"/>
                <a:gd name="csY98" fmla="*/ 164231 h 219712"/>
                <a:gd name="csX99" fmla="*/ 248823 w 322329"/>
                <a:gd name="csY99" fmla="*/ 163188 h 219712"/>
                <a:gd name="csX100" fmla="*/ 250147 w 322329"/>
                <a:gd name="csY100" fmla="*/ 162336 h 219712"/>
                <a:gd name="csX101" fmla="*/ 251296 w 322329"/>
                <a:gd name="csY101" fmla="*/ 162108 h 219712"/>
                <a:gd name="csX102" fmla="*/ 58244 w 322329"/>
                <a:gd name="csY102" fmla="*/ 155116 h 219712"/>
                <a:gd name="csX103" fmla="*/ 58632 w 322329"/>
                <a:gd name="csY103" fmla="*/ 156059 h 219712"/>
                <a:gd name="csX104" fmla="*/ 55528 w 322329"/>
                <a:gd name="csY104" fmla="*/ 154773 h 219712"/>
                <a:gd name="csX105" fmla="*/ 52560 w 322329"/>
                <a:gd name="csY105" fmla="*/ 152620 h 219712"/>
                <a:gd name="csX106" fmla="*/ 51061 w 322329"/>
                <a:gd name="csY106" fmla="*/ 152034 h 219712"/>
                <a:gd name="csX107" fmla="*/ 50057 w 322329"/>
                <a:gd name="csY107" fmla="*/ 150611 h 219712"/>
                <a:gd name="csX108" fmla="*/ 51898 w 322329"/>
                <a:gd name="csY108" fmla="*/ 151669 h 219712"/>
                <a:gd name="csX109" fmla="*/ 55109 w 322329"/>
                <a:gd name="csY109" fmla="*/ 152658 h 219712"/>
                <a:gd name="csX110" fmla="*/ 58244 w 322329"/>
                <a:gd name="csY110" fmla="*/ 155116 h 219712"/>
                <a:gd name="csX111" fmla="*/ 218746 w 322329"/>
                <a:gd name="csY111" fmla="*/ 157261 h 219712"/>
                <a:gd name="csX112" fmla="*/ 219112 w 322329"/>
                <a:gd name="csY112" fmla="*/ 158798 h 219712"/>
                <a:gd name="csX113" fmla="*/ 217446 w 322329"/>
                <a:gd name="csY113" fmla="*/ 157155 h 219712"/>
                <a:gd name="csX114" fmla="*/ 218191 w 322329"/>
                <a:gd name="csY114" fmla="*/ 155298 h 219712"/>
                <a:gd name="csX115" fmla="*/ 218320 w 322329"/>
                <a:gd name="csY115" fmla="*/ 154294 h 219712"/>
                <a:gd name="csX116" fmla="*/ 218237 w 322329"/>
                <a:gd name="csY116" fmla="*/ 153731 h 219712"/>
                <a:gd name="csX117" fmla="*/ 216571 w 322329"/>
                <a:gd name="csY117" fmla="*/ 152772 h 219712"/>
                <a:gd name="csX118" fmla="*/ 217453 w 322329"/>
                <a:gd name="csY118" fmla="*/ 151205 h 219712"/>
                <a:gd name="csX119" fmla="*/ 218389 w 322329"/>
                <a:gd name="csY119" fmla="*/ 150672 h 219712"/>
                <a:gd name="csX120" fmla="*/ 218975 w 322329"/>
                <a:gd name="csY120" fmla="*/ 150520 h 219712"/>
                <a:gd name="csX121" fmla="*/ 218944 w 322329"/>
                <a:gd name="csY121" fmla="*/ 152734 h 219712"/>
                <a:gd name="csX122" fmla="*/ 219424 w 322329"/>
                <a:gd name="csY122" fmla="*/ 153723 h 219712"/>
                <a:gd name="csX123" fmla="*/ 218746 w 322329"/>
                <a:gd name="csY123" fmla="*/ 157261 h 219712"/>
                <a:gd name="csX124" fmla="*/ 58168 w 322329"/>
                <a:gd name="csY124" fmla="*/ 151859 h 219712"/>
                <a:gd name="csX125" fmla="*/ 57239 w 322329"/>
                <a:gd name="csY125" fmla="*/ 151928 h 219712"/>
                <a:gd name="csX126" fmla="*/ 53473 w 322329"/>
                <a:gd name="csY126" fmla="*/ 150474 h 219712"/>
                <a:gd name="csX127" fmla="*/ 52515 w 322329"/>
                <a:gd name="csY127" fmla="*/ 149417 h 219712"/>
                <a:gd name="csX128" fmla="*/ 56920 w 322329"/>
                <a:gd name="csY128" fmla="*/ 149653 h 219712"/>
                <a:gd name="csX129" fmla="*/ 58053 w 322329"/>
                <a:gd name="csY129" fmla="*/ 149919 h 219712"/>
                <a:gd name="csX130" fmla="*/ 58289 w 322329"/>
                <a:gd name="csY130" fmla="*/ 151403 h 219712"/>
                <a:gd name="csX131" fmla="*/ 58168 w 322329"/>
                <a:gd name="csY131" fmla="*/ 151859 h 219712"/>
                <a:gd name="csX132" fmla="*/ 152955 w 322329"/>
                <a:gd name="csY132" fmla="*/ 95084 h 219712"/>
                <a:gd name="csX133" fmla="*/ 152096 w 322329"/>
                <a:gd name="csY133" fmla="*/ 95244 h 219712"/>
                <a:gd name="csX134" fmla="*/ 151723 w 322329"/>
                <a:gd name="csY134" fmla="*/ 94278 h 219712"/>
                <a:gd name="csX135" fmla="*/ 149722 w 322329"/>
                <a:gd name="csY135" fmla="*/ 93441 h 219712"/>
                <a:gd name="csX136" fmla="*/ 147728 w 322329"/>
                <a:gd name="csY136" fmla="*/ 90839 h 219712"/>
                <a:gd name="csX137" fmla="*/ 147759 w 322329"/>
                <a:gd name="csY137" fmla="*/ 88609 h 219712"/>
                <a:gd name="csX138" fmla="*/ 148017 w 322329"/>
                <a:gd name="csY138" fmla="*/ 87970 h 219712"/>
                <a:gd name="csX139" fmla="*/ 149128 w 322329"/>
                <a:gd name="csY139" fmla="*/ 87940 h 219712"/>
                <a:gd name="csX140" fmla="*/ 153572 w 322329"/>
                <a:gd name="csY140" fmla="*/ 90511 h 219712"/>
                <a:gd name="csX141" fmla="*/ 154035 w 322329"/>
                <a:gd name="csY141" fmla="*/ 91333 h 219712"/>
                <a:gd name="csX142" fmla="*/ 153701 w 322329"/>
                <a:gd name="csY142" fmla="*/ 93775 h 219712"/>
                <a:gd name="csX143" fmla="*/ 152955 w 322329"/>
                <a:gd name="csY143" fmla="*/ 95084 h 219712"/>
                <a:gd name="csX144" fmla="*/ 322330 w 322329"/>
                <a:gd name="csY144" fmla="*/ 113444 h 219712"/>
                <a:gd name="csX145" fmla="*/ 321812 w 322329"/>
                <a:gd name="csY145" fmla="*/ 115445 h 219712"/>
                <a:gd name="csX146" fmla="*/ 321417 w 322329"/>
                <a:gd name="csY146" fmla="*/ 115787 h 219712"/>
                <a:gd name="csX147" fmla="*/ 320930 w 322329"/>
                <a:gd name="csY147" fmla="*/ 115034 h 219712"/>
                <a:gd name="csX148" fmla="*/ 319073 w 322329"/>
                <a:gd name="csY148" fmla="*/ 115764 h 219712"/>
                <a:gd name="csX149" fmla="*/ 318190 w 322329"/>
                <a:gd name="csY149" fmla="*/ 116594 h 219712"/>
                <a:gd name="csX150" fmla="*/ 317247 w 322329"/>
                <a:gd name="csY150" fmla="*/ 117202 h 219712"/>
                <a:gd name="csX151" fmla="*/ 315071 w 322329"/>
                <a:gd name="csY151" fmla="*/ 117050 h 219712"/>
                <a:gd name="csX152" fmla="*/ 313009 w 322329"/>
                <a:gd name="csY152" fmla="*/ 116502 h 219712"/>
                <a:gd name="csX153" fmla="*/ 311008 w 322329"/>
                <a:gd name="csY153" fmla="*/ 115490 h 219712"/>
                <a:gd name="csX154" fmla="*/ 309235 w 322329"/>
                <a:gd name="csY154" fmla="*/ 114189 h 219712"/>
                <a:gd name="csX155" fmla="*/ 307455 w 322329"/>
                <a:gd name="csY155" fmla="*/ 112142 h 219712"/>
                <a:gd name="csX156" fmla="*/ 306344 w 322329"/>
                <a:gd name="csY156" fmla="*/ 110027 h 219712"/>
                <a:gd name="csX157" fmla="*/ 306892 w 322329"/>
                <a:gd name="csY157" fmla="*/ 107570 h 219712"/>
                <a:gd name="csX158" fmla="*/ 306199 w 322329"/>
                <a:gd name="csY158" fmla="*/ 105348 h 219712"/>
                <a:gd name="csX159" fmla="*/ 302836 w 322329"/>
                <a:gd name="csY159" fmla="*/ 103773 h 219712"/>
                <a:gd name="csX160" fmla="*/ 302098 w 322329"/>
                <a:gd name="csY160" fmla="*/ 103263 h 219712"/>
                <a:gd name="csX161" fmla="*/ 300607 w 322329"/>
                <a:gd name="csY161" fmla="*/ 101057 h 219712"/>
                <a:gd name="csX162" fmla="*/ 299123 w 322329"/>
                <a:gd name="csY162" fmla="*/ 100098 h 219712"/>
                <a:gd name="csX163" fmla="*/ 297229 w 322329"/>
                <a:gd name="csY163" fmla="*/ 98165 h 219712"/>
                <a:gd name="csX164" fmla="*/ 296750 w 322329"/>
                <a:gd name="csY164" fmla="*/ 97329 h 219712"/>
                <a:gd name="csX165" fmla="*/ 295943 w 322329"/>
                <a:gd name="csY165" fmla="*/ 94879 h 219712"/>
                <a:gd name="csX166" fmla="*/ 295684 w 322329"/>
                <a:gd name="csY166" fmla="*/ 93403 h 219712"/>
                <a:gd name="csX167" fmla="*/ 296369 w 322329"/>
                <a:gd name="csY167" fmla="*/ 89104 h 219712"/>
                <a:gd name="csX168" fmla="*/ 296118 w 322329"/>
                <a:gd name="csY168" fmla="*/ 86958 h 219712"/>
                <a:gd name="csX169" fmla="*/ 297039 w 322329"/>
                <a:gd name="csY169" fmla="*/ 87164 h 219712"/>
                <a:gd name="csX170" fmla="*/ 298020 w 322329"/>
                <a:gd name="csY170" fmla="*/ 88008 h 219712"/>
                <a:gd name="csX171" fmla="*/ 299131 w 322329"/>
                <a:gd name="csY171" fmla="*/ 88594 h 219712"/>
                <a:gd name="csX172" fmla="*/ 301832 w 322329"/>
                <a:gd name="csY172" fmla="*/ 88990 h 219712"/>
                <a:gd name="csX173" fmla="*/ 303894 w 322329"/>
                <a:gd name="csY173" fmla="*/ 90702 h 219712"/>
                <a:gd name="csX174" fmla="*/ 305880 w 322329"/>
                <a:gd name="csY174" fmla="*/ 94042 h 219712"/>
                <a:gd name="csX175" fmla="*/ 306116 w 322329"/>
                <a:gd name="csY175" fmla="*/ 95137 h 219712"/>
                <a:gd name="csX176" fmla="*/ 306747 w 322329"/>
                <a:gd name="csY176" fmla="*/ 95929 h 219712"/>
                <a:gd name="csX177" fmla="*/ 308786 w 322329"/>
                <a:gd name="csY177" fmla="*/ 97351 h 219712"/>
                <a:gd name="csX178" fmla="*/ 309851 w 322329"/>
                <a:gd name="csY178" fmla="*/ 98264 h 219712"/>
                <a:gd name="csX179" fmla="*/ 311868 w 322329"/>
                <a:gd name="csY179" fmla="*/ 101909 h 219712"/>
                <a:gd name="csX180" fmla="*/ 312979 w 322329"/>
                <a:gd name="csY180" fmla="*/ 102685 h 219712"/>
                <a:gd name="csX181" fmla="*/ 314303 w 322329"/>
                <a:gd name="csY181" fmla="*/ 102997 h 219712"/>
                <a:gd name="csX182" fmla="*/ 315528 w 322329"/>
                <a:gd name="csY182" fmla="*/ 103522 h 219712"/>
                <a:gd name="csX183" fmla="*/ 317574 w 322329"/>
                <a:gd name="csY183" fmla="*/ 105120 h 219712"/>
                <a:gd name="csX184" fmla="*/ 319461 w 322329"/>
                <a:gd name="csY184" fmla="*/ 106931 h 219712"/>
                <a:gd name="csX185" fmla="*/ 320732 w 322329"/>
                <a:gd name="csY185" fmla="*/ 108833 h 219712"/>
                <a:gd name="csX186" fmla="*/ 321706 w 322329"/>
                <a:gd name="csY186" fmla="*/ 110872 h 219712"/>
                <a:gd name="csX187" fmla="*/ 322330 w 322329"/>
                <a:gd name="csY187" fmla="*/ 113444 h 219712"/>
                <a:gd name="csX188" fmla="*/ 134816 w 322329"/>
                <a:gd name="csY188" fmla="*/ 86677 h 219712"/>
                <a:gd name="csX189" fmla="*/ 133622 w 322329"/>
                <a:gd name="csY189" fmla="*/ 86798 h 219712"/>
                <a:gd name="csX190" fmla="*/ 131674 w 322329"/>
                <a:gd name="csY190" fmla="*/ 84775 h 219712"/>
                <a:gd name="csX191" fmla="*/ 131180 w 322329"/>
                <a:gd name="csY191" fmla="*/ 84021 h 219712"/>
                <a:gd name="csX192" fmla="*/ 131370 w 322329"/>
                <a:gd name="csY192" fmla="*/ 82964 h 219712"/>
                <a:gd name="csX193" fmla="*/ 133850 w 322329"/>
                <a:gd name="csY193" fmla="*/ 81548 h 219712"/>
                <a:gd name="csX194" fmla="*/ 135456 w 322329"/>
                <a:gd name="csY194" fmla="*/ 82842 h 219712"/>
                <a:gd name="csX195" fmla="*/ 135790 w 322329"/>
                <a:gd name="csY195" fmla="*/ 85611 h 219712"/>
                <a:gd name="csX196" fmla="*/ 134816 w 322329"/>
                <a:gd name="csY196" fmla="*/ 86677 h 219712"/>
                <a:gd name="csX197" fmla="*/ 294345 w 322329"/>
                <a:gd name="csY197" fmla="*/ 86692 h 219712"/>
                <a:gd name="csX198" fmla="*/ 293919 w 322329"/>
                <a:gd name="csY198" fmla="*/ 86859 h 219712"/>
                <a:gd name="csX199" fmla="*/ 292991 w 322329"/>
                <a:gd name="csY199" fmla="*/ 84166 h 219712"/>
                <a:gd name="csX200" fmla="*/ 292831 w 322329"/>
                <a:gd name="csY200" fmla="*/ 82172 h 219712"/>
                <a:gd name="csX201" fmla="*/ 292550 w 322329"/>
                <a:gd name="csY201" fmla="*/ 80704 h 219712"/>
                <a:gd name="csX202" fmla="*/ 292063 w 322329"/>
                <a:gd name="csY202" fmla="*/ 79829 h 219712"/>
                <a:gd name="csX203" fmla="*/ 293463 w 322329"/>
                <a:gd name="csY203" fmla="*/ 78216 h 219712"/>
                <a:gd name="csX204" fmla="*/ 294041 w 322329"/>
                <a:gd name="csY204" fmla="*/ 77767 h 219712"/>
                <a:gd name="csX205" fmla="*/ 295099 w 322329"/>
                <a:gd name="csY205" fmla="*/ 78619 h 219712"/>
                <a:gd name="csX206" fmla="*/ 295258 w 322329"/>
                <a:gd name="csY206" fmla="*/ 80514 h 219712"/>
                <a:gd name="csX207" fmla="*/ 296065 w 322329"/>
                <a:gd name="csY207" fmla="*/ 82119 h 219712"/>
                <a:gd name="csX208" fmla="*/ 295449 w 322329"/>
                <a:gd name="csY208" fmla="*/ 85627 h 219712"/>
                <a:gd name="csX209" fmla="*/ 294345 w 322329"/>
                <a:gd name="csY209" fmla="*/ 86692 h 219712"/>
                <a:gd name="csX210" fmla="*/ 110112 w 322329"/>
                <a:gd name="csY210" fmla="*/ 71650 h 219712"/>
                <a:gd name="csX211" fmla="*/ 108681 w 322329"/>
                <a:gd name="csY211" fmla="*/ 72281 h 219712"/>
                <a:gd name="csX212" fmla="*/ 107654 w 322329"/>
                <a:gd name="csY212" fmla="*/ 71802 h 219712"/>
                <a:gd name="csX213" fmla="*/ 107212 w 322329"/>
                <a:gd name="csY213" fmla="*/ 70402 h 219712"/>
                <a:gd name="csX214" fmla="*/ 107563 w 322329"/>
                <a:gd name="csY214" fmla="*/ 69055 h 219712"/>
                <a:gd name="csX215" fmla="*/ 108818 w 322329"/>
                <a:gd name="csY215" fmla="*/ 67990 h 219712"/>
                <a:gd name="csX216" fmla="*/ 109609 w 322329"/>
                <a:gd name="csY216" fmla="*/ 67670 h 219712"/>
                <a:gd name="csX217" fmla="*/ 110499 w 322329"/>
                <a:gd name="csY217" fmla="*/ 68393 h 219712"/>
                <a:gd name="csX218" fmla="*/ 110842 w 322329"/>
                <a:gd name="csY218" fmla="*/ 69824 h 219712"/>
                <a:gd name="csX219" fmla="*/ 110112 w 322329"/>
                <a:gd name="csY219" fmla="*/ 71650 h 219712"/>
                <a:gd name="csX220" fmla="*/ 236018 w 322329"/>
                <a:gd name="csY220" fmla="*/ 62512 h 219712"/>
                <a:gd name="csX221" fmla="*/ 237129 w 322329"/>
                <a:gd name="csY221" fmla="*/ 62938 h 219712"/>
                <a:gd name="csX222" fmla="*/ 240324 w 322329"/>
                <a:gd name="csY222" fmla="*/ 60716 h 219712"/>
                <a:gd name="csX223" fmla="*/ 242036 w 322329"/>
                <a:gd name="csY223" fmla="*/ 62268 h 219712"/>
                <a:gd name="csX224" fmla="*/ 244220 w 322329"/>
                <a:gd name="csY224" fmla="*/ 63022 h 219712"/>
                <a:gd name="csX225" fmla="*/ 246487 w 322329"/>
                <a:gd name="csY225" fmla="*/ 63448 h 219712"/>
                <a:gd name="csX226" fmla="*/ 245589 w 322329"/>
                <a:gd name="csY226" fmla="*/ 66643 h 219712"/>
                <a:gd name="csX227" fmla="*/ 245856 w 322329"/>
                <a:gd name="csY227" fmla="*/ 68119 h 219712"/>
                <a:gd name="csX228" fmla="*/ 246442 w 322329"/>
                <a:gd name="csY228" fmla="*/ 69588 h 219712"/>
                <a:gd name="csX229" fmla="*/ 246365 w 322329"/>
                <a:gd name="csY229" fmla="*/ 71756 h 219712"/>
                <a:gd name="csX230" fmla="*/ 245323 w 322329"/>
                <a:gd name="csY230" fmla="*/ 73689 h 219712"/>
                <a:gd name="csX231" fmla="*/ 243322 w 322329"/>
                <a:gd name="csY231" fmla="*/ 76512 h 219712"/>
                <a:gd name="csX232" fmla="*/ 242424 w 322329"/>
                <a:gd name="csY232" fmla="*/ 77029 h 219712"/>
                <a:gd name="csX233" fmla="*/ 241374 w 322329"/>
                <a:gd name="csY233" fmla="*/ 77333 h 219712"/>
                <a:gd name="csX234" fmla="*/ 238103 w 322329"/>
                <a:gd name="csY234" fmla="*/ 77562 h 219712"/>
                <a:gd name="csX235" fmla="*/ 237471 w 322329"/>
                <a:gd name="csY235" fmla="*/ 79060 h 219712"/>
                <a:gd name="csX236" fmla="*/ 237684 w 322329"/>
                <a:gd name="csY236" fmla="*/ 80651 h 219712"/>
                <a:gd name="csX237" fmla="*/ 239449 w 322329"/>
                <a:gd name="csY237" fmla="*/ 82735 h 219712"/>
                <a:gd name="csX238" fmla="*/ 240865 w 322329"/>
                <a:gd name="csY238" fmla="*/ 85079 h 219712"/>
                <a:gd name="csX239" fmla="*/ 239457 w 322329"/>
                <a:gd name="csY239" fmla="*/ 87232 h 219712"/>
                <a:gd name="csX240" fmla="*/ 237137 w 322329"/>
                <a:gd name="csY240" fmla="*/ 88739 h 219712"/>
                <a:gd name="csX241" fmla="*/ 234938 w 322329"/>
                <a:gd name="csY241" fmla="*/ 89507 h 219712"/>
                <a:gd name="csX242" fmla="*/ 231293 w 322329"/>
                <a:gd name="csY242" fmla="*/ 89050 h 219712"/>
                <a:gd name="csX243" fmla="*/ 227451 w 322329"/>
                <a:gd name="csY243" fmla="*/ 89241 h 219712"/>
                <a:gd name="csX244" fmla="*/ 226728 w 322329"/>
                <a:gd name="csY244" fmla="*/ 90063 h 219712"/>
                <a:gd name="csX245" fmla="*/ 226712 w 322329"/>
                <a:gd name="csY245" fmla="*/ 91424 h 219712"/>
                <a:gd name="csX246" fmla="*/ 226172 w 322329"/>
                <a:gd name="csY246" fmla="*/ 92459 h 219712"/>
                <a:gd name="csX247" fmla="*/ 225473 w 322329"/>
                <a:gd name="csY247" fmla="*/ 93403 h 219712"/>
                <a:gd name="csX248" fmla="*/ 223525 w 322329"/>
                <a:gd name="csY248" fmla="*/ 95358 h 219712"/>
                <a:gd name="csX249" fmla="*/ 221341 w 322329"/>
                <a:gd name="csY249" fmla="*/ 97085 h 219712"/>
                <a:gd name="csX250" fmla="*/ 218366 w 322329"/>
                <a:gd name="csY250" fmla="*/ 98721 h 219712"/>
                <a:gd name="csX251" fmla="*/ 217369 w 322329"/>
                <a:gd name="csY251" fmla="*/ 99109 h 219712"/>
                <a:gd name="csX252" fmla="*/ 214729 w 322329"/>
                <a:gd name="csY252" fmla="*/ 99368 h 219712"/>
                <a:gd name="csX253" fmla="*/ 212363 w 322329"/>
                <a:gd name="csY253" fmla="*/ 100311 h 219712"/>
                <a:gd name="csX254" fmla="*/ 211305 w 322329"/>
                <a:gd name="csY254" fmla="*/ 101232 h 219712"/>
                <a:gd name="csX255" fmla="*/ 210157 w 322329"/>
                <a:gd name="csY255" fmla="*/ 101977 h 219712"/>
                <a:gd name="csX256" fmla="*/ 207646 w 322329"/>
                <a:gd name="csY256" fmla="*/ 102791 h 219712"/>
                <a:gd name="csX257" fmla="*/ 205203 w 322329"/>
                <a:gd name="csY257" fmla="*/ 104405 h 219712"/>
                <a:gd name="csX258" fmla="*/ 204237 w 322329"/>
                <a:gd name="csY258" fmla="*/ 104679 h 219712"/>
                <a:gd name="csX259" fmla="*/ 199162 w 322329"/>
                <a:gd name="csY259" fmla="*/ 104960 h 219712"/>
                <a:gd name="csX260" fmla="*/ 191904 w 322329"/>
                <a:gd name="csY260" fmla="*/ 105036 h 219712"/>
                <a:gd name="csX261" fmla="*/ 189758 w 322329"/>
                <a:gd name="csY261" fmla="*/ 105204 h 219712"/>
                <a:gd name="csX262" fmla="*/ 187673 w 322329"/>
                <a:gd name="csY262" fmla="*/ 104983 h 219712"/>
                <a:gd name="csX263" fmla="*/ 186524 w 322329"/>
                <a:gd name="csY263" fmla="*/ 104351 h 219712"/>
                <a:gd name="csX264" fmla="*/ 184059 w 322329"/>
                <a:gd name="csY264" fmla="*/ 101452 h 219712"/>
                <a:gd name="csX265" fmla="*/ 181913 w 322329"/>
                <a:gd name="csY265" fmla="*/ 100456 h 219712"/>
                <a:gd name="csX266" fmla="*/ 179570 w 322329"/>
                <a:gd name="csY266" fmla="*/ 100486 h 219712"/>
                <a:gd name="csX267" fmla="*/ 176451 w 322329"/>
                <a:gd name="csY267" fmla="*/ 101513 h 219712"/>
                <a:gd name="csX268" fmla="*/ 175865 w 322329"/>
                <a:gd name="csY268" fmla="*/ 101285 h 219712"/>
                <a:gd name="csX269" fmla="*/ 169641 w 322329"/>
                <a:gd name="csY269" fmla="*/ 97001 h 219712"/>
                <a:gd name="csX270" fmla="*/ 167754 w 322329"/>
                <a:gd name="csY270" fmla="*/ 95951 h 219712"/>
                <a:gd name="csX271" fmla="*/ 165738 w 322329"/>
                <a:gd name="csY271" fmla="*/ 95175 h 219712"/>
                <a:gd name="csX272" fmla="*/ 163280 w 322329"/>
                <a:gd name="csY272" fmla="*/ 94628 h 219712"/>
                <a:gd name="csX273" fmla="*/ 160959 w 322329"/>
                <a:gd name="csY273" fmla="*/ 93768 h 219712"/>
                <a:gd name="csX274" fmla="*/ 159590 w 322329"/>
                <a:gd name="csY274" fmla="*/ 91729 h 219712"/>
                <a:gd name="csX275" fmla="*/ 159750 w 322329"/>
                <a:gd name="csY275" fmla="*/ 89073 h 219712"/>
                <a:gd name="csX276" fmla="*/ 161614 w 322329"/>
                <a:gd name="csY276" fmla="*/ 87514 h 219712"/>
                <a:gd name="csX277" fmla="*/ 164452 w 322329"/>
                <a:gd name="csY277" fmla="*/ 88282 h 219712"/>
                <a:gd name="csX278" fmla="*/ 165540 w 322329"/>
                <a:gd name="csY278" fmla="*/ 88274 h 219712"/>
                <a:gd name="csX279" fmla="*/ 166605 w 322329"/>
                <a:gd name="csY279" fmla="*/ 87833 h 219712"/>
                <a:gd name="csX280" fmla="*/ 167860 w 322329"/>
                <a:gd name="csY280" fmla="*/ 87978 h 219712"/>
                <a:gd name="csX281" fmla="*/ 169123 w 322329"/>
                <a:gd name="csY281" fmla="*/ 88366 h 219712"/>
                <a:gd name="csX282" fmla="*/ 173727 w 322329"/>
                <a:gd name="csY282" fmla="*/ 87788 h 219712"/>
                <a:gd name="csX283" fmla="*/ 176390 w 322329"/>
                <a:gd name="csY283" fmla="*/ 88594 h 219712"/>
                <a:gd name="csX284" fmla="*/ 178984 w 322329"/>
                <a:gd name="csY284" fmla="*/ 89674 h 219712"/>
                <a:gd name="csX285" fmla="*/ 181404 w 322329"/>
                <a:gd name="csY285" fmla="*/ 89903 h 219712"/>
                <a:gd name="csX286" fmla="*/ 183892 w 322329"/>
                <a:gd name="csY286" fmla="*/ 89674 h 219712"/>
                <a:gd name="csX287" fmla="*/ 187224 w 322329"/>
                <a:gd name="csY287" fmla="*/ 88457 h 219712"/>
                <a:gd name="csX288" fmla="*/ 188282 w 322329"/>
                <a:gd name="csY288" fmla="*/ 88617 h 219712"/>
                <a:gd name="csX289" fmla="*/ 191493 w 322329"/>
                <a:gd name="csY289" fmla="*/ 88624 h 219712"/>
                <a:gd name="csX290" fmla="*/ 194300 w 322329"/>
                <a:gd name="csY290" fmla="*/ 86996 h 219712"/>
                <a:gd name="csX291" fmla="*/ 195350 w 322329"/>
                <a:gd name="csY291" fmla="*/ 80430 h 219712"/>
                <a:gd name="csX292" fmla="*/ 196066 w 322329"/>
                <a:gd name="csY292" fmla="*/ 78193 h 219712"/>
                <a:gd name="csX293" fmla="*/ 197024 w 322329"/>
                <a:gd name="csY293" fmla="*/ 77706 h 219712"/>
                <a:gd name="csX294" fmla="*/ 197709 w 322329"/>
                <a:gd name="csY294" fmla="*/ 77843 h 219712"/>
                <a:gd name="csX295" fmla="*/ 198736 w 322329"/>
                <a:gd name="csY295" fmla="*/ 78962 h 219712"/>
                <a:gd name="csX296" fmla="*/ 197420 w 322329"/>
                <a:gd name="csY296" fmla="*/ 80354 h 219712"/>
                <a:gd name="csX297" fmla="*/ 196842 w 322329"/>
                <a:gd name="csY297" fmla="*/ 81427 h 219712"/>
                <a:gd name="csX298" fmla="*/ 196651 w 322329"/>
                <a:gd name="csY298" fmla="*/ 84044 h 219712"/>
                <a:gd name="csX299" fmla="*/ 197374 w 322329"/>
                <a:gd name="csY299" fmla="*/ 86585 h 219712"/>
                <a:gd name="csX300" fmla="*/ 199018 w 322329"/>
                <a:gd name="csY300" fmla="*/ 88602 h 219712"/>
                <a:gd name="csX301" fmla="*/ 201483 w 322329"/>
                <a:gd name="csY301" fmla="*/ 88860 h 219712"/>
                <a:gd name="csX302" fmla="*/ 203742 w 322329"/>
                <a:gd name="csY302" fmla="*/ 87529 h 219712"/>
                <a:gd name="csX303" fmla="*/ 206200 w 322329"/>
                <a:gd name="csY303" fmla="*/ 87247 h 219712"/>
                <a:gd name="csX304" fmla="*/ 208468 w 322329"/>
                <a:gd name="csY304" fmla="*/ 88541 h 219712"/>
                <a:gd name="csX305" fmla="*/ 210796 w 322329"/>
                <a:gd name="csY305" fmla="*/ 88320 h 219712"/>
                <a:gd name="csX306" fmla="*/ 211861 w 322329"/>
                <a:gd name="csY306" fmla="*/ 87475 h 219712"/>
                <a:gd name="csX307" fmla="*/ 213101 w 322329"/>
                <a:gd name="csY307" fmla="*/ 87110 h 219712"/>
                <a:gd name="csX308" fmla="*/ 214334 w 322329"/>
                <a:gd name="csY308" fmla="*/ 86973 h 219712"/>
                <a:gd name="csX309" fmla="*/ 215452 w 322329"/>
                <a:gd name="csY309" fmla="*/ 86471 h 219712"/>
                <a:gd name="csX310" fmla="*/ 216936 w 322329"/>
                <a:gd name="csY310" fmla="*/ 84272 h 219712"/>
                <a:gd name="csX311" fmla="*/ 217925 w 322329"/>
                <a:gd name="csY311" fmla="*/ 81800 h 219712"/>
                <a:gd name="csX312" fmla="*/ 219401 w 322329"/>
                <a:gd name="csY312" fmla="*/ 79852 h 219712"/>
                <a:gd name="csX313" fmla="*/ 223426 w 322329"/>
                <a:gd name="csY313" fmla="*/ 76603 h 219712"/>
                <a:gd name="csX314" fmla="*/ 224590 w 322329"/>
                <a:gd name="csY314" fmla="*/ 76200 h 219712"/>
                <a:gd name="csX315" fmla="*/ 225845 w 322329"/>
                <a:gd name="csY315" fmla="*/ 75979 h 219712"/>
                <a:gd name="csX316" fmla="*/ 228676 w 322329"/>
                <a:gd name="csY316" fmla="*/ 76124 h 219712"/>
                <a:gd name="csX317" fmla="*/ 230783 w 322329"/>
                <a:gd name="csY317" fmla="*/ 74967 h 219712"/>
                <a:gd name="csX318" fmla="*/ 230943 w 322329"/>
                <a:gd name="csY318" fmla="*/ 72365 h 219712"/>
                <a:gd name="csX319" fmla="*/ 230639 w 322329"/>
                <a:gd name="csY319" fmla="*/ 69725 h 219712"/>
                <a:gd name="csX320" fmla="*/ 228234 w 322329"/>
                <a:gd name="csY320" fmla="*/ 63524 h 219712"/>
                <a:gd name="csX321" fmla="*/ 228075 w 322329"/>
                <a:gd name="csY321" fmla="*/ 62542 h 219712"/>
                <a:gd name="csX322" fmla="*/ 228417 w 322329"/>
                <a:gd name="csY322" fmla="*/ 61439 h 219712"/>
                <a:gd name="csX323" fmla="*/ 229117 w 322329"/>
                <a:gd name="csY323" fmla="*/ 60450 h 219712"/>
                <a:gd name="csX324" fmla="*/ 231483 w 322329"/>
                <a:gd name="csY324" fmla="*/ 60435 h 219712"/>
                <a:gd name="csX325" fmla="*/ 233949 w 322329"/>
                <a:gd name="csY325" fmla="*/ 60792 h 219712"/>
                <a:gd name="csX326" fmla="*/ 234922 w 322329"/>
                <a:gd name="csY326" fmla="*/ 61728 h 219712"/>
                <a:gd name="csX327" fmla="*/ 236018 w 322329"/>
                <a:gd name="csY327" fmla="*/ 62512 h 219712"/>
                <a:gd name="csX328" fmla="*/ 273247 w 322329"/>
                <a:gd name="csY328" fmla="*/ 58312 h 219712"/>
                <a:gd name="csX329" fmla="*/ 273056 w 322329"/>
                <a:gd name="csY329" fmla="*/ 58814 h 219712"/>
                <a:gd name="csX330" fmla="*/ 271801 w 322329"/>
                <a:gd name="csY330" fmla="*/ 58236 h 219712"/>
                <a:gd name="csX331" fmla="*/ 272836 w 322329"/>
                <a:gd name="csY331" fmla="*/ 57148 h 219712"/>
                <a:gd name="csX332" fmla="*/ 273330 w 322329"/>
                <a:gd name="csY332" fmla="*/ 57072 h 219712"/>
                <a:gd name="csX333" fmla="*/ 273247 w 322329"/>
                <a:gd name="csY333" fmla="*/ 58312 h 219712"/>
                <a:gd name="csX334" fmla="*/ 252141 w 322329"/>
                <a:gd name="csY334" fmla="*/ 37784 h 219712"/>
                <a:gd name="csX335" fmla="*/ 251623 w 322329"/>
                <a:gd name="csY335" fmla="*/ 39648 h 219712"/>
                <a:gd name="csX336" fmla="*/ 250315 w 322329"/>
                <a:gd name="csY336" fmla="*/ 38552 h 219712"/>
                <a:gd name="csX337" fmla="*/ 249424 w 322329"/>
                <a:gd name="csY337" fmla="*/ 36977 h 219712"/>
                <a:gd name="csX338" fmla="*/ 249987 w 322329"/>
                <a:gd name="csY338" fmla="*/ 36278 h 219712"/>
                <a:gd name="csX339" fmla="*/ 251456 w 322329"/>
                <a:gd name="csY339" fmla="*/ 35859 h 219712"/>
                <a:gd name="csX340" fmla="*/ 252141 w 322329"/>
                <a:gd name="csY340" fmla="*/ 37784 h 219712"/>
                <a:gd name="csX341" fmla="*/ 239936 w 322329"/>
                <a:gd name="csY341" fmla="*/ 33835 h 219712"/>
                <a:gd name="csX342" fmla="*/ 239708 w 322329"/>
                <a:gd name="csY342" fmla="*/ 34908 h 219712"/>
                <a:gd name="csX343" fmla="*/ 239039 w 322329"/>
                <a:gd name="csY343" fmla="*/ 34847 h 219712"/>
                <a:gd name="csX344" fmla="*/ 237205 w 322329"/>
                <a:gd name="csY344" fmla="*/ 32747 h 219712"/>
                <a:gd name="csX345" fmla="*/ 236847 w 322329"/>
                <a:gd name="csY345" fmla="*/ 32199 h 219712"/>
                <a:gd name="csX346" fmla="*/ 237281 w 322329"/>
                <a:gd name="csY346" fmla="*/ 31674 h 219712"/>
                <a:gd name="csX347" fmla="*/ 239411 w 322329"/>
                <a:gd name="csY347" fmla="*/ 33219 h 219712"/>
                <a:gd name="csX348" fmla="*/ 239936 w 322329"/>
                <a:gd name="csY348" fmla="*/ 33835 h 219712"/>
                <a:gd name="csX349" fmla="*/ 236908 w 322329"/>
                <a:gd name="csY349" fmla="*/ 31340 h 219712"/>
                <a:gd name="csX350" fmla="*/ 236398 w 322329"/>
                <a:gd name="csY350" fmla="*/ 31340 h 219712"/>
                <a:gd name="csX351" fmla="*/ 236322 w 322329"/>
                <a:gd name="csY351" fmla="*/ 29643 h 219712"/>
                <a:gd name="csX352" fmla="*/ 236672 w 322329"/>
                <a:gd name="csY352" fmla="*/ 28753 h 219712"/>
                <a:gd name="csX353" fmla="*/ 237859 w 322329"/>
                <a:gd name="csY353" fmla="*/ 29377 h 219712"/>
                <a:gd name="csX354" fmla="*/ 238057 w 322329"/>
                <a:gd name="csY354" fmla="*/ 30891 h 219712"/>
                <a:gd name="csX355" fmla="*/ 236908 w 322329"/>
                <a:gd name="csY355" fmla="*/ 31340 h 219712"/>
                <a:gd name="csX356" fmla="*/ 69596 w 322329"/>
                <a:gd name="csY356" fmla="*/ 52271 h 219712"/>
                <a:gd name="csX357" fmla="*/ 72289 w 322329"/>
                <a:gd name="csY357" fmla="*/ 52332 h 219712"/>
                <a:gd name="csX358" fmla="*/ 74990 w 322329"/>
                <a:gd name="csY358" fmla="*/ 52004 h 219712"/>
                <a:gd name="csX359" fmla="*/ 76101 w 322329"/>
                <a:gd name="csY359" fmla="*/ 52149 h 219712"/>
                <a:gd name="csX360" fmla="*/ 77197 w 322329"/>
                <a:gd name="csY360" fmla="*/ 52484 h 219712"/>
                <a:gd name="csX361" fmla="*/ 78194 w 322329"/>
                <a:gd name="csY361" fmla="*/ 53123 h 219712"/>
                <a:gd name="csX362" fmla="*/ 78696 w 322329"/>
                <a:gd name="csY362" fmla="*/ 54348 h 219712"/>
                <a:gd name="csX363" fmla="*/ 80377 w 322329"/>
                <a:gd name="csY363" fmla="*/ 56052 h 219712"/>
                <a:gd name="csX364" fmla="*/ 82751 w 322329"/>
                <a:gd name="csY364" fmla="*/ 56821 h 219712"/>
                <a:gd name="csX365" fmla="*/ 85011 w 322329"/>
                <a:gd name="csY365" fmla="*/ 58365 h 219712"/>
                <a:gd name="csX366" fmla="*/ 87042 w 322329"/>
                <a:gd name="csY366" fmla="*/ 60206 h 219712"/>
                <a:gd name="csX367" fmla="*/ 88534 w 322329"/>
                <a:gd name="csY367" fmla="*/ 62063 h 219712"/>
                <a:gd name="csX368" fmla="*/ 90230 w 322329"/>
                <a:gd name="csY368" fmla="*/ 63630 h 219712"/>
                <a:gd name="csX369" fmla="*/ 92794 w 322329"/>
                <a:gd name="csY369" fmla="*/ 64292 h 219712"/>
                <a:gd name="csX370" fmla="*/ 95495 w 322329"/>
                <a:gd name="csY370" fmla="*/ 64399 h 219712"/>
                <a:gd name="csX371" fmla="*/ 104732 w 322329"/>
                <a:gd name="csY371" fmla="*/ 73719 h 219712"/>
                <a:gd name="csX372" fmla="*/ 105181 w 322329"/>
                <a:gd name="csY372" fmla="*/ 75157 h 219712"/>
                <a:gd name="csX373" fmla="*/ 105287 w 322329"/>
                <a:gd name="csY373" fmla="*/ 81275 h 219712"/>
                <a:gd name="csX374" fmla="*/ 104268 w 322329"/>
                <a:gd name="csY374" fmla="*/ 86053 h 219712"/>
                <a:gd name="csX375" fmla="*/ 106566 w 322329"/>
                <a:gd name="csY375" fmla="*/ 87521 h 219712"/>
                <a:gd name="csX376" fmla="*/ 109701 w 322329"/>
                <a:gd name="csY376" fmla="*/ 88069 h 219712"/>
                <a:gd name="csX377" fmla="*/ 114098 w 322329"/>
                <a:gd name="csY377" fmla="*/ 89088 h 219712"/>
                <a:gd name="csX378" fmla="*/ 118328 w 322329"/>
                <a:gd name="csY378" fmla="*/ 90610 h 219712"/>
                <a:gd name="csX379" fmla="*/ 131803 w 322329"/>
                <a:gd name="csY379" fmla="*/ 97062 h 219712"/>
                <a:gd name="csX380" fmla="*/ 133652 w 322329"/>
                <a:gd name="csY380" fmla="*/ 97610 h 219712"/>
                <a:gd name="csX381" fmla="*/ 136369 w 322329"/>
                <a:gd name="csY381" fmla="*/ 97823 h 219712"/>
                <a:gd name="csX382" fmla="*/ 139108 w 322329"/>
                <a:gd name="csY382" fmla="*/ 97732 h 219712"/>
                <a:gd name="csX383" fmla="*/ 140089 w 322329"/>
                <a:gd name="csY383" fmla="*/ 98059 h 219712"/>
                <a:gd name="csX384" fmla="*/ 142143 w 322329"/>
                <a:gd name="csY384" fmla="*/ 99231 h 219712"/>
                <a:gd name="csX385" fmla="*/ 143171 w 322329"/>
                <a:gd name="csY385" fmla="*/ 99999 h 219712"/>
                <a:gd name="csX386" fmla="*/ 145012 w 322329"/>
                <a:gd name="csY386" fmla="*/ 102084 h 219712"/>
                <a:gd name="csX387" fmla="*/ 146655 w 322329"/>
                <a:gd name="csY387" fmla="*/ 104351 h 219712"/>
                <a:gd name="csX388" fmla="*/ 147363 w 322329"/>
                <a:gd name="csY388" fmla="*/ 104998 h 219712"/>
                <a:gd name="csX389" fmla="*/ 148192 w 322329"/>
                <a:gd name="csY389" fmla="*/ 105500 h 219712"/>
                <a:gd name="csX390" fmla="*/ 148672 w 322329"/>
                <a:gd name="csY390" fmla="*/ 106733 h 219712"/>
                <a:gd name="csX391" fmla="*/ 149311 w 322329"/>
                <a:gd name="csY391" fmla="*/ 110537 h 219712"/>
                <a:gd name="csX392" fmla="*/ 149120 w 322329"/>
                <a:gd name="csY392" fmla="*/ 112911 h 219712"/>
                <a:gd name="csX393" fmla="*/ 148367 w 322329"/>
                <a:gd name="csY393" fmla="*/ 113794 h 219712"/>
                <a:gd name="csX394" fmla="*/ 146214 w 322329"/>
                <a:gd name="csY394" fmla="*/ 114220 h 219712"/>
                <a:gd name="csX395" fmla="*/ 138666 w 322329"/>
                <a:gd name="csY395" fmla="*/ 114623 h 219712"/>
                <a:gd name="csX396" fmla="*/ 133614 w 322329"/>
                <a:gd name="csY396" fmla="*/ 114182 h 219712"/>
                <a:gd name="csX397" fmla="*/ 130076 w 322329"/>
                <a:gd name="csY397" fmla="*/ 116578 h 219712"/>
                <a:gd name="csX398" fmla="*/ 129977 w 322329"/>
                <a:gd name="csY398" fmla="*/ 117628 h 219712"/>
                <a:gd name="csX399" fmla="*/ 130228 w 322329"/>
                <a:gd name="csY399" fmla="*/ 118602 h 219712"/>
                <a:gd name="csX400" fmla="*/ 133302 w 322329"/>
                <a:gd name="csY400" fmla="*/ 123692 h 219712"/>
                <a:gd name="csX401" fmla="*/ 135113 w 322329"/>
                <a:gd name="csY401" fmla="*/ 128212 h 219712"/>
                <a:gd name="csX402" fmla="*/ 136612 w 322329"/>
                <a:gd name="csY402" fmla="*/ 130045 h 219712"/>
                <a:gd name="csX403" fmla="*/ 138856 w 322329"/>
                <a:gd name="csY403" fmla="*/ 131537 h 219712"/>
                <a:gd name="csX404" fmla="*/ 140857 w 322329"/>
                <a:gd name="csY404" fmla="*/ 133302 h 219712"/>
                <a:gd name="csX405" fmla="*/ 142699 w 322329"/>
                <a:gd name="csY405" fmla="*/ 135333 h 219712"/>
                <a:gd name="csX406" fmla="*/ 146526 w 322329"/>
                <a:gd name="csY406" fmla="*/ 138871 h 219712"/>
                <a:gd name="csX407" fmla="*/ 148603 w 322329"/>
                <a:gd name="csY407" fmla="*/ 140188 h 219712"/>
                <a:gd name="csX408" fmla="*/ 151046 w 322329"/>
                <a:gd name="csY408" fmla="*/ 140994 h 219712"/>
                <a:gd name="csX409" fmla="*/ 155109 w 322329"/>
                <a:gd name="csY409" fmla="*/ 143741 h 219712"/>
                <a:gd name="csX410" fmla="*/ 155649 w 322329"/>
                <a:gd name="csY410" fmla="*/ 144951 h 219712"/>
                <a:gd name="csX411" fmla="*/ 156805 w 322329"/>
                <a:gd name="csY411" fmla="*/ 148770 h 219712"/>
                <a:gd name="csX412" fmla="*/ 157308 w 322329"/>
                <a:gd name="csY412" fmla="*/ 151365 h 219712"/>
                <a:gd name="csX413" fmla="*/ 157383 w 322329"/>
                <a:gd name="csY413" fmla="*/ 152438 h 219712"/>
                <a:gd name="csX414" fmla="*/ 157673 w 322329"/>
                <a:gd name="csY414" fmla="*/ 153396 h 219712"/>
                <a:gd name="csX415" fmla="*/ 161249 w 322329"/>
                <a:gd name="csY415" fmla="*/ 155755 h 219712"/>
                <a:gd name="csX416" fmla="*/ 162040 w 322329"/>
                <a:gd name="csY416" fmla="*/ 156409 h 219712"/>
                <a:gd name="csX417" fmla="*/ 163630 w 322329"/>
                <a:gd name="csY417" fmla="*/ 161644 h 219712"/>
                <a:gd name="csX418" fmla="*/ 164855 w 322329"/>
                <a:gd name="csY418" fmla="*/ 164079 h 219712"/>
                <a:gd name="csX419" fmla="*/ 166917 w 322329"/>
                <a:gd name="csY419" fmla="*/ 164938 h 219712"/>
                <a:gd name="csX420" fmla="*/ 169314 w 322329"/>
                <a:gd name="csY420" fmla="*/ 164885 h 219712"/>
                <a:gd name="csX421" fmla="*/ 175834 w 322329"/>
                <a:gd name="csY421" fmla="*/ 163325 h 219712"/>
                <a:gd name="csX422" fmla="*/ 176778 w 322329"/>
                <a:gd name="csY422" fmla="*/ 163272 h 219712"/>
                <a:gd name="csX423" fmla="*/ 177987 w 322329"/>
                <a:gd name="csY423" fmla="*/ 163630 h 219712"/>
                <a:gd name="csX424" fmla="*/ 179045 w 322329"/>
                <a:gd name="csY424" fmla="*/ 164482 h 219712"/>
                <a:gd name="csX425" fmla="*/ 179395 w 322329"/>
                <a:gd name="csY425" fmla="*/ 166840 h 219712"/>
                <a:gd name="csX426" fmla="*/ 178368 w 322329"/>
                <a:gd name="csY426" fmla="*/ 169321 h 219712"/>
                <a:gd name="csX427" fmla="*/ 178086 w 322329"/>
                <a:gd name="csY427" fmla="*/ 171702 h 219712"/>
                <a:gd name="csX428" fmla="*/ 179372 w 322329"/>
                <a:gd name="csY428" fmla="*/ 173658 h 219712"/>
                <a:gd name="csX429" fmla="*/ 182697 w 322329"/>
                <a:gd name="csY429" fmla="*/ 175179 h 219712"/>
                <a:gd name="csX430" fmla="*/ 183914 w 322329"/>
                <a:gd name="csY430" fmla="*/ 175598 h 219712"/>
                <a:gd name="csX431" fmla="*/ 189895 w 322329"/>
                <a:gd name="csY431" fmla="*/ 176085 h 219712"/>
                <a:gd name="csX432" fmla="*/ 192246 w 322329"/>
                <a:gd name="csY432" fmla="*/ 176496 h 219712"/>
                <a:gd name="csX433" fmla="*/ 194551 w 322329"/>
                <a:gd name="csY433" fmla="*/ 177158 h 219712"/>
                <a:gd name="csX434" fmla="*/ 195342 w 322329"/>
                <a:gd name="csY434" fmla="*/ 177751 h 219712"/>
                <a:gd name="csX435" fmla="*/ 194787 w 322329"/>
                <a:gd name="csY435" fmla="*/ 178801 h 219712"/>
                <a:gd name="csX436" fmla="*/ 193585 w 322329"/>
                <a:gd name="csY436" fmla="*/ 179318 h 219712"/>
                <a:gd name="csX437" fmla="*/ 192215 w 322329"/>
                <a:gd name="csY437" fmla="*/ 179524 h 219712"/>
                <a:gd name="csX438" fmla="*/ 190016 w 322329"/>
                <a:gd name="csY438" fmla="*/ 180285 h 219712"/>
                <a:gd name="csX439" fmla="*/ 190054 w 322329"/>
                <a:gd name="csY439" fmla="*/ 181639 h 219712"/>
                <a:gd name="csX440" fmla="*/ 191295 w 322329"/>
                <a:gd name="csY440" fmla="*/ 183047 h 219712"/>
                <a:gd name="csX441" fmla="*/ 192428 w 322329"/>
                <a:gd name="csY441" fmla="*/ 184743 h 219712"/>
                <a:gd name="csX442" fmla="*/ 193379 w 322329"/>
                <a:gd name="csY442" fmla="*/ 185360 h 219712"/>
                <a:gd name="csX443" fmla="*/ 194414 w 322329"/>
                <a:gd name="csY443" fmla="*/ 185778 h 219712"/>
                <a:gd name="csX444" fmla="*/ 197001 w 322329"/>
                <a:gd name="csY444" fmla="*/ 186364 h 219712"/>
                <a:gd name="csX445" fmla="*/ 199520 w 322329"/>
                <a:gd name="csY445" fmla="*/ 187171 h 219712"/>
                <a:gd name="csX446" fmla="*/ 201178 w 322329"/>
                <a:gd name="csY446" fmla="*/ 187969 h 219712"/>
                <a:gd name="csX447" fmla="*/ 202890 w 322329"/>
                <a:gd name="csY447" fmla="*/ 188548 h 219712"/>
                <a:gd name="csX448" fmla="*/ 206618 w 322329"/>
                <a:gd name="csY448" fmla="*/ 188913 h 219712"/>
                <a:gd name="csX449" fmla="*/ 209358 w 322329"/>
                <a:gd name="csY449" fmla="*/ 190001 h 219712"/>
                <a:gd name="csX450" fmla="*/ 213253 w 322329"/>
                <a:gd name="csY450" fmla="*/ 189544 h 219712"/>
                <a:gd name="csX451" fmla="*/ 209883 w 322329"/>
                <a:gd name="csY451" fmla="*/ 191309 h 219712"/>
                <a:gd name="csX452" fmla="*/ 208718 w 322329"/>
                <a:gd name="csY452" fmla="*/ 191743 h 219712"/>
                <a:gd name="csX453" fmla="*/ 204648 w 322329"/>
                <a:gd name="csY453" fmla="*/ 191081 h 219712"/>
                <a:gd name="csX454" fmla="*/ 203879 w 322329"/>
                <a:gd name="csY454" fmla="*/ 191766 h 219712"/>
                <a:gd name="csX455" fmla="*/ 205561 w 322329"/>
                <a:gd name="csY455" fmla="*/ 193638 h 219712"/>
                <a:gd name="csX456" fmla="*/ 208049 w 322329"/>
                <a:gd name="csY456" fmla="*/ 194893 h 219712"/>
                <a:gd name="csX457" fmla="*/ 208939 w 322329"/>
                <a:gd name="csY457" fmla="*/ 195624 h 219712"/>
                <a:gd name="csX458" fmla="*/ 208315 w 322329"/>
                <a:gd name="csY458" fmla="*/ 196476 h 219712"/>
                <a:gd name="csX459" fmla="*/ 205416 w 322329"/>
                <a:gd name="csY459" fmla="*/ 198188 h 219712"/>
                <a:gd name="csX460" fmla="*/ 204207 w 322329"/>
                <a:gd name="csY460" fmla="*/ 198439 h 219712"/>
                <a:gd name="csX461" fmla="*/ 201947 w 322329"/>
                <a:gd name="csY461" fmla="*/ 198576 h 219712"/>
                <a:gd name="csX462" fmla="*/ 198158 w 322329"/>
                <a:gd name="csY462" fmla="*/ 197838 h 219712"/>
                <a:gd name="csX463" fmla="*/ 195472 w 322329"/>
                <a:gd name="csY463" fmla="*/ 196894 h 219712"/>
                <a:gd name="csX464" fmla="*/ 194719 w 322329"/>
                <a:gd name="csY464" fmla="*/ 195608 h 219712"/>
                <a:gd name="csX465" fmla="*/ 194004 w 322329"/>
                <a:gd name="csY465" fmla="*/ 194855 h 219712"/>
                <a:gd name="csX466" fmla="*/ 191584 w 322329"/>
                <a:gd name="csY466" fmla="*/ 193044 h 219712"/>
                <a:gd name="csX467" fmla="*/ 189857 w 322329"/>
                <a:gd name="csY467" fmla="*/ 192055 h 219712"/>
                <a:gd name="csX468" fmla="*/ 187666 w 322329"/>
                <a:gd name="csY468" fmla="*/ 191720 h 219712"/>
                <a:gd name="csX469" fmla="*/ 185375 w 322329"/>
                <a:gd name="csY469" fmla="*/ 191736 h 219712"/>
                <a:gd name="csX470" fmla="*/ 181282 w 322329"/>
                <a:gd name="csY470" fmla="*/ 190686 h 219712"/>
                <a:gd name="csX471" fmla="*/ 172403 w 322329"/>
                <a:gd name="csY471" fmla="*/ 189940 h 219712"/>
                <a:gd name="csX472" fmla="*/ 170288 w 322329"/>
                <a:gd name="csY472" fmla="*/ 189483 h 219712"/>
                <a:gd name="csX473" fmla="*/ 167624 w 322329"/>
                <a:gd name="csY473" fmla="*/ 188038 h 219712"/>
                <a:gd name="csX474" fmla="*/ 166369 w 322329"/>
                <a:gd name="csY474" fmla="*/ 187832 h 219712"/>
                <a:gd name="csX475" fmla="*/ 165022 w 322329"/>
                <a:gd name="csY475" fmla="*/ 188289 h 219712"/>
                <a:gd name="csX476" fmla="*/ 161591 w 322329"/>
                <a:gd name="csY476" fmla="*/ 188570 h 219712"/>
                <a:gd name="csX477" fmla="*/ 160587 w 322329"/>
                <a:gd name="csY477" fmla="*/ 188441 h 219712"/>
                <a:gd name="csX478" fmla="*/ 158136 w 322329"/>
                <a:gd name="csY478" fmla="*/ 187208 h 219712"/>
                <a:gd name="csX479" fmla="*/ 155618 w 322329"/>
                <a:gd name="csY479" fmla="*/ 186752 h 219712"/>
                <a:gd name="csX480" fmla="*/ 154561 w 322329"/>
                <a:gd name="csY480" fmla="*/ 187125 h 219712"/>
                <a:gd name="csX481" fmla="*/ 153495 w 322329"/>
                <a:gd name="csY481" fmla="*/ 187208 h 219712"/>
                <a:gd name="csX482" fmla="*/ 150049 w 322329"/>
                <a:gd name="csY482" fmla="*/ 186326 h 219712"/>
                <a:gd name="csX483" fmla="*/ 147454 w 322329"/>
                <a:gd name="csY483" fmla="*/ 185953 h 219712"/>
                <a:gd name="csX484" fmla="*/ 145324 w 322329"/>
                <a:gd name="csY484" fmla="*/ 184720 h 219712"/>
                <a:gd name="csX485" fmla="*/ 144167 w 322329"/>
                <a:gd name="csY485" fmla="*/ 183572 h 219712"/>
                <a:gd name="csX486" fmla="*/ 142858 w 322329"/>
                <a:gd name="csY486" fmla="*/ 182552 h 219712"/>
                <a:gd name="csX487" fmla="*/ 141649 w 322329"/>
                <a:gd name="csY487" fmla="*/ 179927 h 219712"/>
                <a:gd name="csX488" fmla="*/ 139769 w 322329"/>
                <a:gd name="csY488" fmla="*/ 177439 h 219712"/>
                <a:gd name="csX489" fmla="*/ 137426 w 322329"/>
                <a:gd name="csY489" fmla="*/ 175393 h 219712"/>
                <a:gd name="csX490" fmla="*/ 132420 w 322329"/>
                <a:gd name="csY490" fmla="*/ 172090 h 219712"/>
                <a:gd name="csX491" fmla="*/ 131415 w 322329"/>
                <a:gd name="csY491" fmla="*/ 171269 h 219712"/>
                <a:gd name="csX492" fmla="*/ 129452 w 322329"/>
                <a:gd name="csY492" fmla="*/ 168248 h 219712"/>
                <a:gd name="csX493" fmla="*/ 129559 w 322329"/>
                <a:gd name="csY493" fmla="*/ 166239 h 219712"/>
                <a:gd name="csX494" fmla="*/ 130274 w 322329"/>
                <a:gd name="csY494" fmla="*/ 164216 h 219712"/>
                <a:gd name="csX495" fmla="*/ 129194 w 322329"/>
                <a:gd name="csY495" fmla="*/ 164908 h 219712"/>
                <a:gd name="csX496" fmla="*/ 127976 w 322329"/>
                <a:gd name="csY496" fmla="*/ 164817 h 219712"/>
                <a:gd name="csX497" fmla="*/ 124568 w 322329"/>
                <a:gd name="csY497" fmla="*/ 163477 h 219712"/>
                <a:gd name="csX498" fmla="*/ 123160 w 322329"/>
                <a:gd name="csY498" fmla="*/ 161887 h 219712"/>
                <a:gd name="csX499" fmla="*/ 120885 w 322329"/>
                <a:gd name="csY499" fmla="*/ 157566 h 219712"/>
                <a:gd name="csX500" fmla="*/ 119432 w 322329"/>
                <a:gd name="csY500" fmla="*/ 155283 h 219712"/>
                <a:gd name="csX501" fmla="*/ 116031 w 322329"/>
                <a:gd name="csY501" fmla="*/ 151251 h 219712"/>
                <a:gd name="csX502" fmla="*/ 115049 w 322329"/>
                <a:gd name="csY502" fmla="*/ 148861 h 219712"/>
                <a:gd name="csX503" fmla="*/ 113619 w 322329"/>
                <a:gd name="csY503" fmla="*/ 146769 h 219712"/>
                <a:gd name="csX504" fmla="*/ 112744 w 322329"/>
                <a:gd name="csY504" fmla="*/ 145993 h 219712"/>
                <a:gd name="csX505" fmla="*/ 112014 w 322329"/>
                <a:gd name="csY505" fmla="*/ 145095 h 219712"/>
                <a:gd name="csX506" fmla="*/ 111367 w 322329"/>
                <a:gd name="csY506" fmla="*/ 143931 h 219712"/>
                <a:gd name="csX507" fmla="*/ 110400 w 322329"/>
                <a:gd name="csY507" fmla="*/ 143125 h 219712"/>
                <a:gd name="csX508" fmla="*/ 105653 w 322329"/>
                <a:gd name="csY508" fmla="*/ 141337 h 219712"/>
                <a:gd name="csX509" fmla="*/ 104824 w 322329"/>
                <a:gd name="csY509" fmla="*/ 140773 h 219712"/>
                <a:gd name="csX510" fmla="*/ 103903 w 322329"/>
                <a:gd name="csY510" fmla="*/ 140477 h 219712"/>
                <a:gd name="csX511" fmla="*/ 100372 w 322329"/>
                <a:gd name="csY511" fmla="*/ 140294 h 219712"/>
                <a:gd name="csX512" fmla="*/ 98326 w 322329"/>
                <a:gd name="csY512" fmla="*/ 139997 h 219712"/>
                <a:gd name="csX513" fmla="*/ 94476 w 322329"/>
                <a:gd name="csY513" fmla="*/ 138529 h 219712"/>
                <a:gd name="csX514" fmla="*/ 92482 w 322329"/>
                <a:gd name="csY514" fmla="*/ 138088 h 219712"/>
                <a:gd name="csX515" fmla="*/ 90093 w 322329"/>
                <a:gd name="csY515" fmla="*/ 137806 h 219712"/>
                <a:gd name="csX516" fmla="*/ 87773 w 322329"/>
                <a:gd name="csY516" fmla="*/ 137251 h 219712"/>
                <a:gd name="csX517" fmla="*/ 86646 w 322329"/>
                <a:gd name="csY517" fmla="*/ 136703 h 219712"/>
                <a:gd name="csX518" fmla="*/ 85886 w 322329"/>
                <a:gd name="csY518" fmla="*/ 135782 h 219712"/>
                <a:gd name="csX519" fmla="*/ 85437 w 322329"/>
                <a:gd name="csY519" fmla="*/ 133599 h 219712"/>
                <a:gd name="csX520" fmla="*/ 83489 w 322329"/>
                <a:gd name="csY520" fmla="*/ 133835 h 219712"/>
                <a:gd name="csX521" fmla="*/ 81587 w 322329"/>
                <a:gd name="csY521" fmla="*/ 133454 h 219712"/>
                <a:gd name="csX522" fmla="*/ 79746 w 322329"/>
                <a:gd name="csY522" fmla="*/ 132686 h 219712"/>
                <a:gd name="csX523" fmla="*/ 77866 w 322329"/>
                <a:gd name="csY523" fmla="*/ 132221 h 219712"/>
                <a:gd name="csX524" fmla="*/ 76580 w 322329"/>
                <a:gd name="csY524" fmla="*/ 132883 h 219712"/>
                <a:gd name="csX525" fmla="*/ 76185 w 322329"/>
                <a:gd name="csY525" fmla="*/ 134626 h 219712"/>
                <a:gd name="csX526" fmla="*/ 75591 w 322329"/>
                <a:gd name="csY526" fmla="*/ 134717 h 219712"/>
                <a:gd name="csX527" fmla="*/ 74488 w 322329"/>
                <a:gd name="csY527" fmla="*/ 134360 h 219712"/>
                <a:gd name="csX528" fmla="*/ 73940 w 322329"/>
                <a:gd name="csY528" fmla="*/ 134572 h 219712"/>
                <a:gd name="csX529" fmla="*/ 72746 w 322329"/>
                <a:gd name="csY529" fmla="*/ 135371 h 219712"/>
                <a:gd name="csX530" fmla="*/ 71795 w 322329"/>
                <a:gd name="csY530" fmla="*/ 136459 h 219712"/>
                <a:gd name="csX531" fmla="*/ 70030 w 322329"/>
                <a:gd name="csY531" fmla="*/ 136292 h 219712"/>
                <a:gd name="csX532" fmla="*/ 66415 w 322329"/>
                <a:gd name="csY532" fmla="*/ 135196 h 219712"/>
                <a:gd name="csX533" fmla="*/ 64802 w 322329"/>
                <a:gd name="csY533" fmla="*/ 134512 h 219712"/>
                <a:gd name="csX534" fmla="*/ 63433 w 322329"/>
                <a:gd name="csY534" fmla="*/ 133271 h 219712"/>
                <a:gd name="csX535" fmla="*/ 62261 w 322329"/>
                <a:gd name="csY535" fmla="*/ 131864 h 219712"/>
                <a:gd name="csX536" fmla="*/ 61074 w 322329"/>
                <a:gd name="csY536" fmla="*/ 130753 h 219712"/>
                <a:gd name="csX537" fmla="*/ 59613 w 322329"/>
                <a:gd name="csY537" fmla="*/ 129946 h 219712"/>
                <a:gd name="csX538" fmla="*/ 61470 w 322329"/>
                <a:gd name="csY538" fmla="*/ 131864 h 219712"/>
                <a:gd name="csX539" fmla="*/ 65753 w 322329"/>
                <a:gd name="csY539" fmla="*/ 140302 h 219712"/>
                <a:gd name="csX540" fmla="*/ 64681 w 322329"/>
                <a:gd name="csY540" fmla="*/ 140462 h 219712"/>
                <a:gd name="csX541" fmla="*/ 63577 w 322329"/>
                <a:gd name="csY541" fmla="*/ 140248 h 219712"/>
                <a:gd name="csX542" fmla="*/ 64589 w 322329"/>
                <a:gd name="csY542" fmla="*/ 141869 h 219712"/>
                <a:gd name="csX543" fmla="*/ 63425 w 322329"/>
                <a:gd name="csY543" fmla="*/ 142113 h 219712"/>
                <a:gd name="csX544" fmla="*/ 62269 w 322329"/>
                <a:gd name="csY544" fmla="*/ 142097 h 219712"/>
                <a:gd name="csX545" fmla="*/ 59834 w 322329"/>
                <a:gd name="csY545" fmla="*/ 141397 h 219712"/>
                <a:gd name="csX546" fmla="*/ 57414 w 322329"/>
                <a:gd name="csY546" fmla="*/ 141161 h 219712"/>
                <a:gd name="csX547" fmla="*/ 56699 w 322329"/>
                <a:gd name="csY547" fmla="*/ 141504 h 219712"/>
                <a:gd name="csX548" fmla="*/ 57209 w 322329"/>
                <a:gd name="csY548" fmla="*/ 142113 h 219712"/>
                <a:gd name="csX549" fmla="*/ 58061 w 322329"/>
                <a:gd name="csY549" fmla="*/ 143908 h 219712"/>
                <a:gd name="csX550" fmla="*/ 58738 w 322329"/>
                <a:gd name="csY550" fmla="*/ 145787 h 219712"/>
                <a:gd name="csX551" fmla="*/ 55238 w 322329"/>
                <a:gd name="csY551" fmla="*/ 146632 h 219712"/>
                <a:gd name="csX552" fmla="*/ 51647 w 322329"/>
                <a:gd name="csY552" fmla="*/ 147150 h 219712"/>
                <a:gd name="csX553" fmla="*/ 47652 w 322329"/>
                <a:gd name="csY553" fmla="*/ 148161 h 219712"/>
                <a:gd name="csX554" fmla="*/ 43612 w 322329"/>
                <a:gd name="csY554" fmla="*/ 148230 h 219712"/>
                <a:gd name="csX555" fmla="*/ 41543 w 322329"/>
                <a:gd name="csY555" fmla="*/ 147652 h 219712"/>
                <a:gd name="csX556" fmla="*/ 39420 w 322329"/>
                <a:gd name="csY556" fmla="*/ 147325 h 219712"/>
                <a:gd name="csX557" fmla="*/ 37412 w 322329"/>
                <a:gd name="csY557" fmla="*/ 147652 h 219712"/>
                <a:gd name="csX558" fmla="*/ 35472 w 322329"/>
                <a:gd name="csY558" fmla="*/ 148390 h 219712"/>
                <a:gd name="csX559" fmla="*/ 33835 w 322329"/>
                <a:gd name="csY559" fmla="*/ 148268 h 219712"/>
                <a:gd name="csX560" fmla="*/ 32801 w 322329"/>
                <a:gd name="csY560" fmla="*/ 146944 h 219712"/>
                <a:gd name="csX561" fmla="*/ 32322 w 322329"/>
                <a:gd name="csY561" fmla="*/ 145947 h 219712"/>
                <a:gd name="csX562" fmla="*/ 31705 w 322329"/>
                <a:gd name="csY562" fmla="*/ 145080 h 219712"/>
                <a:gd name="csX563" fmla="*/ 30176 w 322329"/>
                <a:gd name="csY563" fmla="*/ 145217 h 219712"/>
                <a:gd name="csX564" fmla="*/ 28700 w 322329"/>
                <a:gd name="csY564" fmla="*/ 145689 h 219712"/>
                <a:gd name="csX565" fmla="*/ 31226 w 322329"/>
                <a:gd name="csY565" fmla="*/ 145742 h 219712"/>
                <a:gd name="csX566" fmla="*/ 31987 w 322329"/>
                <a:gd name="csY566" fmla="*/ 146853 h 219712"/>
                <a:gd name="csX567" fmla="*/ 32641 w 322329"/>
                <a:gd name="csY567" fmla="*/ 148192 h 219712"/>
                <a:gd name="csX568" fmla="*/ 34429 w 322329"/>
                <a:gd name="csY568" fmla="*/ 149409 h 219712"/>
                <a:gd name="csX569" fmla="*/ 36582 w 322329"/>
                <a:gd name="csY569" fmla="*/ 148686 h 219712"/>
                <a:gd name="csX570" fmla="*/ 41322 w 322329"/>
                <a:gd name="csY570" fmla="*/ 148884 h 219712"/>
                <a:gd name="csX571" fmla="*/ 45925 w 322329"/>
                <a:gd name="csY571" fmla="*/ 151007 h 219712"/>
                <a:gd name="csX572" fmla="*/ 47021 w 322329"/>
                <a:gd name="csY572" fmla="*/ 151251 h 219712"/>
                <a:gd name="csX573" fmla="*/ 48025 w 322329"/>
                <a:gd name="csY573" fmla="*/ 151669 h 219712"/>
                <a:gd name="csX574" fmla="*/ 50399 w 322329"/>
                <a:gd name="csY574" fmla="*/ 153761 h 219712"/>
                <a:gd name="csX575" fmla="*/ 52187 w 322329"/>
                <a:gd name="csY575" fmla="*/ 155663 h 219712"/>
                <a:gd name="csX576" fmla="*/ 53694 w 322329"/>
                <a:gd name="csY576" fmla="*/ 157840 h 219712"/>
                <a:gd name="csX577" fmla="*/ 54013 w 322329"/>
                <a:gd name="csY577" fmla="*/ 158692 h 219712"/>
                <a:gd name="csX578" fmla="*/ 53907 w 322329"/>
                <a:gd name="csY578" fmla="*/ 160974 h 219712"/>
                <a:gd name="csX579" fmla="*/ 53450 w 322329"/>
                <a:gd name="csY579" fmla="*/ 162108 h 219712"/>
                <a:gd name="csX580" fmla="*/ 50475 w 322329"/>
                <a:gd name="csY580" fmla="*/ 163713 h 219712"/>
                <a:gd name="csX581" fmla="*/ 47303 w 322329"/>
                <a:gd name="csY581" fmla="*/ 164931 h 219712"/>
                <a:gd name="csX582" fmla="*/ 42624 w 322329"/>
                <a:gd name="csY582" fmla="*/ 167297 h 219712"/>
                <a:gd name="csX583" fmla="*/ 38096 w 322329"/>
                <a:gd name="csY583" fmla="*/ 169990 h 219712"/>
                <a:gd name="csX584" fmla="*/ 35715 w 322329"/>
                <a:gd name="csY584" fmla="*/ 169465 h 219712"/>
                <a:gd name="csX585" fmla="*/ 33569 w 322329"/>
                <a:gd name="csY585" fmla="*/ 168035 h 219712"/>
                <a:gd name="csX586" fmla="*/ 32740 w 322329"/>
                <a:gd name="csY586" fmla="*/ 167647 h 219712"/>
                <a:gd name="csX587" fmla="*/ 30526 w 322329"/>
                <a:gd name="csY587" fmla="*/ 166871 h 219712"/>
                <a:gd name="csX588" fmla="*/ 29179 w 322329"/>
                <a:gd name="csY588" fmla="*/ 166589 h 219712"/>
                <a:gd name="csX589" fmla="*/ 23823 w 322329"/>
                <a:gd name="csY589" fmla="*/ 167198 h 219712"/>
                <a:gd name="csX590" fmla="*/ 18459 w 322329"/>
                <a:gd name="csY590" fmla="*/ 167510 h 219712"/>
                <a:gd name="csX591" fmla="*/ 16191 w 322329"/>
                <a:gd name="csY591" fmla="*/ 167487 h 219712"/>
                <a:gd name="csX592" fmla="*/ 14000 w 322329"/>
                <a:gd name="csY592" fmla="*/ 167031 h 219712"/>
                <a:gd name="csX593" fmla="*/ 11588 w 322329"/>
                <a:gd name="csY593" fmla="*/ 166186 h 219712"/>
                <a:gd name="csX594" fmla="*/ 9199 w 322329"/>
                <a:gd name="csY594" fmla="*/ 166559 h 219712"/>
                <a:gd name="csX595" fmla="*/ 7563 w 322329"/>
                <a:gd name="csY595" fmla="*/ 167548 h 219712"/>
                <a:gd name="csX596" fmla="*/ 5775 w 322329"/>
                <a:gd name="csY596" fmla="*/ 167700 h 219712"/>
                <a:gd name="csX597" fmla="*/ 2427 w 322329"/>
                <a:gd name="csY597" fmla="*/ 165494 h 219712"/>
                <a:gd name="csX598" fmla="*/ 2420 w 322329"/>
                <a:gd name="csY598" fmla="*/ 165212 h 219712"/>
                <a:gd name="csX599" fmla="*/ 2420 w 322329"/>
                <a:gd name="csY599" fmla="*/ 160845 h 219712"/>
                <a:gd name="csX600" fmla="*/ 2420 w 322329"/>
                <a:gd name="csY600" fmla="*/ 156485 h 219712"/>
                <a:gd name="csX601" fmla="*/ 2420 w 322329"/>
                <a:gd name="csY601" fmla="*/ 152125 h 219712"/>
                <a:gd name="csX602" fmla="*/ 2412 w 322329"/>
                <a:gd name="csY602" fmla="*/ 147766 h 219712"/>
                <a:gd name="csX603" fmla="*/ 2412 w 322329"/>
                <a:gd name="csY603" fmla="*/ 143406 h 219712"/>
                <a:gd name="csX604" fmla="*/ 2412 w 322329"/>
                <a:gd name="csY604" fmla="*/ 139054 h 219712"/>
                <a:gd name="csX605" fmla="*/ 2412 w 322329"/>
                <a:gd name="csY605" fmla="*/ 134702 h 219712"/>
                <a:gd name="csX606" fmla="*/ 2412 w 322329"/>
                <a:gd name="csY606" fmla="*/ 130350 h 219712"/>
                <a:gd name="csX607" fmla="*/ 2405 w 322329"/>
                <a:gd name="csY607" fmla="*/ 125998 h 219712"/>
                <a:gd name="csX608" fmla="*/ 2405 w 322329"/>
                <a:gd name="csY608" fmla="*/ 121653 h 219712"/>
                <a:gd name="csX609" fmla="*/ 2405 w 322329"/>
                <a:gd name="csY609" fmla="*/ 118077 h 219712"/>
                <a:gd name="csX610" fmla="*/ 1218 w 322329"/>
                <a:gd name="csY610" fmla="*/ 116685 h 219712"/>
                <a:gd name="csX611" fmla="*/ 0 w 322329"/>
                <a:gd name="csY611" fmla="*/ 114547 h 219712"/>
                <a:gd name="csX612" fmla="*/ 259 w 322329"/>
                <a:gd name="csY612" fmla="*/ 111800 h 219712"/>
                <a:gd name="csX613" fmla="*/ 1735 w 322329"/>
                <a:gd name="csY613" fmla="*/ 108407 h 219712"/>
                <a:gd name="csX614" fmla="*/ 2397 w 322329"/>
                <a:gd name="csY614" fmla="*/ 106139 h 219712"/>
                <a:gd name="csX615" fmla="*/ 2397 w 322329"/>
                <a:gd name="csY615" fmla="*/ 104291 h 219712"/>
                <a:gd name="csX616" fmla="*/ 2397 w 322329"/>
                <a:gd name="csY616" fmla="*/ 99954 h 219712"/>
                <a:gd name="csX617" fmla="*/ 2397 w 322329"/>
                <a:gd name="csY617" fmla="*/ 95617 h 219712"/>
                <a:gd name="csX618" fmla="*/ 2389 w 322329"/>
                <a:gd name="csY618" fmla="*/ 91280 h 219712"/>
                <a:gd name="csX619" fmla="*/ 2389 w 322329"/>
                <a:gd name="csY619" fmla="*/ 86950 h 219712"/>
                <a:gd name="csX620" fmla="*/ 2389 w 322329"/>
                <a:gd name="csY620" fmla="*/ 82621 h 219712"/>
                <a:gd name="csX621" fmla="*/ 2389 w 322329"/>
                <a:gd name="csY621" fmla="*/ 78292 h 219712"/>
                <a:gd name="csX622" fmla="*/ 2389 w 322329"/>
                <a:gd name="csY622" fmla="*/ 73963 h 219712"/>
                <a:gd name="csX623" fmla="*/ 2382 w 322329"/>
                <a:gd name="csY623" fmla="*/ 69633 h 219712"/>
                <a:gd name="csX624" fmla="*/ 2382 w 322329"/>
                <a:gd name="csY624" fmla="*/ 65312 h 219712"/>
                <a:gd name="csX625" fmla="*/ 2382 w 322329"/>
                <a:gd name="csY625" fmla="*/ 60990 h 219712"/>
                <a:gd name="csX626" fmla="*/ 2382 w 322329"/>
                <a:gd name="csY626" fmla="*/ 56669 h 219712"/>
                <a:gd name="csX627" fmla="*/ 2382 w 322329"/>
                <a:gd name="csY627" fmla="*/ 52347 h 219712"/>
                <a:gd name="csX628" fmla="*/ 2374 w 322329"/>
                <a:gd name="csY628" fmla="*/ 48025 h 219712"/>
                <a:gd name="csX629" fmla="*/ 2374 w 322329"/>
                <a:gd name="csY629" fmla="*/ 43703 h 219712"/>
                <a:gd name="csX630" fmla="*/ 2374 w 322329"/>
                <a:gd name="csY630" fmla="*/ 39382 h 219712"/>
                <a:gd name="csX631" fmla="*/ 2367 w 322329"/>
                <a:gd name="csY631" fmla="*/ 35068 h 219712"/>
                <a:gd name="csX632" fmla="*/ 2367 w 322329"/>
                <a:gd name="csY632" fmla="*/ 30754 h 219712"/>
                <a:gd name="csX633" fmla="*/ 2367 w 322329"/>
                <a:gd name="csY633" fmla="*/ 28152 h 219712"/>
                <a:gd name="csX634" fmla="*/ 2367 w 322329"/>
                <a:gd name="csY634" fmla="*/ 26721 h 219712"/>
                <a:gd name="csX635" fmla="*/ 2367 w 322329"/>
                <a:gd name="csY635" fmla="*/ 26638 h 219712"/>
                <a:gd name="csX636" fmla="*/ 3006 w 322329"/>
                <a:gd name="csY636" fmla="*/ 26645 h 219712"/>
                <a:gd name="csX637" fmla="*/ 5166 w 322329"/>
                <a:gd name="csY637" fmla="*/ 26668 h 219712"/>
                <a:gd name="csX638" fmla="*/ 6901 w 322329"/>
                <a:gd name="csY638" fmla="*/ 27018 h 219712"/>
                <a:gd name="csX639" fmla="*/ 17599 w 322329"/>
                <a:gd name="csY639" fmla="*/ 31629 h 219712"/>
                <a:gd name="csX640" fmla="*/ 20794 w 322329"/>
                <a:gd name="csY640" fmla="*/ 33478 h 219712"/>
                <a:gd name="csX641" fmla="*/ 21890 w 322329"/>
                <a:gd name="csY641" fmla="*/ 33911 h 219712"/>
                <a:gd name="csX642" fmla="*/ 22963 w 322329"/>
                <a:gd name="csY642" fmla="*/ 33926 h 219712"/>
                <a:gd name="csX643" fmla="*/ 23990 w 322329"/>
                <a:gd name="csY643" fmla="*/ 34140 h 219712"/>
                <a:gd name="csX644" fmla="*/ 28814 w 322329"/>
                <a:gd name="csY644" fmla="*/ 36688 h 219712"/>
                <a:gd name="csX645" fmla="*/ 36019 w 322329"/>
                <a:gd name="csY645" fmla="*/ 39260 h 219712"/>
                <a:gd name="csX646" fmla="*/ 43628 w 322329"/>
                <a:gd name="csY646" fmla="*/ 41725 h 219712"/>
                <a:gd name="csX647" fmla="*/ 45986 w 322329"/>
                <a:gd name="csY647" fmla="*/ 42243 h 219712"/>
                <a:gd name="csX648" fmla="*/ 48429 w 322329"/>
                <a:gd name="csY648" fmla="*/ 42456 h 219712"/>
                <a:gd name="csX649" fmla="*/ 53724 w 322329"/>
                <a:gd name="csY649" fmla="*/ 43308 h 219712"/>
                <a:gd name="csX650" fmla="*/ 56517 w 322329"/>
                <a:gd name="csY650" fmla="*/ 44069 h 219712"/>
                <a:gd name="csX651" fmla="*/ 60602 w 322329"/>
                <a:gd name="csY651" fmla="*/ 47089 h 219712"/>
                <a:gd name="csX652" fmla="*/ 62664 w 322329"/>
                <a:gd name="csY652" fmla="*/ 48025 h 219712"/>
                <a:gd name="csX653" fmla="*/ 64597 w 322329"/>
                <a:gd name="csY653" fmla="*/ 49729 h 219712"/>
                <a:gd name="csX654" fmla="*/ 67328 w 322329"/>
                <a:gd name="csY654" fmla="*/ 51563 h 219712"/>
                <a:gd name="csX655" fmla="*/ 68409 w 322329"/>
                <a:gd name="csY655" fmla="*/ 52027 h 219712"/>
                <a:gd name="csX656" fmla="*/ 69596 w 322329"/>
                <a:gd name="csY656" fmla="*/ 52271 h 219712"/>
                <a:gd name="csX657" fmla="*/ 258441 w 322329"/>
                <a:gd name="csY657" fmla="*/ 72289 h 219712"/>
                <a:gd name="csX658" fmla="*/ 256858 w 322329"/>
                <a:gd name="csY658" fmla="*/ 73909 h 219712"/>
                <a:gd name="csX659" fmla="*/ 255876 w 322329"/>
                <a:gd name="csY659" fmla="*/ 72395 h 219712"/>
                <a:gd name="csX660" fmla="*/ 254614 w 322329"/>
                <a:gd name="csY660" fmla="*/ 71072 h 219712"/>
                <a:gd name="csX661" fmla="*/ 253616 w 322329"/>
                <a:gd name="csY661" fmla="*/ 69717 h 219712"/>
                <a:gd name="csX662" fmla="*/ 252346 w 322329"/>
                <a:gd name="csY662" fmla="*/ 66795 h 219712"/>
                <a:gd name="csX663" fmla="*/ 252285 w 322329"/>
                <a:gd name="csY663" fmla="*/ 65327 h 219712"/>
                <a:gd name="csX664" fmla="*/ 252620 w 322329"/>
                <a:gd name="csY664" fmla="*/ 63767 h 219712"/>
                <a:gd name="csX665" fmla="*/ 252696 w 322329"/>
                <a:gd name="csY665" fmla="*/ 62192 h 219712"/>
                <a:gd name="csX666" fmla="*/ 252087 w 322329"/>
                <a:gd name="csY666" fmla="*/ 58997 h 219712"/>
                <a:gd name="csX667" fmla="*/ 250596 w 322329"/>
                <a:gd name="csY667" fmla="*/ 56083 h 219712"/>
                <a:gd name="csX668" fmla="*/ 245414 w 322329"/>
                <a:gd name="csY668" fmla="*/ 49136 h 219712"/>
                <a:gd name="csX669" fmla="*/ 243786 w 322329"/>
                <a:gd name="csY669" fmla="*/ 47318 h 219712"/>
                <a:gd name="csX670" fmla="*/ 241922 w 322329"/>
                <a:gd name="csY670" fmla="*/ 45689 h 219712"/>
                <a:gd name="csX671" fmla="*/ 240728 w 322329"/>
                <a:gd name="csY671" fmla="*/ 45294 h 219712"/>
                <a:gd name="csX672" fmla="*/ 238316 w 322329"/>
                <a:gd name="csY672" fmla="*/ 44906 h 219712"/>
                <a:gd name="csX673" fmla="*/ 237243 w 322329"/>
                <a:gd name="csY673" fmla="*/ 44578 h 219712"/>
                <a:gd name="csX674" fmla="*/ 235249 w 322329"/>
                <a:gd name="csY674" fmla="*/ 43445 h 219712"/>
                <a:gd name="csX675" fmla="*/ 233401 w 322329"/>
                <a:gd name="csY675" fmla="*/ 42128 h 219712"/>
                <a:gd name="csX676" fmla="*/ 228812 w 322329"/>
                <a:gd name="csY676" fmla="*/ 38210 h 219712"/>
                <a:gd name="csX677" fmla="*/ 226393 w 322329"/>
                <a:gd name="csY677" fmla="*/ 37099 h 219712"/>
                <a:gd name="csX678" fmla="*/ 225115 w 322329"/>
                <a:gd name="csY678" fmla="*/ 35730 h 219712"/>
                <a:gd name="csX679" fmla="*/ 217894 w 322329"/>
                <a:gd name="csY679" fmla="*/ 31317 h 219712"/>
                <a:gd name="csX680" fmla="*/ 215787 w 322329"/>
                <a:gd name="csY680" fmla="*/ 30274 h 219712"/>
                <a:gd name="csX681" fmla="*/ 213215 w 322329"/>
                <a:gd name="csY681" fmla="*/ 30274 h 219712"/>
                <a:gd name="csX682" fmla="*/ 211047 w 322329"/>
                <a:gd name="csY682" fmla="*/ 29407 h 219712"/>
                <a:gd name="csX683" fmla="*/ 212766 w 322329"/>
                <a:gd name="csY683" fmla="*/ 28859 h 219712"/>
                <a:gd name="csX684" fmla="*/ 213124 w 322329"/>
                <a:gd name="csY684" fmla="*/ 27383 h 219712"/>
                <a:gd name="csX685" fmla="*/ 212743 w 322329"/>
                <a:gd name="csY685" fmla="*/ 25884 h 219712"/>
                <a:gd name="csX686" fmla="*/ 216373 w 322329"/>
                <a:gd name="csY686" fmla="*/ 28334 h 219712"/>
                <a:gd name="csX687" fmla="*/ 220200 w 322329"/>
                <a:gd name="csY687" fmla="*/ 30472 h 219712"/>
                <a:gd name="csX688" fmla="*/ 221311 w 322329"/>
                <a:gd name="csY688" fmla="*/ 32199 h 219712"/>
                <a:gd name="csX689" fmla="*/ 223198 w 322329"/>
                <a:gd name="csY689" fmla="*/ 32306 h 219712"/>
                <a:gd name="csX690" fmla="*/ 226629 w 322329"/>
                <a:gd name="csY690" fmla="*/ 33736 h 219712"/>
                <a:gd name="csX691" fmla="*/ 228988 w 322329"/>
                <a:gd name="csY691" fmla="*/ 35022 h 219712"/>
                <a:gd name="csX692" fmla="*/ 231209 w 322329"/>
                <a:gd name="csY692" fmla="*/ 36506 h 219712"/>
                <a:gd name="csX693" fmla="*/ 233713 w 322329"/>
                <a:gd name="csY693" fmla="*/ 38629 h 219712"/>
                <a:gd name="csX694" fmla="*/ 238536 w 322329"/>
                <a:gd name="csY694" fmla="*/ 40295 h 219712"/>
                <a:gd name="csX695" fmla="*/ 239221 w 322329"/>
                <a:gd name="csY695" fmla="*/ 40904 h 219712"/>
                <a:gd name="csX696" fmla="*/ 241664 w 322329"/>
                <a:gd name="csY696" fmla="*/ 43673 h 219712"/>
                <a:gd name="csX697" fmla="*/ 244867 w 322329"/>
                <a:gd name="csY697" fmla="*/ 46024 h 219712"/>
                <a:gd name="csX698" fmla="*/ 245962 w 322329"/>
                <a:gd name="csY698" fmla="*/ 47318 h 219712"/>
                <a:gd name="csX699" fmla="*/ 259543 w 322329"/>
                <a:gd name="csY699" fmla="*/ 58449 h 219712"/>
                <a:gd name="csX700" fmla="*/ 261841 w 322329"/>
                <a:gd name="csY700" fmla="*/ 61568 h 219712"/>
                <a:gd name="csX701" fmla="*/ 262016 w 322329"/>
                <a:gd name="csY701" fmla="*/ 63699 h 219712"/>
                <a:gd name="csX702" fmla="*/ 261568 w 322329"/>
                <a:gd name="csY702" fmla="*/ 64536 h 219712"/>
                <a:gd name="csX703" fmla="*/ 260137 w 322329"/>
                <a:gd name="csY703" fmla="*/ 66339 h 219712"/>
                <a:gd name="csX704" fmla="*/ 260160 w 322329"/>
                <a:gd name="csY704" fmla="*/ 68469 h 219712"/>
                <a:gd name="csX705" fmla="*/ 259680 w 322329"/>
                <a:gd name="csY705" fmla="*/ 70379 h 219712"/>
                <a:gd name="csX706" fmla="*/ 258441 w 322329"/>
                <a:gd name="csY706" fmla="*/ 72289 h 219712"/>
                <a:gd name="csX707" fmla="*/ 204435 w 322329"/>
                <a:gd name="csY707" fmla="*/ 27764 h 219712"/>
                <a:gd name="csX708" fmla="*/ 200174 w 322329"/>
                <a:gd name="csY708" fmla="*/ 28053 h 219712"/>
                <a:gd name="csX709" fmla="*/ 198645 w 322329"/>
                <a:gd name="csY709" fmla="*/ 27733 h 219712"/>
                <a:gd name="csX710" fmla="*/ 197275 w 322329"/>
                <a:gd name="csY710" fmla="*/ 26508 h 219712"/>
                <a:gd name="csX711" fmla="*/ 196035 w 322329"/>
                <a:gd name="csY711" fmla="*/ 24598 h 219712"/>
                <a:gd name="csX712" fmla="*/ 194787 w 322329"/>
                <a:gd name="csY712" fmla="*/ 24149 h 219712"/>
                <a:gd name="csX713" fmla="*/ 194285 w 322329"/>
                <a:gd name="csY713" fmla="*/ 23777 h 219712"/>
                <a:gd name="csX714" fmla="*/ 197298 w 322329"/>
                <a:gd name="csY714" fmla="*/ 22316 h 219712"/>
                <a:gd name="csX715" fmla="*/ 199969 w 322329"/>
                <a:gd name="csY715" fmla="*/ 21875 h 219712"/>
                <a:gd name="csX716" fmla="*/ 204282 w 322329"/>
                <a:gd name="csY716" fmla="*/ 23701 h 219712"/>
                <a:gd name="csX717" fmla="*/ 204724 w 322329"/>
                <a:gd name="csY717" fmla="*/ 24614 h 219712"/>
                <a:gd name="csX718" fmla="*/ 204762 w 322329"/>
                <a:gd name="csY718" fmla="*/ 25207 h 219712"/>
                <a:gd name="csX719" fmla="*/ 204640 w 322329"/>
                <a:gd name="csY719" fmla="*/ 27147 h 219712"/>
                <a:gd name="csX720" fmla="*/ 204435 w 322329"/>
                <a:gd name="csY720" fmla="*/ 27764 h 219712"/>
                <a:gd name="csX721" fmla="*/ 149775 w 322329"/>
                <a:gd name="csY721" fmla="*/ 19729 h 219712"/>
                <a:gd name="csX722" fmla="*/ 149082 w 322329"/>
                <a:gd name="csY722" fmla="*/ 20847 h 219712"/>
                <a:gd name="csX723" fmla="*/ 147469 w 322329"/>
                <a:gd name="csY723" fmla="*/ 20748 h 219712"/>
                <a:gd name="csX724" fmla="*/ 146754 w 322329"/>
                <a:gd name="csY724" fmla="*/ 20421 h 219712"/>
                <a:gd name="csX725" fmla="*/ 147918 w 322329"/>
                <a:gd name="csY725" fmla="*/ 20208 h 219712"/>
                <a:gd name="csX726" fmla="*/ 148390 w 322329"/>
                <a:gd name="csY726" fmla="*/ 19288 h 219712"/>
                <a:gd name="csX727" fmla="*/ 148892 w 322329"/>
                <a:gd name="csY727" fmla="*/ 18961 h 219712"/>
                <a:gd name="csX728" fmla="*/ 149775 w 322329"/>
                <a:gd name="csY728" fmla="*/ 19729 h 219712"/>
                <a:gd name="csX729" fmla="*/ 132488 w 322329"/>
                <a:gd name="csY729" fmla="*/ 12874 h 219712"/>
                <a:gd name="csX730" fmla="*/ 139610 w 322329"/>
                <a:gd name="csY730" fmla="*/ 14251 h 219712"/>
                <a:gd name="csX731" fmla="*/ 140081 w 322329"/>
                <a:gd name="csY731" fmla="*/ 14236 h 219712"/>
                <a:gd name="csX732" fmla="*/ 139998 w 322329"/>
                <a:gd name="csY732" fmla="*/ 13741 h 219712"/>
                <a:gd name="csX733" fmla="*/ 140120 w 322329"/>
                <a:gd name="csY733" fmla="*/ 13604 h 219712"/>
                <a:gd name="csX734" fmla="*/ 140546 w 322329"/>
                <a:gd name="csY734" fmla="*/ 13962 h 219712"/>
                <a:gd name="csX735" fmla="*/ 140409 w 322329"/>
                <a:gd name="csY735" fmla="*/ 14966 h 219712"/>
                <a:gd name="csX736" fmla="*/ 139290 w 322329"/>
                <a:gd name="csY736" fmla="*/ 15217 h 219712"/>
                <a:gd name="csX737" fmla="*/ 138240 w 322329"/>
                <a:gd name="csY737" fmla="*/ 15118 h 219712"/>
                <a:gd name="csX738" fmla="*/ 137495 w 322329"/>
                <a:gd name="csY738" fmla="*/ 15643 h 219712"/>
                <a:gd name="csX739" fmla="*/ 135456 w 322329"/>
                <a:gd name="csY739" fmla="*/ 17583 h 219712"/>
                <a:gd name="csX740" fmla="*/ 134086 w 322329"/>
                <a:gd name="csY740" fmla="*/ 17264 h 219712"/>
                <a:gd name="csX741" fmla="*/ 132412 w 322329"/>
                <a:gd name="csY741" fmla="*/ 17697 h 219712"/>
                <a:gd name="csX742" fmla="*/ 129475 w 322329"/>
                <a:gd name="csY742" fmla="*/ 17736 h 219712"/>
                <a:gd name="csX743" fmla="*/ 125664 w 322329"/>
                <a:gd name="csY743" fmla="*/ 16883 h 219712"/>
                <a:gd name="csX744" fmla="*/ 124614 w 322329"/>
                <a:gd name="csY744" fmla="*/ 17606 h 219712"/>
                <a:gd name="csX745" fmla="*/ 123259 w 322329"/>
                <a:gd name="csY745" fmla="*/ 17408 h 219712"/>
                <a:gd name="csX746" fmla="*/ 121912 w 322329"/>
                <a:gd name="csY746" fmla="*/ 18200 h 219712"/>
                <a:gd name="csX747" fmla="*/ 121357 w 322329"/>
                <a:gd name="csY747" fmla="*/ 18162 h 219712"/>
                <a:gd name="csX748" fmla="*/ 121030 w 322329"/>
                <a:gd name="csY748" fmla="*/ 17005 h 219712"/>
                <a:gd name="csX749" fmla="*/ 121053 w 322329"/>
                <a:gd name="csY749" fmla="*/ 16412 h 219712"/>
                <a:gd name="csX750" fmla="*/ 122650 w 322329"/>
                <a:gd name="csY750" fmla="*/ 15917 h 219712"/>
                <a:gd name="csX751" fmla="*/ 122415 w 322329"/>
                <a:gd name="csY751" fmla="*/ 14099 h 219712"/>
                <a:gd name="csX752" fmla="*/ 123700 w 322329"/>
                <a:gd name="csY752" fmla="*/ 13186 h 219712"/>
                <a:gd name="csX753" fmla="*/ 125922 w 322329"/>
                <a:gd name="csY753" fmla="*/ 13262 h 219712"/>
                <a:gd name="csX754" fmla="*/ 127992 w 322329"/>
                <a:gd name="csY754" fmla="*/ 12645 h 219712"/>
                <a:gd name="csX755" fmla="*/ 132488 w 322329"/>
                <a:gd name="csY755" fmla="*/ 12874 h 219712"/>
                <a:gd name="csX756" fmla="*/ 190108 w 322329"/>
                <a:gd name="csY756" fmla="*/ 4230 h 219712"/>
                <a:gd name="csX757" fmla="*/ 190054 w 322329"/>
                <a:gd name="csY757" fmla="*/ 4999 h 219712"/>
                <a:gd name="csX758" fmla="*/ 188518 w 322329"/>
                <a:gd name="csY758" fmla="*/ 4611 h 219712"/>
                <a:gd name="csX759" fmla="*/ 188091 w 322329"/>
                <a:gd name="csY759" fmla="*/ 4732 h 219712"/>
                <a:gd name="csX760" fmla="*/ 185413 w 322329"/>
                <a:gd name="csY760" fmla="*/ 2511 h 219712"/>
                <a:gd name="csX761" fmla="*/ 185459 w 322329"/>
                <a:gd name="csY761" fmla="*/ 1156 h 219712"/>
                <a:gd name="csX762" fmla="*/ 186167 w 322329"/>
                <a:gd name="csY762" fmla="*/ 0 h 219712"/>
                <a:gd name="csX763" fmla="*/ 187277 w 322329"/>
                <a:gd name="csY763" fmla="*/ 183 h 219712"/>
                <a:gd name="csX764" fmla="*/ 189248 w 322329"/>
                <a:gd name="csY764" fmla="*/ 1636 h 219712"/>
                <a:gd name="csX765" fmla="*/ 190108 w 322329"/>
                <a:gd name="csY765" fmla="*/ 4230 h 2197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Lst>
              <a:rect l="l" t="t" r="r" b="b"/>
              <a:pathLst>
                <a:path w="322329" h="219712">
                  <a:moveTo>
                    <a:pt x="270622" y="216364"/>
                  </a:moveTo>
                  <a:lnTo>
                    <a:pt x="274190" y="217498"/>
                  </a:lnTo>
                  <a:lnTo>
                    <a:pt x="275400" y="218754"/>
                  </a:lnTo>
                  <a:lnTo>
                    <a:pt x="274114" y="219324"/>
                  </a:lnTo>
                  <a:lnTo>
                    <a:pt x="270994" y="219712"/>
                  </a:lnTo>
                  <a:lnTo>
                    <a:pt x="270264" y="218944"/>
                  </a:lnTo>
                  <a:lnTo>
                    <a:pt x="267266" y="218168"/>
                  </a:lnTo>
                  <a:lnTo>
                    <a:pt x="266787" y="216768"/>
                  </a:lnTo>
                  <a:lnTo>
                    <a:pt x="265296" y="217247"/>
                  </a:lnTo>
                  <a:lnTo>
                    <a:pt x="266057" y="216266"/>
                  </a:lnTo>
                  <a:lnTo>
                    <a:pt x="264177" y="215155"/>
                  </a:lnTo>
                  <a:lnTo>
                    <a:pt x="263592" y="213671"/>
                  </a:lnTo>
                  <a:lnTo>
                    <a:pt x="263515" y="213070"/>
                  </a:lnTo>
                  <a:lnTo>
                    <a:pt x="265722" y="213762"/>
                  </a:lnTo>
                  <a:lnTo>
                    <a:pt x="270622" y="216364"/>
                  </a:lnTo>
                  <a:close/>
                  <a:moveTo>
                    <a:pt x="286524" y="213884"/>
                  </a:moveTo>
                  <a:lnTo>
                    <a:pt x="286212" y="215063"/>
                  </a:lnTo>
                  <a:lnTo>
                    <a:pt x="285428" y="214668"/>
                  </a:lnTo>
                  <a:lnTo>
                    <a:pt x="283108" y="215277"/>
                  </a:lnTo>
                  <a:lnTo>
                    <a:pt x="281890" y="215140"/>
                  </a:lnTo>
                  <a:lnTo>
                    <a:pt x="281190" y="214082"/>
                  </a:lnTo>
                  <a:lnTo>
                    <a:pt x="281022" y="213595"/>
                  </a:lnTo>
                  <a:lnTo>
                    <a:pt x="283039" y="213975"/>
                  </a:lnTo>
                  <a:lnTo>
                    <a:pt x="282704" y="212804"/>
                  </a:lnTo>
                  <a:lnTo>
                    <a:pt x="285611" y="213405"/>
                  </a:lnTo>
                  <a:lnTo>
                    <a:pt x="286524" y="213884"/>
                  </a:lnTo>
                  <a:close/>
                  <a:moveTo>
                    <a:pt x="214303" y="196681"/>
                  </a:moveTo>
                  <a:lnTo>
                    <a:pt x="213999" y="198370"/>
                  </a:lnTo>
                  <a:lnTo>
                    <a:pt x="212249" y="197868"/>
                  </a:lnTo>
                  <a:lnTo>
                    <a:pt x="211891" y="197503"/>
                  </a:lnTo>
                  <a:lnTo>
                    <a:pt x="212180" y="196438"/>
                  </a:lnTo>
                  <a:lnTo>
                    <a:pt x="213732" y="196392"/>
                  </a:lnTo>
                  <a:lnTo>
                    <a:pt x="214303" y="196681"/>
                  </a:lnTo>
                  <a:close/>
                  <a:moveTo>
                    <a:pt x="218191" y="184926"/>
                  </a:moveTo>
                  <a:lnTo>
                    <a:pt x="219096" y="184926"/>
                  </a:lnTo>
                  <a:lnTo>
                    <a:pt x="220610" y="183321"/>
                  </a:lnTo>
                  <a:lnTo>
                    <a:pt x="221927" y="182834"/>
                  </a:lnTo>
                  <a:lnTo>
                    <a:pt x="222787" y="183564"/>
                  </a:lnTo>
                  <a:lnTo>
                    <a:pt x="221387" y="188692"/>
                  </a:lnTo>
                  <a:lnTo>
                    <a:pt x="220207" y="187916"/>
                  </a:lnTo>
                  <a:lnTo>
                    <a:pt x="215589" y="186486"/>
                  </a:lnTo>
                  <a:lnTo>
                    <a:pt x="215445" y="184454"/>
                  </a:lnTo>
                  <a:lnTo>
                    <a:pt x="214242" y="183800"/>
                  </a:lnTo>
                  <a:lnTo>
                    <a:pt x="213496" y="181822"/>
                  </a:lnTo>
                  <a:lnTo>
                    <a:pt x="211967" y="179630"/>
                  </a:lnTo>
                  <a:lnTo>
                    <a:pt x="211678" y="178223"/>
                  </a:lnTo>
                  <a:lnTo>
                    <a:pt x="212545" y="178801"/>
                  </a:lnTo>
                  <a:lnTo>
                    <a:pt x="213520" y="180231"/>
                  </a:lnTo>
                  <a:lnTo>
                    <a:pt x="217559" y="183168"/>
                  </a:lnTo>
                  <a:lnTo>
                    <a:pt x="217400" y="184120"/>
                  </a:lnTo>
                  <a:lnTo>
                    <a:pt x="218191" y="184926"/>
                  </a:lnTo>
                  <a:close/>
                  <a:moveTo>
                    <a:pt x="206390" y="170432"/>
                  </a:moveTo>
                  <a:lnTo>
                    <a:pt x="209403" y="172189"/>
                  </a:lnTo>
                  <a:lnTo>
                    <a:pt x="211054" y="171679"/>
                  </a:lnTo>
                  <a:lnTo>
                    <a:pt x="211952" y="171969"/>
                  </a:lnTo>
                  <a:lnTo>
                    <a:pt x="213885" y="174008"/>
                  </a:lnTo>
                  <a:lnTo>
                    <a:pt x="213991" y="175499"/>
                  </a:lnTo>
                  <a:lnTo>
                    <a:pt x="214303" y="176777"/>
                  </a:lnTo>
                  <a:lnTo>
                    <a:pt x="214204" y="177340"/>
                  </a:lnTo>
                  <a:lnTo>
                    <a:pt x="213131" y="178101"/>
                  </a:lnTo>
                  <a:lnTo>
                    <a:pt x="213230" y="177234"/>
                  </a:lnTo>
                  <a:lnTo>
                    <a:pt x="212409" y="177066"/>
                  </a:lnTo>
                  <a:lnTo>
                    <a:pt x="209601" y="177104"/>
                  </a:lnTo>
                  <a:lnTo>
                    <a:pt x="207425" y="176564"/>
                  </a:lnTo>
                  <a:lnTo>
                    <a:pt x="204427" y="176420"/>
                  </a:lnTo>
                  <a:lnTo>
                    <a:pt x="205690" y="175065"/>
                  </a:lnTo>
                  <a:lnTo>
                    <a:pt x="205972" y="174510"/>
                  </a:lnTo>
                  <a:lnTo>
                    <a:pt x="204397" y="172334"/>
                  </a:lnTo>
                  <a:lnTo>
                    <a:pt x="204328" y="171299"/>
                  </a:lnTo>
                  <a:lnTo>
                    <a:pt x="204458" y="170728"/>
                  </a:lnTo>
                  <a:lnTo>
                    <a:pt x="205774" y="170416"/>
                  </a:lnTo>
                  <a:lnTo>
                    <a:pt x="206390" y="170432"/>
                  </a:lnTo>
                  <a:close/>
                  <a:moveTo>
                    <a:pt x="202487" y="173597"/>
                  </a:moveTo>
                  <a:lnTo>
                    <a:pt x="202190" y="174129"/>
                  </a:lnTo>
                  <a:lnTo>
                    <a:pt x="200943" y="173741"/>
                  </a:lnTo>
                  <a:lnTo>
                    <a:pt x="197458" y="170766"/>
                  </a:lnTo>
                  <a:lnTo>
                    <a:pt x="197998" y="168560"/>
                  </a:lnTo>
                  <a:lnTo>
                    <a:pt x="199565" y="167419"/>
                  </a:lnTo>
                  <a:lnTo>
                    <a:pt x="201947" y="168667"/>
                  </a:lnTo>
                  <a:lnTo>
                    <a:pt x="202738" y="170493"/>
                  </a:lnTo>
                  <a:lnTo>
                    <a:pt x="202974" y="171512"/>
                  </a:lnTo>
                  <a:lnTo>
                    <a:pt x="202487" y="173597"/>
                  </a:lnTo>
                  <a:close/>
                  <a:moveTo>
                    <a:pt x="251296" y="162108"/>
                  </a:moveTo>
                  <a:lnTo>
                    <a:pt x="252536" y="162427"/>
                  </a:lnTo>
                  <a:lnTo>
                    <a:pt x="255116" y="162268"/>
                  </a:lnTo>
                  <a:lnTo>
                    <a:pt x="255968" y="163500"/>
                  </a:lnTo>
                  <a:lnTo>
                    <a:pt x="257147" y="163926"/>
                  </a:lnTo>
                  <a:lnTo>
                    <a:pt x="258167" y="164482"/>
                  </a:lnTo>
                  <a:lnTo>
                    <a:pt x="259072" y="165288"/>
                  </a:lnTo>
                  <a:lnTo>
                    <a:pt x="259064" y="165783"/>
                  </a:lnTo>
                  <a:lnTo>
                    <a:pt x="258851" y="166209"/>
                  </a:lnTo>
                  <a:lnTo>
                    <a:pt x="258304" y="166597"/>
                  </a:lnTo>
                  <a:lnTo>
                    <a:pt x="258463" y="167464"/>
                  </a:lnTo>
                  <a:lnTo>
                    <a:pt x="257520" y="167335"/>
                  </a:lnTo>
                  <a:lnTo>
                    <a:pt x="256348" y="167791"/>
                  </a:lnTo>
                  <a:lnTo>
                    <a:pt x="254035" y="166779"/>
                  </a:lnTo>
                  <a:lnTo>
                    <a:pt x="253198" y="166551"/>
                  </a:lnTo>
                  <a:lnTo>
                    <a:pt x="252947" y="165684"/>
                  </a:lnTo>
                  <a:lnTo>
                    <a:pt x="251448" y="164231"/>
                  </a:lnTo>
                  <a:lnTo>
                    <a:pt x="248823" y="163188"/>
                  </a:lnTo>
                  <a:lnTo>
                    <a:pt x="250147" y="162336"/>
                  </a:lnTo>
                  <a:lnTo>
                    <a:pt x="251296" y="162108"/>
                  </a:lnTo>
                  <a:close/>
                  <a:moveTo>
                    <a:pt x="58244" y="155116"/>
                  </a:moveTo>
                  <a:lnTo>
                    <a:pt x="58632" y="156059"/>
                  </a:lnTo>
                  <a:lnTo>
                    <a:pt x="55528" y="154773"/>
                  </a:lnTo>
                  <a:lnTo>
                    <a:pt x="52560" y="152620"/>
                  </a:lnTo>
                  <a:lnTo>
                    <a:pt x="51061" y="152034"/>
                  </a:lnTo>
                  <a:lnTo>
                    <a:pt x="50057" y="150611"/>
                  </a:lnTo>
                  <a:lnTo>
                    <a:pt x="51898" y="151669"/>
                  </a:lnTo>
                  <a:lnTo>
                    <a:pt x="55109" y="152658"/>
                  </a:lnTo>
                  <a:lnTo>
                    <a:pt x="58244" y="155116"/>
                  </a:lnTo>
                  <a:close/>
                  <a:moveTo>
                    <a:pt x="218746" y="157261"/>
                  </a:moveTo>
                  <a:lnTo>
                    <a:pt x="219112" y="158798"/>
                  </a:lnTo>
                  <a:lnTo>
                    <a:pt x="217446" y="157155"/>
                  </a:lnTo>
                  <a:lnTo>
                    <a:pt x="218191" y="155298"/>
                  </a:lnTo>
                  <a:lnTo>
                    <a:pt x="218320" y="154294"/>
                  </a:lnTo>
                  <a:lnTo>
                    <a:pt x="218237" y="153731"/>
                  </a:lnTo>
                  <a:lnTo>
                    <a:pt x="216571" y="152772"/>
                  </a:lnTo>
                  <a:lnTo>
                    <a:pt x="217453" y="151205"/>
                  </a:lnTo>
                  <a:lnTo>
                    <a:pt x="218389" y="150672"/>
                  </a:lnTo>
                  <a:lnTo>
                    <a:pt x="218975" y="150520"/>
                  </a:lnTo>
                  <a:lnTo>
                    <a:pt x="218944" y="152734"/>
                  </a:lnTo>
                  <a:lnTo>
                    <a:pt x="219424" y="153723"/>
                  </a:lnTo>
                  <a:lnTo>
                    <a:pt x="218746" y="157261"/>
                  </a:lnTo>
                  <a:close/>
                  <a:moveTo>
                    <a:pt x="58168" y="151859"/>
                  </a:moveTo>
                  <a:lnTo>
                    <a:pt x="57239" y="151928"/>
                  </a:lnTo>
                  <a:lnTo>
                    <a:pt x="53473" y="150474"/>
                  </a:lnTo>
                  <a:lnTo>
                    <a:pt x="52515" y="149417"/>
                  </a:lnTo>
                  <a:lnTo>
                    <a:pt x="56920" y="149653"/>
                  </a:lnTo>
                  <a:lnTo>
                    <a:pt x="58053" y="149919"/>
                  </a:lnTo>
                  <a:lnTo>
                    <a:pt x="58289" y="151403"/>
                  </a:lnTo>
                  <a:lnTo>
                    <a:pt x="58168" y="151859"/>
                  </a:lnTo>
                  <a:close/>
                  <a:moveTo>
                    <a:pt x="152955" y="95084"/>
                  </a:moveTo>
                  <a:lnTo>
                    <a:pt x="152096" y="95244"/>
                  </a:lnTo>
                  <a:lnTo>
                    <a:pt x="151723" y="94278"/>
                  </a:lnTo>
                  <a:lnTo>
                    <a:pt x="149722" y="93441"/>
                  </a:lnTo>
                  <a:lnTo>
                    <a:pt x="147728" y="90839"/>
                  </a:lnTo>
                  <a:lnTo>
                    <a:pt x="147759" y="88609"/>
                  </a:lnTo>
                  <a:lnTo>
                    <a:pt x="148017" y="87970"/>
                  </a:lnTo>
                  <a:lnTo>
                    <a:pt x="149128" y="87940"/>
                  </a:lnTo>
                  <a:lnTo>
                    <a:pt x="153572" y="90511"/>
                  </a:lnTo>
                  <a:lnTo>
                    <a:pt x="154035" y="91333"/>
                  </a:lnTo>
                  <a:lnTo>
                    <a:pt x="153701" y="93775"/>
                  </a:lnTo>
                  <a:lnTo>
                    <a:pt x="152955" y="95084"/>
                  </a:lnTo>
                  <a:close/>
                  <a:moveTo>
                    <a:pt x="322330" y="113444"/>
                  </a:moveTo>
                  <a:lnTo>
                    <a:pt x="321812" y="115445"/>
                  </a:lnTo>
                  <a:lnTo>
                    <a:pt x="321417" y="115787"/>
                  </a:lnTo>
                  <a:lnTo>
                    <a:pt x="320930" y="115034"/>
                  </a:lnTo>
                  <a:lnTo>
                    <a:pt x="319073" y="115764"/>
                  </a:lnTo>
                  <a:lnTo>
                    <a:pt x="318190" y="116594"/>
                  </a:lnTo>
                  <a:lnTo>
                    <a:pt x="317247" y="117202"/>
                  </a:lnTo>
                  <a:lnTo>
                    <a:pt x="315071" y="117050"/>
                  </a:lnTo>
                  <a:lnTo>
                    <a:pt x="313009" y="116502"/>
                  </a:lnTo>
                  <a:lnTo>
                    <a:pt x="311008" y="115490"/>
                  </a:lnTo>
                  <a:lnTo>
                    <a:pt x="309235" y="114189"/>
                  </a:lnTo>
                  <a:lnTo>
                    <a:pt x="307455" y="112142"/>
                  </a:lnTo>
                  <a:lnTo>
                    <a:pt x="306344" y="110027"/>
                  </a:lnTo>
                  <a:lnTo>
                    <a:pt x="306892" y="107570"/>
                  </a:lnTo>
                  <a:lnTo>
                    <a:pt x="306199" y="105348"/>
                  </a:lnTo>
                  <a:lnTo>
                    <a:pt x="302836" y="103773"/>
                  </a:lnTo>
                  <a:lnTo>
                    <a:pt x="302098" y="103263"/>
                  </a:lnTo>
                  <a:lnTo>
                    <a:pt x="300607" y="101057"/>
                  </a:lnTo>
                  <a:lnTo>
                    <a:pt x="299123" y="100098"/>
                  </a:lnTo>
                  <a:lnTo>
                    <a:pt x="297229" y="98165"/>
                  </a:lnTo>
                  <a:lnTo>
                    <a:pt x="296750" y="97329"/>
                  </a:lnTo>
                  <a:lnTo>
                    <a:pt x="295943" y="94879"/>
                  </a:lnTo>
                  <a:lnTo>
                    <a:pt x="295684" y="93403"/>
                  </a:lnTo>
                  <a:lnTo>
                    <a:pt x="296369" y="89104"/>
                  </a:lnTo>
                  <a:lnTo>
                    <a:pt x="296118" y="86958"/>
                  </a:lnTo>
                  <a:lnTo>
                    <a:pt x="297039" y="87164"/>
                  </a:lnTo>
                  <a:lnTo>
                    <a:pt x="298020" y="88008"/>
                  </a:lnTo>
                  <a:lnTo>
                    <a:pt x="299131" y="88594"/>
                  </a:lnTo>
                  <a:lnTo>
                    <a:pt x="301832" y="88990"/>
                  </a:lnTo>
                  <a:lnTo>
                    <a:pt x="303894" y="90702"/>
                  </a:lnTo>
                  <a:lnTo>
                    <a:pt x="305880" y="94042"/>
                  </a:lnTo>
                  <a:lnTo>
                    <a:pt x="306116" y="95137"/>
                  </a:lnTo>
                  <a:lnTo>
                    <a:pt x="306747" y="95929"/>
                  </a:lnTo>
                  <a:lnTo>
                    <a:pt x="308786" y="97351"/>
                  </a:lnTo>
                  <a:lnTo>
                    <a:pt x="309851" y="98264"/>
                  </a:lnTo>
                  <a:lnTo>
                    <a:pt x="311868" y="101909"/>
                  </a:lnTo>
                  <a:lnTo>
                    <a:pt x="312979" y="102685"/>
                  </a:lnTo>
                  <a:lnTo>
                    <a:pt x="314303" y="102997"/>
                  </a:lnTo>
                  <a:lnTo>
                    <a:pt x="315528" y="103522"/>
                  </a:lnTo>
                  <a:lnTo>
                    <a:pt x="317574" y="105120"/>
                  </a:lnTo>
                  <a:lnTo>
                    <a:pt x="319461" y="106931"/>
                  </a:lnTo>
                  <a:lnTo>
                    <a:pt x="320732" y="108833"/>
                  </a:lnTo>
                  <a:lnTo>
                    <a:pt x="321706" y="110872"/>
                  </a:lnTo>
                  <a:lnTo>
                    <a:pt x="322330" y="113444"/>
                  </a:lnTo>
                  <a:close/>
                  <a:moveTo>
                    <a:pt x="134816" y="86677"/>
                  </a:moveTo>
                  <a:lnTo>
                    <a:pt x="133622" y="86798"/>
                  </a:lnTo>
                  <a:lnTo>
                    <a:pt x="131674" y="84775"/>
                  </a:lnTo>
                  <a:lnTo>
                    <a:pt x="131180" y="84021"/>
                  </a:lnTo>
                  <a:lnTo>
                    <a:pt x="131370" y="82964"/>
                  </a:lnTo>
                  <a:lnTo>
                    <a:pt x="133850" y="81548"/>
                  </a:lnTo>
                  <a:lnTo>
                    <a:pt x="135456" y="82842"/>
                  </a:lnTo>
                  <a:lnTo>
                    <a:pt x="135790" y="85611"/>
                  </a:lnTo>
                  <a:lnTo>
                    <a:pt x="134816" y="86677"/>
                  </a:lnTo>
                  <a:close/>
                  <a:moveTo>
                    <a:pt x="294345" y="86692"/>
                  </a:moveTo>
                  <a:lnTo>
                    <a:pt x="293919" y="86859"/>
                  </a:lnTo>
                  <a:lnTo>
                    <a:pt x="292991" y="84166"/>
                  </a:lnTo>
                  <a:lnTo>
                    <a:pt x="292831" y="82172"/>
                  </a:lnTo>
                  <a:lnTo>
                    <a:pt x="292550" y="80704"/>
                  </a:lnTo>
                  <a:lnTo>
                    <a:pt x="292063" y="79829"/>
                  </a:lnTo>
                  <a:lnTo>
                    <a:pt x="293463" y="78216"/>
                  </a:lnTo>
                  <a:lnTo>
                    <a:pt x="294041" y="77767"/>
                  </a:lnTo>
                  <a:lnTo>
                    <a:pt x="295099" y="78619"/>
                  </a:lnTo>
                  <a:lnTo>
                    <a:pt x="295258" y="80514"/>
                  </a:lnTo>
                  <a:lnTo>
                    <a:pt x="296065" y="82119"/>
                  </a:lnTo>
                  <a:lnTo>
                    <a:pt x="295449" y="85627"/>
                  </a:lnTo>
                  <a:lnTo>
                    <a:pt x="294345" y="86692"/>
                  </a:lnTo>
                  <a:close/>
                  <a:moveTo>
                    <a:pt x="110112" y="71650"/>
                  </a:moveTo>
                  <a:lnTo>
                    <a:pt x="108681" y="72281"/>
                  </a:lnTo>
                  <a:lnTo>
                    <a:pt x="107654" y="71802"/>
                  </a:lnTo>
                  <a:lnTo>
                    <a:pt x="107212" y="70402"/>
                  </a:lnTo>
                  <a:lnTo>
                    <a:pt x="107563" y="69055"/>
                  </a:lnTo>
                  <a:lnTo>
                    <a:pt x="108818" y="67990"/>
                  </a:lnTo>
                  <a:lnTo>
                    <a:pt x="109609" y="67670"/>
                  </a:lnTo>
                  <a:lnTo>
                    <a:pt x="110499" y="68393"/>
                  </a:lnTo>
                  <a:lnTo>
                    <a:pt x="110842" y="69824"/>
                  </a:lnTo>
                  <a:lnTo>
                    <a:pt x="110112" y="71650"/>
                  </a:lnTo>
                  <a:close/>
                  <a:moveTo>
                    <a:pt x="236018" y="62512"/>
                  </a:moveTo>
                  <a:lnTo>
                    <a:pt x="237129" y="62938"/>
                  </a:lnTo>
                  <a:lnTo>
                    <a:pt x="240324" y="60716"/>
                  </a:lnTo>
                  <a:lnTo>
                    <a:pt x="242036" y="62268"/>
                  </a:lnTo>
                  <a:lnTo>
                    <a:pt x="244220" y="63022"/>
                  </a:lnTo>
                  <a:lnTo>
                    <a:pt x="246487" y="63448"/>
                  </a:lnTo>
                  <a:lnTo>
                    <a:pt x="245589" y="66643"/>
                  </a:lnTo>
                  <a:lnTo>
                    <a:pt x="245856" y="68119"/>
                  </a:lnTo>
                  <a:lnTo>
                    <a:pt x="246442" y="69588"/>
                  </a:lnTo>
                  <a:lnTo>
                    <a:pt x="246365" y="71756"/>
                  </a:lnTo>
                  <a:lnTo>
                    <a:pt x="245323" y="73689"/>
                  </a:lnTo>
                  <a:lnTo>
                    <a:pt x="243322" y="76512"/>
                  </a:lnTo>
                  <a:lnTo>
                    <a:pt x="242424" y="77029"/>
                  </a:lnTo>
                  <a:lnTo>
                    <a:pt x="241374" y="77333"/>
                  </a:lnTo>
                  <a:lnTo>
                    <a:pt x="238103" y="77562"/>
                  </a:lnTo>
                  <a:lnTo>
                    <a:pt x="237471" y="79060"/>
                  </a:lnTo>
                  <a:lnTo>
                    <a:pt x="237684" y="80651"/>
                  </a:lnTo>
                  <a:lnTo>
                    <a:pt x="239449" y="82735"/>
                  </a:lnTo>
                  <a:lnTo>
                    <a:pt x="240865" y="85079"/>
                  </a:lnTo>
                  <a:lnTo>
                    <a:pt x="239457" y="87232"/>
                  </a:lnTo>
                  <a:lnTo>
                    <a:pt x="237137" y="88739"/>
                  </a:lnTo>
                  <a:lnTo>
                    <a:pt x="234938" y="89507"/>
                  </a:lnTo>
                  <a:lnTo>
                    <a:pt x="231293" y="89050"/>
                  </a:lnTo>
                  <a:lnTo>
                    <a:pt x="227451" y="89241"/>
                  </a:lnTo>
                  <a:lnTo>
                    <a:pt x="226728" y="90063"/>
                  </a:lnTo>
                  <a:lnTo>
                    <a:pt x="226712" y="91424"/>
                  </a:lnTo>
                  <a:lnTo>
                    <a:pt x="226172" y="92459"/>
                  </a:lnTo>
                  <a:lnTo>
                    <a:pt x="225473" y="93403"/>
                  </a:lnTo>
                  <a:lnTo>
                    <a:pt x="223525" y="95358"/>
                  </a:lnTo>
                  <a:lnTo>
                    <a:pt x="221341" y="97085"/>
                  </a:lnTo>
                  <a:lnTo>
                    <a:pt x="218366" y="98721"/>
                  </a:lnTo>
                  <a:lnTo>
                    <a:pt x="217369" y="99109"/>
                  </a:lnTo>
                  <a:lnTo>
                    <a:pt x="214729" y="99368"/>
                  </a:lnTo>
                  <a:lnTo>
                    <a:pt x="212363" y="100311"/>
                  </a:lnTo>
                  <a:lnTo>
                    <a:pt x="211305" y="101232"/>
                  </a:lnTo>
                  <a:lnTo>
                    <a:pt x="210157" y="101977"/>
                  </a:lnTo>
                  <a:lnTo>
                    <a:pt x="207646" y="102791"/>
                  </a:lnTo>
                  <a:lnTo>
                    <a:pt x="205203" y="104405"/>
                  </a:lnTo>
                  <a:lnTo>
                    <a:pt x="204237" y="104679"/>
                  </a:lnTo>
                  <a:lnTo>
                    <a:pt x="199162" y="104960"/>
                  </a:lnTo>
                  <a:lnTo>
                    <a:pt x="191904" y="105036"/>
                  </a:lnTo>
                  <a:lnTo>
                    <a:pt x="189758" y="105204"/>
                  </a:lnTo>
                  <a:lnTo>
                    <a:pt x="187673" y="104983"/>
                  </a:lnTo>
                  <a:lnTo>
                    <a:pt x="186524" y="104351"/>
                  </a:lnTo>
                  <a:lnTo>
                    <a:pt x="184059" y="101452"/>
                  </a:lnTo>
                  <a:lnTo>
                    <a:pt x="181913" y="100456"/>
                  </a:lnTo>
                  <a:lnTo>
                    <a:pt x="179570" y="100486"/>
                  </a:lnTo>
                  <a:lnTo>
                    <a:pt x="176451" y="101513"/>
                  </a:lnTo>
                  <a:lnTo>
                    <a:pt x="175865" y="101285"/>
                  </a:lnTo>
                  <a:lnTo>
                    <a:pt x="169641" y="97001"/>
                  </a:lnTo>
                  <a:lnTo>
                    <a:pt x="167754" y="95951"/>
                  </a:lnTo>
                  <a:lnTo>
                    <a:pt x="165738" y="95175"/>
                  </a:lnTo>
                  <a:lnTo>
                    <a:pt x="163280" y="94628"/>
                  </a:lnTo>
                  <a:lnTo>
                    <a:pt x="160959" y="93768"/>
                  </a:lnTo>
                  <a:lnTo>
                    <a:pt x="159590" y="91729"/>
                  </a:lnTo>
                  <a:lnTo>
                    <a:pt x="159750" y="89073"/>
                  </a:lnTo>
                  <a:lnTo>
                    <a:pt x="161614" y="87514"/>
                  </a:lnTo>
                  <a:lnTo>
                    <a:pt x="164452" y="88282"/>
                  </a:lnTo>
                  <a:lnTo>
                    <a:pt x="165540" y="88274"/>
                  </a:lnTo>
                  <a:lnTo>
                    <a:pt x="166605" y="87833"/>
                  </a:lnTo>
                  <a:lnTo>
                    <a:pt x="167860" y="87978"/>
                  </a:lnTo>
                  <a:lnTo>
                    <a:pt x="169123" y="88366"/>
                  </a:lnTo>
                  <a:lnTo>
                    <a:pt x="173727" y="87788"/>
                  </a:lnTo>
                  <a:lnTo>
                    <a:pt x="176390" y="88594"/>
                  </a:lnTo>
                  <a:lnTo>
                    <a:pt x="178984" y="89674"/>
                  </a:lnTo>
                  <a:lnTo>
                    <a:pt x="181404" y="89903"/>
                  </a:lnTo>
                  <a:lnTo>
                    <a:pt x="183892" y="89674"/>
                  </a:lnTo>
                  <a:lnTo>
                    <a:pt x="187224" y="88457"/>
                  </a:lnTo>
                  <a:lnTo>
                    <a:pt x="188282" y="88617"/>
                  </a:lnTo>
                  <a:lnTo>
                    <a:pt x="191493" y="88624"/>
                  </a:lnTo>
                  <a:lnTo>
                    <a:pt x="194300" y="86996"/>
                  </a:lnTo>
                  <a:lnTo>
                    <a:pt x="195350" y="80430"/>
                  </a:lnTo>
                  <a:lnTo>
                    <a:pt x="196066" y="78193"/>
                  </a:lnTo>
                  <a:lnTo>
                    <a:pt x="197024" y="77706"/>
                  </a:lnTo>
                  <a:lnTo>
                    <a:pt x="197709" y="77843"/>
                  </a:lnTo>
                  <a:lnTo>
                    <a:pt x="198736" y="78962"/>
                  </a:lnTo>
                  <a:lnTo>
                    <a:pt x="197420" y="80354"/>
                  </a:lnTo>
                  <a:lnTo>
                    <a:pt x="196842" y="81427"/>
                  </a:lnTo>
                  <a:lnTo>
                    <a:pt x="196651" y="84044"/>
                  </a:lnTo>
                  <a:lnTo>
                    <a:pt x="197374" y="86585"/>
                  </a:lnTo>
                  <a:lnTo>
                    <a:pt x="199018" y="88602"/>
                  </a:lnTo>
                  <a:lnTo>
                    <a:pt x="201483" y="88860"/>
                  </a:lnTo>
                  <a:lnTo>
                    <a:pt x="203742" y="87529"/>
                  </a:lnTo>
                  <a:lnTo>
                    <a:pt x="206200" y="87247"/>
                  </a:lnTo>
                  <a:lnTo>
                    <a:pt x="208468" y="88541"/>
                  </a:lnTo>
                  <a:lnTo>
                    <a:pt x="210796" y="88320"/>
                  </a:lnTo>
                  <a:lnTo>
                    <a:pt x="211861" y="87475"/>
                  </a:lnTo>
                  <a:lnTo>
                    <a:pt x="213101" y="87110"/>
                  </a:lnTo>
                  <a:lnTo>
                    <a:pt x="214334" y="86973"/>
                  </a:lnTo>
                  <a:lnTo>
                    <a:pt x="215452" y="86471"/>
                  </a:lnTo>
                  <a:lnTo>
                    <a:pt x="216936" y="84272"/>
                  </a:lnTo>
                  <a:lnTo>
                    <a:pt x="217925" y="81800"/>
                  </a:lnTo>
                  <a:lnTo>
                    <a:pt x="219401" y="79852"/>
                  </a:lnTo>
                  <a:lnTo>
                    <a:pt x="223426" y="76603"/>
                  </a:lnTo>
                  <a:lnTo>
                    <a:pt x="224590" y="76200"/>
                  </a:lnTo>
                  <a:lnTo>
                    <a:pt x="225845" y="75979"/>
                  </a:lnTo>
                  <a:lnTo>
                    <a:pt x="228676" y="76124"/>
                  </a:lnTo>
                  <a:lnTo>
                    <a:pt x="230783" y="74967"/>
                  </a:lnTo>
                  <a:lnTo>
                    <a:pt x="230943" y="72365"/>
                  </a:lnTo>
                  <a:lnTo>
                    <a:pt x="230639" y="69725"/>
                  </a:lnTo>
                  <a:lnTo>
                    <a:pt x="228234" y="63524"/>
                  </a:lnTo>
                  <a:lnTo>
                    <a:pt x="228075" y="62542"/>
                  </a:lnTo>
                  <a:lnTo>
                    <a:pt x="228417" y="61439"/>
                  </a:lnTo>
                  <a:lnTo>
                    <a:pt x="229117" y="60450"/>
                  </a:lnTo>
                  <a:lnTo>
                    <a:pt x="231483" y="60435"/>
                  </a:lnTo>
                  <a:lnTo>
                    <a:pt x="233949" y="60792"/>
                  </a:lnTo>
                  <a:lnTo>
                    <a:pt x="234922" y="61728"/>
                  </a:lnTo>
                  <a:lnTo>
                    <a:pt x="236018" y="62512"/>
                  </a:lnTo>
                  <a:close/>
                  <a:moveTo>
                    <a:pt x="273247" y="58312"/>
                  </a:moveTo>
                  <a:lnTo>
                    <a:pt x="273056" y="58814"/>
                  </a:lnTo>
                  <a:lnTo>
                    <a:pt x="271801" y="58236"/>
                  </a:lnTo>
                  <a:lnTo>
                    <a:pt x="272836" y="57148"/>
                  </a:lnTo>
                  <a:lnTo>
                    <a:pt x="273330" y="57072"/>
                  </a:lnTo>
                  <a:lnTo>
                    <a:pt x="273247" y="58312"/>
                  </a:lnTo>
                  <a:close/>
                  <a:moveTo>
                    <a:pt x="252141" y="37784"/>
                  </a:moveTo>
                  <a:lnTo>
                    <a:pt x="251623" y="39648"/>
                  </a:lnTo>
                  <a:lnTo>
                    <a:pt x="250315" y="38552"/>
                  </a:lnTo>
                  <a:lnTo>
                    <a:pt x="249424" y="36977"/>
                  </a:lnTo>
                  <a:lnTo>
                    <a:pt x="249987" y="36278"/>
                  </a:lnTo>
                  <a:lnTo>
                    <a:pt x="251456" y="35859"/>
                  </a:lnTo>
                  <a:lnTo>
                    <a:pt x="252141" y="37784"/>
                  </a:lnTo>
                  <a:close/>
                  <a:moveTo>
                    <a:pt x="239936" y="33835"/>
                  </a:moveTo>
                  <a:lnTo>
                    <a:pt x="239708" y="34908"/>
                  </a:lnTo>
                  <a:lnTo>
                    <a:pt x="239039" y="34847"/>
                  </a:lnTo>
                  <a:lnTo>
                    <a:pt x="237205" y="32747"/>
                  </a:lnTo>
                  <a:lnTo>
                    <a:pt x="236847" y="32199"/>
                  </a:lnTo>
                  <a:lnTo>
                    <a:pt x="237281" y="31674"/>
                  </a:lnTo>
                  <a:lnTo>
                    <a:pt x="239411" y="33219"/>
                  </a:lnTo>
                  <a:lnTo>
                    <a:pt x="239936" y="33835"/>
                  </a:lnTo>
                  <a:close/>
                  <a:moveTo>
                    <a:pt x="236908" y="31340"/>
                  </a:moveTo>
                  <a:lnTo>
                    <a:pt x="236398" y="31340"/>
                  </a:lnTo>
                  <a:lnTo>
                    <a:pt x="236322" y="29643"/>
                  </a:lnTo>
                  <a:lnTo>
                    <a:pt x="236672" y="28753"/>
                  </a:lnTo>
                  <a:lnTo>
                    <a:pt x="237859" y="29377"/>
                  </a:lnTo>
                  <a:lnTo>
                    <a:pt x="238057" y="30891"/>
                  </a:lnTo>
                  <a:lnTo>
                    <a:pt x="236908" y="31340"/>
                  </a:lnTo>
                  <a:close/>
                  <a:moveTo>
                    <a:pt x="69596" y="52271"/>
                  </a:moveTo>
                  <a:lnTo>
                    <a:pt x="72289" y="52332"/>
                  </a:lnTo>
                  <a:lnTo>
                    <a:pt x="74990" y="52004"/>
                  </a:lnTo>
                  <a:lnTo>
                    <a:pt x="76101" y="52149"/>
                  </a:lnTo>
                  <a:lnTo>
                    <a:pt x="77197" y="52484"/>
                  </a:lnTo>
                  <a:lnTo>
                    <a:pt x="78194" y="53123"/>
                  </a:lnTo>
                  <a:lnTo>
                    <a:pt x="78696" y="54348"/>
                  </a:lnTo>
                  <a:lnTo>
                    <a:pt x="80377" y="56052"/>
                  </a:lnTo>
                  <a:lnTo>
                    <a:pt x="82751" y="56821"/>
                  </a:lnTo>
                  <a:lnTo>
                    <a:pt x="85011" y="58365"/>
                  </a:lnTo>
                  <a:lnTo>
                    <a:pt x="87042" y="60206"/>
                  </a:lnTo>
                  <a:lnTo>
                    <a:pt x="88534" y="62063"/>
                  </a:lnTo>
                  <a:lnTo>
                    <a:pt x="90230" y="63630"/>
                  </a:lnTo>
                  <a:lnTo>
                    <a:pt x="92794" y="64292"/>
                  </a:lnTo>
                  <a:lnTo>
                    <a:pt x="95495" y="64399"/>
                  </a:lnTo>
                  <a:lnTo>
                    <a:pt x="104732" y="73719"/>
                  </a:lnTo>
                  <a:lnTo>
                    <a:pt x="105181" y="75157"/>
                  </a:lnTo>
                  <a:lnTo>
                    <a:pt x="105287" y="81275"/>
                  </a:lnTo>
                  <a:lnTo>
                    <a:pt x="104268" y="86053"/>
                  </a:lnTo>
                  <a:lnTo>
                    <a:pt x="106566" y="87521"/>
                  </a:lnTo>
                  <a:lnTo>
                    <a:pt x="109701" y="88069"/>
                  </a:lnTo>
                  <a:lnTo>
                    <a:pt x="114098" y="89088"/>
                  </a:lnTo>
                  <a:lnTo>
                    <a:pt x="118328" y="90610"/>
                  </a:lnTo>
                  <a:lnTo>
                    <a:pt x="131803" y="97062"/>
                  </a:lnTo>
                  <a:lnTo>
                    <a:pt x="133652" y="97610"/>
                  </a:lnTo>
                  <a:lnTo>
                    <a:pt x="136369" y="97823"/>
                  </a:lnTo>
                  <a:lnTo>
                    <a:pt x="139108" y="97732"/>
                  </a:lnTo>
                  <a:lnTo>
                    <a:pt x="140089" y="98059"/>
                  </a:lnTo>
                  <a:lnTo>
                    <a:pt x="142143" y="99231"/>
                  </a:lnTo>
                  <a:lnTo>
                    <a:pt x="143171" y="99999"/>
                  </a:lnTo>
                  <a:lnTo>
                    <a:pt x="145012" y="102084"/>
                  </a:lnTo>
                  <a:lnTo>
                    <a:pt x="146655" y="104351"/>
                  </a:lnTo>
                  <a:lnTo>
                    <a:pt x="147363" y="104998"/>
                  </a:lnTo>
                  <a:lnTo>
                    <a:pt x="148192" y="105500"/>
                  </a:lnTo>
                  <a:lnTo>
                    <a:pt x="148672" y="106733"/>
                  </a:lnTo>
                  <a:lnTo>
                    <a:pt x="149311" y="110537"/>
                  </a:lnTo>
                  <a:lnTo>
                    <a:pt x="149120" y="112911"/>
                  </a:lnTo>
                  <a:lnTo>
                    <a:pt x="148367" y="113794"/>
                  </a:lnTo>
                  <a:lnTo>
                    <a:pt x="146214" y="114220"/>
                  </a:lnTo>
                  <a:lnTo>
                    <a:pt x="138666" y="114623"/>
                  </a:lnTo>
                  <a:lnTo>
                    <a:pt x="133614" y="114182"/>
                  </a:lnTo>
                  <a:lnTo>
                    <a:pt x="130076" y="116578"/>
                  </a:lnTo>
                  <a:lnTo>
                    <a:pt x="129977" y="117628"/>
                  </a:lnTo>
                  <a:lnTo>
                    <a:pt x="130228" y="118602"/>
                  </a:lnTo>
                  <a:lnTo>
                    <a:pt x="133302" y="123692"/>
                  </a:lnTo>
                  <a:lnTo>
                    <a:pt x="135113" y="128212"/>
                  </a:lnTo>
                  <a:lnTo>
                    <a:pt x="136612" y="130045"/>
                  </a:lnTo>
                  <a:lnTo>
                    <a:pt x="138856" y="131537"/>
                  </a:lnTo>
                  <a:lnTo>
                    <a:pt x="140857" y="133302"/>
                  </a:lnTo>
                  <a:lnTo>
                    <a:pt x="142699" y="135333"/>
                  </a:lnTo>
                  <a:lnTo>
                    <a:pt x="146526" y="138871"/>
                  </a:lnTo>
                  <a:lnTo>
                    <a:pt x="148603" y="140188"/>
                  </a:lnTo>
                  <a:lnTo>
                    <a:pt x="151046" y="140994"/>
                  </a:lnTo>
                  <a:lnTo>
                    <a:pt x="155109" y="143741"/>
                  </a:lnTo>
                  <a:lnTo>
                    <a:pt x="155649" y="144951"/>
                  </a:lnTo>
                  <a:lnTo>
                    <a:pt x="156805" y="148770"/>
                  </a:lnTo>
                  <a:lnTo>
                    <a:pt x="157308" y="151365"/>
                  </a:lnTo>
                  <a:lnTo>
                    <a:pt x="157383" y="152438"/>
                  </a:lnTo>
                  <a:lnTo>
                    <a:pt x="157673" y="153396"/>
                  </a:lnTo>
                  <a:lnTo>
                    <a:pt x="161249" y="155755"/>
                  </a:lnTo>
                  <a:lnTo>
                    <a:pt x="162040" y="156409"/>
                  </a:lnTo>
                  <a:lnTo>
                    <a:pt x="163630" y="161644"/>
                  </a:lnTo>
                  <a:lnTo>
                    <a:pt x="164855" y="164079"/>
                  </a:lnTo>
                  <a:lnTo>
                    <a:pt x="166917" y="164938"/>
                  </a:lnTo>
                  <a:lnTo>
                    <a:pt x="169314" y="164885"/>
                  </a:lnTo>
                  <a:lnTo>
                    <a:pt x="175834" y="163325"/>
                  </a:lnTo>
                  <a:lnTo>
                    <a:pt x="176778" y="163272"/>
                  </a:lnTo>
                  <a:lnTo>
                    <a:pt x="177987" y="163630"/>
                  </a:lnTo>
                  <a:lnTo>
                    <a:pt x="179045" y="164482"/>
                  </a:lnTo>
                  <a:lnTo>
                    <a:pt x="179395" y="166840"/>
                  </a:lnTo>
                  <a:lnTo>
                    <a:pt x="178368" y="169321"/>
                  </a:lnTo>
                  <a:lnTo>
                    <a:pt x="178086" y="171702"/>
                  </a:lnTo>
                  <a:lnTo>
                    <a:pt x="179372" y="173658"/>
                  </a:lnTo>
                  <a:lnTo>
                    <a:pt x="182697" y="175179"/>
                  </a:lnTo>
                  <a:lnTo>
                    <a:pt x="183914" y="175598"/>
                  </a:lnTo>
                  <a:lnTo>
                    <a:pt x="189895" y="176085"/>
                  </a:lnTo>
                  <a:lnTo>
                    <a:pt x="192246" y="176496"/>
                  </a:lnTo>
                  <a:lnTo>
                    <a:pt x="194551" y="177158"/>
                  </a:lnTo>
                  <a:lnTo>
                    <a:pt x="195342" y="177751"/>
                  </a:lnTo>
                  <a:lnTo>
                    <a:pt x="194787" y="178801"/>
                  </a:lnTo>
                  <a:lnTo>
                    <a:pt x="193585" y="179318"/>
                  </a:lnTo>
                  <a:lnTo>
                    <a:pt x="192215" y="179524"/>
                  </a:lnTo>
                  <a:lnTo>
                    <a:pt x="190016" y="180285"/>
                  </a:lnTo>
                  <a:lnTo>
                    <a:pt x="190054" y="181639"/>
                  </a:lnTo>
                  <a:lnTo>
                    <a:pt x="191295" y="183047"/>
                  </a:lnTo>
                  <a:lnTo>
                    <a:pt x="192428" y="184743"/>
                  </a:lnTo>
                  <a:lnTo>
                    <a:pt x="193379" y="185360"/>
                  </a:lnTo>
                  <a:lnTo>
                    <a:pt x="194414" y="185778"/>
                  </a:lnTo>
                  <a:lnTo>
                    <a:pt x="197001" y="186364"/>
                  </a:lnTo>
                  <a:lnTo>
                    <a:pt x="199520" y="187171"/>
                  </a:lnTo>
                  <a:lnTo>
                    <a:pt x="201178" y="187969"/>
                  </a:lnTo>
                  <a:lnTo>
                    <a:pt x="202890" y="188548"/>
                  </a:lnTo>
                  <a:lnTo>
                    <a:pt x="206618" y="188913"/>
                  </a:lnTo>
                  <a:lnTo>
                    <a:pt x="209358" y="190001"/>
                  </a:lnTo>
                  <a:lnTo>
                    <a:pt x="213253" y="189544"/>
                  </a:lnTo>
                  <a:lnTo>
                    <a:pt x="209883" y="191309"/>
                  </a:lnTo>
                  <a:lnTo>
                    <a:pt x="208718" y="191743"/>
                  </a:lnTo>
                  <a:lnTo>
                    <a:pt x="204648" y="191081"/>
                  </a:lnTo>
                  <a:lnTo>
                    <a:pt x="203879" y="191766"/>
                  </a:lnTo>
                  <a:lnTo>
                    <a:pt x="205561" y="193638"/>
                  </a:lnTo>
                  <a:lnTo>
                    <a:pt x="208049" y="194893"/>
                  </a:lnTo>
                  <a:lnTo>
                    <a:pt x="208939" y="195624"/>
                  </a:lnTo>
                  <a:lnTo>
                    <a:pt x="208315" y="196476"/>
                  </a:lnTo>
                  <a:lnTo>
                    <a:pt x="205416" y="198188"/>
                  </a:lnTo>
                  <a:lnTo>
                    <a:pt x="204207" y="198439"/>
                  </a:lnTo>
                  <a:lnTo>
                    <a:pt x="201947" y="198576"/>
                  </a:lnTo>
                  <a:lnTo>
                    <a:pt x="198158" y="197838"/>
                  </a:lnTo>
                  <a:lnTo>
                    <a:pt x="195472" y="196894"/>
                  </a:lnTo>
                  <a:lnTo>
                    <a:pt x="194719" y="195608"/>
                  </a:lnTo>
                  <a:lnTo>
                    <a:pt x="194004" y="194855"/>
                  </a:lnTo>
                  <a:lnTo>
                    <a:pt x="191584" y="193044"/>
                  </a:lnTo>
                  <a:lnTo>
                    <a:pt x="189857" y="192055"/>
                  </a:lnTo>
                  <a:lnTo>
                    <a:pt x="187666" y="191720"/>
                  </a:lnTo>
                  <a:lnTo>
                    <a:pt x="185375" y="191736"/>
                  </a:lnTo>
                  <a:lnTo>
                    <a:pt x="181282" y="190686"/>
                  </a:lnTo>
                  <a:lnTo>
                    <a:pt x="172403" y="189940"/>
                  </a:lnTo>
                  <a:lnTo>
                    <a:pt x="170288" y="189483"/>
                  </a:lnTo>
                  <a:lnTo>
                    <a:pt x="167624" y="188038"/>
                  </a:lnTo>
                  <a:lnTo>
                    <a:pt x="166369" y="187832"/>
                  </a:lnTo>
                  <a:lnTo>
                    <a:pt x="165022" y="188289"/>
                  </a:lnTo>
                  <a:lnTo>
                    <a:pt x="161591" y="188570"/>
                  </a:lnTo>
                  <a:lnTo>
                    <a:pt x="160587" y="188441"/>
                  </a:lnTo>
                  <a:lnTo>
                    <a:pt x="158136" y="187208"/>
                  </a:lnTo>
                  <a:lnTo>
                    <a:pt x="155618" y="186752"/>
                  </a:lnTo>
                  <a:lnTo>
                    <a:pt x="154561" y="187125"/>
                  </a:lnTo>
                  <a:lnTo>
                    <a:pt x="153495" y="187208"/>
                  </a:lnTo>
                  <a:lnTo>
                    <a:pt x="150049" y="186326"/>
                  </a:lnTo>
                  <a:lnTo>
                    <a:pt x="147454" y="185953"/>
                  </a:lnTo>
                  <a:lnTo>
                    <a:pt x="145324" y="184720"/>
                  </a:lnTo>
                  <a:lnTo>
                    <a:pt x="144167" y="183572"/>
                  </a:lnTo>
                  <a:lnTo>
                    <a:pt x="142858" y="182552"/>
                  </a:lnTo>
                  <a:lnTo>
                    <a:pt x="141649" y="179927"/>
                  </a:lnTo>
                  <a:lnTo>
                    <a:pt x="139769" y="177439"/>
                  </a:lnTo>
                  <a:lnTo>
                    <a:pt x="137426" y="175393"/>
                  </a:lnTo>
                  <a:lnTo>
                    <a:pt x="132420" y="172090"/>
                  </a:lnTo>
                  <a:lnTo>
                    <a:pt x="131415" y="171269"/>
                  </a:lnTo>
                  <a:lnTo>
                    <a:pt x="129452" y="168248"/>
                  </a:lnTo>
                  <a:lnTo>
                    <a:pt x="129559" y="166239"/>
                  </a:lnTo>
                  <a:lnTo>
                    <a:pt x="130274" y="164216"/>
                  </a:lnTo>
                  <a:lnTo>
                    <a:pt x="129194" y="164908"/>
                  </a:lnTo>
                  <a:lnTo>
                    <a:pt x="127976" y="164817"/>
                  </a:lnTo>
                  <a:lnTo>
                    <a:pt x="124568" y="163477"/>
                  </a:lnTo>
                  <a:lnTo>
                    <a:pt x="123160" y="161887"/>
                  </a:lnTo>
                  <a:lnTo>
                    <a:pt x="120885" y="157566"/>
                  </a:lnTo>
                  <a:lnTo>
                    <a:pt x="119432" y="155283"/>
                  </a:lnTo>
                  <a:lnTo>
                    <a:pt x="116031" y="151251"/>
                  </a:lnTo>
                  <a:lnTo>
                    <a:pt x="115049" y="148861"/>
                  </a:lnTo>
                  <a:lnTo>
                    <a:pt x="113619" y="146769"/>
                  </a:lnTo>
                  <a:lnTo>
                    <a:pt x="112744" y="145993"/>
                  </a:lnTo>
                  <a:lnTo>
                    <a:pt x="112014" y="145095"/>
                  </a:lnTo>
                  <a:lnTo>
                    <a:pt x="111367" y="143931"/>
                  </a:lnTo>
                  <a:lnTo>
                    <a:pt x="110400" y="143125"/>
                  </a:lnTo>
                  <a:lnTo>
                    <a:pt x="105653" y="141337"/>
                  </a:lnTo>
                  <a:lnTo>
                    <a:pt x="104824" y="140773"/>
                  </a:lnTo>
                  <a:lnTo>
                    <a:pt x="103903" y="140477"/>
                  </a:lnTo>
                  <a:lnTo>
                    <a:pt x="100372" y="140294"/>
                  </a:lnTo>
                  <a:lnTo>
                    <a:pt x="98326" y="139997"/>
                  </a:lnTo>
                  <a:lnTo>
                    <a:pt x="94476" y="138529"/>
                  </a:lnTo>
                  <a:lnTo>
                    <a:pt x="92482" y="138088"/>
                  </a:lnTo>
                  <a:lnTo>
                    <a:pt x="90093" y="137806"/>
                  </a:lnTo>
                  <a:lnTo>
                    <a:pt x="87773" y="137251"/>
                  </a:lnTo>
                  <a:lnTo>
                    <a:pt x="86646" y="136703"/>
                  </a:lnTo>
                  <a:lnTo>
                    <a:pt x="85886" y="135782"/>
                  </a:lnTo>
                  <a:lnTo>
                    <a:pt x="85437" y="133599"/>
                  </a:lnTo>
                  <a:lnTo>
                    <a:pt x="83489" y="133835"/>
                  </a:lnTo>
                  <a:lnTo>
                    <a:pt x="81587" y="133454"/>
                  </a:lnTo>
                  <a:lnTo>
                    <a:pt x="79746" y="132686"/>
                  </a:lnTo>
                  <a:lnTo>
                    <a:pt x="77866" y="132221"/>
                  </a:lnTo>
                  <a:lnTo>
                    <a:pt x="76580" y="132883"/>
                  </a:lnTo>
                  <a:lnTo>
                    <a:pt x="76185" y="134626"/>
                  </a:lnTo>
                  <a:lnTo>
                    <a:pt x="75591" y="134717"/>
                  </a:lnTo>
                  <a:lnTo>
                    <a:pt x="74488" y="134360"/>
                  </a:lnTo>
                  <a:lnTo>
                    <a:pt x="73940" y="134572"/>
                  </a:lnTo>
                  <a:lnTo>
                    <a:pt x="72746" y="135371"/>
                  </a:lnTo>
                  <a:lnTo>
                    <a:pt x="71795" y="136459"/>
                  </a:lnTo>
                  <a:lnTo>
                    <a:pt x="70030" y="136292"/>
                  </a:lnTo>
                  <a:lnTo>
                    <a:pt x="66415" y="135196"/>
                  </a:lnTo>
                  <a:lnTo>
                    <a:pt x="64802" y="134512"/>
                  </a:lnTo>
                  <a:lnTo>
                    <a:pt x="63433" y="133271"/>
                  </a:lnTo>
                  <a:lnTo>
                    <a:pt x="62261" y="131864"/>
                  </a:lnTo>
                  <a:lnTo>
                    <a:pt x="61074" y="130753"/>
                  </a:lnTo>
                  <a:lnTo>
                    <a:pt x="59613" y="129946"/>
                  </a:lnTo>
                  <a:lnTo>
                    <a:pt x="61470" y="131864"/>
                  </a:lnTo>
                  <a:lnTo>
                    <a:pt x="65753" y="140302"/>
                  </a:lnTo>
                  <a:lnTo>
                    <a:pt x="64681" y="140462"/>
                  </a:lnTo>
                  <a:lnTo>
                    <a:pt x="63577" y="140248"/>
                  </a:lnTo>
                  <a:lnTo>
                    <a:pt x="64589" y="141869"/>
                  </a:lnTo>
                  <a:lnTo>
                    <a:pt x="63425" y="142113"/>
                  </a:lnTo>
                  <a:lnTo>
                    <a:pt x="62269" y="142097"/>
                  </a:lnTo>
                  <a:lnTo>
                    <a:pt x="59834" y="141397"/>
                  </a:lnTo>
                  <a:lnTo>
                    <a:pt x="57414" y="141161"/>
                  </a:lnTo>
                  <a:lnTo>
                    <a:pt x="56699" y="141504"/>
                  </a:lnTo>
                  <a:lnTo>
                    <a:pt x="57209" y="142113"/>
                  </a:lnTo>
                  <a:lnTo>
                    <a:pt x="58061" y="143908"/>
                  </a:lnTo>
                  <a:lnTo>
                    <a:pt x="58738" y="145787"/>
                  </a:lnTo>
                  <a:lnTo>
                    <a:pt x="55238" y="146632"/>
                  </a:lnTo>
                  <a:lnTo>
                    <a:pt x="51647" y="147150"/>
                  </a:lnTo>
                  <a:lnTo>
                    <a:pt x="47652" y="148161"/>
                  </a:lnTo>
                  <a:lnTo>
                    <a:pt x="43612" y="148230"/>
                  </a:lnTo>
                  <a:lnTo>
                    <a:pt x="41543" y="147652"/>
                  </a:lnTo>
                  <a:lnTo>
                    <a:pt x="39420" y="147325"/>
                  </a:lnTo>
                  <a:lnTo>
                    <a:pt x="37412" y="147652"/>
                  </a:lnTo>
                  <a:lnTo>
                    <a:pt x="35472" y="148390"/>
                  </a:lnTo>
                  <a:lnTo>
                    <a:pt x="33835" y="148268"/>
                  </a:lnTo>
                  <a:lnTo>
                    <a:pt x="32801" y="146944"/>
                  </a:lnTo>
                  <a:lnTo>
                    <a:pt x="32322" y="145947"/>
                  </a:lnTo>
                  <a:lnTo>
                    <a:pt x="31705" y="145080"/>
                  </a:lnTo>
                  <a:lnTo>
                    <a:pt x="30176" y="145217"/>
                  </a:lnTo>
                  <a:lnTo>
                    <a:pt x="28700" y="145689"/>
                  </a:lnTo>
                  <a:lnTo>
                    <a:pt x="31226" y="145742"/>
                  </a:lnTo>
                  <a:lnTo>
                    <a:pt x="31987" y="146853"/>
                  </a:lnTo>
                  <a:lnTo>
                    <a:pt x="32641" y="148192"/>
                  </a:lnTo>
                  <a:lnTo>
                    <a:pt x="34429" y="149409"/>
                  </a:lnTo>
                  <a:lnTo>
                    <a:pt x="36582" y="148686"/>
                  </a:lnTo>
                  <a:lnTo>
                    <a:pt x="41322" y="148884"/>
                  </a:lnTo>
                  <a:lnTo>
                    <a:pt x="45925" y="151007"/>
                  </a:lnTo>
                  <a:lnTo>
                    <a:pt x="47021" y="151251"/>
                  </a:lnTo>
                  <a:lnTo>
                    <a:pt x="48025" y="151669"/>
                  </a:lnTo>
                  <a:lnTo>
                    <a:pt x="50399" y="153761"/>
                  </a:lnTo>
                  <a:lnTo>
                    <a:pt x="52187" y="155663"/>
                  </a:lnTo>
                  <a:lnTo>
                    <a:pt x="53694" y="157840"/>
                  </a:lnTo>
                  <a:lnTo>
                    <a:pt x="54013" y="158692"/>
                  </a:lnTo>
                  <a:lnTo>
                    <a:pt x="53907" y="160974"/>
                  </a:lnTo>
                  <a:lnTo>
                    <a:pt x="53450" y="162108"/>
                  </a:lnTo>
                  <a:lnTo>
                    <a:pt x="50475" y="163713"/>
                  </a:lnTo>
                  <a:lnTo>
                    <a:pt x="47303" y="164931"/>
                  </a:lnTo>
                  <a:lnTo>
                    <a:pt x="42624" y="167297"/>
                  </a:lnTo>
                  <a:lnTo>
                    <a:pt x="38096" y="169990"/>
                  </a:lnTo>
                  <a:lnTo>
                    <a:pt x="35715" y="169465"/>
                  </a:lnTo>
                  <a:lnTo>
                    <a:pt x="33569" y="168035"/>
                  </a:lnTo>
                  <a:lnTo>
                    <a:pt x="32740" y="167647"/>
                  </a:lnTo>
                  <a:lnTo>
                    <a:pt x="30526" y="166871"/>
                  </a:lnTo>
                  <a:lnTo>
                    <a:pt x="29179" y="166589"/>
                  </a:lnTo>
                  <a:lnTo>
                    <a:pt x="23823" y="167198"/>
                  </a:lnTo>
                  <a:lnTo>
                    <a:pt x="18459" y="167510"/>
                  </a:lnTo>
                  <a:lnTo>
                    <a:pt x="16191" y="167487"/>
                  </a:lnTo>
                  <a:lnTo>
                    <a:pt x="14000" y="167031"/>
                  </a:lnTo>
                  <a:lnTo>
                    <a:pt x="11588" y="166186"/>
                  </a:lnTo>
                  <a:lnTo>
                    <a:pt x="9199" y="166559"/>
                  </a:lnTo>
                  <a:lnTo>
                    <a:pt x="7563" y="167548"/>
                  </a:lnTo>
                  <a:lnTo>
                    <a:pt x="5775" y="167700"/>
                  </a:lnTo>
                  <a:lnTo>
                    <a:pt x="2427" y="165494"/>
                  </a:lnTo>
                  <a:lnTo>
                    <a:pt x="2420" y="165212"/>
                  </a:lnTo>
                  <a:lnTo>
                    <a:pt x="2420" y="160845"/>
                  </a:lnTo>
                  <a:lnTo>
                    <a:pt x="2420" y="156485"/>
                  </a:lnTo>
                  <a:lnTo>
                    <a:pt x="2420" y="152125"/>
                  </a:lnTo>
                  <a:lnTo>
                    <a:pt x="2412" y="147766"/>
                  </a:lnTo>
                  <a:lnTo>
                    <a:pt x="2412" y="143406"/>
                  </a:lnTo>
                  <a:lnTo>
                    <a:pt x="2412" y="139054"/>
                  </a:lnTo>
                  <a:lnTo>
                    <a:pt x="2412" y="134702"/>
                  </a:lnTo>
                  <a:lnTo>
                    <a:pt x="2412" y="130350"/>
                  </a:lnTo>
                  <a:lnTo>
                    <a:pt x="2405" y="125998"/>
                  </a:lnTo>
                  <a:lnTo>
                    <a:pt x="2405" y="121653"/>
                  </a:lnTo>
                  <a:lnTo>
                    <a:pt x="2405" y="118077"/>
                  </a:lnTo>
                  <a:lnTo>
                    <a:pt x="1218" y="116685"/>
                  </a:lnTo>
                  <a:lnTo>
                    <a:pt x="0" y="114547"/>
                  </a:lnTo>
                  <a:lnTo>
                    <a:pt x="259" y="111800"/>
                  </a:lnTo>
                  <a:lnTo>
                    <a:pt x="1735" y="108407"/>
                  </a:lnTo>
                  <a:lnTo>
                    <a:pt x="2397" y="106139"/>
                  </a:lnTo>
                  <a:lnTo>
                    <a:pt x="2397" y="104291"/>
                  </a:lnTo>
                  <a:lnTo>
                    <a:pt x="2397" y="99954"/>
                  </a:lnTo>
                  <a:lnTo>
                    <a:pt x="2397" y="95617"/>
                  </a:lnTo>
                  <a:lnTo>
                    <a:pt x="2389" y="91280"/>
                  </a:lnTo>
                  <a:lnTo>
                    <a:pt x="2389" y="86950"/>
                  </a:lnTo>
                  <a:lnTo>
                    <a:pt x="2389" y="82621"/>
                  </a:lnTo>
                  <a:lnTo>
                    <a:pt x="2389" y="78292"/>
                  </a:lnTo>
                  <a:lnTo>
                    <a:pt x="2389" y="73963"/>
                  </a:lnTo>
                  <a:lnTo>
                    <a:pt x="2382" y="69633"/>
                  </a:lnTo>
                  <a:lnTo>
                    <a:pt x="2382" y="65312"/>
                  </a:lnTo>
                  <a:lnTo>
                    <a:pt x="2382" y="60990"/>
                  </a:lnTo>
                  <a:lnTo>
                    <a:pt x="2382" y="56669"/>
                  </a:lnTo>
                  <a:lnTo>
                    <a:pt x="2382" y="52347"/>
                  </a:lnTo>
                  <a:lnTo>
                    <a:pt x="2374" y="48025"/>
                  </a:lnTo>
                  <a:lnTo>
                    <a:pt x="2374" y="43703"/>
                  </a:lnTo>
                  <a:lnTo>
                    <a:pt x="2374" y="39382"/>
                  </a:lnTo>
                  <a:lnTo>
                    <a:pt x="2367" y="35068"/>
                  </a:lnTo>
                  <a:lnTo>
                    <a:pt x="2367" y="30754"/>
                  </a:lnTo>
                  <a:lnTo>
                    <a:pt x="2367" y="28152"/>
                  </a:lnTo>
                  <a:lnTo>
                    <a:pt x="2367" y="26721"/>
                  </a:lnTo>
                  <a:lnTo>
                    <a:pt x="2367" y="26638"/>
                  </a:lnTo>
                  <a:lnTo>
                    <a:pt x="3006" y="26645"/>
                  </a:lnTo>
                  <a:lnTo>
                    <a:pt x="5166" y="26668"/>
                  </a:lnTo>
                  <a:lnTo>
                    <a:pt x="6901" y="27018"/>
                  </a:lnTo>
                  <a:lnTo>
                    <a:pt x="17599" y="31629"/>
                  </a:lnTo>
                  <a:lnTo>
                    <a:pt x="20794" y="33478"/>
                  </a:lnTo>
                  <a:lnTo>
                    <a:pt x="21890" y="33911"/>
                  </a:lnTo>
                  <a:lnTo>
                    <a:pt x="22963" y="33926"/>
                  </a:lnTo>
                  <a:lnTo>
                    <a:pt x="23990" y="34140"/>
                  </a:lnTo>
                  <a:lnTo>
                    <a:pt x="28814" y="36688"/>
                  </a:lnTo>
                  <a:lnTo>
                    <a:pt x="36019" y="39260"/>
                  </a:lnTo>
                  <a:lnTo>
                    <a:pt x="43628" y="41725"/>
                  </a:lnTo>
                  <a:lnTo>
                    <a:pt x="45986" y="42243"/>
                  </a:lnTo>
                  <a:lnTo>
                    <a:pt x="48429" y="42456"/>
                  </a:lnTo>
                  <a:lnTo>
                    <a:pt x="53724" y="43308"/>
                  </a:lnTo>
                  <a:lnTo>
                    <a:pt x="56517" y="44069"/>
                  </a:lnTo>
                  <a:lnTo>
                    <a:pt x="60602" y="47089"/>
                  </a:lnTo>
                  <a:lnTo>
                    <a:pt x="62664" y="48025"/>
                  </a:lnTo>
                  <a:lnTo>
                    <a:pt x="64597" y="49729"/>
                  </a:lnTo>
                  <a:lnTo>
                    <a:pt x="67328" y="51563"/>
                  </a:lnTo>
                  <a:lnTo>
                    <a:pt x="68409" y="52027"/>
                  </a:lnTo>
                  <a:lnTo>
                    <a:pt x="69596" y="52271"/>
                  </a:lnTo>
                  <a:close/>
                  <a:moveTo>
                    <a:pt x="258441" y="72289"/>
                  </a:moveTo>
                  <a:lnTo>
                    <a:pt x="256858" y="73909"/>
                  </a:lnTo>
                  <a:lnTo>
                    <a:pt x="255876" y="72395"/>
                  </a:lnTo>
                  <a:lnTo>
                    <a:pt x="254614" y="71072"/>
                  </a:lnTo>
                  <a:lnTo>
                    <a:pt x="253616" y="69717"/>
                  </a:lnTo>
                  <a:lnTo>
                    <a:pt x="252346" y="66795"/>
                  </a:lnTo>
                  <a:lnTo>
                    <a:pt x="252285" y="65327"/>
                  </a:lnTo>
                  <a:lnTo>
                    <a:pt x="252620" y="63767"/>
                  </a:lnTo>
                  <a:lnTo>
                    <a:pt x="252696" y="62192"/>
                  </a:lnTo>
                  <a:lnTo>
                    <a:pt x="252087" y="58997"/>
                  </a:lnTo>
                  <a:lnTo>
                    <a:pt x="250596" y="56083"/>
                  </a:lnTo>
                  <a:lnTo>
                    <a:pt x="245414" y="49136"/>
                  </a:lnTo>
                  <a:lnTo>
                    <a:pt x="243786" y="47318"/>
                  </a:lnTo>
                  <a:lnTo>
                    <a:pt x="241922" y="45689"/>
                  </a:lnTo>
                  <a:lnTo>
                    <a:pt x="240728" y="45294"/>
                  </a:lnTo>
                  <a:lnTo>
                    <a:pt x="238316" y="44906"/>
                  </a:lnTo>
                  <a:lnTo>
                    <a:pt x="237243" y="44578"/>
                  </a:lnTo>
                  <a:lnTo>
                    <a:pt x="235249" y="43445"/>
                  </a:lnTo>
                  <a:lnTo>
                    <a:pt x="233401" y="42128"/>
                  </a:lnTo>
                  <a:lnTo>
                    <a:pt x="228812" y="38210"/>
                  </a:lnTo>
                  <a:lnTo>
                    <a:pt x="226393" y="37099"/>
                  </a:lnTo>
                  <a:lnTo>
                    <a:pt x="225115" y="35730"/>
                  </a:lnTo>
                  <a:lnTo>
                    <a:pt x="217894" y="31317"/>
                  </a:lnTo>
                  <a:lnTo>
                    <a:pt x="215787" y="30274"/>
                  </a:lnTo>
                  <a:lnTo>
                    <a:pt x="213215" y="30274"/>
                  </a:lnTo>
                  <a:lnTo>
                    <a:pt x="211047" y="29407"/>
                  </a:lnTo>
                  <a:lnTo>
                    <a:pt x="212766" y="28859"/>
                  </a:lnTo>
                  <a:lnTo>
                    <a:pt x="213124" y="27383"/>
                  </a:lnTo>
                  <a:lnTo>
                    <a:pt x="212743" y="25884"/>
                  </a:lnTo>
                  <a:lnTo>
                    <a:pt x="216373" y="28334"/>
                  </a:lnTo>
                  <a:lnTo>
                    <a:pt x="220200" y="30472"/>
                  </a:lnTo>
                  <a:lnTo>
                    <a:pt x="221311" y="32199"/>
                  </a:lnTo>
                  <a:lnTo>
                    <a:pt x="223198" y="32306"/>
                  </a:lnTo>
                  <a:lnTo>
                    <a:pt x="226629" y="33736"/>
                  </a:lnTo>
                  <a:lnTo>
                    <a:pt x="228988" y="35022"/>
                  </a:lnTo>
                  <a:lnTo>
                    <a:pt x="231209" y="36506"/>
                  </a:lnTo>
                  <a:lnTo>
                    <a:pt x="233713" y="38629"/>
                  </a:lnTo>
                  <a:lnTo>
                    <a:pt x="238536" y="40295"/>
                  </a:lnTo>
                  <a:lnTo>
                    <a:pt x="239221" y="40904"/>
                  </a:lnTo>
                  <a:lnTo>
                    <a:pt x="241664" y="43673"/>
                  </a:lnTo>
                  <a:lnTo>
                    <a:pt x="244867" y="46024"/>
                  </a:lnTo>
                  <a:lnTo>
                    <a:pt x="245962" y="47318"/>
                  </a:lnTo>
                  <a:lnTo>
                    <a:pt x="259543" y="58449"/>
                  </a:lnTo>
                  <a:lnTo>
                    <a:pt x="261841" y="61568"/>
                  </a:lnTo>
                  <a:lnTo>
                    <a:pt x="262016" y="63699"/>
                  </a:lnTo>
                  <a:lnTo>
                    <a:pt x="261568" y="64536"/>
                  </a:lnTo>
                  <a:lnTo>
                    <a:pt x="260137" y="66339"/>
                  </a:lnTo>
                  <a:lnTo>
                    <a:pt x="260160" y="68469"/>
                  </a:lnTo>
                  <a:lnTo>
                    <a:pt x="259680" y="70379"/>
                  </a:lnTo>
                  <a:lnTo>
                    <a:pt x="258441" y="72289"/>
                  </a:lnTo>
                  <a:close/>
                  <a:moveTo>
                    <a:pt x="204435" y="27764"/>
                  </a:moveTo>
                  <a:lnTo>
                    <a:pt x="200174" y="28053"/>
                  </a:lnTo>
                  <a:lnTo>
                    <a:pt x="198645" y="27733"/>
                  </a:lnTo>
                  <a:lnTo>
                    <a:pt x="197275" y="26508"/>
                  </a:lnTo>
                  <a:lnTo>
                    <a:pt x="196035" y="24598"/>
                  </a:lnTo>
                  <a:lnTo>
                    <a:pt x="194787" y="24149"/>
                  </a:lnTo>
                  <a:lnTo>
                    <a:pt x="194285" y="23777"/>
                  </a:lnTo>
                  <a:lnTo>
                    <a:pt x="197298" y="22316"/>
                  </a:lnTo>
                  <a:lnTo>
                    <a:pt x="199969" y="21875"/>
                  </a:lnTo>
                  <a:lnTo>
                    <a:pt x="204282" y="23701"/>
                  </a:lnTo>
                  <a:lnTo>
                    <a:pt x="204724" y="24614"/>
                  </a:lnTo>
                  <a:lnTo>
                    <a:pt x="204762" y="25207"/>
                  </a:lnTo>
                  <a:lnTo>
                    <a:pt x="204640" y="27147"/>
                  </a:lnTo>
                  <a:lnTo>
                    <a:pt x="204435" y="27764"/>
                  </a:lnTo>
                  <a:close/>
                  <a:moveTo>
                    <a:pt x="149775" y="19729"/>
                  </a:moveTo>
                  <a:lnTo>
                    <a:pt x="149082" y="20847"/>
                  </a:lnTo>
                  <a:lnTo>
                    <a:pt x="147469" y="20748"/>
                  </a:lnTo>
                  <a:lnTo>
                    <a:pt x="146754" y="20421"/>
                  </a:lnTo>
                  <a:lnTo>
                    <a:pt x="147918" y="20208"/>
                  </a:lnTo>
                  <a:lnTo>
                    <a:pt x="148390" y="19288"/>
                  </a:lnTo>
                  <a:lnTo>
                    <a:pt x="148892" y="18961"/>
                  </a:lnTo>
                  <a:lnTo>
                    <a:pt x="149775" y="19729"/>
                  </a:lnTo>
                  <a:close/>
                  <a:moveTo>
                    <a:pt x="132488" y="12874"/>
                  </a:moveTo>
                  <a:lnTo>
                    <a:pt x="139610" y="14251"/>
                  </a:lnTo>
                  <a:lnTo>
                    <a:pt x="140081" y="14236"/>
                  </a:lnTo>
                  <a:lnTo>
                    <a:pt x="139998" y="13741"/>
                  </a:lnTo>
                  <a:lnTo>
                    <a:pt x="140120" y="13604"/>
                  </a:lnTo>
                  <a:lnTo>
                    <a:pt x="140546" y="13962"/>
                  </a:lnTo>
                  <a:lnTo>
                    <a:pt x="140409" y="14966"/>
                  </a:lnTo>
                  <a:lnTo>
                    <a:pt x="139290" y="15217"/>
                  </a:lnTo>
                  <a:lnTo>
                    <a:pt x="138240" y="15118"/>
                  </a:lnTo>
                  <a:lnTo>
                    <a:pt x="137495" y="15643"/>
                  </a:lnTo>
                  <a:lnTo>
                    <a:pt x="135456" y="17583"/>
                  </a:lnTo>
                  <a:lnTo>
                    <a:pt x="134086" y="17264"/>
                  </a:lnTo>
                  <a:lnTo>
                    <a:pt x="132412" y="17697"/>
                  </a:lnTo>
                  <a:lnTo>
                    <a:pt x="129475" y="17736"/>
                  </a:lnTo>
                  <a:lnTo>
                    <a:pt x="125664" y="16883"/>
                  </a:lnTo>
                  <a:lnTo>
                    <a:pt x="124614" y="17606"/>
                  </a:lnTo>
                  <a:lnTo>
                    <a:pt x="123259" y="17408"/>
                  </a:lnTo>
                  <a:lnTo>
                    <a:pt x="121912" y="18200"/>
                  </a:lnTo>
                  <a:lnTo>
                    <a:pt x="121357" y="18162"/>
                  </a:lnTo>
                  <a:lnTo>
                    <a:pt x="121030" y="17005"/>
                  </a:lnTo>
                  <a:lnTo>
                    <a:pt x="121053" y="16412"/>
                  </a:lnTo>
                  <a:lnTo>
                    <a:pt x="122650" y="15917"/>
                  </a:lnTo>
                  <a:lnTo>
                    <a:pt x="122415" y="14099"/>
                  </a:lnTo>
                  <a:lnTo>
                    <a:pt x="123700" y="13186"/>
                  </a:lnTo>
                  <a:lnTo>
                    <a:pt x="125922" y="13262"/>
                  </a:lnTo>
                  <a:lnTo>
                    <a:pt x="127992" y="12645"/>
                  </a:lnTo>
                  <a:lnTo>
                    <a:pt x="132488" y="12874"/>
                  </a:lnTo>
                  <a:close/>
                  <a:moveTo>
                    <a:pt x="190108" y="4230"/>
                  </a:moveTo>
                  <a:lnTo>
                    <a:pt x="190054" y="4999"/>
                  </a:lnTo>
                  <a:lnTo>
                    <a:pt x="188518" y="4611"/>
                  </a:lnTo>
                  <a:lnTo>
                    <a:pt x="188091" y="4732"/>
                  </a:lnTo>
                  <a:lnTo>
                    <a:pt x="185413" y="2511"/>
                  </a:lnTo>
                  <a:lnTo>
                    <a:pt x="185459" y="1156"/>
                  </a:lnTo>
                  <a:lnTo>
                    <a:pt x="186167" y="0"/>
                  </a:lnTo>
                  <a:lnTo>
                    <a:pt x="187277" y="183"/>
                  </a:lnTo>
                  <a:lnTo>
                    <a:pt x="189248" y="1636"/>
                  </a:lnTo>
                  <a:lnTo>
                    <a:pt x="190108" y="4230"/>
                  </a:lnTo>
                  <a:close/>
                </a:path>
              </a:pathLst>
            </a:custGeom>
            <a:solidFill>
              <a:srgbClr val="2562E8"/>
            </a:solidFill>
            <a:ln w="6168" cap="flat">
              <a:solidFill>
                <a:srgbClr val="2562E8"/>
              </a:solidFill>
              <a:prstDash val="solid"/>
              <a:miter/>
            </a:ln>
          </p:spPr>
          <p:txBody>
            <a:bodyPr/>
            <a:lstStyle/>
            <a:p>
              <a:endParaRPr lang="en-US"/>
            </a:p>
          </p:txBody>
        </p:sp>
        <p:sp>
          <p:nvSpPr>
            <p:cNvPr id="2292" name="Freeform: Shape 2291">
              <a:extLst>
                <a:ext uri="{FF2B5EF4-FFF2-40B4-BE49-F238E27FC236}">
                  <a16:creationId xmlns:a16="http://schemas.microsoft.com/office/drawing/2014/main" id="{EECA5B7D-17B4-5453-2FA0-8D11319104F4}"/>
                </a:ext>
              </a:extLst>
            </p:cNvPr>
            <p:cNvSpPr/>
            <p:nvPr/>
          </p:nvSpPr>
          <p:spPr>
            <a:xfrm>
              <a:off x="12071549" y="4551985"/>
              <a:ext cx="205514" cy="344804"/>
            </a:xfrm>
            <a:custGeom>
              <a:avLst/>
              <a:gdLst>
                <a:gd name="csX0" fmla="*/ 104823 w 205514"/>
                <a:gd name="csY0" fmla="*/ 1347 h 344804"/>
                <a:gd name="csX1" fmla="*/ 103788 w 205514"/>
                <a:gd name="csY1" fmla="*/ 3195 h 344804"/>
                <a:gd name="csX2" fmla="*/ 102959 w 205514"/>
                <a:gd name="csY2" fmla="*/ 3180 h 344804"/>
                <a:gd name="csX3" fmla="*/ 103081 w 205514"/>
                <a:gd name="csY3" fmla="*/ 2145 h 344804"/>
                <a:gd name="csX4" fmla="*/ 104184 w 205514"/>
                <a:gd name="csY4" fmla="*/ 0 h 344804"/>
                <a:gd name="csX5" fmla="*/ 104595 w 205514"/>
                <a:gd name="csY5" fmla="*/ 46 h 344804"/>
                <a:gd name="csX6" fmla="*/ 104823 w 205514"/>
                <a:gd name="csY6" fmla="*/ 1347 h 344804"/>
                <a:gd name="csX7" fmla="*/ 106573 w 205514"/>
                <a:gd name="csY7" fmla="*/ 10781 h 344804"/>
                <a:gd name="csX8" fmla="*/ 106177 w 205514"/>
                <a:gd name="csY8" fmla="*/ 11055 h 344804"/>
                <a:gd name="csX9" fmla="*/ 105592 w 205514"/>
                <a:gd name="csY9" fmla="*/ 10926 h 344804"/>
                <a:gd name="csX10" fmla="*/ 106170 w 205514"/>
                <a:gd name="csY10" fmla="*/ 8788 h 344804"/>
                <a:gd name="csX11" fmla="*/ 107243 w 205514"/>
                <a:gd name="csY11" fmla="*/ 8202 h 344804"/>
                <a:gd name="csX12" fmla="*/ 108095 w 205514"/>
                <a:gd name="csY12" fmla="*/ 8430 h 344804"/>
                <a:gd name="csX13" fmla="*/ 106573 w 205514"/>
                <a:gd name="csY13" fmla="*/ 10781 h 344804"/>
                <a:gd name="csX14" fmla="*/ 97192 w 205514"/>
                <a:gd name="csY14" fmla="*/ 33440 h 344804"/>
                <a:gd name="csX15" fmla="*/ 97412 w 205514"/>
                <a:gd name="csY15" fmla="*/ 35479 h 344804"/>
                <a:gd name="csX16" fmla="*/ 96149 w 205514"/>
                <a:gd name="csY16" fmla="*/ 35433 h 344804"/>
                <a:gd name="csX17" fmla="*/ 94247 w 205514"/>
                <a:gd name="csY17" fmla="*/ 34193 h 344804"/>
                <a:gd name="csX18" fmla="*/ 94072 w 205514"/>
                <a:gd name="csY18" fmla="*/ 33561 h 344804"/>
                <a:gd name="csX19" fmla="*/ 94103 w 205514"/>
                <a:gd name="csY19" fmla="*/ 33036 h 344804"/>
                <a:gd name="csX20" fmla="*/ 94437 w 205514"/>
                <a:gd name="csY20" fmla="*/ 32587 h 344804"/>
                <a:gd name="csX21" fmla="*/ 97192 w 205514"/>
                <a:gd name="csY21" fmla="*/ 33440 h 344804"/>
                <a:gd name="csX22" fmla="*/ 91455 w 205514"/>
                <a:gd name="csY22" fmla="*/ 39717 h 344804"/>
                <a:gd name="csX23" fmla="*/ 91333 w 205514"/>
                <a:gd name="csY23" fmla="*/ 41231 h 344804"/>
                <a:gd name="csX24" fmla="*/ 90253 w 205514"/>
                <a:gd name="csY24" fmla="*/ 40432 h 344804"/>
                <a:gd name="csX25" fmla="*/ 90017 w 205514"/>
                <a:gd name="csY25" fmla="*/ 39298 h 344804"/>
                <a:gd name="csX26" fmla="*/ 90123 w 205514"/>
                <a:gd name="csY26" fmla="*/ 38454 h 344804"/>
                <a:gd name="csX27" fmla="*/ 90618 w 205514"/>
                <a:gd name="csY27" fmla="*/ 37449 h 344804"/>
                <a:gd name="csX28" fmla="*/ 91295 w 205514"/>
                <a:gd name="csY28" fmla="*/ 38362 h 344804"/>
                <a:gd name="csX29" fmla="*/ 91455 w 205514"/>
                <a:gd name="csY29" fmla="*/ 39717 h 344804"/>
                <a:gd name="csX30" fmla="*/ 105751 w 205514"/>
                <a:gd name="csY30" fmla="*/ 43932 h 344804"/>
                <a:gd name="csX31" fmla="*/ 104397 w 205514"/>
                <a:gd name="csY31" fmla="*/ 45545 h 344804"/>
                <a:gd name="csX32" fmla="*/ 103690 w 205514"/>
                <a:gd name="csY32" fmla="*/ 45096 h 344804"/>
                <a:gd name="csX33" fmla="*/ 104450 w 205514"/>
                <a:gd name="csY33" fmla="*/ 43528 h 344804"/>
                <a:gd name="csX34" fmla="*/ 104427 w 205514"/>
                <a:gd name="csY34" fmla="*/ 42981 h 344804"/>
                <a:gd name="csX35" fmla="*/ 105051 w 205514"/>
                <a:gd name="csY35" fmla="*/ 41756 h 344804"/>
                <a:gd name="csX36" fmla="*/ 106208 w 205514"/>
                <a:gd name="csY36" fmla="*/ 41330 h 344804"/>
                <a:gd name="csX37" fmla="*/ 107159 w 205514"/>
                <a:gd name="csY37" fmla="*/ 42539 h 344804"/>
                <a:gd name="csX38" fmla="*/ 105751 w 205514"/>
                <a:gd name="csY38" fmla="*/ 43932 h 344804"/>
                <a:gd name="csX39" fmla="*/ 88236 w 205514"/>
                <a:gd name="csY39" fmla="*/ 50194 h 344804"/>
                <a:gd name="csX40" fmla="*/ 91508 w 205514"/>
                <a:gd name="csY40" fmla="*/ 51358 h 344804"/>
                <a:gd name="csX41" fmla="*/ 98736 w 205514"/>
                <a:gd name="csY41" fmla="*/ 55542 h 344804"/>
                <a:gd name="csX42" fmla="*/ 101376 w 205514"/>
                <a:gd name="csY42" fmla="*/ 56577 h 344804"/>
                <a:gd name="csX43" fmla="*/ 104131 w 205514"/>
                <a:gd name="csY43" fmla="*/ 57353 h 344804"/>
                <a:gd name="csX44" fmla="*/ 106299 w 205514"/>
                <a:gd name="csY44" fmla="*/ 57582 h 344804"/>
                <a:gd name="csX45" fmla="*/ 108247 w 205514"/>
                <a:gd name="csY45" fmla="*/ 56623 h 344804"/>
                <a:gd name="csX46" fmla="*/ 109061 w 205514"/>
                <a:gd name="csY46" fmla="*/ 55649 h 344804"/>
                <a:gd name="csX47" fmla="*/ 110552 w 205514"/>
                <a:gd name="csY47" fmla="*/ 53077 h 344804"/>
                <a:gd name="csX48" fmla="*/ 112142 w 205514"/>
                <a:gd name="csY48" fmla="*/ 52758 h 344804"/>
                <a:gd name="csX49" fmla="*/ 113086 w 205514"/>
                <a:gd name="csY49" fmla="*/ 53693 h 344804"/>
                <a:gd name="csX50" fmla="*/ 113824 w 205514"/>
                <a:gd name="csY50" fmla="*/ 54949 h 344804"/>
                <a:gd name="csX51" fmla="*/ 114151 w 205514"/>
                <a:gd name="csY51" fmla="*/ 56790 h 344804"/>
                <a:gd name="csX52" fmla="*/ 113695 w 205514"/>
                <a:gd name="csY52" fmla="*/ 58715 h 344804"/>
                <a:gd name="csX53" fmla="*/ 112180 w 205514"/>
                <a:gd name="csY53" fmla="*/ 60442 h 344804"/>
                <a:gd name="csX54" fmla="*/ 111252 w 205514"/>
                <a:gd name="csY54" fmla="*/ 62512 h 344804"/>
                <a:gd name="csX55" fmla="*/ 110644 w 205514"/>
                <a:gd name="csY55" fmla="*/ 69375 h 344804"/>
                <a:gd name="csX56" fmla="*/ 110674 w 205514"/>
                <a:gd name="csY56" fmla="*/ 71429 h 344804"/>
                <a:gd name="csX57" fmla="*/ 111161 w 205514"/>
                <a:gd name="csY57" fmla="*/ 73407 h 344804"/>
                <a:gd name="csX58" fmla="*/ 112477 w 205514"/>
                <a:gd name="csY58" fmla="*/ 76542 h 344804"/>
                <a:gd name="csX59" fmla="*/ 113162 w 205514"/>
                <a:gd name="csY59" fmla="*/ 77425 h 344804"/>
                <a:gd name="csX60" fmla="*/ 115155 w 205514"/>
                <a:gd name="csY60" fmla="*/ 78543 h 344804"/>
                <a:gd name="csX61" fmla="*/ 115696 w 205514"/>
                <a:gd name="csY61" fmla="*/ 79388 h 344804"/>
                <a:gd name="csX62" fmla="*/ 115810 w 205514"/>
                <a:gd name="csY62" fmla="*/ 80909 h 344804"/>
                <a:gd name="csX63" fmla="*/ 116122 w 205514"/>
                <a:gd name="csY63" fmla="*/ 82249 h 344804"/>
                <a:gd name="csX64" fmla="*/ 117415 w 205514"/>
                <a:gd name="csY64" fmla="*/ 82758 h 344804"/>
                <a:gd name="csX65" fmla="*/ 118511 w 205514"/>
                <a:gd name="csY65" fmla="*/ 83428 h 344804"/>
                <a:gd name="csX66" fmla="*/ 118100 w 205514"/>
                <a:gd name="csY66" fmla="*/ 84912 h 344804"/>
                <a:gd name="csX67" fmla="*/ 117415 w 205514"/>
                <a:gd name="csY67" fmla="*/ 86418 h 344804"/>
                <a:gd name="csX68" fmla="*/ 116517 w 205514"/>
                <a:gd name="csY68" fmla="*/ 90131 h 344804"/>
                <a:gd name="csX69" fmla="*/ 112241 w 205514"/>
                <a:gd name="csY69" fmla="*/ 98713 h 344804"/>
                <a:gd name="csX70" fmla="*/ 111998 w 205514"/>
                <a:gd name="csY70" fmla="*/ 100562 h 344804"/>
                <a:gd name="csX71" fmla="*/ 110309 w 205514"/>
                <a:gd name="csY71" fmla="*/ 104245 h 344804"/>
                <a:gd name="csX72" fmla="*/ 106878 w 205514"/>
                <a:gd name="csY72" fmla="*/ 104838 h 344804"/>
                <a:gd name="csX73" fmla="*/ 102913 w 205514"/>
                <a:gd name="csY73" fmla="*/ 106619 h 344804"/>
                <a:gd name="csX74" fmla="*/ 100707 w 205514"/>
                <a:gd name="csY74" fmla="*/ 108003 h 344804"/>
                <a:gd name="csX75" fmla="*/ 98782 w 205514"/>
                <a:gd name="csY75" fmla="*/ 109799 h 344804"/>
                <a:gd name="csX76" fmla="*/ 98051 w 205514"/>
                <a:gd name="csY76" fmla="*/ 112150 h 344804"/>
                <a:gd name="csX77" fmla="*/ 98675 w 205514"/>
                <a:gd name="csY77" fmla="*/ 113223 h 344804"/>
                <a:gd name="csX78" fmla="*/ 99079 w 205514"/>
                <a:gd name="csY78" fmla="*/ 114372 h 344804"/>
                <a:gd name="csX79" fmla="*/ 99033 w 205514"/>
                <a:gd name="csY79" fmla="*/ 115612 h 344804"/>
                <a:gd name="csX80" fmla="*/ 98440 w 205514"/>
                <a:gd name="csY80" fmla="*/ 116639 h 344804"/>
                <a:gd name="csX81" fmla="*/ 96530 w 205514"/>
                <a:gd name="csY81" fmla="*/ 119142 h 344804"/>
                <a:gd name="csX82" fmla="*/ 95723 w 205514"/>
                <a:gd name="csY82" fmla="*/ 121189 h 344804"/>
                <a:gd name="csX83" fmla="*/ 94871 w 205514"/>
                <a:gd name="csY83" fmla="*/ 122110 h 344804"/>
                <a:gd name="csX84" fmla="*/ 94452 w 205514"/>
                <a:gd name="csY84" fmla="*/ 123220 h 344804"/>
                <a:gd name="csX85" fmla="*/ 94597 w 205514"/>
                <a:gd name="csY85" fmla="*/ 124491 h 344804"/>
                <a:gd name="csX86" fmla="*/ 95366 w 205514"/>
                <a:gd name="csY86" fmla="*/ 125602 h 344804"/>
                <a:gd name="csX87" fmla="*/ 97694 w 205514"/>
                <a:gd name="csY87" fmla="*/ 130372 h 344804"/>
                <a:gd name="csX88" fmla="*/ 100189 w 205514"/>
                <a:gd name="csY88" fmla="*/ 134976 h 344804"/>
                <a:gd name="csX89" fmla="*/ 100722 w 205514"/>
                <a:gd name="csY89" fmla="*/ 135508 h 344804"/>
                <a:gd name="csX90" fmla="*/ 100927 w 205514"/>
                <a:gd name="csY90" fmla="*/ 136125 h 344804"/>
                <a:gd name="csX91" fmla="*/ 99459 w 205514"/>
                <a:gd name="csY91" fmla="*/ 137342 h 344804"/>
                <a:gd name="csX92" fmla="*/ 99490 w 205514"/>
                <a:gd name="csY92" fmla="*/ 139549 h 344804"/>
                <a:gd name="csX93" fmla="*/ 99931 w 205514"/>
                <a:gd name="csY93" fmla="*/ 141740 h 344804"/>
                <a:gd name="csX94" fmla="*/ 102137 w 205514"/>
                <a:gd name="csY94" fmla="*/ 147157 h 344804"/>
                <a:gd name="csX95" fmla="*/ 102449 w 205514"/>
                <a:gd name="csY95" fmla="*/ 148603 h 344804"/>
                <a:gd name="csX96" fmla="*/ 103180 w 205514"/>
                <a:gd name="csY96" fmla="*/ 149790 h 344804"/>
                <a:gd name="csX97" fmla="*/ 104306 w 205514"/>
                <a:gd name="csY97" fmla="*/ 150900 h 344804"/>
                <a:gd name="csX98" fmla="*/ 105546 w 205514"/>
                <a:gd name="csY98" fmla="*/ 151836 h 344804"/>
                <a:gd name="csX99" fmla="*/ 109137 w 205514"/>
                <a:gd name="csY99" fmla="*/ 153434 h 344804"/>
                <a:gd name="csX100" fmla="*/ 110522 w 205514"/>
                <a:gd name="csY100" fmla="*/ 153754 h 344804"/>
                <a:gd name="csX101" fmla="*/ 111960 w 205514"/>
                <a:gd name="csY101" fmla="*/ 153807 h 344804"/>
                <a:gd name="csX102" fmla="*/ 112317 w 205514"/>
                <a:gd name="csY102" fmla="*/ 152727 h 344804"/>
                <a:gd name="csX103" fmla="*/ 113573 w 205514"/>
                <a:gd name="csY103" fmla="*/ 152361 h 344804"/>
                <a:gd name="csX104" fmla="*/ 113299 w 205514"/>
                <a:gd name="csY104" fmla="*/ 151304 h 344804"/>
                <a:gd name="csX105" fmla="*/ 111762 w 205514"/>
                <a:gd name="csY105" fmla="*/ 149835 h 344804"/>
                <a:gd name="csX106" fmla="*/ 111701 w 205514"/>
                <a:gd name="csY106" fmla="*/ 149044 h 344804"/>
                <a:gd name="csX107" fmla="*/ 112508 w 205514"/>
                <a:gd name="csY107" fmla="*/ 148450 h 344804"/>
                <a:gd name="csX108" fmla="*/ 113466 w 205514"/>
                <a:gd name="csY108" fmla="*/ 148108 h 344804"/>
                <a:gd name="csX109" fmla="*/ 115627 w 205514"/>
                <a:gd name="csY109" fmla="*/ 146510 h 344804"/>
                <a:gd name="csX110" fmla="*/ 117917 w 205514"/>
                <a:gd name="csY110" fmla="*/ 145232 h 344804"/>
                <a:gd name="csX111" fmla="*/ 120832 w 205514"/>
                <a:gd name="csY111" fmla="*/ 145339 h 344804"/>
                <a:gd name="csX112" fmla="*/ 123685 w 205514"/>
                <a:gd name="csY112" fmla="*/ 146054 h 344804"/>
                <a:gd name="csX113" fmla="*/ 125716 w 205514"/>
                <a:gd name="csY113" fmla="*/ 146799 h 344804"/>
                <a:gd name="csX114" fmla="*/ 127390 w 205514"/>
                <a:gd name="csY114" fmla="*/ 148169 h 344804"/>
                <a:gd name="csX115" fmla="*/ 129110 w 205514"/>
                <a:gd name="csY115" fmla="*/ 150543 h 344804"/>
                <a:gd name="csX116" fmla="*/ 130312 w 205514"/>
                <a:gd name="csY116" fmla="*/ 153168 h 344804"/>
                <a:gd name="csX117" fmla="*/ 130304 w 205514"/>
                <a:gd name="csY117" fmla="*/ 154416 h 344804"/>
                <a:gd name="csX118" fmla="*/ 130015 w 205514"/>
                <a:gd name="csY118" fmla="*/ 155671 h 344804"/>
                <a:gd name="csX119" fmla="*/ 130076 w 205514"/>
                <a:gd name="csY119" fmla="*/ 156911 h 344804"/>
                <a:gd name="csX120" fmla="*/ 130974 w 205514"/>
                <a:gd name="csY120" fmla="*/ 157756 h 344804"/>
                <a:gd name="csX121" fmla="*/ 133736 w 205514"/>
                <a:gd name="csY121" fmla="*/ 157817 h 344804"/>
                <a:gd name="csX122" fmla="*/ 135143 w 205514"/>
                <a:gd name="csY122" fmla="*/ 155869 h 344804"/>
                <a:gd name="csX123" fmla="*/ 135318 w 205514"/>
                <a:gd name="csY123" fmla="*/ 153678 h 344804"/>
                <a:gd name="csX124" fmla="*/ 134329 w 205514"/>
                <a:gd name="csY124" fmla="*/ 152833 h 344804"/>
                <a:gd name="csX125" fmla="*/ 134786 w 205514"/>
                <a:gd name="csY125" fmla="*/ 151753 h 344804"/>
                <a:gd name="csX126" fmla="*/ 135630 w 205514"/>
                <a:gd name="csY126" fmla="*/ 150946 h 344804"/>
                <a:gd name="csX127" fmla="*/ 136855 w 205514"/>
                <a:gd name="csY127" fmla="*/ 151669 h 344804"/>
                <a:gd name="csX128" fmla="*/ 138019 w 205514"/>
                <a:gd name="csY128" fmla="*/ 153031 h 344804"/>
                <a:gd name="csX129" fmla="*/ 142303 w 205514"/>
                <a:gd name="csY129" fmla="*/ 154514 h 344804"/>
                <a:gd name="csX130" fmla="*/ 143399 w 205514"/>
                <a:gd name="csY130" fmla="*/ 154545 h 344804"/>
                <a:gd name="csX131" fmla="*/ 144289 w 205514"/>
                <a:gd name="csY131" fmla="*/ 154827 h 344804"/>
                <a:gd name="csX132" fmla="*/ 146206 w 205514"/>
                <a:gd name="csY132" fmla="*/ 155854 h 344804"/>
                <a:gd name="csX133" fmla="*/ 147104 w 205514"/>
                <a:gd name="csY133" fmla="*/ 156675 h 344804"/>
                <a:gd name="csX134" fmla="*/ 146001 w 205514"/>
                <a:gd name="csY134" fmla="*/ 158380 h 344804"/>
                <a:gd name="csX135" fmla="*/ 141747 w 205514"/>
                <a:gd name="csY135" fmla="*/ 158760 h 344804"/>
                <a:gd name="csX136" fmla="*/ 140515 w 205514"/>
                <a:gd name="csY136" fmla="*/ 160038 h 344804"/>
                <a:gd name="csX137" fmla="*/ 141770 w 205514"/>
                <a:gd name="csY137" fmla="*/ 162603 h 344804"/>
                <a:gd name="csX138" fmla="*/ 143809 w 205514"/>
                <a:gd name="csY138" fmla="*/ 164710 h 344804"/>
                <a:gd name="csX139" fmla="*/ 145118 w 205514"/>
                <a:gd name="csY139" fmla="*/ 166414 h 344804"/>
                <a:gd name="csX140" fmla="*/ 146275 w 205514"/>
                <a:gd name="csY140" fmla="*/ 168248 h 344804"/>
                <a:gd name="csX141" fmla="*/ 146221 w 205514"/>
                <a:gd name="csY141" fmla="*/ 169945 h 344804"/>
                <a:gd name="csX142" fmla="*/ 145544 w 205514"/>
                <a:gd name="csY142" fmla="*/ 171710 h 344804"/>
                <a:gd name="csX143" fmla="*/ 147416 w 205514"/>
                <a:gd name="csY143" fmla="*/ 171573 h 344804"/>
                <a:gd name="csX144" fmla="*/ 149173 w 205514"/>
                <a:gd name="csY144" fmla="*/ 171946 h 344804"/>
                <a:gd name="csX145" fmla="*/ 151608 w 205514"/>
                <a:gd name="csY145" fmla="*/ 173422 h 344804"/>
                <a:gd name="csX146" fmla="*/ 152369 w 205514"/>
                <a:gd name="csY146" fmla="*/ 173574 h 344804"/>
                <a:gd name="csX147" fmla="*/ 153175 w 205514"/>
                <a:gd name="csY147" fmla="*/ 173338 h 344804"/>
                <a:gd name="csX148" fmla="*/ 153061 w 205514"/>
                <a:gd name="csY148" fmla="*/ 178664 h 344804"/>
                <a:gd name="csX149" fmla="*/ 151403 w 205514"/>
                <a:gd name="csY149" fmla="*/ 183541 h 344804"/>
                <a:gd name="csX150" fmla="*/ 149310 w 205514"/>
                <a:gd name="csY150" fmla="*/ 182933 h 344804"/>
                <a:gd name="csX151" fmla="*/ 147522 w 205514"/>
                <a:gd name="csY151" fmla="*/ 180871 h 344804"/>
                <a:gd name="csX152" fmla="*/ 147887 w 205514"/>
                <a:gd name="csY152" fmla="*/ 178360 h 344804"/>
                <a:gd name="csX153" fmla="*/ 149029 w 205514"/>
                <a:gd name="csY153" fmla="*/ 175933 h 344804"/>
                <a:gd name="csX154" fmla="*/ 148375 w 205514"/>
                <a:gd name="csY154" fmla="*/ 175423 h 344804"/>
                <a:gd name="csX155" fmla="*/ 147226 w 205514"/>
                <a:gd name="csY155" fmla="*/ 175621 h 344804"/>
                <a:gd name="csX156" fmla="*/ 145909 w 205514"/>
                <a:gd name="csY156" fmla="*/ 176169 h 344804"/>
                <a:gd name="csX157" fmla="*/ 144487 w 205514"/>
                <a:gd name="csY157" fmla="*/ 176359 h 344804"/>
                <a:gd name="csX158" fmla="*/ 142151 w 205514"/>
                <a:gd name="csY158" fmla="*/ 176039 h 344804"/>
                <a:gd name="csX159" fmla="*/ 137357 w 205514"/>
                <a:gd name="csY159" fmla="*/ 173399 h 344804"/>
                <a:gd name="csX160" fmla="*/ 135410 w 205514"/>
                <a:gd name="csY160" fmla="*/ 173156 h 344804"/>
                <a:gd name="csX161" fmla="*/ 134968 w 205514"/>
                <a:gd name="csY161" fmla="*/ 171961 h 344804"/>
                <a:gd name="csX162" fmla="*/ 135075 w 205514"/>
                <a:gd name="csY162" fmla="*/ 169427 h 344804"/>
                <a:gd name="csX163" fmla="*/ 133165 w 205514"/>
                <a:gd name="csY163" fmla="*/ 166414 h 344804"/>
                <a:gd name="csX164" fmla="*/ 132861 w 205514"/>
                <a:gd name="csY164" fmla="*/ 165334 h 344804"/>
                <a:gd name="csX165" fmla="*/ 132252 w 205514"/>
                <a:gd name="csY165" fmla="*/ 164489 h 344804"/>
                <a:gd name="csX166" fmla="*/ 126553 w 205514"/>
                <a:gd name="csY166" fmla="*/ 161210 h 344804"/>
                <a:gd name="csX167" fmla="*/ 125853 w 205514"/>
                <a:gd name="csY167" fmla="*/ 160655 h 344804"/>
                <a:gd name="csX168" fmla="*/ 124103 w 205514"/>
                <a:gd name="csY168" fmla="*/ 158037 h 344804"/>
                <a:gd name="csX169" fmla="*/ 120131 w 205514"/>
                <a:gd name="csY169" fmla="*/ 154309 h 344804"/>
                <a:gd name="csX170" fmla="*/ 119020 w 205514"/>
                <a:gd name="csY170" fmla="*/ 153929 h 344804"/>
                <a:gd name="csX171" fmla="*/ 117811 w 205514"/>
                <a:gd name="csY171" fmla="*/ 153822 h 344804"/>
                <a:gd name="csX172" fmla="*/ 117415 w 205514"/>
                <a:gd name="csY172" fmla="*/ 154766 h 344804"/>
                <a:gd name="csX173" fmla="*/ 117963 w 205514"/>
                <a:gd name="csY173" fmla="*/ 156219 h 344804"/>
                <a:gd name="csX174" fmla="*/ 118184 w 205514"/>
                <a:gd name="csY174" fmla="*/ 157467 h 344804"/>
                <a:gd name="csX175" fmla="*/ 118100 w 205514"/>
                <a:gd name="csY175" fmla="*/ 158775 h 344804"/>
                <a:gd name="csX176" fmla="*/ 118260 w 205514"/>
                <a:gd name="csY176" fmla="*/ 159787 h 344804"/>
                <a:gd name="csX177" fmla="*/ 120139 w 205514"/>
                <a:gd name="csY177" fmla="*/ 161857 h 344804"/>
                <a:gd name="csX178" fmla="*/ 120421 w 205514"/>
                <a:gd name="csY178" fmla="*/ 162831 h 344804"/>
                <a:gd name="csX179" fmla="*/ 121676 w 205514"/>
                <a:gd name="csY179" fmla="*/ 165486 h 344804"/>
                <a:gd name="csX180" fmla="*/ 121828 w 205514"/>
                <a:gd name="csY180" fmla="*/ 168590 h 344804"/>
                <a:gd name="csX181" fmla="*/ 120223 w 205514"/>
                <a:gd name="csY181" fmla="*/ 169876 h 344804"/>
                <a:gd name="csX182" fmla="*/ 118419 w 205514"/>
                <a:gd name="csY182" fmla="*/ 168446 h 344804"/>
                <a:gd name="csX183" fmla="*/ 118359 w 205514"/>
                <a:gd name="csY183" fmla="*/ 167274 h 344804"/>
                <a:gd name="csX184" fmla="*/ 118047 w 205514"/>
                <a:gd name="csY184" fmla="*/ 166186 h 344804"/>
                <a:gd name="csX185" fmla="*/ 116106 w 205514"/>
                <a:gd name="csY185" fmla="*/ 163363 h 344804"/>
                <a:gd name="csX186" fmla="*/ 115452 w 205514"/>
                <a:gd name="csY186" fmla="*/ 162755 h 344804"/>
                <a:gd name="csX187" fmla="*/ 111800 w 205514"/>
                <a:gd name="csY187" fmla="*/ 159970 h 344804"/>
                <a:gd name="csX188" fmla="*/ 108970 w 205514"/>
                <a:gd name="csY188" fmla="*/ 156911 h 344804"/>
                <a:gd name="csX189" fmla="*/ 102678 w 205514"/>
                <a:gd name="csY189" fmla="*/ 153647 h 344804"/>
                <a:gd name="csX190" fmla="*/ 101924 w 205514"/>
                <a:gd name="csY190" fmla="*/ 153472 h 344804"/>
                <a:gd name="csX191" fmla="*/ 100828 w 205514"/>
                <a:gd name="csY191" fmla="*/ 153716 h 344804"/>
                <a:gd name="csX192" fmla="*/ 99801 w 205514"/>
                <a:gd name="csY192" fmla="*/ 154119 h 344804"/>
                <a:gd name="csX193" fmla="*/ 96758 w 205514"/>
                <a:gd name="csY193" fmla="*/ 155732 h 344804"/>
                <a:gd name="csX194" fmla="*/ 95685 w 205514"/>
                <a:gd name="csY194" fmla="*/ 156850 h 344804"/>
                <a:gd name="csX195" fmla="*/ 95586 w 205514"/>
                <a:gd name="csY195" fmla="*/ 158577 h 344804"/>
                <a:gd name="csX196" fmla="*/ 93402 w 205514"/>
                <a:gd name="csY196" fmla="*/ 159947 h 344804"/>
                <a:gd name="csX197" fmla="*/ 90397 w 205514"/>
                <a:gd name="csY197" fmla="*/ 160137 h 344804"/>
                <a:gd name="csX198" fmla="*/ 88092 w 205514"/>
                <a:gd name="csY198" fmla="*/ 159278 h 344804"/>
                <a:gd name="csX199" fmla="*/ 86182 w 205514"/>
                <a:gd name="csY199" fmla="*/ 157558 h 344804"/>
                <a:gd name="csX200" fmla="*/ 84607 w 205514"/>
                <a:gd name="csY200" fmla="*/ 157474 h 344804"/>
                <a:gd name="csX201" fmla="*/ 82652 w 205514"/>
                <a:gd name="csY201" fmla="*/ 154788 h 344804"/>
                <a:gd name="csX202" fmla="*/ 80270 w 205514"/>
                <a:gd name="csY202" fmla="*/ 154446 h 344804"/>
                <a:gd name="csX203" fmla="*/ 78299 w 205514"/>
                <a:gd name="csY203" fmla="*/ 156546 h 344804"/>
                <a:gd name="csX204" fmla="*/ 77881 w 205514"/>
                <a:gd name="csY204" fmla="*/ 152376 h 344804"/>
                <a:gd name="csX205" fmla="*/ 77866 w 205514"/>
                <a:gd name="csY205" fmla="*/ 148161 h 344804"/>
                <a:gd name="csX206" fmla="*/ 78414 w 205514"/>
                <a:gd name="csY206" fmla="*/ 146929 h 344804"/>
                <a:gd name="csX207" fmla="*/ 79395 w 205514"/>
                <a:gd name="csY207" fmla="*/ 145902 h 344804"/>
                <a:gd name="csX208" fmla="*/ 84379 w 205514"/>
                <a:gd name="csY208" fmla="*/ 141474 h 344804"/>
                <a:gd name="csX209" fmla="*/ 85010 w 205514"/>
                <a:gd name="csY209" fmla="*/ 140051 h 344804"/>
                <a:gd name="csX210" fmla="*/ 84797 w 205514"/>
                <a:gd name="csY210" fmla="*/ 138148 h 344804"/>
                <a:gd name="csX211" fmla="*/ 83664 w 205514"/>
                <a:gd name="csY211" fmla="*/ 136596 h 344804"/>
                <a:gd name="csX212" fmla="*/ 81876 w 205514"/>
                <a:gd name="csY212" fmla="*/ 135653 h 344804"/>
                <a:gd name="csX213" fmla="*/ 79814 w 205514"/>
                <a:gd name="csY213" fmla="*/ 135257 h 344804"/>
                <a:gd name="csX214" fmla="*/ 78330 w 205514"/>
                <a:gd name="csY214" fmla="*/ 134390 h 344804"/>
                <a:gd name="csX215" fmla="*/ 77166 w 205514"/>
                <a:gd name="csY215" fmla="*/ 132959 h 344804"/>
                <a:gd name="csX216" fmla="*/ 76375 w 205514"/>
                <a:gd name="csY216" fmla="*/ 135493 h 344804"/>
                <a:gd name="csX217" fmla="*/ 77143 w 205514"/>
                <a:gd name="csY217" fmla="*/ 139252 h 344804"/>
                <a:gd name="csX218" fmla="*/ 77272 w 205514"/>
                <a:gd name="csY218" fmla="*/ 141694 h 344804"/>
                <a:gd name="csX219" fmla="*/ 76565 w 205514"/>
                <a:gd name="csY219" fmla="*/ 142615 h 344804"/>
                <a:gd name="csX220" fmla="*/ 75286 w 205514"/>
                <a:gd name="csY220" fmla="*/ 142637 h 344804"/>
                <a:gd name="csX221" fmla="*/ 74069 w 205514"/>
                <a:gd name="csY221" fmla="*/ 142348 h 344804"/>
                <a:gd name="csX222" fmla="*/ 73164 w 205514"/>
                <a:gd name="csY222" fmla="*/ 141474 h 344804"/>
                <a:gd name="csX223" fmla="*/ 72502 w 205514"/>
                <a:gd name="csY223" fmla="*/ 138947 h 344804"/>
                <a:gd name="csX224" fmla="*/ 70760 w 205514"/>
                <a:gd name="csY224" fmla="*/ 137281 h 344804"/>
                <a:gd name="csX225" fmla="*/ 70052 w 205514"/>
                <a:gd name="csY225" fmla="*/ 134892 h 344804"/>
                <a:gd name="csX226" fmla="*/ 69261 w 205514"/>
                <a:gd name="csY226" fmla="*/ 134550 h 344804"/>
                <a:gd name="csX227" fmla="*/ 67640 w 205514"/>
                <a:gd name="csY227" fmla="*/ 134732 h 344804"/>
                <a:gd name="csX228" fmla="*/ 66445 w 205514"/>
                <a:gd name="csY228" fmla="*/ 133621 h 344804"/>
                <a:gd name="csX229" fmla="*/ 65654 w 205514"/>
                <a:gd name="csY229" fmla="*/ 130829 h 344804"/>
                <a:gd name="csX230" fmla="*/ 65487 w 205514"/>
                <a:gd name="csY230" fmla="*/ 127831 h 344804"/>
                <a:gd name="csX231" fmla="*/ 64809 w 205514"/>
                <a:gd name="csY231" fmla="*/ 125305 h 344804"/>
                <a:gd name="csX232" fmla="*/ 63836 w 205514"/>
                <a:gd name="csY232" fmla="*/ 122863 h 344804"/>
                <a:gd name="csX233" fmla="*/ 63265 w 205514"/>
                <a:gd name="csY233" fmla="*/ 120869 h 344804"/>
                <a:gd name="csX234" fmla="*/ 62390 w 205514"/>
                <a:gd name="csY234" fmla="*/ 111907 h 344804"/>
                <a:gd name="csX235" fmla="*/ 62177 w 205514"/>
                <a:gd name="csY235" fmla="*/ 111085 h 344804"/>
                <a:gd name="csX236" fmla="*/ 61705 w 205514"/>
                <a:gd name="csY236" fmla="*/ 110408 h 344804"/>
                <a:gd name="csX237" fmla="*/ 60602 w 205514"/>
                <a:gd name="csY237" fmla="*/ 109388 h 344804"/>
                <a:gd name="csX238" fmla="*/ 59773 w 205514"/>
                <a:gd name="csY238" fmla="*/ 108140 h 344804"/>
                <a:gd name="csX239" fmla="*/ 59613 w 205514"/>
                <a:gd name="csY239" fmla="*/ 107113 h 344804"/>
                <a:gd name="csX240" fmla="*/ 59841 w 205514"/>
                <a:gd name="csY240" fmla="*/ 102693 h 344804"/>
                <a:gd name="csX241" fmla="*/ 60222 w 205514"/>
                <a:gd name="csY241" fmla="*/ 101627 h 344804"/>
                <a:gd name="csX242" fmla="*/ 61081 w 205514"/>
                <a:gd name="csY242" fmla="*/ 101118 h 344804"/>
                <a:gd name="csX243" fmla="*/ 62261 w 205514"/>
                <a:gd name="csY243" fmla="*/ 101985 h 344804"/>
                <a:gd name="csX244" fmla="*/ 63204 w 205514"/>
                <a:gd name="csY244" fmla="*/ 103058 h 344804"/>
                <a:gd name="csX245" fmla="*/ 64376 w 205514"/>
                <a:gd name="csY245" fmla="*/ 103575 h 344804"/>
                <a:gd name="csX246" fmla="*/ 65411 w 205514"/>
                <a:gd name="csY246" fmla="*/ 104252 h 344804"/>
                <a:gd name="csX247" fmla="*/ 67343 w 205514"/>
                <a:gd name="csY247" fmla="*/ 106870 h 344804"/>
                <a:gd name="csX248" fmla="*/ 68104 w 205514"/>
                <a:gd name="csY248" fmla="*/ 107280 h 344804"/>
                <a:gd name="csX249" fmla="*/ 70486 w 205514"/>
                <a:gd name="csY249" fmla="*/ 107197 h 344804"/>
                <a:gd name="csX250" fmla="*/ 71893 w 205514"/>
                <a:gd name="csY250" fmla="*/ 106870 h 344804"/>
                <a:gd name="csX251" fmla="*/ 72570 w 205514"/>
                <a:gd name="csY251" fmla="*/ 105919 h 344804"/>
                <a:gd name="csX252" fmla="*/ 73004 w 205514"/>
                <a:gd name="csY252" fmla="*/ 104785 h 344804"/>
                <a:gd name="csX253" fmla="*/ 73011 w 205514"/>
                <a:gd name="csY253" fmla="*/ 103446 h 344804"/>
                <a:gd name="csX254" fmla="*/ 71635 w 205514"/>
                <a:gd name="csY254" fmla="*/ 99489 h 344804"/>
                <a:gd name="csX255" fmla="*/ 71216 w 205514"/>
                <a:gd name="csY255" fmla="*/ 96636 h 344804"/>
                <a:gd name="csX256" fmla="*/ 71193 w 205514"/>
                <a:gd name="csY256" fmla="*/ 94064 h 344804"/>
                <a:gd name="csX257" fmla="*/ 71551 w 205514"/>
                <a:gd name="csY257" fmla="*/ 91485 h 344804"/>
                <a:gd name="csX258" fmla="*/ 73430 w 205514"/>
                <a:gd name="csY258" fmla="*/ 87194 h 344804"/>
                <a:gd name="csX259" fmla="*/ 73666 w 205514"/>
                <a:gd name="csY259" fmla="*/ 84211 h 344804"/>
                <a:gd name="csX260" fmla="*/ 73491 w 205514"/>
                <a:gd name="csY260" fmla="*/ 80217 h 344804"/>
                <a:gd name="csX261" fmla="*/ 73818 w 205514"/>
                <a:gd name="csY261" fmla="*/ 77835 h 344804"/>
                <a:gd name="csX262" fmla="*/ 73765 w 205514"/>
                <a:gd name="csY262" fmla="*/ 76466 h 344804"/>
                <a:gd name="csX263" fmla="*/ 72646 w 205514"/>
                <a:gd name="csY263" fmla="*/ 74313 h 344804"/>
                <a:gd name="csX264" fmla="*/ 72350 w 205514"/>
                <a:gd name="csY264" fmla="*/ 72015 h 344804"/>
                <a:gd name="csX265" fmla="*/ 75484 w 205514"/>
                <a:gd name="csY265" fmla="*/ 60320 h 344804"/>
                <a:gd name="csX266" fmla="*/ 76466 w 205514"/>
                <a:gd name="csY266" fmla="*/ 58053 h 344804"/>
                <a:gd name="csX267" fmla="*/ 77181 w 205514"/>
                <a:gd name="csY267" fmla="*/ 55710 h 344804"/>
                <a:gd name="csX268" fmla="*/ 77508 w 205514"/>
                <a:gd name="csY268" fmla="*/ 52598 h 344804"/>
                <a:gd name="csX269" fmla="*/ 79852 w 205514"/>
                <a:gd name="csY269" fmla="*/ 51746 h 344804"/>
                <a:gd name="csX270" fmla="*/ 82081 w 205514"/>
                <a:gd name="csY270" fmla="*/ 50460 h 344804"/>
                <a:gd name="csX271" fmla="*/ 83230 w 205514"/>
                <a:gd name="csY271" fmla="*/ 50559 h 344804"/>
                <a:gd name="csX272" fmla="*/ 84455 w 205514"/>
                <a:gd name="csY272" fmla="*/ 50871 h 344804"/>
                <a:gd name="csX273" fmla="*/ 87148 w 205514"/>
                <a:gd name="csY273" fmla="*/ 50232 h 344804"/>
                <a:gd name="csX274" fmla="*/ 88236 w 205514"/>
                <a:gd name="csY274" fmla="*/ 50194 h 344804"/>
                <a:gd name="csX275" fmla="*/ 108148 w 205514"/>
                <a:gd name="csY275" fmla="*/ 130251 h 344804"/>
                <a:gd name="csX276" fmla="*/ 108536 w 205514"/>
                <a:gd name="csY276" fmla="*/ 131019 h 344804"/>
                <a:gd name="csX277" fmla="*/ 108102 w 205514"/>
                <a:gd name="csY277" fmla="*/ 130981 h 344804"/>
                <a:gd name="csX278" fmla="*/ 107798 w 205514"/>
                <a:gd name="csY278" fmla="*/ 131126 h 344804"/>
                <a:gd name="csX279" fmla="*/ 106793 w 205514"/>
                <a:gd name="csY279" fmla="*/ 132708 h 344804"/>
                <a:gd name="csX280" fmla="*/ 107889 w 205514"/>
                <a:gd name="csY280" fmla="*/ 135638 h 344804"/>
                <a:gd name="csX281" fmla="*/ 107212 w 205514"/>
                <a:gd name="csY281" fmla="*/ 137768 h 344804"/>
                <a:gd name="csX282" fmla="*/ 105995 w 205514"/>
                <a:gd name="csY282" fmla="*/ 137905 h 344804"/>
                <a:gd name="csX283" fmla="*/ 105515 w 205514"/>
                <a:gd name="csY283" fmla="*/ 137677 h 344804"/>
                <a:gd name="csX284" fmla="*/ 105766 w 205514"/>
                <a:gd name="csY284" fmla="*/ 136619 h 344804"/>
                <a:gd name="csX285" fmla="*/ 106025 w 205514"/>
                <a:gd name="csY285" fmla="*/ 136140 h 344804"/>
                <a:gd name="csX286" fmla="*/ 105782 w 205514"/>
                <a:gd name="csY286" fmla="*/ 134748 h 344804"/>
                <a:gd name="csX287" fmla="*/ 105059 w 205514"/>
                <a:gd name="csY287" fmla="*/ 133873 h 344804"/>
                <a:gd name="csX288" fmla="*/ 104481 w 205514"/>
                <a:gd name="csY288" fmla="*/ 132176 h 344804"/>
                <a:gd name="csX289" fmla="*/ 103591 w 205514"/>
                <a:gd name="csY289" fmla="*/ 131156 h 344804"/>
                <a:gd name="csX290" fmla="*/ 104009 w 205514"/>
                <a:gd name="csY290" fmla="*/ 129520 h 344804"/>
                <a:gd name="csX291" fmla="*/ 106824 w 205514"/>
                <a:gd name="csY291" fmla="*/ 129338 h 344804"/>
                <a:gd name="csX292" fmla="*/ 108148 w 205514"/>
                <a:gd name="csY292" fmla="*/ 130251 h 344804"/>
                <a:gd name="csX293" fmla="*/ 111169 w 205514"/>
                <a:gd name="csY293" fmla="*/ 151212 h 344804"/>
                <a:gd name="csX294" fmla="*/ 111100 w 205514"/>
                <a:gd name="csY294" fmla="*/ 152103 h 344804"/>
                <a:gd name="csX295" fmla="*/ 106497 w 205514"/>
                <a:gd name="csY295" fmla="*/ 148861 h 344804"/>
                <a:gd name="csX296" fmla="*/ 106284 w 205514"/>
                <a:gd name="csY296" fmla="*/ 148306 h 344804"/>
                <a:gd name="csX297" fmla="*/ 106276 w 205514"/>
                <a:gd name="csY297" fmla="*/ 147789 h 344804"/>
                <a:gd name="csX298" fmla="*/ 106558 w 205514"/>
                <a:gd name="csY298" fmla="*/ 147271 h 344804"/>
                <a:gd name="csX299" fmla="*/ 111169 w 205514"/>
                <a:gd name="csY299" fmla="*/ 151212 h 344804"/>
                <a:gd name="csX300" fmla="*/ 157680 w 205514"/>
                <a:gd name="csY300" fmla="*/ 160312 h 344804"/>
                <a:gd name="csX301" fmla="*/ 157117 w 205514"/>
                <a:gd name="csY301" fmla="*/ 161727 h 344804"/>
                <a:gd name="csX302" fmla="*/ 156417 w 205514"/>
                <a:gd name="csY302" fmla="*/ 161225 h 344804"/>
                <a:gd name="csX303" fmla="*/ 155428 w 205514"/>
                <a:gd name="csY303" fmla="*/ 161309 h 344804"/>
                <a:gd name="csX304" fmla="*/ 153876 w 205514"/>
                <a:gd name="csY304" fmla="*/ 162511 h 344804"/>
                <a:gd name="csX305" fmla="*/ 151349 w 205514"/>
                <a:gd name="csY305" fmla="*/ 160898 h 344804"/>
                <a:gd name="csX306" fmla="*/ 150961 w 205514"/>
                <a:gd name="csY306" fmla="*/ 159635 h 344804"/>
                <a:gd name="csX307" fmla="*/ 152764 w 205514"/>
                <a:gd name="csY307" fmla="*/ 156858 h 344804"/>
                <a:gd name="csX308" fmla="*/ 152750 w 205514"/>
                <a:gd name="csY308" fmla="*/ 152727 h 344804"/>
                <a:gd name="csX309" fmla="*/ 153411 w 205514"/>
                <a:gd name="csY309" fmla="*/ 151707 h 344804"/>
                <a:gd name="csX310" fmla="*/ 154104 w 205514"/>
                <a:gd name="csY310" fmla="*/ 150977 h 344804"/>
                <a:gd name="csX311" fmla="*/ 154926 w 205514"/>
                <a:gd name="csY311" fmla="*/ 150581 h 344804"/>
                <a:gd name="csX312" fmla="*/ 156706 w 205514"/>
                <a:gd name="csY312" fmla="*/ 153434 h 344804"/>
                <a:gd name="csX313" fmla="*/ 157314 w 205514"/>
                <a:gd name="csY313" fmla="*/ 153784 h 344804"/>
                <a:gd name="csX314" fmla="*/ 159034 w 205514"/>
                <a:gd name="csY314" fmla="*/ 155093 h 344804"/>
                <a:gd name="csX315" fmla="*/ 158585 w 205514"/>
                <a:gd name="csY315" fmla="*/ 157733 h 344804"/>
                <a:gd name="csX316" fmla="*/ 158745 w 205514"/>
                <a:gd name="csY316" fmla="*/ 159278 h 344804"/>
                <a:gd name="csX317" fmla="*/ 157680 w 205514"/>
                <a:gd name="csY317" fmla="*/ 160312 h 344804"/>
                <a:gd name="csX318" fmla="*/ 70508 w 205514"/>
                <a:gd name="csY318" fmla="*/ 157725 h 344804"/>
                <a:gd name="csX319" fmla="*/ 70539 w 205514"/>
                <a:gd name="csY319" fmla="*/ 159201 h 344804"/>
                <a:gd name="csX320" fmla="*/ 66940 w 205514"/>
                <a:gd name="csY320" fmla="*/ 157025 h 344804"/>
                <a:gd name="csX321" fmla="*/ 66834 w 205514"/>
                <a:gd name="csY321" fmla="*/ 156272 h 344804"/>
                <a:gd name="csX322" fmla="*/ 66925 w 205514"/>
                <a:gd name="csY322" fmla="*/ 155709 h 344804"/>
                <a:gd name="csX323" fmla="*/ 67298 w 205514"/>
                <a:gd name="csY323" fmla="*/ 155374 h 344804"/>
                <a:gd name="csX324" fmla="*/ 69230 w 205514"/>
                <a:gd name="csY324" fmla="*/ 156188 h 344804"/>
                <a:gd name="csX325" fmla="*/ 70508 w 205514"/>
                <a:gd name="csY325" fmla="*/ 157725 h 344804"/>
                <a:gd name="csX326" fmla="*/ 105607 w 205514"/>
                <a:gd name="csY326" fmla="*/ 162321 h 344804"/>
                <a:gd name="csX327" fmla="*/ 106930 w 205514"/>
                <a:gd name="csY327" fmla="*/ 162382 h 344804"/>
                <a:gd name="csX328" fmla="*/ 107341 w 205514"/>
                <a:gd name="csY328" fmla="*/ 162176 h 344804"/>
                <a:gd name="csX329" fmla="*/ 109875 w 205514"/>
                <a:gd name="csY329" fmla="*/ 164002 h 344804"/>
                <a:gd name="csX330" fmla="*/ 109723 w 205514"/>
                <a:gd name="csY330" fmla="*/ 164931 h 344804"/>
                <a:gd name="csX331" fmla="*/ 110042 w 205514"/>
                <a:gd name="csY331" fmla="*/ 166148 h 344804"/>
                <a:gd name="csX332" fmla="*/ 108597 w 205514"/>
                <a:gd name="csY332" fmla="*/ 168248 h 344804"/>
                <a:gd name="csX333" fmla="*/ 108338 w 205514"/>
                <a:gd name="csY333" fmla="*/ 168956 h 344804"/>
                <a:gd name="csX334" fmla="*/ 107539 w 205514"/>
                <a:gd name="csY334" fmla="*/ 169640 h 344804"/>
                <a:gd name="csX335" fmla="*/ 104792 w 205514"/>
                <a:gd name="csY335" fmla="*/ 167966 h 344804"/>
                <a:gd name="csX336" fmla="*/ 103788 w 205514"/>
                <a:gd name="csY336" fmla="*/ 166947 h 344804"/>
                <a:gd name="csX337" fmla="*/ 103492 w 205514"/>
                <a:gd name="csY337" fmla="*/ 164862 h 344804"/>
                <a:gd name="csX338" fmla="*/ 104587 w 205514"/>
                <a:gd name="csY338" fmla="*/ 161765 h 344804"/>
                <a:gd name="csX339" fmla="*/ 105607 w 205514"/>
                <a:gd name="csY339" fmla="*/ 162321 h 344804"/>
                <a:gd name="csX340" fmla="*/ 79760 w 205514"/>
                <a:gd name="csY340" fmla="*/ 163645 h 344804"/>
                <a:gd name="csX341" fmla="*/ 80848 w 205514"/>
                <a:gd name="csY341" fmla="*/ 163827 h 344804"/>
                <a:gd name="csX342" fmla="*/ 84265 w 205514"/>
                <a:gd name="csY342" fmla="*/ 163173 h 344804"/>
                <a:gd name="csX343" fmla="*/ 85665 w 205514"/>
                <a:gd name="csY343" fmla="*/ 163500 h 344804"/>
                <a:gd name="csX344" fmla="*/ 86600 w 205514"/>
                <a:gd name="csY344" fmla="*/ 164756 h 344804"/>
                <a:gd name="csX345" fmla="*/ 87765 w 205514"/>
                <a:gd name="csY345" fmla="*/ 165144 h 344804"/>
                <a:gd name="csX346" fmla="*/ 88685 w 205514"/>
                <a:gd name="csY346" fmla="*/ 165783 h 344804"/>
                <a:gd name="csX347" fmla="*/ 90405 w 205514"/>
                <a:gd name="csY347" fmla="*/ 164672 h 344804"/>
                <a:gd name="csX348" fmla="*/ 92147 w 205514"/>
                <a:gd name="csY348" fmla="*/ 165943 h 344804"/>
                <a:gd name="csX349" fmla="*/ 93692 w 205514"/>
                <a:gd name="csY349" fmla="*/ 168316 h 344804"/>
                <a:gd name="csX350" fmla="*/ 95510 w 205514"/>
                <a:gd name="csY350" fmla="*/ 169998 h 344804"/>
                <a:gd name="csX351" fmla="*/ 97237 w 205514"/>
                <a:gd name="csY351" fmla="*/ 171246 h 344804"/>
                <a:gd name="csX352" fmla="*/ 97572 w 205514"/>
                <a:gd name="csY352" fmla="*/ 172166 h 344804"/>
                <a:gd name="csX353" fmla="*/ 96530 w 205514"/>
                <a:gd name="csY353" fmla="*/ 173681 h 344804"/>
                <a:gd name="csX354" fmla="*/ 96210 w 205514"/>
                <a:gd name="csY354" fmla="*/ 175590 h 344804"/>
                <a:gd name="csX355" fmla="*/ 96317 w 205514"/>
                <a:gd name="csY355" fmla="*/ 177652 h 344804"/>
                <a:gd name="csX356" fmla="*/ 97618 w 205514"/>
                <a:gd name="csY356" fmla="*/ 181982 h 344804"/>
                <a:gd name="csX357" fmla="*/ 97161 w 205514"/>
                <a:gd name="csY357" fmla="*/ 183153 h 344804"/>
                <a:gd name="csX358" fmla="*/ 95852 w 205514"/>
                <a:gd name="csY358" fmla="*/ 184812 h 344804"/>
                <a:gd name="csX359" fmla="*/ 94871 w 205514"/>
                <a:gd name="csY359" fmla="*/ 186653 h 344804"/>
                <a:gd name="csX360" fmla="*/ 95000 w 205514"/>
                <a:gd name="csY360" fmla="*/ 187399 h 344804"/>
                <a:gd name="csX361" fmla="*/ 94613 w 205514"/>
                <a:gd name="csY361" fmla="*/ 188007 h 344804"/>
                <a:gd name="csX362" fmla="*/ 94490 w 205514"/>
                <a:gd name="csY362" fmla="*/ 189308 h 344804"/>
                <a:gd name="csX363" fmla="*/ 93692 w 205514"/>
                <a:gd name="csY363" fmla="*/ 189035 h 344804"/>
                <a:gd name="csX364" fmla="*/ 92954 w 205514"/>
                <a:gd name="csY364" fmla="*/ 189240 h 344804"/>
                <a:gd name="csX365" fmla="*/ 92239 w 205514"/>
                <a:gd name="csY365" fmla="*/ 189826 h 344804"/>
                <a:gd name="csX366" fmla="*/ 91128 w 205514"/>
                <a:gd name="csY366" fmla="*/ 191081 h 344804"/>
                <a:gd name="csX367" fmla="*/ 89385 w 205514"/>
                <a:gd name="csY367" fmla="*/ 190701 h 344804"/>
                <a:gd name="csX368" fmla="*/ 88571 w 205514"/>
                <a:gd name="csY368" fmla="*/ 190328 h 344804"/>
                <a:gd name="csX369" fmla="*/ 88373 w 205514"/>
                <a:gd name="csY369" fmla="*/ 189240 h 344804"/>
                <a:gd name="csX370" fmla="*/ 87856 w 205514"/>
                <a:gd name="csY370" fmla="*/ 188472 h 344804"/>
                <a:gd name="csX371" fmla="*/ 87110 w 205514"/>
                <a:gd name="csY371" fmla="*/ 188015 h 344804"/>
                <a:gd name="csX372" fmla="*/ 85276 w 205514"/>
                <a:gd name="csY372" fmla="*/ 186136 h 344804"/>
                <a:gd name="csX373" fmla="*/ 84417 w 205514"/>
                <a:gd name="csY373" fmla="*/ 184720 h 344804"/>
                <a:gd name="csX374" fmla="*/ 84402 w 205514"/>
                <a:gd name="csY374" fmla="*/ 183214 h 344804"/>
                <a:gd name="csX375" fmla="*/ 83922 w 205514"/>
                <a:gd name="csY375" fmla="*/ 181806 h 344804"/>
                <a:gd name="csX376" fmla="*/ 82971 w 205514"/>
                <a:gd name="csY376" fmla="*/ 180551 h 344804"/>
                <a:gd name="csX377" fmla="*/ 81716 w 205514"/>
                <a:gd name="csY377" fmla="*/ 179585 h 344804"/>
                <a:gd name="csX378" fmla="*/ 81298 w 205514"/>
                <a:gd name="csY378" fmla="*/ 178656 h 344804"/>
                <a:gd name="csX379" fmla="*/ 81137 w 205514"/>
                <a:gd name="csY379" fmla="*/ 177561 h 344804"/>
                <a:gd name="csX380" fmla="*/ 81024 w 205514"/>
                <a:gd name="csY380" fmla="*/ 174753 h 344804"/>
                <a:gd name="csX381" fmla="*/ 79251 w 205514"/>
                <a:gd name="csY381" fmla="*/ 171253 h 344804"/>
                <a:gd name="csX382" fmla="*/ 78627 w 205514"/>
                <a:gd name="csY382" fmla="*/ 170416 h 344804"/>
                <a:gd name="csX383" fmla="*/ 76961 w 205514"/>
                <a:gd name="csY383" fmla="*/ 169549 h 344804"/>
                <a:gd name="csX384" fmla="*/ 75568 w 205514"/>
                <a:gd name="csY384" fmla="*/ 168431 h 344804"/>
                <a:gd name="csX385" fmla="*/ 74982 w 205514"/>
                <a:gd name="csY385" fmla="*/ 167320 h 344804"/>
                <a:gd name="csX386" fmla="*/ 74442 w 205514"/>
                <a:gd name="csY386" fmla="*/ 165524 h 344804"/>
                <a:gd name="csX387" fmla="*/ 74069 w 205514"/>
                <a:gd name="csY387" fmla="*/ 165265 h 344804"/>
                <a:gd name="csX388" fmla="*/ 72989 w 205514"/>
                <a:gd name="csY388" fmla="*/ 165349 h 344804"/>
                <a:gd name="csX389" fmla="*/ 71939 w 205514"/>
                <a:gd name="csY389" fmla="*/ 165113 h 344804"/>
                <a:gd name="csX390" fmla="*/ 72243 w 205514"/>
                <a:gd name="csY390" fmla="*/ 163797 h 344804"/>
                <a:gd name="csX391" fmla="*/ 73285 w 205514"/>
                <a:gd name="csY391" fmla="*/ 162838 h 344804"/>
                <a:gd name="csX392" fmla="*/ 74716 w 205514"/>
                <a:gd name="csY392" fmla="*/ 162717 h 344804"/>
                <a:gd name="csX393" fmla="*/ 78672 w 205514"/>
                <a:gd name="csY393" fmla="*/ 163257 h 344804"/>
                <a:gd name="csX394" fmla="*/ 79760 w 205514"/>
                <a:gd name="csY394" fmla="*/ 163645 h 344804"/>
                <a:gd name="csX395" fmla="*/ 134793 w 205514"/>
                <a:gd name="csY395" fmla="*/ 177287 h 344804"/>
                <a:gd name="csX396" fmla="*/ 136612 w 205514"/>
                <a:gd name="csY396" fmla="*/ 180612 h 344804"/>
                <a:gd name="csX397" fmla="*/ 134626 w 205514"/>
                <a:gd name="csY397" fmla="*/ 178345 h 344804"/>
                <a:gd name="csX398" fmla="*/ 132321 w 205514"/>
                <a:gd name="csY398" fmla="*/ 176800 h 344804"/>
                <a:gd name="csX399" fmla="*/ 129931 w 205514"/>
                <a:gd name="csY399" fmla="*/ 174244 h 344804"/>
                <a:gd name="csX400" fmla="*/ 128204 w 205514"/>
                <a:gd name="csY400" fmla="*/ 173346 h 344804"/>
                <a:gd name="csX401" fmla="*/ 127679 w 205514"/>
                <a:gd name="csY401" fmla="*/ 172828 h 344804"/>
                <a:gd name="csX402" fmla="*/ 127862 w 205514"/>
                <a:gd name="csY402" fmla="*/ 171771 h 344804"/>
                <a:gd name="csX403" fmla="*/ 129133 w 205514"/>
                <a:gd name="csY403" fmla="*/ 171573 h 344804"/>
                <a:gd name="csX404" fmla="*/ 129695 w 205514"/>
                <a:gd name="csY404" fmla="*/ 171634 h 344804"/>
                <a:gd name="csX405" fmla="*/ 133173 w 205514"/>
                <a:gd name="csY405" fmla="*/ 176161 h 344804"/>
                <a:gd name="csX406" fmla="*/ 134793 w 205514"/>
                <a:gd name="csY406" fmla="*/ 177287 h 344804"/>
                <a:gd name="csX407" fmla="*/ 145339 w 205514"/>
                <a:gd name="csY407" fmla="*/ 185976 h 344804"/>
                <a:gd name="csX408" fmla="*/ 145415 w 205514"/>
                <a:gd name="csY408" fmla="*/ 187878 h 344804"/>
                <a:gd name="csX409" fmla="*/ 144616 w 205514"/>
                <a:gd name="csY409" fmla="*/ 187178 h 344804"/>
                <a:gd name="csX410" fmla="*/ 142037 w 205514"/>
                <a:gd name="csY410" fmla="*/ 183442 h 344804"/>
                <a:gd name="csX411" fmla="*/ 141321 w 205514"/>
                <a:gd name="csY411" fmla="*/ 182080 h 344804"/>
                <a:gd name="csX412" fmla="*/ 142052 w 205514"/>
                <a:gd name="csY412" fmla="*/ 181175 h 344804"/>
                <a:gd name="csX413" fmla="*/ 143916 w 205514"/>
                <a:gd name="csY413" fmla="*/ 182567 h 344804"/>
                <a:gd name="csX414" fmla="*/ 145339 w 205514"/>
                <a:gd name="csY414" fmla="*/ 185976 h 344804"/>
                <a:gd name="csX415" fmla="*/ 109434 w 205514"/>
                <a:gd name="csY415" fmla="*/ 188129 h 344804"/>
                <a:gd name="csX416" fmla="*/ 107714 w 205514"/>
                <a:gd name="csY416" fmla="*/ 193539 h 344804"/>
                <a:gd name="csX417" fmla="*/ 106573 w 205514"/>
                <a:gd name="csY417" fmla="*/ 191675 h 344804"/>
                <a:gd name="csX418" fmla="*/ 107037 w 205514"/>
                <a:gd name="csY418" fmla="*/ 190503 h 344804"/>
                <a:gd name="csX419" fmla="*/ 106048 w 205514"/>
                <a:gd name="csY419" fmla="*/ 189529 h 344804"/>
                <a:gd name="csX420" fmla="*/ 105789 w 205514"/>
                <a:gd name="csY420" fmla="*/ 188639 h 344804"/>
                <a:gd name="csX421" fmla="*/ 106170 w 205514"/>
                <a:gd name="csY421" fmla="*/ 187467 h 344804"/>
                <a:gd name="csX422" fmla="*/ 107204 w 205514"/>
                <a:gd name="csY422" fmla="*/ 186379 h 344804"/>
                <a:gd name="csX423" fmla="*/ 107463 w 205514"/>
                <a:gd name="csY423" fmla="*/ 182834 h 344804"/>
                <a:gd name="csX424" fmla="*/ 109647 w 205514"/>
                <a:gd name="csY424" fmla="*/ 181700 h 344804"/>
                <a:gd name="csX425" fmla="*/ 110522 w 205514"/>
                <a:gd name="csY425" fmla="*/ 181654 h 344804"/>
                <a:gd name="csX426" fmla="*/ 110210 w 205514"/>
                <a:gd name="csY426" fmla="*/ 182522 h 344804"/>
                <a:gd name="csX427" fmla="*/ 110240 w 205514"/>
                <a:gd name="csY427" fmla="*/ 184157 h 344804"/>
                <a:gd name="csX428" fmla="*/ 109434 w 205514"/>
                <a:gd name="csY428" fmla="*/ 188129 h 344804"/>
                <a:gd name="csX429" fmla="*/ 114060 w 205514"/>
                <a:gd name="csY429" fmla="*/ 184348 h 344804"/>
                <a:gd name="csX430" fmla="*/ 113398 w 205514"/>
                <a:gd name="csY430" fmla="*/ 185010 h 344804"/>
                <a:gd name="csX431" fmla="*/ 112994 w 205514"/>
                <a:gd name="csY431" fmla="*/ 184903 h 344804"/>
                <a:gd name="csX432" fmla="*/ 112720 w 205514"/>
                <a:gd name="csY432" fmla="*/ 183731 h 344804"/>
                <a:gd name="csX433" fmla="*/ 113360 w 205514"/>
                <a:gd name="csY433" fmla="*/ 182948 h 344804"/>
                <a:gd name="csX434" fmla="*/ 113565 w 205514"/>
                <a:gd name="csY434" fmla="*/ 183024 h 344804"/>
                <a:gd name="csX435" fmla="*/ 114060 w 205514"/>
                <a:gd name="csY435" fmla="*/ 184348 h 344804"/>
                <a:gd name="csX436" fmla="*/ 144076 w 205514"/>
                <a:gd name="csY436" fmla="*/ 189597 h 344804"/>
                <a:gd name="csX437" fmla="*/ 148169 w 205514"/>
                <a:gd name="csY437" fmla="*/ 192162 h 344804"/>
                <a:gd name="csX438" fmla="*/ 150992 w 205514"/>
                <a:gd name="csY438" fmla="*/ 196552 h 344804"/>
                <a:gd name="csX439" fmla="*/ 151319 w 205514"/>
                <a:gd name="csY439" fmla="*/ 199915 h 344804"/>
                <a:gd name="csX440" fmla="*/ 151106 w 205514"/>
                <a:gd name="csY440" fmla="*/ 201193 h 344804"/>
                <a:gd name="csX441" fmla="*/ 149759 w 205514"/>
                <a:gd name="csY441" fmla="*/ 199755 h 344804"/>
                <a:gd name="csX442" fmla="*/ 146875 w 205514"/>
                <a:gd name="csY442" fmla="*/ 197701 h 344804"/>
                <a:gd name="csX443" fmla="*/ 144874 w 205514"/>
                <a:gd name="csY443" fmla="*/ 197244 h 344804"/>
                <a:gd name="csX444" fmla="*/ 144258 w 205514"/>
                <a:gd name="csY444" fmla="*/ 196871 h 344804"/>
                <a:gd name="csX445" fmla="*/ 144487 w 205514"/>
                <a:gd name="csY445" fmla="*/ 195761 h 344804"/>
                <a:gd name="csX446" fmla="*/ 143178 w 205514"/>
                <a:gd name="csY446" fmla="*/ 194733 h 344804"/>
                <a:gd name="csX447" fmla="*/ 143026 w 205514"/>
                <a:gd name="csY447" fmla="*/ 194315 h 344804"/>
                <a:gd name="csX448" fmla="*/ 141839 w 205514"/>
                <a:gd name="csY448" fmla="*/ 193859 h 344804"/>
                <a:gd name="csX449" fmla="*/ 140104 w 205514"/>
                <a:gd name="csY449" fmla="*/ 191553 h 344804"/>
                <a:gd name="csX450" fmla="*/ 138879 w 205514"/>
                <a:gd name="csY450" fmla="*/ 191119 h 344804"/>
                <a:gd name="csX451" fmla="*/ 137715 w 205514"/>
                <a:gd name="csY451" fmla="*/ 191606 h 344804"/>
                <a:gd name="csX452" fmla="*/ 135021 w 205514"/>
                <a:gd name="csY452" fmla="*/ 195030 h 344804"/>
                <a:gd name="csX453" fmla="*/ 132138 w 205514"/>
                <a:gd name="csY453" fmla="*/ 197434 h 344804"/>
                <a:gd name="csX454" fmla="*/ 132100 w 205514"/>
                <a:gd name="csY454" fmla="*/ 196514 h 344804"/>
                <a:gd name="csX455" fmla="*/ 133264 w 205514"/>
                <a:gd name="csY455" fmla="*/ 193508 h 344804"/>
                <a:gd name="csX456" fmla="*/ 134010 w 205514"/>
                <a:gd name="csY456" fmla="*/ 188700 h 344804"/>
                <a:gd name="csX457" fmla="*/ 134481 w 205514"/>
                <a:gd name="csY457" fmla="*/ 187239 h 344804"/>
                <a:gd name="csX458" fmla="*/ 133895 w 205514"/>
                <a:gd name="csY458" fmla="*/ 185078 h 344804"/>
                <a:gd name="csX459" fmla="*/ 133819 w 205514"/>
                <a:gd name="csY459" fmla="*/ 183153 h 344804"/>
                <a:gd name="csX460" fmla="*/ 135973 w 205514"/>
                <a:gd name="csY460" fmla="*/ 184043 h 344804"/>
                <a:gd name="csX461" fmla="*/ 138666 w 205514"/>
                <a:gd name="csY461" fmla="*/ 184941 h 344804"/>
                <a:gd name="csX462" fmla="*/ 140720 w 205514"/>
                <a:gd name="csY462" fmla="*/ 186166 h 344804"/>
                <a:gd name="csX463" fmla="*/ 141055 w 205514"/>
                <a:gd name="csY463" fmla="*/ 186988 h 344804"/>
                <a:gd name="csX464" fmla="*/ 144076 w 205514"/>
                <a:gd name="csY464" fmla="*/ 189597 h 344804"/>
                <a:gd name="csX465" fmla="*/ 176602 w 205514"/>
                <a:gd name="csY465" fmla="*/ 184371 h 344804"/>
                <a:gd name="csX466" fmla="*/ 178109 w 205514"/>
                <a:gd name="csY466" fmla="*/ 186143 h 344804"/>
                <a:gd name="csX467" fmla="*/ 178481 w 205514"/>
                <a:gd name="csY467" fmla="*/ 187422 h 344804"/>
                <a:gd name="csX468" fmla="*/ 178322 w 205514"/>
                <a:gd name="csY468" fmla="*/ 188844 h 344804"/>
                <a:gd name="csX469" fmla="*/ 179007 w 205514"/>
                <a:gd name="csY469" fmla="*/ 189476 h 344804"/>
                <a:gd name="csX470" fmla="*/ 180216 w 205514"/>
                <a:gd name="csY470" fmla="*/ 189643 h 344804"/>
                <a:gd name="csX471" fmla="*/ 181761 w 205514"/>
                <a:gd name="csY471" fmla="*/ 190358 h 344804"/>
                <a:gd name="csX472" fmla="*/ 182917 w 205514"/>
                <a:gd name="csY472" fmla="*/ 191675 h 344804"/>
                <a:gd name="csX473" fmla="*/ 182225 w 205514"/>
                <a:gd name="csY473" fmla="*/ 192877 h 344804"/>
                <a:gd name="csX474" fmla="*/ 182438 w 205514"/>
                <a:gd name="csY474" fmla="*/ 194634 h 344804"/>
                <a:gd name="csX475" fmla="*/ 181228 w 205514"/>
                <a:gd name="csY475" fmla="*/ 196848 h 344804"/>
                <a:gd name="csX476" fmla="*/ 181388 w 205514"/>
                <a:gd name="csY476" fmla="*/ 200775 h 344804"/>
                <a:gd name="csX477" fmla="*/ 182088 w 205514"/>
                <a:gd name="csY477" fmla="*/ 202030 h 344804"/>
                <a:gd name="csX478" fmla="*/ 182157 w 205514"/>
                <a:gd name="csY478" fmla="*/ 203293 h 344804"/>
                <a:gd name="csX479" fmla="*/ 181982 w 205514"/>
                <a:gd name="csY479" fmla="*/ 204617 h 344804"/>
                <a:gd name="csX480" fmla="*/ 182278 w 205514"/>
                <a:gd name="csY480" fmla="*/ 205705 h 344804"/>
                <a:gd name="csX481" fmla="*/ 184142 w 205514"/>
                <a:gd name="csY481" fmla="*/ 209296 h 344804"/>
                <a:gd name="csX482" fmla="*/ 184485 w 205514"/>
                <a:gd name="csY482" fmla="*/ 210491 h 344804"/>
                <a:gd name="csX483" fmla="*/ 183914 w 205514"/>
                <a:gd name="csY483" fmla="*/ 211434 h 344804"/>
                <a:gd name="csX484" fmla="*/ 183731 w 205514"/>
                <a:gd name="csY484" fmla="*/ 212332 h 344804"/>
                <a:gd name="csX485" fmla="*/ 184880 w 205514"/>
                <a:gd name="csY485" fmla="*/ 212423 h 344804"/>
                <a:gd name="csX486" fmla="*/ 186516 w 205514"/>
                <a:gd name="csY486" fmla="*/ 213915 h 344804"/>
                <a:gd name="csX487" fmla="*/ 187483 w 205514"/>
                <a:gd name="csY487" fmla="*/ 215885 h 344804"/>
                <a:gd name="csX488" fmla="*/ 187193 w 205514"/>
                <a:gd name="csY488" fmla="*/ 216403 h 344804"/>
                <a:gd name="csX489" fmla="*/ 185885 w 205514"/>
                <a:gd name="csY489" fmla="*/ 214858 h 344804"/>
                <a:gd name="csX490" fmla="*/ 184896 w 205514"/>
                <a:gd name="csY490" fmla="*/ 214615 h 344804"/>
                <a:gd name="csX491" fmla="*/ 180704 w 205514"/>
                <a:gd name="csY491" fmla="*/ 215033 h 344804"/>
                <a:gd name="csX492" fmla="*/ 178132 w 205514"/>
                <a:gd name="csY492" fmla="*/ 214394 h 344804"/>
                <a:gd name="csX493" fmla="*/ 176465 w 205514"/>
                <a:gd name="csY493" fmla="*/ 214333 h 344804"/>
                <a:gd name="csX494" fmla="*/ 174799 w 205514"/>
                <a:gd name="csY494" fmla="*/ 211693 h 344804"/>
                <a:gd name="csX495" fmla="*/ 173354 w 205514"/>
                <a:gd name="csY495" fmla="*/ 211252 h 344804"/>
                <a:gd name="csX496" fmla="*/ 172212 w 205514"/>
                <a:gd name="csY496" fmla="*/ 210088 h 344804"/>
                <a:gd name="csX497" fmla="*/ 170310 w 205514"/>
                <a:gd name="csY497" fmla="*/ 207097 h 344804"/>
                <a:gd name="csX498" fmla="*/ 169709 w 205514"/>
                <a:gd name="csY498" fmla="*/ 205385 h 344804"/>
                <a:gd name="csX499" fmla="*/ 171033 w 205514"/>
                <a:gd name="csY499" fmla="*/ 203651 h 344804"/>
                <a:gd name="csX500" fmla="*/ 171451 w 205514"/>
                <a:gd name="csY500" fmla="*/ 202266 h 344804"/>
                <a:gd name="csX501" fmla="*/ 171375 w 205514"/>
                <a:gd name="csY501" fmla="*/ 200911 h 344804"/>
                <a:gd name="csX502" fmla="*/ 170112 w 205514"/>
                <a:gd name="csY502" fmla="*/ 201132 h 344804"/>
                <a:gd name="csX503" fmla="*/ 169009 w 205514"/>
                <a:gd name="csY503" fmla="*/ 200683 h 344804"/>
                <a:gd name="csX504" fmla="*/ 167662 w 205514"/>
                <a:gd name="csY504" fmla="*/ 199017 h 344804"/>
                <a:gd name="csX505" fmla="*/ 167122 w 205514"/>
                <a:gd name="csY505" fmla="*/ 198058 h 344804"/>
                <a:gd name="csX506" fmla="*/ 166141 w 205514"/>
                <a:gd name="csY506" fmla="*/ 197259 h 344804"/>
                <a:gd name="csX507" fmla="*/ 164581 w 205514"/>
                <a:gd name="csY507" fmla="*/ 195357 h 344804"/>
                <a:gd name="csX508" fmla="*/ 162336 w 205514"/>
                <a:gd name="csY508" fmla="*/ 194612 h 344804"/>
                <a:gd name="csX509" fmla="*/ 161423 w 205514"/>
                <a:gd name="csY509" fmla="*/ 194094 h 344804"/>
                <a:gd name="csX510" fmla="*/ 159650 w 205514"/>
                <a:gd name="csY510" fmla="*/ 192496 h 344804"/>
                <a:gd name="csX511" fmla="*/ 158349 w 205514"/>
                <a:gd name="csY511" fmla="*/ 190518 h 344804"/>
                <a:gd name="csX512" fmla="*/ 157086 w 205514"/>
                <a:gd name="csY512" fmla="*/ 187049 h 344804"/>
                <a:gd name="csX513" fmla="*/ 156424 w 205514"/>
                <a:gd name="csY513" fmla="*/ 183450 h 344804"/>
                <a:gd name="csX514" fmla="*/ 162214 w 205514"/>
                <a:gd name="csY514" fmla="*/ 184386 h 344804"/>
                <a:gd name="csX515" fmla="*/ 168073 w 205514"/>
                <a:gd name="csY515" fmla="*/ 184203 h 344804"/>
                <a:gd name="csX516" fmla="*/ 174692 w 205514"/>
                <a:gd name="csY516" fmla="*/ 183381 h 344804"/>
                <a:gd name="csX517" fmla="*/ 176602 w 205514"/>
                <a:gd name="csY517" fmla="*/ 184371 h 344804"/>
                <a:gd name="csX518" fmla="*/ 121402 w 205514"/>
                <a:gd name="csY518" fmla="*/ 189126 h 344804"/>
                <a:gd name="csX519" fmla="*/ 120306 w 205514"/>
                <a:gd name="csY519" fmla="*/ 189636 h 344804"/>
                <a:gd name="csX520" fmla="*/ 118085 w 205514"/>
                <a:gd name="csY520" fmla="*/ 187505 h 344804"/>
                <a:gd name="csX521" fmla="*/ 116791 w 205514"/>
                <a:gd name="csY521" fmla="*/ 186509 h 344804"/>
                <a:gd name="csX522" fmla="*/ 116457 w 205514"/>
                <a:gd name="csY522" fmla="*/ 185953 h 344804"/>
                <a:gd name="csX523" fmla="*/ 117499 w 205514"/>
                <a:gd name="csY523" fmla="*/ 185154 h 344804"/>
                <a:gd name="csX524" fmla="*/ 120314 w 205514"/>
                <a:gd name="csY524" fmla="*/ 185162 h 344804"/>
                <a:gd name="csX525" fmla="*/ 121805 w 205514"/>
                <a:gd name="csY525" fmla="*/ 186623 h 344804"/>
                <a:gd name="csX526" fmla="*/ 122011 w 205514"/>
                <a:gd name="csY526" fmla="*/ 187536 h 344804"/>
                <a:gd name="csX527" fmla="*/ 121402 w 205514"/>
                <a:gd name="csY527" fmla="*/ 189126 h 344804"/>
                <a:gd name="csX528" fmla="*/ 66856 w 205514"/>
                <a:gd name="csY528" fmla="*/ 192192 h 344804"/>
                <a:gd name="csX529" fmla="*/ 68020 w 205514"/>
                <a:gd name="csY529" fmla="*/ 192519 h 344804"/>
                <a:gd name="csX530" fmla="*/ 68850 w 205514"/>
                <a:gd name="csY530" fmla="*/ 192200 h 344804"/>
                <a:gd name="csX531" fmla="*/ 69588 w 205514"/>
                <a:gd name="csY531" fmla="*/ 191051 h 344804"/>
                <a:gd name="csX532" fmla="*/ 70280 w 205514"/>
                <a:gd name="csY532" fmla="*/ 192747 h 344804"/>
                <a:gd name="csX533" fmla="*/ 72015 w 205514"/>
                <a:gd name="csY533" fmla="*/ 194140 h 344804"/>
                <a:gd name="csX534" fmla="*/ 71437 w 205514"/>
                <a:gd name="csY534" fmla="*/ 195555 h 344804"/>
                <a:gd name="csX535" fmla="*/ 69922 w 205514"/>
                <a:gd name="csY535" fmla="*/ 195715 h 344804"/>
                <a:gd name="csX536" fmla="*/ 68439 w 205514"/>
                <a:gd name="csY536" fmla="*/ 195395 h 344804"/>
                <a:gd name="csX537" fmla="*/ 66864 w 205514"/>
                <a:gd name="csY537" fmla="*/ 195958 h 344804"/>
                <a:gd name="csX538" fmla="*/ 64954 w 205514"/>
                <a:gd name="csY538" fmla="*/ 195639 h 344804"/>
                <a:gd name="csX539" fmla="*/ 63813 w 205514"/>
                <a:gd name="csY539" fmla="*/ 194315 h 344804"/>
                <a:gd name="csX540" fmla="*/ 62512 w 205514"/>
                <a:gd name="csY540" fmla="*/ 191933 h 344804"/>
                <a:gd name="csX541" fmla="*/ 61865 w 205514"/>
                <a:gd name="csY541" fmla="*/ 191492 h 344804"/>
                <a:gd name="csX542" fmla="*/ 61949 w 205514"/>
                <a:gd name="csY542" fmla="*/ 190518 h 344804"/>
                <a:gd name="csX543" fmla="*/ 62428 w 205514"/>
                <a:gd name="csY543" fmla="*/ 189902 h 344804"/>
                <a:gd name="csX544" fmla="*/ 62177 w 205514"/>
                <a:gd name="csY544" fmla="*/ 189742 h 344804"/>
                <a:gd name="csX545" fmla="*/ 62299 w 205514"/>
                <a:gd name="csY545" fmla="*/ 189308 h 344804"/>
                <a:gd name="csX546" fmla="*/ 62535 w 205514"/>
                <a:gd name="csY546" fmla="*/ 189012 h 344804"/>
                <a:gd name="csX547" fmla="*/ 62953 w 205514"/>
                <a:gd name="csY547" fmla="*/ 188890 h 344804"/>
                <a:gd name="csX548" fmla="*/ 63973 w 205514"/>
                <a:gd name="csY548" fmla="*/ 189948 h 344804"/>
                <a:gd name="csX549" fmla="*/ 66392 w 205514"/>
                <a:gd name="csY549" fmla="*/ 191523 h 344804"/>
                <a:gd name="csX550" fmla="*/ 66856 w 205514"/>
                <a:gd name="csY550" fmla="*/ 192192 h 344804"/>
                <a:gd name="csX551" fmla="*/ 65548 w 205514"/>
                <a:gd name="csY551" fmla="*/ 202266 h 344804"/>
                <a:gd name="csX552" fmla="*/ 63950 w 205514"/>
                <a:gd name="csY552" fmla="*/ 203004 h 344804"/>
                <a:gd name="csX553" fmla="*/ 63539 w 205514"/>
                <a:gd name="csY553" fmla="*/ 202540 h 344804"/>
                <a:gd name="csX554" fmla="*/ 63257 w 205514"/>
                <a:gd name="csY554" fmla="*/ 201467 h 344804"/>
                <a:gd name="csX555" fmla="*/ 63280 w 205514"/>
                <a:gd name="csY555" fmla="*/ 200729 h 344804"/>
                <a:gd name="csX556" fmla="*/ 61751 w 205514"/>
                <a:gd name="csY556" fmla="*/ 196833 h 344804"/>
                <a:gd name="csX557" fmla="*/ 62923 w 205514"/>
                <a:gd name="csY557" fmla="*/ 196240 h 344804"/>
                <a:gd name="csX558" fmla="*/ 63790 w 205514"/>
                <a:gd name="csY558" fmla="*/ 196696 h 344804"/>
                <a:gd name="csX559" fmla="*/ 64665 w 205514"/>
                <a:gd name="csY559" fmla="*/ 197313 h 344804"/>
                <a:gd name="csX560" fmla="*/ 65479 w 205514"/>
                <a:gd name="csY560" fmla="*/ 197632 h 344804"/>
                <a:gd name="csX561" fmla="*/ 66225 w 205514"/>
                <a:gd name="csY561" fmla="*/ 198865 h 344804"/>
                <a:gd name="csX562" fmla="*/ 66050 w 205514"/>
                <a:gd name="csY562" fmla="*/ 199717 h 344804"/>
                <a:gd name="csX563" fmla="*/ 66278 w 205514"/>
                <a:gd name="csY563" fmla="*/ 200539 h 344804"/>
                <a:gd name="csX564" fmla="*/ 65548 w 205514"/>
                <a:gd name="csY564" fmla="*/ 202266 h 344804"/>
                <a:gd name="csX565" fmla="*/ 118016 w 205514"/>
                <a:gd name="csY565" fmla="*/ 204176 h 344804"/>
                <a:gd name="csX566" fmla="*/ 120504 w 205514"/>
                <a:gd name="csY566" fmla="*/ 205279 h 344804"/>
                <a:gd name="csX567" fmla="*/ 122924 w 205514"/>
                <a:gd name="csY567" fmla="*/ 204328 h 344804"/>
                <a:gd name="csX568" fmla="*/ 125313 w 205514"/>
                <a:gd name="csY568" fmla="*/ 204594 h 344804"/>
                <a:gd name="csX569" fmla="*/ 127299 w 205514"/>
                <a:gd name="csY569" fmla="*/ 206032 h 344804"/>
                <a:gd name="csX570" fmla="*/ 126652 w 205514"/>
                <a:gd name="csY570" fmla="*/ 206945 h 344804"/>
                <a:gd name="csX571" fmla="*/ 126515 w 205514"/>
                <a:gd name="csY571" fmla="*/ 207942 h 344804"/>
                <a:gd name="csX572" fmla="*/ 130958 w 205514"/>
                <a:gd name="csY572" fmla="*/ 205773 h 344804"/>
                <a:gd name="csX573" fmla="*/ 132145 w 205514"/>
                <a:gd name="csY573" fmla="*/ 205903 h 344804"/>
                <a:gd name="csX574" fmla="*/ 132107 w 205514"/>
                <a:gd name="csY574" fmla="*/ 207919 h 344804"/>
                <a:gd name="csX575" fmla="*/ 131841 w 205514"/>
                <a:gd name="csY575" fmla="*/ 209631 h 344804"/>
                <a:gd name="csX576" fmla="*/ 131324 w 205514"/>
                <a:gd name="csY576" fmla="*/ 211290 h 344804"/>
                <a:gd name="csX577" fmla="*/ 130380 w 205514"/>
                <a:gd name="csY577" fmla="*/ 213230 h 344804"/>
                <a:gd name="csX578" fmla="*/ 129117 w 205514"/>
                <a:gd name="csY578" fmla="*/ 214972 h 344804"/>
                <a:gd name="csX579" fmla="*/ 127458 w 205514"/>
                <a:gd name="csY579" fmla="*/ 216235 h 344804"/>
                <a:gd name="csX580" fmla="*/ 125488 w 205514"/>
                <a:gd name="csY580" fmla="*/ 217004 h 344804"/>
                <a:gd name="csX581" fmla="*/ 124552 w 205514"/>
                <a:gd name="csY581" fmla="*/ 217704 h 344804"/>
                <a:gd name="csX582" fmla="*/ 124270 w 205514"/>
                <a:gd name="csY582" fmla="*/ 218761 h 344804"/>
                <a:gd name="csX583" fmla="*/ 124308 w 205514"/>
                <a:gd name="csY583" fmla="*/ 220085 h 344804"/>
                <a:gd name="csX584" fmla="*/ 123852 w 205514"/>
                <a:gd name="csY584" fmla="*/ 221295 h 344804"/>
                <a:gd name="csX585" fmla="*/ 121790 w 205514"/>
                <a:gd name="csY585" fmla="*/ 221789 h 344804"/>
                <a:gd name="csX586" fmla="*/ 118564 w 205514"/>
                <a:gd name="csY586" fmla="*/ 224140 h 344804"/>
                <a:gd name="csX587" fmla="*/ 111633 w 205514"/>
                <a:gd name="csY587" fmla="*/ 225632 h 344804"/>
                <a:gd name="csX588" fmla="*/ 109731 w 205514"/>
                <a:gd name="csY588" fmla="*/ 226659 h 344804"/>
                <a:gd name="csX589" fmla="*/ 108521 w 205514"/>
                <a:gd name="csY589" fmla="*/ 227983 h 344804"/>
                <a:gd name="csX590" fmla="*/ 107166 w 205514"/>
                <a:gd name="csY590" fmla="*/ 229185 h 344804"/>
                <a:gd name="csX591" fmla="*/ 106428 w 205514"/>
                <a:gd name="csY591" fmla="*/ 229482 h 344804"/>
                <a:gd name="csX592" fmla="*/ 106094 w 205514"/>
                <a:gd name="csY592" fmla="*/ 228911 h 344804"/>
                <a:gd name="csX593" fmla="*/ 105995 w 205514"/>
                <a:gd name="csY593" fmla="*/ 228424 h 344804"/>
                <a:gd name="csX594" fmla="*/ 106984 w 205514"/>
                <a:gd name="csY594" fmla="*/ 225297 h 344804"/>
                <a:gd name="csX595" fmla="*/ 106824 w 205514"/>
                <a:gd name="csY595" fmla="*/ 223996 h 344804"/>
                <a:gd name="csX596" fmla="*/ 106345 w 205514"/>
                <a:gd name="csY596" fmla="*/ 222733 h 344804"/>
                <a:gd name="csX597" fmla="*/ 106649 w 205514"/>
                <a:gd name="csY597" fmla="*/ 220260 h 344804"/>
                <a:gd name="csX598" fmla="*/ 107851 w 205514"/>
                <a:gd name="csY598" fmla="*/ 217939 h 344804"/>
                <a:gd name="csX599" fmla="*/ 108490 w 205514"/>
                <a:gd name="csY599" fmla="*/ 215383 h 344804"/>
                <a:gd name="csX600" fmla="*/ 108681 w 205514"/>
                <a:gd name="csY600" fmla="*/ 210453 h 344804"/>
                <a:gd name="csX601" fmla="*/ 109617 w 205514"/>
                <a:gd name="csY601" fmla="*/ 203582 h 344804"/>
                <a:gd name="csX602" fmla="*/ 109563 w 205514"/>
                <a:gd name="csY602" fmla="*/ 202760 h 344804"/>
                <a:gd name="csX603" fmla="*/ 108833 w 205514"/>
                <a:gd name="csY603" fmla="*/ 201832 h 344804"/>
                <a:gd name="csX604" fmla="*/ 106139 w 205514"/>
                <a:gd name="csY604" fmla="*/ 201079 h 344804"/>
                <a:gd name="csX605" fmla="*/ 105074 w 205514"/>
                <a:gd name="csY605" fmla="*/ 200371 h 344804"/>
                <a:gd name="csX606" fmla="*/ 105607 w 205514"/>
                <a:gd name="csY606" fmla="*/ 198994 h 344804"/>
                <a:gd name="csX607" fmla="*/ 106626 w 205514"/>
                <a:gd name="csY607" fmla="*/ 198058 h 344804"/>
                <a:gd name="csX608" fmla="*/ 108026 w 205514"/>
                <a:gd name="csY608" fmla="*/ 198096 h 344804"/>
                <a:gd name="csX609" fmla="*/ 109259 w 205514"/>
                <a:gd name="csY609" fmla="*/ 198971 h 344804"/>
                <a:gd name="csX610" fmla="*/ 113611 w 205514"/>
                <a:gd name="csY610" fmla="*/ 200775 h 344804"/>
                <a:gd name="csX611" fmla="*/ 115924 w 205514"/>
                <a:gd name="csY611" fmla="*/ 202289 h 344804"/>
                <a:gd name="csX612" fmla="*/ 118016 w 205514"/>
                <a:gd name="csY612" fmla="*/ 204176 h 344804"/>
                <a:gd name="csX613" fmla="*/ 168377 w 205514"/>
                <a:gd name="csY613" fmla="*/ 204617 h 344804"/>
                <a:gd name="csX614" fmla="*/ 167982 w 205514"/>
                <a:gd name="csY614" fmla="*/ 205728 h 344804"/>
                <a:gd name="csX615" fmla="*/ 167358 w 205514"/>
                <a:gd name="csY615" fmla="*/ 205416 h 344804"/>
                <a:gd name="csX616" fmla="*/ 166818 w 205514"/>
                <a:gd name="csY616" fmla="*/ 204914 h 344804"/>
                <a:gd name="csX617" fmla="*/ 166019 w 205514"/>
                <a:gd name="csY617" fmla="*/ 203232 h 344804"/>
                <a:gd name="csX618" fmla="*/ 165745 w 205514"/>
                <a:gd name="csY618" fmla="*/ 201999 h 344804"/>
                <a:gd name="csX619" fmla="*/ 166978 w 205514"/>
                <a:gd name="csY619" fmla="*/ 202692 h 344804"/>
                <a:gd name="csX620" fmla="*/ 167685 w 205514"/>
                <a:gd name="csY620" fmla="*/ 203917 h 344804"/>
                <a:gd name="csX621" fmla="*/ 168377 w 205514"/>
                <a:gd name="csY621" fmla="*/ 204617 h 344804"/>
                <a:gd name="csX622" fmla="*/ 163120 w 205514"/>
                <a:gd name="csY622" fmla="*/ 206839 h 344804"/>
                <a:gd name="csX623" fmla="*/ 160449 w 205514"/>
                <a:gd name="csY623" fmla="*/ 206976 h 344804"/>
                <a:gd name="csX624" fmla="*/ 159285 w 205514"/>
                <a:gd name="csY624" fmla="*/ 205986 h 344804"/>
                <a:gd name="csX625" fmla="*/ 157832 w 205514"/>
                <a:gd name="csY625" fmla="*/ 203080 h 344804"/>
                <a:gd name="csX626" fmla="*/ 159475 w 205514"/>
                <a:gd name="csY626" fmla="*/ 202449 h 344804"/>
                <a:gd name="csX627" fmla="*/ 161043 w 205514"/>
                <a:gd name="csY627" fmla="*/ 202616 h 344804"/>
                <a:gd name="csX628" fmla="*/ 162192 w 205514"/>
                <a:gd name="csY628" fmla="*/ 203643 h 344804"/>
                <a:gd name="csX629" fmla="*/ 163417 w 205514"/>
                <a:gd name="csY629" fmla="*/ 205591 h 344804"/>
                <a:gd name="csX630" fmla="*/ 163120 w 205514"/>
                <a:gd name="csY630" fmla="*/ 206839 h 344804"/>
                <a:gd name="csX631" fmla="*/ 162397 w 205514"/>
                <a:gd name="csY631" fmla="*/ 210065 h 344804"/>
                <a:gd name="csX632" fmla="*/ 163881 w 205514"/>
                <a:gd name="csY632" fmla="*/ 210825 h 344804"/>
                <a:gd name="csX633" fmla="*/ 165593 w 205514"/>
                <a:gd name="csY633" fmla="*/ 210521 h 344804"/>
                <a:gd name="csX634" fmla="*/ 167662 w 205514"/>
                <a:gd name="csY634" fmla="*/ 208802 h 344804"/>
                <a:gd name="csX635" fmla="*/ 169990 w 205514"/>
                <a:gd name="csY635" fmla="*/ 209426 h 344804"/>
                <a:gd name="csX636" fmla="*/ 171353 w 205514"/>
                <a:gd name="csY636" fmla="*/ 211959 h 344804"/>
                <a:gd name="csX637" fmla="*/ 172052 w 205514"/>
                <a:gd name="csY637" fmla="*/ 212910 h 344804"/>
                <a:gd name="csX638" fmla="*/ 172433 w 205514"/>
                <a:gd name="csY638" fmla="*/ 214561 h 344804"/>
                <a:gd name="csX639" fmla="*/ 172334 w 205514"/>
                <a:gd name="csY639" fmla="*/ 218525 h 344804"/>
                <a:gd name="csX640" fmla="*/ 171771 w 205514"/>
                <a:gd name="csY640" fmla="*/ 222117 h 344804"/>
                <a:gd name="csX641" fmla="*/ 172212 w 205514"/>
                <a:gd name="csY641" fmla="*/ 222855 h 344804"/>
                <a:gd name="csX642" fmla="*/ 173285 w 205514"/>
                <a:gd name="csY642" fmla="*/ 223501 h 344804"/>
                <a:gd name="csX643" fmla="*/ 174213 w 205514"/>
                <a:gd name="csY643" fmla="*/ 224293 h 344804"/>
                <a:gd name="csX644" fmla="*/ 174997 w 205514"/>
                <a:gd name="csY644" fmla="*/ 225312 h 344804"/>
                <a:gd name="csX645" fmla="*/ 175499 w 205514"/>
                <a:gd name="csY645" fmla="*/ 226446 h 344804"/>
                <a:gd name="csX646" fmla="*/ 175697 w 205514"/>
                <a:gd name="csY646" fmla="*/ 229200 h 344804"/>
                <a:gd name="csX647" fmla="*/ 177044 w 205514"/>
                <a:gd name="csY647" fmla="*/ 231521 h 344804"/>
                <a:gd name="csX648" fmla="*/ 177219 w 205514"/>
                <a:gd name="csY648" fmla="*/ 232426 h 344804"/>
                <a:gd name="csX649" fmla="*/ 176899 w 205514"/>
                <a:gd name="csY649" fmla="*/ 233377 h 344804"/>
                <a:gd name="csX650" fmla="*/ 174654 w 205514"/>
                <a:gd name="csY650" fmla="*/ 233195 h 344804"/>
                <a:gd name="csX651" fmla="*/ 174479 w 205514"/>
                <a:gd name="csY651" fmla="*/ 233994 h 344804"/>
                <a:gd name="csX652" fmla="*/ 174533 w 205514"/>
                <a:gd name="csY652" fmla="*/ 234983 h 344804"/>
                <a:gd name="csX653" fmla="*/ 173741 w 205514"/>
                <a:gd name="csY653" fmla="*/ 234359 h 344804"/>
                <a:gd name="csX654" fmla="*/ 172425 w 205514"/>
                <a:gd name="csY654" fmla="*/ 232091 h 344804"/>
                <a:gd name="csX655" fmla="*/ 171223 w 205514"/>
                <a:gd name="csY655" fmla="*/ 231140 h 344804"/>
                <a:gd name="csX656" fmla="*/ 171596 w 205514"/>
                <a:gd name="csY656" fmla="*/ 234815 h 344804"/>
                <a:gd name="csX657" fmla="*/ 171992 w 205514"/>
                <a:gd name="csY657" fmla="*/ 236573 h 344804"/>
                <a:gd name="csX658" fmla="*/ 172060 w 205514"/>
                <a:gd name="csY658" fmla="*/ 238346 h 344804"/>
                <a:gd name="csX659" fmla="*/ 169983 w 205514"/>
                <a:gd name="csY659" fmla="*/ 236991 h 344804"/>
                <a:gd name="csX660" fmla="*/ 167502 w 205514"/>
                <a:gd name="csY660" fmla="*/ 236154 h 344804"/>
                <a:gd name="csX661" fmla="*/ 166818 w 205514"/>
                <a:gd name="csY661" fmla="*/ 235432 h 344804"/>
                <a:gd name="csX662" fmla="*/ 167046 w 205514"/>
                <a:gd name="csY662" fmla="*/ 233134 h 344804"/>
                <a:gd name="csX663" fmla="*/ 167000 w 205514"/>
                <a:gd name="csY663" fmla="*/ 231993 h 344804"/>
                <a:gd name="csX664" fmla="*/ 165889 w 205514"/>
                <a:gd name="csY664" fmla="*/ 229573 h 344804"/>
                <a:gd name="csX665" fmla="*/ 167191 w 205514"/>
                <a:gd name="csY665" fmla="*/ 224338 h 344804"/>
                <a:gd name="csX666" fmla="*/ 167160 w 205514"/>
                <a:gd name="csY666" fmla="*/ 223266 h 344804"/>
                <a:gd name="csX667" fmla="*/ 166939 w 205514"/>
                <a:gd name="csY667" fmla="*/ 222193 h 344804"/>
                <a:gd name="csX668" fmla="*/ 165912 w 205514"/>
                <a:gd name="csY668" fmla="*/ 220070 h 344804"/>
                <a:gd name="csX669" fmla="*/ 164284 w 205514"/>
                <a:gd name="csY669" fmla="*/ 218290 h 344804"/>
                <a:gd name="csX670" fmla="*/ 163287 w 205514"/>
                <a:gd name="csY670" fmla="*/ 218290 h 344804"/>
                <a:gd name="csX671" fmla="*/ 160875 w 205514"/>
                <a:gd name="csY671" fmla="*/ 219537 h 344804"/>
                <a:gd name="csX672" fmla="*/ 159650 w 205514"/>
                <a:gd name="csY672" fmla="*/ 219126 h 344804"/>
                <a:gd name="csX673" fmla="*/ 158928 w 205514"/>
                <a:gd name="csY673" fmla="*/ 214219 h 344804"/>
                <a:gd name="csX674" fmla="*/ 157953 w 205514"/>
                <a:gd name="csY674" fmla="*/ 209456 h 344804"/>
                <a:gd name="csX675" fmla="*/ 157200 w 205514"/>
                <a:gd name="csY675" fmla="*/ 208239 h 344804"/>
                <a:gd name="csX676" fmla="*/ 156721 w 205514"/>
                <a:gd name="csY676" fmla="*/ 206960 h 344804"/>
                <a:gd name="csX677" fmla="*/ 157200 w 205514"/>
                <a:gd name="csY677" fmla="*/ 205903 h 344804"/>
                <a:gd name="csX678" fmla="*/ 158129 w 205514"/>
                <a:gd name="csY678" fmla="*/ 206336 h 344804"/>
                <a:gd name="csX679" fmla="*/ 159453 w 205514"/>
                <a:gd name="csY679" fmla="*/ 207592 h 344804"/>
                <a:gd name="csX680" fmla="*/ 161051 w 205514"/>
                <a:gd name="csY680" fmla="*/ 208315 h 344804"/>
                <a:gd name="csX681" fmla="*/ 161849 w 205514"/>
                <a:gd name="csY681" fmla="*/ 208946 h 344804"/>
                <a:gd name="csX682" fmla="*/ 162397 w 205514"/>
                <a:gd name="csY682" fmla="*/ 210065 h 344804"/>
                <a:gd name="csX683" fmla="*/ 61758 w 205514"/>
                <a:gd name="csY683" fmla="*/ 206116 h 344804"/>
                <a:gd name="csX684" fmla="*/ 62223 w 205514"/>
                <a:gd name="csY684" fmla="*/ 207257 h 344804"/>
                <a:gd name="csX685" fmla="*/ 61622 w 205514"/>
                <a:gd name="csY685" fmla="*/ 208977 h 344804"/>
                <a:gd name="csX686" fmla="*/ 61112 w 205514"/>
                <a:gd name="csY686" fmla="*/ 209349 h 344804"/>
                <a:gd name="csX687" fmla="*/ 60427 w 205514"/>
                <a:gd name="csY687" fmla="*/ 208634 h 344804"/>
                <a:gd name="csX688" fmla="*/ 58966 w 205514"/>
                <a:gd name="csY688" fmla="*/ 208132 h 344804"/>
                <a:gd name="csX689" fmla="*/ 58867 w 205514"/>
                <a:gd name="csY689" fmla="*/ 207204 h 344804"/>
                <a:gd name="csX690" fmla="*/ 59636 w 205514"/>
                <a:gd name="csY690" fmla="*/ 207227 h 344804"/>
                <a:gd name="csX691" fmla="*/ 61036 w 205514"/>
                <a:gd name="csY691" fmla="*/ 206321 h 344804"/>
                <a:gd name="csX692" fmla="*/ 61758 w 205514"/>
                <a:gd name="csY692" fmla="*/ 206116 h 344804"/>
                <a:gd name="csX693" fmla="*/ 7304 w 205514"/>
                <a:gd name="csY693" fmla="*/ 272599 h 344804"/>
                <a:gd name="csX694" fmla="*/ 5326 w 205514"/>
                <a:gd name="csY694" fmla="*/ 274151 h 344804"/>
                <a:gd name="csX695" fmla="*/ 5539 w 205514"/>
                <a:gd name="csY695" fmla="*/ 272234 h 344804"/>
                <a:gd name="csX696" fmla="*/ 6117 w 205514"/>
                <a:gd name="csY696" fmla="*/ 270431 h 344804"/>
                <a:gd name="csX697" fmla="*/ 8126 w 205514"/>
                <a:gd name="csY697" fmla="*/ 266726 h 344804"/>
                <a:gd name="csX698" fmla="*/ 9579 w 205514"/>
                <a:gd name="csY698" fmla="*/ 265584 h 344804"/>
                <a:gd name="csX699" fmla="*/ 11968 w 205514"/>
                <a:gd name="csY699" fmla="*/ 262670 h 344804"/>
                <a:gd name="csX700" fmla="*/ 13322 w 205514"/>
                <a:gd name="csY700" fmla="*/ 261255 h 344804"/>
                <a:gd name="csX701" fmla="*/ 16563 w 205514"/>
                <a:gd name="csY701" fmla="*/ 258463 h 344804"/>
                <a:gd name="csX702" fmla="*/ 19546 w 205514"/>
                <a:gd name="csY702" fmla="*/ 255404 h 344804"/>
                <a:gd name="csX703" fmla="*/ 20551 w 205514"/>
                <a:gd name="csY703" fmla="*/ 255176 h 344804"/>
                <a:gd name="csX704" fmla="*/ 21654 w 205514"/>
                <a:gd name="csY704" fmla="*/ 255130 h 344804"/>
                <a:gd name="csX705" fmla="*/ 22521 w 205514"/>
                <a:gd name="csY705" fmla="*/ 254780 h 344804"/>
                <a:gd name="csX706" fmla="*/ 24469 w 205514"/>
                <a:gd name="csY706" fmla="*/ 253129 h 344804"/>
                <a:gd name="csX707" fmla="*/ 29361 w 205514"/>
                <a:gd name="csY707" fmla="*/ 247620 h 344804"/>
                <a:gd name="csX708" fmla="*/ 33409 w 205514"/>
                <a:gd name="csY708" fmla="*/ 243512 h 344804"/>
                <a:gd name="csX709" fmla="*/ 37556 w 205514"/>
                <a:gd name="csY709" fmla="*/ 238315 h 344804"/>
                <a:gd name="csX710" fmla="*/ 39534 w 205514"/>
                <a:gd name="csY710" fmla="*/ 236801 h 344804"/>
                <a:gd name="csX711" fmla="*/ 40059 w 205514"/>
                <a:gd name="csY711" fmla="*/ 236246 h 344804"/>
                <a:gd name="csX712" fmla="*/ 43878 w 205514"/>
                <a:gd name="csY712" fmla="*/ 231452 h 344804"/>
                <a:gd name="csX713" fmla="*/ 45073 w 205514"/>
                <a:gd name="csY713" fmla="*/ 230752 h 344804"/>
                <a:gd name="csX714" fmla="*/ 46427 w 205514"/>
                <a:gd name="csY714" fmla="*/ 230250 h 344804"/>
                <a:gd name="csX715" fmla="*/ 47340 w 205514"/>
                <a:gd name="csY715" fmla="*/ 229603 h 344804"/>
                <a:gd name="csX716" fmla="*/ 48147 w 205514"/>
                <a:gd name="csY716" fmla="*/ 228789 h 344804"/>
                <a:gd name="csX717" fmla="*/ 49493 w 205514"/>
                <a:gd name="csY717" fmla="*/ 226705 h 344804"/>
                <a:gd name="csX718" fmla="*/ 50041 w 205514"/>
                <a:gd name="csY718" fmla="*/ 224262 h 344804"/>
                <a:gd name="csX719" fmla="*/ 49699 w 205514"/>
                <a:gd name="csY719" fmla="*/ 222885 h 344804"/>
                <a:gd name="csX720" fmla="*/ 48938 w 205514"/>
                <a:gd name="csY720" fmla="*/ 220853 h 344804"/>
                <a:gd name="csX721" fmla="*/ 49889 w 205514"/>
                <a:gd name="csY721" fmla="*/ 218076 h 344804"/>
                <a:gd name="csX722" fmla="*/ 50642 w 205514"/>
                <a:gd name="csY722" fmla="*/ 216798 h 344804"/>
                <a:gd name="csX723" fmla="*/ 53305 w 205514"/>
                <a:gd name="csY723" fmla="*/ 211153 h 344804"/>
                <a:gd name="csX724" fmla="*/ 54074 w 205514"/>
                <a:gd name="csY724" fmla="*/ 210011 h 344804"/>
                <a:gd name="csX725" fmla="*/ 55185 w 205514"/>
                <a:gd name="csY725" fmla="*/ 210727 h 344804"/>
                <a:gd name="csX726" fmla="*/ 55337 w 205514"/>
                <a:gd name="csY726" fmla="*/ 211738 h 344804"/>
                <a:gd name="csX727" fmla="*/ 54789 w 205514"/>
                <a:gd name="csY727" fmla="*/ 214120 h 344804"/>
                <a:gd name="csX728" fmla="*/ 54743 w 205514"/>
                <a:gd name="csY728" fmla="*/ 215314 h 344804"/>
                <a:gd name="csX729" fmla="*/ 55375 w 205514"/>
                <a:gd name="csY729" fmla="*/ 216524 h 344804"/>
                <a:gd name="csX730" fmla="*/ 54614 w 205514"/>
                <a:gd name="csY730" fmla="*/ 218525 h 344804"/>
                <a:gd name="csX731" fmla="*/ 56524 w 205514"/>
                <a:gd name="csY731" fmla="*/ 223836 h 344804"/>
                <a:gd name="csX732" fmla="*/ 57985 w 205514"/>
                <a:gd name="csY732" fmla="*/ 227191 h 344804"/>
                <a:gd name="csX733" fmla="*/ 58038 w 205514"/>
                <a:gd name="csY733" fmla="*/ 228302 h 344804"/>
                <a:gd name="csX734" fmla="*/ 56075 w 205514"/>
                <a:gd name="csY734" fmla="*/ 230311 h 344804"/>
                <a:gd name="csX735" fmla="*/ 54911 w 205514"/>
                <a:gd name="csY735" fmla="*/ 230920 h 344804"/>
                <a:gd name="csX736" fmla="*/ 52392 w 205514"/>
                <a:gd name="csY736" fmla="*/ 231460 h 344804"/>
                <a:gd name="csX737" fmla="*/ 51259 w 205514"/>
                <a:gd name="csY737" fmla="*/ 232046 h 344804"/>
                <a:gd name="csX738" fmla="*/ 49456 w 205514"/>
                <a:gd name="csY738" fmla="*/ 233674 h 344804"/>
                <a:gd name="csX739" fmla="*/ 48330 w 205514"/>
                <a:gd name="csY739" fmla="*/ 235820 h 344804"/>
                <a:gd name="csX740" fmla="*/ 48048 w 205514"/>
                <a:gd name="csY740" fmla="*/ 236930 h 344804"/>
                <a:gd name="csX741" fmla="*/ 47469 w 205514"/>
                <a:gd name="csY741" fmla="*/ 237783 h 344804"/>
                <a:gd name="csX742" fmla="*/ 42280 w 205514"/>
                <a:gd name="csY742" fmla="*/ 239236 h 344804"/>
                <a:gd name="csX743" fmla="*/ 39846 w 205514"/>
                <a:gd name="csY743" fmla="*/ 240187 h 344804"/>
                <a:gd name="csX744" fmla="*/ 38735 w 205514"/>
                <a:gd name="csY744" fmla="*/ 240902 h 344804"/>
                <a:gd name="csX745" fmla="*/ 38149 w 205514"/>
                <a:gd name="csY745" fmla="*/ 242066 h 344804"/>
                <a:gd name="csX746" fmla="*/ 38560 w 205514"/>
                <a:gd name="csY746" fmla="*/ 244121 h 344804"/>
                <a:gd name="csX747" fmla="*/ 34200 w 205514"/>
                <a:gd name="csY747" fmla="*/ 251524 h 344804"/>
                <a:gd name="csX748" fmla="*/ 32808 w 205514"/>
                <a:gd name="csY748" fmla="*/ 253456 h 344804"/>
                <a:gd name="csX749" fmla="*/ 31324 w 205514"/>
                <a:gd name="csY749" fmla="*/ 255107 h 344804"/>
                <a:gd name="csX750" fmla="*/ 29498 w 205514"/>
                <a:gd name="csY750" fmla="*/ 256279 h 344804"/>
                <a:gd name="csX751" fmla="*/ 26934 w 205514"/>
                <a:gd name="csY751" fmla="*/ 256994 h 344804"/>
                <a:gd name="csX752" fmla="*/ 24895 w 205514"/>
                <a:gd name="csY752" fmla="*/ 258425 h 344804"/>
                <a:gd name="csX753" fmla="*/ 23510 w 205514"/>
                <a:gd name="csY753" fmla="*/ 260958 h 344804"/>
                <a:gd name="csX754" fmla="*/ 21806 w 205514"/>
                <a:gd name="csY754" fmla="*/ 263241 h 344804"/>
                <a:gd name="csX755" fmla="*/ 19653 w 205514"/>
                <a:gd name="csY755" fmla="*/ 264938 h 344804"/>
                <a:gd name="csX756" fmla="*/ 17325 w 205514"/>
                <a:gd name="csY756" fmla="*/ 266429 h 344804"/>
                <a:gd name="csX757" fmla="*/ 15194 w 205514"/>
                <a:gd name="csY757" fmla="*/ 267517 h 344804"/>
                <a:gd name="csX758" fmla="*/ 12889 w 205514"/>
                <a:gd name="csY758" fmla="*/ 268285 h 344804"/>
                <a:gd name="csX759" fmla="*/ 12196 w 205514"/>
                <a:gd name="csY759" fmla="*/ 269282 h 344804"/>
                <a:gd name="csX760" fmla="*/ 11709 w 205514"/>
                <a:gd name="csY760" fmla="*/ 270515 h 344804"/>
                <a:gd name="csX761" fmla="*/ 10690 w 205514"/>
                <a:gd name="csY761" fmla="*/ 271093 h 344804"/>
                <a:gd name="csX762" fmla="*/ 9480 w 205514"/>
                <a:gd name="csY762" fmla="*/ 271420 h 344804"/>
                <a:gd name="csX763" fmla="*/ 7304 w 205514"/>
                <a:gd name="csY763" fmla="*/ 272599 h 344804"/>
                <a:gd name="csX764" fmla="*/ 144943 w 205514"/>
                <a:gd name="csY764" fmla="*/ 211358 h 344804"/>
                <a:gd name="csX765" fmla="*/ 146191 w 205514"/>
                <a:gd name="csY765" fmla="*/ 214226 h 344804"/>
                <a:gd name="csX766" fmla="*/ 144502 w 205514"/>
                <a:gd name="csY766" fmla="*/ 214211 h 344804"/>
                <a:gd name="csX767" fmla="*/ 143885 w 205514"/>
                <a:gd name="csY767" fmla="*/ 212126 h 344804"/>
                <a:gd name="csX768" fmla="*/ 144608 w 205514"/>
                <a:gd name="csY768" fmla="*/ 211449 h 344804"/>
                <a:gd name="csX769" fmla="*/ 144943 w 205514"/>
                <a:gd name="csY769" fmla="*/ 211358 h 344804"/>
                <a:gd name="csX770" fmla="*/ 136688 w 205514"/>
                <a:gd name="csY770" fmla="*/ 250907 h 344804"/>
                <a:gd name="csX771" fmla="*/ 135866 w 205514"/>
                <a:gd name="csY771" fmla="*/ 251478 h 344804"/>
                <a:gd name="csX772" fmla="*/ 135531 w 205514"/>
                <a:gd name="csY772" fmla="*/ 250055 h 344804"/>
                <a:gd name="csX773" fmla="*/ 135767 w 205514"/>
                <a:gd name="csY773" fmla="*/ 248138 h 344804"/>
                <a:gd name="csX774" fmla="*/ 137403 w 205514"/>
                <a:gd name="csY774" fmla="*/ 241442 h 344804"/>
                <a:gd name="csX775" fmla="*/ 137030 w 205514"/>
                <a:gd name="csY775" fmla="*/ 239769 h 344804"/>
                <a:gd name="csX776" fmla="*/ 139761 w 205514"/>
                <a:gd name="csY776" fmla="*/ 236033 h 344804"/>
                <a:gd name="csX777" fmla="*/ 141443 w 205514"/>
                <a:gd name="csY777" fmla="*/ 232533 h 344804"/>
                <a:gd name="csX778" fmla="*/ 143977 w 205514"/>
                <a:gd name="csY778" fmla="*/ 228850 h 344804"/>
                <a:gd name="csX779" fmla="*/ 144296 w 205514"/>
                <a:gd name="csY779" fmla="*/ 226940 h 344804"/>
                <a:gd name="csX780" fmla="*/ 146541 w 205514"/>
                <a:gd name="csY780" fmla="*/ 223296 h 344804"/>
                <a:gd name="csX781" fmla="*/ 148633 w 205514"/>
                <a:gd name="csY781" fmla="*/ 218267 h 344804"/>
                <a:gd name="csX782" fmla="*/ 148519 w 205514"/>
                <a:gd name="csY782" fmla="*/ 216600 h 344804"/>
                <a:gd name="csX783" fmla="*/ 149059 w 205514"/>
                <a:gd name="csY783" fmla="*/ 215771 h 344804"/>
                <a:gd name="csX784" fmla="*/ 149364 w 205514"/>
                <a:gd name="csY784" fmla="*/ 214508 h 344804"/>
                <a:gd name="csX785" fmla="*/ 149425 w 205514"/>
                <a:gd name="csY785" fmla="*/ 213435 h 344804"/>
                <a:gd name="csX786" fmla="*/ 150961 w 205514"/>
                <a:gd name="csY786" fmla="*/ 211564 h 344804"/>
                <a:gd name="csX787" fmla="*/ 151365 w 205514"/>
                <a:gd name="csY787" fmla="*/ 212781 h 344804"/>
                <a:gd name="csX788" fmla="*/ 150908 w 205514"/>
                <a:gd name="csY788" fmla="*/ 215170 h 344804"/>
                <a:gd name="csX789" fmla="*/ 150984 w 205514"/>
                <a:gd name="csY789" fmla="*/ 216319 h 344804"/>
                <a:gd name="csX790" fmla="*/ 151250 w 205514"/>
                <a:gd name="csY790" fmla="*/ 216859 h 344804"/>
                <a:gd name="csX791" fmla="*/ 151266 w 205514"/>
                <a:gd name="csY791" fmla="*/ 219081 h 344804"/>
                <a:gd name="csX792" fmla="*/ 150718 w 205514"/>
                <a:gd name="csY792" fmla="*/ 222489 h 344804"/>
                <a:gd name="csX793" fmla="*/ 151220 w 205514"/>
                <a:gd name="csY793" fmla="*/ 226423 h 344804"/>
                <a:gd name="csX794" fmla="*/ 150231 w 205514"/>
                <a:gd name="csY794" fmla="*/ 230425 h 344804"/>
                <a:gd name="csX795" fmla="*/ 149105 w 205514"/>
                <a:gd name="csY795" fmla="*/ 232221 h 344804"/>
                <a:gd name="csX796" fmla="*/ 147439 w 205514"/>
                <a:gd name="csY796" fmla="*/ 233491 h 344804"/>
                <a:gd name="csX797" fmla="*/ 145620 w 205514"/>
                <a:gd name="csY797" fmla="*/ 234283 h 344804"/>
                <a:gd name="csX798" fmla="*/ 143733 w 205514"/>
                <a:gd name="csY798" fmla="*/ 236276 h 344804"/>
                <a:gd name="csX799" fmla="*/ 142516 w 205514"/>
                <a:gd name="csY799" fmla="*/ 238604 h 344804"/>
                <a:gd name="csX800" fmla="*/ 142318 w 205514"/>
                <a:gd name="csY800" fmla="*/ 240727 h 344804"/>
                <a:gd name="csX801" fmla="*/ 139320 w 205514"/>
                <a:gd name="csY801" fmla="*/ 247879 h 344804"/>
                <a:gd name="csX802" fmla="*/ 136688 w 205514"/>
                <a:gd name="csY802" fmla="*/ 250907 h 344804"/>
                <a:gd name="csX803" fmla="*/ 131575 w 205514"/>
                <a:gd name="csY803" fmla="*/ 259193 h 344804"/>
                <a:gd name="csX804" fmla="*/ 130160 w 205514"/>
                <a:gd name="csY804" fmla="*/ 259421 h 344804"/>
                <a:gd name="csX805" fmla="*/ 128668 w 205514"/>
                <a:gd name="csY805" fmla="*/ 259300 h 344804"/>
                <a:gd name="csX806" fmla="*/ 127664 w 205514"/>
                <a:gd name="csY806" fmla="*/ 258242 h 344804"/>
                <a:gd name="csX807" fmla="*/ 125929 w 205514"/>
                <a:gd name="csY807" fmla="*/ 253692 h 344804"/>
                <a:gd name="csX808" fmla="*/ 123913 w 205514"/>
                <a:gd name="csY808" fmla="*/ 252581 h 344804"/>
                <a:gd name="csX809" fmla="*/ 121608 w 205514"/>
                <a:gd name="csY809" fmla="*/ 251744 h 344804"/>
                <a:gd name="csX810" fmla="*/ 120451 w 205514"/>
                <a:gd name="csY810" fmla="*/ 251037 h 344804"/>
                <a:gd name="csX811" fmla="*/ 119431 w 205514"/>
                <a:gd name="csY811" fmla="*/ 250185 h 344804"/>
                <a:gd name="csX812" fmla="*/ 116190 w 205514"/>
                <a:gd name="csY812" fmla="*/ 245642 h 344804"/>
                <a:gd name="csX813" fmla="*/ 115947 w 205514"/>
                <a:gd name="csY813" fmla="*/ 242865 h 344804"/>
                <a:gd name="csX814" fmla="*/ 116502 w 205514"/>
                <a:gd name="csY814" fmla="*/ 241290 h 344804"/>
                <a:gd name="csX815" fmla="*/ 117484 w 205514"/>
                <a:gd name="csY815" fmla="*/ 239883 h 344804"/>
                <a:gd name="csX816" fmla="*/ 118595 w 205514"/>
                <a:gd name="csY816" fmla="*/ 239502 h 344804"/>
                <a:gd name="csX817" fmla="*/ 121265 w 205514"/>
                <a:gd name="csY817" fmla="*/ 239449 h 344804"/>
                <a:gd name="csX818" fmla="*/ 122650 w 205514"/>
                <a:gd name="csY818" fmla="*/ 239266 h 344804"/>
                <a:gd name="csX819" fmla="*/ 125693 w 205514"/>
                <a:gd name="csY819" fmla="*/ 237182 h 344804"/>
                <a:gd name="csX820" fmla="*/ 125906 w 205514"/>
                <a:gd name="csY820" fmla="*/ 236360 h 344804"/>
                <a:gd name="csX821" fmla="*/ 125929 w 205514"/>
                <a:gd name="csY821" fmla="*/ 232928 h 344804"/>
                <a:gd name="csX822" fmla="*/ 125625 w 205514"/>
                <a:gd name="csY822" fmla="*/ 230532 h 344804"/>
                <a:gd name="csX823" fmla="*/ 124864 w 205514"/>
                <a:gd name="csY823" fmla="*/ 228188 h 344804"/>
                <a:gd name="csX824" fmla="*/ 125686 w 205514"/>
                <a:gd name="csY824" fmla="*/ 227115 h 344804"/>
                <a:gd name="csX825" fmla="*/ 126766 w 205514"/>
                <a:gd name="csY825" fmla="*/ 226058 h 344804"/>
                <a:gd name="csX826" fmla="*/ 127885 w 205514"/>
                <a:gd name="csY826" fmla="*/ 223988 h 344804"/>
                <a:gd name="csX827" fmla="*/ 128098 w 205514"/>
                <a:gd name="csY827" fmla="*/ 222535 h 344804"/>
                <a:gd name="csX828" fmla="*/ 128121 w 205514"/>
                <a:gd name="csY828" fmla="*/ 221013 h 344804"/>
                <a:gd name="csX829" fmla="*/ 128409 w 205514"/>
                <a:gd name="csY829" fmla="*/ 219925 h 344804"/>
                <a:gd name="csX830" fmla="*/ 129284 w 205514"/>
                <a:gd name="csY830" fmla="*/ 219377 h 344804"/>
                <a:gd name="csX831" fmla="*/ 133500 w 205514"/>
                <a:gd name="csY831" fmla="*/ 217719 h 344804"/>
                <a:gd name="csX832" fmla="*/ 134245 w 205514"/>
                <a:gd name="csY832" fmla="*/ 217605 h 344804"/>
                <a:gd name="csX833" fmla="*/ 139670 w 205514"/>
                <a:gd name="csY833" fmla="*/ 219142 h 344804"/>
                <a:gd name="csX834" fmla="*/ 140781 w 205514"/>
                <a:gd name="csY834" fmla="*/ 221455 h 344804"/>
                <a:gd name="csX835" fmla="*/ 140888 w 205514"/>
                <a:gd name="csY835" fmla="*/ 222216 h 344804"/>
                <a:gd name="csX836" fmla="*/ 140043 w 205514"/>
                <a:gd name="csY836" fmla="*/ 224780 h 344804"/>
                <a:gd name="csX837" fmla="*/ 139290 w 205514"/>
                <a:gd name="csY837" fmla="*/ 226499 h 344804"/>
                <a:gd name="csX838" fmla="*/ 137464 w 205514"/>
                <a:gd name="csY838" fmla="*/ 229162 h 344804"/>
                <a:gd name="csX839" fmla="*/ 136102 w 205514"/>
                <a:gd name="csY839" fmla="*/ 232038 h 344804"/>
                <a:gd name="csX840" fmla="*/ 135090 w 205514"/>
                <a:gd name="csY840" fmla="*/ 236367 h 344804"/>
                <a:gd name="csX841" fmla="*/ 134451 w 205514"/>
                <a:gd name="csY841" fmla="*/ 237775 h 344804"/>
                <a:gd name="csX842" fmla="*/ 132746 w 205514"/>
                <a:gd name="csY842" fmla="*/ 240484 h 344804"/>
                <a:gd name="csX843" fmla="*/ 132229 w 205514"/>
                <a:gd name="csY843" fmla="*/ 241967 h 344804"/>
                <a:gd name="csX844" fmla="*/ 132244 w 205514"/>
                <a:gd name="csY844" fmla="*/ 245186 h 344804"/>
                <a:gd name="csX845" fmla="*/ 131955 w 205514"/>
                <a:gd name="csY845" fmla="*/ 246373 h 344804"/>
                <a:gd name="csX846" fmla="*/ 131970 w 205514"/>
                <a:gd name="csY846" fmla="*/ 247514 h 344804"/>
                <a:gd name="csX847" fmla="*/ 135348 w 205514"/>
                <a:gd name="csY847" fmla="*/ 252878 h 344804"/>
                <a:gd name="csX848" fmla="*/ 135638 w 205514"/>
                <a:gd name="csY848" fmla="*/ 253722 h 344804"/>
                <a:gd name="csX849" fmla="*/ 135608 w 205514"/>
                <a:gd name="csY849" fmla="*/ 254681 h 344804"/>
                <a:gd name="csX850" fmla="*/ 135029 w 205514"/>
                <a:gd name="csY850" fmla="*/ 255876 h 344804"/>
                <a:gd name="csX851" fmla="*/ 133644 w 205514"/>
                <a:gd name="csY851" fmla="*/ 257938 h 344804"/>
                <a:gd name="csX852" fmla="*/ 132868 w 205514"/>
                <a:gd name="csY852" fmla="*/ 258661 h 344804"/>
                <a:gd name="csX853" fmla="*/ 131575 w 205514"/>
                <a:gd name="csY853" fmla="*/ 259193 h 344804"/>
                <a:gd name="csX854" fmla="*/ 121295 w 205514"/>
                <a:gd name="csY854" fmla="*/ 228873 h 344804"/>
                <a:gd name="csX855" fmla="*/ 120702 w 205514"/>
                <a:gd name="csY855" fmla="*/ 229170 h 344804"/>
                <a:gd name="csX856" fmla="*/ 120177 w 205514"/>
                <a:gd name="csY856" fmla="*/ 229132 h 344804"/>
                <a:gd name="csX857" fmla="*/ 118921 w 205514"/>
                <a:gd name="csY857" fmla="*/ 229908 h 344804"/>
                <a:gd name="csX858" fmla="*/ 118458 w 205514"/>
                <a:gd name="csY858" fmla="*/ 228455 h 344804"/>
                <a:gd name="csX859" fmla="*/ 118907 w 205514"/>
                <a:gd name="csY859" fmla="*/ 225974 h 344804"/>
                <a:gd name="csX860" fmla="*/ 120793 w 205514"/>
                <a:gd name="csY860" fmla="*/ 224080 h 344804"/>
                <a:gd name="csX861" fmla="*/ 121273 w 205514"/>
                <a:gd name="csY861" fmla="*/ 223486 h 344804"/>
                <a:gd name="csX862" fmla="*/ 121783 w 205514"/>
                <a:gd name="csY862" fmla="*/ 223136 h 344804"/>
                <a:gd name="csX863" fmla="*/ 122399 w 205514"/>
                <a:gd name="csY863" fmla="*/ 223098 h 344804"/>
                <a:gd name="csX864" fmla="*/ 122992 w 205514"/>
                <a:gd name="csY864" fmla="*/ 223836 h 344804"/>
                <a:gd name="csX865" fmla="*/ 123160 w 205514"/>
                <a:gd name="csY865" fmla="*/ 224954 h 344804"/>
                <a:gd name="csX866" fmla="*/ 121965 w 205514"/>
                <a:gd name="csY866" fmla="*/ 228333 h 344804"/>
                <a:gd name="csX867" fmla="*/ 121295 w 205514"/>
                <a:gd name="csY867" fmla="*/ 228873 h 344804"/>
                <a:gd name="csX868" fmla="*/ 156889 w 205514"/>
                <a:gd name="csY868" fmla="*/ 225997 h 344804"/>
                <a:gd name="csX869" fmla="*/ 156295 w 205514"/>
                <a:gd name="csY869" fmla="*/ 226096 h 344804"/>
                <a:gd name="csX870" fmla="*/ 157284 w 205514"/>
                <a:gd name="csY870" fmla="*/ 223829 h 344804"/>
                <a:gd name="csX871" fmla="*/ 158068 w 205514"/>
                <a:gd name="csY871" fmla="*/ 224156 h 344804"/>
                <a:gd name="csX872" fmla="*/ 158304 w 205514"/>
                <a:gd name="csY872" fmla="*/ 224407 h 344804"/>
                <a:gd name="csX873" fmla="*/ 158281 w 205514"/>
                <a:gd name="csY873" fmla="*/ 225426 h 344804"/>
                <a:gd name="csX874" fmla="*/ 156889 w 205514"/>
                <a:gd name="csY874" fmla="*/ 225997 h 344804"/>
                <a:gd name="csX875" fmla="*/ 62930 w 205514"/>
                <a:gd name="csY875" fmla="*/ 228584 h 344804"/>
                <a:gd name="csX876" fmla="*/ 60298 w 205514"/>
                <a:gd name="csY876" fmla="*/ 229246 h 344804"/>
                <a:gd name="csX877" fmla="*/ 59689 w 205514"/>
                <a:gd name="csY877" fmla="*/ 227169 h 344804"/>
                <a:gd name="csX878" fmla="*/ 61553 w 205514"/>
                <a:gd name="csY878" fmla="*/ 225259 h 344804"/>
                <a:gd name="csX879" fmla="*/ 63646 w 205514"/>
                <a:gd name="csY879" fmla="*/ 226027 h 344804"/>
                <a:gd name="csX880" fmla="*/ 64893 w 205514"/>
                <a:gd name="csY880" fmla="*/ 226773 h 344804"/>
                <a:gd name="csX881" fmla="*/ 64307 w 205514"/>
                <a:gd name="csY881" fmla="*/ 227450 h 344804"/>
                <a:gd name="csX882" fmla="*/ 62930 w 205514"/>
                <a:gd name="csY882" fmla="*/ 228584 h 344804"/>
                <a:gd name="csX883" fmla="*/ 186220 w 205514"/>
                <a:gd name="csY883" fmla="*/ 240902 h 344804"/>
                <a:gd name="csX884" fmla="*/ 185847 w 205514"/>
                <a:gd name="csY884" fmla="*/ 241503 h 344804"/>
                <a:gd name="csX885" fmla="*/ 185337 w 205514"/>
                <a:gd name="csY885" fmla="*/ 240263 h 344804"/>
                <a:gd name="csX886" fmla="*/ 184097 w 205514"/>
                <a:gd name="csY886" fmla="*/ 239099 h 344804"/>
                <a:gd name="csX887" fmla="*/ 182902 w 205514"/>
                <a:gd name="csY887" fmla="*/ 237121 h 344804"/>
                <a:gd name="csX888" fmla="*/ 182058 w 205514"/>
                <a:gd name="csY888" fmla="*/ 236504 h 344804"/>
                <a:gd name="csX889" fmla="*/ 182636 w 205514"/>
                <a:gd name="csY889" fmla="*/ 234937 h 344804"/>
                <a:gd name="csX890" fmla="*/ 182689 w 205514"/>
                <a:gd name="csY890" fmla="*/ 232388 h 344804"/>
                <a:gd name="csX891" fmla="*/ 183876 w 205514"/>
                <a:gd name="csY891" fmla="*/ 231224 h 344804"/>
                <a:gd name="csX892" fmla="*/ 184424 w 205514"/>
                <a:gd name="csY892" fmla="*/ 230882 h 344804"/>
                <a:gd name="csX893" fmla="*/ 185322 w 205514"/>
                <a:gd name="csY893" fmla="*/ 229641 h 344804"/>
                <a:gd name="csX894" fmla="*/ 185725 w 205514"/>
                <a:gd name="csY894" fmla="*/ 229573 h 344804"/>
                <a:gd name="csX895" fmla="*/ 186105 w 205514"/>
                <a:gd name="csY895" fmla="*/ 230608 h 344804"/>
                <a:gd name="csX896" fmla="*/ 185299 w 205514"/>
                <a:gd name="csY896" fmla="*/ 233773 h 344804"/>
                <a:gd name="csX897" fmla="*/ 186509 w 205514"/>
                <a:gd name="csY897" fmla="*/ 237516 h 344804"/>
                <a:gd name="csX898" fmla="*/ 186098 w 205514"/>
                <a:gd name="csY898" fmla="*/ 239852 h 344804"/>
                <a:gd name="csX899" fmla="*/ 186273 w 205514"/>
                <a:gd name="csY899" fmla="*/ 240377 h 344804"/>
                <a:gd name="csX900" fmla="*/ 186220 w 205514"/>
                <a:gd name="csY900" fmla="*/ 240902 h 344804"/>
                <a:gd name="csX901" fmla="*/ 162816 w 205514"/>
                <a:gd name="csY901" fmla="*/ 243641 h 344804"/>
                <a:gd name="csX902" fmla="*/ 162610 w 205514"/>
                <a:gd name="csY902" fmla="*/ 244432 h 344804"/>
                <a:gd name="csX903" fmla="*/ 160928 w 205514"/>
                <a:gd name="csY903" fmla="*/ 244372 h 344804"/>
                <a:gd name="csX904" fmla="*/ 160327 w 205514"/>
                <a:gd name="csY904" fmla="*/ 244493 h 344804"/>
                <a:gd name="csX905" fmla="*/ 158745 w 205514"/>
                <a:gd name="csY905" fmla="*/ 246517 h 344804"/>
                <a:gd name="csX906" fmla="*/ 157816 w 205514"/>
                <a:gd name="csY906" fmla="*/ 247027 h 344804"/>
                <a:gd name="csX907" fmla="*/ 152750 w 205514"/>
                <a:gd name="csY907" fmla="*/ 247689 h 344804"/>
                <a:gd name="csX908" fmla="*/ 148762 w 205514"/>
                <a:gd name="csY908" fmla="*/ 247156 h 344804"/>
                <a:gd name="csX909" fmla="*/ 147393 w 205514"/>
                <a:gd name="csY909" fmla="*/ 246045 h 344804"/>
                <a:gd name="csX910" fmla="*/ 146503 w 205514"/>
                <a:gd name="csY910" fmla="*/ 244212 h 344804"/>
                <a:gd name="csX911" fmla="*/ 146229 w 205514"/>
                <a:gd name="csY911" fmla="*/ 243002 h 344804"/>
                <a:gd name="csX912" fmla="*/ 147233 w 205514"/>
                <a:gd name="csY912" fmla="*/ 241678 h 344804"/>
                <a:gd name="csX913" fmla="*/ 148192 w 205514"/>
                <a:gd name="csY913" fmla="*/ 240803 h 344804"/>
                <a:gd name="csX914" fmla="*/ 151418 w 205514"/>
                <a:gd name="csY914" fmla="*/ 239068 h 344804"/>
                <a:gd name="csX915" fmla="*/ 152148 w 205514"/>
                <a:gd name="csY915" fmla="*/ 237752 h 344804"/>
                <a:gd name="csX916" fmla="*/ 153838 w 205514"/>
                <a:gd name="csY916" fmla="*/ 236162 h 344804"/>
                <a:gd name="csX917" fmla="*/ 157314 w 205514"/>
                <a:gd name="csY917" fmla="*/ 235629 h 344804"/>
                <a:gd name="csX918" fmla="*/ 157649 w 205514"/>
                <a:gd name="csY918" fmla="*/ 236025 h 344804"/>
                <a:gd name="csX919" fmla="*/ 158113 w 205514"/>
                <a:gd name="csY919" fmla="*/ 236276 h 344804"/>
                <a:gd name="csX920" fmla="*/ 158814 w 205514"/>
                <a:gd name="csY920" fmla="*/ 236345 h 344804"/>
                <a:gd name="csX921" fmla="*/ 160541 w 205514"/>
                <a:gd name="csY921" fmla="*/ 237653 h 344804"/>
                <a:gd name="csX922" fmla="*/ 162473 w 205514"/>
                <a:gd name="csY922" fmla="*/ 238490 h 344804"/>
                <a:gd name="csX923" fmla="*/ 162002 w 205514"/>
                <a:gd name="csY923" fmla="*/ 241663 h 344804"/>
                <a:gd name="csX924" fmla="*/ 162580 w 205514"/>
                <a:gd name="csY924" fmla="*/ 242736 h 344804"/>
                <a:gd name="csX925" fmla="*/ 162816 w 205514"/>
                <a:gd name="csY925" fmla="*/ 243641 h 344804"/>
                <a:gd name="csX926" fmla="*/ 177485 w 205514"/>
                <a:gd name="csY926" fmla="*/ 239441 h 344804"/>
                <a:gd name="csX927" fmla="*/ 177629 w 205514"/>
                <a:gd name="csY927" fmla="*/ 240506 h 344804"/>
                <a:gd name="csX928" fmla="*/ 174890 w 205514"/>
                <a:gd name="csY928" fmla="*/ 237699 h 344804"/>
                <a:gd name="csX929" fmla="*/ 174335 w 205514"/>
                <a:gd name="csY929" fmla="*/ 235713 h 344804"/>
                <a:gd name="csX930" fmla="*/ 175248 w 205514"/>
                <a:gd name="csY930" fmla="*/ 235797 h 344804"/>
                <a:gd name="csX931" fmla="*/ 176420 w 205514"/>
                <a:gd name="csY931" fmla="*/ 236558 h 344804"/>
                <a:gd name="csX932" fmla="*/ 177485 w 205514"/>
                <a:gd name="csY932" fmla="*/ 239441 h 344804"/>
                <a:gd name="csX933" fmla="*/ 194102 w 205514"/>
                <a:gd name="csY933" fmla="*/ 244098 h 344804"/>
                <a:gd name="csX934" fmla="*/ 193836 w 205514"/>
                <a:gd name="csY934" fmla="*/ 244212 h 344804"/>
                <a:gd name="csX935" fmla="*/ 192649 w 205514"/>
                <a:gd name="csY935" fmla="*/ 242538 h 344804"/>
                <a:gd name="csX936" fmla="*/ 192808 w 205514"/>
                <a:gd name="csY936" fmla="*/ 240636 h 344804"/>
                <a:gd name="csX937" fmla="*/ 194414 w 205514"/>
                <a:gd name="csY937" fmla="*/ 237790 h 344804"/>
                <a:gd name="csX938" fmla="*/ 195601 w 205514"/>
                <a:gd name="csY938" fmla="*/ 240278 h 344804"/>
                <a:gd name="csX939" fmla="*/ 195586 w 205514"/>
                <a:gd name="csY939" fmla="*/ 241404 h 344804"/>
                <a:gd name="csX940" fmla="*/ 195418 w 205514"/>
                <a:gd name="csY940" fmla="*/ 241960 h 344804"/>
                <a:gd name="csX941" fmla="*/ 196529 w 205514"/>
                <a:gd name="csY941" fmla="*/ 243367 h 344804"/>
                <a:gd name="csX942" fmla="*/ 195760 w 205514"/>
                <a:gd name="csY942" fmla="*/ 244060 h 344804"/>
                <a:gd name="csX943" fmla="*/ 194102 w 205514"/>
                <a:gd name="csY943" fmla="*/ 244098 h 344804"/>
                <a:gd name="csX944" fmla="*/ 192969 w 205514"/>
                <a:gd name="csY944" fmla="*/ 253669 h 344804"/>
                <a:gd name="csX945" fmla="*/ 194710 w 205514"/>
                <a:gd name="csY945" fmla="*/ 254963 h 344804"/>
                <a:gd name="csX946" fmla="*/ 196971 w 205514"/>
                <a:gd name="csY946" fmla="*/ 254620 h 344804"/>
                <a:gd name="csX947" fmla="*/ 196940 w 205514"/>
                <a:gd name="csY947" fmla="*/ 257884 h 344804"/>
                <a:gd name="csX948" fmla="*/ 197305 w 205514"/>
                <a:gd name="csY948" fmla="*/ 258835 h 344804"/>
                <a:gd name="csX949" fmla="*/ 199352 w 205514"/>
                <a:gd name="csY949" fmla="*/ 261597 h 344804"/>
                <a:gd name="csX950" fmla="*/ 199672 w 205514"/>
                <a:gd name="csY950" fmla="*/ 263903 h 344804"/>
                <a:gd name="csX951" fmla="*/ 198462 w 205514"/>
                <a:gd name="csY951" fmla="*/ 266064 h 344804"/>
                <a:gd name="csX952" fmla="*/ 197556 w 205514"/>
                <a:gd name="csY952" fmla="*/ 267091 h 344804"/>
                <a:gd name="csX953" fmla="*/ 195867 w 205514"/>
                <a:gd name="csY953" fmla="*/ 268567 h 344804"/>
                <a:gd name="csX954" fmla="*/ 195829 w 205514"/>
                <a:gd name="csY954" fmla="*/ 269244 h 344804"/>
                <a:gd name="csX955" fmla="*/ 196544 w 205514"/>
                <a:gd name="csY955" fmla="*/ 270012 h 344804"/>
                <a:gd name="csX956" fmla="*/ 198880 w 205514"/>
                <a:gd name="csY956" fmla="*/ 270454 h 344804"/>
                <a:gd name="csX957" fmla="*/ 200645 w 205514"/>
                <a:gd name="csY957" fmla="*/ 271641 h 344804"/>
                <a:gd name="csX958" fmla="*/ 200957 w 205514"/>
                <a:gd name="csY958" fmla="*/ 275011 h 344804"/>
                <a:gd name="csX959" fmla="*/ 202646 w 205514"/>
                <a:gd name="csY959" fmla="*/ 277667 h 344804"/>
                <a:gd name="csX960" fmla="*/ 202601 w 205514"/>
                <a:gd name="csY960" fmla="*/ 278823 h 344804"/>
                <a:gd name="csX961" fmla="*/ 201931 w 205514"/>
                <a:gd name="csY961" fmla="*/ 283571 h 344804"/>
                <a:gd name="csX962" fmla="*/ 202144 w 205514"/>
                <a:gd name="csY962" fmla="*/ 285595 h 344804"/>
                <a:gd name="csX963" fmla="*/ 203407 w 205514"/>
                <a:gd name="csY963" fmla="*/ 287215 h 344804"/>
                <a:gd name="csX964" fmla="*/ 204472 w 205514"/>
                <a:gd name="csY964" fmla="*/ 287900 h 344804"/>
                <a:gd name="csX965" fmla="*/ 205020 w 205514"/>
                <a:gd name="csY965" fmla="*/ 288920 h 344804"/>
                <a:gd name="csX966" fmla="*/ 205515 w 205514"/>
                <a:gd name="csY966" fmla="*/ 291712 h 344804"/>
                <a:gd name="csX967" fmla="*/ 205423 w 205514"/>
                <a:gd name="csY967" fmla="*/ 296452 h 344804"/>
                <a:gd name="csX968" fmla="*/ 205264 w 205514"/>
                <a:gd name="csY968" fmla="*/ 298111 h 344804"/>
                <a:gd name="csX969" fmla="*/ 204518 w 205514"/>
                <a:gd name="csY969" fmla="*/ 299648 h 344804"/>
                <a:gd name="csX970" fmla="*/ 202213 w 205514"/>
                <a:gd name="csY970" fmla="*/ 303140 h 344804"/>
                <a:gd name="csX971" fmla="*/ 199124 w 205514"/>
                <a:gd name="csY971" fmla="*/ 305917 h 344804"/>
                <a:gd name="csX972" fmla="*/ 197473 w 205514"/>
                <a:gd name="csY972" fmla="*/ 305735 h 344804"/>
                <a:gd name="csX973" fmla="*/ 196947 w 205514"/>
                <a:gd name="csY973" fmla="*/ 306556 h 344804"/>
                <a:gd name="csX974" fmla="*/ 197975 w 205514"/>
                <a:gd name="csY974" fmla="*/ 309090 h 344804"/>
                <a:gd name="csX975" fmla="*/ 197564 w 205514"/>
                <a:gd name="csY975" fmla="*/ 314439 h 344804"/>
                <a:gd name="csX976" fmla="*/ 196887 w 205514"/>
                <a:gd name="csY976" fmla="*/ 318144 h 344804"/>
                <a:gd name="csX977" fmla="*/ 195883 w 205514"/>
                <a:gd name="csY977" fmla="*/ 316265 h 344804"/>
                <a:gd name="csX978" fmla="*/ 195182 w 205514"/>
                <a:gd name="csY978" fmla="*/ 314302 h 344804"/>
                <a:gd name="csX979" fmla="*/ 194551 w 205514"/>
                <a:gd name="csY979" fmla="*/ 309098 h 344804"/>
                <a:gd name="csX980" fmla="*/ 193759 w 205514"/>
                <a:gd name="csY980" fmla="*/ 306754 h 344804"/>
                <a:gd name="csX981" fmla="*/ 192519 w 205514"/>
                <a:gd name="csY981" fmla="*/ 304609 h 344804"/>
                <a:gd name="csX982" fmla="*/ 192025 w 205514"/>
                <a:gd name="csY982" fmla="*/ 302691 h 344804"/>
                <a:gd name="csX983" fmla="*/ 190739 w 205514"/>
                <a:gd name="csY983" fmla="*/ 300903 h 344804"/>
                <a:gd name="csX984" fmla="*/ 189095 w 205514"/>
                <a:gd name="csY984" fmla="*/ 296277 h 344804"/>
                <a:gd name="csX985" fmla="*/ 188007 w 205514"/>
                <a:gd name="csY985" fmla="*/ 296513 h 344804"/>
                <a:gd name="csX986" fmla="*/ 186204 w 205514"/>
                <a:gd name="csY986" fmla="*/ 297784 h 344804"/>
                <a:gd name="csX987" fmla="*/ 185801 w 205514"/>
                <a:gd name="csY987" fmla="*/ 298651 h 344804"/>
                <a:gd name="csX988" fmla="*/ 185588 w 205514"/>
                <a:gd name="csY988" fmla="*/ 299967 h 344804"/>
                <a:gd name="csX989" fmla="*/ 185170 w 205514"/>
                <a:gd name="csY989" fmla="*/ 301154 h 344804"/>
                <a:gd name="csX990" fmla="*/ 183070 w 205514"/>
                <a:gd name="csY990" fmla="*/ 303049 h 344804"/>
                <a:gd name="csX991" fmla="*/ 181411 w 205514"/>
                <a:gd name="csY991" fmla="*/ 305301 h 344804"/>
                <a:gd name="csX992" fmla="*/ 180049 w 205514"/>
                <a:gd name="csY992" fmla="*/ 307766 h 344804"/>
                <a:gd name="csX993" fmla="*/ 179615 w 205514"/>
                <a:gd name="csY993" fmla="*/ 310026 h 344804"/>
                <a:gd name="csX994" fmla="*/ 180726 w 205514"/>
                <a:gd name="csY994" fmla="*/ 311791 h 344804"/>
                <a:gd name="csX995" fmla="*/ 181867 w 205514"/>
                <a:gd name="csY995" fmla="*/ 312506 h 344804"/>
                <a:gd name="csX996" fmla="*/ 183533 w 205514"/>
                <a:gd name="csY996" fmla="*/ 314089 h 344804"/>
                <a:gd name="csX997" fmla="*/ 184043 w 205514"/>
                <a:gd name="csY997" fmla="*/ 314812 h 344804"/>
                <a:gd name="csX998" fmla="*/ 185793 w 205514"/>
                <a:gd name="csY998" fmla="*/ 319947 h 344804"/>
                <a:gd name="csX999" fmla="*/ 185732 w 205514"/>
                <a:gd name="csY999" fmla="*/ 325205 h 344804"/>
                <a:gd name="csX1000" fmla="*/ 184454 w 205514"/>
                <a:gd name="csY1000" fmla="*/ 327518 h 344804"/>
                <a:gd name="csX1001" fmla="*/ 181206 w 205514"/>
                <a:gd name="csY1001" fmla="*/ 331908 h 344804"/>
                <a:gd name="csX1002" fmla="*/ 178862 w 205514"/>
                <a:gd name="csY1002" fmla="*/ 333301 h 344804"/>
                <a:gd name="csX1003" fmla="*/ 177614 w 205514"/>
                <a:gd name="csY1003" fmla="*/ 332593 h 344804"/>
                <a:gd name="csX1004" fmla="*/ 176610 w 205514"/>
                <a:gd name="csY1004" fmla="*/ 329930 h 344804"/>
                <a:gd name="csX1005" fmla="*/ 176450 w 205514"/>
                <a:gd name="csY1005" fmla="*/ 328834 h 344804"/>
                <a:gd name="csX1006" fmla="*/ 177127 w 205514"/>
                <a:gd name="csY1006" fmla="*/ 326331 h 344804"/>
                <a:gd name="csX1007" fmla="*/ 177203 w 205514"/>
                <a:gd name="csY1007" fmla="*/ 324041 h 344804"/>
                <a:gd name="csX1008" fmla="*/ 176412 w 205514"/>
                <a:gd name="csY1008" fmla="*/ 323265 h 344804"/>
                <a:gd name="csX1009" fmla="*/ 175552 w 205514"/>
                <a:gd name="csY1009" fmla="*/ 323417 h 344804"/>
                <a:gd name="csX1010" fmla="*/ 175187 w 205514"/>
                <a:gd name="csY1010" fmla="*/ 323744 h 344804"/>
                <a:gd name="csX1011" fmla="*/ 173095 w 205514"/>
                <a:gd name="csY1011" fmla="*/ 326749 h 344804"/>
                <a:gd name="csX1012" fmla="*/ 172227 w 205514"/>
                <a:gd name="csY1012" fmla="*/ 327510 h 344804"/>
                <a:gd name="csX1013" fmla="*/ 170942 w 205514"/>
                <a:gd name="csY1013" fmla="*/ 327617 h 344804"/>
                <a:gd name="csX1014" fmla="*/ 169922 w 205514"/>
                <a:gd name="csY1014" fmla="*/ 327411 h 344804"/>
                <a:gd name="csX1015" fmla="*/ 163713 w 205514"/>
                <a:gd name="csY1015" fmla="*/ 324786 h 344804"/>
                <a:gd name="csX1016" fmla="*/ 158638 w 205514"/>
                <a:gd name="csY1016" fmla="*/ 322200 h 344804"/>
                <a:gd name="csX1017" fmla="*/ 154667 w 205514"/>
                <a:gd name="csY1017" fmla="*/ 319780 h 344804"/>
                <a:gd name="csX1018" fmla="*/ 151791 w 205514"/>
                <a:gd name="csY1018" fmla="*/ 316128 h 344804"/>
                <a:gd name="csX1019" fmla="*/ 151190 w 205514"/>
                <a:gd name="csY1019" fmla="*/ 313397 h 344804"/>
                <a:gd name="csX1020" fmla="*/ 151152 w 205514"/>
                <a:gd name="csY1020" fmla="*/ 310536 h 344804"/>
                <a:gd name="csX1021" fmla="*/ 149866 w 205514"/>
                <a:gd name="csY1021" fmla="*/ 306343 h 344804"/>
                <a:gd name="csX1022" fmla="*/ 149713 w 205514"/>
                <a:gd name="csY1022" fmla="*/ 304913 h 344804"/>
                <a:gd name="csX1023" fmla="*/ 149805 w 205514"/>
                <a:gd name="csY1023" fmla="*/ 303543 h 344804"/>
                <a:gd name="csX1024" fmla="*/ 151091 w 205514"/>
                <a:gd name="csY1024" fmla="*/ 300972 h 344804"/>
                <a:gd name="csX1025" fmla="*/ 152635 w 205514"/>
                <a:gd name="csY1025" fmla="*/ 299671 h 344804"/>
                <a:gd name="csX1026" fmla="*/ 153503 w 205514"/>
                <a:gd name="csY1026" fmla="*/ 298735 h 344804"/>
                <a:gd name="csX1027" fmla="*/ 154195 w 205514"/>
                <a:gd name="csY1027" fmla="*/ 297700 h 344804"/>
                <a:gd name="csX1028" fmla="*/ 154674 w 205514"/>
                <a:gd name="csY1028" fmla="*/ 296315 h 344804"/>
                <a:gd name="csX1029" fmla="*/ 154537 w 205514"/>
                <a:gd name="csY1029" fmla="*/ 294938 h 344804"/>
                <a:gd name="csX1030" fmla="*/ 154020 w 205514"/>
                <a:gd name="csY1030" fmla="*/ 294078 h 344804"/>
                <a:gd name="csX1031" fmla="*/ 151578 w 205514"/>
                <a:gd name="csY1031" fmla="*/ 291058 h 344804"/>
                <a:gd name="csX1032" fmla="*/ 149455 w 205514"/>
                <a:gd name="csY1032" fmla="*/ 289201 h 344804"/>
                <a:gd name="csX1033" fmla="*/ 145110 w 205514"/>
                <a:gd name="csY1033" fmla="*/ 287535 h 344804"/>
                <a:gd name="csX1034" fmla="*/ 144098 w 205514"/>
                <a:gd name="csY1034" fmla="*/ 286614 h 344804"/>
                <a:gd name="csX1035" fmla="*/ 142988 w 205514"/>
                <a:gd name="csY1035" fmla="*/ 285922 h 344804"/>
                <a:gd name="csX1036" fmla="*/ 141778 w 205514"/>
                <a:gd name="csY1036" fmla="*/ 285625 h 344804"/>
                <a:gd name="csX1037" fmla="*/ 140591 w 205514"/>
                <a:gd name="csY1037" fmla="*/ 285618 h 344804"/>
                <a:gd name="csX1038" fmla="*/ 139305 w 205514"/>
                <a:gd name="csY1038" fmla="*/ 286135 h 344804"/>
                <a:gd name="csX1039" fmla="*/ 138970 w 205514"/>
                <a:gd name="csY1039" fmla="*/ 287238 h 344804"/>
                <a:gd name="csX1040" fmla="*/ 139062 w 205514"/>
                <a:gd name="csY1040" fmla="*/ 288227 h 344804"/>
                <a:gd name="csX1041" fmla="*/ 138947 w 205514"/>
                <a:gd name="csY1041" fmla="*/ 289186 h 344804"/>
                <a:gd name="csX1042" fmla="*/ 137129 w 205514"/>
                <a:gd name="csY1042" fmla="*/ 294702 h 344804"/>
                <a:gd name="csX1043" fmla="*/ 134801 w 205514"/>
                <a:gd name="csY1043" fmla="*/ 293492 h 344804"/>
                <a:gd name="csX1044" fmla="*/ 132579 w 205514"/>
                <a:gd name="csY1044" fmla="*/ 292092 h 344804"/>
                <a:gd name="csX1045" fmla="*/ 131993 w 205514"/>
                <a:gd name="csY1045" fmla="*/ 291111 h 344804"/>
                <a:gd name="csX1046" fmla="*/ 131742 w 205514"/>
                <a:gd name="csY1046" fmla="*/ 289939 h 344804"/>
                <a:gd name="csX1047" fmla="*/ 131362 w 205514"/>
                <a:gd name="csY1047" fmla="*/ 289148 h 344804"/>
                <a:gd name="csX1048" fmla="*/ 130844 w 205514"/>
                <a:gd name="csY1048" fmla="*/ 288433 h 344804"/>
                <a:gd name="csX1049" fmla="*/ 129825 w 205514"/>
                <a:gd name="csY1049" fmla="*/ 290274 h 344804"/>
                <a:gd name="csX1050" fmla="*/ 128554 w 205514"/>
                <a:gd name="csY1050" fmla="*/ 291727 h 344804"/>
                <a:gd name="csX1051" fmla="*/ 127002 w 205514"/>
                <a:gd name="csY1051" fmla="*/ 292062 h 344804"/>
                <a:gd name="csX1052" fmla="*/ 125427 w 205514"/>
                <a:gd name="csY1052" fmla="*/ 292085 h 344804"/>
                <a:gd name="csX1053" fmla="*/ 124910 w 205514"/>
                <a:gd name="csY1053" fmla="*/ 291453 h 344804"/>
                <a:gd name="csX1054" fmla="*/ 124339 w 205514"/>
                <a:gd name="csY1054" fmla="*/ 287946 h 344804"/>
                <a:gd name="csX1055" fmla="*/ 122673 w 205514"/>
                <a:gd name="csY1055" fmla="*/ 286835 h 344804"/>
                <a:gd name="csX1056" fmla="*/ 120588 w 205514"/>
                <a:gd name="csY1056" fmla="*/ 287071 h 344804"/>
                <a:gd name="csX1057" fmla="*/ 118062 w 205514"/>
                <a:gd name="csY1057" fmla="*/ 289003 h 344804"/>
                <a:gd name="csX1058" fmla="*/ 117567 w 205514"/>
                <a:gd name="csY1058" fmla="*/ 289726 h 344804"/>
                <a:gd name="csX1059" fmla="*/ 117012 w 205514"/>
                <a:gd name="csY1059" fmla="*/ 291393 h 344804"/>
                <a:gd name="csX1060" fmla="*/ 114265 w 205514"/>
                <a:gd name="csY1060" fmla="*/ 296125 h 344804"/>
                <a:gd name="csX1061" fmla="*/ 112812 w 205514"/>
                <a:gd name="csY1061" fmla="*/ 299762 h 344804"/>
                <a:gd name="csX1062" fmla="*/ 111199 w 205514"/>
                <a:gd name="csY1062" fmla="*/ 303307 h 344804"/>
                <a:gd name="csX1063" fmla="*/ 110484 w 205514"/>
                <a:gd name="csY1063" fmla="*/ 304472 h 344804"/>
                <a:gd name="csX1064" fmla="*/ 109533 w 205514"/>
                <a:gd name="csY1064" fmla="*/ 305240 h 344804"/>
                <a:gd name="csX1065" fmla="*/ 108034 w 205514"/>
                <a:gd name="csY1065" fmla="*/ 304921 h 344804"/>
                <a:gd name="csX1066" fmla="*/ 106672 w 205514"/>
                <a:gd name="csY1066" fmla="*/ 304076 h 344804"/>
                <a:gd name="csX1067" fmla="*/ 105394 w 205514"/>
                <a:gd name="csY1067" fmla="*/ 301793 h 344804"/>
                <a:gd name="csX1068" fmla="*/ 105828 w 205514"/>
                <a:gd name="csY1068" fmla="*/ 299138 h 344804"/>
                <a:gd name="csX1069" fmla="*/ 107258 w 205514"/>
                <a:gd name="csY1069" fmla="*/ 297441 h 344804"/>
                <a:gd name="csX1070" fmla="*/ 108452 w 205514"/>
                <a:gd name="csY1070" fmla="*/ 295630 h 344804"/>
                <a:gd name="csX1071" fmla="*/ 109891 w 205514"/>
                <a:gd name="csY1071" fmla="*/ 289293 h 344804"/>
                <a:gd name="csX1072" fmla="*/ 110004 w 205514"/>
                <a:gd name="csY1072" fmla="*/ 287040 h 344804"/>
                <a:gd name="csX1073" fmla="*/ 110256 w 205514"/>
                <a:gd name="csY1073" fmla="*/ 286074 h 344804"/>
                <a:gd name="csX1074" fmla="*/ 112637 w 205514"/>
                <a:gd name="csY1074" fmla="*/ 283191 h 344804"/>
                <a:gd name="csX1075" fmla="*/ 114646 w 205514"/>
                <a:gd name="csY1075" fmla="*/ 281402 h 344804"/>
                <a:gd name="csX1076" fmla="*/ 115703 w 205514"/>
                <a:gd name="csY1076" fmla="*/ 281030 h 344804"/>
                <a:gd name="csX1077" fmla="*/ 120032 w 205514"/>
                <a:gd name="csY1077" fmla="*/ 280010 h 344804"/>
                <a:gd name="csX1078" fmla="*/ 121813 w 205514"/>
                <a:gd name="csY1078" fmla="*/ 279158 h 344804"/>
                <a:gd name="csX1079" fmla="*/ 124620 w 205514"/>
                <a:gd name="csY1079" fmla="*/ 279143 h 344804"/>
                <a:gd name="csX1080" fmla="*/ 126903 w 205514"/>
                <a:gd name="csY1080" fmla="*/ 278656 h 344804"/>
                <a:gd name="csX1081" fmla="*/ 128722 w 205514"/>
                <a:gd name="csY1081" fmla="*/ 277279 h 344804"/>
                <a:gd name="csX1082" fmla="*/ 128859 w 205514"/>
                <a:gd name="csY1082" fmla="*/ 275856 h 344804"/>
                <a:gd name="csX1083" fmla="*/ 128775 w 205514"/>
                <a:gd name="csY1083" fmla="*/ 274372 h 344804"/>
                <a:gd name="csX1084" fmla="*/ 129178 w 205514"/>
                <a:gd name="csY1084" fmla="*/ 273467 h 344804"/>
                <a:gd name="csX1085" fmla="*/ 129878 w 205514"/>
                <a:gd name="csY1085" fmla="*/ 272706 h 344804"/>
                <a:gd name="csX1086" fmla="*/ 130852 w 205514"/>
                <a:gd name="csY1086" fmla="*/ 271702 h 344804"/>
                <a:gd name="csX1087" fmla="*/ 131948 w 205514"/>
                <a:gd name="csY1087" fmla="*/ 270948 h 344804"/>
                <a:gd name="csX1088" fmla="*/ 135060 w 205514"/>
                <a:gd name="csY1088" fmla="*/ 270401 h 344804"/>
                <a:gd name="csX1089" fmla="*/ 136094 w 205514"/>
                <a:gd name="csY1089" fmla="*/ 269777 h 344804"/>
                <a:gd name="csX1090" fmla="*/ 136924 w 205514"/>
                <a:gd name="csY1090" fmla="*/ 268810 h 344804"/>
                <a:gd name="csX1091" fmla="*/ 138080 w 205514"/>
                <a:gd name="csY1091" fmla="*/ 266923 h 344804"/>
                <a:gd name="csX1092" fmla="*/ 139457 w 205514"/>
                <a:gd name="csY1092" fmla="*/ 267395 h 344804"/>
                <a:gd name="csX1093" fmla="*/ 140842 w 205514"/>
                <a:gd name="csY1093" fmla="*/ 268126 h 344804"/>
                <a:gd name="csX1094" fmla="*/ 143330 w 205514"/>
                <a:gd name="csY1094" fmla="*/ 268704 h 344804"/>
                <a:gd name="csX1095" fmla="*/ 145529 w 205514"/>
                <a:gd name="csY1095" fmla="*/ 270271 h 344804"/>
                <a:gd name="csX1096" fmla="*/ 146944 w 205514"/>
                <a:gd name="csY1096" fmla="*/ 272736 h 344804"/>
                <a:gd name="csX1097" fmla="*/ 147180 w 205514"/>
                <a:gd name="csY1097" fmla="*/ 273954 h 344804"/>
                <a:gd name="csX1098" fmla="*/ 147545 w 205514"/>
                <a:gd name="csY1098" fmla="*/ 277963 h 344804"/>
                <a:gd name="csX1099" fmla="*/ 147035 w 205514"/>
                <a:gd name="csY1099" fmla="*/ 278899 h 344804"/>
                <a:gd name="csX1100" fmla="*/ 144890 w 205514"/>
                <a:gd name="csY1100" fmla="*/ 280763 h 344804"/>
                <a:gd name="csX1101" fmla="*/ 145879 w 205514"/>
                <a:gd name="csY1101" fmla="*/ 280961 h 344804"/>
                <a:gd name="csX1102" fmla="*/ 148694 w 205514"/>
                <a:gd name="csY1102" fmla="*/ 279264 h 344804"/>
                <a:gd name="csX1103" fmla="*/ 150102 w 205514"/>
                <a:gd name="csY1103" fmla="*/ 278610 h 344804"/>
                <a:gd name="csX1104" fmla="*/ 153571 w 205514"/>
                <a:gd name="csY1104" fmla="*/ 277697 h 344804"/>
                <a:gd name="csX1105" fmla="*/ 154385 w 205514"/>
                <a:gd name="csY1105" fmla="*/ 277096 h 344804"/>
                <a:gd name="csX1106" fmla="*/ 154987 w 205514"/>
                <a:gd name="csY1106" fmla="*/ 276198 h 344804"/>
                <a:gd name="csX1107" fmla="*/ 156211 w 205514"/>
                <a:gd name="csY1107" fmla="*/ 273741 h 344804"/>
                <a:gd name="csX1108" fmla="*/ 157101 w 205514"/>
                <a:gd name="csY1108" fmla="*/ 271116 h 344804"/>
                <a:gd name="csX1109" fmla="*/ 157809 w 205514"/>
                <a:gd name="csY1109" fmla="*/ 270020 h 344804"/>
                <a:gd name="csX1110" fmla="*/ 158806 w 205514"/>
                <a:gd name="csY1110" fmla="*/ 269153 h 344804"/>
                <a:gd name="csX1111" fmla="*/ 159803 w 205514"/>
                <a:gd name="csY1111" fmla="*/ 269008 h 344804"/>
                <a:gd name="csX1112" fmla="*/ 163447 w 205514"/>
                <a:gd name="csY1112" fmla="*/ 270804 h 344804"/>
                <a:gd name="csX1113" fmla="*/ 165783 w 205514"/>
                <a:gd name="csY1113" fmla="*/ 269936 h 344804"/>
                <a:gd name="csX1114" fmla="*/ 166437 w 205514"/>
                <a:gd name="csY1114" fmla="*/ 267213 h 344804"/>
                <a:gd name="csX1115" fmla="*/ 166970 w 205514"/>
                <a:gd name="csY1115" fmla="*/ 263256 h 344804"/>
                <a:gd name="csX1116" fmla="*/ 167389 w 205514"/>
                <a:gd name="csY1116" fmla="*/ 262183 h 344804"/>
                <a:gd name="csX1117" fmla="*/ 168727 w 205514"/>
                <a:gd name="csY1117" fmla="*/ 261149 h 344804"/>
                <a:gd name="csX1118" fmla="*/ 170325 w 205514"/>
                <a:gd name="csY1118" fmla="*/ 261483 h 344804"/>
                <a:gd name="csX1119" fmla="*/ 172516 w 205514"/>
                <a:gd name="csY1119" fmla="*/ 262906 h 344804"/>
                <a:gd name="csX1120" fmla="*/ 174540 w 205514"/>
                <a:gd name="csY1120" fmla="*/ 263378 h 344804"/>
                <a:gd name="csX1121" fmla="*/ 175293 w 205514"/>
                <a:gd name="csY1121" fmla="*/ 262237 h 344804"/>
                <a:gd name="csX1122" fmla="*/ 176009 w 205514"/>
                <a:gd name="csY1122" fmla="*/ 259984 h 344804"/>
                <a:gd name="csX1123" fmla="*/ 176823 w 205514"/>
                <a:gd name="csY1123" fmla="*/ 259992 h 344804"/>
                <a:gd name="csX1124" fmla="*/ 179547 w 205514"/>
                <a:gd name="csY1124" fmla="*/ 260738 h 344804"/>
                <a:gd name="csX1125" fmla="*/ 182179 w 205514"/>
                <a:gd name="csY1125" fmla="*/ 260243 h 344804"/>
                <a:gd name="csX1126" fmla="*/ 182925 w 205514"/>
                <a:gd name="csY1126" fmla="*/ 257534 h 344804"/>
                <a:gd name="csX1127" fmla="*/ 182431 w 205514"/>
                <a:gd name="csY1127" fmla="*/ 254635 h 344804"/>
                <a:gd name="csX1128" fmla="*/ 180369 w 205514"/>
                <a:gd name="csY1128" fmla="*/ 246175 h 344804"/>
                <a:gd name="csX1129" fmla="*/ 181593 w 205514"/>
                <a:gd name="csY1129" fmla="*/ 244288 h 344804"/>
                <a:gd name="csX1130" fmla="*/ 182659 w 205514"/>
                <a:gd name="csY1130" fmla="*/ 244235 h 344804"/>
                <a:gd name="csX1131" fmla="*/ 185253 w 205514"/>
                <a:gd name="csY1131" fmla="*/ 246487 h 344804"/>
                <a:gd name="csX1132" fmla="*/ 190252 w 205514"/>
                <a:gd name="csY1132" fmla="*/ 249530 h 344804"/>
                <a:gd name="csX1133" fmla="*/ 191919 w 205514"/>
                <a:gd name="csY1133" fmla="*/ 251387 h 344804"/>
                <a:gd name="csX1134" fmla="*/ 192969 w 205514"/>
                <a:gd name="csY1134" fmla="*/ 253669 h 344804"/>
                <a:gd name="csX1135" fmla="*/ 192207 w 205514"/>
                <a:gd name="csY1135" fmla="*/ 247811 h 344804"/>
                <a:gd name="csX1136" fmla="*/ 191820 w 205514"/>
                <a:gd name="csY1136" fmla="*/ 248359 h 344804"/>
                <a:gd name="csX1137" fmla="*/ 191173 w 205514"/>
                <a:gd name="csY1137" fmla="*/ 247210 h 344804"/>
                <a:gd name="csX1138" fmla="*/ 191736 w 205514"/>
                <a:gd name="csY1138" fmla="*/ 244676 h 344804"/>
                <a:gd name="csX1139" fmla="*/ 192147 w 205514"/>
                <a:gd name="csY1139" fmla="*/ 244250 h 344804"/>
                <a:gd name="csX1140" fmla="*/ 192679 w 205514"/>
                <a:gd name="csY1140" fmla="*/ 245855 h 344804"/>
                <a:gd name="csX1141" fmla="*/ 192207 w 205514"/>
                <a:gd name="csY1141" fmla="*/ 247811 h 344804"/>
                <a:gd name="csX1142" fmla="*/ 143673 w 205514"/>
                <a:gd name="csY1142" fmla="*/ 255473 h 344804"/>
                <a:gd name="csX1143" fmla="*/ 143855 w 205514"/>
                <a:gd name="csY1143" fmla="*/ 257702 h 344804"/>
                <a:gd name="csX1144" fmla="*/ 141892 w 205514"/>
                <a:gd name="csY1144" fmla="*/ 258349 h 344804"/>
                <a:gd name="csX1145" fmla="*/ 140317 w 205514"/>
                <a:gd name="csY1145" fmla="*/ 257778 h 344804"/>
                <a:gd name="csX1146" fmla="*/ 139305 w 205514"/>
                <a:gd name="csY1146" fmla="*/ 256439 h 344804"/>
                <a:gd name="csX1147" fmla="*/ 139313 w 205514"/>
                <a:gd name="csY1147" fmla="*/ 255937 h 344804"/>
                <a:gd name="csX1148" fmla="*/ 140195 w 205514"/>
                <a:gd name="csY1148" fmla="*/ 255975 h 344804"/>
                <a:gd name="csX1149" fmla="*/ 142135 w 205514"/>
                <a:gd name="csY1149" fmla="*/ 254803 h 344804"/>
                <a:gd name="csX1150" fmla="*/ 142752 w 205514"/>
                <a:gd name="csY1150" fmla="*/ 254575 h 344804"/>
                <a:gd name="csX1151" fmla="*/ 143673 w 205514"/>
                <a:gd name="csY1151" fmla="*/ 255473 h 344804"/>
                <a:gd name="csX1152" fmla="*/ 167358 w 205514"/>
                <a:gd name="csY1152" fmla="*/ 257504 h 344804"/>
                <a:gd name="csX1153" fmla="*/ 166749 w 205514"/>
                <a:gd name="csY1153" fmla="*/ 258782 h 344804"/>
                <a:gd name="csX1154" fmla="*/ 164352 w 205514"/>
                <a:gd name="csY1154" fmla="*/ 257725 h 344804"/>
                <a:gd name="csX1155" fmla="*/ 163782 w 205514"/>
                <a:gd name="csY1155" fmla="*/ 256804 h 344804"/>
                <a:gd name="csX1156" fmla="*/ 164086 w 205514"/>
                <a:gd name="csY1156" fmla="*/ 255716 h 344804"/>
                <a:gd name="csX1157" fmla="*/ 165258 w 205514"/>
                <a:gd name="csY1157" fmla="*/ 255343 h 344804"/>
                <a:gd name="csX1158" fmla="*/ 165867 w 205514"/>
                <a:gd name="csY1158" fmla="*/ 255343 h 344804"/>
                <a:gd name="csX1159" fmla="*/ 167008 w 205514"/>
                <a:gd name="csY1159" fmla="*/ 256484 h 344804"/>
                <a:gd name="csX1160" fmla="*/ 167358 w 205514"/>
                <a:gd name="csY1160" fmla="*/ 257504 h 344804"/>
                <a:gd name="csX1161" fmla="*/ 8248 w 205514"/>
                <a:gd name="csY1161" fmla="*/ 277416 h 344804"/>
                <a:gd name="csX1162" fmla="*/ 6794 w 205514"/>
                <a:gd name="csY1162" fmla="*/ 277918 h 344804"/>
                <a:gd name="csX1163" fmla="*/ 6475 w 205514"/>
                <a:gd name="csY1163" fmla="*/ 276579 h 344804"/>
                <a:gd name="csX1164" fmla="*/ 6657 w 205514"/>
                <a:gd name="csY1164" fmla="*/ 275262 h 344804"/>
                <a:gd name="csX1165" fmla="*/ 7700 w 205514"/>
                <a:gd name="csY1165" fmla="*/ 275407 h 344804"/>
                <a:gd name="csX1166" fmla="*/ 8209 w 205514"/>
                <a:gd name="csY1166" fmla="*/ 275818 h 344804"/>
                <a:gd name="csX1167" fmla="*/ 8248 w 205514"/>
                <a:gd name="csY1167" fmla="*/ 277416 h 344804"/>
                <a:gd name="csX1168" fmla="*/ 2366 w 205514"/>
                <a:gd name="csY1168" fmla="*/ 284514 h 344804"/>
                <a:gd name="csX1169" fmla="*/ 1255 w 205514"/>
                <a:gd name="csY1169" fmla="*/ 286143 h 344804"/>
                <a:gd name="csX1170" fmla="*/ 0 w 205514"/>
                <a:gd name="csY1170" fmla="*/ 284271 h 344804"/>
                <a:gd name="csX1171" fmla="*/ 137 w 205514"/>
                <a:gd name="csY1171" fmla="*/ 281661 h 344804"/>
                <a:gd name="csX1172" fmla="*/ 525 w 205514"/>
                <a:gd name="csY1172" fmla="*/ 280938 h 344804"/>
                <a:gd name="csX1173" fmla="*/ 2297 w 205514"/>
                <a:gd name="csY1173" fmla="*/ 280543 h 344804"/>
                <a:gd name="csX1174" fmla="*/ 2366 w 205514"/>
                <a:gd name="csY1174" fmla="*/ 284514 h 344804"/>
                <a:gd name="csX1175" fmla="*/ 127436 w 205514"/>
                <a:gd name="csY1175" fmla="*/ 294672 h 344804"/>
                <a:gd name="csX1176" fmla="*/ 127672 w 205514"/>
                <a:gd name="csY1176" fmla="*/ 295166 h 344804"/>
                <a:gd name="csX1177" fmla="*/ 127573 w 205514"/>
                <a:gd name="csY1177" fmla="*/ 295699 h 344804"/>
                <a:gd name="csX1178" fmla="*/ 125351 w 205514"/>
                <a:gd name="csY1178" fmla="*/ 296688 h 344804"/>
                <a:gd name="csX1179" fmla="*/ 124605 w 205514"/>
                <a:gd name="csY1179" fmla="*/ 296658 h 344804"/>
                <a:gd name="csX1180" fmla="*/ 124430 w 205514"/>
                <a:gd name="csY1180" fmla="*/ 295007 h 344804"/>
                <a:gd name="csX1181" fmla="*/ 124978 w 205514"/>
                <a:gd name="csY1181" fmla="*/ 294253 h 344804"/>
                <a:gd name="csX1182" fmla="*/ 126028 w 205514"/>
                <a:gd name="csY1182" fmla="*/ 294923 h 344804"/>
                <a:gd name="csX1183" fmla="*/ 126956 w 205514"/>
                <a:gd name="csY1183" fmla="*/ 294147 h 344804"/>
                <a:gd name="csX1184" fmla="*/ 127436 w 205514"/>
                <a:gd name="csY1184" fmla="*/ 294672 h 344804"/>
                <a:gd name="csX1185" fmla="*/ 188243 w 205514"/>
                <a:gd name="csY1185" fmla="*/ 304213 h 344804"/>
                <a:gd name="csX1186" fmla="*/ 187909 w 205514"/>
                <a:gd name="csY1186" fmla="*/ 305430 h 344804"/>
                <a:gd name="csX1187" fmla="*/ 186592 w 205514"/>
                <a:gd name="csY1187" fmla="*/ 302562 h 344804"/>
                <a:gd name="csX1188" fmla="*/ 186075 w 205514"/>
                <a:gd name="csY1188" fmla="*/ 301854 h 344804"/>
                <a:gd name="csX1189" fmla="*/ 186744 w 205514"/>
                <a:gd name="csY1189" fmla="*/ 299458 h 344804"/>
                <a:gd name="csX1190" fmla="*/ 188213 w 205514"/>
                <a:gd name="csY1190" fmla="*/ 300629 h 344804"/>
                <a:gd name="csX1191" fmla="*/ 188243 w 205514"/>
                <a:gd name="csY1191" fmla="*/ 304213 h 344804"/>
                <a:gd name="csX1192" fmla="*/ 109411 w 205514"/>
                <a:gd name="csY1192" fmla="*/ 315626 h 344804"/>
                <a:gd name="csX1193" fmla="*/ 107250 w 205514"/>
                <a:gd name="csY1193" fmla="*/ 315923 h 344804"/>
                <a:gd name="csX1194" fmla="*/ 106558 w 205514"/>
                <a:gd name="csY1194" fmla="*/ 315900 h 344804"/>
                <a:gd name="csX1195" fmla="*/ 104861 w 205514"/>
                <a:gd name="csY1195" fmla="*/ 313724 h 344804"/>
                <a:gd name="csX1196" fmla="*/ 104701 w 205514"/>
                <a:gd name="csY1196" fmla="*/ 312765 h 344804"/>
                <a:gd name="csX1197" fmla="*/ 103339 w 205514"/>
                <a:gd name="csY1197" fmla="*/ 311677 h 344804"/>
                <a:gd name="csX1198" fmla="*/ 103834 w 205514"/>
                <a:gd name="csY1198" fmla="*/ 310597 h 344804"/>
                <a:gd name="csX1199" fmla="*/ 105599 w 205514"/>
                <a:gd name="csY1199" fmla="*/ 310338 h 344804"/>
                <a:gd name="csX1200" fmla="*/ 108658 w 205514"/>
                <a:gd name="csY1200" fmla="*/ 308961 h 344804"/>
                <a:gd name="csX1201" fmla="*/ 113565 w 205514"/>
                <a:gd name="csY1201" fmla="*/ 311137 h 344804"/>
                <a:gd name="csX1202" fmla="*/ 114326 w 205514"/>
                <a:gd name="csY1202" fmla="*/ 311920 h 344804"/>
                <a:gd name="csX1203" fmla="*/ 112797 w 205514"/>
                <a:gd name="csY1203" fmla="*/ 312400 h 344804"/>
                <a:gd name="csX1204" fmla="*/ 111709 w 205514"/>
                <a:gd name="csY1204" fmla="*/ 314462 h 344804"/>
                <a:gd name="csX1205" fmla="*/ 109411 w 205514"/>
                <a:gd name="csY1205" fmla="*/ 315626 h 344804"/>
                <a:gd name="csX1206" fmla="*/ 89469 w 205514"/>
                <a:gd name="csY1206" fmla="*/ 323151 h 344804"/>
                <a:gd name="csX1207" fmla="*/ 90633 w 205514"/>
                <a:gd name="csY1207" fmla="*/ 324687 h 344804"/>
                <a:gd name="csX1208" fmla="*/ 92094 w 205514"/>
                <a:gd name="csY1208" fmla="*/ 324284 h 344804"/>
                <a:gd name="csX1209" fmla="*/ 94422 w 205514"/>
                <a:gd name="csY1209" fmla="*/ 324718 h 344804"/>
                <a:gd name="csX1210" fmla="*/ 94917 w 205514"/>
                <a:gd name="csY1210" fmla="*/ 325517 h 344804"/>
                <a:gd name="csX1211" fmla="*/ 94841 w 205514"/>
                <a:gd name="csY1211" fmla="*/ 326042 h 344804"/>
                <a:gd name="csX1212" fmla="*/ 92353 w 205514"/>
                <a:gd name="csY1212" fmla="*/ 327526 h 344804"/>
                <a:gd name="csX1213" fmla="*/ 90717 w 205514"/>
                <a:gd name="csY1213" fmla="*/ 325973 h 344804"/>
                <a:gd name="csX1214" fmla="*/ 87833 w 205514"/>
                <a:gd name="csY1214" fmla="*/ 327031 h 344804"/>
                <a:gd name="csX1215" fmla="*/ 86456 w 205514"/>
                <a:gd name="csY1215" fmla="*/ 326392 h 344804"/>
                <a:gd name="csX1216" fmla="*/ 84577 w 205514"/>
                <a:gd name="csY1216" fmla="*/ 326963 h 344804"/>
                <a:gd name="csX1217" fmla="*/ 83420 w 205514"/>
                <a:gd name="csY1217" fmla="*/ 325760 h 344804"/>
                <a:gd name="csX1218" fmla="*/ 83892 w 205514"/>
                <a:gd name="csY1218" fmla="*/ 324604 h 344804"/>
                <a:gd name="csX1219" fmla="*/ 86874 w 205514"/>
                <a:gd name="csY1219" fmla="*/ 322702 h 344804"/>
                <a:gd name="csX1220" fmla="*/ 89469 w 205514"/>
                <a:gd name="csY1220" fmla="*/ 323151 h 344804"/>
                <a:gd name="csX1221" fmla="*/ 70067 w 205514"/>
                <a:gd name="csY1221" fmla="*/ 340612 h 344804"/>
                <a:gd name="csX1222" fmla="*/ 69489 w 205514"/>
                <a:gd name="csY1222" fmla="*/ 341898 h 344804"/>
                <a:gd name="csX1223" fmla="*/ 68811 w 205514"/>
                <a:gd name="csY1223" fmla="*/ 342499 h 344804"/>
                <a:gd name="csX1224" fmla="*/ 67929 w 205514"/>
                <a:gd name="csY1224" fmla="*/ 342164 h 344804"/>
                <a:gd name="csX1225" fmla="*/ 67252 w 205514"/>
                <a:gd name="csY1225" fmla="*/ 341503 h 344804"/>
                <a:gd name="csX1226" fmla="*/ 66871 w 205514"/>
                <a:gd name="csY1226" fmla="*/ 342491 h 344804"/>
                <a:gd name="csX1227" fmla="*/ 65007 w 205514"/>
                <a:gd name="csY1227" fmla="*/ 342872 h 344804"/>
                <a:gd name="csX1228" fmla="*/ 63828 w 205514"/>
                <a:gd name="csY1228" fmla="*/ 344394 h 344804"/>
                <a:gd name="csX1229" fmla="*/ 62108 w 205514"/>
                <a:gd name="csY1229" fmla="*/ 344805 h 344804"/>
                <a:gd name="csX1230" fmla="*/ 60906 w 205514"/>
                <a:gd name="csY1230" fmla="*/ 344607 h 344804"/>
                <a:gd name="csX1231" fmla="*/ 61036 w 205514"/>
                <a:gd name="csY1231" fmla="*/ 343252 h 344804"/>
                <a:gd name="csX1232" fmla="*/ 64361 w 205514"/>
                <a:gd name="csY1232" fmla="*/ 341221 h 344804"/>
                <a:gd name="csX1233" fmla="*/ 66430 w 205514"/>
                <a:gd name="csY1233" fmla="*/ 340468 h 344804"/>
                <a:gd name="csX1234" fmla="*/ 68249 w 205514"/>
                <a:gd name="csY1234" fmla="*/ 338999 h 344804"/>
                <a:gd name="csX1235" fmla="*/ 69162 w 205514"/>
                <a:gd name="csY1235" fmla="*/ 338840 h 344804"/>
                <a:gd name="csX1236" fmla="*/ 69626 w 205514"/>
                <a:gd name="csY1236" fmla="*/ 340034 h 344804"/>
                <a:gd name="csX1237" fmla="*/ 70067 w 205514"/>
                <a:gd name="csY1237" fmla="*/ 340612 h 3448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Lst>
              <a:rect l="l" t="t" r="r" b="b"/>
              <a:pathLst>
                <a:path w="205514" h="344804">
                  <a:moveTo>
                    <a:pt x="104823" y="1347"/>
                  </a:moveTo>
                  <a:lnTo>
                    <a:pt x="103788" y="3195"/>
                  </a:lnTo>
                  <a:lnTo>
                    <a:pt x="102959" y="3180"/>
                  </a:lnTo>
                  <a:lnTo>
                    <a:pt x="103081" y="2145"/>
                  </a:lnTo>
                  <a:lnTo>
                    <a:pt x="104184" y="0"/>
                  </a:lnTo>
                  <a:lnTo>
                    <a:pt x="104595" y="46"/>
                  </a:lnTo>
                  <a:lnTo>
                    <a:pt x="104823" y="1347"/>
                  </a:lnTo>
                  <a:close/>
                  <a:moveTo>
                    <a:pt x="106573" y="10781"/>
                  </a:moveTo>
                  <a:lnTo>
                    <a:pt x="106177" y="11055"/>
                  </a:lnTo>
                  <a:lnTo>
                    <a:pt x="105592" y="10926"/>
                  </a:lnTo>
                  <a:lnTo>
                    <a:pt x="106170" y="8788"/>
                  </a:lnTo>
                  <a:lnTo>
                    <a:pt x="107243" y="8202"/>
                  </a:lnTo>
                  <a:lnTo>
                    <a:pt x="108095" y="8430"/>
                  </a:lnTo>
                  <a:lnTo>
                    <a:pt x="106573" y="10781"/>
                  </a:lnTo>
                  <a:close/>
                  <a:moveTo>
                    <a:pt x="97192" y="33440"/>
                  </a:moveTo>
                  <a:lnTo>
                    <a:pt x="97412" y="35479"/>
                  </a:lnTo>
                  <a:lnTo>
                    <a:pt x="96149" y="35433"/>
                  </a:lnTo>
                  <a:lnTo>
                    <a:pt x="94247" y="34193"/>
                  </a:lnTo>
                  <a:lnTo>
                    <a:pt x="94072" y="33561"/>
                  </a:lnTo>
                  <a:lnTo>
                    <a:pt x="94103" y="33036"/>
                  </a:lnTo>
                  <a:lnTo>
                    <a:pt x="94437" y="32587"/>
                  </a:lnTo>
                  <a:lnTo>
                    <a:pt x="97192" y="33440"/>
                  </a:lnTo>
                  <a:close/>
                  <a:moveTo>
                    <a:pt x="91455" y="39717"/>
                  </a:moveTo>
                  <a:lnTo>
                    <a:pt x="91333" y="41231"/>
                  </a:lnTo>
                  <a:lnTo>
                    <a:pt x="90253" y="40432"/>
                  </a:lnTo>
                  <a:lnTo>
                    <a:pt x="90017" y="39298"/>
                  </a:lnTo>
                  <a:lnTo>
                    <a:pt x="90123" y="38454"/>
                  </a:lnTo>
                  <a:lnTo>
                    <a:pt x="90618" y="37449"/>
                  </a:lnTo>
                  <a:lnTo>
                    <a:pt x="91295" y="38362"/>
                  </a:lnTo>
                  <a:lnTo>
                    <a:pt x="91455" y="39717"/>
                  </a:lnTo>
                  <a:close/>
                  <a:moveTo>
                    <a:pt x="105751" y="43932"/>
                  </a:moveTo>
                  <a:lnTo>
                    <a:pt x="104397" y="45545"/>
                  </a:lnTo>
                  <a:lnTo>
                    <a:pt x="103690" y="45096"/>
                  </a:lnTo>
                  <a:lnTo>
                    <a:pt x="104450" y="43528"/>
                  </a:lnTo>
                  <a:lnTo>
                    <a:pt x="104427" y="42981"/>
                  </a:lnTo>
                  <a:lnTo>
                    <a:pt x="105051" y="41756"/>
                  </a:lnTo>
                  <a:lnTo>
                    <a:pt x="106208" y="41330"/>
                  </a:lnTo>
                  <a:lnTo>
                    <a:pt x="107159" y="42539"/>
                  </a:lnTo>
                  <a:lnTo>
                    <a:pt x="105751" y="43932"/>
                  </a:lnTo>
                  <a:close/>
                  <a:moveTo>
                    <a:pt x="88236" y="50194"/>
                  </a:moveTo>
                  <a:lnTo>
                    <a:pt x="91508" y="51358"/>
                  </a:lnTo>
                  <a:lnTo>
                    <a:pt x="98736" y="55542"/>
                  </a:lnTo>
                  <a:lnTo>
                    <a:pt x="101376" y="56577"/>
                  </a:lnTo>
                  <a:lnTo>
                    <a:pt x="104131" y="57353"/>
                  </a:lnTo>
                  <a:lnTo>
                    <a:pt x="106299" y="57582"/>
                  </a:lnTo>
                  <a:lnTo>
                    <a:pt x="108247" y="56623"/>
                  </a:lnTo>
                  <a:lnTo>
                    <a:pt x="109061" y="55649"/>
                  </a:lnTo>
                  <a:lnTo>
                    <a:pt x="110552" y="53077"/>
                  </a:lnTo>
                  <a:lnTo>
                    <a:pt x="112142" y="52758"/>
                  </a:lnTo>
                  <a:lnTo>
                    <a:pt x="113086" y="53693"/>
                  </a:lnTo>
                  <a:lnTo>
                    <a:pt x="113824" y="54949"/>
                  </a:lnTo>
                  <a:lnTo>
                    <a:pt x="114151" y="56790"/>
                  </a:lnTo>
                  <a:lnTo>
                    <a:pt x="113695" y="58715"/>
                  </a:lnTo>
                  <a:lnTo>
                    <a:pt x="112180" y="60442"/>
                  </a:lnTo>
                  <a:lnTo>
                    <a:pt x="111252" y="62512"/>
                  </a:lnTo>
                  <a:lnTo>
                    <a:pt x="110644" y="69375"/>
                  </a:lnTo>
                  <a:lnTo>
                    <a:pt x="110674" y="71429"/>
                  </a:lnTo>
                  <a:lnTo>
                    <a:pt x="111161" y="73407"/>
                  </a:lnTo>
                  <a:lnTo>
                    <a:pt x="112477" y="76542"/>
                  </a:lnTo>
                  <a:lnTo>
                    <a:pt x="113162" y="77425"/>
                  </a:lnTo>
                  <a:lnTo>
                    <a:pt x="115155" y="78543"/>
                  </a:lnTo>
                  <a:lnTo>
                    <a:pt x="115696" y="79388"/>
                  </a:lnTo>
                  <a:lnTo>
                    <a:pt x="115810" y="80909"/>
                  </a:lnTo>
                  <a:lnTo>
                    <a:pt x="116122" y="82249"/>
                  </a:lnTo>
                  <a:lnTo>
                    <a:pt x="117415" y="82758"/>
                  </a:lnTo>
                  <a:lnTo>
                    <a:pt x="118511" y="83428"/>
                  </a:lnTo>
                  <a:lnTo>
                    <a:pt x="118100" y="84912"/>
                  </a:lnTo>
                  <a:lnTo>
                    <a:pt x="117415" y="86418"/>
                  </a:lnTo>
                  <a:lnTo>
                    <a:pt x="116517" y="90131"/>
                  </a:lnTo>
                  <a:lnTo>
                    <a:pt x="112241" y="98713"/>
                  </a:lnTo>
                  <a:lnTo>
                    <a:pt x="111998" y="100562"/>
                  </a:lnTo>
                  <a:lnTo>
                    <a:pt x="110309" y="104245"/>
                  </a:lnTo>
                  <a:lnTo>
                    <a:pt x="106878" y="104838"/>
                  </a:lnTo>
                  <a:lnTo>
                    <a:pt x="102913" y="106619"/>
                  </a:lnTo>
                  <a:lnTo>
                    <a:pt x="100707" y="108003"/>
                  </a:lnTo>
                  <a:lnTo>
                    <a:pt x="98782" y="109799"/>
                  </a:lnTo>
                  <a:lnTo>
                    <a:pt x="98051" y="112150"/>
                  </a:lnTo>
                  <a:lnTo>
                    <a:pt x="98675" y="113223"/>
                  </a:lnTo>
                  <a:lnTo>
                    <a:pt x="99079" y="114372"/>
                  </a:lnTo>
                  <a:lnTo>
                    <a:pt x="99033" y="115612"/>
                  </a:lnTo>
                  <a:lnTo>
                    <a:pt x="98440" y="116639"/>
                  </a:lnTo>
                  <a:lnTo>
                    <a:pt x="96530" y="119142"/>
                  </a:lnTo>
                  <a:lnTo>
                    <a:pt x="95723" y="121189"/>
                  </a:lnTo>
                  <a:lnTo>
                    <a:pt x="94871" y="122110"/>
                  </a:lnTo>
                  <a:lnTo>
                    <a:pt x="94452" y="123220"/>
                  </a:lnTo>
                  <a:lnTo>
                    <a:pt x="94597" y="124491"/>
                  </a:lnTo>
                  <a:lnTo>
                    <a:pt x="95366" y="125602"/>
                  </a:lnTo>
                  <a:lnTo>
                    <a:pt x="97694" y="130372"/>
                  </a:lnTo>
                  <a:lnTo>
                    <a:pt x="100189" y="134976"/>
                  </a:lnTo>
                  <a:lnTo>
                    <a:pt x="100722" y="135508"/>
                  </a:lnTo>
                  <a:lnTo>
                    <a:pt x="100927" y="136125"/>
                  </a:lnTo>
                  <a:lnTo>
                    <a:pt x="99459" y="137342"/>
                  </a:lnTo>
                  <a:lnTo>
                    <a:pt x="99490" y="139549"/>
                  </a:lnTo>
                  <a:lnTo>
                    <a:pt x="99931" y="141740"/>
                  </a:lnTo>
                  <a:lnTo>
                    <a:pt x="102137" y="147157"/>
                  </a:lnTo>
                  <a:lnTo>
                    <a:pt x="102449" y="148603"/>
                  </a:lnTo>
                  <a:lnTo>
                    <a:pt x="103180" y="149790"/>
                  </a:lnTo>
                  <a:lnTo>
                    <a:pt x="104306" y="150900"/>
                  </a:lnTo>
                  <a:lnTo>
                    <a:pt x="105546" y="151836"/>
                  </a:lnTo>
                  <a:lnTo>
                    <a:pt x="109137" y="153434"/>
                  </a:lnTo>
                  <a:lnTo>
                    <a:pt x="110522" y="153754"/>
                  </a:lnTo>
                  <a:lnTo>
                    <a:pt x="111960" y="153807"/>
                  </a:lnTo>
                  <a:lnTo>
                    <a:pt x="112317" y="152727"/>
                  </a:lnTo>
                  <a:lnTo>
                    <a:pt x="113573" y="152361"/>
                  </a:lnTo>
                  <a:lnTo>
                    <a:pt x="113299" y="151304"/>
                  </a:lnTo>
                  <a:lnTo>
                    <a:pt x="111762" y="149835"/>
                  </a:lnTo>
                  <a:lnTo>
                    <a:pt x="111701" y="149044"/>
                  </a:lnTo>
                  <a:lnTo>
                    <a:pt x="112508" y="148450"/>
                  </a:lnTo>
                  <a:lnTo>
                    <a:pt x="113466" y="148108"/>
                  </a:lnTo>
                  <a:lnTo>
                    <a:pt x="115627" y="146510"/>
                  </a:lnTo>
                  <a:lnTo>
                    <a:pt x="117917" y="145232"/>
                  </a:lnTo>
                  <a:lnTo>
                    <a:pt x="120832" y="145339"/>
                  </a:lnTo>
                  <a:lnTo>
                    <a:pt x="123685" y="146054"/>
                  </a:lnTo>
                  <a:lnTo>
                    <a:pt x="125716" y="146799"/>
                  </a:lnTo>
                  <a:lnTo>
                    <a:pt x="127390" y="148169"/>
                  </a:lnTo>
                  <a:lnTo>
                    <a:pt x="129110" y="150543"/>
                  </a:lnTo>
                  <a:lnTo>
                    <a:pt x="130312" y="153168"/>
                  </a:lnTo>
                  <a:lnTo>
                    <a:pt x="130304" y="154416"/>
                  </a:lnTo>
                  <a:lnTo>
                    <a:pt x="130015" y="155671"/>
                  </a:lnTo>
                  <a:lnTo>
                    <a:pt x="130076" y="156911"/>
                  </a:lnTo>
                  <a:lnTo>
                    <a:pt x="130974" y="157756"/>
                  </a:lnTo>
                  <a:lnTo>
                    <a:pt x="133736" y="157817"/>
                  </a:lnTo>
                  <a:lnTo>
                    <a:pt x="135143" y="155869"/>
                  </a:lnTo>
                  <a:lnTo>
                    <a:pt x="135318" y="153678"/>
                  </a:lnTo>
                  <a:lnTo>
                    <a:pt x="134329" y="152833"/>
                  </a:lnTo>
                  <a:lnTo>
                    <a:pt x="134786" y="151753"/>
                  </a:lnTo>
                  <a:lnTo>
                    <a:pt x="135630" y="150946"/>
                  </a:lnTo>
                  <a:lnTo>
                    <a:pt x="136855" y="151669"/>
                  </a:lnTo>
                  <a:lnTo>
                    <a:pt x="138019" y="153031"/>
                  </a:lnTo>
                  <a:lnTo>
                    <a:pt x="142303" y="154514"/>
                  </a:lnTo>
                  <a:lnTo>
                    <a:pt x="143399" y="154545"/>
                  </a:lnTo>
                  <a:lnTo>
                    <a:pt x="144289" y="154827"/>
                  </a:lnTo>
                  <a:lnTo>
                    <a:pt x="146206" y="155854"/>
                  </a:lnTo>
                  <a:lnTo>
                    <a:pt x="147104" y="156675"/>
                  </a:lnTo>
                  <a:lnTo>
                    <a:pt x="146001" y="158380"/>
                  </a:lnTo>
                  <a:lnTo>
                    <a:pt x="141747" y="158760"/>
                  </a:lnTo>
                  <a:lnTo>
                    <a:pt x="140515" y="160038"/>
                  </a:lnTo>
                  <a:lnTo>
                    <a:pt x="141770" y="162603"/>
                  </a:lnTo>
                  <a:lnTo>
                    <a:pt x="143809" y="164710"/>
                  </a:lnTo>
                  <a:lnTo>
                    <a:pt x="145118" y="166414"/>
                  </a:lnTo>
                  <a:lnTo>
                    <a:pt x="146275" y="168248"/>
                  </a:lnTo>
                  <a:lnTo>
                    <a:pt x="146221" y="169945"/>
                  </a:lnTo>
                  <a:lnTo>
                    <a:pt x="145544" y="171710"/>
                  </a:lnTo>
                  <a:lnTo>
                    <a:pt x="147416" y="171573"/>
                  </a:lnTo>
                  <a:lnTo>
                    <a:pt x="149173" y="171946"/>
                  </a:lnTo>
                  <a:lnTo>
                    <a:pt x="151608" y="173422"/>
                  </a:lnTo>
                  <a:lnTo>
                    <a:pt x="152369" y="173574"/>
                  </a:lnTo>
                  <a:lnTo>
                    <a:pt x="153175" y="173338"/>
                  </a:lnTo>
                  <a:lnTo>
                    <a:pt x="153061" y="178664"/>
                  </a:lnTo>
                  <a:lnTo>
                    <a:pt x="151403" y="183541"/>
                  </a:lnTo>
                  <a:lnTo>
                    <a:pt x="149310" y="182933"/>
                  </a:lnTo>
                  <a:lnTo>
                    <a:pt x="147522" y="180871"/>
                  </a:lnTo>
                  <a:lnTo>
                    <a:pt x="147887" y="178360"/>
                  </a:lnTo>
                  <a:lnTo>
                    <a:pt x="149029" y="175933"/>
                  </a:lnTo>
                  <a:lnTo>
                    <a:pt x="148375" y="175423"/>
                  </a:lnTo>
                  <a:lnTo>
                    <a:pt x="147226" y="175621"/>
                  </a:lnTo>
                  <a:lnTo>
                    <a:pt x="145909" y="176169"/>
                  </a:lnTo>
                  <a:lnTo>
                    <a:pt x="144487" y="176359"/>
                  </a:lnTo>
                  <a:lnTo>
                    <a:pt x="142151" y="176039"/>
                  </a:lnTo>
                  <a:lnTo>
                    <a:pt x="137357" y="173399"/>
                  </a:lnTo>
                  <a:lnTo>
                    <a:pt x="135410" y="173156"/>
                  </a:lnTo>
                  <a:lnTo>
                    <a:pt x="134968" y="171961"/>
                  </a:lnTo>
                  <a:lnTo>
                    <a:pt x="135075" y="169427"/>
                  </a:lnTo>
                  <a:lnTo>
                    <a:pt x="133165" y="166414"/>
                  </a:lnTo>
                  <a:lnTo>
                    <a:pt x="132861" y="165334"/>
                  </a:lnTo>
                  <a:lnTo>
                    <a:pt x="132252" y="164489"/>
                  </a:lnTo>
                  <a:lnTo>
                    <a:pt x="126553" y="161210"/>
                  </a:lnTo>
                  <a:lnTo>
                    <a:pt x="125853" y="160655"/>
                  </a:lnTo>
                  <a:lnTo>
                    <a:pt x="124103" y="158037"/>
                  </a:lnTo>
                  <a:lnTo>
                    <a:pt x="120131" y="154309"/>
                  </a:lnTo>
                  <a:lnTo>
                    <a:pt x="119020" y="153929"/>
                  </a:lnTo>
                  <a:lnTo>
                    <a:pt x="117811" y="153822"/>
                  </a:lnTo>
                  <a:lnTo>
                    <a:pt x="117415" y="154766"/>
                  </a:lnTo>
                  <a:lnTo>
                    <a:pt x="117963" y="156219"/>
                  </a:lnTo>
                  <a:lnTo>
                    <a:pt x="118184" y="157467"/>
                  </a:lnTo>
                  <a:lnTo>
                    <a:pt x="118100" y="158775"/>
                  </a:lnTo>
                  <a:lnTo>
                    <a:pt x="118260" y="159787"/>
                  </a:lnTo>
                  <a:lnTo>
                    <a:pt x="120139" y="161857"/>
                  </a:lnTo>
                  <a:lnTo>
                    <a:pt x="120421" y="162831"/>
                  </a:lnTo>
                  <a:lnTo>
                    <a:pt x="121676" y="165486"/>
                  </a:lnTo>
                  <a:lnTo>
                    <a:pt x="121828" y="168590"/>
                  </a:lnTo>
                  <a:lnTo>
                    <a:pt x="120223" y="169876"/>
                  </a:lnTo>
                  <a:lnTo>
                    <a:pt x="118419" y="168446"/>
                  </a:lnTo>
                  <a:lnTo>
                    <a:pt x="118359" y="167274"/>
                  </a:lnTo>
                  <a:lnTo>
                    <a:pt x="118047" y="166186"/>
                  </a:lnTo>
                  <a:lnTo>
                    <a:pt x="116106" y="163363"/>
                  </a:lnTo>
                  <a:lnTo>
                    <a:pt x="115452" y="162755"/>
                  </a:lnTo>
                  <a:lnTo>
                    <a:pt x="111800" y="159970"/>
                  </a:lnTo>
                  <a:lnTo>
                    <a:pt x="108970" y="156911"/>
                  </a:lnTo>
                  <a:lnTo>
                    <a:pt x="102678" y="153647"/>
                  </a:lnTo>
                  <a:lnTo>
                    <a:pt x="101924" y="153472"/>
                  </a:lnTo>
                  <a:lnTo>
                    <a:pt x="100828" y="153716"/>
                  </a:lnTo>
                  <a:lnTo>
                    <a:pt x="99801" y="154119"/>
                  </a:lnTo>
                  <a:lnTo>
                    <a:pt x="96758" y="155732"/>
                  </a:lnTo>
                  <a:lnTo>
                    <a:pt x="95685" y="156850"/>
                  </a:lnTo>
                  <a:lnTo>
                    <a:pt x="95586" y="158577"/>
                  </a:lnTo>
                  <a:lnTo>
                    <a:pt x="93402" y="159947"/>
                  </a:lnTo>
                  <a:lnTo>
                    <a:pt x="90397" y="160137"/>
                  </a:lnTo>
                  <a:lnTo>
                    <a:pt x="88092" y="159278"/>
                  </a:lnTo>
                  <a:lnTo>
                    <a:pt x="86182" y="157558"/>
                  </a:lnTo>
                  <a:lnTo>
                    <a:pt x="84607" y="157474"/>
                  </a:lnTo>
                  <a:lnTo>
                    <a:pt x="82652" y="154788"/>
                  </a:lnTo>
                  <a:lnTo>
                    <a:pt x="80270" y="154446"/>
                  </a:lnTo>
                  <a:lnTo>
                    <a:pt x="78299" y="156546"/>
                  </a:lnTo>
                  <a:lnTo>
                    <a:pt x="77881" y="152376"/>
                  </a:lnTo>
                  <a:lnTo>
                    <a:pt x="77866" y="148161"/>
                  </a:lnTo>
                  <a:lnTo>
                    <a:pt x="78414" y="146929"/>
                  </a:lnTo>
                  <a:lnTo>
                    <a:pt x="79395" y="145902"/>
                  </a:lnTo>
                  <a:lnTo>
                    <a:pt x="84379" y="141474"/>
                  </a:lnTo>
                  <a:lnTo>
                    <a:pt x="85010" y="140051"/>
                  </a:lnTo>
                  <a:lnTo>
                    <a:pt x="84797" y="138148"/>
                  </a:lnTo>
                  <a:lnTo>
                    <a:pt x="83664" y="136596"/>
                  </a:lnTo>
                  <a:lnTo>
                    <a:pt x="81876" y="135653"/>
                  </a:lnTo>
                  <a:lnTo>
                    <a:pt x="79814" y="135257"/>
                  </a:lnTo>
                  <a:lnTo>
                    <a:pt x="78330" y="134390"/>
                  </a:lnTo>
                  <a:lnTo>
                    <a:pt x="77166" y="132959"/>
                  </a:lnTo>
                  <a:lnTo>
                    <a:pt x="76375" y="135493"/>
                  </a:lnTo>
                  <a:lnTo>
                    <a:pt x="77143" y="139252"/>
                  </a:lnTo>
                  <a:lnTo>
                    <a:pt x="77272" y="141694"/>
                  </a:lnTo>
                  <a:lnTo>
                    <a:pt x="76565" y="142615"/>
                  </a:lnTo>
                  <a:lnTo>
                    <a:pt x="75286" y="142637"/>
                  </a:lnTo>
                  <a:lnTo>
                    <a:pt x="74069" y="142348"/>
                  </a:lnTo>
                  <a:lnTo>
                    <a:pt x="73164" y="141474"/>
                  </a:lnTo>
                  <a:lnTo>
                    <a:pt x="72502" y="138947"/>
                  </a:lnTo>
                  <a:lnTo>
                    <a:pt x="70760" y="137281"/>
                  </a:lnTo>
                  <a:lnTo>
                    <a:pt x="70052" y="134892"/>
                  </a:lnTo>
                  <a:lnTo>
                    <a:pt x="69261" y="134550"/>
                  </a:lnTo>
                  <a:lnTo>
                    <a:pt x="67640" y="134732"/>
                  </a:lnTo>
                  <a:lnTo>
                    <a:pt x="66445" y="133621"/>
                  </a:lnTo>
                  <a:lnTo>
                    <a:pt x="65654" y="130829"/>
                  </a:lnTo>
                  <a:lnTo>
                    <a:pt x="65487" y="127831"/>
                  </a:lnTo>
                  <a:lnTo>
                    <a:pt x="64809" y="125305"/>
                  </a:lnTo>
                  <a:lnTo>
                    <a:pt x="63836" y="122863"/>
                  </a:lnTo>
                  <a:lnTo>
                    <a:pt x="63265" y="120869"/>
                  </a:lnTo>
                  <a:lnTo>
                    <a:pt x="62390" y="111907"/>
                  </a:lnTo>
                  <a:lnTo>
                    <a:pt x="62177" y="111085"/>
                  </a:lnTo>
                  <a:lnTo>
                    <a:pt x="61705" y="110408"/>
                  </a:lnTo>
                  <a:lnTo>
                    <a:pt x="60602" y="109388"/>
                  </a:lnTo>
                  <a:lnTo>
                    <a:pt x="59773" y="108140"/>
                  </a:lnTo>
                  <a:lnTo>
                    <a:pt x="59613" y="107113"/>
                  </a:lnTo>
                  <a:lnTo>
                    <a:pt x="59841" y="102693"/>
                  </a:lnTo>
                  <a:lnTo>
                    <a:pt x="60222" y="101627"/>
                  </a:lnTo>
                  <a:lnTo>
                    <a:pt x="61081" y="101118"/>
                  </a:lnTo>
                  <a:lnTo>
                    <a:pt x="62261" y="101985"/>
                  </a:lnTo>
                  <a:lnTo>
                    <a:pt x="63204" y="103058"/>
                  </a:lnTo>
                  <a:lnTo>
                    <a:pt x="64376" y="103575"/>
                  </a:lnTo>
                  <a:lnTo>
                    <a:pt x="65411" y="104252"/>
                  </a:lnTo>
                  <a:lnTo>
                    <a:pt x="67343" y="106870"/>
                  </a:lnTo>
                  <a:lnTo>
                    <a:pt x="68104" y="107280"/>
                  </a:lnTo>
                  <a:lnTo>
                    <a:pt x="70486" y="107197"/>
                  </a:lnTo>
                  <a:lnTo>
                    <a:pt x="71893" y="106870"/>
                  </a:lnTo>
                  <a:lnTo>
                    <a:pt x="72570" y="105919"/>
                  </a:lnTo>
                  <a:lnTo>
                    <a:pt x="73004" y="104785"/>
                  </a:lnTo>
                  <a:lnTo>
                    <a:pt x="73011" y="103446"/>
                  </a:lnTo>
                  <a:lnTo>
                    <a:pt x="71635" y="99489"/>
                  </a:lnTo>
                  <a:lnTo>
                    <a:pt x="71216" y="96636"/>
                  </a:lnTo>
                  <a:lnTo>
                    <a:pt x="71193" y="94064"/>
                  </a:lnTo>
                  <a:lnTo>
                    <a:pt x="71551" y="91485"/>
                  </a:lnTo>
                  <a:lnTo>
                    <a:pt x="73430" y="87194"/>
                  </a:lnTo>
                  <a:lnTo>
                    <a:pt x="73666" y="84211"/>
                  </a:lnTo>
                  <a:lnTo>
                    <a:pt x="73491" y="80217"/>
                  </a:lnTo>
                  <a:lnTo>
                    <a:pt x="73818" y="77835"/>
                  </a:lnTo>
                  <a:lnTo>
                    <a:pt x="73765" y="76466"/>
                  </a:lnTo>
                  <a:lnTo>
                    <a:pt x="72646" y="74313"/>
                  </a:lnTo>
                  <a:lnTo>
                    <a:pt x="72350" y="72015"/>
                  </a:lnTo>
                  <a:lnTo>
                    <a:pt x="75484" y="60320"/>
                  </a:lnTo>
                  <a:lnTo>
                    <a:pt x="76466" y="58053"/>
                  </a:lnTo>
                  <a:lnTo>
                    <a:pt x="77181" y="55710"/>
                  </a:lnTo>
                  <a:lnTo>
                    <a:pt x="77508" y="52598"/>
                  </a:lnTo>
                  <a:lnTo>
                    <a:pt x="79852" y="51746"/>
                  </a:lnTo>
                  <a:lnTo>
                    <a:pt x="82081" y="50460"/>
                  </a:lnTo>
                  <a:lnTo>
                    <a:pt x="83230" y="50559"/>
                  </a:lnTo>
                  <a:lnTo>
                    <a:pt x="84455" y="50871"/>
                  </a:lnTo>
                  <a:lnTo>
                    <a:pt x="87148" y="50232"/>
                  </a:lnTo>
                  <a:lnTo>
                    <a:pt x="88236" y="50194"/>
                  </a:lnTo>
                  <a:close/>
                  <a:moveTo>
                    <a:pt x="108148" y="130251"/>
                  </a:moveTo>
                  <a:lnTo>
                    <a:pt x="108536" y="131019"/>
                  </a:lnTo>
                  <a:lnTo>
                    <a:pt x="108102" y="130981"/>
                  </a:lnTo>
                  <a:lnTo>
                    <a:pt x="107798" y="131126"/>
                  </a:lnTo>
                  <a:lnTo>
                    <a:pt x="106793" y="132708"/>
                  </a:lnTo>
                  <a:lnTo>
                    <a:pt x="107889" y="135638"/>
                  </a:lnTo>
                  <a:lnTo>
                    <a:pt x="107212" y="137768"/>
                  </a:lnTo>
                  <a:lnTo>
                    <a:pt x="105995" y="137905"/>
                  </a:lnTo>
                  <a:lnTo>
                    <a:pt x="105515" y="137677"/>
                  </a:lnTo>
                  <a:lnTo>
                    <a:pt x="105766" y="136619"/>
                  </a:lnTo>
                  <a:lnTo>
                    <a:pt x="106025" y="136140"/>
                  </a:lnTo>
                  <a:lnTo>
                    <a:pt x="105782" y="134748"/>
                  </a:lnTo>
                  <a:lnTo>
                    <a:pt x="105059" y="133873"/>
                  </a:lnTo>
                  <a:lnTo>
                    <a:pt x="104481" y="132176"/>
                  </a:lnTo>
                  <a:lnTo>
                    <a:pt x="103591" y="131156"/>
                  </a:lnTo>
                  <a:lnTo>
                    <a:pt x="104009" y="129520"/>
                  </a:lnTo>
                  <a:lnTo>
                    <a:pt x="106824" y="129338"/>
                  </a:lnTo>
                  <a:lnTo>
                    <a:pt x="108148" y="130251"/>
                  </a:lnTo>
                  <a:close/>
                  <a:moveTo>
                    <a:pt x="111169" y="151212"/>
                  </a:moveTo>
                  <a:lnTo>
                    <a:pt x="111100" y="152103"/>
                  </a:lnTo>
                  <a:lnTo>
                    <a:pt x="106497" y="148861"/>
                  </a:lnTo>
                  <a:lnTo>
                    <a:pt x="106284" y="148306"/>
                  </a:lnTo>
                  <a:lnTo>
                    <a:pt x="106276" y="147789"/>
                  </a:lnTo>
                  <a:lnTo>
                    <a:pt x="106558" y="147271"/>
                  </a:lnTo>
                  <a:lnTo>
                    <a:pt x="111169" y="151212"/>
                  </a:lnTo>
                  <a:close/>
                  <a:moveTo>
                    <a:pt x="157680" y="160312"/>
                  </a:moveTo>
                  <a:lnTo>
                    <a:pt x="157117" y="161727"/>
                  </a:lnTo>
                  <a:lnTo>
                    <a:pt x="156417" y="161225"/>
                  </a:lnTo>
                  <a:lnTo>
                    <a:pt x="155428" y="161309"/>
                  </a:lnTo>
                  <a:lnTo>
                    <a:pt x="153876" y="162511"/>
                  </a:lnTo>
                  <a:lnTo>
                    <a:pt x="151349" y="160898"/>
                  </a:lnTo>
                  <a:lnTo>
                    <a:pt x="150961" y="159635"/>
                  </a:lnTo>
                  <a:lnTo>
                    <a:pt x="152764" y="156858"/>
                  </a:lnTo>
                  <a:lnTo>
                    <a:pt x="152750" y="152727"/>
                  </a:lnTo>
                  <a:lnTo>
                    <a:pt x="153411" y="151707"/>
                  </a:lnTo>
                  <a:lnTo>
                    <a:pt x="154104" y="150977"/>
                  </a:lnTo>
                  <a:lnTo>
                    <a:pt x="154926" y="150581"/>
                  </a:lnTo>
                  <a:lnTo>
                    <a:pt x="156706" y="153434"/>
                  </a:lnTo>
                  <a:lnTo>
                    <a:pt x="157314" y="153784"/>
                  </a:lnTo>
                  <a:lnTo>
                    <a:pt x="159034" y="155093"/>
                  </a:lnTo>
                  <a:lnTo>
                    <a:pt x="158585" y="157733"/>
                  </a:lnTo>
                  <a:lnTo>
                    <a:pt x="158745" y="159278"/>
                  </a:lnTo>
                  <a:lnTo>
                    <a:pt x="157680" y="160312"/>
                  </a:lnTo>
                  <a:close/>
                  <a:moveTo>
                    <a:pt x="70508" y="157725"/>
                  </a:moveTo>
                  <a:lnTo>
                    <a:pt x="70539" y="159201"/>
                  </a:lnTo>
                  <a:lnTo>
                    <a:pt x="66940" y="157025"/>
                  </a:lnTo>
                  <a:lnTo>
                    <a:pt x="66834" y="156272"/>
                  </a:lnTo>
                  <a:lnTo>
                    <a:pt x="66925" y="155709"/>
                  </a:lnTo>
                  <a:lnTo>
                    <a:pt x="67298" y="155374"/>
                  </a:lnTo>
                  <a:lnTo>
                    <a:pt x="69230" y="156188"/>
                  </a:lnTo>
                  <a:lnTo>
                    <a:pt x="70508" y="157725"/>
                  </a:lnTo>
                  <a:close/>
                  <a:moveTo>
                    <a:pt x="105607" y="162321"/>
                  </a:moveTo>
                  <a:lnTo>
                    <a:pt x="106930" y="162382"/>
                  </a:lnTo>
                  <a:lnTo>
                    <a:pt x="107341" y="162176"/>
                  </a:lnTo>
                  <a:lnTo>
                    <a:pt x="109875" y="164002"/>
                  </a:lnTo>
                  <a:lnTo>
                    <a:pt x="109723" y="164931"/>
                  </a:lnTo>
                  <a:lnTo>
                    <a:pt x="110042" y="166148"/>
                  </a:lnTo>
                  <a:lnTo>
                    <a:pt x="108597" y="168248"/>
                  </a:lnTo>
                  <a:lnTo>
                    <a:pt x="108338" y="168956"/>
                  </a:lnTo>
                  <a:lnTo>
                    <a:pt x="107539" y="169640"/>
                  </a:lnTo>
                  <a:lnTo>
                    <a:pt x="104792" y="167966"/>
                  </a:lnTo>
                  <a:lnTo>
                    <a:pt x="103788" y="166947"/>
                  </a:lnTo>
                  <a:lnTo>
                    <a:pt x="103492" y="164862"/>
                  </a:lnTo>
                  <a:lnTo>
                    <a:pt x="104587" y="161765"/>
                  </a:lnTo>
                  <a:lnTo>
                    <a:pt x="105607" y="162321"/>
                  </a:lnTo>
                  <a:close/>
                  <a:moveTo>
                    <a:pt x="79760" y="163645"/>
                  </a:moveTo>
                  <a:lnTo>
                    <a:pt x="80848" y="163827"/>
                  </a:lnTo>
                  <a:lnTo>
                    <a:pt x="84265" y="163173"/>
                  </a:lnTo>
                  <a:lnTo>
                    <a:pt x="85665" y="163500"/>
                  </a:lnTo>
                  <a:lnTo>
                    <a:pt x="86600" y="164756"/>
                  </a:lnTo>
                  <a:lnTo>
                    <a:pt x="87765" y="165144"/>
                  </a:lnTo>
                  <a:lnTo>
                    <a:pt x="88685" y="165783"/>
                  </a:lnTo>
                  <a:lnTo>
                    <a:pt x="90405" y="164672"/>
                  </a:lnTo>
                  <a:lnTo>
                    <a:pt x="92147" y="165943"/>
                  </a:lnTo>
                  <a:lnTo>
                    <a:pt x="93692" y="168316"/>
                  </a:lnTo>
                  <a:lnTo>
                    <a:pt x="95510" y="169998"/>
                  </a:lnTo>
                  <a:lnTo>
                    <a:pt x="97237" y="171246"/>
                  </a:lnTo>
                  <a:lnTo>
                    <a:pt x="97572" y="172166"/>
                  </a:lnTo>
                  <a:lnTo>
                    <a:pt x="96530" y="173681"/>
                  </a:lnTo>
                  <a:lnTo>
                    <a:pt x="96210" y="175590"/>
                  </a:lnTo>
                  <a:lnTo>
                    <a:pt x="96317" y="177652"/>
                  </a:lnTo>
                  <a:lnTo>
                    <a:pt x="97618" y="181982"/>
                  </a:lnTo>
                  <a:lnTo>
                    <a:pt x="97161" y="183153"/>
                  </a:lnTo>
                  <a:lnTo>
                    <a:pt x="95852" y="184812"/>
                  </a:lnTo>
                  <a:lnTo>
                    <a:pt x="94871" y="186653"/>
                  </a:lnTo>
                  <a:lnTo>
                    <a:pt x="95000" y="187399"/>
                  </a:lnTo>
                  <a:lnTo>
                    <a:pt x="94613" y="188007"/>
                  </a:lnTo>
                  <a:lnTo>
                    <a:pt x="94490" y="189308"/>
                  </a:lnTo>
                  <a:lnTo>
                    <a:pt x="93692" y="189035"/>
                  </a:lnTo>
                  <a:lnTo>
                    <a:pt x="92954" y="189240"/>
                  </a:lnTo>
                  <a:lnTo>
                    <a:pt x="92239" y="189826"/>
                  </a:lnTo>
                  <a:lnTo>
                    <a:pt x="91128" y="191081"/>
                  </a:lnTo>
                  <a:lnTo>
                    <a:pt x="89385" y="190701"/>
                  </a:lnTo>
                  <a:lnTo>
                    <a:pt x="88571" y="190328"/>
                  </a:lnTo>
                  <a:lnTo>
                    <a:pt x="88373" y="189240"/>
                  </a:lnTo>
                  <a:lnTo>
                    <a:pt x="87856" y="188472"/>
                  </a:lnTo>
                  <a:lnTo>
                    <a:pt x="87110" y="188015"/>
                  </a:lnTo>
                  <a:lnTo>
                    <a:pt x="85276" y="186136"/>
                  </a:lnTo>
                  <a:lnTo>
                    <a:pt x="84417" y="184720"/>
                  </a:lnTo>
                  <a:lnTo>
                    <a:pt x="84402" y="183214"/>
                  </a:lnTo>
                  <a:lnTo>
                    <a:pt x="83922" y="181806"/>
                  </a:lnTo>
                  <a:lnTo>
                    <a:pt x="82971" y="180551"/>
                  </a:lnTo>
                  <a:lnTo>
                    <a:pt x="81716" y="179585"/>
                  </a:lnTo>
                  <a:lnTo>
                    <a:pt x="81298" y="178656"/>
                  </a:lnTo>
                  <a:lnTo>
                    <a:pt x="81137" y="177561"/>
                  </a:lnTo>
                  <a:lnTo>
                    <a:pt x="81024" y="174753"/>
                  </a:lnTo>
                  <a:lnTo>
                    <a:pt x="79251" y="171253"/>
                  </a:lnTo>
                  <a:lnTo>
                    <a:pt x="78627" y="170416"/>
                  </a:lnTo>
                  <a:lnTo>
                    <a:pt x="76961" y="169549"/>
                  </a:lnTo>
                  <a:lnTo>
                    <a:pt x="75568" y="168431"/>
                  </a:lnTo>
                  <a:lnTo>
                    <a:pt x="74982" y="167320"/>
                  </a:lnTo>
                  <a:lnTo>
                    <a:pt x="74442" y="165524"/>
                  </a:lnTo>
                  <a:lnTo>
                    <a:pt x="74069" y="165265"/>
                  </a:lnTo>
                  <a:lnTo>
                    <a:pt x="72989" y="165349"/>
                  </a:lnTo>
                  <a:lnTo>
                    <a:pt x="71939" y="165113"/>
                  </a:lnTo>
                  <a:lnTo>
                    <a:pt x="72243" y="163797"/>
                  </a:lnTo>
                  <a:lnTo>
                    <a:pt x="73285" y="162838"/>
                  </a:lnTo>
                  <a:lnTo>
                    <a:pt x="74716" y="162717"/>
                  </a:lnTo>
                  <a:lnTo>
                    <a:pt x="78672" y="163257"/>
                  </a:lnTo>
                  <a:lnTo>
                    <a:pt x="79760" y="163645"/>
                  </a:lnTo>
                  <a:close/>
                  <a:moveTo>
                    <a:pt x="134793" y="177287"/>
                  </a:moveTo>
                  <a:lnTo>
                    <a:pt x="136612" y="180612"/>
                  </a:lnTo>
                  <a:lnTo>
                    <a:pt x="134626" y="178345"/>
                  </a:lnTo>
                  <a:lnTo>
                    <a:pt x="132321" y="176800"/>
                  </a:lnTo>
                  <a:lnTo>
                    <a:pt x="129931" y="174244"/>
                  </a:lnTo>
                  <a:lnTo>
                    <a:pt x="128204" y="173346"/>
                  </a:lnTo>
                  <a:lnTo>
                    <a:pt x="127679" y="172828"/>
                  </a:lnTo>
                  <a:lnTo>
                    <a:pt x="127862" y="171771"/>
                  </a:lnTo>
                  <a:lnTo>
                    <a:pt x="129133" y="171573"/>
                  </a:lnTo>
                  <a:lnTo>
                    <a:pt x="129695" y="171634"/>
                  </a:lnTo>
                  <a:lnTo>
                    <a:pt x="133173" y="176161"/>
                  </a:lnTo>
                  <a:lnTo>
                    <a:pt x="134793" y="177287"/>
                  </a:lnTo>
                  <a:close/>
                  <a:moveTo>
                    <a:pt x="145339" y="185976"/>
                  </a:moveTo>
                  <a:lnTo>
                    <a:pt x="145415" y="187878"/>
                  </a:lnTo>
                  <a:lnTo>
                    <a:pt x="144616" y="187178"/>
                  </a:lnTo>
                  <a:lnTo>
                    <a:pt x="142037" y="183442"/>
                  </a:lnTo>
                  <a:lnTo>
                    <a:pt x="141321" y="182080"/>
                  </a:lnTo>
                  <a:lnTo>
                    <a:pt x="142052" y="181175"/>
                  </a:lnTo>
                  <a:lnTo>
                    <a:pt x="143916" y="182567"/>
                  </a:lnTo>
                  <a:lnTo>
                    <a:pt x="145339" y="185976"/>
                  </a:lnTo>
                  <a:close/>
                  <a:moveTo>
                    <a:pt x="109434" y="188129"/>
                  </a:moveTo>
                  <a:lnTo>
                    <a:pt x="107714" y="193539"/>
                  </a:lnTo>
                  <a:lnTo>
                    <a:pt x="106573" y="191675"/>
                  </a:lnTo>
                  <a:lnTo>
                    <a:pt x="107037" y="190503"/>
                  </a:lnTo>
                  <a:lnTo>
                    <a:pt x="106048" y="189529"/>
                  </a:lnTo>
                  <a:lnTo>
                    <a:pt x="105789" y="188639"/>
                  </a:lnTo>
                  <a:lnTo>
                    <a:pt x="106170" y="187467"/>
                  </a:lnTo>
                  <a:lnTo>
                    <a:pt x="107204" y="186379"/>
                  </a:lnTo>
                  <a:lnTo>
                    <a:pt x="107463" y="182834"/>
                  </a:lnTo>
                  <a:lnTo>
                    <a:pt x="109647" y="181700"/>
                  </a:lnTo>
                  <a:lnTo>
                    <a:pt x="110522" y="181654"/>
                  </a:lnTo>
                  <a:lnTo>
                    <a:pt x="110210" y="182522"/>
                  </a:lnTo>
                  <a:lnTo>
                    <a:pt x="110240" y="184157"/>
                  </a:lnTo>
                  <a:lnTo>
                    <a:pt x="109434" y="188129"/>
                  </a:lnTo>
                  <a:close/>
                  <a:moveTo>
                    <a:pt x="114060" y="184348"/>
                  </a:moveTo>
                  <a:lnTo>
                    <a:pt x="113398" y="185010"/>
                  </a:lnTo>
                  <a:lnTo>
                    <a:pt x="112994" y="184903"/>
                  </a:lnTo>
                  <a:lnTo>
                    <a:pt x="112720" y="183731"/>
                  </a:lnTo>
                  <a:lnTo>
                    <a:pt x="113360" y="182948"/>
                  </a:lnTo>
                  <a:lnTo>
                    <a:pt x="113565" y="183024"/>
                  </a:lnTo>
                  <a:lnTo>
                    <a:pt x="114060" y="184348"/>
                  </a:lnTo>
                  <a:close/>
                  <a:moveTo>
                    <a:pt x="144076" y="189597"/>
                  </a:moveTo>
                  <a:lnTo>
                    <a:pt x="148169" y="192162"/>
                  </a:lnTo>
                  <a:lnTo>
                    <a:pt x="150992" y="196552"/>
                  </a:lnTo>
                  <a:lnTo>
                    <a:pt x="151319" y="199915"/>
                  </a:lnTo>
                  <a:lnTo>
                    <a:pt x="151106" y="201193"/>
                  </a:lnTo>
                  <a:lnTo>
                    <a:pt x="149759" y="199755"/>
                  </a:lnTo>
                  <a:lnTo>
                    <a:pt x="146875" y="197701"/>
                  </a:lnTo>
                  <a:lnTo>
                    <a:pt x="144874" y="197244"/>
                  </a:lnTo>
                  <a:lnTo>
                    <a:pt x="144258" y="196871"/>
                  </a:lnTo>
                  <a:lnTo>
                    <a:pt x="144487" y="195761"/>
                  </a:lnTo>
                  <a:lnTo>
                    <a:pt x="143178" y="194733"/>
                  </a:lnTo>
                  <a:lnTo>
                    <a:pt x="143026" y="194315"/>
                  </a:lnTo>
                  <a:lnTo>
                    <a:pt x="141839" y="193859"/>
                  </a:lnTo>
                  <a:lnTo>
                    <a:pt x="140104" y="191553"/>
                  </a:lnTo>
                  <a:lnTo>
                    <a:pt x="138879" y="191119"/>
                  </a:lnTo>
                  <a:lnTo>
                    <a:pt x="137715" y="191606"/>
                  </a:lnTo>
                  <a:lnTo>
                    <a:pt x="135021" y="195030"/>
                  </a:lnTo>
                  <a:lnTo>
                    <a:pt x="132138" y="197434"/>
                  </a:lnTo>
                  <a:lnTo>
                    <a:pt x="132100" y="196514"/>
                  </a:lnTo>
                  <a:lnTo>
                    <a:pt x="133264" y="193508"/>
                  </a:lnTo>
                  <a:lnTo>
                    <a:pt x="134010" y="188700"/>
                  </a:lnTo>
                  <a:lnTo>
                    <a:pt x="134481" y="187239"/>
                  </a:lnTo>
                  <a:lnTo>
                    <a:pt x="133895" y="185078"/>
                  </a:lnTo>
                  <a:lnTo>
                    <a:pt x="133819" y="183153"/>
                  </a:lnTo>
                  <a:lnTo>
                    <a:pt x="135973" y="184043"/>
                  </a:lnTo>
                  <a:lnTo>
                    <a:pt x="138666" y="184941"/>
                  </a:lnTo>
                  <a:lnTo>
                    <a:pt x="140720" y="186166"/>
                  </a:lnTo>
                  <a:lnTo>
                    <a:pt x="141055" y="186988"/>
                  </a:lnTo>
                  <a:lnTo>
                    <a:pt x="144076" y="189597"/>
                  </a:lnTo>
                  <a:close/>
                  <a:moveTo>
                    <a:pt x="176602" y="184371"/>
                  </a:moveTo>
                  <a:lnTo>
                    <a:pt x="178109" y="186143"/>
                  </a:lnTo>
                  <a:lnTo>
                    <a:pt x="178481" y="187422"/>
                  </a:lnTo>
                  <a:lnTo>
                    <a:pt x="178322" y="188844"/>
                  </a:lnTo>
                  <a:lnTo>
                    <a:pt x="179007" y="189476"/>
                  </a:lnTo>
                  <a:lnTo>
                    <a:pt x="180216" y="189643"/>
                  </a:lnTo>
                  <a:lnTo>
                    <a:pt x="181761" y="190358"/>
                  </a:lnTo>
                  <a:lnTo>
                    <a:pt x="182917" y="191675"/>
                  </a:lnTo>
                  <a:lnTo>
                    <a:pt x="182225" y="192877"/>
                  </a:lnTo>
                  <a:lnTo>
                    <a:pt x="182438" y="194634"/>
                  </a:lnTo>
                  <a:lnTo>
                    <a:pt x="181228" y="196848"/>
                  </a:lnTo>
                  <a:lnTo>
                    <a:pt x="181388" y="200775"/>
                  </a:lnTo>
                  <a:lnTo>
                    <a:pt x="182088" y="202030"/>
                  </a:lnTo>
                  <a:lnTo>
                    <a:pt x="182157" y="203293"/>
                  </a:lnTo>
                  <a:lnTo>
                    <a:pt x="181982" y="204617"/>
                  </a:lnTo>
                  <a:lnTo>
                    <a:pt x="182278" y="205705"/>
                  </a:lnTo>
                  <a:lnTo>
                    <a:pt x="184142" y="209296"/>
                  </a:lnTo>
                  <a:lnTo>
                    <a:pt x="184485" y="210491"/>
                  </a:lnTo>
                  <a:lnTo>
                    <a:pt x="183914" y="211434"/>
                  </a:lnTo>
                  <a:lnTo>
                    <a:pt x="183731" y="212332"/>
                  </a:lnTo>
                  <a:lnTo>
                    <a:pt x="184880" y="212423"/>
                  </a:lnTo>
                  <a:lnTo>
                    <a:pt x="186516" y="213915"/>
                  </a:lnTo>
                  <a:lnTo>
                    <a:pt x="187483" y="215885"/>
                  </a:lnTo>
                  <a:lnTo>
                    <a:pt x="187193" y="216403"/>
                  </a:lnTo>
                  <a:lnTo>
                    <a:pt x="185885" y="214858"/>
                  </a:lnTo>
                  <a:lnTo>
                    <a:pt x="184896" y="214615"/>
                  </a:lnTo>
                  <a:lnTo>
                    <a:pt x="180704" y="215033"/>
                  </a:lnTo>
                  <a:lnTo>
                    <a:pt x="178132" y="214394"/>
                  </a:lnTo>
                  <a:lnTo>
                    <a:pt x="176465" y="214333"/>
                  </a:lnTo>
                  <a:lnTo>
                    <a:pt x="174799" y="211693"/>
                  </a:lnTo>
                  <a:lnTo>
                    <a:pt x="173354" y="211252"/>
                  </a:lnTo>
                  <a:lnTo>
                    <a:pt x="172212" y="210088"/>
                  </a:lnTo>
                  <a:lnTo>
                    <a:pt x="170310" y="207097"/>
                  </a:lnTo>
                  <a:lnTo>
                    <a:pt x="169709" y="205385"/>
                  </a:lnTo>
                  <a:lnTo>
                    <a:pt x="171033" y="203651"/>
                  </a:lnTo>
                  <a:lnTo>
                    <a:pt x="171451" y="202266"/>
                  </a:lnTo>
                  <a:lnTo>
                    <a:pt x="171375" y="200911"/>
                  </a:lnTo>
                  <a:lnTo>
                    <a:pt x="170112" y="201132"/>
                  </a:lnTo>
                  <a:lnTo>
                    <a:pt x="169009" y="200683"/>
                  </a:lnTo>
                  <a:lnTo>
                    <a:pt x="167662" y="199017"/>
                  </a:lnTo>
                  <a:lnTo>
                    <a:pt x="167122" y="198058"/>
                  </a:lnTo>
                  <a:lnTo>
                    <a:pt x="166141" y="197259"/>
                  </a:lnTo>
                  <a:lnTo>
                    <a:pt x="164581" y="195357"/>
                  </a:lnTo>
                  <a:lnTo>
                    <a:pt x="162336" y="194612"/>
                  </a:lnTo>
                  <a:lnTo>
                    <a:pt x="161423" y="194094"/>
                  </a:lnTo>
                  <a:lnTo>
                    <a:pt x="159650" y="192496"/>
                  </a:lnTo>
                  <a:lnTo>
                    <a:pt x="158349" y="190518"/>
                  </a:lnTo>
                  <a:lnTo>
                    <a:pt x="157086" y="187049"/>
                  </a:lnTo>
                  <a:lnTo>
                    <a:pt x="156424" y="183450"/>
                  </a:lnTo>
                  <a:lnTo>
                    <a:pt x="162214" y="184386"/>
                  </a:lnTo>
                  <a:lnTo>
                    <a:pt x="168073" y="184203"/>
                  </a:lnTo>
                  <a:lnTo>
                    <a:pt x="174692" y="183381"/>
                  </a:lnTo>
                  <a:lnTo>
                    <a:pt x="176602" y="184371"/>
                  </a:lnTo>
                  <a:close/>
                  <a:moveTo>
                    <a:pt x="121402" y="189126"/>
                  </a:moveTo>
                  <a:lnTo>
                    <a:pt x="120306" y="189636"/>
                  </a:lnTo>
                  <a:lnTo>
                    <a:pt x="118085" y="187505"/>
                  </a:lnTo>
                  <a:lnTo>
                    <a:pt x="116791" y="186509"/>
                  </a:lnTo>
                  <a:lnTo>
                    <a:pt x="116457" y="185953"/>
                  </a:lnTo>
                  <a:lnTo>
                    <a:pt x="117499" y="185154"/>
                  </a:lnTo>
                  <a:lnTo>
                    <a:pt x="120314" y="185162"/>
                  </a:lnTo>
                  <a:lnTo>
                    <a:pt x="121805" y="186623"/>
                  </a:lnTo>
                  <a:lnTo>
                    <a:pt x="122011" y="187536"/>
                  </a:lnTo>
                  <a:lnTo>
                    <a:pt x="121402" y="189126"/>
                  </a:lnTo>
                  <a:close/>
                  <a:moveTo>
                    <a:pt x="66856" y="192192"/>
                  </a:moveTo>
                  <a:lnTo>
                    <a:pt x="68020" y="192519"/>
                  </a:lnTo>
                  <a:lnTo>
                    <a:pt x="68850" y="192200"/>
                  </a:lnTo>
                  <a:lnTo>
                    <a:pt x="69588" y="191051"/>
                  </a:lnTo>
                  <a:lnTo>
                    <a:pt x="70280" y="192747"/>
                  </a:lnTo>
                  <a:lnTo>
                    <a:pt x="72015" y="194140"/>
                  </a:lnTo>
                  <a:lnTo>
                    <a:pt x="71437" y="195555"/>
                  </a:lnTo>
                  <a:lnTo>
                    <a:pt x="69922" y="195715"/>
                  </a:lnTo>
                  <a:lnTo>
                    <a:pt x="68439" y="195395"/>
                  </a:lnTo>
                  <a:lnTo>
                    <a:pt x="66864" y="195958"/>
                  </a:lnTo>
                  <a:lnTo>
                    <a:pt x="64954" y="195639"/>
                  </a:lnTo>
                  <a:lnTo>
                    <a:pt x="63813" y="194315"/>
                  </a:lnTo>
                  <a:lnTo>
                    <a:pt x="62512" y="191933"/>
                  </a:lnTo>
                  <a:lnTo>
                    <a:pt x="61865" y="191492"/>
                  </a:lnTo>
                  <a:lnTo>
                    <a:pt x="61949" y="190518"/>
                  </a:lnTo>
                  <a:lnTo>
                    <a:pt x="62428" y="189902"/>
                  </a:lnTo>
                  <a:lnTo>
                    <a:pt x="62177" y="189742"/>
                  </a:lnTo>
                  <a:lnTo>
                    <a:pt x="62299" y="189308"/>
                  </a:lnTo>
                  <a:lnTo>
                    <a:pt x="62535" y="189012"/>
                  </a:lnTo>
                  <a:lnTo>
                    <a:pt x="62953" y="188890"/>
                  </a:lnTo>
                  <a:lnTo>
                    <a:pt x="63973" y="189948"/>
                  </a:lnTo>
                  <a:lnTo>
                    <a:pt x="66392" y="191523"/>
                  </a:lnTo>
                  <a:lnTo>
                    <a:pt x="66856" y="192192"/>
                  </a:lnTo>
                  <a:close/>
                  <a:moveTo>
                    <a:pt x="65548" y="202266"/>
                  </a:moveTo>
                  <a:lnTo>
                    <a:pt x="63950" y="203004"/>
                  </a:lnTo>
                  <a:lnTo>
                    <a:pt x="63539" y="202540"/>
                  </a:lnTo>
                  <a:lnTo>
                    <a:pt x="63257" y="201467"/>
                  </a:lnTo>
                  <a:lnTo>
                    <a:pt x="63280" y="200729"/>
                  </a:lnTo>
                  <a:lnTo>
                    <a:pt x="61751" y="196833"/>
                  </a:lnTo>
                  <a:lnTo>
                    <a:pt x="62923" y="196240"/>
                  </a:lnTo>
                  <a:lnTo>
                    <a:pt x="63790" y="196696"/>
                  </a:lnTo>
                  <a:lnTo>
                    <a:pt x="64665" y="197313"/>
                  </a:lnTo>
                  <a:lnTo>
                    <a:pt x="65479" y="197632"/>
                  </a:lnTo>
                  <a:lnTo>
                    <a:pt x="66225" y="198865"/>
                  </a:lnTo>
                  <a:lnTo>
                    <a:pt x="66050" y="199717"/>
                  </a:lnTo>
                  <a:lnTo>
                    <a:pt x="66278" y="200539"/>
                  </a:lnTo>
                  <a:lnTo>
                    <a:pt x="65548" y="202266"/>
                  </a:lnTo>
                  <a:close/>
                  <a:moveTo>
                    <a:pt x="118016" y="204176"/>
                  </a:moveTo>
                  <a:lnTo>
                    <a:pt x="120504" y="205279"/>
                  </a:lnTo>
                  <a:lnTo>
                    <a:pt x="122924" y="204328"/>
                  </a:lnTo>
                  <a:lnTo>
                    <a:pt x="125313" y="204594"/>
                  </a:lnTo>
                  <a:lnTo>
                    <a:pt x="127299" y="206032"/>
                  </a:lnTo>
                  <a:lnTo>
                    <a:pt x="126652" y="206945"/>
                  </a:lnTo>
                  <a:lnTo>
                    <a:pt x="126515" y="207942"/>
                  </a:lnTo>
                  <a:lnTo>
                    <a:pt x="130958" y="205773"/>
                  </a:lnTo>
                  <a:lnTo>
                    <a:pt x="132145" y="205903"/>
                  </a:lnTo>
                  <a:lnTo>
                    <a:pt x="132107" y="207919"/>
                  </a:lnTo>
                  <a:lnTo>
                    <a:pt x="131841" y="209631"/>
                  </a:lnTo>
                  <a:lnTo>
                    <a:pt x="131324" y="211290"/>
                  </a:lnTo>
                  <a:lnTo>
                    <a:pt x="130380" y="213230"/>
                  </a:lnTo>
                  <a:lnTo>
                    <a:pt x="129117" y="214972"/>
                  </a:lnTo>
                  <a:lnTo>
                    <a:pt x="127458" y="216235"/>
                  </a:lnTo>
                  <a:lnTo>
                    <a:pt x="125488" y="217004"/>
                  </a:lnTo>
                  <a:lnTo>
                    <a:pt x="124552" y="217704"/>
                  </a:lnTo>
                  <a:lnTo>
                    <a:pt x="124270" y="218761"/>
                  </a:lnTo>
                  <a:lnTo>
                    <a:pt x="124308" y="220085"/>
                  </a:lnTo>
                  <a:lnTo>
                    <a:pt x="123852" y="221295"/>
                  </a:lnTo>
                  <a:lnTo>
                    <a:pt x="121790" y="221789"/>
                  </a:lnTo>
                  <a:lnTo>
                    <a:pt x="118564" y="224140"/>
                  </a:lnTo>
                  <a:lnTo>
                    <a:pt x="111633" y="225632"/>
                  </a:lnTo>
                  <a:lnTo>
                    <a:pt x="109731" y="226659"/>
                  </a:lnTo>
                  <a:lnTo>
                    <a:pt x="108521" y="227983"/>
                  </a:lnTo>
                  <a:lnTo>
                    <a:pt x="107166" y="229185"/>
                  </a:lnTo>
                  <a:lnTo>
                    <a:pt x="106428" y="229482"/>
                  </a:lnTo>
                  <a:lnTo>
                    <a:pt x="106094" y="228911"/>
                  </a:lnTo>
                  <a:lnTo>
                    <a:pt x="105995" y="228424"/>
                  </a:lnTo>
                  <a:lnTo>
                    <a:pt x="106984" y="225297"/>
                  </a:lnTo>
                  <a:lnTo>
                    <a:pt x="106824" y="223996"/>
                  </a:lnTo>
                  <a:lnTo>
                    <a:pt x="106345" y="222733"/>
                  </a:lnTo>
                  <a:lnTo>
                    <a:pt x="106649" y="220260"/>
                  </a:lnTo>
                  <a:lnTo>
                    <a:pt x="107851" y="217939"/>
                  </a:lnTo>
                  <a:lnTo>
                    <a:pt x="108490" y="215383"/>
                  </a:lnTo>
                  <a:lnTo>
                    <a:pt x="108681" y="210453"/>
                  </a:lnTo>
                  <a:lnTo>
                    <a:pt x="109617" y="203582"/>
                  </a:lnTo>
                  <a:lnTo>
                    <a:pt x="109563" y="202760"/>
                  </a:lnTo>
                  <a:lnTo>
                    <a:pt x="108833" y="201832"/>
                  </a:lnTo>
                  <a:lnTo>
                    <a:pt x="106139" y="201079"/>
                  </a:lnTo>
                  <a:lnTo>
                    <a:pt x="105074" y="200371"/>
                  </a:lnTo>
                  <a:lnTo>
                    <a:pt x="105607" y="198994"/>
                  </a:lnTo>
                  <a:lnTo>
                    <a:pt x="106626" y="198058"/>
                  </a:lnTo>
                  <a:lnTo>
                    <a:pt x="108026" y="198096"/>
                  </a:lnTo>
                  <a:lnTo>
                    <a:pt x="109259" y="198971"/>
                  </a:lnTo>
                  <a:lnTo>
                    <a:pt x="113611" y="200775"/>
                  </a:lnTo>
                  <a:lnTo>
                    <a:pt x="115924" y="202289"/>
                  </a:lnTo>
                  <a:lnTo>
                    <a:pt x="118016" y="204176"/>
                  </a:lnTo>
                  <a:close/>
                  <a:moveTo>
                    <a:pt x="168377" y="204617"/>
                  </a:moveTo>
                  <a:lnTo>
                    <a:pt x="167982" y="205728"/>
                  </a:lnTo>
                  <a:lnTo>
                    <a:pt x="167358" y="205416"/>
                  </a:lnTo>
                  <a:lnTo>
                    <a:pt x="166818" y="204914"/>
                  </a:lnTo>
                  <a:lnTo>
                    <a:pt x="166019" y="203232"/>
                  </a:lnTo>
                  <a:lnTo>
                    <a:pt x="165745" y="201999"/>
                  </a:lnTo>
                  <a:lnTo>
                    <a:pt x="166978" y="202692"/>
                  </a:lnTo>
                  <a:lnTo>
                    <a:pt x="167685" y="203917"/>
                  </a:lnTo>
                  <a:lnTo>
                    <a:pt x="168377" y="204617"/>
                  </a:lnTo>
                  <a:close/>
                  <a:moveTo>
                    <a:pt x="163120" y="206839"/>
                  </a:moveTo>
                  <a:lnTo>
                    <a:pt x="160449" y="206976"/>
                  </a:lnTo>
                  <a:lnTo>
                    <a:pt x="159285" y="205986"/>
                  </a:lnTo>
                  <a:lnTo>
                    <a:pt x="157832" y="203080"/>
                  </a:lnTo>
                  <a:lnTo>
                    <a:pt x="159475" y="202449"/>
                  </a:lnTo>
                  <a:lnTo>
                    <a:pt x="161043" y="202616"/>
                  </a:lnTo>
                  <a:lnTo>
                    <a:pt x="162192" y="203643"/>
                  </a:lnTo>
                  <a:lnTo>
                    <a:pt x="163417" y="205591"/>
                  </a:lnTo>
                  <a:lnTo>
                    <a:pt x="163120" y="206839"/>
                  </a:lnTo>
                  <a:close/>
                  <a:moveTo>
                    <a:pt x="162397" y="210065"/>
                  </a:moveTo>
                  <a:lnTo>
                    <a:pt x="163881" y="210825"/>
                  </a:lnTo>
                  <a:lnTo>
                    <a:pt x="165593" y="210521"/>
                  </a:lnTo>
                  <a:lnTo>
                    <a:pt x="167662" y="208802"/>
                  </a:lnTo>
                  <a:lnTo>
                    <a:pt x="169990" y="209426"/>
                  </a:lnTo>
                  <a:lnTo>
                    <a:pt x="171353" y="211959"/>
                  </a:lnTo>
                  <a:lnTo>
                    <a:pt x="172052" y="212910"/>
                  </a:lnTo>
                  <a:lnTo>
                    <a:pt x="172433" y="214561"/>
                  </a:lnTo>
                  <a:lnTo>
                    <a:pt x="172334" y="218525"/>
                  </a:lnTo>
                  <a:lnTo>
                    <a:pt x="171771" y="222117"/>
                  </a:lnTo>
                  <a:lnTo>
                    <a:pt x="172212" y="222855"/>
                  </a:lnTo>
                  <a:lnTo>
                    <a:pt x="173285" y="223501"/>
                  </a:lnTo>
                  <a:lnTo>
                    <a:pt x="174213" y="224293"/>
                  </a:lnTo>
                  <a:lnTo>
                    <a:pt x="174997" y="225312"/>
                  </a:lnTo>
                  <a:lnTo>
                    <a:pt x="175499" y="226446"/>
                  </a:lnTo>
                  <a:lnTo>
                    <a:pt x="175697" y="229200"/>
                  </a:lnTo>
                  <a:lnTo>
                    <a:pt x="177044" y="231521"/>
                  </a:lnTo>
                  <a:lnTo>
                    <a:pt x="177219" y="232426"/>
                  </a:lnTo>
                  <a:lnTo>
                    <a:pt x="176899" y="233377"/>
                  </a:lnTo>
                  <a:lnTo>
                    <a:pt x="174654" y="233195"/>
                  </a:lnTo>
                  <a:lnTo>
                    <a:pt x="174479" y="233994"/>
                  </a:lnTo>
                  <a:lnTo>
                    <a:pt x="174533" y="234983"/>
                  </a:lnTo>
                  <a:lnTo>
                    <a:pt x="173741" y="234359"/>
                  </a:lnTo>
                  <a:lnTo>
                    <a:pt x="172425" y="232091"/>
                  </a:lnTo>
                  <a:lnTo>
                    <a:pt x="171223" y="231140"/>
                  </a:lnTo>
                  <a:lnTo>
                    <a:pt x="171596" y="234815"/>
                  </a:lnTo>
                  <a:lnTo>
                    <a:pt x="171992" y="236573"/>
                  </a:lnTo>
                  <a:lnTo>
                    <a:pt x="172060" y="238346"/>
                  </a:lnTo>
                  <a:lnTo>
                    <a:pt x="169983" y="236991"/>
                  </a:lnTo>
                  <a:lnTo>
                    <a:pt x="167502" y="236154"/>
                  </a:lnTo>
                  <a:lnTo>
                    <a:pt x="166818" y="235432"/>
                  </a:lnTo>
                  <a:lnTo>
                    <a:pt x="167046" y="233134"/>
                  </a:lnTo>
                  <a:lnTo>
                    <a:pt x="167000" y="231993"/>
                  </a:lnTo>
                  <a:lnTo>
                    <a:pt x="165889" y="229573"/>
                  </a:lnTo>
                  <a:lnTo>
                    <a:pt x="167191" y="224338"/>
                  </a:lnTo>
                  <a:lnTo>
                    <a:pt x="167160" y="223266"/>
                  </a:lnTo>
                  <a:lnTo>
                    <a:pt x="166939" y="222193"/>
                  </a:lnTo>
                  <a:lnTo>
                    <a:pt x="165912" y="220070"/>
                  </a:lnTo>
                  <a:lnTo>
                    <a:pt x="164284" y="218290"/>
                  </a:lnTo>
                  <a:lnTo>
                    <a:pt x="163287" y="218290"/>
                  </a:lnTo>
                  <a:lnTo>
                    <a:pt x="160875" y="219537"/>
                  </a:lnTo>
                  <a:lnTo>
                    <a:pt x="159650" y="219126"/>
                  </a:lnTo>
                  <a:lnTo>
                    <a:pt x="158928" y="214219"/>
                  </a:lnTo>
                  <a:lnTo>
                    <a:pt x="157953" y="209456"/>
                  </a:lnTo>
                  <a:lnTo>
                    <a:pt x="157200" y="208239"/>
                  </a:lnTo>
                  <a:lnTo>
                    <a:pt x="156721" y="206960"/>
                  </a:lnTo>
                  <a:lnTo>
                    <a:pt x="157200" y="205903"/>
                  </a:lnTo>
                  <a:lnTo>
                    <a:pt x="158129" y="206336"/>
                  </a:lnTo>
                  <a:lnTo>
                    <a:pt x="159453" y="207592"/>
                  </a:lnTo>
                  <a:lnTo>
                    <a:pt x="161051" y="208315"/>
                  </a:lnTo>
                  <a:lnTo>
                    <a:pt x="161849" y="208946"/>
                  </a:lnTo>
                  <a:lnTo>
                    <a:pt x="162397" y="210065"/>
                  </a:lnTo>
                  <a:close/>
                  <a:moveTo>
                    <a:pt x="61758" y="206116"/>
                  </a:moveTo>
                  <a:lnTo>
                    <a:pt x="62223" y="207257"/>
                  </a:lnTo>
                  <a:lnTo>
                    <a:pt x="61622" y="208977"/>
                  </a:lnTo>
                  <a:lnTo>
                    <a:pt x="61112" y="209349"/>
                  </a:lnTo>
                  <a:lnTo>
                    <a:pt x="60427" y="208634"/>
                  </a:lnTo>
                  <a:lnTo>
                    <a:pt x="58966" y="208132"/>
                  </a:lnTo>
                  <a:lnTo>
                    <a:pt x="58867" y="207204"/>
                  </a:lnTo>
                  <a:lnTo>
                    <a:pt x="59636" y="207227"/>
                  </a:lnTo>
                  <a:lnTo>
                    <a:pt x="61036" y="206321"/>
                  </a:lnTo>
                  <a:lnTo>
                    <a:pt x="61758" y="206116"/>
                  </a:lnTo>
                  <a:close/>
                  <a:moveTo>
                    <a:pt x="7304" y="272599"/>
                  </a:moveTo>
                  <a:lnTo>
                    <a:pt x="5326" y="274151"/>
                  </a:lnTo>
                  <a:lnTo>
                    <a:pt x="5539" y="272234"/>
                  </a:lnTo>
                  <a:lnTo>
                    <a:pt x="6117" y="270431"/>
                  </a:lnTo>
                  <a:lnTo>
                    <a:pt x="8126" y="266726"/>
                  </a:lnTo>
                  <a:lnTo>
                    <a:pt x="9579" y="265584"/>
                  </a:lnTo>
                  <a:lnTo>
                    <a:pt x="11968" y="262670"/>
                  </a:lnTo>
                  <a:lnTo>
                    <a:pt x="13322" y="261255"/>
                  </a:lnTo>
                  <a:lnTo>
                    <a:pt x="16563" y="258463"/>
                  </a:lnTo>
                  <a:lnTo>
                    <a:pt x="19546" y="255404"/>
                  </a:lnTo>
                  <a:lnTo>
                    <a:pt x="20551" y="255176"/>
                  </a:lnTo>
                  <a:lnTo>
                    <a:pt x="21654" y="255130"/>
                  </a:lnTo>
                  <a:lnTo>
                    <a:pt x="22521" y="254780"/>
                  </a:lnTo>
                  <a:lnTo>
                    <a:pt x="24469" y="253129"/>
                  </a:lnTo>
                  <a:lnTo>
                    <a:pt x="29361" y="247620"/>
                  </a:lnTo>
                  <a:lnTo>
                    <a:pt x="33409" y="243512"/>
                  </a:lnTo>
                  <a:lnTo>
                    <a:pt x="37556" y="238315"/>
                  </a:lnTo>
                  <a:lnTo>
                    <a:pt x="39534" y="236801"/>
                  </a:lnTo>
                  <a:lnTo>
                    <a:pt x="40059" y="236246"/>
                  </a:lnTo>
                  <a:lnTo>
                    <a:pt x="43878" y="231452"/>
                  </a:lnTo>
                  <a:lnTo>
                    <a:pt x="45073" y="230752"/>
                  </a:lnTo>
                  <a:lnTo>
                    <a:pt x="46427" y="230250"/>
                  </a:lnTo>
                  <a:lnTo>
                    <a:pt x="47340" y="229603"/>
                  </a:lnTo>
                  <a:lnTo>
                    <a:pt x="48147" y="228789"/>
                  </a:lnTo>
                  <a:lnTo>
                    <a:pt x="49493" y="226705"/>
                  </a:lnTo>
                  <a:lnTo>
                    <a:pt x="50041" y="224262"/>
                  </a:lnTo>
                  <a:lnTo>
                    <a:pt x="49699" y="222885"/>
                  </a:lnTo>
                  <a:lnTo>
                    <a:pt x="48938" y="220853"/>
                  </a:lnTo>
                  <a:lnTo>
                    <a:pt x="49889" y="218076"/>
                  </a:lnTo>
                  <a:lnTo>
                    <a:pt x="50642" y="216798"/>
                  </a:lnTo>
                  <a:lnTo>
                    <a:pt x="53305" y="211153"/>
                  </a:lnTo>
                  <a:lnTo>
                    <a:pt x="54074" y="210011"/>
                  </a:lnTo>
                  <a:lnTo>
                    <a:pt x="55185" y="210727"/>
                  </a:lnTo>
                  <a:lnTo>
                    <a:pt x="55337" y="211738"/>
                  </a:lnTo>
                  <a:lnTo>
                    <a:pt x="54789" y="214120"/>
                  </a:lnTo>
                  <a:lnTo>
                    <a:pt x="54743" y="215314"/>
                  </a:lnTo>
                  <a:lnTo>
                    <a:pt x="55375" y="216524"/>
                  </a:lnTo>
                  <a:lnTo>
                    <a:pt x="54614" y="218525"/>
                  </a:lnTo>
                  <a:lnTo>
                    <a:pt x="56524" y="223836"/>
                  </a:lnTo>
                  <a:lnTo>
                    <a:pt x="57985" y="227191"/>
                  </a:lnTo>
                  <a:lnTo>
                    <a:pt x="58038" y="228302"/>
                  </a:lnTo>
                  <a:lnTo>
                    <a:pt x="56075" y="230311"/>
                  </a:lnTo>
                  <a:lnTo>
                    <a:pt x="54911" y="230920"/>
                  </a:lnTo>
                  <a:lnTo>
                    <a:pt x="52392" y="231460"/>
                  </a:lnTo>
                  <a:lnTo>
                    <a:pt x="51259" y="232046"/>
                  </a:lnTo>
                  <a:lnTo>
                    <a:pt x="49456" y="233674"/>
                  </a:lnTo>
                  <a:lnTo>
                    <a:pt x="48330" y="235820"/>
                  </a:lnTo>
                  <a:lnTo>
                    <a:pt x="48048" y="236930"/>
                  </a:lnTo>
                  <a:lnTo>
                    <a:pt x="47469" y="237783"/>
                  </a:lnTo>
                  <a:lnTo>
                    <a:pt x="42280" y="239236"/>
                  </a:lnTo>
                  <a:lnTo>
                    <a:pt x="39846" y="240187"/>
                  </a:lnTo>
                  <a:lnTo>
                    <a:pt x="38735" y="240902"/>
                  </a:lnTo>
                  <a:lnTo>
                    <a:pt x="38149" y="242066"/>
                  </a:lnTo>
                  <a:lnTo>
                    <a:pt x="38560" y="244121"/>
                  </a:lnTo>
                  <a:lnTo>
                    <a:pt x="34200" y="251524"/>
                  </a:lnTo>
                  <a:lnTo>
                    <a:pt x="32808" y="253456"/>
                  </a:lnTo>
                  <a:lnTo>
                    <a:pt x="31324" y="255107"/>
                  </a:lnTo>
                  <a:lnTo>
                    <a:pt x="29498" y="256279"/>
                  </a:lnTo>
                  <a:lnTo>
                    <a:pt x="26934" y="256994"/>
                  </a:lnTo>
                  <a:lnTo>
                    <a:pt x="24895" y="258425"/>
                  </a:lnTo>
                  <a:lnTo>
                    <a:pt x="23510" y="260958"/>
                  </a:lnTo>
                  <a:lnTo>
                    <a:pt x="21806" y="263241"/>
                  </a:lnTo>
                  <a:lnTo>
                    <a:pt x="19653" y="264938"/>
                  </a:lnTo>
                  <a:lnTo>
                    <a:pt x="17325" y="266429"/>
                  </a:lnTo>
                  <a:lnTo>
                    <a:pt x="15194" y="267517"/>
                  </a:lnTo>
                  <a:lnTo>
                    <a:pt x="12889" y="268285"/>
                  </a:lnTo>
                  <a:lnTo>
                    <a:pt x="12196" y="269282"/>
                  </a:lnTo>
                  <a:lnTo>
                    <a:pt x="11709" y="270515"/>
                  </a:lnTo>
                  <a:lnTo>
                    <a:pt x="10690" y="271093"/>
                  </a:lnTo>
                  <a:lnTo>
                    <a:pt x="9480" y="271420"/>
                  </a:lnTo>
                  <a:lnTo>
                    <a:pt x="7304" y="272599"/>
                  </a:lnTo>
                  <a:close/>
                  <a:moveTo>
                    <a:pt x="144943" y="211358"/>
                  </a:moveTo>
                  <a:lnTo>
                    <a:pt x="146191" y="214226"/>
                  </a:lnTo>
                  <a:lnTo>
                    <a:pt x="144502" y="214211"/>
                  </a:lnTo>
                  <a:lnTo>
                    <a:pt x="143885" y="212126"/>
                  </a:lnTo>
                  <a:lnTo>
                    <a:pt x="144608" y="211449"/>
                  </a:lnTo>
                  <a:lnTo>
                    <a:pt x="144943" y="211358"/>
                  </a:lnTo>
                  <a:close/>
                  <a:moveTo>
                    <a:pt x="136688" y="250907"/>
                  </a:moveTo>
                  <a:lnTo>
                    <a:pt x="135866" y="251478"/>
                  </a:lnTo>
                  <a:lnTo>
                    <a:pt x="135531" y="250055"/>
                  </a:lnTo>
                  <a:lnTo>
                    <a:pt x="135767" y="248138"/>
                  </a:lnTo>
                  <a:lnTo>
                    <a:pt x="137403" y="241442"/>
                  </a:lnTo>
                  <a:lnTo>
                    <a:pt x="137030" y="239769"/>
                  </a:lnTo>
                  <a:lnTo>
                    <a:pt x="139761" y="236033"/>
                  </a:lnTo>
                  <a:lnTo>
                    <a:pt x="141443" y="232533"/>
                  </a:lnTo>
                  <a:lnTo>
                    <a:pt x="143977" y="228850"/>
                  </a:lnTo>
                  <a:lnTo>
                    <a:pt x="144296" y="226940"/>
                  </a:lnTo>
                  <a:lnTo>
                    <a:pt x="146541" y="223296"/>
                  </a:lnTo>
                  <a:lnTo>
                    <a:pt x="148633" y="218267"/>
                  </a:lnTo>
                  <a:lnTo>
                    <a:pt x="148519" y="216600"/>
                  </a:lnTo>
                  <a:lnTo>
                    <a:pt x="149059" y="215771"/>
                  </a:lnTo>
                  <a:lnTo>
                    <a:pt x="149364" y="214508"/>
                  </a:lnTo>
                  <a:lnTo>
                    <a:pt x="149425" y="213435"/>
                  </a:lnTo>
                  <a:lnTo>
                    <a:pt x="150961" y="211564"/>
                  </a:lnTo>
                  <a:lnTo>
                    <a:pt x="151365" y="212781"/>
                  </a:lnTo>
                  <a:lnTo>
                    <a:pt x="150908" y="215170"/>
                  </a:lnTo>
                  <a:lnTo>
                    <a:pt x="150984" y="216319"/>
                  </a:lnTo>
                  <a:lnTo>
                    <a:pt x="151250" y="216859"/>
                  </a:lnTo>
                  <a:lnTo>
                    <a:pt x="151266" y="219081"/>
                  </a:lnTo>
                  <a:lnTo>
                    <a:pt x="150718" y="222489"/>
                  </a:lnTo>
                  <a:lnTo>
                    <a:pt x="151220" y="226423"/>
                  </a:lnTo>
                  <a:lnTo>
                    <a:pt x="150231" y="230425"/>
                  </a:lnTo>
                  <a:lnTo>
                    <a:pt x="149105" y="232221"/>
                  </a:lnTo>
                  <a:lnTo>
                    <a:pt x="147439" y="233491"/>
                  </a:lnTo>
                  <a:lnTo>
                    <a:pt x="145620" y="234283"/>
                  </a:lnTo>
                  <a:lnTo>
                    <a:pt x="143733" y="236276"/>
                  </a:lnTo>
                  <a:lnTo>
                    <a:pt x="142516" y="238604"/>
                  </a:lnTo>
                  <a:lnTo>
                    <a:pt x="142318" y="240727"/>
                  </a:lnTo>
                  <a:lnTo>
                    <a:pt x="139320" y="247879"/>
                  </a:lnTo>
                  <a:lnTo>
                    <a:pt x="136688" y="250907"/>
                  </a:lnTo>
                  <a:close/>
                  <a:moveTo>
                    <a:pt x="131575" y="259193"/>
                  </a:moveTo>
                  <a:lnTo>
                    <a:pt x="130160" y="259421"/>
                  </a:lnTo>
                  <a:lnTo>
                    <a:pt x="128668" y="259300"/>
                  </a:lnTo>
                  <a:lnTo>
                    <a:pt x="127664" y="258242"/>
                  </a:lnTo>
                  <a:lnTo>
                    <a:pt x="125929" y="253692"/>
                  </a:lnTo>
                  <a:lnTo>
                    <a:pt x="123913" y="252581"/>
                  </a:lnTo>
                  <a:lnTo>
                    <a:pt x="121608" y="251744"/>
                  </a:lnTo>
                  <a:lnTo>
                    <a:pt x="120451" y="251037"/>
                  </a:lnTo>
                  <a:lnTo>
                    <a:pt x="119431" y="250185"/>
                  </a:lnTo>
                  <a:lnTo>
                    <a:pt x="116190" y="245642"/>
                  </a:lnTo>
                  <a:lnTo>
                    <a:pt x="115947" y="242865"/>
                  </a:lnTo>
                  <a:lnTo>
                    <a:pt x="116502" y="241290"/>
                  </a:lnTo>
                  <a:lnTo>
                    <a:pt x="117484" y="239883"/>
                  </a:lnTo>
                  <a:lnTo>
                    <a:pt x="118595" y="239502"/>
                  </a:lnTo>
                  <a:lnTo>
                    <a:pt x="121265" y="239449"/>
                  </a:lnTo>
                  <a:lnTo>
                    <a:pt x="122650" y="239266"/>
                  </a:lnTo>
                  <a:lnTo>
                    <a:pt x="125693" y="237182"/>
                  </a:lnTo>
                  <a:lnTo>
                    <a:pt x="125906" y="236360"/>
                  </a:lnTo>
                  <a:lnTo>
                    <a:pt x="125929" y="232928"/>
                  </a:lnTo>
                  <a:lnTo>
                    <a:pt x="125625" y="230532"/>
                  </a:lnTo>
                  <a:lnTo>
                    <a:pt x="124864" y="228188"/>
                  </a:lnTo>
                  <a:lnTo>
                    <a:pt x="125686" y="227115"/>
                  </a:lnTo>
                  <a:lnTo>
                    <a:pt x="126766" y="226058"/>
                  </a:lnTo>
                  <a:lnTo>
                    <a:pt x="127885" y="223988"/>
                  </a:lnTo>
                  <a:lnTo>
                    <a:pt x="128098" y="222535"/>
                  </a:lnTo>
                  <a:lnTo>
                    <a:pt x="128121" y="221013"/>
                  </a:lnTo>
                  <a:lnTo>
                    <a:pt x="128409" y="219925"/>
                  </a:lnTo>
                  <a:lnTo>
                    <a:pt x="129284" y="219377"/>
                  </a:lnTo>
                  <a:lnTo>
                    <a:pt x="133500" y="217719"/>
                  </a:lnTo>
                  <a:lnTo>
                    <a:pt x="134245" y="217605"/>
                  </a:lnTo>
                  <a:lnTo>
                    <a:pt x="139670" y="219142"/>
                  </a:lnTo>
                  <a:lnTo>
                    <a:pt x="140781" y="221455"/>
                  </a:lnTo>
                  <a:lnTo>
                    <a:pt x="140888" y="222216"/>
                  </a:lnTo>
                  <a:lnTo>
                    <a:pt x="140043" y="224780"/>
                  </a:lnTo>
                  <a:lnTo>
                    <a:pt x="139290" y="226499"/>
                  </a:lnTo>
                  <a:lnTo>
                    <a:pt x="137464" y="229162"/>
                  </a:lnTo>
                  <a:lnTo>
                    <a:pt x="136102" y="232038"/>
                  </a:lnTo>
                  <a:lnTo>
                    <a:pt x="135090" y="236367"/>
                  </a:lnTo>
                  <a:lnTo>
                    <a:pt x="134451" y="237775"/>
                  </a:lnTo>
                  <a:lnTo>
                    <a:pt x="132746" y="240484"/>
                  </a:lnTo>
                  <a:lnTo>
                    <a:pt x="132229" y="241967"/>
                  </a:lnTo>
                  <a:lnTo>
                    <a:pt x="132244" y="245186"/>
                  </a:lnTo>
                  <a:lnTo>
                    <a:pt x="131955" y="246373"/>
                  </a:lnTo>
                  <a:lnTo>
                    <a:pt x="131970" y="247514"/>
                  </a:lnTo>
                  <a:lnTo>
                    <a:pt x="135348" y="252878"/>
                  </a:lnTo>
                  <a:lnTo>
                    <a:pt x="135638" y="253722"/>
                  </a:lnTo>
                  <a:lnTo>
                    <a:pt x="135608" y="254681"/>
                  </a:lnTo>
                  <a:lnTo>
                    <a:pt x="135029" y="255876"/>
                  </a:lnTo>
                  <a:lnTo>
                    <a:pt x="133644" y="257938"/>
                  </a:lnTo>
                  <a:lnTo>
                    <a:pt x="132868" y="258661"/>
                  </a:lnTo>
                  <a:lnTo>
                    <a:pt x="131575" y="259193"/>
                  </a:lnTo>
                  <a:close/>
                  <a:moveTo>
                    <a:pt x="121295" y="228873"/>
                  </a:moveTo>
                  <a:lnTo>
                    <a:pt x="120702" y="229170"/>
                  </a:lnTo>
                  <a:lnTo>
                    <a:pt x="120177" y="229132"/>
                  </a:lnTo>
                  <a:lnTo>
                    <a:pt x="118921" y="229908"/>
                  </a:lnTo>
                  <a:lnTo>
                    <a:pt x="118458" y="228455"/>
                  </a:lnTo>
                  <a:lnTo>
                    <a:pt x="118907" y="225974"/>
                  </a:lnTo>
                  <a:lnTo>
                    <a:pt x="120793" y="224080"/>
                  </a:lnTo>
                  <a:lnTo>
                    <a:pt x="121273" y="223486"/>
                  </a:lnTo>
                  <a:lnTo>
                    <a:pt x="121783" y="223136"/>
                  </a:lnTo>
                  <a:lnTo>
                    <a:pt x="122399" y="223098"/>
                  </a:lnTo>
                  <a:lnTo>
                    <a:pt x="122992" y="223836"/>
                  </a:lnTo>
                  <a:lnTo>
                    <a:pt x="123160" y="224954"/>
                  </a:lnTo>
                  <a:lnTo>
                    <a:pt x="121965" y="228333"/>
                  </a:lnTo>
                  <a:lnTo>
                    <a:pt x="121295" y="228873"/>
                  </a:lnTo>
                  <a:close/>
                  <a:moveTo>
                    <a:pt x="156889" y="225997"/>
                  </a:moveTo>
                  <a:lnTo>
                    <a:pt x="156295" y="226096"/>
                  </a:lnTo>
                  <a:lnTo>
                    <a:pt x="157284" y="223829"/>
                  </a:lnTo>
                  <a:lnTo>
                    <a:pt x="158068" y="224156"/>
                  </a:lnTo>
                  <a:lnTo>
                    <a:pt x="158304" y="224407"/>
                  </a:lnTo>
                  <a:lnTo>
                    <a:pt x="158281" y="225426"/>
                  </a:lnTo>
                  <a:lnTo>
                    <a:pt x="156889" y="225997"/>
                  </a:lnTo>
                  <a:close/>
                  <a:moveTo>
                    <a:pt x="62930" y="228584"/>
                  </a:moveTo>
                  <a:lnTo>
                    <a:pt x="60298" y="229246"/>
                  </a:lnTo>
                  <a:lnTo>
                    <a:pt x="59689" y="227169"/>
                  </a:lnTo>
                  <a:lnTo>
                    <a:pt x="61553" y="225259"/>
                  </a:lnTo>
                  <a:lnTo>
                    <a:pt x="63646" y="226027"/>
                  </a:lnTo>
                  <a:lnTo>
                    <a:pt x="64893" y="226773"/>
                  </a:lnTo>
                  <a:lnTo>
                    <a:pt x="64307" y="227450"/>
                  </a:lnTo>
                  <a:lnTo>
                    <a:pt x="62930" y="228584"/>
                  </a:lnTo>
                  <a:close/>
                  <a:moveTo>
                    <a:pt x="186220" y="240902"/>
                  </a:moveTo>
                  <a:lnTo>
                    <a:pt x="185847" y="241503"/>
                  </a:lnTo>
                  <a:lnTo>
                    <a:pt x="185337" y="240263"/>
                  </a:lnTo>
                  <a:lnTo>
                    <a:pt x="184097" y="239099"/>
                  </a:lnTo>
                  <a:lnTo>
                    <a:pt x="182902" y="237121"/>
                  </a:lnTo>
                  <a:lnTo>
                    <a:pt x="182058" y="236504"/>
                  </a:lnTo>
                  <a:lnTo>
                    <a:pt x="182636" y="234937"/>
                  </a:lnTo>
                  <a:lnTo>
                    <a:pt x="182689" y="232388"/>
                  </a:lnTo>
                  <a:lnTo>
                    <a:pt x="183876" y="231224"/>
                  </a:lnTo>
                  <a:lnTo>
                    <a:pt x="184424" y="230882"/>
                  </a:lnTo>
                  <a:lnTo>
                    <a:pt x="185322" y="229641"/>
                  </a:lnTo>
                  <a:lnTo>
                    <a:pt x="185725" y="229573"/>
                  </a:lnTo>
                  <a:lnTo>
                    <a:pt x="186105" y="230608"/>
                  </a:lnTo>
                  <a:lnTo>
                    <a:pt x="185299" y="233773"/>
                  </a:lnTo>
                  <a:lnTo>
                    <a:pt x="186509" y="237516"/>
                  </a:lnTo>
                  <a:lnTo>
                    <a:pt x="186098" y="239852"/>
                  </a:lnTo>
                  <a:lnTo>
                    <a:pt x="186273" y="240377"/>
                  </a:lnTo>
                  <a:lnTo>
                    <a:pt x="186220" y="240902"/>
                  </a:lnTo>
                  <a:close/>
                  <a:moveTo>
                    <a:pt x="162816" y="243641"/>
                  </a:moveTo>
                  <a:lnTo>
                    <a:pt x="162610" y="244432"/>
                  </a:lnTo>
                  <a:lnTo>
                    <a:pt x="160928" y="244372"/>
                  </a:lnTo>
                  <a:lnTo>
                    <a:pt x="160327" y="244493"/>
                  </a:lnTo>
                  <a:lnTo>
                    <a:pt x="158745" y="246517"/>
                  </a:lnTo>
                  <a:lnTo>
                    <a:pt x="157816" y="247027"/>
                  </a:lnTo>
                  <a:lnTo>
                    <a:pt x="152750" y="247689"/>
                  </a:lnTo>
                  <a:lnTo>
                    <a:pt x="148762" y="247156"/>
                  </a:lnTo>
                  <a:lnTo>
                    <a:pt x="147393" y="246045"/>
                  </a:lnTo>
                  <a:lnTo>
                    <a:pt x="146503" y="244212"/>
                  </a:lnTo>
                  <a:lnTo>
                    <a:pt x="146229" y="243002"/>
                  </a:lnTo>
                  <a:lnTo>
                    <a:pt x="147233" y="241678"/>
                  </a:lnTo>
                  <a:lnTo>
                    <a:pt x="148192" y="240803"/>
                  </a:lnTo>
                  <a:lnTo>
                    <a:pt x="151418" y="239068"/>
                  </a:lnTo>
                  <a:lnTo>
                    <a:pt x="152148" y="237752"/>
                  </a:lnTo>
                  <a:lnTo>
                    <a:pt x="153838" y="236162"/>
                  </a:lnTo>
                  <a:lnTo>
                    <a:pt x="157314" y="235629"/>
                  </a:lnTo>
                  <a:lnTo>
                    <a:pt x="157649" y="236025"/>
                  </a:lnTo>
                  <a:lnTo>
                    <a:pt x="158113" y="236276"/>
                  </a:lnTo>
                  <a:lnTo>
                    <a:pt x="158814" y="236345"/>
                  </a:lnTo>
                  <a:lnTo>
                    <a:pt x="160541" y="237653"/>
                  </a:lnTo>
                  <a:lnTo>
                    <a:pt x="162473" y="238490"/>
                  </a:lnTo>
                  <a:lnTo>
                    <a:pt x="162002" y="241663"/>
                  </a:lnTo>
                  <a:lnTo>
                    <a:pt x="162580" y="242736"/>
                  </a:lnTo>
                  <a:lnTo>
                    <a:pt x="162816" y="243641"/>
                  </a:lnTo>
                  <a:close/>
                  <a:moveTo>
                    <a:pt x="177485" y="239441"/>
                  </a:moveTo>
                  <a:lnTo>
                    <a:pt x="177629" y="240506"/>
                  </a:lnTo>
                  <a:lnTo>
                    <a:pt x="174890" y="237699"/>
                  </a:lnTo>
                  <a:lnTo>
                    <a:pt x="174335" y="235713"/>
                  </a:lnTo>
                  <a:lnTo>
                    <a:pt x="175248" y="235797"/>
                  </a:lnTo>
                  <a:lnTo>
                    <a:pt x="176420" y="236558"/>
                  </a:lnTo>
                  <a:lnTo>
                    <a:pt x="177485" y="239441"/>
                  </a:lnTo>
                  <a:close/>
                  <a:moveTo>
                    <a:pt x="194102" y="244098"/>
                  </a:moveTo>
                  <a:lnTo>
                    <a:pt x="193836" y="244212"/>
                  </a:lnTo>
                  <a:lnTo>
                    <a:pt x="192649" y="242538"/>
                  </a:lnTo>
                  <a:lnTo>
                    <a:pt x="192808" y="240636"/>
                  </a:lnTo>
                  <a:lnTo>
                    <a:pt x="194414" y="237790"/>
                  </a:lnTo>
                  <a:lnTo>
                    <a:pt x="195601" y="240278"/>
                  </a:lnTo>
                  <a:lnTo>
                    <a:pt x="195586" y="241404"/>
                  </a:lnTo>
                  <a:lnTo>
                    <a:pt x="195418" y="241960"/>
                  </a:lnTo>
                  <a:lnTo>
                    <a:pt x="196529" y="243367"/>
                  </a:lnTo>
                  <a:lnTo>
                    <a:pt x="195760" y="244060"/>
                  </a:lnTo>
                  <a:lnTo>
                    <a:pt x="194102" y="244098"/>
                  </a:lnTo>
                  <a:close/>
                  <a:moveTo>
                    <a:pt x="192969" y="253669"/>
                  </a:moveTo>
                  <a:lnTo>
                    <a:pt x="194710" y="254963"/>
                  </a:lnTo>
                  <a:lnTo>
                    <a:pt x="196971" y="254620"/>
                  </a:lnTo>
                  <a:lnTo>
                    <a:pt x="196940" y="257884"/>
                  </a:lnTo>
                  <a:lnTo>
                    <a:pt x="197305" y="258835"/>
                  </a:lnTo>
                  <a:lnTo>
                    <a:pt x="199352" y="261597"/>
                  </a:lnTo>
                  <a:lnTo>
                    <a:pt x="199672" y="263903"/>
                  </a:lnTo>
                  <a:lnTo>
                    <a:pt x="198462" y="266064"/>
                  </a:lnTo>
                  <a:lnTo>
                    <a:pt x="197556" y="267091"/>
                  </a:lnTo>
                  <a:lnTo>
                    <a:pt x="195867" y="268567"/>
                  </a:lnTo>
                  <a:lnTo>
                    <a:pt x="195829" y="269244"/>
                  </a:lnTo>
                  <a:lnTo>
                    <a:pt x="196544" y="270012"/>
                  </a:lnTo>
                  <a:lnTo>
                    <a:pt x="198880" y="270454"/>
                  </a:lnTo>
                  <a:lnTo>
                    <a:pt x="200645" y="271641"/>
                  </a:lnTo>
                  <a:lnTo>
                    <a:pt x="200957" y="275011"/>
                  </a:lnTo>
                  <a:lnTo>
                    <a:pt x="202646" y="277667"/>
                  </a:lnTo>
                  <a:lnTo>
                    <a:pt x="202601" y="278823"/>
                  </a:lnTo>
                  <a:lnTo>
                    <a:pt x="201931" y="283571"/>
                  </a:lnTo>
                  <a:lnTo>
                    <a:pt x="202144" y="285595"/>
                  </a:lnTo>
                  <a:lnTo>
                    <a:pt x="203407" y="287215"/>
                  </a:lnTo>
                  <a:lnTo>
                    <a:pt x="204472" y="287900"/>
                  </a:lnTo>
                  <a:lnTo>
                    <a:pt x="205020" y="288920"/>
                  </a:lnTo>
                  <a:lnTo>
                    <a:pt x="205515" y="291712"/>
                  </a:lnTo>
                  <a:lnTo>
                    <a:pt x="205423" y="296452"/>
                  </a:lnTo>
                  <a:lnTo>
                    <a:pt x="205264" y="298111"/>
                  </a:lnTo>
                  <a:lnTo>
                    <a:pt x="204518" y="299648"/>
                  </a:lnTo>
                  <a:lnTo>
                    <a:pt x="202213" y="303140"/>
                  </a:lnTo>
                  <a:lnTo>
                    <a:pt x="199124" y="305917"/>
                  </a:lnTo>
                  <a:lnTo>
                    <a:pt x="197473" y="305735"/>
                  </a:lnTo>
                  <a:lnTo>
                    <a:pt x="196947" y="306556"/>
                  </a:lnTo>
                  <a:lnTo>
                    <a:pt x="197975" y="309090"/>
                  </a:lnTo>
                  <a:lnTo>
                    <a:pt x="197564" y="314439"/>
                  </a:lnTo>
                  <a:lnTo>
                    <a:pt x="196887" y="318144"/>
                  </a:lnTo>
                  <a:lnTo>
                    <a:pt x="195883" y="316265"/>
                  </a:lnTo>
                  <a:lnTo>
                    <a:pt x="195182" y="314302"/>
                  </a:lnTo>
                  <a:lnTo>
                    <a:pt x="194551" y="309098"/>
                  </a:lnTo>
                  <a:lnTo>
                    <a:pt x="193759" y="306754"/>
                  </a:lnTo>
                  <a:lnTo>
                    <a:pt x="192519" y="304609"/>
                  </a:lnTo>
                  <a:lnTo>
                    <a:pt x="192025" y="302691"/>
                  </a:lnTo>
                  <a:lnTo>
                    <a:pt x="190739" y="300903"/>
                  </a:lnTo>
                  <a:lnTo>
                    <a:pt x="189095" y="296277"/>
                  </a:lnTo>
                  <a:lnTo>
                    <a:pt x="188007" y="296513"/>
                  </a:lnTo>
                  <a:lnTo>
                    <a:pt x="186204" y="297784"/>
                  </a:lnTo>
                  <a:lnTo>
                    <a:pt x="185801" y="298651"/>
                  </a:lnTo>
                  <a:lnTo>
                    <a:pt x="185588" y="299967"/>
                  </a:lnTo>
                  <a:lnTo>
                    <a:pt x="185170" y="301154"/>
                  </a:lnTo>
                  <a:lnTo>
                    <a:pt x="183070" y="303049"/>
                  </a:lnTo>
                  <a:lnTo>
                    <a:pt x="181411" y="305301"/>
                  </a:lnTo>
                  <a:lnTo>
                    <a:pt x="180049" y="307766"/>
                  </a:lnTo>
                  <a:lnTo>
                    <a:pt x="179615" y="310026"/>
                  </a:lnTo>
                  <a:lnTo>
                    <a:pt x="180726" y="311791"/>
                  </a:lnTo>
                  <a:lnTo>
                    <a:pt x="181867" y="312506"/>
                  </a:lnTo>
                  <a:lnTo>
                    <a:pt x="183533" y="314089"/>
                  </a:lnTo>
                  <a:lnTo>
                    <a:pt x="184043" y="314812"/>
                  </a:lnTo>
                  <a:lnTo>
                    <a:pt x="185793" y="319947"/>
                  </a:lnTo>
                  <a:lnTo>
                    <a:pt x="185732" y="325205"/>
                  </a:lnTo>
                  <a:lnTo>
                    <a:pt x="184454" y="327518"/>
                  </a:lnTo>
                  <a:lnTo>
                    <a:pt x="181206" y="331908"/>
                  </a:lnTo>
                  <a:lnTo>
                    <a:pt x="178862" y="333301"/>
                  </a:lnTo>
                  <a:lnTo>
                    <a:pt x="177614" y="332593"/>
                  </a:lnTo>
                  <a:lnTo>
                    <a:pt x="176610" y="329930"/>
                  </a:lnTo>
                  <a:lnTo>
                    <a:pt x="176450" y="328834"/>
                  </a:lnTo>
                  <a:lnTo>
                    <a:pt x="177127" y="326331"/>
                  </a:lnTo>
                  <a:lnTo>
                    <a:pt x="177203" y="324041"/>
                  </a:lnTo>
                  <a:lnTo>
                    <a:pt x="176412" y="323265"/>
                  </a:lnTo>
                  <a:lnTo>
                    <a:pt x="175552" y="323417"/>
                  </a:lnTo>
                  <a:lnTo>
                    <a:pt x="175187" y="323744"/>
                  </a:lnTo>
                  <a:lnTo>
                    <a:pt x="173095" y="326749"/>
                  </a:lnTo>
                  <a:lnTo>
                    <a:pt x="172227" y="327510"/>
                  </a:lnTo>
                  <a:lnTo>
                    <a:pt x="170942" y="327617"/>
                  </a:lnTo>
                  <a:lnTo>
                    <a:pt x="169922" y="327411"/>
                  </a:lnTo>
                  <a:lnTo>
                    <a:pt x="163713" y="324786"/>
                  </a:lnTo>
                  <a:lnTo>
                    <a:pt x="158638" y="322200"/>
                  </a:lnTo>
                  <a:lnTo>
                    <a:pt x="154667" y="319780"/>
                  </a:lnTo>
                  <a:lnTo>
                    <a:pt x="151791" y="316128"/>
                  </a:lnTo>
                  <a:lnTo>
                    <a:pt x="151190" y="313397"/>
                  </a:lnTo>
                  <a:lnTo>
                    <a:pt x="151152" y="310536"/>
                  </a:lnTo>
                  <a:lnTo>
                    <a:pt x="149866" y="306343"/>
                  </a:lnTo>
                  <a:lnTo>
                    <a:pt x="149713" y="304913"/>
                  </a:lnTo>
                  <a:lnTo>
                    <a:pt x="149805" y="303543"/>
                  </a:lnTo>
                  <a:lnTo>
                    <a:pt x="151091" y="300972"/>
                  </a:lnTo>
                  <a:lnTo>
                    <a:pt x="152635" y="299671"/>
                  </a:lnTo>
                  <a:lnTo>
                    <a:pt x="153503" y="298735"/>
                  </a:lnTo>
                  <a:lnTo>
                    <a:pt x="154195" y="297700"/>
                  </a:lnTo>
                  <a:lnTo>
                    <a:pt x="154674" y="296315"/>
                  </a:lnTo>
                  <a:lnTo>
                    <a:pt x="154537" y="294938"/>
                  </a:lnTo>
                  <a:lnTo>
                    <a:pt x="154020" y="294078"/>
                  </a:lnTo>
                  <a:lnTo>
                    <a:pt x="151578" y="291058"/>
                  </a:lnTo>
                  <a:lnTo>
                    <a:pt x="149455" y="289201"/>
                  </a:lnTo>
                  <a:lnTo>
                    <a:pt x="145110" y="287535"/>
                  </a:lnTo>
                  <a:lnTo>
                    <a:pt x="144098" y="286614"/>
                  </a:lnTo>
                  <a:lnTo>
                    <a:pt x="142988" y="285922"/>
                  </a:lnTo>
                  <a:lnTo>
                    <a:pt x="141778" y="285625"/>
                  </a:lnTo>
                  <a:lnTo>
                    <a:pt x="140591" y="285618"/>
                  </a:lnTo>
                  <a:lnTo>
                    <a:pt x="139305" y="286135"/>
                  </a:lnTo>
                  <a:lnTo>
                    <a:pt x="138970" y="287238"/>
                  </a:lnTo>
                  <a:lnTo>
                    <a:pt x="139062" y="288227"/>
                  </a:lnTo>
                  <a:lnTo>
                    <a:pt x="138947" y="289186"/>
                  </a:lnTo>
                  <a:lnTo>
                    <a:pt x="137129" y="294702"/>
                  </a:lnTo>
                  <a:lnTo>
                    <a:pt x="134801" y="293492"/>
                  </a:lnTo>
                  <a:lnTo>
                    <a:pt x="132579" y="292092"/>
                  </a:lnTo>
                  <a:lnTo>
                    <a:pt x="131993" y="291111"/>
                  </a:lnTo>
                  <a:lnTo>
                    <a:pt x="131742" y="289939"/>
                  </a:lnTo>
                  <a:lnTo>
                    <a:pt x="131362" y="289148"/>
                  </a:lnTo>
                  <a:lnTo>
                    <a:pt x="130844" y="288433"/>
                  </a:lnTo>
                  <a:lnTo>
                    <a:pt x="129825" y="290274"/>
                  </a:lnTo>
                  <a:lnTo>
                    <a:pt x="128554" y="291727"/>
                  </a:lnTo>
                  <a:lnTo>
                    <a:pt x="127002" y="292062"/>
                  </a:lnTo>
                  <a:lnTo>
                    <a:pt x="125427" y="292085"/>
                  </a:lnTo>
                  <a:lnTo>
                    <a:pt x="124910" y="291453"/>
                  </a:lnTo>
                  <a:lnTo>
                    <a:pt x="124339" y="287946"/>
                  </a:lnTo>
                  <a:lnTo>
                    <a:pt x="122673" y="286835"/>
                  </a:lnTo>
                  <a:lnTo>
                    <a:pt x="120588" y="287071"/>
                  </a:lnTo>
                  <a:lnTo>
                    <a:pt x="118062" y="289003"/>
                  </a:lnTo>
                  <a:lnTo>
                    <a:pt x="117567" y="289726"/>
                  </a:lnTo>
                  <a:lnTo>
                    <a:pt x="117012" y="291393"/>
                  </a:lnTo>
                  <a:lnTo>
                    <a:pt x="114265" y="296125"/>
                  </a:lnTo>
                  <a:lnTo>
                    <a:pt x="112812" y="299762"/>
                  </a:lnTo>
                  <a:lnTo>
                    <a:pt x="111199" y="303307"/>
                  </a:lnTo>
                  <a:lnTo>
                    <a:pt x="110484" y="304472"/>
                  </a:lnTo>
                  <a:lnTo>
                    <a:pt x="109533" y="305240"/>
                  </a:lnTo>
                  <a:lnTo>
                    <a:pt x="108034" y="304921"/>
                  </a:lnTo>
                  <a:lnTo>
                    <a:pt x="106672" y="304076"/>
                  </a:lnTo>
                  <a:lnTo>
                    <a:pt x="105394" y="301793"/>
                  </a:lnTo>
                  <a:lnTo>
                    <a:pt x="105828" y="299138"/>
                  </a:lnTo>
                  <a:lnTo>
                    <a:pt x="107258" y="297441"/>
                  </a:lnTo>
                  <a:lnTo>
                    <a:pt x="108452" y="295630"/>
                  </a:lnTo>
                  <a:lnTo>
                    <a:pt x="109891" y="289293"/>
                  </a:lnTo>
                  <a:lnTo>
                    <a:pt x="110004" y="287040"/>
                  </a:lnTo>
                  <a:lnTo>
                    <a:pt x="110256" y="286074"/>
                  </a:lnTo>
                  <a:lnTo>
                    <a:pt x="112637" y="283191"/>
                  </a:lnTo>
                  <a:lnTo>
                    <a:pt x="114646" y="281402"/>
                  </a:lnTo>
                  <a:lnTo>
                    <a:pt x="115703" y="281030"/>
                  </a:lnTo>
                  <a:lnTo>
                    <a:pt x="120032" y="280010"/>
                  </a:lnTo>
                  <a:lnTo>
                    <a:pt x="121813" y="279158"/>
                  </a:lnTo>
                  <a:lnTo>
                    <a:pt x="124620" y="279143"/>
                  </a:lnTo>
                  <a:lnTo>
                    <a:pt x="126903" y="278656"/>
                  </a:lnTo>
                  <a:lnTo>
                    <a:pt x="128722" y="277279"/>
                  </a:lnTo>
                  <a:lnTo>
                    <a:pt x="128859" y="275856"/>
                  </a:lnTo>
                  <a:lnTo>
                    <a:pt x="128775" y="274372"/>
                  </a:lnTo>
                  <a:lnTo>
                    <a:pt x="129178" y="273467"/>
                  </a:lnTo>
                  <a:lnTo>
                    <a:pt x="129878" y="272706"/>
                  </a:lnTo>
                  <a:lnTo>
                    <a:pt x="130852" y="271702"/>
                  </a:lnTo>
                  <a:lnTo>
                    <a:pt x="131948" y="270948"/>
                  </a:lnTo>
                  <a:lnTo>
                    <a:pt x="135060" y="270401"/>
                  </a:lnTo>
                  <a:lnTo>
                    <a:pt x="136094" y="269777"/>
                  </a:lnTo>
                  <a:lnTo>
                    <a:pt x="136924" y="268810"/>
                  </a:lnTo>
                  <a:lnTo>
                    <a:pt x="138080" y="266923"/>
                  </a:lnTo>
                  <a:lnTo>
                    <a:pt x="139457" y="267395"/>
                  </a:lnTo>
                  <a:lnTo>
                    <a:pt x="140842" y="268126"/>
                  </a:lnTo>
                  <a:lnTo>
                    <a:pt x="143330" y="268704"/>
                  </a:lnTo>
                  <a:lnTo>
                    <a:pt x="145529" y="270271"/>
                  </a:lnTo>
                  <a:lnTo>
                    <a:pt x="146944" y="272736"/>
                  </a:lnTo>
                  <a:lnTo>
                    <a:pt x="147180" y="273954"/>
                  </a:lnTo>
                  <a:lnTo>
                    <a:pt x="147545" y="277963"/>
                  </a:lnTo>
                  <a:lnTo>
                    <a:pt x="147035" y="278899"/>
                  </a:lnTo>
                  <a:lnTo>
                    <a:pt x="144890" y="280763"/>
                  </a:lnTo>
                  <a:lnTo>
                    <a:pt x="145879" y="280961"/>
                  </a:lnTo>
                  <a:lnTo>
                    <a:pt x="148694" y="279264"/>
                  </a:lnTo>
                  <a:lnTo>
                    <a:pt x="150102" y="278610"/>
                  </a:lnTo>
                  <a:lnTo>
                    <a:pt x="153571" y="277697"/>
                  </a:lnTo>
                  <a:lnTo>
                    <a:pt x="154385" y="277096"/>
                  </a:lnTo>
                  <a:lnTo>
                    <a:pt x="154987" y="276198"/>
                  </a:lnTo>
                  <a:lnTo>
                    <a:pt x="156211" y="273741"/>
                  </a:lnTo>
                  <a:lnTo>
                    <a:pt x="157101" y="271116"/>
                  </a:lnTo>
                  <a:lnTo>
                    <a:pt x="157809" y="270020"/>
                  </a:lnTo>
                  <a:lnTo>
                    <a:pt x="158806" y="269153"/>
                  </a:lnTo>
                  <a:lnTo>
                    <a:pt x="159803" y="269008"/>
                  </a:lnTo>
                  <a:lnTo>
                    <a:pt x="163447" y="270804"/>
                  </a:lnTo>
                  <a:lnTo>
                    <a:pt x="165783" y="269936"/>
                  </a:lnTo>
                  <a:lnTo>
                    <a:pt x="166437" y="267213"/>
                  </a:lnTo>
                  <a:lnTo>
                    <a:pt x="166970" y="263256"/>
                  </a:lnTo>
                  <a:lnTo>
                    <a:pt x="167389" y="262183"/>
                  </a:lnTo>
                  <a:lnTo>
                    <a:pt x="168727" y="261149"/>
                  </a:lnTo>
                  <a:lnTo>
                    <a:pt x="170325" y="261483"/>
                  </a:lnTo>
                  <a:lnTo>
                    <a:pt x="172516" y="262906"/>
                  </a:lnTo>
                  <a:lnTo>
                    <a:pt x="174540" y="263378"/>
                  </a:lnTo>
                  <a:lnTo>
                    <a:pt x="175293" y="262237"/>
                  </a:lnTo>
                  <a:lnTo>
                    <a:pt x="176009" y="259984"/>
                  </a:lnTo>
                  <a:lnTo>
                    <a:pt x="176823" y="259992"/>
                  </a:lnTo>
                  <a:lnTo>
                    <a:pt x="179547" y="260738"/>
                  </a:lnTo>
                  <a:lnTo>
                    <a:pt x="182179" y="260243"/>
                  </a:lnTo>
                  <a:lnTo>
                    <a:pt x="182925" y="257534"/>
                  </a:lnTo>
                  <a:lnTo>
                    <a:pt x="182431" y="254635"/>
                  </a:lnTo>
                  <a:lnTo>
                    <a:pt x="180369" y="246175"/>
                  </a:lnTo>
                  <a:lnTo>
                    <a:pt x="181593" y="244288"/>
                  </a:lnTo>
                  <a:lnTo>
                    <a:pt x="182659" y="244235"/>
                  </a:lnTo>
                  <a:lnTo>
                    <a:pt x="185253" y="246487"/>
                  </a:lnTo>
                  <a:lnTo>
                    <a:pt x="190252" y="249530"/>
                  </a:lnTo>
                  <a:lnTo>
                    <a:pt x="191919" y="251387"/>
                  </a:lnTo>
                  <a:lnTo>
                    <a:pt x="192969" y="253669"/>
                  </a:lnTo>
                  <a:close/>
                  <a:moveTo>
                    <a:pt x="192207" y="247811"/>
                  </a:moveTo>
                  <a:lnTo>
                    <a:pt x="191820" y="248359"/>
                  </a:lnTo>
                  <a:lnTo>
                    <a:pt x="191173" y="247210"/>
                  </a:lnTo>
                  <a:lnTo>
                    <a:pt x="191736" y="244676"/>
                  </a:lnTo>
                  <a:lnTo>
                    <a:pt x="192147" y="244250"/>
                  </a:lnTo>
                  <a:lnTo>
                    <a:pt x="192679" y="245855"/>
                  </a:lnTo>
                  <a:lnTo>
                    <a:pt x="192207" y="247811"/>
                  </a:lnTo>
                  <a:close/>
                  <a:moveTo>
                    <a:pt x="143673" y="255473"/>
                  </a:moveTo>
                  <a:lnTo>
                    <a:pt x="143855" y="257702"/>
                  </a:lnTo>
                  <a:lnTo>
                    <a:pt x="141892" y="258349"/>
                  </a:lnTo>
                  <a:lnTo>
                    <a:pt x="140317" y="257778"/>
                  </a:lnTo>
                  <a:lnTo>
                    <a:pt x="139305" y="256439"/>
                  </a:lnTo>
                  <a:lnTo>
                    <a:pt x="139313" y="255937"/>
                  </a:lnTo>
                  <a:lnTo>
                    <a:pt x="140195" y="255975"/>
                  </a:lnTo>
                  <a:lnTo>
                    <a:pt x="142135" y="254803"/>
                  </a:lnTo>
                  <a:lnTo>
                    <a:pt x="142752" y="254575"/>
                  </a:lnTo>
                  <a:lnTo>
                    <a:pt x="143673" y="255473"/>
                  </a:lnTo>
                  <a:close/>
                  <a:moveTo>
                    <a:pt x="167358" y="257504"/>
                  </a:moveTo>
                  <a:lnTo>
                    <a:pt x="166749" y="258782"/>
                  </a:lnTo>
                  <a:lnTo>
                    <a:pt x="164352" y="257725"/>
                  </a:lnTo>
                  <a:lnTo>
                    <a:pt x="163782" y="256804"/>
                  </a:lnTo>
                  <a:lnTo>
                    <a:pt x="164086" y="255716"/>
                  </a:lnTo>
                  <a:lnTo>
                    <a:pt x="165258" y="255343"/>
                  </a:lnTo>
                  <a:lnTo>
                    <a:pt x="165867" y="255343"/>
                  </a:lnTo>
                  <a:lnTo>
                    <a:pt x="167008" y="256484"/>
                  </a:lnTo>
                  <a:lnTo>
                    <a:pt x="167358" y="257504"/>
                  </a:lnTo>
                  <a:close/>
                  <a:moveTo>
                    <a:pt x="8248" y="277416"/>
                  </a:moveTo>
                  <a:lnTo>
                    <a:pt x="6794" y="277918"/>
                  </a:lnTo>
                  <a:lnTo>
                    <a:pt x="6475" y="276579"/>
                  </a:lnTo>
                  <a:lnTo>
                    <a:pt x="6657" y="275262"/>
                  </a:lnTo>
                  <a:lnTo>
                    <a:pt x="7700" y="275407"/>
                  </a:lnTo>
                  <a:lnTo>
                    <a:pt x="8209" y="275818"/>
                  </a:lnTo>
                  <a:lnTo>
                    <a:pt x="8248" y="277416"/>
                  </a:lnTo>
                  <a:close/>
                  <a:moveTo>
                    <a:pt x="2366" y="284514"/>
                  </a:moveTo>
                  <a:lnTo>
                    <a:pt x="1255" y="286143"/>
                  </a:lnTo>
                  <a:lnTo>
                    <a:pt x="0" y="284271"/>
                  </a:lnTo>
                  <a:lnTo>
                    <a:pt x="137" y="281661"/>
                  </a:lnTo>
                  <a:lnTo>
                    <a:pt x="525" y="280938"/>
                  </a:lnTo>
                  <a:lnTo>
                    <a:pt x="2297" y="280543"/>
                  </a:lnTo>
                  <a:lnTo>
                    <a:pt x="2366" y="284514"/>
                  </a:lnTo>
                  <a:close/>
                  <a:moveTo>
                    <a:pt x="127436" y="294672"/>
                  </a:moveTo>
                  <a:lnTo>
                    <a:pt x="127672" y="295166"/>
                  </a:lnTo>
                  <a:lnTo>
                    <a:pt x="127573" y="295699"/>
                  </a:lnTo>
                  <a:lnTo>
                    <a:pt x="125351" y="296688"/>
                  </a:lnTo>
                  <a:lnTo>
                    <a:pt x="124605" y="296658"/>
                  </a:lnTo>
                  <a:lnTo>
                    <a:pt x="124430" y="295007"/>
                  </a:lnTo>
                  <a:lnTo>
                    <a:pt x="124978" y="294253"/>
                  </a:lnTo>
                  <a:lnTo>
                    <a:pt x="126028" y="294923"/>
                  </a:lnTo>
                  <a:lnTo>
                    <a:pt x="126956" y="294147"/>
                  </a:lnTo>
                  <a:lnTo>
                    <a:pt x="127436" y="294672"/>
                  </a:lnTo>
                  <a:close/>
                  <a:moveTo>
                    <a:pt x="188243" y="304213"/>
                  </a:moveTo>
                  <a:lnTo>
                    <a:pt x="187909" y="305430"/>
                  </a:lnTo>
                  <a:lnTo>
                    <a:pt x="186592" y="302562"/>
                  </a:lnTo>
                  <a:lnTo>
                    <a:pt x="186075" y="301854"/>
                  </a:lnTo>
                  <a:lnTo>
                    <a:pt x="186744" y="299458"/>
                  </a:lnTo>
                  <a:lnTo>
                    <a:pt x="188213" y="300629"/>
                  </a:lnTo>
                  <a:lnTo>
                    <a:pt x="188243" y="304213"/>
                  </a:lnTo>
                  <a:close/>
                  <a:moveTo>
                    <a:pt x="109411" y="315626"/>
                  </a:moveTo>
                  <a:lnTo>
                    <a:pt x="107250" y="315923"/>
                  </a:lnTo>
                  <a:lnTo>
                    <a:pt x="106558" y="315900"/>
                  </a:lnTo>
                  <a:lnTo>
                    <a:pt x="104861" y="313724"/>
                  </a:lnTo>
                  <a:lnTo>
                    <a:pt x="104701" y="312765"/>
                  </a:lnTo>
                  <a:lnTo>
                    <a:pt x="103339" y="311677"/>
                  </a:lnTo>
                  <a:lnTo>
                    <a:pt x="103834" y="310597"/>
                  </a:lnTo>
                  <a:lnTo>
                    <a:pt x="105599" y="310338"/>
                  </a:lnTo>
                  <a:lnTo>
                    <a:pt x="108658" y="308961"/>
                  </a:lnTo>
                  <a:lnTo>
                    <a:pt x="113565" y="311137"/>
                  </a:lnTo>
                  <a:lnTo>
                    <a:pt x="114326" y="311920"/>
                  </a:lnTo>
                  <a:lnTo>
                    <a:pt x="112797" y="312400"/>
                  </a:lnTo>
                  <a:lnTo>
                    <a:pt x="111709" y="314462"/>
                  </a:lnTo>
                  <a:lnTo>
                    <a:pt x="109411" y="315626"/>
                  </a:lnTo>
                  <a:close/>
                  <a:moveTo>
                    <a:pt x="89469" y="323151"/>
                  </a:moveTo>
                  <a:lnTo>
                    <a:pt x="90633" y="324687"/>
                  </a:lnTo>
                  <a:lnTo>
                    <a:pt x="92094" y="324284"/>
                  </a:lnTo>
                  <a:lnTo>
                    <a:pt x="94422" y="324718"/>
                  </a:lnTo>
                  <a:lnTo>
                    <a:pt x="94917" y="325517"/>
                  </a:lnTo>
                  <a:lnTo>
                    <a:pt x="94841" y="326042"/>
                  </a:lnTo>
                  <a:lnTo>
                    <a:pt x="92353" y="327526"/>
                  </a:lnTo>
                  <a:lnTo>
                    <a:pt x="90717" y="325973"/>
                  </a:lnTo>
                  <a:lnTo>
                    <a:pt x="87833" y="327031"/>
                  </a:lnTo>
                  <a:lnTo>
                    <a:pt x="86456" y="326392"/>
                  </a:lnTo>
                  <a:lnTo>
                    <a:pt x="84577" y="326963"/>
                  </a:lnTo>
                  <a:lnTo>
                    <a:pt x="83420" y="325760"/>
                  </a:lnTo>
                  <a:lnTo>
                    <a:pt x="83892" y="324604"/>
                  </a:lnTo>
                  <a:lnTo>
                    <a:pt x="86874" y="322702"/>
                  </a:lnTo>
                  <a:lnTo>
                    <a:pt x="89469" y="323151"/>
                  </a:lnTo>
                  <a:close/>
                  <a:moveTo>
                    <a:pt x="70067" y="340612"/>
                  </a:moveTo>
                  <a:lnTo>
                    <a:pt x="69489" y="341898"/>
                  </a:lnTo>
                  <a:lnTo>
                    <a:pt x="68811" y="342499"/>
                  </a:lnTo>
                  <a:lnTo>
                    <a:pt x="67929" y="342164"/>
                  </a:lnTo>
                  <a:lnTo>
                    <a:pt x="67252" y="341503"/>
                  </a:lnTo>
                  <a:lnTo>
                    <a:pt x="66871" y="342491"/>
                  </a:lnTo>
                  <a:lnTo>
                    <a:pt x="65007" y="342872"/>
                  </a:lnTo>
                  <a:lnTo>
                    <a:pt x="63828" y="344394"/>
                  </a:lnTo>
                  <a:lnTo>
                    <a:pt x="62108" y="344805"/>
                  </a:lnTo>
                  <a:lnTo>
                    <a:pt x="60906" y="344607"/>
                  </a:lnTo>
                  <a:lnTo>
                    <a:pt x="61036" y="343252"/>
                  </a:lnTo>
                  <a:lnTo>
                    <a:pt x="64361" y="341221"/>
                  </a:lnTo>
                  <a:lnTo>
                    <a:pt x="66430" y="340468"/>
                  </a:lnTo>
                  <a:lnTo>
                    <a:pt x="68249" y="338999"/>
                  </a:lnTo>
                  <a:lnTo>
                    <a:pt x="69162" y="338840"/>
                  </a:lnTo>
                  <a:lnTo>
                    <a:pt x="69626" y="340034"/>
                  </a:lnTo>
                  <a:lnTo>
                    <a:pt x="70067" y="340612"/>
                  </a:lnTo>
                  <a:close/>
                </a:path>
              </a:pathLst>
            </a:custGeom>
            <a:solidFill>
              <a:srgbClr val="2562E8"/>
            </a:solidFill>
            <a:ln w="6168" cap="flat">
              <a:solidFill>
                <a:srgbClr val="2562E8"/>
              </a:solidFill>
              <a:prstDash val="solid"/>
              <a:miter/>
            </a:ln>
          </p:spPr>
          <p:txBody>
            <a:bodyPr/>
            <a:lstStyle/>
            <a:p>
              <a:endParaRPr lang="en-US"/>
            </a:p>
          </p:txBody>
        </p:sp>
        <p:sp>
          <p:nvSpPr>
            <p:cNvPr id="2293" name="Freeform: Shape 2292">
              <a:extLst>
                <a:ext uri="{FF2B5EF4-FFF2-40B4-BE49-F238E27FC236}">
                  <a16:creationId xmlns:a16="http://schemas.microsoft.com/office/drawing/2014/main" id="{6F376D7F-D0C7-FBBB-E88F-D227A721F5A6}"/>
                </a:ext>
              </a:extLst>
            </p:cNvPr>
            <p:cNvSpPr/>
            <p:nvPr/>
          </p:nvSpPr>
          <p:spPr>
            <a:xfrm>
              <a:off x="10873078" y="4156697"/>
              <a:ext cx="362069" cy="328453"/>
            </a:xfrm>
            <a:custGeom>
              <a:avLst/>
              <a:gdLst>
                <a:gd name="csX0" fmla="*/ 298895 w 362069"/>
                <a:gd name="csY0" fmla="*/ 1529 h 328453"/>
                <a:gd name="csX1" fmla="*/ 299922 w 362069"/>
                <a:gd name="csY1" fmla="*/ 2237 h 328453"/>
                <a:gd name="csX2" fmla="*/ 301201 w 362069"/>
                <a:gd name="csY2" fmla="*/ 1818 h 328453"/>
                <a:gd name="csX3" fmla="*/ 303445 w 362069"/>
                <a:gd name="csY3" fmla="*/ 1316 h 328453"/>
                <a:gd name="csX4" fmla="*/ 305393 w 362069"/>
                <a:gd name="csY4" fmla="*/ 1689 h 328453"/>
                <a:gd name="csX5" fmla="*/ 309692 w 362069"/>
                <a:gd name="csY5" fmla="*/ 3279 h 328453"/>
                <a:gd name="csX6" fmla="*/ 310338 w 362069"/>
                <a:gd name="csY6" fmla="*/ 4071 h 328453"/>
                <a:gd name="csX7" fmla="*/ 311350 w 362069"/>
                <a:gd name="csY7" fmla="*/ 7928 h 328453"/>
                <a:gd name="csX8" fmla="*/ 312119 w 362069"/>
                <a:gd name="csY8" fmla="*/ 8278 h 328453"/>
                <a:gd name="csX9" fmla="*/ 314538 w 362069"/>
                <a:gd name="csY9" fmla="*/ 7373 h 328453"/>
                <a:gd name="csX10" fmla="*/ 316539 w 362069"/>
                <a:gd name="csY10" fmla="*/ 7829 h 328453"/>
                <a:gd name="csX11" fmla="*/ 318784 w 362069"/>
                <a:gd name="csY11" fmla="*/ 9077 h 328453"/>
                <a:gd name="csX12" fmla="*/ 320230 w 362069"/>
                <a:gd name="csY12" fmla="*/ 10279 h 328453"/>
                <a:gd name="csX13" fmla="*/ 321188 w 362069"/>
                <a:gd name="csY13" fmla="*/ 11573 h 328453"/>
                <a:gd name="csX14" fmla="*/ 322215 w 362069"/>
                <a:gd name="csY14" fmla="*/ 13673 h 328453"/>
                <a:gd name="csX15" fmla="*/ 322611 w 362069"/>
                <a:gd name="csY15" fmla="*/ 15346 h 328453"/>
                <a:gd name="csX16" fmla="*/ 323098 w 362069"/>
                <a:gd name="csY16" fmla="*/ 17348 h 328453"/>
                <a:gd name="csX17" fmla="*/ 322969 w 362069"/>
                <a:gd name="csY17" fmla="*/ 22978 h 328453"/>
                <a:gd name="csX18" fmla="*/ 322238 w 362069"/>
                <a:gd name="csY18" fmla="*/ 23898 h 328453"/>
                <a:gd name="csX19" fmla="*/ 321614 w 362069"/>
                <a:gd name="csY19" fmla="*/ 25093 h 328453"/>
                <a:gd name="csX20" fmla="*/ 321767 w 362069"/>
                <a:gd name="csY20" fmla="*/ 26135 h 328453"/>
                <a:gd name="csX21" fmla="*/ 322474 w 362069"/>
                <a:gd name="csY21" fmla="*/ 26957 h 328453"/>
                <a:gd name="csX22" fmla="*/ 323867 w 362069"/>
                <a:gd name="csY22" fmla="*/ 27520 h 328453"/>
                <a:gd name="csX23" fmla="*/ 325153 w 362069"/>
                <a:gd name="csY23" fmla="*/ 27870 h 328453"/>
                <a:gd name="csX24" fmla="*/ 325845 w 362069"/>
                <a:gd name="csY24" fmla="*/ 28760 h 328453"/>
                <a:gd name="csX25" fmla="*/ 326796 w 362069"/>
                <a:gd name="csY25" fmla="*/ 31910 h 328453"/>
                <a:gd name="csX26" fmla="*/ 327435 w 362069"/>
                <a:gd name="csY26" fmla="*/ 32397 h 328453"/>
                <a:gd name="csX27" fmla="*/ 329018 w 362069"/>
                <a:gd name="csY27" fmla="*/ 32382 h 328453"/>
                <a:gd name="csX28" fmla="*/ 331878 w 362069"/>
                <a:gd name="csY28" fmla="*/ 31697 h 328453"/>
                <a:gd name="csX29" fmla="*/ 334359 w 362069"/>
                <a:gd name="csY29" fmla="*/ 30617 h 328453"/>
                <a:gd name="csX30" fmla="*/ 335416 w 362069"/>
                <a:gd name="csY30" fmla="*/ 30388 h 328453"/>
                <a:gd name="csX31" fmla="*/ 335675 w 362069"/>
                <a:gd name="csY31" fmla="*/ 33379 h 328453"/>
                <a:gd name="csX32" fmla="*/ 337136 w 362069"/>
                <a:gd name="csY32" fmla="*/ 34520 h 328453"/>
                <a:gd name="csX33" fmla="*/ 339175 w 362069"/>
                <a:gd name="csY33" fmla="*/ 35852 h 328453"/>
                <a:gd name="csX34" fmla="*/ 340020 w 362069"/>
                <a:gd name="csY34" fmla="*/ 36293 h 328453"/>
                <a:gd name="csX35" fmla="*/ 342409 w 362069"/>
                <a:gd name="csY35" fmla="*/ 37556 h 328453"/>
                <a:gd name="csX36" fmla="*/ 346920 w 362069"/>
                <a:gd name="csY36" fmla="*/ 39161 h 328453"/>
                <a:gd name="csX37" fmla="*/ 351295 w 362069"/>
                <a:gd name="csY37" fmla="*/ 40310 h 328453"/>
                <a:gd name="csX38" fmla="*/ 354537 w 362069"/>
                <a:gd name="csY38" fmla="*/ 41162 h 328453"/>
                <a:gd name="csX39" fmla="*/ 356104 w 362069"/>
                <a:gd name="csY39" fmla="*/ 41216 h 328453"/>
                <a:gd name="csX40" fmla="*/ 357222 w 362069"/>
                <a:gd name="csY40" fmla="*/ 41254 h 328453"/>
                <a:gd name="csX41" fmla="*/ 360456 w 362069"/>
                <a:gd name="csY41" fmla="*/ 41025 h 328453"/>
                <a:gd name="csX42" fmla="*/ 362069 w 362069"/>
                <a:gd name="csY42" fmla="*/ 40630 h 328453"/>
                <a:gd name="csX43" fmla="*/ 359878 w 362069"/>
                <a:gd name="csY43" fmla="*/ 41999 h 328453"/>
                <a:gd name="csX44" fmla="*/ 357200 w 362069"/>
                <a:gd name="csY44" fmla="*/ 43688 h 328453"/>
                <a:gd name="csX45" fmla="*/ 354034 w 362069"/>
                <a:gd name="csY45" fmla="*/ 45666 h 328453"/>
                <a:gd name="csX46" fmla="*/ 351250 w 362069"/>
                <a:gd name="csY46" fmla="*/ 47416 h 328453"/>
                <a:gd name="csX47" fmla="*/ 348587 w 362069"/>
                <a:gd name="csY47" fmla="*/ 49083 h 328453"/>
                <a:gd name="csX48" fmla="*/ 346038 w 362069"/>
                <a:gd name="csY48" fmla="*/ 50680 h 328453"/>
                <a:gd name="csX49" fmla="*/ 345650 w 362069"/>
                <a:gd name="csY49" fmla="*/ 51921 h 328453"/>
                <a:gd name="csX50" fmla="*/ 345018 w 362069"/>
                <a:gd name="csY50" fmla="*/ 53739 h 328453"/>
                <a:gd name="csX51" fmla="*/ 342682 w 362069"/>
                <a:gd name="csY51" fmla="*/ 55124 h 328453"/>
                <a:gd name="csX52" fmla="*/ 340354 w 362069"/>
                <a:gd name="csY52" fmla="*/ 56121 h 328453"/>
                <a:gd name="csX53" fmla="*/ 339814 w 362069"/>
                <a:gd name="csY53" fmla="*/ 56707 h 328453"/>
                <a:gd name="csX54" fmla="*/ 339639 w 362069"/>
                <a:gd name="csY54" fmla="*/ 57490 h 328453"/>
                <a:gd name="csX55" fmla="*/ 338513 w 362069"/>
                <a:gd name="csY55" fmla="*/ 59058 h 328453"/>
                <a:gd name="csX56" fmla="*/ 336337 w 362069"/>
                <a:gd name="csY56" fmla="*/ 60382 h 328453"/>
                <a:gd name="csX57" fmla="*/ 334534 w 362069"/>
                <a:gd name="csY57" fmla="*/ 60252 h 328453"/>
                <a:gd name="csX58" fmla="*/ 333392 w 362069"/>
                <a:gd name="csY58" fmla="*/ 59857 h 328453"/>
                <a:gd name="csX59" fmla="*/ 327328 w 362069"/>
                <a:gd name="csY59" fmla="*/ 62139 h 328453"/>
                <a:gd name="csX60" fmla="*/ 324513 w 362069"/>
                <a:gd name="csY60" fmla="*/ 62086 h 328453"/>
                <a:gd name="csX61" fmla="*/ 322322 w 362069"/>
                <a:gd name="csY61" fmla="*/ 63562 h 328453"/>
                <a:gd name="csX62" fmla="*/ 320694 w 362069"/>
                <a:gd name="csY62" fmla="*/ 64916 h 328453"/>
                <a:gd name="csX63" fmla="*/ 317437 w 362069"/>
                <a:gd name="csY63" fmla="*/ 66392 h 328453"/>
                <a:gd name="csX64" fmla="*/ 315223 w 362069"/>
                <a:gd name="csY64" fmla="*/ 66400 h 328453"/>
                <a:gd name="csX65" fmla="*/ 311951 w 362069"/>
                <a:gd name="csY65" fmla="*/ 65525 h 328453"/>
                <a:gd name="csX66" fmla="*/ 307926 w 362069"/>
                <a:gd name="csY66" fmla="*/ 63851 h 328453"/>
                <a:gd name="csX67" fmla="*/ 306298 w 362069"/>
                <a:gd name="csY67" fmla="*/ 62885 h 328453"/>
                <a:gd name="csX68" fmla="*/ 304822 w 362069"/>
                <a:gd name="csY68" fmla="*/ 62938 h 328453"/>
                <a:gd name="csX69" fmla="*/ 301262 w 362069"/>
                <a:gd name="csY69" fmla="*/ 62710 h 328453"/>
                <a:gd name="csX70" fmla="*/ 297777 w 362069"/>
                <a:gd name="csY70" fmla="*/ 61880 h 328453"/>
                <a:gd name="csX71" fmla="*/ 293622 w 362069"/>
                <a:gd name="csY71" fmla="*/ 60899 h 328453"/>
                <a:gd name="csX72" fmla="*/ 291568 w 362069"/>
                <a:gd name="csY72" fmla="*/ 60480 h 328453"/>
                <a:gd name="csX73" fmla="*/ 287353 w 362069"/>
                <a:gd name="csY73" fmla="*/ 59613 h 328453"/>
                <a:gd name="csX74" fmla="*/ 284606 w 362069"/>
                <a:gd name="csY74" fmla="*/ 60770 h 328453"/>
                <a:gd name="csX75" fmla="*/ 282126 w 362069"/>
                <a:gd name="csY75" fmla="*/ 61804 h 328453"/>
                <a:gd name="csX76" fmla="*/ 280109 w 362069"/>
                <a:gd name="csY76" fmla="*/ 62512 h 328453"/>
                <a:gd name="csX77" fmla="*/ 278443 w 362069"/>
                <a:gd name="csY77" fmla="*/ 65723 h 328453"/>
                <a:gd name="csX78" fmla="*/ 277736 w 362069"/>
                <a:gd name="csY78" fmla="*/ 66856 h 328453"/>
                <a:gd name="csX79" fmla="*/ 276929 w 362069"/>
                <a:gd name="csY79" fmla="*/ 68469 h 328453"/>
                <a:gd name="csX80" fmla="*/ 276549 w 362069"/>
                <a:gd name="csY80" fmla="*/ 69611 h 328453"/>
                <a:gd name="csX81" fmla="*/ 276884 w 362069"/>
                <a:gd name="csY81" fmla="*/ 70973 h 328453"/>
                <a:gd name="csX82" fmla="*/ 279326 w 362069"/>
                <a:gd name="csY82" fmla="*/ 71931 h 328453"/>
                <a:gd name="csX83" fmla="*/ 280345 w 362069"/>
                <a:gd name="csY83" fmla="*/ 73255 h 328453"/>
                <a:gd name="csX84" fmla="*/ 280498 w 362069"/>
                <a:gd name="csY84" fmla="*/ 74419 h 328453"/>
                <a:gd name="csX85" fmla="*/ 279615 w 362069"/>
                <a:gd name="csY85" fmla="*/ 75614 h 328453"/>
                <a:gd name="csX86" fmla="*/ 278877 w 362069"/>
                <a:gd name="csY86" fmla="*/ 76557 h 328453"/>
                <a:gd name="csX87" fmla="*/ 278885 w 362069"/>
                <a:gd name="csY87" fmla="*/ 77387 h 328453"/>
                <a:gd name="csX88" fmla="*/ 279280 w 362069"/>
                <a:gd name="csY88" fmla="*/ 78224 h 328453"/>
                <a:gd name="csX89" fmla="*/ 279866 w 362069"/>
                <a:gd name="csY89" fmla="*/ 78848 h 328453"/>
                <a:gd name="csX90" fmla="*/ 283336 w 362069"/>
                <a:gd name="csY90" fmla="*/ 79236 h 328453"/>
                <a:gd name="csX91" fmla="*/ 285397 w 362069"/>
                <a:gd name="csY91" fmla="*/ 79243 h 328453"/>
                <a:gd name="csX92" fmla="*/ 286197 w 362069"/>
                <a:gd name="csY92" fmla="*/ 79578 h 328453"/>
                <a:gd name="csX93" fmla="*/ 286296 w 362069"/>
                <a:gd name="csY93" fmla="*/ 80712 h 328453"/>
                <a:gd name="csX94" fmla="*/ 285534 w 362069"/>
                <a:gd name="csY94" fmla="*/ 82233 h 328453"/>
                <a:gd name="csX95" fmla="*/ 282613 w 362069"/>
                <a:gd name="csY95" fmla="*/ 83458 h 328453"/>
                <a:gd name="csX96" fmla="*/ 280962 w 362069"/>
                <a:gd name="csY96" fmla="*/ 84752 h 328453"/>
                <a:gd name="csX97" fmla="*/ 280429 w 362069"/>
                <a:gd name="csY97" fmla="*/ 86464 h 328453"/>
                <a:gd name="csX98" fmla="*/ 280452 w 362069"/>
                <a:gd name="csY98" fmla="*/ 87826 h 328453"/>
                <a:gd name="csX99" fmla="*/ 281022 w 362069"/>
                <a:gd name="csY99" fmla="*/ 88731 h 328453"/>
                <a:gd name="csX100" fmla="*/ 282423 w 362069"/>
                <a:gd name="csY100" fmla="*/ 89773 h 328453"/>
                <a:gd name="csX101" fmla="*/ 283739 w 362069"/>
                <a:gd name="csY101" fmla="*/ 90960 h 328453"/>
                <a:gd name="csX102" fmla="*/ 284142 w 362069"/>
                <a:gd name="csY102" fmla="*/ 91927 h 328453"/>
                <a:gd name="csX103" fmla="*/ 283975 w 362069"/>
                <a:gd name="csY103" fmla="*/ 93250 h 328453"/>
                <a:gd name="csX104" fmla="*/ 283450 w 362069"/>
                <a:gd name="csY104" fmla="*/ 95061 h 328453"/>
                <a:gd name="csX105" fmla="*/ 282012 w 362069"/>
                <a:gd name="csY105" fmla="*/ 97169 h 328453"/>
                <a:gd name="csX106" fmla="*/ 280810 w 362069"/>
                <a:gd name="csY106" fmla="*/ 98668 h 328453"/>
                <a:gd name="csX107" fmla="*/ 280726 w 362069"/>
                <a:gd name="csY107" fmla="*/ 99200 h 328453"/>
                <a:gd name="csX108" fmla="*/ 281022 w 362069"/>
                <a:gd name="csY108" fmla="*/ 100007 h 328453"/>
                <a:gd name="csX109" fmla="*/ 281989 w 362069"/>
                <a:gd name="csY109" fmla="*/ 101179 h 328453"/>
                <a:gd name="csX110" fmla="*/ 283632 w 362069"/>
                <a:gd name="csY110" fmla="*/ 102906 h 328453"/>
                <a:gd name="csX111" fmla="*/ 285679 w 362069"/>
                <a:gd name="csY111" fmla="*/ 104298 h 328453"/>
                <a:gd name="csX112" fmla="*/ 286995 w 362069"/>
                <a:gd name="csY112" fmla="*/ 104686 h 328453"/>
                <a:gd name="csX113" fmla="*/ 287414 w 362069"/>
                <a:gd name="csY113" fmla="*/ 105028 h 328453"/>
                <a:gd name="csX114" fmla="*/ 287825 w 362069"/>
                <a:gd name="csY114" fmla="*/ 106641 h 328453"/>
                <a:gd name="csX115" fmla="*/ 287985 w 362069"/>
                <a:gd name="csY115" fmla="*/ 108338 h 328453"/>
                <a:gd name="csX116" fmla="*/ 287459 w 362069"/>
                <a:gd name="csY116" fmla="*/ 109616 h 328453"/>
                <a:gd name="csX117" fmla="*/ 288509 w 362069"/>
                <a:gd name="csY117" fmla="*/ 110666 h 328453"/>
                <a:gd name="csX118" fmla="*/ 291256 w 362069"/>
                <a:gd name="csY118" fmla="*/ 110613 h 328453"/>
                <a:gd name="csX119" fmla="*/ 293493 w 362069"/>
                <a:gd name="csY119" fmla="*/ 111062 h 328453"/>
                <a:gd name="csX120" fmla="*/ 294436 w 362069"/>
                <a:gd name="csY120" fmla="*/ 110613 h 328453"/>
                <a:gd name="csX121" fmla="*/ 295099 w 362069"/>
                <a:gd name="csY121" fmla="*/ 110948 h 328453"/>
                <a:gd name="csX122" fmla="*/ 294680 w 362069"/>
                <a:gd name="csY122" fmla="*/ 114737 h 328453"/>
                <a:gd name="csX123" fmla="*/ 294984 w 362069"/>
                <a:gd name="csY123" fmla="*/ 116974 h 328453"/>
                <a:gd name="csX124" fmla="*/ 295585 w 362069"/>
                <a:gd name="csY124" fmla="*/ 117605 h 328453"/>
                <a:gd name="csX125" fmla="*/ 297784 w 362069"/>
                <a:gd name="csY125" fmla="*/ 118518 h 328453"/>
                <a:gd name="csX126" fmla="*/ 302015 w 362069"/>
                <a:gd name="csY126" fmla="*/ 118404 h 328453"/>
                <a:gd name="csX127" fmla="*/ 304518 w 362069"/>
                <a:gd name="csY127" fmla="*/ 119462 h 328453"/>
                <a:gd name="csX128" fmla="*/ 307280 w 362069"/>
                <a:gd name="csY128" fmla="*/ 120672 h 328453"/>
                <a:gd name="csX129" fmla="*/ 308748 w 362069"/>
                <a:gd name="csY129" fmla="*/ 122011 h 328453"/>
                <a:gd name="csX130" fmla="*/ 309410 w 362069"/>
                <a:gd name="csY130" fmla="*/ 123008 h 328453"/>
                <a:gd name="csX131" fmla="*/ 309228 w 362069"/>
                <a:gd name="csY131" fmla="*/ 124613 h 328453"/>
                <a:gd name="csX132" fmla="*/ 307713 w 362069"/>
                <a:gd name="csY132" fmla="*/ 126492 h 328453"/>
                <a:gd name="csX133" fmla="*/ 305256 w 362069"/>
                <a:gd name="csY133" fmla="*/ 127390 h 328453"/>
                <a:gd name="csX134" fmla="*/ 303818 w 362069"/>
                <a:gd name="csY134" fmla="*/ 127778 h 328453"/>
                <a:gd name="csX135" fmla="*/ 296727 w 362069"/>
                <a:gd name="csY135" fmla="*/ 131293 h 328453"/>
                <a:gd name="csX136" fmla="*/ 294513 w 362069"/>
                <a:gd name="csY136" fmla="*/ 132777 h 328453"/>
                <a:gd name="csX137" fmla="*/ 292793 w 362069"/>
                <a:gd name="csY137" fmla="*/ 134557 h 328453"/>
                <a:gd name="csX138" fmla="*/ 292162 w 362069"/>
                <a:gd name="csY138" fmla="*/ 135896 h 328453"/>
                <a:gd name="csX139" fmla="*/ 291827 w 362069"/>
                <a:gd name="csY139" fmla="*/ 137197 h 328453"/>
                <a:gd name="csX140" fmla="*/ 293364 w 362069"/>
                <a:gd name="csY140" fmla="*/ 141915 h 328453"/>
                <a:gd name="csX141" fmla="*/ 293622 w 362069"/>
                <a:gd name="csY141" fmla="*/ 143376 h 328453"/>
                <a:gd name="csX142" fmla="*/ 292360 w 362069"/>
                <a:gd name="csY142" fmla="*/ 148450 h 328453"/>
                <a:gd name="csX143" fmla="*/ 291987 w 362069"/>
                <a:gd name="csY143" fmla="*/ 150330 h 328453"/>
                <a:gd name="csX144" fmla="*/ 292466 w 362069"/>
                <a:gd name="csY144" fmla="*/ 151646 h 328453"/>
                <a:gd name="csX145" fmla="*/ 293972 w 362069"/>
                <a:gd name="csY145" fmla="*/ 152133 h 328453"/>
                <a:gd name="csX146" fmla="*/ 294299 w 362069"/>
                <a:gd name="csY146" fmla="*/ 153236 h 328453"/>
                <a:gd name="csX147" fmla="*/ 294444 w 362069"/>
                <a:gd name="csY147" fmla="*/ 154081 h 328453"/>
                <a:gd name="csX148" fmla="*/ 291827 w 362069"/>
                <a:gd name="csY148" fmla="*/ 155937 h 328453"/>
                <a:gd name="csX149" fmla="*/ 289057 w 362069"/>
                <a:gd name="csY149" fmla="*/ 157581 h 328453"/>
                <a:gd name="csX150" fmla="*/ 288182 w 362069"/>
                <a:gd name="csY150" fmla="*/ 157573 h 328453"/>
                <a:gd name="csX151" fmla="*/ 285534 w 362069"/>
                <a:gd name="csY151" fmla="*/ 160655 h 328453"/>
                <a:gd name="csX152" fmla="*/ 281129 w 362069"/>
                <a:gd name="csY152" fmla="*/ 166810 h 328453"/>
                <a:gd name="csX153" fmla="*/ 278786 w 362069"/>
                <a:gd name="csY153" fmla="*/ 168895 h 328453"/>
                <a:gd name="csX154" fmla="*/ 278618 w 362069"/>
                <a:gd name="csY154" fmla="*/ 169907 h 328453"/>
                <a:gd name="csX155" fmla="*/ 278436 w 362069"/>
                <a:gd name="csY155" fmla="*/ 170941 h 328453"/>
                <a:gd name="csX156" fmla="*/ 279326 w 362069"/>
                <a:gd name="csY156" fmla="*/ 172676 h 328453"/>
                <a:gd name="csX157" fmla="*/ 279509 w 362069"/>
                <a:gd name="csY157" fmla="*/ 174145 h 328453"/>
                <a:gd name="csX158" fmla="*/ 278519 w 362069"/>
                <a:gd name="csY158" fmla="*/ 175613 h 328453"/>
                <a:gd name="csX159" fmla="*/ 276861 w 362069"/>
                <a:gd name="csY159" fmla="*/ 177310 h 328453"/>
                <a:gd name="csX160" fmla="*/ 273635 w 362069"/>
                <a:gd name="csY160" fmla="*/ 178778 h 328453"/>
                <a:gd name="csX161" fmla="*/ 269564 w 362069"/>
                <a:gd name="csY161" fmla="*/ 180292 h 328453"/>
                <a:gd name="csX162" fmla="*/ 267738 w 362069"/>
                <a:gd name="csY162" fmla="*/ 181205 h 328453"/>
                <a:gd name="csX163" fmla="*/ 266361 w 362069"/>
                <a:gd name="csY163" fmla="*/ 185162 h 328453"/>
                <a:gd name="csX164" fmla="*/ 265090 w 362069"/>
                <a:gd name="csY164" fmla="*/ 189126 h 328453"/>
                <a:gd name="csX165" fmla="*/ 264520 w 362069"/>
                <a:gd name="csY165" fmla="*/ 190594 h 328453"/>
                <a:gd name="csX166" fmla="*/ 262328 w 362069"/>
                <a:gd name="csY166" fmla="*/ 195152 h 328453"/>
                <a:gd name="csX167" fmla="*/ 258493 w 362069"/>
                <a:gd name="csY167" fmla="*/ 201847 h 328453"/>
                <a:gd name="csX168" fmla="*/ 257520 w 362069"/>
                <a:gd name="csY168" fmla="*/ 203308 h 328453"/>
                <a:gd name="csX169" fmla="*/ 251585 w 362069"/>
                <a:gd name="csY169" fmla="*/ 206527 h 328453"/>
                <a:gd name="csX170" fmla="*/ 245536 w 362069"/>
                <a:gd name="csY170" fmla="*/ 210027 h 328453"/>
                <a:gd name="csX171" fmla="*/ 244463 w 362069"/>
                <a:gd name="csY171" fmla="*/ 211350 h 328453"/>
                <a:gd name="csX172" fmla="*/ 243223 w 362069"/>
                <a:gd name="csY172" fmla="*/ 214531 h 328453"/>
                <a:gd name="csX173" fmla="*/ 242059 w 362069"/>
                <a:gd name="csY173" fmla="*/ 218016 h 328453"/>
                <a:gd name="csX174" fmla="*/ 240971 w 362069"/>
                <a:gd name="csY174" fmla="*/ 219834 h 328453"/>
                <a:gd name="csX175" fmla="*/ 237121 w 362069"/>
                <a:gd name="csY175" fmla="*/ 223912 h 328453"/>
                <a:gd name="csX176" fmla="*/ 235858 w 362069"/>
                <a:gd name="csY176" fmla="*/ 227039 h 328453"/>
                <a:gd name="csX177" fmla="*/ 235455 w 362069"/>
                <a:gd name="csY177" fmla="*/ 229079 h 328453"/>
                <a:gd name="csX178" fmla="*/ 232183 w 362069"/>
                <a:gd name="csY178" fmla="*/ 230220 h 328453"/>
                <a:gd name="csX179" fmla="*/ 228470 w 362069"/>
                <a:gd name="csY179" fmla="*/ 231308 h 328453"/>
                <a:gd name="csX180" fmla="*/ 223068 w 362069"/>
                <a:gd name="csY180" fmla="*/ 231658 h 328453"/>
                <a:gd name="csX181" fmla="*/ 220824 w 362069"/>
                <a:gd name="csY181" fmla="*/ 232228 h 328453"/>
                <a:gd name="csX182" fmla="*/ 214204 w 362069"/>
                <a:gd name="csY182" fmla="*/ 235036 h 328453"/>
                <a:gd name="csX183" fmla="*/ 212561 w 362069"/>
                <a:gd name="csY183" fmla="*/ 235158 h 328453"/>
                <a:gd name="csX184" fmla="*/ 211267 w 362069"/>
                <a:gd name="csY184" fmla="*/ 234693 h 328453"/>
                <a:gd name="csX185" fmla="*/ 210294 w 362069"/>
                <a:gd name="csY185" fmla="*/ 233735 h 328453"/>
                <a:gd name="csX186" fmla="*/ 209388 w 362069"/>
                <a:gd name="csY186" fmla="*/ 232137 h 328453"/>
                <a:gd name="csX187" fmla="*/ 208954 w 362069"/>
                <a:gd name="csY187" fmla="*/ 229679 h 328453"/>
                <a:gd name="csX188" fmla="*/ 207676 w 362069"/>
                <a:gd name="csY188" fmla="*/ 228569 h 328453"/>
                <a:gd name="csX189" fmla="*/ 205957 w 362069"/>
                <a:gd name="csY189" fmla="*/ 227618 h 328453"/>
                <a:gd name="csX190" fmla="*/ 204145 w 362069"/>
                <a:gd name="csY190" fmla="*/ 227579 h 328453"/>
                <a:gd name="csX191" fmla="*/ 202319 w 362069"/>
                <a:gd name="csY191" fmla="*/ 228622 h 328453"/>
                <a:gd name="csX192" fmla="*/ 200745 w 362069"/>
                <a:gd name="csY192" fmla="*/ 229763 h 328453"/>
                <a:gd name="csX193" fmla="*/ 199664 w 362069"/>
                <a:gd name="csY193" fmla="*/ 230707 h 328453"/>
                <a:gd name="csX194" fmla="*/ 198614 w 362069"/>
                <a:gd name="csY194" fmla="*/ 231810 h 328453"/>
                <a:gd name="csX195" fmla="*/ 196583 w 362069"/>
                <a:gd name="csY195" fmla="*/ 235508 h 328453"/>
                <a:gd name="csX196" fmla="*/ 193303 w 362069"/>
                <a:gd name="csY196" fmla="*/ 240811 h 328453"/>
                <a:gd name="csX197" fmla="*/ 189644 w 362069"/>
                <a:gd name="csY197" fmla="*/ 244661 h 328453"/>
                <a:gd name="csX198" fmla="*/ 188289 w 362069"/>
                <a:gd name="csY198" fmla="*/ 245810 h 328453"/>
                <a:gd name="csX199" fmla="*/ 187445 w 362069"/>
                <a:gd name="csY199" fmla="*/ 246685 h 328453"/>
                <a:gd name="csX200" fmla="*/ 186296 w 362069"/>
                <a:gd name="csY200" fmla="*/ 247963 h 328453"/>
                <a:gd name="csX201" fmla="*/ 185634 w 362069"/>
                <a:gd name="csY201" fmla="*/ 249195 h 328453"/>
                <a:gd name="csX202" fmla="*/ 184729 w 362069"/>
                <a:gd name="csY202" fmla="*/ 253220 h 328453"/>
                <a:gd name="csX203" fmla="*/ 184204 w 362069"/>
                <a:gd name="csY203" fmla="*/ 256781 h 328453"/>
                <a:gd name="csX204" fmla="*/ 184447 w 362069"/>
                <a:gd name="csY204" fmla="*/ 257580 h 328453"/>
                <a:gd name="csX205" fmla="*/ 184995 w 362069"/>
                <a:gd name="csY205" fmla="*/ 258257 h 328453"/>
                <a:gd name="csX206" fmla="*/ 186996 w 362069"/>
                <a:gd name="csY206" fmla="*/ 259284 h 328453"/>
                <a:gd name="csX207" fmla="*/ 189879 w 362069"/>
                <a:gd name="csY207" fmla="*/ 261004 h 328453"/>
                <a:gd name="csX208" fmla="*/ 193631 w 362069"/>
                <a:gd name="csY208" fmla="*/ 261978 h 328453"/>
                <a:gd name="csX209" fmla="*/ 196788 w 362069"/>
                <a:gd name="csY209" fmla="*/ 262145 h 328453"/>
                <a:gd name="csX210" fmla="*/ 197975 w 362069"/>
                <a:gd name="csY210" fmla="*/ 262876 h 328453"/>
                <a:gd name="csX211" fmla="*/ 198675 w 362069"/>
                <a:gd name="csY211" fmla="*/ 263865 h 328453"/>
                <a:gd name="csX212" fmla="*/ 198873 w 362069"/>
                <a:gd name="csY212" fmla="*/ 264694 h 328453"/>
                <a:gd name="csX213" fmla="*/ 198706 w 362069"/>
                <a:gd name="csY213" fmla="*/ 267631 h 328453"/>
                <a:gd name="csX214" fmla="*/ 198348 w 362069"/>
                <a:gd name="csY214" fmla="*/ 270781 h 328453"/>
                <a:gd name="csX215" fmla="*/ 197184 w 362069"/>
                <a:gd name="csY215" fmla="*/ 274159 h 328453"/>
                <a:gd name="csX216" fmla="*/ 197199 w 362069"/>
                <a:gd name="csY216" fmla="*/ 276092 h 328453"/>
                <a:gd name="csX217" fmla="*/ 197663 w 362069"/>
                <a:gd name="csY217" fmla="*/ 277986 h 328453"/>
                <a:gd name="csX218" fmla="*/ 201171 w 362069"/>
                <a:gd name="csY218" fmla="*/ 282780 h 328453"/>
                <a:gd name="csX219" fmla="*/ 202464 w 362069"/>
                <a:gd name="csY219" fmla="*/ 283274 h 328453"/>
                <a:gd name="csX220" fmla="*/ 205097 w 362069"/>
                <a:gd name="csY220" fmla="*/ 283381 h 328453"/>
                <a:gd name="csX221" fmla="*/ 206322 w 362069"/>
                <a:gd name="csY221" fmla="*/ 283282 h 328453"/>
                <a:gd name="csX222" fmla="*/ 207684 w 362069"/>
                <a:gd name="csY222" fmla="*/ 282795 h 328453"/>
                <a:gd name="csX223" fmla="*/ 208650 w 362069"/>
                <a:gd name="csY223" fmla="*/ 283130 h 328453"/>
                <a:gd name="csX224" fmla="*/ 209373 w 362069"/>
                <a:gd name="csY224" fmla="*/ 283716 h 328453"/>
                <a:gd name="csX225" fmla="*/ 209555 w 362069"/>
                <a:gd name="csY225" fmla="*/ 284689 h 328453"/>
                <a:gd name="csX226" fmla="*/ 209441 w 362069"/>
                <a:gd name="csY226" fmla="*/ 289460 h 328453"/>
                <a:gd name="csX227" fmla="*/ 210522 w 362069"/>
                <a:gd name="csY227" fmla="*/ 291621 h 328453"/>
                <a:gd name="csX228" fmla="*/ 212614 w 362069"/>
                <a:gd name="csY228" fmla="*/ 294558 h 328453"/>
                <a:gd name="csX229" fmla="*/ 214265 w 362069"/>
                <a:gd name="csY229" fmla="*/ 297913 h 328453"/>
                <a:gd name="csX230" fmla="*/ 215825 w 362069"/>
                <a:gd name="csY230" fmla="*/ 301923 h 328453"/>
                <a:gd name="csX231" fmla="*/ 217324 w 362069"/>
                <a:gd name="csY231" fmla="*/ 305058 h 328453"/>
                <a:gd name="csX232" fmla="*/ 217902 w 362069"/>
                <a:gd name="csY232" fmla="*/ 306693 h 328453"/>
                <a:gd name="csX233" fmla="*/ 216928 w 362069"/>
                <a:gd name="csY233" fmla="*/ 307485 h 328453"/>
                <a:gd name="csX234" fmla="*/ 216373 w 362069"/>
                <a:gd name="csY234" fmla="*/ 308306 h 328453"/>
                <a:gd name="csX235" fmla="*/ 216228 w 362069"/>
                <a:gd name="csY235" fmla="*/ 309402 h 328453"/>
                <a:gd name="csX236" fmla="*/ 216434 w 362069"/>
                <a:gd name="csY236" fmla="*/ 310558 h 328453"/>
                <a:gd name="csX237" fmla="*/ 216304 w 362069"/>
                <a:gd name="csY237" fmla="*/ 311373 h 328453"/>
                <a:gd name="csX238" fmla="*/ 217012 w 362069"/>
                <a:gd name="csY238" fmla="*/ 312377 h 328453"/>
                <a:gd name="csX239" fmla="*/ 217841 w 362069"/>
                <a:gd name="csY239" fmla="*/ 312712 h 328453"/>
                <a:gd name="csX240" fmla="*/ 217818 w 362069"/>
                <a:gd name="csY240" fmla="*/ 313412 h 328453"/>
                <a:gd name="csX241" fmla="*/ 216509 w 362069"/>
                <a:gd name="csY241" fmla="*/ 314317 h 328453"/>
                <a:gd name="csX242" fmla="*/ 215346 w 362069"/>
                <a:gd name="csY242" fmla="*/ 314287 h 328453"/>
                <a:gd name="csX243" fmla="*/ 214447 w 362069"/>
                <a:gd name="csY243" fmla="*/ 314728 h 328453"/>
                <a:gd name="csX244" fmla="*/ 212713 w 362069"/>
                <a:gd name="csY244" fmla="*/ 316630 h 328453"/>
                <a:gd name="csX245" fmla="*/ 211906 w 362069"/>
                <a:gd name="csY245" fmla="*/ 317010 h 328453"/>
                <a:gd name="csX246" fmla="*/ 210818 w 362069"/>
                <a:gd name="csY246" fmla="*/ 317186 h 328453"/>
                <a:gd name="csX247" fmla="*/ 209609 w 362069"/>
                <a:gd name="csY247" fmla="*/ 316995 h 328453"/>
                <a:gd name="csX248" fmla="*/ 207889 w 362069"/>
                <a:gd name="csY248" fmla="*/ 316227 h 328453"/>
                <a:gd name="csX249" fmla="*/ 207394 w 362069"/>
                <a:gd name="csY249" fmla="*/ 315017 h 328453"/>
                <a:gd name="csX250" fmla="*/ 207585 w 362069"/>
                <a:gd name="csY250" fmla="*/ 313746 h 328453"/>
                <a:gd name="csX251" fmla="*/ 207196 w 362069"/>
                <a:gd name="csY251" fmla="*/ 312986 h 328453"/>
                <a:gd name="csX252" fmla="*/ 205964 w 362069"/>
                <a:gd name="csY252" fmla="*/ 313130 h 328453"/>
                <a:gd name="csX253" fmla="*/ 201696 w 362069"/>
                <a:gd name="csY253" fmla="*/ 314431 h 328453"/>
                <a:gd name="csX254" fmla="*/ 197625 w 362069"/>
                <a:gd name="csY254" fmla="*/ 316037 h 328453"/>
                <a:gd name="csX255" fmla="*/ 196918 w 362069"/>
                <a:gd name="csY255" fmla="*/ 317132 h 328453"/>
                <a:gd name="csX256" fmla="*/ 195974 w 362069"/>
                <a:gd name="csY256" fmla="*/ 318266 h 328453"/>
                <a:gd name="csX257" fmla="*/ 194110 w 362069"/>
                <a:gd name="csY257" fmla="*/ 318738 h 328453"/>
                <a:gd name="csX258" fmla="*/ 191356 w 362069"/>
                <a:gd name="csY258" fmla="*/ 318882 h 328453"/>
                <a:gd name="csX259" fmla="*/ 189461 w 362069"/>
                <a:gd name="csY259" fmla="*/ 318707 h 328453"/>
                <a:gd name="csX260" fmla="*/ 187711 w 362069"/>
                <a:gd name="csY260" fmla="*/ 317482 h 328453"/>
                <a:gd name="csX261" fmla="*/ 186113 w 362069"/>
                <a:gd name="csY261" fmla="*/ 316371 h 328453"/>
                <a:gd name="csX262" fmla="*/ 183641 w 362069"/>
                <a:gd name="csY262" fmla="*/ 316318 h 328453"/>
                <a:gd name="csX263" fmla="*/ 179190 w 362069"/>
                <a:gd name="csY263" fmla="*/ 316485 h 328453"/>
                <a:gd name="csX264" fmla="*/ 176725 w 362069"/>
                <a:gd name="csY264" fmla="*/ 316470 h 328453"/>
                <a:gd name="csX265" fmla="*/ 175271 w 362069"/>
                <a:gd name="csY265" fmla="*/ 316059 h 328453"/>
                <a:gd name="csX266" fmla="*/ 173841 w 362069"/>
                <a:gd name="csY266" fmla="*/ 316371 h 328453"/>
                <a:gd name="csX267" fmla="*/ 172053 w 362069"/>
                <a:gd name="csY267" fmla="*/ 315915 h 328453"/>
                <a:gd name="csX268" fmla="*/ 171254 w 362069"/>
                <a:gd name="csY268" fmla="*/ 316524 h 328453"/>
                <a:gd name="csX269" fmla="*/ 170500 w 362069"/>
                <a:gd name="csY269" fmla="*/ 316584 h 328453"/>
                <a:gd name="csX270" fmla="*/ 169899 w 362069"/>
                <a:gd name="csY270" fmla="*/ 315534 h 328453"/>
                <a:gd name="csX271" fmla="*/ 169496 w 362069"/>
                <a:gd name="csY271" fmla="*/ 315420 h 328453"/>
                <a:gd name="csX272" fmla="*/ 169025 w 362069"/>
                <a:gd name="csY272" fmla="*/ 315572 h 328453"/>
                <a:gd name="csX273" fmla="*/ 168606 w 362069"/>
                <a:gd name="csY273" fmla="*/ 315930 h 328453"/>
                <a:gd name="csX274" fmla="*/ 168363 w 362069"/>
                <a:gd name="csY274" fmla="*/ 316547 h 328453"/>
                <a:gd name="csX275" fmla="*/ 168279 w 362069"/>
                <a:gd name="csY275" fmla="*/ 323546 h 328453"/>
                <a:gd name="csX276" fmla="*/ 165342 w 362069"/>
                <a:gd name="csY276" fmla="*/ 323501 h 328453"/>
                <a:gd name="csX277" fmla="*/ 163249 w 362069"/>
                <a:gd name="csY277" fmla="*/ 323485 h 328453"/>
                <a:gd name="csX278" fmla="*/ 160952 w 362069"/>
                <a:gd name="csY278" fmla="*/ 323866 h 328453"/>
                <a:gd name="csX279" fmla="*/ 158852 w 362069"/>
                <a:gd name="csY279" fmla="*/ 324398 h 328453"/>
                <a:gd name="csX280" fmla="*/ 157817 w 362069"/>
                <a:gd name="csY280" fmla="*/ 325038 h 328453"/>
                <a:gd name="csX281" fmla="*/ 156341 w 362069"/>
                <a:gd name="csY281" fmla="*/ 326034 h 328453"/>
                <a:gd name="csX282" fmla="*/ 155991 w 362069"/>
                <a:gd name="csY282" fmla="*/ 327434 h 328453"/>
                <a:gd name="csX283" fmla="*/ 155283 w 362069"/>
                <a:gd name="csY283" fmla="*/ 328454 h 328453"/>
                <a:gd name="csX284" fmla="*/ 154264 w 362069"/>
                <a:gd name="csY284" fmla="*/ 326947 h 328453"/>
                <a:gd name="csX285" fmla="*/ 153610 w 362069"/>
                <a:gd name="csY285" fmla="*/ 326247 h 328453"/>
                <a:gd name="csX286" fmla="*/ 152849 w 362069"/>
                <a:gd name="csY286" fmla="*/ 326765 h 328453"/>
                <a:gd name="csX287" fmla="*/ 151768 w 362069"/>
                <a:gd name="csY287" fmla="*/ 326704 h 328453"/>
                <a:gd name="csX288" fmla="*/ 149821 w 362069"/>
                <a:gd name="csY288" fmla="*/ 324984 h 328453"/>
                <a:gd name="csX289" fmla="*/ 148953 w 362069"/>
                <a:gd name="csY289" fmla="*/ 326719 h 328453"/>
                <a:gd name="csX290" fmla="*/ 145735 w 362069"/>
                <a:gd name="csY290" fmla="*/ 327115 h 328453"/>
                <a:gd name="csX291" fmla="*/ 145331 w 362069"/>
                <a:gd name="csY291" fmla="*/ 325806 h 328453"/>
                <a:gd name="csX292" fmla="*/ 145255 w 362069"/>
                <a:gd name="csY292" fmla="*/ 324589 h 328453"/>
                <a:gd name="csX293" fmla="*/ 143483 w 362069"/>
                <a:gd name="csY293" fmla="*/ 325471 h 328453"/>
                <a:gd name="csX294" fmla="*/ 142212 w 362069"/>
                <a:gd name="csY294" fmla="*/ 324117 h 328453"/>
                <a:gd name="csX295" fmla="*/ 141641 w 362069"/>
                <a:gd name="csY295" fmla="*/ 322298 h 328453"/>
                <a:gd name="csX296" fmla="*/ 141154 w 362069"/>
                <a:gd name="csY296" fmla="*/ 321796 h 328453"/>
                <a:gd name="csX297" fmla="*/ 140599 w 362069"/>
                <a:gd name="csY297" fmla="*/ 321218 h 328453"/>
                <a:gd name="csX298" fmla="*/ 139260 w 362069"/>
                <a:gd name="csY298" fmla="*/ 320594 h 328453"/>
                <a:gd name="csX299" fmla="*/ 138073 w 362069"/>
                <a:gd name="csY299" fmla="*/ 318662 h 328453"/>
                <a:gd name="csX300" fmla="*/ 137959 w 362069"/>
                <a:gd name="csY300" fmla="*/ 316607 h 328453"/>
                <a:gd name="csX301" fmla="*/ 137624 w 362069"/>
                <a:gd name="csY301" fmla="*/ 314165 h 328453"/>
                <a:gd name="csX302" fmla="*/ 135128 w 362069"/>
                <a:gd name="csY302" fmla="*/ 305096 h 328453"/>
                <a:gd name="csX303" fmla="*/ 133614 w 362069"/>
                <a:gd name="csY303" fmla="*/ 304259 h 328453"/>
                <a:gd name="csX304" fmla="*/ 125116 w 362069"/>
                <a:gd name="csY304" fmla="*/ 302645 h 328453"/>
                <a:gd name="csX305" fmla="*/ 124682 w 362069"/>
                <a:gd name="csY305" fmla="*/ 301055 h 328453"/>
                <a:gd name="csX306" fmla="*/ 125268 w 362069"/>
                <a:gd name="csY306" fmla="*/ 296779 h 328453"/>
                <a:gd name="csX307" fmla="*/ 125032 w 362069"/>
                <a:gd name="csY307" fmla="*/ 294078 h 328453"/>
                <a:gd name="csX308" fmla="*/ 122278 w 362069"/>
                <a:gd name="csY308" fmla="*/ 290510 h 328453"/>
                <a:gd name="csX309" fmla="*/ 121509 w 362069"/>
                <a:gd name="csY309" fmla="*/ 288014 h 328453"/>
                <a:gd name="csX310" fmla="*/ 119265 w 362069"/>
                <a:gd name="csY310" fmla="*/ 285876 h 328453"/>
                <a:gd name="csX311" fmla="*/ 117035 w 362069"/>
                <a:gd name="csY311" fmla="*/ 285252 h 328453"/>
                <a:gd name="csX312" fmla="*/ 114783 w 362069"/>
                <a:gd name="csY312" fmla="*/ 285534 h 328453"/>
                <a:gd name="csX313" fmla="*/ 113573 w 362069"/>
                <a:gd name="csY313" fmla="*/ 286378 h 328453"/>
                <a:gd name="csX314" fmla="*/ 112911 w 362069"/>
                <a:gd name="csY314" fmla="*/ 287809 h 328453"/>
                <a:gd name="csX315" fmla="*/ 117720 w 362069"/>
                <a:gd name="csY315" fmla="*/ 287474 h 328453"/>
                <a:gd name="csX316" fmla="*/ 118800 w 362069"/>
                <a:gd name="csY316" fmla="*/ 287999 h 328453"/>
                <a:gd name="csX317" fmla="*/ 120094 w 362069"/>
                <a:gd name="csY317" fmla="*/ 288935 h 328453"/>
                <a:gd name="csX318" fmla="*/ 118717 w 362069"/>
                <a:gd name="csY318" fmla="*/ 288897 h 328453"/>
                <a:gd name="csX319" fmla="*/ 117119 w 362069"/>
                <a:gd name="csY319" fmla="*/ 288456 h 328453"/>
                <a:gd name="csX320" fmla="*/ 115118 w 362069"/>
                <a:gd name="csY320" fmla="*/ 288486 h 328453"/>
                <a:gd name="csX321" fmla="*/ 107623 w 362069"/>
                <a:gd name="csY321" fmla="*/ 289536 h 328453"/>
                <a:gd name="csX322" fmla="*/ 103271 w 362069"/>
                <a:gd name="csY322" fmla="*/ 291050 h 328453"/>
                <a:gd name="csX323" fmla="*/ 97436 w 362069"/>
                <a:gd name="csY323" fmla="*/ 290601 h 328453"/>
                <a:gd name="csX324" fmla="*/ 90070 w 362069"/>
                <a:gd name="csY324" fmla="*/ 292092 h 328453"/>
                <a:gd name="csX325" fmla="*/ 83984 w 362069"/>
                <a:gd name="csY325" fmla="*/ 292176 h 328453"/>
                <a:gd name="csX326" fmla="*/ 81473 w 362069"/>
                <a:gd name="csY326" fmla="*/ 295075 h 328453"/>
                <a:gd name="csX327" fmla="*/ 80080 w 362069"/>
                <a:gd name="csY327" fmla="*/ 294550 h 328453"/>
                <a:gd name="csX328" fmla="*/ 79015 w 362069"/>
                <a:gd name="csY328" fmla="*/ 293843 h 328453"/>
                <a:gd name="csX329" fmla="*/ 70646 w 362069"/>
                <a:gd name="csY329" fmla="*/ 291567 h 328453"/>
                <a:gd name="csX330" fmla="*/ 70068 w 362069"/>
                <a:gd name="csY330" fmla="*/ 290616 h 328453"/>
                <a:gd name="csX331" fmla="*/ 68668 w 362069"/>
                <a:gd name="csY331" fmla="*/ 289932 h 328453"/>
                <a:gd name="csX332" fmla="*/ 67130 w 362069"/>
                <a:gd name="csY332" fmla="*/ 291149 h 328453"/>
                <a:gd name="csX333" fmla="*/ 66027 w 362069"/>
                <a:gd name="csY333" fmla="*/ 291347 h 328453"/>
                <a:gd name="csX334" fmla="*/ 61439 w 362069"/>
                <a:gd name="csY334" fmla="*/ 290335 h 328453"/>
                <a:gd name="csX335" fmla="*/ 57932 w 362069"/>
                <a:gd name="csY335" fmla="*/ 291103 h 328453"/>
                <a:gd name="csX336" fmla="*/ 56631 w 362069"/>
                <a:gd name="csY336" fmla="*/ 292412 h 328453"/>
                <a:gd name="csX337" fmla="*/ 56540 w 362069"/>
                <a:gd name="csY337" fmla="*/ 294444 h 328453"/>
                <a:gd name="csX338" fmla="*/ 52157 w 362069"/>
                <a:gd name="csY338" fmla="*/ 294048 h 328453"/>
                <a:gd name="csX339" fmla="*/ 49677 w 362069"/>
                <a:gd name="csY339" fmla="*/ 293409 h 328453"/>
                <a:gd name="csX340" fmla="*/ 46374 w 362069"/>
                <a:gd name="csY340" fmla="*/ 294116 h 328453"/>
                <a:gd name="csX341" fmla="*/ 38888 w 362069"/>
                <a:gd name="csY341" fmla="*/ 293181 h 328453"/>
                <a:gd name="csX342" fmla="*/ 36925 w 362069"/>
                <a:gd name="csY342" fmla="*/ 293409 h 328453"/>
                <a:gd name="csX343" fmla="*/ 34193 w 362069"/>
                <a:gd name="csY343" fmla="*/ 294763 h 328453"/>
                <a:gd name="csX344" fmla="*/ 33052 w 362069"/>
                <a:gd name="csY344" fmla="*/ 295813 h 328453"/>
                <a:gd name="csX345" fmla="*/ 31431 w 362069"/>
                <a:gd name="csY345" fmla="*/ 296224 h 328453"/>
                <a:gd name="csX346" fmla="*/ 30001 w 362069"/>
                <a:gd name="csY346" fmla="*/ 294763 h 328453"/>
                <a:gd name="csX347" fmla="*/ 28936 w 362069"/>
                <a:gd name="csY347" fmla="*/ 294116 h 328453"/>
                <a:gd name="csX348" fmla="*/ 27947 w 362069"/>
                <a:gd name="csY348" fmla="*/ 294543 h 328453"/>
                <a:gd name="csX349" fmla="*/ 26607 w 362069"/>
                <a:gd name="csY349" fmla="*/ 295745 h 328453"/>
                <a:gd name="csX350" fmla="*/ 22727 w 362069"/>
                <a:gd name="csY350" fmla="*/ 296308 h 328453"/>
                <a:gd name="csX351" fmla="*/ 19219 w 362069"/>
                <a:gd name="csY351" fmla="*/ 296148 h 328453"/>
                <a:gd name="csX352" fmla="*/ 15446 w 362069"/>
                <a:gd name="csY352" fmla="*/ 295022 h 328453"/>
                <a:gd name="csX353" fmla="*/ 15895 w 362069"/>
                <a:gd name="csY353" fmla="*/ 294641 h 328453"/>
                <a:gd name="csX354" fmla="*/ 16480 w 362069"/>
                <a:gd name="csY354" fmla="*/ 292678 h 328453"/>
                <a:gd name="csX355" fmla="*/ 17006 w 362069"/>
                <a:gd name="csY355" fmla="*/ 285656 h 328453"/>
                <a:gd name="csX356" fmla="*/ 17675 w 362069"/>
                <a:gd name="csY356" fmla="*/ 283114 h 328453"/>
                <a:gd name="csX357" fmla="*/ 17477 w 362069"/>
                <a:gd name="csY357" fmla="*/ 281730 h 328453"/>
                <a:gd name="csX358" fmla="*/ 17614 w 362069"/>
                <a:gd name="csY358" fmla="*/ 281311 h 328453"/>
                <a:gd name="csX359" fmla="*/ 19098 w 362069"/>
                <a:gd name="csY359" fmla="*/ 280079 h 328453"/>
                <a:gd name="csX360" fmla="*/ 19455 w 362069"/>
                <a:gd name="csY360" fmla="*/ 279561 h 328453"/>
                <a:gd name="csX361" fmla="*/ 20018 w 362069"/>
                <a:gd name="csY361" fmla="*/ 275955 h 328453"/>
                <a:gd name="csX362" fmla="*/ 20642 w 362069"/>
                <a:gd name="csY362" fmla="*/ 271953 h 328453"/>
                <a:gd name="csX363" fmla="*/ 21335 w 362069"/>
                <a:gd name="csY363" fmla="*/ 270515 h 328453"/>
                <a:gd name="csX364" fmla="*/ 21913 w 362069"/>
                <a:gd name="csY364" fmla="*/ 270127 h 328453"/>
                <a:gd name="csX365" fmla="*/ 26592 w 362069"/>
                <a:gd name="csY365" fmla="*/ 268323 h 328453"/>
                <a:gd name="csX366" fmla="*/ 27391 w 362069"/>
                <a:gd name="csY366" fmla="*/ 267129 h 328453"/>
                <a:gd name="csX367" fmla="*/ 29803 w 362069"/>
                <a:gd name="csY367" fmla="*/ 267410 h 328453"/>
                <a:gd name="csX368" fmla="*/ 30024 w 362069"/>
                <a:gd name="csY368" fmla="*/ 267121 h 328453"/>
                <a:gd name="csX369" fmla="*/ 30244 w 362069"/>
                <a:gd name="csY369" fmla="*/ 265736 h 328453"/>
                <a:gd name="csX370" fmla="*/ 31363 w 362069"/>
                <a:gd name="csY370" fmla="*/ 264238 h 328453"/>
                <a:gd name="csX371" fmla="*/ 32915 w 362069"/>
                <a:gd name="csY371" fmla="*/ 263005 h 328453"/>
                <a:gd name="csX372" fmla="*/ 34079 w 362069"/>
                <a:gd name="csY372" fmla="*/ 262571 h 328453"/>
                <a:gd name="csX373" fmla="*/ 38287 w 362069"/>
                <a:gd name="csY373" fmla="*/ 261795 h 328453"/>
                <a:gd name="csX374" fmla="*/ 40752 w 362069"/>
                <a:gd name="csY374" fmla="*/ 260715 h 328453"/>
                <a:gd name="csX375" fmla="*/ 41490 w 362069"/>
                <a:gd name="csY375" fmla="*/ 260601 h 328453"/>
                <a:gd name="csX376" fmla="*/ 48041 w 362069"/>
                <a:gd name="csY376" fmla="*/ 260875 h 328453"/>
                <a:gd name="csX377" fmla="*/ 49418 w 362069"/>
                <a:gd name="csY377" fmla="*/ 260464 h 328453"/>
                <a:gd name="csX378" fmla="*/ 49631 w 362069"/>
                <a:gd name="csY378" fmla="*/ 260083 h 328453"/>
                <a:gd name="csX379" fmla="*/ 50019 w 362069"/>
                <a:gd name="csY379" fmla="*/ 255990 h 328453"/>
                <a:gd name="csX380" fmla="*/ 51213 w 362069"/>
                <a:gd name="csY380" fmla="*/ 255351 h 328453"/>
                <a:gd name="csX381" fmla="*/ 51396 w 362069"/>
                <a:gd name="csY381" fmla="*/ 255008 h 328453"/>
                <a:gd name="csX382" fmla="*/ 50993 w 362069"/>
                <a:gd name="csY382" fmla="*/ 252171 h 328453"/>
                <a:gd name="csX383" fmla="*/ 51221 w 362069"/>
                <a:gd name="csY383" fmla="*/ 250276 h 328453"/>
                <a:gd name="csX384" fmla="*/ 52568 w 362069"/>
                <a:gd name="csY384" fmla="*/ 249150 h 328453"/>
                <a:gd name="csX385" fmla="*/ 52484 w 362069"/>
                <a:gd name="csY385" fmla="*/ 248511 h 328453"/>
                <a:gd name="csX386" fmla="*/ 51525 w 362069"/>
                <a:gd name="csY386" fmla="*/ 247164 h 328453"/>
                <a:gd name="csX387" fmla="*/ 50240 w 362069"/>
                <a:gd name="csY387" fmla="*/ 246304 h 328453"/>
                <a:gd name="csX388" fmla="*/ 49615 w 362069"/>
                <a:gd name="csY388" fmla="*/ 246099 h 328453"/>
                <a:gd name="csX389" fmla="*/ 44244 w 362069"/>
                <a:gd name="csY389" fmla="*/ 246913 h 328453"/>
                <a:gd name="csX390" fmla="*/ 42022 w 362069"/>
                <a:gd name="csY390" fmla="*/ 246647 h 328453"/>
                <a:gd name="csX391" fmla="*/ 40988 w 362069"/>
                <a:gd name="csY391" fmla="*/ 246152 h 328453"/>
                <a:gd name="csX392" fmla="*/ 40767 w 362069"/>
                <a:gd name="csY392" fmla="*/ 245787 h 328453"/>
                <a:gd name="csX393" fmla="*/ 40980 w 362069"/>
                <a:gd name="csY393" fmla="*/ 244957 h 328453"/>
                <a:gd name="csX394" fmla="*/ 41018 w 362069"/>
                <a:gd name="csY394" fmla="*/ 243611 h 328453"/>
                <a:gd name="csX395" fmla="*/ 41794 w 362069"/>
                <a:gd name="csY395" fmla="*/ 241511 h 328453"/>
                <a:gd name="csX396" fmla="*/ 42030 w 362069"/>
                <a:gd name="csY396" fmla="*/ 240255 h 328453"/>
                <a:gd name="csX397" fmla="*/ 41399 w 362069"/>
                <a:gd name="csY397" fmla="*/ 232974 h 328453"/>
                <a:gd name="csX398" fmla="*/ 40493 w 362069"/>
                <a:gd name="csY398" fmla="*/ 228127 h 328453"/>
                <a:gd name="csX399" fmla="*/ 40980 w 362069"/>
                <a:gd name="csY399" fmla="*/ 223311 h 328453"/>
                <a:gd name="csX400" fmla="*/ 40881 w 362069"/>
                <a:gd name="csY400" fmla="*/ 222314 h 328453"/>
                <a:gd name="csX401" fmla="*/ 40698 w 362069"/>
                <a:gd name="csY401" fmla="*/ 222086 h 328453"/>
                <a:gd name="csX402" fmla="*/ 40021 w 362069"/>
                <a:gd name="csY402" fmla="*/ 222086 h 328453"/>
                <a:gd name="csX403" fmla="*/ 36750 w 362069"/>
                <a:gd name="csY403" fmla="*/ 222512 h 328453"/>
                <a:gd name="csX404" fmla="*/ 33965 w 362069"/>
                <a:gd name="csY404" fmla="*/ 219408 h 328453"/>
                <a:gd name="csX405" fmla="*/ 32230 w 362069"/>
                <a:gd name="csY405" fmla="*/ 218183 h 328453"/>
                <a:gd name="csX406" fmla="*/ 27482 w 362069"/>
                <a:gd name="csY406" fmla="*/ 216638 h 328453"/>
                <a:gd name="csX407" fmla="*/ 25397 w 362069"/>
                <a:gd name="csY407" fmla="*/ 216334 h 328453"/>
                <a:gd name="csX408" fmla="*/ 22346 w 362069"/>
                <a:gd name="csY408" fmla="*/ 214995 h 328453"/>
                <a:gd name="csX409" fmla="*/ 19524 w 362069"/>
                <a:gd name="csY409" fmla="*/ 212066 h 328453"/>
                <a:gd name="csX410" fmla="*/ 16648 w 362069"/>
                <a:gd name="csY410" fmla="*/ 209060 h 328453"/>
                <a:gd name="csX411" fmla="*/ 15484 w 362069"/>
                <a:gd name="csY411" fmla="*/ 207135 h 328453"/>
                <a:gd name="csX412" fmla="*/ 14198 w 362069"/>
                <a:gd name="csY412" fmla="*/ 203856 h 328453"/>
                <a:gd name="csX413" fmla="*/ 10561 w 362069"/>
                <a:gd name="csY413" fmla="*/ 197564 h 328453"/>
                <a:gd name="csX414" fmla="*/ 10591 w 362069"/>
                <a:gd name="csY414" fmla="*/ 195935 h 328453"/>
                <a:gd name="csX415" fmla="*/ 10142 w 362069"/>
                <a:gd name="csY415" fmla="*/ 194939 h 328453"/>
                <a:gd name="csX416" fmla="*/ 6589 w 362069"/>
                <a:gd name="csY416" fmla="*/ 190792 h 328453"/>
                <a:gd name="csX417" fmla="*/ 4071 w 362069"/>
                <a:gd name="csY417" fmla="*/ 187840 h 328453"/>
                <a:gd name="csX418" fmla="*/ 0 w 362069"/>
                <a:gd name="csY418" fmla="*/ 183062 h 328453"/>
                <a:gd name="csX419" fmla="*/ 8134 w 362069"/>
                <a:gd name="csY419" fmla="*/ 185740 h 328453"/>
                <a:gd name="csX420" fmla="*/ 14472 w 362069"/>
                <a:gd name="csY420" fmla="*/ 187787 h 328453"/>
                <a:gd name="csX421" fmla="*/ 24720 w 362069"/>
                <a:gd name="csY421" fmla="*/ 191089 h 328453"/>
                <a:gd name="csX422" fmla="*/ 32671 w 362069"/>
                <a:gd name="csY422" fmla="*/ 193653 h 328453"/>
                <a:gd name="csX423" fmla="*/ 34870 w 362069"/>
                <a:gd name="csY423" fmla="*/ 194071 h 328453"/>
                <a:gd name="csX424" fmla="*/ 58175 w 362069"/>
                <a:gd name="csY424" fmla="*/ 191880 h 328453"/>
                <a:gd name="csX425" fmla="*/ 66781 w 362069"/>
                <a:gd name="csY425" fmla="*/ 193539 h 328453"/>
                <a:gd name="csX426" fmla="*/ 69512 w 362069"/>
                <a:gd name="csY426" fmla="*/ 194467 h 328453"/>
                <a:gd name="csX427" fmla="*/ 69923 w 362069"/>
                <a:gd name="csY427" fmla="*/ 193927 h 328453"/>
                <a:gd name="csX428" fmla="*/ 71080 w 362069"/>
                <a:gd name="csY428" fmla="*/ 192801 h 328453"/>
                <a:gd name="csX429" fmla="*/ 73088 w 362069"/>
                <a:gd name="csY429" fmla="*/ 191660 h 328453"/>
                <a:gd name="csX430" fmla="*/ 75812 w 362069"/>
                <a:gd name="csY430" fmla="*/ 190754 h 328453"/>
                <a:gd name="csX431" fmla="*/ 78528 w 362069"/>
                <a:gd name="csY431" fmla="*/ 190259 h 328453"/>
                <a:gd name="csX432" fmla="*/ 82424 w 362069"/>
                <a:gd name="csY432" fmla="*/ 190191 h 328453"/>
                <a:gd name="csX433" fmla="*/ 85072 w 362069"/>
                <a:gd name="csY433" fmla="*/ 190267 h 328453"/>
                <a:gd name="csX434" fmla="*/ 87027 w 362069"/>
                <a:gd name="csY434" fmla="*/ 190541 h 328453"/>
                <a:gd name="csX435" fmla="*/ 90801 w 362069"/>
                <a:gd name="csY435" fmla="*/ 190381 h 328453"/>
                <a:gd name="csX436" fmla="*/ 92611 w 362069"/>
                <a:gd name="csY436" fmla="*/ 189940 h 328453"/>
                <a:gd name="csX437" fmla="*/ 98812 w 362069"/>
                <a:gd name="csY437" fmla="*/ 188129 h 328453"/>
                <a:gd name="csX438" fmla="*/ 102982 w 362069"/>
                <a:gd name="csY438" fmla="*/ 186912 h 328453"/>
                <a:gd name="csX439" fmla="*/ 109290 w 362069"/>
                <a:gd name="csY439" fmla="*/ 185017 h 328453"/>
                <a:gd name="csX440" fmla="*/ 113893 w 362069"/>
                <a:gd name="csY440" fmla="*/ 183625 h 328453"/>
                <a:gd name="csX441" fmla="*/ 115042 w 362069"/>
                <a:gd name="csY441" fmla="*/ 182887 h 328453"/>
                <a:gd name="csX442" fmla="*/ 116228 w 362069"/>
                <a:gd name="csY442" fmla="*/ 181563 h 328453"/>
                <a:gd name="csX443" fmla="*/ 116799 w 362069"/>
                <a:gd name="csY443" fmla="*/ 180368 h 328453"/>
                <a:gd name="csX444" fmla="*/ 115384 w 362069"/>
                <a:gd name="csY444" fmla="*/ 178527 h 328453"/>
                <a:gd name="csX445" fmla="*/ 115202 w 362069"/>
                <a:gd name="csY445" fmla="*/ 176907 h 328453"/>
                <a:gd name="csX446" fmla="*/ 116130 w 362069"/>
                <a:gd name="csY446" fmla="*/ 174845 h 328453"/>
                <a:gd name="csX447" fmla="*/ 116632 w 362069"/>
                <a:gd name="csY447" fmla="*/ 171702 h 328453"/>
                <a:gd name="csX448" fmla="*/ 116533 w 362069"/>
                <a:gd name="csY448" fmla="*/ 167221 h 328453"/>
                <a:gd name="csX449" fmla="*/ 116228 w 362069"/>
                <a:gd name="csY449" fmla="*/ 164634 h 328453"/>
                <a:gd name="csX450" fmla="*/ 117514 w 362069"/>
                <a:gd name="csY450" fmla="*/ 159818 h 328453"/>
                <a:gd name="csX451" fmla="*/ 118587 w 362069"/>
                <a:gd name="csY451" fmla="*/ 157109 h 328453"/>
                <a:gd name="csX452" fmla="*/ 120725 w 362069"/>
                <a:gd name="csY452" fmla="*/ 155816 h 328453"/>
                <a:gd name="csX453" fmla="*/ 122217 w 362069"/>
                <a:gd name="csY453" fmla="*/ 155024 h 328453"/>
                <a:gd name="csX454" fmla="*/ 122833 w 362069"/>
                <a:gd name="csY454" fmla="*/ 154439 h 328453"/>
                <a:gd name="csX455" fmla="*/ 123441 w 362069"/>
                <a:gd name="csY455" fmla="*/ 153792 h 328453"/>
                <a:gd name="csX456" fmla="*/ 125724 w 362069"/>
                <a:gd name="csY456" fmla="*/ 150109 h 328453"/>
                <a:gd name="csX457" fmla="*/ 127816 w 362069"/>
                <a:gd name="csY457" fmla="*/ 148390 h 328453"/>
                <a:gd name="csX458" fmla="*/ 129840 w 362069"/>
                <a:gd name="csY458" fmla="*/ 147347 h 328453"/>
                <a:gd name="csX459" fmla="*/ 132062 w 362069"/>
                <a:gd name="csY459" fmla="*/ 147484 h 328453"/>
                <a:gd name="csX460" fmla="*/ 133941 w 362069"/>
                <a:gd name="csY460" fmla="*/ 148907 h 328453"/>
                <a:gd name="csX461" fmla="*/ 137594 w 362069"/>
                <a:gd name="csY461" fmla="*/ 149531 h 328453"/>
                <a:gd name="csX462" fmla="*/ 141131 w 362069"/>
                <a:gd name="csY462" fmla="*/ 149112 h 328453"/>
                <a:gd name="csX463" fmla="*/ 144198 w 362069"/>
                <a:gd name="csY463" fmla="*/ 148040 h 328453"/>
                <a:gd name="csX464" fmla="*/ 145590 w 362069"/>
                <a:gd name="csY464" fmla="*/ 147165 h 328453"/>
                <a:gd name="csX465" fmla="*/ 147218 w 362069"/>
                <a:gd name="csY465" fmla="*/ 146396 h 328453"/>
                <a:gd name="csX466" fmla="*/ 147127 w 362069"/>
                <a:gd name="csY466" fmla="*/ 145514 h 328453"/>
                <a:gd name="csX467" fmla="*/ 145278 w 362069"/>
                <a:gd name="csY467" fmla="*/ 144753 h 328453"/>
                <a:gd name="csX468" fmla="*/ 144221 w 362069"/>
                <a:gd name="csY468" fmla="*/ 143672 h 328453"/>
                <a:gd name="csX469" fmla="*/ 143810 w 362069"/>
                <a:gd name="csY469" fmla="*/ 142348 h 328453"/>
                <a:gd name="csX470" fmla="*/ 144845 w 362069"/>
                <a:gd name="csY470" fmla="*/ 141542 h 328453"/>
                <a:gd name="csX471" fmla="*/ 147264 w 362069"/>
                <a:gd name="csY471" fmla="*/ 141306 h 328453"/>
                <a:gd name="csX472" fmla="*/ 153183 w 362069"/>
                <a:gd name="csY472" fmla="*/ 138073 h 328453"/>
                <a:gd name="csX473" fmla="*/ 155595 w 362069"/>
                <a:gd name="csY473" fmla="*/ 135942 h 328453"/>
                <a:gd name="csX474" fmla="*/ 156250 w 362069"/>
                <a:gd name="csY474" fmla="*/ 134945 h 328453"/>
                <a:gd name="csX475" fmla="*/ 157391 w 362069"/>
                <a:gd name="csY475" fmla="*/ 134839 h 328453"/>
                <a:gd name="csX476" fmla="*/ 159643 w 362069"/>
                <a:gd name="csY476" fmla="*/ 135828 h 328453"/>
                <a:gd name="csX477" fmla="*/ 162283 w 362069"/>
                <a:gd name="csY477" fmla="*/ 136155 h 328453"/>
                <a:gd name="csX478" fmla="*/ 163934 w 362069"/>
                <a:gd name="csY478" fmla="*/ 135166 h 328453"/>
                <a:gd name="csX479" fmla="*/ 165578 w 362069"/>
                <a:gd name="csY479" fmla="*/ 134945 h 328453"/>
                <a:gd name="csX480" fmla="*/ 167191 w 362069"/>
                <a:gd name="csY480" fmla="*/ 136026 h 328453"/>
                <a:gd name="csX481" fmla="*/ 168058 w 362069"/>
                <a:gd name="csY481" fmla="*/ 137319 h 328453"/>
                <a:gd name="csX482" fmla="*/ 169519 w 362069"/>
                <a:gd name="csY482" fmla="*/ 138856 h 328453"/>
                <a:gd name="csX483" fmla="*/ 171368 w 362069"/>
                <a:gd name="csY483" fmla="*/ 139160 h 328453"/>
                <a:gd name="csX484" fmla="*/ 173597 w 362069"/>
                <a:gd name="csY484" fmla="*/ 138339 h 328453"/>
                <a:gd name="csX485" fmla="*/ 175941 w 362069"/>
                <a:gd name="csY485" fmla="*/ 136558 h 328453"/>
                <a:gd name="csX486" fmla="*/ 178162 w 362069"/>
                <a:gd name="csY486" fmla="*/ 134063 h 328453"/>
                <a:gd name="csX487" fmla="*/ 180133 w 362069"/>
                <a:gd name="csY487" fmla="*/ 131598 h 328453"/>
                <a:gd name="csX488" fmla="*/ 179646 w 362069"/>
                <a:gd name="csY488" fmla="*/ 123761 h 328453"/>
                <a:gd name="csX489" fmla="*/ 179319 w 362069"/>
                <a:gd name="csY489" fmla="*/ 119127 h 328453"/>
                <a:gd name="csX490" fmla="*/ 180361 w 362069"/>
                <a:gd name="csY490" fmla="*/ 116677 h 328453"/>
                <a:gd name="csX491" fmla="*/ 181845 w 362069"/>
                <a:gd name="csY491" fmla="*/ 115178 h 328453"/>
                <a:gd name="csX492" fmla="*/ 182827 w 362069"/>
                <a:gd name="csY492" fmla="*/ 112842 h 328453"/>
                <a:gd name="csX493" fmla="*/ 182803 w 362069"/>
                <a:gd name="csY493" fmla="*/ 110781 h 328453"/>
                <a:gd name="csX494" fmla="*/ 183846 w 362069"/>
                <a:gd name="csY494" fmla="*/ 109046 h 328453"/>
                <a:gd name="csX495" fmla="*/ 184881 w 362069"/>
                <a:gd name="csY495" fmla="*/ 104306 h 328453"/>
                <a:gd name="csX496" fmla="*/ 186288 w 362069"/>
                <a:gd name="csY496" fmla="*/ 103187 h 328453"/>
                <a:gd name="csX497" fmla="*/ 189195 w 362069"/>
                <a:gd name="csY497" fmla="*/ 102411 h 328453"/>
                <a:gd name="csX498" fmla="*/ 193821 w 362069"/>
                <a:gd name="csY498" fmla="*/ 101962 h 328453"/>
                <a:gd name="csX499" fmla="*/ 197450 w 362069"/>
                <a:gd name="csY499" fmla="*/ 99794 h 328453"/>
                <a:gd name="csX500" fmla="*/ 201102 w 362069"/>
                <a:gd name="csY500" fmla="*/ 97481 h 328453"/>
                <a:gd name="csX501" fmla="*/ 201589 w 362069"/>
                <a:gd name="csY501" fmla="*/ 95442 h 328453"/>
                <a:gd name="csX502" fmla="*/ 200219 w 362069"/>
                <a:gd name="csY502" fmla="*/ 93266 h 328453"/>
                <a:gd name="csX503" fmla="*/ 198386 w 362069"/>
                <a:gd name="csY503" fmla="*/ 89035 h 328453"/>
                <a:gd name="csX504" fmla="*/ 196735 w 362069"/>
                <a:gd name="csY504" fmla="*/ 86502 h 328453"/>
                <a:gd name="csX505" fmla="*/ 192702 w 362069"/>
                <a:gd name="csY505" fmla="*/ 81952 h 328453"/>
                <a:gd name="csX506" fmla="*/ 193166 w 362069"/>
                <a:gd name="csY506" fmla="*/ 79144 h 328453"/>
                <a:gd name="csX507" fmla="*/ 195411 w 362069"/>
                <a:gd name="csY507" fmla="*/ 77995 h 328453"/>
                <a:gd name="csX508" fmla="*/ 200935 w 362069"/>
                <a:gd name="csY508" fmla="*/ 79943 h 328453"/>
                <a:gd name="csX509" fmla="*/ 202472 w 362069"/>
                <a:gd name="csY509" fmla="*/ 80324 h 328453"/>
                <a:gd name="csX510" fmla="*/ 204397 w 362069"/>
                <a:gd name="csY510" fmla="*/ 80597 h 328453"/>
                <a:gd name="csX511" fmla="*/ 209487 w 362069"/>
                <a:gd name="csY511" fmla="*/ 80552 h 328453"/>
                <a:gd name="csX512" fmla="*/ 213641 w 362069"/>
                <a:gd name="csY512" fmla="*/ 79791 h 328453"/>
                <a:gd name="csX513" fmla="*/ 217978 w 362069"/>
                <a:gd name="csY513" fmla="*/ 78056 h 328453"/>
                <a:gd name="csX514" fmla="*/ 218830 w 362069"/>
                <a:gd name="csY514" fmla="*/ 76245 h 328453"/>
                <a:gd name="csX515" fmla="*/ 218777 w 362069"/>
                <a:gd name="csY515" fmla="*/ 74092 h 328453"/>
                <a:gd name="csX516" fmla="*/ 218853 w 362069"/>
                <a:gd name="csY516" fmla="*/ 72312 h 328453"/>
                <a:gd name="csX517" fmla="*/ 218921 w 362069"/>
                <a:gd name="csY517" fmla="*/ 69839 h 328453"/>
                <a:gd name="csX518" fmla="*/ 217362 w 362069"/>
                <a:gd name="csY518" fmla="*/ 68249 h 328453"/>
                <a:gd name="csX519" fmla="*/ 216418 w 362069"/>
                <a:gd name="csY519" fmla="*/ 66826 h 328453"/>
                <a:gd name="csX520" fmla="*/ 216137 w 362069"/>
                <a:gd name="csY520" fmla="*/ 65685 h 328453"/>
                <a:gd name="csX521" fmla="*/ 217225 w 362069"/>
                <a:gd name="csY521" fmla="*/ 65061 h 328453"/>
                <a:gd name="csX522" fmla="*/ 218282 w 362069"/>
                <a:gd name="csY522" fmla="*/ 63897 h 328453"/>
                <a:gd name="csX523" fmla="*/ 219294 w 362069"/>
                <a:gd name="csY523" fmla="*/ 61781 h 328453"/>
                <a:gd name="csX524" fmla="*/ 221698 w 362069"/>
                <a:gd name="csY524" fmla="*/ 59248 h 328453"/>
                <a:gd name="csX525" fmla="*/ 223152 w 362069"/>
                <a:gd name="csY525" fmla="*/ 56965 h 328453"/>
                <a:gd name="csX526" fmla="*/ 224521 w 362069"/>
                <a:gd name="csY526" fmla="*/ 55885 h 328453"/>
                <a:gd name="csX527" fmla="*/ 226591 w 362069"/>
                <a:gd name="csY527" fmla="*/ 54393 h 328453"/>
                <a:gd name="csX528" fmla="*/ 227915 w 362069"/>
                <a:gd name="csY528" fmla="*/ 52210 h 328453"/>
                <a:gd name="csX529" fmla="*/ 228524 w 362069"/>
                <a:gd name="csY529" fmla="*/ 50901 h 328453"/>
                <a:gd name="csX530" fmla="*/ 229718 w 362069"/>
                <a:gd name="csY530" fmla="*/ 49623 h 328453"/>
                <a:gd name="csX531" fmla="*/ 230121 w 362069"/>
                <a:gd name="csY531" fmla="*/ 48786 h 328453"/>
                <a:gd name="csX532" fmla="*/ 229794 w 362069"/>
                <a:gd name="csY532" fmla="*/ 48033 h 328453"/>
                <a:gd name="csX533" fmla="*/ 229201 w 362069"/>
                <a:gd name="csY533" fmla="*/ 47089 h 328453"/>
                <a:gd name="csX534" fmla="*/ 228524 w 362069"/>
                <a:gd name="csY534" fmla="*/ 46024 h 328453"/>
                <a:gd name="csX535" fmla="*/ 228524 w 362069"/>
                <a:gd name="csY535" fmla="*/ 44989 h 328453"/>
                <a:gd name="csX536" fmla="*/ 229086 w 362069"/>
                <a:gd name="csY536" fmla="*/ 43901 h 328453"/>
                <a:gd name="csX537" fmla="*/ 229703 w 362069"/>
                <a:gd name="csY537" fmla="*/ 42920 h 328453"/>
                <a:gd name="csX538" fmla="*/ 229414 w 362069"/>
                <a:gd name="csY538" fmla="*/ 41543 h 328453"/>
                <a:gd name="csX539" fmla="*/ 229086 w 362069"/>
                <a:gd name="csY539" fmla="*/ 39298 h 328453"/>
                <a:gd name="csX540" fmla="*/ 227960 w 362069"/>
                <a:gd name="csY540" fmla="*/ 37974 h 328453"/>
                <a:gd name="csX541" fmla="*/ 227200 w 362069"/>
                <a:gd name="csY541" fmla="*/ 34908 h 328453"/>
                <a:gd name="csX542" fmla="*/ 226005 w 362069"/>
                <a:gd name="csY542" fmla="*/ 31788 h 328453"/>
                <a:gd name="csX543" fmla="*/ 225366 w 362069"/>
                <a:gd name="csY543" fmla="*/ 30571 h 328453"/>
                <a:gd name="csX544" fmla="*/ 224194 w 362069"/>
                <a:gd name="csY544" fmla="*/ 29034 h 328453"/>
                <a:gd name="csX545" fmla="*/ 221577 w 362069"/>
                <a:gd name="csY545" fmla="*/ 27406 h 328453"/>
                <a:gd name="csX546" fmla="*/ 220824 w 362069"/>
                <a:gd name="csY546" fmla="*/ 26318 h 328453"/>
                <a:gd name="csX547" fmla="*/ 221843 w 362069"/>
                <a:gd name="csY547" fmla="*/ 24218 h 328453"/>
                <a:gd name="csX548" fmla="*/ 223555 w 362069"/>
                <a:gd name="csY548" fmla="*/ 22917 h 328453"/>
                <a:gd name="csX549" fmla="*/ 226773 w 362069"/>
                <a:gd name="csY549" fmla="*/ 19698 h 328453"/>
                <a:gd name="csX550" fmla="*/ 228531 w 362069"/>
                <a:gd name="csY550" fmla="*/ 17477 h 328453"/>
                <a:gd name="csX551" fmla="*/ 230121 w 362069"/>
                <a:gd name="csY551" fmla="*/ 15925 h 328453"/>
                <a:gd name="csX552" fmla="*/ 232176 w 362069"/>
                <a:gd name="csY552" fmla="*/ 16183 h 328453"/>
                <a:gd name="csX553" fmla="*/ 233378 w 362069"/>
                <a:gd name="csY553" fmla="*/ 16046 h 328453"/>
                <a:gd name="csX554" fmla="*/ 234435 w 362069"/>
                <a:gd name="csY554" fmla="*/ 14608 h 328453"/>
                <a:gd name="csX555" fmla="*/ 236535 w 362069"/>
                <a:gd name="csY555" fmla="*/ 13338 h 328453"/>
                <a:gd name="csX556" fmla="*/ 240271 w 362069"/>
                <a:gd name="csY556" fmla="*/ 10705 h 328453"/>
                <a:gd name="csX557" fmla="*/ 241580 w 362069"/>
                <a:gd name="csY557" fmla="*/ 8925 h 328453"/>
                <a:gd name="csX558" fmla="*/ 243566 w 362069"/>
                <a:gd name="csY558" fmla="*/ 8027 h 328453"/>
                <a:gd name="csX559" fmla="*/ 245217 w 362069"/>
                <a:gd name="csY559" fmla="*/ 7821 h 328453"/>
                <a:gd name="csX560" fmla="*/ 247438 w 362069"/>
                <a:gd name="csY560" fmla="*/ 7198 h 328453"/>
                <a:gd name="csX561" fmla="*/ 249576 w 362069"/>
                <a:gd name="csY561" fmla="*/ 6239 h 328453"/>
                <a:gd name="csX562" fmla="*/ 251532 w 362069"/>
                <a:gd name="csY562" fmla="*/ 5509 h 328453"/>
                <a:gd name="csX563" fmla="*/ 254590 w 362069"/>
                <a:gd name="csY563" fmla="*/ 5356 h 328453"/>
                <a:gd name="csX564" fmla="*/ 259452 w 362069"/>
                <a:gd name="csY564" fmla="*/ 4923 h 328453"/>
                <a:gd name="csX565" fmla="*/ 262070 w 362069"/>
                <a:gd name="csY565" fmla="*/ 4466 h 328453"/>
                <a:gd name="csX566" fmla="*/ 268362 w 362069"/>
                <a:gd name="csY566" fmla="*/ 4116 h 328453"/>
                <a:gd name="csX567" fmla="*/ 275210 w 362069"/>
                <a:gd name="csY567" fmla="*/ 3956 h 328453"/>
                <a:gd name="csX568" fmla="*/ 276001 w 362069"/>
                <a:gd name="csY568" fmla="*/ 3941 h 328453"/>
                <a:gd name="csX569" fmla="*/ 278968 w 362069"/>
                <a:gd name="csY569" fmla="*/ 4885 h 328453"/>
                <a:gd name="csX570" fmla="*/ 280977 w 362069"/>
                <a:gd name="csY570" fmla="*/ 5676 h 328453"/>
                <a:gd name="csX571" fmla="*/ 281768 w 362069"/>
                <a:gd name="csY571" fmla="*/ 5608 h 328453"/>
                <a:gd name="csX572" fmla="*/ 285093 w 362069"/>
                <a:gd name="csY572" fmla="*/ 3720 h 328453"/>
                <a:gd name="csX573" fmla="*/ 290145 w 362069"/>
                <a:gd name="csY573" fmla="*/ 1408 h 328453"/>
                <a:gd name="csX574" fmla="*/ 292496 w 362069"/>
                <a:gd name="csY574" fmla="*/ 380 h 328453"/>
                <a:gd name="csX575" fmla="*/ 293759 w 362069"/>
                <a:gd name="csY575" fmla="*/ 0 h 328453"/>
                <a:gd name="csX576" fmla="*/ 295715 w 362069"/>
                <a:gd name="csY576" fmla="*/ 23 h 328453"/>
                <a:gd name="csX577" fmla="*/ 297290 w 362069"/>
                <a:gd name="csY577" fmla="*/ 631 h 3284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Lst>
              <a:rect l="l" t="t" r="r" b="b"/>
              <a:pathLst>
                <a:path w="362069" h="328453">
                  <a:moveTo>
                    <a:pt x="298895" y="1529"/>
                  </a:moveTo>
                  <a:lnTo>
                    <a:pt x="299922" y="2237"/>
                  </a:lnTo>
                  <a:lnTo>
                    <a:pt x="301201" y="1818"/>
                  </a:lnTo>
                  <a:lnTo>
                    <a:pt x="303445" y="1316"/>
                  </a:lnTo>
                  <a:lnTo>
                    <a:pt x="305393" y="1689"/>
                  </a:lnTo>
                  <a:lnTo>
                    <a:pt x="309692" y="3279"/>
                  </a:lnTo>
                  <a:lnTo>
                    <a:pt x="310338" y="4071"/>
                  </a:lnTo>
                  <a:lnTo>
                    <a:pt x="311350" y="7928"/>
                  </a:lnTo>
                  <a:lnTo>
                    <a:pt x="312119" y="8278"/>
                  </a:lnTo>
                  <a:lnTo>
                    <a:pt x="314538" y="7373"/>
                  </a:lnTo>
                  <a:lnTo>
                    <a:pt x="316539" y="7829"/>
                  </a:lnTo>
                  <a:lnTo>
                    <a:pt x="318784" y="9077"/>
                  </a:lnTo>
                  <a:lnTo>
                    <a:pt x="320230" y="10279"/>
                  </a:lnTo>
                  <a:lnTo>
                    <a:pt x="321188" y="11573"/>
                  </a:lnTo>
                  <a:lnTo>
                    <a:pt x="322215" y="13673"/>
                  </a:lnTo>
                  <a:lnTo>
                    <a:pt x="322611" y="15346"/>
                  </a:lnTo>
                  <a:lnTo>
                    <a:pt x="323098" y="17348"/>
                  </a:lnTo>
                  <a:lnTo>
                    <a:pt x="322969" y="22978"/>
                  </a:lnTo>
                  <a:lnTo>
                    <a:pt x="322238" y="23898"/>
                  </a:lnTo>
                  <a:lnTo>
                    <a:pt x="321614" y="25093"/>
                  </a:lnTo>
                  <a:lnTo>
                    <a:pt x="321767" y="26135"/>
                  </a:lnTo>
                  <a:lnTo>
                    <a:pt x="322474" y="26957"/>
                  </a:lnTo>
                  <a:lnTo>
                    <a:pt x="323867" y="27520"/>
                  </a:lnTo>
                  <a:lnTo>
                    <a:pt x="325153" y="27870"/>
                  </a:lnTo>
                  <a:lnTo>
                    <a:pt x="325845" y="28760"/>
                  </a:lnTo>
                  <a:lnTo>
                    <a:pt x="326796" y="31910"/>
                  </a:lnTo>
                  <a:lnTo>
                    <a:pt x="327435" y="32397"/>
                  </a:lnTo>
                  <a:lnTo>
                    <a:pt x="329018" y="32382"/>
                  </a:lnTo>
                  <a:lnTo>
                    <a:pt x="331878" y="31697"/>
                  </a:lnTo>
                  <a:lnTo>
                    <a:pt x="334359" y="30617"/>
                  </a:lnTo>
                  <a:lnTo>
                    <a:pt x="335416" y="30388"/>
                  </a:lnTo>
                  <a:lnTo>
                    <a:pt x="335675" y="33379"/>
                  </a:lnTo>
                  <a:lnTo>
                    <a:pt x="337136" y="34520"/>
                  </a:lnTo>
                  <a:lnTo>
                    <a:pt x="339175" y="35852"/>
                  </a:lnTo>
                  <a:lnTo>
                    <a:pt x="340020" y="36293"/>
                  </a:lnTo>
                  <a:lnTo>
                    <a:pt x="342409" y="37556"/>
                  </a:lnTo>
                  <a:lnTo>
                    <a:pt x="346920" y="39161"/>
                  </a:lnTo>
                  <a:lnTo>
                    <a:pt x="351295" y="40310"/>
                  </a:lnTo>
                  <a:lnTo>
                    <a:pt x="354537" y="41162"/>
                  </a:lnTo>
                  <a:lnTo>
                    <a:pt x="356104" y="41216"/>
                  </a:lnTo>
                  <a:lnTo>
                    <a:pt x="357222" y="41254"/>
                  </a:lnTo>
                  <a:lnTo>
                    <a:pt x="360456" y="41025"/>
                  </a:lnTo>
                  <a:lnTo>
                    <a:pt x="362069" y="40630"/>
                  </a:lnTo>
                  <a:lnTo>
                    <a:pt x="359878" y="41999"/>
                  </a:lnTo>
                  <a:lnTo>
                    <a:pt x="357200" y="43688"/>
                  </a:lnTo>
                  <a:lnTo>
                    <a:pt x="354034" y="45666"/>
                  </a:lnTo>
                  <a:lnTo>
                    <a:pt x="351250" y="47416"/>
                  </a:lnTo>
                  <a:lnTo>
                    <a:pt x="348587" y="49083"/>
                  </a:lnTo>
                  <a:lnTo>
                    <a:pt x="346038" y="50680"/>
                  </a:lnTo>
                  <a:lnTo>
                    <a:pt x="345650" y="51921"/>
                  </a:lnTo>
                  <a:lnTo>
                    <a:pt x="345018" y="53739"/>
                  </a:lnTo>
                  <a:lnTo>
                    <a:pt x="342682" y="55124"/>
                  </a:lnTo>
                  <a:lnTo>
                    <a:pt x="340354" y="56121"/>
                  </a:lnTo>
                  <a:lnTo>
                    <a:pt x="339814" y="56707"/>
                  </a:lnTo>
                  <a:lnTo>
                    <a:pt x="339639" y="57490"/>
                  </a:lnTo>
                  <a:lnTo>
                    <a:pt x="338513" y="59058"/>
                  </a:lnTo>
                  <a:lnTo>
                    <a:pt x="336337" y="60382"/>
                  </a:lnTo>
                  <a:lnTo>
                    <a:pt x="334534" y="60252"/>
                  </a:lnTo>
                  <a:lnTo>
                    <a:pt x="333392" y="59857"/>
                  </a:lnTo>
                  <a:lnTo>
                    <a:pt x="327328" y="62139"/>
                  </a:lnTo>
                  <a:lnTo>
                    <a:pt x="324513" y="62086"/>
                  </a:lnTo>
                  <a:lnTo>
                    <a:pt x="322322" y="63562"/>
                  </a:lnTo>
                  <a:lnTo>
                    <a:pt x="320694" y="64916"/>
                  </a:lnTo>
                  <a:lnTo>
                    <a:pt x="317437" y="66392"/>
                  </a:lnTo>
                  <a:lnTo>
                    <a:pt x="315223" y="66400"/>
                  </a:lnTo>
                  <a:lnTo>
                    <a:pt x="311951" y="65525"/>
                  </a:lnTo>
                  <a:lnTo>
                    <a:pt x="307926" y="63851"/>
                  </a:lnTo>
                  <a:lnTo>
                    <a:pt x="306298" y="62885"/>
                  </a:lnTo>
                  <a:lnTo>
                    <a:pt x="304822" y="62938"/>
                  </a:lnTo>
                  <a:lnTo>
                    <a:pt x="301262" y="62710"/>
                  </a:lnTo>
                  <a:lnTo>
                    <a:pt x="297777" y="61880"/>
                  </a:lnTo>
                  <a:lnTo>
                    <a:pt x="293622" y="60899"/>
                  </a:lnTo>
                  <a:lnTo>
                    <a:pt x="291568" y="60480"/>
                  </a:lnTo>
                  <a:lnTo>
                    <a:pt x="287353" y="59613"/>
                  </a:lnTo>
                  <a:lnTo>
                    <a:pt x="284606" y="60770"/>
                  </a:lnTo>
                  <a:lnTo>
                    <a:pt x="282126" y="61804"/>
                  </a:lnTo>
                  <a:lnTo>
                    <a:pt x="280109" y="62512"/>
                  </a:lnTo>
                  <a:lnTo>
                    <a:pt x="278443" y="65723"/>
                  </a:lnTo>
                  <a:lnTo>
                    <a:pt x="277736" y="66856"/>
                  </a:lnTo>
                  <a:lnTo>
                    <a:pt x="276929" y="68469"/>
                  </a:lnTo>
                  <a:lnTo>
                    <a:pt x="276549" y="69611"/>
                  </a:lnTo>
                  <a:lnTo>
                    <a:pt x="276884" y="70973"/>
                  </a:lnTo>
                  <a:lnTo>
                    <a:pt x="279326" y="71931"/>
                  </a:lnTo>
                  <a:lnTo>
                    <a:pt x="280345" y="73255"/>
                  </a:lnTo>
                  <a:lnTo>
                    <a:pt x="280498" y="74419"/>
                  </a:lnTo>
                  <a:lnTo>
                    <a:pt x="279615" y="75614"/>
                  </a:lnTo>
                  <a:lnTo>
                    <a:pt x="278877" y="76557"/>
                  </a:lnTo>
                  <a:lnTo>
                    <a:pt x="278885" y="77387"/>
                  </a:lnTo>
                  <a:lnTo>
                    <a:pt x="279280" y="78224"/>
                  </a:lnTo>
                  <a:lnTo>
                    <a:pt x="279866" y="78848"/>
                  </a:lnTo>
                  <a:lnTo>
                    <a:pt x="283336" y="79236"/>
                  </a:lnTo>
                  <a:lnTo>
                    <a:pt x="285397" y="79243"/>
                  </a:lnTo>
                  <a:lnTo>
                    <a:pt x="286197" y="79578"/>
                  </a:lnTo>
                  <a:lnTo>
                    <a:pt x="286296" y="80712"/>
                  </a:lnTo>
                  <a:lnTo>
                    <a:pt x="285534" y="82233"/>
                  </a:lnTo>
                  <a:lnTo>
                    <a:pt x="282613" y="83458"/>
                  </a:lnTo>
                  <a:lnTo>
                    <a:pt x="280962" y="84752"/>
                  </a:lnTo>
                  <a:lnTo>
                    <a:pt x="280429" y="86464"/>
                  </a:lnTo>
                  <a:lnTo>
                    <a:pt x="280452" y="87826"/>
                  </a:lnTo>
                  <a:lnTo>
                    <a:pt x="281022" y="88731"/>
                  </a:lnTo>
                  <a:lnTo>
                    <a:pt x="282423" y="89773"/>
                  </a:lnTo>
                  <a:lnTo>
                    <a:pt x="283739" y="90960"/>
                  </a:lnTo>
                  <a:lnTo>
                    <a:pt x="284142" y="91927"/>
                  </a:lnTo>
                  <a:lnTo>
                    <a:pt x="283975" y="93250"/>
                  </a:lnTo>
                  <a:lnTo>
                    <a:pt x="283450" y="95061"/>
                  </a:lnTo>
                  <a:lnTo>
                    <a:pt x="282012" y="97169"/>
                  </a:lnTo>
                  <a:lnTo>
                    <a:pt x="280810" y="98668"/>
                  </a:lnTo>
                  <a:lnTo>
                    <a:pt x="280726" y="99200"/>
                  </a:lnTo>
                  <a:lnTo>
                    <a:pt x="281022" y="100007"/>
                  </a:lnTo>
                  <a:lnTo>
                    <a:pt x="281989" y="101179"/>
                  </a:lnTo>
                  <a:lnTo>
                    <a:pt x="283632" y="102906"/>
                  </a:lnTo>
                  <a:lnTo>
                    <a:pt x="285679" y="104298"/>
                  </a:lnTo>
                  <a:lnTo>
                    <a:pt x="286995" y="104686"/>
                  </a:lnTo>
                  <a:lnTo>
                    <a:pt x="287414" y="105028"/>
                  </a:lnTo>
                  <a:lnTo>
                    <a:pt x="287825" y="106641"/>
                  </a:lnTo>
                  <a:lnTo>
                    <a:pt x="287985" y="108338"/>
                  </a:lnTo>
                  <a:lnTo>
                    <a:pt x="287459" y="109616"/>
                  </a:lnTo>
                  <a:lnTo>
                    <a:pt x="288509" y="110666"/>
                  </a:lnTo>
                  <a:lnTo>
                    <a:pt x="291256" y="110613"/>
                  </a:lnTo>
                  <a:lnTo>
                    <a:pt x="293493" y="111062"/>
                  </a:lnTo>
                  <a:lnTo>
                    <a:pt x="294436" y="110613"/>
                  </a:lnTo>
                  <a:lnTo>
                    <a:pt x="295099" y="110948"/>
                  </a:lnTo>
                  <a:lnTo>
                    <a:pt x="294680" y="114737"/>
                  </a:lnTo>
                  <a:lnTo>
                    <a:pt x="294984" y="116974"/>
                  </a:lnTo>
                  <a:lnTo>
                    <a:pt x="295585" y="117605"/>
                  </a:lnTo>
                  <a:lnTo>
                    <a:pt x="297784" y="118518"/>
                  </a:lnTo>
                  <a:lnTo>
                    <a:pt x="302015" y="118404"/>
                  </a:lnTo>
                  <a:lnTo>
                    <a:pt x="304518" y="119462"/>
                  </a:lnTo>
                  <a:lnTo>
                    <a:pt x="307280" y="120672"/>
                  </a:lnTo>
                  <a:lnTo>
                    <a:pt x="308748" y="122011"/>
                  </a:lnTo>
                  <a:lnTo>
                    <a:pt x="309410" y="123008"/>
                  </a:lnTo>
                  <a:lnTo>
                    <a:pt x="309228" y="124613"/>
                  </a:lnTo>
                  <a:lnTo>
                    <a:pt x="307713" y="126492"/>
                  </a:lnTo>
                  <a:lnTo>
                    <a:pt x="305256" y="127390"/>
                  </a:lnTo>
                  <a:lnTo>
                    <a:pt x="303818" y="127778"/>
                  </a:lnTo>
                  <a:lnTo>
                    <a:pt x="296727" y="131293"/>
                  </a:lnTo>
                  <a:lnTo>
                    <a:pt x="294513" y="132777"/>
                  </a:lnTo>
                  <a:lnTo>
                    <a:pt x="292793" y="134557"/>
                  </a:lnTo>
                  <a:lnTo>
                    <a:pt x="292162" y="135896"/>
                  </a:lnTo>
                  <a:lnTo>
                    <a:pt x="291827" y="137197"/>
                  </a:lnTo>
                  <a:lnTo>
                    <a:pt x="293364" y="141915"/>
                  </a:lnTo>
                  <a:lnTo>
                    <a:pt x="293622" y="143376"/>
                  </a:lnTo>
                  <a:lnTo>
                    <a:pt x="292360" y="148450"/>
                  </a:lnTo>
                  <a:lnTo>
                    <a:pt x="291987" y="150330"/>
                  </a:lnTo>
                  <a:lnTo>
                    <a:pt x="292466" y="151646"/>
                  </a:lnTo>
                  <a:lnTo>
                    <a:pt x="293972" y="152133"/>
                  </a:lnTo>
                  <a:lnTo>
                    <a:pt x="294299" y="153236"/>
                  </a:lnTo>
                  <a:lnTo>
                    <a:pt x="294444" y="154081"/>
                  </a:lnTo>
                  <a:lnTo>
                    <a:pt x="291827" y="155937"/>
                  </a:lnTo>
                  <a:lnTo>
                    <a:pt x="289057" y="157581"/>
                  </a:lnTo>
                  <a:lnTo>
                    <a:pt x="288182" y="157573"/>
                  </a:lnTo>
                  <a:lnTo>
                    <a:pt x="285534" y="160655"/>
                  </a:lnTo>
                  <a:lnTo>
                    <a:pt x="281129" y="166810"/>
                  </a:lnTo>
                  <a:lnTo>
                    <a:pt x="278786" y="168895"/>
                  </a:lnTo>
                  <a:lnTo>
                    <a:pt x="278618" y="169907"/>
                  </a:lnTo>
                  <a:lnTo>
                    <a:pt x="278436" y="170941"/>
                  </a:lnTo>
                  <a:lnTo>
                    <a:pt x="279326" y="172676"/>
                  </a:lnTo>
                  <a:lnTo>
                    <a:pt x="279509" y="174145"/>
                  </a:lnTo>
                  <a:lnTo>
                    <a:pt x="278519" y="175613"/>
                  </a:lnTo>
                  <a:lnTo>
                    <a:pt x="276861" y="177310"/>
                  </a:lnTo>
                  <a:lnTo>
                    <a:pt x="273635" y="178778"/>
                  </a:lnTo>
                  <a:lnTo>
                    <a:pt x="269564" y="180292"/>
                  </a:lnTo>
                  <a:lnTo>
                    <a:pt x="267738" y="181205"/>
                  </a:lnTo>
                  <a:lnTo>
                    <a:pt x="266361" y="185162"/>
                  </a:lnTo>
                  <a:lnTo>
                    <a:pt x="265090" y="189126"/>
                  </a:lnTo>
                  <a:lnTo>
                    <a:pt x="264520" y="190594"/>
                  </a:lnTo>
                  <a:lnTo>
                    <a:pt x="262328" y="195152"/>
                  </a:lnTo>
                  <a:lnTo>
                    <a:pt x="258493" y="201847"/>
                  </a:lnTo>
                  <a:lnTo>
                    <a:pt x="257520" y="203308"/>
                  </a:lnTo>
                  <a:lnTo>
                    <a:pt x="251585" y="206527"/>
                  </a:lnTo>
                  <a:lnTo>
                    <a:pt x="245536" y="210027"/>
                  </a:lnTo>
                  <a:lnTo>
                    <a:pt x="244463" y="211350"/>
                  </a:lnTo>
                  <a:lnTo>
                    <a:pt x="243223" y="214531"/>
                  </a:lnTo>
                  <a:lnTo>
                    <a:pt x="242059" y="218016"/>
                  </a:lnTo>
                  <a:lnTo>
                    <a:pt x="240971" y="219834"/>
                  </a:lnTo>
                  <a:lnTo>
                    <a:pt x="237121" y="223912"/>
                  </a:lnTo>
                  <a:lnTo>
                    <a:pt x="235858" y="227039"/>
                  </a:lnTo>
                  <a:lnTo>
                    <a:pt x="235455" y="229079"/>
                  </a:lnTo>
                  <a:lnTo>
                    <a:pt x="232183" y="230220"/>
                  </a:lnTo>
                  <a:lnTo>
                    <a:pt x="228470" y="231308"/>
                  </a:lnTo>
                  <a:lnTo>
                    <a:pt x="223068" y="231658"/>
                  </a:lnTo>
                  <a:lnTo>
                    <a:pt x="220824" y="232228"/>
                  </a:lnTo>
                  <a:lnTo>
                    <a:pt x="214204" y="235036"/>
                  </a:lnTo>
                  <a:lnTo>
                    <a:pt x="212561" y="235158"/>
                  </a:lnTo>
                  <a:lnTo>
                    <a:pt x="211267" y="234693"/>
                  </a:lnTo>
                  <a:lnTo>
                    <a:pt x="210294" y="233735"/>
                  </a:lnTo>
                  <a:lnTo>
                    <a:pt x="209388" y="232137"/>
                  </a:lnTo>
                  <a:lnTo>
                    <a:pt x="208954" y="229679"/>
                  </a:lnTo>
                  <a:lnTo>
                    <a:pt x="207676" y="228569"/>
                  </a:lnTo>
                  <a:lnTo>
                    <a:pt x="205957" y="227618"/>
                  </a:lnTo>
                  <a:lnTo>
                    <a:pt x="204145" y="227579"/>
                  </a:lnTo>
                  <a:lnTo>
                    <a:pt x="202319" y="228622"/>
                  </a:lnTo>
                  <a:lnTo>
                    <a:pt x="200745" y="229763"/>
                  </a:lnTo>
                  <a:lnTo>
                    <a:pt x="199664" y="230707"/>
                  </a:lnTo>
                  <a:lnTo>
                    <a:pt x="198614" y="231810"/>
                  </a:lnTo>
                  <a:lnTo>
                    <a:pt x="196583" y="235508"/>
                  </a:lnTo>
                  <a:lnTo>
                    <a:pt x="193303" y="240811"/>
                  </a:lnTo>
                  <a:lnTo>
                    <a:pt x="189644" y="244661"/>
                  </a:lnTo>
                  <a:lnTo>
                    <a:pt x="188289" y="245810"/>
                  </a:lnTo>
                  <a:lnTo>
                    <a:pt x="187445" y="246685"/>
                  </a:lnTo>
                  <a:lnTo>
                    <a:pt x="186296" y="247963"/>
                  </a:lnTo>
                  <a:lnTo>
                    <a:pt x="185634" y="249195"/>
                  </a:lnTo>
                  <a:lnTo>
                    <a:pt x="184729" y="253220"/>
                  </a:lnTo>
                  <a:lnTo>
                    <a:pt x="184204" y="256781"/>
                  </a:lnTo>
                  <a:lnTo>
                    <a:pt x="184447" y="257580"/>
                  </a:lnTo>
                  <a:lnTo>
                    <a:pt x="184995" y="258257"/>
                  </a:lnTo>
                  <a:lnTo>
                    <a:pt x="186996" y="259284"/>
                  </a:lnTo>
                  <a:lnTo>
                    <a:pt x="189879" y="261004"/>
                  </a:lnTo>
                  <a:lnTo>
                    <a:pt x="193631" y="261978"/>
                  </a:lnTo>
                  <a:lnTo>
                    <a:pt x="196788" y="262145"/>
                  </a:lnTo>
                  <a:lnTo>
                    <a:pt x="197975" y="262876"/>
                  </a:lnTo>
                  <a:lnTo>
                    <a:pt x="198675" y="263865"/>
                  </a:lnTo>
                  <a:lnTo>
                    <a:pt x="198873" y="264694"/>
                  </a:lnTo>
                  <a:lnTo>
                    <a:pt x="198706" y="267631"/>
                  </a:lnTo>
                  <a:lnTo>
                    <a:pt x="198348" y="270781"/>
                  </a:lnTo>
                  <a:lnTo>
                    <a:pt x="197184" y="274159"/>
                  </a:lnTo>
                  <a:lnTo>
                    <a:pt x="197199" y="276092"/>
                  </a:lnTo>
                  <a:lnTo>
                    <a:pt x="197663" y="277986"/>
                  </a:lnTo>
                  <a:lnTo>
                    <a:pt x="201171" y="282780"/>
                  </a:lnTo>
                  <a:lnTo>
                    <a:pt x="202464" y="283274"/>
                  </a:lnTo>
                  <a:lnTo>
                    <a:pt x="205097" y="283381"/>
                  </a:lnTo>
                  <a:lnTo>
                    <a:pt x="206322" y="283282"/>
                  </a:lnTo>
                  <a:lnTo>
                    <a:pt x="207684" y="282795"/>
                  </a:lnTo>
                  <a:lnTo>
                    <a:pt x="208650" y="283130"/>
                  </a:lnTo>
                  <a:lnTo>
                    <a:pt x="209373" y="283716"/>
                  </a:lnTo>
                  <a:lnTo>
                    <a:pt x="209555" y="284689"/>
                  </a:lnTo>
                  <a:lnTo>
                    <a:pt x="209441" y="289460"/>
                  </a:lnTo>
                  <a:lnTo>
                    <a:pt x="210522" y="291621"/>
                  </a:lnTo>
                  <a:lnTo>
                    <a:pt x="212614" y="294558"/>
                  </a:lnTo>
                  <a:lnTo>
                    <a:pt x="214265" y="297913"/>
                  </a:lnTo>
                  <a:lnTo>
                    <a:pt x="215825" y="301923"/>
                  </a:lnTo>
                  <a:lnTo>
                    <a:pt x="217324" y="305058"/>
                  </a:lnTo>
                  <a:lnTo>
                    <a:pt x="217902" y="306693"/>
                  </a:lnTo>
                  <a:lnTo>
                    <a:pt x="216928" y="307485"/>
                  </a:lnTo>
                  <a:lnTo>
                    <a:pt x="216373" y="308306"/>
                  </a:lnTo>
                  <a:lnTo>
                    <a:pt x="216228" y="309402"/>
                  </a:lnTo>
                  <a:lnTo>
                    <a:pt x="216434" y="310558"/>
                  </a:lnTo>
                  <a:lnTo>
                    <a:pt x="216304" y="311373"/>
                  </a:lnTo>
                  <a:lnTo>
                    <a:pt x="217012" y="312377"/>
                  </a:lnTo>
                  <a:lnTo>
                    <a:pt x="217841" y="312712"/>
                  </a:lnTo>
                  <a:lnTo>
                    <a:pt x="217818" y="313412"/>
                  </a:lnTo>
                  <a:lnTo>
                    <a:pt x="216509" y="314317"/>
                  </a:lnTo>
                  <a:lnTo>
                    <a:pt x="215346" y="314287"/>
                  </a:lnTo>
                  <a:lnTo>
                    <a:pt x="214447" y="314728"/>
                  </a:lnTo>
                  <a:lnTo>
                    <a:pt x="212713" y="316630"/>
                  </a:lnTo>
                  <a:lnTo>
                    <a:pt x="211906" y="317010"/>
                  </a:lnTo>
                  <a:lnTo>
                    <a:pt x="210818" y="317186"/>
                  </a:lnTo>
                  <a:lnTo>
                    <a:pt x="209609" y="316995"/>
                  </a:lnTo>
                  <a:lnTo>
                    <a:pt x="207889" y="316227"/>
                  </a:lnTo>
                  <a:lnTo>
                    <a:pt x="207394" y="315017"/>
                  </a:lnTo>
                  <a:lnTo>
                    <a:pt x="207585" y="313746"/>
                  </a:lnTo>
                  <a:lnTo>
                    <a:pt x="207196" y="312986"/>
                  </a:lnTo>
                  <a:lnTo>
                    <a:pt x="205964" y="313130"/>
                  </a:lnTo>
                  <a:lnTo>
                    <a:pt x="201696" y="314431"/>
                  </a:lnTo>
                  <a:lnTo>
                    <a:pt x="197625" y="316037"/>
                  </a:lnTo>
                  <a:lnTo>
                    <a:pt x="196918" y="317132"/>
                  </a:lnTo>
                  <a:lnTo>
                    <a:pt x="195974" y="318266"/>
                  </a:lnTo>
                  <a:lnTo>
                    <a:pt x="194110" y="318738"/>
                  </a:lnTo>
                  <a:lnTo>
                    <a:pt x="191356" y="318882"/>
                  </a:lnTo>
                  <a:lnTo>
                    <a:pt x="189461" y="318707"/>
                  </a:lnTo>
                  <a:lnTo>
                    <a:pt x="187711" y="317482"/>
                  </a:lnTo>
                  <a:lnTo>
                    <a:pt x="186113" y="316371"/>
                  </a:lnTo>
                  <a:lnTo>
                    <a:pt x="183641" y="316318"/>
                  </a:lnTo>
                  <a:lnTo>
                    <a:pt x="179190" y="316485"/>
                  </a:lnTo>
                  <a:lnTo>
                    <a:pt x="176725" y="316470"/>
                  </a:lnTo>
                  <a:lnTo>
                    <a:pt x="175271" y="316059"/>
                  </a:lnTo>
                  <a:lnTo>
                    <a:pt x="173841" y="316371"/>
                  </a:lnTo>
                  <a:lnTo>
                    <a:pt x="172053" y="315915"/>
                  </a:lnTo>
                  <a:lnTo>
                    <a:pt x="171254" y="316524"/>
                  </a:lnTo>
                  <a:lnTo>
                    <a:pt x="170500" y="316584"/>
                  </a:lnTo>
                  <a:lnTo>
                    <a:pt x="169899" y="315534"/>
                  </a:lnTo>
                  <a:lnTo>
                    <a:pt x="169496" y="315420"/>
                  </a:lnTo>
                  <a:lnTo>
                    <a:pt x="169025" y="315572"/>
                  </a:lnTo>
                  <a:lnTo>
                    <a:pt x="168606" y="315930"/>
                  </a:lnTo>
                  <a:lnTo>
                    <a:pt x="168363" y="316547"/>
                  </a:lnTo>
                  <a:lnTo>
                    <a:pt x="168279" y="323546"/>
                  </a:lnTo>
                  <a:lnTo>
                    <a:pt x="165342" y="323501"/>
                  </a:lnTo>
                  <a:lnTo>
                    <a:pt x="163249" y="323485"/>
                  </a:lnTo>
                  <a:lnTo>
                    <a:pt x="160952" y="323866"/>
                  </a:lnTo>
                  <a:lnTo>
                    <a:pt x="158852" y="324398"/>
                  </a:lnTo>
                  <a:lnTo>
                    <a:pt x="157817" y="325038"/>
                  </a:lnTo>
                  <a:lnTo>
                    <a:pt x="156341" y="326034"/>
                  </a:lnTo>
                  <a:lnTo>
                    <a:pt x="155991" y="327434"/>
                  </a:lnTo>
                  <a:lnTo>
                    <a:pt x="155283" y="328454"/>
                  </a:lnTo>
                  <a:lnTo>
                    <a:pt x="154264" y="326947"/>
                  </a:lnTo>
                  <a:lnTo>
                    <a:pt x="153610" y="326247"/>
                  </a:lnTo>
                  <a:lnTo>
                    <a:pt x="152849" y="326765"/>
                  </a:lnTo>
                  <a:lnTo>
                    <a:pt x="151768" y="326704"/>
                  </a:lnTo>
                  <a:lnTo>
                    <a:pt x="149821" y="324984"/>
                  </a:lnTo>
                  <a:lnTo>
                    <a:pt x="148953" y="326719"/>
                  </a:lnTo>
                  <a:lnTo>
                    <a:pt x="145735" y="327115"/>
                  </a:lnTo>
                  <a:lnTo>
                    <a:pt x="145331" y="325806"/>
                  </a:lnTo>
                  <a:lnTo>
                    <a:pt x="145255" y="324589"/>
                  </a:lnTo>
                  <a:lnTo>
                    <a:pt x="143483" y="325471"/>
                  </a:lnTo>
                  <a:lnTo>
                    <a:pt x="142212" y="324117"/>
                  </a:lnTo>
                  <a:lnTo>
                    <a:pt x="141641" y="322298"/>
                  </a:lnTo>
                  <a:lnTo>
                    <a:pt x="141154" y="321796"/>
                  </a:lnTo>
                  <a:lnTo>
                    <a:pt x="140599" y="321218"/>
                  </a:lnTo>
                  <a:lnTo>
                    <a:pt x="139260" y="320594"/>
                  </a:lnTo>
                  <a:lnTo>
                    <a:pt x="138073" y="318662"/>
                  </a:lnTo>
                  <a:lnTo>
                    <a:pt x="137959" y="316607"/>
                  </a:lnTo>
                  <a:lnTo>
                    <a:pt x="137624" y="314165"/>
                  </a:lnTo>
                  <a:lnTo>
                    <a:pt x="135128" y="305096"/>
                  </a:lnTo>
                  <a:lnTo>
                    <a:pt x="133614" y="304259"/>
                  </a:lnTo>
                  <a:lnTo>
                    <a:pt x="125116" y="302645"/>
                  </a:lnTo>
                  <a:lnTo>
                    <a:pt x="124682" y="301055"/>
                  </a:lnTo>
                  <a:lnTo>
                    <a:pt x="125268" y="296779"/>
                  </a:lnTo>
                  <a:lnTo>
                    <a:pt x="125032" y="294078"/>
                  </a:lnTo>
                  <a:lnTo>
                    <a:pt x="122278" y="290510"/>
                  </a:lnTo>
                  <a:lnTo>
                    <a:pt x="121509" y="288014"/>
                  </a:lnTo>
                  <a:lnTo>
                    <a:pt x="119265" y="285876"/>
                  </a:lnTo>
                  <a:lnTo>
                    <a:pt x="117035" y="285252"/>
                  </a:lnTo>
                  <a:lnTo>
                    <a:pt x="114783" y="285534"/>
                  </a:lnTo>
                  <a:lnTo>
                    <a:pt x="113573" y="286378"/>
                  </a:lnTo>
                  <a:lnTo>
                    <a:pt x="112911" y="287809"/>
                  </a:lnTo>
                  <a:lnTo>
                    <a:pt x="117720" y="287474"/>
                  </a:lnTo>
                  <a:lnTo>
                    <a:pt x="118800" y="287999"/>
                  </a:lnTo>
                  <a:lnTo>
                    <a:pt x="120094" y="288935"/>
                  </a:lnTo>
                  <a:lnTo>
                    <a:pt x="118717" y="288897"/>
                  </a:lnTo>
                  <a:lnTo>
                    <a:pt x="117119" y="288456"/>
                  </a:lnTo>
                  <a:lnTo>
                    <a:pt x="115118" y="288486"/>
                  </a:lnTo>
                  <a:lnTo>
                    <a:pt x="107623" y="289536"/>
                  </a:lnTo>
                  <a:lnTo>
                    <a:pt x="103271" y="291050"/>
                  </a:lnTo>
                  <a:lnTo>
                    <a:pt x="97436" y="290601"/>
                  </a:lnTo>
                  <a:lnTo>
                    <a:pt x="90070" y="292092"/>
                  </a:lnTo>
                  <a:lnTo>
                    <a:pt x="83984" y="292176"/>
                  </a:lnTo>
                  <a:lnTo>
                    <a:pt x="81473" y="295075"/>
                  </a:lnTo>
                  <a:lnTo>
                    <a:pt x="80080" y="294550"/>
                  </a:lnTo>
                  <a:lnTo>
                    <a:pt x="79015" y="293843"/>
                  </a:lnTo>
                  <a:lnTo>
                    <a:pt x="70646" y="291567"/>
                  </a:lnTo>
                  <a:lnTo>
                    <a:pt x="70068" y="290616"/>
                  </a:lnTo>
                  <a:lnTo>
                    <a:pt x="68668" y="289932"/>
                  </a:lnTo>
                  <a:lnTo>
                    <a:pt x="67130" y="291149"/>
                  </a:lnTo>
                  <a:lnTo>
                    <a:pt x="66027" y="291347"/>
                  </a:lnTo>
                  <a:lnTo>
                    <a:pt x="61439" y="290335"/>
                  </a:lnTo>
                  <a:lnTo>
                    <a:pt x="57932" y="291103"/>
                  </a:lnTo>
                  <a:lnTo>
                    <a:pt x="56631" y="292412"/>
                  </a:lnTo>
                  <a:lnTo>
                    <a:pt x="56540" y="294444"/>
                  </a:lnTo>
                  <a:lnTo>
                    <a:pt x="52157" y="294048"/>
                  </a:lnTo>
                  <a:lnTo>
                    <a:pt x="49677" y="293409"/>
                  </a:lnTo>
                  <a:lnTo>
                    <a:pt x="46374" y="294116"/>
                  </a:lnTo>
                  <a:lnTo>
                    <a:pt x="38888" y="293181"/>
                  </a:lnTo>
                  <a:lnTo>
                    <a:pt x="36925" y="293409"/>
                  </a:lnTo>
                  <a:lnTo>
                    <a:pt x="34193" y="294763"/>
                  </a:lnTo>
                  <a:lnTo>
                    <a:pt x="33052" y="295813"/>
                  </a:lnTo>
                  <a:lnTo>
                    <a:pt x="31431" y="296224"/>
                  </a:lnTo>
                  <a:lnTo>
                    <a:pt x="30001" y="294763"/>
                  </a:lnTo>
                  <a:lnTo>
                    <a:pt x="28936" y="294116"/>
                  </a:lnTo>
                  <a:lnTo>
                    <a:pt x="27947" y="294543"/>
                  </a:lnTo>
                  <a:lnTo>
                    <a:pt x="26607" y="295745"/>
                  </a:lnTo>
                  <a:lnTo>
                    <a:pt x="22727" y="296308"/>
                  </a:lnTo>
                  <a:lnTo>
                    <a:pt x="19219" y="296148"/>
                  </a:lnTo>
                  <a:lnTo>
                    <a:pt x="15446" y="295022"/>
                  </a:lnTo>
                  <a:lnTo>
                    <a:pt x="15895" y="294641"/>
                  </a:lnTo>
                  <a:lnTo>
                    <a:pt x="16480" y="292678"/>
                  </a:lnTo>
                  <a:lnTo>
                    <a:pt x="17006" y="285656"/>
                  </a:lnTo>
                  <a:lnTo>
                    <a:pt x="17675" y="283114"/>
                  </a:lnTo>
                  <a:lnTo>
                    <a:pt x="17477" y="281730"/>
                  </a:lnTo>
                  <a:lnTo>
                    <a:pt x="17614" y="281311"/>
                  </a:lnTo>
                  <a:lnTo>
                    <a:pt x="19098" y="280079"/>
                  </a:lnTo>
                  <a:lnTo>
                    <a:pt x="19455" y="279561"/>
                  </a:lnTo>
                  <a:lnTo>
                    <a:pt x="20018" y="275955"/>
                  </a:lnTo>
                  <a:lnTo>
                    <a:pt x="20642" y="271953"/>
                  </a:lnTo>
                  <a:lnTo>
                    <a:pt x="21335" y="270515"/>
                  </a:lnTo>
                  <a:lnTo>
                    <a:pt x="21913" y="270127"/>
                  </a:lnTo>
                  <a:lnTo>
                    <a:pt x="26592" y="268323"/>
                  </a:lnTo>
                  <a:lnTo>
                    <a:pt x="27391" y="267129"/>
                  </a:lnTo>
                  <a:lnTo>
                    <a:pt x="29803" y="267410"/>
                  </a:lnTo>
                  <a:lnTo>
                    <a:pt x="30024" y="267121"/>
                  </a:lnTo>
                  <a:lnTo>
                    <a:pt x="30244" y="265736"/>
                  </a:lnTo>
                  <a:lnTo>
                    <a:pt x="31363" y="264238"/>
                  </a:lnTo>
                  <a:lnTo>
                    <a:pt x="32915" y="263005"/>
                  </a:lnTo>
                  <a:lnTo>
                    <a:pt x="34079" y="262571"/>
                  </a:lnTo>
                  <a:lnTo>
                    <a:pt x="38287" y="261795"/>
                  </a:lnTo>
                  <a:lnTo>
                    <a:pt x="40752" y="260715"/>
                  </a:lnTo>
                  <a:lnTo>
                    <a:pt x="41490" y="260601"/>
                  </a:lnTo>
                  <a:lnTo>
                    <a:pt x="48041" y="260875"/>
                  </a:lnTo>
                  <a:lnTo>
                    <a:pt x="49418" y="260464"/>
                  </a:lnTo>
                  <a:lnTo>
                    <a:pt x="49631" y="260083"/>
                  </a:lnTo>
                  <a:lnTo>
                    <a:pt x="50019" y="255990"/>
                  </a:lnTo>
                  <a:lnTo>
                    <a:pt x="51213" y="255351"/>
                  </a:lnTo>
                  <a:lnTo>
                    <a:pt x="51396" y="255008"/>
                  </a:lnTo>
                  <a:lnTo>
                    <a:pt x="50993" y="252171"/>
                  </a:lnTo>
                  <a:lnTo>
                    <a:pt x="51221" y="250276"/>
                  </a:lnTo>
                  <a:lnTo>
                    <a:pt x="52568" y="249150"/>
                  </a:lnTo>
                  <a:lnTo>
                    <a:pt x="52484" y="248511"/>
                  </a:lnTo>
                  <a:lnTo>
                    <a:pt x="51525" y="247164"/>
                  </a:lnTo>
                  <a:lnTo>
                    <a:pt x="50240" y="246304"/>
                  </a:lnTo>
                  <a:lnTo>
                    <a:pt x="49615" y="246099"/>
                  </a:lnTo>
                  <a:lnTo>
                    <a:pt x="44244" y="246913"/>
                  </a:lnTo>
                  <a:lnTo>
                    <a:pt x="42022" y="246647"/>
                  </a:lnTo>
                  <a:lnTo>
                    <a:pt x="40988" y="246152"/>
                  </a:lnTo>
                  <a:lnTo>
                    <a:pt x="40767" y="245787"/>
                  </a:lnTo>
                  <a:lnTo>
                    <a:pt x="40980" y="244957"/>
                  </a:lnTo>
                  <a:lnTo>
                    <a:pt x="41018" y="243611"/>
                  </a:lnTo>
                  <a:lnTo>
                    <a:pt x="41794" y="241511"/>
                  </a:lnTo>
                  <a:lnTo>
                    <a:pt x="42030" y="240255"/>
                  </a:lnTo>
                  <a:lnTo>
                    <a:pt x="41399" y="232974"/>
                  </a:lnTo>
                  <a:lnTo>
                    <a:pt x="40493" y="228127"/>
                  </a:lnTo>
                  <a:lnTo>
                    <a:pt x="40980" y="223311"/>
                  </a:lnTo>
                  <a:lnTo>
                    <a:pt x="40881" y="222314"/>
                  </a:lnTo>
                  <a:lnTo>
                    <a:pt x="40698" y="222086"/>
                  </a:lnTo>
                  <a:lnTo>
                    <a:pt x="40021" y="222086"/>
                  </a:lnTo>
                  <a:lnTo>
                    <a:pt x="36750" y="222512"/>
                  </a:lnTo>
                  <a:lnTo>
                    <a:pt x="33965" y="219408"/>
                  </a:lnTo>
                  <a:lnTo>
                    <a:pt x="32230" y="218183"/>
                  </a:lnTo>
                  <a:lnTo>
                    <a:pt x="27482" y="216638"/>
                  </a:lnTo>
                  <a:lnTo>
                    <a:pt x="25397" y="216334"/>
                  </a:lnTo>
                  <a:lnTo>
                    <a:pt x="22346" y="214995"/>
                  </a:lnTo>
                  <a:lnTo>
                    <a:pt x="19524" y="212066"/>
                  </a:lnTo>
                  <a:lnTo>
                    <a:pt x="16648" y="209060"/>
                  </a:lnTo>
                  <a:lnTo>
                    <a:pt x="15484" y="207135"/>
                  </a:lnTo>
                  <a:lnTo>
                    <a:pt x="14198" y="203856"/>
                  </a:lnTo>
                  <a:lnTo>
                    <a:pt x="10561" y="197564"/>
                  </a:lnTo>
                  <a:lnTo>
                    <a:pt x="10591" y="195935"/>
                  </a:lnTo>
                  <a:lnTo>
                    <a:pt x="10142" y="194939"/>
                  </a:lnTo>
                  <a:lnTo>
                    <a:pt x="6589" y="190792"/>
                  </a:lnTo>
                  <a:lnTo>
                    <a:pt x="4071" y="187840"/>
                  </a:lnTo>
                  <a:lnTo>
                    <a:pt x="0" y="183062"/>
                  </a:lnTo>
                  <a:lnTo>
                    <a:pt x="8134" y="185740"/>
                  </a:lnTo>
                  <a:lnTo>
                    <a:pt x="14472" y="187787"/>
                  </a:lnTo>
                  <a:lnTo>
                    <a:pt x="24720" y="191089"/>
                  </a:lnTo>
                  <a:lnTo>
                    <a:pt x="32671" y="193653"/>
                  </a:lnTo>
                  <a:lnTo>
                    <a:pt x="34870" y="194071"/>
                  </a:lnTo>
                  <a:lnTo>
                    <a:pt x="58175" y="191880"/>
                  </a:lnTo>
                  <a:lnTo>
                    <a:pt x="66781" y="193539"/>
                  </a:lnTo>
                  <a:lnTo>
                    <a:pt x="69512" y="194467"/>
                  </a:lnTo>
                  <a:lnTo>
                    <a:pt x="69923" y="193927"/>
                  </a:lnTo>
                  <a:lnTo>
                    <a:pt x="71080" y="192801"/>
                  </a:lnTo>
                  <a:lnTo>
                    <a:pt x="73088" y="191660"/>
                  </a:lnTo>
                  <a:lnTo>
                    <a:pt x="75812" y="190754"/>
                  </a:lnTo>
                  <a:lnTo>
                    <a:pt x="78528" y="190259"/>
                  </a:lnTo>
                  <a:lnTo>
                    <a:pt x="82424" y="190191"/>
                  </a:lnTo>
                  <a:lnTo>
                    <a:pt x="85072" y="190267"/>
                  </a:lnTo>
                  <a:lnTo>
                    <a:pt x="87027" y="190541"/>
                  </a:lnTo>
                  <a:lnTo>
                    <a:pt x="90801" y="190381"/>
                  </a:lnTo>
                  <a:lnTo>
                    <a:pt x="92611" y="189940"/>
                  </a:lnTo>
                  <a:lnTo>
                    <a:pt x="98812" y="188129"/>
                  </a:lnTo>
                  <a:lnTo>
                    <a:pt x="102982" y="186912"/>
                  </a:lnTo>
                  <a:lnTo>
                    <a:pt x="109290" y="185017"/>
                  </a:lnTo>
                  <a:lnTo>
                    <a:pt x="113893" y="183625"/>
                  </a:lnTo>
                  <a:lnTo>
                    <a:pt x="115042" y="182887"/>
                  </a:lnTo>
                  <a:lnTo>
                    <a:pt x="116228" y="181563"/>
                  </a:lnTo>
                  <a:lnTo>
                    <a:pt x="116799" y="180368"/>
                  </a:lnTo>
                  <a:lnTo>
                    <a:pt x="115384" y="178527"/>
                  </a:lnTo>
                  <a:lnTo>
                    <a:pt x="115202" y="176907"/>
                  </a:lnTo>
                  <a:lnTo>
                    <a:pt x="116130" y="174845"/>
                  </a:lnTo>
                  <a:lnTo>
                    <a:pt x="116632" y="171702"/>
                  </a:lnTo>
                  <a:lnTo>
                    <a:pt x="116533" y="167221"/>
                  </a:lnTo>
                  <a:lnTo>
                    <a:pt x="116228" y="164634"/>
                  </a:lnTo>
                  <a:lnTo>
                    <a:pt x="117514" y="159818"/>
                  </a:lnTo>
                  <a:lnTo>
                    <a:pt x="118587" y="157109"/>
                  </a:lnTo>
                  <a:lnTo>
                    <a:pt x="120725" y="155816"/>
                  </a:lnTo>
                  <a:lnTo>
                    <a:pt x="122217" y="155024"/>
                  </a:lnTo>
                  <a:lnTo>
                    <a:pt x="122833" y="154439"/>
                  </a:lnTo>
                  <a:lnTo>
                    <a:pt x="123441" y="153792"/>
                  </a:lnTo>
                  <a:lnTo>
                    <a:pt x="125724" y="150109"/>
                  </a:lnTo>
                  <a:lnTo>
                    <a:pt x="127816" y="148390"/>
                  </a:lnTo>
                  <a:lnTo>
                    <a:pt x="129840" y="147347"/>
                  </a:lnTo>
                  <a:lnTo>
                    <a:pt x="132062" y="147484"/>
                  </a:lnTo>
                  <a:lnTo>
                    <a:pt x="133941" y="148907"/>
                  </a:lnTo>
                  <a:lnTo>
                    <a:pt x="137594" y="149531"/>
                  </a:lnTo>
                  <a:lnTo>
                    <a:pt x="141131" y="149112"/>
                  </a:lnTo>
                  <a:lnTo>
                    <a:pt x="144198" y="148040"/>
                  </a:lnTo>
                  <a:lnTo>
                    <a:pt x="145590" y="147165"/>
                  </a:lnTo>
                  <a:lnTo>
                    <a:pt x="147218" y="146396"/>
                  </a:lnTo>
                  <a:lnTo>
                    <a:pt x="147127" y="145514"/>
                  </a:lnTo>
                  <a:lnTo>
                    <a:pt x="145278" y="144753"/>
                  </a:lnTo>
                  <a:lnTo>
                    <a:pt x="144221" y="143672"/>
                  </a:lnTo>
                  <a:lnTo>
                    <a:pt x="143810" y="142348"/>
                  </a:lnTo>
                  <a:lnTo>
                    <a:pt x="144845" y="141542"/>
                  </a:lnTo>
                  <a:lnTo>
                    <a:pt x="147264" y="141306"/>
                  </a:lnTo>
                  <a:lnTo>
                    <a:pt x="153183" y="138073"/>
                  </a:lnTo>
                  <a:lnTo>
                    <a:pt x="155595" y="135942"/>
                  </a:lnTo>
                  <a:lnTo>
                    <a:pt x="156250" y="134945"/>
                  </a:lnTo>
                  <a:lnTo>
                    <a:pt x="157391" y="134839"/>
                  </a:lnTo>
                  <a:lnTo>
                    <a:pt x="159643" y="135828"/>
                  </a:lnTo>
                  <a:lnTo>
                    <a:pt x="162283" y="136155"/>
                  </a:lnTo>
                  <a:lnTo>
                    <a:pt x="163934" y="135166"/>
                  </a:lnTo>
                  <a:lnTo>
                    <a:pt x="165578" y="134945"/>
                  </a:lnTo>
                  <a:lnTo>
                    <a:pt x="167191" y="136026"/>
                  </a:lnTo>
                  <a:lnTo>
                    <a:pt x="168058" y="137319"/>
                  </a:lnTo>
                  <a:lnTo>
                    <a:pt x="169519" y="138856"/>
                  </a:lnTo>
                  <a:lnTo>
                    <a:pt x="171368" y="139160"/>
                  </a:lnTo>
                  <a:lnTo>
                    <a:pt x="173597" y="138339"/>
                  </a:lnTo>
                  <a:lnTo>
                    <a:pt x="175941" y="136558"/>
                  </a:lnTo>
                  <a:lnTo>
                    <a:pt x="178162" y="134063"/>
                  </a:lnTo>
                  <a:lnTo>
                    <a:pt x="180133" y="131598"/>
                  </a:lnTo>
                  <a:lnTo>
                    <a:pt x="179646" y="123761"/>
                  </a:lnTo>
                  <a:lnTo>
                    <a:pt x="179319" y="119127"/>
                  </a:lnTo>
                  <a:lnTo>
                    <a:pt x="180361" y="116677"/>
                  </a:lnTo>
                  <a:lnTo>
                    <a:pt x="181845" y="115178"/>
                  </a:lnTo>
                  <a:lnTo>
                    <a:pt x="182827" y="112842"/>
                  </a:lnTo>
                  <a:lnTo>
                    <a:pt x="182803" y="110781"/>
                  </a:lnTo>
                  <a:lnTo>
                    <a:pt x="183846" y="109046"/>
                  </a:lnTo>
                  <a:lnTo>
                    <a:pt x="184881" y="104306"/>
                  </a:lnTo>
                  <a:lnTo>
                    <a:pt x="186288" y="103187"/>
                  </a:lnTo>
                  <a:lnTo>
                    <a:pt x="189195" y="102411"/>
                  </a:lnTo>
                  <a:lnTo>
                    <a:pt x="193821" y="101962"/>
                  </a:lnTo>
                  <a:lnTo>
                    <a:pt x="197450" y="99794"/>
                  </a:lnTo>
                  <a:lnTo>
                    <a:pt x="201102" y="97481"/>
                  </a:lnTo>
                  <a:lnTo>
                    <a:pt x="201589" y="95442"/>
                  </a:lnTo>
                  <a:lnTo>
                    <a:pt x="200219" y="93266"/>
                  </a:lnTo>
                  <a:lnTo>
                    <a:pt x="198386" y="89035"/>
                  </a:lnTo>
                  <a:lnTo>
                    <a:pt x="196735" y="86502"/>
                  </a:lnTo>
                  <a:lnTo>
                    <a:pt x="192702" y="81952"/>
                  </a:lnTo>
                  <a:lnTo>
                    <a:pt x="193166" y="79144"/>
                  </a:lnTo>
                  <a:lnTo>
                    <a:pt x="195411" y="77995"/>
                  </a:lnTo>
                  <a:lnTo>
                    <a:pt x="200935" y="79943"/>
                  </a:lnTo>
                  <a:lnTo>
                    <a:pt x="202472" y="80324"/>
                  </a:lnTo>
                  <a:lnTo>
                    <a:pt x="204397" y="80597"/>
                  </a:lnTo>
                  <a:lnTo>
                    <a:pt x="209487" y="80552"/>
                  </a:lnTo>
                  <a:lnTo>
                    <a:pt x="213641" y="79791"/>
                  </a:lnTo>
                  <a:lnTo>
                    <a:pt x="217978" y="78056"/>
                  </a:lnTo>
                  <a:lnTo>
                    <a:pt x="218830" y="76245"/>
                  </a:lnTo>
                  <a:lnTo>
                    <a:pt x="218777" y="74092"/>
                  </a:lnTo>
                  <a:lnTo>
                    <a:pt x="218853" y="72312"/>
                  </a:lnTo>
                  <a:lnTo>
                    <a:pt x="218921" y="69839"/>
                  </a:lnTo>
                  <a:lnTo>
                    <a:pt x="217362" y="68249"/>
                  </a:lnTo>
                  <a:lnTo>
                    <a:pt x="216418" y="66826"/>
                  </a:lnTo>
                  <a:lnTo>
                    <a:pt x="216137" y="65685"/>
                  </a:lnTo>
                  <a:lnTo>
                    <a:pt x="217225" y="65061"/>
                  </a:lnTo>
                  <a:lnTo>
                    <a:pt x="218282" y="63897"/>
                  </a:lnTo>
                  <a:lnTo>
                    <a:pt x="219294" y="61781"/>
                  </a:lnTo>
                  <a:lnTo>
                    <a:pt x="221698" y="59248"/>
                  </a:lnTo>
                  <a:lnTo>
                    <a:pt x="223152" y="56965"/>
                  </a:lnTo>
                  <a:lnTo>
                    <a:pt x="224521" y="55885"/>
                  </a:lnTo>
                  <a:lnTo>
                    <a:pt x="226591" y="54393"/>
                  </a:lnTo>
                  <a:lnTo>
                    <a:pt x="227915" y="52210"/>
                  </a:lnTo>
                  <a:lnTo>
                    <a:pt x="228524" y="50901"/>
                  </a:lnTo>
                  <a:lnTo>
                    <a:pt x="229718" y="49623"/>
                  </a:lnTo>
                  <a:lnTo>
                    <a:pt x="230121" y="48786"/>
                  </a:lnTo>
                  <a:lnTo>
                    <a:pt x="229794" y="48033"/>
                  </a:lnTo>
                  <a:lnTo>
                    <a:pt x="229201" y="47089"/>
                  </a:lnTo>
                  <a:lnTo>
                    <a:pt x="228524" y="46024"/>
                  </a:lnTo>
                  <a:lnTo>
                    <a:pt x="228524" y="44989"/>
                  </a:lnTo>
                  <a:lnTo>
                    <a:pt x="229086" y="43901"/>
                  </a:lnTo>
                  <a:lnTo>
                    <a:pt x="229703" y="42920"/>
                  </a:lnTo>
                  <a:lnTo>
                    <a:pt x="229414" y="41543"/>
                  </a:lnTo>
                  <a:lnTo>
                    <a:pt x="229086" y="39298"/>
                  </a:lnTo>
                  <a:lnTo>
                    <a:pt x="227960" y="37974"/>
                  </a:lnTo>
                  <a:lnTo>
                    <a:pt x="227200" y="34908"/>
                  </a:lnTo>
                  <a:lnTo>
                    <a:pt x="226005" y="31788"/>
                  </a:lnTo>
                  <a:lnTo>
                    <a:pt x="225366" y="30571"/>
                  </a:lnTo>
                  <a:lnTo>
                    <a:pt x="224194" y="29034"/>
                  </a:lnTo>
                  <a:lnTo>
                    <a:pt x="221577" y="27406"/>
                  </a:lnTo>
                  <a:lnTo>
                    <a:pt x="220824" y="26318"/>
                  </a:lnTo>
                  <a:lnTo>
                    <a:pt x="221843" y="24218"/>
                  </a:lnTo>
                  <a:lnTo>
                    <a:pt x="223555" y="22917"/>
                  </a:lnTo>
                  <a:lnTo>
                    <a:pt x="226773" y="19698"/>
                  </a:lnTo>
                  <a:lnTo>
                    <a:pt x="228531" y="17477"/>
                  </a:lnTo>
                  <a:lnTo>
                    <a:pt x="230121" y="15925"/>
                  </a:lnTo>
                  <a:lnTo>
                    <a:pt x="232176" y="16183"/>
                  </a:lnTo>
                  <a:lnTo>
                    <a:pt x="233378" y="16046"/>
                  </a:lnTo>
                  <a:lnTo>
                    <a:pt x="234435" y="14608"/>
                  </a:lnTo>
                  <a:lnTo>
                    <a:pt x="236535" y="13338"/>
                  </a:lnTo>
                  <a:lnTo>
                    <a:pt x="240271" y="10705"/>
                  </a:lnTo>
                  <a:lnTo>
                    <a:pt x="241580" y="8925"/>
                  </a:lnTo>
                  <a:lnTo>
                    <a:pt x="243566" y="8027"/>
                  </a:lnTo>
                  <a:lnTo>
                    <a:pt x="245217" y="7821"/>
                  </a:lnTo>
                  <a:lnTo>
                    <a:pt x="247438" y="7198"/>
                  </a:lnTo>
                  <a:lnTo>
                    <a:pt x="249576" y="6239"/>
                  </a:lnTo>
                  <a:lnTo>
                    <a:pt x="251532" y="5509"/>
                  </a:lnTo>
                  <a:lnTo>
                    <a:pt x="254590" y="5356"/>
                  </a:lnTo>
                  <a:lnTo>
                    <a:pt x="259452" y="4923"/>
                  </a:lnTo>
                  <a:lnTo>
                    <a:pt x="262070" y="4466"/>
                  </a:lnTo>
                  <a:lnTo>
                    <a:pt x="268362" y="4116"/>
                  </a:lnTo>
                  <a:lnTo>
                    <a:pt x="275210" y="3956"/>
                  </a:lnTo>
                  <a:lnTo>
                    <a:pt x="276001" y="3941"/>
                  </a:lnTo>
                  <a:lnTo>
                    <a:pt x="278968" y="4885"/>
                  </a:lnTo>
                  <a:lnTo>
                    <a:pt x="280977" y="5676"/>
                  </a:lnTo>
                  <a:lnTo>
                    <a:pt x="281768" y="5608"/>
                  </a:lnTo>
                  <a:lnTo>
                    <a:pt x="285093" y="3720"/>
                  </a:lnTo>
                  <a:lnTo>
                    <a:pt x="290145" y="1408"/>
                  </a:lnTo>
                  <a:lnTo>
                    <a:pt x="292496" y="380"/>
                  </a:lnTo>
                  <a:lnTo>
                    <a:pt x="293759" y="0"/>
                  </a:lnTo>
                  <a:lnTo>
                    <a:pt x="295715" y="23"/>
                  </a:lnTo>
                  <a:lnTo>
                    <a:pt x="297290" y="631"/>
                  </a:lnTo>
                  <a:close/>
                </a:path>
              </a:pathLst>
            </a:custGeom>
            <a:solidFill>
              <a:srgbClr val="2562E8"/>
            </a:solidFill>
            <a:ln w="6168" cap="flat">
              <a:solidFill>
                <a:srgbClr val="2562E8"/>
              </a:solidFill>
              <a:prstDash val="solid"/>
              <a:miter/>
            </a:ln>
          </p:spPr>
          <p:txBody>
            <a:bodyPr/>
            <a:lstStyle/>
            <a:p>
              <a:endParaRPr lang="en-US"/>
            </a:p>
          </p:txBody>
        </p:sp>
        <p:sp>
          <p:nvSpPr>
            <p:cNvPr id="2294" name="Freeform: Shape 2293">
              <a:extLst>
                <a:ext uri="{FF2B5EF4-FFF2-40B4-BE49-F238E27FC236}">
                  <a16:creationId xmlns:a16="http://schemas.microsoft.com/office/drawing/2014/main" id="{88B32C93-6BED-EA2F-E080-4C729243A6CF}"/>
                </a:ext>
              </a:extLst>
            </p:cNvPr>
            <p:cNvSpPr/>
            <p:nvPr/>
          </p:nvSpPr>
          <p:spPr>
            <a:xfrm>
              <a:off x="9875564" y="3604811"/>
              <a:ext cx="213039" cy="201307"/>
            </a:xfrm>
            <a:custGeom>
              <a:avLst/>
              <a:gdLst>
                <a:gd name="csX0" fmla="*/ 116921 w 213039"/>
                <a:gd name="csY0" fmla="*/ 13962 h 201307"/>
                <a:gd name="csX1" fmla="*/ 117773 w 213039"/>
                <a:gd name="csY1" fmla="*/ 14403 h 201307"/>
                <a:gd name="csX2" fmla="*/ 123753 w 213039"/>
                <a:gd name="csY2" fmla="*/ 14882 h 201307"/>
                <a:gd name="csX3" fmla="*/ 129817 w 213039"/>
                <a:gd name="csY3" fmla="*/ 15362 h 201307"/>
                <a:gd name="csX4" fmla="*/ 139564 w 213039"/>
                <a:gd name="csY4" fmla="*/ 15887 h 201307"/>
                <a:gd name="csX5" fmla="*/ 149722 w 213039"/>
                <a:gd name="csY5" fmla="*/ 16419 h 201307"/>
                <a:gd name="csX6" fmla="*/ 160267 w 213039"/>
                <a:gd name="csY6" fmla="*/ 16990 h 201307"/>
                <a:gd name="csX7" fmla="*/ 171673 w 213039"/>
                <a:gd name="csY7" fmla="*/ 17591 h 201307"/>
                <a:gd name="csX8" fmla="*/ 183702 w 213039"/>
                <a:gd name="csY8" fmla="*/ 17949 h 201307"/>
                <a:gd name="csX9" fmla="*/ 184440 w 213039"/>
                <a:gd name="csY9" fmla="*/ 17705 h 201307"/>
                <a:gd name="csX10" fmla="*/ 185665 w 213039"/>
                <a:gd name="csY10" fmla="*/ 16282 h 201307"/>
                <a:gd name="csX11" fmla="*/ 187163 w 213039"/>
                <a:gd name="csY11" fmla="*/ 16473 h 201307"/>
                <a:gd name="csX12" fmla="*/ 188936 w 213039"/>
                <a:gd name="csY12" fmla="*/ 17355 h 201307"/>
                <a:gd name="csX13" fmla="*/ 189758 w 213039"/>
                <a:gd name="csY13" fmla="*/ 18009 h 201307"/>
                <a:gd name="csX14" fmla="*/ 190108 w 213039"/>
                <a:gd name="csY14" fmla="*/ 18763 h 201307"/>
                <a:gd name="csX15" fmla="*/ 190328 w 213039"/>
                <a:gd name="csY15" fmla="*/ 19630 h 201307"/>
                <a:gd name="csX16" fmla="*/ 191295 w 213039"/>
                <a:gd name="csY16" fmla="*/ 19797 h 201307"/>
                <a:gd name="csX17" fmla="*/ 193067 w 213039"/>
                <a:gd name="csY17" fmla="*/ 20459 h 201307"/>
                <a:gd name="csX18" fmla="*/ 195457 w 213039"/>
                <a:gd name="csY18" fmla="*/ 21958 h 201307"/>
                <a:gd name="csX19" fmla="*/ 197328 w 213039"/>
                <a:gd name="csY19" fmla="*/ 23412 h 201307"/>
                <a:gd name="csX20" fmla="*/ 199117 w 213039"/>
                <a:gd name="csY20" fmla="*/ 25481 h 201307"/>
                <a:gd name="csX21" fmla="*/ 199710 w 213039"/>
                <a:gd name="csY21" fmla="*/ 27824 h 201307"/>
                <a:gd name="csX22" fmla="*/ 199740 w 213039"/>
                <a:gd name="csY22" fmla="*/ 30480 h 201307"/>
                <a:gd name="csX23" fmla="*/ 199626 w 213039"/>
                <a:gd name="csY23" fmla="*/ 32184 h 201307"/>
                <a:gd name="csX24" fmla="*/ 199778 w 213039"/>
                <a:gd name="csY24" fmla="*/ 32876 h 201307"/>
                <a:gd name="csX25" fmla="*/ 202221 w 213039"/>
                <a:gd name="csY25" fmla="*/ 45149 h 201307"/>
                <a:gd name="csX26" fmla="*/ 206284 w 213039"/>
                <a:gd name="csY26" fmla="*/ 56889 h 201307"/>
                <a:gd name="csX27" fmla="*/ 207775 w 213039"/>
                <a:gd name="csY27" fmla="*/ 62535 h 201307"/>
                <a:gd name="csX28" fmla="*/ 208369 w 213039"/>
                <a:gd name="csY28" fmla="*/ 65533 h 201307"/>
                <a:gd name="csX29" fmla="*/ 208848 w 213039"/>
                <a:gd name="csY29" fmla="*/ 69869 h 201307"/>
                <a:gd name="csX30" fmla="*/ 208992 w 213039"/>
                <a:gd name="csY30" fmla="*/ 72913 h 201307"/>
                <a:gd name="csX31" fmla="*/ 208977 w 213039"/>
                <a:gd name="csY31" fmla="*/ 74617 h 201307"/>
                <a:gd name="csX32" fmla="*/ 208673 w 213039"/>
                <a:gd name="csY32" fmla="*/ 76960 h 201307"/>
                <a:gd name="csX33" fmla="*/ 207470 w 213039"/>
                <a:gd name="csY33" fmla="*/ 78345 h 201307"/>
                <a:gd name="csX34" fmla="*/ 199672 w 213039"/>
                <a:gd name="csY34" fmla="*/ 82302 h 201307"/>
                <a:gd name="csX35" fmla="*/ 198204 w 213039"/>
                <a:gd name="csY35" fmla="*/ 83534 h 201307"/>
                <a:gd name="csX36" fmla="*/ 195906 w 213039"/>
                <a:gd name="csY36" fmla="*/ 86608 h 201307"/>
                <a:gd name="csX37" fmla="*/ 193783 w 213039"/>
                <a:gd name="csY37" fmla="*/ 89766 h 201307"/>
                <a:gd name="csX38" fmla="*/ 193296 w 213039"/>
                <a:gd name="csY38" fmla="*/ 90846 h 201307"/>
                <a:gd name="csX39" fmla="*/ 193166 w 213039"/>
                <a:gd name="csY39" fmla="*/ 91554 h 201307"/>
                <a:gd name="csX40" fmla="*/ 193638 w 213039"/>
                <a:gd name="csY40" fmla="*/ 92589 h 201307"/>
                <a:gd name="csX41" fmla="*/ 196415 w 213039"/>
                <a:gd name="csY41" fmla="*/ 94270 h 201307"/>
                <a:gd name="csX42" fmla="*/ 199215 w 213039"/>
                <a:gd name="csY42" fmla="*/ 95624 h 201307"/>
                <a:gd name="csX43" fmla="*/ 200128 w 213039"/>
                <a:gd name="csY43" fmla="*/ 96636 h 201307"/>
                <a:gd name="csX44" fmla="*/ 202198 w 213039"/>
                <a:gd name="csY44" fmla="*/ 97930 h 201307"/>
                <a:gd name="csX45" fmla="*/ 202951 w 213039"/>
                <a:gd name="csY45" fmla="*/ 99094 h 201307"/>
                <a:gd name="csX46" fmla="*/ 203362 w 213039"/>
                <a:gd name="csY46" fmla="*/ 100098 h 201307"/>
                <a:gd name="csX47" fmla="*/ 203331 w 213039"/>
                <a:gd name="csY47" fmla="*/ 102434 h 201307"/>
                <a:gd name="csX48" fmla="*/ 202404 w 213039"/>
                <a:gd name="csY48" fmla="*/ 105652 h 201307"/>
                <a:gd name="csX49" fmla="*/ 202791 w 213039"/>
                <a:gd name="csY49" fmla="*/ 108079 h 201307"/>
                <a:gd name="csX50" fmla="*/ 201840 w 213039"/>
                <a:gd name="csY50" fmla="*/ 109700 h 201307"/>
                <a:gd name="csX51" fmla="*/ 201064 w 213039"/>
                <a:gd name="csY51" fmla="*/ 111496 h 201307"/>
                <a:gd name="csX52" fmla="*/ 200950 w 213039"/>
                <a:gd name="csY52" fmla="*/ 114631 h 201307"/>
                <a:gd name="csX53" fmla="*/ 202350 w 213039"/>
                <a:gd name="csY53" fmla="*/ 118085 h 201307"/>
                <a:gd name="csX54" fmla="*/ 203499 w 213039"/>
                <a:gd name="csY54" fmla="*/ 120443 h 201307"/>
                <a:gd name="csX55" fmla="*/ 203940 w 213039"/>
                <a:gd name="csY55" fmla="*/ 122292 h 201307"/>
                <a:gd name="csX56" fmla="*/ 203476 w 213039"/>
                <a:gd name="csY56" fmla="*/ 123738 h 201307"/>
                <a:gd name="csX57" fmla="*/ 203613 w 213039"/>
                <a:gd name="csY57" fmla="*/ 125184 h 201307"/>
                <a:gd name="csX58" fmla="*/ 204640 w 213039"/>
                <a:gd name="csY58" fmla="*/ 126721 h 201307"/>
                <a:gd name="csX59" fmla="*/ 207866 w 213039"/>
                <a:gd name="csY59" fmla="*/ 131438 h 201307"/>
                <a:gd name="csX60" fmla="*/ 209457 w 213039"/>
                <a:gd name="csY60" fmla="*/ 135965 h 201307"/>
                <a:gd name="csX61" fmla="*/ 210476 w 213039"/>
                <a:gd name="csY61" fmla="*/ 137730 h 201307"/>
                <a:gd name="csX62" fmla="*/ 212827 w 213039"/>
                <a:gd name="csY62" fmla="*/ 140013 h 201307"/>
                <a:gd name="csX63" fmla="*/ 213040 w 213039"/>
                <a:gd name="csY63" fmla="*/ 140949 h 201307"/>
                <a:gd name="csX64" fmla="*/ 212097 w 213039"/>
                <a:gd name="csY64" fmla="*/ 141808 h 201307"/>
                <a:gd name="csX65" fmla="*/ 211336 w 213039"/>
                <a:gd name="csY65" fmla="*/ 141922 h 201307"/>
                <a:gd name="csX66" fmla="*/ 210719 w 213039"/>
                <a:gd name="csY66" fmla="*/ 142151 h 201307"/>
                <a:gd name="csX67" fmla="*/ 210324 w 213039"/>
                <a:gd name="csY67" fmla="*/ 142950 h 201307"/>
                <a:gd name="csX68" fmla="*/ 210940 w 213039"/>
                <a:gd name="csY68" fmla="*/ 143809 h 201307"/>
                <a:gd name="csX69" fmla="*/ 211769 w 213039"/>
                <a:gd name="csY69" fmla="*/ 145065 h 201307"/>
                <a:gd name="csX70" fmla="*/ 212804 w 213039"/>
                <a:gd name="csY70" fmla="*/ 148618 h 201307"/>
                <a:gd name="csX71" fmla="*/ 212706 w 213039"/>
                <a:gd name="csY71" fmla="*/ 151525 h 201307"/>
                <a:gd name="csX72" fmla="*/ 211906 w 213039"/>
                <a:gd name="csY72" fmla="*/ 152262 h 201307"/>
                <a:gd name="csX73" fmla="*/ 210887 w 213039"/>
                <a:gd name="csY73" fmla="*/ 153982 h 201307"/>
                <a:gd name="csX74" fmla="*/ 210202 w 213039"/>
                <a:gd name="csY74" fmla="*/ 155557 h 201307"/>
                <a:gd name="csX75" fmla="*/ 204625 w 213039"/>
                <a:gd name="csY75" fmla="*/ 156645 h 201307"/>
                <a:gd name="csX76" fmla="*/ 203286 w 213039"/>
                <a:gd name="csY76" fmla="*/ 158326 h 201307"/>
                <a:gd name="csX77" fmla="*/ 200235 w 213039"/>
                <a:gd name="csY77" fmla="*/ 161560 h 201307"/>
                <a:gd name="csX78" fmla="*/ 198158 w 213039"/>
                <a:gd name="csY78" fmla="*/ 163424 h 201307"/>
                <a:gd name="csX79" fmla="*/ 195076 w 213039"/>
                <a:gd name="csY79" fmla="*/ 166779 h 201307"/>
                <a:gd name="csX80" fmla="*/ 190207 w 213039"/>
                <a:gd name="csY80" fmla="*/ 172532 h 201307"/>
                <a:gd name="csX81" fmla="*/ 188411 w 213039"/>
                <a:gd name="csY81" fmla="*/ 174936 h 201307"/>
                <a:gd name="csX82" fmla="*/ 187095 w 213039"/>
                <a:gd name="csY82" fmla="*/ 176922 h 201307"/>
                <a:gd name="csX83" fmla="*/ 183154 w 213039"/>
                <a:gd name="csY83" fmla="*/ 182187 h 201307"/>
                <a:gd name="csX84" fmla="*/ 181944 w 213039"/>
                <a:gd name="csY84" fmla="*/ 184393 h 201307"/>
                <a:gd name="csX85" fmla="*/ 182180 w 213039"/>
                <a:gd name="csY85" fmla="*/ 186204 h 201307"/>
                <a:gd name="csX86" fmla="*/ 183450 w 213039"/>
                <a:gd name="csY86" fmla="*/ 190457 h 201307"/>
                <a:gd name="csX87" fmla="*/ 183716 w 213039"/>
                <a:gd name="csY87" fmla="*/ 192375 h 201307"/>
                <a:gd name="csX88" fmla="*/ 183488 w 213039"/>
                <a:gd name="csY88" fmla="*/ 194140 h 201307"/>
                <a:gd name="csX89" fmla="*/ 183070 w 213039"/>
                <a:gd name="csY89" fmla="*/ 195715 h 201307"/>
                <a:gd name="csX90" fmla="*/ 183146 w 213039"/>
                <a:gd name="csY90" fmla="*/ 196415 h 201307"/>
                <a:gd name="csX91" fmla="*/ 184310 w 213039"/>
                <a:gd name="csY91" fmla="*/ 197556 h 201307"/>
                <a:gd name="csX92" fmla="*/ 186159 w 213039"/>
                <a:gd name="csY92" fmla="*/ 199344 h 201307"/>
                <a:gd name="csX93" fmla="*/ 186266 w 213039"/>
                <a:gd name="csY93" fmla="*/ 199945 h 201307"/>
                <a:gd name="csX94" fmla="*/ 186007 w 213039"/>
                <a:gd name="csY94" fmla="*/ 200721 h 201307"/>
                <a:gd name="csX95" fmla="*/ 185368 w 213039"/>
                <a:gd name="csY95" fmla="*/ 201307 h 201307"/>
                <a:gd name="csX96" fmla="*/ 183047 w 213039"/>
                <a:gd name="csY96" fmla="*/ 200683 h 201307"/>
                <a:gd name="csX97" fmla="*/ 180460 w 213039"/>
                <a:gd name="csY97" fmla="*/ 199474 h 201307"/>
                <a:gd name="csX98" fmla="*/ 179578 w 213039"/>
                <a:gd name="csY98" fmla="*/ 199626 h 201307"/>
                <a:gd name="csX99" fmla="*/ 178178 w 213039"/>
                <a:gd name="csY99" fmla="*/ 199337 h 201307"/>
                <a:gd name="csX100" fmla="*/ 172403 w 213039"/>
                <a:gd name="csY100" fmla="*/ 197001 h 201307"/>
                <a:gd name="csX101" fmla="*/ 168507 w 213039"/>
                <a:gd name="csY101" fmla="*/ 195167 h 201307"/>
                <a:gd name="csX102" fmla="*/ 168119 w 213039"/>
                <a:gd name="csY102" fmla="*/ 193973 h 201307"/>
                <a:gd name="csX103" fmla="*/ 167389 w 213039"/>
                <a:gd name="csY103" fmla="*/ 192245 h 201307"/>
                <a:gd name="csX104" fmla="*/ 165730 w 213039"/>
                <a:gd name="csY104" fmla="*/ 190792 h 201307"/>
                <a:gd name="csX105" fmla="*/ 161926 w 213039"/>
                <a:gd name="csY105" fmla="*/ 189537 h 201307"/>
                <a:gd name="csX106" fmla="*/ 160381 w 213039"/>
                <a:gd name="csY106" fmla="*/ 188555 h 201307"/>
                <a:gd name="csX107" fmla="*/ 154203 w 213039"/>
                <a:gd name="csY107" fmla="*/ 188007 h 201307"/>
                <a:gd name="csX108" fmla="*/ 151525 w 213039"/>
                <a:gd name="csY108" fmla="*/ 187985 h 201307"/>
                <a:gd name="csX109" fmla="*/ 149630 w 213039"/>
                <a:gd name="csY109" fmla="*/ 188388 h 201307"/>
                <a:gd name="csX110" fmla="*/ 148413 w 213039"/>
                <a:gd name="csY110" fmla="*/ 188350 h 201307"/>
                <a:gd name="csX111" fmla="*/ 146747 w 213039"/>
                <a:gd name="csY111" fmla="*/ 190914 h 201307"/>
                <a:gd name="csX112" fmla="*/ 145598 w 213039"/>
                <a:gd name="csY112" fmla="*/ 191660 h 201307"/>
                <a:gd name="csX113" fmla="*/ 143916 w 213039"/>
                <a:gd name="csY113" fmla="*/ 191736 h 201307"/>
                <a:gd name="csX114" fmla="*/ 142440 w 213039"/>
                <a:gd name="csY114" fmla="*/ 191279 h 201307"/>
                <a:gd name="csX115" fmla="*/ 140934 w 213039"/>
                <a:gd name="csY115" fmla="*/ 189932 h 201307"/>
                <a:gd name="csX116" fmla="*/ 138529 w 213039"/>
                <a:gd name="csY116" fmla="*/ 189217 h 201307"/>
                <a:gd name="csX117" fmla="*/ 136787 w 213039"/>
                <a:gd name="csY117" fmla="*/ 189560 h 201307"/>
                <a:gd name="csX118" fmla="*/ 135501 w 213039"/>
                <a:gd name="csY118" fmla="*/ 189271 h 201307"/>
                <a:gd name="csX119" fmla="*/ 134398 w 213039"/>
                <a:gd name="csY119" fmla="*/ 189194 h 201307"/>
                <a:gd name="csX120" fmla="*/ 134010 w 213039"/>
                <a:gd name="csY120" fmla="*/ 189468 h 201307"/>
                <a:gd name="csX121" fmla="*/ 133120 w 213039"/>
                <a:gd name="csY121" fmla="*/ 189430 h 201307"/>
                <a:gd name="csX122" fmla="*/ 131834 w 213039"/>
                <a:gd name="csY122" fmla="*/ 190077 h 201307"/>
                <a:gd name="csX123" fmla="*/ 130419 w 213039"/>
                <a:gd name="csY123" fmla="*/ 190982 h 201307"/>
                <a:gd name="csX124" fmla="*/ 128866 w 213039"/>
                <a:gd name="csY124" fmla="*/ 191682 h 201307"/>
                <a:gd name="csX125" fmla="*/ 127665 w 213039"/>
                <a:gd name="csY125" fmla="*/ 193174 h 201307"/>
                <a:gd name="csX126" fmla="*/ 126599 w 213039"/>
                <a:gd name="csY126" fmla="*/ 196088 h 201307"/>
                <a:gd name="csX127" fmla="*/ 123578 w 213039"/>
                <a:gd name="csY127" fmla="*/ 194779 h 201307"/>
                <a:gd name="csX128" fmla="*/ 122574 w 213039"/>
                <a:gd name="csY128" fmla="*/ 195350 h 201307"/>
                <a:gd name="csX129" fmla="*/ 121144 w 213039"/>
                <a:gd name="csY129" fmla="*/ 195730 h 201307"/>
                <a:gd name="csX130" fmla="*/ 120170 w 213039"/>
                <a:gd name="csY130" fmla="*/ 195335 h 201307"/>
                <a:gd name="csX131" fmla="*/ 120398 w 213039"/>
                <a:gd name="csY131" fmla="*/ 194330 h 201307"/>
                <a:gd name="csX132" fmla="*/ 120839 w 213039"/>
                <a:gd name="csY132" fmla="*/ 193197 h 201307"/>
                <a:gd name="csX133" fmla="*/ 120817 w 213039"/>
                <a:gd name="csY133" fmla="*/ 191614 h 201307"/>
                <a:gd name="csX134" fmla="*/ 120543 w 213039"/>
                <a:gd name="csY134" fmla="*/ 189856 h 201307"/>
                <a:gd name="csX135" fmla="*/ 119607 w 213039"/>
                <a:gd name="csY135" fmla="*/ 189286 h 201307"/>
                <a:gd name="csX136" fmla="*/ 118199 w 213039"/>
                <a:gd name="csY136" fmla="*/ 189080 h 201307"/>
                <a:gd name="csX137" fmla="*/ 117476 w 213039"/>
                <a:gd name="csY137" fmla="*/ 188730 h 201307"/>
                <a:gd name="csX138" fmla="*/ 117401 w 213039"/>
                <a:gd name="csY138" fmla="*/ 188152 h 201307"/>
                <a:gd name="csX139" fmla="*/ 116678 w 213039"/>
                <a:gd name="csY139" fmla="*/ 187406 h 201307"/>
                <a:gd name="csX140" fmla="*/ 115430 w 213039"/>
                <a:gd name="csY140" fmla="*/ 185519 h 201307"/>
                <a:gd name="csX141" fmla="*/ 114258 w 213039"/>
                <a:gd name="csY141" fmla="*/ 183161 h 201307"/>
                <a:gd name="csX142" fmla="*/ 113444 w 213039"/>
                <a:gd name="csY142" fmla="*/ 182468 h 201307"/>
                <a:gd name="csX143" fmla="*/ 112264 w 213039"/>
                <a:gd name="csY143" fmla="*/ 183587 h 201307"/>
                <a:gd name="csX144" fmla="*/ 110477 w 213039"/>
                <a:gd name="csY144" fmla="*/ 184857 h 201307"/>
                <a:gd name="csX145" fmla="*/ 109358 w 213039"/>
                <a:gd name="csY145" fmla="*/ 185299 h 201307"/>
                <a:gd name="csX146" fmla="*/ 107205 w 213039"/>
                <a:gd name="csY146" fmla="*/ 188951 h 201307"/>
                <a:gd name="csX147" fmla="*/ 103340 w 213039"/>
                <a:gd name="csY147" fmla="*/ 189073 h 201307"/>
                <a:gd name="csX148" fmla="*/ 103104 w 213039"/>
                <a:gd name="csY148" fmla="*/ 187368 h 201307"/>
                <a:gd name="csX149" fmla="*/ 102693 w 213039"/>
                <a:gd name="csY149" fmla="*/ 185725 h 201307"/>
                <a:gd name="csX150" fmla="*/ 100433 w 213039"/>
                <a:gd name="csY150" fmla="*/ 185322 h 201307"/>
                <a:gd name="csX151" fmla="*/ 100365 w 213039"/>
                <a:gd name="csY151" fmla="*/ 184355 h 201307"/>
                <a:gd name="csX152" fmla="*/ 99893 w 213039"/>
                <a:gd name="csY152" fmla="*/ 181936 h 201307"/>
                <a:gd name="csX153" fmla="*/ 95358 w 213039"/>
                <a:gd name="csY153" fmla="*/ 177196 h 201307"/>
                <a:gd name="csX154" fmla="*/ 94810 w 213039"/>
                <a:gd name="csY154" fmla="*/ 175217 h 201307"/>
                <a:gd name="csX155" fmla="*/ 94985 w 213039"/>
                <a:gd name="csY155" fmla="*/ 174449 h 201307"/>
                <a:gd name="csX156" fmla="*/ 94674 w 213039"/>
                <a:gd name="csY156" fmla="*/ 173186 h 201307"/>
                <a:gd name="csX157" fmla="*/ 93685 w 213039"/>
                <a:gd name="csY157" fmla="*/ 172425 h 201307"/>
                <a:gd name="csX158" fmla="*/ 90101 w 213039"/>
                <a:gd name="csY158" fmla="*/ 171520 h 201307"/>
                <a:gd name="csX159" fmla="*/ 89180 w 213039"/>
                <a:gd name="csY159" fmla="*/ 172037 h 201307"/>
                <a:gd name="csX160" fmla="*/ 88351 w 213039"/>
                <a:gd name="csY160" fmla="*/ 171504 h 201307"/>
                <a:gd name="csX161" fmla="*/ 87042 w 213039"/>
                <a:gd name="csY161" fmla="*/ 170363 h 201307"/>
                <a:gd name="csX162" fmla="*/ 84782 w 213039"/>
                <a:gd name="csY162" fmla="*/ 169435 h 201307"/>
                <a:gd name="csX163" fmla="*/ 84532 w 213039"/>
                <a:gd name="csY163" fmla="*/ 168956 h 201307"/>
                <a:gd name="csX164" fmla="*/ 83717 w 213039"/>
                <a:gd name="csY164" fmla="*/ 168134 h 201307"/>
                <a:gd name="csX165" fmla="*/ 83268 w 213039"/>
                <a:gd name="csY165" fmla="*/ 168027 h 201307"/>
                <a:gd name="csX166" fmla="*/ 82972 w 213039"/>
                <a:gd name="csY166" fmla="*/ 168522 h 201307"/>
                <a:gd name="csX167" fmla="*/ 82317 w 213039"/>
                <a:gd name="csY167" fmla="*/ 169222 h 201307"/>
                <a:gd name="csX168" fmla="*/ 79989 w 213039"/>
                <a:gd name="csY168" fmla="*/ 170112 h 201307"/>
                <a:gd name="csX169" fmla="*/ 79061 w 213039"/>
                <a:gd name="csY169" fmla="*/ 169747 h 201307"/>
                <a:gd name="csX170" fmla="*/ 78216 w 213039"/>
                <a:gd name="csY170" fmla="*/ 168978 h 201307"/>
                <a:gd name="csX171" fmla="*/ 77250 w 213039"/>
                <a:gd name="csY171" fmla="*/ 167312 h 201307"/>
                <a:gd name="csX172" fmla="*/ 75850 w 213039"/>
                <a:gd name="csY172" fmla="*/ 165851 h 201307"/>
                <a:gd name="csX173" fmla="*/ 74701 w 213039"/>
                <a:gd name="csY173" fmla="*/ 165334 h 201307"/>
                <a:gd name="csX174" fmla="*/ 74039 w 213039"/>
                <a:gd name="csY174" fmla="*/ 164566 h 201307"/>
                <a:gd name="csX175" fmla="*/ 73895 w 213039"/>
                <a:gd name="csY175" fmla="*/ 163972 h 201307"/>
                <a:gd name="csX176" fmla="*/ 76451 w 213039"/>
                <a:gd name="csY176" fmla="*/ 162770 h 201307"/>
                <a:gd name="csX177" fmla="*/ 77014 w 213039"/>
                <a:gd name="csY177" fmla="*/ 161530 h 201307"/>
                <a:gd name="csX178" fmla="*/ 76687 w 213039"/>
                <a:gd name="csY178" fmla="*/ 159270 h 201307"/>
                <a:gd name="csX179" fmla="*/ 76307 w 213039"/>
                <a:gd name="csY179" fmla="*/ 158988 h 201307"/>
                <a:gd name="csX180" fmla="*/ 75287 w 213039"/>
                <a:gd name="csY180" fmla="*/ 159749 h 201307"/>
                <a:gd name="csX181" fmla="*/ 73149 w 213039"/>
                <a:gd name="csY181" fmla="*/ 160419 h 201307"/>
                <a:gd name="csX182" fmla="*/ 71186 w 213039"/>
                <a:gd name="csY182" fmla="*/ 160731 h 201307"/>
                <a:gd name="csX183" fmla="*/ 70174 w 213039"/>
                <a:gd name="csY183" fmla="*/ 160731 h 201307"/>
                <a:gd name="csX184" fmla="*/ 64551 w 213039"/>
                <a:gd name="csY184" fmla="*/ 156614 h 201307"/>
                <a:gd name="csX185" fmla="*/ 60899 w 213039"/>
                <a:gd name="csY185" fmla="*/ 155352 h 201307"/>
                <a:gd name="csX186" fmla="*/ 58746 w 213039"/>
                <a:gd name="csY186" fmla="*/ 154986 h 201307"/>
                <a:gd name="csX187" fmla="*/ 58518 w 213039"/>
                <a:gd name="csY187" fmla="*/ 155405 h 201307"/>
                <a:gd name="csX188" fmla="*/ 59484 w 213039"/>
                <a:gd name="csY188" fmla="*/ 157718 h 201307"/>
                <a:gd name="csX189" fmla="*/ 61173 w 213039"/>
                <a:gd name="csY189" fmla="*/ 160571 h 201307"/>
                <a:gd name="csX190" fmla="*/ 61090 w 213039"/>
                <a:gd name="csY190" fmla="*/ 161324 h 201307"/>
                <a:gd name="csX191" fmla="*/ 59073 w 213039"/>
                <a:gd name="csY191" fmla="*/ 162488 h 201307"/>
                <a:gd name="csX192" fmla="*/ 57932 w 213039"/>
                <a:gd name="csY192" fmla="*/ 162998 h 201307"/>
                <a:gd name="csX193" fmla="*/ 56585 w 213039"/>
                <a:gd name="csY193" fmla="*/ 163980 h 201307"/>
                <a:gd name="csX194" fmla="*/ 55444 w 213039"/>
                <a:gd name="csY194" fmla="*/ 165349 h 201307"/>
                <a:gd name="csX195" fmla="*/ 54455 w 213039"/>
                <a:gd name="csY195" fmla="*/ 165965 h 201307"/>
                <a:gd name="csX196" fmla="*/ 53603 w 213039"/>
                <a:gd name="csY196" fmla="*/ 165806 h 201307"/>
                <a:gd name="csX197" fmla="*/ 52697 w 213039"/>
                <a:gd name="csY197" fmla="*/ 165151 h 201307"/>
                <a:gd name="csX198" fmla="*/ 50369 w 213039"/>
                <a:gd name="csY198" fmla="*/ 160944 h 201307"/>
                <a:gd name="csX199" fmla="*/ 47440 w 213039"/>
                <a:gd name="csY199" fmla="*/ 157718 h 201307"/>
                <a:gd name="csX200" fmla="*/ 47090 w 213039"/>
                <a:gd name="csY200" fmla="*/ 156995 h 201307"/>
                <a:gd name="csX201" fmla="*/ 46177 w 213039"/>
                <a:gd name="csY201" fmla="*/ 156828 h 201307"/>
                <a:gd name="csX202" fmla="*/ 44883 w 213039"/>
                <a:gd name="csY202" fmla="*/ 156082 h 201307"/>
                <a:gd name="csX203" fmla="*/ 44442 w 213039"/>
                <a:gd name="csY203" fmla="*/ 155093 h 201307"/>
                <a:gd name="csX204" fmla="*/ 45096 w 213039"/>
                <a:gd name="csY204" fmla="*/ 154058 h 201307"/>
                <a:gd name="csX205" fmla="*/ 45986 w 213039"/>
                <a:gd name="csY205" fmla="*/ 153115 h 201307"/>
                <a:gd name="csX206" fmla="*/ 47569 w 213039"/>
                <a:gd name="csY206" fmla="*/ 152529 h 201307"/>
                <a:gd name="csX207" fmla="*/ 48048 w 213039"/>
                <a:gd name="csY207" fmla="*/ 151973 h 201307"/>
                <a:gd name="csX208" fmla="*/ 48330 w 213039"/>
                <a:gd name="csY208" fmla="*/ 151144 h 201307"/>
                <a:gd name="csX209" fmla="*/ 48916 w 213039"/>
                <a:gd name="csY209" fmla="*/ 150071 h 201307"/>
                <a:gd name="csX210" fmla="*/ 48763 w 213039"/>
                <a:gd name="csY210" fmla="*/ 149691 h 201307"/>
                <a:gd name="csX211" fmla="*/ 47645 w 213039"/>
                <a:gd name="csY211" fmla="*/ 148473 h 201307"/>
                <a:gd name="csX212" fmla="*/ 45986 w 213039"/>
                <a:gd name="csY212" fmla="*/ 147325 h 201307"/>
                <a:gd name="csX213" fmla="*/ 41376 w 213039"/>
                <a:gd name="csY213" fmla="*/ 148184 h 201307"/>
                <a:gd name="csX214" fmla="*/ 40113 w 213039"/>
                <a:gd name="csY214" fmla="*/ 148801 h 201307"/>
                <a:gd name="csX215" fmla="*/ 39397 w 213039"/>
                <a:gd name="csY215" fmla="*/ 148002 h 201307"/>
                <a:gd name="csX216" fmla="*/ 38857 w 213039"/>
                <a:gd name="csY216" fmla="*/ 146837 h 201307"/>
                <a:gd name="csX217" fmla="*/ 37693 w 213039"/>
                <a:gd name="csY217" fmla="*/ 146609 h 201307"/>
                <a:gd name="csX218" fmla="*/ 36095 w 213039"/>
                <a:gd name="csY218" fmla="*/ 145544 h 201307"/>
                <a:gd name="csX219" fmla="*/ 34201 w 213039"/>
                <a:gd name="csY219" fmla="*/ 144494 h 201307"/>
                <a:gd name="csX220" fmla="*/ 32352 w 213039"/>
                <a:gd name="csY220" fmla="*/ 144190 h 201307"/>
                <a:gd name="csX221" fmla="*/ 28509 w 213039"/>
                <a:gd name="csY221" fmla="*/ 142676 h 201307"/>
                <a:gd name="csX222" fmla="*/ 27026 w 213039"/>
                <a:gd name="csY222" fmla="*/ 142592 h 201307"/>
                <a:gd name="csX223" fmla="*/ 26173 w 213039"/>
                <a:gd name="csY223" fmla="*/ 142075 h 201307"/>
                <a:gd name="csX224" fmla="*/ 25276 w 213039"/>
                <a:gd name="csY224" fmla="*/ 140926 h 201307"/>
                <a:gd name="csX225" fmla="*/ 24515 w 213039"/>
                <a:gd name="csY225" fmla="*/ 139670 h 201307"/>
                <a:gd name="csX226" fmla="*/ 24119 w 213039"/>
                <a:gd name="csY226" fmla="*/ 137114 h 201307"/>
                <a:gd name="csX227" fmla="*/ 21289 w 213039"/>
                <a:gd name="csY227" fmla="*/ 135957 h 201307"/>
                <a:gd name="csX228" fmla="*/ 18466 w 213039"/>
                <a:gd name="csY228" fmla="*/ 135227 h 201307"/>
                <a:gd name="csX229" fmla="*/ 18268 w 213039"/>
                <a:gd name="csY229" fmla="*/ 135600 h 201307"/>
                <a:gd name="csX230" fmla="*/ 18390 w 213039"/>
                <a:gd name="csY230" fmla="*/ 138171 h 201307"/>
                <a:gd name="csX231" fmla="*/ 18238 w 213039"/>
                <a:gd name="csY231" fmla="*/ 139549 h 201307"/>
                <a:gd name="csX232" fmla="*/ 16374 w 213039"/>
                <a:gd name="csY232" fmla="*/ 140393 h 201307"/>
                <a:gd name="csX233" fmla="*/ 14533 w 213039"/>
                <a:gd name="csY233" fmla="*/ 140477 h 201307"/>
                <a:gd name="csX234" fmla="*/ 14632 w 213039"/>
                <a:gd name="csY234" fmla="*/ 140051 h 201307"/>
                <a:gd name="csX235" fmla="*/ 16838 w 213039"/>
                <a:gd name="csY235" fmla="*/ 135417 h 201307"/>
                <a:gd name="csX236" fmla="*/ 17827 w 213039"/>
                <a:gd name="csY236" fmla="*/ 132488 h 201307"/>
                <a:gd name="csX237" fmla="*/ 18961 w 213039"/>
                <a:gd name="csY237" fmla="*/ 127139 h 201307"/>
                <a:gd name="csX238" fmla="*/ 17599 w 213039"/>
                <a:gd name="csY238" fmla="*/ 122901 h 201307"/>
                <a:gd name="csX239" fmla="*/ 17226 w 213039"/>
                <a:gd name="csY239" fmla="*/ 120908 h 201307"/>
                <a:gd name="csX240" fmla="*/ 16595 w 213039"/>
                <a:gd name="csY240" fmla="*/ 119956 h 201307"/>
                <a:gd name="csX241" fmla="*/ 12722 w 213039"/>
                <a:gd name="csY241" fmla="*/ 117879 h 201307"/>
                <a:gd name="csX242" fmla="*/ 12425 w 213039"/>
                <a:gd name="csY242" fmla="*/ 117164 h 201307"/>
                <a:gd name="csX243" fmla="*/ 13018 w 213039"/>
                <a:gd name="csY243" fmla="*/ 114349 h 201307"/>
                <a:gd name="csX244" fmla="*/ 12729 w 213039"/>
                <a:gd name="csY244" fmla="*/ 113162 h 201307"/>
                <a:gd name="csX245" fmla="*/ 11794 w 213039"/>
                <a:gd name="csY245" fmla="*/ 111907 h 201307"/>
                <a:gd name="csX246" fmla="*/ 10569 w 213039"/>
                <a:gd name="csY246" fmla="*/ 109411 h 201307"/>
                <a:gd name="csX247" fmla="*/ 10097 w 213039"/>
                <a:gd name="csY247" fmla="*/ 107288 h 201307"/>
                <a:gd name="csX248" fmla="*/ 11657 w 213039"/>
                <a:gd name="csY248" fmla="*/ 104793 h 201307"/>
                <a:gd name="csX249" fmla="*/ 12044 w 213039"/>
                <a:gd name="csY249" fmla="*/ 102951 h 201307"/>
                <a:gd name="csX250" fmla="*/ 12722 w 213039"/>
                <a:gd name="csY250" fmla="*/ 100433 h 201307"/>
                <a:gd name="csX251" fmla="*/ 13224 w 213039"/>
                <a:gd name="csY251" fmla="*/ 99048 h 201307"/>
                <a:gd name="csX252" fmla="*/ 13323 w 213039"/>
                <a:gd name="csY252" fmla="*/ 98668 h 201307"/>
                <a:gd name="csX253" fmla="*/ 12296 w 213039"/>
                <a:gd name="csY253" fmla="*/ 97686 h 201307"/>
                <a:gd name="csX254" fmla="*/ 12037 w 213039"/>
                <a:gd name="csY254" fmla="*/ 96301 h 201307"/>
                <a:gd name="csX255" fmla="*/ 12311 w 213039"/>
                <a:gd name="csY255" fmla="*/ 94308 h 201307"/>
                <a:gd name="csX256" fmla="*/ 11763 w 213039"/>
                <a:gd name="csY256" fmla="*/ 92824 h 201307"/>
                <a:gd name="csX257" fmla="*/ 10394 w 213039"/>
                <a:gd name="csY257" fmla="*/ 91866 h 201307"/>
                <a:gd name="csX258" fmla="*/ 9503 w 213039"/>
                <a:gd name="csY258" fmla="*/ 90588 h 201307"/>
                <a:gd name="csX259" fmla="*/ 9092 w 213039"/>
                <a:gd name="csY259" fmla="*/ 89005 h 201307"/>
                <a:gd name="csX260" fmla="*/ 9412 w 213039"/>
                <a:gd name="csY260" fmla="*/ 86509 h 201307"/>
                <a:gd name="csX261" fmla="*/ 10477 w 213039"/>
                <a:gd name="csY261" fmla="*/ 83108 h 201307"/>
                <a:gd name="csX262" fmla="*/ 8225 w 213039"/>
                <a:gd name="csY262" fmla="*/ 79000 h 201307"/>
                <a:gd name="csX263" fmla="*/ 2663 w 213039"/>
                <a:gd name="csY263" fmla="*/ 74183 h 201307"/>
                <a:gd name="csX264" fmla="*/ 0 w 213039"/>
                <a:gd name="csY264" fmla="*/ 70813 h 201307"/>
                <a:gd name="csX265" fmla="*/ 213 w 213039"/>
                <a:gd name="csY265" fmla="*/ 68880 h 201307"/>
                <a:gd name="csX266" fmla="*/ 1385 w 213039"/>
                <a:gd name="csY266" fmla="*/ 67130 h 201307"/>
                <a:gd name="csX267" fmla="*/ 3508 w 213039"/>
                <a:gd name="csY267" fmla="*/ 65563 h 201307"/>
                <a:gd name="csX268" fmla="*/ 5121 w 213039"/>
                <a:gd name="csY268" fmla="*/ 62771 h 201307"/>
                <a:gd name="csX269" fmla="*/ 6026 w 213039"/>
                <a:gd name="csY269" fmla="*/ 59446 h 201307"/>
                <a:gd name="csX270" fmla="*/ 6049 w 213039"/>
                <a:gd name="csY270" fmla="*/ 58814 h 201307"/>
                <a:gd name="csX271" fmla="*/ 6102 w 213039"/>
                <a:gd name="csY271" fmla="*/ 56440 h 201307"/>
                <a:gd name="csX272" fmla="*/ 3630 w 213039"/>
                <a:gd name="csY272" fmla="*/ 46686 h 201307"/>
                <a:gd name="csX273" fmla="*/ 3226 w 213039"/>
                <a:gd name="csY273" fmla="*/ 44236 h 201307"/>
                <a:gd name="csX274" fmla="*/ 2929 w 213039"/>
                <a:gd name="csY274" fmla="*/ 41269 h 201307"/>
                <a:gd name="csX275" fmla="*/ 2778 w 213039"/>
                <a:gd name="csY275" fmla="*/ 40462 h 201307"/>
                <a:gd name="csX276" fmla="*/ 7662 w 213039"/>
                <a:gd name="csY276" fmla="*/ 42539 h 201307"/>
                <a:gd name="csX277" fmla="*/ 9709 w 213039"/>
                <a:gd name="csY277" fmla="*/ 43711 h 201307"/>
                <a:gd name="csX278" fmla="*/ 9450 w 213039"/>
                <a:gd name="csY278" fmla="*/ 42395 h 201307"/>
                <a:gd name="csX279" fmla="*/ 9039 w 213039"/>
                <a:gd name="csY279" fmla="*/ 41261 h 201307"/>
                <a:gd name="csX280" fmla="*/ 9313 w 213039"/>
                <a:gd name="csY280" fmla="*/ 39602 h 201307"/>
                <a:gd name="csX281" fmla="*/ 9176 w 213039"/>
                <a:gd name="csY281" fmla="*/ 37092 h 201307"/>
                <a:gd name="csX282" fmla="*/ 4740 w 213039"/>
                <a:gd name="csY282" fmla="*/ 35806 h 201307"/>
                <a:gd name="csX283" fmla="*/ 1811 w 213039"/>
                <a:gd name="csY283" fmla="*/ 35372 h 201307"/>
                <a:gd name="csX284" fmla="*/ 1484 w 213039"/>
                <a:gd name="csY284" fmla="*/ 33622 h 201307"/>
                <a:gd name="csX285" fmla="*/ 1758 w 213039"/>
                <a:gd name="csY285" fmla="*/ 32488 h 201307"/>
                <a:gd name="csX286" fmla="*/ 2572 w 213039"/>
                <a:gd name="csY286" fmla="*/ 33158 h 201307"/>
                <a:gd name="csX287" fmla="*/ 5448 w 213039"/>
                <a:gd name="csY287" fmla="*/ 33417 h 201307"/>
                <a:gd name="csX288" fmla="*/ 12532 w 213039"/>
                <a:gd name="csY288" fmla="*/ 30031 h 201307"/>
                <a:gd name="csX289" fmla="*/ 24758 w 213039"/>
                <a:gd name="csY289" fmla="*/ 25610 h 201307"/>
                <a:gd name="csX290" fmla="*/ 37822 w 213039"/>
                <a:gd name="csY290" fmla="*/ 21464 h 201307"/>
                <a:gd name="csX291" fmla="*/ 40873 w 213039"/>
                <a:gd name="csY291" fmla="*/ 21007 h 201307"/>
                <a:gd name="csX292" fmla="*/ 43932 w 213039"/>
                <a:gd name="csY292" fmla="*/ 20132 h 201307"/>
                <a:gd name="csX293" fmla="*/ 45066 w 213039"/>
                <a:gd name="csY293" fmla="*/ 18573 h 201307"/>
                <a:gd name="csX294" fmla="*/ 46199 w 213039"/>
                <a:gd name="csY294" fmla="*/ 17530 h 201307"/>
                <a:gd name="csX295" fmla="*/ 47972 w 213039"/>
                <a:gd name="csY295" fmla="*/ 14776 h 201307"/>
                <a:gd name="csX296" fmla="*/ 51906 w 213039"/>
                <a:gd name="csY296" fmla="*/ 10485 h 201307"/>
                <a:gd name="csX297" fmla="*/ 58860 w 213039"/>
                <a:gd name="csY297" fmla="*/ 8917 h 201307"/>
                <a:gd name="csX298" fmla="*/ 61462 w 213039"/>
                <a:gd name="csY298" fmla="*/ 6878 h 201307"/>
                <a:gd name="csX299" fmla="*/ 66902 w 213039"/>
                <a:gd name="csY299" fmla="*/ 4017 h 201307"/>
                <a:gd name="csX300" fmla="*/ 79304 w 213039"/>
                <a:gd name="csY300" fmla="*/ 799 h 201307"/>
                <a:gd name="csX301" fmla="*/ 84493 w 213039"/>
                <a:gd name="csY301" fmla="*/ 84 h 201307"/>
                <a:gd name="csX302" fmla="*/ 89568 w 213039"/>
                <a:gd name="csY302" fmla="*/ 0 h 201307"/>
                <a:gd name="csX303" fmla="*/ 94088 w 213039"/>
                <a:gd name="csY303" fmla="*/ 2541 h 201307"/>
                <a:gd name="csX304" fmla="*/ 98874 w 213039"/>
                <a:gd name="csY304" fmla="*/ 5676 h 201307"/>
                <a:gd name="csX305" fmla="*/ 99733 w 213039"/>
                <a:gd name="csY305" fmla="*/ 7555 h 201307"/>
                <a:gd name="csX306" fmla="*/ 97146 w 213039"/>
                <a:gd name="csY306" fmla="*/ 6383 h 201307"/>
                <a:gd name="csX307" fmla="*/ 93373 w 213039"/>
                <a:gd name="csY307" fmla="*/ 3576 h 201307"/>
                <a:gd name="csX308" fmla="*/ 91972 w 213039"/>
                <a:gd name="csY308" fmla="*/ 3454 h 201307"/>
                <a:gd name="csX309" fmla="*/ 95199 w 213039"/>
                <a:gd name="csY309" fmla="*/ 11983 h 201307"/>
                <a:gd name="csX310" fmla="*/ 96964 w 213039"/>
                <a:gd name="csY310" fmla="*/ 14997 h 201307"/>
                <a:gd name="csX311" fmla="*/ 100517 w 213039"/>
                <a:gd name="csY311" fmla="*/ 17233 h 201307"/>
                <a:gd name="csX312" fmla="*/ 103507 w 213039"/>
                <a:gd name="csY312" fmla="*/ 17994 h 201307"/>
                <a:gd name="csX313" fmla="*/ 112714 w 213039"/>
                <a:gd name="csY313" fmla="*/ 16632 h 201307"/>
                <a:gd name="csX314" fmla="*/ 115978 w 213039"/>
                <a:gd name="csY314" fmla="*/ 14852 h 201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Lst>
              <a:rect l="l" t="t" r="r" b="b"/>
              <a:pathLst>
                <a:path w="213039" h="201307">
                  <a:moveTo>
                    <a:pt x="116921" y="13962"/>
                  </a:moveTo>
                  <a:lnTo>
                    <a:pt x="117773" y="14403"/>
                  </a:lnTo>
                  <a:lnTo>
                    <a:pt x="123753" y="14882"/>
                  </a:lnTo>
                  <a:lnTo>
                    <a:pt x="129817" y="15362"/>
                  </a:lnTo>
                  <a:lnTo>
                    <a:pt x="139564" y="15887"/>
                  </a:lnTo>
                  <a:lnTo>
                    <a:pt x="149722" y="16419"/>
                  </a:lnTo>
                  <a:lnTo>
                    <a:pt x="160267" y="16990"/>
                  </a:lnTo>
                  <a:lnTo>
                    <a:pt x="171673" y="17591"/>
                  </a:lnTo>
                  <a:lnTo>
                    <a:pt x="183702" y="17949"/>
                  </a:lnTo>
                  <a:lnTo>
                    <a:pt x="184440" y="17705"/>
                  </a:lnTo>
                  <a:lnTo>
                    <a:pt x="185665" y="16282"/>
                  </a:lnTo>
                  <a:lnTo>
                    <a:pt x="187163" y="16473"/>
                  </a:lnTo>
                  <a:lnTo>
                    <a:pt x="188936" y="17355"/>
                  </a:lnTo>
                  <a:lnTo>
                    <a:pt x="189758" y="18009"/>
                  </a:lnTo>
                  <a:lnTo>
                    <a:pt x="190108" y="18763"/>
                  </a:lnTo>
                  <a:lnTo>
                    <a:pt x="190328" y="19630"/>
                  </a:lnTo>
                  <a:lnTo>
                    <a:pt x="191295" y="19797"/>
                  </a:lnTo>
                  <a:lnTo>
                    <a:pt x="193067" y="20459"/>
                  </a:lnTo>
                  <a:lnTo>
                    <a:pt x="195457" y="21958"/>
                  </a:lnTo>
                  <a:lnTo>
                    <a:pt x="197328" y="23412"/>
                  </a:lnTo>
                  <a:lnTo>
                    <a:pt x="199117" y="25481"/>
                  </a:lnTo>
                  <a:lnTo>
                    <a:pt x="199710" y="27824"/>
                  </a:lnTo>
                  <a:lnTo>
                    <a:pt x="199740" y="30480"/>
                  </a:lnTo>
                  <a:lnTo>
                    <a:pt x="199626" y="32184"/>
                  </a:lnTo>
                  <a:lnTo>
                    <a:pt x="199778" y="32876"/>
                  </a:lnTo>
                  <a:lnTo>
                    <a:pt x="202221" y="45149"/>
                  </a:lnTo>
                  <a:lnTo>
                    <a:pt x="206284" y="56889"/>
                  </a:lnTo>
                  <a:lnTo>
                    <a:pt x="207775" y="62535"/>
                  </a:lnTo>
                  <a:lnTo>
                    <a:pt x="208369" y="65533"/>
                  </a:lnTo>
                  <a:lnTo>
                    <a:pt x="208848" y="69869"/>
                  </a:lnTo>
                  <a:lnTo>
                    <a:pt x="208992" y="72913"/>
                  </a:lnTo>
                  <a:lnTo>
                    <a:pt x="208977" y="74617"/>
                  </a:lnTo>
                  <a:lnTo>
                    <a:pt x="208673" y="76960"/>
                  </a:lnTo>
                  <a:lnTo>
                    <a:pt x="207470" y="78345"/>
                  </a:lnTo>
                  <a:lnTo>
                    <a:pt x="199672" y="82302"/>
                  </a:lnTo>
                  <a:lnTo>
                    <a:pt x="198204" y="83534"/>
                  </a:lnTo>
                  <a:lnTo>
                    <a:pt x="195906" y="86608"/>
                  </a:lnTo>
                  <a:lnTo>
                    <a:pt x="193783" y="89766"/>
                  </a:lnTo>
                  <a:lnTo>
                    <a:pt x="193296" y="90846"/>
                  </a:lnTo>
                  <a:lnTo>
                    <a:pt x="193166" y="91554"/>
                  </a:lnTo>
                  <a:lnTo>
                    <a:pt x="193638" y="92589"/>
                  </a:lnTo>
                  <a:lnTo>
                    <a:pt x="196415" y="94270"/>
                  </a:lnTo>
                  <a:lnTo>
                    <a:pt x="199215" y="95624"/>
                  </a:lnTo>
                  <a:lnTo>
                    <a:pt x="200128" y="96636"/>
                  </a:lnTo>
                  <a:lnTo>
                    <a:pt x="202198" y="97930"/>
                  </a:lnTo>
                  <a:lnTo>
                    <a:pt x="202951" y="99094"/>
                  </a:lnTo>
                  <a:lnTo>
                    <a:pt x="203362" y="100098"/>
                  </a:lnTo>
                  <a:lnTo>
                    <a:pt x="203331" y="102434"/>
                  </a:lnTo>
                  <a:lnTo>
                    <a:pt x="202404" y="105652"/>
                  </a:lnTo>
                  <a:lnTo>
                    <a:pt x="202791" y="108079"/>
                  </a:lnTo>
                  <a:lnTo>
                    <a:pt x="201840" y="109700"/>
                  </a:lnTo>
                  <a:lnTo>
                    <a:pt x="201064" y="111496"/>
                  </a:lnTo>
                  <a:lnTo>
                    <a:pt x="200950" y="114631"/>
                  </a:lnTo>
                  <a:lnTo>
                    <a:pt x="202350" y="118085"/>
                  </a:lnTo>
                  <a:lnTo>
                    <a:pt x="203499" y="120443"/>
                  </a:lnTo>
                  <a:lnTo>
                    <a:pt x="203940" y="122292"/>
                  </a:lnTo>
                  <a:lnTo>
                    <a:pt x="203476" y="123738"/>
                  </a:lnTo>
                  <a:lnTo>
                    <a:pt x="203613" y="125184"/>
                  </a:lnTo>
                  <a:lnTo>
                    <a:pt x="204640" y="126721"/>
                  </a:lnTo>
                  <a:lnTo>
                    <a:pt x="207866" y="131438"/>
                  </a:lnTo>
                  <a:lnTo>
                    <a:pt x="209457" y="135965"/>
                  </a:lnTo>
                  <a:lnTo>
                    <a:pt x="210476" y="137730"/>
                  </a:lnTo>
                  <a:lnTo>
                    <a:pt x="212827" y="140013"/>
                  </a:lnTo>
                  <a:lnTo>
                    <a:pt x="213040" y="140949"/>
                  </a:lnTo>
                  <a:lnTo>
                    <a:pt x="212097" y="141808"/>
                  </a:lnTo>
                  <a:lnTo>
                    <a:pt x="211336" y="141922"/>
                  </a:lnTo>
                  <a:lnTo>
                    <a:pt x="210719" y="142151"/>
                  </a:lnTo>
                  <a:lnTo>
                    <a:pt x="210324" y="142950"/>
                  </a:lnTo>
                  <a:lnTo>
                    <a:pt x="210940" y="143809"/>
                  </a:lnTo>
                  <a:lnTo>
                    <a:pt x="211769" y="145065"/>
                  </a:lnTo>
                  <a:lnTo>
                    <a:pt x="212804" y="148618"/>
                  </a:lnTo>
                  <a:lnTo>
                    <a:pt x="212706" y="151525"/>
                  </a:lnTo>
                  <a:lnTo>
                    <a:pt x="211906" y="152262"/>
                  </a:lnTo>
                  <a:lnTo>
                    <a:pt x="210887" y="153982"/>
                  </a:lnTo>
                  <a:lnTo>
                    <a:pt x="210202" y="155557"/>
                  </a:lnTo>
                  <a:lnTo>
                    <a:pt x="204625" y="156645"/>
                  </a:lnTo>
                  <a:lnTo>
                    <a:pt x="203286" y="158326"/>
                  </a:lnTo>
                  <a:lnTo>
                    <a:pt x="200235" y="161560"/>
                  </a:lnTo>
                  <a:lnTo>
                    <a:pt x="198158" y="163424"/>
                  </a:lnTo>
                  <a:lnTo>
                    <a:pt x="195076" y="166779"/>
                  </a:lnTo>
                  <a:lnTo>
                    <a:pt x="190207" y="172532"/>
                  </a:lnTo>
                  <a:lnTo>
                    <a:pt x="188411" y="174936"/>
                  </a:lnTo>
                  <a:lnTo>
                    <a:pt x="187095" y="176922"/>
                  </a:lnTo>
                  <a:lnTo>
                    <a:pt x="183154" y="182187"/>
                  </a:lnTo>
                  <a:lnTo>
                    <a:pt x="181944" y="184393"/>
                  </a:lnTo>
                  <a:lnTo>
                    <a:pt x="182180" y="186204"/>
                  </a:lnTo>
                  <a:lnTo>
                    <a:pt x="183450" y="190457"/>
                  </a:lnTo>
                  <a:lnTo>
                    <a:pt x="183716" y="192375"/>
                  </a:lnTo>
                  <a:lnTo>
                    <a:pt x="183488" y="194140"/>
                  </a:lnTo>
                  <a:lnTo>
                    <a:pt x="183070" y="195715"/>
                  </a:lnTo>
                  <a:lnTo>
                    <a:pt x="183146" y="196415"/>
                  </a:lnTo>
                  <a:lnTo>
                    <a:pt x="184310" y="197556"/>
                  </a:lnTo>
                  <a:lnTo>
                    <a:pt x="186159" y="199344"/>
                  </a:lnTo>
                  <a:lnTo>
                    <a:pt x="186266" y="199945"/>
                  </a:lnTo>
                  <a:lnTo>
                    <a:pt x="186007" y="200721"/>
                  </a:lnTo>
                  <a:lnTo>
                    <a:pt x="185368" y="201307"/>
                  </a:lnTo>
                  <a:lnTo>
                    <a:pt x="183047" y="200683"/>
                  </a:lnTo>
                  <a:lnTo>
                    <a:pt x="180460" y="199474"/>
                  </a:lnTo>
                  <a:lnTo>
                    <a:pt x="179578" y="199626"/>
                  </a:lnTo>
                  <a:lnTo>
                    <a:pt x="178178" y="199337"/>
                  </a:lnTo>
                  <a:lnTo>
                    <a:pt x="172403" y="197001"/>
                  </a:lnTo>
                  <a:lnTo>
                    <a:pt x="168507" y="195167"/>
                  </a:lnTo>
                  <a:lnTo>
                    <a:pt x="168119" y="193973"/>
                  </a:lnTo>
                  <a:lnTo>
                    <a:pt x="167389" y="192245"/>
                  </a:lnTo>
                  <a:lnTo>
                    <a:pt x="165730" y="190792"/>
                  </a:lnTo>
                  <a:lnTo>
                    <a:pt x="161926" y="189537"/>
                  </a:lnTo>
                  <a:lnTo>
                    <a:pt x="160381" y="188555"/>
                  </a:lnTo>
                  <a:lnTo>
                    <a:pt x="154203" y="188007"/>
                  </a:lnTo>
                  <a:lnTo>
                    <a:pt x="151525" y="187985"/>
                  </a:lnTo>
                  <a:lnTo>
                    <a:pt x="149630" y="188388"/>
                  </a:lnTo>
                  <a:lnTo>
                    <a:pt x="148413" y="188350"/>
                  </a:lnTo>
                  <a:lnTo>
                    <a:pt x="146747" y="190914"/>
                  </a:lnTo>
                  <a:lnTo>
                    <a:pt x="145598" y="191660"/>
                  </a:lnTo>
                  <a:lnTo>
                    <a:pt x="143916" y="191736"/>
                  </a:lnTo>
                  <a:lnTo>
                    <a:pt x="142440" y="191279"/>
                  </a:lnTo>
                  <a:lnTo>
                    <a:pt x="140934" y="189932"/>
                  </a:lnTo>
                  <a:lnTo>
                    <a:pt x="138529" y="189217"/>
                  </a:lnTo>
                  <a:lnTo>
                    <a:pt x="136787" y="189560"/>
                  </a:lnTo>
                  <a:lnTo>
                    <a:pt x="135501" y="189271"/>
                  </a:lnTo>
                  <a:lnTo>
                    <a:pt x="134398" y="189194"/>
                  </a:lnTo>
                  <a:lnTo>
                    <a:pt x="134010" y="189468"/>
                  </a:lnTo>
                  <a:lnTo>
                    <a:pt x="133120" y="189430"/>
                  </a:lnTo>
                  <a:lnTo>
                    <a:pt x="131834" y="190077"/>
                  </a:lnTo>
                  <a:lnTo>
                    <a:pt x="130419" y="190982"/>
                  </a:lnTo>
                  <a:lnTo>
                    <a:pt x="128866" y="191682"/>
                  </a:lnTo>
                  <a:lnTo>
                    <a:pt x="127665" y="193174"/>
                  </a:lnTo>
                  <a:lnTo>
                    <a:pt x="126599" y="196088"/>
                  </a:lnTo>
                  <a:lnTo>
                    <a:pt x="123578" y="194779"/>
                  </a:lnTo>
                  <a:lnTo>
                    <a:pt x="122574" y="195350"/>
                  </a:lnTo>
                  <a:lnTo>
                    <a:pt x="121144" y="195730"/>
                  </a:lnTo>
                  <a:lnTo>
                    <a:pt x="120170" y="195335"/>
                  </a:lnTo>
                  <a:lnTo>
                    <a:pt x="120398" y="194330"/>
                  </a:lnTo>
                  <a:lnTo>
                    <a:pt x="120839" y="193197"/>
                  </a:lnTo>
                  <a:lnTo>
                    <a:pt x="120817" y="191614"/>
                  </a:lnTo>
                  <a:lnTo>
                    <a:pt x="120543" y="189856"/>
                  </a:lnTo>
                  <a:lnTo>
                    <a:pt x="119607" y="189286"/>
                  </a:lnTo>
                  <a:lnTo>
                    <a:pt x="118199" y="189080"/>
                  </a:lnTo>
                  <a:lnTo>
                    <a:pt x="117476" y="188730"/>
                  </a:lnTo>
                  <a:lnTo>
                    <a:pt x="117401" y="188152"/>
                  </a:lnTo>
                  <a:lnTo>
                    <a:pt x="116678" y="187406"/>
                  </a:lnTo>
                  <a:lnTo>
                    <a:pt x="115430" y="185519"/>
                  </a:lnTo>
                  <a:lnTo>
                    <a:pt x="114258" y="183161"/>
                  </a:lnTo>
                  <a:lnTo>
                    <a:pt x="113444" y="182468"/>
                  </a:lnTo>
                  <a:lnTo>
                    <a:pt x="112264" y="183587"/>
                  </a:lnTo>
                  <a:lnTo>
                    <a:pt x="110477" y="184857"/>
                  </a:lnTo>
                  <a:lnTo>
                    <a:pt x="109358" y="185299"/>
                  </a:lnTo>
                  <a:lnTo>
                    <a:pt x="107205" y="188951"/>
                  </a:lnTo>
                  <a:lnTo>
                    <a:pt x="103340" y="189073"/>
                  </a:lnTo>
                  <a:lnTo>
                    <a:pt x="103104" y="187368"/>
                  </a:lnTo>
                  <a:lnTo>
                    <a:pt x="102693" y="185725"/>
                  </a:lnTo>
                  <a:lnTo>
                    <a:pt x="100433" y="185322"/>
                  </a:lnTo>
                  <a:lnTo>
                    <a:pt x="100365" y="184355"/>
                  </a:lnTo>
                  <a:lnTo>
                    <a:pt x="99893" y="181936"/>
                  </a:lnTo>
                  <a:lnTo>
                    <a:pt x="95358" y="177196"/>
                  </a:lnTo>
                  <a:lnTo>
                    <a:pt x="94810" y="175217"/>
                  </a:lnTo>
                  <a:lnTo>
                    <a:pt x="94985" y="174449"/>
                  </a:lnTo>
                  <a:lnTo>
                    <a:pt x="94674" y="173186"/>
                  </a:lnTo>
                  <a:lnTo>
                    <a:pt x="93685" y="172425"/>
                  </a:lnTo>
                  <a:lnTo>
                    <a:pt x="90101" y="171520"/>
                  </a:lnTo>
                  <a:lnTo>
                    <a:pt x="89180" y="172037"/>
                  </a:lnTo>
                  <a:lnTo>
                    <a:pt x="88351" y="171504"/>
                  </a:lnTo>
                  <a:lnTo>
                    <a:pt x="87042" y="170363"/>
                  </a:lnTo>
                  <a:lnTo>
                    <a:pt x="84782" y="169435"/>
                  </a:lnTo>
                  <a:lnTo>
                    <a:pt x="84532" y="168956"/>
                  </a:lnTo>
                  <a:lnTo>
                    <a:pt x="83717" y="168134"/>
                  </a:lnTo>
                  <a:lnTo>
                    <a:pt x="83268" y="168027"/>
                  </a:lnTo>
                  <a:lnTo>
                    <a:pt x="82972" y="168522"/>
                  </a:lnTo>
                  <a:lnTo>
                    <a:pt x="82317" y="169222"/>
                  </a:lnTo>
                  <a:lnTo>
                    <a:pt x="79989" y="170112"/>
                  </a:lnTo>
                  <a:lnTo>
                    <a:pt x="79061" y="169747"/>
                  </a:lnTo>
                  <a:lnTo>
                    <a:pt x="78216" y="168978"/>
                  </a:lnTo>
                  <a:lnTo>
                    <a:pt x="77250" y="167312"/>
                  </a:lnTo>
                  <a:lnTo>
                    <a:pt x="75850" y="165851"/>
                  </a:lnTo>
                  <a:lnTo>
                    <a:pt x="74701" y="165334"/>
                  </a:lnTo>
                  <a:lnTo>
                    <a:pt x="74039" y="164566"/>
                  </a:lnTo>
                  <a:lnTo>
                    <a:pt x="73895" y="163972"/>
                  </a:lnTo>
                  <a:lnTo>
                    <a:pt x="76451" y="162770"/>
                  </a:lnTo>
                  <a:lnTo>
                    <a:pt x="77014" y="161530"/>
                  </a:lnTo>
                  <a:lnTo>
                    <a:pt x="76687" y="159270"/>
                  </a:lnTo>
                  <a:lnTo>
                    <a:pt x="76307" y="158988"/>
                  </a:lnTo>
                  <a:lnTo>
                    <a:pt x="75287" y="159749"/>
                  </a:lnTo>
                  <a:lnTo>
                    <a:pt x="73149" y="160419"/>
                  </a:lnTo>
                  <a:lnTo>
                    <a:pt x="71186" y="160731"/>
                  </a:lnTo>
                  <a:lnTo>
                    <a:pt x="70174" y="160731"/>
                  </a:lnTo>
                  <a:lnTo>
                    <a:pt x="64551" y="156614"/>
                  </a:lnTo>
                  <a:lnTo>
                    <a:pt x="60899" y="155352"/>
                  </a:lnTo>
                  <a:lnTo>
                    <a:pt x="58746" y="154986"/>
                  </a:lnTo>
                  <a:lnTo>
                    <a:pt x="58518" y="155405"/>
                  </a:lnTo>
                  <a:lnTo>
                    <a:pt x="59484" y="157718"/>
                  </a:lnTo>
                  <a:lnTo>
                    <a:pt x="61173" y="160571"/>
                  </a:lnTo>
                  <a:lnTo>
                    <a:pt x="61090" y="161324"/>
                  </a:lnTo>
                  <a:lnTo>
                    <a:pt x="59073" y="162488"/>
                  </a:lnTo>
                  <a:lnTo>
                    <a:pt x="57932" y="162998"/>
                  </a:lnTo>
                  <a:lnTo>
                    <a:pt x="56585" y="163980"/>
                  </a:lnTo>
                  <a:lnTo>
                    <a:pt x="55444" y="165349"/>
                  </a:lnTo>
                  <a:lnTo>
                    <a:pt x="54455" y="165965"/>
                  </a:lnTo>
                  <a:lnTo>
                    <a:pt x="53603" y="165806"/>
                  </a:lnTo>
                  <a:lnTo>
                    <a:pt x="52697" y="165151"/>
                  </a:lnTo>
                  <a:lnTo>
                    <a:pt x="50369" y="160944"/>
                  </a:lnTo>
                  <a:lnTo>
                    <a:pt x="47440" y="157718"/>
                  </a:lnTo>
                  <a:lnTo>
                    <a:pt x="47090" y="156995"/>
                  </a:lnTo>
                  <a:lnTo>
                    <a:pt x="46177" y="156828"/>
                  </a:lnTo>
                  <a:lnTo>
                    <a:pt x="44883" y="156082"/>
                  </a:lnTo>
                  <a:lnTo>
                    <a:pt x="44442" y="155093"/>
                  </a:lnTo>
                  <a:lnTo>
                    <a:pt x="45096" y="154058"/>
                  </a:lnTo>
                  <a:lnTo>
                    <a:pt x="45986" y="153115"/>
                  </a:lnTo>
                  <a:lnTo>
                    <a:pt x="47569" y="152529"/>
                  </a:lnTo>
                  <a:lnTo>
                    <a:pt x="48048" y="151973"/>
                  </a:lnTo>
                  <a:lnTo>
                    <a:pt x="48330" y="151144"/>
                  </a:lnTo>
                  <a:lnTo>
                    <a:pt x="48916" y="150071"/>
                  </a:lnTo>
                  <a:lnTo>
                    <a:pt x="48763" y="149691"/>
                  </a:lnTo>
                  <a:lnTo>
                    <a:pt x="47645" y="148473"/>
                  </a:lnTo>
                  <a:lnTo>
                    <a:pt x="45986" y="147325"/>
                  </a:lnTo>
                  <a:lnTo>
                    <a:pt x="41376" y="148184"/>
                  </a:lnTo>
                  <a:lnTo>
                    <a:pt x="40113" y="148801"/>
                  </a:lnTo>
                  <a:lnTo>
                    <a:pt x="39397" y="148002"/>
                  </a:lnTo>
                  <a:lnTo>
                    <a:pt x="38857" y="146837"/>
                  </a:lnTo>
                  <a:lnTo>
                    <a:pt x="37693" y="146609"/>
                  </a:lnTo>
                  <a:lnTo>
                    <a:pt x="36095" y="145544"/>
                  </a:lnTo>
                  <a:lnTo>
                    <a:pt x="34201" y="144494"/>
                  </a:lnTo>
                  <a:lnTo>
                    <a:pt x="32352" y="144190"/>
                  </a:lnTo>
                  <a:lnTo>
                    <a:pt x="28509" y="142676"/>
                  </a:lnTo>
                  <a:lnTo>
                    <a:pt x="27026" y="142592"/>
                  </a:lnTo>
                  <a:lnTo>
                    <a:pt x="26173" y="142075"/>
                  </a:lnTo>
                  <a:lnTo>
                    <a:pt x="25276" y="140926"/>
                  </a:lnTo>
                  <a:lnTo>
                    <a:pt x="24515" y="139670"/>
                  </a:lnTo>
                  <a:lnTo>
                    <a:pt x="24119" y="137114"/>
                  </a:lnTo>
                  <a:lnTo>
                    <a:pt x="21289" y="135957"/>
                  </a:lnTo>
                  <a:lnTo>
                    <a:pt x="18466" y="135227"/>
                  </a:lnTo>
                  <a:lnTo>
                    <a:pt x="18268" y="135600"/>
                  </a:lnTo>
                  <a:lnTo>
                    <a:pt x="18390" y="138171"/>
                  </a:lnTo>
                  <a:lnTo>
                    <a:pt x="18238" y="139549"/>
                  </a:lnTo>
                  <a:lnTo>
                    <a:pt x="16374" y="140393"/>
                  </a:lnTo>
                  <a:lnTo>
                    <a:pt x="14533" y="140477"/>
                  </a:lnTo>
                  <a:lnTo>
                    <a:pt x="14632" y="140051"/>
                  </a:lnTo>
                  <a:lnTo>
                    <a:pt x="16838" y="135417"/>
                  </a:lnTo>
                  <a:lnTo>
                    <a:pt x="17827" y="132488"/>
                  </a:lnTo>
                  <a:lnTo>
                    <a:pt x="18961" y="127139"/>
                  </a:lnTo>
                  <a:lnTo>
                    <a:pt x="17599" y="122901"/>
                  </a:lnTo>
                  <a:lnTo>
                    <a:pt x="17226" y="120908"/>
                  </a:lnTo>
                  <a:lnTo>
                    <a:pt x="16595" y="119956"/>
                  </a:lnTo>
                  <a:lnTo>
                    <a:pt x="12722" y="117879"/>
                  </a:lnTo>
                  <a:lnTo>
                    <a:pt x="12425" y="117164"/>
                  </a:lnTo>
                  <a:lnTo>
                    <a:pt x="13018" y="114349"/>
                  </a:lnTo>
                  <a:lnTo>
                    <a:pt x="12729" y="113162"/>
                  </a:lnTo>
                  <a:lnTo>
                    <a:pt x="11794" y="111907"/>
                  </a:lnTo>
                  <a:lnTo>
                    <a:pt x="10569" y="109411"/>
                  </a:lnTo>
                  <a:lnTo>
                    <a:pt x="10097" y="107288"/>
                  </a:lnTo>
                  <a:lnTo>
                    <a:pt x="11657" y="104793"/>
                  </a:lnTo>
                  <a:lnTo>
                    <a:pt x="12044" y="102951"/>
                  </a:lnTo>
                  <a:lnTo>
                    <a:pt x="12722" y="100433"/>
                  </a:lnTo>
                  <a:lnTo>
                    <a:pt x="13224" y="99048"/>
                  </a:lnTo>
                  <a:lnTo>
                    <a:pt x="13323" y="98668"/>
                  </a:lnTo>
                  <a:lnTo>
                    <a:pt x="12296" y="97686"/>
                  </a:lnTo>
                  <a:lnTo>
                    <a:pt x="12037" y="96301"/>
                  </a:lnTo>
                  <a:lnTo>
                    <a:pt x="12311" y="94308"/>
                  </a:lnTo>
                  <a:lnTo>
                    <a:pt x="11763" y="92824"/>
                  </a:lnTo>
                  <a:lnTo>
                    <a:pt x="10394" y="91866"/>
                  </a:lnTo>
                  <a:lnTo>
                    <a:pt x="9503" y="90588"/>
                  </a:lnTo>
                  <a:lnTo>
                    <a:pt x="9092" y="89005"/>
                  </a:lnTo>
                  <a:lnTo>
                    <a:pt x="9412" y="86509"/>
                  </a:lnTo>
                  <a:lnTo>
                    <a:pt x="10477" y="83108"/>
                  </a:lnTo>
                  <a:lnTo>
                    <a:pt x="8225" y="79000"/>
                  </a:lnTo>
                  <a:lnTo>
                    <a:pt x="2663" y="74183"/>
                  </a:lnTo>
                  <a:lnTo>
                    <a:pt x="0" y="70813"/>
                  </a:lnTo>
                  <a:lnTo>
                    <a:pt x="213" y="68880"/>
                  </a:lnTo>
                  <a:lnTo>
                    <a:pt x="1385" y="67130"/>
                  </a:lnTo>
                  <a:lnTo>
                    <a:pt x="3508" y="65563"/>
                  </a:lnTo>
                  <a:lnTo>
                    <a:pt x="5121" y="62771"/>
                  </a:lnTo>
                  <a:lnTo>
                    <a:pt x="6026" y="59446"/>
                  </a:lnTo>
                  <a:lnTo>
                    <a:pt x="6049" y="58814"/>
                  </a:lnTo>
                  <a:lnTo>
                    <a:pt x="6102" y="56440"/>
                  </a:lnTo>
                  <a:lnTo>
                    <a:pt x="3630" y="46686"/>
                  </a:lnTo>
                  <a:lnTo>
                    <a:pt x="3226" y="44236"/>
                  </a:lnTo>
                  <a:lnTo>
                    <a:pt x="2929" y="41269"/>
                  </a:lnTo>
                  <a:lnTo>
                    <a:pt x="2778" y="40462"/>
                  </a:lnTo>
                  <a:lnTo>
                    <a:pt x="7662" y="42539"/>
                  </a:lnTo>
                  <a:lnTo>
                    <a:pt x="9709" y="43711"/>
                  </a:lnTo>
                  <a:lnTo>
                    <a:pt x="9450" y="42395"/>
                  </a:lnTo>
                  <a:lnTo>
                    <a:pt x="9039" y="41261"/>
                  </a:lnTo>
                  <a:lnTo>
                    <a:pt x="9313" y="39602"/>
                  </a:lnTo>
                  <a:lnTo>
                    <a:pt x="9176" y="37092"/>
                  </a:lnTo>
                  <a:lnTo>
                    <a:pt x="4740" y="35806"/>
                  </a:lnTo>
                  <a:lnTo>
                    <a:pt x="1811" y="35372"/>
                  </a:lnTo>
                  <a:lnTo>
                    <a:pt x="1484" y="33622"/>
                  </a:lnTo>
                  <a:lnTo>
                    <a:pt x="1758" y="32488"/>
                  </a:lnTo>
                  <a:lnTo>
                    <a:pt x="2572" y="33158"/>
                  </a:lnTo>
                  <a:lnTo>
                    <a:pt x="5448" y="33417"/>
                  </a:lnTo>
                  <a:lnTo>
                    <a:pt x="12532" y="30031"/>
                  </a:lnTo>
                  <a:lnTo>
                    <a:pt x="24758" y="25610"/>
                  </a:lnTo>
                  <a:lnTo>
                    <a:pt x="37822" y="21464"/>
                  </a:lnTo>
                  <a:lnTo>
                    <a:pt x="40873" y="21007"/>
                  </a:lnTo>
                  <a:lnTo>
                    <a:pt x="43932" y="20132"/>
                  </a:lnTo>
                  <a:lnTo>
                    <a:pt x="45066" y="18573"/>
                  </a:lnTo>
                  <a:lnTo>
                    <a:pt x="46199" y="17530"/>
                  </a:lnTo>
                  <a:lnTo>
                    <a:pt x="47972" y="14776"/>
                  </a:lnTo>
                  <a:lnTo>
                    <a:pt x="51906" y="10485"/>
                  </a:lnTo>
                  <a:lnTo>
                    <a:pt x="58860" y="8917"/>
                  </a:lnTo>
                  <a:lnTo>
                    <a:pt x="61462" y="6878"/>
                  </a:lnTo>
                  <a:lnTo>
                    <a:pt x="66902" y="4017"/>
                  </a:lnTo>
                  <a:lnTo>
                    <a:pt x="79304" y="799"/>
                  </a:lnTo>
                  <a:lnTo>
                    <a:pt x="84493" y="84"/>
                  </a:lnTo>
                  <a:lnTo>
                    <a:pt x="89568" y="0"/>
                  </a:lnTo>
                  <a:lnTo>
                    <a:pt x="94088" y="2541"/>
                  </a:lnTo>
                  <a:lnTo>
                    <a:pt x="98874" y="5676"/>
                  </a:lnTo>
                  <a:lnTo>
                    <a:pt x="99733" y="7555"/>
                  </a:lnTo>
                  <a:lnTo>
                    <a:pt x="97146" y="6383"/>
                  </a:lnTo>
                  <a:lnTo>
                    <a:pt x="93373" y="3576"/>
                  </a:lnTo>
                  <a:lnTo>
                    <a:pt x="91972" y="3454"/>
                  </a:lnTo>
                  <a:lnTo>
                    <a:pt x="95199" y="11983"/>
                  </a:lnTo>
                  <a:lnTo>
                    <a:pt x="96964" y="14997"/>
                  </a:lnTo>
                  <a:lnTo>
                    <a:pt x="100517" y="17233"/>
                  </a:lnTo>
                  <a:lnTo>
                    <a:pt x="103507" y="17994"/>
                  </a:lnTo>
                  <a:lnTo>
                    <a:pt x="112714" y="16632"/>
                  </a:lnTo>
                  <a:lnTo>
                    <a:pt x="115978" y="14852"/>
                  </a:lnTo>
                  <a:close/>
                </a:path>
              </a:pathLst>
            </a:custGeom>
            <a:solidFill>
              <a:srgbClr val="2562E8"/>
            </a:solidFill>
            <a:ln w="6168" cap="flat">
              <a:solidFill>
                <a:srgbClr val="2562E8"/>
              </a:solidFill>
              <a:prstDash val="solid"/>
              <a:miter/>
            </a:ln>
          </p:spPr>
          <p:txBody>
            <a:bodyPr/>
            <a:lstStyle/>
            <a:p>
              <a:endParaRPr lang="en-US"/>
            </a:p>
          </p:txBody>
        </p:sp>
        <p:sp>
          <p:nvSpPr>
            <p:cNvPr id="2295" name="Freeform: Shape 2294">
              <a:extLst>
                <a:ext uri="{FF2B5EF4-FFF2-40B4-BE49-F238E27FC236}">
                  <a16:creationId xmlns:a16="http://schemas.microsoft.com/office/drawing/2014/main" id="{86BCA580-F8F8-4D3B-10F8-8B7C668AF40F}"/>
                </a:ext>
              </a:extLst>
            </p:cNvPr>
            <p:cNvSpPr/>
            <p:nvPr/>
          </p:nvSpPr>
          <p:spPr>
            <a:xfrm>
              <a:off x="8369821" y="3867344"/>
              <a:ext cx="5325" cy="10788"/>
            </a:xfrm>
            <a:custGeom>
              <a:avLst/>
              <a:gdLst>
                <a:gd name="csX0" fmla="*/ 2556 w 5325"/>
                <a:gd name="csY0" fmla="*/ 8126 h 10788"/>
                <a:gd name="csX1" fmla="*/ 692 w 5325"/>
                <a:gd name="csY1" fmla="*/ 9465 h 10788"/>
                <a:gd name="csX2" fmla="*/ 46 w 5325"/>
                <a:gd name="csY2" fmla="*/ 8719 h 10788"/>
                <a:gd name="csX3" fmla="*/ 205 w 5325"/>
                <a:gd name="csY3" fmla="*/ 7837 h 10788"/>
                <a:gd name="csX4" fmla="*/ 1157 w 5325"/>
                <a:gd name="csY4" fmla="*/ 5714 h 10788"/>
                <a:gd name="csX5" fmla="*/ 1126 w 5325"/>
                <a:gd name="csY5" fmla="*/ 5098 h 10788"/>
                <a:gd name="csX6" fmla="*/ 0 w 5325"/>
                <a:gd name="csY6" fmla="*/ 974 h 10788"/>
                <a:gd name="csX7" fmla="*/ 190 w 5325"/>
                <a:gd name="csY7" fmla="*/ 297 h 10788"/>
                <a:gd name="csX8" fmla="*/ 472 w 5325"/>
                <a:gd name="csY8" fmla="*/ 0 h 10788"/>
                <a:gd name="csX9" fmla="*/ 2123 w 5325"/>
                <a:gd name="csY9" fmla="*/ 875 h 10788"/>
                <a:gd name="csX10" fmla="*/ 2313 w 5325"/>
                <a:gd name="csY10" fmla="*/ 2001 h 10788"/>
                <a:gd name="csX11" fmla="*/ 1529 w 5325"/>
                <a:gd name="csY11" fmla="*/ 4535 h 10788"/>
                <a:gd name="csX12" fmla="*/ 2070 w 5325"/>
                <a:gd name="csY12" fmla="*/ 6216 h 10788"/>
                <a:gd name="csX13" fmla="*/ 2800 w 5325"/>
                <a:gd name="csY13" fmla="*/ 7433 h 10788"/>
                <a:gd name="csX14" fmla="*/ 2556 w 5325"/>
                <a:gd name="csY14" fmla="*/ 8126 h 10788"/>
                <a:gd name="csX15" fmla="*/ 5037 w 5325"/>
                <a:gd name="csY15" fmla="*/ 10492 h 10788"/>
                <a:gd name="csX16" fmla="*/ 4588 w 5325"/>
                <a:gd name="csY16" fmla="*/ 10789 h 10788"/>
                <a:gd name="csX17" fmla="*/ 3059 w 5325"/>
                <a:gd name="csY17" fmla="*/ 10340 h 10788"/>
                <a:gd name="csX18" fmla="*/ 3789 w 5325"/>
                <a:gd name="csY18" fmla="*/ 9374 h 10788"/>
                <a:gd name="csX19" fmla="*/ 4307 w 5325"/>
                <a:gd name="csY19" fmla="*/ 9092 h 10788"/>
                <a:gd name="csX20" fmla="*/ 4999 w 5325"/>
                <a:gd name="csY20" fmla="*/ 8970 h 10788"/>
                <a:gd name="csX21" fmla="*/ 5326 w 5325"/>
                <a:gd name="csY21" fmla="*/ 9267 h 10788"/>
                <a:gd name="csX22" fmla="*/ 5288 w 5325"/>
                <a:gd name="csY22" fmla="*/ 9982 h 10788"/>
                <a:gd name="csX23" fmla="*/ 5037 w 5325"/>
                <a:gd name="csY23" fmla="*/ 10492 h 107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5325" h="10788">
                  <a:moveTo>
                    <a:pt x="2556" y="8126"/>
                  </a:moveTo>
                  <a:lnTo>
                    <a:pt x="692" y="9465"/>
                  </a:lnTo>
                  <a:lnTo>
                    <a:pt x="46" y="8719"/>
                  </a:lnTo>
                  <a:lnTo>
                    <a:pt x="205" y="7837"/>
                  </a:lnTo>
                  <a:lnTo>
                    <a:pt x="1157" y="5714"/>
                  </a:lnTo>
                  <a:lnTo>
                    <a:pt x="1126" y="5098"/>
                  </a:lnTo>
                  <a:lnTo>
                    <a:pt x="0" y="974"/>
                  </a:lnTo>
                  <a:lnTo>
                    <a:pt x="190" y="297"/>
                  </a:lnTo>
                  <a:lnTo>
                    <a:pt x="472" y="0"/>
                  </a:lnTo>
                  <a:lnTo>
                    <a:pt x="2123" y="875"/>
                  </a:lnTo>
                  <a:lnTo>
                    <a:pt x="2313" y="2001"/>
                  </a:lnTo>
                  <a:lnTo>
                    <a:pt x="1529" y="4535"/>
                  </a:lnTo>
                  <a:lnTo>
                    <a:pt x="2070" y="6216"/>
                  </a:lnTo>
                  <a:lnTo>
                    <a:pt x="2800" y="7433"/>
                  </a:lnTo>
                  <a:lnTo>
                    <a:pt x="2556" y="8126"/>
                  </a:lnTo>
                  <a:close/>
                  <a:moveTo>
                    <a:pt x="5037" y="10492"/>
                  </a:moveTo>
                  <a:lnTo>
                    <a:pt x="4588" y="10789"/>
                  </a:lnTo>
                  <a:lnTo>
                    <a:pt x="3059" y="10340"/>
                  </a:lnTo>
                  <a:lnTo>
                    <a:pt x="3789" y="9374"/>
                  </a:lnTo>
                  <a:lnTo>
                    <a:pt x="4307" y="9092"/>
                  </a:lnTo>
                  <a:lnTo>
                    <a:pt x="4999" y="8970"/>
                  </a:lnTo>
                  <a:lnTo>
                    <a:pt x="5326" y="9267"/>
                  </a:lnTo>
                  <a:lnTo>
                    <a:pt x="5288" y="9982"/>
                  </a:lnTo>
                  <a:lnTo>
                    <a:pt x="5037" y="10492"/>
                  </a:lnTo>
                  <a:close/>
                </a:path>
              </a:pathLst>
            </a:custGeom>
            <a:solidFill>
              <a:srgbClr val="2562E8"/>
            </a:solidFill>
            <a:ln w="6168" cap="flat">
              <a:solidFill>
                <a:srgbClr val="2562E8"/>
              </a:solidFill>
              <a:prstDash val="solid"/>
              <a:miter/>
            </a:ln>
          </p:spPr>
          <p:txBody>
            <a:bodyPr/>
            <a:lstStyle/>
            <a:p>
              <a:endParaRPr lang="en-US"/>
            </a:p>
          </p:txBody>
        </p:sp>
        <p:sp>
          <p:nvSpPr>
            <p:cNvPr id="2296" name="Freeform: Shape 2295">
              <a:extLst>
                <a:ext uri="{FF2B5EF4-FFF2-40B4-BE49-F238E27FC236}">
                  <a16:creationId xmlns:a16="http://schemas.microsoft.com/office/drawing/2014/main" id="{8BC51ECD-FDC5-0258-B792-BC456CDEABD7}"/>
                </a:ext>
              </a:extLst>
            </p:cNvPr>
            <p:cNvSpPr/>
            <p:nvPr/>
          </p:nvSpPr>
          <p:spPr>
            <a:xfrm>
              <a:off x="8123181" y="4604271"/>
              <a:ext cx="56417" cy="12850"/>
            </a:xfrm>
            <a:custGeom>
              <a:avLst/>
              <a:gdLst>
                <a:gd name="csX0" fmla="*/ 38598 w 56417"/>
                <a:gd name="csY0" fmla="*/ 1727 h 12850"/>
                <a:gd name="csX1" fmla="*/ 39253 w 56417"/>
                <a:gd name="csY1" fmla="*/ 2168 h 12850"/>
                <a:gd name="csX2" fmla="*/ 39892 w 56417"/>
                <a:gd name="csY2" fmla="*/ 2108 h 12850"/>
                <a:gd name="csX3" fmla="*/ 39374 w 56417"/>
                <a:gd name="csY3" fmla="*/ 1187 h 12850"/>
                <a:gd name="csX4" fmla="*/ 39854 w 56417"/>
                <a:gd name="csY4" fmla="*/ 1187 h 12850"/>
                <a:gd name="csX5" fmla="*/ 43947 w 56417"/>
                <a:gd name="csY5" fmla="*/ 1750 h 12850"/>
                <a:gd name="csX6" fmla="*/ 46580 w 56417"/>
                <a:gd name="csY6" fmla="*/ 2701 h 12850"/>
                <a:gd name="csX7" fmla="*/ 49289 w 56417"/>
                <a:gd name="csY7" fmla="*/ 3150 h 12850"/>
                <a:gd name="csX8" fmla="*/ 49456 w 56417"/>
                <a:gd name="csY8" fmla="*/ 6262 h 12850"/>
                <a:gd name="csX9" fmla="*/ 47371 w 56417"/>
                <a:gd name="csY9" fmla="*/ 7510 h 12850"/>
                <a:gd name="csX10" fmla="*/ 46009 w 56417"/>
                <a:gd name="csY10" fmla="*/ 8803 h 12850"/>
                <a:gd name="csX11" fmla="*/ 44898 w 56417"/>
                <a:gd name="csY11" fmla="*/ 10393 h 12850"/>
                <a:gd name="csX12" fmla="*/ 41976 w 56417"/>
                <a:gd name="csY12" fmla="*/ 12242 h 12850"/>
                <a:gd name="csX13" fmla="*/ 38461 w 56417"/>
                <a:gd name="csY13" fmla="*/ 12798 h 12850"/>
                <a:gd name="csX14" fmla="*/ 36118 w 56417"/>
                <a:gd name="csY14" fmla="*/ 12851 h 12850"/>
                <a:gd name="csX15" fmla="*/ 35243 w 56417"/>
                <a:gd name="csY15" fmla="*/ 12790 h 12850"/>
                <a:gd name="csX16" fmla="*/ 34391 w 56417"/>
                <a:gd name="csY16" fmla="*/ 12470 h 12850"/>
                <a:gd name="csX17" fmla="*/ 32626 w 56417"/>
                <a:gd name="csY17" fmla="*/ 12775 h 12850"/>
                <a:gd name="csX18" fmla="*/ 30442 w 56417"/>
                <a:gd name="csY18" fmla="*/ 11961 h 12850"/>
                <a:gd name="csX19" fmla="*/ 28570 w 56417"/>
                <a:gd name="csY19" fmla="*/ 12166 h 12850"/>
                <a:gd name="csX20" fmla="*/ 24857 w 56417"/>
                <a:gd name="csY20" fmla="*/ 11976 h 12850"/>
                <a:gd name="csX21" fmla="*/ 23465 w 56417"/>
                <a:gd name="csY21" fmla="*/ 12676 h 12850"/>
                <a:gd name="csX22" fmla="*/ 22134 w 56417"/>
                <a:gd name="csY22" fmla="*/ 12836 h 12850"/>
                <a:gd name="csX23" fmla="*/ 20832 w 56417"/>
                <a:gd name="csY23" fmla="*/ 12706 h 12850"/>
                <a:gd name="csX24" fmla="*/ 19721 w 56417"/>
                <a:gd name="csY24" fmla="*/ 12387 h 12850"/>
                <a:gd name="csX25" fmla="*/ 16967 w 56417"/>
                <a:gd name="csY25" fmla="*/ 12410 h 12850"/>
                <a:gd name="csX26" fmla="*/ 15803 w 56417"/>
                <a:gd name="csY26" fmla="*/ 11793 h 12850"/>
                <a:gd name="csX27" fmla="*/ 16282 w 56417"/>
                <a:gd name="csY27" fmla="*/ 8255 h 12850"/>
                <a:gd name="csX28" fmla="*/ 16321 w 56417"/>
                <a:gd name="csY28" fmla="*/ 6657 h 12850"/>
                <a:gd name="csX29" fmla="*/ 15643 w 56417"/>
                <a:gd name="csY29" fmla="*/ 5334 h 12850"/>
                <a:gd name="csX30" fmla="*/ 14898 w 56417"/>
                <a:gd name="csY30" fmla="*/ 4504 h 12850"/>
                <a:gd name="csX31" fmla="*/ 14365 w 56417"/>
                <a:gd name="csY31" fmla="*/ 3523 h 12850"/>
                <a:gd name="csX32" fmla="*/ 15445 w 56417"/>
                <a:gd name="csY32" fmla="*/ 2876 h 12850"/>
                <a:gd name="csX33" fmla="*/ 16336 w 56417"/>
                <a:gd name="csY33" fmla="*/ 1933 h 12850"/>
                <a:gd name="csX34" fmla="*/ 16617 w 56417"/>
                <a:gd name="csY34" fmla="*/ 510 h 12850"/>
                <a:gd name="csX35" fmla="*/ 17591 w 56417"/>
                <a:gd name="csY35" fmla="*/ 160 h 12850"/>
                <a:gd name="csX36" fmla="*/ 18732 w 56417"/>
                <a:gd name="csY36" fmla="*/ 0 h 12850"/>
                <a:gd name="csX37" fmla="*/ 23998 w 56417"/>
                <a:gd name="csY37" fmla="*/ 662 h 12850"/>
                <a:gd name="csX38" fmla="*/ 37328 w 56417"/>
                <a:gd name="csY38" fmla="*/ 1035 h 12850"/>
                <a:gd name="csX39" fmla="*/ 38089 w 56417"/>
                <a:gd name="csY39" fmla="*/ 1149 h 12850"/>
                <a:gd name="csX40" fmla="*/ 38598 w 56417"/>
                <a:gd name="csY40" fmla="*/ 1727 h 12850"/>
                <a:gd name="csX41" fmla="*/ 53625 w 56417"/>
                <a:gd name="csY41" fmla="*/ 9305 h 12850"/>
                <a:gd name="csX42" fmla="*/ 51951 w 56417"/>
                <a:gd name="csY42" fmla="*/ 9442 h 12850"/>
                <a:gd name="csX43" fmla="*/ 50863 w 56417"/>
                <a:gd name="csY43" fmla="*/ 9260 h 12850"/>
                <a:gd name="csX44" fmla="*/ 50498 w 56417"/>
                <a:gd name="csY44" fmla="*/ 8598 h 12850"/>
                <a:gd name="csX45" fmla="*/ 52530 w 56417"/>
                <a:gd name="csY45" fmla="*/ 7974 h 12850"/>
                <a:gd name="csX46" fmla="*/ 54896 w 56417"/>
                <a:gd name="csY46" fmla="*/ 8065 h 12850"/>
                <a:gd name="csX47" fmla="*/ 56250 w 56417"/>
                <a:gd name="csY47" fmla="*/ 8438 h 12850"/>
                <a:gd name="csX48" fmla="*/ 56418 w 56417"/>
                <a:gd name="csY48" fmla="*/ 8689 h 12850"/>
                <a:gd name="csX49" fmla="*/ 53625 w 56417"/>
                <a:gd name="csY49" fmla="*/ 9305 h 12850"/>
                <a:gd name="csX50" fmla="*/ 1377 w 56417"/>
                <a:gd name="csY50" fmla="*/ 10325 h 12850"/>
                <a:gd name="csX51" fmla="*/ 1179 w 56417"/>
                <a:gd name="csY51" fmla="*/ 10348 h 12850"/>
                <a:gd name="csX52" fmla="*/ 981 w 56417"/>
                <a:gd name="csY52" fmla="*/ 10325 h 12850"/>
                <a:gd name="csX53" fmla="*/ 890 w 56417"/>
                <a:gd name="csY53" fmla="*/ 10264 h 12850"/>
                <a:gd name="csX54" fmla="*/ 753 w 56417"/>
                <a:gd name="csY54" fmla="*/ 10059 h 12850"/>
                <a:gd name="csX55" fmla="*/ 145 w 56417"/>
                <a:gd name="csY55" fmla="*/ 9724 h 12850"/>
                <a:gd name="csX56" fmla="*/ 0 w 56417"/>
                <a:gd name="csY56" fmla="*/ 9412 h 12850"/>
                <a:gd name="csX57" fmla="*/ 137 w 56417"/>
                <a:gd name="csY57" fmla="*/ 9092 h 12850"/>
                <a:gd name="csX58" fmla="*/ 388 w 56417"/>
                <a:gd name="csY58" fmla="*/ 8963 h 12850"/>
                <a:gd name="csX59" fmla="*/ 1621 w 56417"/>
                <a:gd name="csY59" fmla="*/ 8933 h 12850"/>
                <a:gd name="csX60" fmla="*/ 1750 w 56417"/>
                <a:gd name="csY60" fmla="*/ 8963 h 12850"/>
                <a:gd name="csX61" fmla="*/ 1994 w 56417"/>
                <a:gd name="csY61" fmla="*/ 9191 h 12850"/>
                <a:gd name="csX62" fmla="*/ 2001 w 56417"/>
                <a:gd name="csY62" fmla="*/ 9351 h 12850"/>
                <a:gd name="csX63" fmla="*/ 1879 w 56417"/>
                <a:gd name="csY63" fmla="*/ 9511 h 12850"/>
                <a:gd name="csX64" fmla="*/ 1659 w 56417"/>
                <a:gd name="csY64" fmla="*/ 9899 h 12850"/>
                <a:gd name="csX65" fmla="*/ 1568 w 56417"/>
                <a:gd name="csY65" fmla="*/ 9998 h 12850"/>
                <a:gd name="csX66" fmla="*/ 1499 w 56417"/>
                <a:gd name="csY66" fmla="*/ 10097 h 12850"/>
                <a:gd name="csX67" fmla="*/ 1469 w 56417"/>
                <a:gd name="csY67" fmla="*/ 10272 h 12850"/>
                <a:gd name="csX68" fmla="*/ 1377 w 56417"/>
                <a:gd name="csY68" fmla="*/ 10325 h 12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56417" h="12850">
                  <a:moveTo>
                    <a:pt x="38598" y="1727"/>
                  </a:moveTo>
                  <a:lnTo>
                    <a:pt x="39253" y="2168"/>
                  </a:lnTo>
                  <a:lnTo>
                    <a:pt x="39892" y="2108"/>
                  </a:lnTo>
                  <a:lnTo>
                    <a:pt x="39374" y="1187"/>
                  </a:lnTo>
                  <a:lnTo>
                    <a:pt x="39854" y="1187"/>
                  </a:lnTo>
                  <a:lnTo>
                    <a:pt x="43947" y="1750"/>
                  </a:lnTo>
                  <a:lnTo>
                    <a:pt x="46580" y="2701"/>
                  </a:lnTo>
                  <a:lnTo>
                    <a:pt x="49289" y="3150"/>
                  </a:lnTo>
                  <a:lnTo>
                    <a:pt x="49456" y="6262"/>
                  </a:lnTo>
                  <a:lnTo>
                    <a:pt x="47371" y="7510"/>
                  </a:lnTo>
                  <a:lnTo>
                    <a:pt x="46009" y="8803"/>
                  </a:lnTo>
                  <a:lnTo>
                    <a:pt x="44898" y="10393"/>
                  </a:lnTo>
                  <a:lnTo>
                    <a:pt x="41976" y="12242"/>
                  </a:lnTo>
                  <a:lnTo>
                    <a:pt x="38461" y="12798"/>
                  </a:lnTo>
                  <a:lnTo>
                    <a:pt x="36118" y="12851"/>
                  </a:lnTo>
                  <a:lnTo>
                    <a:pt x="35243" y="12790"/>
                  </a:lnTo>
                  <a:lnTo>
                    <a:pt x="34391" y="12470"/>
                  </a:lnTo>
                  <a:lnTo>
                    <a:pt x="32626" y="12775"/>
                  </a:lnTo>
                  <a:lnTo>
                    <a:pt x="30442" y="11961"/>
                  </a:lnTo>
                  <a:lnTo>
                    <a:pt x="28570" y="12166"/>
                  </a:lnTo>
                  <a:lnTo>
                    <a:pt x="24857" y="11976"/>
                  </a:lnTo>
                  <a:lnTo>
                    <a:pt x="23465" y="12676"/>
                  </a:lnTo>
                  <a:lnTo>
                    <a:pt x="22134" y="12836"/>
                  </a:lnTo>
                  <a:lnTo>
                    <a:pt x="20832" y="12706"/>
                  </a:lnTo>
                  <a:lnTo>
                    <a:pt x="19721" y="12387"/>
                  </a:lnTo>
                  <a:lnTo>
                    <a:pt x="16967" y="12410"/>
                  </a:lnTo>
                  <a:lnTo>
                    <a:pt x="15803" y="11793"/>
                  </a:lnTo>
                  <a:lnTo>
                    <a:pt x="16282" y="8255"/>
                  </a:lnTo>
                  <a:lnTo>
                    <a:pt x="16321" y="6657"/>
                  </a:lnTo>
                  <a:lnTo>
                    <a:pt x="15643" y="5334"/>
                  </a:lnTo>
                  <a:lnTo>
                    <a:pt x="14898" y="4504"/>
                  </a:lnTo>
                  <a:lnTo>
                    <a:pt x="14365" y="3523"/>
                  </a:lnTo>
                  <a:lnTo>
                    <a:pt x="15445" y="2876"/>
                  </a:lnTo>
                  <a:lnTo>
                    <a:pt x="16336" y="1933"/>
                  </a:lnTo>
                  <a:lnTo>
                    <a:pt x="16617" y="510"/>
                  </a:lnTo>
                  <a:lnTo>
                    <a:pt x="17591" y="160"/>
                  </a:lnTo>
                  <a:lnTo>
                    <a:pt x="18732" y="0"/>
                  </a:lnTo>
                  <a:lnTo>
                    <a:pt x="23998" y="662"/>
                  </a:lnTo>
                  <a:lnTo>
                    <a:pt x="37328" y="1035"/>
                  </a:lnTo>
                  <a:lnTo>
                    <a:pt x="38089" y="1149"/>
                  </a:lnTo>
                  <a:lnTo>
                    <a:pt x="38598" y="1727"/>
                  </a:lnTo>
                  <a:close/>
                  <a:moveTo>
                    <a:pt x="53625" y="9305"/>
                  </a:moveTo>
                  <a:lnTo>
                    <a:pt x="51951" y="9442"/>
                  </a:lnTo>
                  <a:lnTo>
                    <a:pt x="50863" y="9260"/>
                  </a:lnTo>
                  <a:lnTo>
                    <a:pt x="50498" y="8598"/>
                  </a:lnTo>
                  <a:lnTo>
                    <a:pt x="52530" y="7974"/>
                  </a:lnTo>
                  <a:lnTo>
                    <a:pt x="54896" y="8065"/>
                  </a:lnTo>
                  <a:lnTo>
                    <a:pt x="56250" y="8438"/>
                  </a:lnTo>
                  <a:lnTo>
                    <a:pt x="56418" y="8689"/>
                  </a:lnTo>
                  <a:lnTo>
                    <a:pt x="53625" y="9305"/>
                  </a:lnTo>
                  <a:close/>
                  <a:moveTo>
                    <a:pt x="1377" y="10325"/>
                  </a:moveTo>
                  <a:lnTo>
                    <a:pt x="1179" y="10348"/>
                  </a:lnTo>
                  <a:lnTo>
                    <a:pt x="981" y="10325"/>
                  </a:lnTo>
                  <a:lnTo>
                    <a:pt x="890" y="10264"/>
                  </a:lnTo>
                  <a:lnTo>
                    <a:pt x="753" y="10059"/>
                  </a:lnTo>
                  <a:lnTo>
                    <a:pt x="145" y="9724"/>
                  </a:lnTo>
                  <a:lnTo>
                    <a:pt x="0" y="9412"/>
                  </a:lnTo>
                  <a:lnTo>
                    <a:pt x="137" y="9092"/>
                  </a:lnTo>
                  <a:lnTo>
                    <a:pt x="388" y="8963"/>
                  </a:lnTo>
                  <a:lnTo>
                    <a:pt x="1621" y="8933"/>
                  </a:lnTo>
                  <a:lnTo>
                    <a:pt x="1750" y="8963"/>
                  </a:lnTo>
                  <a:lnTo>
                    <a:pt x="1994" y="9191"/>
                  </a:lnTo>
                  <a:lnTo>
                    <a:pt x="2001" y="9351"/>
                  </a:lnTo>
                  <a:lnTo>
                    <a:pt x="1879" y="9511"/>
                  </a:lnTo>
                  <a:lnTo>
                    <a:pt x="1659" y="9899"/>
                  </a:lnTo>
                  <a:lnTo>
                    <a:pt x="1568" y="9998"/>
                  </a:lnTo>
                  <a:lnTo>
                    <a:pt x="1499" y="10097"/>
                  </a:lnTo>
                  <a:lnTo>
                    <a:pt x="1469" y="10272"/>
                  </a:lnTo>
                  <a:lnTo>
                    <a:pt x="1377" y="1032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97" name="Freeform: Shape 2296">
              <a:extLst>
                <a:ext uri="{FF2B5EF4-FFF2-40B4-BE49-F238E27FC236}">
                  <a16:creationId xmlns:a16="http://schemas.microsoft.com/office/drawing/2014/main" id="{381CC126-CE3C-095C-24BA-1C0338EA4BA7}"/>
                </a:ext>
              </a:extLst>
            </p:cNvPr>
            <p:cNvSpPr/>
            <p:nvPr/>
          </p:nvSpPr>
          <p:spPr>
            <a:xfrm>
              <a:off x="10304109" y="4273306"/>
              <a:ext cx="29330" cy="33158"/>
            </a:xfrm>
            <a:custGeom>
              <a:avLst/>
              <a:gdLst>
                <a:gd name="csX0" fmla="*/ 3211 w 29330"/>
                <a:gd name="csY0" fmla="*/ 31058 h 33158"/>
                <a:gd name="csX1" fmla="*/ 1012 w 29330"/>
                <a:gd name="csY1" fmla="*/ 33158 h 33158"/>
                <a:gd name="csX2" fmla="*/ 312 w 29330"/>
                <a:gd name="csY2" fmla="*/ 31073 h 33158"/>
                <a:gd name="csX3" fmla="*/ 0 w 29330"/>
                <a:gd name="csY3" fmla="*/ 30320 h 33158"/>
                <a:gd name="csX4" fmla="*/ 4040 w 29330"/>
                <a:gd name="csY4" fmla="*/ 26310 h 33158"/>
                <a:gd name="csX5" fmla="*/ 5965 w 29330"/>
                <a:gd name="csY5" fmla="*/ 23784 h 33158"/>
                <a:gd name="csX6" fmla="*/ 6962 w 29330"/>
                <a:gd name="csY6" fmla="*/ 24865 h 33158"/>
                <a:gd name="csX7" fmla="*/ 6992 w 29330"/>
                <a:gd name="csY7" fmla="*/ 25268 h 33158"/>
                <a:gd name="csX8" fmla="*/ 3249 w 29330"/>
                <a:gd name="csY8" fmla="*/ 29323 h 33158"/>
                <a:gd name="csX9" fmla="*/ 3211 w 29330"/>
                <a:gd name="csY9" fmla="*/ 31058 h 33158"/>
                <a:gd name="csX10" fmla="*/ 28471 w 29330"/>
                <a:gd name="csY10" fmla="*/ 13787 h 33158"/>
                <a:gd name="csX11" fmla="*/ 29057 w 29330"/>
                <a:gd name="csY11" fmla="*/ 19280 h 33158"/>
                <a:gd name="csX12" fmla="*/ 27786 w 29330"/>
                <a:gd name="csY12" fmla="*/ 21608 h 33158"/>
                <a:gd name="csX13" fmla="*/ 27064 w 29330"/>
                <a:gd name="csY13" fmla="*/ 24355 h 33158"/>
                <a:gd name="csX14" fmla="*/ 26744 w 29330"/>
                <a:gd name="csY14" fmla="*/ 26424 h 33158"/>
                <a:gd name="csX15" fmla="*/ 25854 w 29330"/>
                <a:gd name="csY15" fmla="*/ 26333 h 33158"/>
                <a:gd name="csX16" fmla="*/ 23031 w 29330"/>
                <a:gd name="csY16" fmla="*/ 27832 h 33158"/>
                <a:gd name="csX17" fmla="*/ 19280 w 29330"/>
                <a:gd name="csY17" fmla="*/ 29247 h 33158"/>
                <a:gd name="csX18" fmla="*/ 15156 w 29330"/>
                <a:gd name="csY18" fmla="*/ 29612 h 33158"/>
                <a:gd name="csX19" fmla="*/ 14570 w 29330"/>
                <a:gd name="csY19" fmla="*/ 29194 h 33158"/>
                <a:gd name="csX20" fmla="*/ 14403 w 29330"/>
                <a:gd name="csY20" fmla="*/ 28479 h 33158"/>
                <a:gd name="csX21" fmla="*/ 15613 w 29330"/>
                <a:gd name="csY21" fmla="*/ 24994 h 33158"/>
                <a:gd name="csX22" fmla="*/ 16077 w 29330"/>
                <a:gd name="csY22" fmla="*/ 23358 h 33158"/>
                <a:gd name="csX23" fmla="*/ 17865 w 29330"/>
                <a:gd name="csY23" fmla="*/ 21593 h 33158"/>
                <a:gd name="csX24" fmla="*/ 20398 w 29330"/>
                <a:gd name="csY24" fmla="*/ 20064 h 33158"/>
                <a:gd name="csX25" fmla="*/ 21471 w 29330"/>
                <a:gd name="csY25" fmla="*/ 19676 h 33158"/>
                <a:gd name="csX26" fmla="*/ 21349 w 29330"/>
                <a:gd name="csY26" fmla="*/ 19021 h 33158"/>
                <a:gd name="csX27" fmla="*/ 19835 w 29330"/>
                <a:gd name="csY27" fmla="*/ 18009 h 33158"/>
                <a:gd name="csX28" fmla="*/ 18253 w 29330"/>
                <a:gd name="csY28" fmla="*/ 17485 h 33158"/>
                <a:gd name="csX29" fmla="*/ 16754 w 29330"/>
                <a:gd name="csY29" fmla="*/ 18009 h 33158"/>
                <a:gd name="csX30" fmla="*/ 16282 w 29330"/>
                <a:gd name="csY30" fmla="*/ 17850 h 33158"/>
                <a:gd name="csX31" fmla="*/ 16123 w 29330"/>
                <a:gd name="csY31" fmla="*/ 17401 h 33158"/>
                <a:gd name="csX32" fmla="*/ 16647 w 29330"/>
                <a:gd name="csY32" fmla="*/ 16769 h 33158"/>
                <a:gd name="csX33" fmla="*/ 16891 w 29330"/>
                <a:gd name="csY33" fmla="*/ 15598 h 33158"/>
                <a:gd name="csX34" fmla="*/ 16655 w 29330"/>
                <a:gd name="csY34" fmla="*/ 13634 h 33158"/>
                <a:gd name="csX35" fmla="*/ 16495 w 29330"/>
                <a:gd name="csY35" fmla="*/ 11245 h 33158"/>
                <a:gd name="csX36" fmla="*/ 16168 w 29330"/>
                <a:gd name="csY36" fmla="*/ 9389 h 33158"/>
                <a:gd name="csX37" fmla="*/ 17104 w 29330"/>
                <a:gd name="csY37" fmla="*/ 6376 h 33158"/>
                <a:gd name="csX38" fmla="*/ 17340 w 29330"/>
                <a:gd name="csY38" fmla="*/ 4938 h 33158"/>
                <a:gd name="csX39" fmla="*/ 18504 w 29330"/>
                <a:gd name="csY39" fmla="*/ 1864 h 33158"/>
                <a:gd name="csX40" fmla="*/ 21236 w 29330"/>
                <a:gd name="csY40" fmla="*/ 0 h 33158"/>
                <a:gd name="csX41" fmla="*/ 23602 w 29330"/>
                <a:gd name="csY41" fmla="*/ 540 h 33158"/>
                <a:gd name="csX42" fmla="*/ 24850 w 29330"/>
                <a:gd name="csY42" fmla="*/ 677 h 33158"/>
                <a:gd name="csX43" fmla="*/ 25374 w 29330"/>
                <a:gd name="csY43" fmla="*/ 1042 h 33158"/>
                <a:gd name="csX44" fmla="*/ 25717 w 29330"/>
                <a:gd name="csY44" fmla="*/ 2108 h 33158"/>
                <a:gd name="csX45" fmla="*/ 27459 w 29330"/>
                <a:gd name="csY45" fmla="*/ 3340 h 33158"/>
                <a:gd name="csX46" fmla="*/ 28890 w 29330"/>
                <a:gd name="csY46" fmla="*/ 3500 h 33158"/>
                <a:gd name="csX47" fmla="*/ 29331 w 29330"/>
                <a:gd name="csY47" fmla="*/ 7464 h 33158"/>
                <a:gd name="csX48" fmla="*/ 28532 w 29330"/>
                <a:gd name="csY48" fmla="*/ 10850 h 33158"/>
                <a:gd name="csX49" fmla="*/ 28471 w 29330"/>
                <a:gd name="csY49" fmla="*/ 13787 h 331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29330" h="33158">
                  <a:moveTo>
                    <a:pt x="3211" y="31058"/>
                  </a:moveTo>
                  <a:lnTo>
                    <a:pt x="1012" y="33158"/>
                  </a:lnTo>
                  <a:lnTo>
                    <a:pt x="312" y="31073"/>
                  </a:lnTo>
                  <a:lnTo>
                    <a:pt x="0" y="30320"/>
                  </a:lnTo>
                  <a:lnTo>
                    <a:pt x="4040" y="26310"/>
                  </a:lnTo>
                  <a:lnTo>
                    <a:pt x="5965" y="23784"/>
                  </a:lnTo>
                  <a:lnTo>
                    <a:pt x="6962" y="24865"/>
                  </a:lnTo>
                  <a:lnTo>
                    <a:pt x="6992" y="25268"/>
                  </a:lnTo>
                  <a:lnTo>
                    <a:pt x="3249" y="29323"/>
                  </a:lnTo>
                  <a:lnTo>
                    <a:pt x="3211" y="31058"/>
                  </a:lnTo>
                  <a:close/>
                  <a:moveTo>
                    <a:pt x="28471" y="13787"/>
                  </a:moveTo>
                  <a:lnTo>
                    <a:pt x="29057" y="19280"/>
                  </a:lnTo>
                  <a:lnTo>
                    <a:pt x="27786" y="21608"/>
                  </a:lnTo>
                  <a:lnTo>
                    <a:pt x="27064" y="24355"/>
                  </a:lnTo>
                  <a:lnTo>
                    <a:pt x="26744" y="26424"/>
                  </a:lnTo>
                  <a:lnTo>
                    <a:pt x="25854" y="26333"/>
                  </a:lnTo>
                  <a:lnTo>
                    <a:pt x="23031" y="27832"/>
                  </a:lnTo>
                  <a:lnTo>
                    <a:pt x="19280" y="29247"/>
                  </a:lnTo>
                  <a:lnTo>
                    <a:pt x="15156" y="29612"/>
                  </a:lnTo>
                  <a:lnTo>
                    <a:pt x="14570" y="29194"/>
                  </a:lnTo>
                  <a:lnTo>
                    <a:pt x="14403" y="28479"/>
                  </a:lnTo>
                  <a:lnTo>
                    <a:pt x="15613" y="24994"/>
                  </a:lnTo>
                  <a:lnTo>
                    <a:pt x="16077" y="23358"/>
                  </a:lnTo>
                  <a:lnTo>
                    <a:pt x="17865" y="21593"/>
                  </a:lnTo>
                  <a:lnTo>
                    <a:pt x="20398" y="20064"/>
                  </a:lnTo>
                  <a:lnTo>
                    <a:pt x="21471" y="19676"/>
                  </a:lnTo>
                  <a:lnTo>
                    <a:pt x="21349" y="19021"/>
                  </a:lnTo>
                  <a:lnTo>
                    <a:pt x="19835" y="18009"/>
                  </a:lnTo>
                  <a:lnTo>
                    <a:pt x="18253" y="17485"/>
                  </a:lnTo>
                  <a:lnTo>
                    <a:pt x="16754" y="18009"/>
                  </a:lnTo>
                  <a:lnTo>
                    <a:pt x="16282" y="17850"/>
                  </a:lnTo>
                  <a:lnTo>
                    <a:pt x="16123" y="17401"/>
                  </a:lnTo>
                  <a:lnTo>
                    <a:pt x="16647" y="16769"/>
                  </a:lnTo>
                  <a:lnTo>
                    <a:pt x="16891" y="15598"/>
                  </a:lnTo>
                  <a:lnTo>
                    <a:pt x="16655" y="13634"/>
                  </a:lnTo>
                  <a:lnTo>
                    <a:pt x="16495" y="11245"/>
                  </a:lnTo>
                  <a:lnTo>
                    <a:pt x="16168" y="9389"/>
                  </a:lnTo>
                  <a:lnTo>
                    <a:pt x="17104" y="6376"/>
                  </a:lnTo>
                  <a:lnTo>
                    <a:pt x="17340" y="4938"/>
                  </a:lnTo>
                  <a:lnTo>
                    <a:pt x="18504" y="1864"/>
                  </a:lnTo>
                  <a:lnTo>
                    <a:pt x="21236" y="0"/>
                  </a:lnTo>
                  <a:lnTo>
                    <a:pt x="23602" y="540"/>
                  </a:lnTo>
                  <a:lnTo>
                    <a:pt x="24850" y="677"/>
                  </a:lnTo>
                  <a:lnTo>
                    <a:pt x="25374" y="1042"/>
                  </a:lnTo>
                  <a:lnTo>
                    <a:pt x="25717" y="2108"/>
                  </a:lnTo>
                  <a:lnTo>
                    <a:pt x="27459" y="3340"/>
                  </a:lnTo>
                  <a:lnTo>
                    <a:pt x="28890" y="3500"/>
                  </a:lnTo>
                  <a:lnTo>
                    <a:pt x="29331" y="7464"/>
                  </a:lnTo>
                  <a:lnTo>
                    <a:pt x="28532" y="10850"/>
                  </a:lnTo>
                  <a:lnTo>
                    <a:pt x="28471" y="1378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298" name="Freeform: Shape 2297">
              <a:extLst>
                <a:ext uri="{FF2B5EF4-FFF2-40B4-BE49-F238E27FC236}">
                  <a16:creationId xmlns:a16="http://schemas.microsoft.com/office/drawing/2014/main" id="{5C90A268-F655-1CE1-C453-84310AD70DE5}"/>
                </a:ext>
              </a:extLst>
            </p:cNvPr>
            <p:cNvSpPr/>
            <p:nvPr/>
          </p:nvSpPr>
          <p:spPr>
            <a:xfrm>
              <a:off x="8905867" y="4015764"/>
              <a:ext cx="535361" cy="254650"/>
            </a:xfrm>
            <a:custGeom>
              <a:avLst/>
              <a:gdLst>
                <a:gd name="csX0" fmla="*/ 300919 w 535361"/>
                <a:gd name="csY0" fmla="*/ 249074 h 254650"/>
                <a:gd name="csX1" fmla="*/ 303833 w 535361"/>
                <a:gd name="csY1" fmla="*/ 250405 h 254650"/>
                <a:gd name="csX2" fmla="*/ 306511 w 535361"/>
                <a:gd name="csY2" fmla="*/ 249766 h 254650"/>
                <a:gd name="csX3" fmla="*/ 309829 w 535361"/>
                <a:gd name="csY3" fmla="*/ 251478 h 254650"/>
                <a:gd name="csX4" fmla="*/ 311556 w 535361"/>
                <a:gd name="csY4" fmla="*/ 251874 h 254650"/>
                <a:gd name="csX5" fmla="*/ 310019 w 535361"/>
                <a:gd name="csY5" fmla="*/ 253099 h 254650"/>
                <a:gd name="csX6" fmla="*/ 308474 w 535361"/>
                <a:gd name="csY6" fmla="*/ 254651 h 254650"/>
                <a:gd name="csX7" fmla="*/ 304617 w 535361"/>
                <a:gd name="csY7" fmla="*/ 254286 h 254650"/>
                <a:gd name="csX8" fmla="*/ 301353 w 535361"/>
                <a:gd name="csY8" fmla="*/ 252794 h 254650"/>
                <a:gd name="csX9" fmla="*/ 300181 w 535361"/>
                <a:gd name="csY9" fmla="*/ 251661 h 254650"/>
                <a:gd name="csX10" fmla="*/ 299861 w 535361"/>
                <a:gd name="csY10" fmla="*/ 250641 h 254650"/>
                <a:gd name="csX11" fmla="*/ 300919 w 535361"/>
                <a:gd name="csY11" fmla="*/ 249074 h 254650"/>
                <a:gd name="csX12" fmla="*/ 133576 w 535361"/>
                <a:gd name="csY12" fmla="*/ 142973 h 254650"/>
                <a:gd name="csX13" fmla="*/ 133485 w 535361"/>
                <a:gd name="csY13" fmla="*/ 143459 h 254650"/>
                <a:gd name="csX14" fmla="*/ 132275 w 535361"/>
                <a:gd name="csY14" fmla="*/ 143269 h 254650"/>
                <a:gd name="csX15" fmla="*/ 130746 w 535361"/>
                <a:gd name="csY15" fmla="*/ 143414 h 254650"/>
                <a:gd name="csX16" fmla="*/ 129924 w 535361"/>
                <a:gd name="csY16" fmla="*/ 141998 h 254650"/>
                <a:gd name="csX17" fmla="*/ 130669 w 535361"/>
                <a:gd name="csY17" fmla="*/ 141413 h 254650"/>
                <a:gd name="csX18" fmla="*/ 132389 w 535361"/>
                <a:gd name="csY18" fmla="*/ 141268 h 254650"/>
                <a:gd name="csX19" fmla="*/ 133211 w 535361"/>
                <a:gd name="csY19" fmla="*/ 141900 h 254650"/>
                <a:gd name="csX20" fmla="*/ 133576 w 535361"/>
                <a:gd name="csY20" fmla="*/ 142973 h 254650"/>
                <a:gd name="csX21" fmla="*/ 120307 w 535361"/>
                <a:gd name="csY21" fmla="*/ 119394 h 254650"/>
                <a:gd name="csX22" fmla="*/ 121661 w 535361"/>
                <a:gd name="csY22" fmla="*/ 119576 h 254650"/>
                <a:gd name="csX23" fmla="*/ 128471 w 535361"/>
                <a:gd name="csY23" fmla="*/ 119180 h 254650"/>
                <a:gd name="csX24" fmla="*/ 130281 w 535361"/>
                <a:gd name="csY24" fmla="*/ 119470 h 254650"/>
                <a:gd name="csX25" fmla="*/ 130091 w 535361"/>
                <a:gd name="csY25" fmla="*/ 121448 h 254650"/>
                <a:gd name="csX26" fmla="*/ 128805 w 535361"/>
                <a:gd name="csY26" fmla="*/ 122239 h 254650"/>
                <a:gd name="csX27" fmla="*/ 124796 w 535361"/>
                <a:gd name="csY27" fmla="*/ 122772 h 254650"/>
                <a:gd name="csX28" fmla="*/ 118488 w 535361"/>
                <a:gd name="csY28" fmla="*/ 121493 h 254650"/>
                <a:gd name="csX29" fmla="*/ 116373 w 535361"/>
                <a:gd name="csY29" fmla="*/ 119789 h 254650"/>
                <a:gd name="csX30" fmla="*/ 116069 w 535361"/>
                <a:gd name="csY30" fmla="*/ 118541 h 254650"/>
                <a:gd name="csX31" fmla="*/ 116107 w 535361"/>
                <a:gd name="csY31" fmla="*/ 117955 h 254650"/>
                <a:gd name="csX32" fmla="*/ 117438 w 535361"/>
                <a:gd name="csY32" fmla="*/ 117491 h 254650"/>
                <a:gd name="csX33" fmla="*/ 120307 w 535361"/>
                <a:gd name="csY33" fmla="*/ 119394 h 254650"/>
                <a:gd name="csX34" fmla="*/ 66963 w 535361"/>
                <a:gd name="csY34" fmla="*/ 102853 h 254650"/>
                <a:gd name="csX35" fmla="*/ 68720 w 535361"/>
                <a:gd name="csY35" fmla="*/ 103941 h 254650"/>
                <a:gd name="csX36" fmla="*/ 66050 w 535361"/>
                <a:gd name="csY36" fmla="*/ 104177 h 254650"/>
                <a:gd name="csX37" fmla="*/ 65167 w 535361"/>
                <a:gd name="csY37" fmla="*/ 104709 h 254650"/>
                <a:gd name="csX38" fmla="*/ 63007 w 535361"/>
                <a:gd name="csY38" fmla="*/ 103941 h 254650"/>
                <a:gd name="csX39" fmla="*/ 60397 w 535361"/>
                <a:gd name="csY39" fmla="*/ 104055 h 254650"/>
                <a:gd name="csX40" fmla="*/ 58761 w 535361"/>
                <a:gd name="csY40" fmla="*/ 102594 h 254650"/>
                <a:gd name="csX41" fmla="*/ 58388 w 535361"/>
                <a:gd name="csY41" fmla="*/ 101072 h 254650"/>
                <a:gd name="csX42" fmla="*/ 59210 w 535361"/>
                <a:gd name="csY42" fmla="*/ 100129 h 254650"/>
                <a:gd name="csX43" fmla="*/ 61515 w 535361"/>
                <a:gd name="csY43" fmla="*/ 100121 h 254650"/>
                <a:gd name="csX44" fmla="*/ 66963 w 535361"/>
                <a:gd name="csY44" fmla="*/ 102853 h 254650"/>
                <a:gd name="csX45" fmla="*/ 56410 w 535361"/>
                <a:gd name="csY45" fmla="*/ 100890 h 254650"/>
                <a:gd name="csX46" fmla="*/ 54219 w 535361"/>
                <a:gd name="csY46" fmla="*/ 100958 h 254650"/>
                <a:gd name="csX47" fmla="*/ 52126 w 535361"/>
                <a:gd name="csY47" fmla="*/ 98889 h 254650"/>
                <a:gd name="csX48" fmla="*/ 55208 w 535361"/>
                <a:gd name="csY48" fmla="*/ 97800 h 254650"/>
                <a:gd name="csX49" fmla="*/ 56113 w 535361"/>
                <a:gd name="csY49" fmla="*/ 98462 h 254650"/>
                <a:gd name="csX50" fmla="*/ 56783 w 535361"/>
                <a:gd name="csY50" fmla="*/ 99216 h 254650"/>
                <a:gd name="csX51" fmla="*/ 57178 w 535361"/>
                <a:gd name="csY51" fmla="*/ 100182 h 254650"/>
                <a:gd name="csX52" fmla="*/ 56410 w 535361"/>
                <a:gd name="csY52" fmla="*/ 100890 h 254650"/>
                <a:gd name="csX53" fmla="*/ 74838 w 535361"/>
                <a:gd name="csY53" fmla="*/ 100053 h 254650"/>
                <a:gd name="csX54" fmla="*/ 73826 w 535361"/>
                <a:gd name="csY54" fmla="*/ 100380 h 254650"/>
                <a:gd name="csX55" fmla="*/ 68135 w 535361"/>
                <a:gd name="csY55" fmla="*/ 98287 h 254650"/>
                <a:gd name="csX56" fmla="*/ 66103 w 535361"/>
                <a:gd name="csY56" fmla="*/ 97336 h 254650"/>
                <a:gd name="csX57" fmla="*/ 63471 w 535361"/>
                <a:gd name="csY57" fmla="*/ 94924 h 254650"/>
                <a:gd name="csX58" fmla="*/ 70904 w 535361"/>
                <a:gd name="csY58" fmla="*/ 97854 h 254650"/>
                <a:gd name="csX59" fmla="*/ 74838 w 535361"/>
                <a:gd name="csY59" fmla="*/ 100053 h 254650"/>
                <a:gd name="csX60" fmla="*/ 89850 w 535361"/>
                <a:gd name="csY60" fmla="*/ 97663 h 254650"/>
                <a:gd name="csX61" fmla="*/ 89423 w 535361"/>
                <a:gd name="csY61" fmla="*/ 97922 h 254650"/>
                <a:gd name="csX62" fmla="*/ 84988 w 535361"/>
                <a:gd name="csY62" fmla="*/ 97184 h 254650"/>
                <a:gd name="csX63" fmla="*/ 83725 w 535361"/>
                <a:gd name="csY63" fmla="*/ 96187 h 254650"/>
                <a:gd name="csX64" fmla="*/ 83215 w 535361"/>
                <a:gd name="csY64" fmla="*/ 94331 h 254650"/>
                <a:gd name="csX65" fmla="*/ 83961 w 535361"/>
                <a:gd name="csY65" fmla="*/ 93699 h 254650"/>
                <a:gd name="csX66" fmla="*/ 85908 w 535361"/>
                <a:gd name="csY66" fmla="*/ 93327 h 254650"/>
                <a:gd name="csX67" fmla="*/ 88739 w 535361"/>
                <a:gd name="csY67" fmla="*/ 93677 h 254650"/>
                <a:gd name="csX68" fmla="*/ 90557 w 535361"/>
                <a:gd name="csY68" fmla="*/ 95008 h 254650"/>
                <a:gd name="csX69" fmla="*/ 90557 w 535361"/>
                <a:gd name="csY69" fmla="*/ 96705 h 254650"/>
                <a:gd name="csX70" fmla="*/ 89850 w 535361"/>
                <a:gd name="csY70" fmla="*/ 97663 h 254650"/>
                <a:gd name="csX71" fmla="*/ 3112 w 535361"/>
                <a:gd name="csY71" fmla="*/ 76763 h 254650"/>
                <a:gd name="csX72" fmla="*/ 2168 w 535361"/>
                <a:gd name="csY72" fmla="*/ 78087 h 254650"/>
                <a:gd name="csX73" fmla="*/ 540 w 535361"/>
                <a:gd name="csY73" fmla="*/ 77615 h 254650"/>
                <a:gd name="csX74" fmla="*/ 0 w 535361"/>
                <a:gd name="csY74" fmla="*/ 77120 h 254650"/>
                <a:gd name="csX75" fmla="*/ 472 w 535361"/>
                <a:gd name="csY75" fmla="*/ 74290 h 254650"/>
                <a:gd name="csX76" fmla="*/ 1773 w 535361"/>
                <a:gd name="csY76" fmla="*/ 73628 h 254650"/>
                <a:gd name="csX77" fmla="*/ 3081 w 535361"/>
                <a:gd name="csY77" fmla="*/ 74769 h 254650"/>
                <a:gd name="csX78" fmla="*/ 3112 w 535361"/>
                <a:gd name="csY78" fmla="*/ 76763 h 254650"/>
                <a:gd name="csX79" fmla="*/ 493469 w 535361"/>
                <a:gd name="csY79" fmla="*/ 9138 h 254650"/>
                <a:gd name="csX80" fmla="*/ 493918 w 535361"/>
                <a:gd name="csY80" fmla="*/ 9366 h 254650"/>
                <a:gd name="csX81" fmla="*/ 495158 w 535361"/>
                <a:gd name="csY81" fmla="*/ 9305 h 254650"/>
                <a:gd name="csX82" fmla="*/ 497364 w 535361"/>
                <a:gd name="csY82" fmla="*/ 8225 h 254650"/>
                <a:gd name="csX83" fmla="*/ 498863 w 535361"/>
                <a:gd name="csY83" fmla="*/ 7319 h 254650"/>
                <a:gd name="csX84" fmla="*/ 499388 w 535361"/>
                <a:gd name="csY84" fmla="*/ 7692 h 254650"/>
                <a:gd name="csX85" fmla="*/ 503733 w 535361"/>
                <a:gd name="csY85" fmla="*/ 7182 h 254650"/>
                <a:gd name="csX86" fmla="*/ 504760 w 535361"/>
                <a:gd name="csY86" fmla="*/ 7593 h 254650"/>
                <a:gd name="csX87" fmla="*/ 505445 w 535361"/>
                <a:gd name="csY87" fmla="*/ 8057 h 254650"/>
                <a:gd name="csX88" fmla="*/ 507583 w 535361"/>
                <a:gd name="csY88" fmla="*/ 8681 h 254650"/>
                <a:gd name="csX89" fmla="*/ 509911 w 535361"/>
                <a:gd name="csY89" fmla="*/ 8750 h 254650"/>
                <a:gd name="csX90" fmla="*/ 512795 w 535361"/>
                <a:gd name="csY90" fmla="*/ 7875 h 254650"/>
                <a:gd name="csX91" fmla="*/ 514058 w 535361"/>
                <a:gd name="csY91" fmla="*/ 6992 h 254650"/>
                <a:gd name="csX92" fmla="*/ 514301 w 535361"/>
                <a:gd name="csY92" fmla="*/ 6018 h 254650"/>
                <a:gd name="csX93" fmla="*/ 514362 w 535361"/>
                <a:gd name="csY93" fmla="*/ 5280 h 254650"/>
                <a:gd name="csX94" fmla="*/ 514735 w 535361"/>
                <a:gd name="csY94" fmla="*/ 4809 h 254650"/>
                <a:gd name="csX95" fmla="*/ 515389 w 535361"/>
                <a:gd name="csY95" fmla="*/ 4542 h 254650"/>
                <a:gd name="csX96" fmla="*/ 516416 w 535361"/>
                <a:gd name="csY96" fmla="*/ 5022 h 254650"/>
                <a:gd name="csX97" fmla="*/ 517885 w 535361"/>
                <a:gd name="csY97" fmla="*/ 5410 h 254650"/>
                <a:gd name="csX98" fmla="*/ 521408 w 535361"/>
                <a:gd name="csY98" fmla="*/ 5569 h 254650"/>
                <a:gd name="csX99" fmla="*/ 522100 w 535361"/>
                <a:gd name="csY99" fmla="*/ 5029 h 254650"/>
                <a:gd name="csX100" fmla="*/ 523295 w 535361"/>
                <a:gd name="csY100" fmla="*/ 5189 h 254650"/>
                <a:gd name="csX101" fmla="*/ 524870 w 535361"/>
                <a:gd name="csY101" fmla="*/ 5874 h 254650"/>
                <a:gd name="csX102" fmla="*/ 526688 w 535361"/>
                <a:gd name="csY102" fmla="*/ 5653 h 254650"/>
                <a:gd name="csX103" fmla="*/ 527609 w 535361"/>
                <a:gd name="csY103" fmla="*/ 6490 h 254650"/>
                <a:gd name="csX104" fmla="*/ 527989 w 535361"/>
                <a:gd name="csY104" fmla="*/ 7601 h 254650"/>
                <a:gd name="csX105" fmla="*/ 528095 w 535361"/>
                <a:gd name="csY105" fmla="*/ 10013 h 254650"/>
                <a:gd name="csX106" fmla="*/ 527958 w 535361"/>
                <a:gd name="csY106" fmla="*/ 12448 h 254650"/>
                <a:gd name="csX107" fmla="*/ 528316 w 535361"/>
                <a:gd name="csY107" fmla="*/ 13345 h 254650"/>
                <a:gd name="csX108" fmla="*/ 529549 w 535361"/>
                <a:gd name="csY108" fmla="*/ 13581 h 254650"/>
                <a:gd name="csX109" fmla="*/ 531534 w 535361"/>
                <a:gd name="csY109" fmla="*/ 13551 h 254650"/>
                <a:gd name="csX110" fmla="*/ 533323 w 535361"/>
                <a:gd name="csY110" fmla="*/ 14205 h 254650"/>
                <a:gd name="csX111" fmla="*/ 534707 w 535361"/>
                <a:gd name="csY111" fmla="*/ 15354 h 254650"/>
                <a:gd name="csX112" fmla="*/ 535164 w 535361"/>
                <a:gd name="csY112" fmla="*/ 16526 h 254650"/>
                <a:gd name="csX113" fmla="*/ 535362 w 535361"/>
                <a:gd name="csY113" fmla="*/ 17332 h 254650"/>
                <a:gd name="csX114" fmla="*/ 534684 w 535361"/>
                <a:gd name="csY114" fmla="*/ 17789 h 254650"/>
                <a:gd name="csX115" fmla="*/ 533726 w 535361"/>
                <a:gd name="csY115" fmla="*/ 19524 h 254650"/>
                <a:gd name="csX116" fmla="*/ 531291 w 535361"/>
                <a:gd name="csY116" fmla="*/ 21783 h 254650"/>
                <a:gd name="csX117" fmla="*/ 527814 w 535361"/>
                <a:gd name="csY117" fmla="*/ 23815 h 254650"/>
                <a:gd name="csX118" fmla="*/ 525159 w 535361"/>
                <a:gd name="csY118" fmla="*/ 26341 h 254650"/>
                <a:gd name="csX119" fmla="*/ 523332 w 535361"/>
                <a:gd name="csY119" fmla="*/ 29354 h 254650"/>
                <a:gd name="csX120" fmla="*/ 521042 w 535361"/>
                <a:gd name="csY120" fmla="*/ 30632 h 254650"/>
                <a:gd name="csX121" fmla="*/ 520342 w 535361"/>
                <a:gd name="csY121" fmla="*/ 31317 h 254650"/>
                <a:gd name="csX122" fmla="*/ 520068 w 535361"/>
                <a:gd name="csY122" fmla="*/ 32131 h 254650"/>
                <a:gd name="csX123" fmla="*/ 521583 w 535361"/>
                <a:gd name="csY123" fmla="*/ 35813 h 254650"/>
                <a:gd name="csX124" fmla="*/ 522047 w 535361"/>
                <a:gd name="csY124" fmla="*/ 38652 h 254650"/>
                <a:gd name="csX125" fmla="*/ 522419 w 535361"/>
                <a:gd name="csY125" fmla="*/ 42121 h 254650"/>
                <a:gd name="csX126" fmla="*/ 522176 w 535361"/>
                <a:gd name="csY126" fmla="*/ 43095 h 254650"/>
                <a:gd name="csX127" fmla="*/ 522047 w 535361"/>
                <a:gd name="csY127" fmla="*/ 46899 h 254650"/>
                <a:gd name="csX128" fmla="*/ 521697 w 535361"/>
                <a:gd name="csY128" fmla="*/ 48010 h 254650"/>
                <a:gd name="csX129" fmla="*/ 521788 w 535361"/>
                <a:gd name="csY129" fmla="*/ 48916 h 254650"/>
                <a:gd name="csX130" fmla="*/ 522344 w 535361"/>
                <a:gd name="csY130" fmla="*/ 49882 h 254650"/>
                <a:gd name="csX131" fmla="*/ 522595 w 535361"/>
                <a:gd name="csY131" fmla="*/ 50810 h 254650"/>
                <a:gd name="csX132" fmla="*/ 521552 w 535361"/>
                <a:gd name="csY132" fmla="*/ 51989 h 254650"/>
                <a:gd name="csX133" fmla="*/ 519642 w 535361"/>
                <a:gd name="csY133" fmla="*/ 53359 h 254650"/>
                <a:gd name="csX134" fmla="*/ 518227 w 535361"/>
                <a:gd name="csY134" fmla="*/ 54561 h 254650"/>
                <a:gd name="csX135" fmla="*/ 517847 w 535361"/>
                <a:gd name="csY135" fmla="*/ 55687 h 254650"/>
                <a:gd name="csX136" fmla="*/ 517953 w 535361"/>
                <a:gd name="csY136" fmla="*/ 56387 h 254650"/>
                <a:gd name="csX137" fmla="*/ 520335 w 535361"/>
                <a:gd name="csY137" fmla="*/ 58769 h 254650"/>
                <a:gd name="csX138" fmla="*/ 520769 w 535361"/>
                <a:gd name="csY138" fmla="*/ 59742 h 254650"/>
                <a:gd name="csX139" fmla="*/ 520449 w 535361"/>
                <a:gd name="csY139" fmla="*/ 62094 h 254650"/>
                <a:gd name="csX140" fmla="*/ 519079 w 535361"/>
                <a:gd name="csY140" fmla="*/ 65936 h 254650"/>
                <a:gd name="csX141" fmla="*/ 517771 w 535361"/>
                <a:gd name="csY141" fmla="*/ 68272 h 254650"/>
                <a:gd name="csX142" fmla="*/ 517542 w 535361"/>
                <a:gd name="csY142" fmla="*/ 68500 h 254650"/>
                <a:gd name="csX143" fmla="*/ 516044 w 535361"/>
                <a:gd name="csY143" fmla="*/ 69162 h 254650"/>
                <a:gd name="csX144" fmla="*/ 508861 w 535361"/>
                <a:gd name="csY144" fmla="*/ 69185 h 254650"/>
                <a:gd name="csX145" fmla="*/ 507119 w 535361"/>
                <a:gd name="csY145" fmla="*/ 69710 h 254650"/>
                <a:gd name="csX146" fmla="*/ 507362 w 535361"/>
                <a:gd name="csY146" fmla="*/ 70181 h 254650"/>
                <a:gd name="csX147" fmla="*/ 509051 w 535361"/>
                <a:gd name="csY147" fmla="*/ 73179 h 254650"/>
                <a:gd name="csX148" fmla="*/ 510809 w 535361"/>
                <a:gd name="csY148" fmla="*/ 74769 h 254650"/>
                <a:gd name="csX149" fmla="*/ 511395 w 535361"/>
                <a:gd name="csY149" fmla="*/ 75135 h 254650"/>
                <a:gd name="csX150" fmla="*/ 512026 w 535361"/>
                <a:gd name="csY150" fmla="*/ 78627 h 254650"/>
                <a:gd name="csX151" fmla="*/ 514879 w 535361"/>
                <a:gd name="csY151" fmla="*/ 84196 h 254650"/>
                <a:gd name="csX152" fmla="*/ 517641 w 535361"/>
                <a:gd name="csY152" fmla="*/ 84965 h 254650"/>
                <a:gd name="csX153" fmla="*/ 518600 w 535361"/>
                <a:gd name="csY153" fmla="*/ 86357 h 254650"/>
                <a:gd name="csX154" fmla="*/ 518425 w 535361"/>
                <a:gd name="csY154" fmla="*/ 88305 h 254650"/>
                <a:gd name="csX155" fmla="*/ 517573 w 535361"/>
                <a:gd name="csY155" fmla="*/ 90443 h 254650"/>
                <a:gd name="csX156" fmla="*/ 515876 w 535361"/>
                <a:gd name="csY156" fmla="*/ 92634 h 254650"/>
                <a:gd name="csX157" fmla="*/ 513860 w 535361"/>
                <a:gd name="csY157" fmla="*/ 94171 h 254650"/>
                <a:gd name="csX158" fmla="*/ 512543 w 535361"/>
                <a:gd name="csY158" fmla="*/ 95700 h 254650"/>
                <a:gd name="csX159" fmla="*/ 512437 w 535361"/>
                <a:gd name="csY159" fmla="*/ 97473 h 254650"/>
                <a:gd name="csX160" fmla="*/ 512018 w 535361"/>
                <a:gd name="csY160" fmla="*/ 99718 h 254650"/>
                <a:gd name="csX161" fmla="*/ 511387 w 535361"/>
                <a:gd name="csY161" fmla="*/ 101490 h 254650"/>
                <a:gd name="csX162" fmla="*/ 511227 w 535361"/>
                <a:gd name="csY162" fmla="*/ 102685 h 254650"/>
                <a:gd name="csX163" fmla="*/ 516279 w 535361"/>
                <a:gd name="csY163" fmla="*/ 110179 h 254650"/>
                <a:gd name="csX164" fmla="*/ 519095 w 535361"/>
                <a:gd name="csY164" fmla="*/ 109814 h 254650"/>
                <a:gd name="csX165" fmla="*/ 519460 w 535361"/>
                <a:gd name="csY165" fmla="*/ 109989 h 254650"/>
                <a:gd name="csX166" fmla="*/ 518958 w 535361"/>
                <a:gd name="csY166" fmla="*/ 111770 h 254650"/>
                <a:gd name="csX167" fmla="*/ 518067 w 535361"/>
                <a:gd name="csY167" fmla="*/ 113854 h 254650"/>
                <a:gd name="csX168" fmla="*/ 517002 w 535361"/>
                <a:gd name="csY168" fmla="*/ 114250 h 254650"/>
                <a:gd name="csX169" fmla="*/ 514590 w 535361"/>
                <a:gd name="csY169" fmla="*/ 114889 h 254650"/>
                <a:gd name="csX170" fmla="*/ 512308 w 535361"/>
                <a:gd name="csY170" fmla="*/ 117583 h 254650"/>
                <a:gd name="csX171" fmla="*/ 510459 w 535361"/>
                <a:gd name="csY171" fmla="*/ 120816 h 254650"/>
                <a:gd name="csX172" fmla="*/ 509066 w 535361"/>
                <a:gd name="csY172" fmla="*/ 122384 h 254650"/>
                <a:gd name="csX173" fmla="*/ 507796 w 535361"/>
                <a:gd name="csY173" fmla="*/ 126218 h 254650"/>
                <a:gd name="csX174" fmla="*/ 507956 w 535361"/>
                <a:gd name="csY174" fmla="*/ 127877 h 254650"/>
                <a:gd name="csX175" fmla="*/ 508572 w 535361"/>
                <a:gd name="csY175" fmla="*/ 130434 h 254650"/>
                <a:gd name="csX176" fmla="*/ 509873 w 535361"/>
                <a:gd name="csY176" fmla="*/ 137083 h 254650"/>
                <a:gd name="csX177" fmla="*/ 508001 w 535361"/>
                <a:gd name="csY177" fmla="*/ 137380 h 254650"/>
                <a:gd name="csX178" fmla="*/ 500728 w 535361"/>
                <a:gd name="csY178" fmla="*/ 141709 h 254650"/>
                <a:gd name="csX179" fmla="*/ 498475 w 535361"/>
                <a:gd name="csY179" fmla="*/ 141717 h 254650"/>
                <a:gd name="csX180" fmla="*/ 494268 w 535361"/>
                <a:gd name="csY180" fmla="*/ 139815 h 254650"/>
                <a:gd name="csX181" fmla="*/ 486842 w 535361"/>
                <a:gd name="csY181" fmla="*/ 139199 h 254650"/>
                <a:gd name="csX182" fmla="*/ 484422 w 535361"/>
                <a:gd name="csY182" fmla="*/ 138628 h 254650"/>
                <a:gd name="csX183" fmla="*/ 481402 w 535361"/>
                <a:gd name="csY183" fmla="*/ 139876 h 254650"/>
                <a:gd name="csX184" fmla="*/ 479066 w 535361"/>
                <a:gd name="csY184" fmla="*/ 139845 h 254650"/>
                <a:gd name="csX185" fmla="*/ 477209 w 535361"/>
                <a:gd name="csY185" fmla="*/ 141435 h 254650"/>
                <a:gd name="csX186" fmla="*/ 475878 w 535361"/>
                <a:gd name="csY186" fmla="*/ 141002 h 254650"/>
                <a:gd name="csX187" fmla="*/ 477407 w 535361"/>
                <a:gd name="csY187" fmla="*/ 137433 h 254650"/>
                <a:gd name="csX188" fmla="*/ 479804 w 535361"/>
                <a:gd name="csY188" fmla="*/ 130357 h 254650"/>
                <a:gd name="csX189" fmla="*/ 479705 w 535361"/>
                <a:gd name="csY189" fmla="*/ 126028 h 254650"/>
                <a:gd name="csX190" fmla="*/ 480276 w 535361"/>
                <a:gd name="csY190" fmla="*/ 122254 h 254650"/>
                <a:gd name="csX191" fmla="*/ 479621 w 535361"/>
                <a:gd name="csY191" fmla="*/ 118511 h 254650"/>
                <a:gd name="csX192" fmla="*/ 478419 w 535361"/>
                <a:gd name="csY192" fmla="*/ 116168 h 254650"/>
                <a:gd name="csX193" fmla="*/ 480055 w 535361"/>
                <a:gd name="csY193" fmla="*/ 110088 h 254650"/>
                <a:gd name="csX194" fmla="*/ 479872 w 535361"/>
                <a:gd name="csY194" fmla="*/ 106946 h 254650"/>
                <a:gd name="csX195" fmla="*/ 478373 w 535361"/>
                <a:gd name="csY195" fmla="*/ 102959 h 254650"/>
                <a:gd name="csX196" fmla="*/ 482916 w 535361"/>
                <a:gd name="csY196" fmla="*/ 103568 h 254650"/>
                <a:gd name="csX197" fmla="*/ 481508 w 535361"/>
                <a:gd name="csY197" fmla="*/ 101985 h 254650"/>
                <a:gd name="csX198" fmla="*/ 480123 w 535361"/>
                <a:gd name="csY198" fmla="*/ 101019 h 254650"/>
                <a:gd name="csX199" fmla="*/ 478784 w 535361"/>
                <a:gd name="csY199" fmla="*/ 101239 h 254650"/>
                <a:gd name="csX200" fmla="*/ 477651 w 535361"/>
                <a:gd name="csY200" fmla="*/ 101179 h 254650"/>
                <a:gd name="csX201" fmla="*/ 473785 w 535361"/>
                <a:gd name="csY201" fmla="*/ 102723 h 254650"/>
                <a:gd name="csX202" fmla="*/ 471845 w 535361"/>
                <a:gd name="csY202" fmla="*/ 103187 h 254650"/>
                <a:gd name="csX203" fmla="*/ 471282 w 535361"/>
                <a:gd name="csY203" fmla="*/ 102913 h 254650"/>
                <a:gd name="csX204" fmla="*/ 471495 w 535361"/>
                <a:gd name="csY204" fmla="*/ 100448 h 254650"/>
                <a:gd name="csX205" fmla="*/ 470491 w 535361"/>
                <a:gd name="csY205" fmla="*/ 97245 h 254650"/>
                <a:gd name="csX206" fmla="*/ 472043 w 535361"/>
                <a:gd name="csY206" fmla="*/ 96401 h 254650"/>
                <a:gd name="csX207" fmla="*/ 473846 w 535361"/>
                <a:gd name="csY207" fmla="*/ 96157 h 254650"/>
                <a:gd name="csX208" fmla="*/ 475383 w 535361"/>
                <a:gd name="csY208" fmla="*/ 94787 h 254650"/>
                <a:gd name="csX209" fmla="*/ 476334 w 535361"/>
                <a:gd name="csY209" fmla="*/ 93258 h 254650"/>
                <a:gd name="csX210" fmla="*/ 475832 w 535361"/>
                <a:gd name="csY210" fmla="*/ 90527 h 254650"/>
                <a:gd name="csX211" fmla="*/ 477164 w 535361"/>
                <a:gd name="csY211" fmla="*/ 87932 h 254650"/>
                <a:gd name="csX212" fmla="*/ 480291 w 535361"/>
                <a:gd name="csY212" fmla="*/ 85733 h 254650"/>
                <a:gd name="csX213" fmla="*/ 478670 w 535361"/>
                <a:gd name="csY213" fmla="*/ 86068 h 254650"/>
                <a:gd name="csX214" fmla="*/ 476814 w 535361"/>
                <a:gd name="csY214" fmla="*/ 87438 h 254650"/>
                <a:gd name="csX215" fmla="*/ 473892 w 535361"/>
                <a:gd name="csY215" fmla="*/ 92398 h 254650"/>
                <a:gd name="csX216" fmla="*/ 472941 w 535361"/>
                <a:gd name="csY216" fmla="*/ 94909 h 254650"/>
                <a:gd name="csX217" fmla="*/ 470453 w 535361"/>
                <a:gd name="csY217" fmla="*/ 95723 h 254650"/>
                <a:gd name="csX218" fmla="*/ 468224 w 535361"/>
                <a:gd name="csY218" fmla="*/ 96127 h 254650"/>
                <a:gd name="csX219" fmla="*/ 467082 w 535361"/>
                <a:gd name="csY219" fmla="*/ 95860 h 254650"/>
                <a:gd name="csX220" fmla="*/ 465713 w 535361"/>
                <a:gd name="csY220" fmla="*/ 95229 h 254650"/>
                <a:gd name="csX221" fmla="*/ 465591 w 535361"/>
                <a:gd name="csY221" fmla="*/ 93380 h 254650"/>
                <a:gd name="csX222" fmla="*/ 465698 w 535361"/>
                <a:gd name="csY222" fmla="*/ 91904 h 254650"/>
                <a:gd name="csX223" fmla="*/ 466626 w 535361"/>
                <a:gd name="csY223" fmla="*/ 88967 h 254650"/>
                <a:gd name="csX224" fmla="*/ 466991 w 535361"/>
                <a:gd name="csY224" fmla="*/ 84813 h 254650"/>
                <a:gd name="csX225" fmla="*/ 468307 w 535361"/>
                <a:gd name="csY225" fmla="*/ 81085 h 254650"/>
                <a:gd name="csX226" fmla="*/ 468208 w 535361"/>
                <a:gd name="csY226" fmla="*/ 80088 h 254650"/>
                <a:gd name="csX227" fmla="*/ 467836 w 535361"/>
                <a:gd name="csY227" fmla="*/ 78604 h 254650"/>
                <a:gd name="csX228" fmla="*/ 469007 w 535361"/>
                <a:gd name="csY228" fmla="*/ 77151 h 254650"/>
                <a:gd name="csX229" fmla="*/ 470461 w 535361"/>
                <a:gd name="csY229" fmla="*/ 76192 h 254650"/>
                <a:gd name="csX230" fmla="*/ 472667 w 535361"/>
                <a:gd name="csY230" fmla="*/ 72981 h 254650"/>
                <a:gd name="csX231" fmla="*/ 475748 w 535361"/>
                <a:gd name="csY231" fmla="*/ 65304 h 254650"/>
                <a:gd name="csX232" fmla="*/ 479302 w 535361"/>
                <a:gd name="csY232" fmla="*/ 57110 h 254650"/>
                <a:gd name="csX233" fmla="*/ 479013 w 535361"/>
                <a:gd name="csY233" fmla="*/ 56105 h 254650"/>
                <a:gd name="csX234" fmla="*/ 478259 w 535361"/>
                <a:gd name="csY234" fmla="*/ 55329 h 254650"/>
                <a:gd name="csX235" fmla="*/ 478564 w 535361"/>
                <a:gd name="csY235" fmla="*/ 53108 h 254650"/>
                <a:gd name="csX236" fmla="*/ 480702 w 535361"/>
                <a:gd name="csY236" fmla="*/ 43422 h 254650"/>
                <a:gd name="csX237" fmla="*/ 481569 w 535361"/>
                <a:gd name="csY237" fmla="*/ 42151 h 254650"/>
                <a:gd name="csX238" fmla="*/ 482573 w 535361"/>
                <a:gd name="csY238" fmla="*/ 39298 h 254650"/>
                <a:gd name="csX239" fmla="*/ 482802 w 535361"/>
                <a:gd name="csY239" fmla="*/ 34687 h 254650"/>
                <a:gd name="csX240" fmla="*/ 483197 w 535361"/>
                <a:gd name="csY240" fmla="*/ 31507 h 254650"/>
                <a:gd name="csX241" fmla="*/ 483106 w 535361"/>
                <a:gd name="csY241" fmla="*/ 29909 h 254650"/>
                <a:gd name="csX242" fmla="*/ 482787 w 535361"/>
                <a:gd name="csY242" fmla="*/ 27984 h 254650"/>
                <a:gd name="csX243" fmla="*/ 481424 w 535361"/>
                <a:gd name="csY243" fmla="*/ 24302 h 254650"/>
                <a:gd name="csX244" fmla="*/ 479994 w 535361"/>
                <a:gd name="csY244" fmla="*/ 16495 h 254650"/>
                <a:gd name="csX245" fmla="*/ 479880 w 535361"/>
                <a:gd name="csY245" fmla="*/ 13878 h 254650"/>
                <a:gd name="csX246" fmla="*/ 481059 w 535361"/>
                <a:gd name="csY246" fmla="*/ 12554 h 254650"/>
                <a:gd name="csX247" fmla="*/ 479119 w 535361"/>
                <a:gd name="csY247" fmla="*/ 12364 h 254650"/>
                <a:gd name="csX248" fmla="*/ 478236 w 535361"/>
                <a:gd name="csY248" fmla="*/ 10667 h 254650"/>
                <a:gd name="csX249" fmla="*/ 478434 w 535361"/>
                <a:gd name="csY249" fmla="*/ 8742 h 254650"/>
                <a:gd name="csX250" fmla="*/ 480595 w 535361"/>
                <a:gd name="csY250" fmla="*/ 5630 h 254650"/>
                <a:gd name="csX251" fmla="*/ 482611 w 535361"/>
                <a:gd name="csY251" fmla="*/ 3698 h 254650"/>
                <a:gd name="csX252" fmla="*/ 484605 w 535361"/>
                <a:gd name="csY252" fmla="*/ 2435 h 254650"/>
                <a:gd name="csX253" fmla="*/ 485708 w 535361"/>
                <a:gd name="csY253" fmla="*/ 1955 h 254650"/>
                <a:gd name="csX254" fmla="*/ 490311 w 535361"/>
                <a:gd name="csY254" fmla="*/ 639 h 254650"/>
                <a:gd name="csX255" fmla="*/ 491521 w 535361"/>
                <a:gd name="csY255" fmla="*/ 0 h 254650"/>
                <a:gd name="csX256" fmla="*/ 492655 w 535361"/>
                <a:gd name="csY256" fmla="*/ 107 h 254650"/>
                <a:gd name="csX257" fmla="*/ 492845 w 535361"/>
                <a:gd name="csY257" fmla="*/ 738 h 254650"/>
                <a:gd name="csX258" fmla="*/ 493499 w 535361"/>
                <a:gd name="csY258" fmla="*/ 1955 h 254650"/>
                <a:gd name="csX259" fmla="*/ 494230 w 535361"/>
                <a:gd name="csY259" fmla="*/ 2800 h 254650"/>
                <a:gd name="csX260" fmla="*/ 494428 w 535361"/>
                <a:gd name="csY260" fmla="*/ 3424 h 254650"/>
                <a:gd name="csX261" fmla="*/ 492647 w 535361"/>
                <a:gd name="csY261" fmla="*/ 6034 h 254650"/>
                <a:gd name="csX262" fmla="*/ 492404 w 535361"/>
                <a:gd name="csY262" fmla="*/ 6924 h 254650"/>
                <a:gd name="csX263" fmla="*/ 493332 w 535361"/>
                <a:gd name="csY263" fmla="*/ 8605 h 254650"/>
                <a:gd name="csX264" fmla="*/ 493469 w 535361"/>
                <a:gd name="csY264" fmla="*/ 9138 h 254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Lst>
              <a:rect l="l" t="t" r="r" b="b"/>
              <a:pathLst>
                <a:path w="535361" h="254650">
                  <a:moveTo>
                    <a:pt x="300919" y="249074"/>
                  </a:moveTo>
                  <a:lnTo>
                    <a:pt x="303833" y="250405"/>
                  </a:lnTo>
                  <a:lnTo>
                    <a:pt x="306511" y="249766"/>
                  </a:lnTo>
                  <a:lnTo>
                    <a:pt x="309829" y="251478"/>
                  </a:lnTo>
                  <a:lnTo>
                    <a:pt x="311556" y="251874"/>
                  </a:lnTo>
                  <a:lnTo>
                    <a:pt x="310019" y="253099"/>
                  </a:lnTo>
                  <a:lnTo>
                    <a:pt x="308474" y="254651"/>
                  </a:lnTo>
                  <a:lnTo>
                    <a:pt x="304617" y="254286"/>
                  </a:lnTo>
                  <a:lnTo>
                    <a:pt x="301353" y="252794"/>
                  </a:lnTo>
                  <a:lnTo>
                    <a:pt x="300181" y="251661"/>
                  </a:lnTo>
                  <a:lnTo>
                    <a:pt x="299861" y="250641"/>
                  </a:lnTo>
                  <a:lnTo>
                    <a:pt x="300919" y="249074"/>
                  </a:lnTo>
                  <a:close/>
                  <a:moveTo>
                    <a:pt x="133576" y="142973"/>
                  </a:moveTo>
                  <a:lnTo>
                    <a:pt x="133485" y="143459"/>
                  </a:lnTo>
                  <a:lnTo>
                    <a:pt x="132275" y="143269"/>
                  </a:lnTo>
                  <a:lnTo>
                    <a:pt x="130746" y="143414"/>
                  </a:lnTo>
                  <a:lnTo>
                    <a:pt x="129924" y="141998"/>
                  </a:lnTo>
                  <a:lnTo>
                    <a:pt x="130669" y="141413"/>
                  </a:lnTo>
                  <a:lnTo>
                    <a:pt x="132389" y="141268"/>
                  </a:lnTo>
                  <a:lnTo>
                    <a:pt x="133211" y="141900"/>
                  </a:lnTo>
                  <a:lnTo>
                    <a:pt x="133576" y="142973"/>
                  </a:lnTo>
                  <a:close/>
                  <a:moveTo>
                    <a:pt x="120307" y="119394"/>
                  </a:moveTo>
                  <a:lnTo>
                    <a:pt x="121661" y="119576"/>
                  </a:lnTo>
                  <a:lnTo>
                    <a:pt x="128471" y="119180"/>
                  </a:lnTo>
                  <a:lnTo>
                    <a:pt x="130281" y="119470"/>
                  </a:lnTo>
                  <a:lnTo>
                    <a:pt x="130091" y="121448"/>
                  </a:lnTo>
                  <a:lnTo>
                    <a:pt x="128805" y="122239"/>
                  </a:lnTo>
                  <a:lnTo>
                    <a:pt x="124796" y="122772"/>
                  </a:lnTo>
                  <a:lnTo>
                    <a:pt x="118488" y="121493"/>
                  </a:lnTo>
                  <a:lnTo>
                    <a:pt x="116373" y="119789"/>
                  </a:lnTo>
                  <a:lnTo>
                    <a:pt x="116069" y="118541"/>
                  </a:lnTo>
                  <a:lnTo>
                    <a:pt x="116107" y="117955"/>
                  </a:lnTo>
                  <a:lnTo>
                    <a:pt x="117438" y="117491"/>
                  </a:lnTo>
                  <a:lnTo>
                    <a:pt x="120307" y="119394"/>
                  </a:lnTo>
                  <a:close/>
                  <a:moveTo>
                    <a:pt x="66963" y="102853"/>
                  </a:moveTo>
                  <a:lnTo>
                    <a:pt x="68720" y="103941"/>
                  </a:lnTo>
                  <a:lnTo>
                    <a:pt x="66050" y="104177"/>
                  </a:lnTo>
                  <a:lnTo>
                    <a:pt x="65167" y="104709"/>
                  </a:lnTo>
                  <a:lnTo>
                    <a:pt x="63007" y="103941"/>
                  </a:lnTo>
                  <a:lnTo>
                    <a:pt x="60397" y="104055"/>
                  </a:lnTo>
                  <a:lnTo>
                    <a:pt x="58761" y="102594"/>
                  </a:lnTo>
                  <a:lnTo>
                    <a:pt x="58388" y="101072"/>
                  </a:lnTo>
                  <a:lnTo>
                    <a:pt x="59210" y="100129"/>
                  </a:lnTo>
                  <a:lnTo>
                    <a:pt x="61515" y="100121"/>
                  </a:lnTo>
                  <a:lnTo>
                    <a:pt x="66963" y="102853"/>
                  </a:lnTo>
                  <a:close/>
                  <a:moveTo>
                    <a:pt x="56410" y="100890"/>
                  </a:moveTo>
                  <a:lnTo>
                    <a:pt x="54219" y="100958"/>
                  </a:lnTo>
                  <a:lnTo>
                    <a:pt x="52126" y="98889"/>
                  </a:lnTo>
                  <a:lnTo>
                    <a:pt x="55208" y="97800"/>
                  </a:lnTo>
                  <a:lnTo>
                    <a:pt x="56113" y="98462"/>
                  </a:lnTo>
                  <a:lnTo>
                    <a:pt x="56783" y="99216"/>
                  </a:lnTo>
                  <a:lnTo>
                    <a:pt x="57178" y="100182"/>
                  </a:lnTo>
                  <a:lnTo>
                    <a:pt x="56410" y="100890"/>
                  </a:lnTo>
                  <a:close/>
                  <a:moveTo>
                    <a:pt x="74838" y="100053"/>
                  </a:moveTo>
                  <a:lnTo>
                    <a:pt x="73826" y="100380"/>
                  </a:lnTo>
                  <a:lnTo>
                    <a:pt x="68135" y="98287"/>
                  </a:lnTo>
                  <a:lnTo>
                    <a:pt x="66103" y="97336"/>
                  </a:lnTo>
                  <a:lnTo>
                    <a:pt x="63471" y="94924"/>
                  </a:lnTo>
                  <a:lnTo>
                    <a:pt x="70904" y="97854"/>
                  </a:lnTo>
                  <a:lnTo>
                    <a:pt x="74838" y="100053"/>
                  </a:lnTo>
                  <a:close/>
                  <a:moveTo>
                    <a:pt x="89850" y="97663"/>
                  </a:moveTo>
                  <a:lnTo>
                    <a:pt x="89423" y="97922"/>
                  </a:lnTo>
                  <a:lnTo>
                    <a:pt x="84988" y="97184"/>
                  </a:lnTo>
                  <a:lnTo>
                    <a:pt x="83725" y="96187"/>
                  </a:lnTo>
                  <a:lnTo>
                    <a:pt x="83215" y="94331"/>
                  </a:lnTo>
                  <a:lnTo>
                    <a:pt x="83961" y="93699"/>
                  </a:lnTo>
                  <a:lnTo>
                    <a:pt x="85908" y="93327"/>
                  </a:lnTo>
                  <a:lnTo>
                    <a:pt x="88739" y="93677"/>
                  </a:lnTo>
                  <a:lnTo>
                    <a:pt x="90557" y="95008"/>
                  </a:lnTo>
                  <a:lnTo>
                    <a:pt x="90557" y="96705"/>
                  </a:lnTo>
                  <a:lnTo>
                    <a:pt x="89850" y="97663"/>
                  </a:lnTo>
                  <a:close/>
                  <a:moveTo>
                    <a:pt x="3112" y="76763"/>
                  </a:moveTo>
                  <a:lnTo>
                    <a:pt x="2168" y="78087"/>
                  </a:lnTo>
                  <a:lnTo>
                    <a:pt x="540" y="77615"/>
                  </a:lnTo>
                  <a:lnTo>
                    <a:pt x="0" y="77120"/>
                  </a:lnTo>
                  <a:lnTo>
                    <a:pt x="472" y="74290"/>
                  </a:lnTo>
                  <a:lnTo>
                    <a:pt x="1773" y="73628"/>
                  </a:lnTo>
                  <a:lnTo>
                    <a:pt x="3081" y="74769"/>
                  </a:lnTo>
                  <a:lnTo>
                    <a:pt x="3112" y="76763"/>
                  </a:lnTo>
                  <a:close/>
                  <a:moveTo>
                    <a:pt x="493469" y="9138"/>
                  </a:moveTo>
                  <a:lnTo>
                    <a:pt x="493918" y="9366"/>
                  </a:lnTo>
                  <a:lnTo>
                    <a:pt x="495158" y="9305"/>
                  </a:lnTo>
                  <a:lnTo>
                    <a:pt x="497364" y="8225"/>
                  </a:lnTo>
                  <a:lnTo>
                    <a:pt x="498863" y="7319"/>
                  </a:lnTo>
                  <a:lnTo>
                    <a:pt x="499388" y="7692"/>
                  </a:lnTo>
                  <a:lnTo>
                    <a:pt x="503733" y="7182"/>
                  </a:lnTo>
                  <a:lnTo>
                    <a:pt x="504760" y="7593"/>
                  </a:lnTo>
                  <a:lnTo>
                    <a:pt x="505445" y="8057"/>
                  </a:lnTo>
                  <a:lnTo>
                    <a:pt x="507583" y="8681"/>
                  </a:lnTo>
                  <a:lnTo>
                    <a:pt x="509911" y="8750"/>
                  </a:lnTo>
                  <a:lnTo>
                    <a:pt x="512795" y="7875"/>
                  </a:lnTo>
                  <a:lnTo>
                    <a:pt x="514058" y="6992"/>
                  </a:lnTo>
                  <a:lnTo>
                    <a:pt x="514301" y="6018"/>
                  </a:lnTo>
                  <a:lnTo>
                    <a:pt x="514362" y="5280"/>
                  </a:lnTo>
                  <a:lnTo>
                    <a:pt x="514735" y="4809"/>
                  </a:lnTo>
                  <a:lnTo>
                    <a:pt x="515389" y="4542"/>
                  </a:lnTo>
                  <a:lnTo>
                    <a:pt x="516416" y="5022"/>
                  </a:lnTo>
                  <a:lnTo>
                    <a:pt x="517885" y="5410"/>
                  </a:lnTo>
                  <a:lnTo>
                    <a:pt x="521408" y="5569"/>
                  </a:lnTo>
                  <a:lnTo>
                    <a:pt x="522100" y="5029"/>
                  </a:lnTo>
                  <a:lnTo>
                    <a:pt x="523295" y="5189"/>
                  </a:lnTo>
                  <a:lnTo>
                    <a:pt x="524870" y="5874"/>
                  </a:lnTo>
                  <a:lnTo>
                    <a:pt x="526688" y="5653"/>
                  </a:lnTo>
                  <a:lnTo>
                    <a:pt x="527609" y="6490"/>
                  </a:lnTo>
                  <a:lnTo>
                    <a:pt x="527989" y="7601"/>
                  </a:lnTo>
                  <a:lnTo>
                    <a:pt x="528095" y="10013"/>
                  </a:lnTo>
                  <a:lnTo>
                    <a:pt x="527958" y="12448"/>
                  </a:lnTo>
                  <a:lnTo>
                    <a:pt x="528316" y="13345"/>
                  </a:lnTo>
                  <a:lnTo>
                    <a:pt x="529549" y="13581"/>
                  </a:lnTo>
                  <a:lnTo>
                    <a:pt x="531534" y="13551"/>
                  </a:lnTo>
                  <a:lnTo>
                    <a:pt x="533323" y="14205"/>
                  </a:lnTo>
                  <a:lnTo>
                    <a:pt x="534707" y="15354"/>
                  </a:lnTo>
                  <a:lnTo>
                    <a:pt x="535164" y="16526"/>
                  </a:lnTo>
                  <a:lnTo>
                    <a:pt x="535362" y="17332"/>
                  </a:lnTo>
                  <a:lnTo>
                    <a:pt x="534684" y="17789"/>
                  </a:lnTo>
                  <a:lnTo>
                    <a:pt x="533726" y="19524"/>
                  </a:lnTo>
                  <a:lnTo>
                    <a:pt x="531291" y="21783"/>
                  </a:lnTo>
                  <a:lnTo>
                    <a:pt x="527814" y="23815"/>
                  </a:lnTo>
                  <a:lnTo>
                    <a:pt x="525159" y="26341"/>
                  </a:lnTo>
                  <a:lnTo>
                    <a:pt x="523332" y="29354"/>
                  </a:lnTo>
                  <a:lnTo>
                    <a:pt x="521042" y="30632"/>
                  </a:lnTo>
                  <a:lnTo>
                    <a:pt x="520342" y="31317"/>
                  </a:lnTo>
                  <a:lnTo>
                    <a:pt x="520068" y="32131"/>
                  </a:lnTo>
                  <a:lnTo>
                    <a:pt x="521583" y="35813"/>
                  </a:lnTo>
                  <a:lnTo>
                    <a:pt x="522047" y="38652"/>
                  </a:lnTo>
                  <a:lnTo>
                    <a:pt x="522419" y="42121"/>
                  </a:lnTo>
                  <a:lnTo>
                    <a:pt x="522176" y="43095"/>
                  </a:lnTo>
                  <a:lnTo>
                    <a:pt x="522047" y="46899"/>
                  </a:lnTo>
                  <a:lnTo>
                    <a:pt x="521697" y="48010"/>
                  </a:lnTo>
                  <a:lnTo>
                    <a:pt x="521788" y="48916"/>
                  </a:lnTo>
                  <a:lnTo>
                    <a:pt x="522344" y="49882"/>
                  </a:lnTo>
                  <a:lnTo>
                    <a:pt x="522595" y="50810"/>
                  </a:lnTo>
                  <a:lnTo>
                    <a:pt x="521552" y="51989"/>
                  </a:lnTo>
                  <a:lnTo>
                    <a:pt x="519642" y="53359"/>
                  </a:lnTo>
                  <a:lnTo>
                    <a:pt x="518227" y="54561"/>
                  </a:lnTo>
                  <a:lnTo>
                    <a:pt x="517847" y="55687"/>
                  </a:lnTo>
                  <a:lnTo>
                    <a:pt x="517953" y="56387"/>
                  </a:lnTo>
                  <a:lnTo>
                    <a:pt x="520335" y="58769"/>
                  </a:lnTo>
                  <a:lnTo>
                    <a:pt x="520769" y="59742"/>
                  </a:lnTo>
                  <a:lnTo>
                    <a:pt x="520449" y="62094"/>
                  </a:lnTo>
                  <a:lnTo>
                    <a:pt x="519079" y="65936"/>
                  </a:lnTo>
                  <a:lnTo>
                    <a:pt x="517771" y="68272"/>
                  </a:lnTo>
                  <a:lnTo>
                    <a:pt x="517542" y="68500"/>
                  </a:lnTo>
                  <a:lnTo>
                    <a:pt x="516044" y="69162"/>
                  </a:lnTo>
                  <a:lnTo>
                    <a:pt x="508861" y="69185"/>
                  </a:lnTo>
                  <a:lnTo>
                    <a:pt x="507119" y="69710"/>
                  </a:lnTo>
                  <a:lnTo>
                    <a:pt x="507362" y="70181"/>
                  </a:lnTo>
                  <a:lnTo>
                    <a:pt x="509051" y="73179"/>
                  </a:lnTo>
                  <a:lnTo>
                    <a:pt x="510809" y="74769"/>
                  </a:lnTo>
                  <a:lnTo>
                    <a:pt x="511395" y="75135"/>
                  </a:lnTo>
                  <a:lnTo>
                    <a:pt x="512026" y="78627"/>
                  </a:lnTo>
                  <a:lnTo>
                    <a:pt x="514879" y="84196"/>
                  </a:lnTo>
                  <a:lnTo>
                    <a:pt x="517641" y="84965"/>
                  </a:lnTo>
                  <a:lnTo>
                    <a:pt x="518600" y="86357"/>
                  </a:lnTo>
                  <a:lnTo>
                    <a:pt x="518425" y="88305"/>
                  </a:lnTo>
                  <a:lnTo>
                    <a:pt x="517573" y="90443"/>
                  </a:lnTo>
                  <a:lnTo>
                    <a:pt x="515876" y="92634"/>
                  </a:lnTo>
                  <a:lnTo>
                    <a:pt x="513860" y="94171"/>
                  </a:lnTo>
                  <a:lnTo>
                    <a:pt x="512543" y="95700"/>
                  </a:lnTo>
                  <a:lnTo>
                    <a:pt x="512437" y="97473"/>
                  </a:lnTo>
                  <a:lnTo>
                    <a:pt x="512018" y="99718"/>
                  </a:lnTo>
                  <a:lnTo>
                    <a:pt x="511387" y="101490"/>
                  </a:lnTo>
                  <a:lnTo>
                    <a:pt x="511227" y="102685"/>
                  </a:lnTo>
                  <a:lnTo>
                    <a:pt x="516279" y="110179"/>
                  </a:lnTo>
                  <a:lnTo>
                    <a:pt x="519095" y="109814"/>
                  </a:lnTo>
                  <a:lnTo>
                    <a:pt x="519460" y="109989"/>
                  </a:lnTo>
                  <a:lnTo>
                    <a:pt x="518958" y="111770"/>
                  </a:lnTo>
                  <a:lnTo>
                    <a:pt x="518067" y="113854"/>
                  </a:lnTo>
                  <a:lnTo>
                    <a:pt x="517002" y="114250"/>
                  </a:lnTo>
                  <a:lnTo>
                    <a:pt x="514590" y="114889"/>
                  </a:lnTo>
                  <a:lnTo>
                    <a:pt x="512308" y="117583"/>
                  </a:lnTo>
                  <a:lnTo>
                    <a:pt x="510459" y="120816"/>
                  </a:lnTo>
                  <a:lnTo>
                    <a:pt x="509066" y="122384"/>
                  </a:lnTo>
                  <a:lnTo>
                    <a:pt x="507796" y="126218"/>
                  </a:lnTo>
                  <a:lnTo>
                    <a:pt x="507956" y="127877"/>
                  </a:lnTo>
                  <a:lnTo>
                    <a:pt x="508572" y="130434"/>
                  </a:lnTo>
                  <a:lnTo>
                    <a:pt x="509873" y="137083"/>
                  </a:lnTo>
                  <a:lnTo>
                    <a:pt x="508001" y="137380"/>
                  </a:lnTo>
                  <a:lnTo>
                    <a:pt x="500728" y="141709"/>
                  </a:lnTo>
                  <a:lnTo>
                    <a:pt x="498475" y="141717"/>
                  </a:lnTo>
                  <a:lnTo>
                    <a:pt x="494268" y="139815"/>
                  </a:lnTo>
                  <a:lnTo>
                    <a:pt x="486842" y="139199"/>
                  </a:lnTo>
                  <a:lnTo>
                    <a:pt x="484422" y="138628"/>
                  </a:lnTo>
                  <a:lnTo>
                    <a:pt x="481402" y="139876"/>
                  </a:lnTo>
                  <a:lnTo>
                    <a:pt x="479066" y="139845"/>
                  </a:lnTo>
                  <a:lnTo>
                    <a:pt x="477209" y="141435"/>
                  </a:lnTo>
                  <a:lnTo>
                    <a:pt x="475878" y="141002"/>
                  </a:lnTo>
                  <a:lnTo>
                    <a:pt x="477407" y="137433"/>
                  </a:lnTo>
                  <a:lnTo>
                    <a:pt x="479804" y="130357"/>
                  </a:lnTo>
                  <a:lnTo>
                    <a:pt x="479705" y="126028"/>
                  </a:lnTo>
                  <a:lnTo>
                    <a:pt x="480276" y="122254"/>
                  </a:lnTo>
                  <a:lnTo>
                    <a:pt x="479621" y="118511"/>
                  </a:lnTo>
                  <a:lnTo>
                    <a:pt x="478419" y="116168"/>
                  </a:lnTo>
                  <a:lnTo>
                    <a:pt x="480055" y="110088"/>
                  </a:lnTo>
                  <a:lnTo>
                    <a:pt x="479872" y="106946"/>
                  </a:lnTo>
                  <a:lnTo>
                    <a:pt x="478373" y="102959"/>
                  </a:lnTo>
                  <a:lnTo>
                    <a:pt x="482916" y="103568"/>
                  </a:lnTo>
                  <a:lnTo>
                    <a:pt x="481508" y="101985"/>
                  </a:lnTo>
                  <a:lnTo>
                    <a:pt x="480123" y="101019"/>
                  </a:lnTo>
                  <a:lnTo>
                    <a:pt x="478784" y="101239"/>
                  </a:lnTo>
                  <a:lnTo>
                    <a:pt x="477651" y="101179"/>
                  </a:lnTo>
                  <a:lnTo>
                    <a:pt x="473785" y="102723"/>
                  </a:lnTo>
                  <a:lnTo>
                    <a:pt x="471845" y="103187"/>
                  </a:lnTo>
                  <a:lnTo>
                    <a:pt x="471282" y="102913"/>
                  </a:lnTo>
                  <a:lnTo>
                    <a:pt x="471495" y="100448"/>
                  </a:lnTo>
                  <a:lnTo>
                    <a:pt x="470491" y="97245"/>
                  </a:lnTo>
                  <a:lnTo>
                    <a:pt x="472043" y="96401"/>
                  </a:lnTo>
                  <a:lnTo>
                    <a:pt x="473846" y="96157"/>
                  </a:lnTo>
                  <a:lnTo>
                    <a:pt x="475383" y="94787"/>
                  </a:lnTo>
                  <a:lnTo>
                    <a:pt x="476334" y="93258"/>
                  </a:lnTo>
                  <a:lnTo>
                    <a:pt x="475832" y="90527"/>
                  </a:lnTo>
                  <a:lnTo>
                    <a:pt x="477164" y="87932"/>
                  </a:lnTo>
                  <a:lnTo>
                    <a:pt x="480291" y="85733"/>
                  </a:lnTo>
                  <a:lnTo>
                    <a:pt x="478670" y="86068"/>
                  </a:lnTo>
                  <a:lnTo>
                    <a:pt x="476814" y="87438"/>
                  </a:lnTo>
                  <a:lnTo>
                    <a:pt x="473892" y="92398"/>
                  </a:lnTo>
                  <a:lnTo>
                    <a:pt x="472941" y="94909"/>
                  </a:lnTo>
                  <a:lnTo>
                    <a:pt x="470453" y="95723"/>
                  </a:lnTo>
                  <a:lnTo>
                    <a:pt x="468224" y="96127"/>
                  </a:lnTo>
                  <a:lnTo>
                    <a:pt x="467082" y="95860"/>
                  </a:lnTo>
                  <a:lnTo>
                    <a:pt x="465713" y="95229"/>
                  </a:lnTo>
                  <a:lnTo>
                    <a:pt x="465591" y="93380"/>
                  </a:lnTo>
                  <a:lnTo>
                    <a:pt x="465698" y="91904"/>
                  </a:lnTo>
                  <a:lnTo>
                    <a:pt x="466626" y="88967"/>
                  </a:lnTo>
                  <a:lnTo>
                    <a:pt x="466991" y="84813"/>
                  </a:lnTo>
                  <a:lnTo>
                    <a:pt x="468307" y="81085"/>
                  </a:lnTo>
                  <a:lnTo>
                    <a:pt x="468208" y="80088"/>
                  </a:lnTo>
                  <a:lnTo>
                    <a:pt x="467836" y="78604"/>
                  </a:lnTo>
                  <a:lnTo>
                    <a:pt x="469007" y="77151"/>
                  </a:lnTo>
                  <a:lnTo>
                    <a:pt x="470461" y="76192"/>
                  </a:lnTo>
                  <a:lnTo>
                    <a:pt x="472667" y="72981"/>
                  </a:lnTo>
                  <a:lnTo>
                    <a:pt x="475748" y="65304"/>
                  </a:lnTo>
                  <a:lnTo>
                    <a:pt x="479302" y="57110"/>
                  </a:lnTo>
                  <a:lnTo>
                    <a:pt x="479013" y="56105"/>
                  </a:lnTo>
                  <a:lnTo>
                    <a:pt x="478259" y="55329"/>
                  </a:lnTo>
                  <a:lnTo>
                    <a:pt x="478564" y="53108"/>
                  </a:lnTo>
                  <a:lnTo>
                    <a:pt x="480702" y="43422"/>
                  </a:lnTo>
                  <a:lnTo>
                    <a:pt x="481569" y="42151"/>
                  </a:lnTo>
                  <a:lnTo>
                    <a:pt x="482573" y="39298"/>
                  </a:lnTo>
                  <a:lnTo>
                    <a:pt x="482802" y="34687"/>
                  </a:lnTo>
                  <a:lnTo>
                    <a:pt x="483197" y="31507"/>
                  </a:lnTo>
                  <a:lnTo>
                    <a:pt x="483106" y="29909"/>
                  </a:lnTo>
                  <a:lnTo>
                    <a:pt x="482787" y="27984"/>
                  </a:lnTo>
                  <a:lnTo>
                    <a:pt x="481424" y="24302"/>
                  </a:lnTo>
                  <a:lnTo>
                    <a:pt x="479994" y="16495"/>
                  </a:lnTo>
                  <a:lnTo>
                    <a:pt x="479880" y="13878"/>
                  </a:lnTo>
                  <a:lnTo>
                    <a:pt x="481059" y="12554"/>
                  </a:lnTo>
                  <a:lnTo>
                    <a:pt x="479119" y="12364"/>
                  </a:lnTo>
                  <a:lnTo>
                    <a:pt x="478236" y="10667"/>
                  </a:lnTo>
                  <a:lnTo>
                    <a:pt x="478434" y="8742"/>
                  </a:lnTo>
                  <a:lnTo>
                    <a:pt x="480595" y="5630"/>
                  </a:lnTo>
                  <a:lnTo>
                    <a:pt x="482611" y="3698"/>
                  </a:lnTo>
                  <a:lnTo>
                    <a:pt x="484605" y="2435"/>
                  </a:lnTo>
                  <a:lnTo>
                    <a:pt x="485708" y="1955"/>
                  </a:lnTo>
                  <a:lnTo>
                    <a:pt x="490311" y="639"/>
                  </a:lnTo>
                  <a:lnTo>
                    <a:pt x="491521" y="0"/>
                  </a:lnTo>
                  <a:lnTo>
                    <a:pt x="492655" y="107"/>
                  </a:lnTo>
                  <a:lnTo>
                    <a:pt x="492845" y="738"/>
                  </a:lnTo>
                  <a:lnTo>
                    <a:pt x="493499" y="1955"/>
                  </a:lnTo>
                  <a:lnTo>
                    <a:pt x="494230" y="2800"/>
                  </a:lnTo>
                  <a:lnTo>
                    <a:pt x="494428" y="3424"/>
                  </a:lnTo>
                  <a:lnTo>
                    <a:pt x="492647" y="6034"/>
                  </a:lnTo>
                  <a:lnTo>
                    <a:pt x="492404" y="6924"/>
                  </a:lnTo>
                  <a:lnTo>
                    <a:pt x="493332" y="8605"/>
                  </a:lnTo>
                  <a:lnTo>
                    <a:pt x="493469" y="9138"/>
                  </a:lnTo>
                  <a:close/>
                </a:path>
              </a:pathLst>
            </a:custGeom>
            <a:solidFill>
              <a:srgbClr val="2562E8"/>
            </a:solidFill>
            <a:ln w="6168" cap="flat">
              <a:solidFill>
                <a:srgbClr val="2562E8"/>
              </a:solidFill>
              <a:prstDash val="solid"/>
              <a:miter/>
            </a:ln>
          </p:spPr>
          <p:txBody>
            <a:bodyPr/>
            <a:lstStyle/>
            <a:p>
              <a:endParaRPr lang="en-US"/>
            </a:p>
          </p:txBody>
        </p:sp>
        <p:sp>
          <p:nvSpPr>
            <p:cNvPr id="2299" name="Freeform: Shape 2298">
              <a:extLst>
                <a:ext uri="{FF2B5EF4-FFF2-40B4-BE49-F238E27FC236}">
                  <a16:creationId xmlns:a16="http://schemas.microsoft.com/office/drawing/2014/main" id="{0ECAB5D3-156B-7E9B-CA90-83E03CA9F22E}"/>
                </a:ext>
              </a:extLst>
            </p:cNvPr>
            <p:cNvSpPr/>
            <p:nvPr/>
          </p:nvSpPr>
          <p:spPr>
            <a:xfrm>
              <a:off x="12374043" y="4840166"/>
              <a:ext cx="75241" cy="99953"/>
            </a:xfrm>
            <a:custGeom>
              <a:avLst/>
              <a:gdLst>
                <a:gd name="csX0" fmla="*/ 73879 w 75241"/>
                <a:gd name="csY0" fmla="*/ 7068 h 99953"/>
                <a:gd name="csX1" fmla="*/ 72586 w 75241"/>
                <a:gd name="csY1" fmla="*/ 7525 h 99953"/>
                <a:gd name="csX2" fmla="*/ 71977 w 75241"/>
                <a:gd name="csY2" fmla="*/ 5889 h 99953"/>
                <a:gd name="csX3" fmla="*/ 72182 w 75241"/>
                <a:gd name="csY3" fmla="*/ 3987 h 99953"/>
                <a:gd name="csX4" fmla="*/ 73035 w 75241"/>
                <a:gd name="csY4" fmla="*/ 2526 h 99953"/>
                <a:gd name="csX5" fmla="*/ 73970 w 75241"/>
                <a:gd name="csY5" fmla="*/ 2062 h 99953"/>
                <a:gd name="csX6" fmla="*/ 74153 w 75241"/>
                <a:gd name="csY6" fmla="*/ 1895 h 99953"/>
                <a:gd name="csX7" fmla="*/ 75066 w 75241"/>
                <a:gd name="csY7" fmla="*/ 0 h 99953"/>
                <a:gd name="csX8" fmla="*/ 75241 w 75241"/>
                <a:gd name="csY8" fmla="*/ 1043 h 99953"/>
                <a:gd name="csX9" fmla="*/ 74671 w 75241"/>
                <a:gd name="csY9" fmla="*/ 4512 h 99953"/>
                <a:gd name="csX10" fmla="*/ 73925 w 75241"/>
                <a:gd name="csY10" fmla="*/ 5859 h 99953"/>
                <a:gd name="csX11" fmla="*/ 73879 w 75241"/>
                <a:gd name="csY11" fmla="*/ 7068 h 99953"/>
                <a:gd name="csX12" fmla="*/ 791 w 75241"/>
                <a:gd name="csY12" fmla="*/ 99862 h 99953"/>
                <a:gd name="csX13" fmla="*/ 312 w 75241"/>
                <a:gd name="csY13" fmla="*/ 99954 h 99953"/>
                <a:gd name="csX14" fmla="*/ 0 w 75241"/>
                <a:gd name="csY14" fmla="*/ 99885 h 99953"/>
                <a:gd name="csX15" fmla="*/ 38 w 75241"/>
                <a:gd name="csY15" fmla="*/ 99581 h 99953"/>
                <a:gd name="csX16" fmla="*/ 358 w 75241"/>
                <a:gd name="csY16" fmla="*/ 99269 h 99953"/>
                <a:gd name="csX17" fmla="*/ 799 w 75241"/>
                <a:gd name="csY17" fmla="*/ 99132 h 99953"/>
                <a:gd name="csX18" fmla="*/ 1134 w 75241"/>
                <a:gd name="csY18" fmla="*/ 99238 h 99953"/>
                <a:gd name="csX19" fmla="*/ 1095 w 75241"/>
                <a:gd name="csY19" fmla="*/ 99528 h 99953"/>
                <a:gd name="csX20" fmla="*/ 791 w 75241"/>
                <a:gd name="csY20" fmla="*/ 99862 h 999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5241" h="99953">
                  <a:moveTo>
                    <a:pt x="73879" y="7068"/>
                  </a:moveTo>
                  <a:lnTo>
                    <a:pt x="72586" y="7525"/>
                  </a:lnTo>
                  <a:lnTo>
                    <a:pt x="71977" y="5889"/>
                  </a:lnTo>
                  <a:lnTo>
                    <a:pt x="72182" y="3987"/>
                  </a:lnTo>
                  <a:lnTo>
                    <a:pt x="73035" y="2526"/>
                  </a:lnTo>
                  <a:lnTo>
                    <a:pt x="73970" y="2062"/>
                  </a:lnTo>
                  <a:lnTo>
                    <a:pt x="74153" y="1895"/>
                  </a:lnTo>
                  <a:lnTo>
                    <a:pt x="75066" y="0"/>
                  </a:lnTo>
                  <a:lnTo>
                    <a:pt x="75241" y="1043"/>
                  </a:lnTo>
                  <a:lnTo>
                    <a:pt x="74671" y="4512"/>
                  </a:lnTo>
                  <a:lnTo>
                    <a:pt x="73925" y="5859"/>
                  </a:lnTo>
                  <a:lnTo>
                    <a:pt x="73879" y="7068"/>
                  </a:lnTo>
                  <a:close/>
                  <a:moveTo>
                    <a:pt x="791" y="99862"/>
                  </a:moveTo>
                  <a:lnTo>
                    <a:pt x="312" y="99954"/>
                  </a:lnTo>
                  <a:lnTo>
                    <a:pt x="0" y="99885"/>
                  </a:lnTo>
                  <a:lnTo>
                    <a:pt x="38" y="99581"/>
                  </a:lnTo>
                  <a:lnTo>
                    <a:pt x="358" y="99269"/>
                  </a:lnTo>
                  <a:lnTo>
                    <a:pt x="799" y="99132"/>
                  </a:lnTo>
                  <a:lnTo>
                    <a:pt x="1134" y="99238"/>
                  </a:lnTo>
                  <a:lnTo>
                    <a:pt x="1095" y="99528"/>
                  </a:lnTo>
                  <a:lnTo>
                    <a:pt x="791" y="99862"/>
                  </a:lnTo>
                  <a:close/>
                </a:path>
              </a:pathLst>
            </a:custGeom>
            <a:solidFill>
              <a:srgbClr val="2562E8"/>
            </a:solidFill>
            <a:ln w="6168" cap="flat">
              <a:solidFill>
                <a:srgbClr val="2562E8"/>
              </a:solidFill>
              <a:prstDash val="solid"/>
              <a:miter/>
            </a:ln>
          </p:spPr>
          <p:txBody>
            <a:bodyPr/>
            <a:lstStyle/>
            <a:p>
              <a:endParaRPr lang="en-US"/>
            </a:p>
          </p:txBody>
        </p:sp>
        <p:sp>
          <p:nvSpPr>
            <p:cNvPr id="2300" name="Freeform: Shape 2299">
              <a:extLst>
                <a:ext uri="{FF2B5EF4-FFF2-40B4-BE49-F238E27FC236}">
                  <a16:creationId xmlns:a16="http://schemas.microsoft.com/office/drawing/2014/main" id="{52A76F90-CDC7-6BA2-BF9B-4280FBF8FA8D}"/>
                </a:ext>
              </a:extLst>
            </p:cNvPr>
            <p:cNvSpPr/>
            <p:nvPr/>
          </p:nvSpPr>
          <p:spPr>
            <a:xfrm>
              <a:off x="8236055" y="5421369"/>
              <a:ext cx="179569" cy="191537"/>
            </a:xfrm>
            <a:custGeom>
              <a:avLst/>
              <a:gdLst>
                <a:gd name="csX0" fmla="*/ 95906 w 179569"/>
                <a:gd name="csY0" fmla="*/ 19813 h 191537"/>
                <a:gd name="csX1" fmla="*/ 96378 w 179569"/>
                <a:gd name="csY1" fmla="*/ 21456 h 191537"/>
                <a:gd name="csX2" fmla="*/ 96659 w 179569"/>
                <a:gd name="csY2" fmla="*/ 22727 h 191537"/>
                <a:gd name="csX3" fmla="*/ 97367 w 179569"/>
                <a:gd name="csY3" fmla="*/ 23624 h 191537"/>
                <a:gd name="csX4" fmla="*/ 98067 w 179569"/>
                <a:gd name="csY4" fmla="*/ 24819 h 191537"/>
                <a:gd name="csX5" fmla="*/ 98774 w 179569"/>
                <a:gd name="csY5" fmla="*/ 25496 h 191537"/>
                <a:gd name="csX6" fmla="*/ 99269 w 179569"/>
                <a:gd name="csY6" fmla="*/ 26622 h 191537"/>
                <a:gd name="csX7" fmla="*/ 99124 w 179569"/>
                <a:gd name="csY7" fmla="*/ 27893 h 191537"/>
                <a:gd name="csX8" fmla="*/ 99413 w 179569"/>
                <a:gd name="csY8" fmla="*/ 29544 h 191537"/>
                <a:gd name="csX9" fmla="*/ 99764 w 179569"/>
                <a:gd name="csY9" fmla="*/ 30967 h 191537"/>
                <a:gd name="csX10" fmla="*/ 100113 w 179569"/>
                <a:gd name="csY10" fmla="*/ 31347 h 191537"/>
                <a:gd name="csX11" fmla="*/ 101133 w 179569"/>
                <a:gd name="csY11" fmla="*/ 31720 h 191537"/>
                <a:gd name="csX12" fmla="*/ 101635 w 179569"/>
                <a:gd name="csY12" fmla="*/ 33013 h 191537"/>
                <a:gd name="csX13" fmla="*/ 101270 w 179569"/>
                <a:gd name="csY13" fmla="*/ 33668 h 191537"/>
                <a:gd name="csX14" fmla="*/ 101414 w 179569"/>
                <a:gd name="csY14" fmla="*/ 34421 h 191537"/>
                <a:gd name="csX15" fmla="*/ 101780 w 179569"/>
                <a:gd name="csY15" fmla="*/ 35152 h 191537"/>
                <a:gd name="csX16" fmla="*/ 101445 w 179569"/>
                <a:gd name="csY16" fmla="*/ 35874 h 191537"/>
                <a:gd name="csX17" fmla="*/ 101620 w 179569"/>
                <a:gd name="csY17" fmla="*/ 36415 h 191537"/>
                <a:gd name="csX18" fmla="*/ 102305 w 179569"/>
                <a:gd name="csY18" fmla="*/ 36901 h 191537"/>
                <a:gd name="csX19" fmla="*/ 102944 w 179569"/>
                <a:gd name="csY19" fmla="*/ 38705 h 191537"/>
                <a:gd name="csX20" fmla="*/ 103012 w 179569"/>
                <a:gd name="csY20" fmla="*/ 41794 h 191537"/>
                <a:gd name="csX21" fmla="*/ 102305 w 179569"/>
                <a:gd name="csY21" fmla="*/ 43452 h 191537"/>
                <a:gd name="csX22" fmla="*/ 101742 w 179569"/>
                <a:gd name="csY22" fmla="*/ 44807 h 191537"/>
                <a:gd name="csX23" fmla="*/ 101605 w 179569"/>
                <a:gd name="csY23" fmla="*/ 45636 h 191537"/>
                <a:gd name="csX24" fmla="*/ 102023 w 179569"/>
                <a:gd name="csY24" fmla="*/ 46838 h 191537"/>
                <a:gd name="csX25" fmla="*/ 101316 w 179569"/>
                <a:gd name="csY25" fmla="*/ 48269 h 191537"/>
                <a:gd name="csX26" fmla="*/ 100471 w 179569"/>
                <a:gd name="csY26" fmla="*/ 50003 h 191537"/>
                <a:gd name="csX27" fmla="*/ 100684 w 179569"/>
                <a:gd name="csY27" fmla="*/ 51213 h 191537"/>
                <a:gd name="csX28" fmla="*/ 100821 w 179569"/>
                <a:gd name="csY28" fmla="*/ 52347 h 191537"/>
                <a:gd name="csX29" fmla="*/ 100889 w 179569"/>
                <a:gd name="csY29" fmla="*/ 53557 h 191537"/>
                <a:gd name="csX30" fmla="*/ 101103 w 179569"/>
                <a:gd name="csY30" fmla="*/ 54690 h 191537"/>
                <a:gd name="csX31" fmla="*/ 100821 w 179569"/>
                <a:gd name="csY31" fmla="*/ 55900 h 191537"/>
                <a:gd name="csX32" fmla="*/ 100540 w 179569"/>
                <a:gd name="csY32" fmla="*/ 56957 h 191537"/>
                <a:gd name="csX33" fmla="*/ 100395 w 179569"/>
                <a:gd name="csY33" fmla="*/ 58167 h 191537"/>
                <a:gd name="csX34" fmla="*/ 100753 w 179569"/>
                <a:gd name="csY34" fmla="*/ 59529 h 191537"/>
                <a:gd name="csX35" fmla="*/ 100113 w 179569"/>
                <a:gd name="csY35" fmla="*/ 60815 h 191537"/>
                <a:gd name="csX36" fmla="*/ 99764 w 179569"/>
                <a:gd name="csY36" fmla="*/ 61721 h 191537"/>
                <a:gd name="csX37" fmla="*/ 99619 w 179569"/>
                <a:gd name="csY37" fmla="*/ 62634 h 191537"/>
                <a:gd name="csX38" fmla="*/ 100258 w 179569"/>
                <a:gd name="csY38" fmla="*/ 64071 h 191537"/>
                <a:gd name="csX39" fmla="*/ 101886 w 179569"/>
                <a:gd name="csY39" fmla="*/ 64680 h 191537"/>
                <a:gd name="csX40" fmla="*/ 103157 w 179569"/>
                <a:gd name="csY40" fmla="*/ 64832 h 191537"/>
                <a:gd name="csX41" fmla="*/ 104351 w 179569"/>
                <a:gd name="csY41" fmla="*/ 64071 h 191537"/>
                <a:gd name="csX42" fmla="*/ 105272 w 179569"/>
                <a:gd name="csY42" fmla="*/ 63843 h 191537"/>
                <a:gd name="csX43" fmla="*/ 106969 w 179569"/>
                <a:gd name="csY43" fmla="*/ 64528 h 191537"/>
                <a:gd name="csX44" fmla="*/ 108521 w 179569"/>
                <a:gd name="csY44" fmla="*/ 65738 h 191537"/>
                <a:gd name="csX45" fmla="*/ 110499 w 179569"/>
                <a:gd name="csY45" fmla="*/ 65890 h 191537"/>
                <a:gd name="csX46" fmla="*/ 112264 w 179569"/>
                <a:gd name="csY46" fmla="*/ 66118 h 191537"/>
                <a:gd name="csX47" fmla="*/ 113604 w 179569"/>
                <a:gd name="csY47" fmla="*/ 66499 h 191537"/>
                <a:gd name="csX48" fmla="*/ 115582 w 179569"/>
                <a:gd name="csY48" fmla="*/ 66042 h 191537"/>
                <a:gd name="csX49" fmla="*/ 117636 w 179569"/>
                <a:gd name="csY49" fmla="*/ 66499 h 191537"/>
                <a:gd name="csX50" fmla="*/ 120033 w 179569"/>
                <a:gd name="csY50" fmla="*/ 67183 h 191537"/>
                <a:gd name="csX51" fmla="*/ 122011 w 179569"/>
                <a:gd name="csY51" fmla="*/ 67785 h 191537"/>
                <a:gd name="csX52" fmla="*/ 123989 w 179569"/>
                <a:gd name="csY52" fmla="*/ 67632 h 191537"/>
                <a:gd name="csX53" fmla="*/ 125473 w 179569"/>
                <a:gd name="csY53" fmla="*/ 67564 h 191537"/>
                <a:gd name="csX54" fmla="*/ 127025 w 179569"/>
                <a:gd name="csY54" fmla="*/ 66879 h 191537"/>
                <a:gd name="csX55" fmla="*/ 128509 w 179569"/>
                <a:gd name="csY55" fmla="*/ 66955 h 191537"/>
                <a:gd name="csX56" fmla="*/ 129635 w 179569"/>
                <a:gd name="csY56" fmla="*/ 65738 h 191537"/>
                <a:gd name="csX57" fmla="*/ 130274 w 179569"/>
                <a:gd name="csY57" fmla="*/ 64680 h 191537"/>
                <a:gd name="csX58" fmla="*/ 130837 w 179569"/>
                <a:gd name="csY58" fmla="*/ 63920 h 191537"/>
                <a:gd name="csX59" fmla="*/ 132465 w 179569"/>
                <a:gd name="csY59" fmla="*/ 63311 h 191537"/>
                <a:gd name="csX60" fmla="*/ 133591 w 179569"/>
                <a:gd name="csY60" fmla="*/ 63691 h 191537"/>
                <a:gd name="csX61" fmla="*/ 134512 w 179569"/>
                <a:gd name="csY61" fmla="*/ 65669 h 191537"/>
                <a:gd name="csX62" fmla="*/ 136132 w 179569"/>
                <a:gd name="csY62" fmla="*/ 66803 h 191537"/>
                <a:gd name="csX63" fmla="*/ 136771 w 179569"/>
                <a:gd name="csY63" fmla="*/ 67632 h 191537"/>
                <a:gd name="csX64" fmla="*/ 137966 w 179569"/>
                <a:gd name="csY64" fmla="*/ 68021 h 191537"/>
                <a:gd name="csX65" fmla="*/ 140583 w 179569"/>
                <a:gd name="csY65" fmla="*/ 68089 h 191537"/>
                <a:gd name="csX66" fmla="*/ 142212 w 179569"/>
                <a:gd name="csY66" fmla="*/ 68021 h 191537"/>
                <a:gd name="csX67" fmla="*/ 144045 w 179569"/>
                <a:gd name="csY67" fmla="*/ 68621 h 191537"/>
                <a:gd name="csX68" fmla="*/ 145240 w 179569"/>
                <a:gd name="csY68" fmla="*/ 68621 h 191537"/>
                <a:gd name="csX69" fmla="*/ 146305 w 179569"/>
                <a:gd name="csY69" fmla="*/ 69687 h 191537"/>
                <a:gd name="csX70" fmla="*/ 147294 w 179569"/>
                <a:gd name="csY70" fmla="*/ 70973 h 191537"/>
                <a:gd name="csX71" fmla="*/ 147431 w 179569"/>
                <a:gd name="csY71" fmla="*/ 73331 h 191537"/>
                <a:gd name="csX72" fmla="*/ 148352 w 179569"/>
                <a:gd name="csY72" fmla="*/ 75157 h 191537"/>
                <a:gd name="csX73" fmla="*/ 149554 w 179569"/>
                <a:gd name="csY73" fmla="*/ 75842 h 191537"/>
                <a:gd name="csX74" fmla="*/ 150185 w 179569"/>
                <a:gd name="csY74" fmla="*/ 76983 h 191537"/>
                <a:gd name="csX75" fmla="*/ 149980 w 179569"/>
                <a:gd name="csY75" fmla="*/ 78581 h 191537"/>
                <a:gd name="csX76" fmla="*/ 149409 w 179569"/>
                <a:gd name="csY76" fmla="*/ 80179 h 191537"/>
                <a:gd name="csX77" fmla="*/ 149486 w 179569"/>
                <a:gd name="csY77" fmla="*/ 81936 h 191537"/>
                <a:gd name="csX78" fmla="*/ 150117 w 179569"/>
                <a:gd name="csY78" fmla="*/ 83534 h 191537"/>
                <a:gd name="csX79" fmla="*/ 150117 w 179569"/>
                <a:gd name="csY79" fmla="*/ 85140 h 191537"/>
                <a:gd name="csX80" fmla="*/ 150543 w 179569"/>
                <a:gd name="csY80" fmla="*/ 86737 h 191537"/>
                <a:gd name="csX81" fmla="*/ 151388 w 179569"/>
                <a:gd name="csY81" fmla="*/ 88115 h 191537"/>
                <a:gd name="csX82" fmla="*/ 151669 w 179569"/>
                <a:gd name="csY82" fmla="*/ 90329 h 191537"/>
                <a:gd name="csX83" fmla="*/ 151532 w 179569"/>
                <a:gd name="csY83" fmla="*/ 91934 h 191537"/>
                <a:gd name="csX84" fmla="*/ 152095 w 179569"/>
                <a:gd name="csY84" fmla="*/ 92855 h 191537"/>
                <a:gd name="csX85" fmla="*/ 152308 w 179569"/>
                <a:gd name="csY85" fmla="*/ 94156 h 191537"/>
                <a:gd name="csX86" fmla="*/ 151951 w 179569"/>
                <a:gd name="csY86" fmla="*/ 95221 h 191537"/>
                <a:gd name="csX87" fmla="*/ 151814 w 179569"/>
                <a:gd name="csY87" fmla="*/ 96682 h 191537"/>
                <a:gd name="csX88" fmla="*/ 151882 w 179569"/>
                <a:gd name="csY88" fmla="*/ 97983 h 191537"/>
                <a:gd name="csX89" fmla="*/ 152308 w 179569"/>
                <a:gd name="csY89" fmla="*/ 99056 h 191537"/>
                <a:gd name="csX90" fmla="*/ 153579 w 179569"/>
                <a:gd name="csY90" fmla="*/ 100433 h 191537"/>
                <a:gd name="csX91" fmla="*/ 153929 w 179569"/>
                <a:gd name="csY91" fmla="*/ 102891 h 191537"/>
                <a:gd name="csX92" fmla="*/ 153929 w 179569"/>
                <a:gd name="csY92" fmla="*/ 104580 h 191537"/>
                <a:gd name="csX93" fmla="*/ 154492 w 179569"/>
                <a:gd name="csY93" fmla="*/ 106573 h 191537"/>
                <a:gd name="csX94" fmla="*/ 155557 w 179569"/>
                <a:gd name="csY94" fmla="*/ 107501 h 191537"/>
                <a:gd name="csX95" fmla="*/ 157254 w 179569"/>
                <a:gd name="csY95" fmla="*/ 107806 h 191537"/>
                <a:gd name="csX96" fmla="*/ 159225 w 179569"/>
                <a:gd name="csY96" fmla="*/ 108110 h 191537"/>
                <a:gd name="csX97" fmla="*/ 161629 w 179569"/>
                <a:gd name="csY97" fmla="*/ 107653 h 191537"/>
                <a:gd name="csX98" fmla="*/ 163752 w 179569"/>
                <a:gd name="csY98" fmla="*/ 107113 h 191537"/>
                <a:gd name="csX99" fmla="*/ 164946 w 179569"/>
                <a:gd name="csY99" fmla="*/ 106573 h 191537"/>
                <a:gd name="csX100" fmla="*/ 167274 w 179569"/>
                <a:gd name="csY100" fmla="*/ 105120 h 191537"/>
                <a:gd name="csX101" fmla="*/ 169329 w 179569"/>
                <a:gd name="csY101" fmla="*/ 104268 h 191537"/>
                <a:gd name="csX102" fmla="*/ 170386 w 179569"/>
                <a:gd name="csY102" fmla="*/ 103735 h 191537"/>
                <a:gd name="csX103" fmla="*/ 171375 w 179569"/>
                <a:gd name="csY103" fmla="*/ 103347 h 191537"/>
                <a:gd name="csX104" fmla="*/ 173422 w 179569"/>
                <a:gd name="csY104" fmla="*/ 104268 h 191537"/>
                <a:gd name="csX105" fmla="*/ 175332 w 179569"/>
                <a:gd name="csY105" fmla="*/ 105424 h 191537"/>
                <a:gd name="csX106" fmla="*/ 176808 w 179569"/>
                <a:gd name="csY106" fmla="*/ 107037 h 191537"/>
                <a:gd name="csX107" fmla="*/ 179570 w 179569"/>
                <a:gd name="csY107" fmla="*/ 108802 h 191537"/>
                <a:gd name="csX108" fmla="*/ 179030 w 179569"/>
                <a:gd name="csY108" fmla="*/ 109236 h 191537"/>
                <a:gd name="csX109" fmla="*/ 177934 w 179569"/>
                <a:gd name="csY109" fmla="*/ 110689 h 191537"/>
                <a:gd name="csX110" fmla="*/ 177957 w 179569"/>
                <a:gd name="csY110" fmla="*/ 112386 h 191537"/>
                <a:gd name="csX111" fmla="*/ 178733 w 179569"/>
                <a:gd name="csY111" fmla="*/ 114828 h 191537"/>
                <a:gd name="csX112" fmla="*/ 178048 w 179569"/>
                <a:gd name="csY112" fmla="*/ 120010 h 191537"/>
                <a:gd name="csX113" fmla="*/ 175910 w 179569"/>
                <a:gd name="csY113" fmla="*/ 127938 h 191537"/>
                <a:gd name="csX114" fmla="*/ 175035 w 179569"/>
                <a:gd name="csY114" fmla="*/ 132572 h 191537"/>
                <a:gd name="csX115" fmla="*/ 175415 w 179569"/>
                <a:gd name="csY115" fmla="*/ 133888 h 191537"/>
                <a:gd name="csX116" fmla="*/ 174624 w 179569"/>
                <a:gd name="csY116" fmla="*/ 136208 h 191537"/>
                <a:gd name="csX117" fmla="*/ 171695 w 179569"/>
                <a:gd name="csY117" fmla="*/ 141200 h 191537"/>
                <a:gd name="csX118" fmla="*/ 171581 w 179569"/>
                <a:gd name="csY118" fmla="*/ 144570 h 191537"/>
                <a:gd name="csX119" fmla="*/ 171238 w 179569"/>
                <a:gd name="csY119" fmla="*/ 154712 h 191537"/>
                <a:gd name="csX120" fmla="*/ 170257 w 179569"/>
                <a:gd name="csY120" fmla="*/ 161880 h 191537"/>
                <a:gd name="csX121" fmla="*/ 168606 w 179569"/>
                <a:gd name="csY121" fmla="*/ 167190 h 191537"/>
                <a:gd name="csX122" fmla="*/ 167107 w 179569"/>
                <a:gd name="csY122" fmla="*/ 170028 h 191537"/>
                <a:gd name="csX123" fmla="*/ 165745 w 179569"/>
                <a:gd name="csY123" fmla="*/ 170371 h 191537"/>
                <a:gd name="csX124" fmla="*/ 164779 w 179569"/>
                <a:gd name="csY124" fmla="*/ 171223 h 191537"/>
                <a:gd name="csX125" fmla="*/ 164185 w 179569"/>
                <a:gd name="csY125" fmla="*/ 172569 h 191537"/>
                <a:gd name="csX126" fmla="*/ 163090 w 179569"/>
                <a:gd name="csY126" fmla="*/ 173696 h 191537"/>
                <a:gd name="csX127" fmla="*/ 161477 w 179569"/>
                <a:gd name="csY127" fmla="*/ 174601 h 191537"/>
                <a:gd name="csX128" fmla="*/ 160609 w 179569"/>
                <a:gd name="csY128" fmla="*/ 175590 h 191537"/>
                <a:gd name="csX129" fmla="*/ 160472 w 179569"/>
                <a:gd name="csY129" fmla="*/ 176663 h 191537"/>
                <a:gd name="csX130" fmla="*/ 158935 w 179569"/>
                <a:gd name="csY130" fmla="*/ 177355 h 191537"/>
                <a:gd name="csX131" fmla="*/ 155991 w 179569"/>
                <a:gd name="csY131" fmla="*/ 177667 h 191537"/>
                <a:gd name="csX132" fmla="*/ 154271 w 179569"/>
                <a:gd name="csY132" fmla="*/ 178527 h 191537"/>
                <a:gd name="csX133" fmla="*/ 153754 w 179569"/>
                <a:gd name="csY133" fmla="*/ 179935 h 191537"/>
                <a:gd name="csX134" fmla="*/ 152772 w 179569"/>
                <a:gd name="csY134" fmla="*/ 181053 h 191537"/>
                <a:gd name="csX135" fmla="*/ 151312 w 179569"/>
                <a:gd name="csY135" fmla="*/ 181882 h 191537"/>
                <a:gd name="csX136" fmla="*/ 150627 w 179569"/>
                <a:gd name="csY136" fmla="*/ 183260 h 191537"/>
                <a:gd name="csX137" fmla="*/ 150695 w 179569"/>
                <a:gd name="csY137" fmla="*/ 185185 h 191537"/>
                <a:gd name="csX138" fmla="*/ 149858 w 179569"/>
                <a:gd name="csY138" fmla="*/ 186828 h 191537"/>
                <a:gd name="csX139" fmla="*/ 148116 w 179569"/>
                <a:gd name="csY139" fmla="*/ 188205 h 191537"/>
                <a:gd name="csX140" fmla="*/ 146503 w 179569"/>
                <a:gd name="csY140" fmla="*/ 188243 h 191537"/>
                <a:gd name="csX141" fmla="*/ 145034 w 179569"/>
                <a:gd name="csY141" fmla="*/ 186942 h 191537"/>
                <a:gd name="csX142" fmla="*/ 143056 w 179569"/>
                <a:gd name="csY142" fmla="*/ 186082 h 191537"/>
                <a:gd name="csX143" fmla="*/ 140583 w 179569"/>
                <a:gd name="csY143" fmla="*/ 185649 h 191537"/>
                <a:gd name="csX144" fmla="*/ 138522 w 179569"/>
                <a:gd name="csY144" fmla="*/ 185983 h 191537"/>
                <a:gd name="csX145" fmla="*/ 136863 w 179569"/>
                <a:gd name="csY145" fmla="*/ 187064 h 191537"/>
                <a:gd name="csX146" fmla="*/ 135394 w 179569"/>
                <a:gd name="csY146" fmla="*/ 188784 h 191537"/>
                <a:gd name="csX147" fmla="*/ 134116 w 179569"/>
                <a:gd name="csY147" fmla="*/ 191142 h 191537"/>
                <a:gd name="csX148" fmla="*/ 132693 w 179569"/>
                <a:gd name="csY148" fmla="*/ 191538 h 191537"/>
                <a:gd name="csX149" fmla="*/ 131126 w 179569"/>
                <a:gd name="csY149" fmla="*/ 189955 h 191537"/>
                <a:gd name="csX150" fmla="*/ 129140 w 179569"/>
                <a:gd name="csY150" fmla="*/ 189476 h 191537"/>
                <a:gd name="csX151" fmla="*/ 126743 w 179569"/>
                <a:gd name="csY151" fmla="*/ 190100 h 191537"/>
                <a:gd name="csX152" fmla="*/ 124826 w 179569"/>
                <a:gd name="csY152" fmla="*/ 189887 h 191537"/>
                <a:gd name="csX153" fmla="*/ 123411 w 179569"/>
                <a:gd name="csY153" fmla="*/ 188829 h 191537"/>
                <a:gd name="csX154" fmla="*/ 121227 w 179569"/>
                <a:gd name="csY154" fmla="*/ 188715 h 191537"/>
                <a:gd name="csX155" fmla="*/ 118283 w 179569"/>
                <a:gd name="csY155" fmla="*/ 189537 h 191537"/>
                <a:gd name="csX156" fmla="*/ 112318 w 179569"/>
                <a:gd name="csY156" fmla="*/ 188586 h 191537"/>
                <a:gd name="csX157" fmla="*/ 103324 w 179569"/>
                <a:gd name="csY157" fmla="*/ 185862 h 191537"/>
                <a:gd name="csX158" fmla="*/ 95723 w 179569"/>
                <a:gd name="csY158" fmla="*/ 184827 h 191537"/>
                <a:gd name="csX159" fmla="*/ 86403 w 179569"/>
                <a:gd name="csY159" fmla="*/ 185808 h 191537"/>
                <a:gd name="csX160" fmla="*/ 85611 w 179569"/>
                <a:gd name="csY160" fmla="*/ 182978 h 191537"/>
                <a:gd name="csX161" fmla="*/ 86106 w 179569"/>
                <a:gd name="csY161" fmla="*/ 181457 h 191537"/>
                <a:gd name="csX162" fmla="*/ 87620 w 179569"/>
                <a:gd name="csY162" fmla="*/ 180308 h 191537"/>
                <a:gd name="csX163" fmla="*/ 88571 w 179569"/>
                <a:gd name="csY163" fmla="*/ 179006 h 191537"/>
                <a:gd name="csX164" fmla="*/ 88959 w 179569"/>
                <a:gd name="csY164" fmla="*/ 177553 h 191537"/>
                <a:gd name="csX165" fmla="*/ 90002 w 179569"/>
                <a:gd name="csY165" fmla="*/ 176442 h 191537"/>
                <a:gd name="csX166" fmla="*/ 91706 w 179569"/>
                <a:gd name="csY166" fmla="*/ 175681 h 191537"/>
                <a:gd name="csX167" fmla="*/ 92429 w 179569"/>
                <a:gd name="csY167" fmla="*/ 174913 h 191537"/>
                <a:gd name="csX168" fmla="*/ 92170 w 179569"/>
                <a:gd name="csY168" fmla="*/ 174129 h 191537"/>
                <a:gd name="csX169" fmla="*/ 92535 w 179569"/>
                <a:gd name="csY169" fmla="*/ 173444 h 191537"/>
                <a:gd name="csX170" fmla="*/ 93517 w 179569"/>
                <a:gd name="csY170" fmla="*/ 172843 h 191537"/>
                <a:gd name="csX171" fmla="*/ 94072 w 179569"/>
                <a:gd name="csY171" fmla="*/ 171900 h 191537"/>
                <a:gd name="csX172" fmla="*/ 94202 w 179569"/>
                <a:gd name="csY172" fmla="*/ 170614 h 191537"/>
                <a:gd name="csX173" fmla="*/ 94574 w 179569"/>
                <a:gd name="csY173" fmla="*/ 169975 h 191537"/>
                <a:gd name="csX174" fmla="*/ 95229 w 179569"/>
                <a:gd name="csY174" fmla="*/ 169503 h 191537"/>
                <a:gd name="csX175" fmla="*/ 95305 w 179569"/>
                <a:gd name="csY175" fmla="*/ 168605 h 191537"/>
                <a:gd name="csX176" fmla="*/ 94940 w 179569"/>
                <a:gd name="csY176" fmla="*/ 165859 h 191537"/>
                <a:gd name="csX177" fmla="*/ 94985 w 179569"/>
                <a:gd name="csY177" fmla="*/ 163599 h 191537"/>
                <a:gd name="csX178" fmla="*/ 95442 w 179569"/>
                <a:gd name="csY178" fmla="*/ 161842 h 191537"/>
                <a:gd name="csX179" fmla="*/ 96012 w 179569"/>
                <a:gd name="csY179" fmla="*/ 160784 h 191537"/>
                <a:gd name="csX180" fmla="*/ 96416 w 179569"/>
                <a:gd name="csY180" fmla="*/ 160518 h 191537"/>
                <a:gd name="csX181" fmla="*/ 96796 w 179569"/>
                <a:gd name="csY181" fmla="*/ 159894 h 191537"/>
                <a:gd name="csX182" fmla="*/ 96941 w 179569"/>
                <a:gd name="csY182" fmla="*/ 158836 h 191537"/>
                <a:gd name="csX183" fmla="*/ 97557 w 179569"/>
                <a:gd name="csY183" fmla="*/ 157847 h 191537"/>
                <a:gd name="csX184" fmla="*/ 100532 w 179569"/>
                <a:gd name="csY184" fmla="*/ 155823 h 191537"/>
                <a:gd name="csX185" fmla="*/ 101650 w 179569"/>
                <a:gd name="csY185" fmla="*/ 154728 h 191537"/>
                <a:gd name="csX186" fmla="*/ 101749 w 179569"/>
                <a:gd name="csY186" fmla="*/ 153723 h 191537"/>
                <a:gd name="csX187" fmla="*/ 102198 w 179569"/>
                <a:gd name="csY187" fmla="*/ 152376 h 191537"/>
                <a:gd name="csX188" fmla="*/ 103963 w 179569"/>
                <a:gd name="csY188" fmla="*/ 149462 h 191537"/>
                <a:gd name="csX189" fmla="*/ 104504 w 179569"/>
                <a:gd name="csY189" fmla="*/ 148100 h 191537"/>
                <a:gd name="csX190" fmla="*/ 104549 w 179569"/>
                <a:gd name="csY190" fmla="*/ 147423 h 191537"/>
                <a:gd name="csX191" fmla="*/ 105181 w 179569"/>
                <a:gd name="csY191" fmla="*/ 146716 h 191537"/>
                <a:gd name="csX192" fmla="*/ 107311 w 179569"/>
                <a:gd name="csY192" fmla="*/ 145103 h 191537"/>
                <a:gd name="csX193" fmla="*/ 108460 w 179569"/>
                <a:gd name="csY193" fmla="*/ 143589 h 191537"/>
                <a:gd name="csX194" fmla="*/ 108643 w 179569"/>
                <a:gd name="csY194" fmla="*/ 142166 h 191537"/>
                <a:gd name="csX195" fmla="*/ 108133 w 179569"/>
                <a:gd name="csY195" fmla="*/ 140553 h 191537"/>
                <a:gd name="csX196" fmla="*/ 106923 w 179569"/>
                <a:gd name="csY196" fmla="*/ 138749 h 191537"/>
                <a:gd name="csX197" fmla="*/ 103126 w 179569"/>
                <a:gd name="csY197" fmla="*/ 134238 h 191537"/>
                <a:gd name="csX198" fmla="*/ 100174 w 179569"/>
                <a:gd name="csY198" fmla="*/ 132191 h 191537"/>
                <a:gd name="csX199" fmla="*/ 96400 w 179569"/>
                <a:gd name="csY199" fmla="*/ 130509 h 191537"/>
                <a:gd name="csX200" fmla="*/ 93920 w 179569"/>
                <a:gd name="csY200" fmla="*/ 129962 h 191537"/>
                <a:gd name="csX201" fmla="*/ 92725 w 179569"/>
                <a:gd name="csY201" fmla="*/ 130555 h 191537"/>
                <a:gd name="csX202" fmla="*/ 91516 w 179569"/>
                <a:gd name="csY202" fmla="*/ 130083 h 191537"/>
                <a:gd name="csX203" fmla="*/ 90291 w 179569"/>
                <a:gd name="csY203" fmla="*/ 128562 h 191537"/>
                <a:gd name="csX204" fmla="*/ 88221 w 179569"/>
                <a:gd name="csY204" fmla="*/ 127359 h 191537"/>
                <a:gd name="csX205" fmla="*/ 83862 w 179569"/>
                <a:gd name="csY205" fmla="*/ 126051 h 191537"/>
                <a:gd name="csX206" fmla="*/ 73963 w 179569"/>
                <a:gd name="csY206" fmla="*/ 120809 h 191537"/>
                <a:gd name="csX207" fmla="*/ 69999 w 179569"/>
                <a:gd name="csY207" fmla="*/ 118275 h 191537"/>
                <a:gd name="csX208" fmla="*/ 68667 w 179569"/>
                <a:gd name="csY208" fmla="*/ 116715 h 191537"/>
                <a:gd name="csX209" fmla="*/ 64970 w 179569"/>
                <a:gd name="csY209" fmla="*/ 113915 h 191537"/>
                <a:gd name="csX210" fmla="*/ 58906 w 179569"/>
                <a:gd name="csY210" fmla="*/ 109882 h 191537"/>
                <a:gd name="csX211" fmla="*/ 54257 w 179569"/>
                <a:gd name="csY211" fmla="*/ 107919 h 191537"/>
                <a:gd name="csX212" fmla="*/ 51015 w 179569"/>
                <a:gd name="csY212" fmla="*/ 108026 h 191537"/>
                <a:gd name="csX213" fmla="*/ 45819 w 179569"/>
                <a:gd name="csY213" fmla="*/ 106862 h 191537"/>
                <a:gd name="csX214" fmla="*/ 38674 w 179569"/>
                <a:gd name="csY214" fmla="*/ 104412 h 191537"/>
                <a:gd name="csX215" fmla="*/ 34558 w 179569"/>
                <a:gd name="csY215" fmla="*/ 102031 h 191537"/>
                <a:gd name="csX216" fmla="*/ 33447 w 179569"/>
                <a:gd name="csY216" fmla="*/ 99733 h 191537"/>
                <a:gd name="csX217" fmla="*/ 30807 w 179569"/>
                <a:gd name="csY217" fmla="*/ 97428 h 191537"/>
                <a:gd name="csX218" fmla="*/ 26630 w 179569"/>
                <a:gd name="csY218" fmla="*/ 95122 h 191537"/>
                <a:gd name="csX219" fmla="*/ 24462 w 179569"/>
                <a:gd name="csY219" fmla="*/ 93608 h 191537"/>
                <a:gd name="csX220" fmla="*/ 24302 w 179569"/>
                <a:gd name="csY220" fmla="*/ 92877 h 191537"/>
                <a:gd name="csX221" fmla="*/ 23061 w 179569"/>
                <a:gd name="csY221" fmla="*/ 91926 h 191537"/>
                <a:gd name="csX222" fmla="*/ 20748 w 179569"/>
                <a:gd name="csY222" fmla="*/ 90755 h 191537"/>
                <a:gd name="csX223" fmla="*/ 18207 w 179569"/>
                <a:gd name="csY223" fmla="*/ 88754 h 191537"/>
                <a:gd name="csX224" fmla="*/ 15438 w 179569"/>
                <a:gd name="csY224" fmla="*/ 85923 h 191537"/>
                <a:gd name="csX225" fmla="*/ 12478 w 179569"/>
                <a:gd name="csY225" fmla="*/ 81541 h 191537"/>
                <a:gd name="csX226" fmla="*/ 9328 w 179569"/>
                <a:gd name="csY226" fmla="*/ 75629 h 191537"/>
                <a:gd name="csX227" fmla="*/ 5950 w 179569"/>
                <a:gd name="csY227" fmla="*/ 71642 h 191537"/>
                <a:gd name="csX228" fmla="*/ 2343 w 179569"/>
                <a:gd name="csY228" fmla="*/ 69588 h 191537"/>
                <a:gd name="csX229" fmla="*/ 532 w 179569"/>
                <a:gd name="csY229" fmla="*/ 68226 h 191537"/>
                <a:gd name="csX230" fmla="*/ 540 w 179569"/>
                <a:gd name="csY230" fmla="*/ 67564 h 191537"/>
                <a:gd name="csX231" fmla="*/ 0 w 179569"/>
                <a:gd name="csY231" fmla="*/ 66932 h 191537"/>
                <a:gd name="csX232" fmla="*/ 487 w 179569"/>
                <a:gd name="csY232" fmla="*/ 65791 h 191537"/>
                <a:gd name="csX233" fmla="*/ 1796 w 179569"/>
                <a:gd name="csY233" fmla="*/ 61310 h 191537"/>
                <a:gd name="csX234" fmla="*/ 3698 w 179569"/>
                <a:gd name="csY234" fmla="*/ 54827 h 191537"/>
                <a:gd name="csX235" fmla="*/ 5676 w 179569"/>
                <a:gd name="csY235" fmla="*/ 48132 h 191537"/>
                <a:gd name="csX236" fmla="*/ 7997 w 179569"/>
                <a:gd name="csY236" fmla="*/ 40257 h 191537"/>
                <a:gd name="csX237" fmla="*/ 7997 w 179569"/>
                <a:gd name="csY237" fmla="*/ 34680 h 191537"/>
                <a:gd name="csX238" fmla="*/ 8004 w 179569"/>
                <a:gd name="csY238" fmla="*/ 28821 h 191537"/>
                <a:gd name="csX239" fmla="*/ 11306 w 179569"/>
                <a:gd name="csY239" fmla="*/ 24005 h 191537"/>
                <a:gd name="csX240" fmla="*/ 13650 w 179569"/>
                <a:gd name="csY240" fmla="*/ 20589 h 191537"/>
                <a:gd name="csX241" fmla="*/ 15681 w 179569"/>
                <a:gd name="csY241" fmla="*/ 17340 h 191537"/>
                <a:gd name="csX242" fmla="*/ 17728 w 179569"/>
                <a:gd name="csY242" fmla="*/ 11786 h 191537"/>
                <a:gd name="csX243" fmla="*/ 19097 w 179569"/>
                <a:gd name="csY243" fmla="*/ 8088 h 191537"/>
                <a:gd name="csX244" fmla="*/ 24325 w 179569"/>
                <a:gd name="csY244" fmla="*/ 7205 h 191537"/>
                <a:gd name="csX245" fmla="*/ 33204 w 179569"/>
                <a:gd name="csY245" fmla="*/ 5288 h 191537"/>
                <a:gd name="csX246" fmla="*/ 37632 w 179569"/>
                <a:gd name="csY246" fmla="*/ 4329 h 191537"/>
                <a:gd name="csX247" fmla="*/ 46968 w 179569"/>
                <a:gd name="csY247" fmla="*/ 2313 h 191537"/>
                <a:gd name="csX248" fmla="*/ 56455 w 179569"/>
                <a:gd name="csY248" fmla="*/ 259 h 191537"/>
                <a:gd name="csX249" fmla="*/ 66415 w 179569"/>
                <a:gd name="csY249" fmla="*/ 129 h 191537"/>
                <a:gd name="csX250" fmla="*/ 76032 w 179569"/>
                <a:gd name="csY250" fmla="*/ 0 h 191537"/>
                <a:gd name="csX251" fmla="*/ 83489 w 179569"/>
                <a:gd name="csY251" fmla="*/ 4596 h 191537"/>
                <a:gd name="csX252" fmla="*/ 89188 w 179569"/>
                <a:gd name="csY252" fmla="*/ 8111 h 191537"/>
                <a:gd name="csX253" fmla="*/ 95465 w 179569"/>
                <a:gd name="csY253" fmla="*/ 11976 h 191537"/>
                <a:gd name="csX254" fmla="*/ 95898 w 179569"/>
                <a:gd name="csY254" fmla="*/ 12813 h 191537"/>
                <a:gd name="csX255" fmla="*/ 96332 w 179569"/>
                <a:gd name="csY255" fmla="*/ 16061 h 1915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Lst>
              <a:rect l="l" t="t" r="r" b="b"/>
              <a:pathLst>
                <a:path w="179569" h="191537">
                  <a:moveTo>
                    <a:pt x="95906" y="19813"/>
                  </a:moveTo>
                  <a:lnTo>
                    <a:pt x="96378" y="21456"/>
                  </a:lnTo>
                  <a:lnTo>
                    <a:pt x="96659" y="22727"/>
                  </a:lnTo>
                  <a:lnTo>
                    <a:pt x="97367" y="23624"/>
                  </a:lnTo>
                  <a:lnTo>
                    <a:pt x="98067" y="24819"/>
                  </a:lnTo>
                  <a:lnTo>
                    <a:pt x="98774" y="25496"/>
                  </a:lnTo>
                  <a:lnTo>
                    <a:pt x="99269" y="26622"/>
                  </a:lnTo>
                  <a:lnTo>
                    <a:pt x="99124" y="27893"/>
                  </a:lnTo>
                  <a:lnTo>
                    <a:pt x="99413" y="29544"/>
                  </a:lnTo>
                  <a:lnTo>
                    <a:pt x="99764" y="30967"/>
                  </a:lnTo>
                  <a:lnTo>
                    <a:pt x="100113" y="31347"/>
                  </a:lnTo>
                  <a:lnTo>
                    <a:pt x="101133" y="31720"/>
                  </a:lnTo>
                  <a:lnTo>
                    <a:pt x="101635" y="33013"/>
                  </a:lnTo>
                  <a:lnTo>
                    <a:pt x="101270" y="33668"/>
                  </a:lnTo>
                  <a:lnTo>
                    <a:pt x="101414" y="34421"/>
                  </a:lnTo>
                  <a:lnTo>
                    <a:pt x="101780" y="35152"/>
                  </a:lnTo>
                  <a:lnTo>
                    <a:pt x="101445" y="35874"/>
                  </a:lnTo>
                  <a:lnTo>
                    <a:pt x="101620" y="36415"/>
                  </a:lnTo>
                  <a:lnTo>
                    <a:pt x="102305" y="36901"/>
                  </a:lnTo>
                  <a:lnTo>
                    <a:pt x="102944" y="38705"/>
                  </a:lnTo>
                  <a:lnTo>
                    <a:pt x="103012" y="41794"/>
                  </a:lnTo>
                  <a:lnTo>
                    <a:pt x="102305" y="43452"/>
                  </a:lnTo>
                  <a:lnTo>
                    <a:pt x="101742" y="44807"/>
                  </a:lnTo>
                  <a:lnTo>
                    <a:pt x="101605" y="45636"/>
                  </a:lnTo>
                  <a:lnTo>
                    <a:pt x="102023" y="46838"/>
                  </a:lnTo>
                  <a:lnTo>
                    <a:pt x="101316" y="48269"/>
                  </a:lnTo>
                  <a:lnTo>
                    <a:pt x="100471" y="50003"/>
                  </a:lnTo>
                  <a:lnTo>
                    <a:pt x="100684" y="51213"/>
                  </a:lnTo>
                  <a:lnTo>
                    <a:pt x="100821" y="52347"/>
                  </a:lnTo>
                  <a:lnTo>
                    <a:pt x="100889" y="53557"/>
                  </a:lnTo>
                  <a:lnTo>
                    <a:pt x="101103" y="54690"/>
                  </a:lnTo>
                  <a:lnTo>
                    <a:pt x="100821" y="55900"/>
                  </a:lnTo>
                  <a:lnTo>
                    <a:pt x="100540" y="56957"/>
                  </a:lnTo>
                  <a:lnTo>
                    <a:pt x="100395" y="58167"/>
                  </a:lnTo>
                  <a:lnTo>
                    <a:pt x="100753" y="59529"/>
                  </a:lnTo>
                  <a:lnTo>
                    <a:pt x="100113" y="60815"/>
                  </a:lnTo>
                  <a:lnTo>
                    <a:pt x="99764" y="61721"/>
                  </a:lnTo>
                  <a:lnTo>
                    <a:pt x="99619" y="62634"/>
                  </a:lnTo>
                  <a:lnTo>
                    <a:pt x="100258" y="64071"/>
                  </a:lnTo>
                  <a:lnTo>
                    <a:pt x="101886" y="64680"/>
                  </a:lnTo>
                  <a:lnTo>
                    <a:pt x="103157" y="64832"/>
                  </a:lnTo>
                  <a:lnTo>
                    <a:pt x="104351" y="64071"/>
                  </a:lnTo>
                  <a:lnTo>
                    <a:pt x="105272" y="63843"/>
                  </a:lnTo>
                  <a:lnTo>
                    <a:pt x="106969" y="64528"/>
                  </a:lnTo>
                  <a:lnTo>
                    <a:pt x="108521" y="65738"/>
                  </a:lnTo>
                  <a:lnTo>
                    <a:pt x="110499" y="65890"/>
                  </a:lnTo>
                  <a:lnTo>
                    <a:pt x="112264" y="66118"/>
                  </a:lnTo>
                  <a:lnTo>
                    <a:pt x="113604" y="66499"/>
                  </a:lnTo>
                  <a:lnTo>
                    <a:pt x="115582" y="66042"/>
                  </a:lnTo>
                  <a:lnTo>
                    <a:pt x="117636" y="66499"/>
                  </a:lnTo>
                  <a:lnTo>
                    <a:pt x="120033" y="67183"/>
                  </a:lnTo>
                  <a:lnTo>
                    <a:pt x="122011" y="67785"/>
                  </a:lnTo>
                  <a:lnTo>
                    <a:pt x="123989" y="67632"/>
                  </a:lnTo>
                  <a:lnTo>
                    <a:pt x="125473" y="67564"/>
                  </a:lnTo>
                  <a:lnTo>
                    <a:pt x="127025" y="66879"/>
                  </a:lnTo>
                  <a:lnTo>
                    <a:pt x="128509" y="66955"/>
                  </a:lnTo>
                  <a:lnTo>
                    <a:pt x="129635" y="65738"/>
                  </a:lnTo>
                  <a:lnTo>
                    <a:pt x="130274" y="64680"/>
                  </a:lnTo>
                  <a:lnTo>
                    <a:pt x="130837" y="63920"/>
                  </a:lnTo>
                  <a:lnTo>
                    <a:pt x="132465" y="63311"/>
                  </a:lnTo>
                  <a:lnTo>
                    <a:pt x="133591" y="63691"/>
                  </a:lnTo>
                  <a:lnTo>
                    <a:pt x="134512" y="65669"/>
                  </a:lnTo>
                  <a:lnTo>
                    <a:pt x="136132" y="66803"/>
                  </a:lnTo>
                  <a:lnTo>
                    <a:pt x="136771" y="67632"/>
                  </a:lnTo>
                  <a:lnTo>
                    <a:pt x="137966" y="68021"/>
                  </a:lnTo>
                  <a:lnTo>
                    <a:pt x="140583" y="68089"/>
                  </a:lnTo>
                  <a:lnTo>
                    <a:pt x="142212" y="68021"/>
                  </a:lnTo>
                  <a:lnTo>
                    <a:pt x="144045" y="68621"/>
                  </a:lnTo>
                  <a:lnTo>
                    <a:pt x="145240" y="68621"/>
                  </a:lnTo>
                  <a:lnTo>
                    <a:pt x="146305" y="69687"/>
                  </a:lnTo>
                  <a:lnTo>
                    <a:pt x="147294" y="70973"/>
                  </a:lnTo>
                  <a:lnTo>
                    <a:pt x="147431" y="73331"/>
                  </a:lnTo>
                  <a:lnTo>
                    <a:pt x="148352" y="75157"/>
                  </a:lnTo>
                  <a:lnTo>
                    <a:pt x="149554" y="75842"/>
                  </a:lnTo>
                  <a:lnTo>
                    <a:pt x="150185" y="76983"/>
                  </a:lnTo>
                  <a:lnTo>
                    <a:pt x="149980" y="78581"/>
                  </a:lnTo>
                  <a:lnTo>
                    <a:pt x="149409" y="80179"/>
                  </a:lnTo>
                  <a:lnTo>
                    <a:pt x="149486" y="81936"/>
                  </a:lnTo>
                  <a:lnTo>
                    <a:pt x="150117" y="83534"/>
                  </a:lnTo>
                  <a:lnTo>
                    <a:pt x="150117" y="85140"/>
                  </a:lnTo>
                  <a:lnTo>
                    <a:pt x="150543" y="86737"/>
                  </a:lnTo>
                  <a:lnTo>
                    <a:pt x="151388" y="88115"/>
                  </a:lnTo>
                  <a:lnTo>
                    <a:pt x="151669" y="90329"/>
                  </a:lnTo>
                  <a:lnTo>
                    <a:pt x="151532" y="91934"/>
                  </a:lnTo>
                  <a:lnTo>
                    <a:pt x="152095" y="92855"/>
                  </a:lnTo>
                  <a:lnTo>
                    <a:pt x="152308" y="94156"/>
                  </a:lnTo>
                  <a:lnTo>
                    <a:pt x="151951" y="95221"/>
                  </a:lnTo>
                  <a:lnTo>
                    <a:pt x="151814" y="96682"/>
                  </a:lnTo>
                  <a:lnTo>
                    <a:pt x="151882" y="97983"/>
                  </a:lnTo>
                  <a:lnTo>
                    <a:pt x="152308" y="99056"/>
                  </a:lnTo>
                  <a:lnTo>
                    <a:pt x="153579" y="100433"/>
                  </a:lnTo>
                  <a:lnTo>
                    <a:pt x="153929" y="102891"/>
                  </a:lnTo>
                  <a:lnTo>
                    <a:pt x="153929" y="104580"/>
                  </a:lnTo>
                  <a:lnTo>
                    <a:pt x="154492" y="106573"/>
                  </a:lnTo>
                  <a:lnTo>
                    <a:pt x="155557" y="107501"/>
                  </a:lnTo>
                  <a:lnTo>
                    <a:pt x="157254" y="107806"/>
                  </a:lnTo>
                  <a:lnTo>
                    <a:pt x="159225" y="108110"/>
                  </a:lnTo>
                  <a:lnTo>
                    <a:pt x="161629" y="107653"/>
                  </a:lnTo>
                  <a:lnTo>
                    <a:pt x="163752" y="107113"/>
                  </a:lnTo>
                  <a:lnTo>
                    <a:pt x="164946" y="106573"/>
                  </a:lnTo>
                  <a:lnTo>
                    <a:pt x="167274" y="105120"/>
                  </a:lnTo>
                  <a:lnTo>
                    <a:pt x="169329" y="104268"/>
                  </a:lnTo>
                  <a:lnTo>
                    <a:pt x="170386" y="103735"/>
                  </a:lnTo>
                  <a:lnTo>
                    <a:pt x="171375" y="103347"/>
                  </a:lnTo>
                  <a:lnTo>
                    <a:pt x="173422" y="104268"/>
                  </a:lnTo>
                  <a:lnTo>
                    <a:pt x="175332" y="105424"/>
                  </a:lnTo>
                  <a:lnTo>
                    <a:pt x="176808" y="107037"/>
                  </a:lnTo>
                  <a:lnTo>
                    <a:pt x="179570" y="108802"/>
                  </a:lnTo>
                  <a:lnTo>
                    <a:pt x="179030" y="109236"/>
                  </a:lnTo>
                  <a:lnTo>
                    <a:pt x="177934" y="110689"/>
                  </a:lnTo>
                  <a:lnTo>
                    <a:pt x="177957" y="112386"/>
                  </a:lnTo>
                  <a:lnTo>
                    <a:pt x="178733" y="114828"/>
                  </a:lnTo>
                  <a:lnTo>
                    <a:pt x="178048" y="120010"/>
                  </a:lnTo>
                  <a:lnTo>
                    <a:pt x="175910" y="127938"/>
                  </a:lnTo>
                  <a:lnTo>
                    <a:pt x="175035" y="132572"/>
                  </a:lnTo>
                  <a:lnTo>
                    <a:pt x="175415" y="133888"/>
                  </a:lnTo>
                  <a:lnTo>
                    <a:pt x="174624" y="136208"/>
                  </a:lnTo>
                  <a:lnTo>
                    <a:pt x="171695" y="141200"/>
                  </a:lnTo>
                  <a:lnTo>
                    <a:pt x="171581" y="144570"/>
                  </a:lnTo>
                  <a:lnTo>
                    <a:pt x="171238" y="154712"/>
                  </a:lnTo>
                  <a:lnTo>
                    <a:pt x="170257" y="161880"/>
                  </a:lnTo>
                  <a:lnTo>
                    <a:pt x="168606" y="167190"/>
                  </a:lnTo>
                  <a:lnTo>
                    <a:pt x="167107" y="170028"/>
                  </a:lnTo>
                  <a:lnTo>
                    <a:pt x="165745" y="170371"/>
                  </a:lnTo>
                  <a:lnTo>
                    <a:pt x="164779" y="171223"/>
                  </a:lnTo>
                  <a:lnTo>
                    <a:pt x="164185" y="172569"/>
                  </a:lnTo>
                  <a:lnTo>
                    <a:pt x="163090" y="173696"/>
                  </a:lnTo>
                  <a:lnTo>
                    <a:pt x="161477" y="174601"/>
                  </a:lnTo>
                  <a:lnTo>
                    <a:pt x="160609" y="175590"/>
                  </a:lnTo>
                  <a:lnTo>
                    <a:pt x="160472" y="176663"/>
                  </a:lnTo>
                  <a:lnTo>
                    <a:pt x="158935" y="177355"/>
                  </a:lnTo>
                  <a:lnTo>
                    <a:pt x="155991" y="177667"/>
                  </a:lnTo>
                  <a:lnTo>
                    <a:pt x="154271" y="178527"/>
                  </a:lnTo>
                  <a:lnTo>
                    <a:pt x="153754" y="179935"/>
                  </a:lnTo>
                  <a:lnTo>
                    <a:pt x="152772" y="181053"/>
                  </a:lnTo>
                  <a:lnTo>
                    <a:pt x="151312" y="181882"/>
                  </a:lnTo>
                  <a:lnTo>
                    <a:pt x="150627" y="183260"/>
                  </a:lnTo>
                  <a:lnTo>
                    <a:pt x="150695" y="185185"/>
                  </a:lnTo>
                  <a:lnTo>
                    <a:pt x="149858" y="186828"/>
                  </a:lnTo>
                  <a:lnTo>
                    <a:pt x="148116" y="188205"/>
                  </a:lnTo>
                  <a:lnTo>
                    <a:pt x="146503" y="188243"/>
                  </a:lnTo>
                  <a:lnTo>
                    <a:pt x="145034" y="186942"/>
                  </a:lnTo>
                  <a:lnTo>
                    <a:pt x="143056" y="186082"/>
                  </a:lnTo>
                  <a:lnTo>
                    <a:pt x="140583" y="185649"/>
                  </a:lnTo>
                  <a:lnTo>
                    <a:pt x="138522" y="185983"/>
                  </a:lnTo>
                  <a:lnTo>
                    <a:pt x="136863" y="187064"/>
                  </a:lnTo>
                  <a:lnTo>
                    <a:pt x="135394" y="188784"/>
                  </a:lnTo>
                  <a:lnTo>
                    <a:pt x="134116" y="191142"/>
                  </a:lnTo>
                  <a:lnTo>
                    <a:pt x="132693" y="191538"/>
                  </a:lnTo>
                  <a:lnTo>
                    <a:pt x="131126" y="189955"/>
                  </a:lnTo>
                  <a:lnTo>
                    <a:pt x="129140" y="189476"/>
                  </a:lnTo>
                  <a:lnTo>
                    <a:pt x="126743" y="190100"/>
                  </a:lnTo>
                  <a:lnTo>
                    <a:pt x="124826" y="189887"/>
                  </a:lnTo>
                  <a:lnTo>
                    <a:pt x="123411" y="188829"/>
                  </a:lnTo>
                  <a:lnTo>
                    <a:pt x="121227" y="188715"/>
                  </a:lnTo>
                  <a:lnTo>
                    <a:pt x="118283" y="189537"/>
                  </a:lnTo>
                  <a:lnTo>
                    <a:pt x="112318" y="188586"/>
                  </a:lnTo>
                  <a:lnTo>
                    <a:pt x="103324" y="185862"/>
                  </a:lnTo>
                  <a:lnTo>
                    <a:pt x="95723" y="184827"/>
                  </a:lnTo>
                  <a:lnTo>
                    <a:pt x="86403" y="185808"/>
                  </a:lnTo>
                  <a:lnTo>
                    <a:pt x="85611" y="182978"/>
                  </a:lnTo>
                  <a:lnTo>
                    <a:pt x="86106" y="181457"/>
                  </a:lnTo>
                  <a:lnTo>
                    <a:pt x="87620" y="180308"/>
                  </a:lnTo>
                  <a:lnTo>
                    <a:pt x="88571" y="179006"/>
                  </a:lnTo>
                  <a:lnTo>
                    <a:pt x="88959" y="177553"/>
                  </a:lnTo>
                  <a:lnTo>
                    <a:pt x="90002" y="176442"/>
                  </a:lnTo>
                  <a:lnTo>
                    <a:pt x="91706" y="175681"/>
                  </a:lnTo>
                  <a:lnTo>
                    <a:pt x="92429" y="174913"/>
                  </a:lnTo>
                  <a:lnTo>
                    <a:pt x="92170" y="174129"/>
                  </a:lnTo>
                  <a:lnTo>
                    <a:pt x="92535" y="173444"/>
                  </a:lnTo>
                  <a:lnTo>
                    <a:pt x="93517" y="172843"/>
                  </a:lnTo>
                  <a:lnTo>
                    <a:pt x="94072" y="171900"/>
                  </a:lnTo>
                  <a:lnTo>
                    <a:pt x="94202" y="170614"/>
                  </a:lnTo>
                  <a:lnTo>
                    <a:pt x="94574" y="169975"/>
                  </a:lnTo>
                  <a:lnTo>
                    <a:pt x="95229" y="169503"/>
                  </a:lnTo>
                  <a:lnTo>
                    <a:pt x="95305" y="168605"/>
                  </a:lnTo>
                  <a:lnTo>
                    <a:pt x="94940" y="165859"/>
                  </a:lnTo>
                  <a:lnTo>
                    <a:pt x="94985" y="163599"/>
                  </a:lnTo>
                  <a:lnTo>
                    <a:pt x="95442" y="161842"/>
                  </a:lnTo>
                  <a:lnTo>
                    <a:pt x="96012" y="160784"/>
                  </a:lnTo>
                  <a:lnTo>
                    <a:pt x="96416" y="160518"/>
                  </a:lnTo>
                  <a:lnTo>
                    <a:pt x="96796" y="159894"/>
                  </a:lnTo>
                  <a:lnTo>
                    <a:pt x="96941" y="158836"/>
                  </a:lnTo>
                  <a:lnTo>
                    <a:pt x="97557" y="157847"/>
                  </a:lnTo>
                  <a:lnTo>
                    <a:pt x="100532" y="155823"/>
                  </a:lnTo>
                  <a:lnTo>
                    <a:pt x="101650" y="154728"/>
                  </a:lnTo>
                  <a:lnTo>
                    <a:pt x="101749" y="153723"/>
                  </a:lnTo>
                  <a:lnTo>
                    <a:pt x="102198" y="152376"/>
                  </a:lnTo>
                  <a:lnTo>
                    <a:pt x="103963" y="149462"/>
                  </a:lnTo>
                  <a:lnTo>
                    <a:pt x="104504" y="148100"/>
                  </a:lnTo>
                  <a:lnTo>
                    <a:pt x="104549" y="147423"/>
                  </a:lnTo>
                  <a:lnTo>
                    <a:pt x="105181" y="146716"/>
                  </a:lnTo>
                  <a:lnTo>
                    <a:pt x="107311" y="145103"/>
                  </a:lnTo>
                  <a:lnTo>
                    <a:pt x="108460" y="143589"/>
                  </a:lnTo>
                  <a:lnTo>
                    <a:pt x="108643" y="142166"/>
                  </a:lnTo>
                  <a:lnTo>
                    <a:pt x="108133" y="140553"/>
                  </a:lnTo>
                  <a:lnTo>
                    <a:pt x="106923" y="138749"/>
                  </a:lnTo>
                  <a:lnTo>
                    <a:pt x="103126" y="134238"/>
                  </a:lnTo>
                  <a:lnTo>
                    <a:pt x="100174" y="132191"/>
                  </a:lnTo>
                  <a:lnTo>
                    <a:pt x="96400" y="130509"/>
                  </a:lnTo>
                  <a:lnTo>
                    <a:pt x="93920" y="129962"/>
                  </a:lnTo>
                  <a:lnTo>
                    <a:pt x="92725" y="130555"/>
                  </a:lnTo>
                  <a:lnTo>
                    <a:pt x="91516" y="130083"/>
                  </a:lnTo>
                  <a:lnTo>
                    <a:pt x="90291" y="128562"/>
                  </a:lnTo>
                  <a:lnTo>
                    <a:pt x="88221" y="127359"/>
                  </a:lnTo>
                  <a:lnTo>
                    <a:pt x="83862" y="126051"/>
                  </a:lnTo>
                  <a:lnTo>
                    <a:pt x="73963" y="120809"/>
                  </a:lnTo>
                  <a:lnTo>
                    <a:pt x="69999" y="118275"/>
                  </a:lnTo>
                  <a:lnTo>
                    <a:pt x="68667" y="116715"/>
                  </a:lnTo>
                  <a:lnTo>
                    <a:pt x="64970" y="113915"/>
                  </a:lnTo>
                  <a:lnTo>
                    <a:pt x="58906" y="109882"/>
                  </a:lnTo>
                  <a:lnTo>
                    <a:pt x="54257" y="107919"/>
                  </a:lnTo>
                  <a:lnTo>
                    <a:pt x="51015" y="108026"/>
                  </a:lnTo>
                  <a:lnTo>
                    <a:pt x="45819" y="106862"/>
                  </a:lnTo>
                  <a:lnTo>
                    <a:pt x="38674" y="104412"/>
                  </a:lnTo>
                  <a:lnTo>
                    <a:pt x="34558" y="102031"/>
                  </a:lnTo>
                  <a:lnTo>
                    <a:pt x="33447" y="99733"/>
                  </a:lnTo>
                  <a:lnTo>
                    <a:pt x="30807" y="97428"/>
                  </a:lnTo>
                  <a:lnTo>
                    <a:pt x="26630" y="95122"/>
                  </a:lnTo>
                  <a:lnTo>
                    <a:pt x="24462" y="93608"/>
                  </a:lnTo>
                  <a:lnTo>
                    <a:pt x="24302" y="92877"/>
                  </a:lnTo>
                  <a:lnTo>
                    <a:pt x="23061" y="91926"/>
                  </a:lnTo>
                  <a:lnTo>
                    <a:pt x="20748" y="90755"/>
                  </a:lnTo>
                  <a:lnTo>
                    <a:pt x="18207" y="88754"/>
                  </a:lnTo>
                  <a:lnTo>
                    <a:pt x="15438" y="85923"/>
                  </a:lnTo>
                  <a:lnTo>
                    <a:pt x="12478" y="81541"/>
                  </a:lnTo>
                  <a:lnTo>
                    <a:pt x="9328" y="75629"/>
                  </a:lnTo>
                  <a:lnTo>
                    <a:pt x="5950" y="71642"/>
                  </a:lnTo>
                  <a:lnTo>
                    <a:pt x="2343" y="69588"/>
                  </a:lnTo>
                  <a:lnTo>
                    <a:pt x="532" y="68226"/>
                  </a:lnTo>
                  <a:lnTo>
                    <a:pt x="540" y="67564"/>
                  </a:lnTo>
                  <a:lnTo>
                    <a:pt x="0" y="66932"/>
                  </a:lnTo>
                  <a:lnTo>
                    <a:pt x="487" y="65791"/>
                  </a:lnTo>
                  <a:lnTo>
                    <a:pt x="1796" y="61310"/>
                  </a:lnTo>
                  <a:lnTo>
                    <a:pt x="3698" y="54827"/>
                  </a:lnTo>
                  <a:lnTo>
                    <a:pt x="5676" y="48132"/>
                  </a:lnTo>
                  <a:lnTo>
                    <a:pt x="7997" y="40257"/>
                  </a:lnTo>
                  <a:lnTo>
                    <a:pt x="7997" y="34680"/>
                  </a:lnTo>
                  <a:lnTo>
                    <a:pt x="8004" y="28821"/>
                  </a:lnTo>
                  <a:lnTo>
                    <a:pt x="11306" y="24005"/>
                  </a:lnTo>
                  <a:lnTo>
                    <a:pt x="13650" y="20589"/>
                  </a:lnTo>
                  <a:lnTo>
                    <a:pt x="15681" y="17340"/>
                  </a:lnTo>
                  <a:lnTo>
                    <a:pt x="17728" y="11786"/>
                  </a:lnTo>
                  <a:lnTo>
                    <a:pt x="19097" y="8088"/>
                  </a:lnTo>
                  <a:lnTo>
                    <a:pt x="24325" y="7205"/>
                  </a:lnTo>
                  <a:lnTo>
                    <a:pt x="33204" y="5288"/>
                  </a:lnTo>
                  <a:lnTo>
                    <a:pt x="37632" y="4329"/>
                  </a:lnTo>
                  <a:lnTo>
                    <a:pt x="46968" y="2313"/>
                  </a:lnTo>
                  <a:lnTo>
                    <a:pt x="56455" y="259"/>
                  </a:lnTo>
                  <a:lnTo>
                    <a:pt x="66415" y="129"/>
                  </a:lnTo>
                  <a:lnTo>
                    <a:pt x="76032" y="0"/>
                  </a:lnTo>
                  <a:lnTo>
                    <a:pt x="83489" y="4596"/>
                  </a:lnTo>
                  <a:lnTo>
                    <a:pt x="89188" y="8111"/>
                  </a:lnTo>
                  <a:lnTo>
                    <a:pt x="95465" y="11976"/>
                  </a:lnTo>
                  <a:lnTo>
                    <a:pt x="95898" y="12813"/>
                  </a:lnTo>
                  <a:lnTo>
                    <a:pt x="96332" y="1606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01" name="Freeform: Shape 2300">
              <a:extLst>
                <a:ext uri="{FF2B5EF4-FFF2-40B4-BE49-F238E27FC236}">
                  <a16:creationId xmlns:a16="http://schemas.microsoft.com/office/drawing/2014/main" id="{B5CA3D3D-A991-1C65-5A73-792C3E45A2E9}"/>
                </a:ext>
              </a:extLst>
            </p:cNvPr>
            <p:cNvSpPr/>
            <p:nvPr/>
          </p:nvSpPr>
          <p:spPr>
            <a:xfrm>
              <a:off x="10657649" y="4428932"/>
              <a:ext cx="18237" cy="37335"/>
            </a:xfrm>
            <a:custGeom>
              <a:avLst/>
              <a:gdLst>
                <a:gd name="csX0" fmla="*/ 10964 w 18237"/>
                <a:gd name="csY0" fmla="*/ 36346 h 37335"/>
                <a:gd name="csX1" fmla="*/ 9039 w 18237"/>
                <a:gd name="csY1" fmla="*/ 36825 h 37335"/>
                <a:gd name="csX2" fmla="*/ 7236 w 18237"/>
                <a:gd name="csY2" fmla="*/ 37335 h 37335"/>
                <a:gd name="csX3" fmla="*/ 5729 w 18237"/>
                <a:gd name="csY3" fmla="*/ 37320 h 37335"/>
                <a:gd name="csX4" fmla="*/ 4512 w 18237"/>
                <a:gd name="csY4" fmla="*/ 37122 h 37335"/>
                <a:gd name="csX5" fmla="*/ 3705 w 18237"/>
                <a:gd name="csY5" fmla="*/ 36628 h 37335"/>
                <a:gd name="csX6" fmla="*/ 2153 w 18237"/>
                <a:gd name="csY6" fmla="*/ 34649 h 37335"/>
                <a:gd name="csX7" fmla="*/ 1057 w 18237"/>
                <a:gd name="csY7" fmla="*/ 32085 h 37335"/>
                <a:gd name="csX8" fmla="*/ 1734 w 18237"/>
                <a:gd name="csY8" fmla="*/ 30655 h 37335"/>
                <a:gd name="csX9" fmla="*/ 1963 w 18237"/>
                <a:gd name="csY9" fmla="*/ 29765 h 37335"/>
                <a:gd name="csX10" fmla="*/ 479 w 18237"/>
                <a:gd name="csY10" fmla="*/ 22993 h 37335"/>
                <a:gd name="csX11" fmla="*/ 0 w 18237"/>
                <a:gd name="csY11" fmla="*/ 17781 h 37335"/>
                <a:gd name="csX12" fmla="*/ 175 w 18237"/>
                <a:gd name="csY12" fmla="*/ 16716 h 37335"/>
                <a:gd name="csX13" fmla="*/ 1019 w 18237"/>
                <a:gd name="csY13" fmla="*/ 15483 h 37335"/>
                <a:gd name="csX14" fmla="*/ 2435 w 18237"/>
                <a:gd name="csY14" fmla="*/ 12760 h 37335"/>
                <a:gd name="csX15" fmla="*/ 3188 w 18237"/>
                <a:gd name="csY15" fmla="*/ 10135 h 37335"/>
                <a:gd name="csX16" fmla="*/ 5303 w 18237"/>
                <a:gd name="csY16" fmla="*/ 4063 h 37335"/>
                <a:gd name="csX17" fmla="*/ 7548 w 18237"/>
                <a:gd name="csY17" fmla="*/ 1719 h 37335"/>
                <a:gd name="csX18" fmla="*/ 10835 w 18237"/>
                <a:gd name="csY18" fmla="*/ 0 h 37335"/>
                <a:gd name="csX19" fmla="*/ 13543 w 18237"/>
                <a:gd name="csY19" fmla="*/ 3363 h 37335"/>
                <a:gd name="csX20" fmla="*/ 16830 w 18237"/>
                <a:gd name="csY20" fmla="*/ 5927 h 37335"/>
                <a:gd name="csX21" fmla="*/ 17462 w 18237"/>
                <a:gd name="csY21" fmla="*/ 8796 h 37335"/>
                <a:gd name="csX22" fmla="*/ 16495 w 18237"/>
                <a:gd name="csY22" fmla="*/ 11131 h 37335"/>
                <a:gd name="csX23" fmla="*/ 15597 w 18237"/>
                <a:gd name="csY23" fmla="*/ 14829 h 37335"/>
                <a:gd name="csX24" fmla="*/ 16138 w 18237"/>
                <a:gd name="csY24" fmla="*/ 16533 h 37335"/>
                <a:gd name="csX25" fmla="*/ 16335 w 18237"/>
                <a:gd name="csY25" fmla="*/ 18009 h 37335"/>
                <a:gd name="csX26" fmla="*/ 17226 w 18237"/>
                <a:gd name="csY26" fmla="*/ 20482 h 37335"/>
                <a:gd name="csX27" fmla="*/ 18093 w 18237"/>
                <a:gd name="csY27" fmla="*/ 23685 h 37335"/>
                <a:gd name="csX28" fmla="*/ 18238 w 18237"/>
                <a:gd name="csY28" fmla="*/ 25915 h 37335"/>
                <a:gd name="csX29" fmla="*/ 17774 w 18237"/>
                <a:gd name="csY29" fmla="*/ 27977 h 37335"/>
                <a:gd name="csX30" fmla="*/ 16625 w 18237"/>
                <a:gd name="csY30" fmla="*/ 29711 h 37335"/>
                <a:gd name="csX31" fmla="*/ 14372 w 18237"/>
                <a:gd name="csY31" fmla="*/ 34916 h 37335"/>
                <a:gd name="csX32" fmla="*/ 13703 w 18237"/>
                <a:gd name="csY32" fmla="*/ 35456 h 373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8237" h="37335">
                  <a:moveTo>
                    <a:pt x="10964" y="36346"/>
                  </a:moveTo>
                  <a:lnTo>
                    <a:pt x="9039" y="36825"/>
                  </a:lnTo>
                  <a:lnTo>
                    <a:pt x="7236" y="37335"/>
                  </a:lnTo>
                  <a:lnTo>
                    <a:pt x="5729" y="37320"/>
                  </a:lnTo>
                  <a:lnTo>
                    <a:pt x="4512" y="37122"/>
                  </a:lnTo>
                  <a:lnTo>
                    <a:pt x="3705" y="36628"/>
                  </a:lnTo>
                  <a:lnTo>
                    <a:pt x="2153" y="34649"/>
                  </a:lnTo>
                  <a:lnTo>
                    <a:pt x="1057" y="32085"/>
                  </a:lnTo>
                  <a:lnTo>
                    <a:pt x="1734" y="30655"/>
                  </a:lnTo>
                  <a:lnTo>
                    <a:pt x="1963" y="29765"/>
                  </a:lnTo>
                  <a:lnTo>
                    <a:pt x="479" y="22993"/>
                  </a:lnTo>
                  <a:lnTo>
                    <a:pt x="0" y="17781"/>
                  </a:lnTo>
                  <a:lnTo>
                    <a:pt x="175" y="16716"/>
                  </a:lnTo>
                  <a:lnTo>
                    <a:pt x="1019" y="15483"/>
                  </a:lnTo>
                  <a:lnTo>
                    <a:pt x="2435" y="12760"/>
                  </a:lnTo>
                  <a:lnTo>
                    <a:pt x="3188" y="10135"/>
                  </a:lnTo>
                  <a:lnTo>
                    <a:pt x="5303" y="4063"/>
                  </a:lnTo>
                  <a:lnTo>
                    <a:pt x="7548" y="1719"/>
                  </a:lnTo>
                  <a:lnTo>
                    <a:pt x="10835" y="0"/>
                  </a:lnTo>
                  <a:lnTo>
                    <a:pt x="13543" y="3363"/>
                  </a:lnTo>
                  <a:lnTo>
                    <a:pt x="16830" y="5927"/>
                  </a:lnTo>
                  <a:lnTo>
                    <a:pt x="17462" y="8796"/>
                  </a:lnTo>
                  <a:lnTo>
                    <a:pt x="16495" y="11131"/>
                  </a:lnTo>
                  <a:lnTo>
                    <a:pt x="15597" y="14829"/>
                  </a:lnTo>
                  <a:lnTo>
                    <a:pt x="16138" y="16533"/>
                  </a:lnTo>
                  <a:lnTo>
                    <a:pt x="16335" y="18009"/>
                  </a:lnTo>
                  <a:lnTo>
                    <a:pt x="17226" y="20482"/>
                  </a:lnTo>
                  <a:lnTo>
                    <a:pt x="18093" y="23685"/>
                  </a:lnTo>
                  <a:lnTo>
                    <a:pt x="18238" y="25915"/>
                  </a:lnTo>
                  <a:lnTo>
                    <a:pt x="17774" y="27977"/>
                  </a:lnTo>
                  <a:lnTo>
                    <a:pt x="16625" y="29711"/>
                  </a:lnTo>
                  <a:lnTo>
                    <a:pt x="14372" y="34916"/>
                  </a:lnTo>
                  <a:lnTo>
                    <a:pt x="13703" y="3545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02" name="Freeform: Shape 2301">
              <a:extLst>
                <a:ext uri="{FF2B5EF4-FFF2-40B4-BE49-F238E27FC236}">
                  <a16:creationId xmlns:a16="http://schemas.microsoft.com/office/drawing/2014/main" id="{CB75DEB7-5BAA-A3DC-144E-2E1FBE7847E6}"/>
                </a:ext>
              </a:extLst>
            </p:cNvPr>
            <p:cNvSpPr/>
            <p:nvPr/>
          </p:nvSpPr>
          <p:spPr>
            <a:xfrm>
              <a:off x="10753273" y="5457061"/>
              <a:ext cx="12942" cy="11466"/>
            </a:xfrm>
            <a:custGeom>
              <a:avLst/>
              <a:gdLst>
                <a:gd name="csX0" fmla="*/ 12052 w 12942"/>
                <a:gd name="csY0" fmla="*/ 10789 h 11466"/>
                <a:gd name="csX1" fmla="*/ 9031 w 12942"/>
                <a:gd name="csY1" fmla="*/ 11466 h 11466"/>
                <a:gd name="csX2" fmla="*/ 6931 w 12942"/>
                <a:gd name="csY2" fmla="*/ 11222 h 11466"/>
                <a:gd name="csX3" fmla="*/ 2770 w 12942"/>
                <a:gd name="csY3" fmla="*/ 9290 h 11466"/>
                <a:gd name="csX4" fmla="*/ 1659 w 12942"/>
                <a:gd name="csY4" fmla="*/ 8004 h 11466"/>
                <a:gd name="csX5" fmla="*/ 0 w 12942"/>
                <a:gd name="csY5" fmla="*/ 4390 h 11466"/>
                <a:gd name="csX6" fmla="*/ 365 w 12942"/>
                <a:gd name="csY6" fmla="*/ 3119 h 11466"/>
                <a:gd name="csX7" fmla="*/ 1674 w 12942"/>
                <a:gd name="csY7" fmla="*/ 883 h 11466"/>
                <a:gd name="csX8" fmla="*/ 4641 w 12942"/>
                <a:gd name="csY8" fmla="*/ 0 h 11466"/>
                <a:gd name="csX9" fmla="*/ 7761 w 12942"/>
                <a:gd name="csY9" fmla="*/ 327 h 11466"/>
                <a:gd name="csX10" fmla="*/ 9161 w 12942"/>
                <a:gd name="csY10" fmla="*/ 936 h 11466"/>
                <a:gd name="csX11" fmla="*/ 10812 w 12942"/>
                <a:gd name="csY11" fmla="*/ 3553 h 11466"/>
                <a:gd name="csX12" fmla="*/ 12942 w 12942"/>
                <a:gd name="csY12" fmla="*/ 6216 h 11466"/>
                <a:gd name="csX13" fmla="*/ 12585 w 12942"/>
                <a:gd name="csY13" fmla="*/ 9382 h 11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942" h="11466">
                  <a:moveTo>
                    <a:pt x="12052" y="10789"/>
                  </a:moveTo>
                  <a:lnTo>
                    <a:pt x="9031" y="11466"/>
                  </a:lnTo>
                  <a:lnTo>
                    <a:pt x="6931" y="11222"/>
                  </a:lnTo>
                  <a:lnTo>
                    <a:pt x="2770" y="9290"/>
                  </a:lnTo>
                  <a:lnTo>
                    <a:pt x="1659" y="8004"/>
                  </a:lnTo>
                  <a:lnTo>
                    <a:pt x="0" y="4390"/>
                  </a:lnTo>
                  <a:lnTo>
                    <a:pt x="365" y="3119"/>
                  </a:lnTo>
                  <a:lnTo>
                    <a:pt x="1674" y="883"/>
                  </a:lnTo>
                  <a:lnTo>
                    <a:pt x="4641" y="0"/>
                  </a:lnTo>
                  <a:lnTo>
                    <a:pt x="7761" y="327"/>
                  </a:lnTo>
                  <a:lnTo>
                    <a:pt x="9161" y="936"/>
                  </a:lnTo>
                  <a:lnTo>
                    <a:pt x="10812" y="3553"/>
                  </a:lnTo>
                  <a:lnTo>
                    <a:pt x="12942" y="6216"/>
                  </a:lnTo>
                  <a:lnTo>
                    <a:pt x="12585" y="9382"/>
                  </a:lnTo>
                  <a:close/>
                </a:path>
              </a:pathLst>
            </a:custGeom>
            <a:solidFill>
              <a:srgbClr val="2562E8"/>
            </a:solidFill>
            <a:ln w="6168" cap="flat">
              <a:solidFill>
                <a:srgbClr val="2562E8"/>
              </a:solidFill>
              <a:prstDash val="solid"/>
              <a:miter/>
            </a:ln>
          </p:spPr>
          <p:txBody>
            <a:bodyPr/>
            <a:lstStyle/>
            <a:p>
              <a:endParaRPr lang="en-US"/>
            </a:p>
          </p:txBody>
        </p:sp>
        <p:sp>
          <p:nvSpPr>
            <p:cNvPr id="2303" name="Freeform: Shape 2302">
              <a:extLst>
                <a:ext uri="{FF2B5EF4-FFF2-40B4-BE49-F238E27FC236}">
                  <a16:creationId xmlns:a16="http://schemas.microsoft.com/office/drawing/2014/main" id="{B0F60B86-6AE4-C375-E9CC-B9F6156019CE}"/>
                </a:ext>
              </a:extLst>
            </p:cNvPr>
            <p:cNvSpPr/>
            <p:nvPr/>
          </p:nvSpPr>
          <p:spPr>
            <a:xfrm>
              <a:off x="10006096" y="3830518"/>
              <a:ext cx="202091" cy="140750"/>
            </a:xfrm>
            <a:custGeom>
              <a:avLst/>
              <a:gdLst>
                <a:gd name="csX0" fmla="*/ 170196 w 202091"/>
                <a:gd name="csY0" fmla="*/ 87597 h 140750"/>
                <a:gd name="csX1" fmla="*/ 172449 w 202091"/>
                <a:gd name="csY1" fmla="*/ 90724 h 140750"/>
                <a:gd name="csX2" fmla="*/ 175302 w 202091"/>
                <a:gd name="csY2" fmla="*/ 92391 h 140750"/>
                <a:gd name="csX3" fmla="*/ 181906 w 202091"/>
                <a:gd name="csY3" fmla="*/ 94148 h 140750"/>
                <a:gd name="csX4" fmla="*/ 182499 w 202091"/>
                <a:gd name="csY4" fmla="*/ 93935 h 140750"/>
                <a:gd name="csX5" fmla="*/ 182560 w 202091"/>
                <a:gd name="csY5" fmla="*/ 93608 h 140750"/>
                <a:gd name="csX6" fmla="*/ 182104 w 202091"/>
                <a:gd name="csY6" fmla="*/ 93151 h 140750"/>
                <a:gd name="csX7" fmla="*/ 182035 w 202091"/>
                <a:gd name="csY7" fmla="*/ 92573 h 140750"/>
                <a:gd name="csX8" fmla="*/ 182355 w 202091"/>
                <a:gd name="csY8" fmla="*/ 91858 h 140750"/>
                <a:gd name="csX9" fmla="*/ 183268 w 202091"/>
                <a:gd name="csY9" fmla="*/ 91820 h 140750"/>
                <a:gd name="csX10" fmla="*/ 184759 w 202091"/>
                <a:gd name="csY10" fmla="*/ 92459 h 140750"/>
                <a:gd name="csX11" fmla="*/ 187605 w 202091"/>
                <a:gd name="csY11" fmla="*/ 91531 h 140750"/>
                <a:gd name="csX12" fmla="*/ 191789 w 202091"/>
                <a:gd name="csY12" fmla="*/ 89035 h 140750"/>
                <a:gd name="csX13" fmla="*/ 195639 w 202091"/>
                <a:gd name="csY13" fmla="*/ 88533 h 140750"/>
                <a:gd name="csX14" fmla="*/ 199139 w 202091"/>
                <a:gd name="csY14" fmla="*/ 90009 h 140750"/>
                <a:gd name="csX15" fmla="*/ 200935 w 202091"/>
                <a:gd name="csY15" fmla="*/ 91729 h 140750"/>
                <a:gd name="csX16" fmla="*/ 202091 w 202091"/>
                <a:gd name="csY16" fmla="*/ 93365 h 140750"/>
                <a:gd name="csX17" fmla="*/ 201726 w 202091"/>
                <a:gd name="csY17" fmla="*/ 95381 h 140750"/>
                <a:gd name="csX18" fmla="*/ 201505 w 202091"/>
                <a:gd name="csY18" fmla="*/ 96636 h 140750"/>
                <a:gd name="csX19" fmla="*/ 200585 w 202091"/>
                <a:gd name="csY19" fmla="*/ 101818 h 140750"/>
                <a:gd name="csX20" fmla="*/ 199946 w 202091"/>
                <a:gd name="csY20" fmla="*/ 103750 h 140750"/>
                <a:gd name="csX21" fmla="*/ 198919 w 202091"/>
                <a:gd name="csY21" fmla="*/ 105911 h 140750"/>
                <a:gd name="csX22" fmla="*/ 188046 w 202091"/>
                <a:gd name="csY22" fmla="*/ 108490 h 140750"/>
                <a:gd name="csX23" fmla="*/ 188746 w 202091"/>
                <a:gd name="csY23" fmla="*/ 107250 h 140750"/>
                <a:gd name="csX24" fmla="*/ 188495 w 202091"/>
                <a:gd name="csY24" fmla="*/ 105082 h 140750"/>
                <a:gd name="csX25" fmla="*/ 188039 w 202091"/>
                <a:gd name="csY25" fmla="*/ 103438 h 140750"/>
                <a:gd name="csX26" fmla="*/ 189050 w 202091"/>
                <a:gd name="csY26" fmla="*/ 101962 h 140750"/>
                <a:gd name="csX27" fmla="*/ 186608 w 202091"/>
                <a:gd name="csY27" fmla="*/ 101422 h 140750"/>
                <a:gd name="csX28" fmla="*/ 185535 w 202091"/>
                <a:gd name="csY28" fmla="*/ 102236 h 140750"/>
                <a:gd name="csX29" fmla="*/ 184698 w 202091"/>
                <a:gd name="csY29" fmla="*/ 103651 h 140750"/>
                <a:gd name="csX30" fmla="*/ 185436 w 202091"/>
                <a:gd name="csY30" fmla="*/ 106915 h 140750"/>
                <a:gd name="csX31" fmla="*/ 184249 w 202091"/>
                <a:gd name="csY31" fmla="*/ 108719 h 140750"/>
                <a:gd name="csX32" fmla="*/ 183793 w 202091"/>
                <a:gd name="csY32" fmla="*/ 109723 h 140750"/>
                <a:gd name="csX33" fmla="*/ 183740 w 202091"/>
                <a:gd name="csY33" fmla="*/ 112104 h 140750"/>
                <a:gd name="csX34" fmla="*/ 183032 w 202091"/>
                <a:gd name="csY34" fmla="*/ 113124 h 140750"/>
                <a:gd name="csX35" fmla="*/ 182895 w 202091"/>
                <a:gd name="csY35" fmla="*/ 114250 h 140750"/>
                <a:gd name="csX36" fmla="*/ 184629 w 202091"/>
                <a:gd name="csY36" fmla="*/ 113961 h 140750"/>
                <a:gd name="csX37" fmla="*/ 183846 w 202091"/>
                <a:gd name="csY37" fmla="*/ 116008 h 140750"/>
                <a:gd name="csX38" fmla="*/ 180590 w 202091"/>
                <a:gd name="csY38" fmla="*/ 119934 h 140750"/>
                <a:gd name="csX39" fmla="*/ 179448 w 202091"/>
                <a:gd name="csY39" fmla="*/ 122277 h 140750"/>
                <a:gd name="csX40" fmla="*/ 179730 w 202091"/>
                <a:gd name="csY40" fmla="*/ 131521 h 140750"/>
                <a:gd name="csX41" fmla="*/ 178277 w 202091"/>
                <a:gd name="csY41" fmla="*/ 137030 h 140750"/>
                <a:gd name="csX42" fmla="*/ 178162 w 202091"/>
                <a:gd name="csY42" fmla="*/ 138651 h 140750"/>
                <a:gd name="csX43" fmla="*/ 174708 w 202091"/>
                <a:gd name="csY43" fmla="*/ 138704 h 140750"/>
                <a:gd name="csX44" fmla="*/ 173674 w 202091"/>
                <a:gd name="csY44" fmla="*/ 138575 h 140750"/>
                <a:gd name="csX45" fmla="*/ 170401 w 202091"/>
                <a:gd name="csY45" fmla="*/ 137753 h 140750"/>
                <a:gd name="csX46" fmla="*/ 166727 w 202091"/>
                <a:gd name="csY46" fmla="*/ 136292 h 140750"/>
                <a:gd name="csX47" fmla="*/ 164573 w 202091"/>
                <a:gd name="csY47" fmla="*/ 133447 h 140750"/>
                <a:gd name="csX48" fmla="*/ 163196 w 202091"/>
                <a:gd name="csY48" fmla="*/ 131415 h 140750"/>
                <a:gd name="csX49" fmla="*/ 160077 w 202091"/>
                <a:gd name="csY49" fmla="*/ 132335 h 140750"/>
                <a:gd name="csX50" fmla="*/ 159491 w 202091"/>
                <a:gd name="csY50" fmla="*/ 132092 h 140750"/>
                <a:gd name="csX51" fmla="*/ 158631 w 202091"/>
                <a:gd name="csY51" fmla="*/ 131111 h 140750"/>
                <a:gd name="csX52" fmla="*/ 156288 w 202091"/>
                <a:gd name="csY52" fmla="*/ 130449 h 140750"/>
                <a:gd name="csX53" fmla="*/ 153389 w 202091"/>
                <a:gd name="csY53" fmla="*/ 130433 h 140750"/>
                <a:gd name="csX54" fmla="*/ 146883 w 202091"/>
                <a:gd name="csY54" fmla="*/ 126713 h 140750"/>
                <a:gd name="csX55" fmla="*/ 146168 w 202091"/>
                <a:gd name="csY55" fmla="*/ 126089 h 140750"/>
                <a:gd name="csX56" fmla="*/ 141055 w 202091"/>
                <a:gd name="csY56" fmla="*/ 126713 h 140750"/>
                <a:gd name="csX57" fmla="*/ 133401 w 202091"/>
                <a:gd name="csY57" fmla="*/ 128554 h 140750"/>
                <a:gd name="csX58" fmla="*/ 127565 w 202091"/>
                <a:gd name="csY58" fmla="*/ 130829 h 140750"/>
                <a:gd name="csX59" fmla="*/ 121532 w 202091"/>
                <a:gd name="csY59" fmla="*/ 134869 h 140750"/>
                <a:gd name="csX60" fmla="*/ 119090 w 202091"/>
                <a:gd name="csY60" fmla="*/ 137928 h 140750"/>
                <a:gd name="csX61" fmla="*/ 116251 w 202091"/>
                <a:gd name="csY61" fmla="*/ 139548 h 140750"/>
                <a:gd name="csX62" fmla="*/ 112219 w 202091"/>
                <a:gd name="csY62" fmla="*/ 140751 h 140750"/>
                <a:gd name="csX63" fmla="*/ 105013 w 202091"/>
                <a:gd name="csY63" fmla="*/ 140302 h 140750"/>
                <a:gd name="csX64" fmla="*/ 97504 w 202091"/>
                <a:gd name="csY64" fmla="*/ 138765 h 140750"/>
                <a:gd name="csX65" fmla="*/ 89447 w 202091"/>
                <a:gd name="csY65" fmla="*/ 137114 h 140750"/>
                <a:gd name="csX66" fmla="*/ 85087 w 202091"/>
                <a:gd name="csY66" fmla="*/ 138027 h 140750"/>
                <a:gd name="csX67" fmla="*/ 79198 w 202091"/>
                <a:gd name="csY67" fmla="*/ 137342 h 140750"/>
                <a:gd name="csX68" fmla="*/ 70311 w 202091"/>
                <a:gd name="csY68" fmla="*/ 135371 h 140750"/>
                <a:gd name="csX69" fmla="*/ 63692 w 202091"/>
                <a:gd name="csY69" fmla="*/ 134770 h 140750"/>
                <a:gd name="csX70" fmla="*/ 57163 w 202091"/>
                <a:gd name="csY70" fmla="*/ 135934 h 140750"/>
                <a:gd name="csX71" fmla="*/ 56068 w 202091"/>
                <a:gd name="csY71" fmla="*/ 135044 h 140750"/>
                <a:gd name="csX72" fmla="*/ 55832 w 202091"/>
                <a:gd name="csY72" fmla="*/ 134025 h 140750"/>
                <a:gd name="csX73" fmla="*/ 56083 w 202091"/>
                <a:gd name="csY73" fmla="*/ 132587 h 140750"/>
                <a:gd name="csX74" fmla="*/ 57003 w 202091"/>
                <a:gd name="csY74" fmla="*/ 131422 h 140750"/>
                <a:gd name="csX75" fmla="*/ 58586 w 202091"/>
                <a:gd name="csY75" fmla="*/ 130540 h 140750"/>
                <a:gd name="csX76" fmla="*/ 59415 w 202091"/>
                <a:gd name="csY76" fmla="*/ 129642 h 140750"/>
                <a:gd name="csX77" fmla="*/ 59507 w 202091"/>
                <a:gd name="csY77" fmla="*/ 128737 h 140750"/>
                <a:gd name="csX78" fmla="*/ 57734 w 202091"/>
                <a:gd name="csY78" fmla="*/ 127276 h 140750"/>
                <a:gd name="csX79" fmla="*/ 54097 w 202091"/>
                <a:gd name="csY79" fmla="*/ 125260 h 140750"/>
                <a:gd name="csX80" fmla="*/ 52598 w 202091"/>
                <a:gd name="csY80" fmla="*/ 123997 h 140750"/>
                <a:gd name="csX81" fmla="*/ 52233 w 202091"/>
                <a:gd name="csY81" fmla="*/ 123685 h 140750"/>
                <a:gd name="csX82" fmla="*/ 52134 w 202091"/>
                <a:gd name="csY82" fmla="*/ 122551 h 140750"/>
                <a:gd name="csX83" fmla="*/ 51381 w 202091"/>
                <a:gd name="csY83" fmla="*/ 121661 h 140750"/>
                <a:gd name="csX84" fmla="*/ 49966 w 202091"/>
                <a:gd name="csY84" fmla="*/ 121006 h 140750"/>
                <a:gd name="csX85" fmla="*/ 48878 w 202091"/>
                <a:gd name="csY85" fmla="*/ 119827 h 140750"/>
                <a:gd name="csX86" fmla="*/ 48102 w 202091"/>
                <a:gd name="csY86" fmla="*/ 118115 h 140750"/>
                <a:gd name="csX87" fmla="*/ 48269 w 202091"/>
                <a:gd name="csY87" fmla="*/ 116502 h 140750"/>
                <a:gd name="csX88" fmla="*/ 49372 w 202091"/>
                <a:gd name="csY88" fmla="*/ 114988 h 140750"/>
                <a:gd name="csX89" fmla="*/ 50788 w 202091"/>
                <a:gd name="csY89" fmla="*/ 114326 h 140750"/>
                <a:gd name="csX90" fmla="*/ 52507 w 202091"/>
                <a:gd name="csY90" fmla="*/ 114531 h 140750"/>
                <a:gd name="csX91" fmla="*/ 53222 w 202091"/>
                <a:gd name="csY91" fmla="*/ 114098 h 140750"/>
                <a:gd name="csX92" fmla="*/ 52933 w 202091"/>
                <a:gd name="csY92" fmla="*/ 113040 h 140750"/>
                <a:gd name="csX93" fmla="*/ 51251 w 202091"/>
                <a:gd name="csY93" fmla="*/ 111678 h 140750"/>
                <a:gd name="csX94" fmla="*/ 48170 w 202091"/>
                <a:gd name="csY94" fmla="*/ 110027 h 140750"/>
                <a:gd name="csX95" fmla="*/ 45035 w 202091"/>
                <a:gd name="csY95" fmla="*/ 110925 h 140750"/>
                <a:gd name="csX96" fmla="*/ 41832 w 202091"/>
                <a:gd name="csY96" fmla="*/ 114379 h 140750"/>
                <a:gd name="csX97" fmla="*/ 39534 w 202091"/>
                <a:gd name="csY97" fmla="*/ 114935 h 140750"/>
                <a:gd name="csX98" fmla="*/ 38119 w 202091"/>
                <a:gd name="csY98" fmla="*/ 112614 h 140750"/>
                <a:gd name="csX99" fmla="*/ 35608 w 202091"/>
                <a:gd name="csY99" fmla="*/ 111222 h 140750"/>
                <a:gd name="csX100" fmla="*/ 31994 w 202091"/>
                <a:gd name="csY100" fmla="*/ 110788 h 140750"/>
                <a:gd name="csX101" fmla="*/ 29773 w 202091"/>
                <a:gd name="csY101" fmla="*/ 109898 h 140750"/>
                <a:gd name="csX102" fmla="*/ 28943 w 202091"/>
                <a:gd name="csY102" fmla="*/ 108551 h 140750"/>
                <a:gd name="csX103" fmla="*/ 27360 w 202091"/>
                <a:gd name="csY103" fmla="*/ 107516 h 140750"/>
                <a:gd name="csX104" fmla="*/ 23876 w 202091"/>
                <a:gd name="csY104" fmla="*/ 106413 h 140750"/>
                <a:gd name="csX105" fmla="*/ 23830 w 202091"/>
                <a:gd name="csY105" fmla="*/ 105363 h 140750"/>
                <a:gd name="csX106" fmla="*/ 24393 w 202091"/>
                <a:gd name="csY106" fmla="*/ 105112 h 140750"/>
                <a:gd name="csX107" fmla="*/ 25633 w 202091"/>
                <a:gd name="csY107" fmla="*/ 105013 h 140750"/>
                <a:gd name="csX108" fmla="*/ 27292 w 202091"/>
                <a:gd name="csY108" fmla="*/ 104793 h 140750"/>
                <a:gd name="csX109" fmla="*/ 27558 w 202091"/>
                <a:gd name="csY109" fmla="*/ 104192 h 140750"/>
                <a:gd name="csX110" fmla="*/ 27574 w 202091"/>
                <a:gd name="csY110" fmla="*/ 103644 h 140750"/>
                <a:gd name="csX111" fmla="*/ 26265 w 202091"/>
                <a:gd name="csY111" fmla="*/ 102951 h 140750"/>
                <a:gd name="csX112" fmla="*/ 24948 w 202091"/>
                <a:gd name="csY112" fmla="*/ 102480 h 140750"/>
                <a:gd name="csX113" fmla="*/ 24256 w 202091"/>
                <a:gd name="csY113" fmla="*/ 102008 h 140750"/>
                <a:gd name="csX114" fmla="*/ 23815 w 202091"/>
                <a:gd name="csY114" fmla="*/ 101483 h 140750"/>
                <a:gd name="csX115" fmla="*/ 23724 w 202091"/>
                <a:gd name="csY115" fmla="*/ 100935 h 140750"/>
                <a:gd name="csX116" fmla="*/ 24112 w 202091"/>
                <a:gd name="csY116" fmla="*/ 100562 h 140750"/>
                <a:gd name="csX117" fmla="*/ 24644 w 202091"/>
                <a:gd name="csY117" fmla="*/ 100539 h 140750"/>
                <a:gd name="csX118" fmla="*/ 25169 w 202091"/>
                <a:gd name="csY118" fmla="*/ 100212 h 140750"/>
                <a:gd name="csX119" fmla="*/ 25466 w 202091"/>
                <a:gd name="csY119" fmla="*/ 98942 h 140750"/>
                <a:gd name="csX120" fmla="*/ 26181 w 202091"/>
                <a:gd name="csY120" fmla="*/ 97892 h 140750"/>
                <a:gd name="csX121" fmla="*/ 26691 w 202091"/>
                <a:gd name="csY121" fmla="*/ 97526 h 140750"/>
                <a:gd name="csX122" fmla="*/ 26661 w 202091"/>
                <a:gd name="csY122" fmla="*/ 96750 h 140750"/>
                <a:gd name="csX123" fmla="*/ 26128 w 202091"/>
                <a:gd name="csY123" fmla="*/ 96028 h 140750"/>
                <a:gd name="csX124" fmla="*/ 25405 w 202091"/>
                <a:gd name="csY124" fmla="*/ 95404 h 140750"/>
                <a:gd name="csX125" fmla="*/ 24340 w 202091"/>
                <a:gd name="csY125" fmla="*/ 95023 h 140750"/>
                <a:gd name="csX126" fmla="*/ 21022 w 202091"/>
                <a:gd name="csY126" fmla="*/ 93928 h 140750"/>
                <a:gd name="csX127" fmla="*/ 19349 w 202091"/>
                <a:gd name="csY127" fmla="*/ 92406 h 140750"/>
                <a:gd name="csX128" fmla="*/ 18322 w 202091"/>
                <a:gd name="csY128" fmla="*/ 92345 h 140750"/>
                <a:gd name="csX129" fmla="*/ 16701 w 202091"/>
                <a:gd name="csY129" fmla="*/ 91501 h 140750"/>
                <a:gd name="csX130" fmla="*/ 14951 w 202091"/>
                <a:gd name="csY130" fmla="*/ 90177 h 140750"/>
                <a:gd name="csX131" fmla="*/ 13429 w 202091"/>
                <a:gd name="csY131" fmla="*/ 88290 h 140750"/>
                <a:gd name="csX132" fmla="*/ 11794 w 202091"/>
                <a:gd name="csY132" fmla="*/ 87065 h 140750"/>
                <a:gd name="csX133" fmla="*/ 11367 w 202091"/>
                <a:gd name="csY133" fmla="*/ 86562 h 140750"/>
                <a:gd name="csX134" fmla="*/ 11329 w 202091"/>
                <a:gd name="csY134" fmla="*/ 86091 h 140750"/>
                <a:gd name="csX135" fmla="*/ 11633 w 202091"/>
                <a:gd name="csY135" fmla="*/ 85558 h 140750"/>
                <a:gd name="csX136" fmla="*/ 11619 w 202091"/>
                <a:gd name="csY136" fmla="*/ 84980 h 140750"/>
                <a:gd name="csX137" fmla="*/ 11192 w 202091"/>
                <a:gd name="csY137" fmla="*/ 83131 h 140750"/>
                <a:gd name="csX138" fmla="*/ 11482 w 202091"/>
                <a:gd name="csY138" fmla="*/ 81168 h 140750"/>
                <a:gd name="csX139" fmla="*/ 11405 w 202091"/>
                <a:gd name="csY139" fmla="*/ 79319 h 140750"/>
                <a:gd name="csX140" fmla="*/ 11383 w 202091"/>
                <a:gd name="csY140" fmla="*/ 78490 h 140750"/>
                <a:gd name="csX141" fmla="*/ 11063 w 202091"/>
                <a:gd name="csY141" fmla="*/ 78231 h 140750"/>
                <a:gd name="csX142" fmla="*/ 10781 w 202091"/>
                <a:gd name="csY142" fmla="*/ 78513 h 140750"/>
                <a:gd name="csX143" fmla="*/ 10378 w 202091"/>
                <a:gd name="csY143" fmla="*/ 78863 h 140750"/>
                <a:gd name="csX144" fmla="*/ 9983 w 202091"/>
                <a:gd name="csY144" fmla="*/ 78931 h 140750"/>
                <a:gd name="csX145" fmla="*/ 8773 w 202091"/>
                <a:gd name="csY145" fmla="*/ 77584 h 140750"/>
                <a:gd name="csX146" fmla="*/ 7244 w 202091"/>
                <a:gd name="csY146" fmla="*/ 74838 h 140750"/>
                <a:gd name="csX147" fmla="*/ 6209 w 202091"/>
                <a:gd name="csY147" fmla="*/ 73917 h 140750"/>
                <a:gd name="csX148" fmla="*/ 4193 w 202091"/>
                <a:gd name="csY148" fmla="*/ 72654 h 140750"/>
                <a:gd name="csX149" fmla="*/ 2488 w 202091"/>
                <a:gd name="csY149" fmla="*/ 71589 h 140750"/>
                <a:gd name="csX150" fmla="*/ 1271 w 202091"/>
                <a:gd name="csY150" fmla="*/ 69291 h 140750"/>
                <a:gd name="csX151" fmla="*/ 0 w 202091"/>
                <a:gd name="csY151" fmla="*/ 67511 h 140750"/>
                <a:gd name="csX152" fmla="*/ 837 w 202091"/>
                <a:gd name="csY152" fmla="*/ 66765 h 140750"/>
                <a:gd name="csX153" fmla="*/ 5684 w 202091"/>
                <a:gd name="csY153" fmla="*/ 65715 h 140750"/>
                <a:gd name="csX154" fmla="*/ 7943 w 202091"/>
                <a:gd name="csY154" fmla="*/ 66742 h 140750"/>
                <a:gd name="csX155" fmla="*/ 8955 w 202091"/>
                <a:gd name="csY155" fmla="*/ 66369 h 140750"/>
                <a:gd name="csX156" fmla="*/ 9937 w 202091"/>
                <a:gd name="csY156" fmla="*/ 65540 h 140750"/>
                <a:gd name="csX157" fmla="*/ 10485 w 202091"/>
                <a:gd name="csY157" fmla="*/ 64871 h 140750"/>
                <a:gd name="csX158" fmla="*/ 10583 w 202091"/>
                <a:gd name="csY158" fmla="*/ 64163 h 140750"/>
                <a:gd name="csX159" fmla="*/ 11071 w 202091"/>
                <a:gd name="csY159" fmla="*/ 63280 h 140750"/>
                <a:gd name="csX160" fmla="*/ 12707 w 202091"/>
                <a:gd name="csY160" fmla="*/ 62862 h 140750"/>
                <a:gd name="csX161" fmla="*/ 17043 w 202091"/>
                <a:gd name="csY161" fmla="*/ 63402 h 140750"/>
                <a:gd name="csX162" fmla="*/ 18786 w 202091"/>
                <a:gd name="csY162" fmla="*/ 62162 h 140750"/>
                <a:gd name="csX163" fmla="*/ 19432 w 202091"/>
                <a:gd name="csY163" fmla="*/ 61492 h 140750"/>
                <a:gd name="csX164" fmla="*/ 19828 w 202091"/>
                <a:gd name="csY164" fmla="*/ 60001 h 140750"/>
                <a:gd name="csX165" fmla="*/ 20285 w 202091"/>
                <a:gd name="csY165" fmla="*/ 58799 h 140750"/>
                <a:gd name="csX166" fmla="*/ 21837 w 202091"/>
                <a:gd name="csY166" fmla="*/ 58160 h 140750"/>
                <a:gd name="csX167" fmla="*/ 21814 w 202091"/>
                <a:gd name="csY167" fmla="*/ 57064 h 140750"/>
                <a:gd name="csX168" fmla="*/ 21578 w 202091"/>
                <a:gd name="csY168" fmla="*/ 55877 h 140750"/>
                <a:gd name="csX169" fmla="*/ 22476 w 202091"/>
                <a:gd name="csY169" fmla="*/ 53207 h 140750"/>
                <a:gd name="csX170" fmla="*/ 23024 w 202091"/>
                <a:gd name="csY170" fmla="*/ 52111 h 140750"/>
                <a:gd name="csX171" fmla="*/ 23906 w 202091"/>
                <a:gd name="csY171" fmla="*/ 51715 h 140750"/>
                <a:gd name="csX172" fmla="*/ 24964 w 202091"/>
                <a:gd name="csY172" fmla="*/ 50871 h 140750"/>
                <a:gd name="csX173" fmla="*/ 26805 w 202091"/>
                <a:gd name="csY173" fmla="*/ 49121 h 140750"/>
                <a:gd name="csX174" fmla="*/ 26379 w 202091"/>
                <a:gd name="csY174" fmla="*/ 47599 h 140750"/>
                <a:gd name="csX175" fmla="*/ 26744 w 202091"/>
                <a:gd name="csY175" fmla="*/ 46465 h 140750"/>
                <a:gd name="csX176" fmla="*/ 28662 w 202091"/>
                <a:gd name="csY176" fmla="*/ 43711 h 140750"/>
                <a:gd name="csX177" fmla="*/ 30123 w 202091"/>
                <a:gd name="csY177" fmla="*/ 41048 h 140750"/>
                <a:gd name="csX178" fmla="*/ 30099 w 202091"/>
                <a:gd name="csY178" fmla="*/ 39709 h 140750"/>
                <a:gd name="csX179" fmla="*/ 30313 w 202091"/>
                <a:gd name="csY179" fmla="*/ 38545 h 140750"/>
                <a:gd name="csX180" fmla="*/ 31606 w 202091"/>
                <a:gd name="csY180" fmla="*/ 37267 h 140750"/>
                <a:gd name="csX181" fmla="*/ 32961 w 202091"/>
                <a:gd name="csY181" fmla="*/ 35600 h 140750"/>
                <a:gd name="csX182" fmla="*/ 34748 w 202091"/>
                <a:gd name="csY182" fmla="*/ 30381 h 140750"/>
                <a:gd name="csX183" fmla="*/ 35395 w 202091"/>
                <a:gd name="csY183" fmla="*/ 29506 h 140750"/>
                <a:gd name="csX184" fmla="*/ 36567 w 202091"/>
                <a:gd name="csY184" fmla="*/ 28509 h 140750"/>
                <a:gd name="csX185" fmla="*/ 37442 w 202091"/>
                <a:gd name="csY185" fmla="*/ 27520 h 140750"/>
                <a:gd name="csX186" fmla="*/ 37533 w 202091"/>
                <a:gd name="csY186" fmla="*/ 24081 h 140750"/>
                <a:gd name="csX187" fmla="*/ 38355 w 202091"/>
                <a:gd name="csY187" fmla="*/ 23084 h 140750"/>
                <a:gd name="csX188" fmla="*/ 39930 w 202091"/>
                <a:gd name="csY188" fmla="*/ 21966 h 140750"/>
                <a:gd name="csX189" fmla="*/ 41497 w 202091"/>
                <a:gd name="csY189" fmla="*/ 20170 h 140750"/>
                <a:gd name="csX190" fmla="*/ 42768 w 202091"/>
                <a:gd name="csY190" fmla="*/ 18040 h 140750"/>
                <a:gd name="csX191" fmla="*/ 43749 w 202091"/>
                <a:gd name="csY191" fmla="*/ 17043 h 140750"/>
                <a:gd name="csX192" fmla="*/ 45050 w 202091"/>
                <a:gd name="csY192" fmla="*/ 16777 h 140750"/>
                <a:gd name="csX193" fmla="*/ 46458 w 202091"/>
                <a:gd name="csY193" fmla="*/ 15940 h 140750"/>
                <a:gd name="csX194" fmla="*/ 48033 w 202091"/>
                <a:gd name="csY194" fmla="*/ 15628 h 140750"/>
                <a:gd name="csX195" fmla="*/ 49563 w 202091"/>
                <a:gd name="csY195" fmla="*/ 16039 h 140750"/>
                <a:gd name="csX196" fmla="*/ 50528 w 202091"/>
                <a:gd name="csY196" fmla="*/ 15826 h 140750"/>
                <a:gd name="csX197" fmla="*/ 51997 w 202091"/>
                <a:gd name="csY197" fmla="*/ 14791 h 140750"/>
                <a:gd name="csX198" fmla="*/ 55733 w 202091"/>
                <a:gd name="csY198" fmla="*/ 10865 h 140750"/>
                <a:gd name="csX199" fmla="*/ 56258 w 202091"/>
                <a:gd name="csY199" fmla="*/ 10081 h 140750"/>
                <a:gd name="csX200" fmla="*/ 57034 w 202091"/>
                <a:gd name="csY200" fmla="*/ 9541 h 140750"/>
                <a:gd name="csX201" fmla="*/ 60062 w 202091"/>
                <a:gd name="csY201" fmla="*/ 8194 h 140750"/>
                <a:gd name="csX202" fmla="*/ 60830 w 202091"/>
                <a:gd name="csY202" fmla="*/ 6840 h 140750"/>
                <a:gd name="csX203" fmla="*/ 61873 w 202091"/>
                <a:gd name="csY203" fmla="*/ 5623 h 140750"/>
                <a:gd name="csX204" fmla="*/ 63220 w 202091"/>
                <a:gd name="csY204" fmla="*/ 5714 h 140750"/>
                <a:gd name="csX205" fmla="*/ 67618 w 202091"/>
                <a:gd name="csY205" fmla="*/ 8727 h 140750"/>
                <a:gd name="csX206" fmla="*/ 72319 w 202091"/>
                <a:gd name="csY206" fmla="*/ 8537 h 140750"/>
                <a:gd name="csX207" fmla="*/ 73180 w 202091"/>
                <a:gd name="csY207" fmla="*/ 8651 h 140750"/>
                <a:gd name="csX208" fmla="*/ 73461 w 202091"/>
                <a:gd name="csY208" fmla="*/ 8712 h 140750"/>
                <a:gd name="csX209" fmla="*/ 74039 w 202091"/>
                <a:gd name="csY209" fmla="*/ 8955 h 140750"/>
                <a:gd name="csX210" fmla="*/ 80294 w 202091"/>
                <a:gd name="csY210" fmla="*/ 10446 h 140750"/>
                <a:gd name="csX211" fmla="*/ 81259 w 202091"/>
                <a:gd name="csY211" fmla="*/ 10279 h 140750"/>
                <a:gd name="csX212" fmla="*/ 81526 w 202091"/>
                <a:gd name="csY212" fmla="*/ 10165 h 140750"/>
                <a:gd name="csX213" fmla="*/ 84044 w 202091"/>
                <a:gd name="csY213" fmla="*/ 11390 h 140750"/>
                <a:gd name="csX214" fmla="*/ 86274 w 202091"/>
                <a:gd name="csY214" fmla="*/ 11230 h 140750"/>
                <a:gd name="csX215" fmla="*/ 88389 w 202091"/>
                <a:gd name="csY215" fmla="*/ 10378 h 140750"/>
                <a:gd name="csX216" fmla="*/ 90588 w 202091"/>
                <a:gd name="csY216" fmla="*/ 10089 h 140750"/>
                <a:gd name="csX217" fmla="*/ 92611 w 202091"/>
                <a:gd name="csY217" fmla="*/ 10599 h 140750"/>
                <a:gd name="csX218" fmla="*/ 94149 w 202091"/>
                <a:gd name="csY218" fmla="*/ 12326 h 140750"/>
                <a:gd name="csX219" fmla="*/ 98143 w 202091"/>
                <a:gd name="csY219" fmla="*/ 15993 h 140750"/>
                <a:gd name="csX220" fmla="*/ 99330 w 202091"/>
                <a:gd name="csY220" fmla="*/ 17363 h 140750"/>
                <a:gd name="csX221" fmla="*/ 101156 w 202091"/>
                <a:gd name="csY221" fmla="*/ 17157 h 140750"/>
                <a:gd name="csX222" fmla="*/ 103180 w 202091"/>
                <a:gd name="csY222" fmla="*/ 16472 h 140750"/>
                <a:gd name="csX223" fmla="*/ 105227 w 202091"/>
                <a:gd name="csY223" fmla="*/ 14030 h 140750"/>
                <a:gd name="csX224" fmla="*/ 111519 w 202091"/>
                <a:gd name="csY224" fmla="*/ 11245 h 140750"/>
                <a:gd name="csX225" fmla="*/ 116320 w 202091"/>
                <a:gd name="csY225" fmla="*/ 10553 h 140750"/>
                <a:gd name="csX226" fmla="*/ 121007 w 202091"/>
                <a:gd name="csY226" fmla="*/ 9435 h 140750"/>
                <a:gd name="csX227" fmla="*/ 126432 w 202091"/>
                <a:gd name="csY227" fmla="*/ 8643 h 140750"/>
                <a:gd name="csX228" fmla="*/ 127999 w 202091"/>
                <a:gd name="csY228" fmla="*/ 6361 h 140750"/>
                <a:gd name="csX229" fmla="*/ 128866 w 202091"/>
                <a:gd name="csY229" fmla="*/ 4801 h 140750"/>
                <a:gd name="csX230" fmla="*/ 129483 w 202091"/>
                <a:gd name="csY230" fmla="*/ 1910 h 140750"/>
                <a:gd name="csX231" fmla="*/ 132405 w 202091"/>
                <a:gd name="csY231" fmla="*/ 1073 h 140750"/>
                <a:gd name="csX232" fmla="*/ 135182 w 202091"/>
                <a:gd name="csY232" fmla="*/ 479 h 140750"/>
                <a:gd name="csX233" fmla="*/ 136171 w 202091"/>
                <a:gd name="csY233" fmla="*/ 114 h 140750"/>
                <a:gd name="csX234" fmla="*/ 138195 w 202091"/>
                <a:gd name="csY234" fmla="*/ 0 h 140750"/>
                <a:gd name="csX235" fmla="*/ 139769 w 202091"/>
                <a:gd name="csY235" fmla="*/ 243 h 140750"/>
                <a:gd name="csX236" fmla="*/ 142197 w 202091"/>
                <a:gd name="csY236" fmla="*/ 1674 h 140750"/>
                <a:gd name="csX237" fmla="*/ 143901 w 202091"/>
                <a:gd name="csY237" fmla="*/ 3462 h 140750"/>
                <a:gd name="csX238" fmla="*/ 144571 w 202091"/>
                <a:gd name="csY238" fmla="*/ 4885 h 140750"/>
                <a:gd name="csX239" fmla="*/ 146024 w 202091"/>
                <a:gd name="csY239" fmla="*/ 6893 h 140750"/>
                <a:gd name="csX240" fmla="*/ 147553 w 202091"/>
                <a:gd name="csY240" fmla="*/ 9701 h 140750"/>
                <a:gd name="csX241" fmla="*/ 149242 w 202091"/>
                <a:gd name="csY241" fmla="*/ 13437 h 140750"/>
                <a:gd name="csX242" fmla="*/ 149607 w 202091"/>
                <a:gd name="csY242" fmla="*/ 15316 h 140750"/>
                <a:gd name="csX243" fmla="*/ 150246 w 202091"/>
                <a:gd name="csY243" fmla="*/ 17355 h 140750"/>
                <a:gd name="csX244" fmla="*/ 151502 w 202091"/>
                <a:gd name="csY244" fmla="*/ 19828 h 140750"/>
                <a:gd name="csX245" fmla="*/ 153899 w 202091"/>
                <a:gd name="csY245" fmla="*/ 22567 h 140750"/>
                <a:gd name="csX246" fmla="*/ 154233 w 202091"/>
                <a:gd name="csY246" fmla="*/ 23077 h 140750"/>
                <a:gd name="csX247" fmla="*/ 155321 w 202091"/>
                <a:gd name="csY247" fmla="*/ 25002 h 140750"/>
                <a:gd name="csX248" fmla="*/ 157421 w 202091"/>
                <a:gd name="csY248" fmla="*/ 29255 h 140750"/>
                <a:gd name="csX249" fmla="*/ 159179 w 202091"/>
                <a:gd name="csY249" fmla="*/ 30952 h 140750"/>
                <a:gd name="csX250" fmla="*/ 160708 w 202091"/>
                <a:gd name="csY250" fmla="*/ 32800 h 140750"/>
                <a:gd name="csX251" fmla="*/ 161446 w 202091"/>
                <a:gd name="csY251" fmla="*/ 34657 h 140750"/>
                <a:gd name="csX252" fmla="*/ 162542 w 202091"/>
                <a:gd name="csY252" fmla="*/ 36338 h 140750"/>
                <a:gd name="csX253" fmla="*/ 165114 w 202091"/>
                <a:gd name="csY253" fmla="*/ 38568 h 140750"/>
                <a:gd name="csX254" fmla="*/ 167199 w 202091"/>
                <a:gd name="csY254" fmla="*/ 40592 h 140750"/>
                <a:gd name="csX255" fmla="*/ 168865 w 202091"/>
                <a:gd name="csY255" fmla="*/ 46397 h 140750"/>
                <a:gd name="csX256" fmla="*/ 170029 w 202091"/>
                <a:gd name="csY256" fmla="*/ 49060 h 140750"/>
                <a:gd name="csX257" fmla="*/ 170774 w 202091"/>
                <a:gd name="csY257" fmla="*/ 51091 h 140750"/>
                <a:gd name="csX258" fmla="*/ 170417 w 202091"/>
                <a:gd name="csY258" fmla="*/ 55200 h 140750"/>
                <a:gd name="csX259" fmla="*/ 170881 w 202091"/>
                <a:gd name="csY259" fmla="*/ 56958 h 140750"/>
                <a:gd name="csX260" fmla="*/ 169930 w 202091"/>
                <a:gd name="csY260" fmla="*/ 60161 h 140750"/>
                <a:gd name="csX261" fmla="*/ 168210 w 202091"/>
                <a:gd name="csY261" fmla="*/ 66582 h 140750"/>
                <a:gd name="csX262" fmla="*/ 167792 w 202091"/>
                <a:gd name="csY262" fmla="*/ 71680 h 140750"/>
                <a:gd name="csX263" fmla="*/ 168089 w 202091"/>
                <a:gd name="csY263" fmla="*/ 74419 h 140750"/>
                <a:gd name="csX264" fmla="*/ 168127 w 202091"/>
                <a:gd name="csY264" fmla="*/ 76177 h 140750"/>
                <a:gd name="csX265" fmla="*/ 168545 w 202091"/>
                <a:gd name="csY265" fmla="*/ 77295 h 140750"/>
                <a:gd name="csX266" fmla="*/ 169002 w 202091"/>
                <a:gd name="csY266" fmla="*/ 79608 h 140750"/>
                <a:gd name="csX267" fmla="*/ 169070 w 202091"/>
                <a:gd name="csY267" fmla="*/ 81617 h 140750"/>
                <a:gd name="csX268" fmla="*/ 168454 w 202091"/>
                <a:gd name="csY268" fmla="*/ 82188 h 140750"/>
                <a:gd name="csX269" fmla="*/ 167594 w 202091"/>
                <a:gd name="csY269" fmla="*/ 82667 h 140750"/>
                <a:gd name="csX270" fmla="*/ 167259 w 202091"/>
                <a:gd name="csY270" fmla="*/ 83085 h 140750"/>
                <a:gd name="csX271" fmla="*/ 168051 w 202091"/>
                <a:gd name="csY271" fmla="*/ 83991 h 140750"/>
                <a:gd name="csX272" fmla="*/ 169131 w 202091"/>
                <a:gd name="csY272" fmla="*/ 85672 h 140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Lst>
              <a:rect l="l" t="t" r="r" b="b"/>
              <a:pathLst>
                <a:path w="202091" h="140750">
                  <a:moveTo>
                    <a:pt x="170196" y="87597"/>
                  </a:moveTo>
                  <a:lnTo>
                    <a:pt x="172449" y="90724"/>
                  </a:lnTo>
                  <a:lnTo>
                    <a:pt x="175302" y="92391"/>
                  </a:lnTo>
                  <a:lnTo>
                    <a:pt x="181906" y="94148"/>
                  </a:lnTo>
                  <a:lnTo>
                    <a:pt x="182499" y="93935"/>
                  </a:lnTo>
                  <a:lnTo>
                    <a:pt x="182560" y="93608"/>
                  </a:lnTo>
                  <a:lnTo>
                    <a:pt x="182104" y="93151"/>
                  </a:lnTo>
                  <a:lnTo>
                    <a:pt x="182035" y="92573"/>
                  </a:lnTo>
                  <a:lnTo>
                    <a:pt x="182355" y="91858"/>
                  </a:lnTo>
                  <a:lnTo>
                    <a:pt x="183268" y="91820"/>
                  </a:lnTo>
                  <a:lnTo>
                    <a:pt x="184759" y="92459"/>
                  </a:lnTo>
                  <a:lnTo>
                    <a:pt x="187605" y="91531"/>
                  </a:lnTo>
                  <a:lnTo>
                    <a:pt x="191789" y="89035"/>
                  </a:lnTo>
                  <a:lnTo>
                    <a:pt x="195639" y="88533"/>
                  </a:lnTo>
                  <a:lnTo>
                    <a:pt x="199139" y="90009"/>
                  </a:lnTo>
                  <a:lnTo>
                    <a:pt x="200935" y="91729"/>
                  </a:lnTo>
                  <a:lnTo>
                    <a:pt x="202091" y="93365"/>
                  </a:lnTo>
                  <a:lnTo>
                    <a:pt x="201726" y="95381"/>
                  </a:lnTo>
                  <a:lnTo>
                    <a:pt x="201505" y="96636"/>
                  </a:lnTo>
                  <a:lnTo>
                    <a:pt x="200585" y="101818"/>
                  </a:lnTo>
                  <a:lnTo>
                    <a:pt x="199946" y="103750"/>
                  </a:lnTo>
                  <a:lnTo>
                    <a:pt x="198919" y="105911"/>
                  </a:lnTo>
                  <a:lnTo>
                    <a:pt x="188046" y="108490"/>
                  </a:lnTo>
                  <a:lnTo>
                    <a:pt x="188746" y="107250"/>
                  </a:lnTo>
                  <a:lnTo>
                    <a:pt x="188495" y="105082"/>
                  </a:lnTo>
                  <a:lnTo>
                    <a:pt x="188039" y="103438"/>
                  </a:lnTo>
                  <a:lnTo>
                    <a:pt x="189050" y="101962"/>
                  </a:lnTo>
                  <a:lnTo>
                    <a:pt x="186608" y="101422"/>
                  </a:lnTo>
                  <a:lnTo>
                    <a:pt x="185535" y="102236"/>
                  </a:lnTo>
                  <a:lnTo>
                    <a:pt x="184698" y="103651"/>
                  </a:lnTo>
                  <a:lnTo>
                    <a:pt x="185436" y="106915"/>
                  </a:lnTo>
                  <a:lnTo>
                    <a:pt x="184249" y="108719"/>
                  </a:lnTo>
                  <a:lnTo>
                    <a:pt x="183793" y="109723"/>
                  </a:lnTo>
                  <a:lnTo>
                    <a:pt x="183740" y="112104"/>
                  </a:lnTo>
                  <a:lnTo>
                    <a:pt x="183032" y="113124"/>
                  </a:lnTo>
                  <a:lnTo>
                    <a:pt x="182895" y="114250"/>
                  </a:lnTo>
                  <a:lnTo>
                    <a:pt x="184629" y="113961"/>
                  </a:lnTo>
                  <a:lnTo>
                    <a:pt x="183846" y="116008"/>
                  </a:lnTo>
                  <a:lnTo>
                    <a:pt x="180590" y="119934"/>
                  </a:lnTo>
                  <a:lnTo>
                    <a:pt x="179448" y="122277"/>
                  </a:lnTo>
                  <a:lnTo>
                    <a:pt x="179730" y="131521"/>
                  </a:lnTo>
                  <a:lnTo>
                    <a:pt x="178277" y="137030"/>
                  </a:lnTo>
                  <a:lnTo>
                    <a:pt x="178162" y="138651"/>
                  </a:lnTo>
                  <a:lnTo>
                    <a:pt x="174708" y="138704"/>
                  </a:lnTo>
                  <a:lnTo>
                    <a:pt x="173674" y="138575"/>
                  </a:lnTo>
                  <a:lnTo>
                    <a:pt x="170401" y="137753"/>
                  </a:lnTo>
                  <a:lnTo>
                    <a:pt x="166727" y="136292"/>
                  </a:lnTo>
                  <a:lnTo>
                    <a:pt x="164573" y="133447"/>
                  </a:lnTo>
                  <a:lnTo>
                    <a:pt x="163196" y="131415"/>
                  </a:lnTo>
                  <a:lnTo>
                    <a:pt x="160077" y="132335"/>
                  </a:lnTo>
                  <a:lnTo>
                    <a:pt x="159491" y="132092"/>
                  </a:lnTo>
                  <a:lnTo>
                    <a:pt x="158631" y="131111"/>
                  </a:lnTo>
                  <a:lnTo>
                    <a:pt x="156288" y="130449"/>
                  </a:lnTo>
                  <a:lnTo>
                    <a:pt x="153389" y="130433"/>
                  </a:lnTo>
                  <a:lnTo>
                    <a:pt x="146883" y="126713"/>
                  </a:lnTo>
                  <a:lnTo>
                    <a:pt x="146168" y="126089"/>
                  </a:lnTo>
                  <a:lnTo>
                    <a:pt x="141055" y="126713"/>
                  </a:lnTo>
                  <a:lnTo>
                    <a:pt x="133401" y="128554"/>
                  </a:lnTo>
                  <a:lnTo>
                    <a:pt x="127565" y="130829"/>
                  </a:lnTo>
                  <a:lnTo>
                    <a:pt x="121532" y="134869"/>
                  </a:lnTo>
                  <a:lnTo>
                    <a:pt x="119090" y="137928"/>
                  </a:lnTo>
                  <a:lnTo>
                    <a:pt x="116251" y="139548"/>
                  </a:lnTo>
                  <a:lnTo>
                    <a:pt x="112219" y="140751"/>
                  </a:lnTo>
                  <a:lnTo>
                    <a:pt x="105013" y="140302"/>
                  </a:lnTo>
                  <a:lnTo>
                    <a:pt x="97504" y="138765"/>
                  </a:lnTo>
                  <a:lnTo>
                    <a:pt x="89447" y="137114"/>
                  </a:lnTo>
                  <a:lnTo>
                    <a:pt x="85087" y="138027"/>
                  </a:lnTo>
                  <a:lnTo>
                    <a:pt x="79198" y="137342"/>
                  </a:lnTo>
                  <a:lnTo>
                    <a:pt x="70311" y="135371"/>
                  </a:lnTo>
                  <a:lnTo>
                    <a:pt x="63692" y="134770"/>
                  </a:lnTo>
                  <a:lnTo>
                    <a:pt x="57163" y="135934"/>
                  </a:lnTo>
                  <a:lnTo>
                    <a:pt x="56068" y="135044"/>
                  </a:lnTo>
                  <a:lnTo>
                    <a:pt x="55832" y="134025"/>
                  </a:lnTo>
                  <a:lnTo>
                    <a:pt x="56083" y="132587"/>
                  </a:lnTo>
                  <a:lnTo>
                    <a:pt x="57003" y="131422"/>
                  </a:lnTo>
                  <a:lnTo>
                    <a:pt x="58586" y="130540"/>
                  </a:lnTo>
                  <a:lnTo>
                    <a:pt x="59415" y="129642"/>
                  </a:lnTo>
                  <a:lnTo>
                    <a:pt x="59507" y="128737"/>
                  </a:lnTo>
                  <a:lnTo>
                    <a:pt x="57734" y="127276"/>
                  </a:lnTo>
                  <a:lnTo>
                    <a:pt x="54097" y="125260"/>
                  </a:lnTo>
                  <a:lnTo>
                    <a:pt x="52598" y="123997"/>
                  </a:lnTo>
                  <a:lnTo>
                    <a:pt x="52233" y="123685"/>
                  </a:lnTo>
                  <a:lnTo>
                    <a:pt x="52134" y="122551"/>
                  </a:lnTo>
                  <a:lnTo>
                    <a:pt x="51381" y="121661"/>
                  </a:lnTo>
                  <a:lnTo>
                    <a:pt x="49966" y="121006"/>
                  </a:lnTo>
                  <a:lnTo>
                    <a:pt x="48878" y="119827"/>
                  </a:lnTo>
                  <a:lnTo>
                    <a:pt x="48102" y="118115"/>
                  </a:lnTo>
                  <a:lnTo>
                    <a:pt x="48269" y="116502"/>
                  </a:lnTo>
                  <a:lnTo>
                    <a:pt x="49372" y="114988"/>
                  </a:lnTo>
                  <a:lnTo>
                    <a:pt x="50788" y="114326"/>
                  </a:lnTo>
                  <a:lnTo>
                    <a:pt x="52507" y="114531"/>
                  </a:lnTo>
                  <a:lnTo>
                    <a:pt x="53222" y="114098"/>
                  </a:lnTo>
                  <a:lnTo>
                    <a:pt x="52933" y="113040"/>
                  </a:lnTo>
                  <a:lnTo>
                    <a:pt x="51251" y="111678"/>
                  </a:lnTo>
                  <a:lnTo>
                    <a:pt x="48170" y="110027"/>
                  </a:lnTo>
                  <a:lnTo>
                    <a:pt x="45035" y="110925"/>
                  </a:lnTo>
                  <a:lnTo>
                    <a:pt x="41832" y="114379"/>
                  </a:lnTo>
                  <a:lnTo>
                    <a:pt x="39534" y="114935"/>
                  </a:lnTo>
                  <a:lnTo>
                    <a:pt x="38119" y="112614"/>
                  </a:lnTo>
                  <a:lnTo>
                    <a:pt x="35608" y="111222"/>
                  </a:lnTo>
                  <a:lnTo>
                    <a:pt x="31994" y="110788"/>
                  </a:lnTo>
                  <a:lnTo>
                    <a:pt x="29773" y="109898"/>
                  </a:lnTo>
                  <a:lnTo>
                    <a:pt x="28943" y="108551"/>
                  </a:lnTo>
                  <a:lnTo>
                    <a:pt x="27360" y="107516"/>
                  </a:lnTo>
                  <a:lnTo>
                    <a:pt x="23876" y="106413"/>
                  </a:lnTo>
                  <a:lnTo>
                    <a:pt x="23830" y="105363"/>
                  </a:lnTo>
                  <a:lnTo>
                    <a:pt x="24393" y="105112"/>
                  </a:lnTo>
                  <a:lnTo>
                    <a:pt x="25633" y="105013"/>
                  </a:lnTo>
                  <a:lnTo>
                    <a:pt x="27292" y="104793"/>
                  </a:lnTo>
                  <a:lnTo>
                    <a:pt x="27558" y="104192"/>
                  </a:lnTo>
                  <a:lnTo>
                    <a:pt x="27574" y="103644"/>
                  </a:lnTo>
                  <a:lnTo>
                    <a:pt x="26265" y="102951"/>
                  </a:lnTo>
                  <a:lnTo>
                    <a:pt x="24948" y="102480"/>
                  </a:lnTo>
                  <a:lnTo>
                    <a:pt x="24256" y="102008"/>
                  </a:lnTo>
                  <a:lnTo>
                    <a:pt x="23815" y="101483"/>
                  </a:lnTo>
                  <a:lnTo>
                    <a:pt x="23724" y="100935"/>
                  </a:lnTo>
                  <a:lnTo>
                    <a:pt x="24112" y="100562"/>
                  </a:lnTo>
                  <a:lnTo>
                    <a:pt x="24644" y="100539"/>
                  </a:lnTo>
                  <a:lnTo>
                    <a:pt x="25169" y="100212"/>
                  </a:lnTo>
                  <a:lnTo>
                    <a:pt x="25466" y="98942"/>
                  </a:lnTo>
                  <a:lnTo>
                    <a:pt x="26181" y="97892"/>
                  </a:lnTo>
                  <a:lnTo>
                    <a:pt x="26691" y="97526"/>
                  </a:lnTo>
                  <a:lnTo>
                    <a:pt x="26661" y="96750"/>
                  </a:lnTo>
                  <a:lnTo>
                    <a:pt x="26128" y="96028"/>
                  </a:lnTo>
                  <a:lnTo>
                    <a:pt x="25405" y="95404"/>
                  </a:lnTo>
                  <a:lnTo>
                    <a:pt x="24340" y="95023"/>
                  </a:lnTo>
                  <a:lnTo>
                    <a:pt x="21022" y="93928"/>
                  </a:lnTo>
                  <a:lnTo>
                    <a:pt x="19349" y="92406"/>
                  </a:lnTo>
                  <a:lnTo>
                    <a:pt x="18322" y="92345"/>
                  </a:lnTo>
                  <a:lnTo>
                    <a:pt x="16701" y="91501"/>
                  </a:lnTo>
                  <a:lnTo>
                    <a:pt x="14951" y="90177"/>
                  </a:lnTo>
                  <a:lnTo>
                    <a:pt x="13429" y="88290"/>
                  </a:lnTo>
                  <a:lnTo>
                    <a:pt x="11794" y="87065"/>
                  </a:lnTo>
                  <a:lnTo>
                    <a:pt x="11367" y="86562"/>
                  </a:lnTo>
                  <a:lnTo>
                    <a:pt x="11329" y="86091"/>
                  </a:lnTo>
                  <a:lnTo>
                    <a:pt x="11633" y="85558"/>
                  </a:lnTo>
                  <a:lnTo>
                    <a:pt x="11619" y="84980"/>
                  </a:lnTo>
                  <a:lnTo>
                    <a:pt x="11192" y="83131"/>
                  </a:lnTo>
                  <a:lnTo>
                    <a:pt x="11482" y="81168"/>
                  </a:lnTo>
                  <a:lnTo>
                    <a:pt x="11405" y="79319"/>
                  </a:lnTo>
                  <a:lnTo>
                    <a:pt x="11383" y="78490"/>
                  </a:lnTo>
                  <a:lnTo>
                    <a:pt x="11063" y="78231"/>
                  </a:lnTo>
                  <a:lnTo>
                    <a:pt x="10781" y="78513"/>
                  </a:lnTo>
                  <a:lnTo>
                    <a:pt x="10378" y="78863"/>
                  </a:lnTo>
                  <a:lnTo>
                    <a:pt x="9983" y="78931"/>
                  </a:lnTo>
                  <a:lnTo>
                    <a:pt x="8773" y="77584"/>
                  </a:lnTo>
                  <a:lnTo>
                    <a:pt x="7244" y="74838"/>
                  </a:lnTo>
                  <a:lnTo>
                    <a:pt x="6209" y="73917"/>
                  </a:lnTo>
                  <a:lnTo>
                    <a:pt x="4193" y="72654"/>
                  </a:lnTo>
                  <a:lnTo>
                    <a:pt x="2488" y="71589"/>
                  </a:lnTo>
                  <a:lnTo>
                    <a:pt x="1271" y="69291"/>
                  </a:lnTo>
                  <a:lnTo>
                    <a:pt x="0" y="67511"/>
                  </a:lnTo>
                  <a:lnTo>
                    <a:pt x="837" y="66765"/>
                  </a:lnTo>
                  <a:lnTo>
                    <a:pt x="5684" y="65715"/>
                  </a:lnTo>
                  <a:lnTo>
                    <a:pt x="7943" y="66742"/>
                  </a:lnTo>
                  <a:lnTo>
                    <a:pt x="8955" y="66369"/>
                  </a:lnTo>
                  <a:lnTo>
                    <a:pt x="9937" y="65540"/>
                  </a:lnTo>
                  <a:lnTo>
                    <a:pt x="10485" y="64871"/>
                  </a:lnTo>
                  <a:lnTo>
                    <a:pt x="10583" y="64163"/>
                  </a:lnTo>
                  <a:lnTo>
                    <a:pt x="11071" y="63280"/>
                  </a:lnTo>
                  <a:lnTo>
                    <a:pt x="12707" y="62862"/>
                  </a:lnTo>
                  <a:lnTo>
                    <a:pt x="17043" y="63402"/>
                  </a:lnTo>
                  <a:lnTo>
                    <a:pt x="18786" y="62162"/>
                  </a:lnTo>
                  <a:lnTo>
                    <a:pt x="19432" y="61492"/>
                  </a:lnTo>
                  <a:lnTo>
                    <a:pt x="19828" y="60001"/>
                  </a:lnTo>
                  <a:lnTo>
                    <a:pt x="20285" y="58799"/>
                  </a:lnTo>
                  <a:lnTo>
                    <a:pt x="21837" y="58160"/>
                  </a:lnTo>
                  <a:lnTo>
                    <a:pt x="21814" y="57064"/>
                  </a:lnTo>
                  <a:lnTo>
                    <a:pt x="21578" y="55877"/>
                  </a:lnTo>
                  <a:lnTo>
                    <a:pt x="22476" y="53207"/>
                  </a:lnTo>
                  <a:lnTo>
                    <a:pt x="23024" y="52111"/>
                  </a:lnTo>
                  <a:lnTo>
                    <a:pt x="23906" y="51715"/>
                  </a:lnTo>
                  <a:lnTo>
                    <a:pt x="24964" y="50871"/>
                  </a:lnTo>
                  <a:lnTo>
                    <a:pt x="26805" y="49121"/>
                  </a:lnTo>
                  <a:lnTo>
                    <a:pt x="26379" y="47599"/>
                  </a:lnTo>
                  <a:lnTo>
                    <a:pt x="26744" y="46465"/>
                  </a:lnTo>
                  <a:lnTo>
                    <a:pt x="28662" y="43711"/>
                  </a:lnTo>
                  <a:lnTo>
                    <a:pt x="30123" y="41048"/>
                  </a:lnTo>
                  <a:lnTo>
                    <a:pt x="30099" y="39709"/>
                  </a:lnTo>
                  <a:lnTo>
                    <a:pt x="30313" y="38545"/>
                  </a:lnTo>
                  <a:lnTo>
                    <a:pt x="31606" y="37267"/>
                  </a:lnTo>
                  <a:lnTo>
                    <a:pt x="32961" y="35600"/>
                  </a:lnTo>
                  <a:lnTo>
                    <a:pt x="34748" y="30381"/>
                  </a:lnTo>
                  <a:lnTo>
                    <a:pt x="35395" y="29506"/>
                  </a:lnTo>
                  <a:lnTo>
                    <a:pt x="36567" y="28509"/>
                  </a:lnTo>
                  <a:lnTo>
                    <a:pt x="37442" y="27520"/>
                  </a:lnTo>
                  <a:lnTo>
                    <a:pt x="37533" y="24081"/>
                  </a:lnTo>
                  <a:lnTo>
                    <a:pt x="38355" y="23084"/>
                  </a:lnTo>
                  <a:lnTo>
                    <a:pt x="39930" y="21966"/>
                  </a:lnTo>
                  <a:lnTo>
                    <a:pt x="41497" y="20170"/>
                  </a:lnTo>
                  <a:lnTo>
                    <a:pt x="42768" y="18040"/>
                  </a:lnTo>
                  <a:lnTo>
                    <a:pt x="43749" y="17043"/>
                  </a:lnTo>
                  <a:lnTo>
                    <a:pt x="45050" y="16777"/>
                  </a:lnTo>
                  <a:lnTo>
                    <a:pt x="46458" y="15940"/>
                  </a:lnTo>
                  <a:lnTo>
                    <a:pt x="48033" y="15628"/>
                  </a:lnTo>
                  <a:lnTo>
                    <a:pt x="49563" y="16039"/>
                  </a:lnTo>
                  <a:lnTo>
                    <a:pt x="50528" y="15826"/>
                  </a:lnTo>
                  <a:lnTo>
                    <a:pt x="51997" y="14791"/>
                  </a:lnTo>
                  <a:lnTo>
                    <a:pt x="55733" y="10865"/>
                  </a:lnTo>
                  <a:lnTo>
                    <a:pt x="56258" y="10081"/>
                  </a:lnTo>
                  <a:lnTo>
                    <a:pt x="57034" y="9541"/>
                  </a:lnTo>
                  <a:lnTo>
                    <a:pt x="60062" y="8194"/>
                  </a:lnTo>
                  <a:lnTo>
                    <a:pt x="60830" y="6840"/>
                  </a:lnTo>
                  <a:lnTo>
                    <a:pt x="61873" y="5623"/>
                  </a:lnTo>
                  <a:lnTo>
                    <a:pt x="63220" y="5714"/>
                  </a:lnTo>
                  <a:lnTo>
                    <a:pt x="67618" y="8727"/>
                  </a:lnTo>
                  <a:lnTo>
                    <a:pt x="72319" y="8537"/>
                  </a:lnTo>
                  <a:lnTo>
                    <a:pt x="73180" y="8651"/>
                  </a:lnTo>
                  <a:lnTo>
                    <a:pt x="73461" y="8712"/>
                  </a:lnTo>
                  <a:lnTo>
                    <a:pt x="74039" y="8955"/>
                  </a:lnTo>
                  <a:lnTo>
                    <a:pt x="80294" y="10446"/>
                  </a:lnTo>
                  <a:lnTo>
                    <a:pt x="81259" y="10279"/>
                  </a:lnTo>
                  <a:lnTo>
                    <a:pt x="81526" y="10165"/>
                  </a:lnTo>
                  <a:lnTo>
                    <a:pt x="84044" y="11390"/>
                  </a:lnTo>
                  <a:lnTo>
                    <a:pt x="86274" y="11230"/>
                  </a:lnTo>
                  <a:lnTo>
                    <a:pt x="88389" y="10378"/>
                  </a:lnTo>
                  <a:lnTo>
                    <a:pt x="90588" y="10089"/>
                  </a:lnTo>
                  <a:lnTo>
                    <a:pt x="92611" y="10599"/>
                  </a:lnTo>
                  <a:lnTo>
                    <a:pt x="94149" y="12326"/>
                  </a:lnTo>
                  <a:lnTo>
                    <a:pt x="98143" y="15993"/>
                  </a:lnTo>
                  <a:lnTo>
                    <a:pt x="99330" y="17363"/>
                  </a:lnTo>
                  <a:lnTo>
                    <a:pt x="101156" y="17157"/>
                  </a:lnTo>
                  <a:lnTo>
                    <a:pt x="103180" y="16472"/>
                  </a:lnTo>
                  <a:lnTo>
                    <a:pt x="105227" y="14030"/>
                  </a:lnTo>
                  <a:lnTo>
                    <a:pt x="111519" y="11245"/>
                  </a:lnTo>
                  <a:lnTo>
                    <a:pt x="116320" y="10553"/>
                  </a:lnTo>
                  <a:lnTo>
                    <a:pt x="121007" y="9435"/>
                  </a:lnTo>
                  <a:lnTo>
                    <a:pt x="126432" y="8643"/>
                  </a:lnTo>
                  <a:lnTo>
                    <a:pt x="127999" y="6361"/>
                  </a:lnTo>
                  <a:lnTo>
                    <a:pt x="128866" y="4801"/>
                  </a:lnTo>
                  <a:lnTo>
                    <a:pt x="129483" y="1910"/>
                  </a:lnTo>
                  <a:lnTo>
                    <a:pt x="132405" y="1073"/>
                  </a:lnTo>
                  <a:lnTo>
                    <a:pt x="135182" y="479"/>
                  </a:lnTo>
                  <a:lnTo>
                    <a:pt x="136171" y="114"/>
                  </a:lnTo>
                  <a:lnTo>
                    <a:pt x="138195" y="0"/>
                  </a:lnTo>
                  <a:lnTo>
                    <a:pt x="139769" y="243"/>
                  </a:lnTo>
                  <a:lnTo>
                    <a:pt x="142197" y="1674"/>
                  </a:lnTo>
                  <a:lnTo>
                    <a:pt x="143901" y="3462"/>
                  </a:lnTo>
                  <a:lnTo>
                    <a:pt x="144571" y="4885"/>
                  </a:lnTo>
                  <a:lnTo>
                    <a:pt x="146024" y="6893"/>
                  </a:lnTo>
                  <a:lnTo>
                    <a:pt x="147553" y="9701"/>
                  </a:lnTo>
                  <a:lnTo>
                    <a:pt x="149242" y="13437"/>
                  </a:lnTo>
                  <a:lnTo>
                    <a:pt x="149607" y="15316"/>
                  </a:lnTo>
                  <a:lnTo>
                    <a:pt x="150246" y="17355"/>
                  </a:lnTo>
                  <a:lnTo>
                    <a:pt x="151502" y="19828"/>
                  </a:lnTo>
                  <a:lnTo>
                    <a:pt x="153899" y="22567"/>
                  </a:lnTo>
                  <a:lnTo>
                    <a:pt x="154233" y="23077"/>
                  </a:lnTo>
                  <a:lnTo>
                    <a:pt x="155321" y="25002"/>
                  </a:lnTo>
                  <a:lnTo>
                    <a:pt x="157421" y="29255"/>
                  </a:lnTo>
                  <a:lnTo>
                    <a:pt x="159179" y="30952"/>
                  </a:lnTo>
                  <a:lnTo>
                    <a:pt x="160708" y="32800"/>
                  </a:lnTo>
                  <a:lnTo>
                    <a:pt x="161446" y="34657"/>
                  </a:lnTo>
                  <a:lnTo>
                    <a:pt x="162542" y="36338"/>
                  </a:lnTo>
                  <a:lnTo>
                    <a:pt x="165114" y="38568"/>
                  </a:lnTo>
                  <a:lnTo>
                    <a:pt x="167199" y="40592"/>
                  </a:lnTo>
                  <a:lnTo>
                    <a:pt x="168865" y="46397"/>
                  </a:lnTo>
                  <a:lnTo>
                    <a:pt x="170029" y="49060"/>
                  </a:lnTo>
                  <a:lnTo>
                    <a:pt x="170774" y="51091"/>
                  </a:lnTo>
                  <a:lnTo>
                    <a:pt x="170417" y="55200"/>
                  </a:lnTo>
                  <a:lnTo>
                    <a:pt x="170881" y="56958"/>
                  </a:lnTo>
                  <a:lnTo>
                    <a:pt x="169930" y="60161"/>
                  </a:lnTo>
                  <a:lnTo>
                    <a:pt x="168210" y="66582"/>
                  </a:lnTo>
                  <a:lnTo>
                    <a:pt x="167792" y="71680"/>
                  </a:lnTo>
                  <a:lnTo>
                    <a:pt x="168089" y="74419"/>
                  </a:lnTo>
                  <a:lnTo>
                    <a:pt x="168127" y="76177"/>
                  </a:lnTo>
                  <a:lnTo>
                    <a:pt x="168545" y="77295"/>
                  </a:lnTo>
                  <a:lnTo>
                    <a:pt x="169002" y="79608"/>
                  </a:lnTo>
                  <a:lnTo>
                    <a:pt x="169070" y="81617"/>
                  </a:lnTo>
                  <a:lnTo>
                    <a:pt x="168454" y="82188"/>
                  </a:lnTo>
                  <a:lnTo>
                    <a:pt x="167594" y="82667"/>
                  </a:lnTo>
                  <a:lnTo>
                    <a:pt x="167259" y="83085"/>
                  </a:lnTo>
                  <a:lnTo>
                    <a:pt x="168051" y="83991"/>
                  </a:lnTo>
                  <a:lnTo>
                    <a:pt x="169131" y="85672"/>
                  </a:lnTo>
                  <a:close/>
                </a:path>
              </a:pathLst>
            </a:custGeom>
            <a:solidFill>
              <a:srgbClr val="2562E8"/>
            </a:solidFill>
            <a:ln w="6168" cap="flat">
              <a:solidFill>
                <a:srgbClr val="2562E8"/>
              </a:solidFill>
              <a:prstDash val="solid"/>
              <a:miter/>
            </a:ln>
          </p:spPr>
          <p:txBody>
            <a:bodyPr/>
            <a:lstStyle/>
            <a:p>
              <a:endParaRPr lang="en-US"/>
            </a:p>
          </p:txBody>
        </p:sp>
        <p:sp>
          <p:nvSpPr>
            <p:cNvPr id="2304" name="Freeform: Shape 2303">
              <a:extLst>
                <a:ext uri="{FF2B5EF4-FFF2-40B4-BE49-F238E27FC236}">
                  <a16:creationId xmlns:a16="http://schemas.microsoft.com/office/drawing/2014/main" id="{0AFDAC09-DC94-5FAA-9ADC-F9BFB868E2CF}"/>
                </a:ext>
              </a:extLst>
            </p:cNvPr>
            <p:cNvSpPr/>
            <p:nvPr/>
          </p:nvSpPr>
          <p:spPr>
            <a:xfrm>
              <a:off x="9976142" y="3896165"/>
              <a:ext cx="88358" cy="116646"/>
            </a:xfrm>
            <a:custGeom>
              <a:avLst/>
              <a:gdLst>
                <a:gd name="csX0" fmla="*/ 18907 w 88358"/>
                <a:gd name="csY0" fmla="*/ 533 h 116646"/>
                <a:gd name="csX1" fmla="*/ 21471 w 88358"/>
                <a:gd name="csY1" fmla="*/ 715 h 116646"/>
                <a:gd name="csX2" fmla="*/ 23389 w 88358"/>
                <a:gd name="csY2" fmla="*/ 236 h 116646"/>
                <a:gd name="csX3" fmla="*/ 28235 w 88358"/>
                <a:gd name="csY3" fmla="*/ 844 h 116646"/>
                <a:gd name="csX4" fmla="*/ 29277 w 88358"/>
                <a:gd name="csY4" fmla="*/ 1324 h 116646"/>
                <a:gd name="csX5" fmla="*/ 29955 w 88358"/>
                <a:gd name="csY5" fmla="*/ 1864 h 116646"/>
                <a:gd name="csX6" fmla="*/ 31225 w 88358"/>
                <a:gd name="csY6" fmla="*/ 3645 h 116646"/>
                <a:gd name="csX7" fmla="*/ 32443 w 88358"/>
                <a:gd name="csY7" fmla="*/ 5942 h 116646"/>
                <a:gd name="csX8" fmla="*/ 34147 w 88358"/>
                <a:gd name="csY8" fmla="*/ 7007 h 116646"/>
                <a:gd name="csX9" fmla="*/ 36163 w 88358"/>
                <a:gd name="csY9" fmla="*/ 8271 h 116646"/>
                <a:gd name="csX10" fmla="*/ 37198 w 88358"/>
                <a:gd name="csY10" fmla="*/ 9191 h 116646"/>
                <a:gd name="csX11" fmla="*/ 38727 w 88358"/>
                <a:gd name="csY11" fmla="*/ 11938 h 116646"/>
                <a:gd name="csX12" fmla="*/ 39937 w 88358"/>
                <a:gd name="csY12" fmla="*/ 13285 h 116646"/>
                <a:gd name="csX13" fmla="*/ 40333 w 88358"/>
                <a:gd name="csY13" fmla="*/ 13216 h 116646"/>
                <a:gd name="csX14" fmla="*/ 40736 w 88358"/>
                <a:gd name="csY14" fmla="*/ 12866 h 116646"/>
                <a:gd name="csX15" fmla="*/ 41018 w 88358"/>
                <a:gd name="csY15" fmla="*/ 12584 h 116646"/>
                <a:gd name="csX16" fmla="*/ 41337 w 88358"/>
                <a:gd name="csY16" fmla="*/ 12843 h 116646"/>
                <a:gd name="csX17" fmla="*/ 41360 w 88358"/>
                <a:gd name="csY17" fmla="*/ 13673 h 116646"/>
                <a:gd name="csX18" fmla="*/ 41436 w 88358"/>
                <a:gd name="csY18" fmla="*/ 15522 h 116646"/>
                <a:gd name="csX19" fmla="*/ 41147 w 88358"/>
                <a:gd name="csY19" fmla="*/ 17485 h 116646"/>
                <a:gd name="csX20" fmla="*/ 41573 w 88358"/>
                <a:gd name="csY20" fmla="*/ 19333 h 116646"/>
                <a:gd name="csX21" fmla="*/ 41588 w 88358"/>
                <a:gd name="csY21" fmla="*/ 19912 h 116646"/>
                <a:gd name="csX22" fmla="*/ 41284 w 88358"/>
                <a:gd name="csY22" fmla="*/ 20444 h 116646"/>
                <a:gd name="csX23" fmla="*/ 41322 w 88358"/>
                <a:gd name="csY23" fmla="*/ 20916 h 116646"/>
                <a:gd name="csX24" fmla="*/ 41748 w 88358"/>
                <a:gd name="csY24" fmla="*/ 21418 h 116646"/>
                <a:gd name="csX25" fmla="*/ 43384 w 88358"/>
                <a:gd name="csY25" fmla="*/ 22643 h 116646"/>
                <a:gd name="csX26" fmla="*/ 44906 w 88358"/>
                <a:gd name="csY26" fmla="*/ 24530 h 116646"/>
                <a:gd name="csX27" fmla="*/ 46655 w 88358"/>
                <a:gd name="csY27" fmla="*/ 25854 h 116646"/>
                <a:gd name="csX28" fmla="*/ 48276 w 88358"/>
                <a:gd name="csY28" fmla="*/ 26698 h 116646"/>
                <a:gd name="csX29" fmla="*/ 49303 w 88358"/>
                <a:gd name="csY29" fmla="*/ 26759 h 116646"/>
                <a:gd name="csX30" fmla="*/ 50977 w 88358"/>
                <a:gd name="csY30" fmla="*/ 28281 h 116646"/>
                <a:gd name="csX31" fmla="*/ 54295 w 88358"/>
                <a:gd name="csY31" fmla="*/ 29377 h 116646"/>
                <a:gd name="csX32" fmla="*/ 55360 w 88358"/>
                <a:gd name="csY32" fmla="*/ 29757 h 116646"/>
                <a:gd name="csX33" fmla="*/ 56083 w 88358"/>
                <a:gd name="csY33" fmla="*/ 30381 h 116646"/>
                <a:gd name="csX34" fmla="*/ 56615 w 88358"/>
                <a:gd name="csY34" fmla="*/ 31104 h 116646"/>
                <a:gd name="csX35" fmla="*/ 56645 w 88358"/>
                <a:gd name="csY35" fmla="*/ 31880 h 116646"/>
                <a:gd name="csX36" fmla="*/ 56136 w 88358"/>
                <a:gd name="csY36" fmla="*/ 32245 h 116646"/>
                <a:gd name="csX37" fmla="*/ 55421 w 88358"/>
                <a:gd name="csY37" fmla="*/ 33295 h 116646"/>
                <a:gd name="csX38" fmla="*/ 55124 w 88358"/>
                <a:gd name="csY38" fmla="*/ 34566 h 116646"/>
                <a:gd name="csX39" fmla="*/ 54599 w 88358"/>
                <a:gd name="csY39" fmla="*/ 34893 h 116646"/>
                <a:gd name="csX40" fmla="*/ 54066 w 88358"/>
                <a:gd name="csY40" fmla="*/ 34916 h 116646"/>
                <a:gd name="csX41" fmla="*/ 53678 w 88358"/>
                <a:gd name="csY41" fmla="*/ 35289 h 116646"/>
                <a:gd name="csX42" fmla="*/ 53769 w 88358"/>
                <a:gd name="csY42" fmla="*/ 35836 h 116646"/>
                <a:gd name="csX43" fmla="*/ 54211 w 88358"/>
                <a:gd name="csY43" fmla="*/ 36361 h 116646"/>
                <a:gd name="csX44" fmla="*/ 54903 w 88358"/>
                <a:gd name="csY44" fmla="*/ 36833 h 116646"/>
                <a:gd name="csX45" fmla="*/ 56220 w 88358"/>
                <a:gd name="csY45" fmla="*/ 37305 h 116646"/>
                <a:gd name="csX46" fmla="*/ 57528 w 88358"/>
                <a:gd name="csY46" fmla="*/ 37997 h 116646"/>
                <a:gd name="csX47" fmla="*/ 57513 w 88358"/>
                <a:gd name="csY47" fmla="*/ 38545 h 116646"/>
                <a:gd name="csX48" fmla="*/ 57247 w 88358"/>
                <a:gd name="csY48" fmla="*/ 39146 h 116646"/>
                <a:gd name="csX49" fmla="*/ 55588 w 88358"/>
                <a:gd name="csY49" fmla="*/ 39367 h 116646"/>
                <a:gd name="csX50" fmla="*/ 54348 w 88358"/>
                <a:gd name="csY50" fmla="*/ 39465 h 116646"/>
                <a:gd name="csX51" fmla="*/ 53785 w 88358"/>
                <a:gd name="csY51" fmla="*/ 39717 h 116646"/>
                <a:gd name="csX52" fmla="*/ 53830 w 88358"/>
                <a:gd name="csY52" fmla="*/ 40767 h 116646"/>
                <a:gd name="csX53" fmla="*/ 57315 w 88358"/>
                <a:gd name="csY53" fmla="*/ 41870 h 116646"/>
                <a:gd name="csX54" fmla="*/ 58898 w 88358"/>
                <a:gd name="csY54" fmla="*/ 42905 h 116646"/>
                <a:gd name="csX55" fmla="*/ 59727 w 88358"/>
                <a:gd name="csY55" fmla="*/ 44251 h 116646"/>
                <a:gd name="csX56" fmla="*/ 61949 w 88358"/>
                <a:gd name="csY56" fmla="*/ 45141 h 116646"/>
                <a:gd name="csX57" fmla="*/ 65563 w 88358"/>
                <a:gd name="csY57" fmla="*/ 45575 h 116646"/>
                <a:gd name="csX58" fmla="*/ 68074 w 88358"/>
                <a:gd name="csY58" fmla="*/ 46968 h 116646"/>
                <a:gd name="csX59" fmla="*/ 69489 w 88358"/>
                <a:gd name="csY59" fmla="*/ 49288 h 116646"/>
                <a:gd name="csX60" fmla="*/ 71787 w 88358"/>
                <a:gd name="csY60" fmla="*/ 48733 h 116646"/>
                <a:gd name="csX61" fmla="*/ 74990 w 88358"/>
                <a:gd name="csY61" fmla="*/ 45278 h 116646"/>
                <a:gd name="csX62" fmla="*/ 78124 w 88358"/>
                <a:gd name="csY62" fmla="*/ 44381 h 116646"/>
                <a:gd name="csX63" fmla="*/ 81206 w 88358"/>
                <a:gd name="csY63" fmla="*/ 46032 h 116646"/>
                <a:gd name="csX64" fmla="*/ 82888 w 88358"/>
                <a:gd name="csY64" fmla="*/ 47394 h 116646"/>
                <a:gd name="csX65" fmla="*/ 83176 w 88358"/>
                <a:gd name="csY65" fmla="*/ 48451 h 116646"/>
                <a:gd name="csX66" fmla="*/ 82461 w 88358"/>
                <a:gd name="csY66" fmla="*/ 48885 h 116646"/>
                <a:gd name="csX67" fmla="*/ 80742 w 88358"/>
                <a:gd name="csY67" fmla="*/ 48680 h 116646"/>
                <a:gd name="csX68" fmla="*/ 79327 w 88358"/>
                <a:gd name="csY68" fmla="*/ 49341 h 116646"/>
                <a:gd name="csX69" fmla="*/ 78223 w 88358"/>
                <a:gd name="csY69" fmla="*/ 50856 h 116646"/>
                <a:gd name="csX70" fmla="*/ 78056 w 88358"/>
                <a:gd name="csY70" fmla="*/ 52469 h 116646"/>
                <a:gd name="csX71" fmla="*/ 78832 w 88358"/>
                <a:gd name="csY71" fmla="*/ 54181 h 116646"/>
                <a:gd name="csX72" fmla="*/ 79920 w 88358"/>
                <a:gd name="csY72" fmla="*/ 55360 h 116646"/>
                <a:gd name="csX73" fmla="*/ 81335 w 88358"/>
                <a:gd name="csY73" fmla="*/ 56014 h 116646"/>
                <a:gd name="csX74" fmla="*/ 82089 w 88358"/>
                <a:gd name="csY74" fmla="*/ 56904 h 116646"/>
                <a:gd name="csX75" fmla="*/ 82187 w 88358"/>
                <a:gd name="csY75" fmla="*/ 58038 h 116646"/>
                <a:gd name="csX76" fmla="*/ 82553 w 88358"/>
                <a:gd name="csY76" fmla="*/ 58350 h 116646"/>
                <a:gd name="csX77" fmla="*/ 81746 w 88358"/>
                <a:gd name="csY77" fmla="*/ 58867 h 116646"/>
                <a:gd name="csX78" fmla="*/ 80879 w 88358"/>
                <a:gd name="csY78" fmla="*/ 59643 h 116646"/>
                <a:gd name="csX79" fmla="*/ 80384 w 88358"/>
                <a:gd name="csY79" fmla="*/ 60998 h 116646"/>
                <a:gd name="csX80" fmla="*/ 80255 w 88358"/>
                <a:gd name="csY80" fmla="*/ 63166 h 116646"/>
                <a:gd name="csX81" fmla="*/ 77516 w 88358"/>
                <a:gd name="csY81" fmla="*/ 64863 h 116646"/>
                <a:gd name="csX82" fmla="*/ 76489 w 88358"/>
                <a:gd name="csY82" fmla="*/ 65175 h 116646"/>
                <a:gd name="csX83" fmla="*/ 76024 w 88358"/>
                <a:gd name="csY83" fmla="*/ 66301 h 116646"/>
                <a:gd name="csX84" fmla="*/ 75302 w 88358"/>
                <a:gd name="csY84" fmla="*/ 69474 h 116646"/>
                <a:gd name="csX85" fmla="*/ 75385 w 88358"/>
                <a:gd name="csY85" fmla="*/ 71855 h 116646"/>
                <a:gd name="csX86" fmla="*/ 75758 w 88358"/>
                <a:gd name="csY86" fmla="*/ 73065 h 116646"/>
                <a:gd name="csX87" fmla="*/ 75925 w 88358"/>
                <a:gd name="csY87" fmla="*/ 74054 h 116646"/>
                <a:gd name="csX88" fmla="*/ 76816 w 88358"/>
                <a:gd name="csY88" fmla="*/ 75264 h 116646"/>
                <a:gd name="csX89" fmla="*/ 77622 w 88358"/>
                <a:gd name="csY89" fmla="*/ 77120 h 116646"/>
                <a:gd name="csX90" fmla="*/ 78155 w 88358"/>
                <a:gd name="csY90" fmla="*/ 79570 h 116646"/>
                <a:gd name="csX91" fmla="*/ 79342 w 88358"/>
                <a:gd name="csY91" fmla="*/ 81457 h 116646"/>
                <a:gd name="csX92" fmla="*/ 82378 w 88358"/>
                <a:gd name="csY92" fmla="*/ 83314 h 116646"/>
                <a:gd name="csX93" fmla="*/ 83884 w 88358"/>
                <a:gd name="csY93" fmla="*/ 84394 h 116646"/>
                <a:gd name="csX94" fmla="*/ 85003 w 88358"/>
                <a:gd name="csY94" fmla="*/ 85962 h 116646"/>
                <a:gd name="csX95" fmla="*/ 85855 w 88358"/>
                <a:gd name="csY95" fmla="*/ 87377 h 116646"/>
                <a:gd name="csX96" fmla="*/ 88358 w 88358"/>
                <a:gd name="csY96" fmla="*/ 89256 h 116646"/>
                <a:gd name="csX97" fmla="*/ 88168 w 88358"/>
                <a:gd name="csY97" fmla="*/ 90595 h 116646"/>
                <a:gd name="csX98" fmla="*/ 87620 w 88358"/>
                <a:gd name="csY98" fmla="*/ 91904 h 116646"/>
                <a:gd name="csX99" fmla="*/ 87042 w 88358"/>
                <a:gd name="csY99" fmla="*/ 92520 h 116646"/>
                <a:gd name="csX100" fmla="*/ 85794 w 88358"/>
                <a:gd name="csY100" fmla="*/ 94201 h 116646"/>
                <a:gd name="csX101" fmla="*/ 84577 w 88358"/>
                <a:gd name="csY101" fmla="*/ 95145 h 116646"/>
                <a:gd name="csX102" fmla="*/ 82576 w 88358"/>
                <a:gd name="csY102" fmla="*/ 98105 h 116646"/>
                <a:gd name="csX103" fmla="*/ 79418 w 88358"/>
                <a:gd name="csY103" fmla="*/ 98265 h 116646"/>
                <a:gd name="csX104" fmla="*/ 78665 w 88358"/>
                <a:gd name="csY104" fmla="*/ 98500 h 116646"/>
                <a:gd name="csX105" fmla="*/ 77463 w 88358"/>
                <a:gd name="csY105" fmla="*/ 99307 h 116646"/>
                <a:gd name="csX106" fmla="*/ 76877 w 88358"/>
                <a:gd name="csY106" fmla="*/ 100783 h 116646"/>
                <a:gd name="csX107" fmla="*/ 77440 w 88358"/>
                <a:gd name="csY107" fmla="*/ 101970 h 116646"/>
                <a:gd name="csX108" fmla="*/ 77386 w 88358"/>
                <a:gd name="csY108" fmla="*/ 103164 h 116646"/>
                <a:gd name="csX109" fmla="*/ 76816 w 88358"/>
                <a:gd name="csY109" fmla="*/ 105485 h 116646"/>
                <a:gd name="csX110" fmla="*/ 77577 w 88358"/>
                <a:gd name="csY110" fmla="*/ 107973 h 116646"/>
                <a:gd name="csX111" fmla="*/ 78695 w 88358"/>
                <a:gd name="csY111" fmla="*/ 109107 h 116646"/>
                <a:gd name="csX112" fmla="*/ 78870 w 88358"/>
                <a:gd name="csY112" fmla="*/ 109761 h 116646"/>
                <a:gd name="csX113" fmla="*/ 78680 w 88358"/>
                <a:gd name="csY113" fmla="*/ 110918 h 116646"/>
                <a:gd name="csX114" fmla="*/ 77014 w 88358"/>
                <a:gd name="csY114" fmla="*/ 113276 h 116646"/>
                <a:gd name="csX115" fmla="*/ 76512 w 88358"/>
                <a:gd name="csY115" fmla="*/ 114151 h 116646"/>
                <a:gd name="csX116" fmla="*/ 74845 w 88358"/>
                <a:gd name="csY116" fmla="*/ 114577 h 116646"/>
                <a:gd name="csX117" fmla="*/ 74275 w 88358"/>
                <a:gd name="csY117" fmla="*/ 114357 h 116646"/>
                <a:gd name="csX118" fmla="*/ 73415 w 88358"/>
                <a:gd name="csY118" fmla="*/ 113550 h 116646"/>
                <a:gd name="csX119" fmla="*/ 72616 w 88358"/>
                <a:gd name="csY119" fmla="*/ 113307 h 116646"/>
                <a:gd name="csX120" fmla="*/ 70630 w 88358"/>
                <a:gd name="csY120" fmla="*/ 114258 h 116646"/>
                <a:gd name="csX121" fmla="*/ 68606 w 88358"/>
                <a:gd name="csY121" fmla="*/ 114844 h 116646"/>
                <a:gd name="csX122" fmla="*/ 67016 w 88358"/>
                <a:gd name="csY122" fmla="*/ 114402 h 116646"/>
                <a:gd name="csX123" fmla="*/ 65449 w 88358"/>
                <a:gd name="csY123" fmla="*/ 114349 h 116646"/>
                <a:gd name="csX124" fmla="*/ 64361 w 88358"/>
                <a:gd name="csY124" fmla="*/ 114737 h 116646"/>
                <a:gd name="csX125" fmla="*/ 63539 w 88358"/>
                <a:gd name="csY125" fmla="*/ 114889 h 116646"/>
                <a:gd name="csX126" fmla="*/ 61926 w 88358"/>
                <a:gd name="csY126" fmla="*/ 115909 h 116646"/>
                <a:gd name="csX127" fmla="*/ 59347 w 88358"/>
                <a:gd name="csY127" fmla="*/ 116647 h 116646"/>
                <a:gd name="csX128" fmla="*/ 58152 w 88358"/>
                <a:gd name="csY128" fmla="*/ 116487 h 116646"/>
                <a:gd name="csX129" fmla="*/ 57711 w 88358"/>
                <a:gd name="csY129" fmla="*/ 115528 h 116646"/>
                <a:gd name="csX130" fmla="*/ 57224 w 88358"/>
                <a:gd name="csY130" fmla="*/ 114166 h 116646"/>
                <a:gd name="csX131" fmla="*/ 57459 w 88358"/>
                <a:gd name="csY131" fmla="*/ 113543 h 116646"/>
                <a:gd name="csX132" fmla="*/ 59172 w 88358"/>
                <a:gd name="csY132" fmla="*/ 112462 h 116646"/>
                <a:gd name="csX133" fmla="*/ 59362 w 88358"/>
                <a:gd name="csY133" fmla="*/ 111435 h 116646"/>
                <a:gd name="csX134" fmla="*/ 61751 w 88358"/>
                <a:gd name="csY134" fmla="*/ 106459 h 116646"/>
                <a:gd name="csX135" fmla="*/ 62207 w 88358"/>
                <a:gd name="csY135" fmla="*/ 104838 h 116646"/>
                <a:gd name="csX136" fmla="*/ 62223 w 88358"/>
                <a:gd name="csY136" fmla="*/ 104313 h 116646"/>
                <a:gd name="csX137" fmla="*/ 61599 w 88358"/>
                <a:gd name="csY137" fmla="*/ 103956 h 116646"/>
                <a:gd name="csX138" fmla="*/ 60290 w 88358"/>
                <a:gd name="csY138" fmla="*/ 103971 h 116646"/>
                <a:gd name="csX139" fmla="*/ 54485 w 88358"/>
                <a:gd name="csY139" fmla="*/ 101947 h 116646"/>
                <a:gd name="csX140" fmla="*/ 54751 w 88358"/>
                <a:gd name="csY140" fmla="*/ 99626 h 116646"/>
                <a:gd name="csX141" fmla="*/ 53047 w 88358"/>
                <a:gd name="csY141" fmla="*/ 98371 h 116646"/>
                <a:gd name="csX142" fmla="*/ 51206 w 88358"/>
                <a:gd name="csY142" fmla="*/ 97252 h 116646"/>
                <a:gd name="csX143" fmla="*/ 50901 w 88358"/>
                <a:gd name="csY143" fmla="*/ 96005 h 116646"/>
                <a:gd name="csX144" fmla="*/ 48854 w 88358"/>
                <a:gd name="csY144" fmla="*/ 93479 h 116646"/>
                <a:gd name="csX145" fmla="*/ 47363 w 88358"/>
                <a:gd name="csY145" fmla="*/ 92064 h 116646"/>
                <a:gd name="csX146" fmla="*/ 45454 w 88358"/>
                <a:gd name="csY146" fmla="*/ 91356 h 116646"/>
                <a:gd name="csX147" fmla="*/ 43810 w 88358"/>
                <a:gd name="csY147" fmla="*/ 90314 h 116646"/>
                <a:gd name="csX148" fmla="*/ 42821 w 88358"/>
                <a:gd name="csY148" fmla="*/ 89675 h 116646"/>
                <a:gd name="csX149" fmla="*/ 42379 w 88358"/>
                <a:gd name="csY149" fmla="*/ 88495 h 116646"/>
                <a:gd name="csX150" fmla="*/ 42379 w 88358"/>
                <a:gd name="csY150" fmla="*/ 87795 h 116646"/>
                <a:gd name="csX151" fmla="*/ 41885 w 88358"/>
                <a:gd name="csY151" fmla="*/ 87118 h 116646"/>
                <a:gd name="csX152" fmla="*/ 41094 w 88358"/>
                <a:gd name="csY152" fmla="*/ 87194 h 116646"/>
                <a:gd name="csX153" fmla="*/ 39747 w 88358"/>
                <a:gd name="csY153" fmla="*/ 88137 h 116646"/>
                <a:gd name="csX154" fmla="*/ 38096 w 88358"/>
                <a:gd name="csY154" fmla="*/ 88944 h 116646"/>
                <a:gd name="csX155" fmla="*/ 37807 w 88358"/>
                <a:gd name="csY155" fmla="*/ 89538 h 116646"/>
                <a:gd name="csX156" fmla="*/ 38408 w 88358"/>
                <a:gd name="csY156" fmla="*/ 90930 h 116646"/>
                <a:gd name="csX157" fmla="*/ 38834 w 88358"/>
                <a:gd name="csY157" fmla="*/ 91828 h 116646"/>
                <a:gd name="csX158" fmla="*/ 38636 w 88358"/>
                <a:gd name="csY158" fmla="*/ 92665 h 116646"/>
                <a:gd name="csX159" fmla="*/ 38119 w 88358"/>
                <a:gd name="csY159" fmla="*/ 93738 h 116646"/>
                <a:gd name="csX160" fmla="*/ 34938 w 88358"/>
                <a:gd name="csY160" fmla="*/ 96096 h 116646"/>
                <a:gd name="csX161" fmla="*/ 34581 w 88358"/>
                <a:gd name="csY161" fmla="*/ 96925 h 116646"/>
                <a:gd name="csX162" fmla="*/ 35190 w 88358"/>
                <a:gd name="csY162" fmla="*/ 98249 h 116646"/>
                <a:gd name="csX163" fmla="*/ 34801 w 88358"/>
                <a:gd name="csY163" fmla="*/ 98858 h 116646"/>
                <a:gd name="csX164" fmla="*/ 32146 w 88358"/>
                <a:gd name="csY164" fmla="*/ 99733 h 116646"/>
                <a:gd name="csX165" fmla="*/ 32214 w 88358"/>
                <a:gd name="csY165" fmla="*/ 99010 h 116646"/>
                <a:gd name="csX166" fmla="*/ 32047 w 88358"/>
                <a:gd name="csY166" fmla="*/ 97846 h 116646"/>
                <a:gd name="csX167" fmla="*/ 30525 w 88358"/>
                <a:gd name="csY167" fmla="*/ 96606 h 116646"/>
                <a:gd name="csX168" fmla="*/ 28372 w 88358"/>
                <a:gd name="csY168" fmla="*/ 95647 h 116646"/>
                <a:gd name="csX169" fmla="*/ 23594 w 88358"/>
                <a:gd name="csY169" fmla="*/ 92353 h 116646"/>
                <a:gd name="csX170" fmla="*/ 21760 w 88358"/>
                <a:gd name="csY170" fmla="*/ 91919 h 116646"/>
                <a:gd name="csX171" fmla="*/ 20117 w 88358"/>
                <a:gd name="csY171" fmla="*/ 91531 h 116646"/>
                <a:gd name="csX172" fmla="*/ 17766 w 88358"/>
                <a:gd name="csY172" fmla="*/ 89956 h 116646"/>
                <a:gd name="csX173" fmla="*/ 16556 w 88358"/>
                <a:gd name="csY173" fmla="*/ 89675 h 116646"/>
                <a:gd name="csX174" fmla="*/ 15217 w 88358"/>
                <a:gd name="csY174" fmla="*/ 88548 h 116646"/>
                <a:gd name="csX175" fmla="*/ 12295 w 88358"/>
                <a:gd name="csY175" fmla="*/ 84729 h 116646"/>
                <a:gd name="csX176" fmla="*/ 9807 w 88358"/>
                <a:gd name="csY176" fmla="*/ 82644 h 116646"/>
                <a:gd name="csX177" fmla="*/ 8111 w 88358"/>
                <a:gd name="csY177" fmla="*/ 81594 h 116646"/>
                <a:gd name="csX178" fmla="*/ 7631 w 88358"/>
                <a:gd name="csY178" fmla="*/ 80567 h 116646"/>
                <a:gd name="csX179" fmla="*/ 7532 w 88358"/>
                <a:gd name="csY179" fmla="*/ 79509 h 116646"/>
                <a:gd name="csX180" fmla="*/ 7585 w 88358"/>
                <a:gd name="csY180" fmla="*/ 79152 h 116646"/>
                <a:gd name="csX181" fmla="*/ 8871 w 88358"/>
                <a:gd name="csY181" fmla="*/ 77645 h 116646"/>
                <a:gd name="csX182" fmla="*/ 9860 w 88358"/>
                <a:gd name="csY182" fmla="*/ 77432 h 116646"/>
                <a:gd name="csX183" fmla="*/ 11131 w 88358"/>
                <a:gd name="csY183" fmla="*/ 77379 h 116646"/>
                <a:gd name="csX184" fmla="*/ 11976 w 88358"/>
                <a:gd name="csY184" fmla="*/ 78140 h 116646"/>
                <a:gd name="csX185" fmla="*/ 13071 w 88358"/>
                <a:gd name="csY185" fmla="*/ 78307 h 116646"/>
                <a:gd name="csX186" fmla="*/ 13687 w 88358"/>
                <a:gd name="csY186" fmla="*/ 77333 h 116646"/>
                <a:gd name="csX187" fmla="*/ 14007 w 88358"/>
                <a:gd name="csY187" fmla="*/ 75934 h 116646"/>
                <a:gd name="csX188" fmla="*/ 13863 w 88358"/>
                <a:gd name="csY188" fmla="*/ 74145 h 116646"/>
                <a:gd name="csX189" fmla="*/ 11207 w 88358"/>
                <a:gd name="csY189" fmla="*/ 69984 h 116646"/>
                <a:gd name="csX190" fmla="*/ 8932 w 88358"/>
                <a:gd name="csY190" fmla="*/ 67077 h 116646"/>
                <a:gd name="csX191" fmla="*/ 8666 w 88358"/>
                <a:gd name="csY191" fmla="*/ 66430 h 116646"/>
                <a:gd name="csX192" fmla="*/ 9161 w 88358"/>
                <a:gd name="csY192" fmla="*/ 65882 h 116646"/>
                <a:gd name="csX193" fmla="*/ 9959 w 88358"/>
                <a:gd name="csY193" fmla="*/ 65593 h 116646"/>
                <a:gd name="csX194" fmla="*/ 10811 w 88358"/>
                <a:gd name="csY194" fmla="*/ 65837 h 116646"/>
                <a:gd name="csX195" fmla="*/ 13033 w 88358"/>
                <a:gd name="csY195" fmla="*/ 66050 h 116646"/>
                <a:gd name="csX196" fmla="*/ 15171 w 88358"/>
                <a:gd name="csY196" fmla="*/ 65776 h 116646"/>
                <a:gd name="csX197" fmla="*/ 15902 w 88358"/>
                <a:gd name="csY197" fmla="*/ 65068 h 116646"/>
                <a:gd name="csX198" fmla="*/ 15902 w 88358"/>
                <a:gd name="csY198" fmla="*/ 64110 h 116646"/>
                <a:gd name="csX199" fmla="*/ 15126 w 88358"/>
                <a:gd name="csY199" fmla="*/ 63219 h 116646"/>
                <a:gd name="csX200" fmla="*/ 12623 w 88358"/>
                <a:gd name="csY200" fmla="*/ 60823 h 116646"/>
                <a:gd name="csX201" fmla="*/ 10674 w 88358"/>
                <a:gd name="csY201" fmla="*/ 58708 h 116646"/>
                <a:gd name="csX202" fmla="*/ 8377 w 88358"/>
                <a:gd name="csY202" fmla="*/ 57079 h 116646"/>
                <a:gd name="csX203" fmla="*/ 6680 w 88358"/>
                <a:gd name="csY203" fmla="*/ 56425 h 116646"/>
                <a:gd name="csX204" fmla="*/ 6178 w 88358"/>
                <a:gd name="csY204" fmla="*/ 55596 h 116646"/>
                <a:gd name="csX205" fmla="*/ 5965 w 88358"/>
                <a:gd name="csY205" fmla="*/ 54713 h 116646"/>
                <a:gd name="csX206" fmla="*/ 6155 w 88358"/>
                <a:gd name="csY206" fmla="*/ 53092 h 116646"/>
                <a:gd name="csX207" fmla="*/ 6269 w 88358"/>
                <a:gd name="csY207" fmla="*/ 51023 h 116646"/>
                <a:gd name="csX208" fmla="*/ 6665 w 88358"/>
                <a:gd name="csY208" fmla="*/ 49730 h 116646"/>
                <a:gd name="csX209" fmla="*/ 8202 w 88358"/>
                <a:gd name="csY209" fmla="*/ 47272 h 116646"/>
                <a:gd name="csX210" fmla="*/ 9670 w 88358"/>
                <a:gd name="csY210" fmla="*/ 44662 h 116646"/>
                <a:gd name="csX211" fmla="*/ 10576 w 88358"/>
                <a:gd name="csY211" fmla="*/ 42151 h 116646"/>
                <a:gd name="csX212" fmla="*/ 11055 w 88358"/>
                <a:gd name="csY212" fmla="*/ 39816 h 116646"/>
                <a:gd name="csX213" fmla="*/ 10880 w 88358"/>
                <a:gd name="csY213" fmla="*/ 39138 h 116646"/>
                <a:gd name="csX214" fmla="*/ 10112 w 88358"/>
                <a:gd name="csY214" fmla="*/ 38644 h 116646"/>
                <a:gd name="csX215" fmla="*/ 8498 w 88358"/>
                <a:gd name="csY215" fmla="*/ 38134 h 116646"/>
                <a:gd name="csX216" fmla="*/ 6247 w 88358"/>
                <a:gd name="csY216" fmla="*/ 38575 h 116646"/>
                <a:gd name="csX217" fmla="*/ 4336 w 88358"/>
                <a:gd name="csY217" fmla="*/ 39428 h 116646"/>
                <a:gd name="csX218" fmla="*/ 3591 w 88358"/>
                <a:gd name="csY218" fmla="*/ 39496 h 116646"/>
                <a:gd name="csX219" fmla="*/ 3340 w 88358"/>
                <a:gd name="csY219" fmla="*/ 38446 h 116646"/>
                <a:gd name="csX220" fmla="*/ 3637 w 88358"/>
                <a:gd name="csY220" fmla="*/ 37982 h 116646"/>
                <a:gd name="csX221" fmla="*/ 4238 w 88358"/>
                <a:gd name="csY221" fmla="*/ 38043 h 116646"/>
                <a:gd name="csX222" fmla="*/ 4732 w 88358"/>
                <a:gd name="csY222" fmla="*/ 38241 h 116646"/>
                <a:gd name="csX223" fmla="*/ 5257 w 88358"/>
                <a:gd name="csY223" fmla="*/ 37761 h 116646"/>
                <a:gd name="csX224" fmla="*/ 5577 w 88358"/>
                <a:gd name="csY224" fmla="*/ 36354 h 116646"/>
                <a:gd name="csX225" fmla="*/ 4778 w 88358"/>
                <a:gd name="csY225" fmla="*/ 31423 h 116646"/>
                <a:gd name="csX226" fmla="*/ 6208 w 88358"/>
                <a:gd name="csY226" fmla="*/ 30990 h 116646"/>
                <a:gd name="csX227" fmla="*/ 6231 w 88358"/>
                <a:gd name="csY227" fmla="*/ 30274 h 116646"/>
                <a:gd name="csX228" fmla="*/ 6361 w 88358"/>
                <a:gd name="csY228" fmla="*/ 29643 h 116646"/>
                <a:gd name="csX229" fmla="*/ 7837 w 88358"/>
                <a:gd name="csY229" fmla="*/ 30503 h 116646"/>
                <a:gd name="csX230" fmla="*/ 9906 w 88358"/>
                <a:gd name="csY230" fmla="*/ 30518 h 116646"/>
                <a:gd name="csX231" fmla="*/ 11724 w 88358"/>
                <a:gd name="csY231" fmla="*/ 30343 h 116646"/>
                <a:gd name="csX232" fmla="*/ 11998 w 88358"/>
                <a:gd name="csY232" fmla="*/ 29856 h 116646"/>
                <a:gd name="csX233" fmla="*/ 11983 w 88358"/>
                <a:gd name="csY233" fmla="*/ 29156 h 116646"/>
                <a:gd name="csX234" fmla="*/ 11603 w 88358"/>
                <a:gd name="csY234" fmla="*/ 28601 h 116646"/>
                <a:gd name="csX235" fmla="*/ 10956 w 88358"/>
                <a:gd name="csY235" fmla="*/ 28159 h 116646"/>
                <a:gd name="csX236" fmla="*/ 10492 w 88358"/>
                <a:gd name="csY236" fmla="*/ 27474 h 116646"/>
                <a:gd name="csX237" fmla="*/ 9267 w 88358"/>
                <a:gd name="csY237" fmla="*/ 27170 h 116646"/>
                <a:gd name="csX238" fmla="*/ 5425 w 88358"/>
                <a:gd name="csY238" fmla="*/ 25390 h 116646"/>
                <a:gd name="csX239" fmla="*/ 3538 w 88358"/>
                <a:gd name="csY239" fmla="*/ 23495 h 116646"/>
                <a:gd name="csX240" fmla="*/ 3599 w 88358"/>
                <a:gd name="csY240" fmla="*/ 21479 h 116646"/>
                <a:gd name="csX241" fmla="*/ 4147 w 88358"/>
                <a:gd name="csY241" fmla="*/ 20376 h 116646"/>
                <a:gd name="csX242" fmla="*/ 4808 w 88358"/>
                <a:gd name="csY242" fmla="*/ 19988 h 116646"/>
                <a:gd name="csX243" fmla="*/ 4610 w 88358"/>
                <a:gd name="csY243" fmla="*/ 19615 h 116646"/>
                <a:gd name="csX244" fmla="*/ 2450 w 88358"/>
                <a:gd name="csY244" fmla="*/ 18679 h 116646"/>
                <a:gd name="csX245" fmla="*/ 1681 w 88358"/>
                <a:gd name="csY245" fmla="*/ 17378 h 116646"/>
                <a:gd name="csX246" fmla="*/ 2313 w 88358"/>
                <a:gd name="csY246" fmla="*/ 15712 h 116646"/>
                <a:gd name="csX247" fmla="*/ 1187 w 88358"/>
                <a:gd name="csY247" fmla="*/ 12311 h 116646"/>
                <a:gd name="csX248" fmla="*/ 0 w 88358"/>
                <a:gd name="csY248" fmla="*/ 10218 h 116646"/>
                <a:gd name="csX249" fmla="*/ 1164 w 88358"/>
                <a:gd name="csY249" fmla="*/ 9313 h 116646"/>
                <a:gd name="csX250" fmla="*/ 1324 w 88358"/>
                <a:gd name="csY250" fmla="*/ 8019 h 116646"/>
                <a:gd name="csX251" fmla="*/ 1415 w 88358"/>
                <a:gd name="csY251" fmla="*/ 7281 h 116646"/>
                <a:gd name="csX252" fmla="*/ 1894 w 88358"/>
                <a:gd name="csY252" fmla="*/ 7296 h 116646"/>
                <a:gd name="csX253" fmla="*/ 3774 w 88358"/>
                <a:gd name="csY253" fmla="*/ 6429 h 116646"/>
                <a:gd name="csX254" fmla="*/ 4459 w 88358"/>
                <a:gd name="csY254" fmla="*/ 5729 h 116646"/>
                <a:gd name="csX255" fmla="*/ 4854 w 88358"/>
                <a:gd name="csY255" fmla="*/ 4900 h 116646"/>
                <a:gd name="csX256" fmla="*/ 5303 w 88358"/>
                <a:gd name="csY256" fmla="*/ 4695 h 116646"/>
                <a:gd name="csX257" fmla="*/ 6559 w 88358"/>
                <a:gd name="csY257" fmla="*/ 5592 h 116646"/>
                <a:gd name="csX258" fmla="*/ 7890 w 88358"/>
                <a:gd name="csY258" fmla="*/ 5668 h 116646"/>
                <a:gd name="csX259" fmla="*/ 9374 w 88358"/>
                <a:gd name="csY259" fmla="*/ 5105 h 116646"/>
                <a:gd name="csX260" fmla="*/ 10492 w 88358"/>
                <a:gd name="csY260" fmla="*/ 4322 h 116646"/>
                <a:gd name="csX261" fmla="*/ 11823 w 88358"/>
                <a:gd name="csY261" fmla="*/ 3667 h 116646"/>
                <a:gd name="csX262" fmla="*/ 12432 w 88358"/>
                <a:gd name="csY262" fmla="*/ 3218 h 116646"/>
                <a:gd name="csX263" fmla="*/ 13208 w 88358"/>
                <a:gd name="csY263" fmla="*/ 2518 h 116646"/>
                <a:gd name="csX264" fmla="*/ 14768 w 88358"/>
                <a:gd name="csY264" fmla="*/ 434 h 116646"/>
                <a:gd name="csX265" fmla="*/ 16541 w 88358"/>
                <a:gd name="csY265" fmla="*/ 0 h 116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Lst>
              <a:rect l="l" t="t" r="r" b="b"/>
              <a:pathLst>
                <a:path w="88358" h="116646">
                  <a:moveTo>
                    <a:pt x="18907" y="533"/>
                  </a:moveTo>
                  <a:lnTo>
                    <a:pt x="21471" y="715"/>
                  </a:lnTo>
                  <a:lnTo>
                    <a:pt x="23389" y="236"/>
                  </a:lnTo>
                  <a:lnTo>
                    <a:pt x="28235" y="844"/>
                  </a:lnTo>
                  <a:lnTo>
                    <a:pt x="29277" y="1324"/>
                  </a:lnTo>
                  <a:lnTo>
                    <a:pt x="29955" y="1864"/>
                  </a:lnTo>
                  <a:lnTo>
                    <a:pt x="31225" y="3645"/>
                  </a:lnTo>
                  <a:lnTo>
                    <a:pt x="32443" y="5942"/>
                  </a:lnTo>
                  <a:lnTo>
                    <a:pt x="34147" y="7007"/>
                  </a:lnTo>
                  <a:lnTo>
                    <a:pt x="36163" y="8271"/>
                  </a:lnTo>
                  <a:lnTo>
                    <a:pt x="37198" y="9191"/>
                  </a:lnTo>
                  <a:lnTo>
                    <a:pt x="38727" y="11938"/>
                  </a:lnTo>
                  <a:lnTo>
                    <a:pt x="39937" y="13285"/>
                  </a:lnTo>
                  <a:lnTo>
                    <a:pt x="40333" y="13216"/>
                  </a:lnTo>
                  <a:lnTo>
                    <a:pt x="40736" y="12866"/>
                  </a:lnTo>
                  <a:lnTo>
                    <a:pt x="41018" y="12584"/>
                  </a:lnTo>
                  <a:lnTo>
                    <a:pt x="41337" y="12843"/>
                  </a:lnTo>
                  <a:lnTo>
                    <a:pt x="41360" y="13673"/>
                  </a:lnTo>
                  <a:lnTo>
                    <a:pt x="41436" y="15522"/>
                  </a:lnTo>
                  <a:lnTo>
                    <a:pt x="41147" y="17485"/>
                  </a:lnTo>
                  <a:lnTo>
                    <a:pt x="41573" y="19333"/>
                  </a:lnTo>
                  <a:lnTo>
                    <a:pt x="41588" y="19912"/>
                  </a:lnTo>
                  <a:lnTo>
                    <a:pt x="41284" y="20444"/>
                  </a:lnTo>
                  <a:lnTo>
                    <a:pt x="41322" y="20916"/>
                  </a:lnTo>
                  <a:lnTo>
                    <a:pt x="41748" y="21418"/>
                  </a:lnTo>
                  <a:lnTo>
                    <a:pt x="43384" y="22643"/>
                  </a:lnTo>
                  <a:lnTo>
                    <a:pt x="44906" y="24530"/>
                  </a:lnTo>
                  <a:lnTo>
                    <a:pt x="46655" y="25854"/>
                  </a:lnTo>
                  <a:lnTo>
                    <a:pt x="48276" y="26698"/>
                  </a:lnTo>
                  <a:lnTo>
                    <a:pt x="49303" y="26759"/>
                  </a:lnTo>
                  <a:lnTo>
                    <a:pt x="50977" y="28281"/>
                  </a:lnTo>
                  <a:lnTo>
                    <a:pt x="54295" y="29377"/>
                  </a:lnTo>
                  <a:lnTo>
                    <a:pt x="55360" y="29757"/>
                  </a:lnTo>
                  <a:lnTo>
                    <a:pt x="56083" y="30381"/>
                  </a:lnTo>
                  <a:lnTo>
                    <a:pt x="56615" y="31104"/>
                  </a:lnTo>
                  <a:lnTo>
                    <a:pt x="56645" y="31880"/>
                  </a:lnTo>
                  <a:lnTo>
                    <a:pt x="56136" y="32245"/>
                  </a:lnTo>
                  <a:lnTo>
                    <a:pt x="55421" y="33295"/>
                  </a:lnTo>
                  <a:lnTo>
                    <a:pt x="55124" y="34566"/>
                  </a:lnTo>
                  <a:lnTo>
                    <a:pt x="54599" y="34893"/>
                  </a:lnTo>
                  <a:lnTo>
                    <a:pt x="54066" y="34916"/>
                  </a:lnTo>
                  <a:lnTo>
                    <a:pt x="53678" y="35289"/>
                  </a:lnTo>
                  <a:lnTo>
                    <a:pt x="53769" y="35836"/>
                  </a:lnTo>
                  <a:lnTo>
                    <a:pt x="54211" y="36361"/>
                  </a:lnTo>
                  <a:lnTo>
                    <a:pt x="54903" y="36833"/>
                  </a:lnTo>
                  <a:lnTo>
                    <a:pt x="56220" y="37305"/>
                  </a:lnTo>
                  <a:lnTo>
                    <a:pt x="57528" y="37997"/>
                  </a:lnTo>
                  <a:lnTo>
                    <a:pt x="57513" y="38545"/>
                  </a:lnTo>
                  <a:lnTo>
                    <a:pt x="57247" y="39146"/>
                  </a:lnTo>
                  <a:lnTo>
                    <a:pt x="55588" y="39367"/>
                  </a:lnTo>
                  <a:lnTo>
                    <a:pt x="54348" y="39465"/>
                  </a:lnTo>
                  <a:lnTo>
                    <a:pt x="53785" y="39717"/>
                  </a:lnTo>
                  <a:lnTo>
                    <a:pt x="53830" y="40767"/>
                  </a:lnTo>
                  <a:lnTo>
                    <a:pt x="57315" y="41870"/>
                  </a:lnTo>
                  <a:lnTo>
                    <a:pt x="58898" y="42905"/>
                  </a:lnTo>
                  <a:lnTo>
                    <a:pt x="59727" y="44251"/>
                  </a:lnTo>
                  <a:lnTo>
                    <a:pt x="61949" y="45141"/>
                  </a:lnTo>
                  <a:lnTo>
                    <a:pt x="65563" y="45575"/>
                  </a:lnTo>
                  <a:lnTo>
                    <a:pt x="68074" y="46968"/>
                  </a:lnTo>
                  <a:lnTo>
                    <a:pt x="69489" y="49288"/>
                  </a:lnTo>
                  <a:lnTo>
                    <a:pt x="71787" y="48733"/>
                  </a:lnTo>
                  <a:lnTo>
                    <a:pt x="74990" y="45278"/>
                  </a:lnTo>
                  <a:lnTo>
                    <a:pt x="78124" y="44381"/>
                  </a:lnTo>
                  <a:lnTo>
                    <a:pt x="81206" y="46032"/>
                  </a:lnTo>
                  <a:lnTo>
                    <a:pt x="82888" y="47394"/>
                  </a:lnTo>
                  <a:lnTo>
                    <a:pt x="83176" y="48451"/>
                  </a:lnTo>
                  <a:lnTo>
                    <a:pt x="82461" y="48885"/>
                  </a:lnTo>
                  <a:lnTo>
                    <a:pt x="80742" y="48680"/>
                  </a:lnTo>
                  <a:lnTo>
                    <a:pt x="79327" y="49341"/>
                  </a:lnTo>
                  <a:lnTo>
                    <a:pt x="78223" y="50856"/>
                  </a:lnTo>
                  <a:lnTo>
                    <a:pt x="78056" y="52469"/>
                  </a:lnTo>
                  <a:lnTo>
                    <a:pt x="78832" y="54181"/>
                  </a:lnTo>
                  <a:lnTo>
                    <a:pt x="79920" y="55360"/>
                  </a:lnTo>
                  <a:lnTo>
                    <a:pt x="81335" y="56014"/>
                  </a:lnTo>
                  <a:lnTo>
                    <a:pt x="82089" y="56904"/>
                  </a:lnTo>
                  <a:lnTo>
                    <a:pt x="82187" y="58038"/>
                  </a:lnTo>
                  <a:lnTo>
                    <a:pt x="82553" y="58350"/>
                  </a:lnTo>
                  <a:lnTo>
                    <a:pt x="81746" y="58867"/>
                  </a:lnTo>
                  <a:lnTo>
                    <a:pt x="80879" y="59643"/>
                  </a:lnTo>
                  <a:lnTo>
                    <a:pt x="80384" y="60998"/>
                  </a:lnTo>
                  <a:lnTo>
                    <a:pt x="80255" y="63166"/>
                  </a:lnTo>
                  <a:lnTo>
                    <a:pt x="77516" y="64863"/>
                  </a:lnTo>
                  <a:lnTo>
                    <a:pt x="76489" y="65175"/>
                  </a:lnTo>
                  <a:lnTo>
                    <a:pt x="76024" y="66301"/>
                  </a:lnTo>
                  <a:lnTo>
                    <a:pt x="75302" y="69474"/>
                  </a:lnTo>
                  <a:lnTo>
                    <a:pt x="75385" y="71855"/>
                  </a:lnTo>
                  <a:lnTo>
                    <a:pt x="75758" y="73065"/>
                  </a:lnTo>
                  <a:lnTo>
                    <a:pt x="75925" y="74054"/>
                  </a:lnTo>
                  <a:lnTo>
                    <a:pt x="76816" y="75264"/>
                  </a:lnTo>
                  <a:lnTo>
                    <a:pt x="77622" y="77120"/>
                  </a:lnTo>
                  <a:lnTo>
                    <a:pt x="78155" y="79570"/>
                  </a:lnTo>
                  <a:lnTo>
                    <a:pt x="79342" y="81457"/>
                  </a:lnTo>
                  <a:lnTo>
                    <a:pt x="82378" y="83314"/>
                  </a:lnTo>
                  <a:lnTo>
                    <a:pt x="83884" y="84394"/>
                  </a:lnTo>
                  <a:lnTo>
                    <a:pt x="85003" y="85962"/>
                  </a:lnTo>
                  <a:lnTo>
                    <a:pt x="85855" y="87377"/>
                  </a:lnTo>
                  <a:lnTo>
                    <a:pt x="88358" y="89256"/>
                  </a:lnTo>
                  <a:lnTo>
                    <a:pt x="88168" y="90595"/>
                  </a:lnTo>
                  <a:lnTo>
                    <a:pt x="87620" y="91904"/>
                  </a:lnTo>
                  <a:lnTo>
                    <a:pt x="87042" y="92520"/>
                  </a:lnTo>
                  <a:lnTo>
                    <a:pt x="85794" y="94201"/>
                  </a:lnTo>
                  <a:lnTo>
                    <a:pt x="84577" y="95145"/>
                  </a:lnTo>
                  <a:lnTo>
                    <a:pt x="82576" y="98105"/>
                  </a:lnTo>
                  <a:lnTo>
                    <a:pt x="79418" y="98265"/>
                  </a:lnTo>
                  <a:lnTo>
                    <a:pt x="78665" y="98500"/>
                  </a:lnTo>
                  <a:lnTo>
                    <a:pt x="77463" y="99307"/>
                  </a:lnTo>
                  <a:lnTo>
                    <a:pt x="76877" y="100783"/>
                  </a:lnTo>
                  <a:lnTo>
                    <a:pt x="77440" y="101970"/>
                  </a:lnTo>
                  <a:lnTo>
                    <a:pt x="77386" y="103164"/>
                  </a:lnTo>
                  <a:lnTo>
                    <a:pt x="76816" y="105485"/>
                  </a:lnTo>
                  <a:lnTo>
                    <a:pt x="77577" y="107973"/>
                  </a:lnTo>
                  <a:lnTo>
                    <a:pt x="78695" y="109107"/>
                  </a:lnTo>
                  <a:lnTo>
                    <a:pt x="78870" y="109761"/>
                  </a:lnTo>
                  <a:lnTo>
                    <a:pt x="78680" y="110918"/>
                  </a:lnTo>
                  <a:lnTo>
                    <a:pt x="77014" y="113276"/>
                  </a:lnTo>
                  <a:lnTo>
                    <a:pt x="76512" y="114151"/>
                  </a:lnTo>
                  <a:lnTo>
                    <a:pt x="74845" y="114577"/>
                  </a:lnTo>
                  <a:lnTo>
                    <a:pt x="74275" y="114357"/>
                  </a:lnTo>
                  <a:lnTo>
                    <a:pt x="73415" y="113550"/>
                  </a:lnTo>
                  <a:lnTo>
                    <a:pt x="72616" y="113307"/>
                  </a:lnTo>
                  <a:lnTo>
                    <a:pt x="70630" y="114258"/>
                  </a:lnTo>
                  <a:lnTo>
                    <a:pt x="68606" y="114844"/>
                  </a:lnTo>
                  <a:lnTo>
                    <a:pt x="67016" y="114402"/>
                  </a:lnTo>
                  <a:lnTo>
                    <a:pt x="65449" y="114349"/>
                  </a:lnTo>
                  <a:lnTo>
                    <a:pt x="64361" y="114737"/>
                  </a:lnTo>
                  <a:lnTo>
                    <a:pt x="63539" y="114889"/>
                  </a:lnTo>
                  <a:lnTo>
                    <a:pt x="61926" y="115909"/>
                  </a:lnTo>
                  <a:lnTo>
                    <a:pt x="59347" y="116647"/>
                  </a:lnTo>
                  <a:lnTo>
                    <a:pt x="58152" y="116487"/>
                  </a:lnTo>
                  <a:lnTo>
                    <a:pt x="57711" y="115528"/>
                  </a:lnTo>
                  <a:lnTo>
                    <a:pt x="57224" y="114166"/>
                  </a:lnTo>
                  <a:lnTo>
                    <a:pt x="57459" y="113543"/>
                  </a:lnTo>
                  <a:lnTo>
                    <a:pt x="59172" y="112462"/>
                  </a:lnTo>
                  <a:lnTo>
                    <a:pt x="59362" y="111435"/>
                  </a:lnTo>
                  <a:lnTo>
                    <a:pt x="61751" y="106459"/>
                  </a:lnTo>
                  <a:lnTo>
                    <a:pt x="62207" y="104838"/>
                  </a:lnTo>
                  <a:lnTo>
                    <a:pt x="62223" y="104313"/>
                  </a:lnTo>
                  <a:lnTo>
                    <a:pt x="61599" y="103956"/>
                  </a:lnTo>
                  <a:lnTo>
                    <a:pt x="60290" y="103971"/>
                  </a:lnTo>
                  <a:lnTo>
                    <a:pt x="54485" y="101947"/>
                  </a:lnTo>
                  <a:lnTo>
                    <a:pt x="54751" y="99626"/>
                  </a:lnTo>
                  <a:lnTo>
                    <a:pt x="53047" y="98371"/>
                  </a:lnTo>
                  <a:lnTo>
                    <a:pt x="51206" y="97252"/>
                  </a:lnTo>
                  <a:lnTo>
                    <a:pt x="50901" y="96005"/>
                  </a:lnTo>
                  <a:lnTo>
                    <a:pt x="48854" y="93479"/>
                  </a:lnTo>
                  <a:lnTo>
                    <a:pt x="47363" y="92064"/>
                  </a:lnTo>
                  <a:lnTo>
                    <a:pt x="45454" y="91356"/>
                  </a:lnTo>
                  <a:lnTo>
                    <a:pt x="43810" y="90314"/>
                  </a:lnTo>
                  <a:lnTo>
                    <a:pt x="42821" y="89675"/>
                  </a:lnTo>
                  <a:lnTo>
                    <a:pt x="42379" y="88495"/>
                  </a:lnTo>
                  <a:lnTo>
                    <a:pt x="42379" y="87795"/>
                  </a:lnTo>
                  <a:lnTo>
                    <a:pt x="41885" y="87118"/>
                  </a:lnTo>
                  <a:lnTo>
                    <a:pt x="41094" y="87194"/>
                  </a:lnTo>
                  <a:lnTo>
                    <a:pt x="39747" y="88137"/>
                  </a:lnTo>
                  <a:lnTo>
                    <a:pt x="38096" y="88944"/>
                  </a:lnTo>
                  <a:lnTo>
                    <a:pt x="37807" y="89538"/>
                  </a:lnTo>
                  <a:lnTo>
                    <a:pt x="38408" y="90930"/>
                  </a:lnTo>
                  <a:lnTo>
                    <a:pt x="38834" y="91828"/>
                  </a:lnTo>
                  <a:lnTo>
                    <a:pt x="38636" y="92665"/>
                  </a:lnTo>
                  <a:lnTo>
                    <a:pt x="38119" y="93738"/>
                  </a:lnTo>
                  <a:lnTo>
                    <a:pt x="34938" y="96096"/>
                  </a:lnTo>
                  <a:lnTo>
                    <a:pt x="34581" y="96925"/>
                  </a:lnTo>
                  <a:lnTo>
                    <a:pt x="35190" y="98249"/>
                  </a:lnTo>
                  <a:lnTo>
                    <a:pt x="34801" y="98858"/>
                  </a:lnTo>
                  <a:lnTo>
                    <a:pt x="32146" y="99733"/>
                  </a:lnTo>
                  <a:lnTo>
                    <a:pt x="32214" y="99010"/>
                  </a:lnTo>
                  <a:lnTo>
                    <a:pt x="32047" y="97846"/>
                  </a:lnTo>
                  <a:lnTo>
                    <a:pt x="30525" y="96606"/>
                  </a:lnTo>
                  <a:lnTo>
                    <a:pt x="28372" y="95647"/>
                  </a:lnTo>
                  <a:lnTo>
                    <a:pt x="23594" y="92353"/>
                  </a:lnTo>
                  <a:lnTo>
                    <a:pt x="21760" y="91919"/>
                  </a:lnTo>
                  <a:lnTo>
                    <a:pt x="20117" y="91531"/>
                  </a:lnTo>
                  <a:lnTo>
                    <a:pt x="17766" y="89956"/>
                  </a:lnTo>
                  <a:lnTo>
                    <a:pt x="16556" y="89675"/>
                  </a:lnTo>
                  <a:lnTo>
                    <a:pt x="15217" y="88548"/>
                  </a:lnTo>
                  <a:lnTo>
                    <a:pt x="12295" y="84729"/>
                  </a:lnTo>
                  <a:lnTo>
                    <a:pt x="9807" y="82644"/>
                  </a:lnTo>
                  <a:lnTo>
                    <a:pt x="8111" y="81594"/>
                  </a:lnTo>
                  <a:lnTo>
                    <a:pt x="7631" y="80567"/>
                  </a:lnTo>
                  <a:lnTo>
                    <a:pt x="7532" y="79509"/>
                  </a:lnTo>
                  <a:lnTo>
                    <a:pt x="7585" y="79152"/>
                  </a:lnTo>
                  <a:lnTo>
                    <a:pt x="8871" y="77645"/>
                  </a:lnTo>
                  <a:lnTo>
                    <a:pt x="9860" y="77432"/>
                  </a:lnTo>
                  <a:lnTo>
                    <a:pt x="11131" y="77379"/>
                  </a:lnTo>
                  <a:lnTo>
                    <a:pt x="11976" y="78140"/>
                  </a:lnTo>
                  <a:lnTo>
                    <a:pt x="13071" y="78307"/>
                  </a:lnTo>
                  <a:lnTo>
                    <a:pt x="13687" y="77333"/>
                  </a:lnTo>
                  <a:lnTo>
                    <a:pt x="14007" y="75934"/>
                  </a:lnTo>
                  <a:lnTo>
                    <a:pt x="13863" y="74145"/>
                  </a:lnTo>
                  <a:lnTo>
                    <a:pt x="11207" y="69984"/>
                  </a:lnTo>
                  <a:lnTo>
                    <a:pt x="8932" y="67077"/>
                  </a:lnTo>
                  <a:lnTo>
                    <a:pt x="8666" y="66430"/>
                  </a:lnTo>
                  <a:lnTo>
                    <a:pt x="9161" y="65882"/>
                  </a:lnTo>
                  <a:lnTo>
                    <a:pt x="9959" y="65593"/>
                  </a:lnTo>
                  <a:lnTo>
                    <a:pt x="10811" y="65837"/>
                  </a:lnTo>
                  <a:lnTo>
                    <a:pt x="13033" y="66050"/>
                  </a:lnTo>
                  <a:lnTo>
                    <a:pt x="15171" y="65776"/>
                  </a:lnTo>
                  <a:lnTo>
                    <a:pt x="15902" y="65068"/>
                  </a:lnTo>
                  <a:lnTo>
                    <a:pt x="15902" y="64110"/>
                  </a:lnTo>
                  <a:lnTo>
                    <a:pt x="15126" y="63219"/>
                  </a:lnTo>
                  <a:lnTo>
                    <a:pt x="12623" y="60823"/>
                  </a:lnTo>
                  <a:lnTo>
                    <a:pt x="10674" y="58708"/>
                  </a:lnTo>
                  <a:lnTo>
                    <a:pt x="8377" y="57079"/>
                  </a:lnTo>
                  <a:lnTo>
                    <a:pt x="6680" y="56425"/>
                  </a:lnTo>
                  <a:lnTo>
                    <a:pt x="6178" y="55596"/>
                  </a:lnTo>
                  <a:lnTo>
                    <a:pt x="5965" y="54713"/>
                  </a:lnTo>
                  <a:lnTo>
                    <a:pt x="6155" y="53092"/>
                  </a:lnTo>
                  <a:lnTo>
                    <a:pt x="6269" y="51023"/>
                  </a:lnTo>
                  <a:lnTo>
                    <a:pt x="6665" y="49730"/>
                  </a:lnTo>
                  <a:lnTo>
                    <a:pt x="8202" y="47272"/>
                  </a:lnTo>
                  <a:lnTo>
                    <a:pt x="9670" y="44662"/>
                  </a:lnTo>
                  <a:lnTo>
                    <a:pt x="10576" y="42151"/>
                  </a:lnTo>
                  <a:lnTo>
                    <a:pt x="11055" y="39816"/>
                  </a:lnTo>
                  <a:lnTo>
                    <a:pt x="10880" y="39138"/>
                  </a:lnTo>
                  <a:lnTo>
                    <a:pt x="10112" y="38644"/>
                  </a:lnTo>
                  <a:lnTo>
                    <a:pt x="8498" y="38134"/>
                  </a:lnTo>
                  <a:lnTo>
                    <a:pt x="6247" y="38575"/>
                  </a:lnTo>
                  <a:lnTo>
                    <a:pt x="4336" y="39428"/>
                  </a:lnTo>
                  <a:lnTo>
                    <a:pt x="3591" y="39496"/>
                  </a:lnTo>
                  <a:lnTo>
                    <a:pt x="3340" y="38446"/>
                  </a:lnTo>
                  <a:lnTo>
                    <a:pt x="3637" y="37982"/>
                  </a:lnTo>
                  <a:lnTo>
                    <a:pt x="4238" y="38043"/>
                  </a:lnTo>
                  <a:lnTo>
                    <a:pt x="4732" y="38241"/>
                  </a:lnTo>
                  <a:lnTo>
                    <a:pt x="5257" y="37761"/>
                  </a:lnTo>
                  <a:lnTo>
                    <a:pt x="5577" y="36354"/>
                  </a:lnTo>
                  <a:lnTo>
                    <a:pt x="4778" y="31423"/>
                  </a:lnTo>
                  <a:lnTo>
                    <a:pt x="6208" y="30990"/>
                  </a:lnTo>
                  <a:lnTo>
                    <a:pt x="6231" y="30274"/>
                  </a:lnTo>
                  <a:lnTo>
                    <a:pt x="6361" y="29643"/>
                  </a:lnTo>
                  <a:lnTo>
                    <a:pt x="7837" y="30503"/>
                  </a:lnTo>
                  <a:lnTo>
                    <a:pt x="9906" y="30518"/>
                  </a:lnTo>
                  <a:lnTo>
                    <a:pt x="11724" y="30343"/>
                  </a:lnTo>
                  <a:lnTo>
                    <a:pt x="11998" y="29856"/>
                  </a:lnTo>
                  <a:lnTo>
                    <a:pt x="11983" y="29156"/>
                  </a:lnTo>
                  <a:lnTo>
                    <a:pt x="11603" y="28601"/>
                  </a:lnTo>
                  <a:lnTo>
                    <a:pt x="10956" y="28159"/>
                  </a:lnTo>
                  <a:lnTo>
                    <a:pt x="10492" y="27474"/>
                  </a:lnTo>
                  <a:lnTo>
                    <a:pt x="9267" y="27170"/>
                  </a:lnTo>
                  <a:lnTo>
                    <a:pt x="5425" y="25390"/>
                  </a:lnTo>
                  <a:lnTo>
                    <a:pt x="3538" y="23495"/>
                  </a:lnTo>
                  <a:lnTo>
                    <a:pt x="3599" y="21479"/>
                  </a:lnTo>
                  <a:lnTo>
                    <a:pt x="4147" y="20376"/>
                  </a:lnTo>
                  <a:lnTo>
                    <a:pt x="4808" y="19988"/>
                  </a:lnTo>
                  <a:lnTo>
                    <a:pt x="4610" y="19615"/>
                  </a:lnTo>
                  <a:lnTo>
                    <a:pt x="2450" y="18679"/>
                  </a:lnTo>
                  <a:lnTo>
                    <a:pt x="1681" y="17378"/>
                  </a:lnTo>
                  <a:lnTo>
                    <a:pt x="2313" y="15712"/>
                  </a:lnTo>
                  <a:lnTo>
                    <a:pt x="1187" y="12311"/>
                  </a:lnTo>
                  <a:lnTo>
                    <a:pt x="0" y="10218"/>
                  </a:lnTo>
                  <a:lnTo>
                    <a:pt x="1164" y="9313"/>
                  </a:lnTo>
                  <a:lnTo>
                    <a:pt x="1324" y="8019"/>
                  </a:lnTo>
                  <a:lnTo>
                    <a:pt x="1415" y="7281"/>
                  </a:lnTo>
                  <a:lnTo>
                    <a:pt x="1894" y="7296"/>
                  </a:lnTo>
                  <a:lnTo>
                    <a:pt x="3774" y="6429"/>
                  </a:lnTo>
                  <a:lnTo>
                    <a:pt x="4459" y="5729"/>
                  </a:lnTo>
                  <a:lnTo>
                    <a:pt x="4854" y="4900"/>
                  </a:lnTo>
                  <a:lnTo>
                    <a:pt x="5303" y="4695"/>
                  </a:lnTo>
                  <a:lnTo>
                    <a:pt x="6559" y="5592"/>
                  </a:lnTo>
                  <a:lnTo>
                    <a:pt x="7890" y="5668"/>
                  </a:lnTo>
                  <a:lnTo>
                    <a:pt x="9374" y="5105"/>
                  </a:lnTo>
                  <a:lnTo>
                    <a:pt x="10492" y="4322"/>
                  </a:lnTo>
                  <a:lnTo>
                    <a:pt x="11823" y="3667"/>
                  </a:lnTo>
                  <a:lnTo>
                    <a:pt x="12432" y="3218"/>
                  </a:lnTo>
                  <a:lnTo>
                    <a:pt x="13208" y="2518"/>
                  </a:lnTo>
                  <a:lnTo>
                    <a:pt x="14768" y="434"/>
                  </a:lnTo>
                  <a:lnTo>
                    <a:pt x="16541" y="0"/>
                  </a:lnTo>
                  <a:close/>
                </a:path>
              </a:pathLst>
            </a:custGeom>
            <a:solidFill>
              <a:srgbClr val="2562E8"/>
            </a:solidFill>
            <a:ln w="6168" cap="flat">
              <a:solidFill>
                <a:srgbClr val="2562E8"/>
              </a:solidFill>
              <a:prstDash val="solid"/>
              <a:miter/>
            </a:ln>
          </p:spPr>
          <p:txBody>
            <a:bodyPr/>
            <a:lstStyle/>
            <a:p>
              <a:endParaRPr lang="en-US"/>
            </a:p>
          </p:txBody>
        </p:sp>
        <p:sp>
          <p:nvSpPr>
            <p:cNvPr id="2305" name="Freeform: Shape 2304">
              <a:extLst>
                <a:ext uri="{FF2B5EF4-FFF2-40B4-BE49-F238E27FC236}">
                  <a16:creationId xmlns:a16="http://schemas.microsoft.com/office/drawing/2014/main" id="{9F879CB8-94FB-A7A1-4E94-ECE6475AFE54}"/>
                </a:ext>
              </a:extLst>
            </p:cNvPr>
            <p:cNvSpPr/>
            <p:nvPr/>
          </p:nvSpPr>
          <p:spPr>
            <a:xfrm>
              <a:off x="9992455" y="1779787"/>
              <a:ext cx="3644268" cy="2262782"/>
            </a:xfrm>
            <a:custGeom>
              <a:avLst/>
              <a:gdLst>
                <a:gd name="csX0" fmla="*/ 740382 w 3644268"/>
                <a:gd name="csY0" fmla="*/ 198994 h 2262782"/>
                <a:gd name="csX1" fmla="*/ 730468 w 3644268"/>
                <a:gd name="csY1" fmla="*/ 191934 h 2262782"/>
                <a:gd name="csX2" fmla="*/ 731282 w 3644268"/>
                <a:gd name="csY2" fmla="*/ 188365 h 2262782"/>
                <a:gd name="csX3" fmla="*/ 732355 w 3644268"/>
                <a:gd name="csY3" fmla="*/ 186866 h 2262782"/>
                <a:gd name="csX4" fmla="*/ 732386 w 3644268"/>
                <a:gd name="csY4" fmla="*/ 183359 h 2262782"/>
                <a:gd name="csX5" fmla="*/ 731473 w 3644268"/>
                <a:gd name="csY5" fmla="*/ 180680 h 2262782"/>
                <a:gd name="csX6" fmla="*/ 731868 w 3644268"/>
                <a:gd name="csY6" fmla="*/ 175172 h 2262782"/>
                <a:gd name="csX7" fmla="*/ 738267 w 3644268"/>
                <a:gd name="csY7" fmla="*/ 179204 h 2262782"/>
                <a:gd name="csX8" fmla="*/ 738875 w 3644268"/>
                <a:gd name="csY8" fmla="*/ 180848 h 2262782"/>
                <a:gd name="csX9" fmla="*/ 743182 w 3644268"/>
                <a:gd name="csY9" fmla="*/ 183655 h 2262782"/>
                <a:gd name="csX10" fmla="*/ 743829 w 3644268"/>
                <a:gd name="csY10" fmla="*/ 189027 h 2262782"/>
                <a:gd name="csX11" fmla="*/ 743349 w 3644268"/>
                <a:gd name="csY11" fmla="*/ 192367 h 2262782"/>
                <a:gd name="csX12" fmla="*/ 740382 w 3644268"/>
                <a:gd name="csY12" fmla="*/ 198994 h 2262782"/>
                <a:gd name="csX13" fmla="*/ 682869 w 3644268"/>
                <a:gd name="csY13" fmla="*/ 972842 h 2262782"/>
                <a:gd name="csX14" fmla="*/ 680731 w 3644268"/>
                <a:gd name="csY14" fmla="*/ 979165 h 2262782"/>
                <a:gd name="csX15" fmla="*/ 679909 w 3644268"/>
                <a:gd name="csY15" fmla="*/ 982292 h 2262782"/>
                <a:gd name="csX16" fmla="*/ 679590 w 3644268"/>
                <a:gd name="csY16" fmla="*/ 989756 h 2262782"/>
                <a:gd name="csX17" fmla="*/ 679803 w 3644268"/>
                <a:gd name="csY17" fmla="*/ 993089 h 2262782"/>
                <a:gd name="csX18" fmla="*/ 681355 w 3644268"/>
                <a:gd name="csY18" fmla="*/ 1001839 h 2262782"/>
                <a:gd name="csX19" fmla="*/ 683044 w 3644268"/>
                <a:gd name="csY19" fmla="*/ 1007051 h 2262782"/>
                <a:gd name="csX20" fmla="*/ 685205 w 3644268"/>
                <a:gd name="csY20" fmla="*/ 1010147 h 2262782"/>
                <a:gd name="csX21" fmla="*/ 687792 w 3644268"/>
                <a:gd name="csY21" fmla="*/ 1012422 h 2262782"/>
                <a:gd name="csX22" fmla="*/ 690470 w 3644268"/>
                <a:gd name="csY22" fmla="*/ 1013533 h 2262782"/>
                <a:gd name="csX23" fmla="*/ 695644 w 3644268"/>
                <a:gd name="csY23" fmla="*/ 1012491 h 2262782"/>
                <a:gd name="csX24" fmla="*/ 700742 w 3644268"/>
                <a:gd name="csY24" fmla="*/ 1009348 h 2262782"/>
                <a:gd name="csX25" fmla="*/ 706288 w 3644268"/>
                <a:gd name="csY25" fmla="*/ 1011448 h 2262782"/>
                <a:gd name="csX26" fmla="*/ 711203 w 3644268"/>
                <a:gd name="csY26" fmla="*/ 1012164 h 2262782"/>
                <a:gd name="csX27" fmla="*/ 720919 w 3644268"/>
                <a:gd name="csY27" fmla="*/ 1009021 h 2262782"/>
                <a:gd name="csX28" fmla="*/ 721939 w 3644268"/>
                <a:gd name="csY28" fmla="*/ 1009797 h 2262782"/>
                <a:gd name="csX29" fmla="*/ 720250 w 3644268"/>
                <a:gd name="csY29" fmla="*/ 1013358 h 2262782"/>
                <a:gd name="csX30" fmla="*/ 719961 w 3644268"/>
                <a:gd name="csY30" fmla="*/ 1018593 h 2262782"/>
                <a:gd name="csX31" fmla="*/ 721901 w 3644268"/>
                <a:gd name="csY31" fmla="*/ 1022534 h 2262782"/>
                <a:gd name="csX32" fmla="*/ 724153 w 3644268"/>
                <a:gd name="csY32" fmla="*/ 1022374 h 2262782"/>
                <a:gd name="csX33" fmla="*/ 726436 w 3644268"/>
                <a:gd name="csY33" fmla="*/ 1023029 h 2262782"/>
                <a:gd name="csX34" fmla="*/ 725766 w 3644268"/>
                <a:gd name="csY34" fmla="*/ 1025433 h 2262782"/>
                <a:gd name="csX35" fmla="*/ 732073 w 3644268"/>
                <a:gd name="csY35" fmla="*/ 1032098 h 2262782"/>
                <a:gd name="csX36" fmla="*/ 737825 w 3644268"/>
                <a:gd name="csY36" fmla="*/ 1036770 h 2262782"/>
                <a:gd name="csX37" fmla="*/ 736509 w 3644268"/>
                <a:gd name="csY37" fmla="*/ 1038109 h 2262782"/>
                <a:gd name="csX38" fmla="*/ 732849 w 3644268"/>
                <a:gd name="csY38" fmla="*/ 1035971 h 2262782"/>
                <a:gd name="csX39" fmla="*/ 730970 w 3644268"/>
                <a:gd name="csY39" fmla="*/ 1036694 h 2262782"/>
                <a:gd name="csX40" fmla="*/ 731450 w 3644268"/>
                <a:gd name="csY40" fmla="*/ 1040407 h 2262782"/>
                <a:gd name="csX41" fmla="*/ 727470 w 3644268"/>
                <a:gd name="csY41" fmla="*/ 1039318 h 2262782"/>
                <a:gd name="csX42" fmla="*/ 725705 w 3644268"/>
                <a:gd name="csY42" fmla="*/ 1041593 h 2262782"/>
                <a:gd name="csX43" fmla="*/ 725812 w 3644268"/>
                <a:gd name="csY43" fmla="*/ 1044979 h 2262782"/>
                <a:gd name="csX44" fmla="*/ 726299 w 3644268"/>
                <a:gd name="csY44" fmla="*/ 1048243 h 2262782"/>
                <a:gd name="csX45" fmla="*/ 726253 w 3644268"/>
                <a:gd name="csY45" fmla="*/ 1050610 h 2262782"/>
                <a:gd name="csX46" fmla="*/ 723141 w 3644268"/>
                <a:gd name="csY46" fmla="*/ 1051530 h 2262782"/>
                <a:gd name="csX47" fmla="*/ 721353 w 3644268"/>
                <a:gd name="csY47" fmla="*/ 1053288 h 2262782"/>
                <a:gd name="csX48" fmla="*/ 728581 w 3644268"/>
                <a:gd name="csY48" fmla="*/ 1057130 h 2262782"/>
                <a:gd name="csX49" fmla="*/ 738769 w 3644268"/>
                <a:gd name="csY49" fmla="*/ 1060341 h 2262782"/>
                <a:gd name="csX50" fmla="*/ 741615 w 3644268"/>
                <a:gd name="csY50" fmla="*/ 1061650 h 2262782"/>
                <a:gd name="csX51" fmla="*/ 745564 w 3644268"/>
                <a:gd name="csY51" fmla="*/ 1064975 h 2262782"/>
                <a:gd name="csX52" fmla="*/ 747344 w 3644268"/>
                <a:gd name="csY52" fmla="*/ 1065827 h 2262782"/>
                <a:gd name="csX53" fmla="*/ 747504 w 3644268"/>
                <a:gd name="csY53" fmla="*/ 1063689 h 2262782"/>
                <a:gd name="csX54" fmla="*/ 748295 w 3644268"/>
                <a:gd name="csY54" fmla="*/ 1061840 h 2262782"/>
                <a:gd name="csX55" fmla="*/ 753035 w 3644268"/>
                <a:gd name="csY55" fmla="*/ 1065956 h 2262782"/>
                <a:gd name="csX56" fmla="*/ 756976 w 3644268"/>
                <a:gd name="csY56" fmla="*/ 1066694 h 2262782"/>
                <a:gd name="csX57" fmla="*/ 760940 w 3644268"/>
                <a:gd name="csY57" fmla="*/ 1066740 h 2262782"/>
                <a:gd name="csX58" fmla="*/ 770557 w 3644268"/>
                <a:gd name="csY58" fmla="*/ 1065051 h 2262782"/>
                <a:gd name="csX59" fmla="*/ 770968 w 3644268"/>
                <a:gd name="csY59" fmla="*/ 1066146 h 2262782"/>
                <a:gd name="csX60" fmla="*/ 770976 w 3644268"/>
                <a:gd name="csY60" fmla="*/ 1068292 h 2262782"/>
                <a:gd name="csX61" fmla="*/ 772901 w 3644268"/>
                <a:gd name="csY61" fmla="*/ 1069981 h 2262782"/>
                <a:gd name="csX62" fmla="*/ 775260 w 3644268"/>
                <a:gd name="csY62" fmla="*/ 1069289 h 2262782"/>
                <a:gd name="csX63" fmla="*/ 775998 w 3644268"/>
                <a:gd name="csY63" fmla="*/ 1067813 h 2262782"/>
                <a:gd name="csX64" fmla="*/ 779102 w 3644268"/>
                <a:gd name="csY64" fmla="*/ 1069798 h 2262782"/>
                <a:gd name="csX65" fmla="*/ 779688 w 3644268"/>
                <a:gd name="csY65" fmla="*/ 1068010 h 2262782"/>
                <a:gd name="csX66" fmla="*/ 780281 w 3644268"/>
                <a:gd name="csY66" fmla="*/ 1067257 h 2262782"/>
                <a:gd name="csX67" fmla="*/ 786520 w 3644268"/>
                <a:gd name="csY67" fmla="*/ 1073352 h 2262782"/>
                <a:gd name="csX68" fmla="*/ 787913 w 3644268"/>
                <a:gd name="csY68" fmla="*/ 1073131 h 2262782"/>
                <a:gd name="csX69" fmla="*/ 789229 w 3644268"/>
                <a:gd name="csY69" fmla="*/ 1071389 h 2262782"/>
                <a:gd name="csX70" fmla="*/ 786148 w 3644268"/>
                <a:gd name="csY70" fmla="*/ 1066793 h 2262782"/>
                <a:gd name="csX71" fmla="*/ 784398 w 3644268"/>
                <a:gd name="csY71" fmla="*/ 1066032 h 2262782"/>
                <a:gd name="csX72" fmla="*/ 782800 w 3644268"/>
                <a:gd name="csY72" fmla="*/ 1063575 h 2262782"/>
                <a:gd name="csX73" fmla="*/ 785486 w 3644268"/>
                <a:gd name="csY73" fmla="*/ 1062319 h 2262782"/>
                <a:gd name="csX74" fmla="*/ 788141 w 3644268"/>
                <a:gd name="csY74" fmla="*/ 1062662 h 2262782"/>
                <a:gd name="csX75" fmla="*/ 789396 w 3644268"/>
                <a:gd name="csY75" fmla="*/ 1064693 h 2262782"/>
                <a:gd name="csX76" fmla="*/ 790523 w 3644268"/>
                <a:gd name="csY76" fmla="*/ 1067402 h 2262782"/>
                <a:gd name="csX77" fmla="*/ 791101 w 3644268"/>
                <a:gd name="csY77" fmla="*/ 1067972 h 2262782"/>
                <a:gd name="csX78" fmla="*/ 801722 w 3644268"/>
                <a:gd name="csY78" fmla="*/ 1071663 h 2262782"/>
                <a:gd name="csX79" fmla="*/ 803876 w 3644268"/>
                <a:gd name="csY79" fmla="*/ 1070635 h 2262782"/>
                <a:gd name="csX80" fmla="*/ 804233 w 3644268"/>
                <a:gd name="csY80" fmla="*/ 1068649 h 2262782"/>
                <a:gd name="csX81" fmla="*/ 808152 w 3644268"/>
                <a:gd name="csY81" fmla="*/ 1067044 h 2262782"/>
                <a:gd name="csX82" fmla="*/ 811963 w 3644268"/>
                <a:gd name="csY82" fmla="*/ 1062669 h 2262782"/>
                <a:gd name="csX83" fmla="*/ 810488 w 3644268"/>
                <a:gd name="csY83" fmla="*/ 1060272 h 2262782"/>
                <a:gd name="csX84" fmla="*/ 808935 w 3644268"/>
                <a:gd name="csY84" fmla="*/ 1058561 h 2262782"/>
                <a:gd name="csX85" fmla="*/ 800011 w 3644268"/>
                <a:gd name="csY85" fmla="*/ 1053120 h 2262782"/>
                <a:gd name="csX86" fmla="*/ 796366 w 3644268"/>
                <a:gd name="csY86" fmla="*/ 1049795 h 2262782"/>
                <a:gd name="csX87" fmla="*/ 786962 w 3644268"/>
                <a:gd name="csY87" fmla="*/ 1037964 h 2262782"/>
                <a:gd name="csX88" fmla="*/ 778189 w 3644268"/>
                <a:gd name="csY88" fmla="*/ 1022169 h 2262782"/>
                <a:gd name="csX89" fmla="*/ 773403 w 3644268"/>
                <a:gd name="csY89" fmla="*/ 1011319 h 2262782"/>
                <a:gd name="csX90" fmla="*/ 769013 w 3644268"/>
                <a:gd name="csY90" fmla="*/ 998993 h 2262782"/>
                <a:gd name="csX91" fmla="*/ 767583 w 3644268"/>
                <a:gd name="csY91" fmla="*/ 992632 h 2262782"/>
                <a:gd name="csX92" fmla="*/ 765970 w 3644268"/>
                <a:gd name="csY92" fmla="*/ 986759 h 2262782"/>
                <a:gd name="csX93" fmla="*/ 762272 w 3644268"/>
                <a:gd name="csY93" fmla="*/ 982216 h 2262782"/>
                <a:gd name="csX94" fmla="*/ 763923 w 3644268"/>
                <a:gd name="csY94" fmla="*/ 976730 h 2262782"/>
                <a:gd name="csX95" fmla="*/ 764524 w 3644268"/>
                <a:gd name="csY95" fmla="*/ 970355 h 2262782"/>
                <a:gd name="csX96" fmla="*/ 766480 w 3644268"/>
                <a:gd name="csY96" fmla="*/ 965105 h 2262782"/>
                <a:gd name="csX97" fmla="*/ 766974 w 3644268"/>
                <a:gd name="csY97" fmla="*/ 962426 h 2262782"/>
                <a:gd name="csX98" fmla="*/ 764433 w 3644268"/>
                <a:gd name="csY98" fmla="*/ 955914 h 2262782"/>
                <a:gd name="csX99" fmla="*/ 764250 w 3644268"/>
                <a:gd name="csY99" fmla="*/ 951394 h 2262782"/>
                <a:gd name="csX100" fmla="*/ 763588 w 3644268"/>
                <a:gd name="csY100" fmla="*/ 949218 h 2262782"/>
                <a:gd name="csX101" fmla="*/ 763512 w 3644268"/>
                <a:gd name="csY101" fmla="*/ 945231 h 2262782"/>
                <a:gd name="csX102" fmla="*/ 764813 w 3644268"/>
                <a:gd name="csY102" fmla="*/ 942667 h 2262782"/>
                <a:gd name="csX103" fmla="*/ 764524 w 3644268"/>
                <a:gd name="csY103" fmla="*/ 939274 h 2262782"/>
                <a:gd name="csX104" fmla="*/ 765331 w 3644268"/>
                <a:gd name="csY104" fmla="*/ 937394 h 2262782"/>
                <a:gd name="csX105" fmla="*/ 769066 w 3644268"/>
                <a:gd name="csY105" fmla="*/ 935705 h 2262782"/>
                <a:gd name="csX106" fmla="*/ 770870 w 3644268"/>
                <a:gd name="csY106" fmla="*/ 930509 h 2262782"/>
                <a:gd name="csX107" fmla="*/ 771250 w 3644268"/>
                <a:gd name="csY107" fmla="*/ 926932 h 2262782"/>
                <a:gd name="csX108" fmla="*/ 771357 w 3644268"/>
                <a:gd name="csY108" fmla="*/ 923706 h 2262782"/>
                <a:gd name="csX109" fmla="*/ 773411 w 3644268"/>
                <a:gd name="csY109" fmla="*/ 922040 h 2262782"/>
                <a:gd name="csX110" fmla="*/ 779049 w 3644268"/>
                <a:gd name="csY110" fmla="*/ 922048 h 2262782"/>
                <a:gd name="csX111" fmla="*/ 779856 w 3644268"/>
                <a:gd name="csY111" fmla="*/ 920800 h 2262782"/>
                <a:gd name="csX112" fmla="*/ 780906 w 3644268"/>
                <a:gd name="csY112" fmla="*/ 917795 h 2262782"/>
                <a:gd name="csX113" fmla="*/ 781385 w 3644268"/>
                <a:gd name="csY113" fmla="*/ 913671 h 2262782"/>
                <a:gd name="csX114" fmla="*/ 780829 w 3644268"/>
                <a:gd name="csY114" fmla="*/ 907980 h 2262782"/>
                <a:gd name="csX115" fmla="*/ 781309 w 3644268"/>
                <a:gd name="csY115" fmla="*/ 904343 h 2262782"/>
                <a:gd name="csX116" fmla="*/ 784413 w 3644268"/>
                <a:gd name="csY116" fmla="*/ 898431 h 2262782"/>
                <a:gd name="csX117" fmla="*/ 785760 w 3644268"/>
                <a:gd name="csY117" fmla="*/ 896559 h 2262782"/>
                <a:gd name="csX118" fmla="*/ 786444 w 3644268"/>
                <a:gd name="csY118" fmla="*/ 891986 h 2262782"/>
                <a:gd name="csX119" fmla="*/ 784755 w 3644268"/>
                <a:gd name="csY119" fmla="*/ 890183 h 2262782"/>
                <a:gd name="csX120" fmla="*/ 780205 w 3644268"/>
                <a:gd name="csY120" fmla="*/ 887916 h 2262782"/>
                <a:gd name="csX121" fmla="*/ 772726 w 3644268"/>
                <a:gd name="csY121" fmla="*/ 886995 h 2262782"/>
                <a:gd name="csX122" fmla="*/ 762744 w 3644268"/>
                <a:gd name="csY122" fmla="*/ 884051 h 2262782"/>
                <a:gd name="csX123" fmla="*/ 758506 w 3644268"/>
                <a:gd name="csY123" fmla="*/ 880437 h 2262782"/>
                <a:gd name="csX124" fmla="*/ 754641 w 3644268"/>
                <a:gd name="csY124" fmla="*/ 878466 h 2262782"/>
                <a:gd name="csX125" fmla="*/ 751719 w 3644268"/>
                <a:gd name="csY125" fmla="*/ 878139 h 2262782"/>
                <a:gd name="csX126" fmla="*/ 748995 w 3644268"/>
                <a:gd name="csY126" fmla="*/ 879455 h 2262782"/>
                <a:gd name="csX127" fmla="*/ 741554 w 3644268"/>
                <a:gd name="csY127" fmla="*/ 884705 h 2262782"/>
                <a:gd name="csX128" fmla="*/ 738868 w 3644268"/>
                <a:gd name="csY128" fmla="*/ 886044 h 2262782"/>
                <a:gd name="csX129" fmla="*/ 736487 w 3644268"/>
                <a:gd name="csY129" fmla="*/ 886409 h 2262782"/>
                <a:gd name="csX130" fmla="*/ 731678 w 3644268"/>
                <a:gd name="csY130" fmla="*/ 884735 h 2262782"/>
                <a:gd name="csX131" fmla="*/ 729281 w 3644268"/>
                <a:gd name="csY131" fmla="*/ 885161 h 2262782"/>
                <a:gd name="csX132" fmla="*/ 726725 w 3644268"/>
                <a:gd name="csY132" fmla="*/ 887611 h 2262782"/>
                <a:gd name="csX133" fmla="*/ 724130 w 3644268"/>
                <a:gd name="csY133" fmla="*/ 889224 h 2262782"/>
                <a:gd name="csX134" fmla="*/ 720828 w 3644268"/>
                <a:gd name="csY134" fmla="*/ 890244 h 2262782"/>
                <a:gd name="csX135" fmla="*/ 718553 w 3644268"/>
                <a:gd name="csY135" fmla="*/ 893318 h 2262782"/>
                <a:gd name="csX136" fmla="*/ 717420 w 3644268"/>
                <a:gd name="csY136" fmla="*/ 895928 h 2262782"/>
                <a:gd name="csX137" fmla="*/ 717229 w 3644268"/>
                <a:gd name="csY137" fmla="*/ 899131 h 2262782"/>
                <a:gd name="csX138" fmla="*/ 718256 w 3644268"/>
                <a:gd name="csY138" fmla="*/ 905933 h 2262782"/>
                <a:gd name="csX139" fmla="*/ 718477 w 3644268"/>
                <a:gd name="csY139" fmla="*/ 908710 h 2262782"/>
                <a:gd name="csX140" fmla="*/ 721094 w 3644268"/>
                <a:gd name="csY140" fmla="*/ 912819 h 2262782"/>
                <a:gd name="csX141" fmla="*/ 718614 w 3644268"/>
                <a:gd name="csY141" fmla="*/ 913762 h 2262782"/>
                <a:gd name="csX142" fmla="*/ 716080 w 3644268"/>
                <a:gd name="csY142" fmla="*/ 913077 h 2262782"/>
                <a:gd name="csX143" fmla="*/ 713714 w 3644268"/>
                <a:gd name="csY143" fmla="*/ 913054 h 2262782"/>
                <a:gd name="csX144" fmla="*/ 711332 w 3644268"/>
                <a:gd name="csY144" fmla="*/ 914044 h 2262782"/>
                <a:gd name="csX145" fmla="*/ 709180 w 3644268"/>
                <a:gd name="csY145" fmla="*/ 915832 h 2262782"/>
                <a:gd name="csX146" fmla="*/ 704211 w 3644268"/>
                <a:gd name="csY146" fmla="*/ 921896 h 2262782"/>
                <a:gd name="csX147" fmla="*/ 703602 w 3644268"/>
                <a:gd name="csY147" fmla="*/ 923539 h 2262782"/>
                <a:gd name="csX148" fmla="*/ 703123 w 3644268"/>
                <a:gd name="csY148" fmla="*/ 925784 h 2262782"/>
                <a:gd name="csX149" fmla="*/ 704759 w 3644268"/>
                <a:gd name="csY149" fmla="*/ 928173 h 2262782"/>
                <a:gd name="csX150" fmla="*/ 706425 w 3644268"/>
                <a:gd name="csY150" fmla="*/ 929732 h 2262782"/>
                <a:gd name="csX151" fmla="*/ 711409 w 3644268"/>
                <a:gd name="csY151" fmla="*/ 930699 h 2262782"/>
                <a:gd name="csX152" fmla="*/ 709758 w 3644268"/>
                <a:gd name="csY152" fmla="*/ 934244 h 2262782"/>
                <a:gd name="csX153" fmla="*/ 709415 w 3644268"/>
                <a:gd name="csY153" fmla="*/ 936245 h 2262782"/>
                <a:gd name="csX154" fmla="*/ 710275 w 3644268"/>
                <a:gd name="csY154" fmla="*/ 939197 h 2262782"/>
                <a:gd name="csX155" fmla="*/ 707825 w 3644268"/>
                <a:gd name="csY155" fmla="*/ 943945 h 2262782"/>
                <a:gd name="csX156" fmla="*/ 707080 w 3644268"/>
                <a:gd name="csY156" fmla="*/ 947202 h 2262782"/>
                <a:gd name="csX157" fmla="*/ 706904 w 3644268"/>
                <a:gd name="csY157" fmla="*/ 950451 h 2262782"/>
                <a:gd name="csX158" fmla="*/ 705969 w 3644268"/>
                <a:gd name="csY158" fmla="*/ 954262 h 2262782"/>
                <a:gd name="csX159" fmla="*/ 705124 w 3644268"/>
                <a:gd name="csY159" fmla="*/ 956788 h 2262782"/>
                <a:gd name="csX160" fmla="*/ 704348 w 3644268"/>
                <a:gd name="csY160" fmla="*/ 957975 h 2262782"/>
                <a:gd name="csX161" fmla="*/ 701700 w 3644268"/>
                <a:gd name="csY161" fmla="*/ 960197 h 2262782"/>
                <a:gd name="csX162" fmla="*/ 700521 w 3644268"/>
                <a:gd name="csY162" fmla="*/ 964085 h 2262782"/>
                <a:gd name="csX163" fmla="*/ 698930 w 3644268"/>
                <a:gd name="csY163" fmla="*/ 967068 h 2262782"/>
                <a:gd name="csX164" fmla="*/ 697211 w 3644268"/>
                <a:gd name="csY164" fmla="*/ 968749 h 2262782"/>
                <a:gd name="csX165" fmla="*/ 693300 w 3644268"/>
                <a:gd name="csY165" fmla="*/ 968650 h 2262782"/>
                <a:gd name="csX166" fmla="*/ 689382 w 3644268"/>
                <a:gd name="csY166" fmla="*/ 967113 h 2262782"/>
                <a:gd name="csX167" fmla="*/ 687670 w 3644268"/>
                <a:gd name="csY167" fmla="*/ 967882 h 2262782"/>
                <a:gd name="csX168" fmla="*/ 684414 w 3644268"/>
                <a:gd name="csY168" fmla="*/ 970857 h 2262782"/>
                <a:gd name="csX169" fmla="*/ 682869 w 3644268"/>
                <a:gd name="csY169" fmla="*/ 972842 h 2262782"/>
                <a:gd name="csX170" fmla="*/ 703541 w 3644268"/>
                <a:gd name="csY170" fmla="*/ 226834 h 2262782"/>
                <a:gd name="csX171" fmla="*/ 704751 w 3644268"/>
                <a:gd name="csY171" fmla="*/ 228181 h 2262782"/>
                <a:gd name="csX172" fmla="*/ 705367 w 3644268"/>
                <a:gd name="csY172" fmla="*/ 229718 h 2262782"/>
                <a:gd name="csX173" fmla="*/ 710070 w 3644268"/>
                <a:gd name="csY173" fmla="*/ 230425 h 2262782"/>
                <a:gd name="csX174" fmla="*/ 724267 w 3644268"/>
                <a:gd name="csY174" fmla="*/ 228934 h 2262782"/>
                <a:gd name="csX175" fmla="*/ 727082 w 3644268"/>
                <a:gd name="csY175" fmla="*/ 224247 h 2262782"/>
                <a:gd name="csX176" fmla="*/ 729753 w 3644268"/>
                <a:gd name="csY176" fmla="*/ 223517 h 2262782"/>
                <a:gd name="csX177" fmla="*/ 731328 w 3644268"/>
                <a:gd name="csY177" fmla="*/ 218465 h 2262782"/>
                <a:gd name="csX178" fmla="*/ 723522 w 3644268"/>
                <a:gd name="csY178" fmla="*/ 211495 h 2262782"/>
                <a:gd name="csX179" fmla="*/ 720524 w 3644268"/>
                <a:gd name="csY179" fmla="*/ 206032 h 2262782"/>
                <a:gd name="csX180" fmla="*/ 720166 w 3644268"/>
                <a:gd name="csY180" fmla="*/ 201421 h 2262782"/>
                <a:gd name="csX181" fmla="*/ 717108 w 3644268"/>
                <a:gd name="csY181" fmla="*/ 200113 h 2262782"/>
                <a:gd name="csX182" fmla="*/ 710016 w 3644268"/>
                <a:gd name="csY182" fmla="*/ 201421 h 2262782"/>
                <a:gd name="csX183" fmla="*/ 707072 w 3644268"/>
                <a:gd name="csY183" fmla="*/ 208429 h 2262782"/>
                <a:gd name="csX184" fmla="*/ 706311 w 3644268"/>
                <a:gd name="csY184" fmla="*/ 212127 h 2262782"/>
                <a:gd name="csX185" fmla="*/ 704089 w 3644268"/>
                <a:gd name="csY185" fmla="*/ 214858 h 2262782"/>
                <a:gd name="csX186" fmla="*/ 697554 w 3644268"/>
                <a:gd name="csY186" fmla="*/ 217460 h 2262782"/>
                <a:gd name="csX187" fmla="*/ 696336 w 3644268"/>
                <a:gd name="csY187" fmla="*/ 219050 h 2262782"/>
                <a:gd name="csX188" fmla="*/ 699121 w 3644268"/>
                <a:gd name="csY188" fmla="*/ 225404 h 2262782"/>
                <a:gd name="csX189" fmla="*/ 703541 w 3644268"/>
                <a:gd name="csY189" fmla="*/ 226834 h 2262782"/>
                <a:gd name="csX190" fmla="*/ 771151 w 3644268"/>
                <a:gd name="csY190" fmla="*/ 96446 h 2262782"/>
                <a:gd name="csX191" fmla="*/ 781293 w 3644268"/>
                <a:gd name="csY191" fmla="*/ 91485 h 2262782"/>
                <a:gd name="csX192" fmla="*/ 784961 w 3644268"/>
                <a:gd name="csY192" fmla="*/ 97823 h 2262782"/>
                <a:gd name="csX193" fmla="*/ 788141 w 3644268"/>
                <a:gd name="csY193" fmla="*/ 98295 h 2262782"/>
                <a:gd name="csX194" fmla="*/ 791481 w 3644268"/>
                <a:gd name="csY194" fmla="*/ 95084 h 2262782"/>
                <a:gd name="csX195" fmla="*/ 794745 w 3644268"/>
                <a:gd name="csY195" fmla="*/ 89538 h 2262782"/>
                <a:gd name="csX196" fmla="*/ 801951 w 3644268"/>
                <a:gd name="csY196" fmla="*/ 97854 h 2262782"/>
                <a:gd name="csX197" fmla="*/ 808174 w 3644268"/>
                <a:gd name="csY197" fmla="*/ 103811 h 2262782"/>
                <a:gd name="csX198" fmla="*/ 814984 w 3644268"/>
                <a:gd name="csY198" fmla="*/ 99071 h 2262782"/>
                <a:gd name="csX199" fmla="*/ 818035 w 3644268"/>
                <a:gd name="csY199" fmla="*/ 95198 h 2262782"/>
                <a:gd name="csX200" fmla="*/ 820219 w 3644268"/>
                <a:gd name="csY200" fmla="*/ 87179 h 2262782"/>
                <a:gd name="csX201" fmla="*/ 818012 w 3644268"/>
                <a:gd name="csY201" fmla="*/ 80362 h 2262782"/>
                <a:gd name="csX202" fmla="*/ 816879 w 3644268"/>
                <a:gd name="csY202" fmla="*/ 71178 h 2262782"/>
                <a:gd name="csX203" fmla="*/ 827835 w 3644268"/>
                <a:gd name="csY203" fmla="*/ 68485 h 2262782"/>
                <a:gd name="csX204" fmla="*/ 831936 w 3644268"/>
                <a:gd name="csY204" fmla="*/ 63996 h 2262782"/>
                <a:gd name="csX205" fmla="*/ 829204 w 3644268"/>
                <a:gd name="csY205" fmla="*/ 57429 h 2262782"/>
                <a:gd name="csX206" fmla="*/ 820249 w 3644268"/>
                <a:gd name="csY206" fmla="*/ 54599 h 2262782"/>
                <a:gd name="csX207" fmla="*/ 816955 w 3644268"/>
                <a:gd name="csY207" fmla="*/ 51327 h 2262782"/>
                <a:gd name="csX208" fmla="*/ 815844 w 3644268"/>
                <a:gd name="csY208" fmla="*/ 45590 h 2262782"/>
                <a:gd name="csX209" fmla="*/ 813843 w 3644268"/>
                <a:gd name="csY209" fmla="*/ 42889 h 2262782"/>
                <a:gd name="csX210" fmla="*/ 808289 w 3644268"/>
                <a:gd name="csY210" fmla="*/ 46055 h 2262782"/>
                <a:gd name="csX211" fmla="*/ 806333 w 3644268"/>
                <a:gd name="csY211" fmla="*/ 47158 h 2262782"/>
                <a:gd name="csX212" fmla="*/ 800490 w 3644268"/>
                <a:gd name="csY212" fmla="*/ 46290 h 2262782"/>
                <a:gd name="csX213" fmla="*/ 797964 w 3644268"/>
                <a:gd name="csY213" fmla="*/ 50734 h 2262782"/>
                <a:gd name="csX214" fmla="*/ 792531 w 3644268"/>
                <a:gd name="csY214" fmla="*/ 63273 h 2262782"/>
                <a:gd name="csX215" fmla="*/ 785821 w 3644268"/>
                <a:gd name="csY215" fmla="*/ 68469 h 2262782"/>
                <a:gd name="csX216" fmla="*/ 780533 w 3644268"/>
                <a:gd name="csY216" fmla="*/ 80377 h 2262782"/>
                <a:gd name="csX217" fmla="*/ 772528 w 3644268"/>
                <a:gd name="csY217" fmla="*/ 76649 h 2262782"/>
                <a:gd name="csX218" fmla="*/ 765779 w 3644268"/>
                <a:gd name="csY218" fmla="*/ 79228 h 2262782"/>
                <a:gd name="csX219" fmla="*/ 768054 w 3644268"/>
                <a:gd name="csY219" fmla="*/ 90922 h 2262782"/>
                <a:gd name="csX220" fmla="*/ 771151 w 3644268"/>
                <a:gd name="csY220" fmla="*/ 96446 h 2262782"/>
                <a:gd name="csX221" fmla="*/ 742528 w 3644268"/>
                <a:gd name="csY221" fmla="*/ 151182 h 2262782"/>
                <a:gd name="csX222" fmla="*/ 745868 w 3644268"/>
                <a:gd name="csY222" fmla="*/ 151707 h 2262782"/>
                <a:gd name="csX223" fmla="*/ 747801 w 3644268"/>
                <a:gd name="csY223" fmla="*/ 154073 h 2262782"/>
                <a:gd name="csX224" fmla="*/ 748759 w 3644268"/>
                <a:gd name="csY224" fmla="*/ 157596 h 2262782"/>
                <a:gd name="csX225" fmla="*/ 758346 w 3644268"/>
                <a:gd name="csY225" fmla="*/ 155846 h 2262782"/>
                <a:gd name="csX226" fmla="*/ 767385 w 3644268"/>
                <a:gd name="csY226" fmla="*/ 162283 h 2262782"/>
                <a:gd name="csX227" fmla="*/ 771052 w 3644268"/>
                <a:gd name="csY227" fmla="*/ 170980 h 2262782"/>
                <a:gd name="csX228" fmla="*/ 774705 w 3644268"/>
                <a:gd name="csY228" fmla="*/ 172144 h 2262782"/>
                <a:gd name="csX229" fmla="*/ 783926 w 3644268"/>
                <a:gd name="csY229" fmla="*/ 171558 h 2262782"/>
                <a:gd name="csX230" fmla="*/ 794586 w 3644268"/>
                <a:gd name="csY230" fmla="*/ 167518 h 2262782"/>
                <a:gd name="csX231" fmla="*/ 810929 w 3644268"/>
                <a:gd name="csY231" fmla="*/ 155367 h 2262782"/>
                <a:gd name="csX232" fmla="*/ 813356 w 3644268"/>
                <a:gd name="csY232" fmla="*/ 150459 h 2262782"/>
                <a:gd name="csX233" fmla="*/ 810662 w 3644268"/>
                <a:gd name="csY233" fmla="*/ 146800 h 2262782"/>
                <a:gd name="csX234" fmla="*/ 796609 w 3644268"/>
                <a:gd name="csY234" fmla="*/ 134276 h 2262782"/>
                <a:gd name="csX235" fmla="*/ 787281 w 3644268"/>
                <a:gd name="csY235" fmla="*/ 122680 h 2262782"/>
                <a:gd name="csX236" fmla="*/ 780821 w 3644268"/>
                <a:gd name="csY236" fmla="*/ 118458 h 2262782"/>
                <a:gd name="csX237" fmla="*/ 765886 w 3644268"/>
                <a:gd name="csY237" fmla="*/ 119728 h 2262782"/>
                <a:gd name="csX238" fmla="*/ 749840 w 3644268"/>
                <a:gd name="csY238" fmla="*/ 106512 h 2262782"/>
                <a:gd name="csX239" fmla="*/ 748029 w 3644268"/>
                <a:gd name="csY239" fmla="*/ 106893 h 2262782"/>
                <a:gd name="csX240" fmla="*/ 743395 w 3644268"/>
                <a:gd name="csY240" fmla="*/ 124278 h 2262782"/>
                <a:gd name="csX241" fmla="*/ 742330 w 3644268"/>
                <a:gd name="csY241" fmla="*/ 135501 h 2262782"/>
                <a:gd name="csX242" fmla="*/ 739629 w 3644268"/>
                <a:gd name="csY242" fmla="*/ 135767 h 2262782"/>
                <a:gd name="csX243" fmla="*/ 735459 w 3644268"/>
                <a:gd name="csY243" fmla="*/ 139792 h 2262782"/>
                <a:gd name="csX244" fmla="*/ 735916 w 3644268"/>
                <a:gd name="csY244" fmla="*/ 147621 h 2262782"/>
                <a:gd name="csX245" fmla="*/ 742528 w 3644268"/>
                <a:gd name="csY245" fmla="*/ 151182 h 2262782"/>
                <a:gd name="csX246" fmla="*/ 819154 w 3644268"/>
                <a:gd name="csY246" fmla="*/ 23655 h 2262782"/>
                <a:gd name="csX247" fmla="*/ 826214 w 3644268"/>
                <a:gd name="csY247" fmla="*/ 20764 h 2262782"/>
                <a:gd name="csX248" fmla="*/ 848873 w 3644268"/>
                <a:gd name="csY248" fmla="*/ 14258 h 2262782"/>
                <a:gd name="csX249" fmla="*/ 848888 w 3644268"/>
                <a:gd name="csY249" fmla="*/ 10979 h 2262782"/>
                <a:gd name="csX250" fmla="*/ 849991 w 3644268"/>
                <a:gd name="csY250" fmla="*/ 4322 h 2262782"/>
                <a:gd name="csX251" fmla="*/ 846864 w 3644268"/>
                <a:gd name="csY251" fmla="*/ 0 h 2262782"/>
                <a:gd name="csX252" fmla="*/ 822791 w 3644268"/>
                <a:gd name="csY252" fmla="*/ 3941 h 2262782"/>
                <a:gd name="csX253" fmla="*/ 819595 w 3644268"/>
                <a:gd name="csY253" fmla="*/ 8582 h 2262782"/>
                <a:gd name="csX254" fmla="*/ 818751 w 3644268"/>
                <a:gd name="csY254" fmla="*/ 15917 h 2262782"/>
                <a:gd name="csX255" fmla="*/ 817975 w 3644268"/>
                <a:gd name="csY255" fmla="*/ 19767 h 2262782"/>
                <a:gd name="csX256" fmla="*/ 818218 w 3644268"/>
                <a:gd name="csY256" fmla="*/ 21464 h 2262782"/>
                <a:gd name="csX257" fmla="*/ 819154 w 3644268"/>
                <a:gd name="csY257" fmla="*/ 23655 h 2262782"/>
                <a:gd name="csX258" fmla="*/ 629601 w 3644268"/>
                <a:gd name="csY258" fmla="*/ 186821 h 2262782"/>
                <a:gd name="csX259" fmla="*/ 619718 w 3644268"/>
                <a:gd name="csY259" fmla="*/ 187787 h 2262782"/>
                <a:gd name="csX260" fmla="*/ 616294 w 3644268"/>
                <a:gd name="csY260" fmla="*/ 181327 h 2262782"/>
                <a:gd name="csX261" fmla="*/ 614970 w 3644268"/>
                <a:gd name="csY261" fmla="*/ 179927 h 2262782"/>
                <a:gd name="csX262" fmla="*/ 612908 w 3644268"/>
                <a:gd name="csY262" fmla="*/ 180871 h 2262782"/>
                <a:gd name="csX263" fmla="*/ 610824 w 3644268"/>
                <a:gd name="csY263" fmla="*/ 183176 h 2262782"/>
                <a:gd name="csX264" fmla="*/ 604151 w 3644268"/>
                <a:gd name="csY264" fmla="*/ 185101 h 2262782"/>
                <a:gd name="csX265" fmla="*/ 599030 w 3644268"/>
                <a:gd name="csY265" fmla="*/ 188791 h 2262782"/>
                <a:gd name="csX266" fmla="*/ 593628 w 3644268"/>
                <a:gd name="csY266" fmla="*/ 195981 h 2262782"/>
                <a:gd name="csX267" fmla="*/ 577429 w 3644268"/>
                <a:gd name="csY267" fmla="*/ 214424 h 2262782"/>
                <a:gd name="csX268" fmla="*/ 579430 w 3644268"/>
                <a:gd name="csY268" fmla="*/ 219811 h 2262782"/>
                <a:gd name="csX269" fmla="*/ 581728 w 3644268"/>
                <a:gd name="csY269" fmla="*/ 222391 h 2262782"/>
                <a:gd name="csX270" fmla="*/ 584833 w 3644268"/>
                <a:gd name="csY270" fmla="*/ 229223 h 2262782"/>
                <a:gd name="csX271" fmla="*/ 590334 w 3644268"/>
                <a:gd name="csY271" fmla="*/ 229543 h 2262782"/>
                <a:gd name="csX272" fmla="*/ 592350 w 3644268"/>
                <a:gd name="csY272" fmla="*/ 228500 h 2262782"/>
                <a:gd name="csX273" fmla="*/ 594510 w 3644268"/>
                <a:gd name="csY273" fmla="*/ 223281 h 2262782"/>
                <a:gd name="csX274" fmla="*/ 598741 w 3644268"/>
                <a:gd name="csY274" fmla="*/ 221371 h 2262782"/>
                <a:gd name="csX275" fmla="*/ 604090 w 3644268"/>
                <a:gd name="csY275" fmla="*/ 222140 h 2262782"/>
                <a:gd name="csX276" fmla="*/ 605901 w 3644268"/>
                <a:gd name="csY276" fmla="*/ 225495 h 2262782"/>
                <a:gd name="csX277" fmla="*/ 600468 w 3644268"/>
                <a:gd name="csY277" fmla="*/ 233157 h 2262782"/>
                <a:gd name="csX278" fmla="*/ 598536 w 3644268"/>
                <a:gd name="csY278" fmla="*/ 238064 h 2262782"/>
                <a:gd name="csX279" fmla="*/ 600772 w 3644268"/>
                <a:gd name="csY279" fmla="*/ 241830 h 2262782"/>
                <a:gd name="csX280" fmla="*/ 605094 w 3644268"/>
                <a:gd name="csY280" fmla="*/ 240971 h 2262782"/>
                <a:gd name="csX281" fmla="*/ 606928 w 3644268"/>
                <a:gd name="csY281" fmla="*/ 239624 h 2262782"/>
                <a:gd name="csX282" fmla="*/ 608427 w 3644268"/>
                <a:gd name="csY282" fmla="*/ 236786 h 2262782"/>
                <a:gd name="csX283" fmla="*/ 609949 w 3644268"/>
                <a:gd name="csY283" fmla="*/ 235485 h 2262782"/>
                <a:gd name="csX284" fmla="*/ 614628 w 3644268"/>
                <a:gd name="csY284" fmla="*/ 240080 h 2262782"/>
                <a:gd name="csX285" fmla="*/ 616347 w 3644268"/>
                <a:gd name="csY285" fmla="*/ 238300 h 2262782"/>
                <a:gd name="csX286" fmla="*/ 617755 w 3644268"/>
                <a:gd name="csY286" fmla="*/ 232305 h 2262782"/>
                <a:gd name="csX287" fmla="*/ 618226 w 3644268"/>
                <a:gd name="csY287" fmla="*/ 229170 h 2262782"/>
                <a:gd name="csX288" fmla="*/ 618812 w 3644268"/>
                <a:gd name="csY288" fmla="*/ 227656 h 2262782"/>
                <a:gd name="csX289" fmla="*/ 623415 w 3644268"/>
                <a:gd name="csY289" fmla="*/ 231939 h 2262782"/>
                <a:gd name="csX290" fmla="*/ 625432 w 3644268"/>
                <a:gd name="csY290" fmla="*/ 232670 h 2262782"/>
                <a:gd name="csX291" fmla="*/ 627258 w 3644268"/>
                <a:gd name="csY291" fmla="*/ 231757 h 2262782"/>
                <a:gd name="csX292" fmla="*/ 627966 w 3644268"/>
                <a:gd name="csY292" fmla="*/ 226142 h 2262782"/>
                <a:gd name="csX293" fmla="*/ 627539 w 3644268"/>
                <a:gd name="csY293" fmla="*/ 221744 h 2262782"/>
                <a:gd name="csX294" fmla="*/ 626870 w 3644268"/>
                <a:gd name="csY294" fmla="*/ 218799 h 2262782"/>
                <a:gd name="csX295" fmla="*/ 626071 w 3644268"/>
                <a:gd name="csY295" fmla="*/ 217399 h 2262782"/>
                <a:gd name="csX296" fmla="*/ 621095 w 3644268"/>
                <a:gd name="csY296" fmla="*/ 215687 h 2262782"/>
                <a:gd name="csX297" fmla="*/ 620836 w 3644268"/>
                <a:gd name="csY297" fmla="*/ 214447 h 2262782"/>
                <a:gd name="csX298" fmla="*/ 623697 w 3644268"/>
                <a:gd name="csY298" fmla="*/ 207630 h 2262782"/>
                <a:gd name="csX299" fmla="*/ 625515 w 3644268"/>
                <a:gd name="csY299" fmla="*/ 205652 h 2262782"/>
                <a:gd name="csX300" fmla="*/ 640253 w 3644268"/>
                <a:gd name="csY300" fmla="*/ 204708 h 2262782"/>
                <a:gd name="csX301" fmla="*/ 644697 w 3644268"/>
                <a:gd name="csY301" fmla="*/ 198462 h 2262782"/>
                <a:gd name="csX302" fmla="*/ 643753 w 3644268"/>
                <a:gd name="csY302" fmla="*/ 192443 h 2262782"/>
                <a:gd name="csX303" fmla="*/ 645807 w 3644268"/>
                <a:gd name="csY303" fmla="*/ 189141 h 2262782"/>
                <a:gd name="csX304" fmla="*/ 655067 w 3644268"/>
                <a:gd name="csY304" fmla="*/ 185291 h 2262782"/>
                <a:gd name="csX305" fmla="*/ 669615 w 3644268"/>
                <a:gd name="csY305" fmla="*/ 183595 h 2262782"/>
                <a:gd name="csX306" fmla="*/ 673571 w 3644268"/>
                <a:gd name="csY306" fmla="*/ 175316 h 2262782"/>
                <a:gd name="csX307" fmla="*/ 685471 w 3644268"/>
                <a:gd name="csY307" fmla="*/ 164322 h 2262782"/>
                <a:gd name="csX308" fmla="*/ 683074 w 3644268"/>
                <a:gd name="csY308" fmla="*/ 157292 h 2262782"/>
                <a:gd name="csX309" fmla="*/ 680160 w 3644268"/>
                <a:gd name="csY309" fmla="*/ 156774 h 2262782"/>
                <a:gd name="csX310" fmla="*/ 668694 w 3644268"/>
                <a:gd name="csY310" fmla="*/ 137274 h 2262782"/>
                <a:gd name="csX311" fmla="*/ 666206 w 3644268"/>
                <a:gd name="csY311" fmla="*/ 134063 h 2262782"/>
                <a:gd name="csX312" fmla="*/ 658308 w 3644268"/>
                <a:gd name="csY312" fmla="*/ 134512 h 2262782"/>
                <a:gd name="csX313" fmla="*/ 655037 w 3644268"/>
                <a:gd name="csY313" fmla="*/ 132290 h 2262782"/>
                <a:gd name="csX314" fmla="*/ 651750 w 3644268"/>
                <a:gd name="csY314" fmla="*/ 132747 h 2262782"/>
                <a:gd name="csX315" fmla="*/ 638587 w 3644268"/>
                <a:gd name="csY315" fmla="*/ 140644 h 2262782"/>
                <a:gd name="csX316" fmla="*/ 632964 w 3644268"/>
                <a:gd name="csY316" fmla="*/ 146541 h 2262782"/>
                <a:gd name="csX317" fmla="*/ 630895 w 3644268"/>
                <a:gd name="csY317" fmla="*/ 161081 h 2262782"/>
                <a:gd name="csX318" fmla="*/ 631861 w 3644268"/>
                <a:gd name="csY318" fmla="*/ 168484 h 2262782"/>
                <a:gd name="csX319" fmla="*/ 631701 w 3644268"/>
                <a:gd name="csY319" fmla="*/ 181221 h 2262782"/>
                <a:gd name="csX320" fmla="*/ 629601 w 3644268"/>
                <a:gd name="csY320" fmla="*/ 186821 h 2262782"/>
                <a:gd name="csX321" fmla="*/ 657875 w 3644268"/>
                <a:gd name="csY321" fmla="*/ 110872 h 2262782"/>
                <a:gd name="csX322" fmla="*/ 660150 w 3644268"/>
                <a:gd name="csY322" fmla="*/ 116206 h 2262782"/>
                <a:gd name="csX323" fmla="*/ 662234 w 3644268"/>
                <a:gd name="csY323" fmla="*/ 116799 h 2262782"/>
                <a:gd name="csX324" fmla="*/ 665179 w 3644268"/>
                <a:gd name="csY324" fmla="*/ 115954 h 2262782"/>
                <a:gd name="csX325" fmla="*/ 665925 w 3644268"/>
                <a:gd name="csY325" fmla="*/ 112599 h 2262782"/>
                <a:gd name="csX326" fmla="*/ 669287 w 3644268"/>
                <a:gd name="csY326" fmla="*/ 107593 h 2262782"/>
                <a:gd name="csX327" fmla="*/ 667842 w 3644268"/>
                <a:gd name="csY327" fmla="*/ 101681 h 2262782"/>
                <a:gd name="csX328" fmla="*/ 664372 w 3644268"/>
                <a:gd name="csY328" fmla="*/ 98934 h 2262782"/>
                <a:gd name="csX329" fmla="*/ 661717 w 3644268"/>
                <a:gd name="csY329" fmla="*/ 99101 h 2262782"/>
                <a:gd name="csX330" fmla="*/ 660226 w 3644268"/>
                <a:gd name="csY330" fmla="*/ 100661 h 2262782"/>
                <a:gd name="csX331" fmla="*/ 659891 w 3644268"/>
                <a:gd name="csY331" fmla="*/ 102601 h 2262782"/>
                <a:gd name="csX332" fmla="*/ 659016 w 3644268"/>
                <a:gd name="csY332" fmla="*/ 105097 h 2262782"/>
                <a:gd name="csX333" fmla="*/ 656954 w 3644268"/>
                <a:gd name="csY333" fmla="*/ 105607 h 2262782"/>
                <a:gd name="csX334" fmla="*/ 657145 w 3644268"/>
                <a:gd name="csY334" fmla="*/ 108331 h 2262782"/>
                <a:gd name="csX335" fmla="*/ 657875 w 3644268"/>
                <a:gd name="csY335" fmla="*/ 110872 h 2262782"/>
                <a:gd name="csX336" fmla="*/ 626725 w 3644268"/>
                <a:gd name="csY336" fmla="*/ 1139226 h 2262782"/>
                <a:gd name="csX337" fmla="*/ 624413 w 3644268"/>
                <a:gd name="csY337" fmla="*/ 1140117 h 2262782"/>
                <a:gd name="csX338" fmla="*/ 619855 w 3644268"/>
                <a:gd name="csY338" fmla="*/ 1143693 h 2262782"/>
                <a:gd name="csX339" fmla="*/ 615206 w 3644268"/>
                <a:gd name="csY339" fmla="*/ 1149171 h 2262782"/>
                <a:gd name="csX340" fmla="*/ 613205 w 3644268"/>
                <a:gd name="csY340" fmla="*/ 1153782 h 2262782"/>
                <a:gd name="csX341" fmla="*/ 612703 w 3644268"/>
                <a:gd name="csY341" fmla="*/ 1158918 h 2262782"/>
                <a:gd name="csX342" fmla="*/ 612360 w 3644268"/>
                <a:gd name="csY342" fmla="*/ 1164145 h 2262782"/>
                <a:gd name="csX343" fmla="*/ 612330 w 3644268"/>
                <a:gd name="csY343" fmla="*/ 1167508 h 2262782"/>
                <a:gd name="csX344" fmla="*/ 612665 w 3644268"/>
                <a:gd name="csY344" fmla="*/ 1170848 h 2262782"/>
                <a:gd name="csX345" fmla="*/ 613129 w 3644268"/>
                <a:gd name="csY345" fmla="*/ 1173336 h 2262782"/>
                <a:gd name="csX346" fmla="*/ 615754 w 3644268"/>
                <a:gd name="csY346" fmla="*/ 1181477 h 2262782"/>
                <a:gd name="csX347" fmla="*/ 620623 w 3644268"/>
                <a:gd name="csY347" fmla="*/ 1185700 h 2262782"/>
                <a:gd name="csX348" fmla="*/ 625820 w 3644268"/>
                <a:gd name="csY348" fmla="*/ 1185114 h 2262782"/>
                <a:gd name="csX349" fmla="*/ 631587 w 3644268"/>
                <a:gd name="csY349" fmla="*/ 1183037 h 2262782"/>
                <a:gd name="csX350" fmla="*/ 641105 w 3644268"/>
                <a:gd name="csY350" fmla="*/ 1178236 h 2262782"/>
                <a:gd name="csX351" fmla="*/ 645670 w 3644268"/>
                <a:gd name="csY351" fmla="*/ 1171472 h 2262782"/>
                <a:gd name="csX352" fmla="*/ 647405 w 3644268"/>
                <a:gd name="csY352" fmla="*/ 1166731 h 2262782"/>
                <a:gd name="csX353" fmla="*/ 651095 w 3644268"/>
                <a:gd name="csY353" fmla="*/ 1162410 h 2262782"/>
                <a:gd name="csX354" fmla="*/ 652107 w 3644268"/>
                <a:gd name="csY354" fmla="*/ 1164046 h 2262782"/>
                <a:gd name="csX355" fmla="*/ 652602 w 3644268"/>
                <a:gd name="csY355" fmla="*/ 1167667 h 2262782"/>
                <a:gd name="csX356" fmla="*/ 653804 w 3644268"/>
                <a:gd name="csY356" fmla="*/ 1166998 h 2262782"/>
                <a:gd name="csX357" fmla="*/ 655136 w 3644268"/>
                <a:gd name="csY357" fmla="*/ 1164609 h 2262782"/>
                <a:gd name="csX358" fmla="*/ 654755 w 3644268"/>
                <a:gd name="csY358" fmla="*/ 1158811 h 2262782"/>
                <a:gd name="csX359" fmla="*/ 652663 w 3644268"/>
                <a:gd name="csY359" fmla="*/ 1154512 h 2262782"/>
                <a:gd name="csX360" fmla="*/ 649018 w 3644268"/>
                <a:gd name="csY360" fmla="*/ 1151355 h 2262782"/>
                <a:gd name="csX361" fmla="*/ 632553 w 3644268"/>
                <a:gd name="csY361" fmla="*/ 1139112 h 2262782"/>
                <a:gd name="csX362" fmla="*/ 626725 w 3644268"/>
                <a:gd name="csY362" fmla="*/ 1139226 h 2262782"/>
                <a:gd name="csX363" fmla="*/ 550625 w 3644268"/>
                <a:gd name="csY363" fmla="*/ 181038 h 2262782"/>
                <a:gd name="csX364" fmla="*/ 555996 w 3644268"/>
                <a:gd name="csY364" fmla="*/ 184074 h 2262782"/>
                <a:gd name="csX365" fmla="*/ 563003 w 3644268"/>
                <a:gd name="csY365" fmla="*/ 179836 h 2262782"/>
                <a:gd name="csX366" fmla="*/ 564168 w 3644268"/>
                <a:gd name="csY366" fmla="*/ 183564 h 2262782"/>
                <a:gd name="csX367" fmla="*/ 564944 w 3644268"/>
                <a:gd name="csY367" fmla="*/ 190952 h 2262782"/>
                <a:gd name="csX368" fmla="*/ 566686 w 3644268"/>
                <a:gd name="csY368" fmla="*/ 195730 h 2262782"/>
                <a:gd name="csX369" fmla="*/ 571746 w 3644268"/>
                <a:gd name="csY369" fmla="*/ 194437 h 2262782"/>
                <a:gd name="csX370" fmla="*/ 574637 w 3644268"/>
                <a:gd name="csY370" fmla="*/ 192025 h 2262782"/>
                <a:gd name="csX371" fmla="*/ 576988 w 3644268"/>
                <a:gd name="csY371" fmla="*/ 183595 h 2262782"/>
                <a:gd name="csX372" fmla="*/ 578137 w 3644268"/>
                <a:gd name="csY372" fmla="*/ 180901 h 2262782"/>
                <a:gd name="csX373" fmla="*/ 585258 w 3644268"/>
                <a:gd name="csY373" fmla="*/ 180802 h 2262782"/>
                <a:gd name="csX374" fmla="*/ 588120 w 3644268"/>
                <a:gd name="csY374" fmla="*/ 174677 h 2262782"/>
                <a:gd name="csX375" fmla="*/ 589253 w 3644268"/>
                <a:gd name="csY375" fmla="*/ 173909 h 2262782"/>
                <a:gd name="csX376" fmla="*/ 591513 w 3644268"/>
                <a:gd name="csY376" fmla="*/ 175050 h 2262782"/>
                <a:gd name="csX377" fmla="*/ 593871 w 3644268"/>
                <a:gd name="csY377" fmla="*/ 166080 h 2262782"/>
                <a:gd name="csX378" fmla="*/ 595964 w 3644268"/>
                <a:gd name="csY378" fmla="*/ 164314 h 2262782"/>
                <a:gd name="csX379" fmla="*/ 597843 w 3644268"/>
                <a:gd name="csY379" fmla="*/ 157170 h 2262782"/>
                <a:gd name="csX380" fmla="*/ 600088 w 3644268"/>
                <a:gd name="csY380" fmla="*/ 154081 h 2262782"/>
                <a:gd name="csX381" fmla="*/ 601632 w 3644268"/>
                <a:gd name="csY381" fmla="*/ 155275 h 2262782"/>
                <a:gd name="csX382" fmla="*/ 607331 w 3644268"/>
                <a:gd name="csY382" fmla="*/ 166924 h 2262782"/>
                <a:gd name="csX383" fmla="*/ 619741 w 3644268"/>
                <a:gd name="csY383" fmla="*/ 172022 h 2262782"/>
                <a:gd name="csX384" fmla="*/ 620981 w 3644268"/>
                <a:gd name="csY384" fmla="*/ 171505 h 2262782"/>
                <a:gd name="csX385" fmla="*/ 621042 w 3644268"/>
                <a:gd name="csY385" fmla="*/ 160373 h 2262782"/>
                <a:gd name="csX386" fmla="*/ 618067 w 3644268"/>
                <a:gd name="csY386" fmla="*/ 152232 h 2262782"/>
                <a:gd name="csX387" fmla="*/ 615891 w 3644268"/>
                <a:gd name="csY387" fmla="*/ 148633 h 2262782"/>
                <a:gd name="csX388" fmla="*/ 613745 w 3644268"/>
                <a:gd name="csY388" fmla="*/ 146898 h 2262782"/>
                <a:gd name="csX389" fmla="*/ 611569 w 3644268"/>
                <a:gd name="csY389" fmla="*/ 146297 h 2262782"/>
                <a:gd name="csX390" fmla="*/ 604227 w 3644268"/>
                <a:gd name="csY390" fmla="*/ 147743 h 2262782"/>
                <a:gd name="csX391" fmla="*/ 594458 w 3644268"/>
                <a:gd name="csY391" fmla="*/ 142250 h 2262782"/>
                <a:gd name="csX392" fmla="*/ 592547 w 3644268"/>
                <a:gd name="csY392" fmla="*/ 142349 h 2262782"/>
                <a:gd name="csX393" fmla="*/ 585464 w 3644268"/>
                <a:gd name="csY393" fmla="*/ 147515 h 2262782"/>
                <a:gd name="csX394" fmla="*/ 580739 w 3644268"/>
                <a:gd name="csY394" fmla="*/ 155405 h 2262782"/>
                <a:gd name="csX395" fmla="*/ 570665 w 3644268"/>
                <a:gd name="csY395" fmla="*/ 158068 h 2262782"/>
                <a:gd name="csX396" fmla="*/ 544979 w 3644268"/>
                <a:gd name="csY396" fmla="*/ 169017 h 2262782"/>
                <a:gd name="csX397" fmla="*/ 540292 w 3644268"/>
                <a:gd name="csY397" fmla="*/ 174388 h 2262782"/>
                <a:gd name="csX398" fmla="*/ 545511 w 3644268"/>
                <a:gd name="csY398" fmla="*/ 176024 h 2262782"/>
                <a:gd name="csX399" fmla="*/ 550625 w 3644268"/>
                <a:gd name="csY399" fmla="*/ 181038 h 2262782"/>
                <a:gd name="csX400" fmla="*/ 672065 w 3644268"/>
                <a:gd name="csY400" fmla="*/ 260251 h 2262782"/>
                <a:gd name="csX401" fmla="*/ 679643 w 3644268"/>
                <a:gd name="csY401" fmla="*/ 261651 h 2262782"/>
                <a:gd name="csX402" fmla="*/ 679727 w 3644268"/>
                <a:gd name="csY402" fmla="*/ 260251 h 2262782"/>
                <a:gd name="csX403" fmla="*/ 679179 w 3644268"/>
                <a:gd name="csY403" fmla="*/ 258744 h 2262782"/>
                <a:gd name="csX404" fmla="*/ 677421 w 3644268"/>
                <a:gd name="csY404" fmla="*/ 255305 h 2262782"/>
                <a:gd name="csX405" fmla="*/ 675625 w 3644268"/>
                <a:gd name="csY405" fmla="*/ 252985 h 2262782"/>
                <a:gd name="csX406" fmla="*/ 675519 w 3644268"/>
                <a:gd name="csY406" fmla="*/ 250634 h 2262782"/>
                <a:gd name="csX407" fmla="*/ 675869 w 3644268"/>
                <a:gd name="csY407" fmla="*/ 245909 h 2262782"/>
                <a:gd name="csX408" fmla="*/ 669075 w 3644268"/>
                <a:gd name="csY408" fmla="*/ 240263 h 2262782"/>
                <a:gd name="csX409" fmla="*/ 663520 w 3644268"/>
                <a:gd name="csY409" fmla="*/ 245916 h 2262782"/>
                <a:gd name="csX410" fmla="*/ 659183 w 3644268"/>
                <a:gd name="csY410" fmla="*/ 247537 h 2262782"/>
                <a:gd name="csX411" fmla="*/ 651043 w 3644268"/>
                <a:gd name="csY411" fmla="*/ 254293 h 2262782"/>
                <a:gd name="csX412" fmla="*/ 658796 w 3644268"/>
                <a:gd name="csY412" fmla="*/ 261156 h 2262782"/>
                <a:gd name="csX413" fmla="*/ 672065 w 3644268"/>
                <a:gd name="csY413" fmla="*/ 260251 h 2262782"/>
                <a:gd name="csX414" fmla="*/ 650182 w 3644268"/>
                <a:gd name="csY414" fmla="*/ 242736 h 2262782"/>
                <a:gd name="csX415" fmla="*/ 650624 w 3644268"/>
                <a:gd name="csY415" fmla="*/ 238376 h 2262782"/>
                <a:gd name="csX416" fmla="*/ 655897 w 3644268"/>
                <a:gd name="csY416" fmla="*/ 230532 h 2262782"/>
                <a:gd name="csX417" fmla="*/ 655699 w 3644268"/>
                <a:gd name="csY417" fmla="*/ 228873 h 2262782"/>
                <a:gd name="csX418" fmla="*/ 654443 w 3644268"/>
                <a:gd name="csY418" fmla="*/ 224627 h 2262782"/>
                <a:gd name="csX419" fmla="*/ 646599 w 3644268"/>
                <a:gd name="csY419" fmla="*/ 223273 h 2262782"/>
                <a:gd name="csX420" fmla="*/ 639606 w 3644268"/>
                <a:gd name="csY420" fmla="*/ 232213 h 2262782"/>
                <a:gd name="csX421" fmla="*/ 640291 w 3644268"/>
                <a:gd name="csY421" fmla="*/ 235059 h 2262782"/>
                <a:gd name="csX422" fmla="*/ 648455 w 3644268"/>
                <a:gd name="csY422" fmla="*/ 244417 h 2262782"/>
                <a:gd name="csX423" fmla="*/ 650182 w 3644268"/>
                <a:gd name="csY423" fmla="*/ 242736 h 2262782"/>
                <a:gd name="csX424" fmla="*/ 929143 w 3644268"/>
                <a:gd name="csY424" fmla="*/ 126964 h 2262782"/>
                <a:gd name="csX425" fmla="*/ 922813 w 3644268"/>
                <a:gd name="csY425" fmla="*/ 136855 h 2262782"/>
                <a:gd name="csX426" fmla="*/ 917974 w 3644268"/>
                <a:gd name="csY426" fmla="*/ 142341 h 2262782"/>
                <a:gd name="csX427" fmla="*/ 916429 w 3644268"/>
                <a:gd name="csY427" fmla="*/ 146518 h 2262782"/>
                <a:gd name="csX428" fmla="*/ 921557 w 3644268"/>
                <a:gd name="csY428" fmla="*/ 154416 h 2262782"/>
                <a:gd name="csX429" fmla="*/ 926724 w 3644268"/>
                <a:gd name="csY429" fmla="*/ 161035 h 2262782"/>
                <a:gd name="csX430" fmla="*/ 930688 w 3644268"/>
                <a:gd name="csY430" fmla="*/ 163051 h 2262782"/>
                <a:gd name="csX431" fmla="*/ 934660 w 3644268"/>
                <a:gd name="csY431" fmla="*/ 162724 h 2262782"/>
                <a:gd name="csX432" fmla="*/ 959737 w 3644268"/>
                <a:gd name="csY432" fmla="*/ 155390 h 2262782"/>
                <a:gd name="csX433" fmla="*/ 969331 w 3644268"/>
                <a:gd name="csY433" fmla="*/ 146929 h 2262782"/>
                <a:gd name="csX434" fmla="*/ 978720 w 3644268"/>
                <a:gd name="csY434" fmla="*/ 131872 h 2262782"/>
                <a:gd name="csX435" fmla="*/ 977321 w 3644268"/>
                <a:gd name="csY435" fmla="*/ 126804 h 2262782"/>
                <a:gd name="csX436" fmla="*/ 977069 w 3644268"/>
                <a:gd name="csY436" fmla="*/ 121334 h 2262782"/>
                <a:gd name="csX437" fmla="*/ 977541 w 3644268"/>
                <a:gd name="csY437" fmla="*/ 114676 h 2262782"/>
                <a:gd name="csX438" fmla="*/ 975997 w 3644268"/>
                <a:gd name="csY438" fmla="*/ 109221 h 2262782"/>
                <a:gd name="csX439" fmla="*/ 973052 w 3644268"/>
                <a:gd name="csY439" fmla="*/ 102632 h 2262782"/>
                <a:gd name="csX440" fmla="*/ 969978 w 3644268"/>
                <a:gd name="csY440" fmla="*/ 99101 h 2262782"/>
                <a:gd name="csX441" fmla="*/ 965155 w 3644268"/>
                <a:gd name="csY441" fmla="*/ 95229 h 2262782"/>
                <a:gd name="csX442" fmla="*/ 960315 w 3644268"/>
                <a:gd name="csY442" fmla="*/ 95054 h 2262782"/>
                <a:gd name="csX443" fmla="*/ 954655 w 3644268"/>
                <a:gd name="csY443" fmla="*/ 98303 h 2262782"/>
                <a:gd name="csX444" fmla="*/ 953498 w 3644268"/>
                <a:gd name="csY444" fmla="*/ 102571 h 2262782"/>
                <a:gd name="csX445" fmla="*/ 952524 w 3644268"/>
                <a:gd name="csY445" fmla="*/ 107844 h 2262782"/>
                <a:gd name="csX446" fmla="*/ 951573 w 3644268"/>
                <a:gd name="csY446" fmla="*/ 117560 h 2262782"/>
                <a:gd name="csX447" fmla="*/ 950074 w 3644268"/>
                <a:gd name="csY447" fmla="*/ 122673 h 2262782"/>
                <a:gd name="csX448" fmla="*/ 944954 w 3644268"/>
                <a:gd name="csY448" fmla="*/ 125016 h 2262782"/>
                <a:gd name="csX449" fmla="*/ 939803 w 3644268"/>
                <a:gd name="csY449" fmla="*/ 125047 h 2262782"/>
                <a:gd name="csX450" fmla="*/ 929143 w 3644268"/>
                <a:gd name="csY450" fmla="*/ 126964 h 2262782"/>
                <a:gd name="csX451" fmla="*/ 771303 w 3644268"/>
                <a:gd name="csY451" fmla="*/ 238970 h 2262782"/>
                <a:gd name="csX452" fmla="*/ 773175 w 3644268"/>
                <a:gd name="csY452" fmla="*/ 241153 h 2262782"/>
                <a:gd name="csX453" fmla="*/ 781484 w 3644268"/>
                <a:gd name="csY453" fmla="*/ 242477 h 2262782"/>
                <a:gd name="csX454" fmla="*/ 798276 w 3644268"/>
                <a:gd name="csY454" fmla="*/ 243093 h 2262782"/>
                <a:gd name="csX455" fmla="*/ 800269 w 3644268"/>
                <a:gd name="csY455" fmla="*/ 240217 h 2262782"/>
                <a:gd name="csX456" fmla="*/ 800109 w 3644268"/>
                <a:gd name="csY456" fmla="*/ 234663 h 2262782"/>
                <a:gd name="csX457" fmla="*/ 801099 w 3644268"/>
                <a:gd name="csY457" fmla="*/ 227838 h 2262782"/>
                <a:gd name="csX458" fmla="*/ 801182 w 3644268"/>
                <a:gd name="csY458" fmla="*/ 212324 h 2262782"/>
                <a:gd name="csX459" fmla="*/ 800246 w 3644268"/>
                <a:gd name="csY459" fmla="*/ 208010 h 2262782"/>
                <a:gd name="csX460" fmla="*/ 797378 w 3644268"/>
                <a:gd name="csY460" fmla="*/ 206063 h 2262782"/>
                <a:gd name="csX461" fmla="*/ 792310 w 3644268"/>
                <a:gd name="csY461" fmla="*/ 206435 h 2262782"/>
                <a:gd name="csX462" fmla="*/ 791200 w 3644268"/>
                <a:gd name="csY462" fmla="*/ 210628 h 2262782"/>
                <a:gd name="csX463" fmla="*/ 777733 w 3644268"/>
                <a:gd name="csY463" fmla="*/ 209228 h 2262782"/>
                <a:gd name="csX464" fmla="*/ 776987 w 3644268"/>
                <a:gd name="csY464" fmla="*/ 211929 h 2262782"/>
                <a:gd name="csX465" fmla="*/ 777466 w 3644268"/>
                <a:gd name="csY465" fmla="*/ 226591 h 2262782"/>
                <a:gd name="csX466" fmla="*/ 775975 w 3644268"/>
                <a:gd name="csY466" fmla="*/ 231681 h 2262782"/>
                <a:gd name="csX467" fmla="*/ 771303 w 3644268"/>
                <a:gd name="csY467" fmla="*/ 238970 h 2262782"/>
                <a:gd name="csX468" fmla="*/ 760012 w 3644268"/>
                <a:gd name="csY468" fmla="*/ 223707 h 2262782"/>
                <a:gd name="csX469" fmla="*/ 766091 w 3644268"/>
                <a:gd name="csY469" fmla="*/ 217780 h 2262782"/>
                <a:gd name="csX470" fmla="*/ 765133 w 3644268"/>
                <a:gd name="csY470" fmla="*/ 214181 h 2262782"/>
                <a:gd name="csX471" fmla="*/ 763391 w 3644268"/>
                <a:gd name="csY471" fmla="*/ 212226 h 2262782"/>
                <a:gd name="csX472" fmla="*/ 760979 w 3644268"/>
                <a:gd name="csY472" fmla="*/ 211252 h 2262782"/>
                <a:gd name="csX473" fmla="*/ 757806 w 3644268"/>
                <a:gd name="csY473" fmla="*/ 215033 h 2262782"/>
                <a:gd name="csX474" fmla="*/ 755417 w 3644268"/>
                <a:gd name="csY474" fmla="*/ 219979 h 2262782"/>
                <a:gd name="csX475" fmla="*/ 756885 w 3644268"/>
                <a:gd name="csY475" fmla="*/ 223509 h 2262782"/>
                <a:gd name="csX476" fmla="*/ 760012 w 3644268"/>
                <a:gd name="csY476" fmla="*/ 223707 h 2262782"/>
                <a:gd name="csX477" fmla="*/ 843333 w 3644268"/>
                <a:gd name="csY477" fmla="*/ 81891 h 2262782"/>
                <a:gd name="csX478" fmla="*/ 847944 w 3644268"/>
                <a:gd name="csY478" fmla="*/ 80065 h 2262782"/>
                <a:gd name="csX479" fmla="*/ 849261 w 3644268"/>
                <a:gd name="csY479" fmla="*/ 77257 h 2262782"/>
                <a:gd name="csX480" fmla="*/ 847252 w 3644268"/>
                <a:gd name="csY480" fmla="*/ 71437 h 2262782"/>
                <a:gd name="csX481" fmla="*/ 842862 w 3644268"/>
                <a:gd name="csY481" fmla="*/ 66933 h 2262782"/>
                <a:gd name="csX482" fmla="*/ 838708 w 3644268"/>
                <a:gd name="csY482" fmla="*/ 67769 h 2262782"/>
                <a:gd name="csX483" fmla="*/ 833458 w 3644268"/>
                <a:gd name="csY483" fmla="*/ 72251 h 2262782"/>
                <a:gd name="csX484" fmla="*/ 832940 w 3644268"/>
                <a:gd name="csY484" fmla="*/ 75530 h 2262782"/>
                <a:gd name="csX485" fmla="*/ 835268 w 3644268"/>
                <a:gd name="csY485" fmla="*/ 78886 h 2262782"/>
                <a:gd name="csX486" fmla="*/ 843333 w 3644268"/>
                <a:gd name="csY486" fmla="*/ 81891 h 2262782"/>
                <a:gd name="csX487" fmla="*/ 823962 w 3644268"/>
                <a:gd name="csY487" fmla="*/ 109464 h 2262782"/>
                <a:gd name="csX488" fmla="*/ 822090 w 3644268"/>
                <a:gd name="csY488" fmla="*/ 106748 h 2262782"/>
                <a:gd name="csX489" fmla="*/ 820972 w 3644268"/>
                <a:gd name="csY489" fmla="*/ 106170 h 2262782"/>
                <a:gd name="csX490" fmla="*/ 812572 w 3644268"/>
                <a:gd name="csY490" fmla="*/ 118130 h 2262782"/>
                <a:gd name="csX491" fmla="*/ 807322 w 3644268"/>
                <a:gd name="csY491" fmla="*/ 116046 h 2262782"/>
                <a:gd name="csX492" fmla="*/ 803069 w 3644268"/>
                <a:gd name="csY492" fmla="*/ 120116 h 2262782"/>
                <a:gd name="csX493" fmla="*/ 807216 w 3644268"/>
                <a:gd name="csY493" fmla="*/ 133979 h 2262782"/>
                <a:gd name="csX494" fmla="*/ 814573 w 3644268"/>
                <a:gd name="csY494" fmla="*/ 137494 h 2262782"/>
                <a:gd name="csX495" fmla="*/ 818591 w 3644268"/>
                <a:gd name="csY495" fmla="*/ 150330 h 2262782"/>
                <a:gd name="csX496" fmla="*/ 826016 w 3644268"/>
                <a:gd name="csY496" fmla="*/ 154127 h 2262782"/>
                <a:gd name="csX497" fmla="*/ 833625 w 3644268"/>
                <a:gd name="csY497" fmla="*/ 153716 h 2262782"/>
                <a:gd name="csX498" fmla="*/ 838274 w 3644268"/>
                <a:gd name="csY498" fmla="*/ 152194 h 2262782"/>
                <a:gd name="csX499" fmla="*/ 839788 w 3644268"/>
                <a:gd name="csY499" fmla="*/ 145209 h 2262782"/>
                <a:gd name="csX500" fmla="*/ 839187 w 3644268"/>
                <a:gd name="csY500" fmla="*/ 136345 h 2262782"/>
                <a:gd name="csX501" fmla="*/ 837323 w 3644268"/>
                <a:gd name="csY501" fmla="*/ 131484 h 2262782"/>
                <a:gd name="csX502" fmla="*/ 836181 w 3644268"/>
                <a:gd name="csY502" fmla="*/ 123685 h 2262782"/>
                <a:gd name="csX503" fmla="*/ 833207 w 3644268"/>
                <a:gd name="csY503" fmla="*/ 116753 h 2262782"/>
                <a:gd name="csX504" fmla="*/ 830757 w 3644268"/>
                <a:gd name="csY504" fmla="*/ 113991 h 2262782"/>
                <a:gd name="csX505" fmla="*/ 823962 w 3644268"/>
                <a:gd name="csY505" fmla="*/ 109464 h 2262782"/>
                <a:gd name="csX506" fmla="*/ 847800 w 3644268"/>
                <a:gd name="csY506" fmla="*/ 173536 h 2262782"/>
                <a:gd name="csX507" fmla="*/ 847412 w 3644268"/>
                <a:gd name="csY507" fmla="*/ 179425 h 2262782"/>
                <a:gd name="csX508" fmla="*/ 847762 w 3644268"/>
                <a:gd name="csY508" fmla="*/ 186075 h 2262782"/>
                <a:gd name="csX509" fmla="*/ 848660 w 3644268"/>
                <a:gd name="csY509" fmla="*/ 188213 h 2262782"/>
                <a:gd name="csX510" fmla="*/ 855142 w 3644268"/>
                <a:gd name="csY510" fmla="*/ 197724 h 2262782"/>
                <a:gd name="csX511" fmla="*/ 860483 w 3644268"/>
                <a:gd name="csY511" fmla="*/ 195822 h 2262782"/>
                <a:gd name="csX512" fmla="*/ 868564 w 3644268"/>
                <a:gd name="csY512" fmla="*/ 189590 h 2262782"/>
                <a:gd name="csX513" fmla="*/ 878044 w 3644268"/>
                <a:gd name="csY513" fmla="*/ 197290 h 2262782"/>
                <a:gd name="csX514" fmla="*/ 885067 w 3644268"/>
                <a:gd name="csY514" fmla="*/ 199352 h 2262782"/>
                <a:gd name="csX515" fmla="*/ 890058 w 3644268"/>
                <a:gd name="csY515" fmla="*/ 188259 h 2262782"/>
                <a:gd name="csX516" fmla="*/ 896730 w 3644268"/>
                <a:gd name="csY516" fmla="*/ 184340 h 2262782"/>
                <a:gd name="csX517" fmla="*/ 898511 w 3644268"/>
                <a:gd name="csY517" fmla="*/ 177652 h 2262782"/>
                <a:gd name="csX518" fmla="*/ 900390 w 3644268"/>
                <a:gd name="csY518" fmla="*/ 175735 h 2262782"/>
                <a:gd name="csX519" fmla="*/ 906934 w 3644268"/>
                <a:gd name="csY519" fmla="*/ 173658 h 2262782"/>
                <a:gd name="csX520" fmla="*/ 907763 w 3644268"/>
                <a:gd name="csY520" fmla="*/ 164885 h 2262782"/>
                <a:gd name="csX521" fmla="*/ 909414 w 3644268"/>
                <a:gd name="csY521" fmla="*/ 158737 h 2262782"/>
                <a:gd name="csX522" fmla="*/ 910182 w 3644268"/>
                <a:gd name="csY522" fmla="*/ 150201 h 2262782"/>
                <a:gd name="csX523" fmla="*/ 908904 w 3644268"/>
                <a:gd name="csY523" fmla="*/ 144806 h 2262782"/>
                <a:gd name="csX524" fmla="*/ 907512 w 3644268"/>
                <a:gd name="csY524" fmla="*/ 140530 h 2262782"/>
                <a:gd name="csX525" fmla="*/ 902125 w 3644268"/>
                <a:gd name="csY525" fmla="*/ 137928 h 2262782"/>
                <a:gd name="csX526" fmla="*/ 896723 w 3644268"/>
                <a:gd name="csY526" fmla="*/ 136977 h 2262782"/>
                <a:gd name="csX527" fmla="*/ 890651 w 3644268"/>
                <a:gd name="csY527" fmla="*/ 141063 h 2262782"/>
                <a:gd name="csX528" fmla="*/ 880121 w 3644268"/>
                <a:gd name="csY528" fmla="*/ 145909 h 2262782"/>
                <a:gd name="csX529" fmla="*/ 872893 w 3644268"/>
                <a:gd name="csY529" fmla="*/ 148892 h 2262782"/>
                <a:gd name="csX530" fmla="*/ 868548 w 3644268"/>
                <a:gd name="csY530" fmla="*/ 149265 h 2262782"/>
                <a:gd name="csX531" fmla="*/ 867628 w 3644268"/>
                <a:gd name="csY531" fmla="*/ 144403 h 2262782"/>
                <a:gd name="csX532" fmla="*/ 864630 w 3644268"/>
                <a:gd name="csY532" fmla="*/ 142950 h 2262782"/>
                <a:gd name="csX533" fmla="*/ 856542 w 3644268"/>
                <a:gd name="csY533" fmla="*/ 144593 h 2262782"/>
                <a:gd name="csX534" fmla="*/ 853902 w 3644268"/>
                <a:gd name="csY534" fmla="*/ 147248 h 2262782"/>
                <a:gd name="csX535" fmla="*/ 852989 w 3644268"/>
                <a:gd name="csY535" fmla="*/ 151646 h 2262782"/>
                <a:gd name="csX536" fmla="*/ 851832 w 3644268"/>
                <a:gd name="csY536" fmla="*/ 153921 h 2262782"/>
                <a:gd name="csX537" fmla="*/ 849512 w 3644268"/>
                <a:gd name="csY537" fmla="*/ 161081 h 2262782"/>
                <a:gd name="csX538" fmla="*/ 847800 w 3644268"/>
                <a:gd name="csY538" fmla="*/ 173536 h 2262782"/>
                <a:gd name="csX539" fmla="*/ 854861 w 3644268"/>
                <a:gd name="csY539" fmla="*/ 1126254 h 2262782"/>
                <a:gd name="csX540" fmla="*/ 856733 w 3644268"/>
                <a:gd name="csY540" fmla="*/ 1127167 h 2262782"/>
                <a:gd name="csX541" fmla="*/ 858611 w 3644268"/>
                <a:gd name="csY541" fmla="*/ 1127814 h 2262782"/>
                <a:gd name="csX542" fmla="*/ 860894 w 3644268"/>
                <a:gd name="csY542" fmla="*/ 1127730 h 2262782"/>
                <a:gd name="csX543" fmla="*/ 863169 w 3644268"/>
                <a:gd name="csY543" fmla="*/ 1126497 h 2262782"/>
                <a:gd name="csX544" fmla="*/ 867217 w 3644268"/>
                <a:gd name="csY544" fmla="*/ 1128301 h 2262782"/>
                <a:gd name="csX545" fmla="*/ 869598 w 3644268"/>
                <a:gd name="csY545" fmla="*/ 1126604 h 2262782"/>
                <a:gd name="csX546" fmla="*/ 872010 w 3644268"/>
                <a:gd name="csY546" fmla="*/ 1125950 h 2262782"/>
                <a:gd name="csX547" fmla="*/ 872802 w 3644268"/>
                <a:gd name="csY547" fmla="*/ 1121772 h 2262782"/>
                <a:gd name="csX548" fmla="*/ 872878 w 3644268"/>
                <a:gd name="csY548" fmla="*/ 1116089 h 2262782"/>
                <a:gd name="csX549" fmla="*/ 872239 w 3644268"/>
                <a:gd name="csY549" fmla="*/ 1113023 h 2262782"/>
                <a:gd name="csX550" fmla="*/ 870999 w 3644268"/>
                <a:gd name="csY550" fmla="*/ 1111311 h 2262782"/>
                <a:gd name="csX551" fmla="*/ 866296 w 3644268"/>
                <a:gd name="csY551" fmla="*/ 1107537 h 2262782"/>
                <a:gd name="csX552" fmla="*/ 861678 w 3644268"/>
                <a:gd name="csY552" fmla="*/ 1102188 h 2262782"/>
                <a:gd name="csX553" fmla="*/ 854861 w 3644268"/>
                <a:gd name="csY553" fmla="*/ 1096619 h 2262782"/>
                <a:gd name="csX554" fmla="*/ 852571 w 3644268"/>
                <a:gd name="csY554" fmla="*/ 1093339 h 2262782"/>
                <a:gd name="csX555" fmla="*/ 850364 w 3644268"/>
                <a:gd name="csY555" fmla="*/ 1089421 h 2262782"/>
                <a:gd name="csX556" fmla="*/ 847891 w 3644268"/>
                <a:gd name="csY556" fmla="*/ 1086210 h 2262782"/>
                <a:gd name="csX557" fmla="*/ 843159 w 3644268"/>
                <a:gd name="csY557" fmla="*/ 1081409 h 2262782"/>
                <a:gd name="csX558" fmla="*/ 842299 w 3644268"/>
                <a:gd name="csY558" fmla="*/ 1079918 h 2262782"/>
                <a:gd name="csX559" fmla="*/ 841386 w 3644268"/>
                <a:gd name="csY559" fmla="*/ 1079621 h 2262782"/>
                <a:gd name="csX560" fmla="*/ 836882 w 3644268"/>
                <a:gd name="csY560" fmla="*/ 1081675 h 2262782"/>
                <a:gd name="csX561" fmla="*/ 834401 w 3644268"/>
                <a:gd name="csY561" fmla="*/ 1086339 h 2262782"/>
                <a:gd name="csX562" fmla="*/ 833062 w 3644268"/>
                <a:gd name="csY562" fmla="*/ 1086895 h 2262782"/>
                <a:gd name="csX563" fmla="*/ 831016 w 3644268"/>
                <a:gd name="csY563" fmla="*/ 1088964 h 2262782"/>
                <a:gd name="csX564" fmla="*/ 830011 w 3644268"/>
                <a:gd name="csY564" fmla="*/ 1092221 h 2262782"/>
                <a:gd name="csX565" fmla="*/ 832043 w 3644268"/>
                <a:gd name="csY565" fmla="*/ 1099221 h 2262782"/>
                <a:gd name="csX566" fmla="*/ 832842 w 3644268"/>
                <a:gd name="csY566" fmla="*/ 1100887 h 2262782"/>
                <a:gd name="csX567" fmla="*/ 833450 w 3644268"/>
                <a:gd name="csY567" fmla="*/ 1103466 h 2262782"/>
                <a:gd name="csX568" fmla="*/ 834432 w 3644268"/>
                <a:gd name="csY568" fmla="*/ 1105779 h 2262782"/>
                <a:gd name="csX569" fmla="*/ 840252 w 3644268"/>
                <a:gd name="csY569" fmla="*/ 1115640 h 2262782"/>
                <a:gd name="csX570" fmla="*/ 841348 w 3644268"/>
                <a:gd name="csY570" fmla="*/ 1116233 h 2262782"/>
                <a:gd name="csX571" fmla="*/ 843029 w 3644268"/>
                <a:gd name="csY571" fmla="*/ 1114522 h 2262782"/>
                <a:gd name="csX572" fmla="*/ 844353 w 3644268"/>
                <a:gd name="csY572" fmla="*/ 1113829 h 2262782"/>
                <a:gd name="csX573" fmla="*/ 847001 w 3644268"/>
                <a:gd name="csY573" fmla="*/ 1115282 h 2262782"/>
                <a:gd name="csX574" fmla="*/ 849421 w 3644268"/>
                <a:gd name="csY574" fmla="*/ 1115777 h 2262782"/>
                <a:gd name="csX575" fmla="*/ 852007 w 3644268"/>
                <a:gd name="csY575" fmla="*/ 1117276 h 2262782"/>
                <a:gd name="csX576" fmla="*/ 853689 w 3644268"/>
                <a:gd name="csY576" fmla="*/ 1121940 h 2262782"/>
                <a:gd name="csX577" fmla="*/ 853621 w 3644268"/>
                <a:gd name="csY577" fmla="*/ 1125158 h 2262782"/>
                <a:gd name="csX578" fmla="*/ 854861 w 3644268"/>
                <a:gd name="csY578" fmla="*/ 1126254 h 2262782"/>
                <a:gd name="csX579" fmla="*/ 973592 w 3644268"/>
                <a:gd name="csY579" fmla="*/ 621563 h 2262782"/>
                <a:gd name="csX580" fmla="*/ 970937 w 3644268"/>
                <a:gd name="csY580" fmla="*/ 621837 h 2262782"/>
                <a:gd name="csX581" fmla="*/ 968305 w 3644268"/>
                <a:gd name="csY581" fmla="*/ 622971 h 2262782"/>
                <a:gd name="csX582" fmla="*/ 963130 w 3644268"/>
                <a:gd name="csY582" fmla="*/ 628281 h 2262782"/>
                <a:gd name="csX583" fmla="*/ 957911 w 3644268"/>
                <a:gd name="csY583" fmla="*/ 632626 h 2262782"/>
                <a:gd name="csX584" fmla="*/ 937900 w 3644268"/>
                <a:gd name="csY584" fmla="*/ 638834 h 2262782"/>
                <a:gd name="csX585" fmla="*/ 926046 w 3644268"/>
                <a:gd name="csY585" fmla="*/ 645385 h 2262782"/>
                <a:gd name="csX586" fmla="*/ 922006 w 3644268"/>
                <a:gd name="csY586" fmla="*/ 644617 h 2262782"/>
                <a:gd name="csX587" fmla="*/ 915364 w 3644268"/>
                <a:gd name="csY587" fmla="*/ 645933 h 2262782"/>
                <a:gd name="csX588" fmla="*/ 910373 w 3644268"/>
                <a:gd name="csY588" fmla="*/ 644936 h 2262782"/>
                <a:gd name="csX589" fmla="*/ 900763 w 3644268"/>
                <a:gd name="csY589" fmla="*/ 640493 h 2262782"/>
                <a:gd name="csX590" fmla="*/ 896114 w 3644268"/>
                <a:gd name="csY590" fmla="*/ 639824 h 2262782"/>
                <a:gd name="csX591" fmla="*/ 888262 w 3644268"/>
                <a:gd name="csY591" fmla="*/ 641307 h 2262782"/>
                <a:gd name="csX592" fmla="*/ 887311 w 3644268"/>
                <a:gd name="csY592" fmla="*/ 642068 h 2262782"/>
                <a:gd name="csX593" fmla="*/ 884686 w 3644268"/>
                <a:gd name="csY593" fmla="*/ 645713 h 2262782"/>
                <a:gd name="csX594" fmla="*/ 884747 w 3644268"/>
                <a:gd name="csY594" fmla="*/ 651427 h 2262782"/>
                <a:gd name="csX595" fmla="*/ 885112 w 3644268"/>
                <a:gd name="csY595" fmla="*/ 655809 h 2262782"/>
                <a:gd name="csX596" fmla="*/ 883910 w 3644268"/>
                <a:gd name="csY596" fmla="*/ 658525 h 2262782"/>
                <a:gd name="csX597" fmla="*/ 882723 w 3644268"/>
                <a:gd name="csY597" fmla="*/ 660123 h 2262782"/>
                <a:gd name="csX598" fmla="*/ 879710 w 3644268"/>
                <a:gd name="csY598" fmla="*/ 660344 h 2262782"/>
                <a:gd name="csX599" fmla="*/ 878204 w 3644268"/>
                <a:gd name="csY599" fmla="*/ 657217 h 2262782"/>
                <a:gd name="csX600" fmla="*/ 875548 w 3644268"/>
                <a:gd name="csY600" fmla="*/ 656806 h 2262782"/>
                <a:gd name="csX601" fmla="*/ 868564 w 3644268"/>
                <a:gd name="csY601" fmla="*/ 657909 h 2262782"/>
                <a:gd name="csX602" fmla="*/ 865132 w 3644268"/>
                <a:gd name="csY602" fmla="*/ 660542 h 2262782"/>
                <a:gd name="csX603" fmla="*/ 863382 w 3644268"/>
                <a:gd name="csY603" fmla="*/ 667853 h 2262782"/>
                <a:gd name="csX604" fmla="*/ 857950 w 3644268"/>
                <a:gd name="csY604" fmla="*/ 671194 h 2262782"/>
                <a:gd name="csX605" fmla="*/ 848652 w 3644268"/>
                <a:gd name="csY605" fmla="*/ 674602 h 2262782"/>
                <a:gd name="csX606" fmla="*/ 843607 w 3644268"/>
                <a:gd name="csY606" fmla="*/ 677524 h 2262782"/>
                <a:gd name="csX607" fmla="*/ 841142 w 3644268"/>
                <a:gd name="csY607" fmla="*/ 677691 h 2262782"/>
                <a:gd name="csX608" fmla="*/ 838723 w 3644268"/>
                <a:gd name="csY608" fmla="*/ 679175 h 2262782"/>
                <a:gd name="csX609" fmla="*/ 833838 w 3644268"/>
                <a:gd name="csY609" fmla="*/ 685969 h 2262782"/>
                <a:gd name="csX610" fmla="*/ 828839 w 3644268"/>
                <a:gd name="csY610" fmla="*/ 690915 h 2262782"/>
                <a:gd name="csX611" fmla="*/ 821147 w 3644268"/>
                <a:gd name="csY611" fmla="*/ 695815 h 2262782"/>
                <a:gd name="csX612" fmla="*/ 821451 w 3644268"/>
                <a:gd name="csY612" fmla="*/ 699612 h 2262782"/>
                <a:gd name="csX613" fmla="*/ 821900 w 3644268"/>
                <a:gd name="csY613" fmla="*/ 701879 h 2262782"/>
                <a:gd name="csX614" fmla="*/ 815281 w 3644268"/>
                <a:gd name="csY614" fmla="*/ 709221 h 2262782"/>
                <a:gd name="csX615" fmla="*/ 813676 w 3644268"/>
                <a:gd name="csY615" fmla="*/ 713665 h 2262782"/>
                <a:gd name="csX616" fmla="*/ 812032 w 3644268"/>
                <a:gd name="csY616" fmla="*/ 721973 h 2262782"/>
                <a:gd name="csX617" fmla="*/ 811507 w 3644268"/>
                <a:gd name="csY617" fmla="*/ 723251 h 2262782"/>
                <a:gd name="csX618" fmla="*/ 805002 w 3644268"/>
                <a:gd name="csY618" fmla="*/ 720550 h 2262782"/>
                <a:gd name="csX619" fmla="*/ 800422 w 3644268"/>
                <a:gd name="csY619" fmla="*/ 719653 h 2262782"/>
                <a:gd name="csX620" fmla="*/ 798329 w 3644268"/>
                <a:gd name="csY620" fmla="*/ 720391 h 2262782"/>
                <a:gd name="csX621" fmla="*/ 795232 w 3644268"/>
                <a:gd name="csY621" fmla="*/ 722392 h 2262782"/>
                <a:gd name="csX622" fmla="*/ 794487 w 3644268"/>
                <a:gd name="csY622" fmla="*/ 724332 h 2262782"/>
                <a:gd name="csX623" fmla="*/ 794913 w 3644268"/>
                <a:gd name="csY623" fmla="*/ 728600 h 2262782"/>
                <a:gd name="csX624" fmla="*/ 795917 w 3644268"/>
                <a:gd name="csY624" fmla="*/ 731393 h 2262782"/>
                <a:gd name="csX625" fmla="*/ 789389 w 3644268"/>
                <a:gd name="csY625" fmla="*/ 743619 h 2262782"/>
                <a:gd name="csX626" fmla="*/ 787570 w 3644268"/>
                <a:gd name="csY626" fmla="*/ 743756 h 2262782"/>
                <a:gd name="csX627" fmla="*/ 785516 w 3644268"/>
                <a:gd name="csY627" fmla="*/ 740256 h 2262782"/>
                <a:gd name="csX628" fmla="*/ 783370 w 3644268"/>
                <a:gd name="csY628" fmla="*/ 738080 h 2262782"/>
                <a:gd name="csX629" fmla="*/ 780677 w 3644268"/>
                <a:gd name="csY629" fmla="*/ 736224 h 2262782"/>
                <a:gd name="csX630" fmla="*/ 777976 w 3644268"/>
                <a:gd name="csY630" fmla="*/ 735585 h 2262782"/>
                <a:gd name="csX631" fmla="*/ 775526 w 3644268"/>
                <a:gd name="csY631" fmla="*/ 737746 h 2262782"/>
                <a:gd name="csX632" fmla="*/ 773160 w 3644268"/>
                <a:gd name="csY632" fmla="*/ 741367 h 2262782"/>
                <a:gd name="csX633" fmla="*/ 773396 w 3644268"/>
                <a:gd name="csY633" fmla="*/ 744213 h 2262782"/>
                <a:gd name="csX634" fmla="*/ 774286 w 3644268"/>
                <a:gd name="csY634" fmla="*/ 746861 h 2262782"/>
                <a:gd name="csX635" fmla="*/ 777169 w 3644268"/>
                <a:gd name="csY635" fmla="*/ 751434 h 2262782"/>
                <a:gd name="csX636" fmla="*/ 784474 w 3644268"/>
                <a:gd name="csY636" fmla="*/ 750604 h 2262782"/>
                <a:gd name="csX637" fmla="*/ 786361 w 3644268"/>
                <a:gd name="csY637" fmla="*/ 753944 h 2262782"/>
                <a:gd name="csX638" fmla="*/ 787860 w 3644268"/>
                <a:gd name="csY638" fmla="*/ 755245 h 2262782"/>
                <a:gd name="csX639" fmla="*/ 781864 w 3644268"/>
                <a:gd name="csY639" fmla="*/ 760138 h 2262782"/>
                <a:gd name="csX640" fmla="*/ 775366 w 3644268"/>
                <a:gd name="csY640" fmla="*/ 768416 h 2262782"/>
                <a:gd name="csX641" fmla="*/ 769949 w 3644268"/>
                <a:gd name="csY641" fmla="*/ 779737 h 2262782"/>
                <a:gd name="csX642" fmla="*/ 768290 w 3644268"/>
                <a:gd name="csY642" fmla="*/ 782043 h 2262782"/>
                <a:gd name="csX643" fmla="*/ 768891 w 3644268"/>
                <a:gd name="csY643" fmla="*/ 785033 h 2262782"/>
                <a:gd name="csX644" fmla="*/ 769987 w 3644268"/>
                <a:gd name="csY644" fmla="*/ 787795 h 2262782"/>
                <a:gd name="csX645" fmla="*/ 771912 w 3644268"/>
                <a:gd name="csY645" fmla="*/ 788989 h 2262782"/>
                <a:gd name="csX646" fmla="*/ 776089 w 3644268"/>
                <a:gd name="csY646" fmla="*/ 788913 h 2262782"/>
                <a:gd name="csX647" fmla="*/ 780144 w 3644268"/>
                <a:gd name="csY647" fmla="*/ 792596 h 2262782"/>
                <a:gd name="csX648" fmla="*/ 778889 w 3644268"/>
                <a:gd name="csY648" fmla="*/ 793775 h 2262782"/>
                <a:gd name="csX649" fmla="*/ 764752 w 3644268"/>
                <a:gd name="csY649" fmla="*/ 797374 h 2262782"/>
                <a:gd name="csX650" fmla="*/ 763147 w 3644268"/>
                <a:gd name="csY650" fmla="*/ 798683 h 2262782"/>
                <a:gd name="csX651" fmla="*/ 756345 w 3644268"/>
                <a:gd name="csY651" fmla="*/ 817065 h 2262782"/>
                <a:gd name="csX652" fmla="*/ 754161 w 3644268"/>
                <a:gd name="csY652" fmla="*/ 821562 h 2262782"/>
                <a:gd name="csX653" fmla="*/ 752259 w 3644268"/>
                <a:gd name="csY653" fmla="*/ 824164 h 2262782"/>
                <a:gd name="csX654" fmla="*/ 750174 w 3644268"/>
                <a:gd name="csY654" fmla="*/ 828965 h 2262782"/>
                <a:gd name="csX655" fmla="*/ 748234 w 3644268"/>
                <a:gd name="csY655" fmla="*/ 834724 h 2262782"/>
                <a:gd name="csX656" fmla="*/ 747443 w 3644268"/>
                <a:gd name="csY656" fmla="*/ 835363 h 2262782"/>
                <a:gd name="csX657" fmla="*/ 742764 w 3644268"/>
                <a:gd name="csY657" fmla="*/ 836573 h 2262782"/>
                <a:gd name="csX658" fmla="*/ 738229 w 3644268"/>
                <a:gd name="csY658" fmla="*/ 840416 h 2262782"/>
                <a:gd name="csX659" fmla="*/ 733732 w 3644268"/>
                <a:gd name="csY659" fmla="*/ 845285 h 2262782"/>
                <a:gd name="csX660" fmla="*/ 731343 w 3644268"/>
                <a:gd name="csY660" fmla="*/ 846951 h 2262782"/>
                <a:gd name="csX661" fmla="*/ 729449 w 3644268"/>
                <a:gd name="csY661" fmla="*/ 849584 h 2262782"/>
                <a:gd name="csX662" fmla="*/ 731069 w 3644268"/>
                <a:gd name="csY662" fmla="*/ 854841 h 2262782"/>
                <a:gd name="csX663" fmla="*/ 738883 w 3644268"/>
                <a:gd name="csY663" fmla="*/ 866581 h 2262782"/>
                <a:gd name="csX664" fmla="*/ 737323 w 3644268"/>
                <a:gd name="csY664" fmla="*/ 871169 h 2262782"/>
                <a:gd name="csX665" fmla="*/ 740922 w 3644268"/>
                <a:gd name="csY665" fmla="*/ 880893 h 2262782"/>
                <a:gd name="csX666" fmla="*/ 746598 w 3644268"/>
                <a:gd name="csY666" fmla="*/ 875849 h 2262782"/>
                <a:gd name="csX667" fmla="*/ 750928 w 3644268"/>
                <a:gd name="csY667" fmla="*/ 873536 h 2262782"/>
                <a:gd name="csX668" fmla="*/ 756010 w 3644268"/>
                <a:gd name="csY668" fmla="*/ 873208 h 2262782"/>
                <a:gd name="csX669" fmla="*/ 761853 w 3644268"/>
                <a:gd name="csY669" fmla="*/ 877827 h 2262782"/>
                <a:gd name="csX670" fmla="*/ 767598 w 3644268"/>
                <a:gd name="csY670" fmla="*/ 880459 h 2262782"/>
                <a:gd name="csX671" fmla="*/ 777961 w 3644268"/>
                <a:gd name="csY671" fmla="*/ 881273 h 2262782"/>
                <a:gd name="csX672" fmla="*/ 782100 w 3644268"/>
                <a:gd name="csY672" fmla="*/ 883640 h 2262782"/>
                <a:gd name="csX673" fmla="*/ 786406 w 3644268"/>
                <a:gd name="csY673" fmla="*/ 884895 h 2262782"/>
                <a:gd name="csX674" fmla="*/ 790758 w 3644268"/>
                <a:gd name="csY674" fmla="*/ 884370 h 2262782"/>
                <a:gd name="csX675" fmla="*/ 797804 w 3644268"/>
                <a:gd name="csY675" fmla="*/ 879744 h 2262782"/>
                <a:gd name="csX676" fmla="*/ 801441 w 3644268"/>
                <a:gd name="csY676" fmla="*/ 869427 h 2262782"/>
                <a:gd name="csX677" fmla="*/ 808395 w 3644268"/>
                <a:gd name="csY677" fmla="*/ 861446 h 2262782"/>
                <a:gd name="csX678" fmla="*/ 810160 w 3644268"/>
                <a:gd name="csY678" fmla="*/ 857816 h 2262782"/>
                <a:gd name="csX679" fmla="*/ 808487 w 3644268"/>
                <a:gd name="csY679" fmla="*/ 851136 h 2262782"/>
                <a:gd name="csX680" fmla="*/ 804781 w 3644268"/>
                <a:gd name="csY680" fmla="*/ 845901 h 2262782"/>
                <a:gd name="csX681" fmla="*/ 805260 w 3644268"/>
                <a:gd name="csY681" fmla="*/ 844106 h 2262782"/>
                <a:gd name="csX682" fmla="*/ 808152 w 3644268"/>
                <a:gd name="csY682" fmla="*/ 845057 h 2262782"/>
                <a:gd name="csX683" fmla="*/ 811469 w 3644268"/>
                <a:gd name="csY683" fmla="*/ 848891 h 2262782"/>
                <a:gd name="csX684" fmla="*/ 812618 w 3644268"/>
                <a:gd name="csY684" fmla="*/ 849455 h 2262782"/>
                <a:gd name="csX685" fmla="*/ 814718 w 3644268"/>
                <a:gd name="csY685" fmla="*/ 849378 h 2262782"/>
                <a:gd name="csX686" fmla="*/ 816612 w 3644268"/>
                <a:gd name="csY686" fmla="*/ 846632 h 2262782"/>
                <a:gd name="csX687" fmla="*/ 817198 w 3644268"/>
                <a:gd name="csY687" fmla="*/ 843155 h 2262782"/>
                <a:gd name="csX688" fmla="*/ 816795 w 3644268"/>
                <a:gd name="csY688" fmla="*/ 839510 h 2262782"/>
                <a:gd name="csX689" fmla="*/ 815190 w 3644268"/>
                <a:gd name="csY689" fmla="*/ 833644 h 2262782"/>
                <a:gd name="csX690" fmla="*/ 814961 w 3644268"/>
                <a:gd name="csY690" fmla="*/ 830555 h 2262782"/>
                <a:gd name="csX691" fmla="*/ 829357 w 3644268"/>
                <a:gd name="csY691" fmla="*/ 821607 h 2262782"/>
                <a:gd name="csX692" fmla="*/ 833123 w 3644268"/>
                <a:gd name="csY692" fmla="*/ 813892 h 2262782"/>
                <a:gd name="csX693" fmla="*/ 834135 w 3644268"/>
                <a:gd name="csY693" fmla="*/ 809023 h 2262782"/>
                <a:gd name="csX694" fmla="*/ 833716 w 3644268"/>
                <a:gd name="csY694" fmla="*/ 805964 h 2262782"/>
                <a:gd name="csX695" fmla="*/ 831929 w 3644268"/>
                <a:gd name="csY695" fmla="*/ 798530 h 2262782"/>
                <a:gd name="csX696" fmla="*/ 830650 w 3644268"/>
                <a:gd name="csY696" fmla="*/ 795160 h 2262782"/>
                <a:gd name="csX697" fmla="*/ 831350 w 3644268"/>
                <a:gd name="csY697" fmla="*/ 792390 h 2262782"/>
                <a:gd name="csX698" fmla="*/ 839750 w 3644268"/>
                <a:gd name="csY698" fmla="*/ 795282 h 2262782"/>
                <a:gd name="csX699" fmla="*/ 842139 w 3644268"/>
                <a:gd name="csY699" fmla="*/ 793463 h 2262782"/>
                <a:gd name="csX700" fmla="*/ 843432 w 3644268"/>
                <a:gd name="csY700" fmla="*/ 791706 h 2262782"/>
                <a:gd name="csX701" fmla="*/ 844399 w 3644268"/>
                <a:gd name="csY701" fmla="*/ 788160 h 2262782"/>
                <a:gd name="csX702" fmla="*/ 844627 w 3644268"/>
                <a:gd name="csY702" fmla="*/ 783420 h 2262782"/>
                <a:gd name="csX703" fmla="*/ 845160 w 3644268"/>
                <a:gd name="csY703" fmla="*/ 778992 h 2262782"/>
                <a:gd name="csX704" fmla="*/ 846400 w 3644268"/>
                <a:gd name="csY704" fmla="*/ 776793 h 2262782"/>
                <a:gd name="csX705" fmla="*/ 854001 w 3644268"/>
                <a:gd name="csY705" fmla="*/ 783184 h 2262782"/>
                <a:gd name="csX706" fmla="*/ 855667 w 3644268"/>
                <a:gd name="csY706" fmla="*/ 783473 h 2262782"/>
                <a:gd name="csX707" fmla="*/ 857349 w 3644268"/>
                <a:gd name="csY707" fmla="*/ 781312 h 2262782"/>
                <a:gd name="csX708" fmla="*/ 857752 w 3644268"/>
                <a:gd name="csY708" fmla="*/ 779098 h 2262782"/>
                <a:gd name="csX709" fmla="*/ 856961 w 3644268"/>
                <a:gd name="csY709" fmla="*/ 776595 h 2262782"/>
                <a:gd name="csX710" fmla="*/ 857235 w 3644268"/>
                <a:gd name="csY710" fmla="*/ 772509 h 2262782"/>
                <a:gd name="csX711" fmla="*/ 862249 w 3644268"/>
                <a:gd name="csY711" fmla="*/ 772608 h 2262782"/>
                <a:gd name="csX712" fmla="*/ 864333 w 3644268"/>
                <a:gd name="csY712" fmla="*/ 771695 h 2262782"/>
                <a:gd name="csX713" fmla="*/ 867369 w 3644268"/>
                <a:gd name="csY713" fmla="*/ 768385 h 2262782"/>
                <a:gd name="csX714" fmla="*/ 869043 w 3644268"/>
                <a:gd name="csY714" fmla="*/ 765083 h 2262782"/>
                <a:gd name="csX715" fmla="*/ 872003 w 3644268"/>
                <a:gd name="csY715" fmla="*/ 761956 h 2262782"/>
                <a:gd name="csX716" fmla="*/ 873334 w 3644268"/>
                <a:gd name="csY716" fmla="*/ 759559 h 2262782"/>
                <a:gd name="csX717" fmla="*/ 872337 w 3644268"/>
                <a:gd name="csY717" fmla="*/ 756151 h 2262782"/>
                <a:gd name="csX718" fmla="*/ 867772 w 3644268"/>
                <a:gd name="csY718" fmla="*/ 754127 h 2262782"/>
                <a:gd name="csX719" fmla="*/ 868541 w 3644268"/>
                <a:gd name="csY719" fmla="*/ 751099 h 2262782"/>
                <a:gd name="csX720" fmla="*/ 872786 w 3644268"/>
                <a:gd name="csY720" fmla="*/ 747203 h 2262782"/>
                <a:gd name="csX721" fmla="*/ 874026 w 3644268"/>
                <a:gd name="csY721" fmla="*/ 746830 h 2262782"/>
                <a:gd name="csX722" fmla="*/ 876621 w 3644268"/>
                <a:gd name="csY722" fmla="*/ 747180 h 2262782"/>
                <a:gd name="csX723" fmla="*/ 877991 w 3644268"/>
                <a:gd name="csY723" fmla="*/ 746062 h 2262782"/>
                <a:gd name="csX724" fmla="*/ 880342 w 3644268"/>
                <a:gd name="csY724" fmla="*/ 742562 h 2262782"/>
                <a:gd name="csX725" fmla="*/ 882617 w 3644268"/>
                <a:gd name="csY725" fmla="*/ 738164 h 2262782"/>
                <a:gd name="csX726" fmla="*/ 887136 w 3644268"/>
                <a:gd name="csY726" fmla="*/ 733249 h 2262782"/>
                <a:gd name="csX727" fmla="*/ 889305 w 3644268"/>
                <a:gd name="csY727" fmla="*/ 728349 h 2262782"/>
                <a:gd name="csX728" fmla="*/ 891595 w 3644268"/>
                <a:gd name="csY728" fmla="*/ 725504 h 2262782"/>
                <a:gd name="csX729" fmla="*/ 894380 w 3644268"/>
                <a:gd name="csY729" fmla="*/ 725838 h 2262782"/>
                <a:gd name="csX730" fmla="*/ 897149 w 3644268"/>
                <a:gd name="csY730" fmla="*/ 725100 h 2262782"/>
                <a:gd name="csX731" fmla="*/ 906758 w 3644268"/>
                <a:gd name="csY731" fmla="*/ 715962 h 2262782"/>
                <a:gd name="csX732" fmla="*/ 927682 w 3644268"/>
                <a:gd name="csY732" fmla="*/ 703347 h 2262782"/>
                <a:gd name="csX733" fmla="*/ 933465 w 3644268"/>
                <a:gd name="csY733" fmla="*/ 701004 h 2262782"/>
                <a:gd name="csX734" fmla="*/ 940784 w 3644268"/>
                <a:gd name="csY734" fmla="*/ 695351 h 2262782"/>
                <a:gd name="csX735" fmla="*/ 943341 w 3644268"/>
                <a:gd name="csY735" fmla="*/ 695024 h 2262782"/>
                <a:gd name="csX736" fmla="*/ 953658 w 3644268"/>
                <a:gd name="csY736" fmla="*/ 690953 h 2262782"/>
                <a:gd name="csX737" fmla="*/ 963952 w 3644268"/>
                <a:gd name="csY737" fmla="*/ 685011 h 2262782"/>
                <a:gd name="csX738" fmla="*/ 973706 w 3644268"/>
                <a:gd name="csY738" fmla="*/ 680552 h 2262782"/>
                <a:gd name="csX739" fmla="*/ 982631 w 3644268"/>
                <a:gd name="csY739" fmla="*/ 674853 h 2262782"/>
                <a:gd name="csX740" fmla="*/ 996791 w 3644268"/>
                <a:gd name="csY740" fmla="*/ 667899 h 2262782"/>
                <a:gd name="csX741" fmla="*/ 1004795 w 3644268"/>
                <a:gd name="csY741" fmla="*/ 662307 h 2262782"/>
                <a:gd name="csX742" fmla="*/ 1009832 w 3644268"/>
                <a:gd name="csY742" fmla="*/ 660070 h 2262782"/>
                <a:gd name="csX743" fmla="*/ 1014823 w 3644268"/>
                <a:gd name="csY743" fmla="*/ 656882 h 2262782"/>
                <a:gd name="csX744" fmla="*/ 1019906 w 3644268"/>
                <a:gd name="csY744" fmla="*/ 652149 h 2262782"/>
                <a:gd name="csX745" fmla="*/ 1028450 w 3644268"/>
                <a:gd name="csY745" fmla="*/ 645325 h 2262782"/>
                <a:gd name="csX746" fmla="*/ 1036994 w 3644268"/>
                <a:gd name="csY746" fmla="*/ 641071 h 2262782"/>
                <a:gd name="csX747" fmla="*/ 1038212 w 3644268"/>
                <a:gd name="csY747" fmla="*/ 638492 h 2262782"/>
                <a:gd name="csX748" fmla="*/ 1045387 w 3644268"/>
                <a:gd name="csY748" fmla="*/ 626166 h 2262782"/>
                <a:gd name="csX749" fmla="*/ 1052676 w 3644268"/>
                <a:gd name="csY749" fmla="*/ 614860 h 2262782"/>
                <a:gd name="csX750" fmla="*/ 1051786 w 3644268"/>
                <a:gd name="csY750" fmla="*/ 611398 h 2262782"/>
                <a:gd name="csX751" fmla="*/ 1052478 w 3644268"/>
                <a:gd name="csY751" fmla="*/ 606856 h 2262782"/>
                <a:gd name="csX752" fmla="*/ 1053574 w 3644268"/>
                <a:gd name="csY752" fmla="*/ 602412 h 2262782"/>
                <a:gd name="csX753" fmla="*/ 1052935 w 3644268"/>
                <a:gd name="csY753" fmla="*/ 597497 h 2262782"/>
                <a:gd name="csX754" fmla="*/ 1052121 w 3644268"/>
                <a:gd name="csY754" fmla="*/ 594788 h 2262782"/>
                <a:gd name="csX755" fmla="*/ 1048400 w 3644268"/>
                <a:gd name="csY755" fmla="*/ 587195 h 2262782"/>
                <a:gd name="csX756" fmla="*/ 1043842 w 3644268"/>
                <a:gd name="csY756" fmla="*/ 581260 h 2262782"/>
                <a:gd name="csX757" fmla="*/ 1033837 w 3644268"/>
                <a:gd name="csY757" fmla="*/ 575874 h 2262782"/>
                <a:gd name="csX758" fmla="*/ 1026038 w 3644268"/>
                <a:gd name="csY758" fmla="*/ 573888 h 2262782"/>
                <a:gd name="csX759" fmla="*/ 1023542 w 3644268"/>
                <a:gd name="csY759" fmla="*/ 574245 h 2262782"/>
                <a:gd name="csX760" fmla="*/ 1017752 w 3644268"/>
                <a:gd name="csY760" fmla="*/ 578415 h 2262782"/>
                <a:gd name="csX761" fmla="*/ 1008462 w 3644268"/>
                <a:gd name="csY761" fmla="*/ 582189 h 2262782"/>
                <a:gd name="csX762" fmla="*/ 998137 w 3644268"/>
                <a:gd name="csY762" fmla="*/ 591852 h 2262782"/>
                <a:gd name="csX763" fmla="*/ 992112 w 3644268"/>
                <a:gd name="csY763" fmla="*/ 598844 h 2262782"/>
                <a:gd name="csX764" fmla="*/ 989890 w 3644268"/>
                <a:gd name="csY764" fmla="*/ 604246 h 2262782"/>
                <a:gd name="csX765" fmla="*/ 987835 w 3644268"/>
                <a:gd name="csY765" fmla="*/ 611147 h 2262782"/>
                <a:gd name="csX766" fmla="*/ 985530 w 3644268"/>
                <a:gd name="csY766" fmla="*/ 614282 h 2262782"/>
                <a:gd name="csX767" fmla="*/ 983012 w 3644268"/>
                <a:gd name="csY767" fmla="*/ 614342 h 2262782"/>
                <a:gd name="csX768" fmla="*/ 980691 w 3644268"/>
                <a:gd name="csY768" fmla="*/ 615332 h 2262782"/>
                <a:gd name="csX769" fmla="*/ 976019 w 3644268"/>
                <a:gd name="csY769" fmla="*/ 619912 h 2262782"/>
                <a:gd name="csX770" fmla="*/ 973592 w 3644268"/>
                <a:gd name="csY770" fmla="*/ 621563 h 2262782"/>
                <a:gd name="csX771" fmla="*/ 800155 w 3644268"/>
                <a:gd name="csY771" fmla="*/ 189643 h 2262782"/>
                <a:gd name="csX772" fmla="*/ 798785 w 3644268"/>
                <a:gd name="csY772" fmla="*/ 192953 h 2262782"/>
                <a:gd name="csX773" fmla="*/ 800330 w 3644268"/>
                <a:gd name="csY773" fmla="*/ 195928 h 2262782"/>
                <a:gd name="csX774" fmla="*/ 802521 w 3644268"/>
                <a:gd name="csY774" fmla="*/ 202213 h 2262782"/>
                <a:gd name="csX775" fmla="*/ 803069 w 3644268"/>
                <a:gd name="csY775" fmla="*/ 205758 h 2262782"/>
                <a:gd name="csX776" fmla="*/ 803115 w 3644268"/>
                <a:gd name="csY776" fmla="*/ 210879 h 2262782"/>
                <a:gd name="csX777" fmla="*/ 804553 w 3644268"/>
                <a:gd name="csY777" fmla="*/ 227831 h 2262782"/>
                <a:gd name="csX778" fmla="*/ 805641 w 3644268"/>
                <a:gd name="csY778" fmla="*/ 232312 h 2262782"/>
                <a:gd name="csX779" fmla="*/ 806927 w 3644268"/>
                <a:gd name="csY779" fmla="*/ 234678 h 2262782"/>
                <a:gd name="csX780" fmla="*/ 815639 w 3644268"/>
                <a:gd name="csY780" fmla="*/ 239046 h 2262782"/>
                <a:gd name="csX781" fmla="*/ 818971 w 3644268"/>
                <a:gd name="csY781" fmla="*/ 236664 h 2262782"/>
                <a:gd name="csX782" fmla="*/ 823384 w 3644268"/>
                <a:gd name="csY782" fmla="*/ 227503 h 2262782"/>
                <a:gd name="csX783" fmla="*/ 825362 w 3644268"/>
                <a:gd name="csY783" fmla="*/ 226842 h 2262782"/>
                <a:gd name="csX784" fmla="*/ 826002 w 3644268"/>
                <a:gd name="csY784" fmla="*/ 221021 h 2262782"/>
                <a:gd name="csX785" fmla="*/ 825963 w 3644268"/>
                <a:gd name="csY785" fmla="*/ 214744 h 2262782"/>
                <a:gd name="csX786" fmla="*/ 828398 w 3644268"/>
                <a:gd name="csY786" fmla="*/ 212081 h 2262782"/>
                <a:gd name="csX787" fmla="*/ 846704 w 3644268"/>
                <a:gd name="csY787" fmla="*/ 208969 h 2262782"/>
                <a:gd name="csX788" fmla="*/ 843722 w 3644268"/>
                <a:gd name="csY788" fmla="*/ 203202 h 2262782"/>
                <a:gd name="csX789" fmla="*/ 840648 w 3644268"/>
                <a:gd name="csY789" fmla="*/ 199687 h 2262782"/>
                <a:gd name="csX790" fmla="*/ 830155 w 3644268"/>
                <a:gd name="csY790" fmla="*/ 193402 h 2262782"/>
                <a:gd name="csX791" fmla="*/ 809696 w 3644268"/>
                <a:gd name="csY791" fmla="*/ 192032 h 2262782"/>
                <a:gd name="csX792" fmla="*/ 800155 w 3644268"/>
                <a:gd name="csY792" fmla="*/ 189643 h 2262782"/>
                <a:gd name="csX793" fmla="*/ 880265 w 3644268"/>
                <a:gd name="csY793" fmla="*/ 132001 h 2262782"/>
                <a:gd name="csX794" fmla="*/ 886969 w 3644268"/>
                <a:gd name="csY794" fmla="*/ 129193 h 2262782"/>
                <a:gd name="csX795" fmla="*/ 894045 w 3644268"/>
                <a:gd name="csY795" fmla="*/ 120938 h 2262782"/>
                <a:gd name="csX796" fmla="*/ 896091 w 3644268"/>
                <a:gd name="csY796" fmla="*/ 115559 h 2262782"/>
                <a:gd name="csX797" fmla="*/ 893733 w 3644268"/>
                <a:gd name="csY797" fmla="*/ 108171 h 2262782"/>
                <a:gd name="csX798" fmla="*/ 875145 w 3644268"/>
                <a:gd name="csY798" fmla="*/ 110415 h 2262782"/>
                <a:gd name="csX799" fmla="*/ 865771 w 3644268"/>
                <a:gd name="csY799" fmla="*/ 120162 h 2262782"/>
                <a:gd name="csX800" fmla="*/ 864295 w 3644268"/>
                <a:gd name="csY800" fmla="*/ 122543 h 2262782"/>
                <a:gd name="csX801" fmla="*/ 863861 w 3644268"/>
                <a:gd name="csY801" fmla="*/ 124529 h 2262782"/>
                <a:gd name="csX802" fmla="*/ 869477 w 3644268"/>
                <a:gd name="csY802" fmla="*/ 128493 h 2262782"/>
                <a:gd name="csX803" fmla="*/ 880265 w 3644268"/>
                <a:gd name="csY803" fmla="*/ 132001 h 2262782"/>
                <a:gd name="csX804" fmla="*/ 916665 w 3644268"/>
                <a:gd name="csY804" fmla="*/ 30830 h 2262782"/>
                <a:gd name="csX805" fmla="*/ 917555 w 3644268"/>
                <a:gd name="csY805" fmla="*/ 32877 h 2262782"/>
                <a:gd name="csX806" fmla="*/ 924213 w 3644268"/>
                <a:gd name="csY806" fmla="*/ 36422 h 2262782"/>
                <a:gd name="csX807" fmla="*/ 937954 w 3644268"/>
                <a:gd name="csY807" fmla="*/ 38218 h 2262782"/>
                <a:gd name="csX808" fmla="*/ 940571 w 3644268"/>
                <a:gd name="csY808" fmla="*/ 36354 h 2262782"/>
                <a:gd name="csX809" fmla="*/ 943379 w 3644268"/>
                <a:gd name="csY809" fmla="*/ 30411 h 2262782"/>
                <a:gd name="csX810" fmla="*/ 943059 w 3644268"/>
                <a:gd name="csY810" fmla="*/ 28304 h 2262782"/>
                <a:gd name="csX811" fmla="*/ 941826 w 3644268"/>
                <a:gd name="csY811" fmla="*/ 24895 h 2262782"/>
                <a:gd name="csX812" fmla="*/ 922296 w 3644268"/>
                <a:gd name="csY812" fmla="*/ 20216 h 2262782"/>
                <a:gd name="csX813" fmla="*/ 911385 w 3644268"/>
                <a:gd name="csY813" fmla="*/ 22050 h 2262782"/>
                <a:gd name="csX814" fmla="*/ 907588 w 3644268"/>
                <a:gd name="csY814" fmla="*/ 26067 h 2262782"/>
                <a:gd name="csX815" fmla="*/ 916315 w 3644268"/>
                <a:gd name="csY815" fmla="*/ 29042 h 2262782"/>
                <a:gd name="csX816" fmla="*/ 916665 w 3644268"/>
                <a:gd name="csY816" fmla="*/ 30830 h 2262782"/>
                <a:gd name="csX817" fmla="*/ 839537 w 3644268"/>
                <a:gd name="csY817" fmla="*/ 253799 h 2262782"/>
                <a:gd name="csX818" fmla="*/ 843410 w 3644268"/>
                <a:gd name="csY818" fmla="*/ 256310 h 2262782"/>
                <a:gd name="csX819" fmla="*/ 844871 w 3644268"/>
                <a:gd name="csY819" fmla="*/ 258250 h 2262782"/>
                <a:gd name="csX820" fmla="*/ 845586 w 3644268"/>
                <a:gd name="csY820" fmla="*/ 260129 h 2262782"/>
                <a:gd name="csX821" fmla="*/ 848317 w 3644268"/>
                <a:gd name="csY821" fmla="*/ 261339 h 2262782"/>
                <a:gd name="csX822" fmla="*/ 855971 w 3644268"/>
                <a:gd name="csY822" fmla="*/ 257337 h 2262782"/>
                <a:gd name="csX823" fmla="*/ 860711 w 3644268"/>
                <a:gd name="csY823" fmla="*/ 252619 h 2262782"/>
                <a:gd name="csX824" fmla="*/ 858376 w 3644268"/>
                <a:gd name="csY824" fmla="*/ 241709 h 2262782"/>
                <a:gd name="csX825" fmla="*/ 852882 w 3644268"/>
                <a:gd name="csY825" fmla="*/ 237220 h 2262782"/>
                <a:gd name="csX826" fmla="*/ 841287 w 3644268"/>
                <a:gd name="csY826" fmla="*/ 245270 h 2262782"/>
                <a:gd name="csX827" fmla="*/ 840108 w 3644268"/>
                <a:gd name="csY827" fmla="*/ 246700 h 2262782"/>
                <a:gd name="csX828" fmla="*/ 839537 w 3644268"/>
                <a:gd name="csY828" fmla="*/ 253799 h 2262782"/>
                <a:gd name="csX829" fmla="*/ 66339 w 3644268"/>
                <a:gd name="csY829" fmla="*/ 1832610 h 2262782"/>
                <a:gd name="csX830" fmla="*/ 68934 w 3644268"/>
                <a:gd name="csY830" fmla="*/ 1825009 h 2262782"/>
                <a:gd name="csX831" fmla="*/ 68797 w 3644268"/>
                <a:gd name="csY831" fmla="*/ 1823791 h 2262782"/>
                <a:gd name="csX832" fmla="*/ 66910 w 3644268"/>
                <a:gd name="csY832" fmla="*/ 1821661 h 2262782"/>
                <a:gd name="csX833" fmla="*/ 64581 w 3644268"/>
                <a:gd name="csY833" fmla="*/ 1820109 h 2262782"/>
                <a:gd name="csX834" fmla="*/ 63295 w 3644268"/>
                <a:gd name="csY834" fmla="*/ 1816822 h 2262782"/>
                <a:gd name="csX835" fmla="*/ 58578 w 3644268"/>
                <a:gd name="csY835" fmla="*/ 1816632 h 2262782"/>
                <a:gd name="csX836" fmla="*/ 54127 w 3644268"/>
                <a:gd name="csY836" fmla="*/ 1816814 h 2262782"/>
                <a:gd name="csX837" fmla="*/ 52727 w 3644268"/>
                <a:gd name="csY837" fmla="*/ 1816654 h 2262782"/>
                <a:gd name="csX838" fmla="*/ 48489 w 3644268"/>
                <a:gd name="csY838" fmla="*/ 1815277 h 2262782"/>
                <a:gd name="csX839" fmla="*/ 44404 w 3644268"/>
                <a:gd name="csY839" fmla="*/ 1813056 h 2262782"/>
                <a:gd name="csX840" fmla="*/ 41672 w 3644268"/>
                <a:gd name="csY840" fmla="*/ 1811754 h 2262782"/>
                <a:gd name="csX841" fmla="*/ 39374 w 3644268"/>
                <a:gd name="csY841" fmla="*/ 1810294 h 2262782"/>
                <a:gd name="csX842" fmla="*/ 38134 w 3644268"/>
                <a:gd name="csY842" fmla="*/ 1808757 h 2262782"/>
                <a:gd name="csX843" fmla="*/ 36179 w 3644268"/>
                <a:gd name="csY843" fmla="*/ 1809168 h 2262782"/>
                <a:gd name="csX844" fmla="*/ 34855 w 3644268"/>
                <a:gd name="csY844" fmla="*/ 1809183 h 2262782"/>
                <a:gd name="csX845" fmla="*/ 34581 w 3644268"/>
                <a:gd name="csY845" fmla="*/ 1815019 h 2262782"/>
                <a:gd name="csX846" fmla="*/ 33858 w 3644268"/>
                <a:gd name="csY846" fmla="*/ 1821433 h 2262782"/>
                <a:gd name="csX847" fmla="*/ 29734 w 3644268"/>
                <a:gd name="csY847" fmla="*/ 1822635 h 2262782"/>
                <a:gd name="csX848" fmla="*/ 27421 w 3644268"/>
                <a:gd name="csY848" fmla="*/ 1822384 h 2262782"/>
                <a:gd name="csX849" fmla="*/ 25002 w 3644268"/>
                <a:gd name="csY849" fmla="*/ 1820991 h 2262782"/>
                <a:gd name="csX850" fmla="*/ 22940 w 3644268"/>
                <a:gd name="csY850" fmla="*/ 1820672 h 2262782"/>
                <a:gd name="csX851" fmla="*/ 21167 w 3644268"/>
                <a:gd name="csY851" fmla="*/ 1819683 h 2262782"/>
                <a:gd name="csX852" fmla="*/ 26820 w 3644268"/>
                <a:gd name="csY852" fmla="*/ 1812196 h 2262782"/>
                <a:gd name="csX853" fmla="*/ 28920 w 3644268"/>
                <a:gd name="csY853" fmla="*/ 1808635 h 2262782"/>
                <a:gd name="csX854" fmla="*/ 27680 w 3644268"/>
                <a:gd name="csY854" fmla="*/ 1808346 h 2262782"/>
                <a:gd name="csX855" fmla="*/ 26523 w 3644268"/>
                <a:gd name="csY855" fmla="*/ 1810385 h 2262782"/>
                <a:gd name="csX856" fmla="*/ 22963 w 3644268"/>
                <a:gd name="csY856" fmla="*/ 1815217 h 2262782"/>
                <a:gd name="csX857" fmla="*/ 19577 w 3644268"/>
                <a:gd name="csY857" fmla="*/ 1819219 h 2262782"/>
                <a:gd name="csX858" fmla="*/ 16937 w 3644268"/>
                <a:gd name="csY858" fmla="*/ 1820839 h 2262782"/>
                <a:gd name="csX859" fmla="*/ 10759 w 3644268"/>
                <a:gd name="csY859" fmla="*/ 1820649 h 2262782"/>
                <a:gd name="csX860" fmla="*/ 7913 w 3644268"/>
                <a:gd name="csY860" fmla="*/ 1821958 h 2262782"/>
                <a:gd name="csX861" fmla="*/ 7456 w 3644268"/>
                <a:gd name="csY861" fmla="*/ 1825313 h 2262782"/>
                <a:gd name="csX862" fmla="*/ 7258 w 3644268"/>
                <a:gd name="csY862" fmla="*/ 1828288 h 2262782"/>
                <a:gd name="csX863" fmla="*/ 5440 w 3644268"/>
                <a:gd name="csY863" fmla="*/ 1832572 h 2262782"/>
                <a:gd name="csX864" fmla="*/ 3294 w 3644268"/>
                <a:gd name="csY864" fmla="*/ 1835843 h 2262782"/>
                <a:gd name="csX865" fmla="*/ 0 w 3644268"/>
                <a:gd name="csY865" fmla="*/ 1838993 h 2262782"/>
                <a:gd name="csX866" fmla="*/ 852 w 3644268"/>
                <a:gd name="csY866" fmla="*/ 1839434 h 2262782"/>
                <a:gd name="csX867" fmla="*/ 6840 w 3644268"/>
                <a:gd name="csY867" fmla="*/ 1839914 h 2262782"/>
                <a:gd name="csX868" fmla="*/ 12897 w 3644268"/>
                <a:gd name="csY868" fmla="*/ 1840393 h 2262782"/>
                <a:gd name="csX869" fmla="*/ 22643 w 3644268"/>
                <a:gd name="csY869" fmla="*/ 1840910 h 2262782"/>
                <a:gd name="csX870" fmla="*/ 32800 w 3644268"/>
                <a:gd name="csY870" fmla="*/ 1841451 h 2262782"/>
                <a:gd name="csX871" fmla="*/ 43338 w 3644268"/>
                <a:gd name="csY871" fmla="*/ 1842014 h 2262782"/>
                <a:gd name="csX872" fmla="*/ 54751 w 3644268"/>
                <a:gd name="csY872" fmla="*/ 1842622 h 2262782"/>
                <a:gd name="csX873" fmla="*/ 66780 w 3644268"/>
                <a:gd name="csY873" fmla="*/ 1842980 h 2262782"/>
                <a:gd name="csX874" fmla="*/ 67518 w 3644268"/>
                <a:gd name="csY874" fmla="*/ 1842737 h 2262782"/>
                <a:gd name="csX875" fmla="*/ 66620 w 3644268"/>
                <a:gd name="csY875" fmla="*/ 1840956 h 2262782"/>
                <a:gd name="csX876" fmla="*/ 65669 w 3644268"/>
                <a:gd name="csY876" fmla="*/ 1837753 h 2262782"/>
                <a:gd name="csX877" fmla="*/ 65768 w 3644268"/>
                <a:gd name="csY877" fmla="*/ 1835189 h 2262782"/>
                <a:gd name="csX878" fmla="*/ 66339 w 3644268"/>
                <a:gd name="csY878" fmla="*/ 1832610 h 2262782"/>
                <a:gd name="csX879" fmla="*/ 717526 w 3644268"/>
                <a:gd name="csY879" fmla="*/ 1034525 h 2262782"/>
                <a:gd name="csX880" fmla="*/ 717252 w 3644268"/>
                <a:gd name="csY880" fmla="*/ 1030850 h 2262782"/>
                <a:gd name="csX881" fmla="*/ 716157 w 3644268"/>
                <a:gd name="csY881" fmla="*/ 1029085 h 2262782"/>
                <a:gd name="csX882" fmla="*/ 714726 w 3644268"/>
                <a:gd name="csY882" fmla="*/ 1029351 h 2262782"/>
                <a:gd name="csX883" fmla="*/ 713014 w 3644268"/>
                <a:gd name="csY883" fmla="*/ 1025806 h 2262782"/>
                <a:gd name="csX884" fmla="*/ 711074 w 3644268"/>
                <a:gd name="csY884" fmla="*/ 1020891 h 2262782"/>
                <a:gd name="csX885" fmla="*/ 708373 w 3644268"/>
                <a:gd name="csY885" fmla="*/ 1018562 h 2262782"/>
                <a:gd name="csX886" fmla="*/ 707422 w 3644268"/>
                <a:gd name="csY886" fmla="*/ 1018304 h 2262782"/>
                <a:gd name="csX887" fmla="*/ 707171 w 3644268"/>
                <a:gd name="csY887" fmla="*/ 1019232 h 2262782"/>
                <a:gd name="csX888" fmla="*/ 707368 w 3644268"/>
                <a:gd name="csY888" fmla="*/ 1021545 h 2262782"/>
                <a:gd name="csX889" fmla="*/ 704972 w 3644268"/>
                <a:gd name="csY889" fmla="*/ 1019658 h 2262782"/>
                <a:gd name="csX890" fmla="*/ 702735 w 3644268"/>
                <a:gd name="csY890" fmla="*/ 1019544 h 2262782"/>
                <a:gd name="csX891" fmla="*/ 698124 w 3644268"/>
                <a:gd name="csY891" fmla="*/ 1021431 h 2262782"/>
                <a:gd name="csX892" fmla="*/ 696915 w 3644268"/>
                <a:gd name="csY892" fmla="*/ 1023554 h 2262782"/>
                <a:gd name="csX893" fmla="*/ 697120 w 3644268"/>
                <a:gd name="csY893" fmla="*/ 1026232 h 2262782"/>
                <a:gd name="csX894" fmla="*/ 697972 w 3644268"/>
                <a:gd name="csY894" fmla="*/ 1027198 h 2262782"/>
                <a:gd name="csX895" fmla="*/ 700879 w 3644268"/>
                <a:gd name="csY895" fmla="*/ 1029260 h 2262782"/>
                <a:gd name="csX896" fmla="*/ 703465 w 3644268"/>
                <a:gd name="csY896" fmla="*/ 1028514 h 2262782"/>
                <a:gd name="csX897" fmla="*/ 707559 w 3644268"/>
                <a:gd name="csY897" fmla="*/ 1033140 h 2262782"/>
                <a:gd name="csX898" fmla="*/ 708647 w 3644268"/>
                <a:gd name="csY898" fmla="*/ 1037477 h 2262782"/>
                <a:gd name="csX899" fmla="*/ 709636 w 3644268"/>
                <a:gd name="csY899" fmla="*/ 1039395 h 2262782"/>
                <a:gd name="csX900" fmla="*/ 712071 w 3644268"/>
                <a:gd name="csY900" fmla="*/ 1041517 h 2262782"/>
                <a:gd name="csX901" fmla="*/ 713242 w 3644268"/>
                <a:gd name="csY901" fmla="*/ 1044272 h 2262782"/>
                <a:gd name="csX902" fmla="*/ 713630 w 3644268"/>
                <a:gd name="csY902" fmla="*/ 1047087 h 2262782"/>
                <a:gd name="csX903" fmla="*/ 715730 w 3644268"/>
                <a:gd name="csY903" fmla="*/ 1046212 h 2262782"/>
                <a:gd name="csX904" fmla="*/ 715403 w 3644268"/>
                <a:gd name="csY904" fmla="*/ 1045078 h 2262782"/>
                <a:gd name="csX905" fmla="*/ 714171 w 3644268"/>
                <a:gd name="csY905" fmla="*/ 1043001 h 2262782"/>
                <a:gd name="csX906" fmla="*/ 714673 w 3644268"/>
                <a:gd name="csY906" fmla="*/ 1040764 h 2262782"/>
                <a:gd name="csX907" fmla="*/ 717526 w 3644268"/>
                <a:gd name="csY907" fmla="*/ 1034525 h 2262782"/>
                <a:gd name="csX908" fmla="*/ 1665219 w 3644268"/>
                <a:gd name="csY908" fmla="*/ 231049 h 2262782"/>
                <a:gd name="csX909" fmla="*/ 1655251 w 3644268"/>
                <a:gd name="csY909" fmla="*/ 232951 h 2262782"/>
                <a:gd name="csX910" fmla="*/ 1640217 w 3644268"/>
                <a:gd name="csY910" fmla="*/ 239008 h 2262782"/>
                <a:gd name="csX911" fmla="*/ 1637242 w 3644268"/>
                <a:gd name="csY911" fmla="*/ 238300 h 2262782"/>
                <a:gd name="csX912" fmla="*/ 1634792 w 3644268"/>
                <a:gd name="csY912" fmla="*/ 239944 h 2262782"/>
                <a:gd name="csX913" fmla="*/ 1628294 w 3644268"/>
                <a:gd name="csY913" fmla="*/ 238308 h 2262782"/>
                <a:gd name="csX914" fmla="*/ 1620594 w 3644268"/>
                <a:gd name="csY914" fmla="*/ 238855 h 2262782"/>
                <a:gd name="csX915" fmla="*/ 1618312 w 3644268"/>
                <a:gd name="csY915" fmla="*/ 242926 h 2262782"/>
                <a:gd name="csX916" fmla="*/ 1617194 w 3644268"/>
                <a:gd name="csY916" fmla="*/ 246715 h 2262782"/>
                <a:gd name="csX917" fmla="*/ 1615984 w 3644268"/>
                <a:gd name="csY917" fmla="*/ 248146 h 2262782"/>
                <a:gd name="csX918" fmla="*/ 1609707 w 3644268"/>
                <a:gd name="csY918" fmla="*/ 239944 h 2262782"/>
                <a:gd name="csX919" fmla="*/ 1608839 w 3644268"/>
                <a:gd name="csY919" fmla="*/ 240887 h 2262782"/>
                <a:gd name="csX920" fmla="*/ 1606032 w 3644268"/>
                <a:gd name="csY920" fmla="*/ 247621 h 2262782"/>
                <a:gd name="csX921" fmla="*/ 1603985 w 3644268"/>
                <a:gd name="csY921" fmla="*/ 250527 h 2262782"/>
                <a:gd name="csX922" fmla="*/ 1596042 w 3644268"/>
                <a:gd name="csY922" fmla="*/ 259026 h 2262782"/>
                <a:gd name="csX923" fmla="*/ 1594109 w 3644268"/>
                <a:gd name="csY923" fmla="*/ 272660 h 2262782"/>
                <a:gd name="csX924" fmla="*/ 1589438 w 3644268"/>
                <a:gd name="csY924" fmla="*/ 281540 h 2262782"/>
                <a:gd name="csX925" fmla="*/ 1585359 w 3644268"/>
                <a:gd name="csY925" fmla="*/ 288045 h 2262782"/>
                <a:gd name="csX926" fmla="*/ 1575917 w 3644268"/>
                <a:gd name="csY926" fmla="*/ 296384 h 2262782"/>
                <a:gd name="csX927" fmla="*/ 1568780 w 3644268"/>
                <a:gd name="csY927" fmla="*/ 312445 h 2262782"/>
                <a:gd name="csX928" fmla="*/ 1573079 w 3644268"/>
                <a:gd name="csY928" fmla="*/ 316760 h 2262782"/>
                <a:gd name="csX929" fmla="*/ 1577485 w 3644268"/>
                <a:gd name="csY929" fmla="*/ 316250 h 2262782"/>
                <a:gd name="csX930" fmla="*/ 1583465 w 3644268"/>
                <a:gd name="csY930" fmla="*/ 317566 h 2262782"/>
                <a:gd name="csX931" fmla="*/ 1593287 w 3644268"/>
                <a:gd name="csY931" fmla="*/ 323272 h 2262782"/>
                <a:gd name="csX932" fmla="*/ 1595319 w 3644268"/>
                <a:gd name="csY932" fmla="*/ 334229 h 2262782"/>
                <a:gd name="csX933" fmla="*/ 1598918 w 3644268"/>
                <a:gd name="csY933" fmla="*/ 344417 h 2262782"/>
                <a:gd name="csX934" fmla="*/ 1601854 w 3644268"/>
                <a:gd name="csY934" fmla="*/ 347407 h 2262782"/>
                <a:gd name="csX935" fmla="*/ 1602114 w 3644268"/>
                <a:gd name="csY935" fmla="*/ 353258 h 2262782"/>
                <a:gd name="csX936" fmla="*/ 1602555 w 3644268"/>
                <a:gd name="csY936" fmla="*/ 354772 h 2262782"/>
                <a:gd name="csX937" fmla="*/ 1605522 w 3644268"/>
                <a:gd name="csY937" fmla="*/ 359383 h 2262782"/>
                <a:gd name="csX938" fmla="*/ 1610422 w 3644268"/>
                <a:gd name="csY938" fmla="*/ 363202 h 2262782"/>
                <a:gd name="csX939" fmla="*/ 1612826 w 3644268"/>
                <a:gd name="csY939" fmla="*/ 363545 h 2262782"/>
                <a:gd name="csX940" fmla="*/ 1619316 w 3644268"/>
                <a:gd name="csY940" fmla="*/ 357945 h 2262782"/>
                <a:gd name="csX941" fmla="*/ 1621333 w 3644268"/>
                <a:gd name="csY941" fmla="*/ 358082 h 2262782"/>
                <a:gd name="csX942" fmla="*/ 1624992 w 3644268"/>
                <a:gd name="csY942" fmla="*/ 367767 h 2262782"/>
                <a:gd name="csX943" fmla="*/ 1626993 w 3644268"/>
                <a:gd name="csY943" fmla="*/ 368947 h 2262782"/>
                <a:gd name="csX944" fmla="*/ 1638756 w 3644268"/>
                <a:gd name="csY944" fmla="*/ 367334 h 2262782"/>
                <a:gd name="csX945" fmla="*/ 1640521 w 3644268"/>
                <a:gd name="csY945" fmla="*/ 368764 h 2262782"/>
                <a:gd name="csX946" fmla="*/ 1648594 w 3644268"/>
                <a:gd name="csY946" fmla="*/ 370788 h 2262782"/>
                <a:gd name="csX947" fmla="*/ 1649949 w 3644268"/>
                <a:gd name="csY947" fmla="*/ 373147 h 2262782"/>
                <a:gd name="csX948" fmla="*/ 1651265 w 3644268"/>
                <a:gd name="csY948" fmla="*/ 376479 h 2262782"/>
                <a:gd name="csX949" fmla="*/ 1657998 w 3644268"/>
                <a:gd name="csY949" fmla="*/ 383791 h 2262782"/>
                <a:gd name="csX950" fmla="*/ 1664564 w 3644268"/>
                <a:gd name="csY950" fmla="*/ 388364 h 2262782"/>
                <a:gd name="csX951" fmla="*/ 1667403 w 3644268"/>
                <a:gd name="csY951" fmla="*/ 388280 h 2262782"/>
                <a:gd name="csX952" fmla="*/ 1672021 w 3644268"/>
                <a:gd name="csY952" fmla="*/ 390167 h 2262782"/>
                <a:gd name="csX953" fmla="*/ 1675209 w 3644268"/>
                <a:gd name="csY953" fmla="*/ 388988 h 2262782"/>
                <a:gd name="csX954" fmla="*/ 1680086 w 3644268"/>
                <a:gd name="csY954" fmla="*/ 391841 h 2262782"/>
                <a:gd name="csX955" fmla="*/ 1682825 w 3644268"/>
                <a:gd name="csY955" fmla="*/ 392632 h 2262782"/>
                <a:gd name="csX956" fmla="*/ 1691544 w 3644268"/>
                <a:gd name="csY956" fmla="*/ 389284 h 2262782"/>
                <a:gd name="csX957" fmla="*/ 1704783 w 3644268"/>
                <a:gd name="csY957" fmla="*/ 387527 h 2262782"/>
                <a:gd name="csX958" fmla="*/ 1706944 w 3644268"/>
                <a:gd name="csY958" fmla="*/ 385480 h 2262782"/>
                <a:gd name="csX959" fmla="*/ 1715245 w 3644268"/>
                <a:gd name="csY959" fmla="*/ 373428 h 2262782"/>
                <a:gd name="csX960" fmla="*/ 1714606 w 3644268"/>
                <a:gd name="csY960" fmla="*/ 368399 h 2262782"/>
                <a:gd name="csX961" fmla="*/ 1712795 w 3644268"/>
                <a:gd name="csY961" fmla="*/ 358340 h 2262782"/>
                <a:gd name="csX962" fmla="*/ 1711433 w 3644268"/>
                <a:gd name="csY962" fmla="*/ 357009 h 2262782"/>
                <a:gd name="csX963" fmla="*/ 1706442 w 3644268"/>
                <a:gd name="csY963" fmla="*/ 354468 h 2262782"/>
                <a:gd name="csX964" fmla="*/ 1702174 w 3644268"/>
                <a:gd name="csY964" fmla="*/ 343435 h 2262782"/>
                <a:gd name="csX965" fmla="*/ 1696292 w 3644268"/>
                <a:gd name="csY965" fmla="*/ 335887 h 2262782"/>
                <a:gd name="csX966" fmla="*/ 1697631 w 3644268"/>
                <a:gd name="csY966" fmla="*/ 334465 h 2262782"/>
                <a:gd name="csX967" fmla="*/ 1698970 w 3644268"/>
                <a:gd name="csY967" fmla="*/ 334358 h 2262782"/>
                <a:gd name="csX968" fmla="*/ 1703680 w 3644268"/>
                <a:gd name="csY968" fmla="*/ 337987 h 2262782"/>
                <a:gd name="csX969" fmla="*/ 1706876 w 3644268"/>
                <a:gd name="csY969" fmla="*/ 337782 h 2262782"/>
                <a:gd name="csX970" fmla="*/ 1709934 w 3644268"/>
                <a:gd name="csY970" fmla="*/ 332403 h 2262782"/>
                <a:gd name="csX971" fmla="*/ 1710809 w 3644268"/>
                <a:gd name="csY971" fmla="*/ 325266 h 2262782"/>
                <a:gd name="csX972" fmla="*/ 1710482 w 3644268"/>
                <a:gd name="csY972" fmla="*/ 316151 h 2262782"/>
                <a:gd name="csX973" fmla="*/ 1710794 w 3644268"/>
                <a:gd name="csY973" fmla="*/ 312834 h 2262782"/>
                <a:gd name="csX974" fmla="*/ 1711388 w 3644268"/>
                <a:gd name="csY974" fmla="*/ 310094 h 2262782"/>
                <a:gd name="csX975" fmla="*/ 1711867 w 3644268"/>
                <a:gd name="csY975" fmla="*/ 303916 h 2262782"/>
                <a:gd name="csX976" fmla="*/ 1712088 w 3644268"/>
                <a:gd name="csY976" fmla="*/ 296764 h 2262782"/>
                <a:gd name="csX977" fmla="*/ 1712598 w 3644268"/>
                <a:gd name="csY977" fmla="*/ 293820 h 2262782"/>
                <a:gd name="csX978" fmla="*/ 1713320 w 3644268"/>
                <a:gd name="csY978" fmla="*/ 291933 h 2262782"/>
                <a:gd name="csX979" fmla="*/ 1714956 w 3644268"/>
                <a:gd name="csY979" fmla="*/ 283647 h 2262782"/>
                <a:gd name="csX980" fmla="*/ 1718060 w 3644268"/>
                <a:gd name="csY980" fmla="*/ 278991 h 2262782"/>
                <a:gd name="csX981" fmla="*/ 1715611 w 3644268"/>
                <a:gd name="csY981" fmla="*/ 270317 h 2262782"/>
                <a:gd name="csX982" fmla="*/ 1712879 w 3644268"/>
                <a:gd name="csY982" fmla="*/ 264344 h 2262782"/>
                <a:gd name="csX983" fmla="*/ 1710916 w 3644268"/>
                <a:gd name="csY983" fmla="*/ 261689 h 2262782"/>
                <a:gd name="csX984" fmla="*/ 1706853 w 3644268"/>
                <a:gd name="csY984" fmla="*/ 259079 h 2262782"/>
                <a:gd name="csX985" fmla="*/ 1705498 w 3644268"/>
                <a:gd name="csY985" fmla="*/ 255549 h 2262782"/>
                <a:gd name="csX986" fmla="*/ 1703315 w 3644268"/>
                <a:gd name="csY986" fmla="*/ 253555 h 2262782"/>
                <a:gd name="csX987" fmla="*/ 1701694 w 3644268"/>
                <a:gd name="csY987" fmla="*/ 249873 h 2262782"/>
                <a:gd name="csX988" fmla="*/ 1692541 w 3644268"/>
                <a:gd name="csY988" fmla="*/ 246289 h 2262782"/>
                <a:gd name="csX989" fmla="*/ 1686782 w 3644268"/>
                <a:gd name="csY989" fmla="*/ 245444 h 2262782"/>
                <a:gd name="csX990" fmla="*/ 1685397 w 3644268"/>
                <a:gd name="csY990" fmla="*/ 246510 h 2262782"/>
                <a:gd name="csX991" fmla="*/ 1684118 w 3644268"/>
                <a:gd name="csY991" fmla="*/ 250763 h 2262782"/>
                <a:gd name="csX992" fmla="*/ 1684697 w 3644268"/>
                <a:gd name="csY992" fmla="*/ 257633 h 2262782"/>
                <a:gd name="csX993" fmla="*/ 1681585 w 3644268"/>
                <a:gd name="csY993" fmla="*/ 266026 h 2262782"/>
                <a:gd name="csX994" fmla="*/ 1679873 w 3644268"/>
                <a:gd name="csY994" fmla="*/ 267266 h 2262782"/>
                <a:gd name="csX995" fmla="*/ 1675414 w 3644268"/>
                <a:gd name="csY995" fmla="*/ 263987 h 2262782"/>
                <a:gd name="csX996" fmla="*/ 1671283 w 3644268"/>
                <a:gd name="csY996" fmla="*/ 269868 h 2262782"/>
                <a:gd name="csX997" fmla="*/ 1668156 w 3644268"/>
                <a:gd name="csY997" fmla="*/ 278473 h 2262782"/>
                <a:gd name="csX998" fmla="*/ 1666603 w 3644268"/>
                <a:gd name="csY998" fmla="*/ 280969 h 2262782"/>
                <a:gd name="csX999" fmla="*/ 1665310 w 3644268"/>
                <a:gd name="csY999" fmla="*/ 279249 h 2262782"/>
                <a:gd name="csX1000" fmla="*/ 1666079 w 3644268"/>
                <a:gd name="csY1000" fmla="*/ 270134 h 2262782"/>
                <a:gd name="csX1001" fmla="*/ 1668917 w 3644268"/>
                <a:gd name="csY1001" fmla="*/ 264618 h 2262782"/>
                <a:gd name="csX1002" fmla="*/ 1669944 w 3644268"/>
                <a:gd name="csY1002" fmla="*/ 257238 h 2262782"/>
                <a:gd name="csX1003" fmla="*/ 1672051 w 3644268"/>
                <a:gd name="csY1003" fmla="*/ 251417 h 2262782"/>
                <a:gd name="csX1004" fmla="*/ 1674425 w 3644268"/>
                <a:gd name="csY1004" fmla="*/ 249059 h 2262782"/>
                <a:gd name="csX1005" fmla="*/ 1671990 w 3644268"/>
                <a:gd name="csY1005" fmla="*/ 240141 h 2262782"/>
                <a:gd name="csX1006" fmla="*/ 1667098 w 3644268"/>
                <a:gd name="csY1006" fmla="*/ 232267 h 2262782"/>
                <a:gd name="csX1007" fmla="*/ 1665219 w 3644268"/>
                <a:gd name="csY1007" fmla="*/ 231049 h 2262782"/>
                <a:gd name="csX1008" fmla="*/ 1643923 w 3644268"/>
                <a:gd name="csY1008" fmla="*/ 646770 h 2262782"/>
                <a:gd name="csX1009" fmla="*/ 1644440 w 3644268"/>
                <a:gd name="csY1009" fmla="*/ 642951 h 2262782"/>
                <a:gd name="csX1010" fmla="*/ 1642698 w 3644268"/>
                <a:gd name="csY1010" fmla="*/ 641665 h 2262782"/>
                <a:gd name="csX1011" fmla="*/ 1637113 w 3644268"/>
                <a:gd name="csY1011" fmla="*/ 639215 h 2262782"/>
                <a:gd name="csX1012" fmla="*/ 1634556 w 3644268"/>
                <a:gd name="csY1012" fmla="*/ 642228 h 2262782"/>
                <a:gd name="csX1013" fmla="*/ 1626773 w 3644268"/>
                <a:gd name="csY1013" fmla="*/ 640250 h 2262782"/>
                <a:gd name="csX1014" fmla="*/ 1622680 w 3644268"/>
                <a:gd name="csY1014" fmla="*/ 644229 h 2262782"/>
                <a:gd name="csX1015" fmla="*/ 1618091 w 3644268"/>
                <a:gd name="csY1015" fmla="*/ 640683 h 2262782"/>
                <a:gd name="csX1016" fmla="*/ 1616859 w 3644268"/>
                <a:gd name="csY1016" fmla="*/ 643148 h 2262782"/>
                <a:gd name="csX1017" fmla="*/ 1616630 w 3644268"/>
                <a:gd name="csY1017" fmla="*/ 647356 h 2262782"/>
                <a:gd name="csX1018" fmla="*/ 1624475 w 3644268"/>
                <a:gd name="csY1018" fmla="*/ 649243 h 2262782"/>
                <a:gd name="csX1019" fmla="*/ 1628013 w 3644268"/>
                <a:gd name="csY1019" fmla="*/ 652233 h 2262782"/>
                <a:gd name="csX1020" fmla="*/ 1633659 w 3644268"/>
                <a:gd name="csY1020" fmla="*/ 652659 h 2262782"/>
                <a:gd name="csX1021" fmla="*/ 1637752 w 3644268"/>
                <a:gd name="csY1021" fmla="*/ 655665 h 2262782"/>
                <a:gd name="csX1022" fmla="*/ 1638878 w 3644268"/>
                <a:gd name="csY1022" fmla="*/ 650696 h 2262782"/>
                <a:gd name="csX1023" fmla="*/ 1638817 w 3644268"/>
                <a:gd name="csY1023" fmla="*/ 647592 h 2262782"/>
                <a:gd name="csX1024" fmla="*/ 1641724 w 3644268"/>
                <a:gd name="csY1024" fmla="*/ 645659 h 2262782"/>
                <a:gd name="csX1025" fmla="*/ 1643923 w 3644268"/>
                <a:gd name="csY1025" fmla="*/ 646770 h 2262782"/>
                <a:gd name="csX1026" fmla="*/ 1650078 w 3644268"/>
                <a:gd name="csY1026" fmla="*/ 634703 h 2262782"/>
                <a:gd name="csX1027" fmla="*/ 1649173 w 3644268"/>
                <a:gd name="csY1027" fmla="*/ 635646 h 2262782"/>
                <a:gd name="csX1028" fmla="*/ 1649119 w 3644268"/>
                <a:gd name="csY1028" fmla="*/ 637518 h 2262782"/>
                <a:gd name="csX1029" fmla="*/ 1647141 w 3644268"/>
                <a:gd name="csY1029" fmla="*/ 643491 h 2262782"/>
                <a:gd name="csX1030" fmla="*/ 1647118 w 3644268"/>
                <a:gd name="csY1030" fmla="*/ 648064 h 2262782"/>
                <a:gd name="csX1031" fmla="*/ 1647438 w 3644268"/>
                <a:gd name="csY1031" fmla="*/ 649060 h 2262782"/>
                <a:gd name="csX1032" fmla="*/ 1648366 w 3644268"/>
                <a:gd name="csY1032" fmla="*/ 649715 h 2262782"/>
                <a:gd name="csX1033" fmla="*/ 1649560 w 3644268"/>
                <a:gd name="csY1033" fmla="*/ 648756 h 2262782"/>
                <a:gd name="csX1034" fmla="*/ 1652132 w 3644268"/>
                <a:gd name="csY1034" fmla="*/ 645408 h 2262782"/>
                <a:gd name="csX1035" fmla="*/ 1653821 w 3644268"/>
                <a:gd name="csY1035" fmla="*/ 639466 h 2262782"/>
                <a:gd name="csX1036" fmla="*/ 1653654 w 3644268"/>
                <a:gd name="csY1036" fmla="*/ 638309 h 2262782"/>
                <a:gd name="csX1037" fmla="*/ 1652482 w 3644268"/>
                <a:gd name="csY1037" fmla="*/ 635776 h 2262782"/>
                <a:gd name="csX1038" fmla="*/ 1650078 w 3644268"/>
                <a:gd name="csY1038" fmla="*/ 634703 h 2262782"/>
                <a:gd name="csX1039" fmla="*/ 1715519 w 3644268"/>
                <a:gd name="csY1039" fmla="*/ 291667 h 2262782"/>
                <a:gd name="csX1040" fmla="*/ 1714941 w 3644268"/>
                <a:gd name="csY1040" fmla="*/ 299952 h 2262782"/>
                <a:gd name="csX1041" fmla="*/ 1719651 w 3644268"/>
                <a:gd name="csY1041" fmla="*/ 298461 h 2262782"/>
                <a:gd name="csX1042" fmla="*/ 1723166 w 3644268"/>
                <a:gd name="csY1042" fmla="*/ 291803 h 2262782"/>
                <a:gd name="csX1043" fmla="*/ 1719772 w 3644268"/>
                <a:gd name="csY1043" fmla="*/ 290206 h 2262782"/>
                <a:gd name="csX1044" fmla="*/ 1718213 w 3644268"/>
                <a:gd name="csY1044" fmla="*/ 288144 h 2262782"/>
                <a:gd name="csX1045" fmla="*/ 1715816 w 3644268"/>
                <a:gd name="csY1045" fmla="*/ 289422 h 2262782"/>
                <a:gd name="csX1046" fmla="*/ 1715519 w 3644268"/>
                <a:gd name="csY1046" fmla="*/ 291667 h 2262782"/>
                <a:gd name="csX1047" fmla="*/ 1659314 w 3644268"/>
                <a:gd name="csY1047" fmla="*/ 604079 h 2262782"/>
                <a:gd name="csX1048" fmla="*/ 1659984 w 3644268"/>
                <a:gd name="csY1048" fmla="*/ 609694 h 2262782"/>
                <a:gd name="csX1049" fmla="*/ 1661879 w 3644268"/>
                <a:gd name="csY1049" fmla="*/ 613209 h 2262782"/>
                <a:gd name="csX1050" fmla="*/ 1664116 w 3644268"/>
                <a:gd name="csY1050" fmla="*/ 613787 h 2262782"/>
                <a:gd name="csX1051" fmla="*/ 1665249 w 3644268"/>
                <a:gd name="csY1051" fmla="*/ 612410 h 2262782"/>
                <a:gd name="csX1052" fmla="*/ 1660836 w 3644268"/>
                <a:gd name="csY1052" fmla="*/ 602481 h 2262782"/>
                <a:gd name="csX1053" fmla="*/ 1659314 w 3644268"/>
                <a:gd name="csY1053" fmla="*/ 604079 h 2262782"/>
                <a:gd name="csX1054" fmla="*/ 1878898 w 3644268"/>
                <a:gd name="csY1054" fmla="*/ 543248 h 2262782"/>
                <a:gd name="csX1055" fmla="*/ 1876600 w 3644268"/>
                <a:gd name="csY1055" fmla="*/ 541582 h 2262782"/>
                <a:gd name="csX1056" fmla="*/ 1874036 w 3644268"/>
                <a:gd name="csY1056" fmla="*/ 541627 h 2262782"/>
                <a:gd name="csX1057" fmla="*/ 1871974 w 3644268"/>
                <a:gd name="csY1057" fmla="*/ 547227 h 2262782"/>
                <a:gd name="csX1058" fmla="*/ 1872674 w 3644268"/>
                <a:gd name="csY1058" fmla="*/ 551831 h 2262782"/>
                <a:gd name="csX1059" fmla="*/ 1875078 w 3644268"/>
                <a:gd name="csY1059" fmla="*/ 551716 h 2262782"/>
                <a:gd name="csX1060" fmla="*/ 1880724 w 3644268"/>
                <a:gd name="csY1060" fmla="*/ 549244 h 2262782"/>
                <a:gd name="csX1061" fmla="*/ 1880404 w 3644268"/>
                <a:gd name="csY1061" fmla="*/ 546185 h 2262782"/>
                <a:gd name="csX1062" fmla="*/ 1879651 w 3644268"/>
                <a:gd name="csY1062" fmla="*/ 544252 h 2262782"/>
                <a:gd name="csX1063" fmla="*/ 1878898 w 3644268"/>
                <a:gd name="csY1063" fmla="*/ 543248 h 2262782"/>
                <a:gd name="csX1064" fmla="*/ 1722352 w 3644268"/>
                <a:gd name="csY1064" fmla="*/ 409713 h 2262782"/>
                <a:gd name="csX1065" fmla="*/ 1722237 w 3644268"/>
                <a:gd name="csY1065" fmla="*/ 415945 h 2262782"/>
                <a:gd name="csX1066" fmla="*/ 1721332 w 3644268"/>
                <a:gd name="csY1066" fmla="*/ 420038 h 2262782"/>
                <a:gd name="csX1067" fmla="*/ 1720221 w 3644268"/>
                <a:gd name="csY1067" fmla="*/ 423454 h 2262782"/>
                <a:gd name="csX1068" fmla="*/ 1719384 w 3644268"/>
                <a:gd name="csY1068" fmla="*/ 427030 h 2262782"/>
                <a:gd name="csX1069" fmla="*/ 1717969 w 3644268"/>
                <a:gd name="csY1069" fmla="*/ 436617 h 2262782"/>
                <a:gd name="csX1070" fmla="*/ 1717147 w 3644268"/>
                <a:gd name="csY1070" fmla="*/ 441000 h 2262782"/>
                <a:gd name="csX1071" fmla="*/ 1709866 w 3644268"/>
                <a:gd name="csY1071" fmla="*/ 452085 h 2262782"/>
                <a:gd name="csX1072" fmla="*/ 1707043 w 3644268"/>
                <a:gd name="csY1072" fmla="*/ 457822 h 2262782"/>
                <a:gd name="csX1073" fmla="*/ 1704761 w 3644268"/>
                <a:gd name="csY1073" fmla="*/ 467642 h 2262782"/>
                <a:gd name="csX1074" fmla="*/ 1701520 w 3644268"/>
                <a:gd name="csY1074" fmla="*/ 472374 h 2262782"/>
                <a:gd name="csX1075" fmla="*/ 1703749 w 3644268"/>
                <a:gd name="csY1075" fmla="*/ 476217 h 2262782"/>
                <a:gd name="csX1076" fmla="*/ 1706077 w 3644268"/>
                <a:gd name="csY1076" fmla="*/ 478743 h 2262782"/>
                <a:gd name="csX1077" fmla="*/ 1713434 w 3644268"/>
                <a:gd name="csY1077" fmla="*/ 480713 h 2262782"/>
                <a:gd name="csX1078" fmla="*/ 1718502 w 3644268"/>
                <a:gd name="csY1078" fmla="*/ 478857 h 2262782"/>
                <a:gd name="csX1079" fmla="*/ 1728301 w 3644268"/>
                <a:gd name="csY1079" fmla="*/ 471408 h 2262782"/>
                <a:gd name="csX1080" fmla="*/ 1738946 w 3644268"/>
                <a:gd name="csY1080" fmla="*/ 461528 h 2262782"/>
                <a:gd name="csX1081" fmla="*/ 1742453 w 3644268"/>
                <a:gd name="csY1081" fmla="*/ 456437 h 2262782"/>
                <a:gd name="csX1082" fmla="*/ 1752877 w 3644268"/>
                <a:gd name="csY1082" fmla="*/ 456186 h 2262782"/>
                <a:gd name="csX1083" fmla="*/ 1763301 w 3644268"/>
                <a:gd name="csY1083" fmla="*/ 455045 h 2262782"/>
                <a:gd name="csX1084" fmla="*/ 1772629 w 3644268"/>
                <a:gd name="csY1084" fmla="*/ 453021 h 2262782"/>
                <a:gd name="csX1085" fmla="*/ 1773824 w 3644268"/>
                <a:gd name="csY1085" fmla="*/ 455418 h 2262782"/>
                <a:gd name="csX1086" fmla="*/ 1775132 w 3644268"/>
                <a:gd name="csY1086" fmla="*/ 456650 h 2262782"/>
                <a:gd name="csX1087" fmla="*/ 1776464 w 3644268"/>
                <a:gd name="csY1087" fmla="*/ 456856 h 2262782"/>
                <a:gd name="csX1088" fmla="*/ 1780869 w 3644268"/>
                <a:gd name="csY1088" fmla="*/ 449750 h 2262782"/>
                <a:gd name="csX1089" fmla="*/ 1796162 w 3644268"/>
                <a:gd name="csY1089" fmla="*/ 449498 h 2262782"/>
                <a:gd name="csX1090" fmla="*/ 1808511 w 3644268"/>
                <a:gd name="csY1090" fmla="*/ 441418 h 2262782"/>
                <a:gd name="csX1091" fmla="*/ 1813251 w 3644268"/>
                <a:gd name="csY1091" fmla="*/ 439919 h 2262782"/>
                <a:gd name="csX1092" fmla="*/ 1817999 w 3644268"/>
                <a:gd name="csY1092" fmla="*/ 440916 h 2262782"/>
                <a:gd name="csX1093" fmla="*/ 1819939 w 3644268"/>
                <a:gd name="csY1093" fmla="*/ 439546 h 2262782"/>
                <a:gd name="csX1094" fmla="*/ 1830188 w 3644268"/>
                <a:gd name="csY1094" fmla="*/ 423880 h 2262782"/>
                <a:gd name="csX1095" fmla="*/ 1830835 w 3644268"/>
                <a:gd name="csY1095" fmla="*/ 413769 h 2262782"/>
                <a:gd name="csX1096" fmla="*/ 1830135 w 3644268"/>
                <a:gd name="csY1096" fmla="*/ 405955 h 2262782"/>
                <a:gd name="csX1097" fmla="*/ 1828986 w 3644268"/>
                <a:gd name="csY1097" fmla="*/ 398666 h 2262782"/>
                <a:gd name="csX1098" fmla="*/ 1827882 w 3644268"/>
                <a:gd name="csY1098" fmla="*/ 393530 h 2262782"/>
                <a:gd name="csX1099" fmla="*/ 1826627 w 3644268"/>
                <a:gd name="csY1099" fmla="*/ 389254 h 2262782"/>
                <a:gd name="csX1100" fmla="*/ 1823827 w 3644268"/>
                <a:gd name="csY1100" fmla="*/ 386560 h 2262782"/>
                <a:gd name="csX1101" fmla="*/ 1820974 w 3644268"/>
                <a:gd name="csY1101" fmla="*/ 385282 h 2262782"/>
                <a:gd name="csX1102" fmla="*/ 1815686 w 3644268"/>
                <a:gd name="csY1102" fmla="*/ 387458 h 2262782"/>
                <a:gd name="csX1103" fmla="*/ 1811813 w 3644268"/>
                <a:gd name="csY1103" fmla="*/ 382497 h 2262782"/>
                <a:gd name="csX1104" fmla="*/ 1812346 w 3644268"/>
                <a:gd name="csY1104" fmla="*/ 377696 h 2262782"/>
                <a:gd name="csX1105" fmla="*/ 1811752 w 3644268"/>
                <a:gd name="csY1105" fmla="*/ 373177 h 2262782"/>
                <a:gd name="csX1106" fmla="*/ 1810794 w 3644268"/>
                <a:gd name="csY1106" fmla="*/ 371709 h 2262782"/>
                <a:gd name="csX1107" fmla="*/ 1804106 w 3644268"/>
                <a:gd name="csY1107" fmla="*/ 367676 h 2262782"/>
                <a:gd name="csX1108" fmla="*/ 1802249 w 3644268"/>
                <a:gd name="csY1108" fmla="*/ 362129 h 2262782"/>
                <a:gd name="csX1109" fmla="*/ 1800567 w 3644268"/>
                <a:gd name="csY1109" fmla="*/ 355289 h 2262782"/>
                <a:gd name="csX1110" fmla="*/ 1797905 w 3644268"/>
                <a:gd name="csY1110" fmla="*/ 352337 h 2262782"/>
                <a:gd name="csX1111" fmla="*/ 1795173 w 3644268"/>
                <a:gd name="csY1111" fmla="*/ 352253 h 2262782"/>
                <a:gd name="csX1112" fmla="*/ 1790060 w 3644268"/>
                <a:gd name="csY1112" fmla="*/ 354962 h 2262782"/>
                <a:gd name="csX1113" fmla="*/ 1785054 w 3644268"/>
                <a:gd name="csY1113" fmla="*/ 361148 h 2262782"/>
                <a:gd name="csX1114" fmla="*/ 1782421 w 3644268"/>
                <a:gd name="csY1114" fmla="*/ 362814 h 2262782"/>
                <a:gd name="csX1115" fmla="*/ 1779735 w 3644268"/>
                <a:gd name="csY1115" fmla="*/ 362898 h 2262782"/>
                <a:gd name="csX1116" fmla="*/ 1777483 w 3644268"/>
                <a:gd name="csY1116" fmla="*/ 367547 h 2262782"/>
                <a:gd name="csX1117" fmla="*/ 1775414 w 3644268"/>
                <a:gd name="csY1117" fmla="*/ 374782 h 2262782"/>
                <a:gd name="csX1118" fmla="*/ 1771990 w 3644268"/>
                <a:gd name="csY1118" fmla="*/ 383471 h 2262782"/>
                <a:gd name="csX1119" fmla="*/ 1768254 w 3644268"/>
                <a:gd name="csY1119" fmla="*/ 387435 h 2262782"/>
                <a:gd name="csX1120" fmla="*/ 1769015 w 3644268"/>
                <a:gd name="csY1120" fmla="*/ 382878 h 2262782"/>
                <a:gd name="csX1121" fmla="*/ 1775383 w 3644268"/>
                <a:gd name="csY1121" fmla="*/ 357229 h 2262782"/>
                <a:gd name="csX1122" fmla="*/ 1776266 w 3644268"/>
                <a:gd name="csY1122" fmla="*/ 349256 h 2262782"/>
                <a:gd name="csX1123" fmla="*/ 1778343 w 3644268"/>
                <a:gd name="csY1123" fmla="*/ 340407 h 2262782"/>
                <a:gd name="csX1124" fmla="*/ 1779515 w 3644268"/>
                <a:gd name="csY1124" fmla="*/ 338436 h 2262782"/>
                <a:gd name="csX1125" fmla="*/ 1781919 w 3644268"/>
                <a:gd name="csY1125" fmla="*/ 337135 h 2262782"/>
                <a:gd name="csX1126" fmla="*/ 1782893 w 3644268"/>
                <a:gd name="csY1126" fmla="*/ 335226 h 2262782"/>
                <a:gd name="csX1127" fmla="*/ 1781691 w 3644268"/>
                <a:gd name="csY1127" fmla="*/ 331497 h 2262782"/>
                <a:gd name="csX1128" fmla="*/ 1776311 w 3644268"/>
                <a:gd name="csY1128" fmla="*/ 324490 h 2262782"/>
                <a:gd name="csX1129" fmla="*/ 1768095 w 3644268"/>
                <a:gd name="csY1129" fmla="*/ 319719 h 2262782"/>
                <a:gd name="csX1130" fmla="*/ 1765477 w 3644268"/>
                <a:gd name="csY1130" fmla="*/ 320084 h 2262782"/>
                <a:gd name="csX1131" fmla="*/ 1764252 w 3644268"/>
                <a:gd name="csY1131" fmla="*/ 322078 h 2262782"/>
                <a:gd name="csX1132" fmla="*/ 1763309 w 3644268"/>
                <a:gd name="csY1132" fmla="*/ 326666 h 2262782"/>
                <a:gd name="csX1133" fmla="*/ 1763232 w 3644268"/>
                <a:gd name="csY1133" fmla="*/ 333681 h 2262782"/>
                <a:gd name="csX1134" fmla="*/ 1764808 w 3644268"/>
                <a:gd name="csY1134" fmla="*/ 340179 h 2262782"/>
                <a:gd name="csX1135" fmla="*/ 1762190 w 3644268"/>
                <a:gd name="csY1135" fmla="*/ 340590 h 2262782"/>
                <a:gd name="csX1136" fmla="*/ 1759558 w 3644268"/>
                <a:gd name="csY1136" fmla="*/ 339311 h 2262782"/>
                <a:gd name="csX1137" fmla="*/ 1757564 w 3644268"/>
                <a:gd name="csY1137" fmla="*/ 333795 h 2262782"/>
                <a:gd name="csX1138" fmla="*/ 1755685 w 3644268"/>
                <a:gd name="csY1138" fmla="*/ 327031 h 2262782"/>
                <a:gd name="csX1139" fmla="*/ 1754338 w 3644268"/>
                <a:gd name="csY1139" fmla="*/ 326833 h 2262782"/>
                <a:gd name="csX1140" fmla="*/ 1751819 w 3644268"/>
                <a:gd name="csY1140" fmla="*/ 328058 h 2262782"/>
                <a:gd name="csX1141" fmla="*/ 1750701 w 3644268"/>
                <a:gd name="csY1141" fmla="*/ 329321 h 2262782"/>
                <a:gd name="csX1142" fmla="*/ 1749940 w 3644268"/>
                <a:gd name="csY1142" fmla="*/ 333681 h 2262782"/>
                <a:gd name="csX1143" fmla="*/ 1749681 w 3644268"/>
                <a:gd name="csY1143" fmla="*/ 340361 h 2262782"/>
                <a:gd name="csX1144" fmla="*/ 1744721 w 3644268"/>
                <a:gd name="csY1144" fmla="*/ 342857 h 2262782"/>
                <a:gd name="csX1145" fmla="*/ 1742279 w 3644268"/>
                <a:gd name="csY1145" fmla="*/ 346075 h 2262782"/>
                <a:gd name="csX1146" fmla="*/ 1741267 w 3644268"/>
                <a:gd name="csY1146" fmla="*/ 351485 h 2262782"/>
                <a:gd name="csX1147" fmla="*/ 1739204 w 3644268"/>
                <a:gd name="csY1147" fmla="*/ 355297 h 2262782"/>
                <a:gd name="csX1148" fmla="*/ 1739539 w 3644268"/>
                <a:gd name="csY1148" fmla="*/ 358340 h 2262782"/>
                <a:gd name="csX1149" fmla="*/ 1738748 w 3644268"/>
                <a:gd name="csY1149" fmla="*/ 366550 h 2262782"/>
                <a:gd name="csX1150" fmla="*/ 1737348 w 3644268"/>
                <a:gd name="csY1150" fmla="*/ 368429 h 2262782"/>
                <a:gd name="csX1151" fmla="*/ 1735979 w 3644268"/>
                <a:gd name="csY1151" fmla="*/ 371389 h 2262782"/>
                <a:gd name="csX1152" fmla="*/ 1735187 w 3644268"/>
                <a:gd name="csY1152" fmla="*/ 377438 h 2262782"/>
                <a:gd name="csX1153" fmla="*/ 1735012 w 3644268"/>
                <a:gd name="csY1153" fmla="*/ 380557 h 2262782"/>
                <a:gd name="csX1154" fmla="*/ 1735903 w 3644268"/>
                <a:gd name="csY1154" fmla="*/ 389977 h 2262782"/>
                <a:gd name="csX1155" fmla="*/ 1737135 w 3644268"/>
                <a:gd name="csY1155" fmla="*/ 392617 h 2262782"/>
                <a:gd name="csX1156" fmla="*/ 1735423 w 3644268"/>
                <a:gd name="csY1156" fmla="*/ 393149 h 2262782"/>
                <a:gd name="csX1157" fmla="*/ 1729953 w 3644268"/>
                <a:gd name="csY1157" fmla="*/ 391635 h 2262782"/>
                <a:gd name="csX1158" fmla="*/ 1727739 w 3644268"/>
                <a:gd name="csY1158" fmla="*/ 392693 h 2262782"/>
                <a:gd name="csX1159" fmla="*/ 1725616 w 3644268"/>
                <a:gd name="csY1159" fmla="*/ 396490 h 2262782"/>
                <a:gd name="csX1160" fmla="*/ 1722793 w 3644268"/>
                <a:gd name="csY1160" fmla="*/ 404562 h 2262782"/>
                <a:gd name="csX1161" fmla="*/ 1722352 w 3644268"/>
                <a:gd name="csY1161" fmla="*/ 409713 h 2262782"/>
                <a:gd name="csX1162" fmla="*/ 1850640 w 3644268"/>
                <a:gd name="csY1162" fmla="*/ 454939 h 2262782"/>
                <a:gd name="csX1163" fmla="*/ 1854954 w 3644268"/>
                <a:gd name="csY1163" fmla="*/ 450876 h 2262782"/>
                <a:gd name="csX1164" fmla="*/ 1855639 w 3644268"/>
                <a:gd name="csY1164" fmla="*/ 449133 h 2262782"/>
                <a:gd name="csX1165" fmla="*/ 1859359 w 3644268"/>
                <a:gd name="csY1165" fmla="*/ 448783 h 2262782"/>
                <a:gd name="csX1166" fmla="*/ 1860211 w 3644268"/>
                <a:gd name="csY1166" fmla="*/ 448783 h 2262782"/>
                <a:gd name="csX1167" fmla="*/ 1860226 w 3644268"/>
                <a:gd name="csY1167" fmla="*/ 445717 h 2262782"/>
                <a:gd name="csX1168" fmla="*/ 1859618 w 3644268"/>
                <a:gd name="csY1168" fmla="*/ 443351 h 2262782"/>
                <a:gd name="csX1169" fmla="*/ 1858530 w 3644268"/>
                <a:gd name="csY1169" fmla="*/ 441289 h 2262782"/>
                <a:gd name="csX1170" fmla="*/ 1854611 w 3644268"/>
                <a:gd name="csY1170" fmla="*/ 440886 h 2262782"/>
                <a:gd name="csX1171" fmla="*/ 1852336 w 3644268"/>
                <a:gd name="csY1171" fmla="*/ 447992 h 2262782"/>
                <a:gd name="csX1172" fmla="*/ 1846097 w 3644268"/>
                <a:gd name="csY1172" fmla="*/ 448829 h 2262782"/>
                <a:gd name="csX1173" fmla="*/ 1845359 w 3644268"/>
                <a:gd name="csY1173" fmla="*/ 453493 h 2262782"/>
                <a:gd name="csX1174" fmla="*/ 1848075 w 3644268"/>
                <a:gd name="csY1174" fmla="*/ 455737 h 2262782"/>
                <a:gd name="csX1175" fmla="*/ 1850640 w 3644268"/>
                <a:gd name="csY1175" fmla="*/ 454939 h 2262782"/>
                <a:gd name="csX1176" fmla="*/ 1580155 w 3644268"/>
                <a:gd name="csY1176" fmla="*/ 274235 h 2262782"/>
                <a:gd name="csX1177" fmla="*/ 1584424 w 3644268"/>
                <a:gd name="csY1177" fmla="*/ 263591 h 2262782"/>
                <a:gd name="csX1178" fmla="*/ 1577560 w 3644268"/>
                <a:gd name="csY1178" fmla="*/ 259132 h 2262782"/>
                <a:gd name="csX1179" fmla="*/ 1558577 w 3644268"/>
                <a:gd name="csY1179" fmla="*/ 252338 h 2262782"/>
                <a:gd name="csX1180" fmla="*/ 1549622 w 3644268"/>
                <a:gd name="csY1180" fmla="*/ 246312 h 2262782"/>
                <a:gd name="csX1181" fmla="*/ 1540621 w 3644268"/>
                <a:gd name="csY1181" fmla="*/ 245467 h 2262782"/>
                <a:gd name="csX1182" fmla="*/ 1533659 w 3644268"/>
                <a:gd name="csY1182" fmla="*/ 245848 h 2262782"/>
                <a:gd name="csX1183" fmla="*/ 1529459 w 3644268"/>
                <a:gd name="csY1183" fmla="*/ 248130 h 2262782"/>
                <a:gd name="csX1184" fmla="*/ 1526066 w 3644268"/>
                <a:gd name="csY1184" fmla="*/ 254187 h 2262782"/>
                <a:gd name="csX1185" fmla="*/ 1527252 w 3644268"/>
                <a:gd name="csY1185" fmla="*/ 263545 h 2262782"/>
                <a:gd name="csX1186" fmla="*/ 1532594 w 3644268"/>
                <a:gd name="csY1186" fmla="*/ 271968 h 2262782"/>
                <a:gd name="csX1187" fmla="*/ 1539160 w 3644268"/>
                <a:gd name="csY1187" fmla="*/ 277385 h 2262782"/>
                <a:gd name="csX1188" fmla="*/ 1549196 w 3644268"/>
                <a:gd name="csY1188" fmla="*/ 290076 h 2262782"/>
                <a:gd name="csX1189" fmla="*/ 1555321 w 3644268"/>
                <a:gd name="csY1189" fmla="*/ 291172 h 2262782"/>
                <a:gd name="csX1190" fmla="*/ 1560510 w 3644268"/>
                <a:gd name="csY1190" fmla="*/ 290015 h 2262782"/>
                <a:gd name="csX1191" fmla="*/ 1565699 w 3644268"/>
                <a:gd name="csY1191" fmla="*/ 287718 h 2262782"/>
                <a:gd name="csX1192" fmla="*/ 1570583 w 3644268"/>
                <a:gd name="csY1192" fmla="*/ 283754 h 2262782"/>
                <a:gd name="csX1193" fmla="*/ 1575438 w 3644268"/>
                <a:gd name="csY1193" fmla="*/ 278199 h 2262782"/>
                <a:gd name="csX1194" fmla="*/ 1580155 w 3644268"/>
                <a:gd name="csY1194" fmla="*/ 274235 h 2262782"/>
                <a:gd name="csX1195" fmla="*/ 1432579 w 3644268"/>
                <a:gd name="csY1195" fmla="*/ 764178 h 2262782"/>
                <a:gd name="csX1196" fmla="*/ 1437593 w 3644268"/>
                <a:gd name="csY1196" fmla="*/ 765608 h 2262782"/>
                <a:gd name="csX1197" fmla="*/ 1439396 w 3644268"/>
                <a:gd name="csY1197" fmla="*/ 763067 h 2262782"/>
                <a:gd name="csX1198" fmla="*/ 1441801 w 3644268"/>
                <a:gd name="csY1198" fmla="*/ 756676 h 2262782"/>
                <a:gd name="csX1199" fmla="*/ 1440264 w 3644268"/>
                <a:gd name="csY1199" fmla="*/ 753168 h 2262782"/>
                <a:gd name="csX1200" fmla="*/ 1439153 w 3644268"/>
                <a:gd name="csY1200" fmla="*/ 752392 h 2262782"/>
                <a:gd name="csX1201" fmla="*/ 1433530 w 3644268"/>
                <a:gd name="csY1201" fmla="*/ 754781 h 2262782"/>
                <a:gd name="csX1202" fmla="*/ 1431742 w 3644268"/>
                <a:gd name="csY1202" fmla="*/ 753267 h 2262782"/>
                <a:gd name="csX1203" fmla="*/ 1430723 w 3644268"/>
                <a:gd name="csY1203" fmla="*/ 752316 h 2262782"/>
                <a:gd name="csX1204" fmla="*/ 1428570 w 3644268"/>
                <a:gd name="csY1204" fmla="*/ 754530 h 2262782"/>
                <a:gd name="csX1205" fmla="*/ 1424857 w 3644268"/>
                <a:gd name="csY1205" fmla="*/ 756752 h 2262782"/>
                <a:gd name="csX1206" fmla="*/ 1423320 w 3644268"/>
                <a:gd name="csY1206" fmla="*/ 760472 h 2262782"/>
                <a:gd name="csX1207" fmla="*/ 1426135 w 3644268"/>
                <a:gd name="csY1207" fmla="*/ 763965 h 2262782"/>
                <a:gd name="csX1208" fmla="*/ 1432579 w 3644268"/>
                <a:gd name="csY1208" fmla="*/ 764178 h 2262782"/>
                <a:gd name="csX1209" fmla="*/ 2670934 w 3644268"/>
                <a:gd name="csY1209" fmla="*/ 2031178 h 2262782"/>
                <a:gd name="csX1210" fmla="*/ 2669253 w 3644268"/>
                <a:gd name="csY1210" fmla="*/ 2029086 h 2262782"/>
                <a:gd name="csX1211" fmla="*/ 2665510 w 3644268"/>
                <a:gd name="csY1211" fmla="*/ 2025350 h 2262782"/>
                <a:gd name="csX1212" fmla="*/ 2663577 w 3644268"/>
                <a:gd name="csY1212" fmla="*/ 2021135 h 2262782"/>
                <a:gd name="csX1213" fmla="*/ 2662109 w 3644268"/>
                <a:gd name="csY1213" fmla="*/ 2016866 h 2262782"/>
                <a:gd name="csX1214" fmla="*/ 2661416 w 3644268"/>
                <a:gd name="csY1214" fmla="*/ 2012917 h 2262782"/>
                <a:gd name="csX1215" fmla="*/ 2660557 w 3644268"/>
                <a:gd name="csY1215" fmla="*/ 2009060 h 2262782"/>
                <a:gd name="csX1216" fmla="*/ 2659316 w 3644268"/>
                <a:gd name="csY1216" fmla="*/ 2005392 h 2262782"/>
                <a:gd name="csX1217" fmla="*/ 2657323 w 3644268"/>
                <a:gd name="csY1217" fmla="*/ 1997662 h 2262782"/>
                <a:gd name="csX1218" fmla="*/ 2652370 w 3644268"/>
                <a:gd name="csY1218" fmla="*/ 1984819 h 2262782"/>
                <a:gd name="csX1219" fmla="*/ 2650658 w 3644268"/>
                <a:gd name="csY1219" fmla="*/ 1977332 h 2262782"/>
                <a:gd name="csX1220" fmla="*/ 2646352 w 3644268"/>
                <a:gd name="csY1220" fmla="*/ 1952368 h 2262782"/>
                <a:gd name="csX1221" fmla="*/ 2645377 w 3644268"/>
                <a:gd name="csY1221" fmla="*/ 1951318 h 2262782"/>
                <a:gd name="csX1222" fmla="*/ 2645043 w 3644268"/>
                <a:gd name="csY1222" fmla="*/ 1950565 h 2262782"/>
                <a:gd name="csX1223" fmla="*/ 2644921 w 3644268"/>
                <a:gd name="csY1223" fmla="*/ 1947065 h 2262782"/>
                <a:gd name="csX1224" fmla="*/ 2644670 w 3644268"/>
                <a:gd name="csY1224" fmla="*/ 1944684 h 2262782"/>
                <a:gd name="csX1225" fmla="*/ 2643863 w 3644268"/>
                <a:gd name="csY1225" fmla="*/ 1943002 h 2262782"/>
                <a:gd name="csX1226" fmla="*/ 2641794 w 3644268"/>
                <a:gd name="csY1226" fmla="*/ 1940857 h 2262782"/>
                <a:gd name="csX1227" fmla="*/ 2641345 w 3644268"/>
                <a:gd name="csY1227" fmla="*/ 1939175 h 2262782"/>
                <a:gd name="csX1228" fmla="*/ 2641239 w 3644268"/>
                <a:gd name="csY1228" fmla="*/ 1935325 h 2262782"/>
                <a:gd name="csX1229" fmla="*/ 2640295 w 3644268"/>
                <a:gd name="csY1229" fmla="*/ 1931757 h 2262782"/>
                <a:gd name="csX1230" fmla="*/ 2639017 w 3644268"/>
                <a:gd name="csY1230" fmla="*/ 1928424 h 2262782"/>
                <a:gd name="csX1231" fmla="*/ 2638263 w 3644268"/>
                <a:gd name="csY1231" fmla="*/ 1923608 h 2262782"/>
                <a:gd name="csX1232" fmla="*/ 2638621 w 3644268"/>
                <a:gd name="csY1232" fmla="*/ 1914371 h 2262782"/>
                <a:gd name="csX1233" fmla="*/ 2639238 w 3644268"/>
                <a:gd name="csY1233" fmla="*/ 1911107 h 2262782"/>
                <a:gd name="csX1234" fmla="*/ 2640584 w 3644268"/>
                <a:gd name="csY1234" fmla="*/ 1909859 h 2262782"/>
                <a:gd name="csX1235" fmla="*/ 2641246 w 3644268"/>
                <a:gd name="csY1235" fmla="*/ 1908094 h 2262782"/>
                <a:gd name="csX1236" fmla="*/ 2641855 w 3644268"/>
                <a:gd name="csY1236" fmla="*/ 1905134 h 2262782"/>
                <a:gd name="csX1237" fmla="*/ 2642045 w 3644268"/>
                <a:gd name="csY1237" fmla="*/ 1902099 h 2262782"/>
                <a:gd name="csX1238" fmla="*/ 2641878 w 3644268"/>
                <a:gd name="csY1238" fmla="*/ 1892824 h 2262782"/>
                <a:gd name="csX1239" fmla="*/ 2641086 w 3644268"/>
                <a:gd name="csY1239" fmla="*/ 1886752 h 2262782"/>
                <a:gd name="csX1240" fmla="*/ 2640493 w 3644268"/>
                <a:gd name="csY1240" fmla="*/ 1883808 h 2262782"/>
                <a:gd name="csX1241" fmla="*/ 2639717 w 3644268"/>
                <a:gd name="csY1241" fmla="*/ 1881008 h 2262782"/>
                <a:gd name="csX1242" fmla="*/ 2636978 w 3644268"/>
                <a:gd name="csY1242" fmla="*/ 1874122 h 2262782"/>
                <a:gd name="csX1243" fmla="*/ 2633188 w 3644268"/>
                <a:gd name="csY1243" fmla="*/ 1863143 h 2262782"/>
                <a:gd name="csX1244" fmla="*/ 2633584 w 3644268"/>
                <a:gd name="csY1244" fmla="*/ 1862542 h 2262782"/>
                <a:gd name="csX1245" fmla="*/ 2633051 w 3644268"/>
                <a:gd name="csY1245" fmla="*/ 1860107 h 2262782"/>
                <a:gd name="csX1246" fmla="*/ 2633379 w 3644268"/>
                <a:gd name="csY1246" fmla="*/ 1857315 h 2262782"/>
                <a:gd name="csX1247" fmla="*/ 2634238 w 3644268"/>
                <a:gd name="csY1247" fmla="*/ 1854659 h 2262782"/>
                <a:gd name="csX1248" fmla="*/ 2634642 w 3644268"/>
                <a:gd name="csY1248" fmla="*/ 1852597 h 2262782"/>
                <a:gd name="csX1249" fmla="*/ 2634444 w 3644268"/>
                <a:gd name="csY1249" fmla="*/ 1850589 h 2262782"/>
                <a:gd name="csX1250" fmla="*/ 2629849 w 3644268"/>
                <a:gd name="csY1250" fmla="*/ 1841367 h 2262782"/>
                <a:gd name="csX1251" fmla="*/ 2628395 w 3644268"/>
                <a:gd name="csY1251" fmla="*/ 1840553 h 2262782"/>
                <a:gd name="csX1252" fmla="*/ 2627825 w 3644268"/>
                <a:gd name="csY1252" fmla="*/ 1842676 h 2262782"/>
                <a:gd name="csX1253" fmla="*/ 2626744 w 3644268"/>
                <a:gd name="csY1253" fmla="*/ 1844669 h 2262782"/>
                <a:gd name="csX1254" fmla="*/ 2625375 w 3644268"/>
                <a:gd name="csY1254" fmla="*/ 1845567 h 2262782"/>
                <a:gd name="csX1255" fmla="*/ 2620756 w 3644268"/>
                <a:gd name="csY1255" fmla="*/ 1845506 h 2262782"/>
                <a:gd name="csX1256" fmla="*/ 2623564 w 3644268"/>
                <a:gd name="csY1256" fmla="*/ 1850322 h 2262782"/>
                <a:gd name="csX1257" fmla="*/ 2627908 w 3644268"/>
                <a:gd name="csY1257" fmla="*/ 1856858 h 2262782"/>
                <a:gd name="csX1258" fmla="*/ 2628677 w 3644268"/>
                <a:gd name="csY1258" fmla="*/ 1859483 h 2262782"/>
                <a:gd name="csX1259" fmla="*/ 2628190 w 3644268"/>
                <a:gd name="csY1259" fmla="*/ 1862359 h 2262782"/>
                <a:gd name="csX1260" fmla="*/ 2627338 w 3644268"/>
                <a:gd name="csY1260" fmla="*/ 1865212 h 2262782"/>
                <a:gd name="csX1261" fmla="*/ 2628319 w 3644268"/>
                <a:gd name="csY1261" fmla="*/ 1865448 h 2262782"/>
                <a:gd name="csX1262" fmla="*/ 2628121 w 3644268"/>
                <a:gd name="csY1262" fmla="*/ 1867457 h 2262782"/>
                <a:gd name="csX1263" fmla="*/ 2625413 w 3644268"/>
                <a:gd name="csY1263" fmla="*/ 1868241 h 2262782"/>
                <a:gd name="csX1264" fmla="*/ 2624484 w 3644268"/>
                <a:gd name="csY1264" fmla="*/ 1870576 h 2262782"/>
                <a:gd name="csX1265" fmla="*/ 2626074 w 3644268"/>
                <a:gd name="csY1265" fmla="*/ 1872395 h 2262782"/>
                <a:gd name="csX1266" fmla="*/ 2624849 w 3644268"/>
                <a:gd name="csY1266" fmla="*/ 1875590 h 2262782"/>
                <a:gd name="csX1267" fmla="*/ 2622674 w 3644268"/>
                <a:gd name="csY1267" fmla="*/ 1876907 h 2262782"/>
                <a:gd name="csX1268" fmla="*/ 2621532 w 3644268"/>
                <a:gd name="csY1268" fmla="*/ 1877196 h 2262782"/>
                <a:gd name="csX1269" fmla="*/ 2620421 w 3644268"/>
                <a:gd name="csY1269" fmla="*/ 1877089 h 2262782"/>
                <a:gd name="csX1270" fmla="*/ 2617454 w 3644268"/>
                <a:gd name="csY1270" fmla="*/ 1874282 h 2262782"/>
                <a:gd name="csX1271" fmla="*/ 2616647 w 3644268"/>
                <a:gd name="csY1271" fmla="*/ 1873863 h 2262782"/>
                <a:gd name="csX1272" fmla="*/ 2612858 w 3644268"/>
                <a:gd name="csY1272" fmla="*/ 1875271 h 2262782"/>
                <a:gd name="csX1273" fmla="*/ 2610470 w 3644268"/>
                <a:gd name="csY1273" fmla="*/ 1877660 h 2262782"/>
                <a:gd name="csX1274" fmla="*/ 2609853 w 3644268"/>
                <a:gd name="csY1274" fmla="*/ 1879440 h 2262782"/>
                <a:gd name="csX1275" fmla="*/ 2610180 w 3644268"/>
                <a:gd name="csY1275" fmla="*/ 1886592 h 2262782"/>
                <a:gd name="csX1276" fmla="*/ 2610926 w 3644268"/>
                <a:gd name="csY1276" fmla="*/ 1890123 h 2262782"/>
                <a:gd name="csX1277" fmla="*/ 2610538 w 3644268"/>
                <a:gd name="csY1277" fmla="*/ 1898796 h 2262782"/>
                <a:gd name="csX1278" fmla="*/ 2609427 w 3644268"/>
                <a:gd name="csY1278" fmla="*/ 1907158 h 2262782"/>
                <a:gd name="csX1279" fmla="*/ 2608240 w 3644268"/>
                <a:gd name="csY1279" fmla="*/ 1910681 h 2262782"/>
                <a:gd name="csX1280" fmla="*/ 2606840 w 3644268"/>
                <a:gd name="csY1280" fmla="*/ 1914021 h 2262782"/>
                <a:gd name="csX1281" fmla="*/ 2606376 w 3644268"/>
                <a:gd name="csY1281" fmla="*/ 1917027 h 2262782"/>
                <a:gd name="csX1282" fmla="*/ 2606536 w 3644268"/>
                <a:gd name="csY1282" fmla="*/ 1928797 h 2262782"/>
                <a:gd name="csX1283" fmla="*/ 2607654 w 3644268"/>
                <a:gd name="csY1283" fmla="*/ 1931787 h 2262782"/>
                <a:gd name="csX1284" fmla="*/ 2609518 w 3644268"/>
                <a:gd name="csY1284" fmla="*/ 1933773 h 2262782"/>
                <a:gd name="csX1285" fmla="*/ 2608735 w 3644268"/>
                <a:gd name="csY1285" fmla="*/ 1935059 h 2262782"/>
                <a:gd name="csX1286" fmla="*/ 2607677 w 3644268"/>
                <a:gd name="csY1286" fmla="*/ 1935591 h 2262782"/>
                <a:gd name="csX1287" fmla="*/ 2608735 w 3644268"/>
                <a:gd name="csY1287" fmla="*/ 1937174 h 2262782"/>
                <a:gd name="csX1288" fmla="*/ 2610895 w 3644268"/>
                <a:gd name="csY1288" fmla="*/ 1939236 h 2262782"/>
                <a:gd name="csX1289" fmla="*/ 2613733 w 3644268"/>
                <a:gd name="csY1289" fmla="*/ 1942987 h 2262782"/>
                <a:gd name="csX1290" fmla="*/ 2615544 w 3644268"/>
                <a:gd name="csY1290" fmla="*/ 1946107 h 2262782"/>
                <a:gd name="csX1291" fmla="*/ 2618017 w 3644268"/>
                <a:gd name="csY1291" fmla="*/ 1953160 h 2262782"/>
                <a:gd name="csX1292" fmla="*/ 2618047 w 3644268"/>
                <a:gd name="csY1292" fmla="*/ 1960761 h 2262782"/>
                <a:gd name="csX1293" fmla="*/ 2616746 w 3644268"/>
                <a:gd name="csY1293" fmla="*/ 1964420 h 2262782"/>
                <a:gd name="csX1294" fmla="*/ 2615750 w 3644268"/>
                <a:gd name="csY1294" fmla="*/ 1968255 h 2262782"/>
                <a:gd name="csX1295" fmla="*/ 2615012 w 3644268"/>
                <a:gd name="csY1295" fmla="*/ 1973163 h 2262782"/>
                <a:gd name="csX1296" fmla="*/ 2615118 w 3644268"/>
                <a:gd name="csY1296" fmla="*/ 1977035 h 2262782"/>
                <a:gd name="csX1297" fmla="*/ 2616655 w 3644268"/>
                <a:gd name="csY1297" fmla="*/ 1983815 h 2262782"/>
                <a:gd name="csX1298" fmla="*/ 2616868 w 3644268"/>
                <a:gd name="csY1298" fmla="*/ 1986995 h 2262782"/>
                <a:gd name="csX1299" fmla="*/ 2616640 w 3644268"/>
                <a:gd name="csY1299" fmla="*/ 2008398 h 2262782"/>
                <a:gd name="csX1300" fmla="*/ 2615917 w 3644268"/>
                <a:gd name="csY1300" fmla="*/ 2012643 h 2262782"/>
                <a:gd name="csX1301" fmla="*/ 2615019 w 3644268"/>
                <a:gd name="csY1301" fmla="*/ 2016813 h 2262782"/>
                <a:gd name="csX1302" fmla="*/ 2614030 w 3644268"/>
                <a:gd name="csY1302" fmla="*/ 2024421 h 2262782"/>
                <a:gd name="csX1303" fmla="*/ 2613163 w 3644268"/>
                <a:gd name="csY1303" fmla="*/ 2027876 h 2262782"/>
                <a:gd name="csX1304" fmla="*/ 2610751 w 3644268"/>
                <a:gd name="csY1304" fmla="*/ 2035066 h 2262782"/>
                <a:gd name="csX1305" fmla="*/ 2610895 w 3644268"/>
                <a:gd name="csY1305" fmla="*/ 2036618 h 2262782"/>
                <a:gd name="csX1306" fmla="*/ 2611413 w 3644268"/>
                <a:gd name="csY1306" fmla="*/ 2038140 h 2262782"/>
                <a:gd name="csX1307" fmla="*/ 2614213 w 3644268"/>
                <a:gd name="csY1307" fmla="*/ 2043854 h 2262782"/>
                <a:gd name="csX1308" fmla="*/ 2616495 w 3644268"/>
                <a:gd name="csY1308" fmla="*/ 2049849 h 2262782"/>
                <a:gd name="csX1309" fmla="*/ 2617485 w 3644268"/>
                <a:gd name="csY1309" fmla="*/ 2058683 h 2262782"/>
                <a:gd name="csX1310" fmla="*/ 2616792 w 3644268"/>
                <a:gd name="csY1310" fmla="*/ 2062213 h 2262782"/>
                <a:gd name="csX1311" fmla="*/ 2615225 w 3644268"/>
                <a:gd name="csY1311" fmla="*/ 2065188 h 2262782"/>
                <a:gd name="csX1312" fmla="*/ 2613939 w 3644268"/>
                <a:gd name="csY1312" fmla="*/ 2068597 h 2262782"/>
                <a:gd name="csX1313" fmla="*/ 2612836 w 3644268"/>
                <a:gd name="csY1313" fmla="*/ 2072173 h 2262782"/>
                <a:gd name="csX1314" fmla="*/ 2612797 w 3644268"/>
                <a:gd name="csY1314" fmla="*/ 2073550 h 2262782"/>
                <a:gd name="csX1315" fmla="*/ 2613262 w 3644268"/>
                <a:gd name="csY1315" fmla="*/ 2079720 h 2262782"/>
                <a:gd name="csX1316" fmla="*/ 2613969 w 3644268"/>
                <a:gd name="csY1316" fmla="*/ 2082954 h 2262782"/>
                <a:gd name="csX1317" fmla="*/ 2614434 w 3644268"/>
                <a:gd name="csY1317" fmla="*/ 2086226 h 2262782"/>
                <a:gd name="csX1318" fmla="*/ 2613847 w 3644268"/>
                <a:gd name="csY1318" fmla="*/ 2089665 h 2262782"/>
                <a:gd name="csX1319" fmla="*/ 2610758 w 3644268"/>
                <a:gd name="csY1319" fmla="*/ 2100127 h 2262782"/>
                <a:gd name="csX1320" fmla="*/ 2609982 w 3644268"/>
                <a:gd name="csY1320" fmla="*/ 2107652 h 2262782"/>
                <a:gd name="csX1321" fmla="*/ 2611824 w 3644268"/>
                <a:gd name="csY1321" fmla="*/ 2116287 h 2262782"/>
                <a:gd name="csX1322" fmla="*/ 2612113 w 3644268"/>
                <a:gd name="csY1322" fmla="*/ 2118821 h 2262782"/>
                <a:gd name="csX1323" fmla="*/ 2612790 w 3644268"/>
                <a:gd name="csY1323" fmla="*/ 2121119 h 2262782"/>
                <a:gd name="csX1324" fmla="*/ 2613939 w 3644268"/>
                <a:gd name="csY1324" fmla="*/ 2122701 h 2262782"/>
                <a:gd name="csX1325" fmla="*/ 2615255 w 3644268"/>
                <a:gd name="csY1325" fmla="*/ 2124063 h 2262782"/>
                <a:gd name="csX1326" fmla="*/ 2616800 w 3644268"/>
                <a:gd name="csY1326" fmla="*/ 2121545 h 2262782"/>
                <a:gd name="csX1327" fmla="*/ 2618063 w 3644268"/>
                <a:gd name="csY1327" fmla="*/ 2118798 h 2262782"/>
                <a:gd name="csX1328" fmla="*/ 2620102 w 3644268"/>
                <a:gd name="csY1328" fmla="*/ 2110535 h 2262782"/>
                <a:gd name="csX1329" fmla="*/ 2621083 w 3644268"/>
                <a:gd name="csY1329" fmla="*/ 2107416 h 2262782"/>
                <a:gd name="csX1330" fmla="*/ 2622285 w 3644268"/>
                <a:gd name="csY1330" fmla="*/ 2104448 h 2262782"/>
                <a:gd name="csX1331" fmla="*/ 2623830 w 3644268"/>
                <a:gd name="csY1331" fmla="*/ 2101671 h 2262782"/>
                <a:gd name="csX1332" fmla="*/ 2625945 w 3644268"/>
                <a:gd name="csY1332" fmla="*/ 2099921 h 2262782"/>
                <a:gd name="csX1333" fmla="*/ 2627178 w 3644268"/>
                <a:gd name="csY1333" fmla="*/ 2099442 h 2262782"/>
                <a:gd name="csX1334" fmla="*/ 2628372 w 3644268"/>
                <a:gd name="csY1334" fmla="*/ 2099609 h 2262782"/>
                <a:gd name="csX1335" fmla="*/ 2629559 w 3644268"/>
                <a:gd name="csY1335" fmla="*/ 2100857 h 2262782"/>
                <a:gd name="csX1336" fmla="*/ 2630586 w 3644268"/>
                <a:gd name="csY1336" fmla="*/ 2102424 h 2262782"/>
                <a:gd name="csX1337" fmla="*/ 2631309 w 3644268"/>
                <a:gd name="csY1337" fmla="*/ 2102888 h 2262782"/>
                <a:gd name="csX1338" fmla="*/ 2635973 w 3644268"/>
                <a:gd name="csY1338" fmla="*/ 2103284 h 2262782"/>
                <a:gd name="csX1339" fmla="*/ 2640980 w 3644268"/>
                <a:gd name="csY1339" fmla="*/ 2104326 h 2262782"/>
                <a:gd name="csX1340" fmla="*/ 2642471 w 3644268"/>
                <a:gd name="csY1340" fmla="*/ 2106883 h 2262782"/>
                <a:gd name="csX1341" fmla="*/ 2642859 w 3644268"/>
                <a:gd name="csY1341" fmla="*/ 2110520 h 2262782"/>
                <a:gd name="csX1342" fmla="*/ 2643894 w 3644268"/>
                <a:gd name="csY1342" fmla="*/ 2114727 h 2262782"/>
                <a:gd name="csX1343" fmla="*/ 2644168 w 3644268"/>
                <a:gd name="csY1343" fmla="*/ 2120662 h 2262782"/>
                <a:gd name="csX1344" fmla="*/ 2644852 w 3644268"/>
                <a:gd name="csY1344" fmla="*/ 2119407 h 2262782"/>
                <a:gd name="csX1345" fmla="*/ 2645256 w 3644268"/>
                <a:gd name="csY1345" fmla="*/ 2117984 h 2262782"/>
                <a:gd name="csX1346" fmla="*/ 2645431 w 3644268"/>
                <a:gd name="csY1346" fmla="*/ 2116181 h 2262782"/>
                <a:gd name="csX1347" fmla="*/ 2645819 w 3644268"/>
                <a:gd name="csY1347" fmla="*/ 2114469 h 2262782"/>
                <a:gd name="csX1348" fmla="*/ 2647356 w 3644268"/>
                <a:gd name="csY1348" fmla="*/ 2110444 h 2262782"/>
                <a:gd name="csX1349" fmla="*/ 2647310 w 3644268"/>
                <a:gd name="csY1349" fmla="*/ 2109044 h 2262782"/>
                <a:gd name="csX1350" fmla="*/ 2646496 w 3644268"/>
                <a:gd name="csY1350" fmla="*/ 2103817 h 2262782"/>
                <a:gd name="csX1351" fmla="*/ 2645332 w 3644268"/>
                <a:gd name="csY1351" fmla="*/ 2098323 h 2262782"/>
                <a:gd name="csX1352" fmla="*/ 2644510 w 3644268"/>
                <a:gd name="csY1352" fmla="*/ 2097083 h 2262782"/>
                <a:gd name="csX1353" fmla="*/ 2643164 w 3644268"/>
                <a:gd name="csY1353" fmla="*/ 2096657 h 2262782"/>
                <a:gd name="csX1354" fmla="*/ 2641763 w 3644268"/>
                <a:gd name="csY1354" fmla="*/ 2096604 h 2262782"/>
                <a:gd name="csX1355" fmla="*/ 2639603 w 3644268"/>
                <a:gd name="csY1355" fmla="*/ 2096992 h 2262782"/>
                <a:gd name="csX1356" fmla="*/ 2638758 w 3644268"/>
                <a:gd name="csY1356" fmla="*/ 2095463 h 2262782"/>
                <a:gd name="csX1357" fmla="*/ 2636864 w 3644268"/>
                <a:gd name="csY1357" fmla="*/ 2090578 h 2262782"/>
                <a:gd name="csX1358" fmla="*/ 2635083 w 3644268"/>
                <a:gd name="csY1358" fmla="*/ 2083639 h 2262782"/>
                <a:gd name="csX1359" fmla="*/ 2633683 w 3644268"/>
                <a:gd name="csY1359" fmla="*/ 2080496 h 2262782"/>
                <a:gd name="csX1360" fmla="*/ 2632938 w 3644268"/>
                <a:gd name="csY1360" fmla="*/ 2079271 h 2262782"/>
                <a:gd name="csX1361" fmla="*/ 2632055 w 3644268"/>
                <a:gd name="csY1361" fmla="*/ 2078328 h 2262782"/>
                <a:gd name="csX1362" fmla="*/ 2630708 w 3644268"/>
                <a:gd name="csY1362" fmla="*/ 2077560 h 2262782"/>
                <a:gd name="csX1363" fmla="*/ 2629521 w 3644268"/>
                <a:gd name="csY1363" fmla="*/ 2076418 h 2262782"/>
                <a:gd name="csX1364" fmla="*/ 2627916 w 3644268"/>
                <a:gd name="csY1364" fmla="*/ 2073755 h 2262782"/>
                <a:gd name="csX1365" fmla="*/ 2625968 w 3644268"/>
                <a:gd name="csY1365" fmla="*/ 2069114 h 2262782"/>
                <a:gd name="csX1366" fmla="*/ 2625489 w 3644268"/>
                <a:gd name="csY1366" fmla="*/ 2067410 h 2262782"/>
                <a:gd name="csX1367" fmla="*/ 2625260 w 3644268"/>
                <a:gd name="csY1367" fmla="*/ 2062746 h 2262782"/>
                <a:gd name="csX1368" fmla="*/ 2625862 w 3644268"/>
                <a:gd name="csY1368" fmla="*/ 2056796 h 2262782"/>
                <a:gd name="csX1369" fmla="*/ 2627505 w 3644268"/>
                <a:gd name="csY1369" fmla="*/ 2051219 h 2262782"/>
                <a:gd name="csX1370" fmla="*/ 2634345 w 3644268"/>
                <a:gd name="csY1370" fmla="*/ 2029626 h 2262782"/>
                <a:gd name="csX1371" fmla="*/ 2635524 w 3644268"/>
                <a:gd name="csY1371" fmla="*/ 2023531 h 2262782"/>
                <a:gd name="csX1372" fmla="*/ 2637198 w 3644268"/>
                <a:gd name="csY1372" fmla="*/ 2020496 h 2262782"/>
                <a:gd name="csX1373" fmla="*/ 2639998 w 3644268"/>
                <a:gd name="csY1373" fmla="*/ 2018411 h 2262782"/>
                <a:gd name="csX1374" fmla="*/ 2643110 w 3644268"/>
                <a:gd name="csY1374" fmla="*/ 2017498 h 2262782"/>
                <a:gd name="csX1375" fmla="*/ 2650582 w 3644268"/>
                <a:gd name="csY1375" fmla="*/ 2016805 h 2262782"/>
                <a:gd name="csX1376" fmla="*/ 2652438 w 3644268"/>
                <a:gd name="csY1376" fmla="*/ 2016919 h 2262782"/>
                <a:gd name="csX1377" fmla="*/ 2655611 w 3644268"/>
                <a:gd name="csY1377" fmla="*/ 2017977 h 2262782"/>
                <a:gd name="csX1378" fmla="*/ 2657346 w 3644268"/>
                <a:gd name="csY1378" fmla="*/ 2018859 h 2262782"/>
                <a:gd name="csX1379" fmla="*/ 2658982 w 3644268"/>
                <a:gd name="csY1379" fmla="*/ 2020183 h 2262782"/>
                <a:gd name="csX1380" fmla="*/ 2662360 w 3644268"/>
                <a:gd name="csY1380" fmla="*/ 2024695 h 2262782"/>
                <a:gd name="csX1381" fmla="*/ 2665091 w 3644268"/>
                <a:gd name="csY1381" fmla="*/ 2027404 h 2262782"/>
                <a:gd name="csX1382" fmla="*/ 2667754 w 3644268"/>
                <a:gd name="csY1382" fmla="*/ 2030417 h 2262782"/>
                <a:gd name="csX1383" fmla="*/ 2669558 w 3644268"/>
                <a:gd name="csY1383" fmla="*/ 2032966 h 2262782"/>
                <a:gd name="csX1384" fmla="*/ 2670668 w 3644268"/>
                <a:gd name="csY1384" fmla="*/ 2037364 h 2262782"/>
                <a:gd name="csX1385" fmla="*/ 2671543 w 3644268"/>
                <a:gd name="csY1385" fmla="*/ 2038596 h 2262782"/>
                <a:gd name="csX1386" fmla="*/ 2671391 w 3644268"/>
                <a:gd name="csY1386" fmla="*/ 2032814 h 2262782"/>
                <a:gd name="csX1387" fmla="*/ 2670934 w 3644268"/>
                <a:gd name="csY1387" fmla="*/ 2031178 h 2262782"/>
                <a:gd name="csX1388" fmla="*/ 1390260 w 3644268"/>
                <a:gd name="csY1388" fmla="*/ 800273 h 2262782"/>
                <a:gd name="csX1389" fmla="*/ 1391295 w 3644268"/>
                <a:gd name="csY1389" fmla="*/ 795533 h 2262782"/>
                <a:gd name="csX1390" fmla="*/ 1393730 w 3644268"/>
                <a:gd name="csY1390" fmla="*/ 791059 h 2262782"/>
                <a:gd name="csX1391" fmla="*/ 1389606 w 3644268"/>
                <a:gd name="csY1391" fmla="*/ 791310 h 2262782"/>
                <a:gd name="csX1392" fmla="*/ 1386624 w 3644268"/>
                <a:gd name="csY1392" fmla="*/ 793060 h 2262782"/>
                <a:gd name="csX1393" fmla="*/ 1383397 w 3644268"/>
                <a:gd name="csY1393" fmla="*/ 795928 h 2262782"/>
                <a:gd name="csX1394" fmla="*/ 1384242 w 3644268"/>
                <a:gd name="csY1394" fmla="*/ 797846 h 2262782"/>
                <a:gd name="csX1395" fmla="*/ 1390260 w 3644268"/>
                <a:gd name="csY1395" fmla="*/ 800273 h 2262782"/>
                <a:gd name="csX1396" fmla="*/ 1362505 w 3644268"/>
                <a:gd name="csY1396" fmla="*/ 828546 h 2262782"/>
                <a:gd name="csX1397" fmla="*/ 1363349 w 3644268"/>
                <a:gd name="csY1397" fmla="*/ 827603 h 2262782"/>
                <a:gd name="csX1398" fmla="*/ 1364323 w 3644268"/>
                <a:gd name="csY1398" fmla="*/ 827854 h 2262782"/>
                <a:gd name="csX1399" fmla="*/ 1365457 w 3644268"/>
                <a:gd name="csY1399" fmla="*/ 826043 h 2262782"/>
                <a:gd name="csX1400" fmla="*/ 1366932 w 3644268"/>
                <a:gd name="csY1400" fmla="*/ 824666 h 2262782"/>
                <a:gd name="csX1401" fmla="*/ 1364696 w 3644268"/>
                <a:gd name="csY1401" fmla="*/ 822102 h 2262782"/>
                <a:gd name="csX1402" fmla="*/ 1356927 w 3644268"/>
                <a:gd name="csY1402" fmla="*/ 819819 h 2262782"/>
                <a:gd name="csX1403" fmla="*/ 1351654 w 3644268"/>
                <a:gd name="csY1403" fmla="*/ 821592 h 2262782"/>
                <a:gd name="csX1404" fmla="*/ 1349844 w 3644268"/>
                <a:gd name="csY1404" fmla="*/ 824498 h 2262782"/>
                <a:gd name="csX1405" fmla="*/ 1357125 w 3644268"/>
                <a:gd name="csY1405" fmla="*/ 825769 h 2262782"/>
                <a:gd name="csX1406" fmla="*/ 1362505 w 3644268"/>
                <a:gd name="csY1406" fmla="*/ 828546 h 2262782"/>
                <a:gd name="csX1407" fmla="*/ 1538179 w 3644268"/>
                <a:gd name="csY1407" fmla="*/ 218267 h 2262782"/>
                <a:gd name="csX1408" fmla="*/ 1543604 w 3644268"/>
                <a:gd name="csY1408" fmla="*/ 220876 h 2262782"/>
                <a:gd name="csX1409" fmla="*/ 1547887 w 3644268"/>
                <a:gd name="csY1409" fmla="*/ 224148 h 2262782"/>
                <a:gd name="csX1410" fmla="*/ 1550223 w 3644268"/>
                <a:gd name="csY1410" fmla="*/ 229664 h 2262782"/>
                <a:gd name="csX1411" fmla="*/ 1567320 w 3644268"/>
                <a:gd name="csY1411" fmla="*/ 239297 h 2262782"/>
                <a:gd name="csX1412" fmla="*/ 1581251 w 3644268"/>
                <a:gd name="csY1412" fmla="*/ 250725 h 2262782"/>
                <a:gd name="csX1413" fmla="*/ 1585899 w 3644268"/>
                <a:gd name="csY1413" fmla="*/ 250664 h 2262782"/>
                <a:gd name="csX1414" fmla="*/ 1595631 w 3644268"/>
                <a:gd name="csY1414" fmla="*/ 242530 h 2262782"/>
                <a:gd name="csX1415" fmla="*/ 1600683 w 3644268"/>
                <a:gd name="csY1415" fmla="*/ 236322 h 2262782"/>
                <a:gd name="csX1416" fmla="*/ 1602745 w 3644268"/>
                <a:gd name="csY1416" fmla="*/ 236725 h 2262782"/>
                <a:gd name="csX1417" fmla="*/ 1609151 w 3644268"/>
                <a:gd name="csY1417" fmla="*/ 233286 h 2262782"/>
                <a:gd name="csX1418" fmla="*/ 1628256 w 3644268"/>
                <a:gd name="csY1418" fmla="*/ 229969 h 2262782"/>
                <a:gd name="csX1419" fmla="*/ 1656431 w 3644268"/>
                <a:gd name="csY1419" fmla="*/ 221926 h 2262782"/>
                <a:gd name="csX1420" fmla="*/ 1659064 w 3644268"/>
                <a:gd name="csY1420" fmla="*/ 217924 h 2262782"/>
                <a:gd name="csX1421" fmla="*/ 1661597 w 3644268"/>
                <a:gd name="csY1421" fmla="*/ 211541 h 2262782"/>
                <a:gd name="csX1422" fmla="*/ 1658812 w 3644268"/>
                <a:gd name="csY1422" fmla="*/ 209076 h 2262782"/>
                <a:gd name="csX1423" fmla="*/ 1658029 w 3644268"/>
                <a:gd name="csY1423" fmla="*/ 206466 h 2262782"/>
                <a:gd name="csX1424" fmla="*/ 1655145 w 3644268"/>
                <a:gd name="csY1424" fmla="*/ 189309 h 2262782"/>
                <a:gd name="csX1425" fmla="*/ 1654240 w 3644268"/>
                <a:gd name="csY1425" fmla="*/ 186296 h 2262782"/>
                <a:gd name="csX1426" fmla="*/ 1653228 w 3644268"/>
                <a:gd name="csY1426" fmla="*/ 184256 h 2262782"/>
                <a:gd name="csX1427" fmla="*/ 1655100 w 3644268"/>
                <a:gd name="csY1427" fmla="*/ 174023 h 2262782"/>
                <a:gd name="csX1428" fmla="*/ 1657412 w 3644268"/>
                <a:gd name="csY1428" fmla="*/ 168986 h 2262782"/>
                <a:gd name="csX1429" fmla="*/ 1666893 w 3644268"/>
                <a:gd name="csY1429" fmla="*/ 165616 h 2262782"/>
                <a:gd name="csX1430" fmla="*/ 1668635 w 3644268"/>
                <a:gd name="csY1430" fmla="*/ 162899 h 2262782"/>
                <a:gd name="csX1431" fmla="*/ 1670971 w 3644268"/>
                <a:gd name="csY1431" fmla="*/ 162983 h 2262782"/>
                <a:gd name="csX1432" fmla="*/ 1671260 w 3644268"/>
                <a:gd name="csY1432" fmla="*/ 154340 h 2262782"/>
                <a:gd name="csX1433" fmla="*/ 1670454 w 3644268"/>
                <a:gd name="csY1433" fmla="*/ 149676 h 2262782"/>
                <a:gd name="csX1434" fmla="*/ 1667699 w 3644268"/>
                <a:gd name="csY1434" fmla="*/ 145871 h 2262782"/>
                <a:gd name="csX1435" fmla="*/ 1661521 w 3644268"/>
                <a:gd name="csY1435" fmla="*/ 143840 h 2262782"/>
                <a:gd name="csX1436" fmla="*/ 1647453 w 3644268"/>
                <a:gd name="csY1436" fmla="*/ 128181 h 2262782"/>
                <a:gd name="csX1437" fmla="*/ 1646136 w 3644268"/>
                <a:gd name="csY1437" fmla="*/ 123236 h 2262782"/>
                <a:gd name="csX1438" fmla="*/ 1643352 w 3644268"/>
                <a:gd name="csY1438" fmla="*/ 118328 h 2262782"/>
                <a:gd name="csX1439" fmla="*/ 1642568 w 3644268"/>
                <a:gd name="csY1439" fmla="*/ 112089 h 2262782"/>
                <a:gd name="csX1440" fmla="*/ 1641389 w 3644268"/>
                <a:gd name="csY1440" fmla="*/ 108818 h 2262782"/>
                <a:gd name="csX1441" fmla="*/ 1635317 w 3644268"/>
                <a:gd name="csY1441" fmla="*/ 97085 h 2262782"/>
                <a:gd name="csX1442" fmla="*/ 1632936 w 3644268"/>
                <a:gd name="csY1442" fmla="*/ 95853 h 2262782"/>
                <a:gd name="csX1443" fmla="*/ 1630988 w 3644268"/>
                <a:gd name="csY1443" fmla="*/ 93251 h 2262782"/>
                <a:gd name="csX1444" fmla="*/ 1629246 w 3644268"/>
                <a:gd name="csY1444" fmla="*/ 86357 h 2262782"/>
                <a:gd name="csX1445" fmla="*/ 1627077 w 3644268"/>
                <a:gd name="csY1445" fmla="*/ 83565 h 2262782"/>
                <a:gd name="csX1446" fmla="*/ 1613389 w 3644268"/>
                <a:gd name="csY1446" fmla="*/ 84896 h 2262782"/>
                <a:gd name="csX1447" fmla="*/ 1611282 w 3644268"/>
                <a:gd name="csY1447" fmla="*/ 96507 h 2262782"/>
                <a:gd name="csX1448" fmla="*/ 1606519 w 3644268"/>
                <a:gd name="csY1448" fmla="*/ 103271 h 2262782"/>
                <a:gd name="csX1449" fmla="*/ 1601687 w 3644268"/>
                <a:gd name="csY1449" fmla="*/ 106702 h 2262782"/>
                <a:gd name="csX1450" fmla="*/ 1596650 w 3644268"/>
                <a:gd name="csY1450" fmla="*/ 107707 h 2262782"/>
                <a:gd name="csX1451" fmla="*/ 1591621 w 3644268"/>
                <a:gd name="csY1451" fmla="*/ 110172 h 2262782"/>
                <a:gd name="csX1452" fmla="*/ 1586257 w 3644268"/>
                <a:gd name="csY1452" fmla="*/ 114448 h 2262782"/>
                <a:gd name="csX1453" fmla="*/ 1580878 w 3644268"/>
                <a:gd name="csY1453" fmla="*/ 117225 h 2262782"/>
                <a:gd name="csX1454" fmla="*/ 1577895 w 3644268"/>
                <a:gd name="csY1454" fmla="*/ 117081 h 2262782"/>
                <a:gd name="csX1455" fmla="*/ 1574928 w 3644268"/>
                <a:gd name="csY1455" fmla="*/ 118108 h 2262782"/>
                <a:gd name="csX1456" fmla="*/ 1568666 w 3644268"/>
                <a:gd name="csY1456" fmla="*/ 124004 h 2262782"/>
                <a:gd name="csX1457" fmla="*/ 1565965 w 3644268"/>
                <a:gd name="csY1457" fmla="*/ 132518 h 2262782"/>
                <a:gd name="csX1458" fmla="*/ 1562260 w 3644268"/>
                <a:gd name="csY1458" fmla="*/ 136946 h 2262782"/>
                <a:gd name="csX1459" fmla="*/ 1561095 w 3644268"/>
                <a:gd name="csY1459" fmla="*/ 139762 h 2262782"/>
                <a:gd name="csX1460" fmla="*/ 1558965 w 3644268"/>
                <a:gd name="csY1460" fmla="*/ 148101 h 2262782"/>
                <a:gd name="csX1461" fmla="*/ 1558585 w 3644268"/>
                <a:gd name="csY1461" fmla="*/ 151989 h 2262782"/>
                <a:gd name="csX1462" fmla="*/ 1562435 w 3644268"/>
                <a:gd name="csY1462" fmla="*/ 153617 h 2262782"/>
                <a:gd name="csX1463" fmla="*/ 1572889 w 3644268"/>
                <a:gd name="csY1463" fmla="*/ 150604 h 2262782"/>
                <a:gd name="csX1464" fmla="*/ 1566878 w 3644268"/>
                <a:gd name="csY1464" fmla="*/ 162321 h 2262782"/>
                <a:gd name="csX1465" fmla="*/ 1563584 w 3644268"/>
                <a:gd name="csY1465" fmla="*/ 173429 h 2262782"/>
                <a:gd name="csX1466" fmla="*/ 1558273 w 3644268"/>
                <a:gd name="csY1466" fmla="*/ 184546 h 2262782"/>
                <a:gd name="csX1467" fmla="*/ 1551197 w 3644268"/>
                <a:gd name="csY1467" fmla="*/ 188974 h 2262782"/>
                <a:gd name="csX1468" fmla="*/ 1543725 w 3644268"/>
                <a:gd name="csY1468" fmla="*/ 191766 h 2262782"/>
                <a:gd name="csX1469" fmla="*/ 1539267 w 3644268"/>
                <a:gd name="csY1469" fmla="*/ 199359 h 2262782"/>
                <a:gd name="csX1470" fmla="*/ 1535767 w 3644268"/>
                <a:gd name="csY1470" fmla="*/ 207029 h 2262782"/>
                <a:gd name="csX1471" fmla="*/ 1538179 w 3644268"/>
                <a:gd name="csY1471" fmla="*/ 218267 h 2262782"/>
                <a:gd name="csX1472" fmla="*/ 1853744 w 3644268"/>
                <a:gd name="csY1472" fmla="*/ 461847 h 2262782"/>
                <a:gd name="csX1473" fmla="*/ 1866260 w 3644268"/>
                <a:gd name="csY1473" fmla="*/ 466424 h 2262782"/>
                <a:gd name="csX1474" fmla="*/ 1873572 w 3644268"/>
                <a:gd name="csY1474" fmla="*/ 466120 h 2262782"/>
                <a:gd name="csX1475" fmla="*/ 1876517 w 3644268"/>
                <a:gd name="csY1475" fmla="*/ 470343 h 2262782"/>
                <a:gd name="csX1476" fmla="*/ 1879179 w 3644268"/>
                <a:gd name="csY1476" fmla="*/ 467779 h 2262782"/>
                <a:gd name="csX1477" fmla="*/ 1881082 w 3644268"/>
                <a:gd name="csY1477" fmla="*/ 462775 h 2262782"/>
                <a:gd name="csX1478" fmla="*/ 1878472 w 3644268"/>
                <a:gd name="csY1478" fmla="*/ 457084 h 2262782"/>
                <a:gd name="csX1479" fmla="*/ 1877079 w 3644268"/>
                <a:gd name="csY1479" fmla="*/ 456689 h 2262782"/>
                <a:gd name="csX1480" fmla="*/ 1857328 w 3644268"/>
                <a:gd name="csY1480" fmla="*/ 458964 h 2262782"/>
                <a:gd name="csX1481" fmla="*/ 1853744 w 3644268"/>
                <a:gd name="csY1481" fmla="*/ 461847 h 2262782"/>
                <a:gd name="csX1482" fmla="*/ 1624520 w 3644268"/>
                <a:gd name="csY1482" fmla="*/ 572937 h 2262782"/>
                <a:gd name="csX1483" fmla="*/ 1626332 w 3644268"/>
                <a:gd name="csY1483" fmla="*/ 575851 h 2262782"/>
                <a:gd name="csX1484" fmla="*/ 1628234 w 3644268"/>
                <a:gd name="csY1484" fmla="*/ 577342 h 2262782"/>
                <a:gd name="csX1485" fmla="*/ 1633286 w 3644268"/>
                <a:gd name="csY1485" fmla="*/ 574725 h 2262782"/>
                <a:gd name="csX1486" fmla="*/ 1635812 w 3644268"/>
                <a:gd name="csY1486" fmla="*/ 575706 h 2262782"/>
                <a:gd name="csX1487" fmla="*/ 1636748 w 3644268"/>
                <a:gd name="csY1487" fmla="*/ 574268 h 2262782"/>
                <a:gd name="csX1488" fmla="*/ 1637432 w 3644268"/>
                <a:gd name="csY1488" fmla="*/ 572427 h 2262782"/>
                <a:gd name="csX1489" fmla="*/ 1640400 w 3644268"/>
                <a:gd name="csY1489" fmla="*/ 568181 h 2262782"/>
                <a:gd name="csX1490" fmla="*/ 1643321 w 3644268"/>
                <a:gd name="csY1490" fmla="*/ 562597 h 2262782"/>
                <a:gd name="csX1491" fmla="*/ 1643337 w 3644268"/>
                <a:gd name="csY1491" fmla="*/ 560253 h 2262782"/>
                <a:gd name="csX1492" fmla="*/ 1642621 w 3644268"/>
                <a:gd name="csY1492" fmla="*/ 555300 h 2262782"/>
                <a:gd name="csX1493" fmla="*/ 1628218 w 3644268"/>
                <a:gd name="csY1493" fmla="*/ 565663 h 2262782"/>
                <a:gd name="csX1494" fmla="*/ 1618959 w 3644268"/>
                <a:gd name="csY1494" fmla="*/ 569589 h 2262782"/>
                <a:gd name="csX1495" fmla="*/ 1615748 w 3644268"/>
                <a:gd name="csY1495" fmla="*/ 573165 h 2262782"/>
                <a:gd name="csX1496" fmla="*/ 1617757 w 3644268"/>
                <a:gd name="csY1496" fmla="*/ 573865 h 2262782"/>
                <a:gd name="csX1497" fmla="*/ 1624520 w 3644268"/>
                <a:gd name="csY1497" fmla="*/ 572937 h 2262782"/>
                <a:gd name="csX1498" fmla="*/ 1502700 w 3644268"/>
                <a:gd name="csY1498" fmla="*/ 106900 h 2262782"/>
                <a:gd name="csX1499" fmla="*/ 1529330 w 3644268"/>
                <a:gd name="csY1499" fmla="*/ 113695 h 2262782"/>
                <a:gd name="csX1500" fmla="*/ 1536680 w 3644268"/>
                <a:gd name="csY1500" fmla="*/ 103020 h 2262782"/>
                <a:gd name="csX1501" fmla="*/ 1534770 w 3644268"/>
                <a:gd name="csY1501" fmla="*/ 97078 h 2262782"/>
                <a:gd name="csX1502" fmla="*/ 1526895 w 3644268"/>
                <a:gd name="csY1502" fmla="*/ 94962 h 2262782"/>
                <a:gd name="csX1503" fmla="*/ 1504709 w 3644268"/>
                <a:gd name="csY1503" fmla="*/ 92923 h 2262782"/>
                <a:gd name="csX1504" fmla="*/ 1501102 w 3644268"/>
                <a:gd name="csY1504" fmla="*/ 98919 h 2262782"/>
                <a:gd name="csX1505" fmla="*/ 1501498 w 3644268"/>
                <a:gd name="csY1505" fmla="*/ 101970 h 2262782"/>
                <a:gd name="csX1506" fmla="*/ 1502700 w 3644268"/>
                <a:gd name="csY1506" fmla="*/ 106900 h 2262782"/>
                <a:gd name="csX1507" fmla="*/ 2484365 w 3644268"/>
                <a:gd name="csY1507" fmla="*/ 717492 h 2262782"/>
                <a:gd name="csX1508" fmla="*/ 2485902 w 3644268"/>
                <a:gd name="csY1508" fmla="*/ 715049 h 2262782"/>
                <a:gd name="csX1509" fmla="*/ 2484722 w 3644268"/>
                <a:gd name="csY1509" fmla="*/ 710986 h 2262782"/>
                <a:gd name="csX1510" fmla="*/ 2485111 w 3644268"/>
                <a:gd name="csY1510" fmla="*/ 707935 h 2262782"/>
                <a:gd name="csX1511" fmla="*/ 2489075 w 3644268"/>
                <a:gd name="csY1511" fmla="*/ 700776 h 2262782"/>
                <a:gd name="csX1512" fmla="*/ 2488184 w 3644268"/>
                <a:gd name="csY1512" fmla="*/ 699056 h 2262782"/>
                <a:gd name="csX1513" fmla="*/ 2483429 w 3644268"/>
                <a:gd name="csY1513" fmla="*/ 693129 h 2262782"/>
                <a:gd name="csX1514" fmla="*/ 2482250 w 3644268"/>
                <a:gd name="csY1514" fmla="*/ 690116 h 2262782"/>
                <a:gd name="csX1515" fmla="*/ 2480941 w 3644268"/>
                <a:gd name="csY1515" fmla="*/ 684105 h 2262782"/>
                <a:gd name="csX1516" fmla="*/ 2479031 w 3644268"/>
                <a:gd name="csY1516" fmla="*/ 680027 h 2262782"/>
                <a:gd name="csX1517" fmla="*/ 2477221 w 3644268"/>
                <a:gd name="csY1517" fmla="*/ 686898 h 2262782"/>
                <a:gd name="csX1518" fmla="*/ 2476460 w 3644268"/>
                <a:gd name="csY1518" fmla="*/ 691782 h 2262782"/>
                <a:gd name="csX1519" fmla="*/ 2476095 w 3644268"/>
                <a:gd name="csY1519" fmla="*/ 698120 h 2262782"/>
                <a:gd name="csX1520" fmla="*/ 2476764 w 3644268"/>
                <a:gd name="csY1520" fmla="*/ 703271 h 2262782"/>
                <a:gd name="csX1521" fmla="*/ 2475288 w 3644268"/>
                <a:gd name="csY1521" fmla="*/ 710165 h 2262782"/>
                <a:gd name="csX1522" fmla="*/ 2474215 w 3644268"/>
                <a:gd name="csY1522" fmla="*/ 712942 h 2262782"/>
                <a:gd name="csX1523" fmla="*/ 2473759 w 3644268"/>
                <a:gd name="csY1523" fmla="*/ 719188 h 2262782"/>
                <a:gd name="csX1524" fmla="*/ 2480036 w 3644268"/>
                <a:gd name="csY1524" fmla="*/ 719828 h 2262782"/>
                <a:gd name="csX1525" fmla="*/ 2484365 w 3644268"/>
                <a:gd name="csY1525" fmla="*/ 717492 h 2262782"/>
                <a:gd name="csX1526" fmla="*/ 2506955 w 3644268"/>
                <a:gd name="csY1526" fmla="*/ 732191 h 2262782"/>
                <a:gd name="csX1527" fmla="*/ 2511474 w 3644268"/>
                <a:gd name="csY1527" fmla="*/ 741474 h 2262782"/>
                <a:gd name="csX1528" fmla="*/ 2516366 w 3644268"/>
                <a:gd name="csY1528" fmla="*/ 747241 h 2262782"/>
                <a:gd name="csX1529" fmla="*/ 2518954 w 3644268"/>
                <a:gd name="csY1529" fmla="*/ 748367 h 2262782"/>
                <a:gd name="csX1530" fmla="*/ 2521411 w 3644268"/>
                <a:gd name="csY1530" fmla="*/ 751015 h 2262782"/>
                <a:gd name="csX1531" fmla="*/ 2526357 w 3644268"/>
                <a:gd name="csY1531" fmla="*/ 762329 h 2262782"/>
                <a:gd name="csX1532" fmla="*/ 2528198 w 3644268"/>
                <a:gd name="csY1532" fmla="*/ 765913 h 2262782"/>
                <a:gd name="csX1533" fmla="*/ 2530146 w 3644268"/>
                <a:gd name="csY1533" fmla="*/ 768317 h 2262782"/>
                <a:gd name="csX1534" fmla="*/ 2546656 w 3644268"/>
                <a:gd name="csY1534" fmla="*/ 776146 h 2262782"/>
                <a:gd name="csX1535" fmla="*/ 2549137 w 3644268"/>
                <a:gd name="csY1535" fmla="*/ 778353 h 2262782"/>
                <a:gd name="csX1536" fmla="*/ 2551640 w 3644268"/>
                <a:gd name="csY1536" fmla="*/ 779730 h 2262782"/>
                <a:gd name="csX1537" fmla="*/ 2554120 w 3644268"/>
                <a:gd name="csY1537" fmla="*/ 779479 h 2262782"/>
                <a:gd name="csX1538" fmla="*/ 2556479 w 3644268"/>
                <a:gd name="csY1538" fmla="*/ 777280 h 2262782"/>
                <a:gd name="csX1539" fmla="*/ 2558708 w 3644268"/>
                <a:gd name="csY1539" fmla="*/ 772228 h 2262782"/>
                <a:gd name="csX1540" fmla="*/ 2560466 w 3644268"/>
                <a:gd name="csY1540" fmla="*/ 765022 h 2262782"/>
                <a:gd name="csX1541" fmla="*/ 2561227 w 3644268"/>
                <a:gd name="csY1541" fmla="*/ 759605 h 2262782"/>
                <a:gd name="csX1542" fmla="*/ 2562467 w 3644268"/>
                <a:gd name="csY1542" fmla="*/ 756196 h 2262782"/>
                <a:gd name="csX1543" fmla="*/ 2564072 w 3644268"/>
                <a:gd name="csY1543" fmla="*/ 754675 h 2262782"/>
                <a:gd name="csX1544" fmla="*/ 2565723 w 3644268"/>
                <a:gd name="csY1544" fmla="*/ 754705 h 2262782"/>
                <a:gd name="csX1545" fmla="*/ 2571118 w 3644268"/>
                <a:gd name="csY1545" fmla="*/ 760366 h 2262782"/>
                <a:gd name="csX1546" fmla="*/ 2576604 w 3644268"/>
                <a:gd name="csY1546" fmla="*/ 764277 h 2262782"/>
                <a:gd name="csX1547" fmla="*/ 2580796 w 3644268"/>
                <a:gd name="csY1547" fmla="*/ 763531 h 2262782"/>
                <a:gd name="csX1548" fmla="*/ 2584996 w 3644268"/>
                <a:gd name="csY1548" fmla="*/ 761423 h 2262782"/>
                <a:gd name="csX1549" fmla="*/ 2598866 w 3644268"/>
                <a:gd name="csY1549" fmla="*/ 758038 h 2262782"/>
                <a:gd name="csX1550" fmla="*/ 2603553 w 3644268"/>
                <a:gd name="csY1550" fmla="*/ 756067 h 2262782"/>
                <a:gd name="csX1551" fmla="*/ 2608217 w 3644268"/>
                <a:gd name="csY1551" fmla="*/ 753153 h 2262782"/>
                <a:gd name="csX1552" fmla="*/ 2613323 w 3644268"/>
                <a:gd name="csY1552" fmla="*/ 752438 h 2262782"/>
                <a:gd name="csX1553" fmla="*/ 2615719 w 3644268"/>
                <a:gd name="csY1553" fmla="*/ 755755 h 2262782"/>
                <a:gd name="csX1554" fmla="*/ 2617523 w 3644268"/>
                <a:gd name="csY1554" fmla="*/ 759970 h 2262782"/>
                <a:gd name="csX1555" fmla="*/ 2619722 w 3644268"/>
                <a:gd name="csY1555" fmla="*/ 764033 h 2262782"/>
                <a:gd name="csX1556" fmla="*/ 2621669 w 3644268"/>
                <a:gd name="csY1556" fmla="*/ 765776 h 2262782"/>
                <a:gd name="csX1557" fmla="*/ 2623686 w 3644268"/>
                <a:gd name="csY1557" fmla="*/ 766437 h 2262782"/>
                <a:gd name="csX1558" fmla="*/ 2626957 w 3644268"/>
                <a:gd name="csY1558" fmla="*/ 765053 h 2262782"/>
                <a:gd name="csX1559" fmla="*/ 2630206 w 3644268"/>
                <a:gd name="csY1559" fmla="*/ 762572 h 2262782"/>
                <a:gd name="csX1560" fmla="*/ 2637678 w 3644268"/>
                <a:gd name="csY1560" fmla="*/ 754165 h 2262782"/>
                <a:gd name="csX1561" fmla="*/ 2633440 w 3644268"/>
                <a:gd name="csY1561" fmla="*/ 746564 h 2262782"/>
                <a:gd name="csX1562" fmla="*/ 2628471 w 3644268"/>
                <a:gd name="csY1562" fmla="*/ 743193 h 2262782"/>
                <a:gd name="csX1563" fmla="*/ 2626751 w 3644268"/>
                <a:gd name="csY1563" fmla="*/ 740683 h 2262782"/>
                <a:gd name="csX1564" fmla="*/ 2619242 w 3644268"/>
                <a:gd name="csY1564" fmla="*/ 722848 h 2262782"/>
                <a:gd name="csX1565" fmla="*/ 2617827 w 3644268"/>
                <a:gd name="csY1565" fmla="*/ 718915 h 2262782"/>
                <a:gd name="csX1566" fmla="*/ 2616808 w 3644268"/>
                <a:gd name="csY1566" fmla="*/ 713413 h 2262782"/>
                <a:gd name="csX1567" fmla="*/ 2615423 w 3644268"/>
                <a:gd name="csY1567" fmla="*/ 696028 h 2262782"/>
                <a:gd name="csX1568" fmla="*/ 2620155 w 3644268"/>
                <a:gd name="csY1568" fmla="*/ 693342 h 2262782"/>
                <a:gd name="csX1569" fmla="*/ 2625359 w 3644268"/>
                <a:gd name="csY1569" fmla="*/ 690816 h 2262782"/>
                <a:gd name="csX1570" fmla="*/ 2633698 w 3644268"/>
                <a:gd name="csY1570" fmla="*/ 691478 h 2262782"/>
                <a:gd name="csX1571" fmla="*/ 2634992 w 3644268"/>
                <a:gd name="csY1571" fmla="*/ 696089 h 2262782"/>
                <a:gd name="csX1572" fmla="*/ 2634642 w 3644268"/>
                <a:gd name="csY1572" fmla="*/ 698379 h 2262782"/>
                <a:gd name="csX1573" fmla="*/ 2632108 w 3644268"/>
                <a:gd name="csY1573" fmla="*/ 703659 h 2262782"/>
                <a:gd name="csX1574" fmla="*/ 2629270 w 3644268"/>
                <a:gd name="csY1574" fmla="*/ 705988 h 2262782"/>
                <a:gd name="csX1575" fmla="*/ 2628525 w 3644268"/>
                <a:gd name="csY1575" fmla="*/ 714144 h 2262782"/>
                <a:gd name="csX1576" fmla="*/ 2629164 w 3644268"/>
                <a:gd name="csY1576" fmla="*/ 723563 h 2262782"/>
                <a:gd name="csX1577" fmla="*/ 2631096 w 3644268"/>
                <a:gd name="csY1577" fmla="*/ 729437 h 2262782"/>
                <a:gd name="csX1578" fmla="*/ 2633272 w 3644268"/>
                <a:gd name="csY1578" fmla="*/ 733660 h 2262782"/>
                <a:gd name="csX1579" fmla="*/ 2638568 w 3644268"/>
                <a:gd name="csY1579" fmla="*/ 742044 h 2262782"/>
                <a:gd name="csX1580" fmla="*/ 2643392 w 3644268"/>
                <a:gd name="csY1580" fmla="*/ 744875 h 2262782"/>
                <a:gd name="csX1581" fmla="*/ 2648307 w 3644268"/>
                <a:gd name="csY1581" fmla="*/ 744776 h 2262782"/>
                <a:gd name="csX1582" fmla="*/ 2656714 w 3644268"/>
                <a:gd name="csY1582" fmla="*/ 748032 h 2262782"/>
                <a:gd name="csX1583" fmla="*/ 2660906 w 3644268"/>
                <a:gd name="csY1583" fmla="*/ 746830 h 2262782"/>
                <a:gd name="csX1584" fmla="*/ 2665000 w 3644268"/>
                <a:gd name="csY1584" fmla="*/ 743262 h 2262782"/>
                <a:gd name="csX1585" fmla="*/ 2675157 w 3644268"/>
                <a:gd name="csY1585" fmla="*/ 729346 h 2262782"/>
                <a:gd name="csX1586" fmla="*/ 2673681 w 3644268"/>
                <a:gd name="csY1586" fmla="*/ 724674 h 2262782"/>
                <a:gd name="csX1587" fmla="*/ 2671809 w 3644268"/>
                <a:gd name="csY1587" fmla="*/ 721212 h 2262782"/>
                <a:gd name="csX1588" fmla="*/ 2673445 w 3644268"/>
                <a:gd name="csY1588" fmla="*/ 716936 h 2262782"/>
                <a:gd name="csX1589" fmla="*/ 2678147 w 3644268"/>
                <a:gd name="csY1589" fmla="*/ 710674 h 2262782"/>
                <a:gd name="csX1590" fmla="*/ 2685330 w 3644268"/>
                <a:gd name="csY1590" fmla="*/ 707197 h 2262782"/>
                <a:gd name="csX1591" fmla="*/ 2684257 w 3644268"/>
                <a:gd name="csY1591" fmla="*/ 704329 h 2262782"/>
                <a:gd name="csX1592" fmla="*/ 2683093 w 3644268"/>
                <a:gd name="csY1592" fmla="*/ 702480 h 2262782"/>
                <a:gd name="csX1593" fmla="*/ 2649585 w 3644268"/>
                <a:gd name="csY1593" fmla="*/ 678407 h 2262782"/>
                <a:gd name="csX1594" fmla="*/ 2646892 w 3644268"/>
                <a:gd name="csY1594" fmla="*/ 678696 h 2262782"/>
                <a:gd name="csX1595" fmla="*/ 2641581 w 3644268"/>
                <a:gd name="csY1595" fmla="*/ 682021 h 2262782"/>
                <a:gd name="csX1596" fmla="*/ 2638887 w 3644268"/>
                <a:gd name="csY1596" fmla="*/ 682781 h 2262782"/>
                <a:gd name="csX1597" fmla="*/ 2633371 w 3644268"/>
                <a:gd name="csY1597" fmla="*/ 681625 h 2262782"/>
                <a:gd name="csX1598" fmla="*/ 2627870 w 3644268"/>
                <a:gd name="csY1598" fmla="*/ 678437 h 2262782"/>
                <a:gd name="csX1599" fmla="*/ 2623404 w 3644268"/>
                <a:gd name="csY1599" fmla="*/ 674922 h 2262782"/>
                <a:gd name="csX1600" fmla="*/ 2613604 w 3644268"/>
                <a:gd name="csY1600" fmla="*/ 662596 h 2262782"/>
                <a:gd name="csX1601" fmla="*/ 2608065 w 3644268"/>
                <a:gd name="csY1601" fmla="*/ 656882 h 2262782"/>
                <a:gd name="csX1602" fmla="*/ 2602579 w 3644268"/>
                <a:gd name="csY1602" fmla="*/ 654287 h 2262782"/>
                <a:gd name="csX1603" fmla="*/ 2598608 w 3644268"/>
                <a:gd name="csY1603" fmla="*/ 660808 h 2262782"/>
                <a:gd name="csX1604" fmla="*/ 2592916 w 3644268"/>
                <a:gd name="csY1604" fmla="*/ 667420 h 2262782"/>
                <a:gd name="csX1605" fmla="*/ 2591905 w 3644268"/>
                <a:gd name="csY1605" fmla="*/ 669573 h 2262782"/>
                <a:gd name="csX1606" fmla="*/ 2591151 w 3644268"/>
                <a:gd name="csY1606" fmla="*/ 672837 h 2262782"/>
                <a:gd name="csX1607" fmla="*/ 2590634 w 3644268"/>
                <a:gd name="csY1607" fmla="*/ 678140 h 2262782"/>
                <a:gd name="csX1608" fmla="*/ 2590649 w 3644268"/>
                <a:gd name="csY1608" fmla="*/ 684060 h 2262782"/>
                <a:gd name="csX1609" fmla="*/ 2590946 w 3644268"/>
                <a:gd name="csY1609" fmla="*/ 688343 h 2262782"/>
                <a:gd name="csX1610" fmla="*/ 2591030 w 3644268"/>
                <a:gd name="csY1610" fmla="*/ 692597 h 2262782"/>
                <a:gd name="csX1611" fmla="*/ 2589858 w 3644268"/>
                <a:gd name="csY1611" fmla="*/ 696774 h 2262782"/>
                <a:gd name="csX1612" fmla="*/ 2588290 w 3644268"/>
                <a:gd name="csY1612" fmla="*/ 698607 h 2262782"/>
                <a:gd name="csX1613" fmla="*/ 2584897 w 3644268"/>
                <a:gd name="csY1613" fmla="*/ 698310 h 2262782"/>
                <a:gd name="csX1614" fmla="*/ 2583733 w 3644268"/>
                <a:gd name="csY1614" fmla="*/ 697466 h 2262782"/>
                <a:gd name="csX1615" fmla="*/ 2582554 w 3644268"/>
                <a:gd name="csY1615" fmla="*/ 695807 h 2262782"/>
                <a:gd name="csX1616" fmla="*/ 2581473 w 3644268"/>
                <a:gd name="csY1616" fmla="*/ 693510 h 2262782"/>
                <a:gd name="csX1617" fmla="*/ 2579175 w 3644268"/>
                <a:gd name="csY1617" fmla="*/ 684318 h 2262782"/>
                <a:gd name="csX1618" fmla="*/ 2576733 w 3644268"/>
                <a:gd name="csY1618" fmla="*/ 682005 h 2262782"/>
                <a:gd name="csX1619" fmla="*/ 2574116 w 3644268"/>
                <a:gd name="csY1619" fmla="*/ 683101 h 2262782"/>
                <a:gd name="csX1620" fmla="*/ 2571909 w 3644268"/>
                <a:gd name="csY1620" fmla="*/ 681435 h 2262782"/>
                <a:gd name="csX1621" fmla="*/ 2565396 w 3644268"/>
                <a:gd name="csY1621" fmla="*/ 670562 h 2262782"/>
                <a:gd name="csX1622" fmla="*/ 2560808 w 3644268"/>
                <a:gd name="csY1622" fmla="*/ 665244 h 2262782"/>
                <a:gd name="csX1623" fmla="*/ 2554029 w 3644268"/>
                <a:gd name="csY1623" fmla="*/ 659286 h 2262782"/>
                <a:gd name="csX1624" fmla="*/ 2551845 w 3644268"/>
                <a:gd name="csY1624" fmla="*/ 656836 h 2262782"/>
                <a:gd name="csX1625" fmla="*/ 2549890 w 3644268"/>
                <a:gd name="csY1625" fmla="*/ 652225 h 2262782"/>
                <a:gd name="csX1626" fmla="*/ 2547798 w 3644268"/>
                <a:gd name="csY1626" fmla="*/ 648954 h 2262782"/>
                <a:gd name="csX1627" fmla="*/ 2545545 w 3644268"/>
                <a:gd name="csY1627" fmla="*/ 648687 h 2262782"/>
                <a:gd name="csX1628" fmla="*/ 2537359 w 3644268"/>
                <a:gd name="csY1628" fmla="*/ 654896 h 2262782"/>
                <a:gd name="csX1629" fmla="*/ 2532595 w 3644268"/>
                <a:gd name="csY1629" fmla="*/ 656243 h 2262782"/>
                <a:gd name="csX1630" fmla="*/ 2530214 w 3644268"/>
                <a:gd name="csY1630" fmla="*/ 659301 h 2262782"/>
                <a:gd name="csX1631" fmla="*/ 2528989 w 3644268"/>
                <a:gd name="csY1631" fmla="*/ 662246 h 2262782"/>
                <a:gd name="csX1632" fmla="*/ 2527673 w 3644268"/>
                <a:gd name="csY1632" fmla="*/ 663973 h 2262782"/>
                <a:gd name="csX1633" fmla="*/ 2523344 w 3644268"/>
                <a:gd name="csY1633" fmla="*/ 665038 h 2262782"/>
                <a:gd name="csX1634" fmla="*/ 2520163 w 3644268"/>
                <a:gd name="csY1634" fmla="*/ 667465 h 2262782"/>
                <a:gd name="csX1635" fmla="*/ 2518778 w 3644268"/>
                <a:gd name="csY1635" fmla="*/ 670372 h 2262782"/>
                <a:gd name="csX1636" fmla="*/ 2517508 w 3644268"/>
                <a:gd name="csY1636" fmla="*/ 674366 h 2262782"/>
                <a:gd name="csX1637" fmla="*/ 2519486 w 3644268"/>
                <a:gd name="csY1637" fmla="*/ 681906 h 2262782"/>
                <a:gd name="csX1638" fmla="*/ 2521890 w 3644268"/>
                <a:gd name="csY1638" fmla="*/ 687453 h 2262782"/>
                <a:gd name="csX1639" fmla="*/ 2514457 w 3644268"/>
                <a:gd name="csY1639" fmla="*/ 685543 h 2262782"/>
                <a:gd name="csX1640" fmla="*/ 2512547 w 3644268"/>
                <a:gd name="csY1640" fmla="*/ 688336 h 2262782"/>
                <a:gd name="csX1641" fmla="*/ 2511398 w 3644268"/>
                <a:gd name="csY1641" fmla="*/ 705135 h 2262782"/>
                <a:gd name="csX1642" fmla="*/ 2512996 w 3644268"/>
                <a:gd name="csY1642" fmla="*/ 722620 h 2262782"/>
                <a:gd name="csX1643" fmla="*/ 2510348 w 3644268"/>
                <a:gd name="csY1643" fmla="*/ 722787 h 2262782"/>
                <a:gd name="csX1644" fmla="*/ 2506422 w 3644268"/>
                <a:gd name="csY1644" fmla="*/ 721205 h 2262782"/>
                <a:gd name="csX1645" fmla="*/ 2505677 w 3644268"/>
                <a:gd name="csY1645" fmla="*/ 724560 h 2262782"/>
                <a:gd name="csX1646" fmla="*/ 2505996 w 3644268"/>
                <a:gd name="csY1646" fmla="*/ 729201 h 2262782"/>
                <a:gd name="csX1647" fmla="*/ 2506955 w 3644268"/>
                <a:gd name="csY1647" fmla="*/ 732191 h 2262782"/>
                <a:gd name="csX1648" fmla="*/ 3011852 w 3644268"/>
                <a:gd name="csY1648" fmla="*/ 1057701 h 2262782"/>
                <a:gd name="csX1649" fmla="*/ 3013290 w 3644268"/>
                <a:gd name="csY1649" fmla="*/ 1056605 h 2262782"/>
                <a:gd name="csX1650" fmla="*/ 3011715 w 3644268"/>
                <a:gd name="csY1650" fmla="*/ 1052649 h 2262782"/>
                <a:gd name="csX1651" fmla="*/ 3010018 w 3644268"/>
                <a:gd name="csY1651" fmla="*/ 1050024 h 2262782"/>
                <a:gd name="csX1652" fmla="*/ 3007515 w 3644268"/>
                <a:gd name="csY1652" fmla="*/ 1049354 h 2262782"/>
                <a:gd name="csX1653" fmla="*/ 3007348 w 3644268"/>
                <a:gd name="csY1653" fmla="*/ 1050100 h 2262782"/>
                <a:gd name="csX1654" fmla="*/ 3007271 w 3644268"/>
                <a:gd name="csY1654" fmla="*/ 1054764 h 2262782"/>
                <a:gd name="csX1655" fmla="*/ 3008717 w 3644268"/>
                <a:gd name="csY1655" fmla="*/ 1056803 h 2262782"/>
                <a:gd name="csX1656" fmla="*/ 3011852 w 3644268"/>
                <a:gd name="csY1656" fmla="*/ 1057701 h 2262782"/>
                <a:gd name="csX1657" fmla="*/ 2767426 w 3644268"/>
                <a:gd name="csY1657" fmla="*/ 605243 h 2262782"/>
                <a:gd name="csX1658" fmla="*/ 2768788 w 3644268"/>
                <a:gd name="csY1658" fmla="*/ 598730 h 2262782"/>
                <a:gd name="csX1659" fmla="*/ 2771741 w 3644268"/>
                <a:gd name="csY1659" fmla="*/ 595473 h 2262782"/>
                <a:gd name="csX1660" fmla="*/ 2757071 w 3644268"/>
                <a:gd name="csY1660" fmla="*/ 598783 h 2262782"/>
                <a:gd name="csX1661" fmla="*/ 2751274 w 3644268"/>
                <a:gd name="csY1661" fmla="*/ 605250 h 2262782"/>
                <a:gd name="csX1662" fmla="*/ 2750216 w 3644268"/>
                <a:gd name="csY1662" fmla="*/ 607913 h 2262782"/>
                <a:gd name="csX1663" fmla="*/ 2766262 w 3644268"/>
                <a:gd name="csY1663" fmla="*/ 606833 h 2262782"/>
                <a:gd name="csX1664" fmla="*/ 2767426 w 3644268"/>
                <a:gd name="csY1664" fmla="*/ 605243 h 2262782"/>
                <a:gd name="csX1665" fmla="*/ 2718755 w 3644268"/>
                <a:gd name="csY1665" fmla="*/ 746564 h 2262782"/>
                <a:gd name="csX1666" fmla="*/ 2723426 w 3644268"/>
                <a:gd name="csY1666" fmla="*/ 751860 h 2262782"/>
                <a:gd name="csX1667" fmla="*/ 2725838 w 3644268"/>
                <a:gd name="csY1667" fmla="*/ 753024 h 2262782"/>
                <a:gd name="csX1668" fmla="*/ 2733736 w 3644268"/>
                <a:gd name="csY1668" fmla="*/ 755108 h 2262782"/>
                <a:gd name="csX1669" fmla="*/ 2736163 w 3644268"/>
                <a:gd name="csY1669" fmla="*/ 757330 h 2262782"/>
                <a:gd name="csX1670" fmla="*/ 2741093 w 3644268"/>
                <a:gd name="csY1670" fmla="*/ 763440 h 2262782"/>
                <a:gd name="csX1671" fmla="*/ 2743672 w 3644268"/>
                <a:gd name="csY1671" fmla="*/ 766019 h 2262782"/>
                <a:gd name="csX1672" fmla="*/ 2748032 w 3644268"/>
                <a:gd name="csY1672" fmla="*/ 768081 h 2262782"/>
                <a:gd name="csX1673" fmla="*/ 2764117 w 3644268"/>
                <a:gd name="csY1673" fmla="*/ 770356 h 2262782"/>
                <a:gd name="csX1674" fmla="*/ 2775788 w 3644268"/>
                <a:gd name="csY1674" fmla="*/ 770348 h 2262782"/>
                <a:gd name="csX1675" fmla="*/ 2780947 w 3644268"/>
                <a:gd name="csY1675" fmla="*/ 768499 h 2262782"/>
                <a:gd name="csX1676" fmla="*/ 2791477 w 3644268"/>
                <a:gd name="csY1676" fmla="*/ 762671 h 2262782"/>
                <a:gd name="csX1677" fmla="*/ 2796788 w 3644268"/>
                <a:gd name="csY1677" fmla="*/ 758403 h 2262782"/>
                <a:gd name="csX1678" fmla="*/ 2798203 w 3644268"/>
                <a:gd name="csY1678" fmla="*/ 756295 h 2262782"/>
                <a:gd name="csX1679" fmla="*/ 2801962 w 3644268"/>
                <a:gd name="csY1679" fmla="*/ 738758 h 2262782"/>
                <a:gd name="csX1680" fmla="*/ 2800562 w 3644268"/>
                <a:gd name="csY1680" fmla="*/ 738271 h 2262782"/>
                <a:gd name="csX1681" fmla="*/ 2799139 w 3644268"/>
                <a:gd name="csY1681" fmla="*/ 738864 h 2262782"/>
                <a:gd name="csX1682" fmla="*/ 2797480 w 3644268"/>
                <a:gd name="csY1682" fmla="*/ 741786 h 2262782"/>
                <a:gd name="csX1683" fmla="*/ 2795731 w 3644268"/>
                <a:gd name="csY1683" fmla="*/ 743475 h 2262782"/>
                <a:gd name="csX1684" fmla="*/ 2793311 w 3644268"/>
                <a:gd name="csY1684" fmla="*/ 740614 h 2262782"/>
                <a:gd name="csX1685" fmla="*/ 2790389 w 3644268"/>
                <a:gd name="csY1685" fmla="*/ 738141 h 2262782"/>
                <a:gd name="csX1686" fmla="*/ 2786623 w 3644268"/>
                <a:gd name="csY1686" fmla="*/ 733530 h 2262782"/>
                <a:gd name="csX1687" fmla="*/ 2776831 w 3644268"/>
                <a:gd name="csY1687" fmla="*/ 731408 h 2262782"/>
                <a:gd name="csX1688" fmla="*/ 2764824 w 3644268"/>
                <a:gd name="csY1688" fmla="*/ 729939 h 2262782"/>
                <a:gd name="csX1689" fmla="*/ 2760746 w 3644268"/>
                <a:gd name="csY1689" fmla="*/ 732785 h 2262782"/>
                <a:gd name="csX1690" fmla="*/ 2754294 w 3644268"/>
                <a:gd name="csY1690" fmla="*/ 732092 h 2262782"/>
                <a:gd name="csX1691" fmla="*/ 2751836 w 3644268"/>
                <a:gd name="csY1691" fmla="*/ 729072 h 2262782"/>
                <a:gd name="csX1692" fmla="*/ 2752141 w 3644268"/>
                <a:gd name="csY1692" fmla="*/ 725968 h 2262782"/>
                <a:gd name="csX1693" fmla="*/ 2752773 w 3644268"/>
                <a:gd name="csY1693" fmla="*/ 723685 h 2262782"/>
                <a:gd name="csX1694" fmla="*/ 2752567 w 3644268"/>
                <a:gd name="csY1694" fmla="*/ 719379 h 2262782"/>
                <a:gd name="csX1695" fmla="*/ 2750931 w 3644268"/>
                <a:gd name="csY1695" fmla="*/ 717172 h 2262782"/>
                <a:gd name="csX1696" fmla="*/ 2730959 w 3644268"/>
                <a:gd name="csY1696" fmla="*/ 714882 h 2262782"/>
                <a:gd name="csX1697" fmla="*/ 2729817 w 3644268"/>
                <a:gd name="csY1697" fmla="*/ 715095 h 2262782"/>
                <a:gd name="csX1698" fmla="*/ 2721638 w 3644268"/>
                <a:gd name="csY1698" fmla="*/ 721334 h 2262782"/>
                <a:gd name="csX1699" fmla="*/ 2715978 w 3644268"/>
                <a:gd name="csY1699" fmla="*/ 720786 h 2262782"/>
                <a:gd name="csX1700" fmla="*/ 2714973 w 3644268"/>
                <a:gd name="csY1700" fmla="*/ 715879 h 2262782"/>
                <a:gd name="csX1701" fmla="*/ 2715034 w 3644268"/>
                <a:gd name="csY1701" fmla="*/ 708917 h 2262782"/>
                <a:gd name="csX1702" fmla="*/ 2710469 w 3644268"/>
                <a:gd name="csY1702" fmla="*/ 702815 h 2262782"/>
                <a:gd name="csX1703" fmla="*/ 2708361 w 3644268"/>
                <a:gd name="csY1703" fmla="*/ 704839 h 2262782"/>
                <a:gd name="csX1704" fmla="*/ 2706315 w 3644268"/>
                <a:gd name="csY1704" fmla="*/ 711435 h 2262782"/>
                <a:gd name="csX1705" fmla="*/ 2704496 w 3644268"/>
                <a:gd name="csY1705" fmla="*/ 718838 h 2262782"/>
                <a:gd name="csX1706" fmla="*/ 2702967 w 3644268"/>
                <a:gd name="csY1706" fmla="*/ 727116 h 2262782"/>
                <a:gd name="csX1707" fmla="*/ 2702168 w 3644268"/>
                <a:gd name="csY1707" fmla="*/ 735265 h 2262782"/>
                <a:gd name="csX1708" fmla="*/ 2714022 w 3644268"/>
                <a:gd name="csY1708" fmla="*/ 742273 h 2262782"/>
                <a:gd name="csX1709" fmla="*/ 2718755 w 3644268"/>
                <a:gd name="csY1709" fmla="*/ 746564 h 2262782"/>
                <a:gd name="csX1710" fmla="*/ 2846030 w 3644268"/>
                <a:gd name="csY1710" fmla="*/ 655657 h 2262782"/>
                <a:gd name="csX1711" fmla="*/ 2845559 w 3644268"/>
                <a:gd name="csY1711" fmla="*/ 651936 h 2262782"/>
                <a:gd name="csX1712" fmla="*/ 2844942 w 3644268"/>
                <a:gd name="csY1712" fmla="*/ 649996 h 2262782"/>
                <a:gd name="csX1713" fmla="*/ 2844182 w 3644268"/>
                <a:gd name="csY1713" fmla="*/ 649136 h 2262782"/>
                <a:gd name="csX1714" fmla="*/ 2840841 w 3644268"/>
                <a:gd name="csY1714" fmla="*/ 650924 h 2262782"/>
                <a:gd name="csX1715" fmla="*/ 2839046 w 3644268"/>
                <a:gd name="csY1715" fmla="*/ 653709 h 2262782"/>
                <a:gd name="csX1716" fmla="*/ 2843908 w 3644268"/>
                <a:gd name="csY1716" fmla="*/ 658853 h 2262782"/>
                <a:gd name="csX1717" fmla="*/ 2846030 w 3644268"/>
                <a:gd name="csY1717" fmla="*/ 655657 h 2262782"/>
                <a:gd name="csX1718" fmla="*/ 3399234 w 3644268"/>
                <a:gd name="csY1718" fmla="*/ 1056643 h 2262782"/>
                <a:gd name="csX1719" fmla="*/ 3400703 w 3644268"/>
                <a:gd name="csY1719" fmla="*/ 1056354 h 2262782"/>
                <a:gd name="csX1720" fmla="*/ 3406912 w 3644268"/>
                <a:gd name="csY1720" fmla="*/ 1052854 h 2262782"/>
                <a:gd name="csX1721" fmla="*/ 3417495 w 3644268"/>
                <a:gd name="csY1721" fmla="*/ 1051637 h 2262782"/>
                <a:gd name="csX1722" fmla="*/ 3422478 w 3644268"/>
                <a:gd name="csY1722" fmla="*/ 1046623 h 2262782"/>
                <a:gd name="csX1723" fmla="*/ 3425012 w 3644268"/>
                <a:gd name="csY1723" fmla="*/ 1045489 h 2262782"/>
                <a:gd name="csX1724" fmla="*/ 3430688 w 3644268"/>
                <a:gd name="csY1724" fmla="*/ 1046889 h 2262782"/>
                <a:gd name="csX1725" fmla="*/ 3435550 w 3644268"/>
                <a:gd name="csY1725" fmla="*/ 1050047 h 2262782"/>
                <a:gd name="csX1726" fmla="*/ 3437490 w 3644268"/>
                <a:gd name="csY1726" fmla="*/ 1050336 h 2262782"/>
                <a:gd name="csX1727" fmla="*/ 3443022 w 3644268"/>
                <a:gd name="csY1727" fmla="*/ 1048974 h 2262782"/>
                <a:gd name="csX1728" fmla="*/ 3456451 w 3644268"/>
                <a:gd name="csY1728" fmla="*/ 1044066 h 2262782"/>
                <a:gd name="csX1729" fmla="*/ 3466395 w 3644268"/>
                <a:gd name="csY1729" fmla="*/ 1042286 h 2262782"/>
                <a:gd name="csX1730" fmla="*/ 3471538 w 3644268"/>
                <a:gd name="csY1730" fmla="*/ 1040597 h 2262782"/>
                <a:gd name="csX1731" fmla="*/ 3477907 w 3644268"/>
                <a:gd name="csY1731" fmla="*/ 1034053 h 2262782"/>
                <a:gd name="csX1732" fmla="*/ 3478440 w 3644268"/>
                <a:gd name="csY1732" fmla="*/ 1030591 h 2262782"/>
                <a:gd name="csX1733" fmla="*/ 3477717 w 3644268"/>
                <a:gd name="csY1733" fmla="*/ 1027677 h 2262782"/>
                <a:gd name="csX1734" fmla="*/ 3476606 w 3644268"/>
                <a:gd name="csY1734" fmla="*/ 1026437 h 2262782"/>
                <a:gd name="csX1735" fmla="*/ 3471637 w 3644268"/>
                <a:gd name="csY1735" fmla="*/ 1022557 h 2262782"/>
                <a:gd name="csX1736" fmla="*/ 3468267 w 3644268"/>
                <a:gd name="csY1736" fmla="*/ 1019179 h 2262782"/>
                <a:gd name="csX1737" fmla="*/ 3466524 w 3644268"/>
                <a:gd name="csY1737" fmla="*/ 1016029 h 2262782"/>
                <a:gd name="csX1738" fmla="*/ 3464874 w 3644268"/>
                <a:gd name="csY1738" fmla="*/ 1014165 h 2262782"/>
                <a:gd name="csX1739" fmla="*/ 3463146 w 3644268"/>
                <a:gd name="csY1739" fmla="*/ 1013077 h 2262782"/>
                <a:gd name="csX1740" fmla="*/ 3460179 w 3644268"/>
                <a:gd name="csY1740" fmla="*/ 1009881 h 2262782"/>
                <a:gd name="csX1741" fmla="*/ 3458353 w 3644268"/>
                <a:gd name="csY1741" fmla="*/ 1009075 h 2262782"/>
                <a:gd name="csX1742" fmla="*/ 3449010 w 3644268"/>
                <a:gd name="csY1742" fmla="*/ 1006655 h 2262782"/>
                <a:gd name="csX1743" fmla="*/ 3446499 w 3644268"/>
                <a:gd name="csY1743" fmla="*/ 1005559 h 2262782"/>
                <a:gd name="csX1744" fmla="*/ 3443988 w 3644268"/>
                <a:gd name="csY1744" fmla="*/ 1005354 h 2262782"/>
                <a:gd name="csX1745" fmla="*/ 3440899 w 3644268"/>
                <a:gd name="csY1745" fmla="*/ 1007005 h 2262782"/>
                <a:gd name="csX1746" fmla="*/ 3437787 w 3644268"/>
                <a:gd name="csY1746" fmla="*/ 1007347 h 2262782"/>
                <a:gd name="csX1747" fmla="*/ 3434713 w 3644268"/>
                <a:gd name="csY1747" fmla="*/ 1006282 h 2262782"/>
                <a:gd name="csX1748" fmla="*/ 3431624 w 3644268"/>
                <a:gd name="csY1748" fmla="*/ 1006586 h 2262782"/>
                <a:gd name="csX1749" fmla="*/ 3428337 w 3644268"/>
                <a:gd name="csY1749" fmla="*/ 1008405 h 2262782"/>
                <a:gd name="csX1750" fmla="*/ 3425020 w 3644268"/>
                <a:gd name="csY1750" fmla="*/ 1009295 h 2262782"/>
                <a:gd name="csX1751" fmla="*/ 3422600 w 3644268"/>
                <a:gd name="csY1751" fmla="*/ 1010261 h 2262782"/>
                <a:gd name="csX1752" fmla="*/ 3418956 w 3644268"/>
                <a:gd name="csY1752" fmla="*/ 1014104 h 2262782"/>
                <a:gd name="csX1753" fmla="*/ 3415357 w 3644268"/>
                <a:gd name="csY1753" fmla="*/ 1015352 h 2262782"/>
                <a:gd name="csX1754" fmla="*/ 3408684 w 3644268"/>
                <a:gd name="csY1754" fmla="*/ 1023584 h 2262782"/>
                <a:gd name="csX1755" fmla="*/ 3401334 w 3644268"/>
                <a:gd name="csY1755" fmla="*/ 1029793 h 2262782"/>
                <a:gd name="csX1756" fmla="*/ 3400010 w 3644268"/>
                <a:gd name="csY1756" fmla="*/ 1033315 h 2262782"/>
                <a:gd name="csX1757" fmla="*/ 3396914 w 3644268"/>
                <a:gd name="csY1757" fmla="*/ 1038078 h 2262782"/>
                <a:gd name="csX1758" fmla="*/ 3395727 w 3644268"/>
                <a:gd name="csY1758" fmla="*/ 1041913 h 2262782"/>
                <a:gd name="csX1759" fmla="*/ 3396153 w 3644268"/>
                <a:gd name="csY1759" fmla="*/ 1044979 h 2262782"/>
                <a:gd name="csX1760" fmla="*/ 3399234 w 3644268"/>
                <a:gd name="csY1760" fmla="*/ 1056643 h 2262782"/>
                <a:gd name="csX1761" fmla="*/ 3021979 w 3644268"/>
                <a:gd name="csY1761" fmla="*/ 1158126 h 2262782"/>
                <a:gd name="csX1762" fmla="*/ 3022215 w 3644268"/>
                <a:gd name="csY1762" fmla="*/ 1163330 h 2262782"/>
                <a:gd name="csX1763" fmla="*/ 3023196 w 3644268"/>
                <a:gd name="csY1763" fmla="*/ 1165042 h 2262782"/>
                <a:gd name="csX1764" fmla="*/ 3027069 w 3644268"/>
                <a:gd name="csY1764" fmla="*/ 1167264 h 2262782"/>
                <a:gd name="csX1765" fmla="*/ 3029139 w 3644268"/>
                <a:gd name="csY1765" fmla="*/ 1170178 h 2262782"/>
                <a:gd name="csX1766" fmla="*/ 3029032 w 3644268"/>
                <a:gd name="csY1766" fmla="*/ 1171936 h 2262782"/>
                <a:gd name="csX1767" fmla="*/ 3028309 w 3644268"/>
                <a:gd name="csY1767" fmla="*/ 1175877 h 2262782"/>
                <a:gd name="csX1768" fmla="*/ 3029260 w 3644268"/>
                <a:gd name="csY1768" fmla="*/ 1175801 h 2262782"/>
                <a:gd name="csX1769" fmla="*/ 3030105 w 3644268"/>
                <a:gd name="csY1769" fmla="*/ 1174226 h 2262782"/>
                <a:gd name="csX1770" fmla="*/ 3030326 w 3644268"/>
                <a:gd name="csY1770" fmla="*/ 1171730 h 2262782"/>
                <a:gd name="csX1771" fmla="*/ 3029846 w 3644268"/>
                <a:gd name="csY1771" fmla="*/ 1168968 h 2262782"/>
                <a:gd name="csX1772" fmla="*/ 3027700 w 3644268"/>
                <a:gd name="csY1772" fmla="*/ 1163574 h 2262782"/>
                <a:gd name="csX1773" fmla="*/ 3027343 w 3644268"/>
                <a:gd name="csY1773" fmla="*/ 1158301 h 2262782"/>
                <a:gd name="csX1774" fmla="*/ 3027236 w 3644268"/>
                <a:gd name="csY1774" fmla="*/ 1152382 h 2262782"/>
                <a:gd name="csX1775" fmla="*/ 3026772 w 3644268"/>
                <a:gd name="csY1775" fmla="*/ 1147756 h 2262782"/>
                <a:gd name="csX1776" fmla="*/ 3027267 w 3644268"/>
                <a:gd name="csY1776" fmla="*/ 1145062 h 2262782"/>
                <a:gd name="csX1777" fmla="*/ 3030812 w 3644268"/>
                <a:gd name="csY1777" fmla="*/ 1143678 h 2262782"/>
                <a:gd name="csX1778" fmla="*/ 3032281 w 3644268"/>
                <a:gd name="csY1778" fmla="*/ 1139759 h 2262782"/>
                <a:gd name="csX1779" fmla="*/ 3032456 w 3644268"/>
                <a:gd name="csY1779" fmla="*/ 1134174 h 2262782"/>
                <a:gd name="csX1780" fmla="*/ 3030394 w 3644268"/>
                <a:gd name="csY1780" fmla="*/ 1131626 h 2262782"/>
                <a:gd name="csX1781" fmla="*/ 3030059 w 3644268"/>
                <a:gd name="csY1781" fmla="*/ 1131291 h 2262782"/>
                <a:gd name="csX1782" fmla="*/ 3028012 w 3644268"/>
                <a:gd name="csY1782" fmla="*/ 1133977 h 2262782"/>
                <a:gd name="csX1783" fmla="*/ 3026171 w 3644268"/>
                <a:gd name="csY1783" fmla="*/ 1137324 h 2262782"/>
                <a:gd name="csX1784" fmla="*/ 3021629 w 3644268"/>
                <a:gd name="csY1784" fmla="*/ 1141654 h 2262782"/>
                <a:gd name="csX1785" fmla="*/ 3021035 w 3644268"/>
                <a:gd name="csY1785" fmla="*/ 1145549 h 2262782"/>
                <a:gd name="csX1786" fmla="*/ 3022778 w 3644268"/>
                <a:gd name="csY1786" fmla="*/ 1149916 h 2262782"/>
                <a:gd name="csX1787" fmla="*/ 3021979 w 3644268"/>
                <a:gd name="csY1787" fmla="*/ 1158126 h 2262782"/>
                <a:gd name="csX1788" fmla="*/ 3168619 w 3644268"/>
                <a:gd name="csY1788" fmla="*/ 1122883 h 2262782"/>
                <a:gd name="csX1789" fmla="*/ 3171860 w 3644268"/>
                <a:gd name="csY1789" fmla="*/ 1126733 h 2262782"/>
                <a:gd name="csX1790" fmla="*/ 3176204 w 3644268"/>
                <a:gd name="csY1790" fmla="*/ 1129746 h 2262782"/>
                <a:gd name="csX1791" fmla="*/ 3188332 w 3644268"/>
                <a:gd name="csY1791" fmla="*/ 1135445 h 2262782"/>
                <a:gd name="csX1792" fmla="*/ 3194419 w 3644268"/>
                <a:gd name="csY1792" fmla="*/ 1134890 h 2262782"/>
                <a:gd name="csX1793" fmla="*/ 3195378 w 3644268"/>
                <a:gd name="csY1793" fmla="*/ 1133627 h 2262782"/>
                <a:gd name="csX1794" fmla="*/ 3195759 w 3644268"/>
                <a:gd name="csY1794" fmla="*/ 1131938 h 2262782"/>
                <a:gd name="csX1795" fmla="*/ 3196527 w 3644268"/>
                <a:gd name="csY1795" fmla="*/ 1125425 h 2262782"/>
                <a:gd name="csX1796" fmla="*/ 3197234 w 3644268"/>
                <a:gd name="csY1796" fmla="*/ 1123279 h 2262782"/>
                <a:gd name="csX1797" fmla="*/ 3199061 w 3644268"/>
                <a:gd name="csY1797" fmla="*/ 1122685 h 2262782"/>
                <a:gd name="csX1798" fmla="*/ 3199395 w 3644268"/>
                <a:gd name="csY1798" fmla="*/ 1119414 h 2262782"/>
                <a:gd name="csX1799" fmla="*/ 3199122 w 3644268"/>
                <a:gd name="csY1799" fmla="*/ 1117938 h 2262782"/>
                <a:gd name="csX1800" fmla="*/ 3198140 w 3644268"/>
                <a:gd name="csY1800" fmla="*/ 1116294 h 2262782"/>
                <a:gd name="csX1801" fmla="*/ 3176425 w 3644268"/>
                <a:gd name="csY1801" fmla="*/ 1108016 h 2262782"/>
                <a:gd name="csX1802" fmla="*/ 3172971 w 3644268"/>
                <a:gd name="csY1802" fmla="*/ 1108473 h 2262782"/>
                <a:gd name="csX1803" fmla="*/ 3170049 w 3644268"/>
                <a:gd name="csY1803" fmla="*/ 1110557 h 2262782"/>
                <a:gd name="csX1804" fmla="*/ 3165887 w 3644268"/>
                <a:gd name="csY1804" fmla="*/ 1115153 h 2262782"/>
                <a:gd name="csX1805" fmla="*/ 3164799 w 3644268"/>
                <a:gd name="csY1805" fmla="*/ 1116895 h 2262782"/>
                <a:gd name="csX1806" fmla="*/ 3164267 w 3644268"/>
                <a:gd name="csY1806" fmla="*/ 1119140 h 2262782"/>
                <a:gd name="csX1807" fmla="*/ 3164959 w 3644268"/>
                <a:gd name="csY1807" fmla="*/ 1120205 h 2262782"/>
                <a:gd name="csX1808" fmla="*/ 3168619 w 3644268"/>
                <a:gd name="csY1808" fmla="*/ 1122883 h 2262782"/>
                <a:gd name="csX1809" fmla="*/ 1976272 w 3644268"/>
                <a:gd name="csY1809" fmla="*/ 617021 h 2262782"/>
                <a:gd name="csX1810" fmla="*/ 1979323 w 3644268"/>
                <a:gd name="csY1810" fmla="*/ 618063 h 2262782"/>
                <a:gd name="csX1811" fmla="*/ 1981408 w 3644268"/>
                <a:gd name="csY1811" fmla="*/ 623016 h 2262782"/>
                <a:gd name="csX1812" fmla="*/ 1984337 w 3644268"/>
                <a:gd name="csY1812" fmla="*/ 626098 h 2262782"/>
                <a:gd name="csX1813" fmla="*/ 1985258 w 3644268"/>
                <a:gd name="csY1813" fmla="*/ 625885 h 2262782"/>
                <a:gd name="csX1814" fmla="*/ 1985502 w 3644268"/>
                <a:gd name="csY1814" fmla="*/ 623092 h 2262782"/>
                <a:gd name="csX1815" fmla="*/ 1986095 w 3644268"/>
                <a:gd name="csY1815" fmla="*/ 621601 h 2262782"/>
                <a:gd name="csX1816" fmla="*/ 1987092 w 3644268"/>
                <a:gd name="csY1816" fmla="*/ 620658 h 2262782"/>
                <a:gd name="csX1817" fmla="*/ 1986491 w 3644268"/>
                <a:gd name="csY1817" fmla="*/ 616678 h 2262782"/>
                <a:gd name="csX1818" fmla="*/ 1983181 w 3644268"/>
                <a:gd name="csY1818" fmla="*/ 610432 h 2262782"/>
                <a:gd name="csX1819" fmla="*/ 1981393 w 3644268"/>
                <a:gd name="csY1819" fmla="*/ 608316 h 2262782"/>
                <a:gd name="csX1820" fmla="*/ 1978996 w 3644268"/>
                <a:gd name="csY1820" fmla="*/ 610668 h 2262782"/>
                <a:gd name="csX1821" fmla="*/ 1973221 w 3644268"/>
                <a:gd name="csY1821" fmla="*/ 609328 h 2262782"/>
                <a:gd name="csX1822" fmla="*/ 1972316 w 3644268"/>
                <a:gd name="csY1822" fmla="*/ 609945 h 2262782"/>
                <a:gd name="csX1823" fmla="*/ 1973039 w 3644268"/>
                <a:gd name="csY1823" fmla="*/ 612083 h 2262782"/>
                <a:gd name="csX1824" fmla="*/ 1976272 w 3644268"/>
                <a:gd name="csY1824" fmla="*/ 617021 h 2262782"/>
                <a:gd name="csX1825" fmla="*/ 2473690 w 3644268"/>
                <a:gd name="csY1825" fmla="*/ 817628 h 2262782"/>
                <a:gd name="csX1826" fmla="*/ 2477639 w 3644268"/>
                <a:gd name="csY1826" fmla="*/ 822185 h 2262782"/>
                <a:gd name="csX1827" fmla="*/ 2479381 w 3644268"/>
                <a:gd name="csY1827" fmla="*/ 827002 h 2262782"/>
                <a:gd name="csX1828" fmla="*/ 2486572 w 3644268"/>
                <a:gd name="csY1828" fmla="*/ 837098 h 2262782"/>
                <a:gd name="csX1829" fmla="*/ 2488070 w 3644268"/>
                <a:gd name="csY1829" fmla="*/ 840492 h 2262782"/>
                <a:gd name="csX1830" fmla="*/ 2489683 w 3644268"/>
                <a:gd name="csY1830" fmla="*/ 838285 h 2262782"/>
                <a:gd name="csX1831" fmla="*/ 2491007 w 3644268"/>
                <a:gd name="csY1831" fmla="*/ 832777 h 2262782"/>
                <a:gd name="csX1832" fmla="*/ 2486260 w 3644268"/>
                <a:gd name="csY1832" fmla="*/ 824597 h 2262782"/>
                <a:gd name="csX1833" fmla="*/ 2477540 w 3644268"/>
                <a:gd name="csY1833" fmla="*/ 814463 h 2262782"/>
                <a:gd name="csX1834" fmla="*/ 2472381 w 3644268"/>
                <a:gd name="csY1834" fmla="*/ 811838 h 2262782"/>
                <a:gd name="csX1835" fmla="*/ 2472716 w 3644268"/>
                <a:gd name="csY1835" fmla="*/ 815893 h 2262782"/>
                <a:gd name="csX1836" fmla="*/ 2473690 w 3644268"/>
                <a:gd name="csY1836" fmla="*/ 817628 h 2262782"/>
                <a:gd name="csX1837" fmla="*/ 2239514 w 3644268"/>
                <a:gd name="csY1837" fmla="*/ 843337 h 2262782"/>
                <a:gd name="csX1838" fmla="*/ 2240822 w 3644268"/>
                <a:gd name="csY1838" fmla="*/ 843170 h 2262782"/>
                <a:gd name="csX1839" fmla="*/ 2243173 w 3644268"/>
                <a:gd name="csY1839" fmla="*/ 840256 h 2262782"/>
                <a:gd name="csX1840" fmla="*/ 2242831 w 3644268"/>
                <a:gd name="csY1840" fmla="*/ 839305 h 2262782"/>
                <a:gd name="csX1841" fmla="*/ 2240929 w 3644268"/>
                <a:gd name="csY1841" fmla="*/ 836733 h 2262782"/>
                <a:gd name="csX1842" fmla="*/ 2238410 w 3644268"/>
                <a:gd name="csY1842" fmla="*/ 836025 h 2262782"/>
                <a:gd name="csX1843" fmla="*/ 2236417 w 3644268"/>
                <a:gd name="csY1843" fmla="*/ 837159 h 2262782"/>
                <a:gd name="csX1844" fmla="*/ 2236402 w 3644268"/>
                <a:gd name="csY1844" fmla="*/ 838551 h 2262782"/>
                <a:gd name="csX1845" fmla="*/ 2237056 w 3644268"/>
                <a:gd name="csY1845" fmla="*/ 841298 h 2262782"/>
                <a:gd name="csX1846" fmla="*/ 2239514 w 3644268"/>
                <a:gd name="csY1846" fmla="*/ 843337 h 2262782"/>
                <a:gd name="csX1847" fmla="*/ 2564171 w 3644268"/>
                <a:gd name="csY1847" fmla="*/ 875324 h 2262782"/>
                <a:gd name="csX1848" fmla="*/ 2566302 w 3644268"/>
                <a:gd name="csY1848" fmla="*/ 880589 h 2262782"/>
                <a:gd name="csX1849" fmla="*/ 2569284 w 3644268"/>
                <a:gd name="csY1849" fmla="*/ 880589 h 2262782"/>
                <a:gd name="csX1850" fmla="*/ 2571460 w 3644268"/>
                <a:gd name="csY1850" fmla="*/ 880125 h 2262782"/>
                <a:gd name="csX1851" fmla="*/ 2579259 w 3644268"/>
                <a:gd name="csY1851" fmla="*/ 874601 h 2262782"/>
                <a:gd name="csX1852" fmla="*/ 2585034 w 3644268"/>
                <a:gd name="csY1852" fmla="*/ 873353 h 2262782"/>
                <a:gd name="csX1853" fmla="*/ 2586982 w 3644268"/>
                <a:gd name="csY1853" fmla="*/ 873802 h 2262782"/>
                <a:gd name="csX1854" fmla="*/ 2596135 w 3644268"/>
                <a:gd name="csY1854" fmla="*/ 878055 h 2262782"/>
                <a:gd name="csX1855" fmla="*/ 2604976 w 3644268"/>
                <a:gd name="csY1855" fmla="*/ 883898 h 2262782"/>
                <a:gd name="csX1856" fmla="*/ 2616282 w 3644268"/>
                <a:gd name="csY1856" fmla="*/ 886067 h 2262782"/>
                <a:gd name="csX1857" fmla="*/ 2620885 w 3644268"/>
                <a:gd name="csY1857" fmla="*/ 888197 h 2262782"/>
                <a:gd name="csX1858" fmla="*/ 2626120 w 3644268"/>
                <a:gd name="csY1858" fmla="*/ 888167 h 2262782"/>
                <a:gd name="csX1859" fmla="*/ 2631553 w 3644268"/>
                <a:gd name="csY1859" fmla="*/ 888798 h 2262782"/>
                <a:gd name="csX1860" fmla="*/ 2639062 w 3644268"/>
                <a:gd name="csY1860" fmla="*/ 890579 h 2262782"/>
                <a:gd name="csX1861" fmla="*/ 2644579 w 3644268"/>
                <a:gd name="csY1861" fmla="*/ 889795 h 2262782"/>
                <a:gd name="csX1862" fmla="*/ 2645431 w 3644268"/>
                <a:gd name="csY1862" fmla="*/ 888677 h 2262782"/>
                <a:gd name="csX1863" fmla="*/ 2644845 w 3644268"/>
                <a:gd name="csY1863" fmla="*/ 872851 h 2262782"/>
                <a:gd name="csX1864" fmla="*/ 2643711 w 3644268"/>
                <a:gd name="csY1864" fmla="*/ 868194 h 2262782"/>
                <a:gd name="csX1865" fmla="*/ 2642281 w 3644268"/>
                <a:gd name="csY1865" fmla="*/ 864588 h 2262782"/>
                <a:gd name="csX1866" fmla="*/ 2627231 w 3644268"/>
                <a:gd name="csY1866" fmla="*/ 846784 h 2262782"/>
                <a:gd name="csX1867" fmla="*/ 2622872 w 3644268"/>
                <a:gd name="csY1867" fmla="*/ 843071 h 2262782"/>
                <a:gd name="csX1868" fmla="*/ 2617530 w 3644268"/>
                <a:gd name="csY1868" fmla="*/ 839662 h 2262782"/>
                <a:gd name="csX1869" fmla="*/ 2612128 w 3644268"/>
                <a:gd name="csY1869" fmla="*/ 838201 h 2262782"/>
                <a:gd name="csX1870" fmla="*/ 2606794 w 3644268"/>
                <a:gd name="csY1870" fmla="*/ 839023 h 2262782"/>
                <a:gd name="csX1871" fmla="*/ 2598897 w 3644268"/>
                <a:gd name="csY1871" fmla="*/ 841511 h 2262782"/>
                <a:gd name="csX1872" fmla="*/ 2596287 w 3644268"/>
                <a:gd name="csY1872" fmla="*/ 841154 h 2262782"/>
                <a:gd name="csX1873" fmla="*/ 2594043 w 3644268"/>
                <a:gd name="csY1873" fmla="*/ 841968 h 2262782"/>
                <a:gd name="csX1874" fmla="*/ 2591882 w 3644268"/>
                <a:gd name="csY1874" fmla="*/ 844600 h 2262782"/>
                <a:gd name="csX1875" fmla="*/ 2589751 w 3644268"/>
                <a:gd name="csY1875" fmla="*/ 848732 h 2262782"/>
                <a:gd name="csX1876" fmla="*/ 2585780 w 3644268"/>
                <a:gd name="csY1876" fmla="*/ 860023 h 2262782"/>
                <a:gd name="csX1877" fmla="*/ 2583558 w 3644268"/>
                <a:gd name="csY1877" fmla="*/ 864907 h 2262782"/>
                <a:gd name="csX1878" fmla="*/ 2579008 w 3644268"/>
                <a:gd name="csY1878" fmla="*/ 871040 h 2262782"/>
                <a:gd name="csX1879" fmla="*/ 2574192 w 3644268"/>
                <a:gd name="csY1879" fmla="*/ 872950 h 2262782"/>
                <a:gd name="csX1880" fmla="*/ 2569178 w 3644268"/>
                <a:gd name="csY1880" fmla="*/ 873619 h 2262782"/>
                <a:gd name="csX1881" fmla="*/ 2564171 w 3644268"/>
                <a:gd name="csY1881" fmla="*/ 875324 h 2262782"/>
                <a:gd name="csX1882" fmla="*/ 2143980 w 3644268"/>
                <a:gd name="csY1882" fmla="*/ 903506 h 2262782"/>
                <a:gd name="csX1883" fmla="*/ 2149390 w 3644268"/>
                <a:gd name="csY1883" fmla="*/ 900211 h 2262782"/>
                <a:gd name="csX1884" fmla="*/ 2148873 w 3644268"/>
                <a:gd name="csY1884" fmla="*/ 898933 h 2262782"/>
                <a:gd name="csX1885" fmla="*/ 2145495 w 3644268"/>
                <a:gd name="csY1885" fmla="*/ 895296 h 2262782"/>
                <a:gd name="csX1886" fmla="*/ 2143060 w 3644268"/>
                <a:gd name="csY1886" fmla="*/ 894490 h 2262782"/>
                <a:gd name="csX1887" fmla="*/ 2138738 w 3644268"/>
                <a:gd name="csY1887" fmla="*/ 895387 h 2262782"/>
                <a:gd name="csX1888" fmla="*/ 2136144 w 3644268"/>
                <a:gd name="csY1888" fmla="*/ 897678 h 2262782"/>
                <a:gd name="csX1889" fmla="*/ 2139385 w 3644268"/>
                <a:gd name="csY1889" fmla="*/ 903468 h 2262782"/>
                <a:gd name="csX1890" fmla="*/ 2143980 w 3644268"/>
                <a:gd name="csY1890" fmla="*/ 903506 h 2262782"/>
                <a:gd name="csX1891" fmla="*/ 2579624 w 3644268"/>
                <a:gd name="csY1891" fmla="*/ 837669 h 2262782"/>
                <a:gd name="csX1892" fmla="*/ 2581709 w 3644268"/>
                <a:gd name="csY1892" fmla="*/ 837905 h 2262782"/>
                <a:gd name="csX1893" fmla="*/ 2592452 w 3644268"/>
                <a:gd name="csY1893" fmla="*/ 831666 h 2262782"/>
                <a:gd name="csX1894" fmla="*/ 2593236 w 3644268"/>
                <a:gd name="csY1894" fmla="*/ 827709 h 2262782"/>
                <a:gd name="csX1895" fmla="*/ 2594316 w 3644268"/>
                <a:gd name="csY1895" fmla="*/ 818556 h 2262782"/>
                <a:gd name="csX1896" fmla="*/ 2593936 w 3644268"/>
                <a:gd name="csY1896" fmla="*/ 815307 h 2262782"/>
                <a:gd name="csX1897" fmla="*/ 2593061 w 3644268"/>
                <a:gd name="csY1897" fmla="*/ 812690 h 2262782"/>
                <a:gd name="csX1898" fmla="*/ 2591045 w 3644268"/>
                <a:gd name="csY1898" fmla="*/ 810963 h 2262782"/>
                <a:gd name="csX1899" fmla="*/ 2589013 w 3644268"/>
                <a:gd name="csY1899" fmla="*/ 810248 h 2262782"/>
                <a:gd name="csX1900" fmla="*/ 2579579 w 3644268"/>
                <a:gd name="csY1900" fmla="*/ 810818 h 2262782"/>
                <a:gd name="csX1901" fmla="*/ 2577288 w 3644268"/>
                <a:gd name="csY1901" fmla="*/ 811549 h 2262782"/>
                <a:gd name="csX1902" fmla="*/ 2575013 w 3644268"/>
                <a:gd name="csY1902" fmla="*/ 813162 h 2262782"/>
                <a:gd name="csX1903" fmla="*/ 2573043 w 3644268"/>
                <a:gd name="csY1903" fmla="*/ 817278 h 2262782"/>
                <a:gd name="csX1904" fmla="*/ 2574785 w 3644268"/>
                <a:gd name="csY1904" fmla="*/ 831270 h 2262782"/>
                <a:gd name="csX1905" fmla="*/ 2579624 w 3644268"/>
                <a:gd name="csY1905" fmla="*/ 837669 h 2262782"/>
                <a:gd name="csX1906" fmla="*/ 1342593 w 3644268"/>
                <a:gd name="csY1906" fmla="*/ 825731 h 2262782"/>
                <a:gd name="csX1907" fmla="*/ 1345469 w 3644268"/>
                <a:gd name="csY1907" fmla="*/ 827238 h 2262782"/>
                <a:gd name="csX1908" fmla="*/ 1347546 w 3644268"/>
                <a:gd name="csY1908" fmla="*/ 824559 h 2262782"/>
                <a:gd name="csX1909" fmla="*/ 1347090 w 3644268"/>
                <a:gd name="csY1909" fmla="*/ 822977 h 2262782"/>
                <a:gd name="csX1910" fmla="*/ 1345423 w 3644268"/>
                <a:gd name="csY1910" fmla="*/ 820070 h 2262782"/>
                <a:gd name="csX1911" fmla="*/ 1343605 w 3644268"/>
                <a:gd name="csY1911" fmla="*/ 819066 h 2262782"/>
                <a:gd name="csX1912" fmla="*/ 1340546 w 3644268"/>
                <a:gd name="csY1912" fmla="*/ 820017 h 2262782"/>
                <a:gd name="csX1913" fmla="*/ 1339420 w 3644268"/>
                <a:gd name="csY1913" fmla="*/ 821440 h 2262782"/>
                <a:gd name="csX1914" fmla="*/ 1340531 w 3644268"/>
                <a:gd name="csY1914" fmla="*/ 823928 h 2262782"/>
                <a:gd name="csX1915" fmla="*/ 1342593 w 3644268"/>
                <a:gd name="csY1915" fmla="*/ 825731 h 2262782"/>
                <a:gd name="csX1916" fmla="*/ 2524257 w 3644268"/>
                <a:gd name="csY1916" fmla="*/ 1005917 h 2262782"/>
                <a:gd name="csX1917" fmla="*/ 2512836 w 3644268"/>
                <a:gd name="csY1917" fmla="*/ 1006457 h 2262782"/>
                <a:gd name="csX1918" fmla="*/ 2510409 w 3644268"/>
                <a:gd name="csY1918" fmla="*/ 1007994 h 2262782"/>
                <a:gd name="csX1919" fmla="*/ 2509587 w 3644268"/>
                <a:gd name="csY1919" fmla="*/ 1008062 h 2262782"/>
                <a:gd name="csX1920" fmla="*/ 2508568 w 3644268"/>
                <a:gd name="csY1920" fmla="*/ 1008968 h 2262782"/>
                <a:gd name="csX1921" fmla="*/ 2508188 w 3644268"/>
                <a:gd name="csY1921" fmla="*/ 1009828 h 2262782"/>
                <a:gd name="csX1922" fmla="*/ 2508499 w 3644268"/>
                <a:gd name="csY1922" fmla="*/ 1011692 h 2262782"/>
                <a:gd name="csX1923" fmla="*/ 2512486 w 3644268"/>
                <a:gd name="csY1923" fmla="*/ 1014804 h 2262782"/>
                <a:gd name="csX1924" fmla="*/ 2514168 w 3644268"/>
                <a:gd name="csY1924" fmla="*/ 1014492 h 2262782"/>
                <a:gd name="csX1925" fmla="*/ 2515431 w 3644268"/>
                <a:gd name="csY1925" fmla="*/ 1013366 h 2262782"/>
                <a:gd name="csX1926" fmla="*/ 2516587 w 3644268"/>
                <a:gd name="csY1926" fmla="*/ 1012955 h 2262782"/>
                <a:gd name="csX1927" fmla="*/ 2517744 w 3644268"/>
                <a:gd name="csY1927" fmla="*/ 1013548 h 2262782"/>
                <a:gd name="csX1928" fmla="*/ 2519897 w 3644268"/>
                <a:gd name="csY1928" fmla="*/ 1016280 h 2262782"/>
                <a:gd name="csX1929" fmla="*/ 2522005 w 3644268"/>
                <a:gd name="csY1929" fmla="*/ 1016995 h 2262782"/>
                <a:gd name="csX1930" fmla="*/ 2527300 w 3644268"/>
                <a:gd name="csY1930" fmla="*/ 1011327 h 2262782"/>
                <a:gd name="csX1931" fmla="*/ 2526745 w 3644268"/>
                <a:gd name="csY1931" fmla="*/ 1008960 h 2262782"/>
                <a:gd name="csX1932" fmla="*/ 2525124 w 3644268"/>
                <a:gd name="csY1932" fmla="*/ 1006244 h 2262782"/>
                <a:gd name="csX1933" fmla="*/ 2524257 w 3644268"/>
                <a:gd name="csY1933" fmla="*/ 1005917 h 2262782"/>
                <a:gd name="csX1934" fmla="*/ 1488251 w 3644268"/>
                <a:gd name="csY1934" fmla="*/ 557385 h 2262782"/>
                <a:gd name="csX1935" fmla="*/ 1492839 w 3644268"/>
                <a:gd name="csY1935" fmla="*/ 556921 h 2262782"/>
                <a:gd name="csX1936" fmla="*/ 1496080 w 3644268"/>
                <a:gd name="csY1936" fmla="*/ 550583 h 2262782"/>
                <a:gd name="csX1937" fmla="*/ 1496377 w 3644268"/>
                <a:gd name="csY1937" fmla="*/ 548087 h 2262782"/>
                <a:gd name="csX1938" fmla="*/ 1495015 w 3644268"/>
                <a:gd name="csY1938" fmla="*/ 545105 h 2262782"/>
                <a:gd name="csX1939" fmla="*/ 1487871 w 3644268"/>
                <a:gd name="csY1939" fmla="*/ 546033 h 2262782"/>
                <a:gd name="csX1940" fmla="*/ 1486136 w 3644268"/>
                <a:gd name="csY1940" fmla="*/ 548894 h 2262782"/>
                <a:gd name="csX1941" fmla="*/ 1484888 w 3644268"/>
                <a:gd name="csY1941" fmla="*/ 553261 h 2262782"/>
                <a:gd name="csX1942" fmla="*/ 1485687 w 3644268"/>
                <a:gd name="csY1942" fmla="*/ 554889 h 2262782"/>
                <a:gd name="csX1943" fmla="*/ 1488251 w 3644268"/>
                <a:gd name="csY1943" fmla="*/ 557385 h 2262782"/>
                <a:gd name="csX1944" fmla="*/ 3136305 w 3644268"/>
                <a:gd name="csY1944" fmla="*/ 1820885 h 2262782"/>
                <a:gd name="csX1945" fmla="*/ 3134700 w 3644268"/>
                <a:gd name="csY1945" fmla="*/ 1818815 h 2262782"/>
                <a:gd name="csX1946" fmla="*/ 3131367 w 3644268"/>
                <a:gd name="csY1946" fmla="*/ 1812866 h 2262782"/>
                <a:gd name="csX1947" fmla="*/ 3130979 w 3644268"/>
                <a:gd name="csY1947" fmla="*/ 1809997 h 2262782"/>
                <a:gd name="csX1948" fmla="*/ 3131961 w 3644268"/>
                <a:gd name="csY1948" fmla="*/ 1807395 h 2262782"/>
                <a:gd name="csX1949" fmla="*/ 3130591 w 3644268"/>
                <a:gd name="csY1949" fmla="*/ 1806946 h 2262782"/>
                <a:gd name="csX1950" fmla="*/ 3124603 w 3644268"/>
                <a:gd name="csY1950" fmla="*/ 1805919 h 2262782"/>
                <a:gd name="csX1951" fmla="*/ 3122450 w 3644268"/>
                <a:gd name="csY1951" fmla="*/ 1807585 h 2262782"/>
                <a:gd name="csX1952" fmla="*/ 3120753 w 3644268"/>
                <a:gd name="csY1952" fmla="*/ 1808049 h 2262782"/>
                <a:gd name="csX1953" fmla="*/ 3125897 w 3644268"/>
                <a:gd name="csY1953" fmla="*/ 1811937 h 2262782"/>
                <a:gd name="csX1954" fmla="*/ 3127487 w 3644268"/>
                <a:gd name="csY1954" fmla="*/ 1813984 h 2262782"/>
                <a:gd name="csX1955" fmla="*/ 3127829 w 3644268"/>
                <a:gd name="csY1955" fmla="*/ 1816190 h 2262782"/>
                <a:gd name="csX1956" fmla="*/ 3128620 w 3644268"/>
                <a:gd name="csY1956" fmla="*/ 1817910 h 2262782"/>
                <a:gd name="csX1957" fmla="*/ 3130979 w 3644268"/>
                <a:gd name="csY1957" fmla="*/ 1821395 h 2262782"/>
                <a:gd name="csX1958" fmla="*/ 3133011 w 3644268"/>
                <a:gd name="csY1958" fmla="*/ 1824065 h 2262782"/>
                <a:gd name="csX1959" fmla="*/ 3134220 w 3644268"/>
                <a:gd name="csY1959" fmla="*/ 1825047 h 2262782"/>
                <a:gd name="csX1960" fmla="*/ 3135970 w 3644268"/>
                <a:gd name="csY1960" fmla="*/ 1825465 h 2262782"/>
                <a:gd name="csX1961" fmla="*/ 3137195 w 3644268"/>
                <a:gd name="csY1961" fmla="*/ 1827657 h 2262782"/>
                <a:gd name="csX1962" fmla="*/ 3139843 w 3644268"/>
                <a:gd name="csY1962" fmla="*/ 1830365 h 2262782"/>
                <a:gd name="csX1963" fmla="*/ 3139957 w 3644268"/>
                <a:gd name="csY1963" fmla="*/ 1825009 h 2262782"/>
                <a:gd name="csX1964" fmla="*/ 3138405 w 3644268"/>
                <a:gd name="csY1964" fmla="*/ 1822467 h 2262782"/>
                <a:gd name="csX1965" fmla="*/ 3136305 w 3644268"/>
                <a:gd name="csY1965" fmla="*/ 1820885 h 2262782"/>
                <a:gd name="csX1966" fmla="*/ 2882917 w 3644268"/>
                <a:gd name="csY1966" fmla="*/ 2014606 h 2262782"/>
                <a:gd name="csX1967" fmla="*/ 2882871 w 3644268"/>
                <a:gd name="csY1967" fmla="*/ 2017437 h 2262782"/>
                <a:gd name="csX1968" fmla="*/ 2885085 w 3644268"/>
                <a:gd name="csY1968" fmla="*/ 2018297 h 2262782"/>
                <a:gd name="csX1969" fmla="*/ 2887132 w 3644268"/>
                <a:gd name="csY1969" fmla="*/ 2016851 h 2262782"/>
                <a:gd name="csX1970" fmla="*/ 2887551 w 3644268"/>
                <a:gd name="csY1970" fmla="*/ 2015679 h 2262782"/>
                <a:gd name="csX1971" fmla="*/ 2886965 w 3644268"/>
                <a:gd name="csY1971" fmla="*/ 2011738 h 2262782"/>
                <a:gd name="csX1972" fmla="*/ 2888700 w 3644268"/>
                <a:gd name="csY1972" fmla="*/ 2008520 h 2262782"/>
                <a:gd name="csX1973" fmla="*/ 2889049 w 3644268"/>
                <a:gd name="csY1973" fmla="*/ 2006420 h 2262782"/>
                <a:gd name="csX1974" fmla="*/ 2887452 w 3644268"/>
                <a:gd name="csY1974" fmla="*/ 2005872 h 2262782"/>
                <a:gd name="csX1975" fmla="*/ 2882917 w 3644268"/>
                <a:gd name="csY1975" fmla="*/ 2014606 h 2262782"/>
                <a:gd name="csX1976" fmla="*/ 2849515 w 3644268"/>
                <a:gd name="csY1976" fmla="*/ 2065584 h 2262782"/>
                <a:gd name="csX1977" fmla="*/ 2848130 w 3644268"/>
                <a:gd name="csY1977" fmla="*/ 2067775 h 2262782"/>
                <a:gd name="csX1978" fmla="*/ 2848557 w 3644268"/>
                <a:gd name="csY1978" fmla="*/ 2068232 h 2262782"/>
                <a:gd name="csX1979" fmla="*/ 2849622 w 3644268"/>
                <a:gd name="csY1979" fmla="*/ 2068467 h 2262782"/>
                <a:gd name="csX1980" fmla="*/ 2850634 w 3644268"/>
                <a:gd name="csY1980" fmla="*/ 2066672 h 2262782"/>
                <a:gd name="csX1981" fmla="*/ 2850162 w 3644268"/>
                <a:gd name="csY1981" fmla="*/ 2065219 h 2262782"/>
                <a:gd name="csX1982" fmla="*/ 2849515 w 3644268"/>
                <a:gd name="csY1982" fmla="*/ 2065584 h 2262782"/>
                <a:gd name="csX1983" fmla="*/ 2912575 w 3644268"/>
                <a:gd name="csY1983" fmla="*/ 1968940 h 2262782"/>
                <a:gd name="csX1984" fmla="*/ 2910080 w 3644268"/>
                <a:gd name="csY1984" fmla="*/ 1971390 h 2262782"/>
                <a:gd name="csX1985" fmla="*/ 2907690 w 3644268"/>
                <a:gd name="csY1985" fmla="*/ 1978154 h 2262782"/>
                <a:gd name="csX1986" fmla="*/ 2905712 w 3644268"/>
                <a:gd name="csY1986" fmla="*/ 1980885 h 2262782"/>
                <a:gd name="csX1987" fmla="*/ 2900455 w 3644268"/>
                <a:gd name="csY1987" fmla="*/ 1981950 h 2262782"/>
                <a:gd name="csX1988" fmla="*/ 2898164 w 3644268"/>
                <a:gd name="csY1988" fmla="*/ 1984477 h 2262782"/>
                <a:gd name="csX1989" fmla="*/ 2895852 w 3644268"/>
                <a:gd name="csY1989" fmla="*/ 1984317 h 2262782"/>
                <a:gd name="csX1990" fmla="*/ 2895357 w 3644268"/>
                <a:gd name="csY1990" fmla="*/ 1985428 h 2262782"/>
                <a:gd name="csX1991" fmla="*/ 2896376 w 3644268"/>
                <a:gd name="csY1991" fmla="*/ 1987155 h 2262782"/>
                <a:gd name="csX1992" fmla="*/ 2896376 w 3644268"/>
                <a:gd name="csY1992" fmla="*/ 1991081 h 2262782"/>
                <a:gd name="csX1993" fmla="*/ 2897358 w 3644268"/>
                <a:gd name="csY1993" fmla="*/ 1992192 h 2262782"/>
                <a:gd name="csX1994" fmla="*/ 2899671 w 3644268"/>
                <a:gd name="csY1994" fmla="*/ 1992853 h 2262782"/>
                <a:gd name="csX1995" fmla="*/ 2900782 w 3644268"/>
                <a:gd name="csY1995" fmla="*/ 1991644 h 2262782"/>
                <a:gd name="csX1996" fmla="*/ 2902220 w 3644268"/>
                <a:gd name="csY1996" fmla="*/ 1989392 h 2262782"/>
                <a:gd name="csX1997" fmla="*/ 2904167 w 3644268"/>
                <a:gd name="csY1997" fmla="*/ 1988342 h 2262782"/>
                <a:gd name="csX1998" fmla="*/ 2908117 w 3644268"/>
                <a:gd name="csY1998" fmla="*/ 1987520 h 2262782"/>
                <a:gd name="csX1999" fmla="*/ 2910863 w 3644268"/>
                <a:gd name="csY1999" fmla="*/ 1984187 h 2262782"/>
                <a:gd name="csX2000" fmla="*/ 2913504 w 3644268"/>
                <a:gd name="csY2000" fmla="*/ 1979196 h 2262782"/>
                <a:gd name="csX2001" fmla="*/ 2914698 w 3644268"/>
                <a:gd name="csY2001" fmla="*/ 1975597 h 2262782"/>
                <a:gd name="csX2002" fmla="*/ 2915177 w 3644268"/>
                <a:gd name="csY2002" fmla="*/ 1971839 h 2262782"/>
                <a:gd name="csX2003" fmla="*/ 2914622 w 3644268"/>
                <a:gd name="csY2003" fmla="*/ 1968453 h 2262782"/>
                <a:gd name="csX2004" fmla="*/ 2912575 w 3644268"/>
                <a:gd name="csY2004" fmla="*/ 1968940 h 2262782"/>
                <a:gd name="csX2005" fmla="*/ 2920572 w 3644268"/>
                <a:gd name="csY2005" fmla="*/ 1965394 h 2262782"/>
                <a:gd name="csX2006" fmla="*/ 2917079 w 3644268"/>
                <a:gd name="csY2006" fmla="*/ 1968004 h 2262782"/>
                <a:gd name="csX2007" fmla="*/ 2916121 w 3644268"/>
                <a:gd name="csY2007" fmla="*/ 1969784 h 2262782"/>
                <a:gd name="csX2008" fmla="*/ 2916722 w 3644268"/>
                <a:gd name="csY2008" fmla="*/ 1970781 h 2262782"/>
                <a:gd name="csX2009" fmla="*/ 2919484 w 3644268"/>
                <a:gd name="csY2009" fmla="*/ 1972896 h 2262782"/>
                <a:gd name="csX2010" fmla="*/ 2920328 w 3644268"/>
                <a:gd name="csY2010" fmla="*/ 1973071 h 2262782"/>
                <a:gd name="csX2011" fmla="*/ 2921173 w 3644268"/>
                <a:gd name="csY2011" fmla="*/ 1972272 h 2262782"/>
                <a:gd name="csX2012" fmla="*/ 2922839 w 3644268"/>
                <a:gd name="csY2012" fmla="*/ 1969122 h 2262782"/>
                <a:gd name="csX2013" fmla="*/ 2922938 w 3644268"/>
                <a:gd name="csY2013" fmla="*/ 1966033 h 2262782"/>
                <a:gd name="csX2014" fmla="*/ 2922261 w 3644268"/>
                <a:gd name="csY2014" fmla="*/ 1965470 h 2262782"/>
                <a:gd name="csX2015" fmla="*/ 2920572 w 3644268"/>
                <a:gd name="csY2015" fmla="*/ 1965394 h 2262782"/>
                <a:gd name="csX2016" fmla="*/ 1323404 w 3644268"/>
                <a:gd name="csY2016" fmla="*/ 724134 h 2262782"/>
                <a:gd name="csX2017" fmla="*/ 1325009 w 3644268"/>
                <a:gd name="csY2017" fmla="*/ 727672 h 2262782"/>
                <a:gd name="csX2018" fmla="*/ 1325930 w 3644268"/>
                <a:gd name="csY2018" fmla="*/ 728372 h 2262782"/>
                <a:gd name="csX2019" fmla="*/ 1329407 w 3644268"/>
                <a:gd name="csY2019" fmla="*/ 725351 h 2262782"/>
                <a:gd name="csX2020" fmla="*/ 1330358 w 3644268"/>
                <a:gd name="csY2020" fmla="*/ 729863 h 2262782"/>
                <a:gd name="csX2021" fmla="*/ 1331925 w 3644268"/>
                <a:gd name="csY2021" fmla="*/ 731172 h 2262782"/>
                <a:gd name="csX2022" fmla="*/ 1333455 w 3644268"/>
                <a:gd name="csY2022" fmla="*/ 723282 h 2262782"/>
                <a:gd name="csX2023" fmla="*/ 1336209 w 3644268"/>
                <a:gd name="csY2023" fmla="*/ 723449 h 2262782"/>
                <a:gd name="csX2024" fmla="*/ 1337107 w 3644268"/>
                <a:gd name="csY2024" fmla="*/ 722475 h 2262782"/>
                <a:gd name="csX2025" fmla="*/ 1336833 w 3644268"/>
                <a:gd name="csY2025" fmla="*/ 719394 h 2262782"/>
                <a:gd name="csX2026" fmla="*/ 1336057 w 3644268"/>
                <a:gd name="csY2026" fmla="*/ 716647 h 2262782"/>
                <a:gd name="csX2027" fmla="*/ 1335913 w 3644268"/>
                <a:gd name="csY2027" fmla="*/ 708460 h 2262782"/>
                <a:gd name="csX2028" fmla="*/ 1332838 w 3644268"/>
                <a:gd name="csY2028" fmla="*/ 708643 h 2262782"/>
                <a:gd name="csX2029" fmla="*/ 1330510 w 3644268"/>
                <a:gd name="csY2029" fmla="*/ 709990 h 2262782"/>
                <a:gd name="csX2030" fmla="*/ 1330442 w 3644268"/>
                <a:gd name="csY2030" fmla="*/ 713200 h 2262782"/>
                <a:gd name="csX2031" fmla="*/ 1330807 w 3644268"/>
                <a:gd name="csY2031" fmla="*/ 717446 h 2262782"/>
                <a:gd name="csX2032" fmla="*/ 1329004 w 3644268"/>
                <a:gd name="csY2032" fmla="*/ 717689 h 2262782"/>
                <a:gd name="csX2033" fmla="*/ 1326227 w 3644268"/>
                <a:gd name="csY2033" fmla="*/ 713923 h 2262782"/>
                <a:gd name="csX2034" fmla="*/ 1321707 w 3644268"/>
                <a:gd name="csY2034" fmla="*/ 720999 h 2262782"/>
                <a:gd name="csX2035" fmla="*/ 1322384 w 3644268"/>
                <a:gd name="csY2035" fmla="*/ 723388 h 2262782"/>
                <a:gd name="csX2036" fmla="*/ 1323404 w 3644268"/>
                <a:gd name="csY2036" fmla="*/ 724134 h 2262782"/>
                <a:gd name="csX2037" fmla="*/ 2903004 w 3644268"/>
                <a:gd name="csY2037" fmla="*/ 1967137 h 2262782"/>
                <a:gd name="csX2038" fmla="*/ 2904951 w 3644268"/>
                <a:gd name="csY2038" fmla="*/ 1966756 h 2262782"/>
                <a:gd name="csX2039" fmla="*/ 2905134 w 3644268"/>
                <a:gd name="csY2039" fmla="*/ 1965965 h 2262782"/>
                <a:gd name="csX2040" fmla="*/ 2904837 w 3644268"/>
                <a:gd name="csY2040" fmla="*/ 1963766 h 2262782"/>
                <a:gd name="csX2041" fmla="*/ 2903323 w 3644268"/>
                <a:gd name="csY2041" fmla="*/ 1962959 h 2262782"/>
                <a:gd name="csX2042" fmla="*/ 2901162 w 3644268"/>
                <a:gd name="csY2042" fmla="*/ 1963667 h 2262782"/>
                <a:gd name="csX2043" fmla="*/ 2901505 w 3644268"/>
                <a:gd name="csY2043" fmla="*/ 1965151 h 2262782"/>
                <a:gd name="csX2044" fmla="*/ 2902136 w 3644268"/>
                <a:gd name="csY2044" fmla="*/ 1966239 h 2262782"/>
                <a:gd name="csX2045" fmla="*/ 2903004 w 3644268"/>
                <a:gd name="csY2045" fmla="*/ 1967137 h 2262782"/>
                <a:gd name="csX2046" fmla="*/ 2830661 w 3644268"/>
                <a:gd name="csY2046" fmla="*/ 2087200 h 2262782"/>
                <a:gd name="csX2047" fmla="*/ 2827968 w 3644268"/>
                <a:gd name="csY2047" fmla="*/ 2090182 h 2262782"/>
                <a:gd name="csX2048" fmla="*/ 2824225 w 3644268"/>
                <a:gd name="csY2048" fmla="*/ 2094740 h 2262782"/>
                <a:gd name="csX2049" fmla="*/ 2821037 w 3644268"/>
                <a:gd name="csY2049" fmla="*/ 2095242 h 2262782"/>
                <a:gd name="csX2050" fmla="*/ 2821212 w 3644268"/>
                <a:gd name="csY2050" fmla="*/ 2095988 h 2262782"/>
                <a:gd name="csX2051" fmla="*/ 2821866 w 3644268"/>
                <a:gd name="csY2051" fmla="*/ 2097251 h 2262782"/>
                <a:gd name="csX2052" fmla="*/ 2823175 w 3644268"/>
                <a:gd name="csY2052" fmla="*/ 2097289 h 2262782"/>
                <a:gd name="csX2053" fmla="*/ 2827154 w 3644268"/>
                <a:gd name="csY2053" fmla="*/ 2093865 h 2262782"/>
                <a:gd name="csX2054" fmla="*/ 2833286 w 3644268"/>
                <a:gd name="csY2054" fmla="*/ 2086218 h 2262782"/>
                <a:gd name="csX2055" fmla="*/ 2832130 w 3644268"/>
                <a:gd name="csY2055" fmla="*/ 2086180 h 2262782"/>
                <a:gd name="csX2056" fmla="*/ 2830661 w 3644268"/>
                <a:gd name="csY2056" fmla="*/ 2087200 h 2262782"/>
                <a:gd name="csX2057" fmla="*/ 2872523 w 3644268"/>
                <a:gd name="csY2057" fmla="*/ 2030105 h 2262782"/>
                <a:gd name="csX2058" fmla="*/ 2871786 w 3644268"/>
                <a:gd name="csY2058" fmla="*/ 2032448 h 2262782"/>
                <a:gd name="csX2059" fmla="*/ 2869663 w 3644268"/>
                <a:gd name="csY2059" fmla="*/ 2034373 h 2262782"/>
                <a:gd name="csX2060" fmla="*/ 2869838 w 3644268"/>
                <a:gd name="csY2060" fmla="*/ 2034914 h 2262782"/>
                <a:gd name="csX2061" fmla="*/ 2870743 w 3644268"/>
                <a:gd name="csY2061" fmla="*/ 2035461 h 2262782"/>
                <a:gd name="csX2062" fmla="*/ 2871558 w 3644268"/>
                <a:gd name="csY2062" fmla="*/ 2033795 h 2262782"/>
                <a:gd name="csX2063" fmla="*/ 2874190 w 3644268"/>
                <a:gd name="csY2063" fmla="*/ 2031634 h 2262782"/>
                <a:gd name="csX2064" fmla="*/ 2874700 w 3644268"/>
                <a:gd name="csY2064" fmla="*/ 2030508 h 2262782"/>
                <a:gd name="csX2065" fmla="*/ 2874068 w 3644268"/>
                <a:gd name="csY2065" fmla="*/ 2030090 h 2262782"/>
                <a:gd name="csX2066" fmla="*/ 2872523 w 3644268"/>
                <a:gd name="csY2066" fmla="*/ 2030105 h 2262782"/>
                <a:gd name="csX2067" fmla="*/ 2700045 w 3644268"/>
                <a:gd name="csY2067" fmla="*/ 2198452 h 2262782"/>
                <a:gd name="csX2068" fmla="*/ 2699596 w 3644268"/>
                <a:gd name="csY2068" fmla="*/ 2198840 h 2262782"/>
                <a:gd name="csX2069" fmla="*/ 2699687 w 3644268"/>
                <a:gd name="csY2069" fmla="*/ 2199228 h 2262782"/>
                <a:gd name="csX2070" fmla="*/ 2699969 w 3644268"/>
                <a:gd name="csY2070" fmla="*/ 2199160 h 2262782"/>
                <a:gd name="csX2071" fmla="*/ 2700486 w 3644268"/>
                <a:gd name="csY2071" fmla="*/ 2198802 h 2262782"/>
                <a:gd name="csX2072" fmla="*/ 2700844 w 3644268"/>
                <a:gd name="csY2072" fmla="*/ 2198581 h 2262782"/>
                <a:gd name="csX2073" fmla="*/ 2701148 w 3644268"/>
                <a:gd name="csY2073" fmla="*/ 2198262 h 2262782"/>
                <a:gd name="csX2074" fmla="*/ 2700890 w 3644268"/>
                <a:gd name="csY2074" fmla="*/ 2198003 h 2262782"/>
                <a:gd name="csX2075" fmla="*/ 2700045 w 3644268"/>
                <a:gd name="csY2075" fmla="*/ 2198452 h 2262782"/>
                <a:gd name="csX2076" fmla="*/ 2706117 w 3644268"/>
                <a:gd name="csY2076" fmla="*/ 2192175 h 2262782"/>
                <a:gd name="csX2077" fmla="*/ 2705630 w 3644268"/>
                <a:gd name="csY2077" fmla="*/ 2192046 h 2262782"/>
                <a:gd name="csX2078" fmla="*/ 2705067 w 3644268"/>
                <a:gd name="csY2078" fmla="*/ 2192434 h 2262782"/>
                <a:gd name="csX2079" fmla="*/ 2704854 w 3644268"/>
                <a:gd name="csY2079" fmla="*/ 2192692 h 2262782"/>
                <a:gd name="csX2080" fmla="*/ 2705166 w 3644268"/>
                <a:gd name="csY2080" fmla="*/ 2192822 h 2262782"/>
                <a:gd name="csX2081" fmla="*/ 2706101 w 3644268"/>
                <a:gd name="csY2081" fmla="*/ 2192981 h 2262782"/>
                <a:gd name="csX2082" fmla="*/ 2706665 w 3644268"/>
                <a:gd name="csY2082" fmla="*/ 2192822 h 2262782"/>
                <a:gd name="csX2083" fmla="*/ 2706482 w 3644268"/>
                <a:gd name="csY2083" fmla="*/ 2192266 h 2262782"/>
                <a:gd name="csX2084" fmla="*/ 2706117 w 3644268"/>
                <a:gd name="csY2084" fmla="*/ 2192175 h 2262782"/>
                <a:gd name="csX2085" fmla="*/ 2703431 w 3644268"/>
                <a:gd name="csY2085" fmla="*/ 2166991 h 2262782"/>
                <a:gd name="csX2086" fmla="*/ 2701392 w 3644268"/>
                <a:gd name="csY2086" fmla="*/ 2166915 h 2262782"/>
                <a:gd name="csX2087" fmla="*/ 2697724 w 3644268"/>
                <a:gd name="csY2087" fmla="*/ 2173686 h 2262782"/>
                <a:gd name="csX2088" fmla="*/ 2696651 w 3644268"/>
                <a:gd name="csY2088" fmla="*/ 2174401 h 2262782"/>
                <a:gd name="csX2089" fmla="*/ 2695837 w 3644268"/>
                <a:gd name="csY2089" fmla="*/ 2176052 h 2262782"/>
                <a:gd name="csX2090" fmla="*/ 2694156 w 3644268"/>
                <a:gd name="csY2090" fmla="*/ 2177955 h 2262782"/>
                <a:gd name="csX2091" fmla="*/ 2693623 w 3644268"/>
                <a:gd name="csY2091" fmla="*/ 2179659 h 2262782"/>
                <a:gd name="csX2092" fmla="*/ 2691873 w 3644268"/>
                <a:gd name="csY2092" fmla="*/ 2181805 h 2262782"/>
                <a:gd name="csX2093" fmla="*/ 2687514 w 3644268"/>
                <a:gd name="csY2093" fmla="*/ 2185593 h 2262782"/>
                <a:gd name="csX2094" fmla="*/ 2686745 w 3644268"/>
                <a:gd name="csY2094" fmla="*/ 2187382 h 2262782"/>
                <a:gd name="csX2095" fmla="*/ 2687027 w 3644268"/>
                <a:gd name="csY2095" fmla="*/ 2189542 h 2262782"/>
                <a:gd name="csX2096" fmla="*/ 2689515 w 3644268"/>
                <a:gd name="csY2096" fmla="*/ 2191673 h 2262782"/>
                <a:gd name="csX2097" fmla="*/ 2690177 w 3644268"/>
                <a:gd name="csY2097" fmla="*/ 2186354 h 2262782"/>
                <a:gd name="csX2098" fmla="*/ 2694027 w 3644268"/>
                <a:gd name="csY2098" fmla="*/ 2183532 h 2262782"/>
                <a:gd name="csX2099" fmla="*/ 2696599 w 3644268"/>
                <a:gd name="csY2099" fmla="*/ 2180367 h 2262782"/>
                <a:gd name="csX2100" fmla="*/ 2697161 w 3644268"/>
                <a:gd name="csY2100" fmla="*/ 2178708 h 2262782"/>
                <a:gd name="csX2101" fmla="*/ 2701399 w 3644268"/>
                <a:gd name="csY2101" fmla="*/ 2174485 h 2262782"/>
                <a:gd name="csX2102" fmla="*/ 2702693 w 3644268"/>
                <a:gd name="csY2102" fmla="*/ 2173808 h 2262782"/>
                <a:gd name="csX2103" fmla="*/ 2705333 w 3644268"/>
                <a:gd name="csY2103" fmla="*/ 2173443 h 2262782"/>
                <a:gd name="csX2104" fmla="*/ 2708331 w 3644268"/>
                <a:gd name="csY2104" fmla="*/ 2170628 h 2262782"/>
                <a:gd name="csX2105" fmla="*/ 2710035 w 3644268"/>
                <a:gd name="csY2105" fmla="*/ 2170658 h 2262782"/>
                <a:gd name="csX2106" fmla="*/ 2711138 w 3644268"/>
                <a:gd name="csY2106" fmla="*/ 2168695 h 2262782"/>
                <a:gd name="csX2107" fmla="*/ 2706611 w 3644268"/>
                <a:gd name="csY2107" fmla="*/ 2169167 h 2262782"/>
                <a:gd name="csX2108" fmla="*/ 2703431 w 3644268"/>
                <a:gd name="csY2108" fmla="*/ 2166991 h 2262782"/>
                <a:gd name="csX2109" fmla="*/ 2697534 w 3644268"/>
                <a:gd name="csY2109" fmla="*/ 2197760 h 2262782"/>
                <a:gd name="csX2110" fmla="*/ 2697161 w 3644268"/>
                <a:gd name="csY2110" fmla="*/ 2197805 h 2262782"/>
                <a:gd name="csX2111" fmla="*/ 2696766 w 3644268"/>
                <a:gd name="csY2111" fmla="*/ 2197828 h 2262782"/>
                <a:gd name="csX2112" fmla="*/ 2696469 w 3644268"/>
                <a:gd name="csY2112" fmla="*/ 2197676 h 2262782"/>
                <a:gd name="csX2113" fmla="*/ 2696203 w 3644268"/>
                <a:gd name="csY2113" fmla="*/ 2197729 h 2262782"/>
                <a:gd name="csX2114" fmla="*/ 2696203 w 3644268"/>
                <a:gd name="csY2114" fmla="*/ 2197942 h 2262782"/>
                <a:gd name="csX2115" fmla="*/ 2696469 w 3644268"/>
                <a:gd name="csY2115" fmla="*/ 2198132 h 2262782"/>
                <a:gd name="csX2116" fmla="*/ 2696575 w 3644268"/>
                <a:gd name="csY2116" fmla="*/ 2198452 h 2262782"/>
                <a:gd name="csX2117" fmla="*/ 2696735 w 3644268"/>
                <a:gd name="csY2117" fmla="*/ 2198840 h 2262782"/>
                <a:gd name="csX2118" fmla="*/ 2697017 w 3644268"/>
                <a:gd name="csY2118" fmla="*/ 2198764 h 2262782"/>
                <a:gd name="csX2119" fmla="*/ 2697526 w 3644268"/>
                <a:gd name="csY2119" fmla="*/ 2198665 h 2262782"/>
                <a:gd name="csX2120" fmla="*/ 2697785 w 3644268"/>
                <a:gd name="csY2120" fmla="*/ 2198642 h 2262782"/>
                <a:gd name="csX2121" fmla="*/ 2697732 w 3644268"/>
                <a:gd name="csY2121" fmla="*/ 2198087 h 2262782"/>
                <a:gd name="csX2122" fmla="*/ 2697534 w 3644268"/>
                <a:gd name="csY2122" fmla="*/ 2197760 h 2262782"/>
                <a:gd name="csX2123" fmla="*/ 2759331 w 3644268"/>
                <a:gd name="csY2123" fmla="*/ 2138162 h 2262782"/>
                <a:gd name="csX2124" fmla="*/ 2759346 w 3644268"/>
                <a:gd name="csY2124" fmla="*/ 2137249 h 2262782"/>
                <a:gd name="csX2125" fmla="*/ 2759049 w 3644268"/>
                <a:gd name="csY2125" fmla="*/ 2136518 h 2262782"/>
                <a:gd name="csX2126" fmla="*/ 2758212 w 3644268"/>
                <a:gd name="csY2126" fmla="*/ 2136016 h 2262782"/>
                <a:gd name="csX2127" fmla="*/ 2756797 w 3644268"/>
                <a:gd name="csY2127" fmla="*/ 2136191 h 2262782"/>
                <a:gd name="csX2128" fmla="*/ 2754781 w 3644268"/>
                <a:gd name="csY2128" fmla="*/ 2137287 h 2262782"/>
                <a:gd name="csX2129" fmla="*/ 2748626 w 3644268"/>
                <a:gd name="csY2129" fmla="*/ 2143419 h 2262782"/>
                <a:gd name="csX2130" fmla="*/ 2744479 w 3644268"/>
                <a:gd name="csY2130" fmla="*/ 2144150 h 2262782"/>
                <a:gd name="csX2131" fmla="*/ 2742896 w 3644268"/>
                <a:gd name="csY2131" fmla="*/ 2144028 h 2262782"/>
                <a:gd name="csX2132" fmla="*/ 2740941 w 3644268"/>
                <a:gd name="csY2132" fmla="*/ 2140528 h 2262782"/>
                <a:gd name="csX2133" fmla="*/ 2740081 w 3644268"/>
                <a:gd name="csY2133" fmla="*/ 2140361 h 2262782"/>
                <a:gd name="csX2134" fmla="*/ 2738978 w 3644268"/>
                <a:gd name="csY2134" fmla="*/ 2142872 h 2262782"/>
                <a:gd name="csX2135" fmla="*/ 2739252 w 3644268"/>
                <a:gd name="csY2135" fmla="*/ 2145131 h 2262782"/>
                <a:gd name="csX2136" fmla="*/ 2736772 w 3644268"/>
                <a:gd name="csY2136" fmla="*/ 2146189 h 2262782"/>
                <a:gd name="csX2137" fmla="*/ 2734390 w 3644268"/>
                <a:gd name="csY2137" fmla="*/ 2149133 h 2262782"/>
                <a:gd name="csX2138" fmla="*/ 2732252 w 3644268"/>
                <a:gd name="csY2138" fmla="*/ 2150054 h 2262782"/>
                <a:gd name="csX2139" fmla="*/ 2729536 w 3644268"/>
                <a:gd name="csY2139" fmla="*/ 2153584 h 2262782"/>
                <a:gd name="csX2140" fmla="*/ 2725610 w 3644268"/>
                <a:gd name="csY2140" fmla="*/ 2156263 h 2262782"/>
                <a:gd name="csX2141" fmla="*/ 2723647 w 3644268"/>
                <a:gd name="csY2141" fmla="*/ 2158956 h 2262782"/>
                <a:gd name="csX2142" fmla="*/ 2723350 w 3644268"/>
                <a:gd name="csY2142" fmla="*/ 2162038 h 2262782"/>
                <a:gd name="csX2143" fmla="*/ 2719789 w 3644268"/>
                <a:gd name="csY2143" fmla="*/ 2164952 h 2262782"/>
                <a:gd name="csX2144" fmla="*/ 2718922 w 3644268"/>
                <a:gd name="csY2144" fmla="*/ 2166527 h 2262782"/>
                <a:gd name="csX2145" fmla="*/ 2718146 w 3644268"/>
                <a:gd name="csY2145" fmla="*/ 2169768 h 2262782"/>
                <a:gd name="csX2146" fmla="*/ 2722437 w 3644268"/>
                <a:gd name="csY2146" fmla="*/ 2165979 h 2262782"/>
                <a:gd name="csX2147" fmla="*/ 2724765 w 3644268"/>
                <a:gd name="csY2147" fmla="*/ 2165317 h 2262782"/>
                <a:gd name="csX2148" fmla="*/ 2726957 w 3644268"/>
                <a:gd name="csY2148" fmla="*/ 2161611 h 2262782"/>
                <a:gd name="csX2149" fmla="*/ 2732366 w 3644268"/>
                <a:gd name="csY2149" fmla="*/ 2156879 h 2262782"/>
                <a:gd name="csX2150" fmla="*/ 2733356 w 3644268"/>
                <a:gd name="csY2150" fmla="*/ 2155342 h 2262782"/>
                <a:gd name="csX2151" fmla="*/ 2733622 w 3644268"/>
                <a:gd name="csY2151" fmla="*/ 2153600 h 2262782"/>
                <a:gd name="csX2152" fmla="*/ 2734390 w 3644268"/>
                <a:gd name="csY2152" fmla="*/ 2152626 h 2262782"/>
                <a:gd name="csX2153" fmla="*/ 2737084 w 3644268"/>
                <a:gd name="csY2153" fmla="*/ 2153189 h 2262782"/>
                <a:gd name="csX2154" fmla="*/ 2739845 w 3644268"/>
                <a:gd name="csY2154" fmla="*/ 2152230 h 2262782"/>
                <a:gd name="csX2155" fmla="*/ 2741801 w 3644268"/>
                <a:gd name="csY2155" fmla="*/ 2149826 h 2262782"/>
                <a:gd name="csX2156" fmla="*/ 2747294 w 3644268"/>
                <a:gd name="csY2156" fmla="*/ 2145398 h 2262782"/>
                <a:gd name="csX2157" fmla="*/ 2750551 w 3644268"/>
                <a:gd name="csY2157" fmla="*/ 2144485 h 2262782"/>
                <a:gd name="csX2158" fmla="*/ 2754500 w 3644268"/>
                <a:gd name="csY2158" fmla="*/ 2142354 h 2262782"/>
                <a:gd name="csX2159" fmla="*/ 2758585 w 3644268"/>
                <a:gd name="csY2159" fmla="*/ 2142164 h 2262782"/>
                <a:gd name="csX2160" fmla="*/ 2759575 w 3644268"/>
                <a:gd name="csY2160" fmla="*/ 2140992 h 2262782"/>
                <a:gd name="csX2161" fmla="*/ 2758844 w 3644268"/>
                <a:gd name="csY2161" fmla="*/ 2139448 h 2262782"/>
                <a:gd name="csX2162" fmla="*/ 2759331 w 3644268"/>
                <a:gd name="csY2162" fmla="*/ 2138162 h 2262782"/>
                <a:gd name="csX2163" fmla="*/ 2791005 w 3644268"/>
                <a:gd name="csY2163" fmla="*/ 2115420 h 2262782"/>
                <a:gd name="csX2164" fmla="*/ 2783610 w 3644268"/>
                <a:gd name="csY2164" fmla="*/ 2120898 h 2262782"/>
                <a:gd name="csX2165" fmla="*/ 2780057 w 3644268"/>
                <a:gd name="csY2165" fmla="*/ 2125357 h 2262782"/>
                <a:gd name="csX2166" fmla="*/ 2777280 w 3644268"/>
                <a:gd name="csY2166" fmla="*/ 2126467 h 2262782"/>
                <a:gd name="csX2167" fmla="*/ 2772608 w 3644268"/>
                <a:gd name="csY2167" fmla="*/ 2133977 h 2262782"/>
                <a:gd name="csX2168" fmla="*/ 2774571 w 3644268"/>
                <a:gd name="csY2168" fmla="*/ 2134038 h 2262782"/>
                <a:gd name="csX2169" fmla="*/ 2777744 w 3644268"/>
                <a:gd name="csY2169" fmla="*/ 2132494 h 2262782"/>
                <a:gd name="csX2170" fmla="*/ 2781928 w 3644268"/>
                <a:gd name="csY2170" fmla="*/ 2128195 h 2262782"/>
                <a:gd name="csX2171" fmla="*/ 2783435 w 3644268"/>
                <a:gd name="csY2171" fmla="*/ 2126992 h 2262782"/>
                <a:gd name="csX2172" fmla="*/ 2785626 w 3644268"/>
                <a:gd name="csY2172" fmla="*/ 2126171 h 2262782"/>
                <a:gd name="csX2173" fmla="*/ 2788578 w 3644268"/>
                <a:gd name="csY2173" fmla="*/ 2123607 h 2262782"/>
                <a:gd name="csX2174" fmla="*/ 2789423 w 3644268"/>
                <a:gd name="csY2174" fmla="*/ 2121187 h 2262782"/>
                <a:gd name="csX2175" fmla="*/ 2796225 w 3644268"/>
                <a:gd name="csY2175" fmla="*/ 2115161 h 2262782"/>
                <a:gd name="csX2176" fmla="*/ 2791865 w 3644268"/>
                <a:gd name="csY2176" fmla="*/ 2115009 h 2262782"/>
                <a:gd name="csX2177" fmla="*/ 2791005 w 3644268"/>
                <a:gd name="csY2177" fmla="*/ 2115420 h 2262782"/>
                <a:gd name="csX2178" fmla="*/ 2716609 w 3644268"/>
                <a:gd name="csY2178" fmla="*/ 2185898 h 2262782"/>
                <a:gd name="csX2179" fmla="*/ 2712287 w 3644268"/>
                <a:gd name="csY2179" fmla="*/ 2187298 h 2262782"/>
                <a:gd name="csX2180" fmla="*/ 2712112 w 3644268"/>
                <a:gd name="csY2180" fmla="*/ 2187770 h 2262782"/>
                <a:gd name="csX2181" fmla="*/ 2712006 w 3644268"/>
                <a:gd name="csY2181" fmla="*/ 2189436 h 2262782"/>
                <a:gd name="csX2182" fmla="*/ 2713588 w 3644268"/>
                <a:gd name="csY2182" fmla="*/ 2190151 h 2262782"/>
                <a:gd name="csX2183" fmla="*/ 2714250 w 3644268"/>
                <a:gd name="csY2183" fmla="*/ 2189345 h 2262782"/>
                <a:gd name="csX2184" fmla="*/ 2718207 w 3644268"/>
                <a:gd name="csY2184" fmla="*/ 2187564 h 2262782"/>
                <a:gd name="csX2185" fmla="*/ 2717887 w 3644268"/>
                <a:gd name="csY2185" fmla="*/ 2186826 h 2262782"/>
                <a:gd name="csX2186" fmla="*/ 2716609 w 3644268"/>
                <a:gd name="csY2186" fmla="*/ 2185898 h 2262782"/>
                <a:gd name="csX2187" fmla="*/ 2798637 w 3644268"/>
                <a:gd name="csY2187" fmla="*/ 1655688 h 2262782"/>
                <a:gd name="csX2188" fmla="*/ 2797069 w 3644268"/>
                <a:gd name="csY2188" fmla="*/ 1658305 h 2262782"/>
                <a:gd name="csX2189" fmla="*/ 2794452 w 3644268"/>
                <a:gd name="csY2189" fmla="*/ 1660093 h 2262782"/>
                <a:gd name="csX2190" fmla="*/ 2794490 w 3644268"/>
                <a:gd name="csY2190" fmla="*/ 1660892 h 2262782"/>
                <a:gd name="csX2191" fmla="*/ 2795327 w 3644268"/>
                <a:gd name="csY2191" fmla="*/ 1662026 h 2262782"/>
                <a:gd name="csX2192" fmla="*/ 2797009 w 3644268"/>
                <a:gd name="csY2192" fmla="*/ 1661554 h 2262782"/>
                <a:gd name="csX2193" fmla="*/ 2799953 w 3644268"/>
                <a:gd name="csY2193" fmla="*/ 1658381 h 2262782"/>
                <a:gd name="csX2194" fmla="*/ 2799634 w 3644268"/>
                <a:gd name="csY2194" fmla="*/ 1657255 h 2262782"/>
                <a:gd name="csX2195" fmla="*/ 2798637 w 3644268"/>
                <a:gd name="csY2195" fmla="*/ 1655688 h 2262782"/>
                <a:gd name="csX2196" fmla="*/ 3095584 w 3644268"/>
                <a:gd name="csY2196" fmla="*/ 1653147 h 2262782"/>
                <a:gd name="csX2197" fmla="*/ 3094405 w 3644268"/>
                <a:gd name="csY2197" fmla="*/ 1652911 h 2262782"/>
                <a:gd name="csX2198" fmla="*/ 3087671 w 3644268"/>
                <a:gd name="csY2198" fmla="*/ 1658336 h 2262782"/>
                <a:gd name="csX2199" fmla="*/ 3078252 w 3644268"/>
                <a:gd name="csY2199" fmla="*/ 1661699 h 2262782"/>
                <a:gd name="csX2200" fmla="*/ 3078381 w 3644268"/>
                <a:gd name="csY2200" fmla="*/ 1663464 h 2262782"/>
                <a:gd name="csX2201" fmla="*/ 3078761 w 3644268"/>
                <a:gd name="csY2201" fmla="*/ 1665221 h 2262782"/>
                <a:gd name="csX2202" fmla="*/ 3077529 w 3644268"/>
                <a:gd name="csY2202" fmla="*/ 1670631 h 2262782"/>
                <a:gd name="csX2203" fmla="*/ 3074326 w 3644268"/>
                <a:gd name="csY2203" fmla="*/ 1677106 h 2262782"/>
                <a:gd name="csX2204" fmla="*/ 3071138 w 3644268"/>
                <a:gd name="csY2204" fmla="*/ 1679640 h 2262782"/>
                <a:gd name="csX2205" fmla="*/ 3071236 w 3644268"/>
                <a:gd name="csY2205" fmla="*/ 1680979 h 2262782"/>
                <a:gd name="csX2206" fmla="*/ 3071564 w 3644268"/>
                <a:gd name="csY2206" fmla="*/ 1681854 h 2262782"/>
                <a:gd name="csX2207" fmla="*/ 3072081 w 3644268"/>
                <a:gd name="csY2207" fmla="*/ 1682477 h 2262782"/>
                <a:gd name="csX2208" fmla="*/ 3075573 w 3644268"/>
                <a:gd name="csY2208" fmla="*/ 1678643 h 2262782"/>
                <a:gd name="csX2209" fmla="*/ 3082512 w 3644268"/>
                <a:gd name="csY2209" fmla="*/ 1672883 h 2262782"/>
                <a:gd name="csX2210" fmla="*/ 3089322 w 3644268"/>
                <a:gd name="csY2210" fmla="*/ 1669003 h 2262782"/>
                <a:gd name="csX2211" fmla="*/ 3096512 w 3644268"/>
                <a:gd name="csY2211" fmla="*/ 1667047 h 2262782"/>
                <a:gd name="csX2212" fmla="*/ 3097494 w 3644268"/>
                <a:gd name="csY2212" fmla="*/ 1663532 h 2262782"/>
                <a:gd name="csX2213" fmla="*/ 3096802 w 3644268"/>
                <a:gd name="csY2213" fmla="*/ 1657666 h 2262782"/>
                <a:gd name="csX2214" fmla="*/ 3095584 w 3644268"/>
                <a:gd name="csY2214" fmla="*/ 1653147 h 2262782"/>
                <a:gd name="csX2215" fmla="*/ 1207548 w 3644268"/>
                <a:gd name="csY2215" fmla="*/ 302646 h 2262782"/>
                <a:gd name="csX2216" fmla="*/ 1214039 w 3644268"/>
                <a:gd name="csY2216" fmla="*/ 306572 h 2262782"/>
                <a:gd name="csX2217" fmla="*/ 1217866 w 3644268"/>
                <a:gd name="csY2217" fmla="*/ 306693 h 2262782"/>
                <a:gd name="csX2218" fmla="*/ 1218140 w 3644268"/>
                <a:gd name="csY2218" fmla="*/ 312689 h 2262782"/>
                <a:gd name="csX2219" fmla="*/ 1221571 w 3644268"/>
                <a:gd name="csY2219" fmla="*/ 313145 h 2262782"/>
                <a:gd name="csX2220" fmla="*/ 1238203 w 3644268"/>
                <a:gd name="csY2220" fmla="*/ 311692 h 2262782"/>
                <a:gd name="csX2221" fmla="*/ 1237359 w 3644268"/>
                <a:gd name="csY2221" fmla="*/ 309060 h 2262782"/>
                <a:gd name="csX2222" fmla="*/ 1233319 w 3644268"/>
                <a:gd name="csY2222" fmla="*/ 305240 h 2262782"/>
                <a:gd name="csX2223" fmla="*/ 1214259 w 3644268"/>
                <a:gd name="csY2223" fmla="*/ 295037 h 2262782"/>
                <a:gd name="csX2224" fmla="*/ 1212227 w 3644268"/>
                <a:gd name="csY2224" fmla="*/ 298347 h 2262782"/>
                <a:gd name="csX2225" fmla="*/ 1209587 w 3644268"/>
                <a:gd name="csY2225" fmla="*/ 294094 h 2262782"/>
                <a:gd name="csX2226" fmla="*/ 1207442 w 3644268"/>
                <a:gd name="csY2226" fmla="*/ 292503 h 2262782"/>
                <a:gd name="csX2227" fmla="*/ 1205372 w 3644268"/>
                <a:gd name="csY2227" fmla="*/ 294847 h 2262782"/>
                <a:gd name="csX2228" fmla="*/ 1205814 w 3644268"/>
                <a:gd name="csY2228" fmla="*/ 297114 h 2262782"/>
                <a:gd name="csX2229" fmla="*/ 1207548 w 3644268"/>
                <a:gd name="csY2229" fmla="*/ 302646 h 2262782"/>
                <a:gd name="csX2230" fmla="*/ 1207251 w 3644268"/>
                <a:gd name="csY2230" fmla="*/ 865661 h 2262782"/>
                <a:gd name="csX2231" fmla="*/ 1206042 w 3644268"/>
                <a:gd name="csY2231" fmla="*/ 867989 h 2262782"/>
                <a:gd name="csX2232" fmla="*/ 1209275 w 3644268"/>
                <a:gd name="csY2232" fmla="*/ 871535 h 2262782"/>
                <a:gd name="csX2233" fmla="*/ 1218352 w 3644268"/>
                <a:gd name="csY2233" fmla="*/ 874289 h 2262782"/>
                <a:gd name="csX2234" fmla="*/ 1220414 w 3644268"/>
                <a:gd name="csY2234" fmla="*/ 873817 h 2262782"/>
                <a:gd name="csX2235" fmla="*/ 1209625 w 3644268"/>
                <a:gd name="csY2235" fmla="*/ 865592 h 2262782"/>
                <a:gd name="csX2236" fmla="*/ 1207251 w 3644268"/>
                <a:gd name="csY2236" fmla="*/ 865661 h 2262782"/>
                <a:gd name="csX2237" fmla="*/ 1200579 w 3644268"/>
                <a:gd name="csY2237" fmla="*/ 872820 h 2262782"/>
                <a:gd name="csX2238" fmla="*/ 1202154 w 3644268"/>
                <a:gd name="csY2238" fmla="*/ 871139 h 2262782"/>
                <a:gd name="csX2239" fmla="*/ 1205365 w 3644268"/>
                <a:gd name="csY2239" fmla="*/ 866041 h 2262782"/>
                <a:gd name="csX2240" fmla="*/ 1205113 w 3644268"/>
                <a:gd name="csY2240" fmla="*/ 865242 h 2262782"/>
                <a:gd name="csX2241" fmla="*/ 1202778 w 3644268"/>
                <a:gd name="csY2241" fmla="*/ 864207 h 2262782"/>
                <a:gd name="csX2242" fmla="*/ 1195078 w 3644268"/>
                <a:gd name="csY2242" fmla="*/ 866695 h 2262782"/>
                <a:gd name="csX2243" fmla="*/ 1190916 w 3644268"/>
                <a:gd name="csY2243" fmla="*/ 871451 h 2262782"/>
                <a:gd name="csX2244" fmla="*/ 1190262 w 3644268"/>
                <a:gd name="csY2244" fmla="*/ 874829 h 2262782"/>
                <a:gd name="csX2245" fmla="*/ 1193662 w 3644268"/>
                <a:gd name="csY2245" fmla="*/ 873003 h 2262782"/>
                <a:gd name="csX2246" fmla="*/ 1200579 w 3644268"/>
                <a:gd name="csY2246" fmla="*/ 872820 h 2262782"/>
                <a:gd name="csX2247" fmla="*/ 1170845 w 3644268"/>
                <a:gd name="csY2247" fmla="*/ 913503 h 2262782"/>
                <a:gd name="csX2248" fmla="*/ 1174124 w 3644268"/>
                <a:gd name="csY2248" fmla="*/ 915428 h 2262782"/>
                <a:gd name="csX2249" fmla="*/ 1175196 w 3644268"/>
                <a:gd name="csY2249" fmla="*/ 916684 h 2262782"/>
                <a:gd name="csX2250" fmla="*/ 1175676 w 3644268"/>
                <a:gd name="csY2250" fmla="*/ 915984 h 2262782"/>
                <a:gd name="csX2251" fmla="*/ 1176460 w 3644268"/>
                <a:gd name="csY2251" fmla="*/ 913496 h 2262782"/>
                <a:gd name="csX2252" fmla="*/ 1175668 w 3644268"/>
                <a:gd name="csY2252" fmla="*/ 911921 h 2262782"/>
                <a:gd name="csX2253" fmla="*/ 1175394 w 3644268"/>
                <a:gd name="csY2253" fmla="*/ 909030 h 2262782"/>
                <a:gd name="csX2254" fmla="*/ 1177433 w 3644268"/>
                <a:gd name="csY2254" fmla="*/ 904381 h 2262782"/>
                <a:gd name="csX2255" fmla="*/ 1182105 w 3644268"/>
                <a:gd name="csY2255" fmla="*/ 902197 h 2262782"/>
                <a:gd name="csX2256" fmla="*/ 1177061 w 3644268"/>
                <a:gd name="csY2256" fmla="*/ 898849 h 2262782"/>
                <a:gd name="csX2257" fmla="*/ 1174382 w 3644268"/>
                <a:gd name="csY2257" fmla="*/ 897845 h 2262782"/>
                <a:gd name="csX2258" fmla="*/ 1170304 w 3644268"/>
                <a:gd name="csY2258" fmla="*/ 897206 h 2262782"/>
                <a:gd name="csX2259" fmla="*/ 1165807 w 3644268"/>
                <a:gd name="csY2259" fmla="*/ 898781 h 2262782"/>
                <a:gd name="csX2260" fmla="*/ 1164613 w 3644268"/>
                <a:gd name="csY2260" fmla="*/ 901330 h 2262782"/>
                <a:gd name="csX2261" fmla="*/ 1163715 w 3644268"/>
                <a:gd name="csY2261" fmla="*/ 905195 h 2262782"/>
                <a:gd name="csX2262" fmla="*/ 1165435 w 3644268"/>
                <a:gd name="csY2262" fmla="*/ 908565 h 2262782"/>
                <a:gd name="csX2263" fmla="*/ 1170845 w 3644268"/>
                <a:gd name="csY2263" fmla="*/ 913503 h 2262782"/>
                <a:gd name="csX2264" fmla="*/ 1270425 w 3644268"/>
                <a:gd name="csY2264" fmla="*/ 147827 h 2262782"/>
                <a:gd name="csX2265" fmla="*/ 1290238 w 3644268"/>
                <a:gd name="csY2265" fmla="*/ 142988 h 2262782"/>
                <a:gd name="csX2266" fmla="*/ 1297040 w 3644268"/>
                <a:gd name="csY2266" fmla="*/ 140325 h 2262782"/>
                <a:gd name="csX2267" fmla="*/ 1297649 w 3644268"/>
                <a:gd name="csY2267" fmla="*/ 138354 h 2262782"/>
                <a:gd name="csX2268" fmla="*/ 1298806 w 3644268"/>
                <a:gd name="csY2268" fmla="*/ 132267 h 2262782"/>
                <a:gd name="csX2269" fmla="*/ 1295640 w 3644268"/>
                <a:gd name="csY2269" fmla="*/ 129269 h 2262782"/>
                <a:gd name="csX2270" fmla="*/ 1285543 w 3644268"/>
                <a:gd name="csY2270" fmla="*/ 125792 h 2262782"/>
                <a:gd name="csX2271" fmla="*/ 1272967 w 3644268"/>
                <a:gd name="csY2271" fmla="*/ 127839 h 2262782"/>
                <a:gd name="csX2272" fmla="*/ 1270669 w 3644268"/>
                <a:gd name="csY2272" fmla="*/ 132823 h 2262782"/>
                <a:gd name="csX2273" fmla="*/ 1267846 w 3644268"/>
                <a:gd name="csY2273" fmla="*/ 142980 h 2262782"/>
                <a:gd name="csX2274" fmla="*/ 1268470 w 3644268"/>
                <a:gd name="csY2274" fmla="*/ 144783 h 2262782"/>
                <a:gd name="csX2275" fmla="*/ 1270425 w 3644268"/>
                <a:gd name="csY2275" fmla="*/ 147827 h 2262782"/>
                <a:gd name="csX2276" fmla="*/ 1078674 w 3644268"/>
                <a:gd name="csY2276" fmla="*/ 902669 h 2262782"/>
                <a:gd name="csX2277" fmla="*/ 1082517 w 3644268"/>
                <a:gd name="csY2277" fmla="*/ 903536 h 2262782"/>
                <a:gd name="csX2278" fmla="*/ 1084259 w 3644268"/>
                <a:gd name="csY2278" fmla="*/ 903270 h 2262782"/>
                <a:gd name="csX2279" fmla="*/ 1090528 w 3644268"/>
                <a:gd name="csY2279" fmla="*/ 899831 h 2262782"/>
                <a:gd name="csX2280" fmla="*/ 1095078 w 3644268"/>
                <a:gd name="csY2280" fmla="*/ 898028 h 2262782"/>
                <a:gd name="csX2281" fmla="*/ 1105084 w 3644268"/>
                <a:gd name="csY2281" fmla="*/ 894870 h 2262782"/>
                <a:gd name="csX2282" fmla="*/ 1110866 w 3644268"/>
                <a:gd name="csY2282" fmla="*/ 894025 h 2262782"/>
                <a:gd name="csX2283" fmla="*/ 1110957 w 3644268"/>
                <a:gd name="csY2283" fmla="*/ 890274 h 2262782"/>
                <a:gd name="csX2284" fmla="*/ 1110090 w 3644268"/>
                <a:gd name="csY2284" fmla="*/ 885953 h 2262782"/>
                <a:gd name="csX2285" fmla="*/ 1107001 w 3644268"/>
                <a:gd name="csY2285" fmla="*/ 881570 h 2262782"/>
                <a:gd name="csX2286" fmla="*/ 1105000 w 3644268"/>
                <a:gd name="csY2286" fmla="*/ 879326 h 2262782"/>
                <a:gd name="csX2287" fmla="*/ 1102444 w 3644268"/>
                <a:gd name="csY2287" fmla="*/ 873680 h 2262782"/>
                <a:gd name="csX2288" fmla="*/ 1100511 w 3644268"/>
                <a:gd name="csY2288" fmla="*/ 871413 h 2262782"/>
                <a:gd name="csX2289" fmla="*/ 1097993 w 3644268"/>
                <a:gd name="csY2289" fmla="*/ 869442 h 2262782"/>
                <a:gd name="csX2290" fmla="*/ 1096219 w 3644268"/>
                <a:gd name="csY2290" fmla="*/ 868674 h 2262782"/>
                <a:gd name="csX2291" fmla="*/ 1083620 w 3644268"/>
                <a:gd name="csY2291" fmla="*/ 871436 h 2262782"/>
                <a:gd name="csX2292" fmla="*/ 1079336 w 3644268"/>
                <a:gd name="csY2292" fmla="*/ 873901 h 2262782"/>
                <a:gd name="csX2293" fmla="*/ 1076049 w 3644268"/>
                <a:gd name="csY2293" fmla="*/ 880277 h 2262782"/>
                <a:gd name="csX2294" fmla="*/ 1076536 w 3644268"/>
                <a:gd name="csY2294" fmla="*/ 890305 h 2262782"/>
                <a:gd name="csX2295" fmla="*/ 1075829 w 3644268"/>
                <a:gd name="csY2295" fmla="*/ 894375 h 2262782"/>
                <a:gd name="csX2296" fmla="*/ 1074649 w 3644268"/>
                <a:gd name="csY2296" fmla="*/ 897518 h 2262782"/>
                <a:gd name="csX2297" fmla="*/ 1074436 w 3644268"/>
                <a:gd name="csY2297" fmla="*/ 900607 h 2262782"/>
                <a:gd name="csX2298" fmla="*/ 1077008 w 3644268"/>
                <a:gd name="csY2298" fmla="*/ 904076 h 2262782"/>
                <a:gd name="csX2299" fmla="*/ 1078674 w 3644268"/>
                <a:gd name="csY2299" fmla="*/ 902669 h 2262782"/>
                <a:gd name="csX2300" fmla="*/ 1265777 w 3644268"/>
                <a:gd name="csY2300" fmla="*/ 924787 h 2262782"/>
                <a:gd name="csX2301" fmla="*/ 1277524 w 3644268"/>
                <a:gd name="csY2301" fmla="*/ 927731 h 2262782"/>
                <a:gd name="csX2302" fmla="*/ 1279031 w 3644268"/>
                <a:gd name="csY2302" fmla="*/ 926925 h 2262782"/>
                <a:gd name="csX2303" fmla="*/ 1279814 w 3644268"/>
                <a:gd name="csY2303" fmla="*/ 923509 h 2262782"/>
                <a:gd name="csX2304" fmla="*/ 1279890 w 3644268"/>
                <a:gd name="csY2304" fmla="*/ 912712 h 2262782"/>
                <a:gd name="csX2305" fmla="*/ 1277136 w 3644268"/>
                <a:gd name="csY2305" fmla="*/ 908018 h 2262782"/>
                <a:gd name="csX2306" fmla="*/ 1275949 w 3644268"/>
                <a:gd name="csY2306" fmla="*/ 903962 h 2262782"/>
                <a:gd name="csX2307" fmla="*/ 1271841 w 3644268"/>
                <a:gd name="csY2307" fmla="*/ 899876 h 2262782"/>
                <a:gd name="csX2308" fmla="*/ 1261006 w 3644268"/>
                <a:gd name="csY2308" fmla="*/ 914622 h 2262782"/>
                <a:gd name="csX2309" fmla="*/ 1260504 w 3644268"/>
                <a:gd name="csY2309" fmla="*/ 917635 h 2262782"/>
                <a:gd name="csX2310" fmla="*/ 1261721 w 3644268"/>
                <a:gd name="csY2310" fmla="*/ 921059 h 2262782"/>
                <a:gd name="csX2311" fmla="*/ 1265777 w 3644268"/>
                <a:gd name="csY2311" fmla="*/ 924787 h 2262782"/>
                <a:gd name="csX2312" fmla="*/ 3166268 w 3644268"/>
                <a:gd name="csY2312" fmla="*/ 1830479 h 2262782"/>
                <a:gd name="csX2313" fmla="*/ 3162593 w 3644268"/>
                <a:gd name="csY2313" fmla="*/ 1827542 h 2262782"/>
                <a:gd name="csX2314" fmla="*/ 3160074 w 3644268"/>
                <a:gd name="csY2314" fmla="*/ 1826523 h 2262782"/>
                <a:gd name="csX2315" fmla="*/ 3158347 w 3644268"/>
                <a:gd name="csY2315" fmla="*/ 1824332 h 2262782"/>
                <a:gd name="csX2316" fmla="*/ 3156848 w 3644268"/>
                <a:gd name="csY2316" fmla="*/ 1824370 h 2262782"/>
                <a:gd name="csX2317" fmla="*/ 3157845 w 3644268"/>
                <a:gd name="csY2317" fmla="*/ 1826622 h 2262782"/>
                <a:gd name="csX2318" fmla="*/ 3161885 w 3644268"/>
                <a:gd name="csY2318" fmla="*/ 1830213 h 2262782"/>
                <a:gd name="csX2319" fmla="*/ 3170513 w 3644268"/>
                <a:gd name="csY2319" fmla="*/ 1837015 h 2262782"/>
                <a:gd name="csX2320" fmla="*/ 3169608 w 3644268"/>
                <a:gd name="csY2320" fmla="*/ 1835098 h 2262782"/>
                <a:gd name="csX2321" fmla="*/ 3166268 w 3644268"/>
                <a:gd name="csY2321" fmla="*/ 1830479 h 2262782"/>
                <a:gd name="csX2322" fmla="*/ 1233684 w 3644268"/>
                <a:gd name="csY2322" fmla="*/ 938125 h 2262782"/>
                <a:gd name="csX2323" fmla="*/ 1231181 w 3644268"/>
                <a:gd name="csY2323" fmla="*/ 943747 h 2262782"/>
                <a:gd name="csX2324" fmla="*/ 1228807 w 3644268"/>
                <a:gd name="csY2324" fmla="*/ 947072 h 2262782"/>
                <a:gd name="csX2325" fmla="*/ 1223549 w 3644268"/>
                <a:gd name="csY2325" fmla="*/ 952269 h 2262782"/>
                <a:gd name="csX2326" fmla="*/ 1222864 w 3644268"/>
                <a:gd name="csY2326" fmla="*/ 955685 h 2262782"/>
                <a:gd name="csX2327" fmla="*/ 1223610 w 3644268"/>
                <a:gd name="csY2327" fmla="*/ 957047 h 2262782"/>
                <a:gd name="csX2328" fmla="*/ 1228730 w 3644268"/>
                <a:gd name="csY2328" fmla="*/ 958158 h 2262782"/>
                <a:gd name="csX2329" fmla="*/ 1239124 w 3644268"/>
                <a:gd name="csY2329" fmla="*/ 957504 h 2262782"/>
                <a:gd name="csX2330" fmla="*/ 1242289 w 3644268"/>
                <a:gd name="csY2330" fmla="*/ 956286 h 2262782"/>
                <a:gd name="csX2331" fmla="*/ 1247128 w 3644268"/>
                <a:gd name="csY2331" fmla="*/ 950382 h 2262782"/>
                <a:gd name="csX2332" fmla="*/ 1250270 w 3644268"/>
                <a:gd name="csY2332" fmla="*/ 948647 h 2262782"/>
                <a:gd name="csX2333" fmla="*/ 1254775 w 3644268"/>
                <a:gd name="csY2333" fmla="*/ 944021 h 2262782"/>
                <a:gd name="csX2334" fmla="*/ 1254508 w 3644268"/>
                <a:gd name="csY2334" fmla="*/ 942469 h 2262782"/>
                <a:gd name="csX2335" fmla="*/ 1252934 w 3644268"/>
                <a:gd name="csY2335" fmla="*/ 938992 h 2262782"/>
                <a:gd name="csX2336" fmla="*/ 1241612 w 3644268"/>
                <a:gd name="csY2336" fmla="*/ 933430 h 2262782"/>
                <a:gd name="csX2337" fmla="*/ 1237975 w 3644268"/>
                <a:gd name="csY2337" fmla="*/ 933453 h 2262782"/>
                <a:gd name="csX2338" fmla="*/ 1233684 w 3644268"/>
                <a:gd name="csY2338" fmla="*/ 938125 h 2262782"/>
                <a:gd name="csX2339" fmla="*/ 2506727 w 3644268"/>
                <a:gd name="csY2339" fmla="*/ 1815582 h 2262782"/>
                <a:gd name="csX2340" fmla="*/ 2502451 w 3644268"/>
                <a:gd name="csY2340" fmla="*/ 1818686 h 2262782"/>
                <a:gd name="csX2341" fmla="*/ 2500723 w 3644268"/>
                <a:gd name="csY2341" fmla="*/ 1820664 h 2262782"/>
                <a:gd name="csX2342" fmla="*/ 2501804 w 3644268"/>
                <a:gd name="csY2342" fmla="*/ 1821037 h 2262782"/>
                <a:gd name="csX2343" fmla="*/ 2504741 w 3644268"/>
                <a:gd name="csY2343" fmla="*/ 1820497 h 2262782"/>
                <a:gd name="csX2344" fmla="*/ 2506171 w 3644268"/>
                <a:gd name="csY2344" fmla="*/ 1821851 h 2262782"/>
                <a:gd name="csX2345" fmla="*/ 2508005 w 3644268"/>
                <a:gd name="csY2345" fmla="*/ 1821752 h 2262782"/>
                <a:gd name="csX2346" fmla="*/ 2510637 w 3644268"/>
                <a:gd name="csY2346" fmla="*/ 1815300 h 2262782"/>
                <a:gd name="csX2347" fmla="*/ 2510158 w 3644268"/>
                <a:gd name="csY2347" fmla="*/ 1815026 h 2262782"/>
                <a:gd name="csX2348" fmla="*/ 2508484 w 3644268"/>
                <a:gd name="csY2348" fmla="*/ 1815627 h 2262782"/>
                <a:gd name="csX2349" fmla="*/ 2506727 w 3644268"/>
                <a:gd name="csY2349" fmla="*/ 1815582 h 2262782"/>
                <a:gd name="csX2350" fmla="*/ 2528837 w 3644268"/>
                <a:gd name="csY2350" fmla="*/ 1817042 h 2262782"/>
                <a:gd name="csX2351" fmla="*/ 2526904 w 3644268"/>
                <a:gd name="csY2351" fmla="*/ 1815582 h 2262782"/>
                <a:gd name="csX2352" fmla="*/ 2526258 w 3644268"/>
                <a:gd name="csY2352" fmla="*/ 1814935 h 2262782"/>
                <a:gd name="csX2353" fmla="*/ 2519144 w 3644268"/>
                <a:gd name="csY2353" fmla="*/ 1811694 h 2262782"/>
                <a:gd name="csX2354" fmla="*/ 2518421 w 3644268"/>
                <a:gd name="csY2354" fmla="*/ 1812964 h 2262782"/>
                <a:gd name="csX2355" fmla="*/ 2516116 w 3644268"/>
                <a:gd name="csY2355" fmla="*/ 1818443 h 2262782"/>
                <a:gd name="csX2356" fmla="*/ 2515020 w 3644268"/>
                <a:gd name="csY2356" fmla="*/ 1819013 h 2262782"/>
                <a:gd name="csX2357" fmla="*/ 2512684 w 3644268"/>
                <a:gd name="csY2357" fmla="*/ 1823084 h 2262782"/>
                <a:gd name="csX2358" fmla="*/ 2511779 w 3644268"/>
                <a:gd name="csY2358" fmla="*/ 1826804 h 2262782"/>
                <a:gd name="csX2359" fmla="*/ 2512699 w 3644268"/>
                <a:gd name="csY2359" fmla="*/ 1826736 h 2262782"/>
                <a:gd name="csX2360" fmla="*/ 2516678 w 3644268"/>
                <a:gd name="csY2360" fmla="*/ 1823738 h 2262782"/>
                <a:gd name="csX2361" fmla="*/ 2518025 w 3644268"/>
                <a:gd name="csY2361" fmla="*/ 1825496 h 2262782"/>
                <a:gd name="csX2362" fmla="*/ 2520924 w 3644268"/>
                <a:gd name="csY2362" fmla="*/ 1831864 h 2262782"/>
                <a:gd name="csX2363" fmla="*/ 2522210 w 3644268"/>
                <a:gd name="csY2363" fmla="*/ 1831499 h 2262782"/>
                <a:gd name="csX2364" fmla="*/ 2523678 w 3644268"/>
                <a:gd name="csY2364" fmla="*/ 1830259 h 2262782"/>
                <a:gd name="csX2365" fmla="*/ 2525383 w 3644268"/>
                <a:gd name="csY2365" fmla="*/ 1828318 h 2262782"/>
                <a:gd name="csX2366" fmla="*/ 2527293 w 3644268"/>
                <a:gd name="csY2366" fmla="*/ 1826865 h 2262782"/>
                <a:gd name="csX2367" fmla="*/ 2527970 w 3644268"/>
                <a:gd name="csY2367" fmla="*/ 1825693 h 2262782"/>
                <a:gd name="csX2368" fmla="*/ 2528510 w 3644268"/>
                <a:gd name="csY2368" fmla="*/ 1822726 h 2262782"/>
                <a:gd name="csX2369" fmla="*/ 2530222 w 3644268"/>
                <a:gd name="csY2369" fmla="*/ 1819386 h 2262782"/>
                <a:gd name="csX2370" fmla="*/ 2532565 w 3644268"/>
                <a:gd name="csY2370" fmla="*/ 1817803 h 2262782"/>
                <a:gd name="csX2371" fmla="*/ 2531835 w 3644268"/>
                <a:gd name="csY2371" fmla="*/ 1816814 h 2262782"/>
                <a:gd name="csX2372" fmla="*/ 2528837 w 3644268"/>
                <a:gd name="csY2372" fmla="*/ 1817042 h 2262782"/>
                <a:gd name="csX2373" fmla="*/ 3643279 w 3644268"/>
                <a:gd name="csY2373" fmla="*/ 1329851 h 2262782"/>
                <a:gd name="csX2374" fmla="*/ 3640921 w 3644268"/>
                <a:gd name="csY2374" fmla="*/ 1328779 h 2262782"/>
                <a:gd name="csX2375" fmla="*/ 3633312 w 3644268"/>
                <a:gd name="csY2375" fmla="*/ 1328474 h 2262782"/>
                <a:gd name="csX2376" fmla="*/ 3634454 w 3644268"/>
                <a:gd name="csY2376" fmla="*/ 1326785 h 2262782"/>
                <a:gd name="csX2377" fmla="*/ 3633997 w 3644268"/>
                <a:gd name="csY2377" fmla="*/ 1324921 h 2262782"/>
                <a:gd name="csX2378" fmla="*/ 3633236 w 3644268"/>
                <a:gd name="csY2378" fmla="*/ 1323042 h 2262782"/>
                <a:gd name="csX2379" fmla="*/ 3632095 w 3644268"/>
                <a:gd name="csY2379" fmla="*/ 1321862 h 2262782"/>
                <a:gd name="csX2380" fmla="*/ 3630801 w 3644268"/>
                <a:gd name="csY2380" fmla="*/ 1321657 h 2262782"/>
                <a:gd name="csX2381" fmla="*/ 3628214 w 3644268"/>
                <a:gd name="csY2381" fmla="*/ 1322707 h 2262782"/>
                <a:gd name="csX2382" fmla="*/ 3625627 w 3644268"/>
                <a:gd name="csY2382" fmla="*/ 1324251 h 2262782"/>
                <a:gd name="csX2383" fmla="*/ 3626921 w 3644268"/>
                <a:gd name="csY2383" fmla="*/ 1322022 h 2262782"/>
                <a:gd name="csX2384" fmla="*/ 3628442 w 3644268"/>
                <a:gd name="csY2384" fmla="*/ 1320470 h 2262782"/>
                <a:gd name="csX2385" fmla="*/ 3627682 w 3644268"/>
                <a:gd name="csY2385" fmla="*/ 1319222 h 2262782"/>
                <a:gd name="csX2386" fmla="*/ 3626693 w 3644268"/>
                <a:gd name="csY2386" fmla="*/ 1318499 h 2262782"/>
                <a:gd name="csX2387" fmla="*/ 3618704 w 3644268"/>
                <a:gd name="csY2387" fmla="*/ 1309293 h 2262782"/>
                <a:gd name="csX2388" fmla="*/ 3613986 w 3644268"/>
                <a:gd name="csY2388" fmla="*/ 1305915 h 2262782"/>
                <a:gd name="csX2389" fmla="*/ 3609497 w 3644268"/>
                <a:gd name="csY2389" fmla="*/ 1301395 h 2262782"/>
                <a:gd name="csX2390" fmla="*/ 3605008 w 3644268"/>
                <a:gd name="csY2390" fmla="*/ 1293726 h 2262782"/>
                <a:gd name="csX2391" fmla="*/ 3600215 w 3644268"/>
                <a:gd name="csY2391" fmla="*/ 1287586 h 2262782"/>
                <a:gd name="csX2392" fmla="*/ 3595117 w 3644268"/>
                <a:gd name="csY2392" fmla="*/ 1285318 h 2262782"/>
                <a:gd name="csX2393" fmla="*/ 3589943 w 3644268"/>
                <a:gd name="csY2393" fmla="*/ 1285744 h 2262782"/>
                <a:gd name="csX2394" fmla="*/ 3586291 w 3644268"/>
                <a:gd name="csY2394" fmla="*/ 1284314 h 2262782"/>
                <a:gd name="csX2395" fmla="*/ 3582563 w 3644268"/>
                <a:gd name="csY2395" fmla="*/ 1282397 h 2262782"/>
                <a:gd name="csX2396" fmla="*/ 3574308 w 3644268"/>
                <a:gd name="csY2396" fmla="*/ 1280312 h 2262782"/>
                <a:gd name="csX2397" fmla="*/ 3574437 w 3644268"/>
                <a:gd name="csY2397" fmla="*/ 1282009 h 2262782"/>
                <a:gd name="csX2398" fmla="*/ 3583400 w 3644268"/>
                <a:gd name="csY2398" fmla="*/ 1285075 h 2262782"/>
                <a:gd name="csX2399" fmla="*/ 3584693 w 3644268"/>
                <a:gd name="csY2399" fmla="*/ 1286452 h 2262782"/>
                <a:gd name="csX2400" fmla="*/ 3584084 w 3644268"/>
                <a:gd name="csY2400" fmla="*/ 1287647 h 2262782"/>
                <a:gd name="csX2401" fmla="*/ 3582182 w 3644268"/>
                <a:gd name="csY2401" fmla="*/ 1287951 h 2262782"/>
                <a:gd name="csX2402" fmla="*/ 3575274 w 3644268"/>
                <a:gd name="csY2402" fmla="*/ 1287023 h 2262782"/>
                <a:gd name="csX2403" fmla="*/ 3573227 w 3644268"/>
                <a:gd name="csY2403" fmla="*/ 1286269 h 2262782"/>
                <a:gd name="csX2404" fmla="*/ 3571340 w 3644268"/>
                <a:gd name="csY2404" fmla="*/ 1283918 h 2262782"/>
                <a:gd name="csX2405" fmla="*/ 3570351 w 3644268"/>
                <a:gd name="csY2405" fmla="*/ 1284215 h 2262782"/>
                <a:gd name="csX2406" fmla="*/ 3569598 w 3644268"/>
                <a:gd name="csY2406" fmla="*/ 1285585 h 2262782"/>
                <a:gd name="csX2407" fmla="*/ 3569856 w 3644268"/>
                <a:gd name="csY2407" fmla="*/ 1288704 h 2262782"/>
                <a:gd name="csX2408" fmla="*/ 3570724 w 3644268"/>
                <a:gd name="csY2408" fmla="*/ 1291238 h 2262782"/>
                <a:gd name="csX2409" fmla="*/ 3568943 w 3644268"/>
                <a:gd name="csY2409" fmla="*/ 1292569 h 2262782"/>
                <a:gd name="csX2410" fmla="*/ 3567057 w 3644268"/>
                <a:gd name="csY2410" fmla="*/ 1291953 h 2262782"/>
                <a:gd name="csX2411" fmla="*/ 3567148 w 3644268"/>
                <a:gd name="csY2411" fmla="*/ 1288811 h 2262782"/>
                <a:gd name="csX2412" fmla="*/ 3567566 w 3644268"/>
                <a:gd name="csY2412" fmla="*/ 1286330 h 2262782"/>
                <a:gd name="csX2413" fmla="*/ 3569689 w 3644268"/>
                <a:gd name="csY2413" fmla="*/ 1281948 h 2262782"/>
                <a:gd name="csX2414" fmla="*/ 3570891 w 3644268"/>
                <a:gd name="csY2414" fmla="*/ 1281012 h 2262782"/>
                <a:gd name="csX2415" fmla="*/ 3571097 w 3644268"/>
                <a:gd name="csY2415" fmla="*/ 1280084 h 2262782"/>
                <a:gd name="csX2416" fmla="*/ 3563922 w 3644268"/>
                <a:gd name="csY2416" fmla="*/ 1278106 h 2262782"/>
                <a:gd name="csX2417" fmla="*/ 3561944 w 3644268"/>
                <a:gd name="csY2417" fmla="*/ 1276591 h 2262782"/>
                <a:gd name="csX2418" fmla="*/ 3559958 w 3644268"/>
                <a:gd name="csY2418" fmla="*/ 1275930 h 2262782"/>
                <a:gd name="csX2419" fmla="*/ 3555590 w 3644268"/>
                <a:gd name="csY2419" fmla="*/ 1278029 h 2262782"/>
                <a:gd name="csX2420" fmla="*/ 3543561 w 3644268"/>
                <a:gd name="csY2420" fmla="*/ 1278212 h 2262782"/>
                <a:gd name="csX2421" fmla="*/ 3541370 w 3644268"/>
                <a:gd name="csY2421" fmla="*/ 1278897 h 2262782"/>
                <a:gd name="csX2422" fmla="*/ 3541279 w 3644268"/>
                <a:gd name="csY2422" fmla="*/ 1280411 h 2262782"/>
                <a:gd name="csX2423" fmla="*/ 3542039 w 3644268"/>
                <a:gd name="csY2423" fmla="*/ 1281172 h 2262782"/>
                <a:gd name="csX2424" fmla="*/ 3543919 w 3644268"/>
                <a:gd name="csY2424" fmla="*/ 1281796 h 2262782"/>
                <a:gd name="csX2425" fmla="*/ 3545821 w 3644268"/>
                <a:gd name="csY2425" fmla="*/ 1281682 h 2262782"/>
                <a:gd name="csX2426" fmla="*/ 3547061 w 3644268"/>
                <a:gd name="csY2426" fmla="*/ 1283766 h 2262782"/>
                <a:gd name="csX2427" fmla="*/ 3549823 w 3644268"/>
                <a:gd name="csY2427" fmla="*/ 1284832 h 2262782"/>
                <a:gd name="csX2428" fmla="*/ 3551269 w 3644268"/>
                <a:gd name="csY2428" fmla="*/ 1286962 h 2262782"/>
                <a:gd name="csX2429" fmla="*/ 3552235 w 3644268"/>
                <a:gd name="csY2429" fmla="*/ 1290629 h 2262782"/>
                <a:gd name="csX2430" fmla="*/ 3552714 w 3644268"/>
                <a:gd name="csY2430" fmla="*/ 1293239 h 2262782"/>
                <a:gd name="csX2431" fmla="*/ 3552996 w 3644268"/>
                <a:gd name="csY2431" fmla="*/ 1295887 h 2262782"/>
                <a:gd name="csX2432" fmla="*/ 3551824 w 3644268"/>
                <a:gd name="csY2432" fmla="*/ 1300680 h 2262782"/>
                <a:gd name="csX2433" fmla="*/ 3550135 w 3644268"/>
                <a:gd name="csY2433" fmla="*/ 1302681 h 2262782"/>
                <a:gd name="csX2434" fmla="*/ 3548172 w 3644268"/>
                <a:gd name="csY2434" fmla="*/ 1303792 h 2262782"/>
                <a:gd name="csX2435" fmla="*/ 3548925 w 3644268"/>
                <a:gd name="csY2435" fmla="*/ 1306539 h 2262782"/>
                <a:gd name="csX2436" fmla="*/ 3550942 w 3644268"/>
                <a:gd name="csY2436" fmla="*/ 1308684 h 2262782"/>
                <a:gd name="csX2437" fmla="*/ 3554807 w 3644268"/>
                <a:gd name="csY2437" fmla="*/ 1309696 h 2262782"/>
                <a:gd name="csX2438" fmla="*/ 3556488 w 3644268"/>
                <a:gd name="csY2438" fmla="*/ 1311484 h 2262782"/>
                <a:gd name="csX2439" fmla="*/ 3557949 w 3644268"/>
                <a:gd name="csY2439" fmla="*/ 1314353 h 2262782"/>
                <a:gd name="csX2440" fmla="*/ 3556709 w 3644268"/>
                <a:gd name="csY2440" fmla="*/ 1318005 h 2262782"/>
                <a:gd name="csX2441" fmla="*/ 3555263 w 3644268"/>
                <a:gd name="csY2441" fmla="*/ 1320964 h 2262782"/>
                <a:gd name="csX2442" fmla="*/ 3554076 w 3644268"/>
                <a:gd name="csY2442" fmla="*/ 1322220 h 2262782"/>
                <a:gd name="csX2443" fmla="*/ 3553247 w 3644268"/>
                <a:gd name="csY2443" fmla="*/ 1324396 h 2262782"/>
                <a:gd name="csX2444" fmla="*/ 3552585 w 3644268"/>
                <a:gd name="csY2444" fmla="*/ 1325248 h 2262782"/>
                <a:gd name="csX2445" fmla="*/ 3551741 w 3644268"/>
                <a:gd name="csY2445" fmla="*/ 1325248 h 2262782"/>
                <a:gd name="csX2446" fmla="*/ 3552752 w 3644268"/>
                <a:gd name="csY2446" fmla="*/ 1317137 h 2262782"/>
                <a:gd name="csX2447" fmla="*/ 3551322 w 3644268"/>
                <a:gd name="csY2447" fmla="*/ 1312306 h 2262782"/>
                <a:gd name="csX2448" fmla="*/ 3548728 w 3644268"/>
                <a:gd name="csY2448" fmla="*/ 1313417 h 2262782"/>
                <a:gd name="csX2449" fmla="*/ 3547639 w 3644268"/>
                <a:gd name="csY2449" fmla="*/ 1314687 h 2262782"/>
                <a:gd name="csX2450" fmla="*/ 3545304 w 3644268"/>
                <a:gd name="csY2450" fmla="*/ 1318956 h 2262782"/>
                <a:gd name="csX2451" fmla="*/ 3544710 w 3644268"/>
                <a:gd name="csY2451" fmla="*/ 1319176 h 2262782"/>
                <a:gd name="csX2452" fmla="*/ 3544185 w 3644268"/>
                <a:gd name="csY2452" fmla="*/ 1317700 h 2262782"/>
                <a:gd name="csX2453" fmla="*/ 3543432 w 3644268"/>
                <a:gd name="csY2453" fmla="*/ 1314611 h 2262782"/>
                <a:gd name="csX2454" fmla="*/ 3542922 w 3644268"/>
                <a:gd name="csY2454" fmla="*/ 1311286 h 2262782"/>
                <a:gd name="csX2455" fmla="*/ 3542374 w 3644268"/>
                <a:gd name="csY2455" fmla="*/ 1308836 h 2262782"/>
                <a:gd name="csX2456" fmla="*/ 3540046 w 3644268"/>
                <a:gd name="csY2456" fmla="*/ 1306288 h 2262782"/>
                <a:gd name="csX2457" fmla="*/ 3538715 w 3644268"/>
                <a:gd name="csY2457" fmla="*/ 1305321 h 2262782"/>
                <a:gd name="csX2458" fmla="*/ 3534667 w 3644268"/>
                <a:gd name="csY2458" fmla="*/ 1304804 h 2262782"/>
                <a:gd name="csX2459" fmla="*/ 3533373 w 3644268"/>
                <a:gd name="csY2459" fmla="*/ 1304264 h 2262782"/>
                <a:gd name="csX2460" fmla="*/ 3534545 w 3644268"/>
                <a:gd name="csY2460" fmla="*/ 1298786 h 2262782"/>
                <a:gd name="csX2461" fmla="*/ 3536653 w 3644268"/>
                <a:gd name="csY2461" fmla="*/ 1295575 h 2262782"/>
                <a:gd name="csX2462" fmla="*/ 3536386 w 3644268"/>
                <a:gd name="csY2462" fmla="*/ 1288392 h 2262782"/>
                <a:gd name="csX2463" fmla="*/ 3535428 w 3644268"/>
                <a:gd name="csY2463" fmla="*/ 1285965 h 2262782"/>
                <a:gd name="csX2464" fmla="*/ 3534226 w 3644268"/>
                <a:gd name="csY2464" fmla="*/ 1283842 h 2262782"/>
                <a:gd name="csX2465" fmla="*/ 3533092 w 3644268"/>
                <a:gd name="csY2465" fmla="*/ 1278768 h 2262782"/>
                <a:gd name="csX2466" fmla="*/ 3533252 w 3644268"/>
                <a:gd name="csY2466" fmla="*/ 1272703 h 2262782"/>
                <a:gd name="csX2467" fmla="*/ 3534545 w 3644268"/>
                <a:gd name="csY2467" fmla="*/ 1269112 h 2262782"/>
                <a:gd name="csX2468" fmla="*/ 3534979 w 3644268"/>
                <a:gd name="csY2468" fmla="*/ 1264669 h 2262782"/>
                <a:gd name="csX2469" fmla="*/ 3533526 w 3644268"/>
                <a:gd name="csY2469" fmla="*/ 1261412 h 2262782"/>
                <a:gd name="csX2470" fmla="*/ 3531723 w 3644268"/>
                <a:gd name="csY2470" fmla="*/ 1259754 h 2262782"/>
                <a:gd name="csX2471" fmla="*/ 3530376 w 3644268"/>
                <a:gd name="csY2471" fmla="*/ 1261093 h 2262782"/>
                <a:gd name="csX2472" fmla="*/ 3529151 w 3644268"/>
                <a:gd name="csY2472" fmla="*/ 1263117 h 2262782"/>
                <a:gd name="csX2473" fmla="*/ 3528466 w 3644268"/>
                <a:gd name="csY2473" fmla="*/ 1263756 h 2262782"/>
                <a:gd name="csX2474" fmla="*/ 3523772 w 3644268"/>
                <a:gd name="csY2474" fmla="*/ 1264197 h 2262782"/>
                <a:gd name="csX2475" fmla="*/ 3526807 w 3644268"/>
                <a:gd name="csY2475" fmla="*/ 1259244 h 2262782"/>
                <a:gd name="csX2476" fmla="*/ 3526655 w 3644268"/>
                <a:gd name="csY2476" fmla="*/ 1255097 h 2262782"/>
                <a:gd name="csX2477" fmla="*/ 3526092 w 3644268"/>
                <a:gd name="csY2477" fmla="*/ 1252564 h 2262782"/>
                <a:gd name="csX2478" fmla="*/ 3525156 w 3644268"/>
                <a:gd name="csY2478" fmla="*/ 1250578 h 2262782"/>
                <a:gd name="csX2479" fmla="*/ 3524395 w 3644268"/>
                <a:gd name="csY2479" fmla="*/ 1246309 h 2262782"/>
                <a:gd name="csX2480" fmla="*/ 3491040 w 3644268"/>
                <a:gd name="csY2480" fmla="*/ 1221300 h 2262782"/>
                <a:gd name="csX2481" fmla="*/ 3485394 w 3644268"/>
                <a:gd name="csY2481" fmla="*/ 1218120 h 2262782"/>
                <a:gd name="csX2482" fmla="*/ 3482708 w 3644268"/>
                <a:gd name="csY2482" fmla="*/ 1215373 h 2262782"/>
                <a:gd name="csX2483" fmla="*/ 3480349 w 3644268"/>
                <a:gd name="csY2483" fmla="*/ 1214072 h 2262782"/>
                <a:gd name="csX2484" fmla="*/ 3477937 w 3644268"/>
                <a:gd name="csY2484" fmla="*/ 1214551 h 2262782"/>
                <a:gd name="csX2485" fmla="*/ 3476477 w 3644268"/>
                <a:gd name="csY2485" fmla="*/ 1215274 h 2262782"/>
                <a:gd name="csX2486" fmla="*/ 3475404 w 3644268"/>
                <a:gd name="csY2486" fmla="*/ 1214300 h 2262782"/>
                <a:gd name="csX2487" fmla="*/ 3476393 w 3644268"/>
                <a:gd name="csY2487" fmla="*/ 1212002 h 2262782"/>
                <a:gd name="csX2488" fmla="*/ 3477800 w 3644268"/>
                <a:gd name="csY2488" fmla="*/ 1211234 h 2262782"/>
                <a:gd name="csX2489" fmla="*/ 3474468 w 3644268"/>
                <a:gd name="csY2489" fmla="*/ 1207285 h 2262782"/>
                <a:gd name="csX2490" fmla="*/ 3462370 w 3644268"/>
                <a:gd name="csY2490" fmla="*/ 1196907 h 2262782"/>
                <a:gd name="csX2491" fmla="*/ 3459738 w 3644268"/>
                <a:gd name="csY2491" fmla="*/ 1195492 h 2262782"/>
                <a:gd name="csX2492" fmla="*/ 3461625 w 3644268"/>
                <a:gd name="csY2492" fmla="*/ 1198239 h 2262782"/>
                <a:gd name="csX2493" fmla="*/ 3470656 w 3644268"/>
                <a:gd name="csY2493" fmla="*/ 1206387 h 2262782"/>
                <a:gd name="csX2494" fmla="*/ 3472048 w 3644268"/>
                <a:gd name="csY2494" fmla="*/ 1208716 h 2262782"/>
                <a:gd name="csX2495" fmla="*/ 3469363 w 3644268"/>
                <a:gd name="csY2495" fmla="*/ 1211683 h 2262782"/>
                <a:gd name="csX2496" fmla="*/ 3466510 w 3644268"/>
                <a:gd name="csY2496" fmla="*/ 1212931 h 2262782"/>
                <a:gd name="csX2497" fmla="*/ 3467300 w 3644268"/>
                <a:gd name="csY2497" fmla="*/ 1209598 h 2262782"/>
                <a:gd name="csX2498" fmla="*/ 3466661 w 3644268"/>
                <a:gd name="csY2498" fmla="*/ 1205794 h 2262782"/>
                <a:gd name="csX2499" fmla="*/ 3465619 w 3644268"/>
                <a:gd name="csY2499" fmla="*/ 1203686 h 2262782"/>
                <a:gd name="csX2500" fmla="*/ 3462477 w 3644268"/>
                <a:gd name="csY2500" fmla="*/ 1201251 h 2262782"/>
                <a:gd name="csX2501" fmla="*/ 3457577 w 3644268"/>
                <a:gd name="csY2501" fmla="*/ 1199212 h 2262782"/>
                <a:gd name="csX2502" fmla="*/ 3452905 w 3644268"/>
                <a:gd name="csY2502" fmla="*/ 1196633 h 2262782"/>
                <a:gd name="csX2503" fmla="*/ 3451970 w 3644268"/>
                <a:gd name="csY2503" fmla="*/ 1193886 h 2262782"/>
                <a:gd name="csX2504" fmla="*/ 3451650 w 3644268"/>
                <a:gd name="csY2504" fmla="*/ 1189938 h 2262782"/>
                <a:gd name="csX2505" fmla="*/ 3454594 w 3644268"/>
                <a:gd name="csY2505" fmla="*/ 1193293 h 2262782"/>
                <a:gd name="csX2506" fmla="*/ 3456200 w 3644268"/>
                <a:gd name="csY2506" fmla="*/ 1194312 h 2262782"/>
                <a:gd name="csX2507" fmla="*/ 3452981 w 3644268"/>
                <a:gd name="csY2507" fmla="*/ 1189078 h 2262782"/>
                <a:gd name="csX2508" fmla="*/ 3449032 w 3644268"/>
                <a:gd name="csY2508" fmla="*/ 1184437 h 2262782"/>
                <a:gd name="csX2509" fmla="*/ 3440404 w 3644268"/>
                <a:gd name="csY2509" fmla="*/ 1180267 h 2262782"/>
                <a:gd name="csX2510" fmla="*/ 3438768 w 3644268"/>
                <a:gd name="csY2510" fmla="*/ 1178624 h 2262782"/>
                <a:gd name="csX2511" fmla="*/ 3436319 w 3644268"/>
                <a:gd name="csY2511" fmla="*/ 1175108 h 2262782"/>
                <a:gd name="csX2512" fmla="*/ 3435383 w 3644268"/>
                <a:gd name="csY2512" fmla="*/ 1174827 h 2262782"/>
                <a:gd name="csX2513" fmla="*/ 3433655 w 3644268"/>
                <a:gd name="csY2513" fmla="*/ 1175458 h 2262782"/>
                <a:gd name="csX2514" fmla="*/ 3429319 w 3644268"/>
                <a:gd name="csY2514" fmla="*/ 1173442 h 2262782"/>
                <a:gd name="csX2515" fmla="*/ 3425020 w 3644268"/>
                <a:gd name="csY2515" fmla="*/ 1170886 h 2262782"/>
                <a:gd name="csX2516" fmla="*/ 3422204 w 3644268"/>
                <a:gd name="csY2516" fmla="*/ 1169143 h 2262782"/>
                <a:gd name="csX2517" fmla="*/ 3409491 w 3644268"/>
                <a:gd name="csY2517" fmla="*/ 1154345 h 2262782"/>
                <a:gd name="csX2518" fmla="*/ 3402613 w 3644268"/>
                <a:gd name="csY2518" fmla="*/ 1152161 h 2262782"/>
                <a:gd name="csX2519" fmla="*/ 3402072 w 3644268"/>
                <a:gd name="csY2519" fmla="*/ 1150343 h 2262782"/>
                <a:gd name="csX2520" fmla="*/ 3401684 w 3644268"/>
                <a:gd name="csY2520" fmla="*/ 1148159 h 2262782"/>
                <a:gd name="csX2521" fmla="*/ 3400429 w 3644268"/>
                <a:gd name="csY2521" fmla="*/ 1146637 h 2262782"/>
                <a:gd name="csX2522" fmla="*/ 3391770 w 3644268"/>
                <a:gd name="csY2522" fmla="*/ 1142643 h 2262782"/>
                <a:gd name="csX2523" fmla="*/ 3380898 w 3644268"/>
                <a:gd name="csY2523" fmla="*/ 1140048 h 2262782"/>
                <a:gd name="csX2524" fmla="*/ 3369378 w 3644268"/>
                <a:gd name="csY2524" fmla="*/ 1132965 h 2262782"/>
                <a:gd name="csX2525" fmla="*/ 3359343 w 3644268"/>
                <a:gd name="csY2525" fmla="*/ 1130857 h 2262782"/>
                <a:gd name="csX2526" fmla="*/ 3348371 w 3644268"/>
                <a:gd name="csY2526" fmla="*/ 1123317 h 2262782"/>
                <a:gd name="csX2527" fmla="*/ 3341904 w 3644268"/>
                <a:gd name="csY2527" fmla="*/ 1117641 h 2262782"/>
                <a:gd name="csX2528" fmla="*/ 3337932 w 3644268"/>
                <a:gd name="csY2528" fmla="*/ 1115465 h 2262782"/>
                <a:gd name="csX2529" fmla="*/ 3334295 w 3644268"/>
                <a:gd name="csY2529" fmla="*/ 1114917 h 2262782"/>
                <a:gd name="csX2530" fmla="*/ 3324564 w 3644268"/>
                <a:gd name="csY2530" fmla="*/ 1117649 h 2262782"/>
                <a:gd name="csX2531" fmla="*/ 3313676 w 3644268"/>
                <a:gd name="csY2531" fmla="*/ 1117923 h 2262782"/>
                <a:gd name="csX2532" fmla="*/ 3303716 w 3644268"/>
                <a:gd name="csY2532" fmla="*/ 1116317 h 2262782"/>
                <a:gd name="csX2533" fmla="*/ 3295788 w 3644268"/>
                <a:gd name="csY2533" fmla="*/ 1116781 h 2262782"/>
                <a:gd name="csX2534" fmla="*/ 3291200 w 3644268"/>
                <a:gd name="csY2534" fmla="*/ 1115724 h 2262782"/>
                <a:gd name="csX2535" fmla="*/ 3284908 w 3644268"/>
                <a:gd name="csY2535" fmla="*/ 1112262 h 2262782"/>
                <a:gd name="csX2536" fmla="*/ 3283089 w 3644268"/>
                <a:gd name="csY2536" fmla="*/ 1113685 h 2262782"/>
                <a:gd name="csX2537" fmla="*/ 3281461 w 3644268"/>
                <a:gd name="csY2537" fmla="*/ 1119908 h 2262782"/>
                <a:gd name="csX2538" fmla="*/ 3276744 w 3644268"/>
                <a:gd name="csY2538" fmla="*/ 1117367 h 2262782"/>
                <a:gd name="csX2539" fmla="*/ 3272757 w 3644268"/>
                <a:gd name="csY2539" fmla="*/ 1113966 h 2262782"/>
                <a:gd name="csX2540" fmla="*/ 3266145 w 3644268"/>
                <a:gd name="csY2540" fmla="*/ 1110945 h 2262782"/>
                <a:gd name="csX2541" fmla="*/ 3253569 w 3644268"/>
                <a:gd name="csY2541" fmla="*/ 1108952 h 2262782"/>
                <a:gd name="csX2542" fmla="*/ 3238116 w 3644268"/>
                <a:gd name="csY2542" fmla="*/ 1104212 h 2262782"/>
                <a:gd name="csX2543" fmla="*/ 3230027 w 3644268"/>
                <a:gd name="csY2543" fmla="*/ 1102964 h 2262782"/>
                <a:gd name="csX2544" fmla="*/ 3221894 w 3644268"/>
                <a:gd name="csY2544" fmla="*/ 1102241 h 2262782"/>
                <a:gd name="csX2545" fmla="*/ 3222715 w 3644268"/>
                <a:gd name="csY2545" fmla="*/ 1112840 h 2262782"/>
                <a:gd name="csX2546" fmla="*/ 3222236 w 3644268"/>
                <a:gd name="csY2546" fmla="*/ 1117892 h 2262782"/>
                <a:gd name="csX2547" fmla="*/ 3219170 w 3644268"/>
                <a:gd name="csY2547" fmla="*/ 1124420 h 2262782"/>
                <a:gd name="csX2548" fmla="*/ 3215792 w 3644268"/>
                <a:gd name="csY2548" fmla="*/ 1128590 h 2262782"/>
                <a:gd name="csX2549" fmla="*/ 3214932 w 3644268"/>
                <a:gd name="csY2549" fmla="*/ 1132067 h 2262782"/>
                <a:gd name="csX2550" fmla="*/ 3223933 w 3644268"/>
                <a:gd name="csY2550" fmla="*/ 1134715 h 2262782"/>
                <a:gd name="csX2551" fmla="*/ 3226748 w 3644268"/>
                <a:gd name="csY2551" fmla="*/ 1146599 h 2262782"/>
                <a:gd name="csX2552" fmla="*/ 3230370 w 3644268"/>
                <a:gd name="csY2552" fmla="*/ 1154132 h 2262782"/>
                <a:gd name="csX2553" fmla="*/ 3232782 w 3644268"/>
                <a:gd name="csY2553" fmla="*/ 1161877 h 2262782"/>
                <a:gd name="csX2554" fmla="*/ 3232751 w 3644268"/>
                <a:gd name="csY2554" fmla="*/ 1167226 h 2262782"/>
                <a:gd name="csX2555" fmla="*/ 3222982 w 3644268"/>
                <a:gd name="csY2555" fmla="*/ 1180282 h 2262782"/>
                <a:gd name="csX2556" fmla="*/ 3212901 w 3644268"/>
                <a:gd name="csY2556" fmla="*/ 1181857 h 2262782"/>
                <a:gd name="csX2557" fmla="*/ 3203169 w 3644268"/>
                <a:gd name="csY2557" fmla="*/ 1182603 h 2262782"/>
                <a:gd name="csX2558" fmla="*/ 3199000 w 3644268"/>
                <a:gd name="csY2558" fmla="*/ 1174705 h 2262782"/>
                <a:gd name="csX2559" fmla="*/ 3196778 w 3644268"/>
                <a:gd name="csY2559" fmla="*/ 1165187 h 2262782"/>
                <a:gd name="csX2560" fmla="*/ 3189002 w 3644268"/>
                <a:gd name="csY2560" fmla="*/ 1160173 h 2262782"/>
                <a:gd name="csX2561" fmla="*/ 3181348 w 3644268"/>
                <a:gd name="csY2561" fmla="*/ 1156262 h 2262782"/>
                <a:gd name="csX2562" fmla="*/ 3177833 w 3644268"/>
                <a:gd name="csY2562" fmla="*/ 1155592 h 2262782"/>
                <a:gd name="csX2563" fmla="*/ 3175269 w 3644268"/>
                <a:gd name="csY2563" fmla="*/ 1153668 h 2262782"/>
                <a:gd name="csX2564" fmla="*/ 3173709 w 3644268"/>
                <a:gd name="csY2564" fmla="*/ 1143046 h 2262782"/>
                <a:gd name="csX2565" fmla="*/ 3171997 w 3644268"/>
                <a:gd name="csY2565" fmla="*/ 1135095 h 2262782"/>
                <a:gd name="csX2566" fmla="*/ 3169813 w 3644268"/>
                <a:gd name="csY2566" fmla="*/ 1132143 h 2262782"/>
                <a:gd name="csX2567" fmla="*/ 3167728 w 3644268"/>
                <a:gd name="csY2567" fmla="*/ 1127631 h 2262782"/>
                <a:gd name="csX2568" fmla="*/ 3165743 w 3644268"/>
                <a:gd name="csY2568" fmla="*/ 1125843 h 2262782"/>
                <a:gd name="csX2569" fmla="*/ 3160850 w 3644268"/>
                <a:gd name="csY2569" fmla="*/ 1125090 h 2262782"/>
                <a:gd name="csX2570" fmla="*/ 3148996 w 3644268"/>
                <a:gd name="csY2570" fmla="*/ 1136495 h 2262782"/>
                <a:gd name="csX2571" fmla="*/ 3144971 w 3644268"/>
                <a:gd name="csY2571" fmla="*/ 1139828 h 2262782"/>
                <a:gd name="csX2572" fmla="*/ 3143602 w 3644268"/>
                <a:gd name="csY2572" fmla="*/ 1139843 h 2262782"/>
                <a:gd name="csX2573" fmla="*/ 3125668 w 3644268"/>
                <a:gd name="csY2573" fmla="*/ 1137012 h 2262782"/>
                <a:gd name="csX2574" fmla="*/ 3120981 w 3644268"/>
                <a:gd name="csY2574" fmla="*/ 1134661 h 2262782"/>
                <a:gd name="csX2575" fmla="*/ 3094344 w 3644268"/>
                <a:gd name="csY2575" fmla="*/ 1133147 h 2262782"/>
                <a:gd name="csX2576" fmla="*/ 3086788 w 3644268"/>
                <a:gd name="csY2576" fmla="*/ 1126383 h 2262782"/>
                <a:gd name="csX2577" fmla="*/ 3082223 w 3644268"/>
                <a:gd name="csY2577" fmla="*/ 1125409 h 2262782"/>
                <a:gd name="csX2578" fmla="*/ 3077088 w 3644268"/>
                <a:gd name="csY2578" fmla="*/ 1127464 h 2262782"/>
                <a:gd name="csX2579" fmla="*/ 3072659 w 3644268"/>
                <a:gd name="csY2579" fmla="*/ 1127989 h 2262782"/>
                <a:gd name="csX2580" fmla="*/ 3066321 w 3644268"/>
                <a:gd name="csY2580" fmla="*/ 1126665 h 2262782"/>
                <a:gd name="csX2581" fmla="*/ 3060843 w 3644268"/>
                <a:gd name="csY2581" fmla="*/ 1128635 h 2262782"/>
                <a:gd name="csX2582" fmla="*/ 3048685 w 3644268"/>
                <a:gd name="csY2582" fmla="*/ 1130697 h 2262782"/>
                <a:gd name="csX2583" fmla="*/ 3044211 w 3644268"/>
                <a:gd name="csY2583" fmla="*/ 1133003 h 2262782"/>
                <a:gd name="csX2584" fmla="*/ 3039494 w 3644268"/>
                <a:gd name="csY2584" fmla="*/ 1137066 h 2262782"/>
                <a:gd name="csX2585" fmla="*/ 3030774 w 3644268"/>
                <a:gd name="csY2585" fmla="*/ 1147139 h 2262782"/>
                <a:gd name="csX2586" fmla="*/ 3029564 w 3644268"/>
                <a:gd name="csY2586" fmla="*/ 1151940 h 2262782"/>
                <a:gd name="csX2587" fmla="*/ 3029564 w 3644268"/>
                <a:gd name="csY2587" fmla="*/ 1157868 h 2262782"/>
                <a:gd name="csX2588" fmla="*/ 3031383 w 3644268"/>
                <a:gd name="csY2588" fmla="*/ 1166115 h 2262782"/>
                <a:gd name="csX2589" fmla="*/ 3031383 w 3644268"/>
                <a:gd name="csY2589" fmla="*/ 1175557 h 2262782"/>
                <a:gd name="csX2590" fmla="*/ 3029884 w 3644268"/>
                <a:gd name="csY2590" fmla="*/ 1178837 h 2262782"/>
                <a:gd name="csX2591" fmla="*/ 3027107 w 3644268"/>
                <a:gd name="csY2591" fmla="*/ 1180419 h 2262782"/>
                <a:gd name="csX2592" fmla="*/ 3024231 w 3644268"/>
                <a:gd name="csY2592" fmla="*/ 1190371 h 2262782"/>
                <a:gd name="csX2593" fmla="*/ 3021537 w 3644268"/>
                <a:gd name="csY2593" fmla="*/ 1195720 h 2262782"/>
                <a:gd name="csX2594" fmla="*/ 3016234 w 3644268"/>
                <a:gd name="csY2594" fmla="*/ 1197128 h 2262782"/>
                <a:gd name="csX2595" fmla="*/ 3019247 w 3644268"/>
                <a:gd name="csY2595" fmla="*/ 1193088 h 2262782"/>
                <a:gd name="csX2596" fmla="*/ 3022070 w 3644268"/>
                <a:gd name="csY2596" fmla="*/ 1190379 h 2262782"/>
                <a:gd name="csX2597" fmla="*/ 3026590 w 3644268"/>
                <a:gd name="csY2597" fmla="*/ 1175565 h 2262782"/>
                <a:gd name="csX2598" fmla="*/ 3025935 w 3644268"/>
                <a:gd name="csY2598" fmla="*/ 1170985 h 2262782"/>
                <a:gd name="csX2599" fmla="*/ 3022321 w 3644268"/>
                <a:gd name="csY2599" fmla="*/ 1167614 h 2262782"/>
                <a:gd name="csX2600" fmla="*/ 3020069 w 3644268"/>
                <a:gd name="csY2600" fmla="*/ 1164076 h 2262782"/>
                <a:gd name="csX2601" fmla="*/ 3018928 w 3644268"/>
                <a:gd name="csY2601" fmla="*/ 1149871 h 2262782"/>
                <a:gd name="csX2602" fmla="*/ 3017802 w 3644268"/>
                <a:gd name="csY2602" fmla="*/ 1142346 h 2262782"/>
                <a:gd name="csX2603" fmla="*/ 3017406 w 3644268"/>
                <a:gd name="csY2603" fmla="*/ 1133330 h 2262782"/>
                <a:gd name="csX2604" fmla="*/ 3013754 w 3644268"/>
                <a:gd name="csY2604" fmla="*/ 1130332 h 2262782"/>
                <a:gd name="csX2605" fmla="*/ 3000515 w 3644268"/>
                <a:gd name="csY2605" fmla="*/ 1125744 h 2262782"/>
                <a:gd name="csX2606" fmla="*/ 2994390 w 3644268"/>
                <a:gd name="csY2606" fmla="*/ 1122343 h 2262782"/>
                <a:gd name="csX2607" fmla="*/ 2992191 w 3644268"/>
                <a:gd name="csY2607" fmla="*/ 1117070 h 2262782"/>
                <a:gd name="csX2608" fmla="*/ 2994535 w 3644268"/>
                <a:gd name="csY2608" fmla="*/ 1109622 h 2262782"/>
                <a:gd name="csX2609" fmla="*/ 2994375 w 3644268"/>
                <a:gd name="csY2609" fmla="*/ 1103908 h 2262782"/>
                <a:gd name="csX2610" fmla="*/ 2995615 w 3644268"/>
                <a:gd name="csY2610" fmla="*/ 1099061 h 2262782"/>
                <a:gd name="csX2611" fmla="*/ 2997616 w 3644268"/>
                <a:gd name="csY2611" fmla="*/ 1095112 h 2262782"/>
                <a:gd name="csX2612" fmla="*/ 2998111 w 3644268"/>
                <a:gd name="csY2612" fmla="*/ 1089535 h 2262782"/>
                <a:gd name="csX2613" fmla="*/ 2997084 w 3644268"/>
                <a:gd name="csY2613" fmla="*/ 1082299 h 2262782"/>
                <a:gd name="csX2614" fmla="*/ 2996087 w 3644268"/>
                <a:gd name="csY2614" fmla="*/ 1077042 h 2262782"/>
                <a:gd name="csX2615" fmla="*/ 2993797 w 3644268"/>
                <a:gd name="csY2615" fmla="*/ 1070704 h 2262782"/>
                <a:gd name="csX2616" fmla="*/ 2992153 w 3644268"/>
                <a:gd name="csY2616" fmla="*/ 1067828 h 2262782"/>
                <a:gd name="csX2617" fmla="*/ 2984096 w 3644268"/>
                <a:gd name="csY2617" fmla="*/ 1058713 h 2262782"/>
                <a:gd name="csX2618" fmla="*/ 2970256 w 3644268"/>
                <a:gd name="csY2618" fmla="*/ 1049324 h 2262782"/>
                <a:gd name="csX2619" fmla="*/ 2956051 w 3644268"/>
                <a:gd name="csY2619" fmla="*/ 1042499 h 2262782"/>
                <a:gd name="csX2620" fmla="*/ 2943458 w 3644268"/>
                <a:gd name="csY2620" fmla="*/ 1040178 h 2262782"/>
                <a:gd name="csX2621" fmla="*/ 2927168 w 3644268"/>
                <a:gd name="csY2621" fmla="*/ 1038915 h 2262782"/>
                <a:gd name="csX2622" fmla="*/ 2910316 w 3644268"/>
                <a:gd name="csY2622" fmla="*/ 1038801 h 2262782"/>
                <a:gd name="csX2623" fmla="*/ 2903924 w 3644268"/>
                <a:gd name="csY2623" fmla="*/ 1042544 h 2262782"/>
                <a:gd name="csX2624" fmla="*/ 2891827 w 3644268"/>
                <a:gd name="csY2624" fmla="*/ 1042834 h 2262782"/>
                <a:gd name="csX2625" fmla="*/ 2878679 w 3644268"/>
                <a:gd name="csY2625" fmla="*/ 1046752 h 2262782"/>
                <a:gd name="csX2626" fmla="*/ 2865448 w 3644268"/>
                <a:gd name="csY2626" fmla="*/ 1052923 h 2262782"/>
                <a:gd name="csX2627" fmla="*/ 2858318 w 3644268"/>
                <a:gd name="csY2627" fmla="*/ 1053014 h 2262782"/>
                <a:gd name="csX2628" fmla="*/ 2844182 w 3644268"/>
                <a:gd name="csY2628" fmla="*/ 1055814 h 2262782"/>
                <a:gd name="csX2629" fmla="*/ 2837996 w 3644268"/>
                <a:gd name="csY2629" fmla="*/ 1055882 h 2262782"/>
                <a:gd name="csX2630" fmla="*/ 2822048 w 3644268"/>
                <a:gd name="csY2630" fmla="*/ 1046227 h 2262782"/>
                <a:gd name="csX2631" fmla="*/ 2827123 w 3644268"/>
                <a:gd name="csY2631" fmla="*/ 1044918 h 2262782"/>
                <a:gd name="csX2632" fmla="*/ 2829109 w 3644268"/>
                <a:gd name="csY2632" fmla="*/ 1043549 h 2262782"/>
                <a:gd name="csX2633" fmla="*/ 2821995 w 3644268"/>
                <a:gd name="csY2633" fmla="*/ 1030721 h 2262782"/>
                <a:gd name="csX2634" fmla="*/ 2818206 w 3644268"/>
                <a:gd name="csY2634" fmla="*/ 1026125 h 2262782"/>
                <a:gd name="csX2635" fmla="*/ 2808870 w 3644268"/>
                <a:gd name="csY2635" fmla="*/ 1020343 h 2262782"/>
                <a:gd name="csX2636" fmla="*/ 2805081 w 3644268"/>
                <a:gd name="csY2636" fmla="*/ 1019894 h 2262782"/>
                <a:gd name="csX2637" fmla="*/ 2801962 w 3644268"/>
                <a:gd name="csY2637" fmla="*/ 1021066 h 2262782"/>
                <a:gd name="csX2638" fmla="*/ 2789606 w 3644268"/>
                <a:gd name="csY2638" fmla="*/ 1027441 h 2262782"/>
                <a:gd name="csX2639" fmla="*/ 2786501 w 3644268"/>
                <a:gd name="csY2639" fmla="*/ 1030135 h 2262782"/>
                <a:gd name="csX2640" fmla="*/ 2792634 w 3644268"/>
                <a:gd name="csY2640" fmla="*/ 1022671 h 2262782"/>
                <a:gd name="csX2641" fmla="*/ 2795639 w 3644268"/>
                <a:gd name="csY2641" fmla="*/ 1019529 h 2262782"/>
                <a:gd name="csX2642" fmla="*/ 2798683 w 3644268"/>
                <a:gd name="csY2642" fmla="*/ 1014880 h 2262782"/>
                <a:gd name="csX2643" fmla="*/ 2797975 w 3644268"/>
                <a:gd name="csY2643" fmla="*/ 1011950 h 2262782"/>
                <a:gd name="csX2644" fmla="*/ 2797229 w 3644268"/>
                <a:gd name="csY2644" fmla="*/ 1010520 h 2262782"/>
                <a:gd name="csX2645" fmla="*/ 2785717 w 3644268"/>
                <a:gd name="csY2645" fmla="*/ 1011152 h 2262782"/>
                <a:gd name="csX2646" fmla="*/ 2784979 w 3644268"/>
                <a:gd name="csY2646" fmla="*/ 1010444 h 2262782"/>
                <a:gd name="csX2647" fmla="*/ 2782553 w 3644268"/>
                <a:gd name="csY2647" fmla="*/ 1006442 h 2262782"/>
                <a:gd name="csX2648" fmla="*/ 2781366 w 3644268"/>
                <a:gd name="csY2648" fmla="*/ 1005034 h 2262782"/>
                <a:gd name="csX2649" fmla="*/ 2773696 w 3644268"/>
                <a:gd name="csY2649" fmla="*/ 1000796 h 2262782"/>
                <a:gd name="csX2650" fmla="*/ 2768149 w 3644268"/>
                <a:gd name="csY2650" fmla="*/ 999176 h 2262782"/>
                <a:gd name="csX2651" fmla="*/ 2762390 w 3644268"/>
                <a:gd name="csY2651" fmla="*/ 999008 h 2262782"/>
                <a:gd name="csX2652" fmla="*/ 2761431 w 3644268"/>
                <a:gd name="csY2652" fmla="*/ 997365 h 2262782"/>
                <a:gd name="csX2653" fmla="*/ 2762100 w 3644268"/>
                <a:gd name="csY2653" fmla="*/ 995356 h 2262782"/>
                <a:gd name="csX2654" fmla="*/ 2762321 w 3644268"/>
                <a:gd name="csY2654" fmla="*/ 994086 h 2262782"/>
                <a:gd name="csX2655" fmla="*/ 2764101 w 3644268"/>
                <a:gd name="csY2655" fmla="*/ 991833 h 2262782"/>
                <a:gd name="csX2656" fmla="*/ 2769032 w 3644268"/>
                <a:gd name="csY2656" fmla="*/ 989794 h 2262782"/>
                <a:gd name="csX2657" fmla="*/ 2781875 w 3644268"/>
                <a:gd name="csY2657" fmla="*/ 988600 h 2262782"/>
                <a:gd name="csX2658" fmla="*/ 2784774 w 3644268"/>
                <a:gd name="csY2658" fmla="*/ 984986 h 2262782"/>
                <a:gd name="csX2659" fmla="*/ 2784371 w 3644268"/>
                <a:gd name="csY2659" fmla="*/ 981212 h 2262782"/>
                <a:gd name="csX2660" fmla="*/ 2783625 w 3644268"/>
                <a:gd name="csY2660" fmla="*/ 978336 h 2262782"/>
                <a:gd name="csX2661" fmla="*/ 2779417 w 3644268"/>
                <a:gd name="csY2661" fmla="*/ 971481 h 2262782"/>
                <a:gd name="csX2662" fmla="*/ 2773764 w 3644268"/>
                <a:gd name="csY2662" fmla="*/ 966398 h 2262782"/>
                <a:gd name="csX2663" fmla="*/ 2762306 w 3644268"/>
                <a:gd name="csY2663" fmla="*/ 960250 h 2262782"/>
                <a:gd name="csX2664" fmla="*/ 2750284 w 3644268"/>
                <a:gd name="csY2664" fmla="*/ 956073 h 2262782"/>
                <a:gd name="csX2665" fmla="*/ 2729612 w 3644268"/>
                <a:gd name="csY2665" fmla="*/ 954034 h 2262782"/>
                <a:gd name="csX2666" fmla="*/ 2725945 w 3644268"/>
                <a:gd name="csY2666" fmla="*/ 954947 h 2262782"/>
                <a:gd name="csX2667" fmla="*/ 2723061 w 3644268"/>
                <a:gd name="csY2667" fmla="*/ 957466 h 2262782"/>
                <a:gd name="csX2668" fmla="*/ 2718108 w 3644268"/>
                <a:gd name="csY2668" fmla="*/ 964085 h 2262782"/>
                <a:gd name="csX2669" fmla="*/ 2706855 w 3644268"/>
                <a:gd name="csY2669" fmla="*/ 983167 h 2262782"/>
                <a:gd name="csX2670" fmla="*/ 2700563 w 3644268"/>
                <a:gd name="csY2670" fmla="*/ 990966 h 2262782"/>
                <a:gd name="csX2671" fmla="*/ 2694826 w 3644268"/>
                <a:gd name="csY2671" fmla="*/ 995189 h 2262782"/>
                <a:gd name="csX2672" fmla="*/ 2681670 w 3644268"/>
                <a:gd name="csY2672" fmla="*/ 998643 h 2262782"/>
                <a:gd name="csX2673" fmla="*/ 2679258 w 3644268"/>
                <a:gd name="csY2673" fmla="*/ 997852 h 2262782"/>
                <a:gd name="csX2674" fmla="*/ 2677425 w 3644268"/>
                <a:gd name="csY2674" fmla="*/ 994725 h 2262782"/>
                <a:gd name="csX2675" fmla="*/ 2678026 w 3644268"/>
                <a:gd name="csY2675" fmla="*/ 991978 h 2262782"/>
                <a:gd name="csX2676" fmla="*/ 2679221 w 3644268"/>
                <a:gd name="csY2676" fmla="*/ 989437 h 2262782"/>
                <a:gd name="csX2677" fmla="*/ 2679304 w 3644268"/>
                <a:gd name="csY2677" fmla="*/ 987808 h 2262782"/>
                <a:gd name="csX2678" fmla="*/ 2678642 w 3644268"/>
                <a:gd name="csY2678" fmla="*/ 984628 h 2262782"/>
                <a:gd name="csX2679" fmla="*/ 2679007 w 3644268"/>
                <a:gd name="csY2679" fmla="*/ 982909 h 2262782"/>
                <a:gd name="csX2680" fmla="*/ 2680331 w 3644268"/>
                <a:gd name="csY2680" fmla="*/ 982833 h 2262782"/>
                <a:gd name="csX2681" fmla="*/ 2683435 w 3644268"/>
                <a:gd name="csY2681" fmla="*/ 985069 h 2262782"/>
                <a:gd name="csX2682" fmla="*/ 2686342 w 3644268"/>
                <a:gd name="csY2682" fmla="*/ 985381 h 2262782"/>
                <a:gd name="csX2683" fmla="*/ 2693798 w 3644268"/>
                <a:gd name="csY2683" fmla="*/ 981866 h 2262782"/>
                <a:gd name="csX2684" fmla="*/ 2693798 w 3644268"/>
                <a:gd name="csY2684" fmla="*/ 976388 h 2262782"/>
                <a:gd name="csX2685" fmla="*/ 2691820 w 3644268"/>
                <a:gd name="csY2685" fmla="*/ 973185 h 2262782"/>
                <a:gd name="csX2686" fmla="*/ 2692802 w 3644268"/>
                <a:gd name="csY2686" fmla="*/ 965493 h 2262782"/>
                <a:gd name="csX2687" fmla="*/ 2692794 w 3644268"/>
                <a:gd name="csY2687" fmla="*/ 963492 h 2262782"/>
                <a:gd name="csX2688" fmla="*/ 2693844 w 3644268"/>
                <a:gd name="csY2688" fmla="*/ 962122 h 2262782"/>
                <a:gd name="csX2689" fmla="*/ 2694711 w 3644268"/>
                <a:gd name="csY2689" fmla="*/ 962404 h 2262782"/>
                <a:gd name="csX2690" fmla="*/ 2700091 w 3644268"/>
                <a:gd name="csY2690" fmla="*/ 967958 h 2262782"/>
                <a:gd name="csX2691" fmla="*/ 2701924 w 3644268"/>
                <a:gd name="csY2691" fmla="*/ 967661 h 2262782"/>
                <a:gd name="csX2692" fmla="*/ 2703910 w 3644268"/>
                <a:gd name="csY2692" fmla="*/ 968285 h 2262782"/>
                <a:gd name="csX2693" fmla="*/ 2699117 w 3644268"/>
                <a:gd name="csY2693" fmla="*/ 981577 h 2262782"/>
                <a:gd name="csX2694" fmla="*/ 2701415 w 3644268"/>
                <a:gd name="csY2694" fmla="*/ 981608 h 2262782"/>
                <a:gd name="csX2695" fmla="*/ 2707578 w 3644268"/>
                <a:gd name="csY2695" fmla="*/ 975361 h 2262782"/>
                <a:gd name="csX2696" fmla="*/ 2711800 w 3644268"/>
                <a:gd name="csY2696" fmla="*/ 969251 h 2262782"/>
                <a:gd name="csX2697" fmla="*/ 2716236 w 3644268"/>
                <a:gd name="csY2697" fmla="*/ 961369 h 2262782"/>
                <a:gd name="csX2698" fmla="*/ 2716761 w 3644268"/>
                <a:gd name="csY2698" fmla="*/ 957245 h 2262782"/>
                <a:gd name="csX2699" fmla="*/ 2711686 w 3644268"/>
                <a:gd name="csY2699" fmla="*/ 956750 h 2262782"/>
                <a:gd name="csX2700" fmla="*/ 2678482 w 3644268"/>
                <a:gd name="csY2700" fmla="*/ 959741 h 2262782"/>
                <a:gd name="csX2701" fmla="*/ 2666339 w 3644268"/>
                <a:gd name="csY2701" fmla="*/ 965690 h 2262782"/>
                <a:gd name="csX2702" fmla="*/ 2662588 w 3644268"/>
                <a:gd name="csY2702" fmla="*/ 964443 h 2262782"/>
                <a:gd name="csX2703" fmla="*/ 2659902 w 3644268"/>
                <a:gd name="csY2703" fmla="*/ 959817 h 2262782"/>
                <a:gd name="csX2704" fmla="*/ 2663996 w 3644268"/>
                <a:gd name="csY2704" fmla="*/ 959360 h 2262782"/>
                <a:gd name="csX2705" fmla="*/ 2668835 w 3644268"/>
                <a:gd name="csY2705" fmla="*/ 956545 h 2262782"/>
                <a:gd name="csX2706" fmla="*/ 2672867 w 3644268"/>
                <a:gd name="csY2706" fmla="*/ 951143 h 2262782"/>
                <a:gd name="csX2707" fmla="*/ 2675454 w 3644268"/>
                <a:gd name="csY2707" fmla="*/ 950154 h 2262782"/>
                <a:gd name="csX2708" fmla="*/ 2682188 w 3644268"/>
                <a:gd name="csY2708" fmla="*/ 950405 h 2262782"/>
                <a:gd name="csX2709" fmla="*/ 2687620 w 3644268"/>
                <a:gd name="csY2709" fmla="*/ 952566 h 2262782"/>
                <a:gd name="csX2710" fmla="*/ 2704009 w 3644268"/>
                <a:gd name="csY2710" fmla="*/ 953441 h 2262782"/>
                <a:gd name="csX2711" fmla="*/ 2704397 w 3644268"/>
                <a:gd name="csY2711" fmla="*/ 946912 h 2262782"/>
                <a:gd name="csX2712" fmla="*/ 2700775 w 3644268"/>
                <a:gd name="csY2712" fmla="*/ 944851 h 2262782"/>
                <a:gd name="csX2713" fmla="*/ 2692893 w 3644268"/>
                <a:gd name="csY2713" fmla="*/ 943009 h 2262782"/>
                <a:gd name="csX2714" fmla="*/ 2688016 w 3644268"/>
                <a:gd name="csY2714" fmla="*/ 939837 h 2262782"/>
                <a:gd name="csX2715" fmla="*/ 2681891 w 3644268"/>
                <a:gd name="csY2715" fmla="*/ 937836 h 2262782"/>
                <a:gd name="csX2716" fmla="*/ 2668424 w 3644268"/>
                <a:gd name="csY2716" fmla="*/ 934998 h 2262782"/>
                <a:gd name="csX2717" fmla="*/ 2662771 w 3644268"/>
                <a:gd name="csY2717" fmla="*/ 932631 h 2262782"/>
                <a:gd name="csX2718" fmla="*/ 2649471 w 3644268"/>
                <a:gd name="csY2718" fmla="*/ 930463 h 2262782"/>
                <a:gd name="csX2719" fmla="*/ 2645941 w 3644268"/>
                <a:gd name="csY2719" fmla="*/ 928667 h 2262782"/>
                <a:gd name="csX2720" fmla="*/ 2614890 w 3644268"/>
                <a:gd name="csY2720" fmla="*/ 927054 h 2262782"/>
                <a:gd name="csX2721" fmla="*/ 2603295 w 3644268"/>
                <a:gd name="csY2721" fmla="*/ 922162 h 2262782"/>
                <a:gd name="csX2722" fmla="*/ 2598836 w 3644268"/>
                <a:gd name="csY2722" fmla="*/ 917171 h 2262782"/>
                <a:gd name="csX2723" fmla="*/ 2588130 w 3644268"/>
                <a:gd name="csY2723" fmla="*/ 914766 h 2262782"/>
                <a:gd name="csX2724" fmla="*/ 2585992 w 3644268"/>
                <a:gd name="csY2724" fmla="*/ 914835 h 2262782"/>
                <a:gd name="csX2725" fmla="*/ 2585308 w 3644268"/>
                <a:gd name="csY2725" fmla="*/ 916166 h 2262782"/>
                <a:gd name="csX2726" fmla="*/ 2584805 w 3644268"/>
                <a:gd name="csY2726" fmla="*/ 918251 h 2262782"/>
                <a:gd name="csX2727" fmla="*/ 2591646 w 3644268"/>
                <a:gd name="csY2727" fmla="*/ 927320 h 2262782"/>
                <a:gd name="csX2728" fmla="*/ 2591867 w 3644268"/>
                <a:gd name="csY2728" fmla="*/ 933552 h 2262782"/>
                <a:gd name="csX2729" fmla="*/ 2593921 w 3644268"/>
                <a:gd name="csY2729" fmla="*/ 936626 h 2262782"/>
                <a:gd name="csX2730" fmla="*/ 2585924 w 3644268"/>
                <a:gd name="csY2730" fmla="*/ 941465 h 2262782"/>
                <a:gd name="csX2731" fmla="*/ 2580492 w 3644268"/>
                <a:gd name="csY2731" fmla="*/ 943298 h 2262782"/>
                <a:gd name="csX2732" fmla="*/ 2562353 w 3644268"/>
                <a:gd name="csY2732" fmla="*/ 943085 h 2262782"/>
                <a:gd name="csX2733" fmla="*/ 2559636 w 3644268"/>
                <a:gd name="csY2733" fmla="*/ 945185 h 2262782"/>
                <a:gd name="csX2734" fmla="*/ 2552522 w 3644268"/>
                <a:gd name="csY2734" fmla="*/ 954833 h 2262782"/>
                <a:gd name="csX2735" fmla="*/ 2552614 w 3644268"/>
                <a:gd name="csY2735" fmla="*/ 959421 h 2262782"/>
                <a:gd name="csX2736" fmla="*/ 2553284 w 3644268"/>
                <a:gd name="csY2736" fmla="*/ 966474 h 2262782"/>
                <a:gd name="csX2737" fmla="*/ 2558716 w 3644268"/>
                <a:gd name="csY2737" fmla="*/ 966474 h 2262782"/>
                <a:gd name="csX2738" fmla="*/ 2560314 w 3644268"/>
                <a:gd name="csY2738" fmla="*/ 963393 h 2262782"/>
                <a:gd name="csX2739" fmla="*/ 2562695 w 3644268"/>
                <a:gd name="csY2739" fmla="*/ 962137 h 2262782"/>
                <a:gd name="csX2740" fmla="*/ 2573743 w 3644268"/>
                <a:gd name="csY2740" fmla="*/ 963256 h 2262782"/>
                <a:gd name="csX2741" fmla="*/ 2574876 w 3644268"/>
                <a:gd name="csY2741" fmla="*/ 964534 h 2262782"/>
                <a:gd name="csX2742" fmla="*/ 2571171 w 3644268"/>
                <a:gd name="csY2742" fmla="*/ 966573 h 2262782"/>
                <a:gd name="csX2743" fmla="*/ 2567603 w 3644268"/>
                <a:gd name="csY2743" fmla="*/ 967517 h 2262782"/>
                <a:gd name="csX2744" fmla="*/ 2563182 w 3644268"/>
                <a:gd name="csY2744" fmla="*/ 977933 h 2262782"/>
                <a:gd name="csX2745" fmla="*/ 2557187 w 3644268"/>
                <a:gd name="csY2745" fmla="*/ 981174 h 2262782"/>
                <a:gd name="csX2746" fmla="*/ 2561311 w 3644268"/>
                <a:gd name="csY2746" fmla="*/ 982871 h 2262782"/>
                <a:gd name="csX2747" fmla="*/ 2564955 w 3644268"/>
                <a:gd name="csY2747" fmla="*/ 985739 h 2262782"/>
                <a:gd name="csX2748" fmla="*/ 2564362 w 3644268"/>
                <a:gd name="csY2748" fmla="*/ 998339 h 2262782"/>
                <a:gd name="csX2749" fmla="*/ 2569566 w 3644268"/>
                <a:gd name="csY2749" fmla="*/ 1008009 h 2262782"/>
                <a:gd name="csX2750" fmla="*/ 2570539 w 3644268"/>
                <a:gd name="csY2750" fmla="*/ 1012460 h 2262782"/>
                <a:gd name="csX2751" fmla="*/ 2563022 w 3644268"/>
                <a:gd name="csY2751" fmla="*/ 1012612 h 2262782"/>
                <a:gd name="csX2752" fmla="*/ 2556365 w 3644268"/>
                <a:gd name="csY2752" fmla="*/ 1015603 h 2262782"/>
                <a:gd name="csX2753" fmla="*/ 2553991 w 3644268"/>
                <a:gd name="csY2753" fmla="*/ 1015603 h 2262782"/>
                <a:gd name="csX2754" fmla="*/ 2549631 w 3644268"/>
                <a:gd name="csY2754" fmla="*/ 1008123 h 2262782"/>
                <a:gd name="csX2755" fmla="*/ 2544830 w 3644268"/>
                <a:gd name="csY2755" fmla="*/ 1003193 h 2262782"/>
                <a:gd name="csX2756" fmla="*/ 2542472 w 3644268"/>
                <a:gd name="csY2756" fmla="*/ 1002797 h 2262782"/>
                <a:gd name="csX2757" fmla="*/ 2539383 w 3644268"/>
                <a:gd name="csY2757" fmla="*/ 1007667 h 2262782"/>
                <a:gd name="csX2758" fmla="*/ 2534962 w 3644268"/>
                <a:gd name="csY2758" fmla="*/ 1004966 h 2262782"/>
                <a:gd name="csX2759" fmla="*/ 2533174 w 3644268"/>
                <a:gd name="csY2759" fmla="*/ 1005400 h 2262782"/>
                <a:gd name="csX2760" fmla="*/ 2530701 w 3644268"/>
                <a:gd name="csY2760" fmla="*/ 1007439 h 2262782"/>
                <a:gd name="csX2761" fmla="*/ 2529210 w 3644268"/>
                <a:gd name="csY2761" fmla="*/ 1010147 h 2262782"/>
                <a:gd name="csX2762" fmla="*/ 2528084 w 3644268"/>
                <a:gd name="csY2762" fmla="*/ 1014347 h 2262782"/>
                <a:gd name="csX2763" fmla="*/ 2526630 w 3644268"/>
                <a:gd name="csY2763" fmla="*/ 1016615 h 2262782"/>
                <a:gd name="csX2764" fmla="*/ 2526440 w 3644268"/>
                <a:gd name="csY2764" fmla="*/ 1019673 h 2262782"/>
                <a:gd name="csX2765" fmla="*/ 2528655 w 3644268"/>
                <a:gd name="csY2765" fmla="*/ 1021050 h 2262782"/>
                <a:gd name="csX2766" fmla="*/ 2530260 w 3644268"/>
                <a:gd name="csY2766" fmla="*/ 1021370 h 2262782"/>
                <a:gd name="csX2767" fmla="*/ 2534886 w 3644268"/>
                <a:gd name="csY2767" fmla="*/ 1023576 h 2262782"/>
                <a:gd name="csX2768" fmla="*/ 2530115 w 3644268"/>
                <a:gd name="csY2768" fmla="*/ 1024779 h 2262782"/>
                <a:gd name="csX2769" fmla="*/ 2528875 w 3644268"/>
                <a:gd name="csY2769" fmla="*/ 1026217 h 2262782"/>
                <a:gd name="csX2770" fmla="*/ 2528449 w 3644268"/>
                <a:gd name="csY2770" fmla="*/ 1027883 h 2262782"/>
                <a:gd name="csX2771" fmla="*/ 2524842 w 3644268"/>
                <a:gd name="csY2771" fmla="*/ 1030135 h 2262782"/>
                <a:gd name="csX2772" fmla="*/ 2526083 w 3644268"/>
                <a:gd name="csY2772" fmla="*/ 1032303 h 2262782"/>
                <a:gd name="csX2773" fmla="*/ 2527612 w 3644268"/>
                <a:gd name="csY2773" fmla="*/ 1033985 h 2262782"/>
                <a:gd name="csX2774" fmla="*/ 2528000 w 3644268"/>
                <a:gd name="csY2774" fmla="*/ 1035697 h 2262782"/>
                <a:gd name="csX2775" fmla="*/ 2526889 w 3644268"/>
                <a:gd name="csY2775" fmla="*/ 1036313 h 2262782"/>
                <a:gd name="csX2776" fmla="*/ 2523869 w 3644268"/>
                <a:gd name="csY2776" fmla="*/ 1034297 h 2262782"/>
                <a:gd name="csX2777" fmla="*/ 2520719 w 3644268"/>
                <a:gd name="csY2777" fmla="*/ 1031368 h 2262782"/>
                <a:gd name="csX2778" fmla="*/ 2515750 w 3644268"/>
                <a:gd name="csY2778" fmla="*/ 1025334 h 2262782"/>
                <a:gd name="csX2779" fmla="*/ 2513567 w 3644268"/>
                <a:gd name="csY2779" fmla="*/ 1021309 h 2262782"/>
                <a:gd name="csX2780" fmla="*/ 2509306 w 3644268"/>
                <a:gd name="csY2780" fmla="*/ 1017550 h 2262782"/>
                <a:gd name="csX2781" fmla="*/ 2494150 w 3644268"/>
                <a:gd name="csY2781" fmla="*/ 1007119 h 2262782"/>
                <a:gd name="csX2782" fmla="*/ 2487408 w 3644268"/>
                <a:gd name="csY2782" fmla="*/ 1003817 h 2262782"/>
                <a:gd name="csX2783" fmla="*/ 2483018 w 3644268"/>
                <a:gd name="csY2783" fmla="*/ 1003071 h 2262782"/>
                <a:gd name="csX2784" fmla="*/ 2476064 w 3644268"/>
                <a:gd name="csY2784" fmla="*/ 1004441 h 2262782"/>
                <a:gd name="csX2785" fmla="*/ 2471796 w 3644268"/>
                <a:gd name="csY2785" fmla="*/ 1008953 h 2262782"/>
                <a:gd name="csX2786" fmla="*/ 2464605 w 3644268"/>
                <a:gd name="csY2786" fmla="*/ 1010870 h 2262782"/>
                <a:gd name="csX2787" fmla="*/ 2460147 w 3644268"/>
                <a:gd name="csY2787" fmla="*/ 1014522 h 2262782"/>
                <a:gd name="csX2788" fmla="*/ 2457773 w 3644268"/>
                <a:gd name="csY2788" fmla="*/ 1019468 h 2262782"/>
                <a:gd name="csX2789" fmla="*/ 2444960 w 3644268"/>
                <a:gd name="csY2789" fmla="*/ 1019993 h 2262782"/>
                <a:gd name="csX2790" fmla="*/ 2436119 w 3644268"/>
                <a:gd name="csY2790" fmla="*/ 1016295 h 2262782"/>
                <a:gd name="csX2791" fmla="*/ 2430511 w 3644268"/>
                <a:gd name="csY2791" fmla="*/ 1012483 h 2262782"/>
                <a:gd name="csX2792" fmla="*/ 2424204 w 3644268"/>
                <a:gd name="csY2792" fmla="*/ 1004684 h 2262782"/>
                <a:gd name="csX2793" fmla="*/ 2417988 w 3644268"/>
                <a:gd name="csY2793" fmla="*/ 994603 h 2262782"/>
                <a:gd name="csX2794" fmla="*/ 2417219 w 3644268"/>
                <a:gd name="csY2794" fmla="*/ 993758 h 2262782"/>
                <a:gd name="csX2795" fmla="*/ 2416466 w 3644268"/>
                <a:gd name="csY2795" fmla="*/ 991636 h 2262782"/>
                <a:gd name="csX2796" fmla="*/ 2415348 w 3644268"/>
                <a:gd name="csY2796" fmla="*/ 986652 h 2262782"/>
                <a:gd name="csX2797" fmla="*/ 2414024 w 3644268"/>
                <a:gd name="csY2797" fmla="*/ 982909 h 2262782"/>
                <a:gd name="csX2798" fmla="*/ 2412069 w 3644268"/>
                <a:gd name="csY2798" fmla="*/ 985016 h 2262782"/>
                <a:gd name="csX2799" fmla="*/ 2407016 w 3644268"/>
                <a:gd name="csY2799" fmla="*/ 996581 h 2262782"/>
                <a:gd name="csX2800" fmla="*/ 2404924 w 3644268"/>
                <a:gd name="csY2800" fmla="*/ 1002250 h 2262782"/>
                <a:gd name="csX2801" fmla="*/ 2402177 w 3644268"/>
                <a:gd name="csY2801" fmla="*/ 1012962 h 2262782"/>
                <a:gd name="csX2802" fmla="*/ 2400138 w 3644268"/>
                <a:gd name="csY2802" fmla="*/ 1021925 h 2262782"/>
                <a:gd name="csX2803" fmla="*/ 2399864 w 3644268"/>
                <a:gd name="csY2803" fmla="*/ 1025722 h 2262782"/>
                <a:gd name="csX2804" fmla="*/ 2400815 w 3644268"/>
                <a:gd name="csY2804" fmla="*/ 1028994 h 2262782"/>
                <a:gd name="csX2805" fmla="*/ 2398069 w 3644268"/>
                <a:gd name="csY2805" fmla="*/ 1031733 h 2262782"/>
                <a:gd name="csX2806" fmla="*/ 2395132 w 3644268"/>
                <a:gd name="csY2806" fmla="*/ 1038421 h 2262782"/>
                <a:gd name="csX2807" fmla="*/ 2390711 w 3644268"/>
                <a:gd name="csY2807" fmla="*/ 1051553 h 2262782"/>
                <a:gd name="csX2808" fmla="*/ 2387942 w 3644268"/>
                <a:gd name="csY2808" fmla="*/ 1056293 h 2262782"/>
                <a:gd name="csX2809" fmla="*/ 2384442 w 3644268"/>
                <a:gd name="csY2809" fmla="*/ 1060364 h 2262782"/>
                <a:gd name="csX2810" fmla="*/ 2382068 w 3644268"/>
                <a:gd name="csY2810" fmla="*/ 1061878 h 2262782"/>
                <a:gd name="csX2811" fmla="*/ 2379169 w 3644268"/>
                <a:gd name="csY2811" fmla="*/ 1061627 h 2262782"/>
                <a:gd name="csX2812" fmla="*/ 2376529 w 3644268"/>
                <a:gd name="csY2812" fmla="*/ 1057906 h 2262782"/>
                <a:gd name="csX2813" fmla="*/ 2375113 w 3644268"/>
                <a:gd name="csY2813" fmla="*/ 1049293 h 2262782"/>
                <a:gd name="csX2814" fmla="*/ 2373516 w 3644268"/>
                <a:gd name="csY2814" fmla="*/ 1047566 h 2262782"/>
                <a:gd name="csX2815" fmla="*/ 2371621 w 3644268"/>
                <a:gd name="csY2815" fmla="*/ 1052398 h 2262782"/>
                <a:gd name="csX2816" fmla="*/ 2368813 w 3644268"/>
                <a:gd name="csY2816" fmla="*/ 1052124 h 2262782"/>
                <a:gd name="csX2817" fmla="*/ 2363351 w 3644268"/>
                <a:gd name="csY2817" fmla="*/ 1048548 h 2262782"/>
                <a:gd name="csX2818" fmla="*/ 2357903 w 3644268"/>
                <a:gd name="csY2818" fmla="*/ 1040802 h 2262782"/>
                <a:gd name="csX2819" fmla="*/ 2352265 w 3644268"/>
                <a:gd name="csY2819" fmla="*/ 1037234 h 2262782"/>
                <a:gd name="csX2820" fmla="*/ 2344314 w 3644268"/>
                <a:gd name="csY2820" fmla="*/ 1018281 h 2262782"/>
                <a:gd name="csX2821" fmla="*/ 2340784 w 3644268"/>
                <a:gd name="csY2821" fmla="*/ 1011304 h 2262782"/>
                <a:gd name="csX2822" fmla="*/ 2338859 w 3644268"/>
                <a:gd name="csY2822" fmla="*/ 1005635 h 2262782"/>
                <a:gd name="csX2823" fmla="*/ 2334339 w 3644268"/>
                <a:gd name="csY2823" fmla="*/ 1005034 h 2262782"/>
                <a:gd name="csX2824" fmla="*/ 2332643 w 3644268"/>
                <a:gd name="csY2824" fmla="*/ 1000857 h 2262782"/>
                <a:gd name="csX2825" fmla="*/ 2334902 w 3644268"/>
                <a:gd name="csY2825" fmla="*/ 997859 h 2262782"/>
                <a:gd name="csX2826" fmla="*/ 2340989 w 3644268"/>
                <a:gd name="csY2826" fmla="*/ 995326 h 2262782"/>
                <a:gd name="csX2827" fmla="*/ 2345836 w 3644268"/>
                <a:gd name="csY2827" fmla="*/ 995706 h 2262782"/>
                <a:gd name="csX2828" fmla="*/ 2342222 w 3644268"/>
                <a:gd name="csY2828" fmla="*/ 988128 h 2262782"/>
                <a:gd name="csX2829" fmla="*/ 2340479 w 3644268"/>
                <a:gd name="csY2829" fmla="*/ 983548 h 2262782"/>
                <a:gd name="csX2830" fmla="*/ 2338585 w 3644268"/>
                <a:gd name="csY2830" fmla="*/ 981052 h 2262782"/>
                <a:gd name="csX2831" fmla="*/ 2339285 w 3644268"/>
                <a:gd name="csY2831" fmla="*/ 986180 h 2262782"/>
                <a:gd name="csX2832" fmla="*/ 2338486 w 3644268"/>
                <a:gd name="csY2832" fmla="*/ 989878 h 2262782"/>
                <a:gd name="csX2833" fmla="*/ 2336850 w 3644268"/>
                <a:gd name="csY2833" fmla="*/ 992762 h 2262782"/>
                <a:gd name="csX2834" fmla="*/ 2334111 w 3644268"/>
                <a:gd name="csY2834" fmla="*/ 994611 h 2262782"/>
                <a:gd name="csX2835" fmla="*/ 2322302 w 3644268"/>
                <a:gd name="csY2835" fmla="*/ 971709 h 2262782"/>
                <a:gd name="csX2836" fmla="*/ 2315204 w 3644268"/>
                <a:gd name="csY2836" fmla="*/ 960441 h 2262782"/>
                <a:gd name="csX2837" fmla="*/ 2311255 w 3644268"/>
                <a:gd name="csY2837" fmla="*/ 956355 h 2262782"/>
                <a:gd name="csX2838" fmla="*/ 2308790 w 3644268"/>
                <a:gd name="csY2838" fmla="*/ 948959 h 2262782"/>
                <a:gd name="csX2839" fmla="*/ 2310441 w 3644268"/>
                <a:gd name="csY2839" fmla="*/ 947491 h 2262782"/>
                <a:gd name="csX2840" fmla="*/ 2318840 w 3644268"/>
                <a:gd name="csY2840" fmla="*/ 956256 h 2262782"/>
                <a:gd name="csX2841" fmla="*/ 2324783 w 3644268"/>
                <a:gd name="csY2841" fmla="*/ 960745 h 2262782"/>
                <a:gd name="csX2842" fmla="*/ 2334598 w 3644268"/>
                <a:gd name="csY2842" fmla="*/ 972318 h 2262782"/>
                <a:gd name="csX2843" fmla="*/ 2342047 w 3644268"/>
                <a:gd name="csY2843" fmla="*/ 971442 h 2262782"/>
                <a:gd name="csX2844" fmla="*/ 2344755 w 3644268"/>
                <a:gd name="csY2844" fmla="*/ 966276 h 2262782"/>
                <a:gd name="csX2845" fmla="*/ 2344778 w 3644268"/>
                <a:gd name="csY2845" fmla="*/ 955837 h 2262782"/>
                <a:gd name="csX2846" fmla="*/ 2342001 w 3644268"/>
                <a:gd name="csY2846" fmla="*/ 947224 h 2262782"/>
                <a:gd name="csX2847" fmla="*/ 2338478 w 3644268"/>
                <a:gd name="csY2847" fmla="*/ 943823 h 2262782"/>
                <a:gd name="csX2848" fmla="*/ 2326365 w 3644268"/>
                <a:gd name="csY2848" fmla="*/ 943108 h 2262782"/>
                <a:gd name="csX2849" fmla="*/ 2323566 w 3644268"/>
                <a:gd name="csY2849" fmla="*/ 940316 h 2262782"/>
                <a:gd name="csX2850" fmla="*/ 2325498 w 3644268"/>
                <a:gd name="csY2850" fmla="*/ 939449 h 2262782"/>
                <a:gd name="csX2851" fmla="*/ 2328169 w 3644268"/>
                <a:gd name="csY2851" fmla="*/ 939251 h 2262782"/>
                <a:gd name="csX2852" fmla="*/ 2332049 w 3644268"/>
                <a:gd name="csY2852" fmla="*/ 936702 h 2262782"/>
                <a:gd name="csX2853" fmla="*/ 2338509 w 3644268"/>
                <a:gd name="csY2853" fmla="*/ 930197 h 2262782"/>
                <a:gd name="csX2854" fmla="*/ 2341347 w 3644268"/>
                <a:gd name="csY2854" fmla="*/ 928173 h 2262782"/>
                <a:gd name="csX2855" fmla="*/ 2340883 w 3644268"/>
                <a:gd name="csY2855" fmla="*/ 923098 h 2262782"/>
                <a:gd name="csX2856" fmla="*/ 2336363 w 3644268"/>
                <a:gd name="csY2856" fmla="*/ 916113 h 2262782"/>
                <a:gd name="csX2857" fmla="*/ 2329029 w 3644268"/>
                <a:gd name="csY2857" fmla="*/ 915139 h 2262782"/>
                <a:gd name="csX2858" fmla="*/ 2327431 w 3644268"/>
                <a:gd name="csY2858" fmla="*/ 914462 h 2262782"/>
                <a:gd name="csX2859" fmla="*/ 2330337 w 3644268"/>
                <a:gd name="csY2859" fmla="*/ 910970 h 2262782"/>
                <a:gd name="csX2860" fmla="*/ 2332863 w 3644268"/>
                <a:gd name="csY2860" fmla="*/ 908832 h 2262782"/>
                <a:gd name="csX2861" fmla="*/ 2337147 w 3644268"/>
                <a:gd name="csY2861" fmla="*/ 903513 h 2262782"/>
                <a:gd name="csX2862" fmla="*/ 2338144 w 3644268"/>
                <a:gd name="csY2862" fmla="*/ 898598 h 2262782"/>
                <a:gd name="csX2863" fmla="*/ 2337261 w 3644268"/>
                <a:gd name="csY2863" fmla="*/ 898956 h 2262782"/>
                <a:gd name="csX2864" fmla="*/ 2334149 w 3644268"/>
                <a:gd name="csY2864" fmla="*/ 898728 h 2262782"/>
                <a:gd name="csX2865" fmla="*/ 2333259 w 3644268"/>
                <a:gd name="csY2865" fmla="*/ 896612 h 2262782"/>
                <a:gd name="csX2866" fmla="*/ 2333624 w 3644268"/>
                <a:gd name="csY2866" fmla="*/ 892861 h 2262782"/>
                <a:gd name="csX2867" fmla="*/ 2330253 w 3644268"/>
                <a:gd name="csY2867" fmla="*/ 889673 h 2262782"/>
                <a:gd name="csX2868" fmla="*/ 2327187 w 3644268"/>
                <a:gd name="csY2868" fmla="*/ 887528 h 2262782"/>
                <a:gd name="csX2869" fmla="*/ 2320157 w 3644268"/>
                <a:gd name="csY2869" fmla="*/ 887155 h 2262782"/>
                <a:gd name="csX2870" fmla="*/ 2320294 w 3644268"/>
                <a:gd name="csY2870" fmla="*/ 884690 h 2262782"/>
                <a:gd name="csX2871" fmla="*/ 2320667 w 3644268"/>
                <a:gd name="csY2871" fmla="*/ 882468 h 2262782"/>
                <a:gd name="csX2872" fmla="*/ 2317677 w 3644268"/>
                <a:gd name="csY2872" fmla="*/ 880847 h 2262782"/>
                <a:gd name="csX2873" fmla="*/ 2315204 w 3644268"/>
                <a:gd name="csY2873" fmla="*/ 877987 h 2262782"/>
                <a:gd name="csX2874" fmla="*/ 2314588 w 3644268"/>
                <a:gd name="csY2874" fmla="*/ 875384 h 2262782"/>
                <a:gd name="csX2875" fmla="*/ 2313697 w 3644268"/>
                <a:gd name="csY2875" fmla="*/ 873893 h 2262782"/>
                <a:gd name="csX2876" fmla="*/ 2309109 w 3644268"/>
                <a:gd name="csY2876" fmla="*/ 871192 h 2262782"/>
                <a:gd name="csX2877" fmla="*/ 2293968 w 3644268"/>
                <a:gd name="csY2877" fmla="*/ 866239 h 2262782"/>
                <a:gd name="csX2878" fmla="*/ 2292347 w 3644268"/>
                <a:gd name="csY2878" fmla="*/ 867685 h 2262782"/>
                <a:gd name="csX2879" fmla="*/ 2289852 w 3644268"/>
                <a:gd name="csY2879" fmla="*/ 874738 h 2262782"/>
                <a:gd name="csX2880" fmla="*/ 2283742 w 3644268"/>
                <a:gd name="csY2880" fmla="*/ 882148 h 2262782"/>
                <a:gd name="csX2881" fmla="*/ 2279116 w 3644268"/>
                <a:gd name="csY2881" fmla="*/ 878139 h 2262782"/>
                <a:gd name="csX2882" fmla="*/ 2278196 w 3644268"/>
                <a:gd name="csY2882" fmla="*/ 877736 h 2262782"/>
                <a:gd name="csX2883" fmla="*/ 2277442 w 3644268"/>
                <a:gd name="csY2883" fmla="*/ 875826 h 2262782"/>
                <a:gd name="csX2884" fmla="*/ 2278546 w 3644268"/>
                <a:gd name="csY2884" fmla="*/ 872539 h 2262782"/>
                <a:gd name="csX2885" fmla="*/ 2279322 w 3644268"/>
                <a:gd name="csY2885" fmla="*/ 869343 h 2262782"/>
                <a:gd name="csX2886" fmla="*/ 2278272 w 3644268"/>
                <a:gd name="csY2886" fmla="*/ 867061 h 2262782"/>
                <a:gd name="csX2887" fmla="*/ 2277389 w 3644268"/>
                <a:gd name="csY2887" fmla="*/ 866193 h 2262782"/>
                <a:gd name="csX2888" fmla="*/ 2274247 w 3644268"/>
                <a:gd name="csY2888" fmla="*/ 868506 h 2262782"/>
                <a:gd name="csX2889" fmla="*/ 2269560 w 3644268"/>
                <a:gd name="csY2889" fmla="*/ 869967 h 2262782"/>
                <a:gd name="csX2890" fmla="*/ 2267567 w 3644268"/>
                <a:gd name="csY2890" fmla="*/ 872189 h 2262782"/>
                <a:gd name="csX2891" fmla="*/ 2263382 w 3644268"/>
                <a:gd name="csY2891" fmla="*/ 873764 h 2262782"/>
                <a:gd name="csX2892" fmla="*/ 2263777 w 3644268"/>
                <a:gd name="csY2892" fmla="*/ 868270 h 2262782"/>
                <a:gd name="csX2893" fmla="*/ 2246247 w 3644268"/>
                <a:gd name="csY2893" fmla="*/ 853807 h 2262782"/>
                <a:gd name="csX2894" fmla="*/ 2240800 w 3644268"/>
                <a:gd name="csY2894" fmla="*/ 850794 h 2262782"/>
                <a:gd name="csX2895" fmla="*/ 2237528 w 3644268"/>
                <a:gd name="csY2895" fmla="*/ 850520 h 2262782"/>
                <a:gd name="csX2896" fmla="*/ 2229653 w 3644268"/>
                <a:gd name="csY2896" fmla="*/ 853761 h 2262782"/>
                <a:gd name="csX2897" fmla="*/ 2227834 w 3644268"/>
                <a:gd name="csY2897" fmla="*/ 855511 h 2262782"/>
                <a:gd name="csX2898" fmla="*/ 2224905 w 3644268"/>
                <a:gd name="csY2898" fmla="*/ 860251 h 2262782"/>
                <a:gd name="csX2899" fmla="*/ 2218377 w 3644268"/>
                <a:gd name="csY2899" fmla="*/ 857253 h 2262782"/>
                <a:gd name="csX2900" fmla="*/ 2216779 w 3644268"/>
                <a:gd name="csY2900" fmla="*/ 859490 h 2262782"/>
                <a:gd name="csX2901" fmla="*/ 2214406 w 3644268"/>
                <a:gd name="csY2901" fmla="*/ 867342 h 2262782"/>
                <a:gd name="csX2902" fmla="*/ 2214778 w 3644268"/>
                <a:gd name="csY2902" fmla="*/ 875004 h 2262782"/>
                <a:gd name="csX2903" fmla="*/ 2215478 w 3644268"/>
                <a:gd name="csY2903" fmla="*/ 877119 h 2262782"/>
                <a:gd name="csX2904" fmla="*/ 2216087 w 3644268"/>
                <a:gd name="csY2904" fmla="*/ 881236 h 2262782"/>
                <a:gd name="csX2905" fmla="*/ 2218590 w 3644268"/>
                <a:gd name="csY2905" fmla="*/ 887596 h 2262782"/>
                <a:gd name="csX2906" fmla="*/ 2221177 w 3644268"/>
                <a:gd name="csY2906" fmla="*/ 892656 h 2262782"/>
                <a:gd name="csX2907" fmla="*/ 2220112 w 3644268"/>
                <a:gd name="csY2907" fmla="*/ 893828 h 2262782"/>
                <a:gd name="csX2908" fmla="*/ 2219031 w 3644268"/>
                <a:gd name="csY2908" fmla="*/ 894155 h 2262782"/>
                <a:gd name="csX2909" fmla="*/ 2217745 w 3644268"/>
                <a:gd name="csY2909" fmla="*/ 896270 h 2262782"/>
                <a:gd name="csX2910" fmla="*/ 2216528 w 3644268"/>
                <a:gd name="csY2910" fmla="*/ 900569 h 2262782"/>
                <a:gd name="csX2911" fmla="*/ 2214314 w 3644268"/>
                <a:gd name="csY2911" fmla="*/ 906709 h 2262782"/>
                <a:gd name="csX2912" fmla="*/ 2211309 w 3644268"/>
                <a:gd name="csY2912" fmla="*/ 910133 h 2262782"/>
                <a:gd name="csX2913" fmla="*/ 2207870 w 3644268"/>
                <a:gd name="csY2913" fmla="*/ 909418 h 2262782"/>
                <a:gd name="csX2914" fmla="*/ 2199668 w 3644268"/>
                <a:gd name="csY2914" fmla="*/ 904799 h 2262782"/>
                <a:gd name="csX2915" fmla="*/ 2197781 w 3644268"/>
                <a:gd name="csY2915" fmla="*/ 905621 h 2262782"/>
                <a:gd name="csX2916" fmla="*/ 2197256 w 3644268"/>
                <a:gd name="csY2916" fmla="*/ 908976 h 2262782"/>
                <a:gd name="csX2917" fmla="*/ 2202148 w 3644268"/>
                <a:gd name="csY2917" fmla="*/ 911837 h 2262782"/>
                <a:gd name="csX2918" fmla="*/ 2202597 w 3644268"/>
                <a:gd name="csY2918" fmla="*/ 913640 h 2262782"/>
                <a:gd name="csX2919" fmla="*/ 2201319 w 3644268"/>
                <a:gd name="csY2919" fmla="*/ 914782 h 2262782"/>
                <a:gd name="csX2920" fmla="*/ 2198016 w 3644268"/>
                <a:gd name="csY2920" fmla="*/ 915725 h 2262782"/>
                <a:gd name="csX2921" fmla="*/ 2192097 w 3644268"/>
                <a:gd name="csY2921" fmla="*/ 915527 h 2262782"/>
                <a:gd name="csX2922" fmla="*/ 2187182 w 3644268"/>
                <a:gd name="csY2922" fmla="*/ 914317 h 2262782"/>
                <a:gd name="csX2923" fmla="*/ 2184116 w 3644268"/>
                <a:gd name="csY2923" fmla="*/ 909691 h 2262782"/>
                <a:gd name="csX2924" fmla="*/ 2181164 w 3644268"/>
                <a:gd name="csY2924" fmla="*/ 909052 h 2262782"/>
                <a:gd name="csX2925" fmla="*/ 2172764 w 3644268"/>
                <a:gd name="csY2925" fmla="*/ 908961 h 2262782"/>
                <a:gd name="csX2926" fmla="*/ 2165132 w 3644268"/>
                <a:gd name="csY2926" fmla="*/ 911449 h 2262782"/>
                <a:gd name="csX2927" fmla="*/ 2156611 w 3644268"/>
                <a:gd name="csY2927" fmla="*/ 908215 h 2262782"/>
                <a:gd name="csX2928" fmla="*/ 2142170 w 3644268"/>
                <a:gd name="csY2928" fmla="*/ 908923 h 2262782"/>
                <a:gd name="csX2929" fmla="*/ 2138518 w 3644268"/>
                <a:gd name="csY2929" fmla="*/ 908360 h 2262782"/>
                <a:gd name="csX2930" fmla="*/ 2131578 w 3644268"/>
                <a:gd name="csY2930" fmla="*/ 902159 h 2262782"/>
                <a:gd name="csX2931" fmla="*/ 2121649 w 3644268"/>
                <a:gd name="csY2931" fmla="*/ 898248 h 2262782"/>
                <a:gd name="csX2932" fmla="*/ 2110328 w 3644268"/>
                <a:gd name="csY2932" fmla="*/ 888715 h 2262782"/>
                <a:gd name="csX2933" fmla="*/ 2109186 w 3644268"/>
                <a:gd name="csY2933" fmla="*/ 879744 h 2262782"/>
                <a:gd name="csX2934" fmla="*/ 2110906 w 3644268"/>
                <a:gd name="csY2934" fmla="*/ 872478 h 2262782"/>
                <a:gd name="csX2935" fmla="*/ 2117259 w 3644268"/>
                <a:gd name="csY2935" fmla="*/ 872470 h 2262782"/>
                <a:gd name="csX2936" fmla="*/ 2121147 w 3644268"/>
                <a:gd name="csY2936" fmla="*/ 871215 h 2262782"/>
                <a:gd name="csX2937" fmla="*/ 2120607 w 3644268"/>
                <a:gd name="csY2937" fmla="*/ 868423 h 2262782"/>
                <a:gd name="csX2938" fmla="*/ 2119755 w 3644268"/>
                <a:gd name="csY2938" fmla="*/ 866954 h 2262782"/>
                <a:gd name="csX2939" fmla="*/ 2110769 w 3644268"/>
                <a:gd name="csY2939" fmla="*/ 863036 h 2262782"/>
                <a:gd name="csX2940" fmla="*/ 2086391 w 3644268"/>
                <a:gd name="csY2940" fmla="*/ 862328 h 2262782"/>
                <a:gd name="csX2941" fmla="*/ 2069028 w 3644268"/>
                <a:gd name="csY2941" fmla="*/ 856500 h 2262782"/>
                <a:gd name="csX2942" fmla="*/ 2044308 w 3644268"/>
                <a:gd name="csY2942" fmla="*/ 854484 h 2262782"/>
                <a:gd name="csX2943" fmla="*/ 2033161 w 3644268"/>
                <a:gd name="csY2943" fmla="*/ 861720 h 2262782"/>
                <a:gd name="csX2944" fmla="*/ 2017031 w 3644268"/>
                <a:gd name="csY2944" fmla="*/ 863424 h 2262782"/>
                <a:gd name="csX2945" fmla="*/ 2012687 w 3644268"/>
                <a:gd name="csY2945" fmla="*/ 867289 h 2262782"/>
                <a:gd name="csX2946" fmla="*/ 2005284 w 3644268"/>
                <a:gd name="csY2946" fmla="*/ 869427 h 2262782"/>
                <a:gd name="csX2947" fmla="*/ 2005908 w 3644268"/>
                <a:gd name="csY2947" fmla="*/ 874776 h 2262782"/>
                <a:gd name="csX2948" fmla="*/ 2009575 w 3644268"/>
                <a:gd name="csY2948" fmla="*/ 878900 h 2262782"/>
                <a:gd name="csX2949" fmla="*/ 2011363 w 3644268"/>
                <a:gd name="csY2949" fmla="*/ 879729 h 2262782"/>
                <a:gd name="csX2950" fmla="*/ 2013303 w 3644268"/>
                <a:gd name="csY2950" fmla="*/ 881342 h 2262782"/>
                <a:gd name="csX2951" fmla="*/ 2012093 w 3644268"/>
                <a:gd name="csY2951" fmla="*/ 882772 h 2262782"/>
                <a:gd name="csX2952" fmla="*/ 2010724 w 3644268"/>
                <a:gd name="csY2952" fmla="*/ 883412 h 2262782"/>
                <a:gd name="csX2953" fmla="*/ 2008031 w 3644268"/>
                <a:gd name="csY2953" fmla="*/ 886706 h 2262782"/>
                <a:gd name="csX2954" fmla="*/ 2006311 w 3644268"/>
                <a:gd name="csY2954" fmla="*/ 889734 h 2262782"/>
                <a:gd name="csX2955" fmla="*/ 2006790 w 3644268"/>
                <a:gd name="csY2955" fmla="*/ 896399 h 2262782"/>
                <a:gd name="csX2956" fmla="*/ 2005961 w 3644268"/>
                <a:gd name="csY2956" fmla="*/ 902851 h 2262782"/>
                <a:gd name="csX2957" fmla="*/ 2003283 w 3644268"/>
                <a:gd name="csY2957" fmla="*/ 911769 h 2262782"/>
                <a:gd name="csX2958" fmla="*/ 2001023 w 3644268"/>
                <a:gd name="csY2958" fmla="*/ 915679 h 2262782"/>
                <a:gd name="csX2959" fmla="*/ 1998969 w 3644268"/>
                <a:gd name="csY2959" fmla="*/ 920922 h 2262782"/>
                <a:gd name="csX2960" fmla="*/ 2000726 w 3644268"/>
                <a:gd name="csY2960" fmla="*/ 925753 h 2262782"/>
                <a:gd name="csX2961" fmla="*/ 2002727 w 3644268"/>
                <a:gd name="csY2961" fmla="*/ 927754 h 2262782"/>
                <a:gd name="csX2962" fmla="*/ 2007817 w 3644268"/>
                <a:gd name="csY2962" fmla="*/ 930189 h 2262782"/>
                <a:gd name="csX2963" fmla="*/ 2009568 w 3644268"/>
                <a:gd name="csY2963" fmla="*/ 931825 h 2262782"/>
                <a:gd name="csX2964" fmla="*/ 2008548 w 3644268"/>
                <a:gd name="csY2964" fmla="*/ 933232 h 2262782"/>
                <a:gd name="csX2965" fmla="*/ 2001031 w 3644268"/>
                <a:gd name="csY2965" fmla="*/ 931596 h 2262782"/>
                <a:gd name="csX2966" fmla="*/ 1998337 w 3644268"/>
                <a:gd name="csY2966" fmla="*/ 926369 h 2262782"/>
                <a:gd name="csX2967" fmla="*/ 1997744 w 3644268"/>
                <a:gd name="csY2967" fmla="*/ 923539 h 2262782"/>
                <a:gd name="csX2968" fmla="*/ 1997097 w 3644268"/>
                <a:gd name="csY2968" fmla="*/ 919118 h 2262782"/>
                <a:gd name="csX2969" fmla="*/ 1999653 w 3644268"/>
                <a:gd name="csY2969" fmla="*/ 914302 h 2262782"/>
                <a:gd name="csX2970" fmla="*/ 2002255 w 3644268"/>
                <a:gd name="csY2970" fmla="*/ 911053 h 2262782"/>
                <a:gd name="csX2971" fmla="*/ 2004508 w 3644268"/>
                <a:gd name="csY2971" fmla="*/ 903315 h 2262782"/>
                <a:gd name="csX2972" fmla="*/ 2004782 w 3644268"/>
                <a:gd name="csY2972" fmla="*/ 896179 h 2262782"/>
                <a:gd name="csX2973" fmla="*/ 2004850 w 3644268"/>
                <a:gd name="csY2973" fmla="*/ 881296 h 2262782"/>
                <a:gd name="csX2974" fmla="*/ 2000278 w 3644268"/>
                <a:gd name="csY2974" fmla="*/ 877910 h 2262782"/>
                <a:gd name="csX2975" fmla="*/ 1997721 w 3644268"/>
                <a:gd name="csY2975" fmla="*/ 872820 h 2262782"/>
                <a:gd name="csX2976" fmla="*/ 2002149 w 3644268"/>
                <a:gd name="csY2976" fmla="*/ 863553 h 2262782"/>
                <a:gd name="csX2977" fmla="*/ 2003260 w 3644268"/>
                <a:gd name="csY2977" fmla="*/ 858646 h 2262782"/>
                <a:gd name="csX2978" fmla="*/ 2001350 w 3644268"/>
                <a:gd name="csY2978" fmla="*/ 854103 h 2262782"/>
                <a:gd name="csX2979" fmla="*/ 1998246 w 3644268"/>
                <a:gd name="csY2979" fmla="*/ 844174 h 2262782"/>
                <a:gd name="csX2980" fmla="*/ 1995073 w 3644268"/>
                <a:gd name="csY2980" fmla="*/ 838300 h 2262782"/>
                <a:gd name="csX2981" fmla="*/ 1992988 w 3644268"/>
                <a:gd name="csY2981" fmla="*/ 835850 h 2262782"/>
                <a:gd name="csX2982" fmla="*/ 1990873 w 3644268"/>
                <a:gd name="csY2982" fmla="*/ 834587 h 2262782"/>
                <a:gd name="csX2983" fmla="*/ 1993087 w 3644268"/>
                <a:gd name="csY2983" fmla="*/ 844311 h 2262782"/>
                <a:gd name="csX2984" fmla="*/ 1991307 w 3644268"/>
                <a:gd name="csY2984" fmla="*/ 849249 h 2262782"/>
                <a:gd name="csX2985" fmla="*/ 1990014 w 3644268"/>
                <a:gd name="csY2985" fmla="*/ 851159 h 2262782"/>
                <a:gd name="csX2986" fmla="*/ 1981568 w 3644268"/>
                <a:gd name="csY2986" fmla="*/ 853822 h 2262782"/>
                <a:gd name="csX2987" fmla="*/ 1976173 w 3644268"/>
                <a:gd name="csY2987" fmla="*/ 853989 h 2262782"/>
                <a:gd name="csX2988" fmla="*/ 1968839 w 3644268"/>
                <a:gd name="csY2988" fmla="*/ 851220 h 2262782"/>
                <a:gd name="csX2989" fmla="*/ 1960226 w 3644268"/>
                <a:gd name="csY2989" fmla="*/ 844912 h 2262782"/>
                <a:gd name="csX2990" fmla="*/ 1958073 w 3644268"/>
                <a:gd name="csY2990" fmla="*/ 840530 h 2262782"/>
                <a:gd name="csX2991" fmla="*/ 1956543 w 3644268"/>
                <a:gd name="csY2991" fmla="*/ 834078 h 2262782"/>
                <a:gd name="csX2992" fmla="*/ 1961496 w 3644268"/>
                <a:gd name="csY2992" fmla="*/ 831270 h 2262782"/>
                <a:gd name="csX2993" fmla="*/ 1963429 w 3644268"/>
                <a:gd name="csY2993" fmla="*/ 829436 h 2262782"/>
                <a:gd name="csX2994" fmla="*/ 1958963 w 3644268"/>
                <a:gd name="csY2994" fmla="*/ 827976 h 2262782"/>
                <a:gd name="csX2995" fmla="*/ 1954466 w 3644268"/>
                <a:gd name="csY2995" fmla="*/ 827550 h 2262782"/>
                <a:gd name="csX2996" fmla="*/ 1952868 w 3644268"/>
                <a:gd name="csY2996" fmla="*/ 836337 h 2262782"/>
                <a:gd name="csX2997" fmla="*/ 1949962 w 3644268"/>
                <a:gd name="csY2997" fmla="*/ 835683 h 2262782"/>
                <a:gd name="csX2998" fmla="*/ 1935894 w 3644268"/>
                <a:gd name="csY2998" fmla="*/ 830304 h 2262782"/>
                <a:gd name="csX2999" fmla="*/ 1932105 w 3644268"/>
                <a:gd name="csY2999" fmla="*/ 832084 h 2262782"/>
                <a:gd name="csX3000" fmla="*/ 1927516 w 3644268"/>
                <a:gd name="csY3000" fmla="*/ 837007 h 2262782"/>
                <a:gd name="csX3001" fmla="*/ 1925485 w 3644268"/>
                <a:gd name="csY3001" fmla="*/ 840811 h 2262782"/>
                <a:gd name="csX3002" fmla="*/ 1923165 w 3644268"/>
                <a:gd name="csY3002" fmla="*/ 847020 h 2262782"/>
                <a:gd name="csX3003" fmla="*/ 1924040 w 3644268"/>
                <a:gd name="csY3003" fmla="*/ 851334 h 2262782"/>
                <a:gd name="csX3004" fmla="*/ 1925021 w 3644268"/>
                <a:gd name="csY3004" fmla="*/ 852947 h 2262782"/>
                <a:gd name="csX3005" fmla="*/ 1932249 w 3644268"/>
                <a:gd name="csY3005" fmla="*/ 854020 h 2262782"/>
                <a:gd name="csX3006" fmla="*/ 1938595 w 3644268"/>
                <a:gd name="csY3006" fmla="*/ 852688 h 2262782"/>
                <a:gd name="csX3007" fmla="*/ 1945732 w 3644268"/>
                <a:gd name="csY3007" fmla="*/ 848580 h 2262782"/>
                <a:gd name="csX3008" fmla="*/ 1947375 w 3644268"/>
                <a:gd name="csY3008" fmla="*/ 850116 h 2262782"/>
                <a:gd name="csX3009" fmla="*/ 1948844 w 3644268"/>
                <a:gd name="csY3009" fmla="*/ 852338 h 2262782"/>
                <a:gd name="csX3010" fmla="*/ 1946820 w 3644268"/>
                <a:gd name="csY3010" fmla="*/ 855503 h 2262782"/>
                <a:gd name="csX3011" fmla="*/ 1939454 w 3644268"/>
                <a:gd name="csY3011" fmla="*/ 860076 h 2262782"/>
                <a:gd name="csX3012" fmla="*/ 1927212 w 3644268"/>
                <a:gd name="csY3012" fmla="*/ 871869 h 2262782"/>
                <a:gd name="csX3013" fmla="*/ 1922556 w 3644268"/>
                <a:gd name="csY3013" fmla="*/ 873254 h 2262782"/>
                <a:gd name="csX3014" fmla="*/ 1916028 w 3644268"/>
                <a:gd name="csY3014" fmla="*/ 870743 h 2262782"/>
                <a:gd name="csX3015" fmla="*/ 1912490 w 3644268"/>
                <a:gd name="csY3015" fmla="*/ 877325 h 2262782"/>
                <a:gd name="csX3016" fmla="*/ 1910877 w 3644268"/>
                <a:gd name="csY3016" fmla="*/ 878907 h 2262782"/>
                <a:gd name="csX3017" fmla="*/ 1899890 w 3644268"/>
                <a:gd name="csY3017" fmla="*/ 883328 h 2262782"/>
                <a:gd name="csX3018" fmla="*/ 1895104 w 3644268"/>
                <a:gd name="csY3018" fmla="*/ 883982 h 2262782"/>
                <a:gd name="csX3019" fmla="*/ 1893697 w 3644268"/>
                <a:gd name="csY3019" fmla="*/ 887277 h 2262782"/>
                <a:gd name="csX3020" fmla="*/ 1890820 w 3644268"/>
                <a:gd name="csY3020" fmla="*/ 887870 h 2262782"/>
                <a:gd name="csX3021" fmla="*/ 1887625 w 3644268"/>
                <a:gd name="csY3021" fmla="*/ 889521 h 2262782"/>
                <a:gd name="csX3022" fmla="*/ 1882269 w 3644268"/>
                <a:gd name="csY3022" fmla="*/ 894132 h 2262782"/>
                <a:gd name="csX3023" fmla="*/ 1874120 w 3644268"/>
                <a:gd name="csY3023" fmla="*/ 894870 h 2262782"/>
                <a:gd name="csX3024" fmla="*/ 1868573 w 3644268"/>
                <a:gd name="csY3024" fmla="*/ 893828 h 2262782"/>
                <a:gd name="csX3025" fmla="*/ 1855098 w 3644268"/>
                <a:gd name="csY3025" fmla="*/ 896620 h 2262782"/>
                <a:gd name="csX3026" fmla="*/ 1851621 w 3644268"/>
                <a:gd name="csY3026" fmla="*/ 899047 h 2262782"/>
                <a:gd name="csX3027" fmla="*/ 1849354 w 3644268"/>
                <a:gd name="csY3027" fmla="*/ 902410 h 2262782"/>
                <a:gd name="csX3028" fmla="*/ 1848296 w 3644268"/>
                <a:gd name="csY3028" fmla="*/ 906694 h 2262782"/>
                <a:gd name="csX3029" fmla="*/ 1846318 w 3644268"/>
                <a:gd name="csY3029" fmla="*/ 910498 h 2262782"/>
                <a:gd name="csX3030" fmla="*/ 1838656 w 3644268"/>
                <a:gd name="csY3030" fmla="*/ 918708 h 2262782"/>
                <a:gd name="csX3031" fmla="*/ 1832136 w 3644268"/>
                <a:gd name="csY3031" fmla="*/ 922078 h 2262782"/>
                <a:gd name="csX3032" fmla="*/ 1826604 w 3644268"/>
                <a:gd name="csY3032" fmla="*/ 923014 h 2262782"/>
                <a:gd name="csX3033" fmla="*/ 1831923 w 3644268"/>
                <a:gd name="csY3033" fmla="*/ 918396 h 2262782"/>
                <a:gd name="csX3034" fmla="*/ 1837994 w 3644268"/>
                <a:gd name="csY3034" fmla="*/ 909813 h 2262782"/>
                <a:gd name="csX3035" fmla="*/ 1848920 w 3644268"/>
                <a:gd name="csY3035" fmla="*/ 884157 h 2262782"/>
                <a:gd name="csX3036" fmla="*/ 1859397 w 3644268"/>
                <a:gd name="csY3036" fmla="*/ 882476 h 2262782"/>
                <a:gd name="csX3037" fmla="*/ 1861847 w 3644268"/>
                <a:gd name="csY3037" fmla="*/ 879044 h 2262782"/>
                <a:gd name="csX3038" fmla="*/ 1869813 w 3644268"/>
                <a:gd name="csY3038" fmla="*/ 863074 h 2262782"/>
                <a:gd name="csX3039" fmla="*/ 1872035 w 3644268"/>
                <a:gd name="csY3039" fmla="*/ 860685 h 2262782"/>
                <a:gd name="csX3040" fmla="*/ 1882588 w 3644268"/>
                <a:gd name="csY3040" fmla="*/ 860380 h 2262782"/>
                <a:gd name="csX3041" fmla="*/ 1891863 w 3644268"/>
                <a:gd name="csY3041" fmla="*/ 855138 h 2262782"/>
                <a:gd name="csX3042" fmla="*/ 1910557 w 3644268"/>
                <a:gd name="csY3042" fmla="*/ 829162 h 2262782"/>
                <a:gd name="csX3043" fmla="*/ 1919862 w 3644268"/>
                <a:gd name="csY3043" fmla="*/ 824772 h 2262782"/>
                <a:gd name="csX3044" fmla="*/ 1926261 w 3644268"/>
                <a:gd name="csY3044" fmla="*/ 818503 h 2262782"/>
                <a:gd name="csX3045" fmla="*/ 1927403 w 3644268"/>
                <a:gd name="csY3045" fmla="*/ 815391 h 2262782"/>
                <a:gd name="csX3046" fmla="*/ 1928415 w 3644268"/>
                <a:gd name="csY3046" fmla="*/ 811275 h 2262782"/>
                <a:gd name="csX3047" fmla="*/ 1927456 w 3644268"/>
                <a:gd name="csY3047" fmla="*/ 808772 h 2262782"/>
                <a:gd name="csX3048" fmla="*/ 1926900 w 3644268"/>
                <a:gd name="csY3048" fmla="*/ 806497 h 2262782"/>
                <a:gd name="csX3049" fmla="*/ 1935133 w 3644268"/>
                <a:gd name="csY3049" fmla="*/ 802008 h 2262782"/>
                <a:gd name="csX3050" fmla="*/ 1938290 w 3644268"/>
                <a:gd name="csY3050" fmla="*/ 795061 h 2262782"/>
                <a:gd name="csX3051" fmla="*/ 1949376 w 3644268"/>
                <a:gd name="csY3051" fmla="*/ 788502 h 2262782"/>
                <a:gd name="csX3052" fmla="*/ 1958050 w 3644268"/>
                <a:gd name="csY3052" fmla="*/ 779631 h 2262782"/>
                <a:gd name="csX3053" fmla="*/ 1970208 w 3644268"/>
                <a:gd name="csY3053" fmla="*/ 773027 h 2262782"/>
                <a:gd name="csX3054" fmla="*/ 1977117 w 3644268"/>
                <a:gd name="csY3054" fmla="*/ 763820 h 2262782"/>
                <a:gd name="csX3055" fmla="*/ 1992775 w 3644268"/>
                <a:gd name="csY3055" fmla="*/ 750520 h 2262782"/>
                <a:gd name="csX3056" fmla="*/ 2007483 w 3644268"/>
                <a:gd name="csY3056" fmla="*/ 727375 h 2262782"/>
                <a:gd name="csX3057" fmla="*/ 2009887 w 3644268"/>
                <a:gd name="csY3057" fmla="*/ 714053 h 2262782"/>
                <a:gd name="csX3058" fmla="*/ 2006311 w 3644268"/>
                <a:gd name="csY3058" fmla="*/ 709678 h 2262782"/>
                <a:gd name="csX3059" fmla="*/ 2001982 w 3644268"/>
                <a:gd name="csY3059" fmla="*/ 706931 h 2262782"/>
                <a:gd name="csX3060" fmla="*/ 1999570 w 3644268"/>
                <a:gd name="csY3060" fmla="*/ 700319 h 2262782"/>
                <a:gd name="csX3061" fmla="*/ 1997827 w 3644268"/>
                <a:gd name="csY3061" fmla="*/ 699535 h 2262782"/>
                <a:gd name="csX3062" fmla="*/ 1993430 w 3644268"/>
                <a:gd name="csY3062" fmla="*/ 703705 h 2262782"/>
                <a:gd name="csX3063" fmla="*/ 1988606 w 3644268"/>
                <a:gd name="csY3063" fmla="*/ 689431 h 2262782"/>
                <a:gd name="csX3064" fmla="*/ 1982702 w 3644268"/>
                <a:gd name="csY3064" fmla="*/ 681389 h 2262782"/>
                <a:gd name="csX3065" fmla="*/ 1982975 w 3644268"/>
                <a:gd name="csY3065" fmla="*/ 680210 h 2262782"/>
                <a:gd name="csX3066" fmla="*/ 1983630 w 3644268"/>
                <a:gd name="csY3066" fmla="*/ 679670 h 2262782"/>
                <a:gd name="csX3067" fmla="*/ 1986460 w 3644268"/>
                <a:gd name="csY3067" fmla="*/ 680933 h 2262782"/>
                <a:gd name="csX3068" fmla="*/ 1997082 w 3644268"/>
                <a:gd name="csY3068" fmla="*/ 692802 h 2262782"/>
                <a:gd name="csX3069" fmla="*/ 2002742 w 3644268"/>
                <a:gd name="csY3069" fmla="*/ 694598 h 2262782"/>
                <a:gd name="csX3070" fmla="*/ 2004401 w 3644268"/>
                <a:gd name="csY3070" fmla="*/ 696424 h 2262782"/>
                <a:gd name="csX3071" fmla="*/ 2005429 w 3644268"/>
                <a:gd name="csY3071" fmla="*/ 699421 h 2262782"/>
                <a:gd name="csX3072" fmla="*/ 2004759 w 3644268"/>
                <a:gd name="csY3072" fmla="*/ 704390 h 2262782"/>
                <a:gd name="csX3073" fmla="*/ 2006501 w 3644268"/>
                <a:gd name="csY3073" fmla="*/ 704009 h 2262782"/>
                <a:gd name="csX3074" fmla="*/ 2007612 w 3644268"/>
                <a:gd name="csY3074" fmla="*/ 701925 h 2262782"/>
                <a:gd name="csX3075" fmla="*/ 2010358 w 3644268"/>
                <a:gd name="csY3075" fmla="*/ 692269 h 2262782"/>
                <a:gd name="csX3076" fmla="*/ 2012976 w 3644268"/>
                <a:gd name="csY3076" fmla="*/ 679129 h 2262782"/>
                <a:gd name="csX3077" fmla="*/ 2012680 w 3644268"/>
                <a:gd name="csY3077" fmla="*/ 673415 h 2262782"/>
                <a:gd name="csX3078" fmla="*/ 2006418 w 3644268"/>
                <a:gd name="csY3078" fmla="*/ 676010 h 2262782"/>
                <a:gd name="csX3079" fmla="*/ 2003511 w 3644268"/>
                <a:gd name="csY3079" fmla="*/ 656555 h 2262782"/>
                <a:gd name="csX3080" fmla="*/ 2002180 w 3644268"/>
                <a:gd name="csY3080" fmla="*/ 650605 h 2262782"/>
                <a:gd name="csX3081" fmla="*/ 2000193 w 3644268"/>
                <a:gd name="csY3081" fmla="*/ 644084 h 2262782"/>
                <a:gd name="csX3082" fmla="*/ 1996215 w 3644268"/>
                <a:gd name="csY3082" fmla="*/ 643506 h 2262782"/>
                <a:gd name="csX3083" fmla="*/ 1994122 w 3644268"/>
                <a:gd name="csY3083" fmla="*/ 645157 h 2262782"/>
                <a:gd name="csX3084" fmla="*/ 1995788 w 3644268"/>
                <a:gd name="csY3084" fmla="*/ 647356 h 2262782"/>
                <a:gd name="csX3085" fmla="*/ 1997591 w 3644268"/>
                <a:gd name="csY3085" fmla="*/ 651001 h 2262782"/>
                <a:gd name="csX3086" fmla="*/ 1996389 w 3644268"/>
                <a:gd name="csY3086" fmla="*/ 654706 h 2262782"/>
                <a:gd name="csX3087" fmla="*/ 1995377 w 3644268"/>
                <a:gd name="csY3087" fmla="*/ 656380 h 2262782"/>
                <a:gd name="csX3088" fmla="*/ 1990508 w 3644268"/>
                <a:gd name="csY3088" fmla="*/ 661302 h 2262782"/>
                <a:gd name="csX3089" fmla="*/ 1987038 w 3644268"/>
                <a:gd name="csY3089" fmla="*/ 661751 h 2262782"/>
                <a:gd name="csX3090" fmla="*/ 1988438 w 3644268"/>
                <a:gd name="csY3090" fmla="*/ 659659 h 2262782"/>
                <a:gd name="csX3091" fmla="*/ 1990074 w 3644268"/>
                <a:gd name="csY3091" fmla="*/ 654995 h 2262782"/>
                <a:gd name="csX3092" fmla="*/ 1988887 w 3644268"/>
                <a:gd name="csY3092" fmla="*/ 649882 h 2262782"/>
                <a:gd name="csX3093" fmla="*/ 1987640 w 3644268"/>
                <a:gd name="csY3093" fmla="*/ 647029 h 2262782"/>
                <a:gd name="csX3094" fmla="*/ 1986255 w 3644268"/>
                <a:gd name="csY3094" fmla="*/ 632185 h 2262782"/>
                <a:gd name="csX3095" fmla="*/ 1981850 w 3644268"/>
                <a:gd name="csY3095" fmla="*/ 629940 h 2262782"/>
                <a:gd name="csX3096" fmla="*/ 1979369 w 3644268"/>
                <a:gd name="csY3096" fmla="*/ 627543 h 2262782"/>
                <a:gd name="csX3097" fmla="*/ 1976074 w 3644268"/>
                <a:gd name="csY3097" fmla="*/ 628517 h 2262782"/>
                <a:gd name="csX3098" fmla="*/ 1971798 w 3644268"/>
                <a:gd name="csY3098" fmla="*/ 632474 h 2262782"/>
                <a:gd name="csX3099" fmla="*/ 1973381 w 3644268"/>
                <a:gd name="csY3099" fmla="*/ 628829 h 2262782"/>
                <a:gd name="csX3100" fmla="*/ 1975032 w 3644268"/>
                <a:gd name="csY3100" fmla="*/ 623381 h 2262782"/>
                <a:gd name="csX3101" fmla="*/ 1971715 w 3644268"/>
                <a:gd name="csY3101" fmla="*/ 616686 h 2262782"/>
                <a:gd name="csX3102" fmla="*/ 1968451 w 3644268"/>
                <a:gd name="csY3102" fmla="*/ 612083 h 2262782"/>
                <a:gd name="csX3103" fmla="*/ 1964486 w 3644268"/>
                <a:gd name="csY3103" fmla="*/ 610348 h 2262782"/>
                <a:gd name="csX3104" fmla="*/ 1960043 w 3644268"/>
                <a:gd name="csY3104" fmla="*/ 604398 h 2262782"/>
                <a:gd name="csX3105" fmla="*/ 1954116 w 3644268"/>
                <a:gd name="csY3105" fmla="*/ 601020 h 2262782"/>
                <a:gd name="csX3106" fmla="*/ 1940375 w 3644268"/>
                <a:gd name="csY3106" fmla="*/ 597725 h 2262782"/>
                <a:gd name="csX3107" fmla="*/ 1929875 w 3644268"/>
                <a:gd name="csY3107" fmla="*/ 602017 h 2262782"/>
                <a:gd name="csX3108" fmla="*/ 1916811 w 3644268"/>
                <a:gd name="csY3108" fmla="*/ 598539 h 2262782"/>
                <a:gd name="csX3109" fmla="*/ 1901198 w 3644268"/>
                <a:gd name="csY3109" fmla="*/ 601241 h 2262782"/>
                <a:gd name="csX3110" fmla="*/ 1895081 w 3644268"/>
                <a:gd name="csY3110" fmla="*/ 601294 h 2262782"/>
                <a:gd name="csX3111" fmla="*/ 1891437 w 3644268"/>
                <a:gd name="csY3111" fmla="*/ 599589 h 2262782"/>
                <a:gd name="csX3112" fmla="*/ 1888157 w 3644268"/>
                <a:gd name="csY3112" fmla="*/ 601393 h 2262782"/>
                <a:gd name="csX3113" fmla="*/ 1886491 w 3644268"/>
                <a:gd name="csY3113" fmla="*/ 606757 h 2262782"/>
                <a:gd name="csX3114" fmla="*/ 1885471 w 3644268"/>
                <a:gd name="csY3114" fmla="*/ 615141 h 2262782"/>
                <a:gd name="csX3115" fmla="*/ 1881622 w 3644268"/>
                <a:gd name="csY3115" fmla="*/ 619493 h 2262782"/>
                <a:gd name="csX3116" fmla="*/ 1879530 w 3644268"/>
                <a:gd name="csY3116" fmla="*/ 620604 h 2262782"/>
                <a:gd name="csX3117" fmla="*/ 1869570 w 3644268"/>
                <a:gd name="csY3117" fmla="*/ 619326 h 2262782"/>
                <a:gd name="csX3118" fmla="*/ 1862471 w 3644268"/>
                <a:gd name="csY3118" fmla="*/ 623351 h 2262782"/>
                <a:gd name="csX3119" fmla="*/ 1859435 w 3644268"/>
                <a:gd name="csY3119" fmla="*/ 620186 h 2262782"/>
                <a:gd name="csX3120" fmla="*/ 1853676 w 3644268"/>
                <a:gd name="csY3120" fmla="*/ 620406 h 2262782"/>
                <a:gd name="csX3121" fmla="*/ 1853059 w 3644268"/>
                <a:gd name="csY3121" fmla="*/ 613323 h 2262782"/>
                <a:gd name="csX3122" fmla="*/ 1856491 w 3644268"/>
                <a:gd name="csY3122" fmla="*/ 613612 h 2262782"/>
                <a:gd name="csX3123" fmla="*/ 1858492 w 3644268"/>
                <a:gd name="csY3123" fmla="*/ 614799 h 2262782"/>
                <a:gd name="csX3124" fmla="*/ 1864944 w 3644268"/>
                <a:gd name="csY3124" fmla="*/ 600274 h 2262782"/>
                <a:gd name="csX3125" fmla="*/ 1870262 w 3644268"/>
                <a:gd name="csY3125" fmla="*/ 591737 h 2262782"/>
                <a:gd name="csX3126" fmla="*/ 1875383 w 3644268"/>
                <a:gd name="csY3126" fmla="*/ 581907 h 2262782"/>
                <a:gd name="csX3127" fmla="*/ 1872156 w 3644268"/>
                <a:gd name="csY3127" fmla="*/ 575813 h 2262782"/>
                <a:gd name="csX3128" fmla="*/ 1864959 w 3644268"/>
                <a:gd name="csY3128" fmla="*/ 571689 h 2262782"/>
                <a:gd name="csX3129" fmla="*/ 1861588 w 3644268"/>
                <a:gd name="csY3129" fmla="*/ 571940 h 2262782"/>
                <a:gd name="csX3130" fmla="*/ 1859907 w 3644268"/>
                <a:gd name="csY3130" fmla="*/ 573652 h 2262782"/>
                <a:gd name="csX3131" fmla="*/ 1852085 w 3644268"/>
                <a:gd name="csY3131" fmla="*/ 570411 h 2262782"/>
                <a:gd name="csX3132" fmla="*/ 1847961 w 3644268"/>
                <a:gd name="csY3132" fmla="*/ 570654 h 2262782"/>
                <a:gd name="csX3133" fmla="*/ 1841060 w 3644268"/>
                <a:gd name="csY3133" fmla="*/ 575196 h 2262782"/>
                <a:gd name="csX3134" fmla="*/ 1838702 w 3644268"/>
                <a:gd name="csY3134" fmla="*/ 574824 h 2262782"/>
                <a:gd name="csX3135" fmla="*/ 1837287 w 3644268"/>
                <a:gd name="csY3135" fmla="*/ 565366 h 2262782"/>
                <a:gd name="csX3136" fmla="*/ 1830333 w 3644268"/>
                <a:gd name="csY3136" fmla="*/ 566165 h 2262782"/>
                <a:gd name="csX3137" fmla="*/ 1806464 w 3644268"/>
                <a:gd name="csY3137" fmla="*/ 565260 h 2262782"/>
                <a:gd name="csX3138" fmla="*/ 1809051 w 3644268"/>
                <a:gd name="csY3138" fmla="*/ 562307 h 2262782"/>
                <a:gd name="csX3139" fmla="*/ 1821613 w 3644268"/>
                <a:gd name="csY3139" fmla="*/ 558267 h 2262782"/>
                <a:gd name="csX3140" fmla="*/ 1831702 w 3644268"/>
                <a:gd name="csY3140" fmla="*/ 552188 h 2262782"/>
                <a:gd name="csX3141" fmla="*/ 1839166 w 3644268"/>
                <a:gd name="csY3141" fmla="*/ 541102 h 2262782"/>
                <a:gd name="csX3142" fmla="*/ 1846113 w 3644268"/>
                <a:gd name="csY3142" fmla="*/ 537344 h 2262782"/>
                <a:gd name="csX3143" fmla="*/ 1844484 w 3644268"/>
                <a:gd name="csY3143" fmla="*/ 531752 h 2262782"/>
                <a:gd name="csX3144" fmla="*/ 1842590 w 3644268"/>
                <a:gd name="csY3144" fmla="*/ 527696 h 2262782"/>
                <a:gd name="csX3145" fmla="*/ 1838648 w 3644268"/>
                <a:gd name="csY3145" fmla="*/ 524105 h 2262782"/>
                <a:gd name="csX3146" fmla="*/ 1830081 w 3644268"/>
                <a:gd name="csY3146" fmla="*/ 521731 h 2262782"/>
                <a:gd name="csX3147" fmla="*/ 1822739 w 3644268"/>
                <a:gd name="csY3147" fmla="*/ 517219 h 2262782"/>
                <a:gd name="csX3148" fmla="*/ 1819513 w 3644268"/>
                <a:gd name="csY3148" fmla="*/ 511505 h 2262782"/>
                <a:gd name="csX3149" fmla="*/ 1806069 w 3644268"/>
                <a:gd name="csY3149" fmla="*/ 503661 h 2262782"/>
                <a:gd name="csX3150" fmla="*/ 1802432 w 3644268"/>
                <a:gd name="csY3150" fmla="*/ 503661 h 2262782"/>
                <a:gd name="csX3151" fmla="*/ 1792746 w 3644268"/>
                <a:gd name="csY3151" fmla="*/ 513514 h 2262782"/>
                <a:gd name="csX3152" fmla="*/ 1787839 w 3644268"/>
                <a:gd name="csY3152" fmla="*/ 512601 h 2262782"/>
                <a:gd name="csX3153" fmla="*/ 1783570 w 3644268"/>
                <a:gd name="csY3153" fmla="*/ 514054 h 2262782"/>
                <a:gd name="csX3154" fmla="*/ 1772439 w 3644268"/>
                <a:gd name="csY3154" fmla="*/ 525748 h 2262782"/>
                <a:gd name="csX3155" fmla="*/ 1749111 w 3644268"/>
                <a:gd name="csY3155" fmla="*/ 556023 h 2262782"/>
                <a:gd name="csX3156" fmla="*/ 1744310 w 3644268"/>
                <a:gd name="csY3156" fmla="*/ 565290 h 2262782"/>
                <a:gd name="csX3157" fmla="*/ 1742020 w 3644268"/>
                <a:gd name="csY3157" fmla="*/ 572252 h 2262782"/>
                <a:gd name="csX3158" fmla="*/ 1737843 w 3644268"/>
                <a:gd name="csY3158" fmla="*/ 575866 h 2262782"/>
                <a:gd name="csX3159" fmla="*/ 1736047 w 3644268"/>
                <a:gd name="csY3159" fmla="*/ 584350 h 2262782"/>
                <a:gd name="csX3160" fmla="*/ 1736359 w 3644268"/>
                <a:gd name="csY3160" fmla="*/ 591692 h 2262782"/>
                <a:gd name="csX3161" fmla="*/ 1738231 w 3644268"/>
                <a:gd name="csY3161" fmla="*/ 595534 h 2262782"/>
                <a:gd name="csX3162" fmla="*/ 1740179 w 3644268"/>
                <a:gd name="csY3162" fmla="*/ 602739 h 2262782"/>
                <a:gd name="csX3163" fmla="*/ 1738185 w 3644268"/>
                <a:gd name="csY3163" fmla="*/ 610964 h 2262782"/>
                <a:gd name="csX3164" fmla="*/ 1736519 w 3644268"/>
                <a:gd name="csY3164" fmla="*/ 616336 h 2262782"/>
                <a:gd name="csX3165" fmla="*/ 1738109 w 3644268"/>
                <a:gd name="csY3165" fmla="*/ 618740 h 2262782"/>
                <a:gd name="csX3166" fmla="*/ 1742606 w 3644268"/>
                <a:gd name="csY3166" fmla="*/ 618261 h 2262782"/>
                <a:gd name="csX3167" fmla="*/ 1752649 w 3644268"/>
                <a:gd name="csY3167" fmla="*/ 622856 h 2262782"/>
                <a:gd name="csX3168" fmla="*/ 1750815 w 3644268"/>
                <a:gd name="csY3168" fmla="*/ 627079 h 2262782"/>
                <a:gd name="csX3169" fmla="*/ 1744690 w 3644268"/>
                <a:gd name="csY3169" fmla="*/ 623457 h 2262782"/>
                <a:gd name="csX3170" fmla="*/ 1739349 w 3644268"/>
                <a:gd name="csY3170" fmla="*/ 623610 h 2262782"/>
                <a:gd name="csX3171" fmla="*/ 1734716 w 3644268"/>
                <a:gd name="csY3171" fmla="*/ 619220 h 2262782"/>
                <a:gd name="csX3172" fmla="*/ 1723584 w 3644268"/>
                <a:gd name="csY3172" fmla="*/ 623435 h 2262782"/>
                <a:gd name="csX3173" fmla="*/ 1715329 w 3644268"/>
                <a:gd name="csY3173" fmla="*/ 622453 h 2262782"/>
                <a:gd name="csX3174" fmla="*/ 1707652 w 3644268"/>
                <a:gd name="csY3174" fmla="*/ 624135 h 2262782"/>
                <a:gd name="csX3175" fmla="*/ 1692564 w 3644268"/>
                <a:gd name="csY3175" fmla="*/ 620650 h 2262782"/>
                <a:gd name="csX3176" fmla="*/ 1691194 w 3644268"/>
                <a:gd name="csY3176" fmla="*/ 623298 h 2262782"/>
                <a:gd name="csX3177" fmla="*/ 1694694 w 3644268"/>
                <a:gd name="csY3177" fmla="*/ 627840 h 2262782"/>
                <a:gd name="csX3178" fmla="*/ 1697350 w 3644268"/>
                <a:gd name="csY3178" fmla="*/ 632063 h 2262782"/>
                <a:gd name="csX3179" fmla="*/ 1705187 w 3644268"/>
                <a:gd name="csY3179" fmla="*/ 641923 h 2262782"/>
                <a:gd name="csX3180" fmla="*/ 1708519 w 3644268"/>
                <a:gd name="csY3180" fmla="*/ 645058 h 2262782"/>
                <a:gd name="csX3181" fmla="*/ 1712978 w 3644268"/>
                <a:gd name="csY3181" fmla="*/ 654379 h 2262782"/>
                <a:gd name="csX3182" fmla="*/ 1713533 w 3644268"/>
                <a:gd name="csY3182" fmla="*/ 672571 h 2262782"/>
                <a:gd name="csX3183" fmla="*/ 1711099 w 3644268"/>
                <a:gd name="csY3183" fmla="*/ 676923 h 2262782"/>
                <a:gd name="csX3184" fmla="*/ 1708367 w 3644268"/>
                <a:gd name="csY3184" fmla="*/ 682972 h 2262782"/>
                <a:gd name="csX3185" fmla="*/ 1706906 w 3644268"/>
                <a:gd name="csY3185" fmla="*/ 684083 h 2262782"/>
                <a:gd name="csX3186" fmla="*/ 1704799 w 3644268"/>
                <a:gd name="csY3186" fmla="*/ 683679 h 2262782"/>
                <a:gd name="csX3187" fmla="*/ 1708223 w 3644268"/>
                <a:gd name="csY3187" fmla="*/ 679418 h 2262782"/>
                <a:gd name="csX3188" fmla="*/ 1710079 w 3644268"/>
                <a:gd name="csY3188" fmla="*/ 670281 h 2262782"/>
                <a:gd name="csX3189" fmla="*/ 1711814 w 3644268"/>
                <a:gd name="csY3189" fmla="*/ 663897 h 2262782"/>
                <a:gd name="csX3190" fmla="*/ 1709523 w 3644268"/>
                <a:gd name="csY3190" fmla="*/ 659537 h 2262782"/>
                <a:gd name="csX3191" fmla="*/ 1708504 w 3644268"/>
                <a:gd name="csY3191" fmla="*/ 659157 h 2262782"/>
                <a:gd name="csX3192" fmla="*/ 1707378 w 3644268"/>
                <a:gd name="csY3192" fmla="*/ 656760 h 2262782"/>
                <a:gd name="csX3193" fmla="*/ 1699358 w 3644268"/>
                <a:gd name="csY3193" fmla="*/ 650666 h 2262782"/>
                <a:gd name="csX3194" fmla="*/ 1695037 w 3644268"/>
                <a:gd name="csY3194" fmla="*/ 647995 h 2262782"/>
                <a:gd name="csX3195" fmla="*/ 1690472 w 3644268"/>
                <a:gd name="csY3195" fmla="*/ 646519 h 2262782"/>
                <a:gd name="csX3196" fmla="*/ 1688143 w 3644268"/>
                <a:gd name="csY3196" fmla="*/ 644845 h 2262782"/>
                <a:gd name="csX3197" fmla="*/ 1681311 w 3644268"/>
                <a:gd name="csY3197" fmla="*/ 650407 h 2262782"/>
                <a:gd name="csX3198" fmla="*/ 1678161 w 3644268"/>
                <a:gd name="csY3198" fmla="*/ 651670 h 2262782"/>
                <a:gd name="csX3199" fmla="*/ 1674433 w 3644268"/>
                <a:gd name="csY3199" fmla="*/ 654592 h 2262782"/>
                <a:gd name="csX3200" fmla="*/ 1672264 w 3644268"/>
                <a:gd name="csY3200" fmla="*/ 658594 h 2262782"/>
                <a:gd name="csX3201" fmla="*/ 1666961 w 3644268"/>
                <a:gd name="csY3201" fmla="*/ 659537 h 2262782"/>
                <a:gd name="csX3202" fmla="*/ 1666277 w 3644268"/>
                <a:gd name="csY3202" fmla="*/ 663874 h 2262782"/>
                <a:gd name="csX3203" fmla="*/ 1663316 w 3644268"/>
                <a:gd name="csY3203" fmla="*/ 668181 h 2262782"/>
                <a:gd name="csX3204" fmla="*/ 1660144 w 3644268"/>
                <a:gd name="csY3204" fmla="*/ 663486 h 2262782"/>
                <a:gd name="csX3205" fmla="*/ 1657047 w 3644268"/>
                <a:gd name="csY3205" fmla="*/ 664787 h 2262782"/>
                <a:gd name="csX3206" fmla="*/ 1650078 w 3644268"/>
                <a:gd name="csY3206" fmla="*/ 672510 h 2262782"/>
                <a:gd name="csX3207" fmla="*/ 1641922 w 3644268"/>
                <a:gd name="csY3207" fmla="*/ 676002 h 2262782"/>
                <a:gd name="csX3208" fmla="*/ 1642789 w 3644268"/>
                <a:gd name="csY3208" fmla="*/ 673339 h 2262782"/>
                <a:gd name="csX3209" fmla="*/ 1644128 w 3644268"/>
                <a:gd name="csY3209" fmla="*/ 667336 h 2262782"/>
                <a:gd name="csX3210" fmla="*/ 1642165 w 3644268"/>
                <a:gd name="csY3210" fmla="*/ 665951 h 2262782"/>
                <a:gd name="csX3211" fmla="*/ 1629915 w 3644268"/>
                <a:gd name="csY3211" fmla="*/ 672951 h 2262782"/>
                <a:gd name="csX3212" fmla="*/ 1625837 w 3644268"/>
                <a:gd name="csY3212" fmla="*/ 677661 h 2262782"/>
                <a:gd name="csX3213" fmla="*/ 1623904 w 3644268"/>
                <a:gd name="csY3213" fmla="*/ 675918 h 2262782"/>
                <a:gd name="csX3214" fmla="*/ 1631011 w 3644268"/>
                <a:gd name="csY3214" fmla="*/ 665586 h 2262782"/>
                <a:gd name="csX3215" fmla="*/ 1632920 w 3644268"/>
                <a:gd name="csY3215" fmla="*/ 659187 h 2262782"/>
                <a:gd name="csX3216" fmla="*/ 1629596 w 3644268"/>
                <a:gd name="csY3216" fmla="*/ 656418 h 2262782"/>
                <a:gd name="csX3217" fmla="*/ 1622307 w 3644268"/>
                <a:gd name="csY3217" fmla="*/ 654265 h 2262782"/>
                <a:gd name="csX3218" fmla="*/ 1617627 w 3644268"/>
                <a:gd name="csY3218" fmla="*/ 654059 h 2262782"/>
                <a:gd name="csX3219" fmla="*/ 1610780 w 3644268"/>
                <a:gd name="csY3219" fmla="*/ 656380 h 2262782"/>
                <a:gd name="csX3220" fmla="*/ 1600896 w 3644268"/>
                <a:gd name="csY3220" fmla="*/ 652979 h 2262782"/>
                <a:gd name="csX3221" fmla="*/ 1599428 w 3644268"/>
                <a:gd name="csY3221" fmla="*/ 656874 h 2262782"/>
                <a:gd name="csX3222" fmla="*/ 1596894 w 3644268"/>
                <a:gd name="csY3222" fmla="*/ 657338 h 2262782"/>
                <a:gd name="csX3223" fmla="*/ 1590792 w 3644268"/>
                <a:gd name="csY3223" fmla="*/ 655490 h 2262782"/>
                <a:gd name="csX3224" fmla="*/ 1585245 w 3644268"/>
                <a:gd name="csY3224" fmla="*/ 657475 h 2262782"/>
                <a:gd name="csX3225" fmla="*/ 1581091 w 3644268"/>
                <a:gd name="csY3225" fmla="*/ 661652 h 2262782"/>
                <a:gd name="csX3226" fmla="*/ 1574920 w 3644268"/>
                <a:gd name="csY3226" fmla="*/ 657521 h 2262782"/>
                <a:gd name="csX3227" fmla="*/ 1572782 w 3644268"/>
                <a:gd name="csY3227" fmla="*/ 657696 h 2262782"/>
                <a:gd name="csX3228" fmla="*/ 1569480 w 3644268"/>
                <a:gd name="csY3228" fmla="*/ 664156 h 2262782"/>
                <a:gd name="csX3229" fmla="*/ 1566635 w 3644268"/>
                <a:gd name="csY3229" fmla="*/ 659796 h 2262782"/>
                <a:gd name="csX3230" fmla="*/ 1564230 w 3644268"/>
                <a:gd name="csY3230" fmla="*/ 668241 h 2262782"/>
                <a:gd name="csX3231" fmla="*/ 1564908 w 3644268"/>
                <a:gd name="csY3231" fmla="*/ 674359 h 2262782"/>
                <a:gd name="csX3232" fmla="*/ 1566962 w 3644268"/>
                <a:gd name="csY3232" fmla="*/ 674990 h 2262782"/>
                <a:gd name="csX3233" fmla="*/ 1568712 w 3644268"/>
                <a:gd name="csY3233" fmla="*/ 674100 h 2262782"/>
                <a:gd name="csX3234" fmla="*/ 1569731 w 3644268"/>
                <a:gd name="csY3234" fmla="*/ 671308 h 2262782"/>
                <a:gd name="csX3235" fmla="*/ 1571055 w 3644268"/>
                <a:gd name="csY3235" fmla="*/ 670045 h 2262782"/>
                <a:gd name="csX3236" fmla="*/ 1575925 w 3644268"/>
                <a:gd name="csY3236" fmla="*/ 675120 h 2262782"/>
                <a:gd name="csX3237" fmla="*/ 1577401 w 3644268"/>
                <a:gd name="csY3237" fmla="*/ 672343 h 2262782"/>
                <a:gd name="csX3238" fmla="*/ 1579508 w 3644268"/>
                <a:gd name="csY3238" fmla="*/ 670281 h 2262782"/>
                <a:gd name="csX3239" fmla="*/ 1581913 w 3644268"/>
                <a:gd name="csY3239" fmla="*/ 673332 h 2262782"/>
                <a:gd name="csX3240" fmla="*/ 1591933 w 3644268"/>
                <a:gd name="csY3240" fmla="*/ 670022 h 2262782"/>
                <a:gd name="csX3241" fmla="*/ 1590198 w 3644268"/>
                <a:gd name="csY3241" fmla="*/ 674092 h 2262782"/>
                <a:gd name="csX3242" fmla="*/ 1578976 w 3644268"/>
                <a:gd name="csY3242" fmla="*/ 679243 h 2262782"/>
                <a:gd name="csX3243" fmla="*/ 1558752 w 3644268"/>
                <a:gd name="csY3243" fmla="*/ 685772 h 2262782"/>
                <a:gd name="csX3244" fmla="*/ 1554583 w 3644268"/>
                <a:gd name="csY3244" fmla="*/ 688328 h 2262782"/>
                <a:gd name="csX3245" fmla="*/ 1542584 w 3644268"/>
                <a:gd name="csY3245" fmla="*/ 690573 h 2262782"/>
                <a:gd name="csX3246" fmla="*/ 1534770 w 3644268"/>
                <a:gd name="csY3246" fmla="*/ 696964 h 2262782"/>
                <a:gd name="csX3247" fmla="*/ 1524635 w 3644268"/>
                <a:gd name="csY3247" fmla="*/ 696971 h 2262782"/>
                <a:gd name="csX3248" fmla="*/ 1507128 w 3644268"/>
                <a:gd name="csY3248" fmla="*/ 702001 h 2262782"/>
                <a:gd name="csX3249" fmla="*/ 1494536 w 3644268"/>
                <a:gd name="csY3249" fmla="*/ 713337 h 2262782"/>
                <a:gd name="csX3250" fmla="*/ 1488449 w 3644268"/>
                <a:gd name="csY3250" fmla="*/ 712325 h 2262782"/>
                <a:gd name="csX3251" fmla="*/ 1476123 w 3644268"/>
                <a:gd name="csY3251" fmla="*/ 720885 h 2262782"/>
                <a:gd name="csX3252" fmla="*/ 1471223 w 3644268"/>
                <a:gd name="csY3252" fmla="*/ 727520 h 2262782"/>
                <a:gd name="csX3253" fmla="*/ 1453450 w 3644268"/>
                <a:gd name="csY3253" fmla="*/ 740972 h 2262782"/>
                <a:gd name="csX3254" fmla="*/ 1442767 w 3644268"/>
                <a:gd name="csY3254" fmla="*/ 735790 h 2262782"/>
                <a:gd name="csX3255" fmla="*/ 1439245 w 3644268"/>
                <a:gd name="csY3255" fmla="*/ 737616 h 2262782"/>
                <a:gd name="csX3256" fmla="*/ 1437449 w 3644268"/>
                <a:gd name="csY3256" fmla="*/ 742364 h 2262782"/>
                <a:gd name="csX3257" fmla="*/ 1437814 w 3644268"/>
                <a:gd name="csY3257" fmla="*/ 746069 h 2262782"/>
                <a:gd name="csX3258" fmla="*/ 1442120 w 3644268"/>
                <a:gd name="csY3258" fmla="*/ 745727 h 2262782"/>
                <a:gd name="csX3259" fmla="*/ 1445255 w 3644268"/>
                <a:gd name="csY3259" fmla="*/ 747363 h 2262782"/>
                <a:gd name="csX3260" fmla="*/ 1449097 w 3644268"/>
                <a:gd name="csY3260" fmla="*/ 750612 h 2262782"/>
                <a:gd name="csX3261" fmla="*/ 1448070 w 3644268"/>
                <a:gd name="csY3261" fmla="*/ 756569 h 2262782"/>
                <a:gd name="csX3262" fmla="*/ 1440005 w 3644268"/>
                <a:gd name="csY3262" fmla="*/ 769816 h 2262782"/>
                <a:gd name="csX3263" fmla="*/ 1436186 w 3644268"/>
                <a:gd name="csY3263" fmla="*/ 774761 h 2262782"/>
                <a:gd name="csX3264" fmla="*/ 1431666 w 3644268"/>
                <a:gd name="csY3264" fmla="*/ 777622 h 2262782"/>
                <a:gd name="csX3265" fmla="*/ 1422049 w 3644268"/>
                <a:gd name="csY3265" fmla="*/ 766765 h 2262782"/>
                <a:gd name="csX3266" fmla="*/ 1420307 w 3644268"/>
                <a:gd name="csY3266" fmla="*/ 771551 h 2262782"/>
                <a:gd name="csX3267" fmla="*/ 1419013 w 3644268"/>
                <a:gd name="csY3267" fmla="*/ 773917 h 2262782"/>
                <a:gd name="csX3268" fmla="*/ 1415209 w 3644268"/>
                <a:gd name="csY3268" fmla="*/ 772943 h 2262782"/>
                <a:gd name="csX3269" fmla="*/ 1413292 w 3644268"/>
                <a:gd name="csY3269" fmla="*/ 780635 h 2262782"/>
                <a:gd name="csX3270" fmla="*/ 1420238 w 3644268"/>
                <a:gd name="csY3270" fmla="*/ 781967 h 2262782"/>
                <a:gd name="csX3271" fmla="*/ 1426843 w 3644268"/>
                <a:gd name="csY3271" fmla="*/ 785428 h 2262782"/>
                <a:gd name="csX3272" fmla="*/ 1432709 w 3644268"/>
                <a:gd name="csY3272" fmla="*/ 790481 h 2262782"/>
                <a:gd name="csX3273" fmla="*/ 1436855 w 3644268"/>
                <a:gd name="csY3273" fmla="*/ 796286 h 2262782"/>
                <a:gd name="csX3274" fmla="*/ 1441383 w 3644268"/>
                <a:gd name="csY3274" fmla="*/ 799953 h 2262782"/>
                <a:gd name="csX3275" fmla="*/ 1444023 w 3644268"/>
                <a:gd name="csY3275" fmla="*/ 803103 h 2262782"/>
                <a:gd name="csX3276" fmla="*/ 1436939 w 3644268"/>
                <a:gd name="csY3276" fmla="*/ 806154 h 2262782"/>
                <a:gd name="csX3277" fmla="*/ 1431955 w 3644268"/>
                <a:gd name="csY3277" fmla="*/ 799109 h 2262782"/>
                <a:gd name="csX3278" fmla="*/ 1429262 w 3644268"/>
                <a:gd name="csY3278" fmla="*/ 796727 h 2262782"/>
                <a:gd name="csX3279" fmla="*/ 1426218 w 3644268"/>
                <a:gd name="csY3279" fmla="*/ 796263 h 2262782"/>
                <a:gd name="csX3280" fmla="*/ 1421669 w 3644268"/>
                <a:gd name="csY3280" fmla="*/ 798416 h 2262782"/>
                <a:gd name="csX3281" fmla="*/ 1417796 w 3644268"/>
                <a:gd name="csY3281" fmla="*/ 806892 h 2262782"/>
                <a:gd name="csX3282" fmla="*/ 1421562 w 3644268"/>
                <a:gd name="csY3282" fmla="*/ 809776 h 2262782"/>
                <a:gd name="csX3283" fmla="*/ 1429962 w 3644268"/>
                <a:gd name="csY3283" fmla="*/ 812583 h 2262782"/>
                <a:gd name="csX3284" fmla="*/ 1432655 w 3644268"/>
                <a:gd name="csY3284" fmla="*/ 816380 h 2262782"/>
                <a:gd name="csX3285" fmla="*/ 1443596 w 3644268"/>
                <a:gd name="csY3285" fmla="*/ 840956 h 2262782"/>
                <a:gd name="csX3286" fmla="*/ 1446320 w 3644268"/>
                <a:gd name="csY3286" fmla="*/ 843459 h 2262782"/>
                <a:gd name="csX3287" fmla="*/ 1449866 w 3644268"/>
                <a:gd name="csY3287" fmla="*/ 844501 h 2262782"/>
                <a:gd name="csX3288" fmla="*/ 1451312 w 3644268"/>
                <a:gd name="csY3288" fmla="*/ 846168 h 2262782"/>
                <a:gd name="csX3289" fmla="*/ 1447005 w 3644268"/>
                <a:gd name="csY3289" fmla="*/ 850360 h 2262782"/>
                <a:gd name="csX3290" fmla="*/ 1445407 w 3644268"/>
                <a:gd name="csY3290" fmla="*/ 854263 h 2262782"/>
                <a:gd name="csX3291" fmla="*/ 1441687 w 3644268"/>
                <a:gd name="csY3291" fmla="*/ 861065 h 2262782"/>
                <a:gd name="csX3292" fmla="*/ 1425800 w 3644268"/>
                <a:gd name="csY3292" fmla="*/ 864558 h 2262782"/>
                <a:gd name="csX3293" fmla="*/ 1421075 w 3644268"/>
                <a:gd name="csY3293" fmla="*/ 867129 h 2262782"/>
                <a:gd name="csX3294" fmla="*/ 1419767 w 3644268"/>
                <a:gd name="csY3294" fmla="*/ 868316 h 2262782"/>
                <a:gd name="csX3295" fmla="*/ 1417773 w 3644268"/>
                <a:gd name="csY3295" fmla="*/ 870819 h 2262782"/>
                <a:gd name="csX3296" fmla="*/ 1416487 w 3644268"/>
                <a:gd name="csY3296" fmla="*/ 873026 h 2262782"/>
                <a:gd name="csX3297" fmla="*/ 1415871 w 3644268"/>
                <a:gd name="csY3297" fmla="*/ 877964 h 2262782"/>
                <a:gd name="csX3298" fmla="*/ 1417172 w 3644268"/>
                <a:gd name="csY3298" fmla="*/ 881197 h 2262782"/>
                <a:gd name="csX3299" fmla="*/ 1420398 w 3644268"/>
                <a:gd name="csY3299" fmla="*/ 884195 h 2262782"/>
                <a:gd name="csX3300" fmla="*/ 1433066 w 3644268"/>
                <a:gd name="csY3300" fmla="*/ 897563 h 2262782"/>
                <a:gd name="csX3301" fmla="*/ 1432252 w 3644268"/>
                <a:gd name="csY3301" fmla="*/ 898963 h 2262782"/>
                <a:gd name="csX3302" fmla="*/ 1428783 w 3644268"/>
                <a:gd name="csY3302" fmla="*/ 896483 h 2262782"/>
                <a:gd name="csX3303" fmla="*/ 1424377 w 3644268"/>
                <a:gd name="csY3303" fmla="*/ 892412 h 2262782"/>
                <a:gd name="csX3304" fmla="*/ 1419896 w 3644268"/>
                <a:gd name="csY3304" fmla="*/ 886729 h 2262782"/>
                <a:gd name="csX3305" fmla="*/ 1413915 w 3644268"/>
                <a:gd name="csY3305" fmla="*/ 882696 h 2262782"/>
                <a:gd name="csX3306" fmla="*/ 1413580 w 3644268"/>
                <a:gd name="csY3306" fmla="*/ 879364 h 2262782"/>
                <a:gd name="csX3307" fmla="*/ 1413375 w 3644268"/>
                <a:gd name="csY3307" fmla="*/ 874388 h 2262782"/>
                <a:gd name="csX3308" fmla="*/ 1413535 w 3644268"/>
                <a:gd name="csY3308" fmla="*/ 872843 h 2262782"/>
                <a:gd name="csX3309" fmla="*/ 1414106 w 3644268"/>
                <a:gd name="csY3309" fmla="*/ 870302 h 2262782"/>
                <a:gd name="csX3310" fmla="*/ 1419805 w 3644268"/>
                <a:gd name="csY3310" fmla="*/ 863865 h 2262782"/>
                <a:gd name="csX3311" fmla="*/ 1425610 w 3644268"/>
                <a:gd name="csY3311" fmla="*/ 860723 h 2262782"/>
                <a:gd name="csX3312" fmla="*/ 1432701 w 3644268"/>
                <a:gd name="csY3312" fmla="*/ 853358 h 2262782"/>
                <a:gd name="csX3313" fmla="*/ 1439792 w 3644268"/>
                <a:gd name="csY3313" fmla="*/ 845163 h 2262782"/>
                <a:gd name="csX3314" fmla="*/ 1438339 w 3644268"/>
                <a:gd name="csY3314" fmla="*/ 842356 h 2262782"/>
                <a:gd name="csX3315" fmla="*/ 1436878 w 3644268"/>
                <a:gd name="csY3315" fmla="*/ 840332 h 2262782"/>
                <a:gd name="csX3316" fmla="*/ 1430441 w 3644268"/>
                <a:gd name="csY3316" fmla="*/ 839784 h 2262782"/>
                <a:gd name="csX3317" fmla="*/ 1417362 w 3644268"/>
                <a:gd name="csY3317" fmla="*/ 842653 h 2262782"/>
                <a:gd name="csX3318" fmla="*/ 1409510 w 3644268"/>
                <a:gd name="csY3318" fmla="*/ 845361 h 2262782"/>
                <a:gd name="csX3319" fmla="*/ 1406033 w 3644268"/>
                <a:gd name="csY3319" fmla="*/ 852003 h 2262782"/>
                <a:gd name="csX3320" fmla="*/ 1400745 w 3644268"/>
                <a:gd name="csY3320" fmla="*/ 853000 h 2262782"/>
                <a:gd name="csX3321" fmla="*/ 1398113 w 3644268"/>
                <a:gd name="csY3321" fmla="*/ 853160 h 2262782"/>
                <a:gd name="csX3322" fmla="*/ 1390862 w 3644268"/>
                <a:gd name="csY3322" fmla="*/ 849858 h 2262782"/>
                <a:gd name="csX3323" fmla="*/ 1384022 w 3644268"/>
                <a:gd name="csY3323" fmla="*/ 852970 h 2262782"/>
                <a:gd name="csX3324" fmla="*/ 1367998 w 3644268"/>
                <a:gd name="csY3324" fmla="*/ 855671 h 2262782"/>
                <a:gd name="csX3325" fmla="*/ 1365388 w 3644268"/>
                <a:gd name="csY3325" fmla="*/ 857185 h 2262782"/>
                <a:gd name="csX3326" fmla="*/ 1328494 w 3644268"/>
                <a:gd name="csY3326" fmla="*/ 857771 h 2262782"/>
                <a:gd name="csX3327" fmla="*/ 1321053 w 3644268"/>
                <a:gd name="csY3327" fmla="*/ 859171 h 2262782"/>
                <a:gd name="csX3328" fmla="*/ 1302145 w 3644268"/>
                <a:gd name="csY3328" fmla="*/ 864611 h 2262782"/>
                <a:gd name="csX3329" fmla="*/ 1301689 w 3644268"/>
                <a:gd name="csY3329" fmla="*/ 868643 h 2262782"/>
                <a:gd name="csX3330" fmla="*/ 1302412 w 3644268"/>
                <a:gd name="csY3330" fmla="*/ 871717 h 2262782"/>
                <a:gd name="csX3331" fmla="*/ 1299475 w 3644268"/>
                <a:gd name="csY3331" fmla="*/ 876237 h 2262782"/>
                <a:gd name="csX3332" fmla="*/ 1298189 w 3644268"/>
                <a:gd name="csY3332" fmla="*/ 880482 h 2262782"/>
                <a:gd name="csX3333" fmla="*/ 1298638 w 3644268"/>
                <a:gd name="csY3333" fmla="*/ 885481 h 2262782"/>
                <a:gd name="csX3334" fmla="*/ 1298760 w 3644268"/>
                <a:gd name="csY3334" fmla="*/ 889810 h 2262782"/>
                <a:gd name="csX3335" fmla="*/ 1299422 w 3644268"/>
                <a:gd name="csY3335" fmla="*/ 895418 h 2262782"/>
                <a:gd name="csX3336" fmla="*/ 1300571 w 3644268"/>
                <a:gd name="csY3336" fmla="*/ 900493 h 2262782"/>
                <a:gd name="csX3337" fmla="*/ 1303325 w 3644268"/>
                <a:gd name="csY3337" fmla="*/ 903194 h 2262782"/>
                <a:gd name="csX3338" fmla="*/ 1305859 w 3644268"/>
                <a:gd name="csY3338" fmla="*/ 904944 h 2262782"/>
                <a:gd name="csX3339" fmla="*/ 1307654 w 3644268"/>
                <a:gd name="csY3339" fmla="*/ 910490 h 2262782"/>
                <a:gd name="csX3340" fmla="*/ 1306208 w 3644268"/>
                <a:gd name="csY3340" fmla="*/ 916912 h 2262782"/>
                <a:gd name="csX3341" fmla="*/ 1304116 w 3644268"/>
                <a:gd name="csY3341" fmla="*/ 924247 h 2262782"/>
                <a:gd name="csX3342" fmla="*/ 1303705 w 3644268"/>
                <a:gd name="csY3342" fmla="*/ 927640 h 2262782"/>
                <a:gd name="csX3343" fmla="*/ 1305059 w 3644268"/>
                <a:gd name="csY3343" fmla="*/ 932236 h 2262782"/>
                <a:gd name="csX3344" fmla="*/ 1306726 w 3644268"/>
                <a:gd name="csY3344" fmla="*/ 941358 h 2262782"/>
                <a:gd name="csX3345" fmla="*/ 1307357 w 3644268"/>
                <a:gd name="csY3345" fmla="*/ 943610 h 2262782"/>
                <a:gd name="csX3346" fmla="*/ 1313148 w 3644268"/>
                <a:gd name="csY3346" fmla="*/ 950580 h 2262782"/>
                <a:gd name="csX3347" fmla="*/ 1317089 w 3644268"/>
                <a:gd name="csY3347" fmla="*/ 952756 h 2262782"/>
                <a:gd name="csX3348" fmla="*/ 1323571 w 3644268"/>
                <a:gd name="csY3348" fmla="*/ 953258 h 2262782"/>
                <a:gd name="csX3349" fmla="*/ 1327984 w 3644268"/>
                <a:gd name="csY3349" fmla="*/ 955023 h 2262782"/>
                <a:gd name="csX3350" fmla="*/ 1334414 w 3644268"/>
                <a:gd name="csY3350" fmla="*/ 959314 h 2262782"/>
                <a:gd name="csX3351" fmla="*/ 1336331 w 3644268"/>
                <a:gd name="csY3351" fmla="*/ 961262 h 2262782"/>
                <a:gd name="csX3352" fmla="*/ 1336879 w 3644268"/>
                <a:gd name="csY3352" fmla="*/ 963104 h 2262782"/>
                <a:gd name="csX3353" fmla="*/ 1338400 w 3644268"/>
                <a:gd name="csY3353" fmla="*/ 970491 h 2262782"/>
                <a:gd name="csX3354" fmla="*/ 1339222 w 3644268"/>
                <a:gd name="csY3354" fmla="*/ 972804 h 2262782"/>
                <a:gd name="csX3355" fmla="*/ 1346184 w 3644268"/>
                <a:gd name="csY3355" fmla="*/ 982931 h 2262782"/>
                <a:gd name="csX3356" fmla="*/ 1348527 w 3644268"/>
                <a:gd name="csY3356" fmla="*/ 984468 h 2262782"/>
                <a:gd name="csX3357" fmla="*/ 1358038 w 3644268"/>
                <a:gd name="csY3357" fmla="*/ 986401 h 2262782"/>
                <a:gd name="csX3358" fmla="*/ 1361036 w 3644268"/>
                <a:gd name="csY3358" fmla="*/ 989627 h 2262782"/>
                <a:gd name="csX3359" fmla="*/ 1365175 w 3644268"/>
                <a:gd name="csY3359" fmla="*/ 999419 h 2262782"/>
                <a:gd name="csX3360" fmla="*/ 1365586 w 3644268"/>
                <a:gd name="csY3360" fmla="*/ 1001740 h 2262782"/>
                <a:gd name="csX3361" fmla="*/ 1365966 w 3644268"/>
                <a:gd name="csY3361" fmla="*/ 1005491 h 2262782"/>
                <a:gd name="csX3362" fmla="*/ 1365517 w 3644268"/>
                <a:gd name="csY3362" fmla="*/ 1008915 h 2262782"/>
                <a:gd name="csX3363" fmla="*/ 1365106 w 3644268"/>
                <a:gd name="csY3363" fmla="*/ 1010900 h 2262782"/>
                <a:gd name="csX3364" fmla="*/ 1363539 w 3644268"/>
                <a:gd name="csY3364" fmla="*/ 1014043 h 2262782"/>
                <a:gd name="csX3365" fmla="*/ 1359446 w 3644268"/>
                <a:gd name="csY3365" fmla="*/ 1026848 h 2262782"/>
                <a:gd name="csX3366" fmla="*/ 1356996 w 3644268"/>
                <a:gd name="csY3366" fmla="*/ 1038246 h 2262782"/>
                <a:gd name="csX3367" fmla="*/ 1360899 w 3644268"/>
                <a:gd name="csY3367" fmla="*/ 1045809 h 2262782"/>
                <a:gd name="csX3368" fmla="*/ 1366134 w 3644268"/>
                <a:gd name="csY3368" fmla="*/ 1060311 h 2262782"/>
                <a:gd name="csX3369" fmla="*/ 1367678 w 3644268"/>
                <a:gd name="csY3369" fmla="*/ 1066367 h 2262782"/>
                <a:gd name="csX3370" fmla="*/ 1369482 w 3644268"/>
                <a:gd name="csY3370" fmla="*/ 1074447 h 2262782"/>
                <a:gd name="csX3371" fmla="*/ 1368720 w 3644268"/>
                <a:gd name="csY3371" fmla="*/ 1079568 h 2262782"/>
                <a:gd name="csX3372" fmla="*/ 1367861 w 3644268"/>
                <a:gd name="csY3372" fmla="*/ 1082634 h 2262782"/>
                <a:gd name="csX3373" fmla="*/ 1364383 w 3644268"/>
                <a:gd name="csY3373" fmla="*/ 1087275 h 2262782"/>
                <a:gd name="csX3374" fmla="*/ 1360039 w 3644268"/>
                <a:gd name="csY3374" fmla="*/ 1088797 h 2262782"/>
                <a:gd name="csX3375" fmla="*/ 1355352 w 3644268"/>
                <a:gd name="csY3375" fmla="*/ 1091620 h 2262782"/>
                <a:gd name="csX3376" fmla="*/ 1355786 w 3644268"/>
                <a:gd name="csY3376" fmla="*/ 1095127 h 2262782"/>
                <a:gd name="csX3377" fmla="*/ 1356592 w 3644268"/>
                <a:gd name="csY3377" fmla="*/ 1099152 h 2262782"/>
                <a:gd name="csX3378" fmla="*/ 1356113 w 3644268"/>
                <a:gd name="csY3378" fmla="*/ 1102142 h 2262782"/>
                <a:gd name="csX3379" fmla="*/ 1355497 w 3644268"/>
                <a:gd name="csY3379" fmla="*/ 1103177 h 2262782"/>
                <a:gd name="csX3380" fmla="*/ 1352940 w 3644268"/>
                <a:gd name="csY3380" fmla="*/ 1103481 h 2262782"/>
                <a:gd name="csX3381" fmla="*/ 1350711 w 3644268"/>
                <a:gd name="csY3381" fmla="*/ 1102462 h 2262782"/>
                <a:gd name="csX3382" fmla="*/ 1348801 w 3644268"/>
                <a:gd name="csY3382" fmla="*/ 1099350 h 2262782"/>
                <a:gd name="csX3383" fmla="*/ 1346991 w 3644268"/>
                <a:gd name="csY3383" fmla="*/ 1095348 h 2262782"/>
                <a:gd name="csX3384" fmla="*/ 1348277 w 3644268"/>
                <a:gd name="csY3384" fmla="*/ 1091003 h 2262782"/>
                <a:gd name="csX3385" fmla="*/ 1352065 w 3644268"/>
                <a:gd name="csY3385" fmla="*/ 1083334 h 2262782"/>
                <a:gd name="csX3386" fmla="*/ 1354424 w 3644268"/>
                <a:gd name="csY3386" fmla="*/ 1072271 h 2262782"/>
                <a:gd name="csX3387" fmla="*/ 1355025 w 3644268"/>
                <a:gd name="csY3387" fmla="*/ 1064921 h 2262782"/>
                <a:gd name="csX3388" fmla="*/ 1354865 w 3644268"/>
                <a:gd name="csY3388" fmla="*/ 1057122 h 2262782"/>
                <a:gd name="csX3389" fmla="*/ 1353990 w 3644268"/>
                <a:gd name="csY3389" fmla="*/ 1051903 h 2262782"/>
                <a:gd name="csX3390" fmla="*/ 1350977 w 3644268"/>
                <a:gd name="csY3390" fmla="*/ 1048023 h 2262782"/>
                <a:gd name="csX3391" fmla="*/ 1348178 w 3644268"/>
                <a:gd name="csY3391" fmla="*/ 1048860 h 2262782"/>
                <a:gd name="csX3392" fmla="*/ 1345073 w 3644268"/>
                <a:gd name="csY3392" fmla="*/ 1052261 h 2262782"/>
                <a:gd name="csX3393" fmla="*/ 1342060 w 3644268"/>
                <a:gd name="csY3393" fmla="*/ 1065218 h 2262782"/>
                <a:gd name="csX3394" fmla="*/ 1337936 w 3644268"/>
                <a:gd name="csY3394" fmla="*/ 1074637 h 2262782"/>
                <a:gd name="csX3395" fmla="*/ 1337366 w 3644268"/>
                <a:gd name="csY3395" fmla="*/ 1078518 h 2262782"/>
                <a:gd name="csX3396" fmla="*/ 1337457 w 3644268"/>
                <a:gd name="csY3396" fmla="*/ 1081881 h 2262782"/>
                <a:gd name="csX3397" fmla="*/ 1337145 w 3644268"/>
                <a:gd name="csY3397" fmla="*/ 1084080 h 2262782"/>
                <a:gd name="csX3398" fmla="*/ 1336323 w 3644268"/>
                <a:gd name="csY3398" fmla="*/ 1076699 h 2262782"/>
                <a:gd name="csX3399" fmla="*/ 1335905 w 3644268"/>
                <a:gd name="csY3399" fmla="*/ 1071145 h 2262782"/>
                <a:gd name="csX3400" fmla="*/ 1338203 w 3644268"/>
                <a:gd name="csY3400" fmla="*/ 1064153 h 2262782"/>
                <a:gd name="csX3401" fmla="*/ 1339603 w 3644268"/>
                <a:gd name="csY3401" fmla="*/ 1057640 h 2262782"/>
                <a:gd name="csX3402" fmla="*/ 1339176 w 3644268"/>
                <a:gd name="csY3402" fmla="*/ 1052953 h 2262782"/>
                <a:gd name="csX3403" fmla="*/ 1337533 w 3644268"/>
                <a:gd name="csY3403" fmla="*/ 1045223 h 2262782"/>
                <a:gd name="csX3404" fmla="*/ 1337852 w 3644268"/>
                <a:gd name="csY3404" fmla="*/ 1041388 h 2262782"/>
                <a:gd name="csX3405" fmla="*/ 1338332 w 3644268"/>
                <a:gd name="csY3405" fmla="*/ 1038938 h 2262782"/>
                <a:gd name="csX3406" fmla="*/ 1339313 w 3644268"/>
                <a:gd name="csY3406" fmla="*/ 1027921 h 2262782"/>
                <a:gd name="csX3407" fmla="*/ 1342958 w 3644268"/>
                <a:gd name="csY3407" fmla="*/ 1025737 h 2262782"/>
                <a:gd name="csX3408" fmla="*/ 1352027 w 3644268"/>
                <a:gd name="csY3408" fmla="*/ 1017254 h 2262782"/>
                <a:gd name="csX3409" fmla="*/ 1353283 w 3644268"/>
                <a:gd name="csY3409" fmla="*/ 1015146 h 2262782"/>
                <a:gd name="csX3410" fmla="*/ 1356030 w 3644268"/>
                <a:gd name="csY3410" fmla="*/ 1007674 h 2262782"/>
                <a:gd name="csX3411" fmla="*/ 1357308 w 3644268"/>
                <a:gd name="csY3411" fmla="*/ 1004989 h 2262782"/>
                <a:gd name="csX3412" fmla="*/ 1358761 w 3644268"/>
                <a:gd name="csY3412" fmla="*/ 1000522 h 2262782"/>
                <a:gd name="csX3413" fmla="*/ 1356052 w 3644268"/>
                <a:gd name="csY3413" fmla="*/ 996969 h 2262782"/>
                <a:gd name="csX3414" fmla="*/ 1353473 w 3644268"/>
                <a:gd name="csY3414" fmla="*/ 995052 h 2262782"/>
                <a:gd name="csX3415" fmla="*/ 1348596 w 3644268"/>
                <a:gd name="csY3415" fmla="*/ 994002 h 2262782"/>
                <a:gd name="csX3416" fmla="*/ 1344099 w 3644268"/>
                <a:gd name="csY3416" fmla="*/ 994375 h 2262782"/>
                <a:gd name="csX3417" fmla="*/ 1334117 w 3644268"/>
                <a:gd name="csY3417" fmla="*/ 997897 h 2262782"/>
                <a:gd name="csX3418" fmla="*/ 1325184 w 3644268"/>
                <a:gd name="csY3418" fmla="*/ 997274 h 2262782"/>
                <a:gd name="csX3419" fmla="*/ 1321973 w 3644268"/>
                <a:gd name="csY3419" fmla="*/ 995219 h 2262782"/>
                <a:gd name="csX3420" fmla="*/ 1307981 w 3644268"/>
                <a:gd name="csY3420" fmla="*/ 979858 h 2262782"/>
                <a:gd name="csX3421" fmla="*/ 1307099 w 3644268"/>
                <a:gd name="csY3421" fmla="*/ 974045 h 2262782"/>
                <a:gd name="csX3422" fmla="*/ 1305988 w 3644268"/>
                <a:gd name="csY3422" fmla="*/ 971633 h 2262782"/>
                <a:gd name="csX3423" fmla="*/ 1304634 w 3644268"/>
                <a:gd name="csY3423" fmla="*/ 971001 h 2262782"/>
                <a:gd name="csX3424" fmla="*/ 1299825 w 3644268"/>
                <a:gd name="csY3424" fmla="*/ 967189 h 2262782"/>
                <a:gd name="csX3425" fmla="*/ 1288717 w 3644268"/>
                <a:gd name="csY3425" fmla="*/ 962312 h 2262782"/>
                <a:gd name="csX3426" fmla="*/ 1277365 w 3644268"/>
                <a:gd name="csY3426" fmla="*/ 951242 h 2262782"/>
                <a:gd name="csX3427" fmla="*/ 1257301 w 3644268"/>
                <a:gd name="csY3427" fmla="*/ 950238 h 2262782"/>
                <a:gd name="csX3428" fmla="*/ 1251807 w 3644268"/>
                <a:gd name="csY3428" fmla="*/ 951470 h 2262782"/>
                <a:gd name="csX3429" fmla="*/ 1246314 w 3644268"/>
                <a:gd name="csY3429" fmla="*/ 954902 h 2262782"/>
                <a:gd name="csX3430" fmla="*/ 1241292 w 3644268"/>
                <a:gd name="csY3430" fmla="*/ 961879 h 2262782"/>
                <a:gd name="csX3431" fmla="*/ 1238987 w 3644268"/>
                <a:gd name="csY3431" fmla="*/ 963819 h 2262782"/>
                <a:gd name="csX3432" fmla="*/ 1235707 w 3644268"/>
                <a:gd name="csY3432" fmla="*/ 964465 h 2262782"/>
                <a:gd name="csX3433" fmla="*/ 1235023 w 3644268"/>
                <a:gd name="csY3433" fmla="*/ 966946 h 2262782"/>
                <a:gd name="csX3434" fmla="*/ 1234407 w 3644268"/>
                <a:gd name="csY3434" fmla="*/ 970339 h 2262782"/>
                <a:gd name="csX3435" fmla="*/ 1236156 w 3644268"/>
                <a:gd name="csY3435" fmla="*/ 972842 h 2262782"/>
                <a:gd name="csX3436" fmla="*/ 1242304 w 3644268"/>
                <a:gd name="csY3436" fmla="*/ 969883 h 2262782"/>
                <a:gd name="csX3437" fmla="*/ 1247333 w 3644268"/>
                <a:gd name="csY3437" fmla="*/ 971427 h 2262782"/>
                <a:gd name="csX3438" fmla="*/ 1249996 w 3644268"/>
                <a:gd name="csY3438" fmla="*/ 974714 h 2262782"/>
                <a:gd name="csX3439" fmla="*/ 1251952 w 3644268"/>
                <a:gd name="csY3439" fmla="*/ 981098 h 2262782"/>
                <a:gd name="csX3440" fmla="*/ 1250978 w 3644268"/>
                <a:gd name="csY3440" fmla="*/ 984202 h 2262782"/>
                <a:gd name="csX3441" fmla="*/ 1242243 w 3644268"/>
                <a:gd name="csY3441" fmla="*/ 989049 h 2262782"/>
                <a:gd name="csX3442" fmla="*/ 1237397 w 3644268"/>
                <a:gd name="csY3442" fmla="*/ 988661 h 2262782"/>
                <a:gd name="csX3443" fmla="*/ 1226943 w 3644268"/>
                <a:gd name="csY3443" fmla="*/ 977514 h 2262782"/>
                <a:gd name="csX3444" fmla="*/ 1222895 w 3644268"/>
                <a:gd name="csY3444" fmla="*/ 975521 h 2262782"/>
                <a:gd name="csX3445" fmla="*/ 1213285 w 3644268"/>
                <a:gd name="csY3445" fmla="*/ 977392 h 2262782"/>
                <a:gd name="csX3446" fmla="*/ 1206932 w 3644268"/>
                <a:gd name="csY3446" fmla="*/ 982863 h 2262782"/>
                <a:gd name="csX3447" fmla="*/ 1204976 w 3644268"/>
                <a:gd name="csY3447" fmla="*/ 983974 h 2262782"/>
                <a:gd name="csX3448" fmla="*/ 1206491 w 3644268"/>
                <a:gd name="csY3448" fmla="*/ 989551 h 2262782"/>
                <a:gd name="csX3449" fmla="*/ 1208880 w 3644268"/>
                <a:gd name="csY3449" fmla="*/ 999518 h 2262782"/>
                <a:gd name="csX3450" fmla="*/ 1210941 w 3644268"/>
                <a:gd name="csY3450" fmla="*/ 1005438 h 2262782"/>
                <a:gd name="csX3451" fmla="*/ 1213529 w 3644268"/>
                <a:gd name="csY3451" fmla="*/ 1008344 h 2262782"/>
                <a:gd name="csX3452" fmla="*/ 1222880 w 3644268"/>
                <a:gd name="csY3452" fmla="*/ 1015466 h 2262782"/>
                <a:gd name="csX3453" fmla="*/ 1228061 w 3644268"/>
                <a:gd name="csY3453" fmla="*/ 1017961 h 2262782"/>
                <a:gd name="csX3454" fmla="*/ 1235905 w 3644268"/>
                <a:gd name="csY3454" fmla="*/ 1024489 h 2262782"/>
                <a:gd name="csX3455" fmla="*/ 1240721 w 3644268"/>
                <a:gd name="csY3455" fmla="*/ 1025220 h 2262782"/>
                <a:gd name="csX3456" fmla="*/ 1245028 w 3644268"/>
                <a:gd name="csY3456" fmla="*/ 1023653 h 2262782"/>
                <a:gd name="csX3457" fmla="*/ 1251526 w 3644268"/>
                <a:gd name="csY3457" fmla="*/ 1027495 h 2262782"/>
                <a:gd name="csX3458" fmla="*/ 1255239 w 3644268"/>
                <a:gd name="csY3458" fmla="*/ 1039349 h 2262782"/>
                <a:gd name="csX3459" fmla="*/ 1257476 w 3644268"/>
                <a:gd name="csY3459" fmla="*/ 1043412 h 2262782"/>
                <a:gd name="csX3460" fmla="*/ 1259538 w 3644268"/>
                <a:gd name="csY3460" fmla="*/ 1045474 h 2262782"/>
                <a:gd name="csX3461" fmla="*/ 1262444 w 3644268"/>
                <a:gd name="csY3461" fmla="*/ 1046645 h 2262782"/>
                <a:gd name="csX3462" fmla="*/ 1264149 w 3644268"/>
                <a:gd name="csY3462" fmla="*/ 1046805 h 2262782"/>
                <a:gd name="csX3463" fmla="*/ 1265967 w 3644268"/>
                <a:gd name="csY3463" fmla="*/ 1045261 h 2262782"/>
                <a:gd name="csX3464" fmla="*/ 1270136 w 3644268"/>
                <a:gd name="csY3464" fmla="*/ 1044941 h 2262782"/>
                <a:gd name="csX3465" fmla="*/ 1268675 w 3644268"/>
                <a:gd name="csY3465" fmla="*/ 1048335 h 2262782"/>
                <a:gd name="csX3466" fmla="*/ 1267116 w 3644268"/>
                <a:gd name="csY3466" fmla="*/ 1049407 h 2262782"/>
                <a:gd name="csX3467" fmla="*/ 1258222 w 3644268"/>
                <a:gd name="csY3467" fmla="*/ 1050838 h 2262782"/>
                <a:gd name="csX3468" fmla="*/ 1253847 w 3644268"/>
                <a:gd name="csY3468" fmla="*/ 1049621 h 2262782"/>
                <a:gd name="csX3469" fmla="*/ 1248452 w 3644268"/>
                <a:gd name="csY3469" fmla="*/ 1045968 h 2262782"/>
                <a:gd name="csX3470" fmla="*/ 1238234 w 3644268"/>
                <a:gd name="csY3470" fmla="*/ 1034023 h 2262782"/>
                <a:gd name="csX3471" fmla="*/ 1225542 w 3644268"/>
                <a:gd name="csY3471" fmla="*/ 1033156 h 2262782"/>
                <a:gd name="csX3472" fmla="*/ 1224119 w 3644268"/>
                <a:gd name="csY3472" fmla="*/ 1036663 h 2262782"/>
                <a:gd name="csX3473" fmla="*/ 1220133 w 3644268"/>
                <a:gd name="csY3473" fmla="*/ 1031756 h 2262782"/>
                <a:gd name="csX3474" fmla="*/ 1206651 w 3644268"/>
                <a:gd name="csY3474" fmla="*/ 1030660 h 2262782"/>
                <a:gd name="csX3475" fmla="*/ 1198600 w 3644268"/>
                <a:gd name="csY3475" fmla="*/ 1027518 h 2262782"/>
                <a:gd name="csX3476" fmla="*/ 1190026 w 3644268"/>
                <a:gd name="csY3476" fmla="*/ 1022473 h 2262782"/>
                <a:gd name="csX3477" fmla="*/ 1189295 w 3644268"/>
                <a:gd name="csY3477" fmla="*/ 1020023 h 2262782"/>
                <a:gd name="csX3478" fmla="*/ 1188915 w 3644268"/>
                <a:gd name="csY3478" fmla="*/ 1016569 h 2262782"/>
                <a:gd name="csX3479" fmla="*/ 1191836 w 3644268"/>
                <a:gd name="csY3479" fmla="*/ 1012240 h 2262782"/>
                <a:gd name="csX3480" fmla="*/ 1192940 w 3644268"/>
                <a:gd name="csY3480" fmla="*/ 1009561 h 2262782"/>
                <a:gd name="csX3481" fmla="*/ 1193685 w 3644268"/>
                <a:gd name="csY3481" fmla="*/ 1001435 h 2262782"/>
                <a:gd name="csX3482" fmla="*/ 1188223 w 3644268"/>
                <a:gd name="csY3482" fmla="*/ 990631 h 2262782"/>
                <a:gd name="csX3483" fmla="*/ 1188785 w 3644268"/>
                <a:gd name="csY3483" fmla="*/ 980641 h 2262782"/>
                <a:gd name="csX3484" fmla="*/ 1191357 w 3644268"/>
                <a:gd name="csY3484" fmla="*/ 978967 h 2262782"/>
                <a:gd name="csX3485" fmla="*/ 1194690 w 3644268"/>
                <a:gd name="csY3485" fmla="*/ 965957 h 2262782"/>
                <a:gd name="csX3486" fmla="*/ 1196698 w 3644268"/>
                <a:gd name="csY3486" fmla="*/ 961666 h 2262782"/>
                <a:gd name="csX3487" fmla="*/ 1197771 w 3644268"/>
                <a:gd name="csY3487" fmla="*/ 960182 h 2262782"/>
                <a:gd name="csX3488" fmla="*/ 1198775 w 3644268"/>
                <a:gd name="csY3488" fmla="*/ 957184 h 2262782"/>
                <a:gd name="csX3489" fmla="*/ 1197703 w 3644268"/>
                <a:gd name="csY3489" fmla="*/ 953410 h 2262782"/>
                <a:gd name="csX3490" fmla="*/ 1196698 w 3644268"/>
                <a:gd name="csY3490" fmla="*/ 951135 h 2262782"/>
                <a:gd name="csX3491" fmla="*/ 1195573 w 3644268"/>
                <a:gd name="csY3491" fmla="*/ 945840 h 2262782"/>
                <a:gd name="csX3492" fmla="*/ 1195823 w 3644268"/>
                <a:gd name="csY3492" fmla="*/ 941944 h 2262782"/>
                <a:gd name="csX3493" fmla="*/ 1195831 w 3644268"/>
                <a:gd name="csY3493" fmla="*/ 937037 h 2262782"/>
                <a:gd name="csX3494" fmla="*/ 1193084 w 3644268"/>
                <a:gd name="csY3494" fmla="*/ 929603 h 2262782"/>
                <a:gd name="csX3495" fmla="*/ 1190832 w 3644268"/>
                <a:gd name="csY3495" fmla="*/ 921568 h 2262782"/>
                <a:gd name="csX3496" fmla="*/ 1186206 w 3644268"/>
                <a:gd name="csY3496" fmla="*/ 917521 h 2262782"/>
                <a:gd name="csX3497" fmla="*/ 1181717 w 3644268"/>
                <a:gd name="csY3497" fmla="*/ 917437 h 2262782"/>
                <a:gd name="csX3498" fmla="*/ 1180059 w 3644268"/>
                <a:gd name="csY3498" fmla="*/ 918548 h 2262782"/>
                <a:gd name="csX3499" fmla="*/ 1178392 w 3644268"/>
                <a:gd name="csY3499" fmla="*/ 920465 h 2262782"/>
                <a:gd name="csX3500" fmla="*/ 1180743 w 3644268"/>
                <a:gd name="csY3500" fmla="*/ 927792 h 2262782"/>
                <a:gd name="csX3501" fmla="*/ 1183117 w 3644268"/>
                <a:gd name="csY3501" fmla="*/ 934290 h 2262782"/>
                <a:gd name="csX3502" fmla="*/ 1184236 w 3644268"/>
                <a:gd name="csY3502" fmla="*/ 939327 h 2262782"/>
                <a:gd name="csX3503" fmla="*/ 1185027 w 3644268"/>
                <a:gd name="csY3503" fmla="*/ 948411 h 2262782"/>
                <a:gd name="csX3504" fmla="*/ 1184867 w 3644268"/>
                <a:gd name="csY3504" fmla="*/ 959489 h 2262782"/>
                <a:gd name="csX3505" fmla="*/ 1184083 w 3644268"/>
                <a:gd name="csY3505" fmla="*/ 963963 h 2262782"/>
                <a:gd name="csX3506" fmla="*/ 1182775 w 3644268"/>
                <a:gd name="csY3506" fmla="*/ 967752 h 2262782"/>
                <a:gd name="csX3507" fmla="*/ 1178757 w 3644268"/>
                <a:gd name="csY3507" fmla="*/ 972439 h 2262782"/>
                <a:gd name="csX3508" fmla="*/ 1172032 w 3644268"/>
                <a:gd name="csY3508" fmla="*/ 978001 h 2262782"/>
                <a:gd name="csX3509" fmla="*/ 1168235 w 3644268"/>
                <a:gd name="csY3509" fmla="*/ 980702 h 2262782"/>
                <a:gd name="csX3510" fmla="*/ 1160299 w 3644268"/>
                <a:gd name="csY3510" fmla="*/ 983670 h 2262782"/>
                <a:gd name="csX3511" fmla="*/ 1154585 w 3644268"/>
                <a:gd name="csY3511" fmla="*/ 988448 h 2262782"/>
                <a:gd name="csX3512" fmla="*/ 1142077 w 3644268"/>
                <a:gd name="csY3512" fmla="*/ 1015565 h 2262782"/>
                <a:gd name="csX3513" fmla="*/ 1143446 w 3644268"/>
                <a:gd name="csY3513" fmla="*/ 1019567 h 2262782"/>
                <a:gd name="csX3514" fmla="*/ 1148042 w 3644268"/>
                <a:gd name="csY3514" fmla="*/ 1023934 h 2262782"/>
                <a:gd name="csX3515" fmla="*/ 1151070 w 3644268"/>
                <a:gd name="csY3515" fmla="*/ 1027677 h 2262782"/>
                <a:gd name="csX3516" fmla="*/ 1152546 w 3644268"/>
                <a:gd name="csY3516" fmla="*/ 1030797 h 2262782"/>
                <a:gd name="csX3517" fmla="*/ 1155856 w 3644268"/>
                <a:gd name="csY3517" fmla="*/ 1040559 h 2262782"/>
                <a:gd name="csX3518" fmla="*/ 1168227 w 3644268"/>
                <a:gd name="csY3518" fmla="*/ 1067569 h 2262782"/>
                <a:gd name="csX3519" fmla="*/ 1168927 w 3644268"/>
                <a:gd name="csY3519" fmla="*/ 1072385 h 2262782"/>
                <a:gd name="csX3520" fmla="*/ 1166005 w 3644268"/>
                <a:gd name="csY3520" fmla="*/ 1080907 h 2262782"/>
                <a:gd name="csX3521" fmla="*/ 1160253 w 3644268"/>
                <a:gd name="csY3521" fmla="*/ 1091863 h 2262782"/>
                <a:gd name="csX3522" fmla="*/ 1157963 w 3644268"/>
                <a:gd name="csY3522" fmla="*/ 1097996 h 2262782"/>
                <a:gd name="csX3523" fmla="*/ 1152576 w 3644268"/>
                <a:gd name="csY3523" fmla="*/ 1121232 h 2262782"/>
                <a:gd name="csX3524" fmla="*/ 1152196 w 3644268"/>
                <a:gd name="csY3524" fmla="*/ 1127137 h 2262782"/>
                <a:gd name="csX3525" fmla="*/ 1154395 w 3644268"/>
                <a:gd name="csY3525" fmla="*/ 1132676 h 2262782"/>
                <a:gd name="csX3526" fmla="*/ 1158016 w 3644268"/>
                <a:gd name="csY3526" fmla="*/ 1139592 h 2262782"/>
                <a:gd name="csX3527" fmla="*/ 1159257 w 3644268"/>
                <a:gd name="csY3527" fmla="*/ 1144819 h 2262782"/>
                <a:gd name="csX3528" fmla="*/ 1156799 w 3644268"/>
                <a:gd name="csY3528" fmla="*/ 1158088 h 2262782"/>
                <a:gd name="csX3529" fmla="*/ 1158093 w 3644268"/>
                <a:gd name="csY3529" fmla="*/ 1161390 h 2262782"/>
                <a:gd name="csX3530" fmla="*/ 1161105 w 3644268"/>
                <a:gd name="csY3530" fmla="*/ 1163102 h 2262782"/>
                <a:gd name="csX3531" fmla="*/ 1169330 w 3644268"/>
                <a:gd name="csY3531" fmla="*/ 1161314 h 2262782"/>
                <a:gd name="csX3532" fmla="*/ 1178986 w 3644268"/>
                <a:gd name="csY3532" fmla="*/ 1164548 h 2262782"/>
                <a:gd name="csX3533" fmla="*/ 1184083 w 3644268"/>
                <a:gd name="csY3533" fmla="*/ 1163003 h 2262782"/>
                <a:gd name="csX3534" fmla="*/ 1191913 w 3644268"/>
                <a:gd name="csY3534" fmla="*/ 1155661 h 2262782"/>
                <a:gd name="csX3535" fmla="*/ 1194926 w 3644268"/>
                <a:gd name="csY3535" fmla="*/ 1154870 h 2262782"/>
                <a:gd name="csX3536" fmla="*/ 1204315 w 3644268"/>
                <a:gd name="csY3536" fmla="*/ 1155874 h 2262782"/>
                <a:gd name="csX3537" fmla="*/ 1218071 w 3644268"/>
                <a:gd name="csY3537" fmla="*/ 1162935 h 2262782"/>
                <a:gd name="csX3538" fmla="*/ 1232664 w 3644268"/>
                <a:gd name="csY3538" fmla="*/ 1172400 h 2262782"/>
                <a:gd name="csX3539" fmla="*/ 1235609 w 3644268"/>
                <a:gd name="csY3539" fmla="*/ 1175573 h 2262782"/>
                <a:gd name="csX3540" fmla="*/ 1239550 w 3644268"/>
                <a:gd name="csY3540" fmla="*/ 1175702 h 2262782"/>
                <a:gd name="csX3541" fmla="*/ 1242426 w 3644268"/>
                <a:gd name="csY3541" fmla="*/ 1191756 h 2262782"/>
                <a:gd name="csX3542" fmla="*/ 1245020 w 3644268"/>
                <a:gd name="csY3542" fmla="*/ 1200407 h 2262782"/>
                <a:gd name="csX3543" fmla="*/ 1246131 w 3644268"/>
                <a:gd name="csY3543" fmla="*/ 1206509 h 2262782"/>
                <a:gd name="csX3544" fmla="*/ 1246915 w 3644268"/>
                <a:gd name="csY3544" fmla="*/ 1213303 h 2262782"/>
                <a:gd name="csX3545" fmla="*/ 1244214 w 3644268"/>
                <a:gd name="csY3545" fmla="*/ 1214734 h 2262782"/>
                <a:gd name="csX3546" fmla="*/ 1241832 w 3644268"/>
                <a:gd name="csY3546" fmla="*/ 1215441 h 2262782"/>
                <a:gd name="csX3547" fmla="*/ 1239869 w 3644268"/>
                <a:gd name="csY3547" fmla="*/ 1217283 h 2262782"/>
                <a:gd name="csX3548" fmla="*/ 1237123 w 3644268"/>
                <a:gd name="csY3548" fmla="*/ 1227737 h 2262782"/>
                <a:gd name="csX3549" fmla="*/ 1236780 w 3644268"/>
                <a:gd name="csY3549" fmla="*/ 1233306 h 2262782"/>
                <a:gd name="csX3550" fmla="*/ 1238234 w 3644268"/>
                <a:gd name="csY3550" fmla="*/ 1242224 h 2262782"/>
                <a:gd name="csX3551" fmla="*/ 1250468 w 3644268"/>
                <a:gd name="csY3551" fmla="*/ 1246363 h 2262782"/>
                <a:gd name="csX3552" fmla="*/ 1258959 w 3644268"/>
                <a:gd name="csY3552" fmla="*/ 1248562 h 2262782"/>
                <a:gd name="csX3553" fmla="*/ 1264932 w 3644268"/>
                <a:gd name="csY3553" fmla="*/ 1249003 h 2262782"/>
                <a:gd name="csX3554" fmla="*/ 1265975 w 3644268"/>
                <a:gd name="csY3554" fmla="*/ 1250015 h 2262782"/>
                <a:gd name="csX3555" fmla="*/ 1266720 w 3644268"/>
                <a:gd name="csY3555" fmla="*/ 1251361 h 2262782"/>
                <a:gd name="csX3556" fmla="*/ 1259606 w 3644268"/>
                <a:gd name="csY3556" fmla="*/ 1251962 h 2262782"/>
                <a:gd name="csX3557" fmla="*/ 1246717 w 3644268"/>
                <a:gd name="csY3557" fmla="*/ 1253043 h 2262782"/>
                <a:gd name="csX3558" fmla="*/ 1242144 w 3644268"/>
                <a:gd name="csY3558" fmla="*/ 1252419 h 2262782"/>
                <a:gd name="csX3559" fmla="*/ 1240082 w 3644268"/>
                <a:gd name="csY3559" fmla="*/ 1251339 h 2262782"/>
                <a:gd name="csX3560" fmla="*/ 1238036 w 3644268"/>
                <a:gd name="csY3560" fmla="*/ 1248295 h 2262782"/>
                <a:gd name="csX3561" fmla="*/ 1234110 w 3644268"/>
                <a:gd name="csY3561" fmla="*/ 1245221 h 2262782"/>
                <a:gd name="csX3562" fmla="*/ 1232611 w 3644268"/>
                <a:gd name="csY3562" fmla="*/ 1243144 h 2262782"/>
                <a:gd name="csX3563" fmla="*/ 1229393 w 3644268"/>
                <a:gd name="csY3563" fmla="*/ 1240732 h 2262782"/>
                <a:gd name="csX3564" fmla="*/ 1230967 w 3644268"/>
                <a:gd name="csY3564" fmla="*/ 1231534 h 2262782"/>
                <a:gd name="csX3565" fmla="*/ 1231233 w 3644268"/>
                <a:gd name="csY3565" fmla="*/ 1210085 h 2262782"/>
                <a:gd name="csX3566" fmla="*/ 1230754 w 3644268"/>
                <a:gd name="csY3566" fmla="*/ 1201168 h 2262782"/>
                <a:gd name="csX3567" fmla="*/ 1228046 w 3644268"/>
                <a:gd name="csY3567" fmla="*/ 1193787 h 2262782"/>
                <a:gd name="csX3568" fmla="*/ 1220004 w 3644268"/>
                <a:gd name="csY3568" fmla="*/ 1183181 h 2262782"/>
                <a:gd name="csX3569" fmla="*/ 1217241 w 3644268"/>
                <a:gd name="csY3569" fmla="*/ 1176044 h 2262782"/>
                <a:gd name="csX3570" fmla="*/ 1214114 w 3644268"/>
                <a:gd name="csY3570" fmla="*/ 1171259 h 2262782"/>
                <a:gd name="csX3571" fmla="*/ 1211056 w 3644268"/>
                <a:gd name="csY3571" fmla="*/ 1170467 h 2262782"/>
                <a:gd name="csX3572" fmla="*/ 1206605 w 3644268"/>
                <a:gd name="csY3572" fmla="*/ 1171411 h 2262782"/>
                <a:gd name="csX3573" fmla="*/ 1195550 w 3644268"/>
                <a:gd name="csY3573" fmla="*/ 1175839 h 2262782"/>
                <a:gd name="csX3574" fmla="*/ 1185620 w 3644268"/>
                <a:gd name="csY3574" fmla="*/ 1178175 h 2262782"/>
                <a:gd name="csX3575" fmla="*/ 1173979 w 3644268"/>
                <a:gd name="csY3575" fmla="*/ 1184695 h 2262782"/>
                <a:gd name="csX3576" fmla="*/ 1171879 w 3644268"/>
                <a:gd name="csY3576" fmla="*/ 1190120 h 2262782"/>
                <a:gd name="csX3577" fmla="*/ 1169970 w 3644268"/>
                <a:gd name="csY3577" fmla="*/ 1204013 h 2262782"/>
                <a:gd name="csX3578" fmla="*/ 1172526 w 3644268"/>
                <a:gd name="csY3578" fmla="*/ 1210815 h 2262782"/>
                <a:gd name="csX3579" fmla="*/ 1175113 w 3644268"/>
                <a:gd name="csY3579" fmla="*/ 1215700 h 2262782"/>
                <a:gd name="csX3580" fmla="*/ 1177472 w 3644268"/>
                <a:gd name="csY3580" fmla="*/ 1223993 h 2262782"/>
                <a:gd name="csX3581" fmla="*/ 1178233 w 3644268"/>
                <a:gd name="csY3581" fmla="*/ 1228992 h 2262782"/>
                <a:gd name="csX3582" fmla="*/ 1178423 w 3644268"/>
                <a:gd name="csY3582" fmla="*/ 1234014 h 2262782"/>
                <a:gd name="csX3583" fmla="*/ 1178042 w 3644268"/>
                <a:gd name="csY3583" fmla="*/ 1241432 h 2262782"/>
                <a:gd name="csX3584" fmla="*/ 1176049 w 3644268"/>
                <a:gd name="csY3584" fmla="*/ 1245465 h 2262782"/>
                <a:gd name="csX3585" fmla="*/ 1163205 w 3644268"/>
                <a:gd name="csY3585" fmla="*/ 1261138 h 2262782"/>
                <a:gd name="csX3586" fmla="*/ 1161319 w 3644268"/>
                <a:gd name="csY3586" fmla="*/ 1265932 h 2262782"/>
                <a:gd name="csX3587" fmla="*/ 1159120 w 3644268"/>
                <a:gd name="csY3587" fmla="*/ 1279300 h 2262782"/>
                <a:gd name="csX3588" fmla="*/ 1157172 w 3644268"/>
                <a:gd name="csY3588" fmla="*/ 1284200 h 2262782"/>
                <a:gd name="csX3589" fmla="*/ 1151230 w 3644268"/>
                <a:gd name="csY3589" fmla="*/ 1291504 h 2262782"/>
                <a:gd name="csX3590" fmla="*/ 1147562 w 3644268"/>
                <a:gd name="csY3590" fmla="*/ 1294441 h 2262782"/>
                <a:gd name="csX3591" fmla="*/ 1127826 w 3644268"/>
                <a:gd name="csY3591" fmla="*/ 1307703 h 2262782"/>
                <a:gd name="csX3592" fmla="*/ 1127110 w 3644268"/>
                <a:gd name="csY3592" fmla="*/ 1310609 h 2262782"/>
                <a:gd name="csX3593" fmla="*/ 1125771 w 3644268"/>
                <a:gd name="csY3593" fmla="*/ 1319907 h 2262782"/>
                <a:gd name="csX3594" fmla="*/ 1120346 w 3644268"/>
                <a:gd name="csY3594" fmla="*/ 1324084 h 2262782"/>
                <a:gd name="csX3595" fmla="*/ 1117128 w 3644268"/>
                <a:gd name="csY3595" fmla="*/ 1324434 h 2262782"/>
                <a:gd name="csX3596" fmla="*/ 1109633 w 3644268"/>
                <a:gd name="csY3596" fmla="*/ 1319816 h 2262782"/>
                <a:gd name="csX3597" fmla="*/ 1105198 w 3644268"/>
                <a:gd name="csY3597" fmla="*/ 1318454 h 2262782"/>
                <a:gd name="csX3598" fmla="*/ 1100655 w 3644268"/>
                <a:gd name="csY3598" fmla="*/ 1318066 h 2262782"/>
                <a:gd name="csX3599" fmla="*/ 1083445 w 3644268"/>
                <a:gd name="csY3599" fmla="*/ 1319359 h 2262782"/>
                <a:gd name="csX3600" fmla="*/ 1075821 w 3644268"/>
                <a:gd name="csY3600" fmla="*/ 1316217 h 2262782"/>
                <a:gd name="csX3601" fmla="*/ 1069811 w 3644268"/>
                <a:gd name="csY3601" fmla="*/ 1311781 h 2262782"/>
                <a:gd name="csX3602" fmla="*/ 1063640 w 3644268"/>
                <a:gd name="csY3602" fmla="*/ 1310381 h 2262782"/>
                <a:gd name="csX3603" fmla="*/ 1058991 w 3644268"/>
                <a:gd name="csY3603" fmla="*/ 1306737 h 2262782"/>
                <a:gd name="csX3604" fmla="*/ 1057911 w 3644268"/>
                <a:gd name="csY3604" fmla="*/ 1303404 h 2262782"/>
                <a:gd name="csX3605" fmla="*/ 1056784 w 3644268"/>
                <a:gd name="csY3605" fmla="*/ 1298938 h 2262782"/>
                <a:gd name="csX3606" fmla="*/ 1055932 w 3644268"/>
                <a:gd name="csY3606" fmla="*/ 1296625 h 2262782"/>
                <a:gd name="csX3607" fmla="*/ 1055133 w 3644268"/>
                <a:gd name="csY3607" fmla="*/ 1295438 h 2262782"/>
                <a:gd name="csX3608" fmla="*/ 1056533 w 3644268"/>
                <a:gd name="csY3608" fmla="*/ 1293947 h 2262782"/>
                <a:gd name="csX3609" fmla="*/ 1059509 w 3644268"/>
                <a:gd name="csY3609" fmla="*/ 1293262 h 2262782"/>
                <a:gd name="csX3610" fmla="*/ 1070670 w 3644268"/>
                <a:gd name="csY3610" fmla="*/ 1294023 h 2262782"/>
                <a:gd name="csX3611" fmla="*/ 1073584 w 3644268"/>
                <a:gd name="csY3611" fmla="*/ 1292341 h 2262782"/>
                <a:gd name="csX3612" fmla="*/ 1075113 w 3644268"/>
                <a:gd name="csY3612" fmla="*/ 1293186 h 2262782"/>
                <a:gd name="csX3613" fmla="*/ 1078210 w 3644268"/>
                <a:gd name="csY3613" fmla="*/ 1297279 h 2262782"/>
                <a:gd name="csX3614" fmla="*/ 1082258 w 3644268"/>
                <a:gd name="csY3614" fmla="*/ 1300977 h 2262782"/>
                <a:gd name="csX3615" fmla="*/ 1085682 w 3644268"/>
                <a:gd name="csY3615" fmla="*/ 1300353 h 2262782"/>
                <a:gd name="csX3616" fmla="*/ 1088573 w 3644268"/>
                <a:gd name="csY3616" fmla="*/ 1297310 h 2262782"/>
                <a:gd name="csX3617" fmla="*/ 1089676 w 3644268"/>
                <a:gd name="csY3617" fmla="*/ 1297287 h 2262782"/>
                <a:gd name="csX3618" fmla="*/ 1090955 w 3644268"/>
                <a:gd name="csY3618" fmla="*/ 1297766 h 2262782"/>
                <a:gd name="csX3619" fmla="*/ 1088337 w 3644268"/>
                <a:gd name="csY3619" fmla="*/ 1300163 h 2262782"/>
                <a:gd name="csX3620" fmla="*/ 1085651 w 3644268"/>
                <a:gd name="csY3620" fmla="*/ 1301920 h 2262782"/>
                <a:gd name="csX3621" fmla="*/ 1084929 w 3644268"/>
                <a:gd name="csY3621" fmla="*/ 1303031 h 2262782"/>
                <a:gd name="csX3622" fmla="*/ 1084381 w 3644268"/>
                <a:gd name="csY3622" fmla="*/ 1305458 h 2262782"/>
                <a:gd name="csX3623" fmla="*/ 1088192 w 3644268"/>
                <a:gd name="csY3623" fmla="*/ 1308342 h 2262782"/>
                <a:gd name="csX3624" fmla="*/ 1091685 w 3644268"/>
                <a:gd name="csY3624" fmla="*/ 1309909 h 2262782"/>
                <a:gd name="csX3625" fmla="*/ 1096265 w 3644268"/>
                <a:gd name="csY3625" fmla="*/ 1308372 h 2262782"/>
                <a:gd name="csX3626" fmla="*/ 1098959 w 3644268"/>
                <a:gd name="csY3626" fmla="*/ 1305352 h 2262782"/>
                <a:gd name="csX3627" fmla="*/ 1104855 w 3644268"/>
                <a:gd name="csY3627" fmla="*/ 1300924 h 2262782"/>
                <a:gd name="csX3628" fmla="*/ 1109078 w 3644268"/>
                <a:gd name="csY3628" fmla="*/ 1301121 h 2262782"/>
                <a:gd name="csX3629" fmla="*/ 1109322 w 3644268"/>
                <a:gd name="csY3629" fmla="*/ 1296944 h 2262782"/>
                <a:gd name="csX3630" fmla="*/ 1107138 w 3644268"/>
                <a:gd name="csY3630" fmla="*/ 1290523 h 2262782"/>
                <a:gd name="csX3631" fmla="*/ 1105358 w 3644268"/>
                <a:gd name="csY3631" fmla="*/ 1286026 h 2262782"/>
                <a:gd name="csX3632" fmla="*/ 1111825 w 3644268"/>
                <a:gd name="csY3632" fmla="*/ 1287213 h 2262782"/>
                <a:gd name="csX3633" fmla="*/ 1115660 w 3644268"/>
                <a:gd name="csY3633" fmla="*/ 1283508 h 2262782"/>
                <a:gd name="csX3634" fmla="*/ 1131607 w 3644268"/>
                <a:gd name="csY3634" fmla="*/ 1251483 h 2262782"/>
                <a:gd name="csX3635" fmla="*/ 1139177 w 3644268"/>
                <a:gd name="csY3635" fmla="*/ 1245358 h 2262782"/>
                <a:gd name="csX3636" fmla="*/ 1141696 w 3644268"/>
                <a:gd name="csY3636" fmla="*/ 1241379 h 2262782"/>
                <a:gd name="csX3637" fmla="*/ 1143514 w 3644268"/>
                <a:gd name="csY3637" fmla="*/ 1235832 h 2262782"/>
                <a:gd name="csX3638" fmla="*/ 1143963 w 3644268"/>
                <a:gd name="csY3638" fmla="*/ 1229707 h 2262782"/>
                <a:gd name="csX3639" fmla="*/ 1143035 w 3644268"/>
                <a:gd name="csY3639" fmla="*/ 1222982 h 2262782"/>
                <a:gd name="csX3640" fmla="*/ 1143248 w 3644268"/>
                <a:gd name="csY3640" fmla="*/ 1217800 h 2262782"/>
                <a:gd name="csX3641" fmla="*/ 1145957 w 3644268"/>
                <a:gd name="csY3641" fmla="*/ 1211295 h 2262782"/>
                <a:gd name="csX3642" fmla="*/ 1150203 w 3644268"/>
                <a:gd name="csY3642" fmla="*/ 1203412 h 2262782"/>
                <a:gd name="csX3643" fmla="*/ 1152896 w 3644268"/>
                <a:gd name="csY3643" fmla="*/ 1200445 h 2262782"/>
                <a:gd name="csX3644" fmla="*/ 1152508 w 3644268"/>
                <a:gd name="csY3644" fmla="*/ 1197485 h 2262782"/>
                <a:gd name="csX3645" fmla="*/ 1151968 w 3644268"/>
                <a:gd name="csY3645" fmla="*/ 1195043 h 2262782"/>
                <a:gd name="csX3646" fmla="*/ 1144336 w 3644268"/>
                <a:gd name="csY3646" fmla="*/ 1187290 h 2262782"/>
                <a:gd name="csX3647" fmla="*/ 1136249 w 3644268"/>
                <a:gd name="csY3647" fmla="*/ 1180906 h 2262782"/>
                <a:gd name="csX3648" fmla="*/ 1133395 w 3644268"/>
                <a:gd name="csY3648" fmla="*/ 1177383 h 2262782"/>
                <a:gd name="csX3649" fmla="*/ 1131234 w 3644268"/>
                <a:gd name="csY3649" fmla="*/ 1171822 h 2262782"/>
                <a:gd name="csX3650" fmla="*/ 1130169 w 3644268"/>
                <a:gd name="csY3650" fmla="*/ 1165156 h 2262782"/>
                <a:gd name="csX3651" fmla="*/ 1130169 w 3644268"/>
                <a:gd name="csY3651" fmla="*/ 1160743 h 2262782"/>
                <a:gd name="csX3652" fmla="*/ 1130816 w 3644268"/>
                <a:gd name="csY3652" fmla="*/ 1147238 h 2262782"/>
                <a:gd name="csX3653" fmla="*/ 1132056 w 3644268"/>
                <a:gd name="csY3653" fmla="*/ 1140824 h 2262782"/>
                <a:gd name="csX3654" fmla="*/ 1131714 w 3644268"/>
                <a:gd name="csY3654" fmla="*/ 1121864 h 2262782"/>
                <a:gd name="csX3655" fmla="*/ 1130222 w 3644268"/>
                <a:gd name="csY3655" fmla="*/ 1098224 h 2262782"/>
                <a:gd name="csX3656" fmla="*/ 1128937 w 3644268"/>
                <a:gd name="csY3656" fmla="*/ 1091764 h 2262782"/>
                <a:gd name="csX3657" fmla="*/ 1130915 w 3644268"/>
                <a:gd name="csY3657" fmla="*/ 1087291 h 2262782"/>
                <a:gd name="csX3658" fmla="*/ 1132863 w 3644268"/>
                <a:gd name="csY3658" fmla="*/ 1083616 h 2262782"/>
                <a:gd name="csX3659" fmla="*/ 1133867 w 3644268"/>
                <a:gd name="csY3659" fmla="*/ 1080176 h 2262782"/>
                <a:gd name="csX3660" fmla="*/ 1134544 w 3644268"/>
                <a:gd name="csY3660" fmla="*/ 1056651 h 2262782"/>
                <a:gd name="csX3661" fmla="*/ 1133966 w 3644268"/>
                <a:gd name="csY3661" fmla="*/ 1047498 h 2262782"/>
                <a:gd name="csX3662" fmla="*/ 1131333 w 3644268"/>
                <a:gd name="csY3662" fmla="*/ 1035149 h 2262782"/>
                <a:gd name="csX3663" fmla="*/ 1120613 w 3644268"/>
                <a:gd name="csY3663" fmla="*/ 1024832 h 2262782"/>
                <a:gd name="csX3664" fmla="*/ 1116086 w 3644268"/>
                <a:gd name="csY3664" fmla="*/ 1014758 h 2262782"/>
                <a:gd name="csX3665" fmla="*/ 1116451 w 3644268"/>
                <a:gd name="csY3665" fmla="*/ 1011129 h 2262782"/>
                <a:gd name="csX3666" fmla="*/ 1117037 w 3644268"/>
                <a:gd name="csY3666" fmla="*/ 1008671 h 2262782"/>
                <a:gd name="csX3667" fmla="*/ 1121686 w 3644268"/>
                <a:gd name="csY3667" fmla="*/ 1004540 h 2262782"/>
                <a:gd name="csX3668" fmla="*/ 1124881 w 3644268"/>
                <a:gd name="csY3668" fmla="*/ 998681 h 2262782"/>
                <a:gd name="csX3669" fmla="*/ 1126928 w 3644268"/>
                <a:gd name="csY3669" fmla="*/ 990091 h 2262782"/>
                <a:gd name="csX3670" fmla="*/ 1131181 w 3644268"/>
                <a:gd name="csY3670" fmla="*/ 976959 h 2262782"/>
                <a:gd name="csX3671" fmla="*/ 1132261 w 3644268"/>
                <a:gd name="csY3671" fmla="*/ 972333 h 2262782"/>
                <a:gd name="csX3672" fmla="*/ 1135001 w 3644268"/>
                <a:gd name="csY3672" fmla="*/ 953912 h 2262782"/>
                <a:gd name="csX3673" fmla="*/ 1135739 w 3644268"/>
                <a:gd name="csY3673" fmla="*/ 944037 h 2262782"/>
                <a:gd name="csX3674" fmla="*/ 1136263 w 3644268"/>
                <a:gd name="csY3674" fmla="*/ 929169 h 2262782"/>
                <a:gd name="csX3675" fmla="*/ 1132459 w 3644268"/>
                <a:gd name="csY3675" fmla="*/ 925358 h 2262782"/>
                <a:gd name="csX3676" fmla="*/ 1128457 w 3644268"/>
                <a:gd name="csY3676" fmla="*/ 922055 h 2262782"/>
                <a:gd name="csX3677" fmla="*/ 1121077 w 3644268"/>
                <a:gd name="csY3677" fmla="*/ 919263 h 2262782"/>
                <a:gd name="csX3678" fmla="*/ 1117425 w 3644268"/>
                <a:gd name="csY3678" fmla="*/ 919933 h 2262782"/>
                <a:gd name="csX3679" fmla="*/ 1110744 w 3644268"/>
                <a:gd name="csY3679" fmla="*/ 913968 h 2262782"/>
                <a:gd name="csX3680" fmla="*/ 1108256 w 3644268"/>
                <a:gd name="csY3680" fmla="*/ 913131 h 2262782"/>
                <a:gd name="csX3681" fmla="*/ 1090216 w 3644268"/>
                <a:gd name="csY3681" fmla="*/ 914820 h 2262782"/>
                <a:gd name="csX3682" fmla="*/ 1079899 w 3644268"/>
                <a:gd name="csY3682" fmla="*/ 914036 h 2262782"/>
                <a:gd name="csX3683" fmla="*/ 1073820 w 3644268"/>
                <a:gd name="csY3683" fmla="*/ 915390 h 2262782"/>
                <a:gd name="csX3684" fmla="*/ 1070632 w 3644268"/>
                <a:gd name="csY3684" fmla="*/ 915215 h 2262782"/>
                <a:gd name="csX3685" fmla="*/ 1068638 w 3644268"/>
                <a:gd name="csY3685" fmla="*/ 914302 h 2262782"/>
                <a:gd name="csX3686" fmla="*/ 1068935 w 3644268"/>
                <a:gd name="csY3686" fmla="*/ 911814 h 2262782"/>
                <a:gd name="csX3687" fmla="*/ 1070008 w 3644268"/>
                <a:gd name="csY3687" fmla="*/ 910026 h 2262782"/>
                <a:gd name="csX3688" fmla="*/ 1069696 w 3644268"/>
                <a:gd name="csY3688" fmla="*/ 908482 h 2262782"/>
                <a:gd name="csX3689" fmla="*/ 1067939 w 3644268"/>
                <a:gd name="csY3689" fmla="*/ 908162 h 2262782"/>
                <a:gd name="csX3690" fmla="*/ 1063229 w 3644268"/>
                <a:gd name="csY3690" fmla="*/ 910087 h 2262782"/>
                <a:gd name="csX3691" fmla="*/ 1055712 w 3644268"/>
                <a:gd name="csY3691" fmla="*/ 930714 h 2262782"/>
                <a:gd name="csX3692" fmla="*/ 1051238 w 3644268"/>
                <a:gd name="csY3692" fmla="*/ 950504 h 2262782"/>
                <a:gd name="csX3693" fmla="*/ 1046490 w 3644268"/>
                <a:gd name="csY3693" fmla="*/ 976951 h 2262782"/>
                <a:gd name="csX3694" fmla="*/ 1043546 w 3644268"/>
                <a:gd name="csY3694" fmla="*/ 987968 h 2262782"/>
                <a:gd name="csX3695" fmla="*/ 1039262 w 3644268"/>
                <a:gd name="csY3695" fmla="*/ 999548 h 2262782"/>
                <a:gd name="csX3696" fmla="*/ 1032650 w 3644268"/>
                <a:gd name="csY3696" fmla="*/ 1008641 h 2262782"/>
                <a:gd name="csX3697" fmla="*/ 1023733 w 3644268"/>
                <a:gd name="csY3697" fmla="*/ 1017801 h 2262782"/>
                <a:gd name="csX3698" fmla="*/ 1018019 w 3644268"/>
                <a:gd name="csY3698" fmla="*/ 1022085 h 2262782"/>
                <a:gd name="csX3699" fmla="*/ 1010402 w 3644268"/>
                <a:gd name="csY3699" fmla="*/ 1026445 h 2262782"/>
                <a:gd name="csX3700" fmla="*/ 1007207 w 3644268"/>
                <a:gd name="csY3700" fmla="*/ 1035887 h 2262782"/>
                <a:gd name="csX3701" fmla="*/ 1004468 w 3644268"/>
                <a:gd name="csY3701" fmla="*/ 1039745 h 2262782"/>
                <a:gd name="csX3702" fmla="*/ 1005594 w 3644268"/>
                <a:gd name="csY3702" fmla="*/ 1042354 h 2262782"/>
                <a:gd name="csX3703" fmla="*/ 1008896 w 3644268"/>
                <a:gd name="csY3703" fmla="*/ 1040909 h 2262782"/>
                <a:gd name="csX3704" fmla="*/ 1007009 w 3644268"/>
                <a:gd name="csY3704" fmla="*/ 1047559 h 2262782"/>
                <a:gd name="csX3705" fmla="*/ 1005031 w 3644268"/>
                <a:gd name="csY3705" fmla="*/ 1051591 h 2262782"/>
                <a:gd name="csX3706" fmla="*/ 1005221 w 3644268"/>
                <a:gd name="csY3706" fmla="*/ 1053927 h 2262782"/>
                <a:gd name="csX3707" fmla="*/ 1005799 w 3644268"/>
                <a:gd name="csY3707" fmla="*/ 1056932 h 2262782"/>
                <a:gd name="csX3708" fmla="*/ 1008371 w 3644268"/>
                <a:gd name="csY3708" fmla="*/ 1058302 h 2262782"/>
                <a:gd name="csX3709" fmla="*/ 1015219 w 3644268"/>
                <a:gd name="csY3709" fmla="*/ 1055692 h 2262782"/>
                <a:gd name="csX3710" fmla="*/ 1016672 w 3644268"/>
                <a:gd name="csY3710" fmla="*/ 1058233 h 2262782"/>
                <a:gd name="csX3711" fmla="*/ 1018232 w 3644268"/>
                <a:gd name="csY3711" fmla="*/ 1062099 h 2262782"/>
                <a:gd name="csX3712" fmla="*/ 1017425 w 3644268"/>
                <a:gd name="csY3712" fmla="*/ 1077445 h 2262782"/>
                <a:gd name="csX3713" fmla="*/ 1015508 w 3644268"/>
                <a:gd name="csY3713" fmla="*/ 1090478 h 2262782"/>
                <a:gd name="csX3714" fmla="*/ 1015287 w 3644268"/>
                <a:gd name="csY3714" fmla="*/ 1095234 h 2262782"/>
                <a:gd name="csX3715" fmla="*/ 1016375 w 3644268"/>
                <a:gd name="csY3715" fmla="*/ 1098277 h 2262782"/>
                <a:gd name="csX3716" fmla="*/ 1017266 w 3644268"/>
                <a:gd name="csY3716" fmla="*/ 1102264 h 2262782"/>
                <a:gd name="csX3717" fmla="*/ 1015241 w 3644268"/>
                <a:gd name="csY3717" fmla="*/ 1107111 h 2262782"/>
                <a:gd name="csX3718" fmla="*/ 1013629 w 3644268"/>
                <a:gd name="csY3718" fmla="*/ 1108671 h 2262782"/>
                <a:gd name="csX3719" fmla="*/ 1010585 w 3644268"/>
                <a:gd name="csY3719" fmla="*/ 1108130 h 2262782"/>
                <a:gd name="csX3720" fmla="*/ 1008576 w 3644268"/>
                <a:gd name="csY3720" fmla="*/ 1118828 h 2262782"/>
                <a:gd name="csX3721" fmla="*/ 1007945 w 3644268"/>
                <a:gd name="csY3721" fmla="*/ 1125135 h 2262782"/>
                <a:gd name="csX3722" fmla="*/ 1007976 w 3644268"/>
                <a:gd name="csY3722" fmla="*/ 1130111 h 2262782"/>
                <a:gd name="csX3723" fmla="*/ 1008752 w 3644268"/>
                <a:gd name="csY3723" fmla="*/ 1133178 h 2262782"/>
                <a:gd name="csX3724" fmla="*/ 1009954 w 3644268"/>
                <a:gd name="csY3724" fmla="*/ 1136564 h 2262782"/>
                <a:gd name="csX3725" fmla="*/ 1010753 w 3644268"/>
                <a:gd name="csY3725" fmla="*/ 1133939 h 2262782"/>
                <a:gd name="csX3726" fmla="*/ 1011384 w 3644268"/>
                <a:gd name="csY3726" fmla="*/ 1130324 h 2262782"/>
                <a:gd name="csX3727" fmla="*/ 1013530 w 3644268"/>
                <a:gd name="csY3727" fmla="*/ 1127981 h 2262782"/>
                <a:gd name="csX3728" fmla="*/ 1025475 w 3644268"/>
                <a:gd name="csY3728" fmla="*/ 1134684 h 2262782"/>
                <a:gd name="csX3729" fmla="*/ 1028686 w 3644268"/>
                <a:gd name="csY3729" fmla="*/ 1138009 h 2262782"/>
                <a:gd name="csX3730" fmla="*/ 1033624 w 3644268"/>
                <a:gd name="csY3730" fmla="*/ 1141053 h 2262782"/>
                <a:gd name="csX3731" fmla="*/ 1035062 w 3644268"/>
                <a:gd name="csY3731" fmla="*/ 1144659 h 2262782"/>
                <a:gd name="csX3732" fmla="*/ 1036005 w 3644268"/>
                <a:gd name="csY3732" fmla="*/ 1155813 h 2262782"/>
                <a:gd name="csX3733" fmla="*/ 1041081 w 3644268"/>
                <a:gd name="csY3733" fmla="*/ 1165925 h 2262782"/>
                <a:gd name="csX3734" fmla="*/ 1045083 w 3644268"/>
                <a:gd name="csY3734" fmla="*/ 1171913 h 2262782"/>
                <a:gd name="csX3735" fmla="*/ 1047578 w 3644268"/>
                <a:gd name="csY3735" fmla="*/ 1174271 h 2262782"/>
                <a:gd name="csX3736" fmla="*/ 1049785 w 3644268"/>
                <a:gd name="csY3736" fmla="*/ 1174865 h 2262782"/>
                <a:gd name="csX3737" fmla="*/ 1053231 w 3644268"/>
                <a:gd name="csY3737" fmla="*/ 1172560 h 2262782"/>
                <a:gd name="csX3738" fmla="*/ 1057842 w 3644268"/>
                <a:gd name="csY3738" fmla="*/ 1172887 h 2262782"/>
                <a:gd name="csX3739" fmla="*/ 1055369 w 3644268"/>
                <a:gd name="csY3739" fmla="*/ 1180746 h 2262782"/>
                <a:gd name="csX3740" fmla="*/ 1051208 w 3644268"/>
                <a:gd name="csY3740" fmla="*/ 1195454 h 2262782"/>
                <a:gd name="csX3741" fmla="*/ 1044261 w 3644268"/>
                <a:gd name="csY3741" fmla="*/ 1208175 h 2262782"/>
                <a:gd name="csX3742" fmla="*/ 1041415 w 3644268"/>
                <a:gd name="csY3742" fmla="*/ 1210153 h 2262782"/>
                <a:gd name="csX3743" fmla="*/ 1036843 w 3644268"/>
                <a:gd name="csY3743" fmla="*/ 1204980 h 2262782"/>
                <a:gd name="csX3744" fmla="*/ 1030824 w 3644268"/>
                <a:gd name="csY3744" fmla="*/ 1200757 h 2262782"/>
                <a:gd name="csX3745" fmla="*/ 1027742 w 3644268"/>
                <a:gd name="csY3745" fmla="*/ 1198596 h 2262782"/>
                <a:gd name="csX3746" fmla="*/ 1025795 w 3644268"/>
                <a:gd name="csY3746" fmla="*/ 1194769 h 2262782"/>
                <a:gd name="csX3747" fmla="*/ 1015325 w 3644268"/>
                <a:gd name="csY3747" fmla="*/ 1184528 h 2262782"/>
                <a:gd name="csX3748" fmla="*/ 1012190 w 3644268"/>
                <a:gd name="csY3748" fmla="*/ 1177467 h 2262782"/>
                <a:gd name="csX3749" fmla="*/ 1006941 w 3644268"/>
                <a:gd name="csY3749" fmla="*/ 1176371 h 2262782"/>
                <a:gd name="csX3750" fmla="*/ 999675 w 3644268"/>
                <a:gd name="csY3750" fmla="*/ 1173062 h 2262782"/>
                <a:gd name="csX3751" fmla="*/ 998594 w 3644268"/>
                <a:gd name="csY3751" fmla="*/ 1172263 h 2262782"/>
                <a:gd name="csX3752" fmla="*/ 992599 w 3644268"/>
                <a:gd name="csY3752" fmla="*/ 1167804 h 2262782"/>
                <a:gd name="csX3753" fmla="*/ 986785 w 3644268"/>
                <a:gd name="csY3753" fmla="*/ 1165369 h 2262782"/>
                <a:gd name="csX3754" fmla="*/ 985142 w 3644268"/>
                <a:gd name="csY3754" fmla="*/ 1162060 h 2262782"/>
                <a:gd name="csX3755" fmla="*/ 980699 w 3644268"/>
                <a:gd name="csY3755" fmla="*/ 1159595 h 2262782"/>
                <a:gd name="csX3756" fmla="*/ 976408 w 3644268"/>
                <a:gd name="csY3756" fmla="*/ 1157921 h 2262782"/>
                <a:gd name="csX3757" fmla="*/ 970108 w 3644268"/>
                <a:gd name="csY3757" fmla="*/ 1153797 h 2262782"/>
                <a:gd name="csX3758" fmla="*/ 967217 w 3644268"/>
                <a:gd name="csY3758" fmla="*/ 1155121 h 2262782"/>
                <a:gd name="csX3759" fmla="*/ 967909 w 3644268"/>
                <a:gd name="csY3759" fmla="*/ 1150441 h 2262782"/>
                <a:gd name="csX3760" fmla="*/ 960726 w 3644268"/>
                <a:gd name="csY3760" fmla="*/ 1143761 h 2262782"/>
                <a:gd name="csX3761" fmla="*/ 952151 w 3644268"/>
                <a:gd name="csY3761" fmla="*/ 1137735 h 2262782"/>
                <a:gd name="csX3762" fmla="*/ 934446 w 3644268"/>
                <a:gd name="csY3762" fmla="*/ 1129130 h 2262782"/>
                <a:gd name="csX3763" fmla="*/ 918856 w 3644268"/>
                <a:gd name="csY3763" fmla="*/ 1124953 h 2262782"/>
                <a:gd name="csX3764" fmla="*/ 900474 w 3644268"/>
                <a:gd name="csY3764" fmla="*/ 1123728 h 2262782"/>
                <a:gd name="csX3765" fmla="*/ 884367 w 3644268"/>
                <a:gd name="csY3765" fmla="*/ 1118265 h 2262782"/>
                <a:gd name="csX3766" fmla="*/ 882084 w 3644268"/>
                <a:gd name="csY3766" fmla="*/ 1118531 h 2262782"/>
                <a:gd name="csX3767" fmla="*/ 880022 w 3644268"/>
                <a:gd name="csY3767" fmla="*/ 1120137 h 2262782"/>
                <a:gd name="csX3768" fmla="*/ 874597 w 3644268"/>
                <a:gd name="csY3768" fmla="*/ 1128080 h 2262782"/>
                <a:gd name="csX3769" fmla="*/ 868564 w 3644268"/>
                <a:gd name="csY3769" fmla="*/ 1130515 h 2262782"/>
                <a:gd name="csX3770" fmla="*/ 866304 w 3644268"/>
                <a:gd name="csY3770" fmla="*/ 1134296 h 2262782"/>
                <a:gd name="csX3771" fmla="*/ 869865 w 3644268"/>
                <a:gd name="csY3771" fmla="*/ 1142460 h 2262782"/>
                <a:gd name="csX3772" fmla="*/ 876857 w 3644268"/>
                <a:gd name="csY3772" fmla="*/ 1163384 h 2262782"/>
                <a:gd name="csX3773" fmla="*/ 880996 w 3644268"/>
                <a:gd name="csY3773" fmla="*/ 1161276 h 2262782"/>
                <a:gd name="csX3774" fmla="*/ 882601 w 3644268"/>
                <a:gd name="csY3774" fmla="*/ 1170756 h 2262782"/>
                <a:gd name="csX3775" fmla="*/ 880076 w 3644268"/>
                <a:gd name="csY3775" fmla="*/ 1176189 h 2262782"/>
                <a:gd name="csX3776" fmla="*/ 876286 w 3644268"/>
                <a:gd name="csY3776" fmla="*/ 1182588 h 2262782"/>
                <a:gd name="csX3777" fmla="*/ 873113 w 3644268"/>
                <a:gd name="csY3777" fmla="*/ 1186004 h 2262782"/>
                <a:gd name="csX3778" fmla="*/ 866091 w 3644268"/>
                <a:gd name="csY3778" fmla="*/ 1187731 h 2262782"/>
                <a:gd name="csX3779" fmla="*/ 860445 w 3644268"/>
                <a:gd name="csY3779" fmla="*/ 1187335 h 2262782"/>
                <a:gd name="csX3780" fmla="*/ 859784 w 3644268"/>
                <a:gd name="csY3780" fmla="*/ 1193278 h 2262782"/>
                <a:gd name="csX3781" fmla="*/ 861412 w 3644268"/>
                <a:gd name="csY3781" fmla="*/ 1198786 h 2262782"/>
                <a:gd name="csX3782" fmla="*/ 861016 w 3644268"/>
                <a:gd name="csY3782" fmla="*/ 1201061 h 2262782"/>
                <a:gd name="csX3783" fmla="*/ 860476 w 3644268"/>
                <a:gd name="csY3783" fmla="*/ 1203930 h 2262782"/>
                <a:gd name="csX3784" fmla="*/ 859654 w 3644268"/>
                <a:gd name="csY3784" fmla="*/ 1205429 h 2262782"/>
                <a:gd name="csX3785" fmla="*/ 858984 w 3644268"/>
                <a:gd name="csY3785" fmla="*/ 1206342 h 2262782"/>
                <a:gd name="csX3786" fmla="*/ 856816 w 3644268"/>
                <a:gd name="csY3786" fmla="*/ 1208000 h 2262782"/>
                <a:gd name="csX3787" fmla="*/ 854222 w 3644268"/>
                <a:gd name="csY3787" fmla="*/ 1208023 h 2262782"/>
                <a:gd name="csX3788" fmla="*/ 847952 w 3644268"/>
                <a:gd name="csY3788" fmla="*/ 1205177 h 2262782"/>
                <a:gd name="csX3789" fmla="*/ 843432 w 3644268"/>
                <a:gd name="csY3789" fmla="*/ 1202621 h 2262782"/>
                <a:gd name="csX3790" fmla="*/ 843714 w 3644268"/>
                <a:gd name="csY3790" fmla="*/ 1192600 h 2262782"/>
                <a:gd name="csX3791" fmla="*/ 846073 w 3644268"/>
                <a:gd name="csY3791" fmla="*/ 1188203 h 2262782"/>
                <a:gd name="csX3792" fmla="*/ 847686 w 3644268"/>
                <a:gd name="csY3792" fmla="*/ 1187198 h 2262782"/>
                <a:gd name="csX3793" fmla="*/ 849230 w 3644268"/>
                <a:gd name="csY3793" fmla="*/ 1185441 h 2262782"/>
                <a:gd name="csX3794" fmla="*/ 846020 w 3644268"/>
                <a:gd name="csY3794" fmla="*/ 1178882 h 2262782"/>
                <a:gd name="csX3795" fmla="*/ 843668 w 3644268"/>
                <a:gd name="csY3795" fmla="*/ 1176113 h 2262782"/>
                <a:gd name="csX3796" fmla="*/ 842588 w 3644268"/>
                <a:gd name="csY3796" fmla="*/ 1171593 h 2262782"/>
                <a:gd name="csX3797" fmla="*/ 842535 w 3644268"/>
                <a:gd name="csY3797" fmla="*/ 1169600 h 2262782"/>
                <a:gd name="csX3798" fmla="*/ 839575 w 3644268"/>
                <a:gd name="csY3798" fmla="*/ 1169737 h 2262782"/>
                <a:gd name="csX3799" fmla="*/ 827508 w 3644268"/>
                <a:gd name="csY3799" fmla="*/ 1174941 h 2262782"/>
                <a:gd name="csX3800" fmla="*/ 825012 w 3644268"/>
                <a:gd name="csY3800" fmla="*/ 1179811 h 2262782"/>
                <a:gd name="csX3801" fmla="*/ 823643 w 3644268"/>
                <a:gd name="csY3801" fmla="*/ 1176508 h 2262782"/>
                <a:gd name="csX3802" fmla="*/ 808083 w 3644268"/>
                <a:gd name="csY3802" fmla="*/ 1191132 h 2262782"/>
                <a:gd name="csX3803" fmla="*/ 801304 w 3644268"/>
                <a:gd name="csY3803" fmla="*/ 1196245 h 2262782"/>
                <a:gd name="csX3804" fmla="*/ 796663 w 3644268"/>
                <a:gd name="csY3804" fmla="*/ 1195499 h 2262782"/>
                <a:gd name="csX3805" fmla="*/ 790484 w 3644268"/>
                <a:gd name="csY3805" fmla="*/ 1192441 h 2262782"/>
                <a:gd name="csX3806" fmla="*/ 783127 w 3644268"/>
                <a:gd name="csY3806" fmla="*/ 1192144 h 2262782"/>
                <a:gd name="csX3807" fmla="*/ 778174 w 3644268"/>
                <a:gd name="csY3807" fmla="*/ 1190691 h 2262782"/>
                <a:gd name="csX3808" fmla="*/ 775633 w 3644268"/>
                <a:gd name="csY3808" fmla="*/ 1191368 h 2262782"/>
                <a:gd name="csX3809" fmla="*/ 770307 w 3644268"/>
                <a:gd name="csY3809" fmla="*/ 1194967 h 2262782"/>
                <a:gd name="csX3810" fmla="*/ 764813 w 3644268"/>
                <a:gd name="csY3810" fmla="*/ 1195438 h 2262782"/>
                <a:gd name="csX3811" fmla="*/ 759107 w 3644268"/>
                <a:gd name="csY3811" fmla="*/ 1200559 h 2262782"/>
                <a:gd name="csX3812" fmla="*/ 754245 w 3644268"/>
                <a:gd name="csY3812" fmla="*/ 1206722 h 2262782"/>
                <a:gd name="csX3813" fmla="*/ 752921 w 3644268"/>
                <a:gd name="csY3813" fmla="*/ 1216644 h 2262782"/>
                <a:gd name="csX3814" fmla="*/ 749862 w 3644268"/>
                <a:gd name="csY3814" fmla="*/ 1217655 h 2262782"/>
                <a:gd name="csX3815" fmla="*/ 746522 w 3644268"/>
                <a:gd name="csY3815" fmla="*/ 1212550 h 2262782"/>
                <a:gd name="csX3816" fmla="*/ 744704 w 3644268"/>
                <a:gd name="csY3816" fmla="*/ 1211333 h 2262782"/>
                <a:gd name="csX3817" fmla="*/ 742954 w 3644268"/>
                <a:gd name="csY3817" fmla="*/ 1212436 h 2262782"/>
                <a:gd name="csX3818" fmla="*/ 739515 w 3644268"/>
                <a:gd name="csY3818" fmla="*/ 1212938 h 2262782"/>
                <a:gd name="csX3819" fmla="*/ 736662 w 3644268"/>
                <a:gd name="csY3819" fmla="*/ 1213357 h 2262782"/>
                <a:gd name="csX3820" fmla="*/ 733861 w 3644268"/>
                <a:gd name="csY3820" fmla="*/ 1215183 h 2262782"/>
                <a:gd name="csX3821" fmla="*/ 732705 w 3644268"/>
                <a:gd name="csY3821" fmla="*/ 1214962 h 2262782"/>
                <a:gd name="csX3822" fmla="*/ 724191 w 3644268"/>
                <a:gd name="csY3822" fmla="*/ 1213326 h 2262782"/>
                <a:gd name="csX3823" fmla="*/ 721810 w 3644268"/>
                <a:gd name="csY3823" fmla="*/ 1213486 h 2262782"/>
                <a:gd name="csX3824" fmla="*/ 718766 w 3644268"/>
                <a:gd name="csY3824" fmla="*/ 1212870 h 2262782"/>
                <a:gd name="csX3825" fmla="*/ 719466 w 3644268"/>
                <a:gd name="csY3825" fmla="*/ 1210321 h 2262782"/>
                <a:gd name="csX3826" fmla="*/ 720524 w 3644268"/>
                <a:gd name="csY3826" fmla="*/ 1208502 h 2262782"/>
                <a:gd name="csX3827" fmla="*/ 725310 w 3644268"/>
                <a:gd name="csY3827" fmla="*/ 1207118 h 2262782"/>
                <a:gd name="csX3828" fmla="*/ 727942 w 3644268"/>
                <a:gd name="csY3828" fmla="*/ 1205063 h 2262782"/>
                <a:gd name="csX3829" fmla="*/ 730925 w 3644268"/>
                <a:gd name="csY3829" fmla="*/ 1206212 h 2262782"/>
                <a:gd name="csX3830" fmla="*/ 733085 w 3644268"/>
                <a:gd name="csY3830" fmla="*/ 1203146 h 2262782"/>
                <a:gd name="csX3831" fmla="*/ 732804 w 3644268"/>
                <a:gd name="csY3831" fmla="*/ 1197249 h 2262782"/>
                <a:gd name="csX3832" fmla="*/ 729418 w 3644268"/>
                <a:gd name="csY3832" fmla="*/ 1191581 h 2262782"/>
                <a:gd name="csX3833" fmla="*/ 731016 w 3644268"/>
                <a:gd name="csY3833" fmla="*/ 1187183 h 2262782"/>
                <a:gd name="csX3834" fmla="*/ 732241 w 3644268"/>
                <a:gd name="csY3834" fmla="*/ 1181736 h 2262782"/>
                <a:gd name="csX3835" fmla="*/ 733055 w 3644268"/>
                <a:gd name="csY3835" fmla="*/ 1181127 h 2262782"/>
                <a:gd name="csX3836" fmla="*/ 733930 w 3644268"/>
                <a:gd name="csY3836" fmla="*/ 1179217 h 2262782"/>
                <a:gd name="csX3837" fmla="*/ 732842 w 3644268"/>
                <a:gd name="csY3837" fmla="*/ 1177619 h 2262782"/>
                <a:gd name="csX3838" fmla="*/ 730248 w 3644268"/>
                <a:gd name="csY3838" fmla="*/ 1176828 h 2262782"/>
                <a:gd name="csX3839" fmla="*/ 730232 w 3644268"/>
                <a:gd name="csY3839" fmla="*/ 1175481 h 2262782"/>
                <a:gd name="csX3840" fmla="*/ 731876 w 3644268"/>
                <a:gd name="csY3840" fmla="*/ 1174348 h 2262782"/>
                <a:gd name="csX3841" fmla="*/ 742589 w 3644268"/>
                <a:gd name="csY3841" fmla="*/ 1172088 h 2262782"/>
                <a:gd name="csX3842" fmla="*/ 745038 w 3644268"/>
                <a:gd name="csY3842" fmla="*/ 1170444 h 2262782"/>
                <a:gd name="csX3843" fmla="*/ 738526 w 3644268"/>
                <a:gd name="csY3843" fmla="*/ 1169790 h 2262782"/>
                <a:gd name="csX3844" fmla="*/ 730331 w 3644268"/>
                <a:gd name="csY3844" fmla="*/ 1170231 h 2262782"/>
                <a:gd name="csX3845" fmla="*/ 722023 w 3644268"/>
                <a:gd name="csY3845" fmla="*/ 1175184 h 2262782"/>
                <a:gd name="csX3846" fmla="*/ 706448 w 3644268"/>
                <a:gd name="csY3846" fmla="*/ 1185890 h 2262782"/>
                <a:gd name="csX3847" fmla="*/ 699197 w 3644268"/>
                <a:gd name="csY3847" fmla="*/ 1193110 h 2262782"/>
                <a:gd name="csX3848" fmla="*/ 701137 w 3644268"/>
                <a:gd name="csY3848" fmla="*/ 1192989 h 2262782"/>
                <a:gd name="csX3849" fmla="*/ 703595 w 3644268"/>
                <a:gd name="csY3849" fmla="*/ 1194031 h 2262782"/>
                <a:gd name="csX3850" fmla="*/ 705679 w 3644268"/>
                <a:gd name="csY3850" fmla="*/ 1199068 h 2262782"/>
                <a:gd name="csX3851" fmla="*/ 707277 w 3644268"/>
                <a:gd name="csY3851" fmla="*/ 1200354 h 2262782"/>
                <a:gd name="csX3852" fmla="*/ 706151 w 3644268"/>
                <a:gd name="csY3852" fmla="*/ 1203679 h 2262782"/>
                <a:gd name="csX3853" fmla="*/ 701989 w 3644268"/>
                <a:gd name="csY3853" fmla="*/ 1206266 h 2262782"/>
                <a:gd name="csX3854" fmla="*/ 700315 w 3644268"/>
                <a:gd name="csY3854" fmla="*/ 1208023 h 2262782"/>
                <a:gd name="csX3855" fmla="*/ 698725 w 3644268"/>
                <a:gd name="csY3855" fmla="*/ 1208716 h 2262782"/>
                <a:gd name="csX3856" fmla="*/ 697378 w 3644268"/>
                <a:gd name="csY3856" fmla="*/ 1208069 h 2262782"/>
                <a:gd name="csX3857" fmla="*/ 695766 w 3644268"/>
                <a:gd name="csY3857" fmla="*/ 1206714 h 2262782"/>
                <a:gd name="csX3858" fmla="*/ 696701 w 3644268"/>
                <a:gd name="csY3858" fmla="*/ 1204150 h 2262782"/>
                <a:gd name="csX3859" fmla="*/ 697934 w 3644268"/>
                <a:gd name="csY3859" fmla="*/ 1201776 h 2262782"/>
                <a:gd name="csX3860" fmla="*/ 694594 w 3644268"/>
                <a:gd name="csY3860" fmla="*/ 1197546 h 2262782"/>
                <a:gd name="csX3861" fmla="*/ 693034 w 3644268"/>
                <a:gd name="csY3861" fmla="*/ 1197006 h 2262782"/>
                <a:gd name="csX3862" fmla="*/ 691733 w 3644268"/>
                <a:gd name="csY3862" fmla="*/ 1197158 h 2262782"/>
                <a:gd name="csX3863" fmla="*/ 683660 w 3644268"/>
                <a:gd name="csY3863" fmla="*/ 1200795 h 2262782"/>
                <a:gd name="csX3864" fmla="*/ 677665 w 3644268"/>
                <a:gd name="csY3864" fmla="*/ 1205086 h 2262782"/>
                <a:gd name="csX3865" fmla="*/ 672164 w 3644268"/>
                <a:gd name="csY3865" fmla="*/ 1207346 h 2262782"/>
                <a:gd name="csX3866" fmla="*/ 667043 w 3644268"/>
                <a:gd name="csY3866" fmla="*/ 1208122 h 2262782"/>
                <a:gd name="csX3867" fmla="*/ 664061 w 3644268"/>
                <a:gd name="csY3867" fmla="*/ 1209986 h 2262782"/>
                <a:gd name="csX3868" fmla="*/ 657966 w 3644268"/>
                <a:gd name="csY3868" fmla="*/ 1215708 h 2262782"/>
                <a:gd name="csX3869" fmla="*/ 654108 w 3644268"/>
                <a:gd name="csY3869" fmla="*/ 1218180 h 2262782"/>
                <a:gd name="csX3870" fmla="*/ 647657 w 3644268"/>
                <a:gd name="csY3870" fmla="*/ 1224488 h 2262782"/>
                <a:gd name="csX3871" fmla="*/ 631085 w 3644268"/>
                <a:gd name="csY3871" fmla="*/ 1235566 h 2262782"/>
                <a:gd name="csX3872" fmla="*/ 626786 w 3644268"/>
                <a:gd name="csY3872" fmla="*/ 1236510 h 2262782"/>
                <a:gd name="csX3873" fmla="*/ 624367 w 3644268"/>
                <a:gd name="csY3873" fmla="*/ 1235612 h 2262782"/>
                <a:gd name="csX3874" fmla="*/ 622525 w 3644268"/>
                <a:gd name="csY3874" fmla="*/ 1234120 h 2262782"/>
                <a:gd name="csX3875" fmla="*/ 621270 w 3644268"/>
                <a:gd name="csY3875" fmla="*/ 1235353 h 2262782"/>
                <a:gd name="csX3876" fmla="*/ 622700 w 3644268"/>
                <a:gd name="csY3876" fmla="*/ 1238024 h 2262782"/>
                <a:gd name="csX3877" fmla="*/ 625158 w 3644268"/>
                <a:gd name="csY3877" fmla="*/ 1243418 h 2262782"/>
                <a:gd name="csX3878" fmla="*/ 624207 w 3644268"/>
                <a:gd name="csY3878" fmla="*/ 1246226 h 2262782"/>
                <a:gd name="csX3879" fmla="*/ 620380 w 3644268"/>
                <a:gd name="csY3879" fmla="*/ 1245450 h 2262782"/>
                <a:gd name="csX3880" fmla="*/ 612368 w 3644268"/>
                <a:gd name="csY3880" fmla="*/ 1247968 h 2262782"/>
                <a:gd name="csX3881" fmla="*/ 603740 w 3644268"/>
                <a:gd name="csY3881" fmla="*/ 1251673 h 2262782"/>
                <a:gd name="csX3882" fmla="*/ 603907 w 3644268"/>
                <a:gd name="csY3882" fmla="*/ 1255523 h 2262782"/>
                <a:gd name="csX3883" fmla="*/ 604455 w 3644268"/>
                <a:gd name="csY3883" fmla="*/ 1258902 h 2262782"/>
                <a:gd name="csX3884" fmla="*/ 602986 w 3644268"/>
                <a:gd name="csY3884" fmla="*/ 1264395 h 2262782"/>
                <a:gd name="csX3885" fmla="*/ 601465 w 3644268"/>
                <a:gd name="csY3885" fmla="*/ 1268831 h 2262782"/>
                <a:gd name="csX3886" fmla="*/ 600202 w 3644268"/>
                <a:gd name="csY3886" fmla="*/ 1281507 h 2262782"/>
                <a:gd name="csX3887" fmla="*/ 599068 w 3644268"/>
                <a:gd name="csY3887" fmla="*/ 1285280 h 2262782"/>
                <a:gd name="csX3888" fmla="*/ 595659 w 3644268"/>
                <a:gd name="csY3888" fmla="*/ 1287791 h 2262782"/>
                <a:gd name="csX3889" fmla="*/ 578456 w 3644268"/>
                <a:gd name="csY3889" fmla="*/ 1293460 h 2262782"/>
                <a:gd name="csX3890" fmla="*/ 575497 w 3644268"/>
                <a:gd name="csY3890" fmla="*/ 1293810 h 2262782"/>
                <a:gd name="csX3891" fmla="*/ 574218 w 3644268"/>
                <a:gd name="csY3891" fmla="*/ 1294829 h 2262782"/>
                <a:gd name="csX3892" fmla="*/ 573283 w 3644268"/>
                <a:gd name="csY3892" fmla="*/ 1293810 h 2262782"/>
                <a:gd name="csX3893" fmla="*/ 570064 w 3644268"/>
                <a:gd name="csY3893" fmla="*/ 1292516 h 2262782"/>
                <a:gd name="csX3894" fmla="*/ 565499 w 3644268"/>
                <a:gd name="csY3894" fmla="*/ 1292478 h 2262782"/>
                <a:gd name="csX3895" fmla="*/ 563407 w 3644268"/>
                <a:gd name="csY3895" fmla="*/ 1291961 h 2262782"/>
                <a:gd name="csX3896" fmla="*/ 561254 w 3644268"/>
                <a:gd name="csY3896" fmla="*/ 1289899 h 2262782"/>
                <a:gd name="csX3897" fmla="*/ 558416 w 3644268"/>
                <a:gd name="csY3897" fmla="*/ 1284558 h 2262782"/>
                <a:gd name="csX3898" fmla="*/ 554353 w 3644268"/>
                <a:gd name="csY3898" fmla="*/ 1273791 h 2262782"/>
                <a:gd name="csX3899" fmla="*/ 545313 w 3644268"/>
                <a:gd name="csY3899" fmla="*/ 1268328 h 2262782"/>
                <a:gd name="csX3900" fmla="*/ 541053 w 3644268"/>
                <a:gd name="csY3900" fmla="*/ 1264676 h 2262782"/>
                <a:gd name="csX3901" fmla="*/ 540254 w 3644268"/>
                <a:gd name="csY3901" fmla="*/ 1261215 h 2262782"/>
                <a:gd name="csX3902" fmla="*/ 541045 w 3644268"/>
                <a:gd name="csY3902" fmla="*/ 1257638 h 2262782"/>
                <a:gd name="csX3903" fmla="*/ 550328 w 3644268"/>
                <a:gd name="csY3903" fmla="*/ 1245807 h 2262782"/>
                <a:gd name="csX3904" fmla="*/ 553630 w 3644268"/>
                <a:gd name="csY3904" fmla="*/ 1241942 h 2262782"/>
                <a:gd name="csX3905" fmla="*/ 567409 w 3644268"/>
                <a:gd name="csY3905" fmla="*/ 1238518 h 2262782"/>
                <a:gd name="csX3906" fmla="*/ 572849 w 3644268"/>
                <a:gd name="csY3906" fmla="*/ 1238206 h 2262782"/>
                <a:gd name="csX3907" fmla="*/ 578426 w 3644268"/>
                <a:gd name="csY3907" fmla="*/ 1236783 h 2262782"/>
                <a:gd name="csX3908" fmla="*/ 578281 w 3644268"/>
                <a:gd name="csY3908" fmla="*/ 1229882 h 2262782"/>
                <a:gd name="csX3909" fmla="*/ 572864 w 3644268"/>
                <a:gd name="csY3909" fmla="*/ 1221414 h 2262782"/>
                <a:gd name="csX3910" fmla="*/ 567074 w 3644268"/>
                <a:gd name="csY3910" fmla="*/ 1211500 h 2262782"/>
                <a:gd name="csX3911" fmla="*/ 561383 w 3644268"/>
                <a:gd name="csY3911" fmla="*/ 1200589 h 2262782"/>
                <a:gd name="csX3912" fmla="*/ 553424 w 3644268"/>
                <a:gd name="csY3912" fmla="*/ 1196694 h 2262782"/>
                <a:gd name="csX3913" fmla="*/ 544005 w 3644268"/>
                <a:gd name="csY3913" fmla="*/ 1194845 h 2262782"/>
                <a:gd name="csX3914" fmla="*/ 524725 w 3644268"/>
                <a:gd name="csY3914" fmla="*/ 1196968 h 2262782"/>
                <a:gd name="csX3915" fmla="*/ 522008 w 3644268"/>
                <a:gd name="csY3915" fmla="*/ 1196557 h 2262782"/>
                <a:gd name="csX3916" fmla="*/ 509705 w 3644268"/>
                <a:gd name="csY3916" fmla="*/ 1188895 h 2262782"/>
                <a:gd name="csX3917" fmla="*/ 508450 w 3644268"/>
                <a:gd name="csY3917" fmla="*/ 1188781 h 2262782"/>
                <a:gd name="csX3918" fmla="*/ 506738 w 3644268"/>
                <a:gd name="csY3918" fmla="*/ 1189268 h 2262782"/>
                <a:gd name="csX3919" fmla="*/ 507271 w 3644268"/>
                <a:gd name="csY3919" fmla="*/ 1191474 h 2262782"/>
                <a:gd name="csX3920" fmla="*/ 508252 w 3644268"/>
                <a:gd name="csY3920" fmla="*/ 1193072 h 2262782"/>
                <a:gd name="csX3921" fmla="*/ 524588 w 3644268"/>
                <a:gd name="csY3921" fmla="*/ 1209431 h 2262782"/>
                <a:gd name="csX3922" fmla="*/ 525349 w 3644268"/>
                <a:gd name="csY3922" fmla="*/ 1213661 h 2262782"/>
                <a:gd name="csX3923" fmla="*/ 525821 w 3644268"/>
                <a:gd name="csY3923" fmla="*/ 1219367 h 2262782"/>
                <a:gd name="csX3924" fmla="*/ 525547 w 3644268"/>
                <a:gd name="csY3924" fmla="*/ 1221764 h 2262782"/>
                <a:gd name="csX3925" fmla="*/ 525927 w 3644268"/>
                <a:gd name="csY3925" fmla="*/ 1224130 h 2262782"/>
                <a:gd name="csX3926" fmla="*/ 525790 w 3644268"/>
                <a:gd name="csY3926" fmla="*/ 1228444 h 2262782"/>
                <a:gd name="csX3927" fmla="*/ 521758 w 3644268"/>
                <a:gd name="csY3927" fmla="*/ 1246819 h 2262782"/>
                <a:gd name="csX3928" fmla="*/ 517915 w 3644268"/>
                <a:gd name="csY3928" fmla="*/ 1259746 h 2262782"/>
                <a:gd name="csX3929" fmla="*/ 516622 w 3644268"/>
                <a:gd name="csY3929" fmla="*/ 1265833 h 2262782"/>
                <a:gd name="csX3930" fmla="*/ 516333 w 3644268"/>
                <a:gd name="csY3930" fmla="*/ 1269980 h 2262782"/>
                <a:gd name="csX3931" fmla="*/ 517893 w 3644268"/>
                <a:gd name="csY3931" fmla="*/ 1273609 h 2262782"/>
                <a:gd name="csX3932" fmla="*/ 522572 w 3644268"/>
                <a:gd name="csY3932" fmla="*/ 1274781 h 2262782"/>
                <a:gd name="csX3933" fmla="*/ 527213 w 3644268"/>
                <a:gd name="csY3933" fmla="*/ 1278494 h 2262782"/>
                <a:gd name="csX3934" fmla="*/ 529610 w 3644268"/>
                <a:gd name="csY3934" fmla="*/ 1283721 h 2262782"/>
                <a:gd name="csX3935" fmla="*/ 530150 w 3644268"/>
                <a:gd name="csY3935" fmla="*/ 1287342 h 2262782"/>
                <a:gd name="csX3936" fmla="*/ 530317 w 3644268"/>
                <a:gd name="csY3936" fmla="*/ 1295111 h 2262782"/>
                <a:gd name="csX3937" fmla="*/ 531420 w 3644268"/>
                <a:gd name="csY3937" fmla="*/ 1301745 h 2262782"/>
                <a:gd name="csX3938" fmla="*/ 527738 w 3644268"/>
                <a:gd name="csY3938" fmla="*/ 1311948 h 2262782"/>
                <a:gd name="csX3939" fmla="*/ 525691 w 3644268"/>
                <a:gd name="csY3939" fmla="*/ 1315928 h 2262782"/>
                <a:gd name="csX3940" fmla="*/ 523058 w 3644268"/>
                <a:gd name="csY3940" fmla="*/ 1325058 h 2262782"/>
                <a:gd name="csX3941" fmla="*/ 524086 w 3644268"/>
                <a:gd name="csY3941" fmla="*/ 1331518 h 2262782"/>
                <a:gd name="csX3942" fmla="*/ 523812 w 3644268"/>
                <a:gd name="csY3942" fmla="*/ 1334051 h 2262782"/>
                <a:gd name="csX3943" fmla="*/ 523211 w 3644268"/>
                <a:gd name="csY3943" fmla="*/ 1336988 h 2262782"/>
                <a:gd name="csX3944" fmla="*/ 521339 w 3644268"/>
                <a:gd name="csY3944" fmla="*/ 1334827 h 2262782"/>
                <a:gd name="csX3945" fmla="*/ 519787 w 3644268"/>
                <a:gd name="csY3945" fmla="*/ 1332256 h 2262782"/>
                <a:gd name="csX3946" fmla="*/ 517641 w 3644268"/>
                <a:gd name="csY3946" fmla="*/ 1329958 h 2262782"/>
                <a:gd name="csX3947" fmla="*/ 515359 w 3644268"/>
                <a:gd name="csY3947" fmla="*/ 1329113 h 2262782"/>
                <a:gd name="csX3948" fmla="*/ 512947 w 3644268"/>
                <a:gd name="csY3948" fmla="*/ 1329730 h 2262782"/>
                <a:gd name="csX3949" fmla="*/ 511197 w 3644268"/>
                <a:gd name="csY3949" fmla="*/ 1330962 h 2262782"/>
                <a:gd name="csX3950" fmla="*/ 511379 w 3644268"/>
                <a:gd name="csY3950" fmla="*/ 1328322 h 2262782"/>
                <a:gd name="csX3951" fmla="*/ 513578 w 3644268"/>
                <a:gd name="csY3951" fmla="*/ 1324221 h 2262782"/>
                <a:gd name="csX3952" fmla="*/ 512513 w 3644268"/>
                <a:gd name="csY3952" fmla="*/ 1322091 h 2262782"/>
                <a:gd name="csX3953" fmla="*/ 511395 w 3644268"/>
                <a:gd name="csY3953" fmla="*/ 1320493 h 2262782"/>
                <a:gd name="csX3954" fmla="*/ 504608 w 3644268"/>
                <a:gd name="csY3954" fmla="*/ 1315479 h 2262782"/>
                <a:gd name="csX3955" fmla="*/ 499761 w 3644268"/>
                <a:gd name="csY3955" fmla="*/ 1315190 h 2262782"/>
                <a:gd name="csX3956" fmla="*/ 495500 w 3644268"/>
                <a:gd name="csY3956" fmla="*/ 1315699 h 2262782"/>
                <a:gd name="csX3957" fmla="*/ 491140 w 3644268"/>
                <a:gd name="csY3957" fmla="*/ 1315106 h 2262782"/>
                <a:gd name="csX3958" fmla="*/ 487907 w 3644268"/>
                <a:gd name="csY3958" fmla="*/ 1311910 h 2262782"/>
                <a:gd name="csX3959" fmla="*/ 484985 w 3644268"/>
                <a:gd name="csY3959" fmla="*/ 1310183 h 2262782"/>
                <a:gd name="csX3960" fmla="*/ 482779 w 3644268"/>
                <a:gd name="csY3960" fmla="*/ 1309917 h 2262782"/>
                <a:gd name="csX3961" fmla="*/ 480070 w 3644268"/>
                <a:gd name="csY3961" fmla="*/ 1312785 h 2262782"/>
                <a:gd name="csX3962" fmla="*/ 473603 w 3644268"/>
                <a:gd name="csY3962" fmla="*/ 1323780 h 2262782"/>
                <a:gd name="csX3963" fmla="*/ 467090 w 3644268"/>
                <a:gd name="csY3963" fmla="*/ 1330955 h 2262782"/>
                <a:gd name="csX3964" fmla="*/ 458553 w 3644268"/>
                <a:gd name="csY3964" fmla="*/ 1336341 h 2262782"/>
                <a:gd name="csX3965" fmla="*/ 452108 w 3644268"/>
                <a:gd name="csY3965" fmla="*/ 1338084 h 2262782"/>
                <a:gd name="csX3966" fmla="*/ 450343 w 3644268"/>
                <a:gd name="csY3966" fmla="*/ 1339362 h 2262782"/>
                <a:gd name="csX3967" fmla="*/ 446532 w 3644268"/>
                <a:gd name="csY3967" fmla="*/ 1345609 h 2262782"/>
                <a:gd name="csX3968" fmla="*/ 442575 w 3644268"/>
                <a:gd name="csY3968" fmla="*/ 1350402 h 2262782"/>
                <a:gd name="csX3969" fmla="*/ 431657 w 3644268"/>
                <a:gd name="csY3969" fmla="*/ 1358361 h 2262782"/>
                <a:gd name="csX3970" fmla="*/ 430896 w 3644268"/>
                <a:gd name="csY3970" fmla="*/ 1361617 h 2262782"/>
                <a:gd name="csX3971" fmla="*/ 430211 w 3644268"/>
                <a:gd name="csY3971" fmla="*/ 1366076 h 2262782"/>
                <a:gd name="csX3972" fmla="*/ 431254 w 3644268"/>
                <a:gd name="csY3972" fmla="*/ 1371105 h 2262782"/>
                <a:gd name="csX3973" fmla="*/ 433354 w 3644268"/>
                <a:gd name="csY3973" fmla="*/ 1375959 h 2262782"/>
                <a:gd name="csX3974" fmla="*/ 438611 w 3644268"/>
                <a:gd name="csY3974" fmla="*/ 1385683 h 2262782"/>
                <a:gd name="csX3975" fmla="*/ 441571 w 3644268"/>
                <a:gd name="csY3975" fmla="*/ 1388977 h 2262782"/>
                <a:gd name="csX3976" fmla="*/ 443587 w 3644268"/>
                <a:gd name="csY3976" fmla="*/ 1394106 h 2262782"/>
                <a:gd name="csX3977" fmla="*/ 445071 w 3644268"/>
                <a:gd name="csY3977" fmla="*/ 1400002 h 2262782"/>
                <a:gd name="csX3978" fmla="*/ 444279 w 3644268"/>
                <a:gd name="csY3978" fmla="*/ 1401197 h 2262782"/>
                <a:gd name="csX3979" fmla="*/ 439920 w 3644268"/>
                <a:gd name="csY3979" fmla="*/ 1399744 h 2262782"/>
                <a:gd name="csX3980" fmla="*/ 436808 w 3644268"/>
                <a:gd name="csY3980" fmla="*/ 1400406 h 2262782"/>
                <a:gd name="csX3981" fmla="*/ 432342 w 3644268"/>
                <a:gd name="csY3981" fmla="*/ 1404415 h 2262782"/>
                <a:gd name="csX3982" fmla="*/ 432007 w 3644268"/>
                <a:gd name="csY3982" fmla="*/ 1406119 h 2262782"/>
                <a:gd name="csX3983" fmla="*/ 430409 w 3644268"/>
                <a:gd name="csY3983" fmla="*/ 1410068 h 2262782"/>
                <a:gd name="csX3984" fmla="*/ 426339 w 3644268"/>
                <a:gd name="csY3984" fmla="*/ 1410388 h 2262782"/>
                <a:gd name="csX3985" fmla="*/ 415367 w 3644268"/>
                <a:gd name="csY3985" fmla="*/ 1403251 h 2262782"/>
                <a:gd name="csX3986" fmla="*/ 405963 w 3644268"/>
                <a:gd name="csY3986" fmla="*/ 1399614 h 2262782"/>
                <a:gd name="csX3987" fmla="*/ 404426 w 3644268"/>
                <a:gd name="csY3987" fmla="*/ 1399386 h 2262782"/>
                <a:gd name="csX3988" fmla="*/ 402310 w 3644268"/>
                <a:gd name="csY3988" fmla="*/ 1397583 h 2262782"/>
                <a:gd name="csX3989" fmla="*/ 401671 w 3644268"/>
                <a:gd name="csY3989" fmla="*/ 1396084 h 2262782"/>
                <a:gd name="csX3990" fmla="*/ 397746 w 3644268"/>
                <a:gd name="csY3990" fmla="*/ 1396381 h 2262782"/>
                <a:gd name="csX3991" fmla="*/ 395349 w 3644268"/>
                <a:gd name="csY3991" fmla="*/ 1396213 h 2262782"/>
                <a:gd name="csX3992" fmla="*/ 393081 w 3644268"/>
                <a:gd name="csY3992" fmla="*/ 1394996 h 2262782"/>
                <a:gd name="csX3993" fmla="*/ 382802 w 3644268"/>
                <a:gd name="csY3993" fmla="*/ 1383416 h 2262782"/>
                <a:gd name="csX3994" fmla="*/ 374532 w 3644268"/>
                <a:gd name="csY3994" fmla="*/ 1379048 h 2262782"/>
                <a:gd name="csX3995" fmla="*/ 372599 w 3644268"/>
                <a:gd name="csY3995" fmla="*/ 1378965 h 2262782"/>
                <a:gd name="csX3996" fmla="*/ 369023 w 3644268"/>
                <a:gd name="csY3996" fmla="*/ 1380159 h 2262782"/>
                <a:gd name="csX3997" fmla="*/ 366954 w 3644268"/>
                <a:gd name="csY3997" fmla="*/ 1389533 h 2262782"/>
                <a:gd name="csX3998" fmla="*/ 364116 w 3644268"/>
                <a:gd name="csY3998" fmla="*/ 1392135 h 2262782"/>
                <a:gd name="csX3999" fmla="*/ 361590 w 3644268"/>
                <a:gd name="csY3999" fmla="*/ 1391975 h 2262782"/>
                <a:gd name="csX4000" fmla="*/ 361453 w 3644268"/>
                <a:gd name="csY4000" fmla="*/ 1396563 h 2262782"/>
                <a:gd name="csX4001" fmla="*/ 362533 w 3644268"/>
                <a:gd name="csY4001" fmla="*/ 1399386 h 2262782"/>
                <a:gd name="csX4002" fmla="*/ 363499 w 3644268"/>
                <a:gd name="csY4002" fmla="*/ 1401410 h 2262782"/>
                <a:gd name="csX4003" fmla="*/ 366604 w 3644268"/>
                <a:gd name="csY4003" fmla="*/ 1404666 h 2262782"/>
                <a:gd name="csX4004" fmla="*/ 372394 w 3644268"/>
                <a:gd name="csY4004" fmla="*/ 1414413 h 2262782"/>
                <a:gd name="csX4005" fmla="*/ 375452 w 3644268"/>
                <a:gd name="csY4005" fmla="*/ 1418400 h 2262782"/>
                <a:gd name="csX4006" fmla="*/ 377712 w 3644268"/>
                <a:gd name="csY4006" fmla="*/ 1419906 h 2262782"/>
                <a:gd name="csX4007" fmla="*/ 380702 w 3644268"/>
                <a:gd name="csY4007" fmla="*/ 1420119 h 2262782"/>
                <a:gd name="csX4008" fmla="*/ 387345 w 3644268"/>
                <a:gd name="csY4008" fmla="*/ 1418970 h 2262782"/>
                <a:gd name="csX4009" fmla="*/ 389543 w 3644268"/>
                <a:gd name="csY4009" fmla="*/ 1420477 h 2262782"/>
                <a:gd name="csX4010" fmla="*/ 391895 w 3644268"/>
                <a:gd name="csY4010" fmla="*/ 1422752 h 2262782"/>
                <a:gd name="csX4011" fmla="*/ 392397 w 3644268"/>
                <a:gd name="csY4011" fmla="*/ 1428306 h 2262782"/>
                <a:gd name="csX4012" fmla="*/ 394215 w 3644268"/>
                <a:gd name="csY4012" fmla="*/ 1433982 h 2262782"/>
                <a:gd name="csX4013" fmla="*/ 394398 w 3644268"/>
                <a:gd name="csY4013" fmla="*/ 1437162 h 2262782"/>
                <a:gd name="csX4014" fmla="*/ 392199 w 3644268"/>
                <a:gd name="csY4014" fmla="*/ 1440891 h 2262782"/>
                <a:gd name="csX4015" fmla="*/ 385100 w 3644268"/>
                <a:gd name="csY4015" fmla="*/ 1443592 h 2262782"/>
                <a:gd name="csX4016" fmla="*/ 380976 w 3644268"/>
                <a:gd name="csY4016" fmla="*/ 1447464 h 2262782"/>
                <a:gd name="csX4017" fmla="*/ 379493 w 3644268"/>
                <a:gd name="csY4017" fmla="*/ 1447305 h 2262782"/>
                <a:gd name="csX4018" fmla="*/ 371001 w 3644268"/>
                <a:gd name="csY4018" fmla="*/ 1442808 h 2262782"/>
                <a:gd name="csX4019" fmla="*/ 365424 w 3644268"/>
                <a:gd name="csY4019" fmla="*/ 1441081 h 2262782"/>
                <a:gd name="csX4020" fmla="*/ 357976 w 3644268"/>
                <a:gd name="csY4020" fmla="*/ 1438273 h 2262782"/>
                <a:gd name="csX4021" fmla="*/ 356629 w 3644268"/>
                <a:gd name="csY4021" fmla="*/ 1436736 h 2262782"/>
                <a:gd name="csX4022" fmla="*/ 353304 w 3644268"/>
                <a:gd name="csY4022" fmla="*/ 1429181 h 2262782"/>
                <a:gd name="csX4023" fmla="*/ 345954 w 3644268"/>
                <a:gd name="csY4023" fmla="*/ 1421999 h 2262782"/>
                <a:gd name="csX4024" fmla="*/ 342644 w 3644268"/>
                <a:gd name="csY4024" fmla="*/ 1419883 h 2262782"/>
                <a:gd name="csX4025" fmla="*/ 338049 w 3644268"/>
                <a:gd name="csY4025" fmla="*/ 1421436 h 2262782"/>
                <a:gd name="csX4026" fmla="*/ 334883 w 3644268"/>
                <a:gd name="csY4026" fmla="*/ 1420659 h 2262782"/>
                <a:gd name="csX4027" fmla="*/ 329573 w 3644268"/>
                <a:gd name="csY4027" fmla="*/ 1416825 h 2262782"/>
                <a:gd name="csX4028" fmla="*/ 326035 w 3644268"/>
                <a:gd name="csY4028" fmla="*/ 1410890 h 2262782"/>
                <a:gd name="csX4029" fmla="*/ 325791 w 3644268"/>
                <a:gd name="csY4029" fmla="*/ 1403593 h 2262782"/>
                <a:gd name="csX4030" fmla="*/ 326796 w 3644268"/>
                <a:gd name="csY4030" fmla="*/ 1401996 h 2262782"/>
                <a:gd name="csX4031" fmla="*/ 327792 w 3644268"/>
                <a:gd name="csY4031" fmla="*/ 1401136 h 2262782"/>
                <a:gd name="csX4032" fmla="*/ 325244 w 3644268"/>
                <a:gd name="csY4032" fmla="*/ 1398922 h 2262782"/>
                <a:gd name="csX4033" fmla="*/ 325122 w 3644268"/>
                <a:gd name="csY4033" fmla="*/ 1393276 h 2262782"/>
                <a:gd name="csX4034" fmla="*/ 324619 w 3644268"/>
                <a:gd name="csY4034" fmla="*/ 1389586 h 2262782"/>
                <a:gd name="csX4035" fmla="*/ 321789 w 3644268"/>
                <a:gd name="csY4035" fmla="*/ 1380372 h 2262782"/>
                <a:gd name="csX4036" fmla="*/ 318906 w 3644268"/>
                <a:gd name="csY4036" fmla="*/ 1374787 h 2262782"/>
                <a:gd name="csX4037" fmla="*/ 316143 w 3644268"/>
                <a:gd name="csY4037" fmla="*/ 1368761 h 2262782"/>
                <a:gd name="csX4038" fmla="*/ 319088 w 3644268"/>
                <a:gd name="csY4038" fmla="*/ 1365634 h 2262782"/>
                <a:gd name="csX4039" fmla="*/ 320617 w 3644268"/>
                <a:gd name="csY4039" fmla="*/ 1362895 h 2262782"/>
                <a:gd name="csX4040" fmla="*/ 322748 w 3644268"/>
                <a:gd name="csY4040" fmla="*/ 1354944 h 2262782"/>
                <a:gd name="csX4041" fmla="*/ 323158 w 3644268"/>
                <a:gd name="csY4041" fmla="*/ 1352236 h 2262782"/>
                <a:gd name="csX4042" fmla="*/ 324064 w 3644268"/>
                <a:gd name="csY4042" fmla="*/ 1349542 h 2262782"/>
                <a:gd name="csX4043" fmla="*/ 324406 w 3644268"/>
                <a:gd name="csY4043" fmla="*/ 1347039 h 2262782"/>
                <a:gd name="csX4044" fmla="*/ 324262 w 3644268"/>
                <a:gd name="csY4044" fmla="*/ 1344528 h 2262782"/>
                <a:gd name="csX4045" fmla="*/ 322238 w 3644268"/>
                <a:gd name="csY4045" fmla="*/ 1339963 h 2262782"/>
                <a:gd name="csX4046" fmla="*/ 316006 w 3644268"/>
                <a:gd name="csY4046" fmla="*/ 1330688 h 2262782"/>
                <a:gd name="csX4047" fmla="*/ 309874 w 3644268"/>
                <a:gd name="csY4047" fmla="*/ 1325575 h 2262782"/>
                <a:gd name="csX4048" fmla="*/ 298210 w 3644268"/>
                <a:gd name="csY4048" fmla="*/ 1320500 h 2262782"/>
                <a:gd name="csX4049" fmla="*/ 294992 w 3644268"/>
                <a:gd name="csY4049" fmla="*/ 1320790 h 2262782"/>
                <a:gd name="csX4050" fmla="*/ 293812 w 3644268"/>
                <a:gd name="csY4050" fmla="*/ 1320052 h 2262782"/>
                <a:gd name="csX4051" fmla="*/ 296300 w 3644268"/>
                <a:gd name="csY4051" fmla="*/ 1319131 h 2262782"/>
                <a:gd name="csX4052" fmla="*/ 298781 w 3644268"/>
                <a:gd name="csY4052" fmla="*/ 1317122 h 2262782"/>
                <a:gd name="csX4053" fmla="*/ 300120 w 3644268"/>
                <a:gd name="csY4053" fmla="*/ 1314025 h 2262782"/>
                <a:gd name="csX4054" fmla="*/ 297168 w 3644268"/>
                <a:gd name="csY4054" fmla="*/ 1312489 h 2262782"/>
                <a:gd name="csX4055" fmla="*/ 294771 w 3644268"/>
                <a:gd name="csY4055" fmla="*/ 1311796 h 2262782"/>
                <a:gd name="csX4056" fmla="*/ 290761 w 3644268"/>
                <a:gd name="csY4056" fmla="*/ 1309263 h 2262782"/>
                <a:gd name="csX4057" fmla="*/ 290023 w 3644268"/>
                <a:gd name="csY4057" fmla="*/ 1307003 h 2262782"/>
                <a:gd name="csX4058" fmla="*/ 290906 w 3644268"/>
                <a:gd name="csY4058" fmla="*/ 1305397 h 2262782"/>
                <a:gd name="csX4059" fmla="*/ 289970 w 3644268"/>
                <a:gd name="csY4059" fmla="*/ 1301304 h 2262782"/>
                <a:gd name="csX4060" fmla="*/ 284591 w 3644268"/>
                <a:gd name="csY4060" fmla="*/ 1300003 h 2262782"/>
                <a:gd name="csX4061" fmla="*/ 283176 w 3644268"/>
                <a:gd name="csY4061" fmla="*/ 1299067 h 2262782"/>
                <a:gd name="csX4062" fmla="*/ 283062 w 3644268"/>
                <a:gd name="csY4062" fmla="*/ 1297690 h 2262782"/>
                <a:gd name="csX4063" fmla="*/ 279417 w 3644268"/>
                <a:gd name="csY4063" fmla="*/ 1293216 h 2262782"/>
                <a:gd name="csX4064" fmla="*/ 274662 w 3644268"/>
                <a:gd name="csY4064" fmla="*/ 1288499 h 2262782"/>
                <a:gd name="csX4065" fmla="*/ 275453 w 3644268"/>
                <a:gd name="csY4065" fmla="*/ 1283728 h 2262782"/>
                <a:gd name="csX4066" fmla="*/ 272029 w 3644268"/>
                <a:gd name="csY4066" fmla="*/ 1280228 h 2262782"/>
                <a:gd name="csX4067" fmla="*/ 269062 w 3644268"/>
                <a:gd name="csY4067" fmla="*/ 1277748 h 2262782"/>
                <a:gd name="csX4068" fmla="*/ 264398 w 3644268"/>
                <a:gd name="csY4068" fmla="*/ 1276835 h 2262782"/>
                <a:gd name="csX4069" fmla="*/ 262526 w 3644268"/>
                <a:gd name="csY4069" fmla="*/ 1275100 h 2262782"/>
                <a:gd name="csX4070" fmla="*/ 273300 w 3644268"/>
                <a:gd name="csY4070" fmla="*/ 1275579 h 2262782"/>
                <a:gd name="csX4071" fmla="*/ 284629 w 3644268"/>
                <a:gd name="csY4071" fmla="*/ 1279194 h 2262782"/>
                <a:gd name="csX4072" fmla="*/ 283670 w 3644268"/>
                <a:gd name="csY4072" fmla="*/ 1280601 h 2262782"/>
                <a:gd name="csX4073" fmla="*/ 282864 w 3644268"/>
                <a:gd name="csY4073" fmla="*/ 1282762 h 2262782"/>
                <a:gd name="csX4074" fmla="*/ 286166 w 3644268"/>
                <a:gd name="csY4074" fmla="*/ 1288940 h 2262782"/>
                <a:gd name="csX4075" fmla="*/ 289331 w 3644268"/>
                <a:gd name="csY4075" fmla="*/ 1292432 h 2262782"/>
                <a:gd name="csX4076" fmla="*/ 296415 w 3644268"/>
                <a:gd name="csY4076" fmla="*/ 1296731 h 2262782"/>
                <a:gd name="csX4077" fmla="*/ 297290 w 3644268"/>
                <a:gd name="csY4077" fmla="*/ 1296739 h 2262782"/>
                <a:gd name="csX4078" fmla="*/ 298834 w 3644268"/>
                <a:gd name="csY4078" fmla="*/ 1295643 h 2262782"/>
                <a:gd name="csX4079" fmla="*/ 302342 w 3644268"/>
                <a:gd name="csY4079" fmla="*/ 1297462 h 2262782"/>
                <a:gd name="csX4080" fmla="*/ 305202 w 3644268"/>
                <a:gd name="csY4080" fmla="*/ 1299843 h 2262782"/>
                <a:gd name="csX4081" fmla="*/ 310589 w 3644268"/>
                <a:gd name="csY4081" fmla="*/ 1300033 h 2262782"/>
                <a:gd name="csX4082" fmla="*/ 317110 w 3644268"/>
                <a:gd name="csY4082" fmla="*/ 1302841 h 2262782"/>
                <a:gd name="csX4083" fmla="*/ 316669 w 3644268"/>
                <a:gd name="csY4083" fmla="*/ 1303990 h 2262782"/>
                <a:gd name="csX4084" fmla="*/ 315923 w 3644268"/>
                <a:gd name="csY4084" fmla="*/ 1304880 h 2262782"/>
                <a:gd name="csX4085" fmla="*/ 317772 w 3644268"/>
                <a:gd name="csY4085" fmla="*/ 1308251 h 2262782"/>
                <a:gd name="csX4086" fmla="*/ 320496 w 3644268"/>
                <a:gd name="csY4086" fmla="*/ 1307756 h 2262782"/>
                <a:gd name="csX4087" fmla="*/ 325076 w 3644268"/>
                <a:gd name="csY4087" fmla="*/ 1304987 h 2262782"/>
                <a:gd name="csX4088" fmla="*/ 336596 w 3644268"/>
                <a:gd name="csY4088" fmla="*/ 1314756 h 2262782"/>
                <a:gd name="csX4089" fmla="*/ 339783 w 3644268"/>
                <a:gd name="csY4089" fmla="*/ 1316506 h 2262782"/>
                <a:gd name="csX4090" fmla="*/ 358150 w 3644268"/>
                <a:gd name="csY4090" fmla="*/ 1321474 h 2262782"/>
                <a:gd name="csX4091" fmla="*/ 366611 w 3644268"/>
                <a:gd name="csY4091" fmla="*/ 1321938 h 2262782"/>
                <a:gd name="csX4092" fmla="*/ 371184 w 3644268"/>
                <a:gd name="csY4092" fmla="*/ 1323049 h 2262782"/>
                <a:gd name="csX4093" fmla="*/ 377826 w 3644268"/>
                <a:gd name="csY4093" fmla="*/ 1325568 h 2262782"/>
                <a:gd name="csX4094" fmla="*/ 384948 w 3644268"/>
                <a:gd name="csY4094" fmla="*/ 1330612 h 2262782"/>
                <a:gd name="csX4095" fmla="*/ 390769 w 3644268"/>
                <a:gd name="csY4095" fmla="*/ 1332400 h 2262782"/>
                <a:gd name="csX4096" fmla="*/ 401382 w 3644268"/>
                <a:gd name="csY4096" fmla="*/ 1334036 h 2262782"/>
                <a:gd name="csX4097" fmla="*/ 406853 w 3644268"/>
                <a:gd name="csY4097" fmla="*/ 1333793 h 2262782"/>
                <a:gd name="csX4098" fmla="*/ 420419 w 3644268"/>
                <a:gd name="csY4098" fmla="*/ 1330475 h 2262782"/>
                <a:gd name="csX4099" fmla="*/ 437805 w 3644268"/>
                <a:gd name="csY4099" fmla="*/ 1321596 h 2262782"/>
                <a:gd name="csX4100" fmla="*/ 446737 w 3644268"/>
                <a:gd name="csY4100" fmla="*/ 1313790 h 2262782"/>
                <a:gd name="csX4101" fmla="*/ 460988 w 3644268"/>
                <a:gd name="csY4101" fmla="*/ 1293376 h 2262782"/>
                <a:gd name="csX4102" fmla="*/ 462837 w 3644268"/>
                <a:gd name="csY4102" fmla="*/ 1288590 h 2262782"/>
                <a:gd name="csX4103" fmla="*/ 464518 w 3644268"/>
                <a:gd name="csY4103" fmla="*/ 1277276 h 2262782"/>
                <a:gd name="csX4104" fmla="*/ 464617 w 3644268"/>
                <a:gd name="csY4104" fmla="*/ 1272430 h 2262782"/>
                <a:gd name="csX4105" fmla="*/ 462547 w 3644268"/>
                <a:gd name="csY4105" fmla="*/ 1271943 h 2262782"/>
                <a:gd name="csX4106" fmla="*/ 459816 w 3644268"/>
                <a:gd name="csY4106" fmla="*/ 1269264 h 2262782"/>
                <a:gd name="csX4107" fmla="*/ 459816 w 3644268"/>
                <a:gd name="csY4107" fmla="*/ 1262675 h 2262782"/>
                <a:gd name="csX4108" fmla="*/ 458257 w 3644268"/>
                <a:gd name="csY4108" fmla="*/ 1259442 h 2262782"/>
                <a:gd name="csX4109" fmla="*/ 456240 w 3644268"/>
                <a:gd name="csY4109" fmla="*/ 1244384 h 2262782"/>
                <a:gd name="csX4110" fmla="*/ 451964 w 3644268"/>
                <a:gd name="csY4110" fmla="*/ 1242726 h 2262782"/>
                <a:gd name="csX4111" fmla="*/ 449621 w 3644268"/>
                <a:gd name="csY4111" fmla="*/ 1240976 h 2262782"/>
                <a:gd name="csX4112" fmla="*/ 446828 w 3644268"/>
                <a:gd name="csY4112" fmla="*/ 1240093 h 2262782"/>
                <a:gd name="csX4113" fmla="*/ 443732 w 3644268"/>
                <a:gd name="csY4113" fmla="*/ 1237712 h 2262782"/>
                <a:gd name="csX4114" fmla="*/ 440019 w 3644268"/>
                <a:gd name="csY4114" fmla="*/ 1231480 h 2262782"/>
                <a:gd name="csX4115" fmla="*/ 436374 w 3644268"/>
                <a:gd name="csY4115" fmla="*/ 1227296 h 2262782"/>
                <a:gd name="csX4116" fmla="*/ 433376 w 3644268"/>
                <a:gd name="csY4116" fmla="*/ 1221635 h 2262782"/>
                <a:gd name="csX4117" fmla="*/ 431535 w 3644268"/>
                <a:gd name="csY4117" fmla="*/ 1219550 h 2262782"/>
                <a:gd name="csX4118" fmla="*/ 430188 w 3644268"/>
                <a:gd name="csY4118" fmla="*/ 1218903 h 2262782"/>
                <a:gd name="csX4119" fmla="*/ 431117 w 3644268"/>
                <a:gd name="csY4119" fmla="*/ 1221764 h 2262782"/>
                <a:gd name="csX4120" fmla="*/ 431832 w 3644268"/>
                <a:gd name="csY4120" fmla="*/ 1224830 h 2262782"/>
                <a:gd name="csX4121" fmla="*/ 426399 w 3644268"/>
                <a:gd name="csY4121" fmla="*/ 1224077 h 2262782"/>
                <a:gd name="csX4122" fmla="*/ 410650 w 3644268"/>
                <a:gd name="csY4122" fmla="*/ 1209530 h 2262782"/>
                <a:gd name="csX4123" fmla="*/ 407956 w 3644268"/>
                <a:gd name="csY4123" fmla="*/ 1208388 h 2262782"/>
                <a:gd name="csX4124" fmla="*/ 406914 w 3644268"/>
                <a:gd name="csY4124" fmla="*/ 1209705 h 2262782"/>
                <a:gd name="csX4125" fmla="*/ 402075 w 3644268"/>
                <a:gd name="csY4125" fmla="*/ 1207757 h 2262782"/>
                <a:gd name="csX4126" fmla="*/ 400523 w 3644268"/>
                <a:gd name="csY4126" fmla="*/ 1204310 h 2262782"/>
                <a:gd name="csX4127" fmla="*/ 387131 w 3644268"/>
                <a:gd name="csY4127" fmla="*/ 1188150 h 2262782"/>
                <a:gd name="csX4128" fmla="*/ 363377 w 3644268"/>
                <a:gd name="csY4128" fmla="*/ 1169744 h 2262782"/>
                <a:gd name="csX4129" fmla="*/ 347141 w 3644268"/>
                <a:gd name="csY4129" fmla="*/ 1158491 h 2262782"/>
                <a:gd name="csX4130" fmla="*/ 335013 w 3644268"/>
                <a:gd name="csY4130" fmla="*/ 1153455 h 2262782"/>
                <a:gd name="csX4131" fmla="*/ 333803 w 3644268"/>
                <a:gd name="csY4131" fmla="*/ 1154048 h 2262782"/>
                <a:gd name="csX4132" fmla="*/ 332578 w 3644268"/>
                <a:gd name="csY4132" fmla="*/ 1156140 h 2262782"/>
                <a:gd name="csX4133" fmla="*/ 329033 w 3644268"/>
                <a:gd name="csY4133" fmla="*/ 1156719 h 2262782"/>
                <a:gd name="csX4134" fmla="*/ 325921 w 3644268"/>
                <a:gd name="csY4134" fmla="*/ 1156308 h 2262782"/>
                <a:gd name="csX4135" fmla="*/ 315002 w 3644268"/>
                <a:gd name="csY4135" fmla="*/ 1151796 h 2262782"/>
                <a:gd name="csX4136" fmla="*/ 312362 w 3644268"/>
                <a:gd name="csY4136" fmla="*/ 1151179 h 2262782"/>
                <a:gd name="csX4137" fmla="*/ 300728 w 3644268"/>
                <a:gd name="csY4137" fmla="*/ 1151355 h 2262782"/>
                <a:gd name="csX4138" fmla="*/ 299504 w 3644268"/>
                <a:gd name="csY4138" fmla="*/ 1152625 h 2262782"/>
                <a:gd name="csX4139" fmla="*/ 295418 w 3644268"/>
                <a:gd name="csY4139" fmla="*/ 1162174 h 2262782"/>
                <a:gd name="csX4140" fmla="*/ 293234 w 3644268"/>
                <a:gd name="csY4140" fmla="*/ 1164099 h 2262782"/>
                <a:gd name="csX4141" fmla="*/ 289126 w 3644268"/>
                <a:gd name="csY4141" fmla="*/ 1165856 h 2262782"/>
                <a:gd name="csX4142" fmla="*/ 290305 w 3644268"/>
                <a:gd name="csY4142" fmla="*/ 1162980 h 2262782"/>
                <a:gd name="csX4143" fmla="*/ 293112 w 3644268"/>
                <a:gd name="csY4143" fmla="*/ 1160888 h 2262782"/>
                <a:gd name="csX4144" fmla="*/ 294931 w 3644268"/>
                <a:gd name="csY4144" fmla="*/ 1153941 h 2262782"/>
                <a:gd name="csX4145" fmla="*/ 295037 w 3644268"/>
                <a:gd name="csY4145" fmla="*/ 1151058 h 2262782"/>
                <a:gd name="csX4146" fmla="*/ 296019 w 3644268"/>
                <a:gd name="csY4146" fmla="*/ 1147254 h 2262782"/>
                <a:gd name="csX4147" fmla="*/ 295821 w 3644268"/>
                <a:gd name="csY4147" fmla="*/ 1144225 h 2262782"/>
                <a:gd name="csX4148" fmla="*/ 294337 w 3644268"/>
                <a:gd name="csY4148" fmla="*/ 1143244 h 2262782"/>
                <a:gd name="csX4149" fmla="*/ 291583 w 3644268"/>
                <a:gd name="csY4149" fmla="*/ 1144248 h 2262782"/>
                <a:gd name="csX4150" fmla="*/ 285671 w 3644268"/>
                <a:gd name="csY4150" fmla="*/ 1147908 h 2262782"/>
                <a:gd name="csX4151" fmla="*/ 284880 w 3644268"/>
                <a:gd name="csY4151" fmla="*/ 1146942 h 2262782"/>
                <a:gd name="csX4152" fmla="*/ 286577 w 3644268"/>
                <a:gd name="csY4152" fmla="*/ 1143160 h 2262782"/>
                <a:gd name="csX4153" fmla="*/ 286120 w 3644268"/>
                <a:gd name="csY4153" fmla="*/ 1141669 h 2262782"/>
                <a:gd name="csX4154" fmla="*/ 283640 w 3644268"/>
                <a:gd name="csY4154" fmla="*/ 1142232 h 2262782"/>
                <a:gd name="csX4155" fmla="*/ 278367 w 3644268"/>
                <a:gd name="csY4155" fmla="*/ 1140489 h 2262782"/>
                <a:gd name="csX4156" fmla="*/ 272836 w 3644268"/>
                <a:gd name="csY4156" fmla="*/ 1141121 h 2262782"/>
                <a:gd name="csX4157" fmla="*/ 271831 w 3644268"/>
                <a:gd name="csY4157" fmla="*/ 1136541 h 2262782"/>
                <a:gd name="csX4158" fmla="*/ 268217 w 3644268"/>
                <a:gd name="csY4158" fmla="*/ 1133954 h 2262782"/>
                <a:gd name="csX4159" fmla="*/ 266726 w 3644268"/>
                <a:gd name="csY4159" fmla="*/ 1131755 h 2262782"/>
                <a:gd name="csX4160" fmla="*/ 268544 w 3644268"/>
                <a:gd name="csY4160" fmla="*/ 1129206 h 2262782"/>
                <a:gd name="csX4161" fmla="*/ 280878 w 3644268"/>
                <a:gd name="csY4161" fmla="*/ 1133398 h 2262782"/>
                <a:gd name="csX4162" fmla="*/ 284309 w 3644268"/>
                <a:gd name="csY4162" fmla="*/ 1133642 h 2262782"/>
                <a:gd name="csX4163" fmla="*/ 286006 w 3644268"/>
                <a:gd name="csY4163" fmla="*/ 1132143 h 2262782"/>
                <a:gd name="csX4164" fmla="*/ 286394 w 3644268"/>
                <a:gd name="csY4164" fmla="*/ 1129427 h 2262782"/>
                <a:gd name="csX4165" fmla="*/ 286288 w 3644268"/>
                <a:gd name="csY4165" fmla="*/ 1126254 h 2262782"/>
                <a:gd name="csX4166" fmla="*/ 284872 w 3644268"/>
                <a:gd name="csY4166" fmla="*/ 1124420 h 2262782"/>
                <a:gd name="csX4167" fmla="*/ 276838 w 3644268"/>
                <a:gd name="csY4167" fmla="*/ 1121050 h 2262782"/>
                <a:gd name="csX4168" fmla="*/ 273125 w 3644268"/>
                <a:gd name="csY4168" fmla="*/ 1117200 h 2262782"/>
                <a:gd name="csX4169" fmla="*/ 264436 w 3644268"/>
                <a:gd name="csY4169" fmla="*/ 1111919 h 2262782"/>
                <a:gd name="csX4170" fmla="*/ 264108 w 3644268"/>
                <a:gd name="csY4170" fmla="*/ 1114392 h 2262782"/>
                <a:gd name="csX4171" fmla="*/ 265417 w 3644268"/>
                <a:gd name="csY4171" fmla="*/ 1119269 h 2262782"/>
                <a:gd name="csX4172" fmla="*/ 264725 w 3644268"/>
                <a:gd name="csY4172" fmla="*/ 1120844 h 2262782"/>
                <a:gd name="csX4173" fmla="*/ 262191 w 3644268"/>
                <a:gd name="csY4173" fmla="*/ 1119475 h 2262782"/>
                <a:gd name="csX4174" fmla="*/ 260251 w 3644268"/>
                <a:gd name="csY4174" fmla="*/ 1120479 h 2262782"/>
                <a:gd name="csX4175" fmla="*/ 257633 w 3644268"/>
                <a:gd name="csY4175" fmla="*/ 1126330 h 2262782"/>
                <a:gd name="csX4176" fmla="*/ 255092 w 3644268"/>
                <a:gd name="csY4176" fmla="*/ 1127806 h 2262782"/>
                <a:gd name="csX4177" fmla="*/ 253084 w 3644268"/>
                <a:gd name="csY4177" fmla="*/ 1128263 h 2262782"/>
                <a:gd name="csX4178" fmla="*/ 244471 w 3644268"/>
                <a:gd name="csY4178" fmla="*/ 1123355 h 2262782"/>
                <a:gd name="csX4179" fmla="*/ 240628 w 3644268"/>
                <a:gd name="csY4179" fmla="*/ 1122480 h 2262782"/>
                <a:gd name="csX4180" fmla="*/ 241793 w 3644268"/>
                <a:gd name="csY4180" fmla="*/ 1130583 h 2262782"/>
                <a:gd name="csX4181" fmla="*/ 241755 w 3644268"/>
                <a:gd name="csY4181" fmla="*/ 1133398 h 2262782"/>
                <a:gd name="csX4182" fmla="*/ 241207 w 3644268"/>
                <a:gd name="csY4182" fmla="*/ 1136122 h 2262782"/>
                <a:gd name="csX4183" fmla="*/ 240438 w 3644268"/>
                <a:gd name="csY4183" fmla="*/ 1137515 h 2262782"/>
                <a:gd name="csX4184" fmla="*/ 238909 w 3644268"/>
                <a:gd name="csY4184" fmla="*/ 1138123 h 2262782"/>
                <a:gd name="csX4185" fmla="*/ 235203 w 3644268"/>
                <a:gd name="csY4185" fmla="*/ 1137880 h 2262782"/>
                <a:gd name="csX4186" fmla="*/ 230175 w 3644268"/>
                <a:gd name="csY4186" fmla="*/ 1134692 h 2262782"/>
                <a:gd name="csX4187" fmla="*/ 226926 w 3644268"/>
                <a:gd name="csY4187" fmla="*/ 1131686 h 2262782"/>
                <a:gd name="csX4188" fmla="*/ 225914 w 3644268"/>
                <a:gd name="csY4188" fmla="*/ 1131557 h 2262782"/>
                <a:gd name="csX4189" fmla="*/ 225472 w 3644268"/>
                <a:gd name="csY4189" fmla="*/ 1131922 h 2262782"/>
                <a:gd name="csX4190" fmla="*/ 226263 w 3644268"/>
                <a:gd name="csY4190" fmla="*/ 1134935 h 2262782"/>
                <a:gd name="csX4191" fmla="*/ 226050 w 3644268"/>
                <a:gd name="csY4191" fmla="*/ 1137248 h 2262782"/>
                <a:gd name="csX4192" fmla="*/ 225564 w 3644268"/>
                <a:gd name="csY4192" fmla="*/ 1139759 h 2262782"/>
                <a:gd name="csX4193" fmla="*/ 224879 w 3644268"/>
                <a:gd name="csY4193" fmla="*/ 1142034 h 2262782"/>
                <a:gd name="csX4194" fmla="*/ 223928 w 3644268"/>
                <a:gd name="csY4194" fmla="*/ 1143936 h 2262782"/>
                <a:gd name="csX4195" fmla="*/ 221934 w 3644268"/>
                <a:gd name="csY4195" fmla="*/ 1146386 h 2262782"/>
                <a:gd name="csX4196" fmla="*/ 218488 w 3644268"/>
                <a:gd name="csY4196" fmla="*/ 1148319 h 2262782"/>
                <a:gd name="csX4197" fmla="*/ 209000 w 3644268"/>
                <a:gd name="csY4197" fmla="*/ 1152085 h 2262782"/>
                <a:gd name="csX4198" fmla="*/ 208246 w 3644268"/>
                <a:gd name="csY4198" fmla="*/ 1153744 h 2262782"/>
                <a:gd name="csX4199" fmla="*/ 205188 w 3644268"/>
                <a:gd name="csY4199" fmla="*/ 1164167 h 2262782"/>
                <a:gd name="csX4200" fmla="*/ 204359 w 3644268"/>
                <a:gd name="csY4200" fmla="*/ 1165689 h 2262782"/>
                <a:gd name="csX4201" fmla="*/ 203240 w 3644268"/>
                <a:gd name="csY4201" fmla="*/ 1166975 h 2262782"/>
                <a:gd name="csX4202" fmla="*/ 199976 w 3644268"/>
                <a:gd name="csY4202" fmla="*/ 1168641 h 2262782"/>
                <a:gd name="csX4203" fmla="*/ 198545 w 3644268"/>
                <a:gd name="csY4203" fmla="*/ 1169379 h 2262782"/>
                <a:gd name="csX4204" fmla="*/ 194133 w 3644268"/>
                <a:gd name="csY4204" fmla="*/ 1172270 h 2262782"/>
                <a:gd name="csX4205" fmla="*/ 191439 w 3644268"/>
                <a:gd name="csY4205" fmla="*/ 1174218 h 2262782"/>
                <a:gd name="csX4206" fmla="*/ 188198 w 3644268"/>
                <a:gd name="csY4206" fmla="*/ 1175649 h 2262782"/>
                <a:gd name="csX4207" fmla="*/ 189035 w 3644268"/>
                <a:gd name="csY4207" fmla="*/ 1177543 h 2262782"/>
                <a:gd name="csX4208" fmla="*/ 194422 w 3644268"/>
                <a:gd name="csY4208" fmla="*/ 1177939 h 2262782"/>
                <a:gd name="csX4209" fmla="*/ 195251 w 3644268"/>
                <a:gd name="csY4209" fmla="*/ 1178479 h 2262782"/>
                <a:gd name="csX4210" fmla="*/ 195852 w 3644268"/>
                <a:gd name="csY4210" fmla="*/ 1179445 h 2262782"/>
                <a:gd name="csX4211" fmla="*/ 195951 w 3644268"/>
                <a:gd name="csY4211" fmla="*/ 1180997 h 2262782"/>
                <a:gd name="csX4212" fmla="*/ 195411 w 3644268"/>
                <a:gd name="csY4212" fmla="*/ 1183501 h 2262782"/>
                <a:gd name="csX4213" fmla="*/ 189583 w 3644268"/>
                <a:gd name="csY4213" fmla="*/ 1197204 h 2262782"/>
                <a:gd name="csX4214" fmla="*/ 189400 w 3644268"/>
                <a:gd name="csY4214" fmla="*/ 1200072 h 2262782"/>
                <a:gd name="csX4215" fmla="*/ 191302 w 3644268"/>
                <a:gd name="csY4215" fmla="*/ 1208015 h 2262782"/>
                <a:gd name="csX4216" fmla="*/ 193973 w 3644268"/>
                <a:gd name="csY4216" fmla="*/ 1217328 h 2262782"/>
                <a:gd name="csX4217" fmla="*/ 202045 w 3644268"/>
                <a:gd name="csY4217" fmla="*/ 1221445 h 2262782"/>
                <a:gd name="csX4218" fmla="*/ 208041 w 3644268"/>
                <a:gd name="csY4218" fmla="*/ 1224648 h 2262782"/>
                <a:gd name="csX4219" fmla="*/ 211891 w 3644268"/>
                <a:gd name="csY4219" fmla="*/ 1232211 h 2262782"/>
                <a:gd name="csX4220" fmla="*/ 218244 w 3644268"/>
                <a:gd name="csY4220" fmla="*/ 1242109 h 2262782"/>
                <a:gd name="csX4221" fmla="*/ 221607 w 3644268"/>
                <a:gd name="csY4221" fmla="*/ 1245792 h 2262782"/>
                <a:gd name="csX4222" fmla="*/ 221797 w 3644268"/>
                <a:gd name="csY4222" fmla="*/ 1246933 h 2262782"/>
                <a:gd name="csX4223" fmla="*/ 220801 w 3644268"/>
                <a:gd name="csY4223" fmla="*/ 1253697 h 2262782"/>
                <a:gd name="csX4224" fmla="*/ 216730 w 3644268"/>
                <a:gd name="csY4224" fmla="*/ 1260438 h 2262782"/>
                <a:gd name="csX4225" fmla="*/ 212926 w 3644268"/>
                <a:gd name="csY4225" fmla="*/ 1266099 h 2262782"/>
                <a:gd name="csX4226" fmla="*/ 208984 w 3644268"/>
                <a:gd name="csY4226" fmla="*/ 1272886 h 2262782"/>
                <a:gd name="csX4227" fmla="*/ 205903 w 3644268"/>
                <a:gd name="csY4227" fmla="*/ 1278646 h 2262782"/>
                <a:gd name="csX4228" fmla="*/ 202563 w 3644268"/>
                <a:gd name="csY4228" fmla="*/ 1285516 h 2262782"/>
                <a:gd name="csX4229" fmla="*/ 202175 w 3644268"/>
                <a:gd name="csY4229" fmla="*/ 1287738 h 2262782"/>
                <a:gd name="csX4230" fmla="*/ 202114 w 3644268"/>
                <a:gd name="csY4230" fmla="*/ 1289830 h 2262782"/>
                <a:gd name="csX4231" fmla="*/ 202692 w 3644268"/>
                <a:gd name="csY4231" fmla="*/ 1292136 h 2262782"/>
                <a:gd name="csX4232" fmla="*/ 206968 w 3644268"/>
                <a:gd name="csY4232" fmla="*/ 1300452 h 2262782"/>
                <a:gd name="csX4233" fmla="*/ 208634 w 3644268"/>
                <a:gd name="csY4233" fmla="*/ 1304675 h 2262782"/>
                <a:gd name="csX4234" fmla="*/ 210620 w 3644268"/>
                <a:gd name="csY4234" fmla="*/ 1309224 h 2262782"/>
                <a:gd name="csX4235" fmla="*/ 212332 w 3644268"/>
                <a:gd name="csY4235" fmla="*/ 1314170 h 2262782"/>
                <a:gd name="csX4236" fmla="*/ 213321 w 3644268"/>
                <a:gd name="csY4236" fmla="*/ 1318591 h 2262782"/>
                <a:gd name="csX4237" fmla="*/ 215033 w 3644268"/>
                <a:gd name="csY4237" fmla="*/ 1322874 h 2262782"/>
                <a:gd name="csX4238" fmla="*/ 216098 w 3644268"/>
                <a:gd name="csY4238" fmla="*/ 1325058 h 2262782"/>
                <a:gd name="csX4239" fmla="*/ 217864 w 3644268"/>
                <a:gd name="csY4239" fmla="*/ 1328117 h 2262782"/>
                <a:gd name="csX4240" fmla="*/ 219994 w 3644268"/>
                <a:gd name="csY4240" fmla="*/ 1332651 h 2262782"/>
                <a:gd name="csX4241" fmla="*/ 220702 w 3644268"/>
                <a:gd name="csY4241" fmla="*/ 1336235 h 2262782"/>
                <a:gd name="csX4242" fmla="*/ 223920 w 3644268"/>
                <a:gd name="csY4242" fmla="*/ 1348591 h 2262782"/>
                <a:gd name="csX4243" fmla="*/ 224247 w 3644268"/>
                <a:gd name="csY4243" fmla="*/ 1351718 h 2262782"/>
                <a:gd name="csX4244" fmla="*/ 224087 w 3644268"/>
                <a:gd name="csY4244" fmla="*/ 1354031 h 2262782"/>
                <a:gd name="csX4245" fmla="*/ 222672 w 3644268"/>
                <a:gd name="csY4245" fmla="*/ 1354594 h 2262782"/>
                <a:gd name="csX4246" fmla="*/ 219545 w 3644268"/>
                <a:gd name="csY4246" fmla="*/ 1354960 h 2262782"/>
                <a:gd name="csX4247" fmla="*/ 216152 w 3644268"/>
                <a:gd name="csY4247" fmla="*/ 1356474 h 2262782"/>
                <a:gd name="csX4248" fmla="*/ 215984 w 3644268"/>
                <a:gd name="csY4248" fmla="*/ 1356983 h 2262782"/>
                <a:gd name="csX4249" fmla="*/ 218198 w 3644268"/>
                <a:gd name="csY4249" fmla="*/ 1359859 h 2262782"/>
                <a:gd name="csX4250" fmla="*/ 216243 w 3644268"/>
                <a:gd name="csY4250" fmla="*/ 1364767 h 2262782"/>
                <a:gd name="csX4251" fmla="*/ 215961 w 3644268"/>
                <a:gd name="csY4251" fmla="*/ 1371759 h 2262782"/>
                <a:gd name="csX4252" fmla="*/ 213877 w 3644268"/>
                <a:gd name="csY4252" fmla="*/ 1375411 h 2262782"/>
                <a:gd name="csX4253" fmla="*/ 213679 w 3644268"/>
                <a:gd name="csY4253" fmla="*/ 1376256 h 2262782"/>
                <a:gd name="csX4254" fmla="*/ 213770 w 3644268"/>
                <a:gd name="csY4254" fmla="*/ 1376963 h 2262782"/>
                <a:gd name="csX4255" fmla="*/ 214143 w 3644268"/>
                <a:gd name="csY4255" fmla="*/ 1377519 h 2262782"/>
                <a:gd name="csX4256" fmla="*/ 218001 w 3644268"/>
                <a:gd name="csY4256" fmla="*/ 1378493 h 2262782"/>
                <a:gd name="csX4257" fmla="*/ 218335 w 3644268"/>
                <a:gd name="csY4257" fmla="*/ 1379482 h 2262782"/>
                <a:gd name="csX4258" fmla="*/ 218351 w 3644268"/>
                <a:gd name="csY4258" fmla="*/ 1381529 h 2262782"/>
                <a:gd name="csX4259" fmla="*/ 218008 w 3644268"/>
                <a:gd name="csY4259" fmla="*/ 1383416 h 2262782"/>
                <a:gd name="csX4260" fmla="*/ 216068 w 3644268"/>
                <a:gd name="csY4260" fmla="*/ 1384816 h 2262782"/>
                <a:gd name="csX4261" fmla="*/ 213991 w 3644268"/>
                <a:gd name="csY4261" fmla="*/ 1386878 h 2262782"/>
                <a:gd name="csX4262" fmla="*/ 213527 w 3644268"/>
                <a:gd name="csY4262" fmla="*/ 1388780 h 2262782"/>
                <a:gd name="csX4263" fmla="*/ 213595 w 3644268"/>
                <a:gd name="csY4263" fmla="*/ 1390469 h 2262782"/>
                <a:gd name="csX4264" fmla="*/ 214303 w 3644268"/>
                <a:gd name="csY4264" fmla="*/ 1393322 h 2262782"/>
                <a:gd name="csX4265" fmla="*/ 215680 w 3644268"/>
                <a:gd name="csY4265" fmla="*/ 1396639 h 2262782"/>
                <a:gd name="csX4266" fmla="*/ 217422 w 3644268"/>
                <a:gd name="csY4266" fmla="*/ 1398716 h 2262782"/>
                <a:gd name="csX4267" fmla="*/ 223608 w 3644268"/>
                <a:gd name="csY4267" fmla="*/ 1400687 h 2262782"/>
                <a:gd name="csX4268" fmla="*/ 224407 w 3644268"/>
                <a:gd name="csY4268" fmla="*/ 1402308 h 2262782"/>
                <a:gd name="csX4269" fmla="*/ 224742 w 3644268"/>
                <a:gd name="csY4269" fmla="*/ 1404529 h 2262782"/>
                <a:gd name="csX4270" fmla="*/ 224613 w 3644268"/>
                <a:gd name="csY4270" fmla="*/ 1406698 h 2262782"/>
                <a:gd name="csX4271" fmla="*/ 221737 w 3644268"/>
                <a:gd name="csY4271" fmla="*/ 1411019 h 2262782"/>
                <a:gd name="csX4272" fmla="*/ 221759 w 3644268"/>
                <a:gd name="csY4272" fmla="*/ 1412678 h 2262782"/>
                <a:gd name="csX4273" fmla="*/ 222938 w 3644268"/>
                <a:gd name="csY4273" fmla="*/ 1416680 h 2262782"/>
                <a:gd name="csX4274" fmla="*/ 224354 w 3644268"/>
                <a:gd name="csY4274" fmla="*/ 1420492 h 2262782"/>
                <a:gd name="csX4275" fmla="*/ 230387 w 3644268"/>
                <a:gd name="csY4275" fmla="*/ 1424616 h 2262782"/>
                <a:gd name="csX4276" fmla="*/ 232464 w 3644268"/>
                <a:gd name="csY4276" fmla="*/ 1426868 h 2262782"/>
                <a:gd name="csX4277" fmla="*/ 233012 w 3644268"/>
                <a:gd name="csY4277" fmla="*/ 1428656 h 2262782"/>
                <a:gd name="csX4278" fmla="*/ 233317 w 3644268"/>
                <a:gd name="csY4278" fmla="*/ 1431540 h 2262782"/>
                <a:gd name="csX4279" fmla="*/ 233279 w 3644268"/>
                <a:gd name="csY4279" fmla="*/ 1434659 h 2262782"/>
                <a:gd name="csX4280" fmla="*/ 232807 w 3644268"/>
                <a:gd name="csY4280" fmla="*/ 1437421 h 2262782"/>
                <a:gd name="csX4281" fmla="*/ 230912 w 3644268"/>
                <a:gd name="csY4281" fmla="*/ 1440974 h 2262782"/>
                <a:gd name="csX4282" fmla="*/ 226537 w 3644268"/>
                <a:gd name="csY4282" fmla="*/ 1447959 h 2262782"/>
                <a:gd name="csX4283" fmla="*/ 222132 w 3644268"/>
                <a:gd name="csY4283" fmla="*/ 1450660 h 2262782"/>
                <a:gd name="csX4284" fmla="*/ 221866 w 3644268"/>
                <a:gd name="csY4284" fmla="*/ 1451246 h 2262782"/>
                <a:gd name="csX4285" fmla="*/ 223228 w 3644268"/>
                <a:gd name="csY4285" fmla="*/ 1453468 h 2262782"/>
                <a:gd name="csX4286" fmla="*/ 230981 w 3644268"/>
                <a:gd name="csY4286" fmla="*/ 1462339 h 2262782"/>
                <a:gd name="csX4287" fmla="*/ 236041 w 3644268"/>
                <a:gd name="csY4287" fmla="*/ 1466471 h 2262782"/>
                <a:gd name="csX4288" fmla="*/ 242858 w 3644268"/>
                <a:gd name="csY4288" fmla="*/ 1472025 h 2262782"/>
                <a:gd name="csX4289" fmla="*/ 247256 w 3644268"/>
                <a:gd name="csY4289" fmla="*/ 1476400 h 2262782"/>
                <a:gd name="csX4290" fmla="*/ 248678 w 3644268"/>
                <a:gd name="csY4290" fmla="*/ 1479534 h 2262782"/>
                <a:gd name="csX4291" fmla="*/ 250580 w 3644268"/>
                <a:gd name="csY4291" fmla="*/ 1483019 h 2262782"/>
                <a:gd name="csX4292" fmla="*/ 252718 w 3644268"/>
                <a:gd name="csY4292" fmla="*/ 1485857 h 2262782"/>
                <a:gd name="csX4293" fmla="*/ 254263 w 3644268"/>
                <a:gd name="csY4293" fmla="*/ 1488315 h 2262782"/>
                <a:gd name="csX4294" fmla="*/ 254849 w 3644268"/>
                <a:gd name="csY4294" fmla="*/ 1489897 h 2262782"/>
                <a:gd name="csX4295" fmla="*/ 254796 w 3644268"/>
                <a:gd name="csY4295" fmla="*/ 1491594 h 2262782"/>
                <a:gd name="csX4296" fmla="*/ 252734 w 3644268"/>
                <a:gd name="csY4296" fmla="*/ 1496699 h 2262782"/>
                <a:gd name="csX4297" fmla="*/ 251562 w 3644268"/>
                <a:gd name="csY4297" fmla="*/ 1500633 h 2262782"/>
                <a:gd name="csX4298" fmla="*/ 249500 w 3644268"/>
                <a:gd name="csY4298" fmla="*/ 1506377 h 2262782"/>
                <a:gd name="csX4299" fmla="*/ 247385 w 3644268"/>
                <a:gd name="csY4299" fmla="*/ 1510364 h 2262782"/>
                <a:gd name="csX4300" fmla="*/ 242029 w 3644268"/>
                <a:gd name="csY4300" fmla="*/ 1517623 h 2262782"/>
                <a:gd name="csX4301" fmla="*/ 234123 w 3644268"/>
                <a:gd name="csY4301" fmla="*/ 1526601 h 2262782"/>
                <a:gd name="csX4302" fmla="*/ 232289 w 3644268"/>
                <a:gd name="csY4302" fmla="*/ 1529302 h 2262782"/>
                <a:gd name="csX4303" fmla="*/ 228592 w 3644268"/>
                <a:gd name="csY4303" fmla="*/ 1533997 h 2262782"/>
                <a:gd name="csX4304" fmla="*/ 222254 w 3644268"/>
                <a:gd name="csY4304" fmla="*/ 1543378 h 2262782"/>
                <a:gd name="csX4305" fmla="*/ 220618 w 3644268"/>
                <a:gd name="csY4305" fmla="*/ 1545440 h 2262782"/>
                <a:gd name="csX4306" fmla="*/ 215429 w 3644268"/>
                <a:gd name="csY4306" fmla="*/ 1552866 h 2262782"/>
                <a:gd name="csX4307" fmla="*/ 213063 w 3644268"/>
                <a:gd name="csY4307" fmla="*/ 1555224 h 2262782"/>
                <a:gd name="csX4308" fmla="*/ 211199 w 3644268"/>
                <a:gd name="csY4308" fmla="*/ 1557423 h 2262782"/>
                <a:gd name="csX4309" fmla="*/ 206063 w 3644268"/>
                <a:gd name="csY4309" fmla="*/ 1564385 h 2262782"/>
                <a:gd name="csX4310" fmla="*/ 200539 w 3644268"/>
                <a:gd name="csY4310" fmla="*/ 1569643 h 2262782"/>
                <a:gd name="csX4311" fmla="*/ 195122 w 3644268"/>
                <a:gd name="csY4311" fmla="*/ 1574512 h 2262782"/>
                <a:gd name="csX4312" fmla="*/ 193493 w 3644268"/>
                <a:gd name="csY4312" fmla="*/ 1576970 h 2262782"/>
                <a:gd name="csX4313" fmla="*/ 191469 w 3644268"/>
                <a:gd name="csY4313" fmla="*/ 1578849 h 2262782"/>
                <a:gd name="csX4314" fmla="*/ 189057 w 3644268"/>
                <a:gd name="csY4314" fmla="*/ 1580629 h 2262782"/>
                <a:gd name="csX4315" fmla="*/ 188046 w 3644268"/>
                <a:gd name="csY4315" fmla="*/ 1581626 h 2262782"/>
                <a:gd name="csX4316" fmla="*/ 182590 w 3644268"/>
                <a:gd name="csY4316" fmla="*/ 1588238 h 2262782"/>
                <a:gd name="csX4317" fmla="*/ 175020 w 3644268"/>
                <a:gd name="csY4317" fmla="*/ 1597353 h 2262782"/>
                <a:gd name="csX4318" fmla="*/ 183168 w 3644268"/>
                <a:gd name="csY4318" fmla="*/ 1595839 h 2262782"/>
                <a:gd name="csX4319" fmla="*/ 190290 w 3644268"/>
                <a:gd name="csY4319" fmla="*/ 1591221 h 2262782"/>
                <a:gd name="csX4320" fmla="*/ 191683 w 3644268"/>
                <a:gd name="csY4320" fmla="*/ 1592301 h 2262782"/>
                <a:gd name="csX4321" fmla="*/ 193235 w 3644268"/>
                <a:gd name="csY4321" fmla="*/ 1594104 h 2262782"/>
                <a:gd name="csX4322" fmla="*/ 193014 w 3644268"/>
                <a:gd name="csY4322" fmla="*/ 1597056 h 2262782"/>
                <a:gd name="csX4323" fmla="*/ 192634 w 3644268"/>
                <a:gd name="csY4323" fmla="*/ 1599278 h 2262782"/>
                <a:gd name="csX4324" fmla="*/ 189841 w 3644268"/>
                <a:gd name="csY4324" fmla="*/ 1597178 h 2262782"/>
                <a:gd name="csX4325" fmla="*/ 190496 w 3644268"/>
                <a:gd name="csY4325" fmla="*/ 1599658 h 2262782"/>
                <a:gd name="csX4326" fmla="*/ 193075 w 3644268"/>
                <a:gd name="csY4326" fmla="*/ 1604307 h 2262782"/>
                <a:gd name="csX4327" fmla="*/ 196697 w 3644268"/>
                <a:gd name="csY4327" fmla="*/ 1606194 h 2262782"/>
                <a:gd name="csX4328" fmla="*/ 202175 w 3644268"/>
                <a:gd name="csY4328" fmla="*/ 1612220 h 2262782"/>
                <a:gd name="csX4329" fmla="*/ 208611 w 3644268"/>
                <a:gd name="csY4329" fmla="*/ 1612882 h 2262782"/>
                <a:gd name="csX4330" fmla="*/ 212857 w 3644268"/>
                <a:gd name="csY4330" fmla="*/ 1611771 h 2262782"/>
                <a:gd name="csX4331" fmla="*/ 216098 w 3644268"/>
                <a:gd name="csY4331" fmla="*/ 1612053 h 2262782"/>
                <a:gd name="csX4332" fmla="*/ 219325 w 3644268"/>
                <a:gd name="csY4332" fmla="*/ 1615241 h 2262782"/>
                <a:gd name="csX4333" fmla="*/ 221554 w 3644268"/>
                <a:gd name="csY4333" fmla="*/ 1619281 h 2262782"/>
                <a:gd name="csX4334" fmla="*/ 223327 w 3644268"/>
                <a:gd name="csY4334" fmla="*/ 1620293 h 2262782"/>
                <a:gd name="csX4335" fmla="*/ 225731 w 3644268"/>
                <a:gd name="csY4335" fmla="*/ 1622225 h 2262782"/>
                <a:gd name="csX4336" fmla="*/ 225396 w 3644268"/>
                <a:gd name="csY4336" fmla="*/ 1624470 h 2262782"/>
                <a:gd name="csX4337" fmla="*/ 224666 w 3644268"/>
                <a:gd name="csY4337" fmla="*/ 1625771 h 2262782"/>
                <a:gd name="csX4338" fmla="*/ 214995 w 3644268"/>
                <a:gd name="csY4338" fmla="*/ 1622286 h 2262782"/>
                <a:gd name="csX4339" fmla="*/ 203841 w 3644268"/>
                <a:gd name="csY4339" fmla="*/ 1620407 h 2262782"/>
                <a:gd name="csX4340" fmla="*/ 202388 w 3644268"/>
                <a:gd name="csY4340" fmla="*/ 1622058 h 2262782"/>
                <a:gd name="csX4341" fmla="*/ 200980 w 3644268"/>
                <a:gd name="csY4341" fmla="*/ 1624592 h 2262782"/>
                <a:gd name="csX4342" fmla="*/ 200303 w 3644268"/>
                <a:gd name="csY4342" fmla="*/ 1626578 h 2262782"/>
                <a:gd name="csX4343" fmla="*/ 199573 w 3644268"/>
                <a:gd name="csY4343" fmla="*/ 1627688 h 2262782"/>
                <a:gd name="csX4344" fmla="*/ 197853 w 3644268"/>
                <a:gd name="csY4344" fmla="*/ 1628404 h 2262782"/>
                <a:gd name="csX4345" fmla="*/ 195304 w 3644268"/>
                <a:gd name="csY4345" fmla="*/ 1628624 h 2262782"/>
                <a:gd name="csX4346" fmla="*/ 192238 w 3644268"/>
                <a:gd name="csY4346" fmla="*/ 1628145 h 2262782"/>
                <a:gd name="csX4347" fmla="*/ 190404 w 3644268"/>
                <a:gd name="csY4347" fmla="*/ 1626813 h 2262782"/>
                <a:gd name="csX4348" fmla="*/ 189035 w 3644268"/>
                <a:gd name="csY4348" fmla="*/ 1628312 h 2262782"/>
                <a:gd name="csX4349" fmla="*/ 188388 w 3644268"/>
                <a:gd name="csY4349" fmla="*/ 1631706 h 2262782"/>
                <a:gd name="csX4350" fmla="*/ 186486 w 3644268"/>
                <a:gd name="csY4350" fmla="*/ 1633463 h 2262782"/>
                <a:gd name="csX4351" fmla="*/ 183876 w 3644268"/>
                <a:gd name="csY4351" fmla="*/ 1632101 h 2262782"/>
                <a:gd name="csX4352" fmla="*/ 182141 w 3644268"/>
                <a:gd name="csY4352" fmla="*/ 1629484 h 2262782"/>
                <a:gd name="csX4353" fmla="*/ 180582 w 3644268"/>
                <a:gd name="csY4353" fmla="*/ 1629697 h 2262782"/>
                <a:gd name="csX4354" fmla="*/ 179638 w 3644268"/>
                <a:gd name="csY4354" fmla="*/ 1632101 h 2262782"/>
                <a:gd name="csX4355" fmla="*/ 180331 w 3644268"/>
                <a:gd name="csY4355" fmla="*/ 1635381 h 2262782"/>
                <a:gd name="csX4356" fmla="*/ 180711 w 3644268"/>
                <a:gd name="csY4356" fmla="*/ 1639307 h 2262782"/>
                <a:gd name="csX4357" fmla="*/ 179608 w 3644268"/>
                <a:gd name="csY4357" fmla="*/ 1642236 h 2262782"/>
                <a:gd name="csX4358" fmla="*/ 180742 w 3644268"/>
                <a:gd name="csY4358" fmla="*/ 1643537 h 2262782"/>
                <a:gd name="csX4359" fmla="*/ 182172 w 3644268"/>
                <a:gd name="csY4359" fmla="*/ 1645637 h 2262782"/>
                <a:gd name="csX4360" fmla="*/ 182560 w 3644268"/>
                <a:gd name="csY4360" fmla="*/ 1646839 h 2262782"/>
                <a:gd name="csX4361" fmla="*/ 182073 w 3644268"/>
                <a:gd name="csY4361" fmla="*/ 1647547 h 2262782"/>
                <a:gd name="csX4362" fmla="*/ 180643 w 3644268"/>
                <a:gd name="csY4362" fmla="*/ 1648148 h 2262782"/>
                <a:gd name="csX4363" fmla="*/ 180315 w 3644268"/>
                <a:gd name="csY4363" fmla="*/ 1648795 h 2262782"/>
                <a:gd name="csX4364" fmla="*/ 179684 w 3644268"/>
                <a:gd name="csY4364" fmla="*/ 1649883 h 2262782"/>
                <a:gd name="csX4365" fmla="*/ 178010 w 3644268"/>
                <a:gd name="csY4365" fmla="*/ 1650080 h 2262782"/>
                <a:gd name="csX4366" fmla="*/ 177150 w 3644268"/>
                <a:gd name="csY4366" fmla="*/ 1650887 h 2262782"/>
                <a:gd name="csX4367" fmla="*/ 176123 w 3644268"/>
                <a:gd name="csY4367" fmla="*/ 1654425 h 2262782"/>
                <a:gd name="csX4368" fmla="*/ 174160 w 3644268"/>
                <a:gd name="csY4368" fmla="*/ 1660268 h 2262782"/>
                <a:gd name="csX4369" fmla="*/ 171261 w 3644268"/>
                <a:gd name="csY4369" fmla="*/ 1664696 h 2262782"/>
                <a:gd name="csX4370" fmla="*/ 168941 w 3644268"/>
                <a:gd name="csY4370" fmla="*/ 1667116 h 2262782"/>
                <a:gd name="csX4371" fmla="*/ 167906 w 3644268"/>
                <a:gd name="csY4371" fmla="*/ 1668972 h 2262782"/>
                <a:gd name="csX4372" fmla="*/ 167259 w 3644268"/>
                <a:gd name="csY4372" fmla="*/ 1671194 h 2262782"/>
                <a:gd name="csX4373" fmla="*/ 167107 w 3644268"/>
                <a:gd name="csY4373" fmla="*/ 1673423 h 2262782"/>
                <a:gd name="csX4374" fmla="*/ 169329 w 3644268"/>
                <a:gd name="csY4374" fmla="*/ 1685597 h 2262782"/>
                <a:gd name="csX4375" fmla="*/ 169306 w 3644268"/>
                <a:gd name="csY4375" fmla="*/ 1687788 h 2262782"/>
                <a:gd name="csX4376" fmla="*/ 168781 w 3644268"/>
                <a:gd name="csY4376" fmla="*/ 1690033 h 2262782"/>
                <a:gd name="csX4377" fmla="*/ 168400 w 3644268"/>
                <a:gd name="csY4377" fmla="*/ 1692308 h 2262782"/>
                <a:gd name="csX4378" fmla="*/ 168712 w 3644268"/>
                <a:gd name="csY4378" fmla="*/ 1694279 h 2262782"/>
                <a:gd name="csX4379" fmla="*/ 170181 w 3644268"/>
                <a:gd name="csY4379" fmla="*/ 1697641 h 2262782"/>
                <a:gd name="csX4380" fmla="*/ 171740 w 3644268"/>
                <a:gd name="csY4380" fmla="*/ 1702648 h 2262782"/>
                <a:gd name="csX4381" fmla="*/ 172372 w 3644268"/>
                <a:gd name="csY4381" fmla="*/ 1705836 h 2262782"/>
                <a:gd name="csX4382" fmla="*/ 173407 w 3644268"/>
                <a:gd name="csY4382" fmla="*/ 1707000 h 2262782"/>
                <a:gd name="csX4383" fmla="*/ 174404 w 3644268"/>
                <a:gd name="csY4383" fmla="*/ 1707860 h 2262782"/>
                <a:gd name="csX4384" fmla="*/ 174609 w 3644268"/>
                <a:gd name="csY4384" fmla="*/ 1708400 h 2262782"/>
                <a:gd name="csX4385" fmla="*/ 174579 w 3644268"/>
                <a:gd name="csY4385" fmla="*/ 1708955 h 2262782"/>
                <a:gd name="csX4386" fmla="*/ 174061 w 3644268"/>
                <a:gd name="csY4386" fmla="*/ 1709587 h 2262782"/>
                <a:gd name="csX4387" fmla="*/ 169565 w 3644268"/>
                <a:gd name="csY4387" fmla="*/ 1711253 h 2262782"/>
                <a:gd name="csX4388" fmla="*/ 168979 w 3644268"/>
                <a:gd name="csY4388" fmla="*/ 1712661 h 2262782"/>
                <a:gd name="csX4389" fmla="*/ 168492 w 3644268"/>
                <a:gd name="csY4389" fmla="*/ 1714236 h 2262782"/>
                <a:gd name="csX4390" fmla="*/ 166528 w 3644268"/>
                <a:gd name="csY4390" fmla="*/ 1716556 h 2262782"/>
                <a:gd name="csX4391" fmla="*/ 165928 w 3644268"/>
                <a:gd name="csY4391" fmla="*/ 1718717 h 2262782"/>
                <a:gd name="csX4392" fmla="*/ 165555 w 3644268"/>
                <a:gd name="csY4392" fmla="*/ 1721190 h 2262782"/>
                <a:gd name="csX4393" fmla="*/ 165509 w 3644268"/>
                <a:gd name="csY4393" fmla="*/ 1722073 h 2262782"/>
                <a:gd name="csX4394" fmla="*/ 168028 w 3644268"/>
                <a:gd name="csY4394" fmla="*/ 1722232 h 2262782"/>
                <a:gd name="csX4395" fmla="*/ 168910 w 3644268"/>
                <a:gd name="csY4395" fmla="*/ 1722864 h 2262782"/>
                <a:gd name="csX4396" fmla="*/ 169504 w 3644268"/>
                <a:gd name="csY4396" fmla="*/ 1725968 h 2262782"/>
                <a:gd name="csX4397" fmla="*/ 172364 w 3644268"/>
                <a:gd name="csY4397" fmla="*/ 1728410 h 2262782"/>
                <a:gd name="csX4398" fmla="*/ 175012 w 3644268"/>
                <a:gd name="csY4398" fmla="*/ 1730434 h 2262782"/>
                <a:gd name="csX4399" fmla="*/ 175689 w 3644268"/>
                <a:gd name="csY4399" fmla="*/ 1731370 h 2262782"/>
                <a:gd name="csX4400" fmla="*/ 175895 w 3644268"/>
                <a:gd name="csY4400" fmla="*/ 1733166 h 2262782"/>
                <a:gd name="csX4401" fmla="*/ 175728 w 3644268"/>
                <a:gd name="csY4401" fmla="*/ 1735258 h 2262782"/>
                <a:gd name="csX4402" fmla="*/ 175393 w 3644268"/>
                <a:gd name="csY4402" fmla="*/ 1736346 h 2262782"/>
                <a:gd name="csX4403" fmla="*/ 174282 w 3644268"/>
                <a:gd name="csY4403" fmla="*/ 1737594 h 2262782"/>
                <a:gd name="csX4404" fmla="*/ 173316 w 3644268"/>
                <a:gd name="csY4404" fmla="*/ 1740751 h 2262782"/>
                <a:gd name="csX4405" fmla="*/ 173179 w 3644268"/>
                <a:gd name="csY4405" fmla="*/ 1743749 h 2262782"/>
                <a:gd name="csX4406" fmla="*/ 171649 w 3644268"/>
                <a:gd name="csY4406" fmla="*/ 1748916 h 2262782"/>
                <a:gd name="csX4407" fmla="*/ 171992 w 3644268"/>
                <a:gd name="csY4407" fmla="*/ 1749015 h 2262782"/>
                <a:gd name="csX4408" fmla="*/ 175202 w 3644268"/>
                <a:gd name="csY4408" fmla="*/ 1748079 h 2262782"/>
                <a:gd name="csX4409" fmla="*/ 176115 w 3644268"/>
                <a:gd name="csY4409" fmla="*/ 1748611 h 2262782"/>
                <a:gd name="csX4410" fmla="*/ 176816 w 3644268"/>
                <a:gd name="csY4410" fmla="*/ 1749752 h 2262782"/>
                <a:gd name="csX4411" fmla="*/ 177044 w 3644268"/>
                <a:gd name="csY4411" fmla="*/ 1752986 h 2262782"/>
                <a:gd name="csX4412" fmla="*/ 178094 w 3644268"/>
                <a:gd name="csY4412" fmla="*/ 1754439 h 2262782"/>
                <a:gd name="csX4413" fmla="*/ 179166 w 3644268"/>
                <a:gd name="csY4413" fmla="*/ 1756707 h 2262782"/>
                <a:gd name="csX4414" fmla="*/ 179501 w 3644268"/>
                <a:gd name="csY4414" fmla="*/ 1758464 h 2262782"/>
                <a:gd name="csX4415" fmla="*/ 181548 w 3644268"/>
                <a:gd name="csY4415" fmla="*/ 1760557 h 2262782"/>
                <a:gd name="csX4416" fmla="*/ 181708 w 3644268"/>
                <a:gd name="csY4416" fmla="*/ 1761911 h 2262782"/>
                <a:gd name="csX4417" fmla="*/ 182955 w 3644268"/>
                <a:gd name="csY4417" fmla="*/ 1766682 h 2262782"/>
                <a:gd name="csX4418" fmla="*/ 183435 w 3644268"/>
                <a:gd name="csY4418" fmla="*/ 1769421 h 2262782"/>
                <a:gd name="csX4419" fmla="*/ 183656 w 3644268"/>
                <a:gd name="csY4419" fmla="*/ 1771536 h 2262782"/>
                <a:gd name="csX4420" fmla="*/ 183039 w 3644268"/>
                <a:gd name="csY4420" fmla="*/ 1774222 h 2262782"/>
                <a:gd name="csX4421" fmla="*/ 182499 w 3644268"/>
                <a:gd name="csY4421" fmla="*/ 1776032 h 2262782"/>
                <a:gd name="csX4422" fmla="*/ 185413 w 3644268"/>
                <a:gd name="csY4422" fmla="*/ 1779357 h 2262782"/>
                <a:gd name="csX4423" fmla="*/ 186098 w 3644268"/>
                <a:gd name="csY4423" fmla="*/ 1779487 h 2262782"/>
                <a:gd name="csX4424" fmla="*/ 187719 w 3644268"/>
                <a:gd name="csY4424" fmla="*/ 1778178 h 2262782"/>
                <a:gd name="csX4425" fmla="*/ 188038 w 3644268"/>
                <a:gd name="csY4425" fmla="*/ 1778087 h 2262782"/>
                <a:gd name="csX4426" fmla="*/ 191386 w 3644268"/>
                <a:gd name="csY4426" fmla="*/ 1777973 h 2262782"/>
                <a:gd name="csX4427" fmla="*/ 192938 w 3644268"/>
                <a:gd name="csY4427" fmla="*/ 1779129 h 2262782"/>
                <a:gd name="csX4428" fmla="*/ 194087 w 3644268"/>
                <a:gd name="csY4428" fmla="*/ 1781381 h 2262782"/>
                <a:gd name="csX4429" fmla="*/ 195160 w 3644268"/>
                <a:gd name="csY4429" fmla="*/ 1783177 h 2262782"/>
                <a:gd name="csX4430" fmla="*/ 196308 w 3644268"/>
                <a:gd name="csY4430" fmla="*/ 1783664 h 2262782"/>
                <a:gd name="csX4431" fmla="*/ 199565 w 3644268"/>
                <a:gd name="csY4431" fmla="*/ 1781396 h 2262782"/>
                <a:gd name="csX4432" fmla="*/ 201368 w 3644268"/>
                <a:gd name="csY4432" fmla="*/ 1780643 h 2262782"/>
                <a:gd name="csX4433" fmla="*/ 202555 w 3644268"/>
                <a:gd name="csY4433" fmla="*/ 1780666 h 2262782"/>
                <a:gd name="csX4434" fmla="*/ 206732 w 3644268"/>
                <a:gd name="csY4434" fmla="*/ 1782697 h 2262782"/>
                <a:gd name="csX4435" fmla="*/ 208696 w 3644268"/>
                <a:gd name="csY4435" fmla="*/ 1783808 h 2262782"/>
                <a:gd name="csX4436" fmla="*/ 209144 w 3644268"/>
                <a:gd name="csY4436" fmla="*/ 1784813 h 2262782"/>
                <a:gd name="csX4437" fmla="*/ 209182 w 3644268"/>
                <a:gd name="csY4437" fmla="*/ 1786000 h 2262782"/>
                <a:gd name="csX4438" fmla="*/ 208650 w 3644268"/>
                <a:gd name="csY4438" fmla="*/ 1787757 h 2262782"/>
                <a:gd name="csX4439" fmla="*/ 208231 w 3644268"/>
                <a:gd name="csY4439" fmla="*/ 1789667 h 2262782"/>
                <a:gd name="csX4440" fmla="*/ 209502 w 3644268"/>
                <a:gd name="csY4440" fmla="*/ 1791919 h 2262782"/>
                <a:gd name="csX4441" fmla="*/ 210978 w 3644268"/>
                <a:gd name="csY4441" fmla="*/ 1793441 h 2262782"/>
                <a:gd name="csX4442" fmla="*/ 214135 w 3644268"/>
                <a:gd name="csY4442" fmla="*/ 1790922 h 2262782"/>
                <a:gd name="csX4443" fmla="*/ 215300 w 3644268"/>
                <a:gd name="csY4443" fmla="*/ 1790222 h 2262782"/>
                <a:gd name="csX4444" fmla="*/ 216570 w 3644268"/>
                <a:gd name="csY4444" fmla="*/ 1790200 h 2262782"/>
                <a:gd name="csX4445" fmla="*/ 218275 w 3644268"/>
                <a:gd name="csY4445" fmla="*/ 1789264 h 2262782"/>
                <a:gd name="csX4446" fmla="*/ 219507 w 3644268"/>
                <a:gd name="csY4446" fmla="*/ 1787848 h 2262782"/>
                <a:gd name="csX4447" fmla="*/ 220687 w 3644268"/>
                <a:gd name="csY4447" fmla="*/ 1787361 h 2262782"/>
                <a:gd name="csX4448" fmla="*/ 222938 w 3644268"/>
                <a:gd name="csY4448" fmla="*/ 1787696 h 2262782"/>
                <a:gd name="csX4449" fmla="*/ 227017 w 3644268"/>
                <a:gd name="csY4449" fmla="*/ 1787361 h 2262782"/>
                <a:gd name="csX4450" fmla="*/ 231772 w 3644268"/>
                <a:gd name="csY4450" fmla="*/ 1789583 h 2262782"/>
                <a:gd name="csX4451" fmla="*/ 232183 w 3644268"/>
                <a:gd name="csY4451" fmla="*/ 1790260 h 2262782"/>
                <a:gd name="csX4452" fmla="*/ 234557 w 3644268"/>
                <a:gd name="csY4452" fmla="*/ 1792855 h 2262782"/>
                <a:gd name="csX4453" fmla="*/ 235386 w 3644268"/>
                <a:gd name="csY4453" fmla="*/ 1794141 h 2262782"/>
                <a:gd name="csX4454" fmla="*/ 236170 w 3644268"/>
                <a:gd name="csY4454" fmla="*/ 1794552 h 2262782"/>
                <a:gd name="csX4455" fmla="*/ 237440 w 3644268"/>
                <a:gd name="csY4455" fmla="*/ 1795815 h 2262782"/>
                <a:gd name="csX4456" fmla="*/ 239130 w 3644268"/>
                <a:gd name="csY4456" fmla="*/ 1796606 h 2262782"/>
                <a:gd name="csX4457" fmla="*/ 240309 w 3644268"/>
                <a:gd name="csY4457" fmla="*/ 1796363 h 2262782"/>
                <a:gd name="csX4458" fmla="*/ 240872 w 3644268"/>
                <a:gd name="csY4458" fmla="*/ 1796781 h 2262782"/>
                <a:gd name="csX4459" fmla="*/ 241397 w 3644268"/>
                <a:gd name="csY4459" fmla="*/ 1797770 h 2262782"/>
                <a:gd name="csX4460" fmla="*/ 241435 w 3644268"/>
                <a:gd name="csY4460" fmla="*/ 1799459 h 2262782"/>
                <a:gd name="csX4461" fmla="*/ 241267 w 3644268"/>
                <a:gd name="csY4461" fmla="*/ 1804268 h 2262782"/>
                <a:gd name="csX4462" fmla="*/ 240438 w 3644268"/>
                <a:gd name="csY4462" fmla="*/ 1805653 h 2262782"/>
                <a:gd name="csX4463" fmla="*/ 239563 w 3644268"/>
                <a:gd name="csY4463" fmla="*/ 1806779 h 2262782"/>
                <a:gd name="csX4464" fmla="*/ 239343 w 3644268"/>
                <a:gd name="csY4464" fmla="*/ 1807654 h 2262782"/>
                <a:gd name="csX4465" fmla="*/ 239427 w 3644268"/>
                <a:gd name="csY4465" fmla="*/ 1808711 h 2262782"/>
                <a:gd name="csX4466" fmla="*/ 240773 w 3644268"/>
                <a:gd name="csY4466" fmla="*/ 1810773 h 2262782"/>
                <a:gd name="csX4467" fmla="*/ 242508 w 3644268"/>
                <a:gd name="csY4467" fmla="*/ 1813976 h 2262782"/>
                <a:gd name="csX4468" fmla="*/ 242911 w 3644268"/>
                <a:gd name="csY4468" fmla="*/ 1815833 h 2262782"/>
                <a:gd name="csX4469" fmla="*/ 242911 w 3644268"/>
                <a:gd name="csY4469" fmla="*/ 1817225 h 2262782"/>
                <a:gd name="csX4470" fmla="*/ 240545 w 3644268"/>
                <a:gd name="csY4470" fmla="*/ 1821303 h 2262782"/>
                <a:gd name="csX4471" fmla="*/ 239753 w 3644268"/>
                <a:gd name="csY4471" fmla="*/ 1822254 h 2262782"/>
                <a:gd name="csX4472" fmla="*/ 239206 w 3644268"/>
                <a:gd name="csY4472" fmla="*/ 1824255 h 2262782"/>
                <a:gd name="csX4473" fmla="*/ 238917 w 3644268"/>
                <a:gd name="csY4473" fmla="*/ 1826287 h 2262782"/>
                <a:gd name="csX4474" fmla="*/ 239084 w 3644268"/>
                <a:gd name="csY4474" fmla="*/ 1827124 h 2262782"/>
                <a:gd name="csX4475" fmla="*/ 243040 w 3644268"/>
                <a:gd name="csY4475" fmla="*/ 1830350 h 2262782"/>
                <a:gd name="csX4476" fmla="*/ 245970 w 3644268"/>
                <a:gd name="csY4476" fmla="*/ 1832092 h 2262782"/>
                <a:gd name="csX4477" fmla="*/ 246624 w 3644268"/>
                <a:gd name="csY4477" fmla="*/ 1832944 h 2262782"/>
                <a:gd name="csX4478" fmla="*/ 246685 w 3644268"/>
                <a:gd name="csY4478" fmla="*/ 1833469 h 2262782"/>
                <a:gd name="csX4479" fmla="*/ 245125 w 3644268"/>
                <a:gd name="csY4479" fmla="*/ 1836924 h 2262782"/>
                <a:gd name="csX4480" fmla="*/ 244973 w 3644268"/>
                <a:gd name="csY4480" fmla="*/ 1837852 h 2262782"/>
                <a:gd name="csX4481" fmla="*/ 247324 w 3644268"/>
                <a:gd name="csY4481" fmla="*/ 1839282 h 2262782"/>
                <a:gd name="csX4482" fmla="*/ 248617 w 3644268"/>
                <a:gd name="csY4482" fmla="*/ 1841527 h 2262782"/>
                <a:gd name="csX4483" fmla="*/ 249759 w 3644268"/>
                <a:gd name="csY4483" fmla="*/ 1845179 h 2262782"/>
                <a:gd name="csX4484" fmla="*/ 251988 w 3644268"/>
                <a:gd name="csY4484" fmla="*/ 1848671 h 2262782"/>
                <a:gd name="csX4485" fmla="*/ 256789 w 3644268"/>
                <a:gd name="csY4485" fmla="*/ 1851753 h 2262782"/>
                <a:gd name="csX4486" fmla="*/ 260281 w 3644268"/>
                <a:gd name="csY4486" fmla="*/ 1853762 h 2262782"/>
                <a:gd name="csX4487" fmla="*/ 261004 w 3644268"/>
                <a:gd name="csY4487" fmla="*/ 1854675 h 2262782"/>
                <a:gd name="csX4488" fmla="*/ 261255 w 3644268"/>
                <a:gd name="csY4488" fmla="*/ 1855763 h 2262782"/>
                <a:gd name="csX4489" fmla="*/ 260989 w 3644268"/>
                <a:gd name="csY4489" fmla="*/ 1858144 h 2262782"/>
                <a:gd name="csX4490" fmla="*/ 260091 w 3644268"/>
                <a:gd name="csY4490" fmla="*/ 1861043 h 2262782"/>
                <a:gd name="csX4491" fmla="*/ 259475 w 3644268"/>
                <a:gd name="csY4491" fmla="*/ 1862648 h 2262782"/>
                <a:gd name="csX4492" fmla="*/ 260898 w 3644268"/>
                <a:gd name="csY4492" fmla="*/ 1863318 h 2262782"/>
                <a:gd name="csX4493" fmla="*/ 264558 w 3644268"/>
                <a:gd name="csY4493" fmla="*/ 1863143 h 2262782"/>
                <a:gd name="csX4494" fmla="*/ 269001 w 3644268"/>
                <a:gd name="csY4494" fmla="*/ 1863706 h 2262782"/>
                <a:gd name="csX4495" fmla="*/ 274334 w 3644268"/>
                <a:gd name="csY4495" fmla="*/ 1866886 h 2262782"/>
                <a:gd name="csX4496" fmla="*/ 274350 w 3644268"/>
                <a:gd name="csY4496" fmla="*/ 1868309 h 2262782"/>
                <a:gd name="csX4497" fmla="*/ 273802 w 3644268"/>
                <a:gd name="csY4497" fmla="*/ 1869603 h 2262782"/>
                <a:gd name="csX4498" fmla="*/ 274167 w 3644268"/>
                <a:gd name="csY4498" fmla="*/ 1870964 h 2262782"/>
                <a:gd name="csX4499" fmla="*/ 274753 w 3644268"/>
                <a:gd name="csY4499" fmla="*/ 1872121 h 2262782"/>
                <a:gd name="csX4500" fmla="*/ 279364 w 3644268"/>
                <a:gd name="csY4500" fmla="*/ 1875659 h 2262782"/>
                <a:gd name="csX4501" fmla="*/ 279805 w 3644268"/>
                <a:gd name="csY4501" fmla="*/ 1876686 h 2262782"/>
                <a:gd name="csX4502" fmla="*/ 279889 w 3644268"/>
                <a:gd name="csY4502" fmla="*/ 1878406 h 2262782"/>
                <a:gd name="csX4503" fmla="*/ 279759 w 3644268"/>
                <a:gd name="csY4503" fmla="*/ 1879661 h 2262782"/>
                <a:gd name="csX4504" fmla="*/ 278481 w 3644268"/>
                <a:gd name="csY4504" fmla="*/ 1879927 h 2262782"/>
                <a:gd name="csX4505" fmla="*/ 277058 w 3644268"/>
                <a:gd name="csY4505" fmla="*/ 1880513 h 2262782"/>
                <a:gd name="csX4506" fmla="*/ 274738 w 3644268"/>
                <a:gd name="csY4506" fmla="*/ 1882012 h 2262782"/>
                <a:gd name="csX4507" fmla="*/ 273817 w 3644268"/>
                <a:gd name="csY4507" fmla="*/ 1884135 h 2262782"/>
                <a:gd name="csX4508" fmla="*/ 270066 w 3644268"/>
                <a:gd name="csY4508" fmla="*/ 1887056 h 2262782"/>
                <a:gd name="csX4509" fmla="*/ 267746 w 3644268"/>
                <a:gd name="csY4509" fmla="*/ 1888373 h 2262782"/>
                <a:gd name="csX4510" fmla="*/ 265896 w 3644268"/>
                <a:gd name="csY4510" fmla="*/ 1888434 h 2262782"/>
                <a:gd name="csX4511" fmla="*/ 261506 w 3644268"/>
                <a:gd name="csY4511" fmla="*/ 1887840 h 2262782"/>
                <a:gd name="csX4512" fmla="*/ 259962 w 3644268"/>
                <a:gd name="csY4512" fmla="*/ 1886402 h 2262782"/>
                <a:gd name="csX4513" fmla="*/ 259323 w 3644268"/>
                <a:gd name="csY4513" fmla="*/ 1885078 h 2262782"/>
                <a:gd name="csX4514" fmla="*/ 257633 w 3644268"/>
                <a:gd name="csY4514" fmla="*/ 1884485 h 2262782"/>
                <a:gd name="csX4515" fmla="*/ 255389 w 3644268"/>
                <a:gd name="csY4515" fmla="*/ 1884431 h 2262782"/>
                <a:gd name="csX4516" fmla="*/ 252292 w 3644268"/>
                <a:gd name="csY4516" fmla="*/ 1884660 h 2262782"/>
                <a:gd name="csX4517" fmla="*/ 251661 w 3644268"/>
                <a:gd name="csY4517" fmla="*/ 1885055 h 2262782"/>
                <a:gd name="csX4518" fmla="*/ 251151 w 3644268"/>
                <a:gd name="csY4518" fmla="*/ 1886684 h 2262782"/>
                <a:gd name="csX4519" fmla="*/ 249835 w 3644268"/>
                <a:gd name="csY4519" fmla="*/ 1889453 h 2262782"/>
                <a:gd name="csX4520" fmla="*/ 248891 w 3644268"/>
                <a:gd name="csY4520" fmla="*/ 1891020 h 2262782"/>
                <a:gd name="csX4521" fmla="*/ 249675 w 3644268"/>
                <a:gd name="csY4521" fmla="*/ 1891972 h 2262782"/>
                <a:gd name="csX4522" fmla="*/ 250908 w 3644268"/>
                <a:gd name="csY4522" fmla="*/ 1893965 h 2262782"/>
                <a:gd name="csX4523" fmla="*/ 252825 w 3644268"/>
                <a:gd name="csY4523" fmla="*/ 1896499 h 2262782"/>
                <a:gd name="csX4524" fmla="*/ 254796 w 3644268"/>
                <a:gd name="csY4524" fmla="*/ 1898743 h 2262782"/>
                <a:gd name="csX4525" fmla="*/ 255427 w 3644268"/>
                <a:gd name="csY4525" fmla="*/ 1900113 h 2262782"/>
                <a:gd name="csX4526" fmla="*/ 255404 w 3644268"/>
                <a:gd name="csY4526" fmla="*/ 1901087 h 2262782"/>
                <a:gd name="csX4527" fmla="*/ 254461 w 3644268"/>
                <a:gd name="csY4527" fmla="*/ 1902236 h 2262782"/>
                <a:gd name="csX4528" fmla="*/ 254606 w 3644268"/>
                <a:gd name="csY4528" fmla="*/ 1904549 h 2262782"/>
                <a:gd name="csX4529" fmla="*/ 256523 w 3644268"/>
                <a:gd name="csY4529" fmla="*/ 1907584 h 2262782"/>
                <a:gd name="csX4530" fmla="*/ 255876 w 3644268"/>
                <a:gd name="csY4530" fmla="*/ 1908064 h 2262782"/>
                <a:gd name="csX4531" fmla="*/ 255686 w 3644268"/>
                <a:gd name="csY4531" fmla="*/ 1911784 h 2262782"/>
                <a:gd name="csX4532" fmla="*/ 255701 w 3644268"/>
                <a:gd name="csY4532" fmla="*/ 1915748 h 2262782"/>
                <a:gd name="csX4533" fmla="*/ 256218 w 3644268"/>
                <a:gd name="csY4533" fmla="*/ 1916707 h 2262782"/>
                <a:gd name="csX4534" fmla="*/ 257253 w 3644268"/>
                <a:gd name="csY4534" fmla="*/ 1917498 h 2262782"/>
                <a:gd name="csX4535" fmla="*/ 258121 w 3644268"/>
                <a:gd name="csY4535" fmla="*/ 1918944 h 2262782"/>
                <a:gd name="csX4536" fmla="*/ 259574 w 3644268"/>
                <a:gd name="csY4536" fmla="*/ 1922239 h 2262782"/>
                <a:gd name="csX4537" fmla="*/ 259673 w 3644268"/>
                <a:gd name="csY4537" fmla="*/ 1923098 h 2262782"/>
                <a:gd name="csX4538" fmla="*/ 260084 w 3644268"/>
                <a:gd name="csY4538" fmla="*/ 1923159 h 2262782"/>
                <a:gd name="csX4539" fmla="*/ 262077 w 3644268"/>
                <a:gd name="csY4539" fmla="*/ 1924148 h 2262782"/>
                <a:gd name="csX4540" fmla="*/ 264169 w 3644268"/>
                <a:gd name="csY4540" fmla="*/ 1924985 h 2262782"/>
                <a:gd name="csX4541" fmla="*/ 265615 w 3644268"/>
                <a:gd name="csY4541" fmla="*/ 1925038 h 2262782"/>
                <a:gd name="csX4542" fmla="*/ 267335 w 3644268"/>
                <a:gd name="csY4542" fmla="*/ 1924848 h 2262782"/>
                <a:gd name="csX4543" fmla="*/ 269358 w 3644268"/>
                <a:gd name="csY4543" fmla="*/ 1923730 h 2262782"/>
                <a:gd name="csX4544" fmla="*/ 270766 w 3644268"/>
                <a:gd name="csY4544" fmla="*/ 1922649 h 2262782"/>
                <a:gd name="csX4545" fmla="*/ 272478 w 3644268"/>
                <a:gd name="csY4545" fmla="*/ 1917156 h 2262782"/>
                <a:gd name="csX4546" fmla="*/ 273087 w 3644268"/>
                <a:gd name="csY4546" fmla="*/ 1916365 h 2262782"/>
                <a:gd name="csX4547" fmla="*/ 274030 w 3644268"/>
                <a:gd name="csY4547" fmla="*/ 1915931 h 2262782"/>
                <a:gd name="csX4548" fmla="*/ 275575 w 3644268"/>
                <a:gd name="csY4548" fmla="*/ 1915885 h 2262782"/>
                <a:gd name="csX4549" fmla="*/ 278512 w 3644268"/>
                <a:gd name="csY4549" fmla="*/ 1916912 h 2262782"/>
                <a:gd name="csX4550" fmla="*/ 281951 w 3644268"/>
                <a:gd name="csY4550" fmla="*/ 1917833 h 2262782"/>
                <a:gd name="csX4551" fmla="*/ 283944 w 3644268"/>
                <a:gd name="csY4551" fmla="*/ 1917704 h 2262782"/>
                <a:gd name="csX4552" fmla="*/ 289255 w 3644268"/>
                <a:gd name="csY4552" fmla="*/ 1914774 h 2262782"/>
                <a:gd name="csX4553" fmla="*/ 292215 w 3644268"/>
                <a:gd name="csY4553" fmla="*/ 1914318 h 2262782"/>
                <a:gd name="csX4554" fmla="*/ 295730 w 3644268"/>
                <a:gd name="csY4554" fmla="*/ 1915003 h 2262782"/>
                <a:gd name="csX4555" fmla="*/ 299184 w 3644268"/>
                <a:gd name="csY4555" fmla="*/ 1915041 h 2262782"/>
                <a:gd name="csX4556" fmla="*/ 301786 w 3644268"/>
                <a:gd name="csY4556" fmla="*/ 1914615 h 2262782"/>
                <a:gd name="csX4557" fmla="*/ 303574 w 3644268"/>
                <a:gd name="csY4557" fmla="*/ 1915627 h 2262782"/>
                <a:gd name="csX4558" fmla="*/ 305780 w 3644268"/>
                <a:gd name="csY4558" fmla="*/ 1917864 h 2262782"/>
                <a:gd name="csX4559" fmla="*/ 307774 w 3644268"/>
                <a:gd name="csY4559" fmla="*/ 1921181 h 2262782"/>
                <a:gd name="csX4560" fmla="*/ 309859 w 3644268"/>
                <a:gd name="csY4560" fmla="*/ 1927291 h 2262782"/>
                <a:gd name="csX4561" fmla="*/ 315938 w 3644268"/>
                <a:gd name="csY4561" fmla="*/ 1934161 h 2262782"/>
                <a:gd name="csX4562" fmla="*/ 316037 w 3644268"/>
                <a:gd name="csY4562" fmla="*/ 1935500 h 2262782"/>
                <a:gd name="csX4563" fmla="*/ 315542 w 3644268"/>
                <a:gd name="csY4563" fmla="*/ 1936360 h 2262782"/>
                <a:gd name="csX4564" fmla="*/ 312552 w 3644268"/>
                <a:gd name="csY4564" fmla="*/ 1937189 h 2262782"/>
                <a:gd name="csX4565" fmla="*/ 310026 w 3644268"/>
                <a:gd name="csY4565" fmla="*/ 1937638 h 2262782"/>
                <a:gd name="csX4566" fmla="*/ 309905 w 3644268"/>
                <a:gd name="csY4566" fmla="*/ 1938810 h 2262782"/>
                <a:gd name="csX4567" fmla="*/ 310574 w 3644268"/>
                <a:gd name="csY4567" fmla="*/ 1940081 h 2262782"/>
                <a:gd name="csX4568" fmla="*/ 311731 w 3644268"/>
                <a:gd name="csY4568" fmla="*/ 1941937 h 2262782"/>
                <a:gd name="csX4569" fmla="*/ 311906 w 3644268"/>
                <a:gd name="csY4569" fmla="*/ 1944326 h 2262782"/>
                <a:gd name="csX4570" fmla="*/ 311845 w 3644268"/>
                <a:gd name="csY4570" fmla="*/ 1946517 h 2262782"/>
                <a:gd name="csX4571" fmla="*/ 312339 w 3644268"/>
                <a:gd name="csY4571" fmla="*/ 1948450 h 2262782"/>
                <a:gd name="csX4572" fmla="*/ 313305 w 3644268"/>
                <a:gd name="csY4572" fmla="*/ 1949241 h 2262782"/>
                <a:gd name="csX4573" fmla="*/ 313427 w 3644268"/>
                <a:gd name="csY4573" fmla="*/ 1950208 h 2262782"/>
                <a:gd name="csX4574" fmla="*/ 312316 w 3644268"/>
                <a:gd name="csY4574" fmla="*/ 1951395 h 2262782"/>
                <a:gd name="csX4575" fmla="*/ 312005 w 3644268"/>
                <a:gd name="csY4575" fmla="*/ 1952125 h 2262782"/>
                <a:gd name="csX4576" fmla="*/ 312438 w 3644268"/>
                <a:gd name="csY4576" fmla="*/ 1952520 h 2262782"/>
                <a:gd name="csX4577" fmla="*/ 317924 w 3644268"/>
                <a:gd name="csY4577" fmla="*/ 1952749 h 2262782"/>
                <a:gd name="csX4578" fmla="*/ 320610 w 3644268"/>
                <a:gd name="csY4578" fmla="*/ 1953898 h 2262782"/>
                <a:gd name="csX4579" fmla="*/ 322649 w 3644268"/>
                <a:gd name="csY4579" fmla="*/ 1954948 h 2262782"/>
                <a:gd name="csX4580" fmla="*/ 323676 w 3644268"/>
                <a:gd name="csY4580" fmla="*/ 1955047 h 2262782"/>
                <a:gd name="csX4581" fmla="*/ 325989 w 3644268"/>
                <a:gd name="csY4581" fmla="*/ 1954377 h 2262782"/>
                <a:gd name="csX4582" fmla="*/ 328591 w 3644268"/>
                <a:gd name="csY4582" fmla="*/ 1953951 h 2262782"/>
                <a:gd name="csX4583" fmla="*/ 330166 w 3644268"/>
                <a:gd name="csY4583" fmla="*/ 1953890 h 2262782"/>
                <a:gd name="csX4584" fmla="*/ 330775 w 3644268"/>
                <a:gd name="csY4584" fmla="*/ 1954666 h 2262782"/>
                <a:gd name="csX4585" fmla="*/ 331262 w 3644268"/>
                <a:gd name="csY4585" fmla="*/ 1956698 h 2262782"/>
                <a:gd name="csX4586" fmla="*/ 332175 w 3644268"/>
                <a:gd name="csY4586" fmla="*/ 1958729 h 2262782"/>
                <a:gd name="csX4587" fmla="*/ 333027 w 3644268"/>
                <a:gd name="csY4587" fmla="*/ 1959307 h 2262782"/>
                <a:gd name="csX4588" fmla="*/ 334549 w 3644268"/>
                <a:gd name="csY4588" fmla="*/ 1959208 h 2262782"/>
                <a:gd name="csX4589" fmla="*/ 335462 w 3644268"/>
                <a:gd name="csY4589" fmla="*/ 1959307 h 2262782"/>
                <a:gd name="csX4590" fmla="*/ 335949 w 3644268"/>
                <a:gd name="csY4590" fmla="*/ 1960076 h 2262782"/>
                <a:gd name="csX4591" fmla="*/ 335401 w 3644268"/>
                <a:gd name="csY4591" fmla="*/ 1961232 h 2262782"/>
                <a:gd name="csX4592" fmla="*/ 335522 w 3644268"/>
                <a:gd name="csY4592" fmla="*/ 1962488 h 2262782"/>
                <a:gd name="csX4593" fmla="*/ 336192 w 3644268"/>
                <a:gd name="csY4593" fmla="*/ 1964025 h 2262782"/>
                <a:gd name="csX4594" fmla="*/ 336983 w 3644268"/>
                <a:gd name="csY4594" fmla="*/ 1967578 h 2262782"/>
                <a:gd name="csX4595" fmla="*/ 337714 w 3644268"/>
                <a:gd name="csY4595" fmla="*/ 1968635 h 2262782"/>
                <a:gd name="csX4596" fmla="*/ 338201 w 3644268"/>
                <a:gd name="csY4596" fmla="*/ 1969975 h 2262782"/>
                <a:gd name="csX4597" fmla="*/ 338201 w 3644268"/>
                <a:gd name="csY4597" fmla="*/ 1971511 h 2262782"/>
                <a:gd name="csX4598" fmla="*/ 337592 w 3644268"/>
                <a:gd name="csY4598" fmla="*/ 1972851 h 2262782"/>
                <a:gd name="csX4599" fmla="*/ 337166 w 3644268"/>
                <a:gd name="csY4599" fmla="*/ 1973901 h 2262782"/>
                <a:gd name="csX4600" fmla="*/ 337592 w 3644268"/>
                <a:gd name="csY4600" fmla="*/ 1976290 h 2262782"/>
                <a:gd name="csX4601" fmla="*/ 339236 w 3644268"/>
                <a:gd name="csY4601" fmla="*/ 1978960 h 2262782"/>
                <a:gd name="csX4602" fmla="*/ 340453 w 3644268"/>
                <a:gd name="csY4602" fmla="*/ 1979622 h 2262782"/>
                <a:gd name="csX4603" fmla="*/ 341427 w 3644268"/>
                <a:gd name="csY4603" fmla="*/ 1982004 h 2262782"/>
                <a:gd name="csX4604" fmla="*/ 343192 w 3644268"/>
                <a:gd name="csY4604" fmla="*/ 1982765 h 2262782"/>
                <a:gd name="csX4605" fmla="*/ 345810 w 3644268"/>
                <a:gd name="csY4605" fmla="*/ 1980763 h 2262782"/>
                <a:gd name="csX4606" fmla="*/ 347818 w 3644268"/>
                <a:gd name="csY4606" fmla="*/ 1979714 h 2262782"/>
                <a:gd name="csX4607" fmla="*/ 350329 w 3644268"/>
                <a:gd name="csY4607" fmla="*/ 1980299 h 2262782"/>
                <a:gd name="csX4608" fmla="*/ 352650 w 3644268"/>
                <a:gd name="csY4608" fmla="*/ 1980672 h 2262782"/>
                <a:gd name="csX4609" fmla="*/ 354209 w 3644268"/>
                <a:gd name="csY4609" fmla="*/ 1982034 h 2262782"/>
                <a:gd name="csX4610" fmla="*/ 355358 w 3644268"/>
                <a:gd name="csY4610" fmla="*/ 1983906 h 2262782"/>
                <a:gd name="csX4611" fmla="*/ 356697 w 3644268"/>
                <a:gd name="csY4611" fmla="*/ 1984948 h 2262782"/>
                <a:gd name="csX4612" fmla="*/ 358036 w 3644268"/>
                <a:gd name="csY4612" fmla="*/ 1984400 h 2262782"/>
                <a:gd name="csX4613" fmla="*/ 360829 w 3644268"/>
                <a:gd name="csY4613" fmla="*/ 1984948 h 2262782"/>
                <a:gd name="csX4614" fmla="*/ 362107 w 3644268"/>
                <a:gd name="csY4614" fmla="*/ 1986462 h 2262782"/>
                <a:gd name="csX4615" fmla="*/ 363385 w 3644268"/>
                <a:gd name="csY4615" fmla="*/ 1987314 h 2262782"/>
                <a:gd name="csX4616" fmla="*/ 365029 w 3644268"/>
                <a:gd name="csY4616" fmla="*/ 1986082 h 2262782"/>
                <a:gd name="csX4617" fmla="*/ 366368 w 3644268"/>
                <a:gd name="csY4617" fmla="*/ 1984560 h 2262782"/>
                <a:gd name="csX4618" fmla="*/ 371267 w 3644268"/>
                <a:gd name="csY4618" fmla="*/ 1982970 h 2262782"/>
                <a:gd name="csX4619" fmla="*/ 374311 w 3644268"/>
                <a:gd name="csY4619" fmla="*/ 1982574 h 2262782"/>
                <a:gd name="csX4620" fmla="*/ 375163 w 3644268"/>
                <a:gd name="csY4620" fmla="*/ 1982262 h 2262782"/>
                <a:gd name="csX4621" fmla="*/ 376951 w 3644268"/>
                <a:gd name="csY4621" fmla="*/ 1981121 h 2262782"/>
                <a:gd name="csX4622" fmla="*/ 378838 w 3644268"/>
                <a:gd name="csY4622" fmla="*/ 1980360 h 2262782"/>
                <a:gd name="csX4623" fmla="*/ 380535 w 3644268"/>
                <a:gd name="csY4623" fmla="*/ 1980566 h 2262782"/>
                <a:gd name="csX4624" fmla="*/ 382209 w 3644268"/>
                <a:gd name="csY4624" fmla="*/ 1982932 h 2262782"/>
                <a:gd name="csX4625" fmla="*/ 383943 w 3644268"/>
                <a:gd name="csY4625" fmla="*/ 1984560 h 2262782"/>
                <a:gd name="csX4626" fmla="*/ 384431 w 3644268"/>
                <a:gd name="csY4626" fmla="*/ 1987124 h 2262782"/>
                <a:gd name="csX4627" fmla="*/ 386546 w 3644268"/>
                <a:gd name="csY4627" fmla="*/ 1990639 h 2262782"/>
                <a:gd name="csX4628" fmla="*/ 391803 w 3644268"/>
                <a:gd name="csY4628" fmla="*/ 1995441 h 2262782"/>
                <a:gd name="csX4629" fmla="*/ 393865 w 3644268"/>
                <a:gd name="csY4629" fmla="*/ 1996901 h 2262782"/>
                <a:gd name="csX4630" fmla="*/ 395265 w 3644268"/>
                <a:gd name="csY4630" fmla="*/ 1996643 h 2262782"/>
                <a:gd name="csX4631" fmla="*/ 395995 w 3644268"/>
                <a:gd name="csY4631" fmla="*/ 1996262 h 2262782"/>
                <a:gd name="csX4632" fmla="*/ 396338 w 3644268"/>
                <a:gd name="csY4632" fmla="*/ 1995760 h 2262782"/>
                <a:gd name="csX4633" fmla="*/ 396657 w 3644268"/>
                <a:gd name="csY4633" fmla="*/ 1993409 h 2262782"/>
                <a:gd name="csX4634" fmla="*/ 397319 w 3644268"/>
                <a:gd name="csY4634" fmla="*/ 1992542 h 2262782"/>
                <a:gd name="csX4635" fmla="*/ 398385 w 3644268"/>
                <a:gd name="csY4635" fmla="*/ 1992519 h 2262782"/>
                <a:gd name="csX4636" fmla="*/ 402501 w 3644268"/>
                <a:gd name="csY4636" fmla="*/ 1995441 h 2262782"/>
                <a:gd name="csX4637" fmla="*/ 404654 w 3644268"/>
                <a:gd name="csY4637" fmla="*/ 1995760 h 2262782"/>
                <a:gd name="csX4638" fmla="*/ 406701 w 3644268"/>
                <a:gd name="csY4638" fmla="*/ 1995813 h 2262782"/>
                <a:gd name="csX4639" fmla="*/ 409455 w 3644268"/>
                <a:gd name="csY4639" fmla="*/ 1998081 h 2262782"/>
                <a:gd name="csX4640" fmla="*/ 412476 w 3644268"/>
                <a:gd name="csY4640" fmla="*/ 2000051 h 2262782"/>
                <a:gd name="csX4641" fmla="*/ 414811 w 3644268"/>
                <a:gd name="csY4641" fmla="*/ 2000257 h 2262782"/>
                <a:gd name="csX4642" fmla="*/ 416675 w 3644268"/>
                <a:gd name="csY4642" fmla="*/ 1999480 h 2262782"/>
                <a:gd name="csX4643" fmla="*/ 417954 w 3644268"/>
                <a:gd name="csY4643" fmla="*/ 1999009 h 2262782"/>
                <a:gd name="csX4644" fmla="*/ 418745 w 3644268"/>
                <a:gd name="csY4644" fmla="*/ 1999762 h 2262782"/>
                <a:gd name="csX4645" fmla="*/ 419476 w 3644268"/>
                <a:gd name="csY4645" fmla="*/ 2001459 h 2262782"/>
                <a:gd name="csX4646" fmla="*/ 420693 w 3644268"/>
                <a:gd name="csY4646" fmla="*/ 2002775 h 2262782"/>
                <a:gd name="csX4647" fmla="*/ 422093 w 3644268"/>
                <a:gd name="csY4647" fmla="*/ 2003148 h 2262782"/>
                <a:gd name="csX4648" fmla="*/ 424109 w 3644268"/>
                <a:gd name="csY4648" fmla="*/ 2003232 h 2262782"/>
                <a:gd name="csX4649" fmla="*/ 427609 w 3644268"/>
                <a:gd name="csY4649" fmla="*/ 2005773 h 2262782"/>
                <a:gd name="csX4650" fmla="*/ 430896 w 3644268"/>
                <a:gd name="csY4650" fmla="*/ 2008360 h 2262782"/>
                <a:gd name="csX4651" fmla="*/ 432950 w 3644268"/>
                <a:gd name="csY4651" fmla="*/ 2008504 h 2262782"/>
                <a:gd name="csX4652" fmla="*/ 434693 w 3644268"/>
                <a:gd name="csY4652" fmla="*/ 2007743 h 2262782"/>
                <a:gd name="csX4653" fmla="*/ 436230 w 3644268"/>
                <a:gd name="csY4653" fmla="*/ 2007546 h 2262782"/>
                <a:gd name="csX4654" fmla="*/ 437302 w 3644268"/>
                <a:gd name="csY4654" fmla="*/ 2008200 h 2262782"/>
                <a:gd name="csX4655" fmla="*/ 437607 w 3644268"/>
                <a:gd name="csY4655" fmla="*/ 2009318 h 2262782"/>
                <a:gd name="csX4656" fmla="*/ 436816 w 3644268"/>
                <a:gd name="csY4656" fmla="*/ 2010817 h 2262782"/>
                <a:gd name="csX4657" fmla="*/ 436816 w 3644268"/>
                <a:gd name="csY4657" fmla="*/ 2012963 h 2262782"/>
                <a:gd name="csX4658" fmla="*/ 438276 w 3644268"/>
                <a:gd name="csY4658" fmla="*/ 2015017 h 2262782"/>
                <a:gd name="csX4659" fmla="*/ 438322 w 3644268"/>
                <a:gd name="csY4659" fmla="*/ 2017033 h 2262782"/>
                <a:gd name="csX4660" fmla="*/ 437904 w 3644268"/>
                <a:gd name="csY4660" fmla="*/ 2018852 h 2262782"/>
                <a:gd name="csX4661" fmla="*/ 437074 w 3644268"/>
                <a:gd name="csY4661" fmla="*/ 2020526 h 2262782"/>
                <a:gd name="csX4662" fmla="*/ 435073 w 3644268"/>
                <a:gd name="csY4662" fmla="*/ 2022824 h 2262782"/>
                <a:gd name="csX4663" fmla="*/ 433224 w 3644268"/>
                <a:gd name="csY4663" fmla="*/ 2024962 h 2262782"/>
                <a:gd name="csX4664" fmla="*/ 430447 w 3644268"/>
                <a:gd name="csY4664" fmla="*/ 2025852 h 2262782"/>
                <a:gd name="csX4665" fmla="*/ 428888 w 3644268"/>
                <a:gd name="csY4665" fmla="*/ 2026788 h 2262782"/>
                <a:gd name="csX4666" fmla="*/ 429298 w 3644268"/>
                <a:gd name="csY4666" fmla="*/ 2028355 h 2262782"/>
                <a:gd name="csX4667" fmla="*/ 430318 w 3644268"/>
                <a:gd name="csY4667" fmla="*/ 2029816 h 2262782"/>
                <a:gd name="csX4668" fmla="*/ 432676 w 3644268"/>
                <a:gd name="csY4668" fmla="*/ 2030995 h 2262782"/>
                <a:gd name="csX4669" fmla="*/ 435355 w 3644268"/>
                <a:gd name="csY4669" fmla="*/ 2031855 h 2262782"/>
                <a:gd name="csX4670" fmla="*/ 435667 w 3644268"/>
                <a:gd name="csY4670" fmla="*/ 2032806 h 2262782"/>
                <a:gd name="csX4671" fmla="*/ 435256 w 3644268"/>
                <a:gd name="csY4671" fmla="*/ 2033285 h 2262782"/>
                <a:gd name="csX4672" fmla="*/ 433536 w 3644268"/>
                <a:gd name="csY4672" fmla="*/ 2033727 h 2262782"/>
                <a:gd name="csX4673" fmla="*/ 431162 w 3644268"/>
                <a:gd name="csY4673" fmla="*/ 2033278 h 2262782"/>
                <a:gd name="csX4674" fmla="*/ 430371 w 3644268"/>
                <a:gd name="csY4674" fmla="*/ 2034107 h 2262782"/>
                <a:gd name="csX4675" fmla="*/ 429275 w 3644268"/>
                <a:gd name="csY4675" fmla="*/ 2035484 h 2262782"/>
                <a:gd name="csX4676" fmla="*/ 428545 w 3644268"/>
                <a:gd name="csY4676" fmla="*/ 2037965 h 2262782"/>
                <a:gd name="csX4677" fmla="*/ 427997 w 3644268"/>
                <a:gd name="csY4677" fmla="*/ 2040262 h 2262782"/>
                <a:gd name="csX4678" fmla="*/ 430577 w 3644268"/>
                <a:gd name="csY4678" fmla="*/ 2040886 h 2262782"/>
                <a:gd name="csX4679" fmla="*/ 432075 w 3644268"/>
                <a:gd name="csY4679" fmla="*/ 2041822 h 2262782"/>
                <a:gd name="csX4680" fmla="*/ 432547 w 3644268"/>
                <a:gd name="csY4680" fmla="*/ 2043702 h 2262782"/>
                <a:gd name="csX4681" fmla="*/ 433080 w 3644268"/>
                <a:gd name="csY4681" fmla="*/ 2045794 h 2262782"/>
                <a:gd name="csX4682" fmla="*/ 433239 w 3644268"/>
                <a:gd name="csY4682" fmla="*/ 2047673 h 2262782"/>
                <a:gd name="csX4683" fmla="*/ 432387 w 3644268"/>
                <a:gd name="csY4683" fmla="*/ 2048586 h 2262782"/>
                <a:gd name="csX4684" fmla="*/ 432334 w 3644268"/>
                <a:gd name="csY4684" fmla="*/ 2049522 h 2262782"/>
                <a:gd name="csX4685" fmla="*/ 432737 w 3644268"/>
                <a:gd name="csY4685" fmla="*/ 2049986 h 2262782"/>
                <a:gd name="csX4686" fmla="*/ 433848 w 3644268"/>
                <a:gd name="csY4686" fmla="*/ 2050192 h 2262782"/>
                <a:gd name="csX4687" fmla="*/ 434693 w 3644268"/>
                <a:gd name="csY4687" fmla="*/ 2050610 h 2262782"/>
                <a:gd name="csX4688" fmla="*/ 434761 w 3644268"/>
                <a:gd name="csY4688" fmla="*/ 2051599 h 2262782"/>
                <a:gd name="csX4689" fmla="*/ 433140 w 3644268"/>
                <a:gd name="csY4689" fmla="*/ 2053821 h 2262782"/>
                <a:gd name="csX4690" fmla="*/ 431627 w 3644268"/>
                <a:gd name="csY4690" fmla="*/ 2058066 h 2262782"/>
                <a:gd name="csX4691" fmla="*/ 430812 w 3644268"/>
                <a:gd name="csY4691" fmla="*/ 2060319 h 2262782"/>
                <a:gd name="csX4692" fmla="*/ 430873 w 3644268"/>
                <a:gd name="csY4692" fmla="*/ 2062761 h 2262782"/>
                <a:gd name="csX4693" fmla="*/ 429960 w 3644268"/>
                <a:gd name="csY4693" fmla="*/ 2064115 h 2262782"/>
                <a:gd name="csX4694" fmla="*/ 428248 w 3644268"/>
                <a:gd name="csY4694" fmla="*/ 2064184 h 2262782"/>
                <a:gd name="csX4695" fmla="*/ 422542 w 3644268"/>
                <a:gd name="csY4695" fmla="*/ 2064420 h 2262782"/>
                <a:gd name="csX4696" fmla="*/ 417574 w 3644268"/>
                <a:gd name="csY4696" fmla="*/ 2064298 h 2262782"/>
                <a:gd name="csX4697" fmla="*/ 415428 w 3644268"/>
                <a:gd name="csY4697" fmla="*/ 2063948 h 2262782"/>
                <a:gd name="csX4698" fmla="*/ 412065 w 3644268"/>
                <a:gd name="csY4698" fmla="*/ 2063735 h 2262782"/>
                <a:gd name="csX4699" fmla="*/ 410398 w 3644268"/>
                <a:gd name="csY4699" fmla="*/ 2064313 h 2262782"/>
                <a:gd name="csX4700" fmla="*/ 408192 w 3644268"/>
                <a:gd name="csY4700" fmla="*/ 2068209 h 2262782"/>
                <a:gd name="csX4701" fmla="*/ 406518 w 3644268"/>
                <a:gd name="csY4701" fmla="*/ 2069730 h 2262782"/>
                <a:gd name="csX4702" fmla="*/ 403756 w 3644268"/>
                <a:gd name="csY4702" fmla="*/ 2071107 h 2262782"/>
                <a:gd name="csX4703" fmla="*/ 400720 w 3644268"/>
                <a:gd name="csY4703" fmla="*/ 2071503 h 2262782"/>
                <a:gd name="csX4704" fmla="*/ 398978 w 3644268"/>
                <a:gd name="csY4704" fmla="*/ 2073101 h 2262782"/>
                <a:gd name="csX4705" fmla="*/ 398362 w 3644268"/>
                <a:gd name="csY4705" fmla="*/ 2075612 h 2262782"/>
                <a:gd name="csX4706" fmla="*/ 398316 w 3644268"/>
                <a:gd name="csY4706" fmla="*/ 2077833 h 2262782"/>
                <a:gd name="csX4707" fmla="*/ 398034 w 3644268"/>
                <a:gd name="csY4707" fmla="*/ 2078944 h 2262782"/>
                <a:gd name="csX4708" fmla="*/ 397380 w 3644268"/>
                <a:gd name="csY4708" fmla="*/ 2079918 h 2262782"/>
                <a:gd name="csX4709" fmla="*/ 397144 w 3644268"/>
                <a:gd name="csY4709" fmla="*/ 2080611 h 2262782"/>
                <a:gd name="csX4710" fmla="*/ 397289 w 3644268"/>
                <a:gd name="csY4710" fmla="*/ 2081371 h 2262782"/>
                <a:gd name="csX4711" fmla="*/ 397996 w 3644268"/>
                <a:gd name="csY4711" fmla="*/ 2081645 h 2262782"/>
                <a:gd name="csX4712" fmla="*/ 398841 w 3644268"/>
                <a:gd name="csY4712" fmla="*/ 2081995 h 2262782"/>
                <a:gd name="csX4713" fmla="*/ 398841 w 3644268"/>
                <a:gd name="csY4713" fmla="*/ 2082543 h 2262782"/>
                <a:gd name="csX4714" fmla="*/ 398514 w 3644268"/>
                <a:gd name="csY4714" fmla="*/ 2083235 h 2262782"/>
                <a:gd name="csX4715" fmla="*/ 397570 w 3644268"/>
                <a:gd name="csY4715" fmla="*/ 2083996 h 2262782"/>
                <a:gd name="csX4716" fmla="*/ 397144 w 3644268"/>
                <a:gd name="csY4716" fmla="*/ 2085168 h 2262782"/>
                <a:gd name="csX4717" fmla="*/ 397243 w 3644268"/>
                <a:gd name="csY4717" fmla="*/ 2086416 h 2262782"/>
                <a:gd name="csX4718" fmla="*/ 397426 w 3644268"/>
                <a:gd name="csY4718" fmla="*/ 2087793 h 2262782"/>
                <a:gd name="csX4719" fmla="*/ 403201 w 3644268"/>
                <a:gd name="csY4719" fmla="*/ 2085161 h 2262782"/>
                <a:gd name="csX4720" fmla="*/ 405172 w 3644268"/>
                <a:gd name="csY4720" fmla="*/ 2083167 h 2262782"/>
                <a:gd name="csX4721" fmla="*/ 409120 w 3644268"/>
                <a:gd name="csY4721" fmla="*/ 2082467 h 2262782"/>
                <a:gd name="csX4722" fmla="*/ 408565 w 3644268"/>
                <a:gd name="csY4722" fmla="*/ 2083274 h 2262782"/>
                <a:gd name="csX4723" fmla="*/ 406609 w 3644268"/>
                <a:gd name="csY4723" fmla="*/ 2084019 h 2262782"/>
                <a:gd name="csX4724" fmla="*/ 404646 w 3644268"/>
                <a:gd name="csY4724" fmla="*/ 2085952 h 2262782"/>
                <a:gd name="csX4725" fmla="*/ 407119 w 3644268"/>
                <a:gd name="csY4725" fmla="*/ 2086150 h 2262782"/>
                <a:gd name="csX4726" fmla="*/ 412673 w 3644268"/>
                <a:gd name="csY4726" fmla="*/ 2085161 h 2262782"/>
                <a:gd name="csX4727" fmla="*/ 414712 w 3644268"/>
                <a:gd name="csY4727" fmla="*/ 2082132 h 2262782"/>
                <a:gd name="csX4728" fmla="*/ 418380 w 3644268"/>
                <a:gd name="csY4728" fmla="*/ 2082239 h 2262782"/>
                <a:gd name="csX4729" fmla="*/ 419422 w 3644268"/>
                <a:gd name="csY4729" fmla="*/ 2084415 h 2262782"/>
                <a:gd name="csX4730" fmla="*/ 420464 w 3644268"/>
                <a:gd name="csY4730" fmla="*/ 2087352 h 2262782"/>
                <a:gd name="csX4731" fmla="*/ 420373 w 3644268"/>
                <a:gd name="csY4731" fmla="*/ 2088440 h 2262782"/>
                <a:gd name="csX4732" fmla="*/ 419978 w 3644268"/>
                <a:gd name="csY4732" fmla="*/ 2089277 h 2262782"/>
                <a:gd name="csX4733" fmla="*/ 416904 w 3644268"/>
                <a:gd name="csY4733" fmla="*/ 2089924 h 2262782"/>
                <a:gd name="csX4734" fmla="*/ 409950 w 3644268"/>
                <a:gd name="csY4734" fmla="*/ 2093583 h 2262782"/>
                <a:gd name="csX4735" fmla="*/ 406313 w 3644268"/>
                <a:gd name="csY4735" fmla="*/ 2094618 h 2262782"/>
                <a:gd name="csX4736" fmla="*/ 402212 w 3644268"/>
                <a:gd name="csY4736" fmla="*/ 2096482 h 2262782"/>
                <a:gd name="csX4737" fmla="*/ 403269 w 3644268"/>
                <a:gd name="csY4737" fmla="*/ 2098993 h 2262782"/>
                <a:gd name="csX4738" fmla="*/ 403543 w 3644268"/>
                <a:gd name="csY4738" fmla="*/ 2101123 h 2262782"/>
                <a:gd name="csX4739" fmla="*/ 400180 w 3644268"/>
                <a:gd name="csY4739" fmla="*/ 2100667 h 2262782"/>
                <a:gd name="csX4740" fmla="*/ 397753 w 3644268"/>
                <a:gd name="csY4740" fmla="*/ 2099959 h 2262782"/>
                <a:gd name="csX4741" fmla="*/ 396246 w 3644268"/>
                <a:gd name="csY4741" fmla="*/ 2100287 h 2262782"/>
                <a:gd name="csX4742" fmla="*/ 392153 w 3644268"/>
                <a:gd name="csY4742" fmla="*/ 2102539 h 2262782"/>
                <a:gd name="csX4743" fmla="*/ 390007 w 3644268"/>
                <a:gd name="csY4743" fmla="*/ 2102052 h 2262782"/>
                <a:gd name="csX4744" fmla="*/ 387854 w 3644268"/>
                <a:gd name="csY4744" fmla="*/ 2101983 h 2262782"/>
                <a:gd name="csX4745" fmla="*/ 388775 w 3644268"/>
                <a:gd name="csY4745" fmla="*/ 2105202 h 2262782"/>
                <a:gd name="csX4746" fmla="*/ 391004 w 3644268"/>
                <a:gd name="csY4746" fmla="*/ 2109082 h 2262782"/>
                <a:gd name="csX4747" fmla="*/ 392366 w 3644268"/>
                <a:gd name="csY4747" fmla="*/ 2109812 h 2262782"/>
                <a:gd name="csX4748" fmla="*/ 394504 w 3644268"/>
                <a:gd name="csY4748" fmla="*/ 2109462 h 2262782"/>
                <a:gd name="csX4749" fmla="*/ 399579 w 3644268"/>
                <a:gd name="csY4749" fmla="*/ 2114157 h 2262782"/>
                <a:gd name="csX4750" fmla="*/ 403360 w 3644268"/>
                <a:gd name="csY4750" fmla="*/ 2118806 h 2262782"/>
                <a:gd name="csX4751" fmla="*/ 401397 w 3644268"/>
                <a:gd name="csY4751" fmla="*/ 2119125 h 2262782"/>
                <a:gd name="csX4752" fmla="*/ 399503 w 3644268"/>
                <a:gd name="csY4752" fmla="*/ 2118654 h 2262782"/>
                <a:gd name="csX4753" fmla="*/ 396764 w 3644268"/>
                <a:gd name="csY4753" fmla="*/ 2118669 h 2262782"/>
                <a:gd name="csX4754" fmla="*/ 395676 w 3644268"/>
                <a:gd name="csY4754" fmla="*/ 2121491 h 2262782"/>
                <a:gd name="csX4755" fmla="*/ 394542 w 3644268"/>
                <a:gd name="csY4755" fmla="*/ 2123576 h 2262782"/>
                <a:gd name="csX4756" fmla="*/ 394337 w 3644268"/>
                <a:gd name="csY4756" fmla="*/ 2122503 h 2262782"/>
                <a:gd name="csX4757" fmla="*/ 394421 w 3644268"/>
                <a:gd name="csY4757" fmla="*/ 2121058 h 2262782"/>
                <a:gd name="csX4758" fmla="*/ 393150 w 3644268"/>
                <a:gd name="csY4758" fmla="*/ 2120122 h 2262782"/>
                <a:gd name="csX4759" fmla="*/ 391415 w 3644268"/>
                <a:gd name="csY4759" fmla="*/ 2121537 h 2262782"/>
                <a:gd name="csX4760" fmla="*/ 389445 w 3644268"/>
                <a:gd name="csY4760" fmla="*/ 2127723 h 2262782"/>
                <a:gd name="csX4761" fmla="*/ 385785 w 3644268"/>
                <a:gd name="csY4761" fmla="*/ 2132159 h 2262782"/>
                <a:gd name="csX4762" fmla="*/ 384568 w 3644268"/>
                <a:gd name="csY4762" fmla="*/ 2134875 h 2262782"/>
                <a:gd name="csX4763" fmla="*/ 384514 w 3644268"/>
                <a:gd name="csY4763" fmla="*/ 2136853 h 2262782"/>
                <a:gd name="csX4764" fmla="*/ 385039 w 3644268"/>
                <a:gd name="csY4764" fmla="*/ 2137256 h 2262782"/>
                <a:gd name="csX4765" fmla="*/ 385838 w 3644268"/>
                <a:gd name="csY4765" fmla="*/ 2137196 h 2262782"/>
                <a:gd name="csX4766" fmla="*/ 385861 w 3644268"/>
                <a:gd name="csY4766" fmla="*/ 2138976 h 2262782"/>
                <a:gd name="csX4767" fmla="*/ 385313 w 3644268"/>
                <a:gd name="csY4767" fmla="*/ 2140566 h 2262782"/>
                <a:gd name="csX4768" fmla="*/ 377134 w 3644268"/>
                <a:gd name="csY4768" fmla="*/ 2142575 h 2262782"/>
                <a:gd name="csX4769" fmla="*/ 376053 w 3644268"/>
                <a:gd name="csY4769" fmla="*/ 2143746 h 2262782"/>
                <a:gd name="csX4770" fmla="*/ 373702 w 3644268"/>
                <a:gd name="csY4770" fmla="*/ 2142818 h 2262782"/>
                <a:gd name="csX4771" fmla="*/ 371017 w 3644268"/>
                <a:gd name="csY4771" fmla="*/ 2140376 h 2262782"/>
                <a:gd name="csX4772" fmla="*/ 368627 w 3644268"/>
                <a:gd name="csY4772" fmla="*/ 2139060 h 2262782"/>
                <a:gd name="csX4773" fmla="*/ 367091 w 3644268"/>
                <a:gd name="csY4773" fmla="*/ 2139585 h 2262782"/>
                <a:gd name="csX4774" fmla="*/ 365523 w 3644268"/>
                <a:gd name="csY4774" fmla="*/ 2140733 h 2262782"/>
                <a:gd name="csX4775" fmla="*/ 366406 w 3644268"/>
                <a:gd name="csY4775" fmla="*/ 2141449 h 2262782"/>
                <a:gd name="csX4776" fmla="*/ 367463 w 3644268"/>
                <a:gd name="csY4776" fmla="*/ 2141700 h 2262782"/>
                <a:gd name="csX4777" fmla="*/ 370241 w 3644268"/>
                <a:gd name="csY4777" fmla="*/ 2143221 h 2262782"/>
                <a:gd name="csX4778" fmla="*/ 368787 w 3644268"/>
                <a:gd name="csY4778" fmla="*/ 2144370 h 2262782"/>
                <a:gd name="csX4779" fmla="*/ 363370 w 3644268"/>
                <a:gd name="csY4779" fmla="*/ 2146371 h 2262782"/>
                <a:gd name="csX4780" fmla="*/ 363552 w 3644268"/>
                <a:gd name="csY4780" fmla="*/ 2147406 h 2262782"/>
                <a:gd name="csX4781" fmla="*/ 364047 w 3644268"/>
                <a:gd name="csY4781" fmla="*/ 2148160 h 2262782"/>
                <a:gd name="csX4782" fmla="*/ 370316 w 3644268"/>
                <a:gd name="csY4782" fmla="*/ 2149871 h 2262782"/>
                <a:gd name="csX4783" fmla="*/ 375871 w 3644268"/>
                <a:gd name="csY4783" fmla="*/ 2152808 h 2262782"/>
                <a:gd name="csX4784" fmla="*/ 377567 w 3644268"/>
                <a:gd name="csY4784" fmla="*/ 2154825 h 2262782"/>
                <a:gd name="csX4785" fmla="*/ 379021 w 3644268"/>
                <a:gd name="csY4785" fmla="*/ 2158325 h 2262782"/>
                <a:gd name="csX4786" fmla="*/ 380284 w 3644268"/>
                <a:gd name="csY4786" fmla="*/ 2159915 h 2262782"/>
                <a:gd name="csX4787" fmla="*/ 382072 w 3644268"/>
                <a:gd name="csY4787" fmla="*/ 2161117 h 2262782"/>
                <a:gd name="csX4788" fmla="*/ 383723 w 3644268"/>
                <a:gd name="csY4788" fmla="*/ 2161847 h 2262782"/>
                <a:gd name="csX4789" fmla="*/ 386553 w 3644268"/>
                <a:gd name="csY4789" fmla="*/ 2162136 h 2262782"/>
                <a:gd name="csX4790" fmla="*/ 389680 w 3644268"/>
                <a:gd name="csY4790" fmla="*/ 2161018 h 2262782"/>
                <a:gd name="csX4791" fmla="*/ 396726 w 3644268"/>
                <a:gd name="csY4791" fmla="*/ 2169357 h 2262782"/>
                <a:gd name="csX4792" fmla="*/ 399511 w 3644268"/>
                <a:gd name="csY4792" fmla="*/ 2170704 h 2262782"/>
                <a:gd name="csX4793" fmla="*/ 406427 w 3644268"/>
                <a:gd name="csY4793" fmla="*/ 2172377 h 2262782"/>
                <a:gd name="csX4794" fmla="*/ 408169 w 3644268"/>
                <a:gd name="csY4794" fmla="*/ 2173268 h 2262782"/>
                <a:gd name="csX4795" fmla="*/ 421241 w 3644268"/>
                <a:gd name="csY4795" fmla="*/ 2184848 h 2262782"/>
                <a:gd name="csX4796" fmla="*/ 425235 w 3644268"/>
                <a:gd name="csY4796" fmla="*/ 2189839 h 2262782"/>
                <a:gd name="csX4797" fmla="*/ 432859 w 3644268"/>
                <a:gd name="csY4797" fmla="*/ 2197333 h 2262782"/>
                <a:gd name="csX4798" fmla="*/ 435096 w 3644268"/>
                <a:gd name="csY4798" fmla="*/ 2198886 h 2262782"/>
                <a:gd name="csX4799" fmla="*/ 436062 w 3644268"/>
                <a:gd name="csY4799" fmla="*/ 2196984 h 2262782"/>
                <a:gd name="csX4800" fmla="*/ 437356 w 3644268"/>
                <a:gd name="csY4800" fmla="*/ 2194983 h 2262782"/>
                <a:gd name="csX4801" fmla="*/ 438756 w 3644268"/>
                <a:gd name="csY4801" fmla="*/ 2194496 h 2262782"/>
                <a:gd name="csX4802" fmla="*/ 442857 w 3644268"/>
                <a:gd name="csY4802" fmla="*/ 2195287 h 2262782"/>
                <a:gd name="csX4803" fmla="*/ 446630 w 3644268"/>
                <a:gd name="csY4803" fmla="*/ 2196192 h 2262782"/>
                <a:gd name="csX4804" fmla="*/ 449385 w 3644268"/>
                <a:gd name="csY4804" fmla="*/ 2195553 h 2262782"/>
                <a:gd name="csX4805" fmla="*/ 452664 w 3644268"/>
                <a:gd name="csY4805" fmla="*/ 2197136 h 2262782"/>
                <a:gd name="csX4806" fmla="*/ 455662 w 3644268"/>
                <a:gd name="csY4806" fmla="*/ 2198947 h 2262782"/>
                <a:gd name="csX4807" fmla="*/ 458675 w 3644268"/>
                <a:gd name="csY4807" fmla="*/ 2200225 h 2262782"/>
                <a:gd name="csX4808" fmla="*/ 464549 w 3644268"/>
                <a:gd name="csY4808" fmla="*/ 2201427 h 2262782"/>
                <a:gd name="csX4809" fmla="*/ 466740 w 3644268"/>
                <a:gd name="csY4809" fmla="*/ 2203093 h 2262782"/>
                <a:gd name="csX4810" fmla="*/ 469296 w 3644268"/>
                <a:gd name="csY4810" fmla="*/ 2204760 h 2262782"/>
                <a:gd name="csX4811" fmla="*/ 479317 w 3644268"/>
                <a:gd name="csY4811" fmla="*/ 2205604 h 2262782"/>
                <a:gd name="csX4812" fmla="*/ 480123 w 3644268"/>
                <a:gd name="csY4812" fmla="*/ 2205345 h 2262782"/>
                <a:gd name="csX4813" fmla="*/ 480862 w 3644268"/>
                <a:gd name="csY4813" fmla="*/ 2205102 h 2262782"/>
                <a:gd name="csX4814" fmla="*/ 484224 w 3644268"/>
                <a:gd name="csY4814" fmla="*/ 2204493 h 2262782"/>
                <a:gd name="csX4815" fmla="*/ 487199 w 3644268"/>
                <a:gd name="csY4815" fmla="*/ 2204607 h 2262782"/>
                <a:gd name="csX4816" fmla="*/ 490342 w 3644268"/>
                <a:gd name="csY4816" fmla="*/ 2206624 h 2262782"/>
                <a:gd name="csX4817" fmla="*/ 492350 w 3644268"/>
                <a:gd name="csY4817" fmla="*/ 2206510 h 2262782"/>
                <a:gd name="csX4818" fmla="*/ 494496 w 3644268"/>
                <a:gd name="csY4818" fmla="*/ 2206205 h 2262782"/>
                <a:gd name="csX4819" fmla="*/ 497258 w 3644268"/>
                <a:gd name="csY4819" fmla="*/ 2207286 h 2262782"/>
                <a:gd name="csX4820" fmla="*/ 499427 w 3644268"/>
                <a:gd name="csY4820" fmla="*/ 2208488 h 2262782"/>
                <a:gd name="csX4821" fmla="*/ 499609 w 3644268"/>
                <a:gd name="csY4821" fmla="*/ 2209705 h 2262782"/>
                <a:gd name="csX4822" fmla="*/ 501511 w 3644268"/>
                <a:gd name="csY4822" fmla="*/ 2211470 h 2262782"/>
                <a:gd name="csX4823" fmla="*/ 507035 w 3644268"/>
                <a:gd name="csY4823" fmla="*/ 2214156 h 2262782"/>
                <a:gd name="csX4824" fmla="*/ 511516 w 3644268"/>
                <a:gd name="csY4824" fmla="*/ 2215670 h 2262782"/>
                <a:gd name="csX4825" fmla="*/ 512916 w 3644268"/>
                <a:gd name="csY4825" fmla="*/ 2216735 h 2262782"/>
                <a:gd name="csX4826" fmla="*/ 516317 w 3644268"/>
                <a:gd name="csY4826" fmla="*/ 2218493 h 2262782"/>
                <a:gd name="csX4827" fmla="*/ 516660 w 3644268"/>
                <a:gd name="csY4827" fmla="*/ 2219048 h 2262782"/>
                <a:gd name="csX4828" fmla="*/ 516591 w 3644268"/>
                <a:gd name="csY4828" fmla="*/ 2219764 h 2262782"/>
                <a:gd name="csX4829" fmla="*/ 515625 w 3644268"/>
                <a:gd name="csY4829" fmla="*/ 2221080 h 2262782"/>
                <a:gd name="csX4830" fmla="*/ 515374 w 3644268"/>
                <a:gd name="csY4830" fmla="*/ 2222252 h 2262782"/>
                <a:gd name="csX4831" fmla="*/ 515830 w 3644268"/>
                <a:gd name="csY4831" fmla="*/ 2222921 h 2262782"/>
                <a:gd name="csX4832" fmla="*/ 517246 w 3644268"/>
                <a:gd name="csY4832" fmla="*/ 2223560 h 2262782"/>
                <a:gd name="csX4833" fmla="*/ 520053 w 3644268"/>
                <a:gd name="csY4833" fmla="*/ 2223705 h 2262782"/>
                <a:gd name="csX4834" fmla="*/ 521065 w 3644268"/>
                <a:gd name="csY4834" fmla="*/ 2222868 h 2262782"/>
                <a:gd name="csX4835" fmla="*/ 523157 w 3644268"/>
                <a:gd name="csY4835" fmla="*/ 2222267 h 2262782"/>
                <a:gd name="csX4836" fmla="*/ 525227 w 3644268"/>
                <a:gd name="csY4836" fmla="*/ 2221186 h 2262782"/>
                <a:gd name="csX4837" fmla="*/ 527997 w 3644268"/>
                <a:gd name="csY4837" fmla="*/ 2219748 h 2262782"/>
                <a:gd name="csX4838" fmla="*/ 531763 w 3644268"/>
                <a:gd name="csY4838" fmla="*/ 2218440 h 2262782"/>
                <a:gd name="csX4839" fmla="*/ 533269 w 3644268"/>
                <a:gd name="csY4839" fmla="*/ 2218440 h 2262782"/>
                <a:gd name="csX4840" fmla="*/ 534715 w 3644268"/>
                <a:gd name="csY4840" fmla="*/ 2218835 h 2262782"/>
                <a:gd name="csX4841" fmla="*/ 535727 w 3644268"/>
                <a:gd name="csY4841" fmla="*/ 2219566 h 2262782"/>
                <a:gd name="csX4842" fmla="*/ 537423 w 3644268"/>
                <a:gd name="csY4842" fmla="*/ 2222252 h 2262782"/>
                <a:gd name="csX4843" fmla="*/ 539120 w 3644268"/>
                <a:gd name="csY4843" fmla="*/ 2218485 h 2262782"/>
                <a:gd name="csX4844" fmla="*/ 539561 w 3644268"/>
                <a:gd name="csY4844" fmla="*/ 2218204 h 2262782"/>
                <a:gd name="csX4845" fmla="*/ 541106 w 3644268"/>
                <a:gd name="csY4845" fmla="*/ 2218965 h 2262782"/>
                <a:gd name="csX4846" fmla="*/ 543845 w 3644268"/>
                <a:gd name="csY4846" fmla="*/ 2220015 h 2262782"/>
                <a:gd name="csX4847" fmla="*/ 545740 w 3644268"/>
                <a:gd name="csY4847" fmla="*/ 2220570 h 2262782"/>
                <a:gd name="csX4848" fmla="*/ 546759 w 3644268"/>
                <a:gd name="csY4848" fmla="*/ 2221346 h 2262782"/>
                <a:gd name="csX4849" fmla="*/ 549650 w 3644268"/>
                <a:gd name="csY4849" fmla="*/ 2224770 h 2262782"/>
                <a:gd name="csX4850" fmla="*/ 554330 w 3644268"/>
                <a:gd name="csY4850" fmla="*/ 2224595 h 2262782"/>
                <a:gd name="csX4851" fmla="*/ 556308 w 3644268"/>
                <a:gd name="csY4851" fmla="*/ 2225120 h 2262782"/>
                <a:gd name="csX4852" fmla="*/ 557373 w 3644268"/>
                <a:gd name="csY4852" fmla="*/ 2225683 h 2262782"/>
                <a:gd name="csX4853" fmla="*/ 557852 w 3644268"/>
                <a:gd name="csY4853" fmla="*/ 2226345 h 2262782"/>
                <a:gd name="csX4854" fmla="*/ 557016 w 3644268"/>
                <a:gd name="csY4854" fmla="*/ 2229738 h 2262782"/>
                <a:gd name="csX4855" fmla="*/ 555859 w 3644268"/>
                <a:gd name="csY4855" fmla="*/ 2233261 h 2262782"/>
                <a:gd name="csX4856" fmla="*/ 555950 w 3644268"/>
                <a:gd name="csY4856" fmla="*/ 2234113 h 2262782"/>
                <a:gd name="csX4857" fmla="*/ 557830 w 3644268"/>
                <a:gd name="csY4857" fmla="*/ 2235437 h 2262782"/>
                <a:gd name="csX4858" fmla="*/ 560379 w 3644268"/>
                <a:gd name="csY4858" fmla="*/ 2236845 h 2262782"/>
                <a:gd name="csX4859" fmla="*/ 561756 w 3644268"/>
                <a:gd name="csY4859" fmla="*/ 2237971 h 2262782"/>
                <a:gd name="csX4860" fmla="*/ 562692 w 3644268"/>
                <a:gd name="csY4860" fmla="*/ 2238983 h 2262782"/>
                <a:gd name="csX4861" fmla="*/ 564708 w 3644268"/>
                <a:gd name="csY4861" fmla="*/ 2239751 h 2262782"/>
                <a:gd name="csX4862" fmla="*/ 567089 w 3644268"/>
                <a:gd name="csY4862" fmla="*/ 2240231 h 2262782"/>
                <a:gd name="csX4863" fmla="*/ 568215 w 3644268"/>
                <a:gd name="csY4863" fmla="*/ 2240292 h 2262782"/>
                <a:gd name="csX4864" fmla="*/ 569395 w 3644268"/>
                <a:gd name="csY4864" fmla="*/ 2241136 h 2262782"/>
                <a:gd name="csX4865" fmla="*/ 572461 w 3644268"/>
                <a:gd name="csY4865" fmla="*/ 2242726 h 2262782"/>
                <a:gd name="csX4866" fmla="*/ 572849 w 3644268"/>
                <a:gd name="csY4866" fmla="*/ 2243122 h 2262782"/>
                <a:gd name="csX4867" fmla="*/ 575147 w 3644268"/>
                <a:gd name="csY4867" fmla="*/ 2243708 h 2262782"/>
                <a:gd name="csX4868" fmla="*/ 575459 w 3644268"/>
                <a:gd name="csY4868" fmla="*/ 2245366 h 2262782"/>
                <a:gd name="csX4869" fmla="*/ 575870 w 3644268"/>
                <a:gd name="csY4869" fmla="*/ 2245716 h 2262782"/>
                <a:gd name="csX4870" fmla="*/ 576821 w 3644268"/>
                <a:gd name="csY4870" fmla="*/ 2245519 h 2262782"/>
                <a:gd name="csX4871" fmla="*/ 578404 w 3644268"/>
                <a:gd name="csY4871" fmla="*/ 2244826 h 2262782"/>
                <a:gd name="csX4872" fmla="*/ 579666 w 3644268"/>
                <a:gd name="csY4872" fmla="*/ 2245359 h 2262782"/>
                <a:gd name="csX4873" fmla="*/ 581294 w 3644268"/>
                <a:gd name="csY4873" fmla="*/ 2247329 h 2262782"/>
                <a:gd name="csX4874" fmla="*/ 583539 w 3644268"/>
                <a:gd name="csY4874" fmla="*/ 2249407 h 2262782"/>
                <a:gd name="csX4875" fmla="*/ 584756 w 3644268"/>
                <a:gd name="csY4875" fmla="*/ 2250807 h 2262782"/>
                <a:gd name="csX4876" fmla="*/ 585236 w 3644268"/>
                <a:gd name="csY4876" fmla="*/ 2251765 h 2262782"/>
                <a:gd name="csX4877" fmla="*/ 586385 w 3644268"/>
                <a:gd name="csY4877" fmla="*/ 2252701 h 2262782"/>
                <a:gd name="csX4878" fmla="*/ 588066 w 3644268"/>
                <a:gd name="csY4878" fmla="*/ 2253797 h 2262782"/>
                <a:gd name="csX4879" fmla="*/ 589405 w 3644268"/>
                <a:gd name="csY4879" fmla="*/ 2255516 h 2262782"/>
                <a:gd name="csX4880" fmla="*/ 590600 w 3644268"/>
                <a:gd name="csY4880" fmla="*/ 2259503 h 2262782"/>
                <a:gd name="csX4881" fmla="*/ 591810 w 3644268"/>
                <a:gd name="csY4881" fmla="*/ 2260424 h 2262782"/>
                <a:gd name="csX4882" fmla="*/ 596139 w 3644268"/>
                <a:gd name="csY4882" fmla="*/ 2261938 h 2262782"/>
                <a:gd name="csX4883" fmla="*/ 597660 w 3644268"/>
                <a:gd name="csY4883" fmla="*/ 2262250 h 2262782"/>
                <a:gd name="csX4884" fmla="*/ 601914 w 3644268"/>
                <a:gd name="csY4884" fmla="*/ 2262782 h 2262782"/>
                <a:gd name="csX4885" fmla="*/ 603413 w 3644268"/>
                <a:gd name="csY4885" fmla="*/ 2262402 h 2262782"/>
                <a:gd name="csX4886" fmla="*/ 605604 w 3644268"/>
                <a:gd name="csY4886" fmla="*/ 2258971 h 2262782"/>
                <a:gd name="csX4887" fmla="*/ 607575 w 3644268"/>
                <a:gd name="csY4887" fmla="*/ 2255433 h 2262782"/>
                <a:gd name="csX4888" fmla="*/ 609416 w 3644268"/>
                <a:gd name="csY4888" fmla="*/ 2254694 h 2262782"/>
                <a:gd name="csX4889" fmla="*/ 612741 w 3644268"/>
                <a:gd name="csY4889" fmla="*/ 2252983 h 2262782"/>
                <a:gd name="csX4890" fmla="*/ 614734 w 3644268"/>
                <a:gd name="csY4890" fmla="*/ 2251362 h 2262782"/>
                <a:gd name="csX4891" fmla="*/ 615571 w 3644268"/>
                <a:gd name="csY4891" fmla="*/ 2249612 h 2262782"/>
                <a:gd name="csX4892" fmla="*/ 617450 w 3644268"/>
                <a:gd name="csY4892" fmla="*/ 2246310 h 2262782"/>
                <a:gd name="csX4893" fmla="*/ 618607 w 3644268"/>
                <a:gd name="csY4893" fmla="*/ 2244446 h 2262782"/>
                <a:gd name="csX4894" fmla="*/ 616553 w 3644268"/>
                <a:gd name="csY4894" fmla="*/ 2242711 h 2262782"/>
                <a:gd name="csX4895" fmla="*/ 615472 w 3644268"/>
                <a:gd name="csY4895" fmla="*/ 2242171 h 2262782"/>
                <a:gd name="csX4896" fmla="*/ 614559 w 3644268"/>
                <a:gd name="csY4896" fmla="*/ 2241326 h 2262782"/>
                <a:gd name="csX4897" fmla="*/ 612832 w 3644268"/>
                <a:gd name="csY4897" fmla="*/ 2237697 h 2262782"/>
                <a:gd name="csX4898" fmla="*/ 611249 w 3644268"/>
                <a:gd name="csY4898" fmla="*/ 2234806 h 2262782"/>
                <a:gd name="csX4899" fmla="*/ 608077 w 3644268"/>
                <a:gd name="csY4899" fmla="*/ 2229837 h 2262782"/>
                <a:gd name="csX4900" fmla="*/ 602568 w 3644268"/>
                <a:gd name="csY4900" fmla="*/ 2222343 h 2262782"/>
                <a:gd name="csX4901" fmla="*/ 601450 w 3644268"/>
                <a:gd name="csY4901" fmla="*/ 2221437 h 2262782"/>
                <a:gd name="csX4902" fmla="*/ 600552 w 3644268"/>
                <a:gd name="csY4902" fmla="*/ 2220395 h 2262782"/>
                <a:gd name="csX4903" fmla="*/ 600149 w 3644268"/>
                <a:gd name="csY4903" fmla="*/ 2216621 h 2262782"/>
                <a:gd name="csX4904" fmla="*/ 598566 w 3644268"/>
                <a:gd name="csY4904" fmla="*/ 2213935 h 2262782"/>
                <a:gd name="csX4905" fmla="*/ 596306 w 3644268"/>
                <a:gd name="csY4905" fmla="*/ 2212087 h 2262782"/>
                <a:gd name="csX4906" fmla="*/ 595454 w 3644268"/>
                <a:gd name="csY4906" fmla="*/ 2211136 h 2262782"/>
                <a:gd name="csX4907" fmla="*/ 594906 w 3644268"/>
                <a:gd name="csY4907" fmla="*/ 2210108 h 2262782"/>
                <a:gd name="csX4908" fmla="*/ 595971 w 3644268"/>
                <a:gd name="csY4908" fmla="*/ 2204752 h 2262782"/>
                <a:gd name="csX4909" fmla="*/ 595949 w 3644268"/>
                <a:gd name="csY4909" fmla="*/ 2203238 h 2262782"/>
                <a:gd name="csX4910" fmla="*/ 595477 w 3644268"/>
                <a:gd name="csY4910" fmla="*/ 2199989 h 2262782"/>
                <a:gd name="csX4911" fmla="*/ 595888 w 3644268"/>
                <a:gd name="csY4911" fmla="*/ 2196238 h 2262782"/>
                <a:gd name="csX4912" fmla="*/ 597151 w 3644268"/>
                <a:gd name="csY4912" fmla="*/ 2191087 h 2262782"/>
                <a:gd name="csX4913" fmla="*/ 598429 w 3644268"/>
                <a:gd name="csY4913" fmla="*/ 2187526 h 2262782"/>
                <a:gd name="csX4914" fmla="*/ 598833 w 3644268"/>
                <a:gd name="csY4914" fmla="*/ 2185205 h 2262782"/>
                <a:gd name="csX4915" fmla="*/ 597044 w 3644268"/>
                <a:gd name="csY4915" fmla="*/ 2186682 h 2262782"/>
                <a:gd name="csX4916" fmla="*/ 594914 w 3644268"/>
                <a:gd name="csY4916" fmla="*/ 2194914 h 2262782"/>
                <a:gd name="csX4917" fmla="*/ 594199 w 3644268"/>
                <a:gd name="csY4917" fmla="*/ 2188302 h 2262782"/>
                <a:gd name="csX4918" fmla="*/ 592753 w 3644268"/>
                <a:gd name="csY4918" fmla="*/ 2182002 h 2262782"/>
                <a:gd name="csX4919" fmla="*/ 591589 w 3644268"/>
                <a:gd name="csY4919" fmla="*/ 2178746 h 2262782"/>
                <a:gd name="csX4920" fmla="*/ 589945 w 3644268"/>
                <a:gd name="csY4920" fmla="*/ 2176098 h 2262782"/>
                <a:gd name="csX4921" fmla="*/ 587655 w 3644268"/>
                <a:gd name="csY4921" fmla="*/ 2174036 h 2262782"/>
                <a:gd name="csX4922" fmla="*/ 585540 w 3644268"/>
                <a:gd name="csY4922" fmla="*/ 2171609 h 2262782"/>
                <a:gd name="csX4923" fmla="*/ 583235 w 3644268"/>
                <a:gd name="csY4923" fmla="*/ 2170308 h 2262782"/>
                <a:gd name="csX4924" fmla="*/ 579758 w 3644268"/>
                <a:gd name="csY4924" fmla="*/ 2169311 h 2262782"/>
                <a:gd name="csX4925" fmla="*/ 579073 w 3644268"/>
                <a:gd name="csY4925" fmla="*/ 2168383 h 2262782"/>
                <a:gd name="csX4926" fmla="*/ 578776 w 3644268"/>
                <a:gd name="csY4926" fmla="*/ 2166846 h 2262782"/>
                <a:gd name="csX4927" fmla="*/ 578966 w 3644268"/>
                <a:gd name="csY4927" fmla="*/ 2165134 h 2262782"/>
                <a:gd name="csX4928" fmla="*/ 579803 w 3644268"/>
                <a:gd name="csY4928" fmla="*/ 2162273 h 2262782"/>
                <a:gd name="csX4929" fmla="*/ 581637 w 3644268"/>
                <a:gd name="csY4929" fmla="*/ 2160425 h 2262782"/>
                <a:gd name="csX4930" fmla="*/ 584125 w 3644268"/>
                <a:gd name="csY4930" fmla="*/ 2158500 h 2262782"/>
                <a:gd name="csX4931" fmla="*/ 584680 w 3644268"/>
                <a:gd name="csY4931" fmla="*/ 2157214 h 2262782"/>
                <a:gd name="csX4932" fmla="*/ 585091 w 3644268"/>
                <a:gd name="csY4932" fmla="*/ 2155700 h 2262782"/>
                <a:gd name="csX4933" fmla="*/ 585867 w 3644268"/>
                <a:gd name="csY4933" fmla="*/ 2156848 h 2262782"/>
                <a:gd name="csX4934" fmla="*/ 586818 w 3644268"/>
                <a:gd name="csY4934" fmla="*/ 2157472 h 2262782"/>
                <a:gd name="csX4935" fmla="*/ 587481 w 3644268"/>
                <a:gd name="csY4935" fmla="*/ 2154802 h 2262782"/>
                <a:gd name="csX4936" fmla="*/ 588477 w 3644268"/>
                <a:gd name="csY4936" fmla="*/ 2152892 h 2262782"/>
                <a:gd name="csX4937" fmla="*/ 589755 w 3644268"/>
                <a:gd name="csY4937" fmla="*/ 2151249 h 2262782"/>
                <a:gd name="csX4938" fmla="*/ 591346 w 3644268"/>
                <a:gd name="csY4938" fmla="*/ 2147475 h 2262782"/>
                <a:gd name="csX4939" fmla="*/ 592525 w 3644268"/>
                <a:gd name="csY4939" fmla="*/ 2145413 h 2262782"/>
                <a:gd name="csX4940" fmla="*/ 593377 w 3644268"/>
                <a:gd name="csY4940" fmla="*/ 2143085 h 2262782"/>
                <a:gd name="csX4941" fmla="*/ 593849 w 3644268"/>
                <a:gd name="csY4941" fmla="*/ 2139265 h 2262782"/>
                <a:gd name="csX4942" fmla="*/ 594731 w 3644268"/>
                <a:gd name="csY4942" fmla="*/ 2138900 h 2262782"/>
                <a:gd name="csX4943" fmla="*/ 595462 w 3644268"/>
                <a:gd name="csY4943" fmla="*/ 2138230 h 2262782"/>
                <a:gd name="csX4944" fmla="*/ 596009 w 3644268"/>
                <a:gd name="csY4944" fmla="*/ 2137142 h 2262782"/>
                <a:gd name="csX4945" fmla="*/ 596329 w 3644268"/>
                <a:gd name="csY4945" fmla="*/ 2135948 h 2262782"/>
                <a:gd name="csX4946" fmla="*/ 596215 w 3644268"/>
                <a:gd name="csY4946" fmla="*/ 2133772 h 2262782"/>
                <a:gd name="csX4947" fmla="*/ 594914 w 3644268"/>
                <a:gd name="csY4947" fmla="*/ 2131398 h 2262782"/>
                <a:gd name="csX4948" fmla="*/ 595256 w 3644268"/>
                <a:gd name="csY4948" fmla="*/ 2131154 h 2262782"/>
                <a:gd name="csX4949" fmla="*/ 595880 w 3644268"/>
                <a:gd name="csY4949" fmla="*/ 2131565 h 2262782"/>
                <a:gd name="csX4950" fmla="*/ 597288 w 3644268"/>
                <a:gd name="csY4950" fmla="*/ 2132783 h 2262782"/>
                <a:gd name="csX4951" fmla="*/ 598551 w 3644268"/>
                <a:gd name="csY4951" fmla="*/ 2134312 h 2262782"/>
                <a:gd name="csX4952" fmla="*/ 598901 w 3644268"/>
                <a:gd name="csY4952" fmla="*/ 2132098 h 2262782"/>
                <a:gd name="csX4953" fmla="*/ 599996 w 3644268"/>
                <a:gd name="csY4953" fmla="*/ 2131200 h 2262782"/>
                <a:gd name="csX4954" fmla="*/ 601336 w 3644268"/>
                <a:gd name="csY4954" fmla="*/ 2131816 h 2262782"/>
                <a:gd name="csX4955" fmla="*/ 602751 w 3644268"/>
                <a:gd name="csY4955" fmla="*/ 2131907 h 2262782"/>
                <a:gd name="csX4956" fmla="*/ 607506 w 3644268"/>
                <a:gd name="csY4956" fmla="*/ 2130142 h 2262782"/>
                <a:gd name="csX4957" fmla="*/ 609774 w 3644268"/>
                <a:gd name="csY4957" fmla="*/ 2129655 h 2262782"/>
                <a:gd name="csX4958" fmla="*/ 611874 w 3644268"/>
                <a:gd name="csY4958" fmla="*/ 2128408 h 2262782"/>
                <a:gd name="csX4959" fmla="*/ 616773 w 3644268"/>
                <a:gd name="csY4959" fmla="*/ 2123607 h 2262782"/>
                <a:gd name="csX4960" fmla="*/ 617846 w 3644268"/>
                <a:gd name="csY4960" fmla="*/ 2123386 h 2262782"/>
                <a:gd name="csX4961" fmla="*/ 618957 w 3644268"/>
                <a:gd name="csY4961" fmla="*/ 2123607 h 2262782"/>
                <a:gd name="csX4962" fmla="*/ 619984 w 3644268"/>
                <a:gd name="csY4962" fmla="*/ 2124497 h 2262782"/>
                <a:gd name="csX4963" fmla="*/ 621103 w 3644268"/>
                <a:gd name="csY4963" fmla="*/ 2125014 h 2262782"/>
                <a:gd name="csX4964" fmla="*/ 621955 w 3644268"/>
                <a:gd name="csY4964" fmla="*/ 2124771 h 2262782"/>
                <a:gd name="csX4965" fmla="*/ 622381 w 3644268"/>
                <a:gd name="csY4965" fmla="*/ 2124040 h 2262782"/>
                <a:gd name="csX4966" fmla="*/ 621399 w 3644268"/>
                <a:gd name="csY4966" fmla="*/ 2122336 h 2262782"/>
                <a:gd name="csX4967" fmla="*/ 621057 w 3644268"/>
                <a:gd name="csY4967" fmla="*/ 2120723 h 2262782"/>
                <a:gd name="csX4968" fmla="*/ 620981 w 3644268"/>
                <a:gd name="csY4968" fmla="*/ 2118965 h 2262782"/>
                <a:gd name="csX4969" fmla="*/ 622244 w 3644268"/>
                <a:gd name="csY4969" fmla="*/ 2118517 h 2262782"/>
                <a:gd name="csX4970" fmla="*/ 623682 w 3644268"/>
                <a:gd name="csY4970" fmla="*/ 2118524 h 2262782"/>
                <a:gd name="csX4971" fmla="*/ 629434 w 3644268"/>
                <a:gd name="csY4971" fmla="*/ 2115800 h 2262782"/>
                <a:gd name="csX4972" fmla="*/ 630104 w 3644268"/>
                <a:gd name="csY4972" fmla="*/ 2114598 h 2262782"/>
                <a:gd name="csX4973" fmla="*/ 630416 w 3644268"/>
                <a:gd name="csY4973" fmla="*/ 2112955 h 2262782"/>
                <a:gd name="csX4974" fmla="*/ 632987 w 3644268"/>
                <a:gd name="csY4974" fmla="*/ 2112650 h 2262782"/>
                <a:gd name="csX4975" fmla="*/ 632698 w 3644268"/>
                <a:gd name="csY4975" fmla="*/ 2111243 h 2262782"/>
                <a:gd name="csX4976" fmla="*/ 631671 w 3644268"/>
                <a:gd name="csY4976" fmla="*/ 2110885 h 2262782"/>
                <a:gd name="csX4977" fmla="*/ 626862 w 3644268"/>
                <a:gd name="csY4977" fmla="*/ 2108009 h 2262782"/>
                <a:gd name="csX4978" fmla="*/ 622913 w 3644268"/>
                <a:gd name="csY4978" fmla="*/ 2105970 h 2262782"/>
                <a:gd name="csX4979" fmla="*/ 619406 w 3644268"/>
                <a:gd name="csY4979" fmla="*/ 2104159 h 2262782"/>
                <a:gd name="csX4980" fmla="*/ 618896 w 3644268"/>
                <a:gd name="csY4980" fmla="*/ 2103832 h 2262782"/>
                <a:gd name="csX4981" fmla="*/ 617938 w 3644268"/>
                <a:gd name="csY4981" fmla="*/ 2102949 h 2262782"/>
                <a:gd name="csX4982" fmla="*/ 617253 w 3644268"/>
                <a:gd name="csY4982" fmla="*/ 2101572 h 2262782"/>
                <a:gd name="csX4983" fmla="*/ 617108 w 3644268"/>
                <a:gd name="csY4983" fmla="*/ 2100066 h 2262782"/>
                <a:gd name="csX4984" fmla="*/ 617450 w 3644268"/>
                <a:gd name="csY4984" fmla="*/ 2098955 h 2262782"/>
                <a:gd name="csX4985" fmla="*/ 618303 w 3644268"/>
                <a:gd name="csY4985" fmla="*/ 2098247 h 2262782"/>
                <a:gd name="csX4986" fmla="*/ 619307 w 3644268"/>
                <a:gd name="csY4986" fmla="*/ 2097973 h 2262782"/>
                <a:gd name="csX4987" fmla="*/ 620197 w 3644268"/>
                <a:gd name="csY4987" fmla="*/ 2098202 h 2262782"/>
                <a:gd name="csX4988" fmla="*/ 621186 w 3644268"/>
                <a:gd name="csY4988" fmla="*/ 2098879 h 2262782"/>
                <a:gd name="csX4989" fmla="*/ 622952 w 3644268"/>
                <a:gd name="csY4989" fmla="*/ 2099700 h 2262782"/>
                <a:gd name="csX4990" fmla="*/ 625241 w 3644268"/>
                <a:gd name="csY4990" fmla="*/ 2099853 h 2262782"/>
                <a:gd name="csX4991" fmla="*/ 626672 w 3644268"/>
                <a:gd name="csY4991" fmla="*/ 2099221 h 2262782"/>
                <a:gd name="csX4992" fmla="*/ 626862 w 3644268"/>
                <a:gd name="csY4992" fmla="*/ 2097707 h 2262782"/>
                <a:gd name="csX4993" fmla="*/ 624139 w 3644268"/>
                <a:gd name="csY4993" fmla="*/ 2092092 h 2262782"/>
                <a:gd name="csX4994" fmla="*/ 621628 w 3644268"/>
                <a:gd name="csY4994" fmla="*/ 2087550 h 2262782"/>
                <a:gd name="csX4995" fmla="*/ 619201 w 3644268"/>
                <a:gd name="csY4995" fmla="*/ 2082482 h 2262782"/>
                <a:gd name="csX4996" fmla="*/ 618173 w 3644268"/>
                <a:gd name="csY4996" fmla="*/ 2080641 h 2262782"/>
                <a:gd name="csX4997" fmla="*/ 615199 w 3644268"/>
                <a:gd name="csY4997" fmla="*/ 2076380 h 2262782"/>
                <a:gd name="csX4998" fmla="*/ 612261 w 3644268"/>
                <a:gd name="csY4998" fmla="*/ 2072173 h 2262782"/>
                <a:gd name="csX4999" fmla="*/ 609941 w 3644268"/>
                <a:gd name="csY4999" fmla="*/ 2068414 h 2262782"/>
                <a:gd name="csX5000" fmla="*/ 608724 w 3644268"/>
                <a:gd name="csY5000" fmla="*/ 2067258 h 2262782"/>
                <a:gd name="csX5001" fmla="*/ 604980 w 3644268"/>
                <a:gd name="csY5001" fmla="*/ 2066778 h 2262782"/>
                <a:gd name="csX5002" fmla="*/ 597843 w 3644268"/>
                <a:gd name="csY5002" fmla="*/ 2065850 h 2262782"/>
                <a:gd name="csX5003" fmla="*/ 595317 w 3644268"/>
                <a:gd name="csY5003" fmla="*/ 2065409 h 2262782"/>
                <a:gd name="csX5004" fmla="*/ 593293 w 3644268"/>
                <a:gd name="csY5004" fmla="*/ 2066527 h 2262782"/>
                <a:gd name="csX5005" fmla="*/ 591262 w 3644268"/>
                <a:gd name="csY5005" fmla="*/ 2067402 h 2262782"/>
                <a:gd name="csX5006" fmla="*/ 589337 w 3644268"/>
                <a:gd name="csY5006" fmla="*/ 2065774 h 2262782"/>
                <a:gd name="csX5007" fmla="*/ 587815 w 3644268"/>
                <a:gd name="csY5007" fmla="*/ 2063096 h 2262782"/>
                <a:gd name="csX5008" fmla="*/ 587016 w 3644268"/>
                <a:gd name="csY5008" fmla="*/ 2060844 h 2262782"/>
                <a:gd name="csX5009" fmla="*/ 587404 w 3644268"/>
                <a:gd name="csY5009" fmla="*/ 2058538 h 2262782"/>
                <a:gd name="csX5010" fmla="*/ 587564 w 3644268"/>
                <a:gd name="csY5010" fmla="*/ 2055129 h 2262782"/>
                <a:gd name="csX5011" fmla="*/ 586400 w 3644268"/>
                <a:gd name="csY5011" fmla="*/ 2051767 h 2262782"/>
                <a:gd name="csX5012" fmla="*/ 585114 w 3644268"/>
                <a:gd name="csY5012" fmla="*/ 2050100 h 2262782"/>
                <a:gd name="csX5013" fmla="*/ 581888 w 3644268"/>
                <a:gd name="csY5013" fmla="*/ 2048845 h 2262782"/>
                <a:gd name="csX5014" fmla="*/ 577779 w 3644268"/>
                <a:gd name="csY5014" fmla="*/ 2046007 h 2262782"/>
                <a:gd name="csX5015" fmla="*/ 576676 w 3644268"/>
                <a:gd name="csY5015" fmla="*/ 2040810 h 2262782"/>
                <a:gd name="csX5016" fmla="*/ 578670 w 3644268"/>
                <a:gd name="csY5016" fmla="*/ 2033339 h 2262782"/>
                <a:gd name="csX5017" fmla="*/ 581880 w 3644268"/>
                <a:gd name="csY5017" fmla="*/ 2028028 h 2262782"/>
                <a:gd name="csX5018" fmla="*/ 584216 w 3644268"/>
                <a:gd name="csY5018" fmla="*/ 2025799 h 2262782"/>
                <a:gd name="csX5019" fmla="*/ 585327 w 3644268"/>
                <a:gd name="csY5019" fmla="*/ 2023851 h 2262782"/>
                <a:gd name="csX5020" fmla="*/ 585692 w 3644268"/>
                <a:gd name="csY5020" fmla="*/ 2022162 h 2262782"/>
                <a:gd name="csX5021" fmla="*/ 585411 w 3644268"/>
                <a:gd name="csY5021" fmla="*/ 2020549 h 2262782"/>
                <a:gd name="csX5022" fmla="*/ 584026 w 3644268"/>
                <a:gd name="csY5022" fmla="*/ 2018829 h 2262782"/>
                <a:gd name="csX5023" fmla="*/ 581880 w 3644268"/>
                <a:gd name="csY5023" fmla="*/ 2017155 h 2262782"/>
                <a:gd name="csX5024" fmla="*/ 580792 w 3644268"/>
                <a:gd name="csY5024" fmla="*/ 2015093 h 2262782"/>
                <a:gd name="csX5025" fmla="*/ 581241 w 3644268"/>
                <a:gd name="csY5025" fmla="*/ 2010665 h 2262782"/>
                <a:gd name="csX5026" fmla="*/ 582664 w 3644268"/>
                <a:gd name="csY5026" fmla="*/ 2004266 h 2262782"/>
                <a:gd name="csX5027" fmla="*/ 584855 w 3644268"/>
                <a:gd name="csY5027" fmla="*/ 1999131 h 2262782"/>
                <a:gd name="csX5028" fmla="*/ 587792 w 3644268"/>
                <a:gd name="csY5028" fmla="*/ 1996277 h 2262782"/>
                <a:gd name="csX5029" fmla="*/ 590326 w 3644268"/>
                <a:gd name="csY5029" fmla="*/ 1994231 h 2262782"/>
                <a:gd name="csX5030" fmla="*/ 591323 w 3644268"/>
                <a:gd name="csY5030" fmla="*/ 1992321 h 2262782"/>
                <a:gd name="csX5031" fmla="*/ 591376 w 3644268"/>
                <a:gd name="csY5031" fmla="*/ 1989605 h 2262782"/>
                <a:gd name="csX5032" fmla="*/ 591315 w 3644268"/>
                <a:gd name="csY5032" fmla="*/ 1987041 h 2262782"/>
                <a:gd name="csX5033" fmla="*/ 591992 w 3644268"/>
                <a:gd name="csY5033" fmla="*/ 1985176 h 2262782"/>
                <a:gd name="csX5034" fmla="*/ 593057 w 3644268"/>
                <a:gd name="csY5034" fmla="*/ 1983693 h 2262782"/>
                <a:gd name="csX5035" fmla="*/ 594184 w 3644268"/>
                <a:gd name="csY5035" fmla="*/ 1982361 h 2262782"/>
                <a:gd name="csX5036" fmla="*/ 595766 w 3644268"/>
                <a:gd name="csY5036" fmla="*/ 1980870 h 2262782"/>
                <a:gd name="csX5037" fmla="*/ 597820 w 3644268"/>
                <a:gd name="csY5037" fmla="*/ 1980505 h 2262782"/>
                <a:gd name="csX5038" fmla="*/ 600080 w 3644268"/>
                <a:gd name="csY5038" fmla="*/ 1981692 h 2262782"/>
                <a:gd name="csX5039" fmla="*/ 603154 w 3644268"/>
                <a:gd name="csY5039" fmla="*/ 1984880 h 2262782"/>
                <a:gd name="csX5040" fmla="*/ 607658 w 3644268"/>
                <a:gd name="csY5040" fmla="*/ 1991157 h 2262782"/>
                <a:gd name="csX5041" fmla="*/ 610230 w 3644268"/>
                <a:gd name="csY5041" fmla="*/ 1995258 h 2262782"/>
                <a:gd name="csX5042" fmla="*/ 611158 w 3644268"/>
                <a:gd name="csY5042" fmla="*/ 1996521 h 2262782"/>
                <a:gd name="csX5043" fmla="*/ 613509 w 3644268"/>
                <a:gd name="csY5043" fmla="*/ 1998955 h 2262782"/>
                <a:gd name="csX5044" fmla="*/ 615632 w 3644268"/>
                <a:gd name="csY5044" fmla="*/ 1999937 h 2262782"/>
                <a:gd name="csX5045" fmla="*/ 619170 w 3644268"/>
                <a:gd name="csY5045" fmla="*/ 1998415 h 2262782"/>
                <a:gd name="csX5046" fmla="*/ 622563 w 3644268"/>
                <a:gd name="csY5046" fmla="*/ 1996643 h 2262782"/>
                <a:gd name="csX5047" fmla="*/ 623659 w 3644268"/>
                <a:gd name="csY5047" fmla="*/ 1995516 h 2262782"/>
                <a:gd name="csX5048" fmla="*/ 624359 w 3644268"/>
                <a:gd name="csY5048" fmla="*/ 1993835 h 2262782"/>
                <a:gd name="csX5049" fmla="*/ 623819 w 3644268"/>
                <a:gd name="csY5049" fmla="*/ 1990959 h 2262782"/>
                <a:gd name="csX5050" fmla="*/ 623111 w 3644268"/>
                <a:gd name="csY5050" fmla="*/ 1989080 h 2262782"/>
                <a:gd name="csX5051" fmla="*/ 622358 w 3644268"/>
                <a:gd name="csY5051" fmla="*/ 1986683 h 2262782"/>
                <a:gd name="csX5052" fmla="*/ 621316 w 3644268"/>
                <a:gd name="csY5052" fmla="*/ 1982506 h 2262782"/>
                <a:gd name="csX5053" fmla="*/ 620578 w 3644268"/>
                <a:gd name="csY5053" fmla="*/ 1975932 h 2262782"/>
                <a:gd name="csX5054" fmla="*/ 619703 w 3644268"/>
                <a:gd name="csY5054" fmla="*/ 1973840 h 2262782"/>
                <a:gd name="csX5055" fmla="*/ 620342 w 3644268"/>
                <a:gd name="csY5055" fmla="*/ 1973596 h 2262782"/>
                <a:gd name="csX5056" fmla="*/ 622046 w 3644268"/>
                <a:gd name="csY5056" fmla="*/ 1974030 h 2262782"/>
                <a:gd name="csX5057" fmla="*/ 623621 w 3644268"/>
                <a:gd name="csY5057" fmla="*/ 1974220 h 2262782"/>
                <a:gd name="csX5058" fmla="*/ 625873 w 3644268"/>
                <a:gd name="csY5058" fmla="*/ 1972767 h 2262782"/>
                <a:gd name="csX5059" fmla="*/ 628962 w 3644268"/>
                <a:gd name="csY5059" fmla="*/ 1970028 h 2262782"/>
                <a:gd name="csX5060" fmla="*/ 634615 w 3644268"/>
                <a:gd name="csY5060" fmla="*/ 1965790 h 2262782"/>
                <a:gd name="csX5061" fmla="*/ 635810 w 3644268"/>
                <a:gd name="csY5061" fmla="*/ 1962990 h 2262782"/>
                <a:gd name="csX5062" fmla="*/ 636776 w 3644268"/>
                <a:gd name="csY5062" fmla="*/ 1959870 h 2262782"/>
                <a:gd name="csX5063" fmla="*/ 638344 w 3644268"/>
                <a:gd name="csY5063" fmla="*/ 1957953 h 2262782"/>
                <a:gd name="csX5064" fmla="*/ 641942 w 3644268"/>
                <a:gd name="csY5064" fmla="*/ 1957322 h 2262782"/>
                <a:gd name="csX5065" fmla="*/ 645275 w 3644268"/>
                <a:gd name="csY5065" fmla="*/ 1956317 h 2262782"/>
                <a:gd name="csX5066" fmla="*/ 647626 w 3644268"/>
                <a:gd name="csY5066" fmla="*/ 1954095 h 2262782"/>
                <a:gd name="csX5067" fmla="*/ 651309 w 3644268"/>
                <a:gd name="csY5067" fmla="*/ 1952140 h 2262782"/>
                <a:gd name="csX5068" fmla="*/ 654337 w 3644268"/>
                <a:gd name="csY5068" fmla="*/ 1950953 h 2262782"/>
                <a:gd name="csX5069" fmla="*/ 655668 w 3644268"/>
                <a:gd name="csY5069" fmla="*/ 1949857 h 2262782"/>
                <a:gd name="csX5070" fmla="*/ 656619 w 3644268"/>
                <a:gd name="csY5070" fmla="*/ 1948214 h 2262782"/>
                <a:gd name="csX5071" fmla="*/ 660089 w 3644268"/>
                <a:gd name="csY5071" fmla="*/ 1943573 h 2262782"/>
                <a:gd name="csX5072" fmla="*/ 662813 w 3644268"/>
                <a:gd name="csY5072" fmla="*/ 1940712 h 2262782"/>
                <a:gd name="csX5073" fmla="*/ 665210 w 3644268"/>
                <a:gd name="csY5073" fmla="*/ 1937760 h 2262782"/>
                <a:gd name="csX5074" fmla="*/ 666008 w 3644268"/>
                <a:gd name="csY5074" fmla="*/ 1935903 h 2262782"/>
                <a:gd name="csX5075" fmla="*/ 667903 w 3644268"/>
                <a:gd name="csY5075" fmla="*/ 1936246 h 2262782"/>
                <a:gd name="csX5076" fmla="*/ 670794 w 3644268"/>
                <a:gd name="csY5076" fmla="*/ 1937532 h 2262782"/>
                <a:gd name="csX5077" fmla="*/ 673898 w 3644268"/>
                <a:gd name="csY5077" fmla="*/ 1938704 h 2262782"/>
                <a:gd name="csX5078" fmla="*/ 676173 w 3644268"/>
                <a:gd name="csY5078" fmla="*/ 1940522 h 2262782"/>
                <a:gd name="csX5079" fmla="*/ 676623 w 3644268"/>
                <a:gd name="csY5079" fmla="*/ 1942378 h 2262782"/>
                <a:gd name="csX5080" fmla="*/ 676843 w 3644268"/>
                <a:gd name="csY5080" fmla="*/ 1943839 h 2262782"/>
                <a:gd name="csX5081" fmla="*/ 677764 w 3644268"/>
                <a:gd name="csY5081" fmla="*/ 1944592 h 2262782"/>
                <a:gd name="csX5082" fmla="*/ 678867 w 3644268"/>
                <a:gd name="csY5082" fmla="*/ 1944737 h 2262782"/>
                <a:gd name="csX5083" fmla="*/ 680526 w 3644268"/>
                <a:gd name="csY5083" fmla="*/ 1944372 h 2262782"/>
                <a:gd name="csX5084" fmla="*/ 683424 w 3644268"/>
                <a:gd name="csY5084" fmla="*/ 1944303 h 2262782"/>
                <a:gd name="csX5085" fmla="*/ 686977 w 3644268"/>
                <a:gd name="csY5085" fmla="*/ 1941899 h 2262782"/>
                <a:gd name="csX5086" fmla="*/ 691923 w 3644268"/>
                <a:gd name="csY5086" fmla="*/ 1937836 h 2262782"/>
                <a:gd name="csX5087" fmla="*/ 696450 w 3644268"/>
                <a:gd name="csY5087" fmla="*/ 1936573 h 2262782"/>
                <a:gd name="csX5088" fmla="*/ 698832 w 3644268"/>
                <a:gd name="csY5088" fmla="*/ 1937539 h 2262782"/>
                <a:gd name="csX5089" fmla="*/ 700802 w 3644268"/>
                <a:gd name="csY5089" fmla="*/ 1940529 h 2262782"/>
                <a:gd name="csX5090" fmla="*/ 702362 w 3644268"/>
                <a:gd name="csY5090" fmla="*/ 1943337 h 2262782"/>
                <a:gd name="csX5091" fmla="*/ 703968 w 3644268"/>
                <a:gd name="csY5091" fmla="*/ 1944379 h 2262782"/>
                <a:gd name="csX5092" fmla="*/ 704964 w 3644268"/>
                <a:gd name="csY5092" fmla="*/ 1944410 h 2262782"/>
                <a:gd name="csX5093" fmla="*/ 705329 w 3644268"/>
                <a:gd name="csY5093" fmla="*/ 1944455 h 2262782"/>
                <a:gd name="csX5094" fmla="*/ 707323 w 3644268"/>
                <a:gd name="csY5094" fmla="*/ 1943816 h 2262782"/>
                <a:gd name="csX5095" fmla="*/ 707475 w 3644268"/>
                <a:gd name="csY5095" fmla="*/ 1943824 h 2262782"/>
                <a:gd name="csX5096" fmla="*/ 709293 w 3644268"/>
                <a:gd name="csY5096" fmla="*/ 1943938 h 2262782"/>
                <a:gd name="csX5097" fmla="*/ 711044 w 3644268"/>
                <a:gd name="csY5097" fmla="*/ 1944889 h 2262782"/>
                <a:gd name="csX5098" fmla="*/ 713942 w 3644268"/>
                <a:gd name="csY5098" fmla="*/ 1944996 h 2262782"/>
                <a:gd name="csX5099" fmla="*/ 717982 w 3644268"/>
                <a:gd name="csY5099" fmla="*/ 1944273 h 2262782"/>
                <a:gd name="csX5100" fmla="*/ 718408 w 3644268"/>
                <a:gd name="csY5100" fmla="*/ 1943976 h 2262782"/>
                <a:gd name="csX5101" fmla="*/ 720349 w 3644268"/>
                <a:gd name="csY5101" fmla="*/ 1944364 h 2262782"/>
                <a:gd name="csX5102" fmla="*/ 722707 w 3644268"/>
                <a:gd name="csY5102" fmla="*/ 1945658 h 2262782"/>
                <a:gd name="csX5103" fmla="*/ 724541 w 3644268"/>
                <a:gd name="csY5103" fmla="*/ 1947195 h 2262782"/>
                <a:gd name="csX5104" fmla="*/ 727828 w 3644268"/>
                <a:gd name="csY5104" fmla="*/ 1952231 h 2262782"/>
                <a:gd name="csX5105" fmla="*/ 729715 w 3644268"/>
                <a:gd name="csY5105" fmla="*/ 1953525 h 2262782"/>
                <a:gd name="csX5106" fmla="*/ 733565 w 3644268"/>
                <a:gd name="csY5106" fmla="*/ 1955313 h 2262782"/>
                <a:gd name="csX5107" fmla="*/ 735368 w 3644268"/>
                <a:gd name="csY5107" fmla="*/ 1956873 h 2262782"/>
                <a:gd name="csX5108" fmla="*/ 737468 w 3644268"/>
                <a:gd name="csY5108" fmla="*/ 1959399 h 2262782"/>
                <a:gd name="csX5109" fmla="*/ 738564 w 3644268"/>
                <a:gd name="csY5109" fmla="*/ 1960928 h 2262782"/>
                <a:gd name="csX5110" fmla="*/ 740846 w 3644268"/>
                <a:gd name="csY5110" fmla="*/ 1963690 h 2262782"/>
                <a:gd name="csX5111" fmla="*/ 743486 w 3644268"/>
                <a:gd name="csY5111" fmla="*/ 1968202 h 2262782"/>
                <a:gd name="csX5112" fmla="*/ 743958 w 3644268"/>
                <a:gd name="csY5112" fmla="*/ 1971785 h 2262782"/>
                <a:gd name="csX5113" fmla="*/ 744559 w 3644268"/>
                <a:gd name="csY5113" fmla="*/ 1974806 h 2262782"/>
                <a:gd name="csX5114" fmla="*/ 745541 w 3644268"/>
                <a:gd name="csY5114" fmla="*/ 1976236 h 2262782"/>
                <a:gd name="csX5115" fmla="*/ 746347 w 3644268"/>
                <a:gd name="csY5115" fmla="*/ 1976411 h 2262782"/>
                <a:gd name="csX5116" fmla="*/ 747214 w 3644268"/>
                <a:gd name="csY5116" fmla="*/ 1975917 h 2262782"/>
                <a:gd name="csX5117" fmla="*/ 748067 w 3644268"/>
                <a:gd name="csY5117" fmla="*/ 1974540 h 2262782"/>
                <a:gd name="csX5118" fmla="*/ 748363 w 3644268"/>
                <a:gd name="csY5118" fmla="*/ 1972242 h 2262782"/>
                <a:gd name="csX5119" fmla="*/ 748105 w 3644268"/>
                <a:gd name="csY5119" fmla="*/ 1968171 h 2262782"/>
                <a:gd name="csX5120" fmla="*/ 747428 w 3644268"/>
                <a:gd name="csY5120" fmla="*/ 1964839 h 2262782"/>
                <a:gd name="csX5121" fmla="*/ 746560 w 3644268"/>
                <a:gd name="csY5121" fmla="*/ 1963781 h 2262782"/>
                <a:gd name="csX5122" fmla="*/ 746142 w 3644268"/>
                <a:gd name="csY5122" fmla="*/ 1962610 h 2262782"/>
                <a:gd name="csX5123" fmla="*/ 746712 w 3644268"/>
                <a:gd name="csY5123" fmla="*/ 1961118 h 2262782"/>
                <a:gd name="csX5124" fmla="*/ 748181 w 3644268"/>
                <a:gd name="csY5124" fmla="*/ 1960395 h 2262782"/>
                <a:gd name="csX5125" fmla="*/ 750007 w 3644268"/>
                <a:gd name="csY5125" fmla="*/ 1960852 h 2262782"/>
                <a:gd name="csX5126" fmla="*/ 753012 w 3644268"/>
                <a:gd name="csY5126" fmla="*/ 1962769 h 2262782"/>
                <a:gd name="csX5127" fmla="*/ 756147 w 3644268"/>
                <a:gd name="csY5127" fmla="*/ 1965181 h 2262782"/>
                <a:gd name="csX5128" fmla="*/ 760005 w 3644268"/>
                <a:gd name="csY5128" fmla="*/ 1969396 h 2262782"/>
                <a:gd name="csX5129" fmla="*/ 763542 w 3644268"/>
                <a:gd name="csY5129" fmla="*/ 1972067 h 2262782"/>
                <a:gd name="csX5130" fmla="*/ 767415 w 3644268"/>
                <a:gd name="csY5130" fmla="*/ 1974197 h 2262782"/>
                <a:gd name="csX5131" fmla="*/ 770489 w 3644268"/>
                <a:gd name="csY5131" fmla="*/ 1974829 h 2262782"/>
                <a:gd name="csX5132" fmla="*/ 772871 w 3644268"/>
                <a:gd name="csY5132" fmla="*/ 1974190 h 2262782"/>
                <a:gd name="csX5133" fmla="*/ 775678 w 3644268"/>
                <a:gd name="csY5133" fmla="*/ 1972455 h 2262782"/>
                <a:gd name="csX5134" fmla="*/ 778250 w 3644268"/>
                <a:gd name="csY5134" fmla="*/ 1970446 h 2262782"/>
                <a:gd name="csX5135" fmla="*/ 779422 w 3644268"/>
                <a:gd name="csY5135" fmla="*/ 1968339 h 2262782"/>
                <a:gd name="csX5136" fmla="*/ 780259 w 3644268"/>
                <a:gd name="csY5136" fmla="*/ 1966033 h 2262782"/>
                <a:gd name="csX5137" fmla="*/ 784139 w 3644268"/>
                <a:gd name="csY5137" fmla="*/ 1962952 h 2262782"/>
                <a:gd name="csX5138" fmla="*/ 787685 w 3644268"/>
                <a:gd name="csY5138" fmla="*/ 1960129 h 2262782"/>
                <a:gd name="csX5139" fmla="*/ 789297 w 3644268"/>
                <a:gd name="csY5139" fmla="*/ 1960639 h 2262782"/>
                <a:gd name="csX5140" fmla="*/ 790431 w 3644268"/>
                <a:gd name="csY5140" fmla="*/ 1961438 h 2262782"/>
                <a:gd name="csX5141" fmla="*/ 794068 w 3644268"/>
                <a:gd name="csY5141" fmla="*/ 1959718 h 2262782"/>
                <a:gd name="csX5142" fmla="*/ 795331 w 3644268"/>
                <a:gd name="csY5142" fmla="*/ 1959246 h 2262782"/>
                <a:gd name="csX5143" fmla="*/ 798793 w 3644268"/>
                <a:gd name="csY5143" fmla="*/ 1958577 h 2262782"/>
                <a:gd name="csX5144" fmla="*/ 802369 w 3644268"/>
                <a:gd name="csY5144" fmla="*/ 1959566 h 2262782"/>
                <a:gd name="csX5145" fmla="*/ 805222 w 3644268"/>
                <a:gd name="csY5145" fmla="*/ 1962594 h 2262782"/>
                <a:gd name="csX5146" fmla="*/ 807984 w 3644268"/>
                <a:gd name="csY5146" fmla="*/ 1964542 h 2262782"/>
                <a:gd name="csX5147" fmla="*/ 810457 w 3644268"/>
                <a:gd name="csY5147" fmla="*/ 1964314 h 2262782"/>
                <a:gd name="csX5148" fmla="*/ 812504 w 3644268"/>
                <a:gd name="csY5148" fmla="*/ 1963317 h 2262782"/>
                <a:gd name="csX5149" fmla="*/ 813858 w 3644268"/>
                <a:gd name="csY5149" fmla="*/ 1961430 h 2262782"/>
                <a:gd name="csX5150" fmla="*/ 814885 w 3644268"/>
                <a:gd name="csY5150" fmla="*/ 1959201 h 2262782"/>
                <a:gd name="csX5151" fmla="*/ 816255 w 3644268"/>
                <a:gd name="csY5151" fmla="*/ 1957770 h 2262782"/>
                <a:gd name="csX5152" fmla="*/ 816460 w 3644268"/>
                <a:gd name="csY5152" fmla="*/ 1957679 h 2262782"/>
                <a:gd name="csX5153" fmla="*/ 820865 w 3644268"/>
                <a:gd name="csY5153" fmla="*/ 1958455 h 2262782"/>
                <a:gd name="csX5154" fmla="*/ 823628 w 3644268"/>
                <a:gd name="csY5154" fmla="*/ 1958341 h 2262782"/>
                <a:gd name="csX5155" fmla="*/ 823924 w 3644268"/>
                <a:gd name="csY5155" fmla="*/ 1958021 h 2262782"/>
                <a:gd name="csX5156" fmla="*/ 827569 w 3644268"/>
                <a:gd name="csY5156" fmla="*/ 1958630 h 2262782"/>
                <a:gd name="csX5157" fmla="*/ 831594 w 3644268"/>
                <a:gd name="csY5157" fmla="*/ 1961773 h 2262782"/>
                <a:gd name="csX5158" fmla="*/ 834089 w 3644268"/>
                <a:gd name="csY5158" fmla="*/ 1965250 h 2262782"/>
                <a:gd name="csX5159" fmla="*/ 837285 w 3644268"/>
                <a:gd name="csY5159" fmla="*/ 1969670 h 2262782"/>
                <a:gd name="csX5160" fmla="*/ 838769 w 3644268"/>
                <a:gd name="csY5160" fmla="*/ 1971108 h 2262782"/>
                <a:gd name="csX5161" fmla="*/ 840929 w 3644268"/>
                <a:gd name="csY5161" fmla="*/ 1971725 h 2262782"/>
                <a:gd name="csX5162" fmla="*/ 842626 w 3644268"/>
                <a:gd name="csY5162" fmla="*/ 1971991 h 2262782"/>
                <a:gd name="csX5163" fmla="*/ 844901 w 3644268"/>
                <a:gd name="csY5163" fmla="*/ 1972676 h 2262782"/>
                <a:gd name="csX5164" fmla="*/ 850912 w 3644268"/>
                <a:gd name="csY5164" fmla="*/ 1973596 h 2262782"/>
                <a:gd name="csX5165" fmla="*/ 851825 w 3644268"/>
                <a:gd name="csY5165" fmla="*/ 1974136 h 2262782"/>
                <a:gd name="csX5166" fmla="*/ 852441 w 3644268"/>
                <a:gd name="csY5166" fmla="*/ 1974859 h 2262782"/>
                <a:gd name="csX5167" fmla="*/ 851886 w 3644268"/>
                <a:gd name="csY5167" fmla="*/ 1977264 h 2262782"/>
                <a:gd name="csX5168" fmla="*/ 852418 w 3644268"/>
                <a:gd name="csY5168" fmla="*/ 1977872 h 2262782"/>
                <a:gd name="csX5169" fmla="*/ 857295 w 3644268"/>
                <a:gd name="csY5169" fmla="*/ 1976160 h 2262782"/>
                <a:gd name="csX5170" fmla="*/ 858604 w 3644268"/>
                <a:gd name="csY5170" fmla="*/ 1974882 h 2262782"/>
                <a:gd name="csX5171" fmla="*/ 860209 w 3644268"/>
                <a:gd name="csY5171" fmla="*/ 1971245 h 2262782"/>
                <a:gd name="csX5172" fmla="*/ 861648 w 3644268"/>
                <a:gd name="csY5172" fmla="*/ 1967578 h 2262782"/>
                <a:gd name="csX5173" fmla="*/ 862720 w 3644268"/>
                <a:gd name="csY5173" fmla="*/ 1966216 h 2262782"/>
                <a:gd name="csX5174" fmla="*/ 863854 w 3644268"/>
                <a:gd name="csY5174" fmla="*/ 1965858 h 2262782"/>
                <a:gd name="csX5175" fmla="*/ 864995 w 3644268"/>
                <a:gd name="csY5175" fmla="*/ 1966406 h 2262782"/>
                <a:gd name="csX5176" fmla="*/ 866593 w 3644268"/>
                <a:gd name="csY5176" fmla="*/ 1968575 h 2262782"/>
                <a:gd name="csX5177" fmla="*/ 868754 w 3644268"/>
                <a:gd name="csY5177" fmla="*/ 1970781 h 2262782"/>
                <a:gd name="csX5178" fmla="*/ 871676 w 3644268"/>
                <a:gd name="csY5178" fmla="*/ 1971618 h 2262782"/>
                <a:gd name="csX5179" fmla="*/ 873456 w 3644268"/>
                <a:gd name="csY5179" fmla="*/ 1971953 h 2262782"/>
                <a:gd name="csX5180" fmla="*/ 876218 w 3644268"/>
                <a:gd name="csY5180" fmla="*/ 1972135 h 2262782"/>
                <a:gd name="csX5181" fmla="*/ 882716 w 3644268"/>
                <a:gd name="csY5181" fmla="*/ 1971063 h 2262782"/>
                <a:gd name="csX5182" fmla="*/ 888795 w 3644268"/>
                <a:gd name="csY5182" fmla="*/ 1968392 h 2262782"/>
                <a:gd name="csX5183" fmla="*/ 892264 w 3644268"/>
                <a:gd name="csY5183" fmla="*/ 1965486 h 2262782"/>
                <a:gd name="csX5184" fmla="*/ 893877 w 3644268"/>
                <a:gd name="csY5184" fmla="*/ 1961118 h 2262782"/>
                <a:gd name="csX5185" fmla="*/ 894889 w 3644268"/>
                <a:gd name="csY5185" fmla="*/ 1956142 h 2262782"/>
                <a:gd name="csX5186" fmla="*/ 896442 w 3644268"/>
                <a:gd name="csY5186" fmla="*/ 1952992 h 2262782"/>
                <a:gd name="csX5187" fmla="*/ 895795 w 3644268"/>
                <a:gd name="csY5187" fmla="*/ 1949766 h 2262782"/>
                <a:gd name="csX5188" fmla="*/ 892736 w 3644268"/>
                <a:gd name="csY5188" fmla="*/ 1946692 h 2262782"/>
                <a:gd name="csX5189" fmla="*/ 891701 w 3644268"/>
                <a:gd name="csY5189" fmla="*/ 1945764 h 2262782"/>
                <a:gd name="csX5190" fmla="*/ 884260 w 3644268"/>
                <a:gd name="csY5190" fmla="*/ 1944037 h 2262782"/>
                <a:gd name="csX5191" fmla="*/ 883804 w 3644268"/>
                <a:gd name="csY5191" fmla="*/ 1942789 h 2262782"/>
                <a:gd name="csX5192" fmla="*/ 883377 w 3644268"/>
                <a:gd name="csY5192" fmla="*/ 1942500 h 2262782"/>
                <a:gd name="csX5193" fmla="*/ 876043 w 3644268"/>
                <a:gd name="csY5193" fmla="*/ 1939761 h 2262782"/>
                <a:gd name="csX5194" fmla="*/ 872512 w 3644268"/>
                <a:gd name="csY5194" fmla="*/ 1938589 h 2262782"/>
                <a:gd name="csX5195" fmla="*/ 871516 w 3644268"/>
                <a:gd name="csY5195" fmla="*/ 1936778 h 2262782"/>
                <a:gd name="csX5196" fmla="*/ 870862 w 3644268"/>
                <a:gd name="csY5196" fmla="*/ 1934405 h 2262782"/>
                <a:gd name="csX5197" fmla="*/ 868571 w 3644268"/>
                <a:gd name="csY5197" fmla="*/ 1932282 h 2262782"/>
                <a:gd name="csX5198" fmla="*/ 864021 w 3644268"/>
                <a:gd name="csY5198" fmla="*/ 1930349 h 2262782"/>
                <a:gd name="csX5199" fmla="*/ 863230 w 3644268"/>
                <a:gd name="csY5199" fmla="*/ 1928873 h 2262782"/>
                <a:gd name="csX5200" fmla="*/ 863984 w 3644268"/>
                <a:gd name="csY5200" fmla="*/ 1927382 h 2262782"/>
                <a:gd name="csX5201" fmla="*/ 866403 w 3644268"/>
                <a:gd name="csY5201" fmla="*/ 1926263 h 2262782"/>
                <a:gd name="csX5202" fmla="*/ 867567 w 3644268"/>
                <a:gd name="csY5202" fmla="*/ 1925723 h 2262782"/>
                <a:gd name="csX5203" fmla="*/ 871668 w 3644268"/>
                <a:gd name="csY5203" fmla="*/ 1922223 h 2262782"/>
                <a:gd name="csX5204" fmla="*/ 873243 w 3644268"/>
                <a:gd name="csY5204" fmla="*/ 1921500 h 2262782"/>
                <a:gd name="csX5205" fmla="*/ 876888 w 3644268"/>
                <a:gd name="csY5205" fmla="*/ 1921341 h 2262782"/>
                <a:gd name="csX5206" fmla="*/ 880265 w 3644268"/>
                <a:gd name="csY5206" fmla="*/ 1918472 h 2262782"/>
                <a:gd name="csX5207" fmla="*/ 882594 w 3644268"/>
                <a:gd name="csY5207" fmla="*/ 1916829 h 2262782"/>
                <a:gd name="csX5208" fmla="*/ 883811 w 3644268"/>
                <a:gd name="csY5208" fmla="*/ 1914873 h 2262782"/>
                <a:gd name="csX5209" fmla="*/ 883492 w 3644268"/>
                <a:gd name="csY5209" fmla="*/ 1912850 h 2262782"/>
                <a:gd name="csX5210" fmla="*/ 880114 w 3644268"/>
                <a:gd name="csY5210" fmla="*/ 1906725 h 2262782"/>
                <a:gd name="csX5211" fmla="*/ 879109 w 3644268"/>
                <a:gd name="csY5211" fmla="*/ 1903004 h 2262782"/>
                <a:gd name="csX5212" fmla="*/ 879710 w 3644268"/>
                <a:gd name="csY5212" fmla="*/ 1900577 h 2262782"/>
                <a:gd name="csX5213" fmla="*/ 881650 w 3644268"/>
                <a:gd name="csY5213" fmla="*/ 1897952 h 2262782"/>
                <a:gd name="csX5214" fmla="*/ 882754 w 3644268"/>
                <a:gd name="csY5214" fmla="*/ 1896514 h 2262782"/>
                <a:gd name="csX5215" fmla="*/ 884078 w 3644268"/>
                <a:gd name="csY5215" fmla="*/ 1893927 h 2262782"/>
                <a:gd name="csX5216" fmla="*/ 884945 w 3644268"/>
                <a:gd name="csY5216" fmla="*/ 1892542 h 2262782"/>
                <a:gd name="csX5217" fmla="*/ 888354 w 3644268"/>
                <a:gd name="csY5217" fmla="*/ 1891956 h 2262782"/>
                <a:gd name="csX5218" fmla="*/ 892485 w 3644268"/>
                <a:gd name="csY5218" fmla="*/ 1891713 h 2262782"/>
                <a:gd name="csX5219" fmla="*/ 895323 w 3644268"/>
                <a:gd name="csY5219" fmla="*/ 1892329 h 2262782"/>
                <a:gd name="csX5220" fmla="*/ 899287 w 3644268"/>
                <a:gd name="csY5220" fmla="*/ 1892649 h 2262782"/>
                <a:gd name="csX5221" fmla="*/ 902901 w 3644268"/>
                <a:gd name="csY5221" fmla="*/ 1893128 h 2262782"/>
                <a:gd name="csX5222" fmla="*/ 904727 w 3644268"/>
                <a:gd name="csY5222" fmla="*/ 1893554 h 2262782"/>
                <a:gd name="csX5223" fmla="*/ 906074 w 3644268"/>
                <a:gd name="csY5223" fmla="*/ 1892763 h 2262782"/>
                <a:gd name="csX5224" fmla="*/ 907048 w 3644268"/>
                <a:gd name="csY5224" fmla="*/ 1891371 h 2262782"/>
                <a:gd name="csX5225" fmla="*/ 907017 w 3644268"/>
                <a:gd name="csY5225" fmla="*/ 1889529 h 2262782"/>
                <a:gd name="csX5226" fmla="*/ 905595 w 3644268"/>
                <a:gd name="csY5226" fmla="*/ 1887741 h 2262782"/>
                <a:gd name="csX5227" fmla="*/ 900291 w 3644268"/>
                <a:gd name="csY5227" fmla="*/ 1885390 h 2262782"/>
                <a:gd name="csX5228" fmla="*/ 898016 w 3644268"/>
                <a:gd name="csY5228" fmla="*/ 1883450 h 2262782"/>
                <a:gd name="csX5229" fmla="*/ 896236 w 3644268"/>
                <a:gd name="csY5229" fmla="*/ 1883663 h 2262782"/>
                <a:gd name="csX5230" fmla="*/ 893254 w 3644268"/>
                <a:gd name="csY5230" fmla="*/ 1883054 h 2262782"/>
                <a:gd name="csX5231" fmla="*/ 890560 w 3644268"/>
                <a:gd name="csY5231" fmla="*/ 1881784 h 2262782"/>
                <a:gd name="csX5232" fmla="*/ 888179 w 3644268"/>
                <a:gd name="csY5232" fmla="*/ 1881358 h 2262782"/>
                <a:gd name="csX5233" fmla="*/ 887403 w 3644268"/>
                <a:gd name="csY5233" fmla="*/ 1879593 h 2262782"/>
                <a:gd name="csX5234" fmla="*/ 887889 w 3644268"/>
                <a:gd name="csY5234" fmla="*/ 1877112 h 2262782"/>
                <a:gd name="csX5235" fmla="*/ 888810 w 3644268"/>
                <a:gd name="csY5235" fmla="*/ 1875689 h 2262782"/>
                <a:gd name="csX5236" fmla="*/ 890568 w 3644268"/>
                <a:gd name="csY5236" fmla="*/ 1874982 h 2262782"/>
                <a:gd name="csX5237" fmla="*/ 892478 w 3644268"/>
                <a:gd name="csY5237" fmla="*/ 1875339 h 2262782"/>
                <a:gd name="csX5238" fmla="*/ 894554 w 3644268"/>
                <a:gd name="csY5238" fmla="*/ 1874305 h 2262782"/>
                <a:gd name="csX5239" fmla="*/ 895156 w 3644268"/>
                <a:gd name="csY5239" fmla="*/ 1873696 h 2262782"/>
                <a:gd name="csX5240" fmla="*/ 895331 w 3644268"/>
                <a:gd name="csY5240" fmla="*/ 1872912 h 2262782"/>
                <a:gd name="csX5241" fmla="*/ 894996 w 3644268"/>
                <a:gd name="csY5241" fmla="*/ 1871794 h 2262782"/>
                <a:gd name="csX5242" fmla="*/ 894030 w 3644268"/>
                <a:gd name="csY5242" fmla="*/ 1870873 h 2262782"/>
                <a:gd name="csX5243" fmla="*/ 892660 w 3644268"/>
                <a:gd name="csY5243" fmla="*/ 1870630 h 2262782"/>
                <a:gd name="csX5244" fmla="*/ 891085 w 3644268"/>
                <a:gd name="csY5244" fmla="*/ 1871413 h 2262782"/>
                <a:gd name="csX5245" fmla="*/ 889198 w 3644268"/>
                <a:gd name="csY5245" fmla="*/ 1871923 h 2262782"/>
                <a:gd name="csX5246" fmla="*/ 886010 w 3644268"/>
                <a:gd name="csY5246" fmla="*/ 1870774 h 2262782"/>
                <a:gd name="csX5247" fmla="*/ 883469 w 3644268"/>
                <a:gd name="csY5247" fmla="*/ 1869389 h 2262782"/>
                <a:gd name="csX5248" fmla="*/ 883598 w 3644268"/>
                <a:gd name="csY5248" fmla="*/ 1868111 h 2262782"/>
                <a:gd name="csX5249" fmla="*/ 885477 w 3644268"/>
                <a:gd name="csY5249" fmla="*/ 1866201 h 2262782"/>
                <a:gd name="csX5250" fmla="*/ 886322 w 3644268"/>
                <a:gd name="csY5250" fmla="*/ 1864649 h 2262782"/>
                <a:gd name="csX5251" fmla="*/ 886322 w 3644268"/>
                <a:gd name="csY5251" fmla="*/ 1862504 h 2262782"/>
                <a:gd name="csX5252" fmla="*/ 886322 w 3644268"/>
                <a:gd name="csY5252" fmla="*/ 1859993 h 2262782"/>
                <a:gd name="csX5253" fmla="*/ 886976 w 3644268"/>
                <a:gd name="csY5253" fmla="*/ 1857048 h 2262782"/>
                <a:gd name="csX5254" fmla="*/ 888840 w 3644268"/>
                <a:gd name="csY5254" fmla="*/ 1855032 h 2262782"/>
                <a:gd name="csX5255" fmla="*/ 891032 w 3644268"/>
                <a:gd name="csY5255" fmla="*/ 1853952 h 2262782"/>
                <a:gd name="csX5256" fmla="*/ 896678 w 3644268"/>
                <a:gd name="csY5256" fmla="*/ 1855922 h 2262782"/>
                <a:gd name="csX5257" fmla="*/ 903738 w 3644268"/>
                <a:gd name="csY5257" fmla="*/ 1857680 h 2262782"/>
                <a:gd name="csX5258" fmla="*/ 904948 w 3644268"/>
                <a:gd name="csY5258" fmla="*/ 1857391 h 2262782"/>
                <a:gd name="csX5259" fmla="*/ 905305 w 3644268"/>
                <a:gd name="csY5259" fmla="*/ 1856462 h 2262782"/>
                <a:gd name="csX5260" fmla="*/ 906112 w 3644268"/>
                <a:gd name="csY5260" fmla="*/ 1855641 h 2262782"/>
                <a:gd name="csX5261" fmla="*/ 915912 w 3644268"/>
                <a:gd name="csY5261" fmla="*/ 1855260 h 2262782"/>
                <a:gd name="csX5262" fmla="*/ 917814 w 3644268"/>
                <a:gd name="csY5262" fmla="*/ 1854127 h 2262782"/>
                <a:gd name="csX5263" fmla="*/ 918765 w 3644268"/>
                <a:gd name="csY5263" fmla="*/ 1853221 h 2262782"/>
                <a:gd name="csX5264" fmla="*/ 928185 w 3644268"/>
                <a:gd name="csY5264" fmla="*/ 1851920 h 2262782"/>
                <a:gd name="csX5265" fmla="*/ 929303 w 3644268"/>
                <a:gd name="csY5265" fmla="*/ 1850680 h 2262782"/>
                <a:gd name="csX5266" fmla="*/ 930688 w 3644268"/>
                <a:gd name="csY5266" fmla="*/ 1849524 h 2262782"/>
                <a:gd name="csX5267" fmla="*/ 932856 w 3644268"/>
                <a:gd name="csY5267" fmla="*/ 1849546 h 2262782"/>
                <a:gd name="csX5268" fmla="*/ 935436 w 3644268"/>
                <a:gd name="csY5268" fmla="*/ 1849082 h 2262782"/>
                <a:gd name="csX5269" fmla="*/ 939034 w 3644268"/>
                <a:gd name="csY5269" fmla="*/ 1847667 h 2262782"/>
                <a:gd name="csX5270" fmla="*/ 941583 w 3644268"/>
                <a:gd name="csY5270" fmla="*/ 1846891 h 2262782"/>
                <a:gd name="csX5271" fmla="*/ 942009 w 3644268"/>
                <a:gd name="csY5271" fmla="*/ 1846830 h 2262782"/>
                <a:gd name="csX5272" fmla="*/ 944702 w 3644268"/>
                <a:gd name="csY5272" fmla="*/ 1847142 h 2262782"/>
                <a:gd name="csX5273" fmla="*/ 948043 w 3644268"/>
                <a:gd name="csY5273" fmla="*/ 1846024 h 2262782"/>
                <a:gd name="csX5274" fmla="*/ 948765 w 3644268"/>
                <a:gd name="csY5274" fmla="*/ 1845559 h 2262782"/>
                <a:gd name="csX5275" fmla="*/ 949306 w 3644268"/>
                <a:gd name="csY5275" fmla="*/ 1844715 h 2262782"/>
                <a:gd name="csX5276" fmla="*/ 952220 w 3644268"/>
                <a:gd name="csY5276" fmla="*/ 1843087 h 2262782"/>
                <a:gd name="csX5277" fmla="*/ 957812 w 3644268"/>
                <a:gd name="csY5277" fmla="*/ 1841748 h 2262782"/>
                <a:gd name="csX5278" fmla="*/ 959174 w 3644268"/>
                <a:gd name="csY5278" fmla="*/ 1842547 h 2262782"/>
                <a:gd name="csX5279" fmla="*/ 961845 w 3644268"/>
                <a:gd name="csY5279" fmla="*/ 1842912 h 2262782"/>
                <a:gd name="csX5280" fmla="*/ 965246 w 3644268"/>
                <a:gd name="csY5280" fmla="*/ 1842311 h 2262782"/>
                <a:gd name="csX5281" fmla="*/ 967757 w 3644268"/>
                <a:gd name="csY5281" fmla="*/ 1841283 h 2262782"/>
                <a:gd name="csX5282" fmla="*/ 969218 w 3644268"/>
                <a:gd name="csY5282" fmla="*/ 1842303 h 2262782"/>
                <a:gd name="csX5283" fmla="*/ 971203 w 3644268"/>
                <a:gd name="csY5283" fmla="*/ 1843353 h 2262782"/>
                <a:gd name="csX5284" fmla="*/ 972687 w 3644268"/>
                <a:gd name="csY5284" fmla="*/ 1842463 h 2262782"/>
                <a:gd name="csX5285" fmla="*/ 973425 w 3644268"/>
                <a:gd name="csY5285" fmla="*/ 1839655 h 2262782"/>
                <a:gd name="csX5286" fmla="*/ 974383 w 3644268"/>
                <a:gd name="csY5286" fmla="*/ 1836908 h 2262782"/>
                <a:gd name="csX5287" fmla="*/ 976065 w 3644268"/>
                <a:gd name="csY5287" fmla="*/ 1835607 h 2262782"/>
                <a:gd name="csX5288" fmla="*/ 977396 w 3644268"/>
                <a:gd name="csY5288" fmla="*/ 1835128 h 2262782"/>
                <a:gd name="csX5289" fmla="*/ 978599 w 3644268"/>
                <a:gd name="csY5289" fmla="*/ 1834070 h 2262782"/>
                <a:gd name="csX5290" fmla="*/ 979504 w 3644268"/>
                <a:gd name="csY5290" fmla="*/ 1832967 h 2262782"/>
                <a:gd name="csX5291" fmla="*/ 984427 w 3644268"/>
                <a:gd name="csY5291" fmla="*/ 1833135 h 2262782"/>
                <a:gd name="csX5292" fmla="*/ 988832 w 3644268"/>
                <a:gd name="csY5292" fmla="*/ 1830388 h 2262782"/>
                <a:gd name="csX5293" fmla="*/ 989699 w 3644268"/>
                <a:gd name="csY5293" fmla="*/ 1831636 h 2262782"/>
                <a:gd name="csX5294" fmla="*/ 995421 w 3644268"/>
                <a:gd name="csY5294" fmla="*/ 1831347 h 2262782"/>
                <a:gd name="csX5295" fmla="*/ 1002528 w 3644268"/>
                <a:gd name="csY5295" fmla="*/ 1829574 h 2262782"/>
                <a:gd name="csX5296" fmla="*/ 1006781 w 3644268"/>
                <a:gd name="csY5296" fmla="*/ 1828744 h 2262782"/>
                <a:gd name="csX5297" fmla="*/ 1014123 w 3644268"/>
                <a:gd name="csY5297" fmla="*/ 1826888 h 2262782"/>
                <a:gd name="csX5298" fmla="*/ 1017516 w 3644268"/>
                <a:gd name="csY5298" fmla="*/ 1825382 h 2262782"/>
                <a:gd name="csX5299" fmla="*/ 1022379 w 3644268"/>
                <a:gd name="csY5299" fmla="*/ 1824430 h 2262782"/>
                <a:gd name="csX5300" fmla="*/ 1026837 w 3644268"/>
                <a:gd name="csY5300" fmla="*/ 1823768 h 2262782"/>
                <a:gd name="csX5301" fmla="*/ 1029751 w 3644268"/>
                <a:gd name="csY5301" fmla="*/ 1821128 h 2262782"/>
                <a:gd name="csX5302" fmla="*/ 1032102 w 3644268"/>
                <a:gd name="csY5302" fmla="*/ 1820756 h 2262782"/>
                <a:gd name="csX5303" fmla="*/ 1034963 w 3644268"/>
                <a:gd name="csY5303" fmla="*/ 1820535 h 2262782"/>
                <a:gd name="csX5304" fmla="*/ 1036713 w 3644268"/>
                <a:gd name="csY5304" fmla="*/ 1819903 h 2262782"/>
                <a:gd name="csX5305" fmla="*/ 1037854 w 3644268"/>
                <a:gd name="csY5305" fmla="*/ 1818930 h 2262782"/>
                <a:gd name="csX5306" fmla="*/ 1038592 w 3644268"/>
                <a:gd name="csY5306" fmla="*/ 1817096 h 2262782"/>
                <a:gd name="csX5307" fmla="*/ 1038189 w 3644268"/>
                <a:gd name="csY5307" fmla="*/ 1814752 h 2262782"/>
                <a:gd name="csX5308" fmla="*/ 1037778 w 3644268"/>
                <a:gd name="csY5308" fmla="*/ 1813048 h 2262782"/>
                <a:gd name="csX5309" fmla="*/ 1039825 w 3644268"/>
                <a:gd name="csY5309" fmla="*/ 1812097 h 2262782"/>
                <a:gd name="csX5310" fmla="*/ 1042747 w 3644268"/>
                <a:gd name="csY5310" fmla="*/ 1811800 h 2262782"/>
                <a:gd name="csX5311" fmla="*/ 1044588 w 3644268"/>
                <a:gd name="csY5311" fmla="*/ 1811412 h 2262782"/>
                <a:gd name="csX5312" fmla="*/ 1048605 w 3644268"/>
                <a:gd name="csY5312" fmla="*/ 1807532 h 2262782"/>
                <a:gd name="csX5313" fmla="*/ 1051375 w 3644268"/>
                <a:gd name="csY5313" fmla="*/ 1805668 h 2262782"/>
                <a:gd name="csX5314" fmla="*/ 1054243 w 3644268"/>
                <a:gd name="csY5314" fmla="*/ 1804496 h 2262782"/>
                <a:gd name="csX5315" fmla="*/ 1060003 w 3644268"/>
                <a:gd name="csY5315" fmla="*/ 1805135 h 2262782"/>
                <a:gd name="csX5316" fmla="*/ 1065260 w 3644268"/>
                <a:gd name="csY5316" fmla="*/ 1805721 h 2262782"/>
                <a:gd name="csX5317" fmla="*/ 1070533 w 3644268"/>
                <a:gd name="csY5317" fmla="*/ 1807578 h 2262782"/>
                <a:gd name="csX5318" fmla="*/ 1073303 w 3644268"/>
                <a:gd name="csY5318" fmla="*/ 1809890 h 2262782"/>
                <a:gd name="csX5319" fmla="*/ 1075684 w 3644268"/>
                <a:gd name="csY5319" fmla="*/ 1811633 h 2262782"/>
                <a:gd name="csX5320" fmla="*/ 1077936 w 3644268"/>
                <a:gd name="csY5320" fmla="*/ 1812462 h 2262782"/>
                <a:gd name="csX5321" fmla="*/ 1079976 w 3644268"/>
                <a:gd name="csY5321" fmla="*/ 1812995 h 2262782"/>
                <a:gd name="csX5322" fmla="*/ 1082342 w 3644268"/>
                <a:gd name="csY5322" fmla="*/ 1812204 h 2262782"/>
                <a:gd name="csX5323" fmla="*/ 1084015 w 3644268"/>
                <a:gd name="csY5323" fmla="*/ 1811138 h 2262782"/>
                <a:gd name="csX5324" fmla="*/ 1084990 w 3644268"/>
                <a:gd name="csY5324" fmla="*/ 1809609 h 2262782"/>
                <a:gd name="csX5325" fmla="*/ 1086465 w 3644268"/>
                <a:gd name="csY5325" fmla="*/ 1808513 h 2262782"/>
                <a:gd name="csX5326" fmla="*/ 1091845 w 3644268"/>
                <a:gd name="csY5326" fmla="*/ 1807661 h 2262782"/>
                <a:gd name="csX5327" fmla="*/ 1092956 w 3644268"/>
                <a:gd name="csY5327" fmla="*/ 1809312 h 2262782"/>
                <a:gd name="csX5328" fmla="*/ 1095512 w 3644268"/>
                <a:gd name="csY5328" fmla="*/ 1814281 h 2262782"/>
                <a:gd name="csX5329" fmla="*/ 1097255 w 3644268"/>
                <a:gd name="csY5329" fmla="*/ 1820877 h 2262782"/>
                <a:gd name="csX5330" fmla="*/ 1100123 w 3644268"/>
                <a:gd name="csY5330" fmla="*/ 1829589 h 2262782"/>
                <a:gd name="csX5331" fmla="*/ 1101386 w 3644268"/>
                <a:gd name="csY5331" fmla="*/ 1833858 h 2262782"/>
                <a:gd name="csX5332" fmla="*/ 1100830 w 3644268"/>
                <a:gd name="csY5332" fmla="*/ 1836087 h 2262782"/>
                <a:gd name="csX5333" fmla="*/ 1100838 w 3644268"/>
                <a:gd name="csY5333" fmla="*/ 1839138 h 2262782"/>
                <a:gd name="csX5334" fmla="*/ 1100678 w 3644268"/>
                <a:gd name="csY5334" fmla="*/ 1842485 h 2262782"/>
                <a:gd name="csX5335" fmla="*/ 1098563 w 3644268"/>
                <a:gd name="csY5335" fmla="*/ 1846267 h 2262782"/>
                <a:gd name="csX5336" fmla="*/ 1099423 w 3644268"/>
                <a:gd name="csY5336" fmla="*/ 1848025 h 2262782"/>
                <a:gd name="csX5337" fmla="*/ 1104619 w 3644268"/>
                <a:gd name="csY5337" fmla="*/ 1849980 h 2262782"/>
                <a:gd name="csX5338" fmla="*/ 1111893 w 3644268"/>
                <a:gd name="csY5338" fmla="*/ 1849265 h 2262782"/>
                <a:gd name="csX5339" fmla="*/ 1116382 w 3644268"/>
                <a:gd name="csY5339" fmla="*/ 1847682 h 2262782"/>
                <a:gd name="csX5340" fmla="*/ 1118885 w 3644268"/>
                <a:gd name="csY5340" fmla="*/ 1848260 h 2262782"/>
                <a:gd name="csX5341" fmla="*/ 1120194 w 3644268"/>
                <a:gd name="csY5341" fmla="*/ 1847309 h 2262782"/>
                <a:gd name="csX5342" fmla="*/ 1121039 w 3644268"/>
                <a:gd name="csY5342" fmla="*/ 1844510 h 2262782"/>
                <a:gd name="csX5343" fmla="*/ 1122766 w 3644268"/>
                <a:gd name="csY5343" fmla="*/ 1843878 h 2262782"/>
                <a:gd name="csX5344" fmla="*/ 1124539 w 3644268"/>
                <a:gd name="csY5344" fmla="*/ 1845833 h 2262782"/>
                <a:gd name="csX5345" fmla="*/ 1125825 w 3644268"/>
                <a:gd name="csY5345" fmla="*/ 1849136 h 2262782"/>
                <a:gd name="csX5346" fmla="*/ 1127057 w 3644268"/>
                <a:gd name="csY5346" fmla="*/ 1851258 h 2262782"/>
                <a:gd name="csX5347" fmla="*/ 1126966 w 3644268"/>
                <a:gd name="csY5347" fmla="*/ 1853784 h 2262782"/>
                <a:gd name="csX5348" fmla="*/ 1127422 w 3644268"/>
                <a:gd name="csY5348" fmla="*/ 1857018 h 2262782"/>
                <a:gd name="csX5349" fmla="*/ 1128328 w 3644268"/>
                <a:gd name="csY5349" fmla="*/ 1857832 h 2262782"/>
                <a:gd name="csX5350" fmla="*/ 1130108 w 3644268"/>
                <a:gd name="csY5350" fmla="*/ 1856607 h 2262782"/>
                <a:gd name="csX5351" fmla="*/ 1131295 w 3644268"/>
                <a:gd name="csY5351" fmla="*/ 1855877 h 2262782"/>
                <a:gd name="csX5352" fmla="*/ 1131577 w 3644268"/>
                <a:gd name="csY5352" fmla="*/ 1854895 h 2262782"/>
                <a:gd name="csX5353" fmla="*/ 1131074 w 3644268"/>
                <a:gd name="csY5353" fmla="*/ 1853685 h 2262782"/>
                <a:gd name="csX5354" fmla="*/ 1130839 w 3644268"/>
                <a:gd name="csY5354" fmla="*/ 1852453 h 2262782"/>
                <a:gd name="csX5355" fmla="*/ 1131234 w 3644268"/>
                <a:gd name="csY5355" fmla="*/ 1851319 h 2262782"/>
                <a:gd name="csX5356" fmla="*/ 1132079 w 3644268"/>
                <a:gd name="csY5356" fmla="*/ 1850855 h 2262782"/>
                <a:gd name="csX5357" fmla="*/ 1134612 w 3644268"/>
                <a:gd name="csY5357" fmla="*/ 1851213 h 2262782"/>
                <a:gd name="csX5358" fmla="*/ 1138303 w 3644268"/>
                <a:gd name="csY5358" fmla="*/ 1851836 h 2262782"/>
                <a:gd name="csX5359" fmla="*/ 1142685 w 3644268"/>
                <a:gd name="csY5359" fmla="*/ 1856432 h 2262782"/>
                <a:gd name="csX5360" fmla="*/ 1145051 w 3644268"/>
                <a:gd name="csY5360" fmla="*/ 1857261 h 2262782"/>
                <a:gd name="csX5361" fmla="*/ 1146048 w 3644268"/>
                <a:gd name="csY5361" fmla="*/ 1857345 h 2262782"/>
                <a:gd name="csX5362" fmla="*/ 1148270 w 3644268"/>
                <a:gd name="csY5362" fmla="*/ 1857079 h 2262782"/>
                <a:gd name="csX5363" fmla="*/ 1150940 w 3644268"/>
                <a:gd name="csY5363" fmla="*/ 1855763 h 2262782"/>
                <a:gd name="csX5364" fmla="*/ 1152736 w 3644268"/>
                <a:gd name="csY5364" fmla="*/ 1854104 h 2262782"/>
                <a:gd name="csX5365" fmla="*/ 1153337 w 3644268"/>
                <a:gd name="csY5365" fmla="*/ 1853290 h 2262782"/>
                <a:gd name="csX5366" fmla="*/ 1154372 w 3644268"/>
                <a:gd name="csY5366" fmla="*/ 1853434 h 2262782"/>
                <a:gd name="csX5367" fmla="*/ 1155354 w 3644268"/>
                <a:gd name="csY5367" fmla="*/ 1854203 h 2262782"/>
                <a:gd name="csX5368" fmla="*/ 1155422 w 3644268"/>
                <a:gd name="csY5368" fmla="*/ 1855877 h 2262782"/>
                <a:gd name="csX5369" fmla="*/ 1154638 w 3644268"/>
                <a:gd name="csY5369" fmla="*/ 1858296 h 2262782"/>
                <a:gd name="csX5370" fmla="*/ 1151975 w 3644268"/>
                <a:gd name="csY5370" fmla="*/ 1860510 h 2262782"/>
                <a:gd name="csX5371" fmla="*/ 1148665 w 3644268"/>
                <a:gd name="csY5371" fmla="*/ 1862565 h 2262782"/>
                <a:gd name="csX5372" fmla="*/ 1146657 w 3644268"/>
                <a:gd name="csY5372" fmla="*/ 1866323 h 2262782"/>
                <a:gd name="csX5373" fmla="*/ 1146231 w 3644268"/>
                <a:gd name="csY5373" fmla="*/ 1870234 h 2262782"/>
                <a:gd name="csX5374" fmla="*/ 1147106 w 3644268"/>
                <a:gd name="csY5374" fmla="*/ 1872220 h 2262782"/>
                <a:gd name="csX5375" fmla="*/ 1147859 w 3644268"/>
                <a:gd name="csY5375" fmla="*/ 1873544 h 2262782"/>
                <a:gd name="csX5376" fmla="*/ 1148072 w 3644268"/>
                <a:gd name="csY5376" fmla="*/ 1875400 h 2262782"/>
                <a:gd name="csX5377" fmla="*/ 1148818 w 3644268"/>
                <a:gd name="csY5377" fmla="*/ 1875644 h 2262782"/>
                <a:gd name="csX5378" fmla="*/ 1150172 w 3644268"/>
                <a:gd name="csY5378" fmla="*/ 1874883 h 2262782"/>
                <a:gd name="csX5379" fmla="*/ 1153862 w 3644268"/>
                <a:gd name="csY5379" fmla="*/ 1871033 h 2262782"/>
                <a:gd name="csX5380" fmla="*/ 1155741 w 3644268"/>
                <a:gd name="csY5380" fmla="*/ 1870082 h 2262782"/>
                <a:gd name="csX5381" fmla="*/ 1158465 w 3644268"/>
                <a:gd name="csY5381" fmla="*/ 1869473 h 2262782"/>
                <a:gd name="csX5382" fmla="*/ 1162947 w 3644268"/>
                <a:gd name="csY5382" fmla="*/ 1869777 h 2262782"/>
                <a:gd name="csX5383" fmla="*/ 1165960 w 3644268"/>
                <a:gd name="csY5383" fmla="*/ 1871033 h 2262782"/>
                <a:gd name="csX5384" fmla="*/ 1167398 w 3644268"/>
                <a:gd name="csY5384" fmla="*/ 1872775 h 2262782"/>
                <a:gd name="csX5385" fmla="*/ 1168981 w 3644268"/>
                <a:gd name="csY5385" fmla="*/ 1874213 h 2262782"/>
                <a:gd name="csX5386" fmla="*/ 1170076 w 3644268"/>
                <a:gd name="csY5386" fmla="*/ 1873612 h 2262782"/>
                <a:gd name="csX5387" fmla="*/ 1170639 w 3644268"/>
                <a:gd name="csY5387" fmla="*/ 1871954 h 2262782"/>
                <a:gd name="csX5388" fmla="*/ 1170670 w 3644268"/>
                <a:gd name="csY5388" fmla="*/ 1870051 h 2262782"/>
                <a:gd name="csX5389" fmla="*/ 1171134 w 3644268"/>
                <a:gd name="csY5389" fmla="*/ 1868484 h 2262782"/>
                <a:gd name="csX5390" fmla="*/ 1176034 w 3644268"/>
                <a:gd name="csY5390" fmla="*/ 1864626 h 2262782"/>
                <a:gd name="csX5391" fmla="*/ 1179297 w 3644268"/>
                <a:gd name="csY5391" fmla="*/ 1862055 h 2262782"/>
                <a:gd name="csX5392" fmla="*/ 1180416 w 3644268"/>
                <a:gd name="csY5392" fmla="*/ 1861750 h 2262782"/>
                <a:gd name="csX5393" fmla="*/ 1182600 w 3644268"/>
                <a:gd name="csY5393" fmla="*/ 1862283 h 2262782"/>
                <a:gd name="csX5394" fmla="*/ 1183954 w 3644268"/>
                <a:gd name="csY5394" fmla="*/ 1862009 h 2262782"/>
                <a:gd name="csX5395" fmla="*/ 1187538 w 3644268"/>
                <a:gd name="csY5395" fmla="*/ 1859590 h 2262782"/>
                <a:gd name="csX5396" fmla="*/ 1190885 w 3644268"/>
                <a:gd name="csY5396" fmla="*/ 1856828 h 2262782"/>
                <a:gd name="csX5397" fmla="*/ 1191213 w 3644268"/>
                <a:gd name="csY5397" fmla="*/ 1854956 h 2262782"/>
                <a:gd name="csX5398" fmla="*/ 1191342 w 3644268"/>
                <a:gd name="csY5398" fmla="*/ 1853259 h 2262782"/>
                <a:gd name="csX5399" fmla="*/ 1192171 w 3644268"/>
                <a:gd name="csY5399" fmla="*/ 1852491 h 2262782"/>
                <a:gd name="csX5400" fmla="*/ 1196858 w 3644268"/>
                <a:gd name="csY5400" fmla="*/ 1851897 h 2262782"/>
                <a:gd name="csX5401" fmla="*/ 1197634 w 3644268"/>
                <a:gd name="csY5401" fmla="*/ 1851578 h 2262782"/>
                <a:gd name="csX5402" fmla="*/ 1201637 w 3644268"/>
                <a:gd name="csY5402" fmla="*/ 1849645 h 2262782"/>
                <a:gd name="csX5403" fmla="*/ 1207183 w 3644268"/>
                <a:gd name="csY5403" fmla="*/ 1846343 h 2262782"/>
                <a:gd name="csX5404" fmla="*/ 1209877 w 3644268"/>
                <a:gd name="csY5404" fmla="*/ 1844395 h 2262782"/>
                <a:gd name="csX5405" fmla="*/ 1214784 w 3644268"/>
                <a:gd name="csY5405" fmla="*/ 1843528 h 2262782"/>
                <a:gd name="csX5406" fmla="*/ 1215697 w 3644268"/>
                <a:gd name="csY5406" fmla="*/ 1842965 h 2262782"/>
                <a:gd name="csX5407" fmla="*/ 1217325 w 3644268"/>
                <a:gd name="csY5407" fmla="*/ 1841649 h 2262782"/>
                <a:gd name="csX5408" fmla="*/ 1220399 w 3644268"/>
                <a:gd name="csY5408" fmla="*/ 1839823 h 2262782"/>
                <a:gd name="csX5409" fmla="*/ 1222065 w 3644268"/>
                <a:gd name="csY5409" fmla="*/ 1839625 h 2262782"/>
                <a:gd name="csX5410" fmla="*/ 1221031 w 3644268"/>
                <a:gd name="csY5410" fmla="*/ 1844038 h 2262782"/>
                <a:gd name="csX5411" fmla="*/ 1219197 w 3644268"/>
                <a:gd name="csY5411" fmla="*/ 1849120 h 2262782"/>
                <a:gd name="csX5412" fmla="*/ 1218162 w 3644268"/>
                <a:gd name="csY5412" fmla="*/ 1850475 h 2262782"/>
                <a:gd name="csX5413" fmla="*/ 1213186 w 3644268"/>
                <a:gd name="csY5413" fmla="*/ 1850246 h 2262782"/>
                <a:gd name="csX5414" fmla="*/ 1213194 w 3644268"/>
                <a:gd name="csY5414" fmla="*/ 1851631 h 2262782"/>
                <a:gd name="csX5415" fmla="*/ 1213978 w 3644268"/>
                <a:gd name="csY5415" fmla="*/ 1853746 h 2262782"/>
                <a:gd name="csX5416" fmla="*/ 1214541 w 3644268"/>
                <a:gd name="csY5416" fmla="*/ 1854933 h 2262782"/>
                <a:gd name="csX5417" fmla="*/ 1215141 w 3644268"/>
                <a:gd name="csY5417" fmla="*/ 1855998 h 2262782"/>
                <a:gd name="csX5418" fmla="*/ 1216481 w 3644268"/>
                <a:gd name="csY5418" fmla="*/ 1857840 h 2262782"/>
                <a:gd name="csX5419" fmla="*/ 1221715 w 3644268"/>
                <a:gd name="csY5419" fmla="*/ 1862169 h 2262782"/>
                <a:gd name="csX5420" fmla="*/ 1228373 w 3644268"/>
                <a:gd name="csY5420" fmla="*/ 1867662 h 2262782"/>
                <a:gd name="csX5421" fmla="*/ 1235563 w 3644268"/>
                <a:gd name="csY5421" fmla="*/ 1873810 h 2262782"/>
                <a:gd name="csX5422" fmla="*/ 1240584 w 3644268"/>
                <a:gd name="csY5422" fmla="*/ 1878086 h 2262782"/>
                <a:gd name="csX5423" fmla="*/ 1242616 w 3644268"/>
                <a:gd name="csY5423" fmla="*/ 1880293 h 2262782"/>
                <a:gd name="csX5424" fmla="*/ 1243909 w 3644268"/>
                <a:gd name="csY5424" fmla="*/ 1882012 h 2262782"/>
                <a:gd name="csX5425" fmla="*/ 1247607 w 3644268"/>
                <a:gd name="csY5425" fmla="*/ 1888205 h 2262782"/>
                <a:gd name="csX5426" fmla="*/ 1251122 w 3644268"/>
                <a:gd name="csY5426" fmla="*/ 1894056 h 2262782"/>
                <a:gd name="csX5427" fmla="*/ 1257049 w 3644268"/>
                <a:gd name="csY5427" fmla="*/ 1904313 h 2262782"/>
                <a:gd name="csX5428" fmla="*/ 1262292 w 3644268"/>
                <a:gd name="csY5428" fmla="*/ 1914158 h 2262782"/>
                <a:gd name="csX5429" fmla="*/ 1268074 w 3644268"/>
                <a:gd name="csY5429" fmla="*/ 1924924 h 2262782"/>
                <a:gd name="csX5430" fmla="*/ 1271414 w 3644268"/>
                <a:gd name="csY5430" fmla="*/ 1931118 h 2262782"/>
                <a:gd name="csX5431" fmla="*/ 1278247 w 3644268"/>
                <a:gd name="csY5431" fmla="*/ 1943999 h 2262782"/>
                <a:gd name="csX5432" fmla="*/ 1280073 w 3644268"/>
                <a:gd name="csY5432" fmla="*/ 1947933 h 2262782"/>
                <a:gd name="csX5433" fmla="*/ 1283535 w 3644268"/>
                <a:gd name="csY5433" fmla="*/ 1955359 h 2262782"/>
                <a:gd name="csX5434" fmla="*/ 1286586 w 3644268"/>
                <a:gd name="csY5434" fmla="*/ 1962290 h 2262782"/>
                <a:gd name="csX5435" fmla="*/ 1289287 w 3644268"/>
                <a:gd name="csY5435" fmla="*/ 1968392 h 2262782"/>
                <a:gd name="csX5436" fmla="*/ 1290991 w 3644268"/>
                <a:gd name="csY5436" fmla="*/ 1968940 h 2262782"/>
                <a:gd name="csX5437" fmla="*/ 1291128 w 3644268"/>
                <a:gd name="csY5437" fmla="*/ 1967289 h 2262782"/>
                <a:gd name="csX5438" fmla="*/ 1291433 w 3644268"/>
                <a:gd name="csY5438" fmla="*/ 1966186 h 2262782"/>
                <a:gd name="csX5439" fmla="*/ 1292300 w 3644268"/>
                <a:gd name="csY5439" fmla="*/ 1965562 h 2262782"/>
                <a:gd name="csX5440" fmla="*/ 1294293 w 3644268"/>
                <a:gd name="csY5440" fmla="*/ 1963758 h 2262782"/>
                <a:gd name="csX5441" fmla="*/ 1295366 w 3644268"/>
                <a:gd name="csY5441" fmla="*/ 1963325 h 2262782"/>
                <a:gd name="csX5442" fmla="*/ 1296964 w 3644268"/>
                <a:gd name="csY5442" fmla="*/ 1963507 h 2262782"/>
                <a:gd name="csX5443" fmla="*/ 1298638 w 3644268"/>
                <a:gd name="csY5443" fmla="*/ 1962587 h 2262782"/>
                <a:gd name="csX5444" fmla="*/ 1299254 w 3644268"/>
                <a:gd name="csY5444" fmla="*/ 1960852 h 2262782"/>
                <a:gd name="csX5445" fmla="*/ 1298851 w 3644268"/>
                <a:gd name="csY5445" fmla="*/ 1957633 h 2262782"/>
                <a:gd name="csX5446" fmla="*/ 1298592 w 3644268"/>
                <a:gd name="csY5446" fmla="*/ 1956150 h 2262782"/>
                <a:gd name="csX5447" fmla="*/ 1299163 w 3644268"/>
                <a:gd name="csY5447" fmla="*/ 1954552 h 2262782"/>
                <a:gd name="csX5448" fmla="*/ 1300076 w 3644268"/>
                <a:gd name="csY5448" fmla="*/ 1953928 h 2262782"/>
                <a:gd name="csX5449" fmla="*/ 1301347 w 3644268"/>
                <a:gd name="csY5449" fmla="*/ 1953426 h 2262782"/>
                <a:gd name="csX5450" fmla="*/ 1302518 w 3644268"/>
                <a:gd name="csY5450" fmla="*/ 1953167 h 2262782"/>
                <a:gd name="csX5451" fmla="*/ 1303477 w 3644268"/>
                <a:gd name="csY5451" fmla="*/ 1951364 h 2262782"/>
                <a:gd name="csX5452" fmla="*/ 1305288 w 3644268"/>
                <a:gd name="csY5452" fmla="*/ 1950816 h 2262782"/>
                <a:gd name="csX5453" fmla="*/ 1306954 w 3644268"/>
                <a:gd name="csY5453" fmla="*/ 1951151 h 2262782"/>
                <a:gd name="csX5454" fmla="*/ 1308324 w 3644268"/>
                <a:gd name="csY5454" fmla="*/ 1951219 h 2262782"/>
                <a:gd name="csX5455" fmla="*/ 1309533 w 3644268"/>
                <a:gd name="csY5455" fmla="*/ 1952536 h 2262782"/>
                <a:gd name="csX5456" fmla="*/ 1310210 w 3644268"/>
                <a:gd name="csY5456" fmla="*/ 1954339 h 2262782"/>
                <a:gd name="csX5457" fmla="*/ 1311519 w 3644268"/>
                <a:gd name="csY5457" fmla="*/ 1954483 h 2262782"/>
                <a:gd name="csX5458" fmla="*/ 1313657 w 3644268"/>
                <a:gd name="csY5458" fmla="*/ 1954301 h 2262782"/>
                <a:gd name="csX5459" fmla="*/ 1313954 w 3644268"/>
                <a:gd name="csY5459" fmla="*/ 1955807 h 2262782"/>
                <a:gd name="csX5460" fmla="*/ 1313346 w 3644268"/>
                <a:gd name="csY5460" fmla="*/ 1958326 h 2262782"/>
                <a:gd name="csX5461" fmla="*/ 1312592 w 3644268"/>
                <a:gd name="csY5461" fmla="*/ 1960274 h 2262782"/>
                <a:gd name="csX5462" fmla="*/ 1312463 w 3644268"/>
                <a:gd name="csY5462" fmla="*/ 1961833 h 2262782"/>
                <a:gd name="csX5463" fmla="*/ 1313596 w 3644268"/>
                <a:gd name="csY5463" fmla="*/ 1962594 h 2262782"/>
                <a:gd name="csX5464" fmla="*/ 1317751 w 3644268"/>
                <a:gd name="csY5464" fmla="*/ 1961917 h 2262782"/>
                <a:gd name="csX5465" fmla="*/ 1319219 w 3644268"/>
                <a:gd name="csY5465" fmla="*/ 1962252 h 2262782"/>
                <a:gd name="csX5466" fmla="*/ 1319691 w 3644268"/>
                <a:gd name="csY5466" fmla="*/ 1963834 h 2262782"/>
                <a:gd name="csX5467" fmla="*/ 1320284 w 3644268"/>
                <a:gd name="csY5467" fmla="*/ 1965143 h 2262782"/>
                <a:gd name="csX5468" fmla="*/ 1320573 w 3644268"/>
                <a:gd name="csY5468" fmla="*/ 1966741 h 2262782"/>
                <a:gd name="csX5469" fmla="*/ 1320140 w 3644268"/>
                <a:gd name="csY5469" fmla="*/ 1968506 h 2262782"/>
                <a:gd name="csX5470" fmla="*/ 1320885 w 3644268"/>
                <a:gd name="csY5470" fmla="*/ 1969564 h 2262782"/>
                <a:gd name="csX5471" fmla="*/ 1324469 w 3644268"/>
                <a:gd name="csY5471" fmla="*/ 1969587 h 2262782"/>
                <a:gd name="csX5472" fmla="*/ 1326995 w 3644268"/>
                <a:gd name="csY5472" fmla="*/ 1968734 h 2262782"/>
                <a:gd name="csX5473" fmla="*/ 1330875 w 3644268"/>
                <a:gd name="csY5473" fmla="*/ 1968666 h 2262782"/>
                <a:gd name="csX5474" fmla="*/ 1334383 w 3644268"/>
                <a:gd name="csY5474" fmla="*/ 1970538 h 2262782"/>
                <a:gd name="csX5475" fmla="*/ 1336810 w 3644268"/>
                <a:gd name="csY5475" fmla="*/ 1970249 h 2262782"/>
                <a:gd name="csX5476" fmla="*/ 1339252 w 3644268"/>
                <a:gd name="csY5476" fmla="*/ 1969488 h 2262782"/>
                <a:gd name="csX5477" fmla="*/ 1342836 w 3644268"/>
                <a:gd name="csY5477" fmla="*/ 1969967 h 2262782"/>
                <a:gd name="csX5478" fmla="*/ 1345355 w 3644268"/>
                <a:gd name="csY5478" fmla="*/ 1968491 h 2262782"/>
                <a:gd name="csX5479" fmla="*/ 1347090 w 3644268"/>
                <a:gd name="csY5479" fmla="*/ 1966642 h 2262782"/>
                <a:gd name="csX5480" fmla="*/ 1347630 w 3644268"/>
                <a:gd name="csY5480" fmla="*/ 1965189 h 2262782"/>
                <a:gd name="csX5481" fmla="*/ 1348535 w 3644268"/>
                <a:gd name="csY5481" fmla="*/ 1964382 h 2262782"/>
                <a:gd name="csX5482" fmla="*/ 1351913 w 3644268"/>
                <a:gd name="csY5482" fmla="*/ 1964390 h 2262782"/>
                <a:gd name="csX5483" fmla="*/ 1354044 w 3644268"/>
                <a:gd name="csY5483" fmla="*/ 1964245 h 2262782"/>
                <a:gd name="csX5484" fmla="*/ 1355619 w 3644268"/>
                <a:gd name="csY5484" fmla="*/ 1962107 h 2262782"/>
                <a:gd name="csX5485" fmla="*/ 1357057 w 3644268"/>
                <a:gd name="csY5485" fmla="*/ 1961141 h 2262782"/>
                <a:gd name="csX5486" fmla="*/ 1359476 w 3644268"/>
                <a:gd name="csY5486" fmla="*/ 1960958 h 2262782"/>
                <a:gd name="csX5487" fmla="*/ 1361257 w 3644268"/>
                <a:gd name="csY5487" fmla="*/ 1960958 h 2262782"/>
                <a:gd name="csX5488" fmla="*/ 1366042 w 3644268"/>
                <a:gd name="csY5488" fmla="*/ 1962944 h 2262782"/>
                <a:gd name="csX5489" fmla="*/ 1368956 w 3644268"/>
                <a:gd name="csY5489" fmla="*/ 1964588 h 2262782"/>
                <a:gd name="csX5490" fmla="*/ 1371985 w 3644268"/>
                <a:gd name="csY5490" fmla="*/ 1966924 h 2262782"/>
                <a:gd name="csX5491" fmla="*/ 1373803 w 3644268"/>
                <a:gd name="csY5491" fmla="*/ 1968384 h 2262782"/>
                <a:gd name="csX5492" fmla="*/ 1375028 w 3644268"/>
                <a:gd name="csY5492" fmla="*/ 1971679 h 2262782"/>
                <a:gd name="csX5493" fmla="*/ 1377090 w 3644268"/>
                <a:gd name="csY5493" fmla="*/ 1974098 h 2262782"/>
                <a:gd name="csX5494" fmla="*/ 1378734 w 3644268"/>
                <a:gd name="csY5494" fmla="*/ 1976921 h 2262782"/>
                <a:gd name="csX5495" fmla="*/ 1379129 w 3644268"/>
                <a:gd name="csY5495" fmla="*/ 1979698 h 2262782"/>
                <a:gd name="csX5496" fmla="*/ 1380483 w 3644268"/>
                <a:gd name="csY5496" fmla="*/ 1984682 h 2262782"/>
                <a:gd name="csX5497" fmla="*/ 1381884 w 3644268"/>
                <a:gd name="csY5497" fmla="*/ 1986318 h 2262782"/>
                <a:gd name="csX5498" fmla="*/ 1383542 w 3644268"/>
                <a:gd name="csY5498" fmla="*/ 1986318 h 2262782"/>
                <a:gd name="csX5499" fmla="*/ 1385634 w 3644268"/>
                <a:gd name="csY5499" fmla="*/ 1986995 h 2262782"/>
                <a:gd name="csX5500" fmla="*/ 1387948 w 3644268"/>
                <a:gd name="csY5500" fmla="*/ 1987535 h 2262782"/>
                <a:gd name="csX5501" fmla="*/ 1392893 w 3644268"/>
                <a:gd name="csY5501" fmla="*/ 1991225 h 2262782"/>
                <a:gd name="csX5502" fmla="*/ 1394711 w 3644268"/>
                <a:gd name="csY5502" fmla="*/ 1991332 h 2262782"/>
                <a:gd name="csX5503" fmla="*/ 1396111 w 3644268"/>
                <a:gd name="csY5503" fmla="*/ 1992214 h 2262782"/>
                <a:gd name="csX5504" fmla="*/ 1396325 w 3644268"/>
                <a:gd name="csY5504" fmla="*/ 1993911 h 2262782"/>
                <a:gd name="csX5505" fmla="*/ 1395807 w 3644268"/>
                <a:gd name="csY5505" fmla="*/ 1995874 h 2262782"/>
                <a:gd name="csX5506" fmla="*/ 1396347 w 3644268"/>
                <a:gd name="csY5506" fmla="*/ 1997753 h 2262782"/>
                <a:gd name="csX5507" fmla="*/ 1397968 w 3644268"/>
                <a:gd name="csY5507" fmla="*/ 2000150 h 2262782"/>
                <a:gd name="csX5508" fmla="*/ 1399246 w 3644268"/>
                <a:gd name="csY5508" fmla="*/ 2002486 h 2262782"/>
                <a:gd name="csX5509" fmla="*/ 1400821 w 3644268"/>
                <a:gd name="csY5509" fmla="*/ 2005316 h 2262782"/>
                <a:gd name="csX5510" fmla="*/ 1401301 w 3644268"/>
                <a:gd name="csY5510" fmla="*/ 2006929 h 2262782"/>
                <a:gd name="csX5511" fmla="*/ 1402563 w 3644268"/>
                <a:gd name="csY5511" fmla="*/ 2007462 h 2262782"/>
                <a:gd name="csX5512" fmla="*/ 1404268 w 3644268"/>
                <a:gd name="csY5512" fmla="*/ 2006663 h 2262782"/>
                <a:gd name="csX5513" fmla="*/ 1406976 w 3644268"/>
                <a:gd name="csY5513" fmla="*/ 2007272 h 2262782"/>
                <a:gd name="csX5514" fmla="*/ 1415125 w 3644268"/>
                <a:gd name="csY5514" fmla="*/ 2008877 h 2262782"/>
                <a:gd name="csX5515" fmla="*/ 1416259 w 3644268"/>
                <a:gd name="csY5515" fmla="*/ 2009075 h 2262782"/>
                <a:gd name="csX5516" fmla="*/ 1417126 w 3644268"/>
                <a:gd name="csY5516" fmla="*/ 2010749 h 2262782"/>
                <a:gd name="csX5517" fmla="*/ 1418306 w 3644268"/>
                <a:gd name="csY5517" fmla="*/ 2010612 h 2262782"/>
                <a:gd name="csX5518" fmla="*/ 1419660 w 3644268"/>
                <a:gd name="csY5518" fmla="*/ 2010543 h 2262782"/>
                <a:gd name="csX5519" fmla="*/ 1421539 w 3644268"/>
                <a:gd name="csY5519" fmla="*/ 2010741 h 2262782"/>
                <a:gd name="csX5520" fmla="*/ 1422848 w 3644268"/>
                <a:gd name="csY5520" fmla="*/ 2009197 h 2262782"/>
                <a:gd name="csX5521" fmla="*/ 1423921 w 3644268"/>
                <a:gd name="csY5521" fmla="*/ 2007842 h 2262782"/>
                <a:gd name="csX5522" fmla="*/ 1426607 w 3644268"/>
                <a:gd name="csY5522" fmla="*/ 2006168 h 2262782"/>
                <a:gd name="csX5523" fmla="*/ 1428836 w 3644268"/>
                <a:gd name="csY5523" fmla="*/ 2003894 h 2262782"/>
                <a:gd name="csX5524" fmla="*/ 1430708 w 3644268"/>
                <a:gd name="csY5524" fmla="*/ 2001870 h 2262782"/>
                <a:gd name="csX5525" fmla="*/ 1432107 w 3644268"/>
                <a:gd name="csY5525" fmla="*/ 2001603 h 2262782"/>
                <a:gd name="csX5526" fmla="*/ 1433241 w 3644268"/>
                <a:gd name="csY5526" fmla="*/ 2002547 h 2262782"/>
                <a:gd name="csX5527" fmla="*/ 1433287 w 3644268"/>
                <a:gd name="csY5527" fmla="*/ 2004297 h 2262782"/>
                <a:gd name="csX5528" fmla="*/ 1431887 w 3644268"/>
                <a:gd name="csY5528" fmla="*/ 2005575 h 2262782"/>
                <a:gd name="csX5529" fmla="*/ 1430791 w 3644268"/>
                <a:gd name="csY5529" fmla="*/ 2007119 h 2262782"/>
                <a:gd name="csX5530" fmla="*/ 1431050 w 3644268"/>
                <a:gd name="csY5530" fmla="*/ 2008664 h 2262782"/>
                <a:gd name="csX5531" fmla="*/ 1432929 w 3644268"/>
                <a:gd name="csY5531" fmla="*/ 2008801 h 2262782"/>
                <a:gd name="csX5532" fmla="*/ 1435014 w 3644268"/>
                <a:gd name="csY5532" fmla="*/ 2011122 h 2262782"/>
                <a:gd name="csX5533" fmla="*/ 1438027 w 3644268"/>
                <a:gd name="csY5533" fmla="*/ 2016547 h 2262782"/>
                <a:gd name="csX5534" fmla="*/ 1439047 w 3644268"/>
                <a:gd name="csY5534" fmla="*/ 2017680 h 2262782"/>
                <a:gd name="csX5535" fmla="*/ 1440538 w 3644268"/>
                <a:gd name="csY5535" fmla="*/ 2018745 h 2262782"/>
                <a:gd name="csX5536" fmla="*/ 1442189 w 3644268"/>
                <a:gd name="csY5536" fmla="*/ 2019225 h 2262782"/>
                <a:gd name="csX5537" fmla="*/ 1444015 w 3644268"/>
                <a:gd name="csY5537" fmla="*/ 2020001 h 2262782"/>
                <a:gd name="csX5538" fmla="*/ 1445369 w 3644268"/>
                <a:gd name="csY5538" fmla="*/ 2022230 h 2262782"/>
                <a:gd name="csX5539" fmla="*/ 1445917 w 3644268"/>
                <a:gd name="csY5539" fmla="*/ 2024239 h 2262782"/>
                <a:gd name="csX5540" fmla="*/ 1447926 w 3644268"/>
                <a:gd name="csY5540" fmla="*/ 2024543 h 2262782"/>
                <a:gd name="csX5541" fmla="*/ 1449196 w 3644268"/>
                <a:gd name="csY5541" fmla="*/ 2024064 h 2262782"/>
                <a:gd name="csX5542" fmla="*/ 1450041 w 3644268"/>
                <a:gd name="csY5542" fmla="*/ 2023052 h 2262782"/>
                <a:gd name="csX5543" fmla="*/ 1451342 w 3644268"/>
                <a:gd name="csY5543" fmla="*/ 2022732 h 2262782"/>
                <a:gd name="csX5544" fmla="*/ 1453297 w 3644268"/>
                <a:gd name="csY5544" fmla="*/ 2022245 h 2262782"/>
                <a:gd name="csX5545" fmla="*/ 1455314 w 3644268"/>
                <a:gd name="csY5545" fmla="*/ 2021637 h 2262782"/>
                <a:gd name="csX5546" fmla="*/ 1456425 w 3644268"/>
                <a:gd name="csY5546" fmla="*/ 2021751 h 2262782"/>
                <a:gd name="csX5547" fmla="*/ 1456508 w 3644268"/>
                <a:gd name="csY5547" fmla="*/ 2021758 h 2262782"/>
                <a:gd name="csX5548" fmla="*/ 1458996 w 3644268"/>
                <a:gd name="csY5548" fmla="*/ 2021675 h 2262782"/>
                <a:gd name="csX5549" fmla="*/ 1460130 w 3644268"/>
                <a:gd name="csY5549" fmla="*/ 2020944 h 2262782"/>
                <a:gd name="csX5550" fmla="*/ 1460990 w 3644268"/>
                <a:gd name="csY5550" fmla="*/ 2019872 h 2262782"/>
                <a:gd name="csX5551" fmla="*/ 1462854 w 3644268"/>
                <a:gd name="csY5551" fmla="*/ 2018677 h 2262782"/>
                <a:gd name="csX5552" fmla="*/ 1463249 w 3644268"/>
                <a:gd name="csY5552" fmla="*/ 2017300 h 2262782"/>
                <a:gd name="csX5553" fmla="*/ 1463280 w 3644268"/>
                <a:gd name="csY5553" fmla="*/ 2014591 h 2262782"/>
                <a:gd name="csX5554" fmla="*/ 1464497 w 3644268"/>
                <a:gd name="csY5554" fmla="*/ 2012293 h 2262782"/>
                <a:gd name="csX5555" fmla="*/ 1467594 w 3644268"/>
                <a:gd name="csY5555" fmla="*/ 2011609 h 2262782"/>
                <a:gd name="csX5556" fmla="*/ 1468781 w 3644268"/>
                <a:gd name="csY5556" fmla="*/ 2011274 h 2262782"/>
                <a:gd name="csX5557" fmla="*/ 1470044 w 3644268"/>
                <a:gd name="csY5557" fmla="*/ 2011609 h 2262782"/>
                <a:gd name="csX5558" fmla="*/ 1472007 w 3644268"/>
                <a:gd name="csY5558" fmla="*/ 2011289 h 2262782"/>
                <a:gd name="csX5559" fmla="*/ 1473901 w 3644268"/>
                <a:gd name="csY5559" fmla="*/ 2011167 h 2262782"/>
                <a:gd name="csX5560" fmla="*/ 1474959 w 3644268"/>
                <a:gd name="csY5560" fmla="*/ 2011875 h 2262782"/>
                <a:gd name="csX5561" fmla="*/ 1476359 w 3644268"/>
                <a:gd name="csY5561" fmla="*/ 2012476 h 2262782"/>
                <a:gd name="csX5562" fmla="*/ 1478147 w 3644268"/>
                <a:gd name="csY5562" fmla="*/ 2012407 h 2262782"/>
                <a:gd name="csX5563" fmla="*/ 1478756 w 3644268"/>
                <a:gd name="csY5563" fmla="*/ 2011319 h 2262782"/>
                <a:gd name="csX5564" fmla="*/ 1478832 w 3644268"/>
                <a:gd name="csY5564" fmla="*/ 2009805 h 2262782"/>
                <a:gd name="csX5565" fmla="*/ 1479608 w 3644268"/>
                <a:gd name="csY5565" fmla="*/ 2009410 h 2262782"/>
                <a:gd name="csX5566" fmla="*/ 1480574 w 3644268"/>
                <a:gd name="csY5566" fmla="*/ 2010460 h 2262782"/>
                <a:gd name="csX5567" fmla="*/ 1481114 w 3644268"/>
                <a:gd name="csY5567" fmla="*/ 2011243 h 2262782"/>
                <a:gd name="csX5568" fmla="*/ 1481913 w 3644268"/>
                <a:gd name="csY5568" fmla="*/ 2011601 h 2262782"/>
                <a:gd name="csX5569" fmla="*/ 1484074 w 3644268"/>
                <a:gd name="csY5569" fmla="*/ 2010665 h 2262782"/>
                <a:gd name="csX5570" fmla="*/ 1485580 w 3644268"/>
                <a:gd name="csY5570" fmla="*/ 2009653 h 2262782"/>
                <a:gd name="csX5571" fmla="*/ 1486068 w 3644268"/>
                <a:gd name="csY5571" fmla="*/ 2007576 h 2262782"/>
                <a:gd name="csX5572" fmla="*/ 1486942 w 3644268"/>
                <a:gd name="csY5572" fmla="*/ 2006541 h 2262782"/>
                <a:gd name="csX5573" fmla="*/ 1488114 w 3644268"/>
                <a:gd name="csY5573" fmla="*/ 2007066 h 2262782"/>
                <a:gd name="csX5574" fmla="*/ 1490176 w 3644268"/>
                <a:gd name="csY5574" fmla="*/ 2007059 h 2262782"/>
                <a:gd name="csX5575" fmla="*/ 1491873 w 3644268"/>
                <a:gd name="csY5575" fmla="*/ 2005446 h 2262782"/>
                <a:gd name="csX5576" fmla="*/ 1494102 w 3644268"/>
                <a:gd name="csY5576" fmla="*/ 2004160 h 2262782"/>
                <a:gd name="csX5577" fmla="*/ 1495700 w 3644268"/>
                <a:gd name="csY5577" fmla="*/ 2003574 h 2262782"/>
                <a:gd name="csX5578" fmla="*/ 1496027 w 3644268"/>
                <a:gd name="csY5578" fmla="*/ 2002486 h 2262782"/>
                <a:gd name="csX5579" fmla="*/ 1495274 w 3644268"/>
                <a:gd name="csY5579" fmla="*/ 2000082 h 2262782"/>
                <a:gd name="csX5580" fmla="*/ 1495479 w 3644268"/>
                <a:gd name="csY5580" fmla="*/ 1997449 h 2262782"/>
                <a:gd name="csX5581" fmla="*/ 1497617 w 3644268"/>
                <a:gd name="csY5581" fmla="*/ 1995958 h 2262782"/>
                <a:gd name="csX5582" fmla="*/ 1500478 w 3644268"/>
                <a:gd name="csY5582" fmla="*/ 1995783 h 2262782"/>
                <a:gd name="csX5583" fmla="*/ 1502593 w 3644268"/>
                <a:gd name="csY5583" fmla="*/ 1994763 h 2262782"/>
                <a:gd name="csX5584" fmla="*/ 1503179 w 3644268"/>
                <a:gd name="csY5584" fmla="*/ 1991948 h 2262782"/>
                <a:gd name="csX5585" fmla="*/ 1504229 w 3644268"/>
                <a:gd name="csY5585" fmla="*/ 1991142 h 2262782"/>
                <a:gd name="csX5586" fmla="*/ 1505294 w 3644268"/>
                <a:gd name="csY5586" fmla="*/ 1990822 h 2262782"/>
                <a:gd name="csX5587" fmla="*/ 1507873 w 3644268"/>
                <a:gd name="csY5587" fmla="*/ 1990373 h 2262782"/>
                <a:gd name="csX5588" fmla="*/ 1509730 w 3644268"/>
                <a:gd name="csY5588" fmla="*/ 1989232 h 2262782"/>
                <a:gd name="csX5589" fmla="*/ 1510872 w 3644268"/>
                <a:gd name="csY5589" fmla="*/ 1988707 h 2262782"/>
                <a:gd name="csX5590" fmla="*/ 1514120 w 3644268"/>
                <a:gd name="csY5590" fmla="*/ 1987162 h 2262782"/>
                <a:gd name="csX5591" fmla="*/ 1517073 w 3644268"/>
                <a:gd name="csY5591" fmla="*/ 1986858 h 2262782"/>
                <a:gd name="csX5592" fmla="*/ 1518335 w 3644268"/>
                <a:gd name="csY5592" fmla="*/ 1985625 h 2262782"/>
                <a:gd name="csX5593" fmla="*/ 1519324 w 3644268"/>
                <a:gd name="csY5593" fmla="*/ 1984073 h 2262782"/>
                <a:gd name="csX5594" fmla="*/ 1520983 w 3644268"/>
                <a:gd name="csY5594" fmla="*/ 1983480 h 2262782"/>
                <a:gd name="csX5595" fmla="*/ 1522672 w 3644268"/>
                <a:gd name="csY5595" fmla="*/ 1982133 h 2262782"/>
                <a:gd name="csX5596" fmla="*/ 1524902 w 3644268"/>
                <a:gd name="csY5596" fmla="*/ 1980421 h 2262782"/>
                <a:gd name="csX5597" fmla="*/ 1525777 w 3644268"/>
                <a:gd name="csY5597" fmla="*/ 1980178 h 2262782"/>
                <a:gd name="csX5598" fmla="*/ 1529429 w 3644268"/>
                <a:gd name="csY5598" fmla="*/ 1979181 h 2262782"/>
                <a:gd name="csX5599" fmla="*/ 1530859 w 3644268"/>
                <a:gd name="csY5599" fmla="*/ 1978816 h 2262782"/>
                <a:gd name="csX5600" fmla="*/ 1531719 w 3644268"/>
                <a:gd name="csY5600" fmla="*/ 1978595 h 2262782"/>
                <a:gd name="csX5601" fmla="*/ 1533302 w 3644268"/>
                <a:gd name="csY5601" fmla="*/ 1978664 h 2262782"/>
                <a:gd name="csX5602" fmla="*/ 1533971 w 3644268"/>
                <a:gd name="csY5602" fmla="*/ 1976853 h 2262782"/>
                <a:gd name="csX5603" fmla="*/ 1535576 w 3644268"/>
                <a:gd name="csY5603" fmla="*/ 1975514 h 2262782"/>
                <a:gd name="csX5604" fmla="*/ 1537190 w 3644268"/>
                <a:gd name="csY5604" fmla="*/ 1975065 h 2262782"/>
                <a:gd name="csX5605" fmla="*/ 1537981 w 3644268"/>
                <a:gd name="csY5605" fmla="*/ 1973733 h 2262782"/>
                <a:gd name="csX5606" fmla="*/ 1539525 w 3644268"/>
                <a:gd name="csY5606" fmla="*/ 1972036 h 2262782"/>
                <a:gd name="csX5607" fmla="*/ 1541610 w 3644268"/>
                <a:gd name="csY5607" fmla="*/ 1971093 h 2262782"/>
                <a:gd name="csX5608" fmla="*/ 1544866 w 3644268"/>
                <a:gd name="csY5608" fmla="*/ 1970956 h 2262782"/>
                <a:gd name="csX5609" fmla="*/ 1548016 w 3644268"/>
                <a:gd name="csY5609" fmla="*/ 1971146 h 2262782"/>
                <a:gd name="csX5610" fmla="*/ 1549904 w 3644268"/>
                <a:gd name="csY5610" fmla="*/ 1970857 h 2262782"/>
                <a:gd name="csX5611" fmla="*/ 1551456 w 3644268"/>
                <a:gd name="csY5611" fmla="*/ 1968346 h 2262782"/>
                <a:gd name="csX5612" fmla="*/ 1551752 w 3644268"/>
                <a:gd name="csY5612" fmla="*/ 1967099 h 2262782"/>
                <a:gd name="csX5613" fmla="*/ 1552110 w 3644268"/>
                <a:gd name="csY5613" fmla="*/ 1965828 h 2262782"/>
                <a:gd name="csX5614" fmla="*/ 1553373 w 3644268"/>
                <a:gd name="csY5614" fmla="*/ 1965341 h 2262782"/>
                <a:gd name="csX5615" fmla="*/ 1554894 w 3644268"/>
                <a:gd name="csY5615" fmla="*/ 1967403 h 2262782"/>
                <a:gd name="csX5616" fmla="*/ 1556180 w 3644268"/>
                <a:gd name="csY5616" fmla="*/ 1968681 h 2262782"/>
                <a:gd name="csX5617" fmla="*/ 1558159 w 3644268"/>
                <a:gd name="csY5617" fmla="*/ 1970013 h 2262782"/>
                <a:gd name="csX5618" fmla="*/ 1559178 w 3644268"/>
                <a:gd name="csY5618" fmla="*/ 1971260 h 2262782"/>
                <a:gd name="csX5619" fmla="*/ 1560342 w 3644268"/>
                <a:gd name="csY5619" fmla="*/ 1971435 h 2262782"/>
                <a:gd name="csX5620" fmla="*/ 1561567 w 3644268"/>
                <a:gd name="csY5620" fmla="*/ 1970500 h 2262782"/>
                <a:gd name="csX5621" fmla="*/ 1562435 w 3644268"/>
                <a:gd name="csY5621" fmla="*/ 1968225 h 2262782"/>
                <a:gd name="csX5622" fmla="*/ 1564078 w 3644268"/>
                <a:gd name="csY5622" fmla="*/ 1967875 h 2262782"/>
                <a:gd name="csX5623" fmla="*/ 1565889 w 3644268"/>
                <a:gd name="csY5623" fmla="*/ 1968240 h 2262782"/>
                <a:gd name="csX5624" fmla="*/ 1566369 w 3644268"/>
                <a:gd name="csY5624" fmla="*/ 1969358 h 2262782"/>
                <a:gd name="csX5625" fmla="*/ 1566528 w 3644268"/>
                <a:gd name="csY5625" fmla="*/ 1970446 h 2262782"/>
                <a:gd name="csX5626" fmla="*/ 1567357 w 3644268"/>
                <a:gd name="csY5626" fmla="*/ 1972394 h 2262782"/>
                <a:gd name="csX5627" fmla="*/ 1569351 w 3644268"/>
                <a:gd name="csY5627" fmla="*/ 1974091 h 2262782"/>
                <a:gd name="csX5628" fmla="*/ 1571900 w 3644268"/>
                <a:gd name="csY5628" fmla="*/ 1974007 h 2262782"/>
                <a:gd name="csX5629" fmla="*/ 1572927 w 3644268"/>
                <a:gd name="csY5629" fmla="*/ 1973703 h 2262782"/>
                <a:gd name="csX5630" fmla="*/ 1575407 w 3644268"/>
                <a:gd name="csY5630" fmla="*/ 1973939 h 2262782"/>
                <a:gd name="csX5631" fmla="*/ 1577850 w 3644268"/>
                <a:gd name="csY5631" fmla="*/ 1974304 h 2262782"/>
                <a:gd name="csX5632" fmla="*/ 1580512 w 3644268"/>
                <a:gd name="csY5632" fmla="*/ 1974707 h 2262782"/>
                <a:gd name="csX5633" fmla="*/ 1581289 w 3644268"/>
                <a:gd name="csY5633" fmla="*/ 1974768 h 2262782"/>
                <a:gd name="csX5634" fmla="*/ 1584142 w 3644268"/>
                <a:gd name="csY5634" fmla="*/ 1974973 h 2262782"/>
                <a:gd name="csX5635" fmla="*/ 1588296 w 3644268"/>
                <a:gd name="csY5635" fmla="*/ 1975270 h 2262782"/>
                <a:gd name="csX5636" fmla="*/ 1590122 w 3644268"/>
                <a:gd name="csY5636" fmla="*/ 1975133 h 2262782"/>
                <a:gd name="csX5637" fmla="*/ 1593866 w 3644268"/>
                <a:gd name="csY5637" fmla="*/ 1975681 h 2262782"/>
                <a:gd name="csX5638" fmla="*/ 1594634 w 3644268"/>
                <a:gd name="csY5638" fmla="*/ 1977187 h 2262782"/>
                <a:gd name="csX5639" fmla="*/ 1595327 w 3644268"/>
                <a:gd name="csY5639" fmla="*/ 1980748 h 2262782"/>
                <a:gd name="csX5640" fmla="*/ 1595913 w 3644268"/>
                <a:gd name="csY5640" fmla="*/ 1984134 h 2262782"/>
                <a:gd name="csX5641" fmla="*/ 1596080 w 3644268"/>
                <a:gd name="csY5641" fmla="*/ 1986850 h 2262782"/>
                <a:gd name="csX5642" fmla="*/ 1597054 w 3644268"/>
                <a:gd name="csY5642" fmla="*/ 1988258 h 2262782"/>
                <a:gd name="csX5643" fmla="*/ 1598294 w 3644268"/>
                <a:gd name="csY5643" fmla="*/ 1988722 h 2262782"/>
                <a:gd name="csX5644" fmla="*/ 1599115 w 3644268"/>
                <a:gd name="csY5644" fmla="*/ 1989818 h 2262782"/>
                <a:gd name="csX5645" fmla="*/ 1600554 w 3644268"/>
                <a:gd name="csY5645" fmla="*/ 1991309 h 2262782"/>
                <a:gd name="csX5646" fmla="*/ 1601626 w 3644268"/>
                <a:gd name="csY5646" fmla="*/ 1993439 h 2262782"/>
                <a:gd name="csX5647" fmla="*/ 1602928 w 3644268"/>
                <a:gd name="csY5647" fmla="*/ 1993295 h 2262782"/>
                <a:gd name="csX5648" fmla="*/ 1603833 w 3644268"/>
                <a:gd name="csY5648" fmla="*/ 1992793 h 2262782"/>
                <a:gd name="csX5649" fmla="*/ 1605826 w 3644268"/>
                <a:gd name="csY5649" fmla="*/ 1992633 h 2262782"/>
                <a:gd name="csX5650" fmla="*/ 1608368 w 3644268"/>
                <a:gd name="csY5650" fmla="*/ 1992777 h 2262782"/>
                <a:gd name="csX5651" fmla="*/ 1610133 w 3644268"/>
                <a:gd name="csY5651" fmla="*/ 1993957 h 2262782"/>
                <a:gd name="csX5652" fmla="*/ 1610802 w 3644268"/>
                <a:gd name="csY5652" fmla="*/ 1995501 h 2262782"/>
                <a:gd name="csX5653" fmla="*/ 1612233 w 3644268"/>
                <a:gd name="csY5653" fmla="*/ 1996369 h 2262782"/>
                <a:gd name="csX5654" fmla="*/ 1613397 w 3644268"/>
                <a:gd name="csY5654" fmla="*/ 1996087 h 2262782"/>
                <a:gd name="csX5655" fmla="*/ 1616882 w 3644268"/>
                <a:gd name="csY5655" fmla="*/ 1996080 h 2262782"/>
                <a:gd name="csX5656" fmla="*/ 1618084 w 3644268"/>
                <a:gd name="csY5656" fmla="*/ 1996178 h 2262782"/>
                <a:gd name="csX5657" fmla="*/ 1619278 w 3644268"/>
                <a:gd name="csY5657" fmla="*/ 1997023 h 2262782"/>
                <a:gd name="csX5658" fmla="*/ 1621013 w 3644268"/>
                <a:gd name="csY5658" fmla="*/ 1997168 h 2262782"/>
                <a:gd name="csX5659" fmla="*/ 1621964 w 3644268"/>
                <a:gd name="csY5659" fmla="*/ 1996087 h 2262782"/>
                <a:gd name="csX5660" fmla="*/ 1624969 w 3644268"/>
                <a:gd name="csY5660" fmla="*/ 1995357 h 2262782"/>
                <a:gd name="csX5661" fmla="*/ 1626712 w 3644268"/>
                <a:gd name="csY5661" fmla="*/ 1993812 h 2262782"/>
                <a:gd name="csX5662" fmla="*/ 1628051 w 3644268"/>
                <a:gd name="csY5662" fmla="*/ 1993797 h 2262782"/>
                <a:gd name="csX5663" fmla="*/ 1629063 w 3644268"/>
                <a:gd name="csY5663" fmla="*/ 1994543 h 2262782"/>
                <a:gd name="csX5664" fmla="*/ 1629846 w 3644268"/>
                <a:gd name="csY5664" fmla="*/ 1995555 h 2262782"/>
                <a:gd name="csX5665" fmla="*/ 1630988 w 3644268"/>
                <a:gd name="csY5665" fmla="*/ 1995106 h 2262782"/>
                <a:gd name="csX5666" fmla="*/ 1631612 w 3644268"/>
                <a:gd name="csY5666" fmla="*/ 1994276 h 2262782"/>
                <a:gd name="csX5667" fmla="*/ 1632616 w 3644268"/>
                <a:gd name="csY5667" fmla="*/ 1994276 h 2262782"/>
                <a:gd name="csX5668" fmla="*/ 1633598 w 3644268"/>
                <a:gd name="csY5668" fmla="*/ 1994817 h 2262782"/>
                <a:gd name="csX5669" fmla="*/ 1636116 w 3644268"/>
                <a:gd name="csY5669" fmla="*/ 1995760 h 2262782"/>
                <a:gd name="csX5670" fmla="*/ 1637942 w 3644268"/>
                <a:gd name="csY5670" fmla="*/ 1997510 h 2262782"/>
                <a:gd name="csX5671" fmla="*/ 1639357 w 3644268"/>
                <a:gd name="csY5671" fmla="*/ 1997677 h 2262782"/>
                <a:gd name="csX5672" fmla="*/ 1641176 w 3644268"/>
                <a:gd name="csY5672" fmla="*/ 1997168 h 2262782"/>
                <a:gd name="csX5673" fmla="*/ 1642013 w 3644268"/>
                <a:gd name="csY5673" fmla="*/ 1996932 h 2262782"/>
                <a:gd name="csX5674" fmla="*/ 1642812 w 3644268"/>
                <a:gd name="csY5674" fmla="*/ 1997799 h 2262782"/>
                <a:gd name="csX5675" fmla="*/ 1643983 w 3644268"/>
                <a:gd name="csY5675" fmla="*/ 1998271 h 2262782"/>
                <a:gd name="csX5676" fmla="*/ 1644874 w 3644268"/>
                <a:gd name="csY5676" fmla="*/ 1997632 h 2262782"/>
                <a:gd name="csX5677" fmla="*/ 1646403 w 3644268"/>
                <a:gd name="csY5677" fmla="*/ 1997175 h 2262782"/>
                <a:gd name="csX5678" fmla="*/ 1652254 w 3644268"/>
                <a:gd name="csY5678" fmla="*/ 1998126 h 2262782"/>
                <a:gd name="csX5679" fmla="*/ 1653608 w 3644268"/>
                <a:gd name="csY5679" fmla="*/ 1999868 h 2262782"/>
                <a:gd name="csX5680" fmla="*/ 1654650 w 3644268"/>
                <a:gd name="csY5680" fmla="*/ 2000690 h 2262782"/>
                <a:gd name="csX5681" fmla="*/ 1655487 w 3644268"/>
                <a:gd name="csY5681" fmla="*/ 2002121 h 2262782"/>
                <a:gd name="csX5682" fmla="*/ 1657009 w 3644268"/>
                <a:gd name="csY5682" fmla="*/ 2003140 h 2262782"/>
                <a:gd name="csX5683" fmla="*/ 1660243 w 3644268"/>
                <a:gd name="csY5683" fmla="*/ 2002790 h 2262782"/>
                <a:gd name="csX5684" fmla="*/ 1661490 w 3644268"/>
                <a:gd name="csY5684" fmla="*/ 2001748 h 2262782"/>
                <a:gd name="csX5685" fmla="*/ 1664108 w 3644268"/>
                <a:gd name="csY5685" fmla="*/ 1999435 h 2262782"/>
                <a:gd name="csX5686" fmla="*/ 1665150 w 3644268"/>
                <a:gd name="csY5686" fmla="*/ 1997175 h 2262782"/>
                <a:gd name="csX5687" fmla="*/ 1666466 w 3644268"/>
                <a:gd name="csY5687" fmla="*/ 1996445 h 2262782"/>
                <a:gd name="csX5688" fmla="*/ 1667950 w 3644268"/>
                <a:gd name="csY5688" fmla="*/ 1996080 h 2262782"/>
                <a:gd name="csX5689" fmla="*/ 1669343 w 3644268"/>
                <a:gd name="csY5689" fmla="*/ 1996080 h 2262782"/>
                <a:gd name="csX5690" fmla="*/ 1670796 w 3644268"/>
                <a:gd name="csY5690" fmla="*/ 1996003 h 2262782"/>
                <a:gd name="csX5691" fmla="*/ 1672561 w 3644268"/>
                <a:gd name="csY5691" fmla="*/ 1994345 h 2262782"/>
                <a:gd name="csX5692" fmla="*/ 1673991 w 3644268"/>
                <a:gd name="csY5692" fmla="*/ 1993767 h 2262782"/>
                <a:gd name="csX5693" fmla="*/ 1676114 w 3644268"/>
                <a:gd name="csY5693" fmla="*/ 1991659 h 2262782"/>
                <a:gd name="csX5694" fmla="*/ 1676510 w 3644268"/>
                <a:gd name="csY5694" fmla="*/ 1990708 h 2262782"/>
                <a:gd name="csX5695" fmla="*/ 1677545 w 3644268"/>
                <a:gd name="csY5695" fmla="*/ 1988250 h 2262782"/>
                <a:gd name="csX5696" fmla="*/ 1678184 w 3644268"/>
                <a:gd name="csY5696" fmla="*/ 1986683 h 2262782"/>
                <a:gd name="csX5697" fmla="*/ 1679257 w 3644268"/>
                <a:gd name="csY5697" fmla="*/ 1984187 h 2262782"/>
                <a:gd name="csX5698" fmla="*/ 1679835 w 3644268"/>
                <a:gd name="csY5698" fmla="*/ 1980162 h 2262782"/>
                <a:gd name="csX5699" fmla="*/ 1680162 w 3644268"/>
                <a:gd name="csY5699" fmla="*/ 1978025 h 2262782"/>
                <a:gd name="csX5700" fmla="*/ 1679880 w 3644268"/>
                <a:gd name="csY5700" fmla="*/ 1976472 h 2262782"/>
                <a:gd name="csX5701" fmla="*/ 1678625 w 3644268"/>
                <a:gd name="csY5701" fmla="*/ 1975673 h 2262782"/>
                <a:gd name="csX5702" fmla="*/ 1677012 w 3644268"/>
                <a:gd name="csY5702" fmla="*/ 1975293 h 2262782"/>
                <a:gd name="csX5703" fmla="*/ 1675597 w 3644268"/>
                <a:gd name="csY5703" fmla="*/ 1974106 h 2262782"/>
                <a:gd name="csX5704" fmla="*/ 1674547 w 3644268"/>
                <a:gd name="csY5704" fmla="*/ 1972737 h 2262782"/>
                <a:gd name="csX5705" fmla="*/ 1673931 w 3644268"/>
                <a:gd name="csY5705" fmla="*/ 1970812 h 2262782"/>
                <a:gd name="csX5706" fmla="*/ 1673101 w 3644268"/>
                <a:gd name="csY5706" fmla="*/ 1968552 h 2262782"/>
                <a:gd name="csX5707" fmla="*/ 1673147 w 3644268"/>
                <a:gd name="csY5707" fmla="*/ 1966916 h 2262782"/>
                <a:gd name="csX5708" fmla="*/ 1672911 w 3644268"/>
                <a:gd name="csY5708" fmla="*/ 1965653 h 2262782"/>
                <a:gd name="csX5709" fmla="*/ 1672204 w 3644268"/>
                <a:gd name="csY5709" fmla="*/ 1964573 h 2262782"/>
                <a:gd name="csX5710" fmla="*/ 1670841 w 3644268"/>
                <a:gd name="csY5710" fmla="*/ 1962670 h 2262782"/>
                <a:gd name="csX5711" fmla="*/ 1670180 w 3644268"/>
                <a:gd name="csY5711" fmla="*/ 1961255 h 2262782"/>
                <a:gd name="csX5712" fmla="*/ 1670400 w 3644268"/>
                <a:gd name="csY5712" fmla="*/ 1959011 h 2262782"/>
                <a:gd name="csX5713" fmla="*/ 1672006 w 3644268"/>
                <a:gd name="csY5713" fmla="*/ 1955161 h 2262782"/>
                <a:gd name="csX5714" fmla="*/ 1672158 w 3644268"/>
                <a:gd name="csY5714" fmla="*/ 1953373 h 2262782"/>
                <a:gd name="csX5715" fmla="*/ 1672356 w 3644268"/>
                <a:gd name="csY5715" fmla="*/ 1952262 h 2262782"/>
                <a:gd name="csX5716" fmla="*/ 1672264 w 3644268"/>
                <a:gd name="csY5716" fmla="*/ 1951250 h 2262782"/>
                <a:gd name="csX5717" fmla="*/ 1672766 w 3644268"/>
                <a:gd name="csY5717" fmla="*/ 1948937 h 2262782"/>
                <a:gd name="csX5718" fmla="*/ 1673672 w 3644268"/>
                <a:gd name="csY5718" fmla="*/ 1947963 h 2262782"/>
                <a:gd name="csX5719" fmla="*/ 1674707 w 3644268"/>
                <a:gd name="csY5719" fmla="*/ 1945475 h 2262782"/>
                <a:gd name="csX5720" fmla="*/ 1676107 w 3644268"/>
                <a:gd name="csY5720" fmla="*/ 1944326 h 2262782"/>
                <a:gd name="csX5721" fmla="*/ 1677849 w 3644268"/>
                <a:gd name="csY5721" fmla="*/ 1944250 h 2262782"/>
                <a:gd name="csX5722" fmla="*/ 1678602 w 3644268"/>
                <a:gd name="csY5722" fmla="*/ 1943573 h 2262782"/>
                <a:gd name="csX5723" fmla="*/ 1678975 w 3644268"/>
                <a:gd name="csY5723" fmla="*/ 1941077 h 2262782"/>
                <a:gd name="csX5724" fmla="*/ 1679812 w 3644268"/>
                <a:gd name="csY5724" fmla="*/ 1939152 h 2262782"/>
                <a:gd name="csX5725" fmla="*/ 1680375 w 3644268"/>
                <a:gd name="csY5725" fmla="*/ 1937783 h 2262782"/>
                <a:gd name="csX5726" fmla="*/ 1681440 w 3644268"/>
                <a:gd name="csY5726" fmla="*/ 1936299 h 2262782"/>
                <a:gd name="csX5727" fmla="*/ 1687588 w 3644268"/>
                <a:gd name="csY5727" fmla="*/ 1933423 h 2262782"/>
                <a:gd name="csX5728" fmla="*/ 1690137 w 3644268"/>
                <a:gd name="csY5728" fmla="*/ 1929839 h 2262782"/>
                <a:gd name="csX5729" fmla="*/ 1691042 w 3644268"/>
                <a:gd name="csY5729" fmla="*/ 1928029 h 2262782"/>
                <a:gd name="csX5730" fmla="*/ 1692032 w 3644268"/>
                <a:gd name="csY5730" fmla="*/ 1924133 h 2262782"/>
                <a:gd name="csX5731" fmla="*/ 1692983 w 3644268"/>
                <a:gd name="csY5731" fmla="*/ 1922497 h 2262782"/>
                <a:gd name="csX5732" fmla="*/ 1694367 w 3644268"/>
                <a:gd name="csY5732" fmla="*/ 1923037 h 2262782"/>
                <a:gd name="csX5733" fmla="*/ 1695996 w 3644268"/>
                <a:gd name="csY5733" fmla="*/ 1925335 h 2262782"/>
                <a:gd name="csX5734" fmla="*/ 1697213 w 3644268"/>
                <a:gd name="csY5734" fmla="*/ 1925358 h 2262782"/>
                <a:gd name="csX5735" fmla="*/ 1699024 w 3644268"/>
                <a:gd name="csY5735" fmla="*/ 1926606 h 2262782"/>
                <a:gd name="csX5736" fmla="*/ 1703954 w 3644268"/>
                <a:gd name="csY5736" fmla="*/ 1929208 h 2262782"/>
                <a:gd name="csX5737" fmla="*/ 1706632 w 3644268"/>
                <a:gd name="csY5737" fmla="*/ 1930022 h 2262782"/>
                <a:gd name="csX5738" fmla="*/ 1708352 w 3644268"/>
                <a:gd name="csY5738" fmla="*/ 1930273 h 2262782"/>
                <a:gd name="csX5739" fmla="*/ 1710627 w 3644268"/>
                <a:gd name="csY5739" fmla="*/ 1930996 h 2262782"/>
                <a:gd name="csX5740" fmla="*/ 1712088 w 3644268"/>
                <a:gd name="csY5740" fmla="*/ 1932518 h 2262782"/>
                <a:gd name="csX5741" fmla="*/ 1714941 w 3644268"/>
                <a:gd name="csY5741" fmla="*/ 1934998 h 2262782"/>
                <a:gd name="csX5742" fmla="*/ 1717353 w 3644268"/>
                <a:gd name="csY5742" fmla="*/ 1935629 h 2262782"/>
                <a:gd name="csX5743" fmla="*/ 1721538 w 3644268"/>
                <a:gd name="csY5743" fmla="*/ 1935881 h 2262782"/>
                <a:gd name="csX5744" fmla="*/ 1726628 w 3644268"/>
                <a:gd name="csY5744" fmla="*/ 1936010 h 2262782"/>
                <a:gd name="csX5745" fmla="*/ 1728065 w 3644268"/>
                <a:gd name="csY5745" fmla="*/ 1936444 h 2262782"/>
                <a:gd name="csX5746" fmla="*/ 1731786 w 3644268"/>
                <a:gd name="csY5746" fmla="*/ 1938224 h 2262782"/>
                <a:gd name="csX5747" fmla="*/ 1735910 w 3644268"/>
                <a:gd name="csY5747" fmla="*/ 1940187 h 2262782"/>
                <a:gd name="csX5748" fmla="*/ 1739790 w 3644268"/>
                <a:gd name="csY5748" fmla="*/ 1941945 h 2262782"/>
                <a:gd name="csX5749" fmla="*/ 1742735 w 3644268"/>
                <a:gd name="csY5749" fmla="*/ 1943307 h 2262782"/>
                <a:gd name="csX5750" fmla="*/ 1744477 w 3644268"/>
                <a:gd name="csY5750" fmla="*/ 1944623 h 2262782"/>
                <a:gd name="csX5751" fmla="*/ 1746113 w 3644268"/>
                <a:gd name="csY5751" fmla="*/ 1945376 h 2262782"/>
                <a:gd name="csX5752" fmla="*/ 1747886 w 3644268"/>
                <a:gd name="csY5752" fmla="*/ 1944737 h 2262782"/>
                <a:gd name="csX5753" fmla="*/ 1750161 w 3644268"/>
                <a:gd name="csY5753" fmla="*/ 1944882 h 2262782"/>
                <a:gd name="csX5754" fmla="*/ 1755502 w 3644268"/>
                <a:gd name="csY5754" fmla="*/ 1946464 h 2262782"/>
                <a:gd name="csX5755" fmla="*/ 1758880 w 3644268"/>
                <a:gd name="csY5755" fmla="*/ 1947788 h 2262782"/>
                <a:gd name="csX5756" fmla="*/ 1761703 w 3644268"/>
                <a:gd name="csY5756" fmla="*/ 1948770 h 2262782"/>
                <a:gd name="csX5757" fmla="*/ 1762647 w 3644268"/>
                <a:gd name="csY5757" fmla="*/ 1950124 h 2262782"/>
                <a:gd name="csX5758" fmla="*/ 1762738 w 3644268"/>
                <a:gd name="csY5758" fmla="*/ 1951927 h 2262782"/>
                <a:gd name="csX5759" fmla="*/ 1762357 w 3644268"/>
                <a:gd name="csY5759" fmla="*/ 1953449 h 2262782"/>
                <a:gd name="csX5760" fmla="*/ 1762563 w 3644268"/>
                <a:gd name="csY5760" fmla="*/ 1957131 h 2262782"/>
                <a:gd name="csX5761" fmla="*/ 1763468 w 3644268"/>
                <a:gd name="csY5761" fmla="*/ 1959056 h 2262782"/>
                <a:gd name="csX5762" fmla="*/ 1763803 w 3644268"/>
                <a:gd name="csY5762" fmla="*/ 1961643 h 2262782"/>
                <a:gd name="csX5763" fmla="*/ 1764145 w 3644268"/>
                <a:gd name="csY5763" fmla="*/ 1964101 h 2262782"/>
                <a:gd name="csX5764" fmla="*/ 1763909 w 3644268"/>
                <a:gd name="csY5764" fmla="*/ 1966528 h 2262782"/>
                <a:gd name="csX5765" fmla="*/ 1764343 w 3644268"/>
                <a:gd name="csY5765" fmla="*/ 1967814 h 2262782"/>
                <a:gd name="csX5766" fmla="*/ 1765226 w 3644268"/>
                <a:gd name="csY5766" fmla="*/ 1968575 h 2262782"/>
                <a:gd name="csX5767" fmla="*/ 1766078 w 3644268"/>
                <a:gd name="csY5767" fmla="*/ 1970264 h 2262782"/>
                <a:gd name="csX5768" fmla="*/ 1765797 w 3644268"/>
                <a:gd name="csY5768" fmla="*/ 1972044 h 2262782"/>
                <a:gd name="csX5769" fmla="*/ 1765416 w 3644268"/>
                <a:gd name="csY5769" fmla="*/ 1973079 h 2262782"/>
                <a:gd name="csX5770" fmla="*/ 1765477 w 3644268"/>
                <a:gd name="csY5770" fmla="*/ 1974745 h 2262782"/>
                <a:gd name="csX5771" fmla="*/ 1766504 w 3644268"/>
                <a:gd name="csY5771" fmla="*/ 1976115 h 2262782"/>
                <a:gd name="csX5772" fmla="*/ 1768010 w 3644268"/>
                <a:gd name="csY5772" fmla="*/ 1976381 h 2262782"/>
                <a:gd name="csX5773" fmla="*/ 1769342 w 3644268"/>
                <a:gd name="csY5773" fmla="*/ 1976731 h 2262782"/>
                <a:gd name="csX5774" fmla="*/ 1770985 w 3644268"/>
                <a:gd name="csY5774" fmla="*/ 1978884 h 2262782"/>
                <a:gd name="csX5775" fmla="*/ 1773915 w 3644268"/>
                <a:gd name="csY5775" fmla="*/ 1981365 h 2262782"/>
                <a:gd name="csX5776" fmla="*/ 1775665 w 3644268"/>
                <a:gd name="csY5776" fmla="*/ 1982057 h 2262782"/>
                <a:gd name="csX5777" fmla="*/ 1777681 w 3644268"/>
                <a:gd name="csY5777" fmla="*/ 1983168 h 2262782"/>
                <a:gd name="csX5778" fmla="*/ 1781523 w 3644268"/>
                <a:gd name="csY5778" fmla="*/ 1984256 h 2262782"/>
                <a:gd name="csX5779" fmla="*/ 1784133 w 3644268"/>
                <a:gd name="csY5779" fmla="*/ 1984583 h 2262782"/>
                <a:gd name="csX5780" fmla="*/ 1785670 w 3644268"/>
                <a:gd name="csY5780" fmla="*/ 1985466 h 2262782"/>
                <a:gd name="csX5781" fmla="*/ 1787177 w 3644268"/>
                <a:gd name="csY5781" fmla="*/ 1987596 h 2262782"/>
                <a:gd name="csX5782" fmla="*/ 1789672 w 3644268"/>
                <a:gd name="csY5782" fmla="*/ 1988037 h 2262782"/>
                <a:gd name="csX5783" fmla="*/ 1791270 w 3644268"/>
                <a:gd name="csY5783" fmla="*/ 1988775 h 2262782"/>
                <a:gd name="csX5784" fmla="*/ 1794192 w 3644268"/>
                <a:gd name="csY5784" fmla="*/ 1989650 h 2262782"/>
                <a:gd name="csX5785" fmla="*/ 1796124 w 3644268"/>
                <a:gd name="csY5785" fmla="*/ 1989148 h 2262782"/>
                <a:gd name="csX5786" fmla="*/ 1797821 w 3644268"/>
                <a:gd name="csY5786" fmla="*/ 1988410 h 2262782"/>
                <a:gd name="csX5787" fmla="*/ 1798955 w 3644268"/>
                <a:gd name="csY5787" fmla="*/ 1988555 h 2262782"/>
                <a:gd name="csX5788" fmla="*/ 1801146 w 3644268"/>
                <a:gd name="csY5788" fmla="*/ 1989034 h 2262782"/>
                <a:gd name="csX5789" fmla="*/ 1803710 w 3644268"/>
                <a:gd name="csY5789" fmla="*/ 1989133 h 2262782"/>
                <a:gd name="csX5790" fmla="*/ 1805863 w 3644268"/>
                <a:gd name="csY5790" fmla="*/ 1988631 h 2262782"/>
                <a:gd name="csX5791" fmla="*/ 1807583 w 3644268"/>
                <a:gd name="csY5791" fmla="*/ 1987132 h 2262782"/>
                <a:gd name="csX5792" fmla="*/ 1809591 w 3644268"/>
                <a:gd name="csY5792" fmla="*/ 1985108 h 2262782"/>
                <a:gd name="csX5793" fmla="*/ 1811988 w 3644268"/>
                <a:gd name="csY5793" fmla="*/ 1984081 h 2262782"/>
                <a:gd name="csX5794" fmla="*/ 1814765 w 3644268"/>
                <a:gd name="csY5794" fmla="*/ 1983716 h 2262782"/>
                <a:gd name="csX5795" fmla="*/ 1816667 w 3644268"/>
                <a:gd name="csY5795" fmla="*/ 1982894 h 2262782"/>
                <a:gd name="csX5796" fmla="*/ 1822891 w 3644268"/>
                <a:gd name="csY5796" fmla="*/ 1981524 h 2262782"/>
                <a:gd name="csX5797" fmla="*/ 1825402 w 3644268"/>
                <a:gd name="csY5797" fmla="*/ 1981288 h 2262782"/>
                <a:gd name="csX5798" fmla="*/ 1827350 w 3644268"/>
                <a:gd name="csY5798" fmla="*/ 1979965 h 2262782"/>
                <a:gd name="csX5799" fmla="*/ 1829077 w 3644268"/>
                <a:gd name="csY5799" fmla="*/ 1978930 h 2262782"/>
                <a:gd name="csX5800" fmla="*/ 1831572 w 3644268"/>
                <a:gd name="csY5800" fmla="*/ 1978481 h 2262782"/>
                <a:gd name="csX5801" fmla="*/ 1834943 w 3644268"/>
                <a:gd name="csY5801" fmla="*/ 1979569 h 2262782"/>
                <a:gd name="csX5802" fmla="*/ 1838169 w 3644268"/>
                <a:gd name="csY5802" fmla="*/ 1980474 h 2262782"/>
                <a:gd name="csX5803" fmla="*/ 1842072 w 3644268"/>
                <a:gd name="csY5803" fmla="*/ 1980771 h 2262782"/>
                <a:gd name="csX5804" fmla="*/ 1844667 w 3644268"/>
                <a:gd name="csY5804" fmla="*/ 1982019 h 2262782"/>
                <a:gd name="csX5805" fmla="*/ 1846501 w 3644268"/>
                <a:gd name="csY5805" fmla="*/ 1983198 h 2262782"/>
                <a:gd name="csX5806" fmla="*/ 1849392 w 3644268"/>
                <a:gd name="csY5806" fmla="*/ 1984134 h 2262782"/>
                <a:gd name="csX5807" fmla="*/ 1852603 w 3644268"/>
                <a:gd name="csY5807" fmla="*/ 1983700 h 2262782"/>
                <a:gd name="csX5808" fmla="*/ 1857008 w 3644268"/>
                <a:gd name="csY5808" fmla="*/ 1983328 h 2262782"/>
                <a:gd name="csX5809" fmla="*/ 1859922 w 3644268"/>
                <a:gd name="csY5809" fmla="*/ 1983868 h 2262782"/>
                <a:gd name="csX5810" fmla="*/ 1862966 w 3644268"/>
                <a:gd name="csY5810" fmla="*/ 1986013 h 2262782"/>
                <a:gd name="csX5811" fmla="*/ 1864837 w 3644268"/>
                <a:gd name="csY5811" fmla="*/ 1987733 h 2262782"/>
                <a:gd name="csX5812" fmla="*/ 1866945 w 3644268"/>
                <a:gd name="csY5812" fmla="*/ 1991393 h 2262782"/>
                <a:gd name="csX5813" fmla="*/ 1869143 w 3644268"/>
                <a:gd name="csY5813" fmla="*/ 1993165 h 2262782"/>
                <a:gd name="csX5814" fmla="*/ 1871069 w 3644268"/>
                <a:gd name="csY5814" fmla="*/ 1994611 h 2262782"/>
                <a:gd name="csX5815" fmla="*/ 1873496 w 3644268"/>
                <a:gd name="csY5815" fmla="*/ 1994702 h 2262782"/>
                <a:gd name="csX5816" fmla="*/ 1879560 w 3644268"/>
                <a:gd name="csY5816" fmla="*/ 1994817 h 2262782"/>
                <a:gd name="csX5817" fmla="*/ 1882892 w 3644268"/>
                <a:gd name="csY5817" fmla="*/ 1995585 h 2262782"/>
                <a:gd name="csX5818" fmla="*/ 1885662 w 3644268"/>
                <a:gd name="csY5818" fmla="*/ 1995988 h 2262782"/>
                <a:gd name="csX5819" fmla="*/ 1886324 w 3644268"/>
                <a:gd name="csY5819" fmla="*/ 1996757 h 2262782"/>
                <a:gd name="csX5820" fmla="*/ 1886050 w 3644268"/>
                <a:gd name="csY5820" fmla="*/ 1999260 h 2262782"/>
                <a:gd name="csX5821" fmla="*/ 1886134 w 3644268"/>
                <a:gd name="csY5821" fmla="*/ 2002828 h 2262782"/>
                <a:gd name="csX5822" fmla="*/ 1886096 w 3644268"/>
                <a:gd name="csY5822" fmla="*/ 2004464 h 2262782"/>
                <a:gd name="csX5823" fmla="*/ 1886704 w 3644268"/>
                <a:gd name="csY5823" fmla="*/ 2005697 h 2262782"/>
                <a:gd name="csX5824" fmla="*/ 1887648 w 3644268"/>
                <a:gd name="csY5824" fmla="*/ 2005917 h 2262782"/>
                <a:gd name="csX5825" fmla="*/ 1888157 w 3644268"/>
                <a:gd name="csY5825" fmla="*/ 2007660 h 2262782"/>
                <a:gd name="csX5826" fmla="*/ 1889535 w 3644268"/>
                <a:gd name="csY5826" fmla="*/ 2008687 h 2262782"/>
                <a:gd name="csX5827" fmla="*/ 1891992 w 3644268"/>
                <a:gd name="csY5827" fmla="*/ 2009927 h 2262782"/>
                <a:gd name="csX5828" fmla="*/ 1896131 w 3644268"/>
                <a:gd name="csY5828" fmla="*/ 2014135 h 2262782"/>
                <a:gd name="csX5829" fmla="*/ 1898596 w 3644268"/>
                <a:gd name="csY5829" fmla="*/ 2015930 h 2262782"/>
                <a:gd name="csX5830" fmla="*/ 1900544 w 3644268"/>
                <a:gd name="csY5830" fmla="*/ 2016539 h 2262782"/>
                <a:gd name="csX5831" fmla="*/ 1903093 w 3644268"/>
                <a:gd name="csY5831" fmla="*/ 2016120 h 2262782"/>
                <a:gd name="csX5832" fmla="*/ 1907080 w 3644268"/>
                <a:gd name="csY5832" fmla="*/ 2016128 h 2262782"/>
                <a:gd name="csX5833" fmla="*/ 1913844 w 3644268"/>
                <a:gd name="csY5833" fmla="*/ 2016143 h 2262782"/>
                <a:gd name="csX5834" fmla="*/ 1918478 w 3644268"/>
                <a:gd name="csY5834" fmla="*/ 2017406 h 2262782"/>
                <a:gd name="csX5835" fmla="*/ 1920083 w 3644268"/>
                <a:gd name="csY5835" fmla="*/ 2018266 h 2262782"/>
                <a:gd name="csX5836" fmla="*/ 1924816 w 3644268"/>
                <a:gd name="csY5836" fmla="*/ 2019263 h 2262782"/>
                <a:gd name="csX5837" fmla="*/ 1930027 w 3644268"/>
                <a:gd name="csY5837" fmla="*/ 2020359 h 2262782"/>
                <a:gd name="csX5838" fmla="*/ 1934418 w 3644268"/>
                <a:gd name="csY5838" fmla="*/ 2021507 h 2262782"/>
                <a:gd name="csX5839" fmla="*/ 1937012 w 3644268"/>
                <a:gd name="csY5839" fmla="*/ 2020024 h 2262782"/>
                <a:gd name="csX5840" fmla="*/ 1939287 w 3644268"/>
                <a:gd name="csY5840" fmla="*/ 2019887 h 2262782"/>
                <a:gd name="csX5841" fmla="*/ 1941456 w 3644268"/>
                <a:gd name="csY5841" fmla="*/ 2020959 h 2262782"/>
                <a:gd name="csX5842" fmla="*/ 1943624 w 3644268"/>
                <a:gd name="csY5842" fmla="*/ 2022572 h 2262782"/>
                <a:gd name="csX5843" fmla="*/ 1945305 w 3644268"/>
                <a:gd name="csY5843" fmla="*/ 2022398 h 2262782"/>
                <a:gd name="csX5844" fmla="*/ 1947824 w 3644268"/>
                <a:gd name="csY5844" fmla="*/ 2021644 h 2262782"/>
                <a:gd name="csX5845" fmla="*/ 1955866 w 3644268"/>
                <a:gd name="csY5845" fmla="*/ 2017140 h 2262782"/>
                <a:gd name="csX5846" fmla="*/ 1958689 w 3644268"/>
                <a:gd name="csY5846" fmla="*/ 2015451 h 2262782"/>
                <a:gd name="csX5847" fmla="*/ 1960667 w 3644268"/>
                <a:gd name="csY5847" fmla="*/ 2015885 h 2262782"/>
                <a:gd name="csX5848" fmla="*/ 1962432 w 3644268"/>
                <a:gd name="csY5848" fmla="*/ 2015283 h 2262782"/>
                <a:gd name="csX5849" fmla="*/ 1963779 w 3644268"/>
                <a:gd name="csY5849" fmla="*/ 2014774 h 2262782"/>
                <a:gd name="csX5850" fmla="*/ 1967211 w 3644268"/>
                <a:gd name="csY5850" fmla="*/ 2014074 h 2262782"/>
                <a:gd name="csX5851" fmla="*/ 1969295 w 3644268"/>
                <a:gd name="csY5851" fmla="*/ 2013884 h 2262782"/>
                <a:gd name="csX5852" fmla="*/ 1971449 w 3644268"/>
                <a:gd name="csY5852" fmla="*/ 2013480 h 2262782"/>
                <a:gd name="csX5853" fmla="*/ 1974553 w 3644268"/>
                <a:gd name="csY5853" fmla="*/ 2013206 h 2262782"/>
                <a:gd name="csX5854" fmla="*/ 1980860 w 3644268"/>
                <a:gd name="csY5854" fmla="*/ 2010247 h 2262782"/>
                <a:gd name="csX5855" fmla="*/ 1983417 w 3644268"/>
                <a:gd name="csY5855" fmla="*/ 2009668 h 2262782"/>
                <a:gd name="csX5856" fmla="*/ 1987739 w 3644268"/>
                <a:gd name="csY5856" fmla="*/ 2010490 h 2262782"/>
                <a:gd name="csX5857" fmla="*/ 1990066 w 3644268"/>
                <a:gd name="csY5857" fmla="*/ 2009958 h 2262782"/>
                <a:gd name="csX5858" fmla="*/ 1992387 w 3644268"/>
                <a:gd name="csY5858" fmla="*/ 2008459 h 2262782"/>
                <a:gd name="csX5859" fmla="*/ 1995393 w 3644268"/>
                <a:gd name="csY5859" fmla="*/ 2006914 h 2262782"/>
                <a:gd name="csX5860" fmla="*/ 1996176 w 3644268"/>
                <a:gd name="csY5860" fmla="*/ 2004403 h 2262782"/>
                <a:gd name="csX5861" fmla="*/ 1997713 w 3644268"/>
                <a:gd name="csY5861" fmla="*/ 2000949 h 2262782"/>
                <a:gd name="csX5862" fmla="*/ 2001031 w 3644268"/>
                <a:gd name="csY5862" fmla="*/ 1998408 h 2262782"/>
                <a:gd name="csX5863" fmla="*/ 2003724 w 3644268"/>
                <a:gd name="csY5863" fmla="*/ 1996186 h 2262782"/>
                <a:gd name="csX5864" fmla="*/ 2006471 w 3644268"/>
                <a:gd name="csY5864" fmla="*/ 1994018 h 2262782"/>
                <a:gd name="csX5865" fmla="*/ 2009841 w 3644268"/>
                <a:gd name="csY5865" fmla="*/ 1992214 h 2262782"/>
                <a:gd name="csX5866" fmla="*/ 2013022 w 3644268"/>
                <a:gd name="csY5866" fmla="*/ 1990898 h 2262782"/>
                <a:gd name="csX5867" fmla="*/ 2017069 w 3644268"/>
                <a:gd name="csY5867" fmla="*/ 1987451 h 2262782"/>
                <a:gd name="csX5868" fmla="*/ 2020296 w 3644268"/>
                <a:gd name="csY5868" fmla="*/ 1985709 h 2262782"/>
                <a:gd name="csX5869" fmla="*/ 2021901 w 3644268"/>
                <a:gd name="csY5869" fmla="*/ 1985139 h 2262782"/>
                <a:gd name="csX5870" fmla="*/ 2023810 w 3644268"/>
                <a:gd name="csY5870" fmla="*/ 1985770 h 2262782"/>
                <a:gd name="csX5871" fmla="*/ 2027387 w 3644268"/>
                <a:gd name="csY5871" fmla="*/ 1986234 h 2262782"/>
                <a:gd name="csX5872" fmla="*/ 2029973 w 3644268"/>
                <a:gd name="csY5872" fmla="*/ 1986090 h 2262782"/>
                <a:gd name="csX5873" fmla="*/ 2031427 w 3644268"/>
                <a:gd name="csY5873" fmla="*/ 1986493 h 2262782"/>
                <a:gd name="csX5874" fmla="*/ 2034341 w 3644268"/>
                <a:gd name="csY5874" fmla="*/ 1988174 h 2262782"/>
                <a:gd name="csX5875" fmla="*/ 2036988 w 3644268"/>
                <a:gd name="csY5875" fmla="*/ 1989650 h 2262782"/>
                <a:gd name="csX5876" fmla="*/ 2039013 w 3644268"/>
                <a:gd name="csY5876" fmla="*/ 1992283 h 2262782"/>
                <a:gd name="csX5877" fmla="*/ 2042779 w 3644268"/>
                <a:gd name="csY5877" fmla="*/ 1995943 h 2262782"/>
                <a:gd name="csX5878" fmla="*/ 2044711 w 3644268"/>
                <a:gd name="csY5878" fmla="*/ 1997168 h 2262782"/>
                <a:gd name="csX5879" fmla="*/ 2046089 w 3644268"/>
                <a:gd name="csY5879" fmla="*/ 1997670 h 2262782"/>
                <a:gd name="csX5880" fmla="*/ 2049475 w 3644268"/>
                <a:gd name="csY5880" fmla="*/ 1998012 h 2262782"/>
                <a:gd name="csX5881" fmla="*/ 2052244 w 3644268"/>
                <a:gd name="csY5881" fmla="*/ 1998187 h 2262782"/>
                <a:gd name="csX5882" fmla="*/ 2053902 w 3644268"/>
                <a:gd name="csY5882" fmla="*/ 1997350 h 2262782"/>
                <a:gd name="csX5883" fmla="*/ 2056695 w 3644268"/>
                <a:gd name="csY5883" fmla="*/ 1995821 h 2262782"/>
                <a:gd name="csX5884" fmla="*/ 2061146 w 3644268"/>
                <a:gd name="csY5884" fmla="*/ 1993881 h 2262782"/>
                <a:gd name="csX5885" fmla="*/ 2062896 w 3644268"/>
                <a:gd name="csY5885" fmla="*/ 1993934 h 2262782"/>
                <a:gd name="csX5886" fmla="*/ 2065764 w 3644268"/>
                <a:gd name="csY5886" fmla="*/ 1994969 h 2262782"/>
                <a:gd name="csX5887" fmla="*/ 2070041 w 3644268"/>
                <a:gd name="csY5887" fmla="*/ 1996879 h 2262782"/>
                <a:gd name="csX5888" fmla="*/ 2071760 w 3644268"/>
                <a:gd name="csY5888" fmla="*/ 1998309 h 2262782"/>
                <a:gd name="csX5889" fmla="*/ 2072871 w 3644268"/>
                <a:gd name="csY5889" fmla="*/ 2000066 h 2262782"/>
                <a:gd name="csX5890" fmla="*/ 2077261 w 3644268"/>
                <a:gd name="csY5890" fmla="*/ 2002904 h 2262782"/>
                <a:gd name="csX5891" fmla="*/ 2080091 w 3644268"/>
                <a:gd name="csY5891" fmla="*/ 2004380 h 2262782"/>
                <a:gd name="csX5892" fmla="*/ 2084877 w 3644268"/>
                <a:gd name="csY5892" fmla="*/ 2006617 h 2262782"/>
                <a:gd name="csX5893" fmla="*/ 2089815 w 3644268"/>
                <a:gd name="csY5893" fmla="*/ 2007119 h 2262782"/>
                <a:gd name="csX5894" fmla="*/ 2094540 w 3644268"/>
                <a:gd name="csY5894" fmla="*/ 2009539 h 2262782"/>
                <a:gd name="csX5895" fmla="*/ 2096975 w 3644268"/>
                <a:gd name="csY5895" fmla="*/ 2010269 h 2262782"/>
                <a:gd name="csX5896" fmla="*/ 2098276 w 3644268"/>
                <a:gd name="csY5896" fmla="*/ 2010269 h 2262782"/>
                <a:gd name="csX5897" fmla="*/ 2104964 w 3644268"/>
                <a:gd name="csY5897" fmla="*/ 2004380 h 2262782"/>
                <a:gd name="csX5898" fmla="*/ 2110617 w 3644268"/>
                <a:gd name="csY5898" fmla="*/ 1999382 h 2262782"/>
                <a:gd name="csX5899" fmla="*/ 2117114 w 3644268"/>
                <a:gd name="csY5899" fmla="*/ 1995471 h 2262782"/>
                <a:gd name="csX5900" fmla="*/ 2121893 w 3644268"/>
                <a:gd name="csY5900" fmla="*/ 1994938 h 2262782"/>
                <a:gd name="csX5901" fmla="*/ 2125484 w 3644268"/>
                <a:gd name="csY5901" fmla="*/ 1993797 h 2262782"/>
                <a:gd name="csX5902" fmla="*/ 2127873 w 3644268"/>
                <a:gd name="csY5902" fmla="*/ 1992039 h 2262782"/>
                <a:gd name="csX5903" fmla="*/ 2129296 w 3644268"/>
                <a:gd name="csY5903" fmla="*/ 1989103 h 2262782"/>
                <a:gd name="csX5904" fmla="*/ 2129730 w 3644268"/>
                <a:gd name="csY5904" fmla="*/ 1984979 h 2262782"/>
                <a:gd name="csX5905" fmla="*/ 2128771 w 3644268"/>
                <a:gd name="csY5905" fmla="*/ 1982475 h 2262782"/>
                <a:gd name="csX5906" fmla="*/ 2126427 w 3644268"/>
                <a:gd name="csY5906" fmla="*/ 1981608 h 2262782"/>
                <a:gd name="csX5907" fmla="*/ 2125826 w 3644268"/>
                <a:gd name="csY5907" fmla="*/ 1980733 h 2262782"/>
                <a:gd name="csX5908" fmla="*/ 2126953 w 3644268"/>
                <a:gd name="csY5908" fmla="*/ 1979843 h 2262782"/>
                <a:gd name="csX5909" fmla="*/ 2127789 w 3644268"/>
                <a:gd name="csY5909" fmla="*/ 1978116 h 2262782"/>
                <a:gd name="csX5910" fmla="*/ 2128315 w 3644268"/>
                <a:gd name="csY5910" fmla="*/ 1975544 h 2262782"/>
                <a:gd name="csX5911" fmla="*/ 2129669 w 3644268"/>
                <a:gd name="csY5911" fmla="*/ 1973094 h 2262782"/>
                <a:gd name="csX5912" fmla="*/ 2131837 w 3644268"/>
                <a:gd name="csY5912" fmla="*/ 1970781 h 2262782"/>
                <a:gd name="csX5913" fmla="*/ 2133039 w 3644268"/>
                <a:gd name="csY5913" fmla="*/ 1968209 h 2262782"/>
                <a:gd name="csX5914" fmla="*/ 2133260 w 3644268"/>
                <a:gd name="csY5914" fmla="*/ 1965379 h 2262782"/>
                <a:gd name="csX5915" fmla="*/ 2134569 w 3644268"/>
                <a:gd name="csY5915" fmla="*/ 1962549 h 2262782"/>
                <a:gd name="csX5916" fmla="*/ 2136950 w 3644268"/>
                <a:gd name="csY5916" fmla="*/ 1959726 h 2262782"/>
                <a:gd name="csX5917" fmla="*/ 2138259 w 3644268"/>
                <a:gd name="csY5917" fmla="*/ 1957093 h 2262782"/>
                <a:gd name="csX5918" fmla="*/ 2138480 w 3644268"/>
                <a:gd name="csY5918" fmla="*/ 1954659 h 2262782"/>
                <a:gd name="csX5919" fmla="*/ 2139689 w 3644268"/>
                <a:gd name="csY5919" fmla="*/ 1951676 h 2262782"/>
                <a:gd name="csX5920" fmla="*/ 2142976 w 3644268"/>
                <a:gd name="csY5920" fmla="*/ 1946388 h 2262782"/>
                <a:gd name="csX5921" fmla="*/ 2145106 w 3644268"/>
                <a:gd name="csY5921" fmla="*/ 1940278 h 2262782"/>
                <a:gd name="csX5922" fmla="*/ 2148744 w 3644268"/>
                <a:gd name="csY5922" fmla="*/ 1936079 h 2262782"/>
                <a:gd name="csX5923" fmla="*/ 2154587 w 3644268"/>
                <a:gd name="csY5923" fmla="*/ 1931757 h 2262782"/>
                <a:gd name="csX5924" fmla="*/ 2158231 w 3644268"/>
                <a:gd name="csY5924" fmla="*/ 1927458 h 2262782"/>
                <a:gd name="csX5925" fmla="*/ 2159685 w 3644268"/>
                <a:gd name="csY5925" fmla="*/ 1923182 h 2262782"/>
                <a:gd name="csX5926" fmla="*/ 2159570 w 3644268"/>
                <a:gd name="csY5926" fmla="*/ 1919393 h 2262782"/>
                <a:gd name="csX5927" fmla="*/ 2157881 w 3644268"/>
                <a:gd name="csY5927" fmla="*/ 1916106 h 2262782"/>
                <a:gd name="csX5928" fmla="*/ 2157554 w 3644268"/>
                <a:gd name="csY5928" fmla="*/ 1912758 h 2262782"/>
                <a:gd name="csX5929" fmla="*/ 2158604 w 3644268"/>
                <a:gd name="csY5929" fmla="*/ 1909342 h 2262782"/>
                <a:gd name="csX5930" fmla="*/ 2157684 w 3644268"/>
                <a:gd name="csY5930" fmla="*/ 1906786 h 2262782"/>
                <a:gd name="csX5931" fmla="*/ 2154800 w 3644268"/>
                <a:gd name="csY5931" fmla="*/ 1905089 h 2262782"/>
                <a:gd name="csX5932" fmla="*/ 2151361 w 3644268"/>
                <a:gd name="csY5932" fmla="*/ 1904670 h 2262782"/>
                <a:gd name="csX5933" fmla="*/ 2147366 w 3644268"/>
                <a:gd name="csY5933" fmla="*/ 1905530 h 2262782"/>
                <a:gd name="csX5934" fmla="*/ 2145122 w 3644268"/>
                <a:gd name="csY5934" fmla="*/ 1904457 h 2262782"/>
                <a:gd name="csX5935" fmla="*/ 2144627 w 3644268"/>
                <a:gd name="csY5935" fmla="*/ 1901459 h 2262782"/>
                <a:gd name="csX5936" fmla="*/ 2145700 w 3644268"/>
                <a:gd name="csY5936" fmla="*/ 1899032 h 2262782"/>
                <a:gd name="csX5937" fmla="*/ 2148340 w 3644268"/>
                <a:gd name="csY5937" fmla="*/ 1897176 h 2262782"/>
                <a:gd name="csX5938" fmla="*/ 2152677 w 3644268"/>
                <a:gd name="csY5938" fmla="*/ 1892649 h 2262782"/>
                <a:gd name="csX5939" fmla="*/ 2158718 w 3644268"/>
                <a:gd name="csY5939" fmla="*/ 1885421 h 2262782"/>
                <a:gd name="csX5940" fmla="*/ 2164729 w 3644268"/>
                <a:gd name="csY5940" fmla="*/ 1881411 h 2262782"/>
                <a:gd name="csX5941" fmla="*/ 2173692 w 3644268"/>
                <a:gd name="csY5941" fmla="*/ 1880255 h 2262782"/>
                <a:gd name="csX5942" fmla="*/ 2180920 w 3644268"/>
                <a:gd name="csY5942" fmla="*/ 1877873 h 2262782"/>
                <a:gd name="csX5943" fmla="*/ 2188285 w 3644268"/>
                <a:gd name="csY5943" fmla="*/ 1875453 h 2262782"/>
                <a:gd name="csX5944" fmla="*/ 2193604 w 3644268"/>
                <a:gd name="csY5944" fmla="*/ 1874251 h 2262782"/>
                <a:gd name="csX5945" fmla="*/ 2194509 w 3644268"/>
                <a:gd name="csY5945" fmla="*/ 1875058 h 2262782"/>
                <a:gd name="csX5946" fmla="*/ 2197408 w 3644268"/>
                <a:gd name="csY5946" fmla="*/ 1875256 h 2262782"/>
                <a:gd name="csX5947" fmla="*/ 2202300 w 3644268"/>
                <a:gd name="csY5947" fmla="*/ 1874845 h 2262782"/>
                <a:gd name="csX5948" fmla="*/ 2206842 w 3644268"/>
                <a:gd name="csY5948" fmla="*/ 1873803 h 2262782"/>
                <a:gd name="csX5949" fmla="*/ 2211042 w 3644268"/>
                <a:gd name="csY5949" fmla="*/ 1872121 h 2262782"/>
                <a:gd name="csX5950" fmla="*/ 2214367 w 3644268"/>
                <a:gd name="csY5950" fmla="*/ 1871725 h 2262782"/>
                <a:gd name="csX5951" fmla="*/ 2216810 w 3644268"/>
                <a:gd name="csY5951" fmla="*/ 1872616 h 2262782"/>
                <a:gd name="csX5952" fmla="*/ 2218210 w 3644268"/>
                <a:gd name="csY5952" fmla="*/ 1872661 h 2262782"/>
                <a:gd name="csX5953" fmla="*/ 2219176 w 3644268"/>
                <a:gd name="csY5953" fmla="*/ 1872768 h 2262782"/>
                <a:gd name="csX5954" fmla="*/ 2219708 w 3644268"/>
                <a:gd name="csY5954" fmla="*/ 1872760 h 2262782"/>
                <a:gd name="csX5955" fmla="*/ 2220736 w 3644268"/>
                <a:gd name="csY5955" fmla="*/ 1872045 h 2262782"/>
                <a:gd name="csX5956" fmla="*/ 2223574 w 3644268"/>
                <a:gd name="csY5956" fmla="*/ 1873315 h 2262782"/>
                <a:gd name="csX5957" fmla="*/ 2228999 w 3644268"/>
                <a:gd name="csY5957" fmla="*/ 1877089 h 2262782"/>
                <a:gd name="csX5958" fmla="*/ 2232400 w 3644268"/>
                <a:gd name="csY5958" fmla="*/ 1878763 h 2262782"/>
                <a:gd name="csX5959" fmla="*/ 2233807 w 3644268"/>
                <a:gd name="csY5959" fmla="*/ 1878352 h 2262782"/>
                <a:gd name="csX5960" fmla="*/ 2235329 w 3644268"/>
                <a:gd name="csY5960" fmla="*/ 1879395 h 2262782"/>
                <a:gd name="csX5961" fmla="*/ 2236995 w 3644268"/>
                <a:gd name="csY5961" fmla="*/ 1881890 h 2262782"/>
                <a:gd name="csX5962" fmla="*/ 2239057 w 3644268"/>
                <a:gd name="csY5962" fmla="*/ 1883359 h 2262782"/>
                <a:gd name="csX5963" fmla="*/ 2242770 w 3644268"/>
                <a:gd name="csY5963" fmla="*/ 1884036 h 2262782"/>
                <a:gd name="csX5964" fmla="*/ 2246453 w 3644268"/>
                <a:gd name="csY5964" fmla="*/ 1886760 h 2262782"/>
                <a:gd name="csX5965" fmla="*/ 2247936 w 3644268"/>
                <a:gd name="csY5965" fmla="*/ 1886912 h 2262782"/>
                <a:gd name="csX5966" fmla="*/ 2248454 w 3644268"/>
                <a:gd name="csY5966" fmla="*/ 1885383 h 2262782"/>
                <a:gd name="csX5967" fmla="*/ 2249831 w 3644268"/>
                <a:gd name="csY5967" fmla="*/ 1884508 h 2262782"/>
                <a:gd name="csX5968" fmla="*/ 2252053 w 3644268"/>
                <a:gd name="csY5968" fmla="*/ 1884279 h 2262782"/>
                <a:gd name="csX5969" fmla="*/ 2255271 w 3644268"/>
                <a:gd name="csY5969" fmla="*/ 1885626 h 2262782"/>
                <a:gd name="csX5970" fmla="*/ 2259478 w 3644268"/>
                <a:gd name="csY5970" fmla="*/ 1888540 h 2262782"/>
                <a:gd name="csX5971" fmla="*/ 2262119 w 3644268"/>
                <a:gd name="csY5971" fmla="*/ 1889818 h 2262782"/>
                <a:gd name="csX5972" fmla="*/ 2263192 w 3644268"/>
                <a:gd name="csY5972" fmla="*/ 1889468 h 2262782"/>
                <a:gd name="csX5973" fmla="*/ 2264318 w 3644268"/>
                <a:gd name="csY5973" fmla="*/ 1890009 h 2262782"/>
                <a:gd name="csX5974" fmla="*/ 2265223 w 3644268"/>
                <a:gd name="csY5974" fmla="*/ 1891371 h 2262782"/>
                <a:gd name="csX5975" fmla="*/ 2265307 w 3644268"/>
                <a:gd name="csY5975" fmla="*/ 1893052 h 2262782"/>
                <a:gd name="csX5976" fmla="*/ 2264995 w 3644268"/>
                <a:gd name="csY5976" fmla="*/ 1893950 h 2262782"/>
                <a:gd name="csX5977" fmla="*/ 2266007 w 3644268"/>
                <a:gd name="csY5977" fmla="*/ 1895365 h 2262782"/>
                <a:gd name="csX5978" fmla="*/ 2267171 w 3644268"/>
                <a:gd name="csY5978" fmla="*/ 1895365 h 2262782"/>
                <a:gd name="csX5979" fmla="*/ 2269073 w 3644268"/>
                <a:gd name="csY5979" fmla="*/ 1896042 h 2262782"/>
                <a:gd name="csX5980" fmla="*/ 2270564 w 3644268"/>
                <a:gd name="csY5980" fmla="*/ 1898538 h 2262782"/>
                <a:gd name="csX5981" fmla="*/ 2271903 w 3644268"/>
                <a:gd name="csY5981" fmla="*/ 1899694 h 2262782"/>
                <a:gd name="csX5982" fmla="*/ 2272839 w 3644268"/>
                <a:gd name="csY5982" fmla="*/ 1900691 h 2262782"/>
                <a:gd name="csX5983" fmla="*/ 2273006 w 3644268"/>
                <a:gd name="csY5983" fmla="*/ 1901520 h 2262782"/>
                <a:gd name="csX5984" fmla="*/ 2273090 w 3644268"/>
                <a:gd name="csY5984" fmla="*/ 1902357 h 2262782"/>
                <a:gd name="csX5985" fmla="*/ 2272817 w 3644268"/>
                <a:gd name="csY5985" fmla="*/ 1903004 h 2262782"/>
                <a:gd name="csX5986" fmla="*/ 2272307 w 3644268"/>
                <a:gd name="csY5986" fmla="*/ 1904077 h 2262782"/>
                <a:gd name="csX5987" fmla="*/ 2272147 w 3644268"/>
                <a:gd name="csY5987" fmla="*/ 1905226 h 2262782"/>
                <a:gd name="csX5988" fmla="*/ 2272793 w 3644268"/>
                <a:gd name="csY5988" fmla="*/ 1906519 h 2262782"/>
                <a:gd name="csX5989" fmla="*/ 2275160 w 3644268"/>
                <a:gd name="csY5989" fmla="*/ 1907455 h 2262782"/>
                <a:gd name="csX5990" fmla="*/ 2275959 w 3644268"/>
                <a:gd name="csY5990" fmla="*/ 1908421 h 2262782"/>
                <a:gd name="csX5991" fmla="*/ 2276141 w 3644268"/>
                <a:gd name="csY5991" fmla="*/ 1909654 h 2262782"/>
                <a:gd name="csX5992" fmla="*/ 2276879 w 3644268"/>
                <a:gd name="csY5992" fmla="*/ 1911016 h 2262782"/>
                <a:gd name="csX5993" fmla="*/ 2278492 w 3644268"/>
                <a:gd name="csY5993" fmla="*/ 1912591 h 2262782"/>
                <a:gd name="csX5994" fmla="*/ 2279101 w 3644268"/>
                <a:gd name="csY5994" fmla="*/ 1913907 h 2262782"/>
                <a:gd name="csX5995" fmla="*/ 2278728 w 3644268"/>
                <a:gd name="csY5995" fmla="*/ 1914965 h 2262782"/>
                <a:gd name="csX5996" fmla="*/ 2279207 w 3644268"/>
                <a:gd name="csY5996" fmla="*/ 1915847 h 2262782"/>
                <a:gd name="csX5997" fmla="*/ 2279999 w 3644268"/>
                <a:gd name="csY5997" fmla="*/ 1916540 h 2262782"/>
                <a:gd name="csX5998" fmla="*/ 2280166 w 3644268"/>
                <a:gd name="csY5998" fmla="*/ 1919043 h 2262782"/>
                <a:gd name="csX5999" fmla="*/ 2280235 w 3644268"/>
                <a:gd name="csY5999" fmla="*/ 1920481 h 2262782"/>
                <a:gd name="csX6000" fmla="*/ 2281536 w 3644268"/>
                <a:gd name="csY6000" fmla="*/ 1922094 h 2262782"/>
                <a:gd name="csX6001" fmla="*/ 2281802 w 3644268"/>
                <a:gd name="csY6001" fmla="*/ 1925396 h 2262782"/>
                <a:gd name="csX6002" fmla="*/ 2282708 w 3644268"/>
                <a:gd name="csY6002" fmla="*/ 1929040 h 2262782"/>
                <a:gd name="csX6003" fmla="*/ 2285759 w 3644268"/>
                <a:gd name="csY6003" fmla="*/ 1934024 h 2262782"/>
                <a:gd name="csX6004" fmla="*/ 2286771 w 3644268"/>
                <a:gd name="csY6004" fmla="*/ 1936718 h 2262782"/>
                <a:gd name="csX6005" fmla="*/ 2286512 w 3644268"/>
                <a:gd name="csY6005" fmla="*/ 1939913 h 2262782"/>
                <a:gd name="csX6006" fmla="*/ 2286953 w 3644268"/>
                <a:gd name="csY6006" fmla="*/ 1941412 h 2262782"/>
                <a:gd name="csX6007" fmla="*/ 2288345 w 3644268"/>
                <a:gd name="csY6007" fmla="*/ 1942135 h 2262782"/>
                <a:gd name="csX6008" fmla="*/ 2289008 w 3644268"/>
                <a:gd name="csY6008" fmla="*/ 1943482 h 2262782"/>
                <a:gd name="csX6009" fmla="*/ 2288931 w 3644268"/>
                <a:gd name="csY6009" fmla="*/ 1945452 h 2262782"/>
                <a:gd name="csX6010" fmla="*/ 2289471 w 3644268"/>
                <a:gd name="csY6010" fmla="*/ 1946677 h 2262782"/>
                <a:gd name="csX6011" fmla="*/ 2289913 w 3644268"/>
                <a:gd name="csY6011" fmla="*/ 1947978 h 2262782"/>
                <a:gd name="csX6012" fmla="*/ 2289616 w 3644268"/>
                <a:gd name="csY6012" fmla="*/ 1950002 h 2262782"/>
                <a:gd name="csX6013" fmla="*/ 2290057 w 3644268"/>
                <a:gd name="csY6013" fmla="*/ 1951821 h 2262782"/>
                <a:gd name="csX6014" fmla="*/ 2290773 w 3644268"/>
                <a:gd name="csY6014" fmla="*/ 1952886 h 2262782"/>
                <a:gd name="csX6015" fmla="*/ 2291275 w 3644268"/>
                <a:gd name="csY6015" fmla="*/ 1954849 h 2262782"/>
                <a:gd name="csX6016" fmla="*/ 2291556 w 3644268"/>
                <a:gd name="csY6016" fmla="*/ 1957299 h 2262782"/>
                <a:gd name="csX6017" fmla="*/ 2293603 w 3644268"/>
                <a:gd name="csY6017" fmla="*/ 1961164 h 2262782"/>
                <a:gd name="csX6018" fmla="*/ 2297399 w 3644268"/>
                <a:gd name="csY6018" fmla="*/ 1966444 h 2262782"/>
                <a:gd name="csX6019" fmla="*/ 2299728 w 3644268"/>
                <a:gd name="csY6019" fmla="*/ 1970538 h 2262782"/>
                <a:gd name="csX6020" fmla="*/ 2300572 w 3644268"/>
                <a:gd name="csY6020" fmla="*/ 1973444 h 2262782"/>
                <a:gd name="csX6021" fmla="*/ 2300580 w 3644268"/>
                <a:gd name="csY6021" fmla="*/ 1975833 h 2262782"/>
                <a:gd name="csX6022" fmla="*/ 2299751 w 3644268"/>
                <a:gd name="csY6022" fmla="*/ 1977705 h 2262782"/>
                <a:gd name="csX6023" fmla="*/ 2299705 w 3644268"/>
                <a:gd name="csY6023" fmla="*/ 1979067 h 2262782"/>
                <a:gd name="csX6024" fmla="*/ 2300451 w 3644268"/>
                <a:gd name="csY6024" fmla="*/ 1979919 h 2262782"/>
                <a:gd name="csX6025" fmla="*/ 2300671 w 3644268"/>
                <a:gd name="csY6025" fmla="*/ 1981068 h 2262782"/>
                <a:gd name="csX6026" fmla="*/ 2300374 w 3644268"/>
                <a:gd name="csY6026" fmla="*/ 1982521 h 2262782"/>
                <a:gd name="csX6027" fmla="*/ 2301607 w 3644268"/>
                <a:gd name="csY6027" fmla="*/ 1984241 h 2262782"/>
                <a:gd name="csX6028" fmla="*/ 2305777 w 3644268"/>
                <a:gd name="csY6028" fmla="*/ 1987223 h 2262782"/>
                <a:gd name="csX6029" fmla="*/ 2304110 w 3644268"/>
                <a:gd name="csY6029" fmla="*/ 1991788 h 2262782"/>
                <a:gd name="csX6030" fmla="*/ 2303669 w 3644268"/>
                <a:gd name="csY6030" fmla="*/ 1994991 h 2262782"/>
                <a:gd name="csX6031" fmla="*/ 2303890 w 3644268"/>
                <a:gd name="csY6031" fmla="*/ 1998355 h 2262782"/>
                <a:gd name="csX6032" fmla="*/ 2304924 w 3644268"/>
                <a:gd name="csY6032" fmla="*/ 2000721 h 2262782"/>
                <a:gd name="csX6033" fmla="*/ 2306758 w 3644268"/>
                <a:gd name="csY6033" fmla="*/ 2002090 h 2262782"/>
                <a:gd name="csX6034" fmla="*/ 2307899 w 3644268"/>
                <a:gd name="csY6034" fmla="*/ 2003521 h 2262782"/>
                <a:gd name="csX6035" fmla="*/ 2308348 w 3644268"/>
                <a:gd name="csY6035" fmla="*/ 2005012 h 2262782"/>
                <a:gd name="csX6036" fmla="*/ 2310555 w 3644268"/>
                <a:gd name="csY6036" fmla="*/ 2006633 h 2262782"/>
                <a:gd name="csX6037" fmla="*/ 2314511 w 3644268"/>
                <a:gd name="csY6037" fmla="*/ 2008390 h 2262782"/>
                <a:gd name="csX6038" fmla="*/ 2319586 w 3644268"/>
                <a:gd name="csY6038" fmla="*/ 2008702 h 2262782"/>
                <a:gd name="csX6039" fmla="*/ 2325772 w 3644268"/>
                <a:gd name="csY6039" fmla="*/ 2007553 h 2262782"/>
                <a:gd name="csX6040" fmla="*/ 2329553 w 3644268"/>
                <a:gd name="csY6040" fmla="*/ 2007363 h 2262782"/>
                <a:gd name="csX6041" fmla="*/ 2330946 w 3644268"/>
                <a:gd name="csY6041" fmla="*/ 2008124 h 2262782"/>
                <a:gd name="csX6042" fmla="*/ 2331425 w 3644268"/>
                <a:gd name="csY6042" fmla="*/ 2009280 h 2262782"/>
                <a:gd name="csX6043" fmla="*/ 2330976 w 3644268"/>
                <a:gd name="csY6043" fmla="*/ 2010825 h 2262782"/>
                <a:gd name="csX6044" fmla="*/ 2332026 w 3644268"/>
                <a:gd name="csY6044" fmla="*/ 2011837 h 2262782"/>
                <a:gd name="csX6045" fmla="*/ 2334567 w 3644268"/>
                <a:gd name="csY6045" fmla="*/ 2012324 h 2262782"/>
                <a:gd name="csX6046" fmla="*/ 2336310 w 3644268"/>
                <a:gd name="csY6046" fmla="*/ 2013290 h 2262782"/>
                <a:gd name="csX6047" fmla="*/ 2337268 w 3644268"/>
                <a:gd name="csY6047" fmla="*/ 2014751 h 2262782"/>
                <a:gd name="csX6048" fmla="*/ 2338440 w 3644268"/>
                <a:gd name="csY6048" fmla="*/ 2015162 h 2262782"/>
                <a:gd name="csX6049" fmla="*/ 2339833 w 3644268"/>
                <a:gd name="csY6049" fmla="*/ 2014530 h 2262782"/>
                <a:gd name="csX6050" fmla="*/ 2341187 w 3644268"/>
                <a:gd name="csY6050" fmla="*/ 2014622 h 2262782"/>
                <a:gd name="csX6051" fmla="*/ 2342503 w 3644268"/>
                <a:gd name="csY6051" fmla="*/ 2015428 h 2262782"/>
                <a:gd name="csX6052" fmla="*/ 2343356 w 3644268"/>
                <a:gd name="csY6052" fmla="*/ 2015147 h 2262782"/>
                <a:gd name="csX6053" fmla="*/ 2344101 w 3644268"/>
                <a:gd name="csY6053" fmla="*/ 2014264 h 2262782"/>
                <a:gd name="csX6054" fmla="*/ 2345296 w 3644268"/>
                <a:gd name="csY6054" fmla="*/ 2014264 h 2262782"/>
                <a:gd name="csX6055" fmla="*/ 2346520 w 3644268"/>
                <a:gd name="csY6055" fmla="*/ 2014279 h 2262782"/>
                <a:gd name="csX6056" fmla="*/ 2347281 w 3644268"/>
                <a:gd name="csY6056" fmla="*/ 2016417 h 2262782"/>
                <a:gd name="csX6057" fmla="*/ 2348514 w 3644268"/>
                <a:gd name="csY6057" fmla="*/ 2017619 h 2262782"/>
                <a:gd name="csX6058" fmla="*/ 2350218 w 3644268"/>
                <a:gd name="csY6058" fmla="*/ 2017886 h 2262782"/>
                <a:gd name="csX6059" fmla="*/ 2352813 w 3644268"/>
                <a:gd name="csY6059" fmla="*/ 2020480 h 2262782"/>
                <a:gd name="csX6060" fmla="*/ 2358032 w 3644268"/>
                <a:gd name="csY6060" fmla="*/ 2027853 h 2262782"/>
                <a:gd name="csX6061" fmla="*/ 2361426 w 3644268"/>
                <a:gd name="csY6061" fmla="*/ 2030463 h 2262782"/>
                <a:gd name="csX6062" fmla="*/ 2364827 w 3644268"/>
                <a:gd name="csY6062" fmla="*/ 2031277 h 2262782"/>
                <a:gd name="csX6063" fmla="*/ 2369057 w 3644268"/>
                <a:gd name="csY6063" fmla="*/ 2031444 h 2262782"/>
                <a:gd name="csX6064" fmla="*/ 2370427 w 3644268"/>
                <a:gd name="csY6064" fmla="*/ 2034290 h 2262782"/>
                <a:gd name="csX6065" fmla="*/ 2369316 w 3644268"/>
                <a:gd name="csY6065" fmla="*/ 2037295 h 2262782"/>
                <a:gd name="csX6066" fmla="*/ 2369034 w 3644268"/>
                <a:gd name="csY6066" fmla="*/ 2039798 h 2262782"/>
                <a:gd name="csX6067" fmla="*/ 2369993 w 3644268"/>
                <a:gd name="csY6067" fmla="*/ 2040696 h 2262782"/>
                <a:gd name="csX6068" fmla="*/ 2371317 w 3644268"/>
                <a:gd name="csY6068" fmla="*/ 2043633 h 2262782"/>
                <a:gd name="csX6069" fmla="*/ 2373188 w 3644268"/>
                <a:gd name="csY6069" fmla="*/ 2045337 h 2262782"/>
                <a:gd name="csX6070" fmla="*/ 2373546 w 3644268"/>
                <a:gd name="csY6070" fmla="*/ 2046684 h 2262782"/>
                <a:gd name="csX6071" fmla="*/ 2374413 w 3644268"/>
                <a:gd name="csY6071" fmla="*/ 2048191 h 2262782"/>
                <a:gd name="csX6072" fmla="*/ 2374048 w 3644268"/>
                <a:gd name="csY6072" fmla="*/ 2050968 h 2262782"/>
                <a:gd name="csX6073" fmla="*/ 2372443 w 3644268"/>
                <a:gd name="csY6073" fmla="*/ 2055023 h 2262782"/>
                <a:gd name="csX6074" fmla="*/ 2372884 w 3644268"/>
                <a:gd name="csY6074" fmla="*/ 2058477 h 2262782"/>
                <a:gd name="csX6075" fmla="*/ 2375365 w 3644268"/>
                <a:gd name="csY6075" fmla="*/ 2061330 h 2262782"/>
                <a:gd name="csX6076" fmla="*/ 2376795 w 3644268"/>
                <a:gd name="csY6076" fmla="*/ 2064077 h 2262782"/>
                <a:gd name="csX6077" fmla="*/ 2377168 w 3644268"/>
                <a:gd name="csY6077" fmla="*/ 2066710 h 2262782"/>
                <a:gd name="csX6078" fmla="*/ 2377784 w 3644268"/>
                <a:gd name="csY6078" fmla="*/ 2068308 h 2262782"/>
                <a:gd name="csX6079" fmla="*/ 2378659 w 3644268"/>
                <a:gd name="csY6079" fmla="*/ 2068871 h 2262782"/>
                <a:gd name="csX6080" fmla="*/ 2381201 w 3644268"/>
                <a:gd name="csY6080" fmla="*/ 2068673 h 2262782"/>
                <a:gd name="csX6081" fmla="*/ 2385423 w 3644268"/>
                <a:gd name="csY6081" fmla="*/ 2067722 h 2262782"/>
                <a:gd name="csX6082" fmla="*/ 2388512 w 3644268"/>
                <a:gd name="csY6082" fmla="*/ 2067882 h 2262782"/>
                <a:gd name="csX6083" fmla="*/ 2390490 w 3644268"/>
                <a:gd name="csY6083" fmla="*/ 2069167 h 2262782"/>
                <a:gd name="csX6084" fmla="*/ 2395368 w 3644268"/>
                <a:gd name="csY6084" fmla="*/ 2069213 h 2262782"/>
                <a:gd name="csX6085" fmla="*/ 2403151 w 3644268"/>
                <a:gd name="csY6085" fmla="*/ 2068026 h 2262782"/>
                <a:gd name="csX6086" fmla="*/ 2408066 w 3644268"/>
                <a:gd name="csY6086" fmla="*/ 2067661 h 2262782"/>
                <a:gd name="csX6087" fmla="*/ 2410120 w 3644268"/>
                <a:gd name="csY6087" fmla="*/ 2068117 h 2262782"/>
                <a:gd name="csX6088" fmla="*/ 2411946 w 3644268"/>
                <a:gd name="csY6088" fmla="*/ 2066421 h 2262782"/>
                <a:gd name="csX6089" fmla="*/ 2413552 w 3644268"/>
                <a:gd name="csY6089" fmla="*/ 2062563 h 2262782"/>
                <a:gd name="csX6090" fmla="*/ 2415051 w 3644268"/>
                <a:gd name="csY6090" fmla="*/ 2060752 h 2262782"/>
                <a:gd name="csX6091" fmla="*/ 2416458 w 3644268"/>
                <a:gd name="csY6091" fmla="*/ 2060981 h 2262782"/>
                <a:gd name="csX6092" fmla="*/ 2418680 w 3644268"/>
                <a:gd name="csY6092" fmla="*/ 2059740 h 2262782"/>
                <a:gd name="csX6093" fmla="*/ 2421731 w 3644268"/>
                <a:gd name="csY6093" fmla="*/ 2057024 h 2262782"/>
                <a:gd name="csX6094" fmla="*/ 2424379 w 3644268"/>
                <a:gd name="csY6094" fmla="*/ 2055708 h 2262782"/>
                <a:gd name="csX6095" fmla="*/ 2427734 w 3644268"/>
                <a:gd name="csY6095" fmla="*/ 2055845 h 2262782"/>
                <a:gd name="csX6096" fmla="*/ 2431311 w 3644268"/>
                <a:gd name="csY6096" fmla="*/ 2055982 h 2262782"/>
                <a:gd name="csX6097" fmla="*/ 2433548 w 3644268"/>
                <a:gd name="csY6097" fmla="*/ 2054840 h 2262782"/>
                <a:gd name="csX6098" fmla="*/ 2435648 w 3644268"/>
                <a:gd name="csY6098" fmla="*/ 2052459 h 2262782"/>
                <a:gd name="csX6099" fmla="*/ 2439292 w 3644268"/>
                <a:gd name="csY6099" fmla="*/ 2050351 h 2262782"/>
                <a:gd name="csX6100" fmla="*/ 2447060 w 3644268"/>
                <a:gd name="csY6100" fmla="*/ 2047589 h 2262782"/>
                <a:gd name="csX6101" fmla="*/ 2448924 w 3644268"/>
                <a:gd name="csY6101" fmla="*/ 2047156 h 2262782"/>
                <a:gd name="csX6102" fmla="*/ 2449815 w 3644268"/>
                <a:gd name="csY6102" fmla="*/ 2047308 h 2262782"/>
                <a:gd name="csX6103" fmla="*/ 2452401 w 3644268"/>
                <a:gd name="csY6103" fmla="*/ 2047742 h 2262782"/>
                <a:gd name="csX6104" fmla="*/ 2454699 w 3644268"/>
                <a:gd name="csY6104" fmla="*/ 2048822 h 2262782"/>
                <a:gd name="csX6105" fmla="*/ 2456867 w 3644268"/>
                <a:gd name="csY6105" fmla="*/ 2050991 h 2262782"/>
                <a:gd name="csX6106" fmla="*/ 2457202 w 3644268"/>
                <a:gd name="csY6106" fmla="*/ 2052383 h 2262782"/>
                <a:gd name="csX6107" fmla="*/ 2456959 w 3644268"/>
                <a:gd name="csY6107" fmla="*/ 2054209 h 2262782"/>
                <a:gd name="csX6108" fmla="*/ 2456480 w 3644268"/>
                <a:gd name="csY6108" fmla="*/ 2055266 h 2262782"/>
                <a:gd name="csX6109" fmla="*/ 2455589 w 3644268"/>
                <a:gd name="csY6109" fmla="*/ 2056453 h 2262782"/>
                <a:gd name="csX6110" fmla="*/ 2454753 w 3644268"/>
                <a:gd name="csY6110" fmla="*/ 2058378 h 2262782"/>
                <a:gd name="csX6111" fmla="*/ 2455293 w 3644268"/>
                <a:gd name="csY6111" fmla="*/ 2059877 h 2262782"/>
                <a:gd name="csX6112" fmla="*/ 2456548 w 3644268"/>
                <a:gd name="csY6112" fmla="*/ 2063080 h 2262782"/>
                <a:gd name="csX6113" fmla="*/ 2457583 w 3644268"/>
                <a:gd name="csY6113" fmla="*/ 2065394 h 2262782"/>
                <a:gd name="csX6114" fmla="*/ 2458724 w 3644268"/>
                <a:gd name="csY6114" fmla="*/ 2068117 h 2262782"/>
                <a:gd name="csX6115" fmla="*/ 2458214 w 3644268"/>
                <a:gd name="csY6115" fmla="*/ 2069091 h 2262782"/>
                <a:gd name="csX6116" fmla="*/ 2457522 w 3644268"/>
                <a:gd name="csY6116" fmla="*/ 2070978 h 2262782"/>
                <a:gd name="csX6117" fmla="*/ 2455399 w 3644268"/>
                <a:gd name="csY6117" fmla="*/ 2074166 h 2262782"/>
                <a:gd name="csX6118" fmla="*/ 2454243 w 3644268"/>
                <a:gd name="csY6118" fmla="*/ 2075384 h 2262782"/>
                <a:gd name="csX6119" fmla="*/ 2452995 w 3644268"/>
                <a:gd name="csY6119" fmla="*/ 2076571 h 2262782"/>
                <a:gd name="csX6120" fmla="*/ 2450841 w 3644268"/>
                <a:gd name="csY6120" fmla="*/ 2076860 h 2262782"/>
                <a:gd name="csX6121" fmla="*/ 2449921 w 3644268"/>
                <a:gd name="csY6121" fmla="*/ 2077134 h 2262782"/>
                <a:gd name="csX6122" fmla="*/ 2448878 w 3644268"/>
                <a:gd name="csY6122" fmla="*/ 2077636 h 2262782"/>
                <a:gd name="csX6123" fmla="*/ 2448224 w 3644268"/>
                <a:gd name="csY6123" fmla="*/ 2078762 h 2262782"/>
                <a:gd name="csX6124" fmla="*/ 2447479 w 3644268"/>
                <a:gd name="csY6124" fmla="*/ 2079553 h 2262782"/>
                <a:gd name="csX6125" fmla="*/ 2446246 w 3644268"/>
                <a:gd name="csY6125" fmla="*/ 2081136 h 2262782"/>
                <a:gd name="csX6126" fmla="*/ 2446147 w 3644268"/>
                <a:gd name="csY6126" fmla="*/ 2082498 h 2262782"/>
                <a:gd name="csX6127" fmla="*/ 2446702 w 3644268"/>
                <a:gd name="csY6127" fmla="*/ 2084521 h 2262782"/>
                <a:gd name="csX6128" fmla="*/ 2446976 w 3644268"/>
                <a:gd name="csY6128" fmla="*/ 2086591 h 2262782"/>
                <a:gd name="csX6129" fmla="*/ 2445584 w 3644268"/>
                <a:gd name="csY6129" fmla="*/ 2088440 h 2262782"/>
                <a:gd name="csX6130" fmla="*/ 2444503 w 3644268"/>
                <a:gd name="csY6130" fmla="*/ 2091278 h 2262782"/>
                <a:gd name="csX6131" fmla="*/ 2444177 w 3644268"/>
                <a:gd name="csY6131" fmla="*/ 2092130 h 2262782"/>
                <a:gd name="csX6132" fmla="*/ 2443644 w 3644268"/>
                <a:gd name="csY6132" fmla="*/ 2094276 h 2262782"/>
                <a:gd name="csX6133" fmla="*/ 2443484 w 3644268"/>
                <a:gd name="csY6133" fmla="*/ 2095021 h 2262782"/>
                <a:gd name="csX6134" fmla="*/ 2443142 w 3644268"/>
                <a:gd name="csY6134" fmla="*/ 2099526 h 2262782"/>
                <a:gd name="csX6135" fmla="*/ 2441749 w 3644268"/>
                <a:gd name="csY6135" fmla="*/ 2102592 h 2262782"/>
                <a:gd name="csX6136" fmla="*/ 2439809 w 3644268"/>
                <a:gd name="csY6136" fmla="*/ 2106153 h 2262782"/>
                <a:gd name="csX6137" fmla="*/ 2440243 w 3644268"/>
                <a:gd name="csY6137" fmla="*/ 2108275 h 2262782"/>
                <a:gd name="csX6138" fmla="*/ 2440585 w 3644268"/>
                <a:gd name="csY6138" fmla="*/ 2110238 h 2262782"/>
                <a:gd name="csX6139" fmla="*/ 2440106 w 3644268"/>
                <a:gd name="csY6139" fmla="*/ 2111189 h 2262782"/>
                <a:gd name="csX6140" fmla="*/ 2439984 w 3644268"/>
                <a:gd name="csY6140" fmla="*/ 2112019 h 2262782"/>
                <a:gd name="csX6141" fmla="*/ 2439703 w 3644268"/>
                <a:gd name="csY6141" fmla="*/ 2113906 h 2262782"/>
                <a:gd name="csX6142" fmla="*/ 2439094 w 3644268"/>
                <a:gd name="csY6142" fmla="*/ 2114628 h 2262782"/>
                <a:gd name="csX6143" fmla="*/ 2437329 w 3644268"/>
                <a:gd name="csY6143" fmla="*/ 2115808 h 2262782"/>
                <a:gd name="csX6144" fmla="*/ 2436271 w 3644268"/>
                <a:gd name="csY6144" fmla="*/ 2117231 h 2262782"/>
                <a:gd name="csX6145" fmla="*/ 2436492 w 3644268"/>
                <a:gd name="csY6145" fmla="*/ 2119384 h 2262782"/>
                <a:gd name="csX6146" fmla="*/ 2435952 w 3644268"/>
                <a:gd name="csY6146" fmla="*/ 2121248 h 2262782"/>
                <a:gd name="csX6147" fmla="*/ 2435145 w 3644268"/>
                <a:gd name="csY6147" fmla="*/ 2122891 h 2262782"/>
                <a:gd name="csX6148" fmla="*/ 2434301 w 3644268"/>
                <a:gd name="csY6148" fmla="*/ 2123964 h 2262782"/>
                <a:gd name="csX6149" fmla="*/ 2433083 w 3644268"/>
                <a:gd name="csY6149" fmla="*/ 2124649 h 2262782"/>
                <a:gd name="csX6150" fmla="*/ 2432277 w 3644268"/>
                <a:gd name="csY6150" fmla="*/ 2125227 h 2262782"/>
                <a:gd name="csX6151" fmla="*/ 2431668 w 3644268"/>
                <a:gd name="csY6151" fmla="*/ 2127312 h 2262782"/>
                <a:gd name="csX6152" fmla="*/ 2431485 w 3644268"/>
                <a:gd name="csY6152" fmla="*/ 2128925 h 2262782"/>
                <a:gd name="csX6153" fmla="*/ 2430915 w 3644268"/>
                <a:gd name="csY6153" fmla="*/ 2130530 h 2262782"/>
                <a:gd name="csX6154" fmla="*/ 2431265 w 3644268"/>
                <a:gd name="csY6154" fmla="*/ 2132166 h 2262782"/>
                <a:gd name="csX6155" fmla="*/ 2430648 w 3644268"/>
                <a:gd name="csY6155" fmla="*/ 2133581 h 2262782"/>
                <a:gd name="csX6156" fmla="*/ 2428914 w 3644268"/>
                <a:gd name="csY6156" fmla="*/ 2134571 h 2262782"/>
                <a:gd name="csX6157" fmla="*/ 2427932 w 3644268"/>
                <a:gd name="csY6157" fmla="*/ 2135156 h 2262782"/>
                <a:gd name="csX6158" fmla="*/ 2427027 w 3644268"/>
                <a:gd name="csY6158" fmla="*/ 2135392 h 2262782"/>
                <a:gd name="csX6159" fmla="*/ 2425292 w 3644268"/>
                <a:gd name="csY6159" fmla="*/ 2136929 h 2262782"/>
                <a:gd name="csX6160" fmla="*/ 2423740 w 3644268"/>
                <a:gd name="csY6160" fmla="*/ 2142187 h 2262782"/>
                <a:gd name="csX6161" fmla="*/ 2423390 w 3644268"/>
                <a:gd name="csY6161" fmla="*/ 2145238 h 2262782"/>
                <a:gd name="csX6162" fmla="*/ 2423748 w 3644268"/>
                <a:gd name="csY6162" fmla="*/ 2147946 h 2262782"/>
                <a:gd name="csX6163" fmla="*/ 2421571 w 3644268"/>
                <a:gd name="csY6163" fmla="*/ 2149643 h 2262782"/>
                <a:gd name="csX6164" fmla="*/ 2419959 w 3644268"/>
                <a:gd name="csY6164" fmla="*/ 2150990 h 2262782"/>
                <a:gd name="csX6165" fmla="*/ 2418947 w 3644268"/>
                <a:gd name="csY6165" fmla="*/ 2150503 h 2262782"/>
                <a:gd name="csX6166" fmla="*/ 2417873 w 3644268"/>
                <a:gd name="csY6166" fmla="*/ 2150046 h 2262782"/>
                <a:gd name="csX6167" fmla="*/ 2415408 w 3644268"/>
                <a:gd name="csY6167" fmla="*/ 2149460 h 2262782"/>
                <a:gd name="csX6168" fmla="*/ 2414176 w 3644268"/>
                <a:gd name="csY6168" fmla="*/ 2149065 h 2262782"/>
                <a:gd name="csX6169" fmla="*/ 2411696 w 3644268"/>
                <a:gd name="csY6169" fmla="*/ 2148182 h 2262782"/>
                <a:gd name="csX6170" fmla="*/ 2407724 w 3644268"/>
                <a:gd name="csY6170" fmla="*/ 2147064 h 2262782"/>
                <a:gd name="csX6171" fmla="*/ 2403843 w 3644268"/>
                <a:gd name="csY6171" fmla="*/ 2145763 h 2262782"/>
                <a:gd name="csX6172" fmla="*/ 2401409 w 3644268"/>
                <a:gd name="csY6172" fmla="*/ 2145078 h 2262782"/>
                <a:gd name="csX6173" fmla="*/ 2399491 w 3644268"/>
                <a:gd name="csY6173" fmla="*/ 2144530 h 2262782"/>
                <a:gd name="csX6174" fmla="*/ 2398038 w 3644268"/>
                <a:gd name="csY6174" fmla="*/ 2143632 h 2262782"/>
                <a:gd name="csX6175" fmla="*/ 2396813 w 3644268"/>
                <a:gd name="csY6175" fmla="*/ 2142027 h 2262782"/>
                <a:gd name="csX6176" fmla="*/ 2395596 w 3644268"/>
                <a:gd name="csY6176" fmla="*/ 2142674 h 2262782"/>
                <a:gd name="csX6177" fmla="*/ 2394470 w 3644268"/>
                <a:gd name="csY6177" fmla="*/ 2144576 h 2262782"/>
                <a:gd name="csX6178" fmla="*/ 2392590 w 3644268"/>
                <a:gd name="csY6178" fmla="*/ 2145702 h 2262782"/>
                <a:gd name="csX6179" fmla="*/ 2391738 w 3644268"/>
                <a:gd name="csY6179" fmla="*/ 2147779 h 2262782"/>
                <a:gd name="csX6180" fmla="*/ 2390985 w 3644268"/>
                <a:gd name="csY6180" fmla="*/ 2149369 h 2262782"/>
                <a:gd name="csX6181" fmla="*/ 2389037 w 3644268"/>
                <a:gd name="csY6181" fmla="*/ 2151492 h 2262782"/>
                <a:gd name="csX6182" fmla="*/ 2388170 w 3644268"/>
                <a:gd name="csY6182" fmla="*/ 2152367 h 2262782"/>
                <a:gd name="csX6183" fmla="*/ 2384358 w 3644268"/>
                <a:gd name="csY6183" fmla="*/ 2153805 h 2262782"/>
                <a:gd name="csX6184" fmla="*/ 2383498 w 3644268"/>
                <a:gd name="csY6184" fmla="*/ 2154284 h 2262782"/>
                <a:gd name="csX6185" fmla="*/ 2380386 w 3644268"/>
                <a:gd name="csY6185" fmla="*/ 2154589 h 2262782"/>
                <a:gd name="csX6186" fmla="*/ 2379329 w 3644268"/>
                <a:gd name="csY6186" fmla="*/ 2155220 h 2262782"/>
                <a:gd name="csX6187" fmla="*/ 2378233 w 3644268"/>
                <a:gd name="csY6187" fmla="*/ 2156559 h 2262782"/>
                <a:gd name="csX6188" fmla="*/ 2377936 w 3644268"/>
                <a:gd name="csY6188" fmla="*/ 2157891 h 2262782"/>
                <a:gd name="csX6189" fmla="*/ 2378712 w 3644268"/>
                <a:gd name="csY6189" fmla="*/ 2159291 h 2262782"/>
                <a:gd name="csX6190" fmla="*/ 2379922 w 3644268"/>
                <a:gd name="csY6190" fmla="*/ 2162091 h 2262782"/>
                <a:gd name="csX6191" fmla="*/ 2380485 w 3644268"/>
                <a:gd name="csY6191" fmla="*/ 2164001 h 2262782"/>
                <a:gd name="csX6192" fmla="*/ 2381307 w 3644268"/>
                <a:gd name="csY6192" fmla="*/ 2167782 h 2262782"/>
                <a:gd name="csX6193" fmla="*/ 2384069 w 3644268"/>
                <a:gd name="csY6193" fmla="*/ 2179598 h 2262782"/>
                <a:gd name="csX6194" fmla="*/ 2383178 w 3644268"/>
                <a:gd name="csY6194" fmla="*/ 2181629 h 2262782"/>
                <a:gd name="csX6195" fmla="*/ 2382349 w 3644268"/>
                <a:gd name="csY6195" fmla="*/ 2190433 h 2262782"/>
                <a:gd name="csX6196" fmla="*/ 2382547 w 3644268"/>
                <a:gd name="csY6196" fmla="*/ 2192015 h 2262782"/>
                <a:gd name="csX6197" fmla="*/ 2382463 w 3644268"/>
                <a:gd name="csY6197" fmla="*/ 2194480 h 2262782"/>
                <a:gd name="csX6198" fmla="*/ 2382517 w 3644268"/>
                <a:gd name="csY6198" fmla="*/ 2196284 h 2262782"/>
                <a:gd name="csX6199" fmla="*/ 2383087 w 3644268"/>
                <a:gd name="csY6199" fmla="*/ 2196733 h 2262782"/>
                <a:gd name="csX6200" fmla="*/ 2383833 w 3644268"/>
                <a:gd name="csY6200" fmla="*/ 2197364 h 2262782"/>
                <a:gd name="csX6201" fmla="*/ 2384214 w 3644268"/>
                <a:gd name="csY6201" fmla="*/ 2198414 h 2262782"/>
                <a:gd name="csX6202" fmla="*/ 2384115 w 3644268"/>
                <a:gd name="csY6202" fmla="*/ 2200027 h 2262782"/>
                <a:gd name="csX6203" fmla="*/ 2383734 w 3644268"/>
                <a:gd name="csY6203" fmla="*/ 2201206 h 2262782"/>
                <a:gd name="csX6204" fmla="*/ 2383148 w 3644268"/>
                <a:gd name="csY6204" fmla="*/ 2203542 h 2262782"/>
                <a:gd name="csX6205" fmla="*/ 2382372 w 3644268"/>
                <a:gd name="csY6205" fmla="*/ 2206913 h 2262782"/>
                <a:gd name="csX6206" fmla="*/ 2381512 w 3644268"/>
                <a:gd name="csY6206" fmla="*/ 2208206 h 2262782"/>
                <a:gd name="csX6207" fmla="*/ 2380949 w 3644268"/>
                <a:gd name="csY6207" fmla="*/ 2209233 h 2262782"/>
                <a:gd name="csX6208" fmla="*/ 2380470 w 3644268"/>
                <a:gd name="csY6208" fmla="*/ 2209941 h 2262782"/>
                <a:gd name="csX6209" fmla="*/ 2380409 w 3644268"/>
                <a:gd name="csY6209" fmla="*/ 2212322 h 2262782"/>
                <a:gd name="csX6210" fmla="*/ 2380090 w 3644268"/>
                <a:gd name="csY6210" fmla="*/ 2213890 h 2262782"/>
                <a:gd name="csX6211" fmla="*/ 2378743 w 3644268"/>
                <a:gd name="csY6211" fmla="*/ 2214445 h 2262782"/>
                <a:gd name="csX6212" fmla="*/ 2377404 w 3644268"/>
                <a:gd name="csY6212" fmla="*/ 2215358 h 2262782"/>
                <a:gd name="csX6213" fmla="*/ 2375814 w 3644268"/>
                <a:gd name="csY6213" fmla="*/ 2215023 h 2262782"/>
                <a:gd name="csX6214" fmla="*/ 2374413 w 3644268"/>
                <a:gd name="csY6214" fmla="*/ 2215206 h 2262782"/>
                <a:gd name="csX6215" fmla="*/ 2372686 w 3644268"/>
                <a:gd name="csY6215" fmla="*/ 2215815 h 2262782"/>
                <a:gd name="csX6216" fmla="*/ 2369590 w 3644268"/>
                <a:gd name="csY6216" fmla="*/ 2216522 h 2262782"/>
                <a:gd name="csX6217" fmla="*/ 2367794 w 3644268"/>
                <a:gd name="csY6217" fmla="*/ 2217466 h 2262782"/>
                <a:gd name="csX6218" fmla="*/ 2366934 w 3644268"/>
                <a:gd name="csY6218" fmla="*/ 2218151 h 2262782"/>
                <a:gd name="csX6219" fmla="*/ 2366341 w 3644268"/>
                <a:gd name="csY6219" fmla="*/ 2218972 h 2262782"/>
                <a:gd name="csX6220" fmla="*/ 2366234 w 3644268"/>
                <a:gd name="csY6220" fmla="*/ 2219764 h 2262782"/>
                <a:gd name="csX6221" fmla="*/ 2366645 w 3644268"/>
                <a:gd name="csY6221" fmla="*/ 2220182 h 2262782"/>
                <a:gd name="csX6222" fmla="*/ 2368388 w 3644268"/>
                <a:gd name="csY6222" fmla="*/ 2220502 h 2262782"/>
                <a:gd name="csX6223" fmla="*/ 2369582 w 3644268"/>
                <a:gd name="csY6223" fmla="*/ 2221978 h 2262782"/>
                <a:gd name="csX6224" fmla="*/ 2369750 w 3644268"/>
                <a:gd name="csY6224" fmla="*/ 2223591 h 2262782"/>
                <a:gd name="csX6225" fmla="*/ 2368517 w 3644268"/>
                <a:gd name="csY6225" fmla="*/ 2224511 h 2262782"/>
                <a:gd name="csX6226" fmla="*/ 2369095 w 3644268"/>
                <a:gd name="csY6226" fmla="*/ 2226261 h 2262782"/>
                <a:gd name="csX6227" fmla="*/ 2370465 w 3644268"/>
                <a:gd name="csY6227" fmla="*/ 2227966 h 2262782"/>
                <a:gd name="csX6228" fmla="*/ 2371180 w 3644268"/>
                <a:gd name="csY6228" fmla="*/ 2229206 h 2262782"/>
                <a:gd name="csX6229" fmla="*/ 2371324 w 3644268"/>
                <a:gd name="csY6229" fmla="*/ 2230492 h 2262782"/>
                <a:gd name="csX6230" fmla="*/ 2371949 w 3644268"/>
                <a:gd name="csY6230" fmla="*/ 2231214 h 2262782"/>
                <a:gd name="csX6231" fmla="*/ 2372862 w 3644268"/>
                <a:gd name="csY6231" fmla="*/ 2230552 h 2262782"/>
                <a:gd name="csX6232" fmla="*/ 2375083 w 3644268"/>
                <a:gd name="csY6232" fmla="*/ 2224869 h 2262782"/>
                <a:gd name="csX6233" fmla="*/ 2372420 w 3644268"/>
                <a:gd name="csY6233" fmla="*/ 2221011 h 2262782"/>
                <a:gd name="csX6234" fmla="*/ 2373417 w 3644268"/>
                <a:gd name="csY6234" fmla="*/ 2220524 h 2262782"/>
                <a:gd name="csX6235" fmla="*/ 2377465 w 3644268"/>
                <a:gd name="csY6235" fmla="*/ 2221658 h 2262782"/>
                <a:gd name="csX6236" fmla="*/ 2379154 w 3644268"/>
                <a:gd name="csY6236" fmla="*/ 2221338 h 2262782"/>
                <a:gd name="csX6237" fmla="*/ 2382007 w 3644268"/>
                <a:gd name="csY6237" fmla="*/ 2221894 h 2262782"/>
                <a:gd name="csX6238" fmla="*/ 2383863 w 3644268"/>
                <a:gd name="csY6238" fmla="*/ 2219832 h 2262782"/>
                <a:gd name="csX6239" fmla="*/ 2384868 w 3644268"/>
                <a:gd name="csY6239" fmla="*/ 2217671 h 2262782"/>
                <a:gd name="csX6240" fmla="*/ 2387021 w 3644268"/>
                <a:gd name="csY6240" fmla="*/ 2216218 h 2262782"/>
                <a:gd name="csX6241" fmla="*/ 2389653 w 3644268"/>
                <a:gd name="csY6241" fmla="*/ 2211158 h 2262782"/>
                <a:gd name="csX6242" fmla="*/ 2394044 w 3644268"/>
                <a:gd name="csY6242" fmla="*/ 2205148 h 2262782"/>
                <a:gd name="csX6243" fmla="*/ 2395596 w 3644268"/>
                <a:gd name="csY6243" fmla="*/ 2203611 h 2262782"/>
                <a:gd name="csX6244" fmla="*/ 2398670 w 3644268"/>
                <a:gd name="csY6244" fmla="*/ 2202249 h 2262782"/>
                <a:gd name="csX6245" fmla="*/ 2399461 w 3644268"/>
                <a:gd name="csY6245" fmla="*/ 2202416 h 2262782"/>
                <a:gd name="csX6246" fmla="*/ 2400252 w 3644268"/>
                <a:gd name="csY6246" fmla="*/ 2202888 h 2262782"/>
                <a:gd name="csX6247" fmla="*/ 2397803 w 3644268"/>
                <a:gd name="csY6247" fmla="*/ 2206084 h 2262782"/>
                <a:gd name="csX6248" fmla="*/ 2397125 w 3644268"/>
                <a:gd name="csY6248" fmla="*/ 2208290 h 2262782"/>
                <a:gd name="csX6249" fmla="*/ 2398852 w 3644268"/>
                <a:gd name="csY6249" fmla="*/ 2208282 h 2262782"/>
                <a:gd name="csX6250" fmla="*/ 2400594 w 3644268"/>
                <a:gd name="csY6250" fmla="*/ 2207597 h 2262782"/>
                <a:gd name="csX6251" fmla="*/ 2404962 w 3644268"/>
                <a:gd name="csY6251" fmla="*/ 2203922 h 2262782"/>
                <a:gd name="csX6252" fmla="*/ 2406590 w 3644268"/>
                <a:gd name="csY6252" fmla="*/ 2201922 h 2262782"/>
                <a:gd name="csX6253" fmla="*/ 2407123 w 3644268"/>
                <a:gd name="csY6253" fmla="*/ 2204113 h 2262782"/>
                <a:gd name="csX6254" fmla="*/ 2406468 w 3644268"/>
                <a:gd name="csY6254" fmla="*/ 2214460 h 2262782"/>
                <a:gd name="csX6255" fmla="*/ 2410257 w 3644268"/>
                <a:gd name="csY6255" fmla="*/ 2213692 h 2262782"/>
                <a:gd name="csX6256" fmla="*/ 2412289 w 3644268"/>
                <a:gd name="csY6256" fmla="*/ 2214803 h 2262782"/>
                <a:gd name="csX6257" fmla="*/ 2415119 w 3644268"/>
                <a:gd name="csY6257" fmla="*/ 2214681 h 2262782"/>
                <a:gd name="csX6258" fmla="*/ 2418421 w 3644268"/>
                <a:gd name="csY6258" fmla="*/ 2217063 h 2262782"/>
                <a:gd name="csX6259" fmla="*/ 2419715 w 3644268"/>
                <a:gd name="csY6259" fmla="*/ 2216728 h 2262782"/>
                <a:gd name="csX6260" fmla="*/ 2421267 w 3644268"/>
                <a:gd name="csY6260" fmla="*/ 2216644 h 2262782"/>
                <a:gd name="csX6261" fmla="*/ 2422606 w 3644268"/>
                <a:gd name="csY6261" fmla="*/ 2219117 h 2262782"/>
                <a:gd name="csX6262" fmla="*/ 2424752 w 3644268"/>
                <a:gd name="csY6262" fmla="*/ 2219870 h 2262782"/>
                <a:gd name="csX6263" fmla="*/ 2428373 w 3644268"/>
                <a:gd name="csY6263" fmla="*/ 2217930 h 2262782"/>
                <a:gd name="csX6264" fmla="*/ 2433874 w 3644268"/>
                <a:gd name="csY6264" fmla="*/ 2216066 h 2262782"/>
                <a:gd name="csX6265" fmla="*/ 2436492 w 3644268"/>
                <a:gd name="csY6265" fmla="*/ 2216013 h 2262782"/>
                <a:gd name="csX6266" fmla="*/ 2442921 w 3644268"/>
                <a:gd name="csY6266" fmla="*/ 2212604 h 2262782"/>
                <a:gd name="csX6267" fmla="*/ 2446041 w 3644268"/>
                <a:gd name="csY6267" fmla="*/ 2209850 h 2262782"/>
                <a:gd name="csX6268" fmla="*/ 2457469 w 3644268"/>
                <a:gd name="csY6268" fmla="*/ 2202606 h 2262782"/>
                <a:gd name="csX6269" fmla="*/ 2462278 w 3644268"/>
                <a:gd name="csY6269" fmla="*/ 2198627 h 2262782"/>
                <a:gd name="csX6270" fmla="*/ 2466858 w 3644268"/>
                <a:gd name="csY6270" fmla="*/ 2195721 h 2262782"/>
                <a:gd name="csX6271" fmla="*/ 2469612 w 3644268"/>
                <a:gd name="csY6271" fmla="*/ 2191049 h 2262782"/>
                <a:gd name="csX6272" fmla="*/ 2474375 w 3644268"/>
                <a:gd name="csY6272" fmla="*/ 2186613 h 2262782"/>
                <a:gd name="csX6273" fmla="*/ 2474497 w 3644268"/>
                <a:gd name="csY6273" fmla="*/ 2184734 h 2262782"/>
                <a:gd name="csX6274" fmla="*/ 2475440 w 3644268"/>
                <a:gd name="csY6274" fmla="*/ 2182588 h 2262782"/>
                <a:gd name="csX6275" fmla="*/ 2482737 w 3644268"/>
                <a:gd name="csY6275" fmla="*/ 2170658 h 2262782"/>
                <a:gd name="csX6276" fmla="*/ 2485133 w 3644268"/>
                <a:gd name="csY6276" fmla="*/ 2168680 h 2262782"/>
                <a:gd name="csX6277" fmla="*/ 2488451 w 3644268"/>
                <a:gd name="csY6277" fmla="*/ 2167211 h 2262782"/>
                <a:gd name="csX6278" fmla="*/ 2489873 w 3644268"/>
                <a:gd name="csY6278" fmla="*/ 2165035 h 2262782"/>
                <a:gd name="csX6279" fmla="*/ 2490779 w 3644268"/>
                <a:gd name="csY6279" fmla="*/ 2161901 h 2262782"/>
                <a:gd name="csX6280" fmla="*/ 2495245 w 3644268"/>
                <a:gd name="csY6280" fmla="*/ 2157244 h 2262782"/>
                <a:gd name="csX6281" fmla="*/ 2498311 w 3644268"/>
                <a:gd name="csY6281" fmla="*/ 2152557 h 2262782"/>
                <a:gd name="csX6282" fmla="*/ 2501157 w 3644268"/>
                <a:gd name="csY6282" fmla="*/ 2149491 h 2262782"/>
                <a:gd name="csX6283" fmla="*/ 2502572 w 3644268"/>
                <a:gd name="csY6283" fmla="*/ 2146744 h 2262782"/>
                <a:gd name="csX6284" fmla="*/ 2509907 w 3644268"/>
                <a:gd name="csY6284" fmla="*/ 2140018 h 2262782"/>
                <a:gd name="csX6285" fmla="*/ 2515849 w 3644268"/>
                <a:gd name="csY6285" fmla="*/ 2132531 h 2262782"/>
                <a:gd name="csX6286" fmla="*/ 2521404 w 3644268"/>
                <a:gd name="csY6286" fmla="*/ 2127091 h 2262782"/>
                <a:gd name="csX6287" fmla="*/ 2523184 w 3644268"/>
                <a:gd name="csY6287" fmla="*/ 2123728 h 2262782"/>
                <a:gd name="csX6288" fmla="*/ 2530382 w 3644268"/>
                <a:gd name="csY6288" fmla="*/ 2113837 h 2262782"/>
                <a:gd name="csX6289" fmla="*/ 2532603 w 3644268"/>
                <a:gd name="csY6289" fmla="*/ 2107294 h 2262782"/>
                <a:gd name="csX6290" fmla="*/ 2535304 w 3644268"/>
                <a:gd name="csY6290" fmla="*/ 2104806 h 2262782"/>
                <a:gd name="csX6291" fmla="*/ 2536476 w 3644268"/>
                <a:gd name="csY6291" fmla="*/ 2098552 h 2262782"/>
                <a:gd name="csX6292" fmla="*/ 2538796 w 3644268"/>
                <a:gd name="csY6292" fmla="*/ 2094047 h 2262782"/>
                <a:gd name="csX6293" fmla="*/ 2539421 w 3644268"/>
                <a:gd name="csY6293" fmla="*/ 2091354 h 2262782"/>
                <a:gd name="csX6294" fmla="*/ 2540638 w 3644268"/>
                <a:gd name="csY6294" fmla="*/ 2088820 h 2262782"/>
                <a:gd name="csX6295" fmla="*/ 2549487 w 3644268"/>
                <a:gd name="csY6295" fmla="*/ 2078602 h 2262782"/>
                <a:gd name="csX6296" fmla="*/ 2553032 w 3644268"/>
                <a:gd name="csY6296" fmla="*/ 2070674 h 2262782"/>
                <a:gd name="csX6297" fmla="*/ 2557422 w 3644268"/>
                <a:gd name="csY6297" fmla="*/ 2062677 h 2262782"/>
                <a:gd name="csX6298" fmla="*/ 2560572 w 3644268"/>
                <a:gd name="csY6298" fmla="*/ 2059885 h 2262782"/>
                <a:gd name="csX6299" fmla="*/ 2563905 w 3644268"/>
                <a:gd name="csY6299" fmla="*/ 2056240 h 2262782"/>
                <a:gd name="csX6300" fmla="*/ 2565708 w 3644268"/>
                <a:gd name="csY6300" fmla="*/ 2053349 h 2262782"/>
                <a:gd name="csX6301" fmla="*/ 2570783 w 3644268"/>
                <a:gd name="csY6301" fmla="*/ 2048769 h 2262782"/>
                <a:gd name="csX6302" fmla="*/ 2573233 w 3644268"/>
                <a:gd name="csY6302" fmla="*/ 2045596 h 2262782"/>
                <a:gd name="csX6303" fmla="*/ 2574458 w 3644268"/>
                <a:gd name="csY6303" fmla="*/ 2042355 h 2262782"/>
                <a:gd name="csX6304" fmla="*/ 2575599 w 3644268"/>
                <a:gd name="csY6304" fmla="*/ 2034328 h 2262782"/>
                <a:gd name="csX6305" fmla="*/ 2578894 w 3644268"/>
                <a:gd name="csY6305" fmla="*/ 2028134 h 2262782"/>
                <a:gd name="csX6306" fmla="*/ 2577935 w 3644268"/>
                <a:gd name="csY6306" fmla="*/ 2027138 h 2262782"/>
                <a:gd name="csX6307" fmla="*/ 2577410 w 3644268"/>
                <a:gd name="csY6307" fmla="*/ 2025220 h 2262782"/>
                <a:gd name="csX6308" fmla="*/ 2577768 w 3644268"/>
                <a:gd name="csY6308" fmla="*/ 2023075 h 2262782"/>
                <a:gd name="csX6309" fmla="*/ 2578255 w 3644268"/>
                <a:gd name="csY6309" fmla="*/ 2021796 h 2262782"/>
                <a:gd name="csX6310" fmla="*/ 2578597 w 3644268"/>
                <a:gd name="csY6310" fmla="*/ 2019788 h 2262782"/>
                <a:gd name="csX6311" fmla="*/ 2579335 w 3644268"/>
                <a:gd name="csY6311" fmla="*/ 2017543 h 2262782"/>
                <a:gd name="csX6312" fmla="*/ 2580020 w 3644268"/>
                <a:gd name="csY6312" fmla="*/ 2016181 h 2262782"/>
                <a:gd name="csX6313" fmla="*/ 2581861 w 3644268"/>
                <a:gd name="csY6313" fmla="*/ 2007508 h 2262782"/>
                <a:gd name="csX6314" fmla="*/ 2581732 w 3644268"/>
                <a:gd name="csY6314" fmla="*/ 2002060 h 2262782"/>
                <a:gd name="csX6315" fmla="*/ 2580728 w 3644268"/>
                <a:gd name="csY6315" fmla="*/ 1999952 h 2262782"/>
                <a:gd name="csX6316" fmla="*/ 2580690 w 3644268"/>
                <a:gd name="csY6316" fmla="*/ 1997114 h 2262782"/>
                <a:gd name="csX6317" fmla="*/ 2583292 w 3644268"/>
                <a:gd name="csY6317" fmla="*/ 1993082 h 2262782"/>
                <a:gd name="csX6318" fmla="*/ 2583908 w 3644268"/>
                <a:gd name="csY6318" fmla="*/ 1992412 h 2262782"/>
                <a:gd name="csX6319" fmla="*/ 2584144 w 3644268"/>
                <a:gd name="csY6319" fmla="*/ 1991461 h 2262782"/>
                <a:gd name="csX6320" fmla="*/ 2582850 w 3644268"/>
                <a:gd name="csY6320" fmla="*/ 1990655 h 2262782"/>
                <a:gd name="csX6321" fmla="*/ 2582242 w 3644268"/>
                <a:gd name="csY6321" fmla="*/ 1989856 h 2262782"/>
                <a:gd name="csX6322" fmla="*/ 2580978 w 3644268"/>
                <a:gd name="csY6322" fmla="*/ 1976000 h 2262782"/>
                <a:gd name="csX6323" fmla="*/ 2581929 w 3644268"/>
                <a:gd name="csY6323" fmla="*/ 1967456 h 2262782"/>
                <a:gd name="csX6324" fmla="*/ 2584600 w 3644268"/>
                <a:gd name="csY6324" fmla="*/ 1961156 h 2262782"/>
                <a:gd name="csX6325" fmla="*/ 2585133 w 3644268"/>
                <a:gd name="csY6325" fmla="*/ 1958972 h 2262782"/>
                <a:gd name="csX6326" fmla="*/ 2585498 w 3644268"/>
                <a:gd name="csY6326" fmla="*/ 1952833 h 2262782"/>
                <a:gd name="csX6327" fmla="*/ 2588717 w 3644268"/>
                <a:gd name="csY6327" fmla="*/ 1946632 h 2262782"/>
                <a:gd name="csX6328" fmla="*/ 2590733 w 3644268"/>
                <a:gd name="csY6328" fmla="*/ 1939594 h 2262782"/>
                <a:gd name="csX6329" fmla="*/ 2594933 w 3644268"/>
                <a:gd name="csY6329" fmla="*/ 1935888 h 2262782"/>
                <a:gd name="csX6330" fmla="*/ 2597687 w 3644268"/>
                <a:gd name="csY6330" fmla="*/ 1931308 h 2262782"/>
                <a:gd name="csX6331" fmla="*/ 2600008 w 3644268"/>
                <a:gd name="csY6331" fmla="*/ 1929238 h 2262782"/>
                <a:gd name="csX6332" fmla="*/ 2600403 w 3644268"/>
                <a:gd name="csY6332" fmla="*/ 1924513 h 2262782"/>
                <a:gd name="csX6333" fmla="*/ 2602534 w 3644268"/>
                <a:gd name="csY6333" fmla="*/ 1920306 h 2262782"/>
                <a:gd name="csX6334" fmla="*/ 2600905 w 3644268"/>
                <a:gd name="csY6334" fmla="*/ 1918366 h 2262782"/>
                <a:gd name="csX6335" fmla="*/ 2599209 w 3644268"/>
                <a:gd name="csY6335" fmla="*/ 1917088 h 2262782"/>
                <a:gd name="csX6336" fmla="*/ 2595792 w 3644268"/>
                <a:gd name="csY6336" fmla="*/ 1913694 h 2262782"/>
                <a:gd name="csX6337" fmla="*/ 2595001 w 3644268"/>
                <a:gd name="csY6337" fmla="*/ 1911343 h 2262782"/>
                <a:gd name="csX6338" fmla="*/ 2597398 w 3644268"/>
                <a:gd name="csY6338" fmla="*/ 1907341 h 2262782"/>
                <a:gd name="csX6339" fmla="*/ 2597847 w 3644268"/>
                <a:gd name="csY6339" fmla="*/ 1903742 h 2262782"/>
                <a:gd name="csX6340" fmla="*/ 2597634 w 3644268"/>
                <a:gd name="csY6340" fmla="*/ 1897146 h 2262782"/>
                <a:gd name="csX6341" fmla="*/ 2594027 w 3644268"/>
                <a:gd name="csY6341" fmla="*/ 1895114 h 2262782"/>
                <a:gd name="csX6342" fmla="*/ 2589493 w 3644268"/>
                <a:gd name="csY6342" fmla="*/ 1890085 h 2262782"/>
                <a:gd name="csX6343" fmla="*/ 2588747 w 3644268"/>
                <a:gd name="csY6343" fmla="*/ 1888380 h 2262782"/>
                <a:gd name="csX6344" fmla="*/ 2589759 w 3644268"/>
                <a:gd name="csY6344" fmla="*/ 1888251 h 2262782"/>
                <a:gd name="csX6345" fmla="*/ 2596036 w 3644268"/>
                <a:gd name="csY6345" fmla="*/ 1890952 h 2262782"/>
                <a:gd name="csX6346" fmla="*/ 2599170 w 3644268"/>
                <a:gd name="csY6346" fmla="*/ 1888046 h 2262782"/>
                <a:gd name="csX6347" fmla="*/ 2600753 w 3644268"/>
                <a:gd name="csY6347" fmla="*/ 1884964 h 2262782"/>
                <a:gd name="csX6348" fmla="*/ 2600145 w 3644268"/>
                <a:gd name="csY6348" fmla="*/ 1881091 h 2262782"/>
                <a:gd name="csX6349" fmla="*/ 2596812 w 3644268"/>
                <a:gd name="csY6349" fmla="*/ 1879600 h 2262782"/>
                <a:gd name="csX6350" fmla="*/ 2592483 w 3644268"/>
                <a:gd name="csY6350" fmla="*/ 1875324 h 2262782"/>
                <a:gd name="csX6351" fmla="*/ 2592292 w 3644268"/>
                <a:gd name="csY6351" fmla="*/ 1873878 h 2262782"/>
                <a:gd name="csX6352" fmla="*/ 2585490 w 3644268"/>
                <a:gd name="csY6352" fmla="*/ 1870234 h 2262782"/>
                <a:gd name="csX6353" fmla="*/ 2578224 w 3644268"/>
                <a:gd name="csY6353" fmla="*/ 1862458 h 2262782"/>
                <a:gd name="csX6354" fmla="*/ 2575972 w 3644268"/>
                <a:gd name="csY6354" fmla="*/ 1855641 h 2262782"/>
                <a:gd name="csX6355" fmla="*/ 2574626 w 3644268"/>
                <a:gd name="csY6355" fmla="*/ 1853807 h 2262782"/>
                <a:gd name="csX6356" fmla="*/ 2567785 w 3644268"/>
                <a:gd name="csY6356" fmla="*/ 1848215 h 2262782"/>
                <a:gd name="csX6357" fmla="*/ 2566446 w 3644268"/>
                <a:gd name="csY6357" fmla="*/ 1846351 h 2262782"/>
                <a:gd name="csX6358" fmla="*/ 2564567 w 3644268"/>
                <a:gd name="csY6358" fmla="*/ 1845590 h 2262782"/>
                <a:gd name="csX6359" fmla="*/ 2556281 w 3644268"/>
                <a:gd name="csY6359" fmla="*/ 1848656 h 2262782"/>
                <a:gd name="csX6360" fmla="*/ 2551693 w 3644268"/>
                <a:gd name="csY6360" fmla="*/ 1847751 h 2262782"/>
                <a:gd name="csX6361" fmla="*/ 2542958 w 3644268"/>
                <a:gd name="csY6361" fmla="*/ 1844023 h 2262782"/>
                <a:gd name="csX6362" fmla="*/ 2542137 w 3644268"/>
                <a:gd name="csY6362" fmla="*/ 1844814 h 2262782"/>
                <a:gd name="csX6363" fmla="*/ 2543392 w 3644268"/>
                <a:gd name="csY6363" fmla="*/ 1847576 h 2262782"/>
                <a:gd name="csX6364" fmla="*/ 2543156 w 3644268"/>
                <a:gd name="csY6364" fmla="*/ 1850307 h 2262782"/>
                <a:gd name="csX6365" fmla="*/ 2543522 w 3644268"/>
                <a:gd name="csY6365" fmla="*/ 1854081 h 2262782"/>
                <a:gd name="csX6366" fmla="*/ 2543042 w 3644268"/>
                <a:gd name="csY6366" fmla="*/ 1860381 h 2262782"/>
                <a:gd name="csX6367" fmla="*/ 2542213 w 3644268"/>
                <a:gd name="csY6367" fmla="*/ 1864893 h 2262782"/>
                <a:gd name="csX6368" fmla="*/ 2539018 w 3644268"/>
                <a:gd name="csY6368" fmla="*/ 1871170 h 2262782"/>
                <a:gd name="csX6369" fmla="*/ 2537732 w 3644268"/>
                <a:gd name="csY6369" fmla="*/ 1872357 h 2262782"/>
                <a:gd name="csX6370" fmla="*/ 2534947 w 3644268"/>
                <a:gd name="csY6370" fmla="*/ 1872859 h 2262782"/>
                <a:gd name="csX6371" fmla="*/ 2533440 w 3644268"/>
                <a:gd name="csY6371" fmla="*/ 1872821 h 2262782"/>
                <a:gd name="csX6372" fmla="*/ 2534346 w 3644268"/>
                <a:gd name="csY6372" fmla="*/ 1870371 h 2262782"/>
                <a:gd name="csX6373" fmla="*/ 2536795 w 3644268"/>
                <a:gd name="csY6373" fmla="*/ 1867434 h 2262782"/>
                <a:gd name="csX6374" fmla="*/ 2540257 w 3644268"/>
                <a:gd name="csY6374" fmla="*/ 1862222 h 2262782"/>
                <a:gd name="csX6375" fmla="*/ 2540242 w 3644268"/>
                <a:gd name="csY6375" fmla="*/ 1857581 h 2262782"/>
                <a:gd name="csX6376" fmla="*/ 2539383 w 3644268"/>
                <a:gd name="csY6376" fmla="*/ 1857124 h 2262782"/>
                <a:gd name="csX6377" fmla="*/ 2538645 w 3644268"/>
                <a:gd name="csY6377" fmla="*/ 1857132 h 2262782"/>
                <a:gd name="csX6378" fmla="*/ 2536202 w 3644268"/>
                <a:gd name="csY6378" fmla="*/ 1858950 h 2262782"/>
                <a:gd name="csX6379" fmla="*/ 2533509 w 3644268"/>
                <a:gd name="csY6379" fmla="*/ 1865547 h 2262782"/>
                <a:gd name="csX6380" fmla="*/ 2527041 w 3644268"/>
                <a:gd name="csY6380" fmla="*/ 1869968 h 2262782"/>
                <a:gd name="csX6381" fmla="*/ 2522507 w 3644268"/>
                <a:gd name="csY6381" fmla="*/ 1871520 h 2262782"/>
                <a:gd name="csX6382" fmla="*/ 2513757 w 3644268"/>
                <a:gd name="csY6382" fmla="*/ 1872288 h 2262782"/>
                <a:gd name="csX6383" fmla="*/ 2512166 w 3644268"/>
                <a:gd name="csY6383" fmla="*/ 1872030 h 2262782"/>
                <a:gd name="csX6384" fmla="*/ 2511474 w 3644268"/>
                <a:gd name="csY6384" fmla="*/ 1870843 h 2262782"/>
                <a:gd name="csX6385" fmla="*/ 2513445 w 3644268"/>
                <a:gd name="csY6385" fmla="*/ 1868956 h 2262782"/>
                <a:gd name="csX6386" fmla="*/ 2517789 w 3644268"/>
                <a:gd name="csY6386" fmla="*/ 1866247 h 2262782"/>
                <a:gd name="csX6387" fmla="*/ 2520513 w 3644268"/>
                <a:gd name="csY6387" fmla="*/ 1860525 h 2262782"/>
                <a:gd name="csX6388" fmla="*/ 2523526 w 3644268"/>
                <a:gd name="csY6388" fmla="*/ 1859171 h 2262782"/>
                <a:gd name="csX6389" fmla="*/ 2524568 w 3644268"/>
                <a:gd name="csY6389" fmla="*/ 1857596 h 2262782"/>
                <a:gd name="csX6390" fmla="*/ 2520034 w 3644268"/>
                <a:gd name="csY6390" fmla="*/ 1856736 h 2262782"/>
                <a:gd name="csX6391" fmla="*/ 2516914 w 3644268"/>
                <a:gd name="csY6391" fmla="*/ 1854667 h 2262782"/>
                <a:gd name="csX6392" fmla="*/ 2513985 w 3644268"/>
                <a:gd name="csY6392" fmla="*/ 1852019 h 2262782"/>
                <a:gd name="csX6393" fmla="*/ 2515355 w 3644268"/>
                <a:gd name="csY6393" fmla="*/ 1851182 h 2262782"/>
                <a:gd name="csX6394" fmla="*/ 2516382 w 3644268"/>
                <a:gd name="csY6394" fmla="*/ 1850931 h 2262782"/>
                <a:gd name="csX6395" fmla="*/ 2517706 w 3644268"/>
                <a:gd name="csY6395" fmla="*/ 1849988 h 2262782"/>
                <a:gd name="csX6396" fmla="*/ 2520970 w 3644268"/>
                <a:gd name="csY6396" fmla="*/ 1845362 h 2262782"/>
                <a:gd name="csX6397" fmla="*/ 2517957 w 3644268"/>
                <a:gd name="csY6397" fmla="*/ 1845073 h 2262782"/>
                <a:gd name="csX6398" fmla="*/ 2514807 w 3644268"/>
                <a:gd name="csY6398" fmla="*/ 1845392 h 2262782"/>
                <a:gd name="csX6399" fmla="*/ 2509770 w 3644268"/>
                <a:gd name="csY6399" fmla="*/ 1849044 h 2262782"/>
                <a:gd name="csX6400" fmla="*/ 2508796 w 3644268"/>
                <a:gd name="csY6400" fmla="*/ 1850992 h 2262782"/>
                <a:gd name="csX6401" fmla="*/ 2510424 w 3644268"/>
                <a:gd name="csY6401" fmla="*/ 1853594 h 2262782"/>
                <a:gd name="csX6402" fmla="*/ 2512251 w 3644268"/>
                <a:gd name="csY6402" fmla="*/ 1854743 h 2262782"/>
                <a:gd name="csX6403" fmla="*/ 2510059 w 3644268"/>
                <a:gd name="csY6403" fmla="*/ 1862108 h 2262782"/>
                <a:gd name="csX6404" fmla="*/ 2507145 w 3644268"/>
                <a:gd name="csY6404" fmla="*/ 1861157 h 2262782"/>
                <a:gd name="csX6405" fmla="*/ 2504315 w 3644268"/>
                <a:gd name="csY6405" fmla="*/ 1861476 h 2262782"/>
                <a:gd name="csX6406" fmla="*/ 2502534 w 3644268"/>
                <a:gd name="csY6406" fmla="*/ 1863538 h 2262782"/>
                <a:gd name="csX6407" fmla="*/ 2500746 w 3644268"/>
                <a:gd name="csY6407" fmla="*/ 1862747 h 2262782"/>
                <a:gd name="csX6408" fmla="*/ 2499978 w 3644268"/>
                <a:gd name="csY6408" fmla="*/ 1858152 h 2262782"/>
                <a:gd name="csX6409" fmla="*/ 2500967 w 3644268"/>
                <a:gd name="csY6409" fmla="*/ 1853465 h 2262782"/>
                <a:gd name="csX6410" fmla="*/ 2501842 w 3644268"/>
                <a:gd name="csY6410" fmla="*/ 1842805 h 2262782"/>
                <a:gd name="csX6411" fmla="*/ 2502914 w 3644268"/>
                <a:gd name="csY6411" fmla="*/ 1839176 h 2262782"/>
                <a:gd name="csX6412" fmla="*/ 2502983 w 3644268"/>
                <a:gd name="csY6412" fmla="*/ 1835174 h 2262782"/>
                <a:gd name="csX6413" fmla="*/ 2502420 w 3644268"/>
                <a:gd name="csY6413" fmla="*/ 1832982 h 2262782"/>
                <a:gd name="csX6414" fmla="*/ 2500663 w 3644268"/>
                <a:gd name="csY6414" fmla="*/ 1832861 h 2262782"/>
                <a:gd name="csX6415" fmla="*/ 2497794 w 3644268"/>
                <a:gd name="csY6415" fmla="*/ 1833256 h 2262782"/>
                <a:gd name="csX6416" fmla="*/ 2490482 w 3644268"/>
                <a:gd name="csY6416" fmla="*/ 1833241 h 2262782"/>
                <a:gd name="csX6417" fmla="*/ 2482227 w 3644268"/>
                <a:gd name="csY6417" fmla="*/ 1834352 h 2262782"/>
                <a:gd name="csX6418" fmla="*/ 2473394 w 3644268"/>
                <a:gd name="csY6418" fmla="*/ 1830357 h 2262782"/>
                <a:gd name="csX6419" fmla="*/ 2470997 w 3644268"/>
                <a:gd name="csY6419" fmla="*/ 1829810 h 2262782"/>
                <a:gd name="csX6420" fmla="*/ 2469559 w 3644268"/>
                <a:gd name="csY6420" fmla="*/ 1828919 h 2262782"/>
                <a:gd name="csX6421" fmla="*/ 2468570 w 3644268"/>
                <a:gd name="csY6421" fmla="*/ 1824879 h 2262782"/>
                <a:gd name="csX6422" fmla="*/ 2469064 w 3644268"/>
                <a:gd name="csY6422" fmla="*/ 1822566 h 2262782"/>
                <a:gd name="csX6423" fmla="*/ 2469650 w 3644268"/>
                <a:gd name="csY6423" fmla="*/ 1821083 h 2262782"/>
                <a:gd name="csX6424" fmla="*/ 2475592 w 3644268"/>
                <a:gd name="csY6424" fmla="*/ 1814745 h 2262782"/>
                <a:gd name="csX6425" fmla="*/ 2480081 w 3644268"/>
                <a:gd name="csY6425" fmla="*/ 1813002 h 2262782"/>
                <a:gd name="csX6426" fmla="*/ 2489136 w 3644268"/>
                <a:gd name="csY6426" fmla="*/ 1805843 h 2262782"/>
                <a:gd name="csX6427" fmla="*/ 2492894 w 3644268"/>
                <a:gd name="csY6427" fmla="*/ 1799916 h 2262782"/>
                <a:gd name="csX6428" fmla="*/ 2495230 w 3644268"/>
                <a:gd name="csY6428" fmla="*/ 1797405 h 2262782"/>
                <a:gd name="csX6429" fmla="*/ 2502352 w 3644268"/>
                <a:gd name="csY6429" fmla="*/ 1792969 h 2262782"/>
                <a:gd name="csX6430" fmla="*/ 2507015 w 3644268"/>
                <a:gd name="csY6430" fmla="*/ 1789142 h 2262782"/>
                <a:gd name="csX6431" fmla="*/ 2510805 w 3644268"/>
                <a:gd name="csY6431" fmla="*/ 1785459 h 2262782"/>
                <a:gd name="csX6432" fmla="*/ 2514959 w 3644268"/>
                <a:gd name="csY6432" fmla="*/ 1782325 h 2262782"/>
                <a:gd name="csX6433" fmla="*/ 2518984 w 3644268"/>
                <a:gd name="csY6433" fmla="*/ 1777082 h 2262782"/>
                <a:gd name="csX6434" fmla="*/ 2521517 w 3644268"/>
                <a:gd name="csY6434" fmla="*/ 1776040 h 2262782"/>
                <a:gd name="csX6435" fmla="*/ 2529681 w 3644268"/>
                <a:gd name="csY6435" fmla="*/ 1764764 h 2262782"/>
                <a:gd name="csX6436" fmla="*/ 2531112 w 3644268"/>
                <a:gd name="csY6436" fmla="*/ 1762231 h 2262782"/>
                <a:gd name="csX6437" fmla="*/ 2531949 w 3644268"/>
                <a:gd name="csY6437" fmla="*/ 1758761 h 2262782"/>
                <a:gd name="csX6438" fmla="*/ 2532748 w 3644268"/>
                <a:gd name="csY6438" fmla="*/ 1757194 h 2262782"/>
                <a:gd name="csX6439" fmla="*/ 2542243 w 3644268"/>
                <a:gd name="csY6439" fmla="*/ 1744099 h 2262782"/>
                <a:gd name="csX6440" fmla="*/ 2548726 w 3644268"/>
                <a:gd name="csY6440" fmla="*/ 1739298 h 2262782"/>
                <a:gd name="csX6441" fmla="*/ 2553329 w 3644268"/>
                <a:gd name="csY6441" fmla="*/ 1732481 h 2262782"/>
                <a:gd name="csX6442" fmla="*/ 2558929 w 3644268"/>
                <a:gd name="csY6442" fmla="*/ 1729788 h 2262782"/>
                <a:gd name="csX6443" fmla="*/ 2560275 w 3644268"/>
                <a:gd name="csY6443" fmla="*/ 1728661 h 2262782"/>
                <a:gd name="csX6444" fmla="*/ 2562672 w 3644268"/>
                <a:gd name="csY6444" fmla="*/ 1724804 h 2262782"/>
                <a:gd name="csX6445" fmla="*/ 2566606 w 3644268"/>
                <a:gd name="csY6445" fmla="*/ 1722483 h 2262782"/>
                <a:gd name="csX6446" fmla="*/ 2567846 w 3644268"/>
                <a:gd name="csY6446" fmla="*/ 1721091 h 2262782"/>
                <a:gd name="csX6447" fmla="*/ 2570859 w 3644268"/>
                <a:gd name="csY6447" fmla="*/ 1715590 h 2262782"/>
                <a:gd name="csX6448" fmla="*/ 2580355 w 3644268"/>
                <a:gd name="csY6448" fmla="*/ 1710546 h 2262782"/>
                <a:gd name="csX6449" fmla="*/ 2581382 w 3644268"/>
                <a:gd name="csY6449" fmla="*/ 1708476 h 2262782"/>
                <a:gd name="csX6450" fmla="*/ 2585437 w 3644268"/>
                <a:gd name="csY6450" fmla="*/ 1694522 h 2262782"/>
                <a:gd name="csX6451" fmla="*/ 2587682 w 3644268"/>
                <a:gd name="csY6451" fmla="*/ 1690824 h 2262782"/>
                <a:gd name="csX6452" fmla="*/ 2591905 w 3644268"/>
                <a:gd name="csY6452" fmla="*/ 1686221 h 2262782"/>
                <a:gd name="csX6453" fmla="*/ 2599581 w 3644268"/>
                <a:gd name="csY6453" fmla="*/ 1681686 h 2262782"/>
                <a:gd name="csX6454" fmla="*/ 2605045 w 3644268"/>
                <a:gd name="csY6454" fmla="*/ 1676741 h 2262782"/>
                <a:gd name="csX6455" fmla="*/ 2608285 w 3644268"/>
                <a:gd name="csY6455" fmla="*/ 1672792 h 2262782"/>
                <a:gd name="csX6456" fmla="*/ 2614068 w 3644268"/>
                <a:gd name="csY6456" fmla="*/ 1662300 h 2262782"/>
                <a:gd name="csX6457" fmla="*/ 2620574 w 3644268"/>
                <a:gd name="csY6457" fmla="*/ 1655954 h 2262782"/>
                <a:gd name="csX6458" fmla="*/ 2625915 w 3644268"/>
                <a:gd name="csY6458" fmla="*/ 1652310 h 2262782"/>
                <a:gd name="csX6459" fmla="*/ 2638979 w 3644268"/>
                <a:gd name="csY6459" fmla="*/ 1646885 h 2262782"/>
                <a:gd name="csX6460" fmla="*/ 2646062 w 3644268"/>
                <a:gd name="csY6460" fmla="*/ 1647996 h 2262782"/>
                <a:gd name="csX6461" fmla="*/ 2653435 w 3644268"/>
                <a:gd name="csY6461" fmla="*/ 1645158 h 2262782"/>
                <a:gd name="csX6462" fmla="*/ 2658867 w 3644268"/>
                <a:gd name="csY6462" fmla="*/ 1645287 h 2262782"/>
                <a:gd name="csX6463" fmla="*/ 2666560 w 3644268"/>
                <a:gd name="csY6463" fmla="*/ 1646626 h 2262782"/>
                <a:gd name="csX6464" fmla="*/ 2689431 w 3644268"/>
                <a:gd name="csY6464" fmla="*/ 1645066 h 2262782"/>
                <a:gd name="csX6465" fmla="*/ 2693737 w 3644268"/>
                <a:gd name="csY6465" fmla="*/ 1646733 h 2262782"/>
                <a:gd name="csX6466" fmla="*/ 2695290 w 3644268"/>
                <a:gd name="csY6466" fmla="*/ 1648551 h 2262782"/>
                <a:gd name="csX6467" fmla="*/ 2697481 w 3644268"/>
                <a:gd name="csY6467" fmla="*/ 1654052 h 2262782"/>
                <a:gd name="csX6468" fmla="*/ 2699999 w 3644268"/>
                <a:gd name="csY6468" fmla="*/ 1655209 h 2262782"/>
                <a:gd name="csX6469" fmla="*/ 2704777 w 3644268"/>
                <a:gd name="csY6469" fmla="*/ 1653093 h 2262782"/>
                <a:gd name="csX6470" fmla="*/ 2708422 w 3644268"/>
                <a:gd name="csY6470" fmla="*/ 1644359 h 2262782"/>
                <a:gd name="csX6471" fmla="*/ 2710408 w 3644268"/>
                <a:gd name="csY6471" fmla="*/ 1643248 h 2262782"/>
                <a:gd name="csX6472" fmla="*/ 2716099 w 3644268"/>
                <a:gd name="csY6472" fmla="*/ 1646771 h 2262782"/>
                <a:gd name="csX6473" fmla="*/ 2721143 w 3644268"/>
                <a:gd name="csY6473" fmla="*/ 1647075 h 2262782"/>
                <a:gd name="csX6474" fmla="*/ 2731278 w 3644268"/>
                <a:gd name="csY6474" fmla="*/ 1651138 h 2262782"/>
                <a:gd name="csX6475" fmla="*/ 2734976 w 3644268"/>
                <a:gd name="csY6475" fmla="*/ 1650210 h 2262782"/>
                <a:gd name="csX6476" fmla="*/ 2738963 w 3644268"/>
                <a:gd name="csY6476" fmla="*/ 1646139 h 2262782"/>
                <a:gd name="csX6477" fmla="*/ 2747134 w 3644268"/>
                <a:gd name="csY6477" fmla="*/ 1645044 h 2262782"/>
                <a:gd name="csX6478" fmla="*/ 2752126 w 3644268"/>
                <a:gd name="csY6478" fmla="*/ 1651389 h 2262782"/>
                <a:gd name="csX6479" fmla="*/ 2757147 w 3644268"/>
                <a:gd name="csY6479" fmla="*/ 1651572 h 2262782"/>
                <a:gd name="csX6480" fmla="*/ 2761149 w 3644268"/>
                <a:gd name="csY6480" fmla="*/ 1650537 h 2262782"/>
                <a:gd name="csX6481" fmla="*/ 2762230 w 3644268"/>
                <a:gd name="csY6481" fmla="*/ 1646923 h 2262782"/>
                <a:gd name="csX6482" fmla="*/ 2760632 w 3644268"/>
                <a:gd name="csY6482" fmla="*/ 1645629 h 2262782"/>
                <a:gd name="csX6483" fmla="*/ 2757528 w 3644268"/>
                <a:gd name="csY6483" fmla="*/ 1646740 h 2262782"/>
                <a:gd name="csX6484" fmla="*/ 2756767 w 3644268"/>
                <a:gd name="csY6484" fmla="*/ 1643598 h 2262782"/>
                <a:gd name="csX6485" fmla="*/ 2758654 w 3644268"/>
                <a:gd name="csY6485" fmla="*/ 1640083 h 2262782"/>
                <a:gd name="csX6486" fmla="*/ 2761378 w 3644268"/>
                <a:gd name="csY6486" fmla="*/ 1642487 h 2262782"/>
                <a:gd name="csX6487" fmla="*/ 2765821 w 3644268"/>
                <a:gd name="csY6487" fmla="*/ 1642259 h 2262782"/>
                <a:gd name="csX6488" fmla="*/ 2767358 w 3644268"/>
                <a:gd name="csY6488" fmla="*/ 1641939 h 2262782"/>
                <a:gd name="csX6489" fmla="*/ 2766727 w 3644268"/>
                <a:gd name="csY6489" fmla="*/ 1640319 h 2262782"/>
                <a:gd name="csX6490" fmla="*/ 2765707 w 3644268"/>
                <a:gd name="csY6490" fmla="*/ 1638972 h 2262782"/>
                <a:gd name="csX6491" fmla="*/ 2764368 w 3644268"/>
                <a:gd name="csY6491" fmla="*/ 1635951 h 2262782"/>
                <a:gd name="csX6492" fmla="*/ 2769184 w 3644268"/>
                <a:gd name="csY6492" fmla="*/ 1631820 h 2262782"/>
                <a:gd name="csX6493" fmla="*/ 2772045 w 3644268"/>
                <a:gd name="csY6493" fmla="*/ 1630443 h 2262782"/>
                <a:gd name="csX6494" fmla="*/ 2776701 w 3644268"/>
                <a:gd name="csY6494" fmla="*/ 1630047 h 2262782"/>
                <a:gd name="csX6495" fmla="*/ 2788655 w 3644268"/>
                <a:gd name="csY6495" fmla="*/ 1635084 h 2262782"/>
                <a:gd name="csX6496" fmla="*/ 2791279 w 3644268"/>
                <a:gd name="csY6496" fmla="*/ 1635609 h 2262782"/>
                <a:gd name="csX6497" fmla="*/ 2794094 w 3644268"/>
                <a:gd name="csY6497" fmla="*/ 1637640 h 2262782"/>
                <a:gd name="csX6498" fmla="*/ 2798584 w 3644268"/>
                <a:gd name="csY6498" fmla="*/ 1639086 h 2262782"/>
                <a:gd name="csX6499" fmla="*/ 2795860 w 3644268"/>
                <a:gd name="csY6499" fmla="*/ 1640402 h 2262782"/>
                <a:gd name="csX6500" fmla="*/ 2794658 w 3644268"/>
                <a:gd name="csY6500" fmla="*/ 1641688 h 2262782"/>
                <a:gd name="csX6501" fmla="*/ 2797473 w 3644268"/>
                <a:gd name="csY6501" fmla="*/ 1641178 h 2262782"/>
                <a:gd name="csX6502" fmla="*/ 2799908 w 3644268"/>
                <a:gd name="csY6502" fmla="*/ 1642753 h 2262782"/>
                <a:gd name="csX6503" fmla="*/ 2801916 w 3644268"/>
                <a:gd name="csY6503" fmla="*/ 1643103 h 2262782"/>
                <a:gd name="csX6504" fmla="*/ 2802768 w 3644268"/>
                <a:gd name="csY6504" fmla="*/ 1642487 h 2262782"/>
                <a:gd name="csX6505" fmla="*/ 2803811 w 3644268"/>
                <a:gd name="csY6505" fmla="*/ 1640486 h 2262782"/>
                <a:gd name="csX6506" fmla="*/ 2805310 w 3644268"/>
                <a:gd name="csY6506" fmla="*/ 1638454 h 2262782"/>
                <a:gd name="csX6507" fmla="*/ 2806405 w 3644268"/>
                <a:gd name="csY6507" fmla="*/ 1637853 h 2262782"/>
                <a:gd name="csX6508" fmla="*/ 2809327 w 3644268"/>
                <a:gd name="csY6508" fmla="*/ 1637952 h 2262782"/>
                <a:gd name="csX6509" fmla="*/ 2813124 w 3644268"/>
                <a:gd name="csY6509" fmla="*/ 1638888 h 2262782"/>
                <a:gd name="csX6510" fmla="*/ 2816068 w 3644268"/>
                <a:gd name="csY6510" fmla="*/ 1640448 h 2262782"/>
                <a:gd name="csX6511" fmla="*/ 2822733 w 3644268"/>
                <a:gd name="csY6511" fmla="*/ 1648863 h 2262782"/>
                <a:gd name="csX6512" fmla="*/ 2825815 w 3644268"/>
                <a:gd name="csY6512" fmla="*/ 1650499 h 2262782"/>
                <a:gd name="csX6513" fmla="*/ 2829277 w 3644268"/>
                <a:gd name="csY6513" fmla="*/ 1650225 h 2262782"/>
                <a:gd name="csX6514" fmla="*/ 2830669 w 3644268"/>
                <a:gd name="csY6514" fmla="*/ 1650750 h 2262782"/>
                <a:gd name="csX6515" fmla="*/ 2832609 w 3644268"/>
                <a:gd name="csY6515" fmla="*/ 1653017 h 2262782"/>
                <a:gd name="csX6516" fmla="*/ 2826834 w 3644268"/>
                <a:gd name="csY6516" fmla="*/ 1655665 h 2262782"/>
                <a:gd name="csX6517" fmla="*/ 2821356 w 3644268"/>
                <a:gd name="csY6517" fmla="*/ 1656220 h 2262782"/>
                <a:gd name="csX6518" fmla="*/ 2816471 w 3644268"/>
                <a:gd name="csY6518" fmla="*/ 1655498 h 2262782"/>
                <a:gd name="csX6519" fmla="*/ 2808270 w 3644268"/>
                <a:gd name="csY6519" fmla="*/ 1658883 h 2262782"/>
                <a:gd name="csX6520" fmla="*/ 2812667 w 3644268"/>
                <a:gd name="csY6520" fmla="*/ 1667458 h 2262782"/>
                <a:gd name="csX6521" fmla="*/ 2820732 w 3644268"/>
                <a:gd name="csY6521" fmla="*/ 1667808 h 2262782"/>
                <a:gd name="csX6522" fmla="*/ 2828919 w 3644268"/>
                <a:gd name="csY6522" fmla="*/ 1665997 h 2262782"/>
                <a:gd name="csX6523" fmla="*/ 2830570 w 3644268"/>
                <a:gd name="csY6523" fmla="*/ 1662421 h 2262782"/>
                <a:gd name="csX6524" fmla="*/ 2833872 w 3644268"/>
                <a:gd name="csY6524" fmla="*/ 1661022 h 2262782"/>
                <a:gd name="csX6525" fmla="*/ 2835607 w 3644268"/>
                <a:gd name="csY6525" fmla="*/ 1661204 h 2262782"/>
                <a:gd name="csX6526" fmla="*/ 2839343 w 3644268"/>
                <a:gd name="csY6526" fmla="*/ 1664194 h 2262782"/>
                <a:gd name="csX6527" fmla="*/ 2844517 w 3644268"/>
                <a:gd name="csY6527" fmla="*/ 1665343 h 2262782"/>
                <a:gd name="csX6528" fmla="*/ 2845893 w 3644268"/>
                <a:gd name="csY6528" fmla="*/ 1664818 h 2262782"/>
                <a:gd name="csX6529" fmla="*/ 2850071 w 3644268"/>
                <a:gd name="csY6529" fmla="*/ 1658906 h 2262782"/>
                <a:gd name="csX6530" fmla="*/ 2852597 w 3644268"/>
                <a:gd name="csY6530" fmla="*/ 1658389 h 2262782"/>
                <a:gd name="csX6531" fmla="*/ 2854240 w 3644268"/>
                <a:gd name="csY6531" fmla="*/ 1658518 h 2262782"/>
                <a:gd name="csX6532" fmla="*/ 2856120 w 3644268"/>
                <a:gd name="csY6532" fmla="*/ 1653390 h 2262782"/>
                <a:gd name="csX6533" fmla="*/ 2863257 w 3644268"/>
                <a:gd name="csY6533" fmla="*/ 1652972 h 2262782"/>
                <a:gd name="csX6534" fmla="*/ 2867457 w 3644268"/>
                <a:gd name="csY6534" fmla="*/ 1657567 h 2262782"/>
                <a:gd name="csX6535" fmla="*/ 2869998 w 3644268"/>
                <a:gd name="csY6535" fmla="*/ 1659173 h 2262782"/>
                <a:gd name="csX6536" fmla="*/ 2875034 w 3644268"/>
                <a:gd name="csY6536" fmla="*/ 1657803 h 2262782"/>
                <a:gd name="csX6537" fmla="*/ 2877789 w 3644268"/>
                <a:gd name="csY6537" fmla="*/ 1654508 h 2262782"/>
                <a:gd name="csX6538" fmla="*/ 2879539 w 3644268"/>
                <a:gd name="csY6538" fmla="*/ 1653314 h 2262782"/>
                <a:gd name="csX6539" fmla="*/ 2884781 w 3644268"/>
                <a:gd name="csY6539" fmla="*/ 1656449 h 2262782"/>
                <a:gd name="csX6540" fmla="*/ 2887353 w 3644268"/>
                <a:gd name="csY6540" fmla="*/ 1654524 h 2262782"/>
                <a:gd name="csX6541" fmla="*/ 2891469 w 3644268"/>
                <a:gd name="csY6541" fmla="*/ 1654189 h 2262782"/>
                <a:gd name="csX6542" fmla="*/ 2894535 w 3644268"/>
                <a:gd name="csY6542" fmla="*/ 1654417 h 2262782"/>
                <a:gd name="csX6543" fmla="*/ 2894375 w 3644268"/>
                <a:gd name="csY6543" fmla="*/ 1651085 h 2262782"/>
                <a:gd name="csX6544" fmla="*/ 2894665 w 3644268"/>
                <a:gd name="csY6544" fmla="*/ 1647326 h 2262782"/>
                <a:gd name="csX6545" fmla="*/ 2890487 w 3644268"/>
                <a:gd name="csY6545" fmla="*/ 1643583 h 2262782"/>
                <a:gd name="csX6546" fmla="*/ 2882187 w 3644268"/>
                <a:gd name="csY6546" fmla="*/ 1639778 h 2262782"/>
                <a:gd name="csX6547" fmla="*/ 2877386 w 3644268"/>
                <a:gd name="csY6547" fmla="*/ 1642243 h 2262782"/>
                <a:gd name="csX6548" fmla="*/ 2875560 w 3644268"/>
                <a:gd name="csY6548" fmla="*/ 1642510 h 2262782"/>
                <a:gd name="csX6549" fmla="*/ 2874297 w 3644268"/>
                <a:gd name="csY6549" fmla="*/ 1642167 h 2262782"/>
                <a:gd name="csX6550" fmla="*/ 2872950 w 3644268"/>
                <a:gd name="csY6550" fmla="*/ 1640273 h 2262782"/>
                <a:gd name="csX6551" fmla="*/ 2874213 w 3644268"/>
                <a:gd name="csY6551" fmla="*/ 1637252 h 2262782"/>
                <a:gd name="csX6552" fmla="*/ 2875491 w 3644268"/>
                <a:gd name="csY6552" fmla="*/ 1634810 h 2262782"/>
                <a:gd name="csX6553" fmla="*/ 2875438 w 3644268"/>
                <a:gd name="csY6553" fmla="*/ 1631766 h 2262782"/>
                <a:gd name="csX6554" fmla="*/ 2876001 w 3644268"/>
                <a:gd name="csY6554" fmla="*/ 1627407 h 2262782"/>
                <a:gd name="csX6555" fmla="*/ 2878070 w 3644268"/>
                <a:gd name="csY6555" fmla="*/ 1625566 h 2262782"/>
                <a:gd name="csX6556" fmla="*/ 2879158 w 3644268"/>
                <a:gd name="csY6556" fmla="*/ 1625269 h 2262782"/>
                <a:gd name="csX6557" fmla="*/ 2882095 w 3644268"/>
                <a:gd name="csY6557" fmla="*/ 1616260 h 2262782"/>
                <a:gd name="csX6558" fmla="*/ 2890480 w 3644268"/>
                <a:gd name="csY6558" fmla="*/ 1604170 h 2262782"/>
                <a:gd name="csX6559" fmla="*/ 2900242 w 3644268"/>
                <a:gd name="csY6559" fmla="*/ 1596683 h 2262782"/>
                <a:gd name="csX6560" fmla="*/ 2906397 w 3644268"/>
                <a:gd name="csY6560" fmla="*/ 1590924 h 2262782"/>
                <a:gd name="csX6561" fmla="*/ 2909326 w 3644268"/>
                <a:gd name="csY6561" fmla="*/ 1586792 h 2262782"/>
                <a:gd name="csX6562" fmla="*/ 2913655 w 3644268"/>
                <a:gd name="csY6562" fmla="*/ 1577221 h 2262782"/>
                <a:gd name="csX6563" fmla="*/ 2919811 w 3644268"/>
                <a:gd name="csY6563" fmla="*/ 1570190 h 2262782"/>
                <a:gd name="csX6564" fmla="*/ 2922770 w 3644268"/>
                <a:gd name="csY6564" fmla="*/ 1567938 h 2262782"/>
                <a:gd name="csX6565" fmla="*/ 2925913 w 3644268"/>
                <a:gd name="csY6565" fmla="*/ 1564994 h 2262782"/>
                <a:gd name="csX6566" fmla="*/ 2926993 w 3644268"/>
                <a:gd name="csY6566" fmla="*/ 1555727 h 2262782"/>
                <a:gd name="csX6567" fmla="*/ 2929352 w 3644268"/>
                <a:gd name="csY6567" fmla="*/ 1553535 h 2262782"/>
                <a:gd name="csX6568" fmla="*/ 2931513 w 3644268"/>
                <a:gd name="csY6568" fmla="*/ 1551945 h 2262782"/>
                <a:gd name="csX6569" fmla="*/ 2935622 w 3644268"/>
                <a:gd name="csY6569" fmla="*/ 1546992 h 2262782"/>
                <a:gd name="csX6570" fmla="*/ 2941739 w 3644268"/>
                <a:gd name="csY6570" fmla="*/ 1543781 h 2262782"/>
                <a:gd name="csX6571" fmla="*/ 2943846 w 3644268"/>
                <a:gd name="csY6571" fmla="*/ 1541438 h 2262782"/>
                <a:gd name="csX6572" fmla="*/ 2950892 w 3644268"/>
                <a:gd name="csY6572" fmla="*/ 1541605 h 2262782"/>
                <a:gd name="csX6573" fmla="*/ 2956674 w 3644268"/>
                <a:gd name="csY6573" fmla="*/ 1543484 h 2262782"/>
                <a:gd name="csX6574" fmla="*/ 2958417 w 3644268"/>
                <a:gd name="csY6574" fmla="*/ 1542975 h 2262782"/>
                <a:gd name="csX6575" fmla="*/ 2962312 w 3644268"/>
                <a:gd name="csY6575" fmla="*/ 1540236 h 2262782"/>
                <a:gd name="csX6576" fmla="*/ 2966870 w 3644268"/>
                <a:gd name="csY6576" fmla="*/ 1540898 h 2262782"/>
                <a:gd name="csX6577" fmla="*/ 2972789 w 3644268"/>
                <a:gd name="csY6577" fmla="*/ 1539125 h 2262782"/>
                <a:gd name="csX6578" fmla="*/ 2978176 w 3644268"/>
                <a:gd name="csY6578" fmla="*/ 1535868 h 2262782"/>
                <a:gd name="csX6579" fmla="*/ 2980573 w 3644268"/>
                <a:gd name="csY6579" fmla="*/ 1535549 h 2262782"/>
                <a:gd name="csX6580" fmla="*/ 2982833 w 3644268"/>
                <a:gd name="csY6580" fmla="*/ 1536241 h 2262782"/>
                <a:gd name="csX6581" fmla="*/ 2985564 w 3644268"/>
                <a:gd name="csY6581" fmla="*/ 1541035 h 2262782"/>
                <a:gd name="csX6582" fmla="*/ 2987132 w 3644268"/>
                <a:gd name="csY6582" fmla="*/ 1542237 h 2262782"/>
                <a:gd name="csX6583" fmla="*/ 2988326 w 3644268"/>
                <a:gd name="csY6583" fmla="*/ 1545029 h 2262782"/>
                <a:gd name="csX6584" fmla="*/ 2991955 w 3644268"/>
                <a:gd name="csY6584" fmla="*/ 1543279 h 2262782"/>
                <a:gd name="csX6585" fmla="*/ 3001786 w 3644268"/>
                <a:gd name="csY6585" fmla="*/ 1536758 h 2262782"/>
                <a:gd name="csX6586" fmla="*/ 3002965 w 3644268"/>
                <a:gd name="csY6586" fmla="*/ 1536713 h 2262782"/>
                <a:gd name="csX6587" fmla="*/ 3004487 w 3644268"/>
                <a:gd name="csY6587" fmla="*/ 1537147 h 2262782"/>
                <a:gd name="csX6588" fmla="*/ 3004746 w 3644268"/>
                <a:gd name="csY6588" fmla="*/ 1539673 h 2262782"/>
                <a:gd name="csX6589" fmla="*/ 3004654 w 3644268"/>
                <a:gd name="csY6589" fmla="*/ 1541712 h 2262782"/>
                <a:gd name="csX6590" fmla="*/ 3003155 w 3644268"/>
                <a:gd name="csY6590" fmla="*/ 1548270 h 2262782"/>
                <a:gd name="csX6591" fmla="*/ 3001360 w 3644268"/>
                <a:gd name="csY6591" fmla="*/ 1553201 h 2262782"/>
                <a:gd name="csX6592" fmla="*/ 2996407 w 3644268"/>
                <a:gd name="csY6592" fmla="*/ 1562719 h 2262782"/>
                <a:gd name="csX6593" fmla="*/ 2995387 w 3644268"/>
                <a:gd name="csY6593" fmla="*/ 1564149 h 2262782"/>
                <a:gd name="csX6594" fmla="*/ 2996049 w 3644268"/>
                <a:gd name="csY6594" fmla="*/ 1566691 h 2262782"/>
                <a:gd name="csX6595" fmla="*/ 2996802 w 3644268"/>
                <a:gd name="csY6595" fmla="*/ 1571370 h 2262782"/>
                <a:gd name="csX6596" fmla="*/ 2994359 w 3644268"/>
                <a:gd name="csY6596" fmla="*/ 1576422 h 2262782"/>
                <a:gd name="csX6597" fmla="*/ 2993416 w 3644268"/>
                <a:gd name="csY6597" fmla="*/ 1578940 h 2262782"/>
                <a:gd name="csX6598" fmla="*/ 2995395 w 3644268"/>
                <a:gd name="csY6598" fmla="*/ 1579519 h 2262782"/>
                <a:gd name="csX6599" fmla="*/ 2997981 w 3644268"/>
                <a:gd name="csY6599" fmla="*/ 1576703 h 2262782"/>
                <a:gd name="csX6600" fmla="*/ 3001831 w 3644268"/>
                <a:gd name="csY6600" fmla="*/ 1574938 h 2262782"/>
                <a:gd name="csX6601" fmla="*/ 3003901 w 3644268"/>
                <a:gd name="csY6601" fmla="*/ 1575068 h 2262782"/>
                <a:gd name="csX6602" fmla="*/ 3005978 w 3644268"/>
                <a:gd name="csY6602" fmla="*/ 1575912 h 2262782"/>
                <a:gd name="csX6603" fmla="*/ 3002706 w 3644268"/>
                <a:gd name="csY6603" fmla="*/ 1584426 h 2262782"/>
                <a:gd name="csX6604" fmla="*/ 3002181 w 3644268"/>
                <a:gd name="csY6604" fmla="*/ 1588877 h 2262782"/>
                <a:gd name="csX6605" fmla="*/ 3001679 w 3644268"/>
                <a:gd name="csY6605" fmla="*/ 1590574 h 2262782"/>
                <a:gd name="csX6606" fmla="*/ 3001596 w 3644268"/>
                <a:gd name="csY6606" fmla="*/ 1592849 h 2262782"/>
                <a:gd name="csX6607" fmla="*/ 3004023 w 3644268"/>
                <a:gd name="csY6607" fmla="*/ 1591601 h 2262782"/>
                <a:gd name="csX6608" fmla="*/ 3005750 w 3644268"/>
                <a:gd name="csY6608" fmla="*/ 1589790 h 2262782"/>
                <a:gd name="csX6609" fmla="*/ 3008177 w 3644268"/>
                <a:gd name="csY6609" fmla="*/ 1588428 h 2262782"/>
                <a:gd name="csX6610" fmla="*/ 3014256 w 3644268"/>
                <a:gd name="csY6610" fmla="*/ 1587842 h 2262782"/>
                <a:gd name="csX6611" fmla="*/ 3017429 w 3644268"/>
                <a:gd name="csY6611" fmla="*/ 1581748 h 2262782"/>
                <a:gd name="csX6612" fmla="*/ 3020038 w 3644268"/>
                <a:gd name="csY6612" fmla="*/ 1578666 h 2262782"/>
                <a:gd name="csX6613" fmla="*/ 3044614 w 3644268"/>
                <a:gd name="csY6613" fmla="*/ 1553056 h 2262782"/>
                <a:gd name="csX6614" fmla="*/ 3048974 w 3644268"/>
                <a:gd name="csY6614" fmla="*/ 1547616 h 2262782"/>
                <a:gd name="csX6615" fmla="*/ 3051401 w 3644268"/>
                <a:gd name="csY6615" fmla="*/ 1547251 h 2262782"/>
                <a:gd name="csX6616" fmla="*/ 3053562 w 3644268"/>
                <a:gd name="csY6616" fmla="*/ 1548156 h 2262782"/>
                <a:gd name="csX6617" fmla="*/ 3055517 w 3644268"/>
                <a:gd name="csY6617" fmla="*/ 1548042 h 2262782"/>
                <a:gd name="csX6618" fmla="*/ 3055920 w 3644268"/>
                <a:gd name="csY6618" fmla="*/ 1546132 h 2262782"/>
                <a:gd name="csX6619" fmla="*/ 3056659 w 3644268"/>
                <a:gd name="csY6619" fmla="*/ 1545409 h 2262782"/>
                <a:gd name="csX6620" fmla="*/ 3058873 w 3644268"/>
                <a:gd name="csY6620" fmla="*/ 1545691 h 2262782"/>
                <a:gd name="csX6621" fmla="*/ 3060280 w 3644268"/>
                <a:gd name="csY6621" fmla="*/ 1550515 h 2262782"/>
                <a:gd name="csX6622" fmla="*/ 3061817 w 3644268"/>
                <a:gd name="csY6622" fmla="*/ 1552911 h 2262782"/>
                <a:gd name="csX6623" fmla="*/ 3062951 w 3644268"/>
                <a:gd name="csY6623" fmla="*/ 1552463 h 2262782"/>
                <a:gd name="csX6624" fmla="*/ 3063765 w 3644268"/>
                <a:gd name="csY6624" fmla="*/ 1551725 h 2262782"/>
                <a:gd name="csX6625" fmla="*/ 3064906 w 3644268"/>
                <a:gd name="csY6625" fmla="*/ 1549891 h 2262782"/>
                <a:gd name="csX6626" fmla="*/ 3066162 w 3644268"/>
                <a:gd name="csY6626" fmla="*/ 1548392 h 2262782"/>
                <a:gd name="csX6627" fmla="*/ 3067448 w 3644268"/>
                <a:gd name="csY6627" fmla="*/ 1545934 h 2262782"/>
                <a:gd name="csX6628" fmla="*/ 3066375 w 3644268"/>
                <a:gd name="csY6628" fmla="*/ 1544261 h 2262782"/>
                <a:gd name="csX6629" fmla="*/ 3062137 w 3644268"/>
                <a:gd name="csY6629" fmla="*/ 1541780 h 2262782"/>
                <a:gd name="csX6630" fmla="*/ 3062312 w 3644268"/>
                <a:gd name="csY6630" fmla="*/ 1537283 h 2262782"/>
                <a:gd name="csX6631" fmla="*/ 3064724 w 3644268"/>
                <a:gd name="csY6631" fmla="*/ 1530078 h 2262782"/>
                <a:gd name="csX6632" fmla="*/ 3064457 w 3644268"/>
                <a:gd name="csY6632" fmla="*/ 1525384 h 2262782"/>
                <a:gd name="csX6633" fmla="*/ 3065424 w 3644268"/>
                <a:gd name="csY6633" fmla="*/ 1520507 h 2262782"/>
                <a:gd name="csX6634" fmla="*/ 3066489 w 3644268"/>
                <a:gd name="csY6634" fmla="*/ 1518034 h 2262782"/>
                <a:gd name="csX6635" fmla="*/ 3067440 w 3644268"/>
                <a:gd name="csY6635" fmla="*/ 1516953 h 2262782"/>
                <a:gd name="csX6636" fmla="*/ 3068383 w 3644268"/>
                <a:gd name="csY6636" fmla="*/ 1515295 h 2262782"/>
                <a:gd name="csX6637" fmla="*/ 3067151 w 3644268"/>
                <a:gd name="csY6637" fmla="*/ 1511498 h 2262782"/>
                <a:gd name="csX6638" fmla="*/ 3068064 w 3644268"/>
                <a:gd name="csY6638" fmla="*/ 1508911 h 2262782"/>
                <a:gd name="csX6639" fmla="*/ 3069015 w 3644268"/>
                <a:gd name="csY6639" fmla="*/ 1507085 h 2262782"/>
                <a:gd name="csX6640" fmla="*/ 3088744 w 3644268"/>
                <a:gd name="csY6640" fmla="*/ 1500329 h 2262782"/>
                <a:gd name="csX6641" fmla="*/ 3092221 w 3644268"/>
                <a:gd name="csY6641" fmla="*/ 1499956 h 2262782"/>
                <a:gd name="csX6642" fmla="*/ 3095394 w 3644268"/>
                <a:gd name="csY6642" fmla="*/ 1501310 h 2262782"/>
                <a:gd name="csX6643" fmla="*/ 3100210 w 3644268"/>
                <a:gd name="csY6643" fmla="*/ 1506149 h 2262782"/>
                <a:gd name="csX6644" fmla="*/ 3105582 w 3644268"/>
                <a:gd name="csY6644" fmla="*/ 1508652 h 2262782"/>
                <a:gd name="csX6645" fmla="*/ 3113106 w 3644268"/>
                <a:gd name="csY6645" fmla="*/ 1509718 h 2262782"/>
                <a:gd name="csX6646" fmla="*/ 3113555 w 3644268"/>
                <a:gd name="csY6646" fmla="*/ 1511879 h 2262782"/>
                <a:gd name="csX6647" fmla="*/ 3110626 w 3644268"/>
                <a:gd name="csY6647" fmla="*/ 1511148 h 2262782"/>
                <a:gd name="csX6648" fmla="*/ 3109204 w 3644268"/>
                <a:gd name="csY6648" fmla="*/ 1511833 h 2262782"/>
                <a:gd name="csX6649" fmla="*/ 3109454 w 3644268"/>
                <a:gd name="csY6649" fmla="*/ 1513788 h 2262782"/>
                <a:gd name="csX6650" fmla="*/ 3109081 w 3644268"/>
                <a:gd name="csY6650" fmla="*/ 1515249 h 2262782"/>
                <a:gd name="csX6651" fmla="*/ 3107286 w 3644268"/>
                <a:gd name="csY6651" fmla="*/ 1513522 h 2262782"/>
                <a:gd name="csX6652" fmla="*/ 3102241 w 3644268"/>
                <a:gd name="csY6652" fmla="*/ 1512586 h 2262782"/>
                <a:gd name="csX6653" fmla="*/ 3097608 w 3644268"/>
                <a:gd name="csY6653" fmla="*/ 1510653 h 2262782"/>
                <a:gd name="csX6654" fmla="*/ 3096063 w 3644268"/>
                <a:gd name="csY6654" fmla="*/ 1510806 h 2262782"/>
                <a:gd name="csX6655" fmla="*/ 3089429 w 3644268"/>
                <a:gd name="csY6655" fmla="*/ 1516512 h 2262782"/>
                <a:gd name="csX6656" fmla="*/ 3087709 w 3644268"/>
                <a:gd name="csY6656" fmla="*/ 1519008 h 2262782"/>
                <a:gd name="csX6657" fmla="*/ 3084871 w 3644268"/>
                <a:gd name="csY6657" fmla="*/ 1530299 h 2262782"/>
                <a:gd name="csX6658" fmla="*/ 3084734 w 3644268"/>
                <a:gd name="csY6658" fmla="*/ 1538060 h 2262782"/>
                <a:gd name="csX6659" fmla="*/ 3083699 w 3644268"/>
                <a:gd name="csY6659" fmla="*/ 1545417 h 2262782"/>
                <a:gd name="csX6660" fmla="*/ 3080778 w 3644268"/>
                <a:gd name="csY6660" fmla="*/ 1548590 h 2262782"/>
                <a:gd name="csX6661" fmla="*/ 3079804 w 3644268"/>
                <a:gd name="csY6661" fmla="*/ 1552257 h 2262782"/>
                <a:gd name="csX6662" fmla="*/ 3079096 w 3644268"/>
                <a:gd name="csY6662" fmla="*/ 1556586 h 2262782"/>
                <a:gd name="csX6663" fmla="*/ 3082695 w 3644268"/>
                <a:gd name="csY6663" fmla="*/ 1558435 h 2262782"/>
                <a:gd name="csX6664" fmla="*/ 3083114 w 3644268"/>
                <a:gd name="csY6664" fmla="*/ 1559843 h 2262782"/>
                <a:gd name="csX6665" fmla="*/ 3083395 w 3644268"/>
                <a:gd name="csY6665" fmla="*/ 1561821 h 2262782"/>
                <a:gd name="csX6666" fmla="*/ 3081006 w 3644268"/>
                <a:gd name="csY6666" fmla="*/ 1566409 h 2262782"/>
                <a:gd name="csX6667" fmla="*/ 3075155 w 3644268"/>
                <a:gd name="csY6667" fmla="*/ 1572123 h 2262782"/>
                <a:gd name="csX6668" fmla="*/ 3074508 w 3644268"/>
                <a:gd name="csY6668" fmla="*/ 1573310 h 2262782"/>
                <a:gd name="csX6669" fmla="*/ 3073747 w 3644268"/>
                <a:gd name="csY6669" fmla="*/ 1575897 h 2262782"/>
                <a:gd name="csX6670" fmla="*/ 3077080 w 3644268"/>
                <a:gd name="csY6670" fmla="*/ 1580675 h 2262782"/>
                <a:gd name="csX6671" fmla="*/ 3074409 w 3644268"/>
                <a:gd name="csY6671" fmla="*/ 1582410 h 2262782"/>
                <a:gd name="csX6672" fmla="*/ 3071876 w 3644268"/>
                <a:gd name="csY6672" fmla="*/ 1583612 h 2262782"/>
                <a:gd name="csX6673" fmla="*/ 3069441 w 3644268"/>
                <a:gd name="csY6673" fmla="*/ 1585773 h 2262782"/>
                <a:gd name="csX6674" fmla="*/ 3061353 w 3644268"/>
                <a:gd name="csY6674" fmla="*/ 1586541 h 2262782"/>
                <a:gd name="csX6675" fmla="*/ 3055807 w 3644268"/>
                <a:gd name="csY6675" fmla="*/ 1591920 h 2262782"/>
                <a:gd name="csX6676" fmla="*/ 3046258 w 3644268"/>
                <a:gd name="csY6676" fmla="*/ 1597254 h 2262782"/>
                <a:gd name="csX6677" fmla="*/ 3042027 w 3644268"/>
                <a:gd name="csY6677" fmla="*/ 1600297 h 2262782"/>
                <a:gd name="csX6678" fmla="*/ 3040642 w 3644268"/>
                <a:gd name="csY6678" fmla="*/ 1602291 h 2262782"/>
                <a:gd name="csX6679" fmla="*/ 3037280 w 3644268"/>
                <a:gd name="csY6679" fmla="*/ 1610386 h 2262782"/>
                <a:gd name="csX6680" fmla="*/ 3035302 w 3644268"/>
                <a:gd name="csY6680" fmla="*/ 1613818 h 2262782"/>
                <a:gd name="csX6681" fmla="*/ 3028804 w 3644268"/>
                <a:gd name="csY6681" fmla="*/ 1619159 h 2262782"/>
                <a:gd name="csX6682" fmla="*/ 3023889 w 3644268"/>
                <a:gd name="csY6682" fmla="*/ 1626897 h 2262782"/>
                <a:gd name="csX6683" fmla="*/ 3016120 w 3644268"/>
                <a:gd name="csY6683" fmla="*/ 1636149 h 2262782"/>
                <a:gd name="csX6684" fmla="*/ 3013054 w 3644268"/>
                <a:gd name="csY6684" fmla="*/ 1637214 h 2262782"/>
                <a:gd name="csX6685" fmla="*/ 3009546 w 3644268"/>
                <a:gd name="csY6685" fmla="*/ 1639497 h 2262782"/>
                <a:gd name="csX6686" fmla="*/ 3005339 w 3644268"/>
                <a:gd name="csY6686" fmla="*/ 1645934 h 2262782"/>
                <a:gd name="csX6687" fmla="*/ 2994595 w 3644268"/>
                <a:gd name="csY6687" fmla="*/ 1657065 h 2262782"/>
                <a:gd name="csX6688" fmla="*/ 2989133 w 3644268"/>
                <a:gd name="csY6688" fmla="*/ 1670441 h 2262782"/>
                <a:gd name="csX6689" fmla="*/ 2986165 w 3644268"/>
                <a:gd name="csY6689" fmla="*/ 1674869 h 2262782"/>
                <a:gd name="csX6690" fmla="*/ 2983092 w 3644268"/>
                <a:gd name="csY6690" fmla="*/ 1678369 h 2262782"/>
                <a:gd name="csX6691" fmla="*/ 2981006 w 3644268"/>
                <a:gd name="csY6691" fmla="*/ 1682089 h 2262782"/>
                <a:gd name="csX6692" fmla="*/ 2977301 w 3644268"/>
                <a:gd name="csY6692" fmla="*/ 1685978 h 2262782"/>
                <a:gd name="csX6693" fmla="*/ 2969829 w 3644268"/>
                <a:gd name="csY6693" fmla="*/ 1691768 h 2262782"/>
                <a:gd name="csX6694" fmla="*/ 2964755 w 3644268"/>
                <a:gd name="csY6694" fmla="*/ 1696569 h 2262782"/>
                <a:gd name="csX6695" fmla="*/ 2962016 w 3644268"/>
                <a:gd name="csY6695" fmla="*/ 1699772 h 2262782"/>
                <a:gd name="csX6696" fmla="*/ 2961034 w 3644268"/>
                <a:gd name="csY6696" fmla="*/ 1702770 h 2262782"/>
                <a:gd name="csX6697" fmla="*/ 2959650 w 3644268"/>
                <a:gd name="csY6697" fmla="*/ 1702115 h 2262782"/>
                <a:gd name="csX6698" fmla="*/ 2954612 w 3644268"/>
                <a:gd name="csY6698" fmla="*/ 1703698 h 2262782"/>
                <a:gd name="csX6699" fmla="*/ 2948039 w 3644268"/>
                <a:gd name="csY6699" fmla="*/ 1702336 h 2262782"/>
                <a:gd name="csX6700" fmla="*/ 2943428 w 3644268"/>
                <a:gd name="csY6700" fmla="*/ 1711185 h 2262782"/>
                <a:gd name="csX6701" fmla="*/ 2938444 w 3644268"/>
                <a:gd name="csY6701" fmla="*/ 1712083 h 2262782"/>
                <a:gd name="csX6702" fmla="*/ 2933514 w 3644268"/>
                <a:gd name="csY6702" fmla="*/ 1709945 h 2262782"/>
                <a:gd name="csX6703" fmla="*/ 2931087 w 3644268"/>
                <a:gd name="csY6703" fmla="*/ 1711010 h 2262782"/>
                <a:gd name="csX6704" fmla="*/ 2930189 w 3644268"/>
                <a:gd name="csY6704" fmla="*/ 1711968 h 2262782"/>
                <a:gd name="csX6705" fmla="*/ 2929375 w 3644268"/>
                <a:gd name="csY6705" fmla="*/ 1713231 h 2262782"/>
                <a:gd name="csX6706" fmla="*/ 2931688 w 3644268"/>
                <a:gd name="csY6706" fmla="*/ 1716069 h 2262782"/>
                <a:gd name="csX6707" fmla="*/ 2932723 w 3644268"/>
                <a:gd name="csY6707" fmla="*/ 1718504 h 2262782"/>
                <a:gd name="csX6708" fmla="*/ 2933050 w 3644268"/>
                <a:gd name="csY6708" fmla="*/ 1720680 h 2262782"/>
                <a:gd name="csX6709" fmla="*/ 2933331 w 3644268"/>
                <a:gd name="csY6709" fmla="*/ 1724439 h 2262782"/>
                <a:gd name="csX6710" fmla="*/ 2930600 w 3644268"/>
                <a:gd name="csY6710" fmla="*/ 1731401 h 2262782"/>
                <a:gd name="csX6711" fmla="*/ 2928028 w 3644268"/>
                <a:gd name="csY6711" fmla="*/ 1736833 h 2262782"/>
                <a:gd name="csX6712" fmla="*/ 2923775 w 3644268"/>
                <a:gd name="csY6712" fmla="*/ 1741976 h 2262782"/>
                <a:gd name="csX6713" fmla="*/ 2913914 w 3644268"/>
                <a:gd name="csY6713" fmla="*/ 1751327 h 2262782"/>
                <a:gd name="csX6714" fmla="*/ 2913016 w 3644268"/>
                <a:gd name="csY6714" fmla="*/ 1752476 h 2262782"/>
                <a:gd name="csX6715" fmla="*/ 2912103 w 3644268"/>
                <a:gd name="csY6715" fmla="*/ 1754683 h 2262782"/>
                <a:gd name="csX6716" fmla="*/ 2906428 w 3644268"/>
                <a:gd name="csY6716" fmla="*/ 1778657 h 2262782"/>
                <a:gd name="csX6717" fmla="*/ 2904860 w 3644268"/>
                <a:gd name="csY6717" fmla="*/ 1789264 h 2262782"/>
                <a:gd name="csX6718" fmla="*/ 2902973 w 3644268"/>
                <a:gd name="csY6718" fmla="*/ 1806033 h 2262782"/>
                <a:gd name="csX6719" fmla="*/ 2903156 w 3644268"/>
                <a:gd name="csY6719" fmla="*/ 1811618 h 2262782"/>
                <a:gd name="csX6720" fmla="*/ 2904365 w 3644268"/>
                <a:gd name="csY6720" fmla="*/ 1824058 h 2262782"/>
                <a:gd name="csX6721" fmla="*/ 2906199 w 3644268"/>
                <a:gd name="csY6721" fmla="*/ 1836703 h 2262782"/>
                <a:gd name="csX6722" fmla="*/ 2910437 w 3644268"/>
                <a:gd name="csY6722" fmla="*/ 1858326 h 2262782"/>
                <a:gd name="csX6723" fmla="*/ 2911411 w 3644268"/>
                <a:gd name="csY6723" fmla="*/ 1864961 h 2262782"/>
                <a:gd name="csX6724" fmla="*/ 2914584 w 3644268"/>
                <a:gd name="csY6724" fmla="*/ 1891310 h 2262782"/>
                <a:gd name="csX6725" fmla="*/ 2914827 w 3644268"/>
                <a:gd name="csY6725" fmla="*/ 1896270 h 2262782"/>
                <a:gd name="csX6726" fmla="*/ 2915771 w 3644268"/>
                <a:gd name="csY6726" fmla="*/ 1900455 h 2262782"/>
                <a:gd name="csX6727" fmla="*/ 2917353 w 3644268"/>
                <a:gd name="csY6727" fmla="*/ 1904708 h 2262782"/>
                <a:gd name="csX6728" fmla="*/ 2920260 w 3644268"/>
                <a:gd name="csY6728" fmla="*/ 1908809 h 2262782"/>
                <a:gd name="csX6729" fmla="*/ 2920526 w 3644268"/>
                <a:gd name="csY6729" fmla="*/ 1913801 h 2262782"/>
                <a:gd name="csX6730" fmla="*/ 2922930 w 3644268"/>
                <a:gd name="csY6730" fmla="*/ 1929535 h 2262782"/>
                <a:gd name="csX6731" fmla="*/ 2923151 w 3644268"/>
                <a:gd name="csY6731" fmla="*/ 1944585 h 2262782"/>
                <a:gd name="csX6732" fmla="*/ 2923600 w 3644268"/>
                <a:gd name="csY6732" fmla="*/ 1947826 h 2262782"/>
                <a:gd name="csX6733" fmla="*/ 2924079 w 3644268"/>
                <a:gd name="csY6733" fmla="*/ 1950170 h 2262782"/>
                <a:gd name="csX6734" fmla="*/ 2926795 w 3644268"/>
                <a:gd name="csY6734" fmla="*/ 1953053 h 2262782"/>
                <a:gd name="csX6735" fmla="*/ 2927701 w 3644268"/>
                <a:gd name="csY6735" fmla="*/ 1956546 h 2262782"/>
                <a:gd name="csX6736" fmla="*/ 2927929 w 3644268"/>
                <a:gd name="csY6736" fmla="*/ 1959155 h 2262782"/>
                <a:gd name="csX6737" fmla="*/ 2928431 w 3644268"/>
                <a:gd name="csY6737" fmla="*/ 1961788 h 2262782"/>
                <a:gd name="csX6738" fmla="*/ 2930554 w 3644268"/>
                <a:gd name="csY6738" fmla="*/ 1960525 h 2262782"/>
                <a:gd name="csX6739" fmla="*/ 2938133 w 3644268"/>
                <a:gd name="csY6739" fmla="*/ 1953532 h 2262782"/>
                <a:gd name="csX6740" fmla="*/ 2944273 w 3644268"/>
                <a:gd name="csY6740" fmla="*/ 1946852 h 2262782"/>
                <a:gd name="csX6741" fmla="*/ 2945155 w 3644268"/>
                <a:gd name="csY6741" fmla="*/ 1944433 h 2262782"/>
                <a:gd name="csX6742" fmla="*/ 2947240 w 3644268"/>
                <a:gd name="csY6742" fmla="*/ 1942561 h 2262782"/>
                <a:gd name="csX6743" fmla="*/ 2951394 w 3644268"/>
                <a:gd name="csY6743" fmla="*/ 1940134 h 2262782"/>
                <a:gd name="csX6744" fmla="*/ 2957375 w 3644268"/>
                <a:gd name="csY6744" fmla="*/ 1933119 h 2262782"/>
                <a:gd name="csX6745" fmla="*/ 2962252 w 3644268"/>
                <a:gd name="csY6745" fmla="*/ 1923395 h 2262782"/>
                <a:gd name="csX6746" fmla="*/ 2965067 w 3644268"/>
                <a:gd name="csY6746" fmla="*/ 1915954 h 2262782"/>
                <a:gd name="csX6747" fmla="*/ 2965698 w 3644268"/>
                <a:gd name="csY6747" fmla="*/ 1913230 h 2262782"/>
                <a:gd name="csX6748" fmla="*/ 2965851 w 3644268"/>
                <a:gd name="csY6748" fmla="*/ 1910536 h 2262782"/>
                <a:gd name="csX6749" fmla="*/ 2965432 w 3644268"/>
                <a:gd name="csY6749" fmla="*/ 1904708 h 2262782"/>
                <a:gd name="csX6750" fmla="*/ 2966558 w 3644268"/>
                <a:gd name="csY6750" fmla="*/ 1902540 h 2262782"/>
                <a:gd name="csX6751" fmla="*/ 2968163 w 3644268"/>
                <a:gd name="csY6751" fmla="*/ 1896019 h 2262782"/>
                <a:gd name="csX6752" fmla="*/ 2967121 w 3644268"/>
                <a:gd name="csY6752" fmla="*/ 1894300 h 2262782"/>
                <a:gd name="csX6753" fmla="*/ 2964397 w 3644268"/>
                <a:gd name="csY6753" fmla="*/ 1893052 h 2262782"/>
                <a:gd name="csX6754" fmla="*/ 2965242 w 3644268"/>
                <a:gd name="csY6754" fmla="*/ 1890397 h 2262782"/>
                <a:gd name="csX6755" fmla="*/ 2967220 w 3644268"/>
                <a:gd name="csY6755" fmla="*/ 1889773 h 2262782"/>
                <a:gd name="csX6756" fmla="*/ 2968825 w 3644268"/>
                <a:gd name="csY6756" fmla="*/ 1891020 h 2262782"/>
                <a:gd name="csX6757" fmla="*/ 2969761 w 3644268"/>
                <a:gd name="csY6757" fmla="*/ 1893828 h 2262782"/>
                <a:gd name="csX6758" fmla="*/ 2971085 w 3644268"/>
                <a:gd name="csY6758" fmla="*/ 1894764 h 2262782"/>
                <a:gd name="csX6759" fmla="*/ 2975498 w 3644268"/>
                <a:gd name="csY6759" fmla="*/ 1889856 h 2262782"/>
                <a:gd name="csX6760" fmla="*/ 2979432 w 3644268"/>
                <a:gd name="csY6760" fmla="*/ 1887391 h 2262782"/>
                <a:gd name="csX6761" fmla="*/ 2989034 w 3644268"/>
                <a:gd name="csY6761" fmla="*/ 1883108 h 2262782"/>
                <a:gd name="csX6762" fmla="*/ 2992998 w 3644268"/>
                <a:gd name="csY6762" fmla="*/ 1883397 h 2262782"/>
                <a:gd name="csX6763" fmla="*/ 2996749 w 3644268"/>
                <a:gd name="csY6763" fmla="*/ 1887110 h 2262782"/>
                <a:gd name="csX6764" fmla="*/ 2998408 w 3644268"/>
                <a:gd name="csY6764" fmla="*/ 1886950 h 2262782"/>
                <a:gd name="csX6765" fmla="*/ 2997920 w 3644268"/>
                <a:gd name="csY6765" fmla="*/ 1881784 h 2262782"/>
                <a:gd name="csX6766" fmla="*/ 2995691 w 3644268"/>
                <a:gd name="csY6766" fmla="*/ 1878010 h 2262782"/>
                <a:gd name="csX6767" fmla="*/ 2995722 w 3644268"/>
                <a:gd name="csY6767" fmla="*/ 1875621 h 2262782"/>
                <a:gd name="csX6768" fmla="*/ 2996931 w 3644268"/>
                <a:gd name="csY6768" fmla="*/ 1871877 h 2262782"/>
                <a:gd name="csX6769" fmla="*/ 2996049 w 3644268"/>
                <a:gd name="csY6769" fmla="*/ 1869412 h 2262782"/>
                <a:gd name="csX6770" fmla="*/ 2995121 w 3644268"/>
                <a:gd name="csY6770" fmla="*/ 1867548 h 2262782"/>
                <a:gd name="csX6771" fmla="*/ 2994542 w 3644268"/>
                <a:gd name="csY6771" fmla="*/ 1863554 h 2262782"/>
                <a:gd name="csX6772" fmla="*/ 2996209 w 3644268"/>
                <a:gd name="csY6772" fmla="*/ 1855428 h 2262782"/>
                <a:gd name="csX6773" fmla="*/ 2998096 w 3644268"/>
                <a:gd name="csY6773" fmla="*/ 1850984 h 2262782"/>
                <a:gd name="csX6774" fmla="*/ 2999472 w 3644268"/>
                <a:gd name="csY6774" fmla="*/ 1848862 h 2262782"/>
                <a:gd name="csX6775" fmla="*/ 3004053 w 3644268"/>
                <a:gd name="csY6775" fmla="*/ 1845247 h 2262782"/>
                <a:gd name="csX6776" fmla="*/ 3008930 w 3644268"/>
                <a:gd name="csY6776" fmla="*/ 1840028 h 2262782"/>
                <a:gd name="csX6777" fmla="*/ 3014393 w 3644268"/>
                <a:gd name="csY6777" fmla="*/ 1835973 h 2262782"/>
                <a:gd name="csX6778" fmla="*/ 3017870 w 3644268"/>
                <a:gd name="csY6778" fmla="*/ 1834611 h 2262782"/>
                <a:gd name="csX6779" fmla="*/ 3022017 w 3644268"/>
                <a:gd name="csY6779" fmla="*/ 1833880 h 2262782"/>
                <a:gd name="csX6780" fmla="*/ 3025524 w 3644268"/>
                <a:gd name="csY6780" fmla="*/ 1836734 h 2262782"/>
                <a:gd name="csX6781" fmla="*/ 3032593 w 3644268"/>
                <a:gd name="csY6781" fmla="*/ 1836893 h 2262782"/>
                <a:gd name="csX6782" fmla="*/ 3034738 w 3644268"/>
                <a:gd name="csY6782" fmla="*/ 1836277 h 2262782"/>
                <a:gd name="csX6783" fmla="*/ 3039897 w 3644268"/>
                <a:gd name="csY6783" fmla="*/ 1830548 h 2262782"/>
                <a:gd name="csX6784" fmla="*/ 3042857 w 3644268"/>
                <a:gd name="csY6784" fmla="*/ 1828204 h 2262782"/>
                <a:gd name="csX6785" fmla="*/ 3042324 w 3644268"/>
                <a:gd name="csY6785" fmla="*/ 1823251 h 2262782"/>
                <a:gd name="csX6786" fmla="*/ 3040529 w 3644268"/>
                <a:gd name="csY6786" fmla="*/ 1819104 h 2262782"/>
                <a:gd name="csX6787" fmla="*/ 3036861 w 3644268"/>
                <a:gd name="csY6787" fmla="*/ 1813862 h 2262782"/>
                <a:gd name="csX6788" fmla="*/ 3036024 w 3644268"/>
                <a:gd name="csY6788" fmla="*/ 1811382 h 2262782"/>
                <a:gd name="csX6789" fmla="*/ 3034837 w 3644268"/>
                <a:gd name="csY6789" fmla="*/ 1805668 h 2262782"/>
                <a:gd name="csX6790" fmla="*/ 3034715 w 3644268"/>
                <a:gd name="csY6790" fmla="*/ 1800479 h 2262782"/>
                <a:gd name="csX6791" fmla="*/ 3035826 w 3644268"/>
                <a:gd name="csY6791" fmla="*/ 1794498 h 2262782"/>
                <a:gd name="csX6792" fmla="*/ 3038992 w 3644268"/>
                <a:gd name="csY6792" fmla="*/ 1787476 h 2262782"/>
                <a:gd name="csX6793" fmla="*/ 3042431 w 3644268"/>
                <a:gd name="csY6793" fmla="*/ 1777980 h 2262782"/>
                <a:gd name="csX6794" fmla="*/ 3043739 w 3644268"/>
                <a:gd name="csY6794" fmla="*/ 1776504 h 2262782"/>
                <a:gd name="csX6795" fmla="*/ 3047749 w 3644268"/>
                <a:gd name="csY6795" fmla="*/ 1774229 h 2262782"/>
                <a:gd name="csX6796" fmla="*/ 3050458 w 3644268"/>
                <a:gd name="csY6796" fmla="*/ 1772403 h 2262782"/>
                <a:gd name="csX6797" fmla="*/ 3051888 w 3644268"/>
                <a:gd name="csY6797" fmla="*/ 1771437 h 2262782"/>
                <a:gd name="csX6798" fmla="*/ 3051043 w 3644268"/>
                <a:gd name="csY6798" fmla="*/ 1766111 h 2262782"/>
                <a:gd name="csX6799" fmla="*/ 3053189 w 3644268"/>
                <a:gd name="csY6799" fmla="*/ 1763958 h 2262782"/>
                <a:gd name="csX6800" fmla="*/ 3054947 w 3644268"/>
                <a:gd name="csY6800" fmla="*/ 1762603 h 2262782"/>
                <a:gd name="csX6801" fmla="*/ 3059344 w 3644268"/>
                <a:gd name="csY6801" fmla="*/ 1763128 h 2262782"/>
                <a:gd name="csX6802" fmla="*/ 3060767 w 3644268"/>
                <a:gd name="csY6802" fmla="*/ 1761903 h 2262782"/>
                <a:gd name="csX6803" fmla="*/ 3062784 w 3644268"/>
                <a:gd name="csY6803" fmla="*/ 1761371 h 2262782"/>
                <a:gd name="csX6804" fmla="*/ 3061437 w 3644268"/>
                <a:gd name="csY6804" fmla="*/ 1764186 h 2262782"/>
                <a:gd name="csX6805" fmla="*/ 3059687 w 3644268"/>
                <a:gd name="csY6805" fmla="*/ 1766096 h 2262782"/>
                <a:gd name="csX6806" fmla="*/ 3055845 w 3644268"/>
                <a:gd name="csY6806" fmla="*/ 1768736 h 2262782"/>
                <a:gd name="csX6807" fmla="*/ 3054026 w 3644268"/>
                <a:gd name="csY6807" fmla="*/ 1772517 h 2262782"/>
                <a:gd name="csX6808" fmla="*/ 3058561 w 3644268"/>
                <a:gd name="csY6808" fmla="*/ 1778893 h 2262782"/>
                <a:gd name="csX6809" fmla="*/ 3061361 w 3644268"/>
                <a:gd name="csY6809" fmla="*/ 1780111 h 2262782"/>
                <a:gd name="csX6810" fmla="*/ 3062981 w 3644268"/>
                <a:gd name="csY6810" fmla="*/ 1779692 h 2262782"/>
                <a:gd name="csX6811" fmla="*/ 3066010 w 3644268"/>
                <a:gd name="csY6811" fmla="*/ 1776169 h 2262782"/>
                <a:gd name="csX6812" fmla="*/ 3067546 w 3644268"/>
                <a:gd name="csY6812" fmla="*/ 1774762 h 2262782"/>
                <a:gd name="csX6813" fmla="*/ 3069129 w 3644268"/>
                <a:gd name="csY6813" fmla="*/ 1772510 h 2262782"/>
                <a:gd name="csX6814" fmla="*/ 3068246 w 3644268"/>
                <a:gd name="csY6814" fmla="*/ 1764239 h 2262782"/>
                <a:gd name="csX6815" fmla="*/ 3067159 w 3644268"/>
                <a:gd name="csY6815" fmla="*/ 1759727 h 2262782"/>
                <a:gd name="csX6816" fmla="*/ 3067440 w 3644268"/>
                <a:gd name="csY6816" fmla="*/ 1754949 h 2262782"/>
                <a:gd name="csX6817" fmla="*/ 3065492 w 3644268"/>
                <a:gd name="csY6817" fmla="*/ 1753496 h 2262782"/>
                <a:gd name="csX6818" fmla="*/ 3062951 w 3644268"/>
                <a:gd name="csY6818" fmla="*/ 1752880 h 2262782"/>
                <a:gd name="csX6819" fmla="*/ 3060295 w 3644268"/>
                <a:gd name="csY6819" fmla="*/ 1753602 h 2262782"/>
                <a:gd name="csX6820" fmla="*/ 3058759 w 3644268"/>
                <a:gd name="csY6820" fmla="*/ 1752271 h 2262782"/>
                <a:gd name="csX6821" fmla="*/ 3057739 w 3644268"/>
                <a:gd name="csY6821" fmla="*/ 1750148 h 2262782"/>
                <a:gd name="csX6822" fmla="*/ 3057496 w 3644268"/>
                <a:gd name="csY6822" fmla="*/ 1747660 h 2262782"/>
                <a:gd name="csX6823" fmla="*/ 3058006 w 3644268"/>
                <a:gd name="csY6823" fmla="*/ 1741878 h 2262782"/>
                <a:gd name="csX6824" fmla="*/ 3057853 w 3644268"/>
                <a:gd name="csY6824" fmla="*/ 1738766 h 2262782"/>
                <a:gd name="csX6825" fmla="*/ 3056864 w 3644268"/>
                <a:gd name="csY6825" fmla="*/ 1733219 h 2262782"/>
                <a:gd name="csX6826" fmla="*/ 3056879 w 3644268"/>
                <a:gd name="csY6826" fmla="*/ 1731636 h 2262782"/>
                <a:gd name="csX6827" fmla="*/ 3057244 w 3644268"/>
                <a:gd name="csY6827" fmla="*/ 1728738 h 2262782"/>
                <a:gd name="csX6828" fmla="*/ 3061033 w 3644268"/>
                <a:gd name="csY6828" fmla="*/ 1723990 h 2262782"/>
                <a:gd name="csX6829" fmla="*/ 3064275 w 3644268"/>
                <a:gd name="csY6829" fmla="*/ 1720520 h 2262782"/>
                <a:gd name="csX6830" fmla="*/ 3065972 w 3644268"/>
                <a:gd name="csY6830" fmla="*/ 1717637 h 2262782"/>
                <a:gd name="csX6831" fmla="*/ 3066519 w 3644268"/>
                <a:gd name="csY6831" fmla="*/ 1715666 h 2262782"/>
                <a:gd name="csX6832" fmla="*/ 3066778 w 3644268"/>
                <a:gd name="csY6832" fmla="*/ 1711535 h 2262782"/>
                <a:gd name="csX6833" fmla="*/ 3065051 w 3644268"/>
                <a:gd name="csY6833" fmla="*/ 1709655 h 2262782"/>
                <a:gd name="csX6834" fmla="*/ 3055936 w 3644268"/>
                <a:gd name="csY6834" fmla="*/ 1705296 h 2262782"/>
                <a:gd name="csX6835" fmla="*/ 3054566 w 3644268"/>
                <a:gd name="csY6835" fmla="*/ 1705204 h 2262782"/>
                <a:gd name="csX6836" fmla="*/ 3051744 w 3644268"/>
                <a:gd name="csY6836" fmla="*/ 1706977 h 2262782"/>
                <a:gd name="csX6837" fmla="*/ 3050572 w 3644268"/>
                <a:gd name="csY6837" fmla="*/ 1712501 h 2262782"/>
                <a:gd name="csX6838" fmla="*/ 3048959 w 3644268"/>
                <a:gd name="csY6838" fmla="*/ 1714456 h 2262782"/>
                <a:gd name="csX6839" fmla="*/ 3048974 w 3644268"/>
                <a:gd name="csY6839" fmla="*/ 1713345 h 2262782"/>
                <a:gd name="csX6840" fmla="*/ 3049385 w 3644268"/>
                <a:gd name="csY6840" fmla="*/ 1712014 h 2262782"/>
                <a:gd name="csX6841" fmla="*/ 3044812 w 3644268"/>
                <a:gd name="csY6841" fmla="*/ 1709983 h 2262782"/>
                <a:gd name="csX6842" fmla="*/ 3042689 w 3644268"/>
                <a:gd name="csY6842" fmla="*/ 1708156 h 2262782"/>
                <a:gd name="csX6843" fmla="*/ 3041449 w 3644268"/>
                <a:gd name="csY6843" fmla="*/ 1706407 h 2262782"/>
                <a:gd name="csX6844" fmla="*/ 3040642 w 3644268"/>
                <a:gd name="csY6844" fmla="*/ 1703888 h 2262782"/>
                <a:gd name="csX6845" fmla="*/ 3039752 w 3644268"/>
                <a:gd name="csY6845" fmla="*/ 1700030 h 2262782"/>
                <a:gd name="csX6846" fmla="*/ 3041654 w 3644268"/>
                <a:gd name="csY6846" fmla="*/ 1692110 h 2262782"/>
                <a:gd name="csX6847" fmla="*/ 3043633 w 3644268"/>
                <a:gd name="csY6847" fmla="*/ 1685019 h 2262782"/>
                <a:gd name="csX6848" fmla="*/ 3050283 w 3644268"/>
                <a:gd name="csY6848" fmla="*/ 1674344 h 2262782"/>
                <a:gd name="csX6849" fmla="*/ 3054346 w 3644268"/>
                <a:gd name="csY6849" fmla="*/ 1670593 h 2262782"/>
                <a:gd name="csX6850" fmla="*/ 3058698 w 3644268"/>
                <a:gd name="csY6850" fmla="*/ 1664849 h 2262782"/>
                <a:gd name="csX6851" fmla="*/ 3060562 w 3644268"/>
                <a:gd name="csY6851" fmla="*/ 1663829 h 2262782"/>
                <a:gd name="csX6852" fmla="*/ 3061315 w 3644268"/>
                <a:gd name="csY6852" fmla="*/ 1662893 h 2262782"/>
                <a:gd name="csX6853" fmla="*/ 3062053 w 3644268"/>
                <a:gd name="csY6853" fmla="*/ 1661501 h 2262782"/>
                <a:gd name="csX6854" fmla="*/ 3060676 w 3644268"/>
                <a:gd name="csY6854" fmla="*/ 1657598 h 2262782"/>
                <a:gd name="csX6855" fmla="*/ 3061429 w 3644268"/>
                <a:gd name="csY6855" fmla="*/ 1656647 h 2262782"/>
                <a:gd name="csX6856" fmla="*/ 3062182 w 3644268"/>
                <a:gd name="csY6856" fmla="*/ 1656182 h 2262782"/>
                <a:gd name="csX6857" fmla="*/ 3063780 w 3644268"/>
                <a:gd name="csY6857" fmla="*/ 1656882 h 2262782"/>
                <a:gd name="csX6858" fmla="*/ 3067790 w 3644268"/>
                <a:gd name="csY6858" fmla="*/ 1649753 h 2262782"/>
                <a:gd name="csX6859" fmla="*/ 3067706 w 3644268"/>
                <a:gd name="csY6859" fmla="*/ 1640646 h 2262782"/>
                <a:gd name="csX6860" fmla="*/ 3068817 w 3644268"/>
                <a:gd name="csY6860" fmla="*/ 1632832 h 2262782"/>
                <a:gd name="csX6861" fmla="*/ 3069745 w 3644268"/>
                <a:gd name="csY6861" fmla="*/ 1629613 h 2262782"/>
                <a:gd name="csX6862" fmla="*/ 3070712 w 3644268"/>
                <a:gd name="csY6862" fmla="*/ 1627346 h 2262782"/>
                <a:gd name="csX6863" fmla="*/ 3072500 w 3644268"/>
                <a:gd name="csY6863" fmla="*/ 1625139 h 2262782"/>
                <a:gd name="csX6864" fmla="*/ 3074219 w 3644268"/>
                <a:gd name="csY6864" fmla="*/ 1623983 h 2262782"/>
                <a:gd name="csX6865" fmla="*/ 3076692 w 3644268"/>
                <a:gd name="csY6865" fmla="*/ 1621244 h 2262782"/>
                <a:gd name="csX6866" fmla="*/ 3077833 w 3644268"/>
                <a:gd name="csY6866" fmla="*/ 1619129 h 2262782"/>
                <a:gd name="csX6867" fmla="*/ 3078617 w 3644268"/>
                <a:gd name="csY6867" fmla="*/ 1618573 h 2262782"/>
                <a:gd name="csX6868" fmla="*/ 3081447 w 3644268"/>
                <a:gd name="csY6868" fmla="*/ 1618741 h 2262782"/>
                <a:gd name="csX6869" fmla="*/ 3083684 w 3644268"/>
                <a:gd name="csY6869" fmla="*/ 1619578 h 2262782"/>
                <a:gd name="csX6870" fmla="*/ 3086195 w 3644268"/>
                <a:gd name="csY6870" fmla="*/ 1620985 h 2262782"/>
                <a:gd name="csX6871" fmla="*/ 3085723 w 3644268"/>
                <a:gd name="csY6871" fmla="*/ 1624675 h 2262782"/>
                <a:gd name="csX6872" fmla="*/ 3088683 w 3644268"/>
                <a:gd name="csY6872" fmla="*/ 1621434 h 2262782"/>
                <a:gd name="csX6873" fmla="*/ 3091361 w 3644268"/>
                <a:gd name="csY6873" fmla="*/ 1617843 h 2262782"/>
                <a:gd name="csX6874" fmla="*/ 3092708 w 3644268"/>
                <a:gd name="csY6874" fmla="*/ 1617211 h 2262782"/>
                <a:gd name="csX6875" fmla="*/ 3094527 w 3644268"/>
                <a:gd name="csY6875" fmla="*/ 1617698 h 2262782"/>
                <a:gd name="csX6876" fmla="*/ 3097608 w 3644268"/>
                <a:gd name="csY6876" fmla="*/ 1620422 h 2262782"/>
                <a:gd name="csX6877" fmla="*/ 3099959 w 3644268"/>
                <a:gd name="csY6877" fmla="*/ 1625664 h 2262782"/>
                <a:gd name="csX6878" fmla="*/ 3101557 w 3644268"/>
                <a:gd name="csY6878" fmla="*/ 1627080 h 2262782"/>
                <a:gd name="csX6879" fmla="*/ 3103672 w 3644268"/>
                <a:gd name="csY6879" fmla="*/ 1626966 h 2262782"/>
                <a:gd name="csX6880" fmla="*/ 3105072 w 3644268"/>
                <a:gd name="csY6880" fmla="*/ 1626235 h 2262782"/>
                <a:gd name="csX6881" fmla="*/ 3106236 w 3644268"/>
                <a:gd name="csY6881" fmla="*/ 1622629 h 2262782"/>
                <a:gd name="csX6882" fmla="*/ 3106464 w 3644268"/>
                <a:gd name="csY6882" fmla="*/ 1616101 h 2262782"/>
                <a:gd name="csX6883" fmla="*/ 3108777 w 3644268"/>
                <a:gd name="csY6883" fmla="*/ 1614982 h 2262782"/>
                <a:gd name="csX6884" fmla="*/ 3110756 w 3644268"/>
                <a:gd name="csY6884" fmla="*/ 1614548 h 2262782"/>
                <a:gd name="csX6885" fmla="*/ 3113548 w 3644268"/>
                <a:gd name="csY6885" fmla="*/ 1611535 h 2262782"/>
                <a:gd name="csX6886" fmla="*/ 3117116 w 3644268"/>
                <a:gd name="csY6886" fmla="*/ 1610189 h 2262782"/>
                <a:gd name="csX6887" fmla="*/ 3124786 w 3644268"/>
                <a:gd name="csY6887" fmla="*/ 1605007 h 2262782"/>
                <a:gd name="csX6888" fmla="*/ 3129868 w 3644268"/>
                <a:gd name="csY6888" fmla="*/ 1599674 h 2262782"/>
                <a:gd name="csX6889" fmla="*/ 3133536 w 3644268"/>
                <a:gd name="csY6889" fmla="*/ 1599483 h 2262782"/>
                <a:gd name="csX6890" fmla="*/ 3132600 w 3644268"/>
                <a:gd name="csY6890" fmla="*/ 1602534 h 2262782"/>
                <a:gd name="csX6891" fmla="*/ 3132265 w 3644268"/>
                <a:gd name="csY6891" fmla="*/ 1605471 h 2262782"/>
                <a:gd name="csX6892" fmla="*/ 3130926 w 3644268"/>
                <a:gd name="csY6892" fmla="*/ 1612684 h 2262782"/>
                <a:gd name="csX6893" fmla="*/ 3129609 w 3644268"/>
                <a:gd name="csY6893" fmla="*/ 1616511 h 2262782"/>
                <a:gd name="csX6894" fmla="*/ 3128917 w 3644268"/>
                <a:gd name="csY6894" fmla="*/ 1621183 h 2262782"/>
                <a:gd name="csX6895" fmla="*/ 3129191 w 3644268"/>
                <a:gd name="csY6895" fmla="*/ 1623625 h 2262782"/>
                <a:gd name="csX6896" fmla="*/ 3129990 w 3644268"/>
                <a:gd name="csY6896" fmla="*/ 1626707 h 2262782"/>
                <a:gd name="csX6897" fmla="*/ 3131839 w 3644268"/>
                <a:gd name="csY6897" fmla="*/ 1626418 h 2262782"/>
                <a:gd name="csX6898" fmla="*/ 3133094 w 3644268"/>
                <a:gd name="csY6898" fmla="*/ 1625733 h 2262782"/>
                <a:gd name="csX6899" fmla="*/ 3135673 w 3644268"/>
                <a:gd name="csY6899" fmla="*/ 1622560 h 2262782"/>
                <a:gd name="csX6900" fmla="*/ 3146600 w 3644268"/>
                <a:gd name="csY6900" fmla="*/ 1607153 h 2262782"/>
                <a:gd name="csX6901" fmla="*/ 3152207 w 3644268"/>
                <a:gd name="csY6901" fmla="*/ 1602869 h 2262782"/>
                <a:gd name="csX6902" fmla="*/ 3160729 w 3644268"/>
                <a:gd name="csY6902" fmla="*/ 1600161 h 2262782"/>
                <a:gd name="csX6903" fmla="*/ 3163293 w 3644268"/>
                <a:gd name="csY6903" fmla="*/ 1598418 h 2262782"/>
                <a:gd name="csX6904" fmla="*/ 3171654 w 3644268"/>
                <a:gd name="csY6904" fmla="*/ 1595618 h 2262782"/>
                <a:gd name="csX6905" fmla="*/ 3178601 w 3644268"/>
                <a:gd name="csY6905" fmla="*/ 1594827 h 2262782"/>
                <a:gd name="csX6906" fmla="*/ 3183029 w 3644268"/>
                <a:gd name="csY6906" fmla="*/ 1596098 h 2262782"/>
                <a:gd name="csX6907" fmla="*/ 3185548 w 3644268"/>
                <a:gd name="csY6907" fmla="*/ 1596060 h 2262782"/>
                <a:gd name="csX6908" fmla="*/ 3194906 w 3644268"/>
                <a:gd name="csY6908" fmla="*/ 1594667 h 2262782"/>
                <a:gd name="csX6909" fmla="*/ 3195956 w 3644268"/>
                <a:gd name="csY6909" fmla="*/ 1596372 h 2262782"/>
                <a:gd name="csX6910" fmla="*/ 3203276 w 3644268"/>
                <a:gd name="csY6910" fmla="*/ 1601507 h 2262782"/>
                <a:gd name="csX6911" fmla="*/ 3207468 w 3644268"/>
                <a:gd name="csY6911" fmla="*/ 1608948 h 2262782"/>
                <a:gd name="csX6912" fmla="*/ 3208312 w 3644268"/>
                <a:gd name="csY6912" fmla="*/ 1609595 h 2262782"/>
                <a:gd name="csX6913" fmla="*/ 3209013 w 3644268"/>
                <a:gd name="csY6913" fmla="*/ 1610980 h 2262782"/>
                <a:gd name="csX6914" fmla="*/ 3209233 w 3644268"/>
                <a:gd name="csY6914" fmla="*/ 1613985 h 2262782"/>
                <a:gd name="csX6915" fmla="*/ 3209865 w 3644268"/>
                <a:gd name="csY6915" fmla="*/ 1615849 h 2262782"/>
                <a:gd name="csX6916" fmla="*/ 3211052 w 3644268"/>
                <a:gd name="csY6916" fmla="*/ 1617440 h 2262782"/>
                <a:gd name="csX6917" fmla="*/ 3214704 w 3644268"/>
                <a:gd name="csY6917" fmla="*/ 1620894 h 2262782"/>
                <a:gd name="csX6918" fmla="*/ 3218911 w 3644268"/>
                <a:gd name="csY6918" fmla="*/ 1621769 h 2262782"/>
                <a:gd name="csX6919" fmla="*/ 3219885 w 3644268"/>
                <a:gd name="csY6919" fmla="*/ 1619882 h 2262782"/>
                <a:gd name="csX6920" fmla="*/ 3220456 w 3644268"/>
                <a:gd name="csY6920" fmla="*/ 1618261 h 2262782"/>
                <a:gd name="csX6921" fmla="*/ 3222358 w 3644268"/>
                <a:gd name="csY6921" fmla="*/ 1609192 h 2262782"/>
                <a:gd name="csX6922" fmla="*/ 3223986 w 3644268"/>
                <a:gd name="csY6922" fmla="*/ 1605608 h 2262782"/>
                <a:gd name="csX6923" fmla="*/ 3224009 w 3644268"/>
                <a:gd name="csY6923" fmla="*/ 1603417 h 2262782"/>
                <a:gd name="csX6924" fmla="*/ 3224412 w 3644268"/>
                <a:gd name="csY6924" fmla="*/ 1601637 h 2262782"/>
                <a:gd name="csX6925" fmla="*/ 3228491 w 3644268"/>
                <a:gd name="csY6925" fmla="*/ 1598974 h 2262782"/>
                <a:gd name="csX6926" fmla="*/ 3231694 w 3644268"/>
                <a:gd name="csY6926" fmla="*/ 1597832 h 2262782"/>
                <a:gd name="csX6927" fmla="*/ 3243236 w 3644268"/>
                <a:gd name="csY6927" fmla="*/ 1589014 h 2262782"/>
                <a:gd name="csX6928" fmla="*/ 3248356 w 3644268"/>
                <a:gd name="csY6928" fmla="*/ 1583894 h 2262782"/>
                <a:gd name="csX6929" fmla="*/ 3250510 w 3644268"/>
                <a:gd name="csY6929" fmla="*/ 1584145 h 2262782"/>
                <a:gd name="csX6930" fmla="*/ 3252374 w 3644268"/>
                <a:gd name="csY6930" fmla="*/ 1582973 h 2262782"/>
                <a:gd name="csX6931" fmla="*/ 3254086 w 3644268"/>
                <a:gd name="csY6931" fmla="*/ 1581375 h 2262782"/>
                <a:gd name="csX6932" fmla="*/ 3255570 w 3644268"/>
                <a:gd name="csY6932" fmla="*/ 1580721 h 2262782"/>
                <a:gd name="csX6933" fmla="*/ 3258682 w 3644268"/>
                <a:gd name="csY6933" fmla="*/ 1577107 h 2262782"/>
                <a:gd name="csX6934" fmla="*/ 3262516 w 3644268"/>
                <a:gd name="csY6934" fmla="*/ 1574291 h 2262782"/>
                <a:gd name="csX6935" fmla="*/ 3261869 w 3644268"/>
                <a:gd name="csY6935" fmla="*/ 1571872 h 2262782"/>
                <a:gd name="csX6936" fmla="*/ 3262592 w 3644268"/>
                <a:gd name="csY6936" fmla="*/ 1569627 h 2262782"/>
                <a:gd name="csX6937" fmla="*/ 3264746 w 3644268"/>
                <a:gd name="csY6937" fmla="*/ 1568813 h 2262782"/>
                <a:gd name="csX6938" fmla="*/ 3266617 w 3644268"/>
                <a:gd name="csY6938" fmla="*/ 1568616 h 2262782"/>
                <a:gd name="csX6939" fmla="*/ 3269006 w 3644268"/>
                <a:gd name="csY6939" fmla="*/ 1566006 h 2262782"/>
                <a:gd name="csX6940" fmla="*/ 3268854 w 3644268"/>
                <a:gd name="csY6940" fmla="*/ 1563974 h 2262782"/>
                <a:gd name="csX6941" fmla="*/ 3269721 w 3644268"/>
                <a:gd name="csY6941" fmla="*/ 1563122 h 2262782"/>
                <a:gd name="csX6942" fmla="*/ 3270969 w 3644268"/>
                <a:gd name="csY6942" fmla="*/ 1563282 h 2262782"/>
                <a:gd name="csX6943" fmla="*/ 3272651 w 3644268"/>
                <a:gd name="csY6943" fmla="*/ 1564066 h 2262782"/>
                <a:gd name="csX6944" fmla="*/ 3273510 w 3644268"/>
                <a:gd name="csY6944" fmla="*/ 1563244 h 2262782"/>
                <a:gd name="csX6945" fmla="*/ 3272011 w 3644268"/>
                <a:gd name="csY6945" fmla="*/ 1560398 h 2262782"/>
                <a:gd name="csX6946" fmla="*/ 3271350 w 3644268"/>
                <a:gd name="csY6946" fmla="*/ 1557697 h 2262782"/>
                <a:gd name="csX6947" fmla="*/ 3272415 w 3644268"/>
                <a:gd name="csY6947" fmla="*/ 1556229 h 2262782"/>
                <a:gd name="csX6948" fmla="*/ 3276645 w 3644268"/>
                <a:gd name="csY6948" fmla="*/ 1559036 h 2262782"/>
                <a:gd name="csX6949" fmla="*/ 3278296 w 3644268"/>
                <a:gd name="csY6949" fmla="*/ 1559013 h 2262782"/>
                <a:gd name="csX6950" fmla="*/ 3283828 w 3644268"/>
                <a:gd name="csY6950" fmla="*/ 1552310 h 2262782"/>
                <a:gd name="csX6951" fmla="*/ 3288796 w 3644268"/>
                <a:gd name="csY6951" fmla="*/ 1545158 h 2262782"/>
                <a:gd name="csX6952" fmla="*/ 3293049 w 3644268"/>
                <a:gd name="csY6952" fmla="*/ 1546809 h 2262782"/>
                <a:gd name="csX6953" fmla="*/ 3299806 w 3644268"/>
                <a:gd name="csY6953" fmla="*/ 1541597 h 2262782"/>
                <a:gd name="csX6954" fmla="*/ 3302925 w 3644268"/>
                <a:gd name="csY6954" fmla="*/ 1540586 h 2262782"/>
                <a:gd name="csX6955" fmla="*/ 3307825 w 3644268"/>
                <a:gd name="csY6955" fmla="*/ 1540312 h 2262782"/>
                <a:gd name="csX6956" fmla="*/ 3309887 w 3644268"/>
                <a:gd name="csY6956" fmla="*/ 1538318 h 2262782"/>
                <a:gd name="csX6957" fmla="*/ 3312116 w 3644268"/>
                <a:gd name="csY6957" fmla="*/ 1534681 h 2262782"/>
                <a:gd name="csX6958" fmla="*/ 3313874 w 3644268"/>
                <a:gd name="csY6958" fmla="*/ 1535092 h 2262782"/>
                <a:gd name="csX6959" fmla="*/ 3322304 w 3644268"/>
                <a:gd name="csY6959" fmla="*/ 1530755 h 2262782"/>
                <a:gd name="csX6960" fmla="*/ 3323917 w 3644268"/>
                <a:gd name="csY6960" fmla="*/ 1527659 h 2262782"/>
                <a:gd name="csX6961" fmla="*/ 3326002 w 3644268"/>
                <a:gd name="csY6961" fmla="*/ 1526791 h 2262782"/>
                <a:gd name="csX6962" fmla="*/ 3327630 w 3644268"/>
                <a:gd name="csY6962" fmla="*/ 1526487 h 2262782"/>
                <a:gd name="csX6963" fmla="*/ 3331297 w 3644268"/>
                <a:gd name="csY6963" fmla="*/ 1523915 h 2262782"/>
                <a:gd name="csX6964" fmla="*/ 3346553 w 3644268"/>
                <a:gd name="csY6964" fmla="*/ 1516504 h 2262782"/>
                <a:gd name="csX6965" fmla="*/ 3348866 w 3644268"/>
                <a:gd name="csY6965" fmla="*/ 1513522 h 2262782"/>
                <a:gd name="csX6966" fmla="*/ 3354549 w 3644268"/>
                <a:gd name="csY6966" fmla="*/ 1509147 h 2262782"/>
                <a:gd name="csX6967" fmla="*/ 3358924 w 3644268"/>
                <a:gd name="csY6967" fmla="*/ 1507747 h 2262782"/>
                <a:gd name="csX6968" fmla="*/ 3364303 w 3644268"/>
                <a:gd name="csY6968" fmla="*/ 1506591 h 2262782"/>
                <a:gd name="csX6969" fmla="*/ 3364950 w 3644268"/>
                <a:gd name="csY6969" fmla="*/ 1505175 h 2262782"/>
                <a:gd name="csX6970" fmla="*/ 3361070 w 3644268"/>
                <a:gd name="csY6970" fmla="*/ 1503555 h 2262782"/>
                <a:gd name="csX6971" fmla="*/ 3360141 w 3644268"/>
                <a:gd name="csY6971" fmla="*/ 1502063 h 2262782"/>
                <a:gd name="csX6972" fmla="*/ 3360119 w 3644268"/>
                <a:gd name="csY6972" fmla="*/ 1500458 h 2262782"/>
                <a:gd name="csX6973" fmla="*/ 3360682 w 3644268"/>
                <a:gd name="csY6973" fmla="*/ 1499111 h 2262782"/>
                <a:gd name="csX6974" fmla="*/ 3361397 w 3644268"/>
                <a:gd name="csY6974" fmla="*/ 1496547 h 2262782"/>
                <a:gd name="csX6975" fmla="*/ 3362843 w 3644268"/>
                <a:gd name="csY6975" fmla="*/ 1495977 h 2262782"/>
                <a:gd name="csX6976" fmla="*/ 3364585 w 3644268"/>
                <a:gd name="csY6976" fmla="*/ 1497803 h 2262782"/>
                <a:gd name="csX6977" fmla="*/ 3366419 w 3644268"/>
                <a:gd name="csY6977" fmla="*/ 1497795 h 2262782"/>
                <a:gd name="csX6978" fmla="*/ 3367263 w 3644268"/>
                <a:gd name="csY6978" fmla="*/ 1496220 h 2262782"/>
                <a:gd name="csX6979" fmla="*/ 3368130 w 3644268"/>
                <a:gd name="csY6979" fmla="*/ 1496357 h 2262782"/>
                <a:gd name="csX6980" fmla="*/ 3368572 w 3644268"/>
                <a:gd name="csY6980" fmla="*/ 1498419 h 2262782"/>
                <a:gd name="csX6981" fmla="*/ 3367636 w 3644268"/>
                <a:gd name="csY6981" fmla="*/ 1500823 h 2262782"/>
                <a:gd name="csX6982" fmla="*/ 3367210 w 3644268"/>
                <a:gd name="csY6982" fmla="*/ 1502718 h 2262782"/>
                <a:gd name="csX6983" fmla="*/ 3367134 w 3644268"/>
                <a:gd name="csY6983" fmla="*/ 1504825 h 2262782"/>
                <a:gd name="csX6984" fmla="*/ 3368389 w 3644268"/>
                <a:gd name="csY6984" fmla="*/ 1505366 h 2262782"/>
                <a:gd name="csX6985" fmla="*/ 3375047 w 3644268"/>
                <a:gd name="csY6985" fmla="*/ 1505579 h 2262782"/>
                <a:gd name="csX6986" fmla="*/ 3382655 w 3644268"/>
                <a:gd name="csY6986" fmla="*/ 1507237 h 2262782"/>
                <a:gd name="csX6987" fmla="*/ 3402818 w 3644268"/>
                <a:gd name="csY6987" fmla="*/ 1516078 h 2262782"/>
                <a:gd name="csX6988" fmla="*/ 3404545 w 3644268"/>
                <a:gd name="csY6988" fmla="*/ 1517524 h 2262782"/>
                <a:gd name="csX6989" fmla="*/ 3406173 w 3644268"/>
                <a:gd name="csY6989" fmla="*/ 1517676 h 2262782"/>
                <a:gd name="csX6990" fmla="*/ 3406455 w 3644268"/>
                <a:gd name="csY6990" fmla="*/ 1514184 h 2262782"/>
                <a:gd name="csX6991" fmla="*/ 3407376 w 3644268"/>
                <a:gd name="csY6991" fmla="*/ 1510836 h 2262782"/>
                <a:gd name="csX6992" fmla="*/ 3409757 w 3644268"/>
                <a:gd name="csY6992" fmla="*/ 1508934 h 2262782"/>
                <a:gd name="csX6993" fmla="*/ 3413782 w 3644268"/>
                <a:gd name="csY6993" fmla="*/ 1504179 h 2262782"/>
                <a:gd name="csX6994" fmla="*/ 3415775 w 3644268"/>
                <a:gd name="csY6994" fmla="*/ 1500724 h 2262782"/>
                <a:gd name="csX6995" fmla="*/ 3415775 w 3644268"/>
                <a:gd name="csY6995" fmla="*/ 1496722 h 2262782"/>
                <a:gd name="csX6996" fmla="*/ 3414505 w 3644268"/>
                <a:gd name="csY6996" fmla="*/ 1492553 h 2262782"/>
                <a:gd name="csX6997" fmla="*/ 3411728 w 3644268"/>
                <a:gd name="csY6997" fmla="*/ 1491579 h 2262782"/>
                <a:gd name="csX6998" fmla="*/ 3410046 w 3644268"/>
                <a:gd name="csY6998" fmla="*/ 1488946 h 2262782"/>
                <a:gd name="csX6999" fmla="*/ 3409133 w 3644268"/>
                <a:gd name="csY6999" fmla="*/ 1485735 h 2262782"/>
                <a:gd name="csX7000" fmla="*/ 3410617 w 3644268"/>
                <a:gd name="csY7000" fmla="*/ 1483400 h 2262782"/>
                <a:gd name="csX7001" fmla="*/ 3412237 w 3644268"/>
                <a:gd name="csY7001" fmla="*/ 1482464 h 2262782"/>
                <a:gd name="csX7002" fmla="*/ 3411888 w 3644268"/>
                <a:gd name="csY7002" fmla="*/ 1479192 h 2262782"/>
                <a:gd name="csX7003" fmla="*/ 3410685 w 3644268"/>
                <a:gd name="csY7003" fmla="*/ 1477161 h 2262782"/>
                <a:gd name="csX7004" fmla="*/ 3404188 w 3644268"/>
                <a:gd name="csY7004" fmla="*/ 1472793 h 2262782"/>
                <a:gd name="csX7005" fmla="*/ 3401912 w 3644268"/>
                <a:gd name="csY7005" fmla="*/ 1469818 h 2262782"/>
                <a:gd name="csX7006" fmla="*/ 3401844 w 3644268"/>
                <a:gd name="csY7006" fmla="*/ 1467193 h 2262782"/>
                <a:gd name="csX7007" fmla="*/ 3399158 w 3644268"/>
                <a:gd name="csY7007" fmla="*/ 1460505 h 2262782"/>
                <a:gd name="csX7008" fmla="*/ 3398786 w 3644268"/>
                <a:gd name="csY7008" fmla="*/ 1461944 h 2262782"/>
                <a:gd name="csX7009" fmla="*/ 3399021 w 3644268"/>
                <a:gd name="csY7009" fmla="*/ 1465177 h 2262782"/>
                <a:gd name="csX7010" fmla="*/ 3398116 w 3644268"/>
                <a:gd name="csY7010" fmla="*/ 1467444 h 2262782"/>
                <a:gd name="csX7011" fmla="*/ 3396716 w 3644268"/>
                <a:gd name="csY7011" fmla="*/ 1467087 h 2262782"/>
                <a:gd name="csX7012" fmla="*/ 3396503 w 3644268"/>
                <a:gd name="csY7012" fmla="*/ 1465291 h 2262782"/>
                <a:gd name="csX7013" fmla="*/ 3397309 w 3644268"/>
                <a:gd name="csY7013" fmla="*/ 1461396 h 2262782"/>
                <a:gd name="csX7014" fmla="*/ 3396183 w 3644268"/>
                <a:gd name="csY7014" fmla="*/ 1459714 h 2262782"/>
                <a:gd name="csX7015" fmla="*/ 3392181 w 3644268"/>
                <a:gd name="csY7015" fmla="*/ 1458877 h 2262782"/>
                <a:gd name="csX7016" fmla="*/ 3391634 w 3644268"/>
                <a:gd name="csY7016" fmla="*/ 1457363 h 2262782"/>
                <a:gd name="csX7017" fmla="*/ 3395598 w 3644268"/>
                <a:gd name="csY7017" fmla="*/ 1455195 h 2262782"/>
                <a:gd name="csX7018" fmla="*/ 3396769 w 3644268"/>
                <a:gd name="csY7018" fmla="*/ 1455195 h 2262782"/>
                <a:gd name="csX7019" fmla="*/ 3397842 w 3644268"/>
                <a:gd name="csY7019" fmla="*/ 1454411 h 2262782"/>
                <a:gd name="csX7020" fmla="*/ 3397013 w 3644268"/>
                <a:gd name="csY7020" fmla="*/ 1445958 h 2262782"/>
                <a:gd name="csX7021" fmla="*/ 3396115 w 3644268"/>
                <a:gd name="csY7021" fmla="*/ 1440000 h 2262782"/>
                <a:gd name="csX7022" fmla="*/ 3393680 w 3644268"/>
                <a:gd name="csY7022" fmla="*/ 1439498 h 2262782"/>
                <a:gd name="csX7023" fmla="*/ 3391877 w 3644268"/>
                <a:gd name="csY7023" fmla="*/ 1437756 h 2262782"/>
                <a:gd name="csX7024" fmla="*/ 3392372 w 3644268"/>
                <a:gd name="csY7024" fmla="*/ 1433967 h 2262782"/>
                <a:gd name="csX7025" fmla="*/ 3392425 w 3644268"/>
                <a:gd name="csY7025" fmla="*/ 1432072 h 2262782"/>
                <a:gd name="csX7026" fmla="*/ 3390378 w 3644268"/>
                <a:gd name="csY7026" fmla="*/ 1425559 h 2262782"/>
                <a:gd name="csX7027" fmla="*/ 3388917 w 3644268"/>
                <a:gd name="csY7027" fmla="*/ 1422927 h 2262782"/>
                <a:gd name="csX7028" fmla="*/ 3387137 w 3644268"/>
                <a:gd name="csY7028" fmla="*/ 1420469 h 2262782"/>
                <a:gd name="csX7029" fmla="*/ 3385737 w 3644268"/>
                <a:gd name="csY7029" fmla="*/ 1423193 h 2262782"/>
                <a:gd name="csX7030" fmla="*/ 3385022 w 3644268"/>
                <a:gd name="csY7030" fmla="*/ 1426822 h 2262782"/>
                <a:gd name="csX7031" fmla="*/ 3383188 w 3644268"/>
                <a:gd name="csY7031" fmla="*/ 1427591 h 2262782"/>
                <a:gd name="csX7032" fmla="*/ 3381233 w 3644268"/>
                <a:gd name="csY7032" fmla="*/ 1427462 h 2262782"/>
                <a:gd name="csX7033" fmla="*/ 3375556 w 3644268"/>
                <a:gd name="csY7033" fmla="*/ 1423406 h 2262782"/>
                <a:gd name="csX7034" fmla="*/ 3370124 w 3644268"/>
                <a:gd name="csY7034" fmla="*/ 1416513 h 2262782"/>
                <a:gd name="csX7035" fmla="*/ 3369629 w 3644268"/>
                <a:gd name="csY7035" fmla="*/ 1410160 h 2262782"/>
                <a:gd name="csX7036" fmla="*/ 3370855 w 3644268"/>
                <a:gd name="csY7036" fmla="*/ 1401988 h 2262782"/>
                <a:gd name="csX7037" fmla="*/ 3370010 w 3644268"/>
                <a:gd name="csY7037" fmla="*/ 1400664 h 2262782"/>
                <a:gd name="csX7038" fmla="*/ 3369158 w 3644268"/>
                <a:gd name="csY7038" fmla="*/ 1400132 h 2262782"/>
                <a:gd name="csX7039" fmla="*/ 3361953 w 3644268"/>
                <a:gd name="csY7039" fmla="*/ 1402871 h 2262782"/>
                <a:gd name="csX7040" fmla="*/ 3357532 w 3644268"/>
                <a:gd name="csY7040" fmla="*/ 1407131 h 2262782"/>
                <a:gd name="csX7041" fmla="*/ 3355143 w 3644268"/>
                <a:gd name="csY7041" fmla="*/ 1407580 h 2262782"/>
                <a:gd name="csX7042" fmla="*/ 3350380 w 3644268"/>
                <a:gd name="csY7042" fmla="*/ 1404712 h 2262782"/>
                <a:gd name="csX7043" fmla="*/ 3342550 w 3644268"/>
                <a:gd name="csY7043" fmla="*/ 1409513 h 2262782"/>
                <a:gd name="csX7044" fmla="*/ 3344225 w 3644268"/>
                <a:gd name="csY7044" fmla="*/ 1406721 h 2262782"/>
                <a:gd name="csX7045" fmla="*/ 3345594 w 3644268"/>
                <a:gd name="csY7045" fmla="*/ 1405633 h 2262782"/>
                <a:gd name="csX7046" fmla="*/ 3347040 w 3644268"/>
                <a:gd name="csY7046" fmla="*/ 1403571 h 2262782"/>
                <a:gd name="csX7047" fmla="*/ 3345959 w 3644268"/>
                <a:gd name="csY7047" fmla="*/ 1399637 h 2262782"/>
                <a:gd name="csX7048" fmla="*/ 3344810 w 3644268"/>
                <a:gd name="csY7048" fmla="*/ 1396670 h 2262782"/>
                <a:gd name="csX7049" fmla="*/ 3343152 w 3644268"/>
                <a:gd name="csY7049" fmla="*/ 1394577 h 2262782"/>
                <a:gd name="csX7050" fmla="*/ 3340747 w 3644268"/>
                <a:gd name="csY7050" fmla="*/ 1393573 h 2262782"/>
                <a:gd name="csX7051" fmla="*/ 3338381 w 3644268"/>
                <a:gd name="csY7051" fmla="*/ 1395559 h 2262782"/>
                <a:gd name="csX7052" fmla="*/ 3336517 w 3644268"/>
                <a:gd name="csY7052" fmla="*/ 1397560 h 2262782"/>
                <a:gd name="csX7053" fmla="*/ 3332659 w 3644268"/>
                <a:gd name="csY7053" fmla="*/ 1399705 h 2262782"/>
                <a:gd name="csX7054" fmla="*/ 3325241 w 3644268"/>
                <a:gd name="csY7054" fmla="*/ 1401493 h 2262782"/>
                <a:gd name="csX7055" fmla="*/ 3320257 w 3644268"/>
                <a:gd name="csY7055" fmla="*/ 1401493 h 2262782"/>
                <a:gd name="csX7056" fmla="*/ 3311751 w 3644268"/>
                <a:gd name="csY7056" fmla="*/ 1404750 h 2262782"/>
                <a:gd name="csX7057" fmla="*/ 3308548 w 3644268"/>
                <a:gd name="csY7057" fmla="*/ 1404621 h 2262782"/>
                <a:gd name="csX7058" fmla="*/ 3320273 w 3644268"/>
                <a:gd name="csY7058" fmla="*/ 1399979 h 2262782"/>
                <a:gd name="csX7059" fmla="*/ 3326649 w 3644268"/>
                <a:gd name="csY7059" fmla="*/ 1399637 h 2262782"/>
                <a:gd name="csX7060" fmla="*/ 3334866 w 3644268"/>
                <a:gd name="csY7060" fmla="*/ 1396616 h 2262782"/>
                <a:gd name="csX7061" fmla="*/ 3340839 w 3644268"/>
                <a:gd name="csY7061" fmla="*/ 1390743 h 2262782"/>
                <a:gd name="csX7062" fmla="*/ 3348706 w 3644268"/>
                <a:gd name="csY7062" fmla="*/ 1396061 h 2262782"/>
                <a:gd name="csX7063" fmla="*/ 3351415 w 3644268"/>
                <a:gd name="csY7063" fmla="*/ 1396822 h 2262782"/>
                <a:gd name="csX7064" fmla="*/ 3357281 w 3644268"/>
                <a:gd name="csY7064" fmla="*/ 1396358 h 2262782"/>
                <a:gd name="csX7065" fmla="*/ 3362356 w 3644268"/>
                <a:gd name="csY7065" fmla="*/ 1399492 h 2262782"/>
                <a:gd name="csX7066" fmla="*/ 3364053 w 3644268"/>
                <a:gd name="csY7066" fmla="*/ 1398587 h 2262782"/>
                <a:gd name="csX7067" fmla="*/ 3365650 w 3644268"/>
                <a:gd name="csY7067" fmla="*/ 1395734 h 2262782"/>
                <a:gd name="csX7068" fmla="*/ 3363527 w 3644268"/>
                <a:gd name="csY7068" fmla="*/ 1391443 h 2262782"/>
                <a:gd name="csX7069" fmla="*/ 3361694 w 3644268"/>
                <a:gd name="csY7069" fmla="*/ 1388787 h 2262782"/>
                <a:gd name="csX7070" fmla="*/ 3359617 w 3644268"/>
                <a:gd name="csY7070" fmla="*/ 1387958 h 2262782"/>
                <a:gd name="csX7071" fmla="*/ 3353332 w 3644268"/>
                <a:gd name="csY7071" fmla="*/ 1388407 h 2262782"/>
                <a:gd name="csX7072" fmla="*/ 3349200 w 3644268"/>
                <a:gd name="csY7072" fmla="*/ 1387494 h 2262782"/>
                <a:gd name="csX7073" fmla="*/ 3346826 w 3644268"/>
                <a:gd name="csY7073" fmla="*/ 1386383 h 2262782"/>
                <a:gd name="csX7074" fmla="*/ 3348364 w 3644268"/>
                <a:gd name="csY7074" fmla="*/ 1385173 h 2262782"/>
                <a:gd name="csX7075" fmla="*/ 3352883 w 3644268"/>
                <a:gd name="csY7075" fmla="*/ 1386878 h 2262782"/>
                <a:gd name="csX7076" fmla="*/ 3358354 w 3644268"/>
                <a:gd name="csY7076" fmla="*/ 1384641 h 2262782"/>
                <a:gd name="csX7077" fmla="*/ 3364730 w 3644268"/>
                <a:gd name="csY7077" fmla="*/ 1388064 h 2262782"/>
                <a:gd name="csX7078" fmla="*/ 3366274 w 3644268"/>
                <a:gd name="csY7078" fmla="*/ 1391115 h 2262782"/>
                <a:gd name="csX7079" fmla="*/ 3368092 w 3644268"/>
                <a:gd name="csY7079" fmla="*/ 1392234 h 2262782"/>
                <a:gd name="csX7080" fmla="*/ 3373319 w 3644268"/>
                <a:gd name="csY7080" fmla="*/ 1399934 h 2262782"/>
                <a:gd name="csX7081" fmla="*/ 3376888 w 3644268"/>
                <a:gd name="csY7081" fmla="*/ 1402977 h 2262782"/>
                <a:gd name="csX7082" fmla="*/ 3388347 w 3644268"/>
                <a:gd name="csY7082" fmla="*/ 1405207 h 2262782"/>
                <a:gd name="csX7083" fmla="*/ 3393353 w 3644268"/>
                <a:gd name="csY7083" fmla="*/ 1408653 h 2262782"/>
                <a:gd name="csX7084" fmla="*/ 3397172 w 3644268"/>
                <a:gd name="csY7084" fmla="*/ 1407253 h 2262782"/>
                <a:gd name="csX7085" fmla="*/ 3406813 w 3644268"/>
                <a:gd name="csY7085" fmla="*/ 1399744 h 2262782"/>
                <a:gd name="csX7086" fmla="*/ 3413181 w 3644268"/>
                <a:gd name="csY7086" fmla="*/ 1397720 h 2262782"/>
                <a:gd name="csX7087" fmla="*/ 3417518 w 3644268"/>
                <a:gd name="csY7087" fmla="*/ 1392751 h 2262782"/>
                <a:gd name="csX7088" fmla="*/ 3421277 w 3644268"/>
                <a:gd name="csY7088" fmla="*/ 1387045 h 2262782"/>
                <a:gd name="csX7089" fmla="*/ 3424959 w 3644268"/>
                <a:gd name="csY7089" fmla="*/ 1385371 h 2262782"/>
                <a:gd name="csX7090" fmla="*/ 3431267 w 3644268"/>
                <a:gd name="csY7090" fmla="*/ 1379292 h 2262782"/>
                <a:gd name="csX7091" fmla="*/ 3432750 w 3644268"/>
                <a:gd name="csY7091" fmla="*/ 1376393 h 2262782"/>
                <a:gd name="csX7092" fmla="*/ 3435215 w 3644268"/>
                <a:gd name="csY7092" fmla="*/ 1369134 h 2262782"/>
                <a:gd name="csX7093" fmla="*/ 3436661 w 3644268"/>
                <a:gd name="csY7093" fmla="*/ 1366114 h 2262782"/>
                <a:gd name="csX7094" fmla="*/ 3438784 w 3644268"/>
                <a:gd name="csY7094" fmla="*/ 1362446 h 2262782"/>
                <a:gd name="csX7095" fmla="*/ 3438943 w 3644268"/>
                <a:gd name="csY7095" fmla="*/ 1359433 h 2262782"/>
                <a:gd name="csX7096" fmla="*/ 3438479 w 3644268"/>
                <a:gd name="csY7096" fmla="*/ 1356162 h 2262782"/>
                <a:gd name="csX7097" fmla="*/ 3436706 w 3644268"/>
                <a:gd name="csY7097" fmla="*/ 1353613 h 2262782"/>
                <a:gd name="csX7098" fmla="*/ 3432621 w 3644268"/>
                <a:gd name="csY7098" fmla="*/ 1349991 h 2262782"/>
                <a:gd name="csX7099" fmla="*/ 3430749 w 3644268"/>
                <a:gd name="csY7099" fmla="*/ 1347587 h 2262782"/>
                <a:gd name="csX7100" fmla="*/ 3429433 w 3644268"/>
                <a:gd name="csY7100" fmla="*/ 1342520 h 2262782"/>
                <a:gd name="csX7101" fmla="*/ 3429570 w 3644268"/>
                <a:gd name="csY7101" fmla="*/ 1336387 h 2262782"/>
                <a:gd name="csX7102" fmla="*/ 3430483 w 3644268"/>
                <a:gd name="csY7102" fmla="*/ 1331776 h 2262782"/>
                <a:gd name="csX7103" fmla="*/ 3431708 w 3644268"/>
                <a:gd name="csY7103" fmla="*/ 1327645 h 2262782"/>
                <a:gd name="csX7104" fmla="*/ 3433138 w 3644268"/>
                <a:gd name="csY7104" fmla="*/ 1330612 h 2262782"/>
                <a:gd name="csX7105" fmla="*/ 3437270 w 3644268"/>
                <a:gd name="csY7105" fmla="*/ 1329920 h 2262782"/>
                <a:gd name="csX7106" fmla="*/ 3439316 w 3644268"/>
                <a:gd name="csY7106" fmla="*/ 1328786 h 2262782"/>
                <a:gd name="csX7107" fmla="*/ 3439545 w 3644268"/>
                <a:gd name="csY7107" fmla="*/ 1325765 h 2262782"/>
                <a:gd name="csX7108" fmla="*/ 3439035 w 3644268"/>
                <a:gd name="csY7108" fmla="*/ 1322182 h 2262782"/>
                <a:gd name="csX7109" fmla="*/ 3440039 w 3644268"/>
                <a:gd name="csY7109" fmla="*/ 1321246 h 2262782"/>
                <a:gd name="csX7110" fmla="*/ 3442185 w 3644268"/>
                <a:gd name="csY7110" fmla="*/ 1320850 h 2262782"/>
                <a:gd name="csX7111" fmla="*/ 3442489 w 3644268"/>
                <a:gd name="csY7111" fmla="*/ 1318682 h 2262782"/>
                <a:gd name="csX7112" fmla="*/ 3443242 w 3644268"/>
                <a:gd name="csY7112" fmla="*/ 1317525 h 2262782"/>
                <a:gd name="csX7113" fmla="*/ 3444026 w 3644268"/>
                <a:gd name="csY7113" fmla="*/ 1319070 h 2262782"/>
                <a:gd name="csX7114" fmla="*/ 3444064 w 3644268"/>
                <a:gd name="csY7114" fmla="*/ 1325119 h 2262782"/>
                <a:gd name="csX7115" fmla="*/ 3445753 w 3644268"/>
                <a:gd name="csY7115" fmla="*/ 1326625 h 2262782"/>
                <a:gd name="csX7116" fmla="*/ 3448119 w 3644268"/>
                <a:gd name="csY7116" fmla="*/ 1327873 h 2262782"/>
                <a:gd name="csX7117" fmla="*/ 3449131 w 3644268"/>
                <a:gd name="csY7117" fmla="*/ 1327500 h 2262782"/>
                <a:gd name="csX7118" fmla="*/ 3450144 w 3644268"/>
                <a:gd name="csY7118" fmla="*/ 1326679 h 2262782"/>
                <a:gd name="csX7119" fmla="*/ 3451589 w 3644268"/>
                <a:gd name="csY7119" fmla="*/ 1324845 h 2262782"/>
                <a:gd name="csX7120" fmla="*/ 3454518 w 3644268"/>
                <a:gd name="csY7120" fmla="*/ 1318591 h 2262782"/>
                <a:gd name="csX7121" fmla="*/ 3456420 w 3644268"/>
                <a:gd name="csY7121" fmla="*/ 1316118 h 2262782"/>
                <a:gd name="csX7122" fmla="*/ 3456261 w 3644268"/>
                <a:gd name="csY7122" fmla="*/ 1320645 h 2262782"/>
                <a:gd name="csX7123" fmla="*/ 3455142 w 3644268"/>
                <a:gd name="csY7123" fmla="*/ 1326899 h 2262782"/>
                <a:gd name="csX7124" fmla="*/ 3454511 w 3644268"/>
                <a:gd name="csY7124" fmla="*/ 1328611 h 2262782"/>
                <a:gd name="csX7125" fmla="*/ 3452852 w 3644268"/>
                <a:gd name="csY7125" fmla="*/ 1330818 h 2262782"/>
                <a:gd name="csX7126" fmla="*/ 3452061 w 3644268"/>
                <a:gd name="csY7126" fmla="*/ 1335398 h 2262782"/>
                <a:gd name="csX7127" fmla="*/ 3451718 w 3644268"/>
                <a:gd name="csY7127" fmla="*/ 1336638 h 2262782"/>
                <a:gd name="csX7128" fmla="*/ 3449337 w 3644268"/>
                <a:gd name="csY7128" fmla="*/ 1335383 h 2262782"/>
                <a:gd name="csX7129" fmla="*/ 3447610 w 3644268"/>
                <a:gd name="csY7129" fmla="*/ 1335634 h 2262782"/>
                <a:gd name="csX7130" fmla="*/ 3448888 w 3644268"/>
                <a:gd name="csY7130" fmla="*/ 1340678 h 2262782"/>
                <a:gd name="csX7131" fmla="*/ 3450767 w 3644268"/>
                <a:gd name="csY7131" fmla="*/ 1344429 h 2262782"/>
                <a:gd name="csX7132" fmla="*/ 3453157 w 3644268"/>
                <a:gd name="csY7132" fmla="*/ 1348043 h 2262782"/>
                <a:gd name="csX7133" fmla="*/ 3455736 w 3644268"/>
                <a:gd name="csY7133" fmla="*/ 1350197 h 2262782"/>
                <a:gd name="csX7134" fmla="*/ 3456420 w 3644268"/>
                <a:gd name="csY7134" fmla="*/ 1350136 h 2262782"/>
                <a:gd name="csX7135" fmla="*/ 3456930 w 3644268"/>
                <a:gd name="csY7135" fmla="*/ 1350904 h 2262782"/>
                <a:gd name="csX7136" fmla="*/ 3456999 w 3644268"/>
                <a:gd name="csY7136" fmla="*/ 1353172 h 2262782"/>
                <a:gd name="csX7137" fmla="*/ 3456428 w 3644268"/>
                <a:gd name="csY7137" fmla="*/ 1358536 h 2262782"/>
                <a:gd name="csX7138" fmla="*/ 3456885 w 3644268"/>
                <a:gd name="csY7138" fmla="*/ 1361412 h 2262782"/>
                <a:gd name="csX7139" fmla="*/ 3458855 w 3644268"/>
                <a:gd name="csY7139" fmla="*/ 1363557 h 2262782"/>
                <a:gd name="csX7140" fmla="*/ 3461039 w 3644268"/>
                <a:gd name="csY7140" fmla="*/ 1364105 h 2262782"/>
                <a:gd name="csX7141" fmla="*/ 3474103 w 3644268"/>
                <a:gd name="csY7141" fmla="*/ 1363854 h 2262782"/>
                <a:gd name="csX7142" fmla="*/ 3478584 w 3644268"/>
                <a:gd name="csY7142" fmla="*/ 1363131 h 2262782"/>
                <a:gd name="csX7143" fmla="*/ 3485280 w 3644268"/>
                <a:gd name="csY7143" fmla="*/ 1358079 h 2262782"/>
                <a:gd name="csX7144" fmla="*/ 3487821 w 3644268"/>
                <a:gd name="csY7144" fmla="*/ 1357463 h 2262782"/>
                <a:gd name="csX7145" fmla="*/ 3490682 w 3644268"/>
                <a:gd name="csY7145" fmla="*/ 1358094 h 2262782"/>
                <a:gd name="csX7146" fmla="*/ 3498686 w 3644268"/>
                <a:gd name="csY7146" fmla="*/ 1360871 h 2262782"/>
                <a:gd name="csX7147" fmla="*/ 3508379 w 3644268"/>
                <a:gd name="csY7147" fmla="*/ 1364813 h 2262782"/>
                <a:gd name="csX7148" fmla="*/ 3512024 w 3644268"/>
                <a:gd name="csY7148" fmla="*/ 1370892 h 2262782"/>
                <a:gd name="csX7149" fmla="*/ 3513454 w 3644268"/>
                <a:gd name="csY7149" fmla="*/ 1377002 h 2262782"/>
                <a:gd name="csX7150" fmla="*/ 3514002 w 3644268"/>
                <a:gd name="csY7150" fmla="*/ 1383469 h 2262782"/>
                <a:gd name="csX7151" fmla="*/ 3513378 w 3644268"/>
                <a:gd name="csY7151" fmla="*/ 1386063 h 2262782"/>
                <a:gd name="csX7152" fmla="*/ 3513500 w 3644268"/>
                <a:gd name="csY7152" fmla="*/ 1388255 h 2262782"/>
                <a:gd name="csX7153" fmla="*/ 3516452 w 3644268"/>
                <a:gd name="csY7153" fmla="*/ 1391526 h 2262782"/>
                <a:gd name="csX7154" fmla="*/ 3520622 w 3644268"/>
                <a:gd name="csY7154" fmla="*/ 1395498 h 2262782"/>
                <a:gd name="csX7155" fmla="*/ 3521420 w 3644268"/>
                <a:gd name="csY7155" fmla="*/ 1396426 h 2262782"/>
                <a:gd name="csX7156" fmla="*/ 3522295 w 3644268"/>
                <a:gd name="csY7156" fmla="*/ 1398024 h 2262782"/>
                <a:gd name="csX7157" fmla="*/ 3523300 w 3644268"/>
                <a:gd name="csY7157" fmla="*/ 1398739 h 2262782"/>
                <a:gd name="csX7158" fmla="*/ 3526275 w 3644268"/>
                <a:gd name="csY7158" fmla="*/ 1399165 h 2262782"/>
                <a:gd name="csX7159" fmla="*/ 3528626 w 3644268"/>
                <a:gd name="csY7159" fmla="*/ 1398397 h 2262782"/>
                <a:gd name="csX7160" fmla="*/ 3530977 w 3644268"/>
                <a:gd name="csY7160" fmla="*/ 1398176 h 2262782"/>
                <a:gd name="csX7161" fmla="*/ 3535359 w 3644268"/>
                <a:gd name="csY7161" fmla="*/ 1400063 h 2262782"/>
                <a:gd name="csX7162" fmla="*/ 3540906 w 3644268"/>
                <a:gd name="csY7162" fmla="*/ 1402977 h 2262782"/>
                <a:gd name="csX7163" fmla="*/ 3546301 w 3644268"/>
                <a:gd name="csY7163" fmla="*/ 1406972 h 2262782"/>
                <a:gd name="csX7164" fmla="*/ 3548712 w 3644268"/>
                <a:gd name="csY7164" fmla="*/ 1409947 h 2262782"/>
                <a:gd name="csX7165" fmla="*/ 3553057 w 3644268"/>
                <a:gd name="csY7165" fmla="*/ 1416330 h 2262782"/>
                <a:gd name="csX7166" fmla="*/ 3555271 w 3644268"/>
                <a:gd name="csY7166" fmla="*/ 1418270 h 2262782"/>
                <a:gd name="csX7167" fmla="*/ 3558862 w 3644268"/>
                <a:gd name="csY7167" fmla="*/ 1420500 h 2262782"/>
                <a:gd name="csX7168" fmla="*/ 3560224 w 3644268"/>
                <a:gd name="csY7168" fmla="*/ 1420850 h 2262782"/>
                <a:gd name="csX7169" fmla="*/ 3561555 w 3644268"/>
                <a:gd name="csY7169" fmla="*/ 1420446 h 2262782"/>
                <a:gd name="csX7170" fmla="*/ 3564302 w 3644268"/>
                <a:gd name="csY7170" fmla="*/ 1417335 h 2262782"/>
                <a:gd name="csX7171" fmla="*/ 3565999 w 3644268"/>
                <a:gd name="csY7171" fmla="*/ 1414839 h 2262782"/>
                <a:gd name="csX7172" fmla="*/ 3567452 w 3644268"/>
                <a:gd name="csY7172" fmla="*/ 1411834 h 2262782"/>
                <a:gd name="csX7173" fmla="*/ 3567840 w 3644268"/>
                <a:gd name="csY7173" fmla="*/ 1414420 h 2262782"/>
                <a:gd name="csX7174" fmla="*/ 3567840 w 3644268"/>
                <a:gd name="csY7174" fmla="*/ 1416635 h 2262782"/>
                <a:gd name="csX7175" fmla="*/ 3566425 w 3644268"/>
                <a:gd name="csY7175" fmla="*/ 1418232 h 2262782"/>
                <a:gd name="csX7176" fmla="*/ 3566418 w 3644268"/>
                <a:gd name="csY7176" fmla="*/ 1420971 h 2262782"/>
                <a:gd name="csX7177" fmla="*/ 3568556 w 3644268"/>
                <a:gd name="csY7177" fmla="*/ 1424182 h 2262782"/>
                <a:gd name="csX7178" fmla="*/ 3571081 w 3644268"/>
                <a:gd name="csY7178" fmla="*/ 1424669 h 2262782"/>
                <a:gd name="csX7179" fmla="*/ 3574247 w 3644268"/>
                <a:gd name="csY7179" fmla="*/ 1423802 h 2262782"/>
                <a:gd name="csX7180" fmla="*/ 3575297 w 3644268"/>
                <a:gd name="csY7180" fmla="*/ 1422311 h 2262782"/>
                <a:gd name="csX7181" fmla="*/ 3576240 w 3644268"/>
                <a:gd name="csY7181" fmla="*/ 1420256 h 2262782"/>
                <a:gd name="csX7182" fmla="*/ 3575533 w 3644268"/>
                <a:gd name="csY7182" fmla="*/ 1413439 h 2262782"/>
                <a:gd name="csX7183" fmla="*/ 3576506 w 3644268"/>
                <a:gd name="csY7183" fmla="*/ 1412511 h 2262782"/>
                <a:gd name="csX7184" fmla="*/ 3578911 w 3644268"/>
                <a:gd name="csY7184" fmla="*/ 1413857 h 2262782"/>
                <a:gd name="csX7185" fmla="*/ 3579672 w 3644268"/>
                <a:gd name="csY7185" fmla="*/ 1415782 h 2262782"/>
                <a:gd name="csX7186" fmla="*/ 3579976 w 3644268"/>
                <a:gd name="csY7186" fmla="*/ 1418141 h 2262782"/>
                <a:gd name="csX7187" fmla="*/ 3580965 w 3644268"/>
                <a:gd name="csY7187" fmla="*/ 1418400 h 2262782"/>
                <a:gd name="csX7188" fmla="*/ 3587204 w 3644268"/>
                <a:gd name="csY7188" fmla="*/ 1418065 h 2262782"/>
                <a:gd name="csX7189" fmla="*/ 3587661 w 3644268"/>
                <a:gd name="csY7189" fmla="*/ 1417198 h 2262782"/>
                <a:gd name="csX7190" fmla="*/ 3587356 w 3644268"/>
                <a:gd name="csY7190" fmla="*/ 1415067 h 2262782"/>
                <a:gd name="csX7191" fmla="*/ 3586443 w 3644268"/>
                <a:gd name="csY7191" fmla="*/ 1413051 h 2262782"/>
                <a:gd name="csX7192" fmla="*/ 3585378 w 3644268"/>
                <a:gd name="csY7192" fmla="*/ 1411621 h 2262782"/>
                <a:gd name="csX7193" fmla="*/ 3582639 w 3644268"/>
                <a:gd name="csY7193" fmla="*/ 1409947 h 2262782"/>
                <a:gd name="csX7194" fmla="*/ 3579824 w 3644268"/>
                <a:gd name="csY7194" fmla="*/ 1408684 h 2262782"/>
                <a:gd name="csX7195" fmla="*/ 3577541 w 3644268"/>
                <a:gd name="csY7195" fmla="*/ 1408356 h 2262782"/>
                <a:gd name="csX7196" fmla="*/ 3576552 w 3644268"/>
                <a:gd name="csY7196" fmla="*/ 1407413 h 2262782"/>
                <a:gd name="csX7197" fmla="*/ 3576780 w 3644268"/>
                <a:gd name="csY7197" fmla="*/ 1405663 h 2262782"/>
                <a:gd name="csX7198" fmla="*/ 3576050 w 3644268"/>
                <a:gd name="csY7198" fmla="*/ 1403616 h 2262782"/>
                <a:gd name="csX7199" fmla="*/ 3576514 w 3644268"/>
                <a:gd name="csY7199" fmla="*/ 1402407 h 2262782"/>
                <a:gd name="csX7200" fmla="*/ 3578454 w 3644268"/>
                <a:gd name="csY7200" fmla="*/ 1400809 h 2262782"/>
                <a:gd name="csX7201" fmla="*/ 3578683 w 3644268"/>
                <a:gd name="csY7201" fmla="*/ 1399340 h 2262782"/>
                <a:gd name="csX7202" fmla="*/ 3576628 w 3644268"/>
                <a:gd name="csY7202" fmla="*/ 1397560 h 2262782"/>
                <a:gd name="csX7203" fmla="*/ 3574475 w 3644268"/>
                <a:gd name="csY7203" fmla="*/ 1397004 h 2262782"/>
                <a:gd name="csX7204" fmla="*/ 3572596 w 3644268"/>
                <a:gd name="csY7204" fmla="*/ 1397994 h 2262782"/>
                <a:gd name="csX7205" fmla="*/ 3573022 w 3644268"/>
                <a:gd name="csY7205" fmla="*/ 1396495 h 2262782"/>
                <a:gd name="csX7206" fmla="*/ 3574452 w 3644268"/>
                <a:gd name="csY7206" fmla="*/ 1395019 h 2262782"/>
                <a:gd name="csX7207" fmla="*/ 3576621 w 3644268"/>
                <a:gd name="csY7207" fmla="*/ 1394387 h 2262782"/>
                <a:gd name="csX7208" fmla="*/ 3578835 w 3644268"/>
                <a:gd name="csY7208" fmla="*/ 1394707 h 2262782"/>
                <a:gd name="csX7209" fmla="*/ 3583096 w 3644268"/>
                <a:gd name="csY7209" fmla="*/ 1393444 h 2262782"/>
                <a:gd name="csX7210" fmla="*/ 3587280 w 3644268"/>
                <a:gd name="csY7210" fmla="*/ 1390583 h 2262782"/>
                <a:gd name="csX7211" fmla="*/ 3589259 w 3644268"/>
                <a:gd name="csY7211" fmla="*/ 1388696 h 2262782"/>
                <a:gd name="csX7212" fmla="*/ 3591236 w 3644268"/>
                <a:gd name="csY7212" fmla="*/ 1386375 h 2262782"/>
                <a:gd name="csX7213" fmla="*/ 3591008 w 3644268"/>
                <a:gd name="csY7213" fmla="*/ 1382297 h 2262782"/>
                <a:gd name="csX7214" fmla="*/ 3589715 w 3644268"/>
                <a:gd name="csY7214" fmla="*/ 1378379 h 2262782"/>
                <a:gd name="csX7215" fmla="*/ 3587737 w 3644268"/>
                <a:gd name="csY7215" fmla="*/ 1377314 h 2262782"/>
                <a:gd name="csX7216" fmla="*/ 3585530 w 3644268"/>
                <a:gd name="csY7216" fmla="*/ 1377557 h 2262782"/>
                <a:gd name="csX7217" fmla="*/ 3583552 w 3644268"/>
                <a:gd name="csY7217" fmla="*/ 1377237 h 2262782"/>
                <a:gd name="csX7218" fmla="*/ 3581650 w 3644268"/>
                <a:gd name="csY7218" fmla="*/ 1376203 h 2262782"/>
                <a:gd name="csX7219" fmla="*/ 3589182 w 3644268"/>
                <a:gd name="csY7219" fmla="*/ 1374818 h 2262782"/>
                <a:gd name="csX7220" fmla="*/ 3590019 w 3644268"/>
                <a:gd name="csY7220" fmla="*/ 1373433 h 2262782"/>
                <a:gd name="csX7221" fmla="*/ 3591236 w 3644268"/>
                <a:gd name="csY7221" fmla="*/ 1367171 h 2262782"/>
                <a:gd name="csX7222" fmla="*/ 3590780 w 3644268"/>
                <a:gd name="csY7222" fmla="*/ 1365604 h 2262782"/>
                <a:gd name="csX7223" fmla="*/ 3589259 w 3644268"/>
                <a:gd name="csY7223" fmla="*/ 1366015 h 2262782"/>
                <a:gd name="csX7224" fmla="*/ 3586900 w 3644268"/>
                <a:gd name="csY7224" fmla="*/ 1365923 h 2262782"/>
                <a:gd name="csX7225" fmla="*/ 3587432 w 3644268"/>
                <a:gd name="csY7225" fmla="*/ 1364645 h 2262782"/>
                <a:gd name="csX7226" fmla="*/ 3588193 w 3644268"/>
                <a:gd name="csY7226" fmla="*/ 1363542 h 2262782"/>
                <a:gd name="csX7227" fmla="*/ 3583933 w 3644268"/>
                <a:gd name="csY7227" fmla="*/ 1357562 h 2262782"/>
                <a:gd name="csX7228" fmla="*/ 3579063 w 3644268"/>
                <a:gd name="csY7228" fmla="*/ 1353993 h 2262782"/>
                <a:gd name="csX7229" fmla="*/ 3580432 w 3644268"/>
                <a:gd name="csY7229" fmla="*/ 1353400 h 2262782"/>
                <a:gd name="csX7230" fmla="*/ 3582791 w 3644268"/>
                <a:gd name="csY7230" fmla="*/ 1353529 h 2262782"/>
                <a:gd name="csX7231" fmla="*/ 3586443 w 3644268"/>
                <a:gd name="csY7231" fmla="*/ 1354587 h 2262782"/>
                <a:gd name="csX7232" fmla="*/ 3588878 w 3644268"/>
                <a:gd name="csY7232" fmla="*/ 1357280 h 2262782"/>
                <a:gd name="csX7233" fmla="*/ 3589791 w 3644268"/>
                <a:gd name="csY7233" fmla="*/ 1359099 h 2262782"/>
                <a:gd name="csX7234" fmla="*/ 3590780 w 3644268"/>
                <a:gd name="csY7234" fmla="*/ 1359715 h 2262782"/>
                <a:gd name="csX7235" fmla="*/ 3592987 w 3644268"/>
                <a:gd name="csY7235" fmla="*/ 1359898 h 2262782"/>
                <a:gd name="csX7236" fmla="*/ 3596715 w 3644268"/>
                <a:gd name="csY7236" fmla="*/ 1361176 h 2262782"/>
                <a:gd name="csX7237" fmla="*/ 3596943 w 3644268"/>
                <a:gd name="csY7237" fmla="*/ 1362933 h 2262782"/>
                <a:gd name="csX7238" fmla="*/ 3597780 w 3644268"/>
                <a:gd name="csY7238" fmla="*/ 1363550 h 2262782"/>
                <a:gd name="csX7239" fmla="*/ 3600215 w 3644268"/>
                <a:gd name="csY7239" fmla="*/ 1362796 h 2262782"/>
                <a:gd name="csX7240" fmla="*/ 3607139 w 3644268"/>
                <a:gd name="csY7240" fmla="*/ 1361632 h 2262782"/>
                <a:gd name="csX7241" fmla="*/ 3609345 w 3644268"/>
                <a:gd name="csY7241" fmla="*/ 1361937 h 2262782"/>
                <a:gd name="csX7242" fmla="*/ 3612541 w 3644268"/>
                <a:gd name="csY7242" fmla="*/ 1363200 h 2262782"/>
                <a:gd name="csX7243" fmla="*/ 3613530 w 3644268"/>
                <a:gd name="csY7243" fmla="*/ 1363230 h 2262782"/>
                <a:gd name="csX7244" fmla="*/ 3614899 w 3644268"/>
                <a:gd name="csY7244" fmla="*/ 1362774 h 2262782"/>
                <a:gd name="csX7245" fmla="*/ 3615964 w 3644268"/>
                <a:gd name="csY7245" fmla="*/ 1360765 h 2262782"/>
                <a:gd name="csX7246" fmla="*/ 3614214 w 3644268"/>
                <a:gd name="csY7246" fmla="*/ 1356732 h 2262782"/>
                <a:gd name="csX7247" fmla="*/ 3610639 w 3644268"/>
                <a:gd name="csY7247" fmla="*/ 1353088 h 2262782"/>
                <a:gd name="csX7248" fmla="*/ 3608508 w 3644268"/>
                <a:gd name="csY7248" fmla="*/ 1350326 h 2262782"/>
                <a:gd name="csX7249" fmla="*/ 3607519 w 3644268"/>
                <a:gd name="csY7249" fmla="*/ 1348119 h 2262782"/>
                <a:gd name="csX7250" fmla="*/ 3608128 w 3644268"/>
                <a:gd name="csY7250" fmla="*/ 1347282 h 2262782"/>
                <a:gd name="csX7251" fmla="*/ 3609117 w 3644268"/>
                <a:gd name="csY7251" fmla="*/ 1347617 h 2262782"/>
                <a:gd name="csX7252" fmla="*/ 3612160 w 3644268"/>
                <a:gd name="csY7252" fmla="*/ 1351102 h 2262782"/>
                <a:gd name="csX7253" fmla="*/ 3614595 w 3644268"/>
                <a:gd name="csY7253" fmla="*/ 1353278 h 2262782"/>
                <a:gd name="csX7254" fmla="*/ 3617106 w 3644268"/>
                <a:gd name="csY7254" fmla="*/ 1354838 h 2262782"/>
                <a:gd name="csX7255" fmla="*/ 3619312 w 3644268"/>
                <a:gd name="csY7255" fmla="*/ 1355994 h 2262782"/>
                <a:gd name="csX7256" fmla="*/ 3624258 w 3644268"/>
                <a:gd name="csY7256" fmla="*/ 1357082 h 2262782"/>
                <a:gd name="csX7257" fmla="*/ 3626464 w 3644268"/>
                <a:gd name="csY7257" fmla="*/ 1355287 h 2262782"/>
                <a:gd name="csX7258" fmla="*/ 3626921 w 3644268"/>
                <a:gd name="csY7258" fmla="*/ 1352487 h 2262782"/>
                <a:gd name="csX7259" fmla="*/ 3626464 w 3644268"/>
                <a:gd name="csY7259" fmla="*/ 1346598 h 2262782"/>
                <a:gd name="csX7260" fmla="*/ 3626921 w 3644268"/>
                <a:gd name="csY7260" fmla="*/ 1344414 h 2262782"/>
                <a:gd name="csX7261" fmla="*/ 3629888 w 3644268"/>
                <a:gd name="csY7261" fmla="*/ 1341120 h 2262782"/>
                <a:gd name="csX7262" fmla="*/ 3635062 w 3644268"/>
                <a:gd name="csY7262" fmla="*/ 1336950 h 2262782"/>
                <a:gd name="csX7263" fmla="*/ 3638410 w 3644268"/>
                <a:gd name="csY7263" fmla="*/ 1335619 h 2262782"/>
                <a:gd name="csX7264" fmla="*/ 3639551 w 3644268"/>
                <a:gd name="csY7264" fmla="*/ 1335748 h 2262782"/>
                <a:gd name="csX7265" fmla="*/ 3640768 w 3644268"/>
                <a:gd name="csY7265" fmla="*/ 1337057 h 2262782"/>
                <a:gd name="csX7266" fmla="*/ 3642062 w 3644268"/>
                <a:gd name="csY7266" fmla="*/ 1337429 h 2262782"/>
                <a:gd name="csX7267" fmla="*/ 3644268 w 3644268"/>
                <a:gd name="csY7267" fmla="*/ 1334325 h 2262782"/>
                <a:gd name="csX7268" fmla="*/ 3643279 w 3644268"/>
                <a:gd name="csY7268" fmla="*/ 1329851 h 2262782"/>
                <a:gd name="csX7269" fmla="*/ 1974796 w 3644268"/>
                <a:gd name="csY7269" fmla="*/ 788381 h 2262782"/>
                <a:gd name="csX7270" fmla="*/ 1973153 w 3644268"/>
                <a:gd name="csY7270" fmla="*/ 790161 h 2262782"/>
                <a:gd name="csX7271" fmla="*/ 1972757 w 3644268"/>
                <a:gd name="csY7271" fmla="*/ 792603 h 2262782"/>
                <a:gd name="csX7272" fmla="*/ 1972620 w 3644268"/>
                <a:gd name="csY7272" fmla="*/ 795784 h 2262782"/>
                <a:gd name="csX7273" fmla="*/ 1971897 w 3644268"/>
                <a:gd name="csY7273" fmla="*/ 801148 h 2262782"/>
                <a:gd name="csX7274" fmla="*/ 1970414 w 3644268"/>
                <a:gd name="csY7274" fmla="*/ 803126 h 2262782"/>
                <a:gd name="csX7275" fmla="*/ 1965240 w 3644268"/>
                <a:gd name="csY7275" fmla="*/ 802297 h 2262782"/>
                <a:gd name="csX7276" fmla="*/ 1963802 w 3644268"/>
                <a:gd name="csY7276" fmla="*/ 802776 h 2262782"/>
                <a:gd name="csX7277" fmla="*/ 1962379 w 3644268"/>
                <a:gd name="csY7277" fmla="*/ 803986 h 2262782"/>
                <a:gd name="csX7278" fmla="*/ 1965361 w 3644268"/>
                <a:gd name="csY7278" fmla="*/ 810308 h 2262782"/>
                <a:gd name="csX7279" fmla="*/ 1971106 w 3644268"/>
                <a:gd name="csY7279" fmla="*/ 814531 h 2262782"/>
                <a:gd name="csX7280" fmla="*/ 1975230 w 3644268"/>
                <a:gd name="csY7280" fmla="*/ 818921 h 2262782"/>
                <a:gd name="csX7281" fmla="*/ 1977162 w 3644268"/>
                <a:gd name="csY7281" fmla="*/ 820245 h 2262782"/>
                <a:gd name="csX7282" fmla="*/ 1989686 w 3644268"/>
                <a:gd name="csY7282" fmla="*/ 824240 h 2262782"/>
                <a:gd name="csX7283" fmla="*/ 1990302 w 3644268"/>
                <a:gd name="csY7283" fmla="*/ 823623 h 2262782"/>
                <a:gd name="csX7284" fmla="*/ 1993856 w 3644268"/>
                <a:gd name="csY7284" fmla="*/ 816289 h 2262782"/>
                <a:gd name="csX7285" fmla="*/ 1998398 w 3644268"/>
                <a:gd name="csY7285" fmla="*/ 812956 h 2262782"/>
                <a:gd name="csX7286" fmla="*/ 1999859 w 3644268"/>
                <a:gd name="csY7286" fmla="*/ 810331 h 2262782"/>
                <a:gd name="csX7287" fmla="*/ 2000719 w 3644268"/>
                <a:gd name="csY7287" fmla="*/ 806831 h 2262782"/>
                <a:gd name="csX7288" fmla="*/ 2001868 w 3644268"/>
                <a:gd name="csY7288" fmla="*/ 804001 h 2262782"/>
                <a:gd name="csX7289" fmla="*/ 2002598 w 3644268"/>
                <a:gd name="csY7289" fmla="*/ 800242 h 2262782"/>
                <a:gd name="csX7290" fmla="*/ 2000445 w 3644268"/>
                <a:gd name="csY7290" fmla="*/ 797016 h 2262782"/>
                <a:gd name="csX7291" fmla="*/ 1993308 w 3644268"/>
                <a:gd name="csY7291" fmla="*/ 793942 h 2262782"/>
                <a:gd name="csX7292" fmla="*/ 1974796 w 3644268"/>
                <a:gd name="csY7292" fmla="*/ 788381 h 2262782"/>
                <a:gd name="csX7293" fmla="*/ 1000131 w 3644268"/>
                <a:gd name="csY7293" fmla="*/ 1059846 h 2262782"/>
                <a:gd name="csX7294" fmla="*/ 999659 w 3644268"/>
                <a:gd name="csY7294" fmla="*/ 1060851 h 2262782"/>
                <a:gd name="csX7295" fmla="*/ 999165 w 3644268"/>
                <a:gd name="csY7295" fmla="*/ 1062776 h 2262782"/>
                <a:gd name="csX7296" fmla="*/ 999439 w 3644268"/>
                <a:gd name="csY7296" fmla="*/ 1069966 h 2262782"/>
                <a:gd name="csX7297" fmla="*/ 1000306 w 3644268"/>
                <a:gd name="csY7297" fmla="*/ 1073481 h 2262782"/>
                <a:gd name="csX7298" fmla="*/ 1001736 w 3644268"/>
                <a:gd name="csY7298" fmla="*/ 1076441 h 2262782"/>
                <a:gd name="csX7299" fmla="*/ 1002863 w 3644268"/>
                <a:gd name="csY7299" fmla="*/ 1077293 h 2262782"/>
                <a:gd name="csX7300" fmla="*/ 1002703 w 3644268"/>
                <a:gd name="csY7300" fmla="*/ 1074721 h 2262782"/>
                <a:gd name="csX7301" fmla="*/ 1000496 w 3644268"/>
                <a:gd name="csY7301" fmla="*/ 1064617 h 2262782"/>
                <a:gd name="csX7302" fmla="*/ 1000610 w 3644268"/>
                <a:gd name="csY7302" fmla="*/ 1060059 h 2262782"/>
                <a:gd name="csX7303" fmla="*/ 1000131 w 3644268"/>
                <a:gd name="csY7303" fmla="*/ 1059846 h 2262782"/>
                <a:gd name="csX7304" fmla="*/ 1077784 w 3644268"/>
                <a:gd name="csY7304" fmla="*/ 1300376 h 2262782"/>
                <a:gd name="csX7305" fmla="*/ 1074391 w 3644268"/>
                <a:gd name="csY7305" fmla="*/ 1299524 h 2262782"/>
                <a:gd name="csX7306" fmla="*/ 1071887 w 3644268"/>
                <a:gd name="csY7306" fmla="*/ 1298184 h 2262782"/>
                <a:gd name="csX7307" fmla="*/ 1067954 w 3644268"/>
                <a:gd name="csY7307" fmla="*/ 1298048 h 2262782"/>
                <a:gd name="csX7308" fmla="*/ 1065527 w 3644268"/>
                <a:gd name="csY7308" fmla="*/ 1297393 h 2262782"/>
                <a:gd name="csX7309" fmla="*/ 1064811 w 3644268"/>
                <a:gd name="csY7309" fmla="*/ 1299288 h 2262782"/>
                <a:gd name="csX7310" fmla="*/ 1068707 w 3644268"/>
                <a:gd name="csY7310" fmla="*/ 1307391 h 2262782"/>
                <a:gd name="csX7311" fmla="*/ 1072831 w 3644268"/>
                <a:gd name="csY7311" fmla="*/ 1311439 h 2262782"/>
                <a:gd name="csX7312" fmla="*/ 1076590 w 3644268"/>
                <a:gd name="csY7312" fmla="*/ 1310769 h 2262782"/>
                <a:gd name="csX7313" fmla="*/ 1077411 w 3644268"/>
                <a:gd name="csY7313" fmla="*/ 1309947 h 2262782"/>
                <a:gd name="csX7314" fmla="*/ 1078499 w 3644268"/>
                <a:gd name="csY7314" fmla="*/ 1307185 h 2262782"/>
                <a:gd name="csX7315" fmla="*/ 1077373 w 3644268"/>
                <a:gd name="csY7315" fmla="*/ 1305557 h 2262782"/>
                <a:gd name="csX7316" fmla="*/ 1077381 w 3644268"/>
                <a:gd name="csY7316" fmla="*/ 1304066 h 2262782"/>
                <a:gd name="csX7317" fmla="*/ 1077784 w 3644268"/>
                <a:gd name="csY7317" fmla="*/ 1300376 h 2262782"/>
                <a:gd name="csX7318" fmla="*/ 1017722 w 3644268"/>
                <a:gd name="csY7318" fmla="*/ 1143290 h 2262782"/>
                <a:gd name="csX7319" fmla="*/ 1019457 w 3644268"/>
                <a:gd name="csY7319" fmla="*/ 1137979 h 2262782"/>
                <a:gd name="csX7320" fmla="*/ 1019114 w 3644268"/>
                <a:gd name="csY7320" fmla="*/ 1135392 h 2262782"/>
                <a:gd name="csX7321" fmla="*/ 1016710 w 3644268"/>
                <a:gd name="csY7321" fmla="*/ 1135194 h 2262782"/>
                <a:gd name="csX7322" fmla="*/ 1012647 w 3644268"/>
                <a:gd name="csY7322" fmla="*/ 1140817 h 2262782"/>
                <a:gd name="csX7323" fmla="*/ 1013111 w 3644268"/>
                <a:gd name="csY7323" fmla="*/ 1141798 h 2262782"/>
                <a:gd name="csX7324" fmla="*/ 1014191 w 3644268"/>
                <a:gd name="csY7324" fmla="*/ 1143008 h 2262782"/>
                <a:gd name="csX7325" fmla="*/ 1017722 w 3644268"/>
                <a:gd name="csY7325" fmla="*/ 1143290 h 22627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 ang="0">
                  <a:pos x="csX6183" y="csY6183"/>
                </a:cxn>
                <a:cxn ang="0">
                  <a:pos x="csX6184" y="csY6184"/>
                </a:cxn>
                <a:cxn ang="0">
                  <a:pos x="csX6185" y="csY6185"/>
                </a:cxn>
                <a:cxn ang="0">
                  <a:pos x="csX6186" y="csY6186"/>
                </a:cxn>
                <a:cxn ang="0">
                  <a:pos x="csX6187" y="csY6187"/>
                </a:cxn>
                <a:cxn ang="0">
                  <a:pos x="csX6188" y="csY6188"/>
                </a:cxn>
                <a:cxn ang="0">
                  <a:pos x="csX6189" y="csY6189"/>
                </a:cxn>
                <a:cxn ang="0">
                  <a:pos x="csX6190" y="csY6190"/>
                </a:cxn>
                <a:cxn ang="0">
                  <a:pos x="csX6191" y="csY6191"/>
                </a:cxn>
                <a:cxn ang="0">
                  <a:pos x="csX6192" y="csY6192"/>
                </a:cxn>
                <a:cxn ang="0">
                  <a:pos x="csX6193" y="csY6193"/>
                </a:cxn>
                <a:cxn ang="0">
                  <a:pos x="csX6194" y="csY6194"/>
                </a:cxn>
                <a:cxn ang="0">
                  <a:pos x="csX6195" y="csY6195"/>
                </a:cxn>
                <a:cxn ang="0">
                  <a:pos x="csX6196" y="csY6196"/>
                </a:cxn>
                <a:cxn ang="0">
                  <a:pos x="csX6197" y="csY6197"/>
                </a:cxn>
                <a:cxn ang="0">
                  <a:pos x="csX6198" y="csY6198"/>
                </a:cxn>
                <a:cxn ang="0">
                  <a:pos x="csX6199" y="csY6199"/>
                </a:cxn>
                <a:cxn ang="0">
                  <a:pos x="csX6200" y="csY6200"/>
                </a:cxn>
                <a:cxn ang="0">
                  <a:pos x="csX6201" y="csY6201"/>
                </a:cxn>
                <a:cxn ang="0">
                  <a:pos x="csX6202" y="csY6202"/>
                </a:cxn>
                <a:cxn ang="0">
                  <a:pos x="csX6203" y="csY6203"/>
                </a:cxn>
                <a:cxn ang="0">
                  <a:pos x="csX6204" y="csY6204"/>
                </a:cxn>
                <a:cxn ang="0">
                  <a:pos x="csX6205" y="csY6205"/>
                </a:cxn>
                <a:cxn ang="0">
                  <a:pos x="csX6206" y="csY6206"/>
                </a:cxn>
                <a:cxn ang="0">
                  <a:pos x="csX6207" y="csY6207"/>
                </a:cxn>
                <a:cxn ang="0">
                  <a:pos x="csX6208" y="csY6208"/>
                </a:cxn>
                <a:cxn ang="0">
                  <a:pos x="csX6209" y="csY6209"/>
                </a:cxn>
                <a:cxn ang="0">
                  <a:pos x="csX6210" y="csY6210"/>
                </a:cxn>
                <a:cxn ang="0">
                  <a:pos x="csX6211" y="csY6211"/>
                </a:cxn>
                <a:cxn ang="0">
                  <a:pos x="csX6212" y="csY6212"/>
                </a:cxn>
                <a:cxn ang="0">
                  <a:pos x="csX6213" y="csY6213"/>
                </a:cxn>
                <a:cxn ang="0">
                  <a:pos x="csX6214" y="csY6214"/>
                </a:cxn>
                <a:cxn ang="0">
                  <a:pos x="csX6215" y="csY6215"/>
                </a:cxn>
                <a:cxn ang="0">
                  <a:pos x="csX6216" y="csY6216"/>
                </a:cxn>
                <a:cxn ang="0">
                  <a:pos x="csX6217" y="csY6217"/>
                </a:cxn>
                <a:cxn ang="0">
                  <a:pos x="csX6218" y="csY6218"/>
                </a:cxn>
                <a:cxn ang="0">
                  <a:pos x="csX6219" y="csY6219"/>
                </a:cxn>
                <a:cxn ang="0">
                  <a:pos x="csX6220" y="csY6220"/>
                </a:cxn>
                <a:cxn ang="0">
                  <a:pos x="csX6221" y="csY6221"/>
                </a:cxn>
                <a:cxn ang="0">
                  <a:pos x="csX6222" y="csY6222"/>
                </a:cxn>
                <a:cxn ang="0">
                  <a:pos x="csX6223" y="csY6223"/>
                </a:cxn>
                <a:cxn ang="0">
                  <a:pos x="csX6224" y="csY6224"/>
                </a:cxn>
                <a:cxn ang="0">
                  <a:pos x="csX6225" y="csY6225"/>
                </a:cxn>
                <a:cxn ang="0">
                  <a:pos x="csX6226" y="csY6226"/>
                </a:cxn>
                <a:cxn ang="0">
                  <a:pos x="csX6227" y="csY6227"/>
                </a:cxn>
                <a:cxn ang="0">
                  <a:pos x="csX6228" y="csY6228"/>
                </a:cxn>
                <a:cxn ang="0">
                  <a:pos x="csX6229" y="csY6229"/>
                </a:cxn>
                <a:cxn ang="0">
                  <a:pos x="csX6230" y="csY6230"/>
                </a:cxn>
                <a:cxn ang="0">
                  <a:pos x="csX6231" y="csY6231"/>
                </a:cxn>
                <a:cxn ang="0">
                  <a:pos x="csX6232" y="csY6232"/>
                </a:cxn>
                <a:cxn ang="0">
                  <a:pos x="csX6233" y="csY6233"/>
                </a:cxn>
                <a:cxn ang="0">
                  <a:pos x="csX6234" y="csY6234"/>
                </a:cxn>
                <a:cxn ang="0">
                  <a:pos x="csX6235" y="csY6235"/>
                </a:cxn>
                <a:cxn ang="0">
                  <a:pos x="csX6236" y="csY6236"/>
                </a:cxn>
                <a:cxn ang="0">
                  <a:pos x="csX6237" y="csY6237"/>
                </a:cxn>
                <a:cxn ang="0">
                  <a:pos x="csX6238" y="csY6238"/>
                </a:cxn>
                <a:cxn ang="0">
                  <a:pos x="csX6239" y="csY6239"/>
                </a:cxn>
                <a:cxn ang="0">
                  <a:pos x="csX6240" y="csY6240"/>
                </a:cxn>
                <a:cxn ang="0">
                  <a:pos x="csX6241" y="csY6241"/>
                </a:cxn>
                <a:cxn ang="0">
                  <a:pos x="csX6242" y="csY6242"/>
                </a:cxn>
                <a:cxn ang="0">
                  <a:pos x="csX6243" y="csY6243"/>
                </a:cxn>
                <a:cxn ang="0">
                  <a:pos x="csX6244" y="csY6244"/>
                </a:cxn>
                <a:cxn ang="0">
                  <a:pos x="csX6245" y="csY6245"/>
                </a:cxn>
                <a:cxn ang="0">
                  <a:pos x="csX6246" y="csY6246"/>
                </a:cxn>
                <a:cxn ang="0">
                  <a:pos x="csX6247" y="csY6247"/>
                </a:cxn>
                <a:cxn ang="0">
                  <a:pos x="csX6248" y="csY6248"/>
                </a:cxn>
                <a:cxn ang="0">
                  <a:pos x="csX6249" y="csY6249"/>
                </a:cxn>
                <a:cxn ang="0">
                  <a:pos x="csX6250" y="csY6250"/>
                </a:cxn>
                <a:cxn ang="0">
                  <a:pos x="csX6251" y="csY6251"/>
                </a:cxn>
                <a:cxn ang="0">
                  <a:pos x="csX6252" y="csY6252"/>
                </a:cxn>
                <a:cxn ang="0">
                  <a:pos x="csX6253" y="csY6253"/>
                </a:cxn>
                <a:cxn ang="0">
                  <a:pos x="csX6254" y="csY6254"/>
                </a:cxn>
                <a:cxn ang="0">
                  <a:pos x="csX6255" y="csY6255"/>
                </a:cxn>
                <a:cxn ang="0">
                  <a:pos x="csX6256" y="csY6256"/>
                </a:cxn>
                <a:cxn ang="0">
                  <a:pos x="csX6257" y="csY6257"/>
                </a:cxn>
                <a:cxn ang="0">
                  <a:pos x="csX6258" y="csY6258"/>
                </a:cxn>
                <a:cxn ang="0">
                  <a:pos x="csX6259" y="csY6259"/>
                </a:cxn>
                <a:cxn ang="0">
                  <a:pos x="csX6260" y="csY6260"/>
                </a:cxn>
                <a:cxn ang="0">
                  <a:pos x="csX6261" y="csY6261"/>
                </a:cxn>
                <a:cxn ang="0">
                  <a:pos x="csX6262" y="csY6262"/>
                </a:cxn>
                <a:cxn ang="0">
                  <a:pos x="csX6263" y="csY6263"/>
                </a:cxn>
                <a:cxn ang="0">
                  <a:pos x="csX6264" y="csY6264"/>
                </a:cxn>
                <a:cxn ang="0">
                  <a:pos x="csX6265" y="csY6265"/>
                </a:cxn>
                <a:cxn ang="0">
                  <a:pos x="csX6266" y="csY6266"/>
                </a:cxn>
                <a:cxn ang="0">
                  <a:pos x="csX6267" y="csY6267"/>
                </a:cxn>
                <a:cxn ang="0">
                  <a:pos x="csX6268" y="csY6268"/>
                </a:cxn>
                <a:cxn ang="0">
                  <a:pos x="csX6269" y="csY6269"/>
                </a:cxn>
                <a:cxn ang="0">
                  <a:pos x="csX6270" y="csY6270"/>
                </a:cxn>
                <a:cxn ang="0">
                  <a:pos x="csX6271" y="csY6271"/>
                </a:cxn>
                <a:cxn ang="0">
                  <a:pos x="csX6272" y="csY6272"/>
                </a:cxn>
                <a:cxn ang="0">
                  <a:pos x="csX6273" y="csY6273"/>
                </a:cxn>
                <a:cxn ang="0">
                  <a:pos x="csX6274" y="csY6274"/>
                </a:cxn>
                <a:cxn ang="0">
                  <a:pos x="csX6275" y="csY6275"/>
                </a:cxn>
                <a:cxn ang="0">
                  <a:pos x="csX6276" y="csY6276"/>
                </a:cxn>
                <a:cxn ang="0">
                  <a:pos x="csX6277" y="csY6277"/>
                </a:cxn>
                <a:cxn ang="0">
                  <a:pos x="csX6278" y="csY6278"/>
                </a:cxn>
                <a:cxn ang="0">
                  <a:pos x="csX6279" y="csY6279"/>
                </a:cxn>
                <a:cxn ang="0">
                  <a:pos x="csX6280" y="csY6280"/>
                </a:cxn>
                <a:cxn ang="0">
                  <a:pos x="csX6281" y="csY6281"/>
                </a:cxn>
                <a:cxn ang="0">
                  <a:pos x="csX6282" y="csY6282"/>
                </a:cxn>
                <a:cxn ang="0">
                  <a:pos x="csX6283" y="csY6283"/>
                </a:cxn>
                <a:cxn ang="0">
                  <a:pos x="csX6284" y="csY6284"/>
                </a:cxn>
                <a:cxn ang="0">
                  <a:pos x="csX6285" y="csY6285"/>
                </a:cxn>
                <a:cxn ang="0">
                  <a:pos x="csX6286" y="csY6286"/>
                </a:cxn>
                <a:cxn ang="0">
                  <a:pos x="csX6287" y="csY6287"/>
                </a:cxn>
                <a:cxn ang="0">
                  <a:pos x="csX6288" y="csY6288"/>
                </a:cxn>
                <a:cxn ang="0">
                  <a:pos x="csX6289" y="csY6289"/>
                </a:cxn>
                <a:cxn ang="0">
                  <a:pos x="csX6290" y="csY6290"/>
                </a:cxn>
                <a:cxn ang="0">
                  <a:pos x="csX6291" y="csY6291"/>
                </a:cxn>
                <a:cxn ang="0">
                  <a:pos x="csX6292" y="csY6292"/>
                </a:cxn>
                <a:cxn ang="0">
                  <a:pos x="csX6293" y="csY6293"/>
                </a:cxn>
                <a:cxn ang="0">
                  <a:pos x="csX6294" y="csY6294"/>
                </a:cxn>
                <a:cxn ang="0">
                  <a:pos x="csX6295" y="csY6295"/>
                </a:cxn>
                <a:cxn ang="0">
                  <a:pos x="csX6296" y="csY6296"/>
                </a:cxn>
                <a:cxn ang="0">
                  <a:pos x="csX6297" y="csY6297"/>
                </a:cxn>
                <a:cxn ang="0">
                  <a:pos x="csX6298" y="csY6298"/>
                </a:cxn>
                <a:cxn ang="0">
                  <a:pos x="csX6299" y="csY6299"/>
                </a:cxn>
                <a:cxn ang="0">
                  <a:pos x="csX6300" y="csY6300"/>
                </a:cxn>
                <a:cxn ang="0">
                  <a:pos x="csX6301" y="csY6301"/>
                </a:cxn>
                <a:cxn ang="0">
                  <a:pos x="csX6302" y="csY6302"/>
                </a:cxn>
                <a:cxn ang="0">
                  <a:pos x="csX6303" y="csY6303"/>
                </a:cxn>
                <a:cxn ang="0">
                  <a:pos x="csX6304" y="csY6304"/>
                </a:cxn>
                <a:cxn ang="0">
                  <a:pos x="csX6305" y="csY6305"/>
                </a:cxn>
                <a:cxn ang="0">
                  <a:pos x="csX6306" y="csY6306"/>
                </a:cxn>
                <a:cxn ang="0">
                  <a:pos x="csX6307" y="csY6307"/>
                </a:cxn>
                <a:cxn ang="0">
                  <a:pos x="csX6308" y="csY6308"/>
                </a:cxn>
                <a:cxn ang="0">
                  <a:pos x="csX6309" y="csY6309"/>
                </a:cxn>
                <a:cxn ang="0">
                  <a:pos x="csX6310" y="csY6310"/>
                </a:cxn>
                <a:cxn ang="0">
                  <a:pos x="csX6311" y="csY6311"/>
                </a:cxn>
                <a:cxn ang="0">
                  <a:pos x="csX6312" y="csY6312"/>
                </a:cxn>
                <a:cxn ang="0">
                  <a:pos x="csX6313" y="csY6313"/>
                </a:cxn>
                <a:cxn ang="0">
                  <a:pos x="csX6314" y="csY6314"/>
                </a:cxn>
                <a:cxn ang="0">
                  <a:pos x="csX6315" y="csY6315"/>
                </a:cxn>
                <a:cxn ang="0">
                  <a:pos x="csX6316" y="csY6316"/>
                </a:cxn>
                <a:cxn ang="0">
                  <a:pos x="csX6317" y="csY6317"/>
                </a:cxn>
                <a:cxn ang="0">
                  <a:pos x="csX6318" y="csY6318"/>
                </a:cxn>
                <a:cxn ang="0">
                  <a:pos x="csX6319" y="csY6319"/>
                </a:cxn>
                <a:cxn ang="0">
                  <a:pos x="csX6320" y="csY6320"/>
                </a:cxn>
                <a:cxn ang="0">
                  <a:pos x="csX6321" y="csY6321"/>
                </a:cxn>
                <a:cxn ang="0">
                  <a:pos x="csX6322" y="csY6322"/>
                </a:cxn>
                <a:cxn ang="0">
                  <a:pos x="csX6323" y="csY6323"/>
                </a:cxn>
                <a:cxn ang="0">
                  <a:pos x="csX6324" y="csY6324"/>
                </a:cxn>
                <a:cxn ang="0">
                  <a:pos x="csX6325" y="csY6325"/>
                </a:cxn>
                <a:cxn ang="0">
                  <a:pos x="csX6326" y="csY6326"/>
                </a:cxn>
                <a:cxn ang="0">
                  <a:pos x="csX6327" y="csY6327"/>
                </a:cxn>
                <a:cxn ang="0">
                  <a:pos x="csX6328" y="csY6328"/>
                </a:cxn>
                <a:cxn ang="0">
                  <a:pos x="csX6329" y="csY6329"/>
                </a:cxn>
                <a:cxn ang="0">
                  <a:pos x="csX6330" y="csY6330"/>
                </a:cxn>
                <a:cxn ang="0">
                  <a:pos x="csX6331" y="csY6331"/>
                </a:cxn>
                <a:cxn ang="0">
                  <a:pos x="csX6332" y="csY6332"/>
                </a:cxn>
                <a:cxn ang="0">
                  <a:pos x="csX6333" y="csY6333"/>
                </a:cxn>
                <a:cxn ang="0">
                  <a:pos x="csX6334" y="csY6334"/>
                </a:cxn>
                <a:cxn ang="0">
                  <a:pos x="csX6335" y="csY6335"/>
                </a:cxn>
                <a:cxn ang="0">
                  <a:pos x="csX6336" y="csY6336"/>
                </a:cxn>
                <a:cxn ang="0">
                  <a:pos x="csX6337" y="csY6337"/>
                </a:cxn>
                <a:cxn ang="0">
                  <a:pos x="csX6338" y="csY6338"/>
                </a:cxn>
                <a:cxn ang="0">
                  <a:pos x="csX6339" y="csY6339"/>
                </a:cxn>
                <a:cxn ang="0">
                  <a:pos x="csX6340" y="csY6340"/>
                </a:cxn>
                <a:cxn ang="0">
                  <a:pos x="csX6341" y="csY6341"/>
                </a:cxn>
                <a:cxn ang="0">
                  <a:pos x="csX6342" y="csY6342"/>
                </a:cxn>
                <a:cxn ang="0">
                  <a:pos x="csX6343" y="csY6343"/>
                </a:cxn>
                <a:cxn ang="0">
                  <a:pos x="csX6344" y="csY6344"/>
                </a:cxn>
                <a:cxn ang="0">
                  <a:pos x="csX6345" y="csY6345"/>
                </a:cxn>
                <a:cxn ang="0">
                  <a:pos x="csX6346" y="csY6346"/>
                </a:cxn>
                <a:cxn ang="0">
                  <a:pos x="csX6347" y="csY6347"/>
                </a:cxn>
                <a:cxn ang="0">
                  <a:pos x="csX6348" y="csY6348"/>
                </a:cxn>
                <a:cxn ang="0">
                  <a:pos x="csX6349" y="csY6349"/>
                </a:cxn>
                <a:cxn ang="0">
                  <a:pos x="csX6350" y="csY6350"/>
                </a:cxn>
                <a:cxn ang="0">
                  <a:pos x="csX6351" y="csY6351"/>
                </a:cxn>
                <a:cxn ang="0">
                  <a:pos x="csX6352" y="csY6352"/>
                </a:cxn>
                <a:cxn ang="0">
                  <a:pos x="csX6353" y="csY6353"/>
                </a:cxn>
                <a:cxn ang="0">
                  <a:pos x="csX6354" y="csY6354"/>
                </a:cxn>
                <a:cxn ang="0">
                  <a:pos x="csX6355" y="csY6355"/>
                </a:cxn>
                <a:cxn ang="0">
                  <a:pos x="csX6356" y="csY6356"/>
                </a:cxn>
                <a:cxn ang="0">
                  <a:pos x="csX6357" y="csY6357"/>
                </a:cxn>
                <a:cxn ang="0">
                  <a:pos x="csX6358" y="csY6358"/>
                </a:cxn>
                <a:cxn ang="0">
                  <a:pos x="csX6359" y="csY6359"/>
                </a:cxn>
                <a:cxn ang="0">
                  <a:pos x="csX6360" y="csY6360"/>
                </a:cxn>
                <a:cxn ang="0">
                  <a:pos x="csX6361" y="csY6361"/>
                </a:cxn>
                <a:cxn ang="0">
                  <a:pos x="csX6362" y="csY6362"/>
                </a:cxn>
                <a:cxn ang="0">
                  <a:pos x="csX6363" y="csY6363"/>
                </a:cxn>
                <a:cxn ang="0">
                  <a:pos x="csX6364" y="csY6364"/>
                </a:cxn>
                <a:cxn ang="0">
                  <a:pos x="csX6365" y="csY6365"/>
                </a:cxn>
                <a:cxn ang="0">
                  <a:pos x="csX6366" y="csY6366"/>
                </a:cxn>
                <a:cxn ang="0">
                  <a:pos x="csX6367" y="csY6367"/>
                </a:cxn>
                <a:cxn ang="0">
                  <a:pos x="csX6368" y="csY6368"/>
                </a:cxn>
                <a:cxn ang="0">
                  <a:pos x="csX6369" y="csY6369"/>
                </a:cxn>
                <a:cxn ang="0">
                  <a:pos x="csX6370" y="csY6370"/>
                </a:cxn>
                <a:cxn ang="0">
                  <a:pos x="csX6371" y="csY6371"/>
                </a:cxn>
                <a:cxn ang="0">
                  <a:pos x="csX6372" y="csY6372"/>
                </a:cxn>
                <a:cxn ang="0">
                  <a:pos x="csX6373" y="csY6373"/>
                </a:cxn>
                <a:cxn ang="0">
                  <a:pos x="csX6374" y="csY6374"/>
                </a:cxn>
                <a:cxn ang="0">
                  <a:pos x="csX6375" y="csY6375"/>
                </a:cxn>
                <a:cxn ang="0">
                  <a:pos x="csX6376" y="csY6376"/>
                </a:cxn>
                <a:cxn ang="0">
                  <a:pos x="csX6377" y="csY6377"/>
                </a:cxn>
                <a:cxn ang="0">
                  <a:pos x="csX6378" y="csY6378"/>
                </a:cxn>
                <a:cxn ang="0">
                  <a:pos x="csX6379" y="csY6379"/>
                </a:cxn>
                <a:cxn ang="0">
                  <a:pos x="csX6380" y="csY6380"/>
                </a:cxn>
                <a:cxn ang="0">
                  <a:pos x="csX6381" y="csY6381"/>
                </a:cxn>
                <a:cxn ang="0">
                  <a:pos x="csX6382" y="csY6382"/>
                </a:cxn>
                <a:cxn ang="0">
                  <a:pos x="csX6383" y="csY6383"/>
                </a:cxn>
                <a:cxn ang="0">
                  <a:pos x="csX6384" y="csY6384"/>
                </a:cxn>
                <a:cxn ang="0">
                  <a:pos x="csX6385" y="csY6385"/>
                </a:cxn>
                <a:cxn ang="0">
                  <a:pos x="csX6386" y="csY6386"/>
                </a:cxn>
                <a:cxn ang="0">
                  <a:pos x="csX6387" y="csY6387"/>
                </a:cxn>
                <a:cxn ang="0">
                  <a:pos x="csX6388" y="csY6388"/>
                </a:cxn>
                <a:cxn ang="0">
                  <a:pos x="csX6389" y="csY6389"/>
                </a:cxn>
                <a:cxn ang="0">
                  <a:pos x="csX6390" y="csY6390"/>
                </a:cxn>
                <a:cxn ang="0">
                  <a:pos x="csX6391" y="csY6391"/>
                </a:cxn>
                <a:cxn ang="0">
                  <a:pos x="csX6392" y="csY6392"/>
                </a:cxn>
                <a:cxn ang="0">
                  <a:pos x="csX6393" y="csY6393"/>
                </a:cxn>
                <a:cxn ang="0">
                  <a:pos x="csX6394" y="csY6394"/>
                </a:cxn>
                <a:cxn ang="0">
                  <a:pos x="csX6395" y="csY6395"/>
                </a:cxn>
                <a:cxn ang="0">
                  <a:pos x="csX6396" y="csY6396"/>
                </a:cxn>
                <a:cxn ang="0">
                  <a:pos x="csX6397" y="csY6397"/>
                </a:cxn>
                <a:cxn ang="0">
                  <a:pos x="csX6398" y="csY6398"/>
                </a:cxn>
                <a:cxn ang="0">
                  <a:pos x="csX6399" y="csY6399"/>
                </a:cxn>
                <a:cxn ang="0">
                  <a:pos x="csX6400" y="csY6400"/>
                </a:cxn>
                <a:cxn ang="0">
                  <a:pos x="csX6401" y="csY6401"/>
                </a:cxn>
                <a:cxn ang="0">
                  <a:pos x="csX6402" y="csY6402"/>
                </a:cxn>
                <a:cxn ang="0">
                  <a:pos x="csX6403" y="csY6403"/>
                </a:cxn>
                <a:cxn ang="0">
                  <a:pos x="csX6404" y="csY6404"/>
                </a:cxn>
                <a:cxn ang="0">
                  <a:pos x="csX6405" y="csY6405"/>
                </a:cxn>
                <a:cxn ang="0">
                  <a:pos x="csX6406" y="csY6406"/>
                </a:cxn>
                <a:cxn ang="0">
                  <a:pos x="csX6407" y="csY6407"/>
                </a:cxn>
                <a:cxn ang="0">
                  <a:pos x="csX6408" y="csY6408"/>
                </a:cxn>
                <a:cxn ang="0">
                  <a:pos x="csX6409" y="csY6409"/>
                </a:cxn>
                <a:cxn ang="0">
                  <a:pos x="csX6410" y="csY6410"/>
                </a:cxn>
                <a:cxn ang="0">
                  <a:pos x="csX6411" y="csY6411"/>
                </a:cxn>
                <a:cxn ang="0">
                  <a:pos x="csX6412" y="csY6412"/>
                </a:cxn>
                <a:cxn ang="0">
                  <a:pos x="csX6413" y="csY6413"/>
                </a:cxn>
                <a:cxn ang="0">
                  <a:pos x="csX6414" y="csY6414"/>
                </a:cxn>
                <a:cxn ang="0">
                  <a:pos x="csX6415" y="csY6415"/>
                </a:cxn>
                <a:cxn ang="0">
                  <a:pos x="csX6416" y="csY6416"/>
                </a:cxn>
                <a:cxn ang="0">
                  <a:pos x="csX6417" y="csY6417"/>
                </a:cxn>
                <a:cxn ang="0">
                  <a:pos x="csX6418" y="csY6418"/>
                </a:cxn>
                <a:cxn ang="0">
                  <a:pos x="csX6419" y="csY6419"/>
                </a:cxn>
                <a:cxn ang="0">
                  <a:pos x="csX6420" y="csY6420"/>
                </a:cxn>
                <a:cxn ang="0">
                  <a:pos x="csX6421" y="csY6421"/>
                </a:cxn>
                <a:cxn ang="0">
                  <a:pos x="csX6422" y="csY6422"/>
                </a:cxn>
                <a:cxn ang="0">
                  <a:pos x="csX6423" y="csY6423"/>
                </a:cxn>
                <a:cxn ang="0">
                  <a:pos x="csX6424" y="csY6424"/>
                </a:cxn>
                <a:cxn ang="0">
                  <a:pos x="csX6425" y="csY6425"/>
                </a:cxn>
                <a:cxn ang="0">
                  <a:pos x="csX6426" y="csY6426"/>
                </a:cxn>
                <a:cxn ang="0">
                  <a:pos x="csX6427" y="csY6427"/>
                </a:cxn>
                <a:cxn ang="0">
                  <a:pos x="csX6428" y="csY6428"/>
                </a:cxn>
                <a:cxn ang="0">
                  <a:pos x="csX6429" y="csY6429"/>
                </a:cxn>
                <a:cxn ang="0">
                  <a:pos x="csX6430" y="csY6430"/>
                </a:cxn>
                <a:cxn ang="0">
                  <a:pos x="csX6431" y="csY6431"/>
                </a:cxn>
                <a:cxn ang="0">
                  <a:pos x="csX6432" y="csY6432"/>
                </a:cxn>
                <a:cxn ang="0">
                  <a:pos x="csX6433" y="csY6433"/>
                </a:cxn>
                <a:cxn ang="0">
                  <a:pos x="csX6434" y="csY6434"/>
                </a:cxn>
                <a:cxn ang="0">
                  <a:pos x="csX6435" y="csY6435"/>
                </a:cxn>
                <a:cxn ang="0">
                  <a:pos x="csX6436" y="csY6436"/>
                </a:cxn>
                <a:cxn ang="0">
                  <a:pos x="csX6437" y="csY6437"/>
                </a:cxn>
                <a:cxn ang="0">
                  <a:pos x="csX6438" y="csY6438"/>
                </a:cxn>
                <a:cxn ang="0">
                  <a:pos x="csX6439" y="csY6439"/>
                </a:cxn>
                <a:cxn ang="0">
                  <a:pos x="csX6440" y="csY6440"/>
                </a:cxn>
                <a:cxn ang="0">
                  <a:pos x="csX6441" y="csY6441"/>
                </a:cxn>
                <a:cxn ang="0">
                  <a:pos x="csX6442" y="csY6442"/>
                </a:cxn>
                <a:cxn ang="0">
                  <a:pos x="csX6443" y="csY6443"/>
                </a:cxn>
                <a:cxn ang="0">
                  <a:pos x="csX6444" y="csY6444"/>
                </a:cxn>
                <a:cxn ang="0">
                  <a:pos x="csX6445" y="csY6445"/>
                </a:cxn>
                <a:cxn ang="0">
                  <a:pos x="csX6446" y="csY6446"/>
                </a:cxn>
                <a:cxn ang="0">
                  <a:pos x="csX6447" y="csY6447"/>
                </a:cxn>
                <a:cxn ang="0">
                  <a:pos x="csX6448" y="csY6448"/>
                </a:cxn>
                <a:cxn ang="0">
                  <a:pos x="csX6449" y="csY6449"/>
                </a:cxn>
                <a:cxn ang="0">
                  <a:pos x="csX6450" y="csY6450"/>
                </a:cxn>
                <a:cxn ang="0">
                  <a:pos x="csX6451" y="csY6451"/>
                </a:cxn>
                <a:cxn ang="0">
                  <a:pos x="csX6452" y="csY6452"/>
                </a:cxn>
                <a:cxn ang="0">
                  <a:pos x="csX6453" y="csY6453"/>
                </a:cxn>
                <a:cxn ang="0">
                  <a:pos x="csX6454" y="csY6454"/>
                </a:cxn>
                <a:cxn ang="0">
                  <a:pos x="csX6455" y="csY6455"/>
                </a:cxn>
                <a:cxn ang="0">
                  <a:pos x="csX6456" y="csY6456"/>
                </a:cxn>
                <a:cxn ang="0">
                  <a:pos x="csX6457" y="csY6457"/>
                </a:cxn>
                <a:cxn ang="0">
                  <a:pos x="csX6458" y="csY6458"/>
                </a:cxn>
                <a:cxn ang="0">
                  <a:pos x="csX6459" y="csY6459"/>
                </a:cxn>
                <a:cxn ang="0">
                  <a:pos x="csX6460" y="csY6460"/>
                </a:cxn>
                <a:cxn ang="0">
                  <a:pos x="csX6461" y="csY6461"/>
                </a:cxn>
                <a:cxn ang="0">
                  <a:pos x="csX6462" y="csY6462"/>
                </a:cxn>
                <a:cxn ang="0">
                  <a:pos x="csX6463" y="csY6463"/>
                </a:cxn>
                <a:cxn ang="0">
                  <a:pos x="csX6464" y="csY6464"/>
                </a:cxn>
                <a:cxn ang="0">
                  <a:pos x="csX6465" y="csY6465"/>
                </a:cxn>
                <a:cxn ang="0">
                  <a:pos x="csX6466" y="csY6466"/>
                </a:cxn>
                <a:cxn ang="0">
                  <a:pos x="csX6467" y="csY6467"/>
                </a:cxn>
                <a:cxn ang="0">
                  <a:pos x="csX6468" y="csY6468"/>
                </a:cxn>
                <a:cxn ang="0">
                  <a:pos x="csX6469" y="csY6469"/>
                </a:cxn>
                <a:cxn ang="0">
                  <a:pos x="csX6470" y="csY6470"/>
                </a:cxn>
                <a:cxn ang="0">
                  <a:pos x="csX6471" y="csY6471"/>
                </a:cxn>
                <a:cxn ang="0">
                  <a:pos x="csX6472" y="csY6472"/>
                </a:cxn>
                <a:cxn ang="0">
                  <a:pos x="csX6473" y="csY6473"/>
                </a:cxn>
                <a:cxn ang="0">
                  <a:pos x="csX6474" y="csY6474"/>
                </a:cxn>
                <a:cxn ang="0">
                  <a:pos x="csX6475" y="csY6475"/>
                </a:cxn>
                <a:cxn ang="0">
                  <a:pos x="csX6476" y="csY6476"/>
                </a:cxn>
                <a:cxn ang="0">
                  <a:pos x="csX6477" y="csY6477"/>
                </a:cxn>
                <a:cxn ang="0">
                  <a:pos x="csX6478" y="csY6478"/>
                </a:cxn>
                <a:cxn ang="0">
                  <a:pos x="csX6479" y="csY6479"/>
                </a:cxn>
                <a:cxn ang="0">
                  <a:pos x="csX6480" y="csY6480"/>
                </a:cxn>
                <a:cxn ang="0">
                  <a:pos x="csX6481" y="csY6481"/>
                </a:cxn>
                <a:cxn ang="0">
                  <a:pos x="csX6482" y="csY6482"/>
                </a:cxn>
                <a:cxn ang="0">
                  <a:pos x="csX6483" y="csY6483"/>
                </a:cxn>
                <a:cxn ang="0">
                  <a:pos x="csX6484" y="csY6484"/>
                </a:cxn>
                <a:cxn ang="0">
                  <a:pos x="csX6485" y="csY6485"/>
                </a:cxn>
                <a:cxn ang="0">
                  <a:pos x="csX6486" y="csY6486"/>
                </a:cxn>
                <a:cxn ang="0">
                  <a:pos x="csX6487" y="csY6487"/>
                </a:cxn>
                <a:cxn ang="0">
                  <a:pos x="csX6488" y="csY6488"/>
                </a:cxn>
                <a:cxn ang="0">
                  <a:pos x="csX6489" y="csY6489"/>
                </a:cxn>
                <a:cxn ang="0">
                  <a:pos x="csX6490" y="csY6490"/>
                </a:cxn>
                <a:cxn ang="0">
                  <a:pos x="csX6491" y="csY6491"/>
                </a:cxn>
                <a:cxn ang="0">
                  <a:pos x="csX6492" y="csY6492"/>
                </a:cxn>
                <a:cxn ang="0">
                  <a:pos x="csX6493" y="csY6493"/>
                </a:cxn>
                <a:cxn ang="0">
                  <a:pos x="csX6494" y="csY6494"/>
                </a:cxn>
                <a:cxn ang="0">
                  <a:pos x="csX6495" y="csY6495"/>
                </a:cxn>
                <a:cxn ang="0">
                  <a:pos x="csX6496" y="csY6496"/>
                </a:cxn>
                <a:cxn ang="0">
                  <a:pos x="csX6497" y="csY6497"/>
                </a:cxn>
                <a:cxn ang="0">
                  <a:pos x="csX6498" y="csY6498"/>
                </a:cxn>
                <a:cxn ang="0">
                  <a:pos x="csX6499" y="csY6499"/>
                </a:cxn>
                <a:cxn ang="0">
                  <a:pos x="csX6500" y="csY6500"/>
                </a:cxn>
                <a:cxn ang="0">
                  <a:pos x="csX6501" y="csY6501"/>
                </a:cxn>
                <a:cxn ang="0">
                  <a:pos x="csX6502" y="csY6502"/>
                </a:cxn>
                <a:cxn ang="0">
                  <a:pos x="csX6503" y="csY6503"/>
                </a:cxn>
                <a:cxn ang="0">
                  <a:pos x="csX6504" y="csY6504"/>
                </a:cxn>
                <a:cxn ang="0">
                  <a:pos x="csX6505" y="csY6505"/>
                </a:cxn>
                <a:cxn ang="0">
                  <a:pos x="csX6506" y="csY6506"/>
                </a:cxn>
                <a:cxn ang="0">
                  <a:pos x="csX6507" y="csY6507"/>
                </a:cxn>
                <a:cxn ang="0">
                  <a:pos x="csX6508" y="csY6508"/>
                </a:cxn>
                <a:cxn ang="0">
                  <a:pos x="csX6509" y="csY6509"/>
                </a:cxn>
                <a:cxn ang="0">
                  <a:pos x="csX6510" y="csY6510"/>
                </a:cxn>
                <a:cxn ang="0">
                  <a:pos x="csX6511" y="csY6511"/>
                </a:cxn>
                <a:cxn ang="0">
                  <a:pos x="csX6512" y="csY6512"/>
                </a:cxn>
                <a:cxn ang="0">
                  <a:pos x="csX6513" y="csY6513"/>
                </a:cxn>
                <a:cxn ang="0">
                  <a:pos x="csX6514" y="csY6514"/>
                </a:cxn>
                <a:cxn ang="0">
                  <a:pos x="csX6515" y="csY6515"/>
                </a:cxn>
                <a:cxn ang="0">
                  <a:pos x="csX6516" y="csY6516"/>
                </a:cxn>
                <a:cxn ang="0">
                  <a:pos x="csX6517" y="csY6517"/>
                </a:cxn>
                <a:cxn ang="0">
                  <a:pos x="csX6518" y="csY6518"/>
                </a:cxn>
                <a:cxn ang="0">
                  <a:pos x="csX6519" y="csY6519"/>
                </a:cxn>
                <a:cxn ang="0">
                  <a:pos x="csX6520" y="csY6520"/>
                </a:cxn>
                <a:cxn ang="0">
                  <a:pos x="csX6521" y="csY6521"/>
                </a:cxn>
                <a:cxn ang="0">
                  <a:pos x="csX6522" y="csY6522"/>
                </a:cxn>
                <a:cxn ang="0">
                  <a:pos x="csX6523" y="csY6523"/>
                </a:cxn>
                <a:cxn ang="0">
                  <a:pos x="csX6524" y="csY6524"/>
                </a:cxn>
                <a:cxn ang="0">
                  <a:pos x="csX6525" y="csY6525"/>
                </a:cxn>
                <a:cxn ang="0">
                  <a:pos x="csX6526" y="csY6526"/>
                </a:cxn>
                <a:cxn ang="0">
                  <a:pos x="csX6527" y="csY6527"/>
                </a:cxn>
                <a:cxn ang="0">
                  <a:pos x="csX6528" y="csY6528"/>
                </a:cxn>
                <a:cxn ang="0">
                  <a:pos x="csX6529" y="csY6529"/>
                </a:cxn>
                <a:cxn ang="0">
                  <a:pos x="csX6530" y="csY6530"/>
                </a:cxn>
                <a:cxn ang="0">
                  <a:pos x="csX6531" y="csY6531"/>
                </a:cxn>
                <a:cxn ang="0">
                  <a:pos x="csX6532" y="csY6532"/>
                </a:cxn>
                <a:cxn ang="0">
                  <a:pos x="csX6533" y="csY6533"/>
                </a:cxn>
                <a:cxn ang="0">
                  <a:pos x="csX6534" y="csY6534"/>
                </a:cxn>
                <a:cxn ang="0">
                  <a:pos x="csX6535" y="csY6535"/>
                </a:cxn>
                <a:cxn ang="0">
                  <a:pos x="csX6536" y="csY6536"/>
                </a:cxn>
                <a:cxn ang="0">
                  <a:pos x="csX6537" y="csY6537"/>
                </a:cxn>
                <a:cxn ang="0">
                  <a:pos x="csX6538" y="csY6538"/>
                </a:cxn>
                <a:cxn ang="0">
                  <a:pos x="csX6539" y="csY6539"/>
                </a:cxn>
                <a:cxn ang="0">
                  <a:pos x="csX6540" y="csY6540"/>
                </a:cxn>
                <a:cxn ang="0">
                  <a:pos x="csX6541" y="csY6541"/>
                </a:cxn>
                <a:cxn ang="0">
                  <a:pos x="csX6542" y="csY6542"/>
                </a:cxn>
                <a:cxn ang="0">
                  <a:pos x="csX6543" y="csY6543"/>
                </a:cxn>
                <a:cxn ang="0">
                  <a:pos x="csX6544" y="csY6544"/>
                </a:cxn>
                <a:cxn ang="0">
                  <a:pos x="csX6545" y="csY6545"/>
                </a:cxn>
                <a:cxn ang="0">
                  <a:pos x="csX6546" y="csY6546"/>
                </a:cxn>
                <a:cxn ang="0">
                  <a:pos x="csX6547" y="csY6547"/>
                </a:cxn>
                <a:cxn ang="0">
                  <a:pos x="csX6548" y="csY6548"/>
                </a:cxn>
                <a:cxn ang="0">
                  <a:pos x="csX6549" y="csY6549"/>
                </a:cxn>
                <a:cxn ang="0">
                  <a:pos x="csX6550" y="csY6550"/>
                </a:cxn>
                <a:cxn ang="0">
                  <a:pos x="csX6551" y="csY6551"/>
                </a:cxn>
                <a:cxn ang="0">
                  <a:pos x="csX6552" y="csY6552"/>
                </a:cxn>
                <a:cxn ang="0">
                  <a:pos x="csX6553" y="csY6553"/>
                </a:cxn>
                <a:cxn ang="0">
                  <a:pos x="csX6554" y="csY6554"/>
                </a:cxn>
                <a:cxn ang="0">
                  <a:pos x="csX6555" y="csY6555"/>
                </a:cxn>
                <a:cxn ang="0">
                  <a:pos x="csX6556" y="csY6556"/>
                </a:cxn>
                <a:cxn ang="0">
                  <a:pos x="csX6557" y="csY6557"/>
                </a:cxn>
                <a:cxn ang="0">
                  <a:pos x="csX6558" y="csY6558"/>
                </a:cxn>
                <a:cxn ang="0">
                  <a:pos x="csX6559" y="csY6559"/>
                </a:cxn>
                <a:cxn ang="0">
                  <a:pos x="csX6560" y="csY6560"/>
                </a:cxn>
                <a:cxn ang="0">
                  <a:pos x="csX6561" y="csY6561"/>
                </a:cxn>
                <a:cxn ang="0">
                  <a:pos x="csX6562" y="csY6562"/>
                </a:cxn>
                <a:cxn ang="0">
                  <a:pos x="csX6563" y="csY6563"/>
                </a:cxn>
                <a:cxn ang="0">
                  <a:pos x="csX6564" y="csY6564"/>
                </a:cxn>
                <a:cxn ang="0">
                  <a:pos x="csX6565" y="csY6565"/>
                </a:cxn>
                <a:cxn ang="0">
                  <a:pos x="csX6566" y="csY6566"/>
                </a:cxn>
                <a:cxn ang="0">
                  <a:pos x="csX6567" y="csY6567"/>
                </a:cxn>
                <a:cxn ang="0">
                  <a:pos x="csX6568" y="csY6568"/>
                </a:cxn>
                <a:cxn ang="0">
                  <a:pos x="csX6569" y="csY6569"/>
                </a:cxn>
                <a:cxn ang="0">
                  <a:pos x="csX6570" y="csY6570"/>
                </a:cxn>
                <a:cxn ang="0">
                  <a:pos x="csX6571" y="csY6571"/>
                </a:cxn>
                <a:cxn ang="0">
                  <a:pos x="csX6572" y="csY6572"/>
                </a:cxn>
                <a:cxn ang="0">
                  <a:pos x="csX6573" y="csY6573"/>
                </a:cxn>
                <a:cxn ang="0">
                  <a:pos x="csX6574" y="csY6574"/>
                </a:cxn>
                <a:cxn ang="0">
                  <a:pos x="csX6575" y="csY6575"/>
                </a:cxn>
                <a:cxn ang="0">
                  <a:pos x="csX6576" y="csY6576"/>
                </a:cxn>
                <a:cxn ang="0">
                  <a:pos x="csX6577" y="csY6577"/>
                </a:cxn>
                <a:cxn ang="0">
                  <a:pos x="csX6578" y="csY6578"/>
                </a:cxn>
                <a:cxn ang="0">
                  <a:pos x="csX6579" y="csY6579"/>
                </a:cxn>
                <a:cxn ang="0">
                  <a:pos x="csX6580" y="csY6580"/>
                </a:cxn>
                <a:cxn ang="0">
                  <a:pos x="csX6581" y="csY6581"/>
                </a:cxn>
                <a:cxn ang="0">
                  <a:pos x="csX6582" y="csY6582"/>
                </a:cxn>
                <a:cxn ang="0">
                  <a:pos x="csX6583" y="csY6583"/>
                </a:cxn>
                <a:cxn ang="0">
                  <a:pos x="csX6584" y="csY6584"/>
                </a:cxn>
                <a:cxn ang="0">
                  <a:pos x="csX6585" y="csY6585"/>
                </a:cxn>
                <a:cxn ang="0">
                  <a:pos x="csX6586" y="csY6586"/>
                </a:cxn>
                <a:cxn ang="0">
                  <a:pos x="csX6587" y="csY6587"/>
                </a:cxn>
                <a:cxn ang="0">
                  <a:pos x="csX6588" y="csY6588"/>
                </a:cxn>
                <a:cxn ang="0">
                  <a:pos x="csX6589" y="csY6589"/>
                </a:cxn>
                <a:cxn ang="0">
                  <a:pos x="csX6590" y="csY6590"/>
                </a:cxn>
                <a:cxn ang="0">
                  <a:pos x="csX6591" y="csY6591"/>
                </a:cxn>
                <a:cxn ang="0">
                  <a:pos x="csX6592" y="csY6592"/>
                </a:cxn>
                <a:cxn ang="0">
                  <a:pos x="csX6593" y="csY6593"/>
                </a:cxn>
                <a:cxn ang="0">
                  <a:pos x="csX6594" y="csY6594"/>
                </a:cxn>
                <a:cxn ang="0">
                  <a:pos x="csX6595" y="csY6595"/>
                </a:cxn>
                <a:cxn ang="0">
                  <a:pos x="csX6596" y="csY6596"/>
                </a:cxn>
                <a:cxn ang="0">
                  <a:pos x="csX6597" y="csY6597"/>
                </a:cxn>
                <a:cxn ang="0">
                  <a:pos x="csX6598" y="csY6598"/>
                </a:cxn>
                <a:cxn ang="0">
                  <a:pos x="csX6599" y="csY6599"/>
                </a:cxn>
                <a:cxn ang="0">
                  <a:pos x="csX6600" y="csY6600"/>
                </a:cxn>
                <a:cxn ang="0">
                  <a:pos x="csX6601" y="csY6601"/>
                </a:cxn>
                <a:cxn ang="0">
                  <a:pos x="csX6602" y="csY6602"/>
                </a:cxn>
                <a:cxn ang="0">
                  <a:pos x="csX6603" y="csY6603"/>
                </a:cxn>
                <a:cxn ang="0">
                  <a:pos x="csX6604" y="csY6604"/>
                </a:cxn>
                <a:cxn ang="0">
                  <a:pos x="csX6605" y="csY6605"/>
                </a:cxn>
                <a:cxn ang="0">
                  <a:pos x="csX6606" y="csY6606"/>
                </a:cxn>
                <a:cxn ang="0">
                  <a:pos x="csX6607" y="csY6607"/>
                </a:cxn>
                <a:cxn ang="0">
                  <a:pos x="csX6608" y="csY6608"/>
                </a:cxn>
                <a:cxn ang="0">
                  <a:pos x="csX6609" y="csY6609"/>
                </a:cxn>
                <a:cxn ang="0">
                  <a:pos x="csX6610" y="csY6610"/>
                </a:cxn>
                <a:cxn ang="0">
                  <a:pos x="csX6611" y="csY6611"/>
                </a:cxn>
                <a:cxn ang="0">
                  <a:pos x="csX6612" y="csY6612"/>
                </a:cxn>
                <a:cxn ang="0">
                  <a:pos x="csX6613" y="csY6613"/>
                </a:cxn>
                <a:cxn ang="0">
                  <a:pos x="csX6614" y="csY6614"/>
                </a:cxn>
                <a:cxn ang="0">
                  <a:pos x="csX6615" y="csY6615"/>
                </a:cxn>
                <a:cxn ang="0">
                  <a:pos x="csX6616" y="csY6616"/>
                </a:cxn>
                <a:cxn ang="0">
                  <a:pos x="csX6617" y="csY6617"/>
                </a:cxn>
                <a:cxn ang="0">
                  <a:pos x="csX6618" y="csY6618"/>
                </a:cxn>
                <a:cxn ang="0">
                  <a:pos x="csX6619" y="csY6619"/>
                </a:cxn>
                <a:cxn ang="0">
                  <a:pos x="csX6620" y="csY6620"/>
                </a:cxn>
                <a:cxn ang="0">
                  <a:pos x="csX6621" y="csY6621"/>
                </a:cxn>
                <a:cxn ang="0">
                  <a:pos x="csX6622" y="csY6622"/>
                </a:cxn>
                <a:cxn ang="0">
                  <a:pos x="csX6623" y="csY6623"/>
                </a:cxn>
                <a:cxn ang="0">
                  <a:pos x="csX6624" y="csY6624"/>
                </a:cxn>
                <a:cxn ang="0">
                  <a:pos x="csX6625" y="csY6625"/>
                </a:cxn>
                <a:cxn ang="0">
                  <a:pos x="csX6626" y="csY6626"/>
                </a:cxn>
                <a:cxn ang="0">
                  <a:pos x="csX6627" y="csY6627"/>
                </a:cxn>
                <a:cxn ang="0">
                  <a:pos x="csX6628" y="csY6628"/>
                </a:cxn>
                <a:cxn ang="0">
                  <a:pos x="csX6629" y="csY6629"/>
                </a:cxn>
                <a:cxn ang="0">
                  <a:pos x="csX6630" y="csY6630"/>
                </a:cxn>
                <a:cxn ang="0">
                  <a:pos x="csX6631" y="csY6631"/>
                </a:cxn>
                <a:cxn ang="0">
                  <a:pos x="csX6632" y="csY6632"/>
                </a:cxn>
                <a:cxn ang="0">
                  <a:pos x="csX6633" y="csY6633"/>
                </a:cxn>
                <a:cxn ang="0">
                  <a:pos x="csX6634" y="csY6634"/>
                </a:cxn>
                <a:cxn ang="0">
                  <a:pos x="csX6635" y="csY6635"/>
                </a:cxn>
                <a:cxn ang="0">
                  <a:pos x="csX6636" y="csY6636"/>
                </a:cxn>
                <a:cxn ang="0">
                  <a:pos x="csX6637" y="csY6637"/>
                </a:cxn>
                <a:cxn ang="0">
                  <a:pos x="csX6638" y="csY6638"/>
                </a:cxn>
                <a:cxn ang="0">
                  <a:pos x="csX6639" y="csY6639"/>
                </a:cxn>
                <a:cxn ang="0">
                  <a:pos x="csX6640" y="csY6640"/>
                </a:cxn>
                <a:cxn ang="0">
                  <a:pos x="csX6641" y="csY6641"/>
                </a:cxn>
                <a:cxn ang="0">
                  <a:pos x="csX6642" y="csY6642"/>
                </a:cxn>
                <a:cxn ang="0">
                  <a:pos x="csX6643" y="csY6643"/>
                </a:cxn>
                <a:cxn ang="0">
                  <a:pos x="csX6644" y="csY6644"/>
                </a:cxn>
                <a:cxn ang="0">
                  <a:pos x="csX6645" y="csY6645"/>
                </a:cxn>
                <a:cxn ang="0">
                  <a:pos x="csX6646" y="csY6646"/>
                </a:cxn>
                <a:cxn ang="0">
                  <a:pos x="csX6647" y="csY6647"/>
                </a:cxn>
                <a:cxn ang="0">
                  <a:pos x="csX6648" y="csY6648"/>
                </a:cxn>
                <a:cxn ang="0">
                  <a:pos x="csX6649" y="csY6649"/>
                </a:cxn>
                <a:cxn ang="0">
                  <a:pos x="csX6650" y="csY6650"/>
                </a:cxn>
                <a:cxn ang="0">
                  <a:pos x="csX6651" y="csY6651"/>
                </a:cxn>
                <a:cxn ang="0">
                  <a:pos x="csX6652" y="csY6652"/>
                </a:cxn>
                <a:cxn ang="0">
                  <a:pos x="csX6653" y="csY6653"/>
                </a:cxn>
                <a:cxn ang="0">
                  <a:pos x="csX6654" y="csY6654"/>
                </a:cxn>
                <a:cxn ang="0">
                  <a:pos x="csX6655" y="csY6655"/>
                </a:cxn>
                <a:cxn ang="0">
                  <a:pos x="csX6656" y="csY6656"/>
                </a:cxn>
                <a:cxn ang="0">
                  <a:pos x="csX6657" y="csY6657"/>
                </a:cxn>
                <a:cxn ang="0">
                  <a:pos x="csX6658" y="csY6658"/>
                </a:cxn>
                <a:cxn ang="0">
                  <a:pos x="csX6659" y="csY6659"/>
                </a:cxn>
                <a:cxn ang="0">
                  <a:pos x="csX6660" y="csY6660"/>
                </a:cxn>
                <a:cxn ang="0">
                  <a:pos x="csX6661" y="csY6661"/>
                </a:cxn>
                <a:cxn ang="0">
                  <a:pos x="csX6662" y="csY6662"/>
                </a:cxn>
                <a:cxn ang="0">
                  <a:pos x="csX6663" y="csY6663"/>
                </a:cxn>
                <a:cxn ang="0">
                  <a:pos x="csX6664" y="csY6664"/>
                </a:cxn>
                <a:cxn ang="0">
                  <a:pos x="csX6665" y="csY6665"/>
                </a:cxn>
                <a:cxn ang="0">
                  <a:pos x="csX6666" y="csY6666"/>
                </a:cxn>
                <a:cxn ang="0">
                  <a:pos x="csX6667" y="csY6667"/>
                </a:cxn>
                <a:cxn ang="0">
                  <a:pos x="csX6668" y="csY6668"/>
                </a:cxn>
                <a:cxn ang="0">
                  <a:pos x="csX6669" y="csY6669"/>
                </a:cxn>
                <a:cxn ang="0">
                  <a:pos x="csX6670" y="csY6670"/>
                </a:cxn>
                <a:cxn ang="0">
                  <a:pos x="csX6671" y="csY6671"/>
                </a:cxn>
                <a:cxn ang="0">
                  <a:pos x="csX6672" y="csY6672"/>
                </a:cxn>
                <a:cxn ang="0">
                  <a:pos x="csX6673" y="csY6673"/>
                </a:cxn>
                <a:cxn ang="0">
                  <a:pos x="csX6674" y="csY6674"/>
                </a:cxn>
                <a:cxn ang="0">
                  <a:pos x="csX6675" y="csY6675"/>
                </a:cxn>
                <a:cxn ang="0">
                  <a:pos x="csX6676" y="csY6676"/>
                </a:cxn>
                <a:cxn ang="0">
                  <a:pos x="csX6677" y="csY6677"/>
                </a:cxn>
                <a:cxn ang="0">
                  <a:pos x="csX6678" y="csY6678"/>
                </a:cxn>
                <a:cxn ang="0">
                  <a:pos x="csX6679" y="csY6679"/>
                </a:cxn>
                <a:cxn ang="0">
                  <a:pos x="csX6680" y="csY6680"/>
                </a:cxn>
                <a:cxn ang="0">
                  <a:pos x="csX6681" y="csY6681"/>
                </a:cxn>
                <a:cxn ang="0">
                  <a:pos x="csX6682" y="csY6682"/>
                </a:cxn>
                <a:cxn ang="0">
                  <a:pos x="csX6683" y="csY6683"/>
                </a:cxn>
                <a:cxn ang="0">
                  <a:pos x="csX6684" y="csY6684"/>
                </a:cxn>
                <a:cxn ang="0">
                  <a:pos x="csX6685" y="csY6685"/>
                </a:cxn>
                <a:cxn ang="0">
                  <a:pos x="csX6686" y="csY6686"/>
                </a:cxn>
                <a:cxn ang="0">
                  <a:pos x="csX6687" y="csY6687"/>
                </a:cxn>
                <a:cxn ang="0">
                  <a:pos x="csX6688" y="csY6688"/>
                </a:cxn>
                <a:cxn ang="0">
                  <a:pos x="csX6689" y="csY6689"/>
                </a:cxn>
                <a:cxn ang="0">
                  <a:pos x="csX6690" y="csY6690"/>
                </a:cxn>
                <a:cxn ang="0">
                  <a:pos x="csX6691" y="csY6691"/>
                </a:cxn>
                <a:cxn ang="0">
                  <a:pos x="csX6692" y="csY6692"/>
                </a:cxn>
                <a:cxn ang="0">
                  <a:pos x="csX6693" y="csY6693"/>
                </a:cxn>
                <a:cxn ang="0">
                  <a:pos x="csX6694" y="csY6694"/>
                </a:cxn>
                <a:cxn ang="0">
                  <a:pos x="csX6695" y="csY6695"/>
                </a:cxn>
                <a:cxn ang="0">
                  <a:pos x="csX6696" y="csY6696"/>
                </a:cxn>
                <a:cxn ang="0">
                  <a:pos x="csX6697" y="csY6697"/>
                </a:cxn>
                <a:cxn ang="0">
                  <a:pos x="csX6698" y="csY6698"/>
                </a:cxn>
                <a:cxn ang="0">
                  <a:pos x="csX6699" y="csY6699"/>
                </a:cxn>
                <a:cxn ang="0">
                  <a:pos x="csX6700" y="csY6700"/>
                </a:cxn>
                <a:cxn ang="0">
                  <a:pos x="csX6701" y="csY6701"/>
                </a:cxn>
                <a:cxn ang="0">
                  <a:pos x="csX6702" y="csY6702"/>
                </a:cxn>
                <a:cxn ang="0">
                  <a:pos x="csX6703" y="csY6703"/>
                </a:cxn>
                <a:cxn ang="0">
                  <a:pos x="csX6704" y="csY6704"/>
                </a:cxn>
                <a:cxn ang="0">
                  <a:pos x="csX6705" y="csY6705"/>
                </a:cxn>
                <a:cxn ang="0">
                  <a:pos x="csX6706" y="csY6706"/>
                </a:cxn>
                <a:cxn ang="0">
                  <a:pos x="csX6707" y="csY6707"/>
                </a:cxn>
                <a:cxn ang="0">
                  <a:pos x="csX6708" y="csY6708"/>
                </a:cxn>
                <a:cxn ang="0">
                  <a:pos x="csX6709" y="csY6709"/>
                </a:cxn>
                <a:cxn ang="0">
                  <a:pos x="csX6710" y="csY6710"/>
                </a:cxn>
                <a:cxn ang="0">
                  <a:pos x="csX6711" y="csY6711"/>
                </a:cxn>
                <a:cxn ang="0">
                  <a:pos x="csX6712" y="csY6712"/>
                </a:cxn>
                <a:cxn ang="0">
                  <a:pos x="csX6713" y="csY6713"/>
                </a:cxn>
                <a:cxn ang="0">
                  <a:pos x="csX6714" y="csY6714"/>
                </a:cxn>
                <a:cxn ang="0">
                  <a:pos x="csX6715" y="csY6715"/>
                </a:cxn>
                <a:cxn ang="0">
                  <a:pos x="csX6716" y="csY6716"/>
                </a:cxn>
                <a:cxn ang="0">
                  <a:pos x="csX6717" y="csY6717"/>
                </a:cxn>
                <a:cxn ang="0">
                  <a:pos x="csX6718" y="csY6718"/>
                </a:cxn>
                <a:cxn ang="0">
                  <a:pos x="csX6719" y="csY6719"/>
                </a:cxn>
                <a:cxn ang="0">
                  <a:pos x="csX6720" y="csY6720"/>
                </a:cxn>
                <a:cxn ang="0">
                  <a:pos x="csX6721" y="csY6721"/>
                </a:cxn>
                <a:cxn ang="0">
                  <a:pos x="csX6722" y="csY6722"/>
                </a:cxn>
                <a:cxn ang="0">
                  <a:pos x="csX6723" y="csY6723"/>
                </a:cxn>
                <a:cxn ang="0">
                  <a:pos x="csX6724" y="csY6724"/>
                </a:cxn>
                <a:cxn ang="0">
                  <a:pos x="csX6725" y="csY6725"/>
                </a:cxn>
                <a:cxn ang="0">
                  <a:pos x="csX6726" y="csY6726"/>
                </a:cxn>
                <a:cxn ang="0">
                  <a:pos x="csX6727" y="csY6727"/>
                </a:cxn>
                <a:cxn ang="0">
                  <a:pos x="csX6728" y="csY6728"/>
                </a:cxn>
                <a:cxn ang="0">
                  <a:pos x="csX6729" y="csY6729"/>
                </a:cxn>
                <a:cxn ang="0">
                  <a:pos x="csX6730" y="csY6730"/>
                </a:cxn>
                <a:cxn ang="0">
                  <a:pos x="csX6731" y="csY6731"/>
                </a:cxn>
                <a:cxn ang="0">
                  <a:pos x="csX6732" y="csY6732"/>
                </a:cxn>
                <a:cxn ang="0">
                  <a:pos x="csX6733" y="csY6733"/>
                </a:cxn>
                <a:cxn ang="0">
                  <a:pos x="csX6734" y="csY6734"/>
                </a:cxn>
                <a:cxn ang="0">
                  <a:pos x="csX6735" y="csY6735"/>
                </a:cxn>
                <a:cxn ang="0">
                  <a:pos x="csX6736" y="csY6736"/>
                </a:cxn>
                <a:cxn ang="0">
                  <a:pos x="csX6737" y="csY6737"/>
                </a:cxn>
                <a:cxn ang="0">
                  <a:pos x="csX6738" y="csY6738"/>
                </a:cxn>
                <a:cxn ang="0">
                  <a:pos x="csX6739" y="csY6739"/>
                </a:cxn>
                <a:cxn ang="0">
                  <a:pos x="csX6740" y="csY6740"/>
                </a:cxn>
                <a:cxn ang="0">
                  <a:pos x="csX6741" y="csY6741"/>
                </a:cxn>
                <a:cxn ang="0">
                  <a:pos x="csX6742" y="csY6742"/>
                </a:cxn>
                <a:cxn ang="0">
                  <a:pos x="csX6743" y="csY6743"/>
                </a:cxn>
                <a:cxn ang="0">
                  <a:pos x="csX6744" y="csY6744"/>
                </a:cxn>
                <a:cxn ang="0">
                  <a:pos x="csX6745" y="csY6745"/>
                </a:cxn>
                <a:cxn ang="0">
                  <a:pos x="csX6746" y="csY6746"/>
                </a:cxn>
                <a:cxn ang="0">
                  <a:pos x="csX6747" y="csY6747"/>
                </a:cxn>
                <a:cxn ang="0">
                  <a:pos x="csX6748" y="csY6748"/>
                </a:cxn>
                <a:cxn ang="0">
                  <a:pos x="csX6749" y="csY6749"/>
                </a:cxn>
                <a:cxn ang="0">
                  <a:pos x="csX6750" y="csY6750"/>
                </a:cxn>
                <a:cxn ang="0">
                  <a:pos x="csX6751" y="csY6751"/>
                </a:cxn>
                <a:cxn ang="0">
                  <a:pos x="csX6752" y="csY6752"/>
                </a:cxn>
                <a:cxn ang="0">
                  <a:pos x="csX6753" y="csY6753"/>
                </a:cxn>
                <a:cxn ang="0">
                  <a:pos x="csX6754" y="csY6754"/>
                </a:cxn>
                <a:cxn ang="0">
                  <a:pos x="csX6755" y="csY6755"/>
                </a:cxn>
                <a:cxn ang="0">
                  <a:pos x="csX6756" y="csY6756"/>
                </a:cxn>
                <a:cxn ang="0">
                  <a:pos x="csX6757" y="csY6757"/>
                </a:cxn>
                <a:cxn ang="0">
                  <a:pos x="csX6758" y="csY6758"/>
                </a:cxn>
                <a:cxn ang="0">
                  <a:pos x="csX6759" y="csY6759"/>
                </a:cxn>
                <a:cxn ang="0">
                  <a:pos x="csX6760" y="csY6760"/>
                </a:cxn>
                <a:cxn ang="0">
                  <a:pos x="csX6761" y="csY6761"/>
                </a:cxn>
                <a:cxn ang="0">
                  <a:pos x="csX6762" y="csY6762"/>
                </a:cxn>
                <a:cxn ang="0">
                  <a:pos x="csX6763" y="csY6763"/>
                </a:cxn>
                <a:cxn ang="0">
                  <a:pos x="csX6764" y="csY6764"/>
                </a:cxn>
                <a:cxn ang="0">
                  <a:pos x="csX6765" y="csY6765"/>
                </a:cxn>
                <a:cxn ang="0">
                  <a:pos x="csX6766" y="csY6766"/>
                </a:cxn>
                <a:cxn ang="0">
                  <a:pos x="csX6767" y="csY6767"/>
                </a:cxn>
                <a:cxn ang="0">
                  <a:pos x="csX6768" y="csY6768"/>
                </a:cxn>
                <a:cxn ang="0">
                  <a:pos x="csX6769" y="csY6769"/>
                </a:cxn>
                <a:cxn ang="0">
                  <a:pos x="csX6770" y="csY6770"/>
                </a:cxn>
                <a:cxn ang="0">
                  <a:pos x="csX6771" y="csY6771"/>
                </a:cxn>
                <a:cxn ang="0">
                  <a:pos x="csX6772" y="csY6772"/>
                </a:cxn>
                <a:cxn ang="0">
                  <a:pos x="csX6773" y="csY6773"/>
                </a:cxn>
                <a:cxn ang="0">
                  <a:pos x="csX6774" y="csY6774"/>
                </a:cxn>
                <a:cxn ang="0">
                  <a:pos x="csX6775" y="csY6775"/>
                </a:cxn>
                <a:cxn ang="0">
                  <a:pos x="csX6776" y="csY6776"/>
                </a:cxn>
                <a:cxn ang="0">
                  <a:pos x="csX6777" y="csY6777"/>
                </a:cxn>
                <a:cxn ang="0">
                  <a:pos x="csX6778" y="csY6778"/>
                </a:cxn>
                <a:cxn ang="0">
                  <a:pos x="csX6779" y="csY6779"/>
                </a:cxn>
                <a:cxn ang="0">
                  <a:pos x="csX6780" y="csY6780"/>
                </a:cxn>
                <a:cxn ang="0">
                  <a:pos x="csX6781" y="csY6781"/>
                </a:cxn>
                <a:cxn ang="0">
                  <a:pos x="csX6782" y="csY6782"/>
                </a:cxn>
                <a:cxn ang="0">
                  <a:pos x="csX6783" y="csY6783"/>
                </a:cxn>
                <a:cxn ang="0">
                  <a:pos x="csX6784" y="csY6784"/>
                </a:cxn>
                <a:cxn ang="0">
                  <a:pos x="csX6785" y="csY6785"/>
                </a:cxn>
                <a:cxn ang="0">
                  <a:pos x="csX6786" y="csY6786"/>
                </a:cxn>
                <a:cxn ang="0">
                  <a:pos x="csX6787" y="csY6787"/>
                </a:cxn>
                <a:cxn ang="0">
                  <a:pos x="csX6788" y="csY6788"/>
                </a:cxn>
                <a:cxn ang="0">
                  <a:pos x="csX6789" y="csY6789"/>
                </a:cxn>
                <a:cxn ang="0">
                  <a:pos x="csX6790" y="csY6790"/>
                </a:cxn>
                <a:cxn ang="0">
                  <a:pos x="csX6791" y="csY6791"/>
                </a:cxn>
                <a:cxn ang="0">
                  <a:pos x="csX6792" y="csY6792"/>
                </a:cxn>
                <a:cxn ang="0">
                  <a:pos x="csX6793" y="csY6793"/>
                </a:cxn>
                <a:cxn ang="0">
                  <a:pos x="csX6794" y="csY6794"/>
                </a:cxn>
                <a:cxn ang="0">
                  <a:pos x="csX6795" y="csY6795"/>
                </a:cxn>
                <a:cxn ang="0">
                  <a:pos x="csX6796" y="csY6796"/>
                </a:cxn>
                <a:cxn ang="0">
                  <a:pos x="csX6797" y="csY6797"/>
                </a:cxn>
                <a:cxn ang="0">
                  <a:pos x="csX6798" y="csY6798"/>
                </a:cxn>
                <a:cxn ang="0">
                  <a:pos x="csX6799" y="csY6799"/>
                </a:cxn>
                <a:cxn ang="0">
                  <a:pos x="csX6800" y="csY6800"/>
                </a:cxn>
                <a:cxn ang="0">
                  <a:pos x="csX6801" y="csY6801"/>
                </a:cxn>
                <a:cxn ang="0">
                  <a:pos x="csX6802" y="csY6802"/>
                </a:cxn>
                <a:cxn ang="0">
                  <a:pos x="csX6803" y="csY6803"/>
                </a:cxn>
                <a:cxn ang="0">
                  <a:pos x="csX6804" y="csY6804"/>
                </a:cxn>
                <a:cxn ang="0">
                  <a:pos x="csX6805" y="csY6805"/>
                </a:cxn>
                <a:cxn ang="0">
                  <a:pos x="csX6806" y="csY6806"/>
                </a:cxn>
                <a:cxn ang="0">
                  <a:pos x="csX6807" y="csY6807"/>
                </a:cxn>
                <a:cxn ang="0">
                  <a:pos x="csX6808" y="csY6808"/>
                </a:cxn>
                <a:cxn ang="0">
                  <a:pos x="csX6809" y="csY6809"/>
                </a:cxn>
                <a:cxn ang="0">
                  <a:pos x="csX6810" y="csY6810"/>
                </a:cxn>
                <a:cxn ang="0">
                  <a:pos x="csX6811" y="csY6811"/>
                </a:cxn>
                <a:cxn ang="0">
                  <a:pos x="csX6812" y="csY6812"/>
                </a:cxn>
                <a:cxn ang="0">
                  <a:pos x="csX6813" y="csY6813"/>
                </a:cxn>
                <a:cxn ang="0">
                  <a:pos x="csX6814" y="csY6814"/>
                </a:cxn>
                <a:cxn ang="0">
                  <a:pos x="csX6815" y="csY6815"/>
                </a:cxn>
                <a:cxn ang="0">
                  <a:pos x="csX6816" y="csY6816"/>
                </a:cxn>
                <a:cxn ang="0">
                  <a:pos x="csX6817" y="csY6817"/>
                </a:cxn>
                <a:cxn ang="0">
                  <a:pos x="csX6818" y="csY6818"/>
                </a:cxn>
                <a:cxn ang="0">
                  <a:pos x="csX6819" y="csY6819"/>
                </a:cxn>
                <a:cxn ang="0">
                  <a:pos x="csX6820" y="csY6820"/>
                </a:cxn>
                <a:cxn ang="0">
                  <a:pos x="csX6821" y="csY6821"/>
                </a:cxn>
                <a:cxn ang="0">
                  <a:pos x="csX6822" y="csY6822"/>
                </a:cxn>
                <a:cxn ang="0">
                  <a:pos x="csX6823" y="csY6823"/>
                </a:cxn>
                <a:cxn ang="0">
                  <a:pos x="csX6824" y="csY6824"/>
                </a:cxn>
                <a:cxn ang="0">
                  <a:pos x="csX6825" y="csY6825"/>
                </a:cxn>
                <a:cxn ang="0">
                  <a:pos x="csX6826" y="csY6826"/>
                </a:cxn>
                <a:cxn ang="0">
                  <a:pos x="csX6827" y="csY6827"/>
                </a:cxn>
                <a:cxn ang="0">
                  <a:pos x="csX6828" y="csY6828"/>
                </a:cxn>
                <a:cxn ang="0">
                  <a:pos x="csX6829" y="csY6829"/>
                </a:cxn>
                <a:cxn ang="0">
                  <a:pos x="csX6830" y="csY6830"/>
                </a:cxn>
                <a:cxn ang="0">
                  <a:pos x="csX6831" y="csY6831"/>
                </a:cxn>
                <a:cxn ang="0">
                  <a:pos x="csX6832" y="csY6832"/>
                </a:cxn>
                <a:cxn ang="0">
                  <a:pos x="csX6833" y="csY6833"/>
                </a:cxn>
                <a:cxn ang="0">
                  <a:pos x="csX6834" y="csY6834"/>
                </a:cxn>
                <a:cxn ang="0">
                  <a:pos x="csX6835" y="csY6835"/>
                </a:cxn>
                <a:cxn ang="0">
                  <a:pos x="csX6836" y="csY6836"/>
                </a:cxn>
                <a:cxn ang="0">
                  <a:pos x="csX6837" y="csY6837"/>
                </a:cxn>
                <a:cxn ang="0">
                  <a:pos x="csX6838" y="csY6838"/>
                </a:cxn>
                <a:cxn ang="0">
                  <a:pos x="csX6839" y="csY6839"/>
                </a:cxn>
                <a:cxn ang="0">
                  <a:pos x="csX6840" y="csY6840"/>
                </a:cxn>
                <a:cxn ang="0">
                  <a:pos x="csX6841" y="csY6841"/>
                </a:cxn>
                <a:cxn ang="0">
                  <a:pos x="csX6842" y="csY6842"/>
                </a:cxn>
                <a:cxn ang="0">
                  <a:pos x="csX6843" y="csY6843"/>
                </a:cxn>
                <a:cxn ang="0">
                  <a:pos x="csX6844" y="csY6844"/>
                </a:cxn>
                <a:cxn ang="0">
                  <a:pos x="csX6845" y="csY6845"/>
                </a:cxn>
                <a:cxn ang="0">
                  <a:pos x="csX6846" y="csY6846"/>
                </a:cxn>
                <a:cxn ang="0">
                  <a:pos x="csX6847" y="csY6847"/>
                </a:cxn>
                <a:cxn ang="0">
                  <a:pos x="csX6848" y="csY6848"/>
                </a:cxn>
                <a:cxn ang="0">
                  <a:pos x="csX6849" y="csY6849"/>
                </a:cxn>
                <a:cxn ang="0">
                  <a:pos x="csX6850" y="csY6850"/>
                </a:cxn>
                <a:cxn ang="0">
                  <a:pos x="csX6851" y="csY6851"/>
                </a:cxn>
                <a:cxn ang="0">
                  <a:pos x="csX6852" y="csY6852"/>
                </a:cxn>
                <a:cxn ang="0">
                  <a:pos x="csX6853" y="csY6853"/>
                </a:cxn>
                <a:cxn ang="0">
                  <a:pos x="csX6854" y="csY6854"/>
                </a:cxn>
                <a:cxn ang="0">
                  <a:pos x="csX6855" y="csY6855"/>
                </a:cxn>
                <a:cxn ang="0">
                  <a:pos x="csX6856" y="csY6856"/>
                </a:cxn>
                <a:cxn ang="0">
                  <a:pos x="csX6857" y="csY6857"/>
                </a:cxn>
                <a:cxn ang="0">
                  <a:pos x="csX6858" y="csY6858"/>
                </a:cxn>
                <a:cxn ang="0">
                  <a:pos x="csX6859" y="csY6859"/>
                </a:cxn>
                <a:cxn ang="0">
                  <a:pos x="csX6860" y="csY6860"/>
                </a:cxn>
                <a:cxn ang="0">
                  <a:pos x="csX6861" y="csY6861"/>
                </a:cxn>
                <a:cxn ang="0">
                  <a:pos x="csX6862" y="csY6862"/>
                </a:cxn>
                <a:cxn ang="0">
                  <a:pos x="csX6863" y="csY6863"/>
                </a:cxn>
                <a:cxn ang="0">
                  <a:pos x="csX6864" y="csY6864"/>
                </a:cxn>
                <a:cxn ang="0">
                  <a:pos x="csX6865" y="csY6865"/>
                </a:cxn>
                <a:cxn ang="0">
                  <a:pos x="csX6866" y="csY6866"/>
                </a:cxn>
                <a:cxn ang="0">
                  <a:pos x="csX6867" y="csY6867"/>
                </a:cxn>
                <a:cxn ang="0">
                  <a:pos x="csX6868" y="csY6868"/>
                </a:cxn>
                <a:cxn ang="0">
                  <a:pos x="csX6869" y="csY6869"/>
                </a:cxn>
                <a:cxn ang="0">
                  <a:pos x="csX6870" y="csY6870"/>
                </a:cxn>
                <a:cxn ang="0">
                  <a:pos x="csX6871" y="csY6871"/>
                </a:cxn>
                <a:cxn ang="0">
                  <a:pos x="csX6872" y="csY6872"/>
                </a:cxn>
                <a:cxn ang="0">
                  <a:pos x="csX6873" y="csY6873"/>
                </a:cxn>
                <a:cxn ang="0">
                  <a:pos x="csX6874" y="csY6874"/>
                </a:cxn>
                <a:cxn ang="0">
                  <a:pos x="csX6875" y="csY6875"/>
                </a:cxn>
                <a:cxn ang="0">
                  <a:pos x="csX6876" y="csY6876"/>
                </a:cxn>
                <a:cxn ang="0">
                  <a:pos x="csX6877" y="csY6877"/>
                </a:cxn>
                <a:cxn ang="0">
                  <a:pos x="csX6878" y="csY6878"/>
                </a:cxn>
                <a:cxn ang="0">
                  <a:pos x="csX6879" y="csY6879"/>
                </a:cxn>
                <a:cxn ang="0">
                  <a:pos x="csX6880" y="csY6880"/>
                </a:cxn>
                <a:cxn ang="0">
                  <a:pos x="csX6881" y="csY6881"/>
                </a:cxn>
                <a:cxn ang="0">
                  <a:pos x="csX6882" y="csY6882"/>
                </a:cxn>
                <a:cxn ang="0">
                  <a:pos x="csX6883" y="csY6883"/>
                </a:cxn>
                <a:cxn ang="0">
                  <a:pos x="csX6884" y="csY6884"/>
                </a:cxn>
                <a:cxn ang="0">
                  <a:pos x="csX6885" y="csY6885"/>
                </a:cxn>
                <a:cxn ang="0">
                  <a:pos x="csX6886" y="csY6886"/>
                </a:cxn>
                <a:cxn ang="0">
                  <a:pos x="csX6887" y="csY6887"/>
                </a:cxn>
                <a:cxn ang="0">
                  <a:pos x="csX6888" y="csY6888"/>
                </a:cxn>
                <a:cxn ang="0">
                  <a:pos x="csX6889" y="csY6889"/>
                </a:cxn>
                <a:cxn ang="0">
                  <a:pos x="csX6890" y="csY6890"/>
                </a:cxn>
                <a:cxn ang="0">
                  <a:pos x="csX6891" y="csY6891"/>
                </a:cxn>
                <a:cxn ang="0">
                  <a:pos x="csX6892" y="csY6892"/>
                </a:cxn>
                <a:cxn ang="0">
                  <a:pos x="csX6893" y="csY6893"/>
                </a:cxn>
                <a:cxn ang="0">
                  <a:pos x="csX6894" y="csY6894"/>
                </a:cxn>
                <a:cxn ang="0">
                  <a:pos x="csX6895" y="csY6895"/>
                </a:cxn>
                <a:cxn ang="0">
                  <a:pos x="csX6896" y="csY6896"/>
                </a:cxn>
                <a:cxn ang="0">
                  <a:pos x="csX6897" y="csY6897"/>
                </a:cxn>
                <a:cxn ang="0">
                  <a:pos x="csX6898" y="csY6898"/>
                </a:cxn>
                <a:cxn ang="0">
                  <a:pos x="csX6899" y="csY6899"/>
                </a:cxn>
                <a:cxn ang="0">
                  <a:pos x="csX6900" y="csY6900"/>
                </a:cxn>
                <a:cxn ang="0">
                  <a:pos x="csX6901" y="csY6901"/>
                </a:cxn>
                <a:cxn ang="0">
                  <a:pos x="csX6902" y="csY6902"/>
                </a:cxn>
                <a:cxn ang="0">
                  <a:pos x="csX6903" y="csY6903"/>
                </a:cxn>
                <a:cxn ang="0">
                  <a:pos x="csX6904" y="csY6904"/>
                </a:cxn>
                <a:cxn ang="0">
                  <a:pos x="csX6905" y="csY6905"/>
                </a:cxn>
                <a:cxn ang="0">
                  <a:pos x="csX6906" y="csY6906"/>
                </a:cxn>
                <a:cxn ang="0">
                  <a:pos x="csX6907" y="csY6907"/>
                </a:cxn>
                <a:cxn ang="0">
                  <a:pos x="csX6908" y="csY6908"/>
                </a:cxn>
                <a:cxn ang="0">
                  <a:pos x="csX6909" y="csY6909"/>
                </a:cxn>
                <a:cxn ang="0">
                  <a:pos x="csX6910" y="csY6910"/>
                </a:cxn>
                <a:cxn ang="0">
                  <a:pos x="csX6911" y="csY6911"/>
                </a:cxn>
                <a:cxn ang="0">
                  <a:pos x="csX6912" y="csY6912"/>
                </a:cxn>
                <a:cxn ang="0">
                  <a:pos x="csX6913" y="csY6913"/>
                </a:cxn>
                <a:cxn ang="0">
                  <a:pos x="csX6914" y="csY6914"/>
                </a:cxn>
                <a:cxn ang="0">
                  <a:pos x="csX6915" y="csY6915"/>
                </a:cxn>
                <a:cxn ang="0">
                  <a:pos x="csX6916" y="csY6916"/>
                </a:cxn>
                <a:cxn ang="0">
                  <a:pos x="csX6917" y="csY6917"/>
                </a:cxn>
                <a:cxn ang="0">
                  <a:pos x="csX6918" y="csY6918"/>
                </a:cxn>
                <a:cxn ang="0">
                  <a:pos x="csX6919" y="csY6919"/>
                </a:cxn>
                <a:cxn ang="0">
                  <a:pos x="csX6920" y="csY6920"/>
                </a:cxn>
                <a:cxn ang="0">
                  <a:pos x="csX6921" y="csY6921"/>
                </a:cxn>
                <a:cxn ang="0">
                  <a:pos x="csX6922" y="csY6922"/>
                </a:cxn>
                <a:cxn ang="0">
                  <a:pos x="csX6923" y="csY6923"/>
                </a:cxn>
                <a:cxn ang="0">
                  <a:pos x="csX6924" y="csY6924"/>
                </a:cxn>
                <a:cxn ang="0">
                  <a:pos x="csX6925" y="csY6925"/>
                </a:cxn>
                <a:cxn ang="0">
                  <a:pos x="csX6926" y="csY6926"/>
                </a:cxn>
                <a:cxn ang="0">
                  <a:pos x="csX6927" y="csY6927"/>
                </a:cxn>
                <a:cxn ang="0">
                  <a:pos x="csX6928" y="csY6928"/>
                </a:cxn>
                <a:cxn ang="0">
                  <a:pos x="csX6929" y="csY6929"/>
                </a:cxn>
                <a:cxn ang="0">
                  <a:pos x="csX6930" y="csY6930"/>
                </a:cxn>
                <a:cxn ang="0">
                  <a:pos x="csX6931" y="csY6931"/>
                </a:cxn>
                <a:cxn ang="0">
                  <a:pos x="csX6932" y="csY6932"/>
                </a:cxn>
                <a:cxn ang="0">
                  <a:pos x="csX6933" y="csY6933"/>
                </a:cxn>
                <a:cxn ang="0">
                  <a:pos x="csX6934" y="csY6934"/>
                </a:cxn>
                <a:cxn ang="0">
                  <a:pos x="csX6935" y="csY6935"/>
                </a:cxn>
                <a:cxn ang="0">
                  <a:pos x="csX6936" y="csY6936"/>
                </a:cxn>
                <a:cxn ang="0">
                  <a:pos x="csX6937" y="csY6937"/>
                </a:cxn>
                <a:cxn ang="0">
                  <a:pos x="csX6938" y="csY6938"/>
                </a:cxn>
                <a:cxn ang="0">
                  <a:pos x="csX6939" y="csY6939"/>
                </a:cxn>
                <a:cxn ang="0">
                  <a:pos x="csX6940" y="csY6940"/>
                </a:cxn>
                <a:cxn ang="0">
                  <a:pos x="csX6941" y="csY6941"/>
                </a:cxn>
                <a:cxn ang="0">
                  <a:pos x="csX6942" y="csY6942"/>
                </a:cxn>
                <a:cxn ang="0">
                  <a:pos x="csX6943" y="csY6943"/>
                </a:cxn>
                <a:cxn ang="0">
                  <a:pos x="csX6944" y="csY6944"/>
                </a:cxn>
                <a:cxn ang="0">
                  <a:pos x="csX6945" y="csY6945"/>
                </a:cxn>
                <a:cxn ang="0">
                  <a:pos x="csX6946" y="csY6946"/>
                </a:cxn>
                <a:cxn ang="0">
                  <a:pos x="csX6947" y="csY6947"/>
                </a:cxn>
                <a:cxn ang="0">
                  <a:pos x="csX6948" y="csY6948"/>
                </a:cxn>
                <a:cxn ang="0">
                  <a:pos x="csX6949" y="csY6949"/>
                </a:cxn>
                <a:cxn ang="0">
                  <a:pos x="csX6950" y="csY6950"/>
                </a:cxn>
                <a:cxn ang="0">
                  <a:pos x="csX6951" y="csY6951"/>
                </a:cxn>
                <a:cxn ang="0">
                  <a:pos x="csX6952" y="csY6952"/>
                </a:cxn>
                <a:cxn ang="0">
                  <a:pos x="csX6953" y="csY6953"/>
                </a:cxn>
                <a:cxn ang="0">
                  <a:pos x="csX6954" y="csY6954"/>
                </a:cxn>
                <a:cxn ang="0">
                  <a:pos x="csX6955" y="csY6955"/>
                </a:cxn>
                <a:cxn ang="0">
                  <a:pos x="csX6956" y="csY6956"/>
                </a:cxn>
                <a:cxn ang="0">
                  <a:pos x="csX6957" y="csY6957"/>
                </a:cxn>
                <a:cxn ang="0">
                  <a:pos x="csX6958" y="csY6958"/>
                </a:cxn>
                <a:cxn ang="0">
                  <a:pos x="csX6959" y="csY6959"/>
                </a:cxn>
                <a:cxn ang="0">
                  <a:pos x="csX6960" y="csY6960"/>
                </a:cxn>
                <a:cxn ang="0">
                  <a:pos x="csX6961" y="csY6961"/>
                </a:cxn>
                <a:cxn ang="0">
                  <a:pos x="csX6962" y="csY6962"/>
                </a:cxn>
                <a:cxn ang="0">
                  <a:pos x="csX6963" y="csY6963"/>
                </a:cxn>
                <a:cxn ang="0">
                  <a:pos x="csX6964" y="csY6964"/>
                </a:cxn>
                <a:cxn ang="0">
                  <a:pos x="csX6965" y="csY6965"/>
                </a:cxn>
                <a:cxn ang="0">
                  <a:pos x="csX6966" y="csY6966"/>
                </a:cxn>
                <a:cxn ang="0">
                  <a:pos x="csX6967" y="csY6967"/>
                </a:cxn>
                <a:cxn ang="0">
                  <a:pos x="csX6968" y="csY6968"/>
                </a:cxn>
                <a:cxn ang="0">
                  <a:pos x="csX6969" y="csY6969"/>
                </a:cxn>
                <a:cxn ang="0">
                  <a:pos x="csX6970" y="csY6970"/>
                </a:cxn>
                <a:cxn ang="0">
                  <a:pos x="csX6971" y="csY6971"/>
                </a:cxn>
                <a:cxn ang="0">
                  <a:pos x="csX6972" y="csY6972"/>
                </a:cxn>
                <a:cxn ang="0">
                  <a:pos x="csX6973" y="csY6973"/>
                </a:cxn>
                <a:cxn ang="0">
                  <a:pos x="csX6974" y="csY6974"/>
                </a:cxn>
                <a:cxn ang="0">
                  <a:pos x="csX6975" y="csY6975"/>
                </a:cxn>
                <a:cxn ang="0">
                  <a:pos x="csX6976" y="csY6976"/>
                </a:cxn>
                <a:cxn ang="0">
                  <a:pos x="csX6977" y="csY6977"/>
                </a:cxn>
                <a:cxn ang="0">
                  <a:pos x="csX6978" y="csY6978"/>
                </a:cxn>
                <a:cxn ang="0">
                  <a:pos x="csX6979" y="csY6979"/>
                </a:cxn>
                <a:cxn ang="0">
                  <a:pos x="csX6980" y="csY6980"/>
                </a:cxn>
                <a:cxn ang="0">
                  <a:pos x="csX6981" y="csY6981"/>
                </a:cxn>
                <a:cxn ang="0">
                  <a:pos x="csX6982" y="csY6982"/>
                </a:cxn>
                <a:cxn ang="0">
                  <a:pos x="csX6983" y="csY6983"/>
                </a:cxn>
                <a:cxn ang="0">
                  <a:pos x="csX6984" y="csY6984"/>
                </a:cxn>
                <a:cxn ang="0">
                  <a:pos x="csX6985" y="csY6985"/>
                </a:cxn>
                <a:cxn ang="0">
                  <a:pos x="csX6986" y="csY6986"/>
                </a:cxn>
                <a:cxn ang="0">
                  <a:pos x="csX6987" y="csY6987"/>
                </a:cxn>
                <a:cxn ang="0">
                  <a:pos x="csX6988" y="csY6988"/>
                </a:cxn>
                <a:cxn ang="0">
                  <a:pos x="csX6989" y="csY6989"/>
                </a:cxn>
                <a:cxn ang="0">
                  <a:pos x="csX6990" y="csY6990"/>
                </a:cxn>
                <a:cxn ang="0">
                  <a:pos x="csX6991" y="csY6991"/>
                </a:cxn>
                <a:cxn ang="0">
                  <a:pos x="csX6992" y="csY6992"/>
                </a:cxn>
                <a:cxn ang="0">
                  <a:pos x="csX6993" y="csY6993"/>
                </a:cxn>
                <a:cxn ang="0">
                  <a:pos x="csX6994" y="csY6994"/>
                </a:cxn>
                <a:cxn ang="0">
                  <a:pos x="csX6995" y="csY6995"/>
                </a:cxn>
                <a:cxn ang="0">
                  <a:pos x="csX6996" y="csY6996"/>
                </a:cxn>
                <a:cxn ang="0">
                  <a:pos x="csX6997" y="csY6997"/>
                </a:cxn>
                <a:cxn ang="0">
                  <a:pos x="csX6998" y="csY6998"/>
                </a:cxn>
                <a:cxn ang="0">
                  <a:pos x="csX6999" y="csY6999"/>
                </a:cxn>
                <a:cxn ang="0">
                  <a:pos x="csX7000" y="csY7000"/>
                </a:cxn>
                <a:cxn ang="0">
                  <a:pos x="csX7001" y="csY7001"/>
                </a:cxn>
                <a:cxn ang="0">
                  <a:pos x="csX7002" y="csY7002"/>
                </a:cxn>
                <a:cxn ang="0">
                  <a:pos x="csX7003" y="csY7003"/>
                </a:cxn>
                <a:cxn ang="0">
                  <a:pos x="csX7004" y="csY7004"/>
                </a:cxn>
                <a:cxn ang="0">
                  <a:pos x="csX7005" y="csY7005"/>
                </a:cxn>
                <a:cxn ang="0">
                  <a:pos x="csX7006" y="csY7006"/>
                </a:cxn>
                <a:cxn ang="0">
                  <a:pos x="csX7007" y="csY7007"/>
                </a:cxn>
                <a:cxn ang="0">
                  <a:pos x="csX7008" y="csY7008"/>
                </a:cxn>
                <a:cxn ang="0">
                  <a:pos x="csX7009" y="csY7009"/>
                </a:cxn>
                <a:cxn ang="0">
                  <a:pos x="csX7010" y="csY7010"/>
                </a:cxn>
                <a:cxn ang="0">
                  <a:pos x="csX7011" y="csY7011"/>
                </a:cxn>
                <a:cxn ang="0">
                  <a:pos x="csX7012" y="csY7012"/>
                </a:cxn>
                <a:cxn ang="0">
                  <a:pos x="csX7013" y="csY7013"/>
                </a:cxn>
                <a:cxn ang="0">
                  <a:pos x="csX7014" y="csY7014"/>
                </a:cxn>
                <a:cxn ang="0">
                  <a:pos x="csX7015" y="csY7015"/>
                </a:cxn>
                <a:cxn ang="0">
                  <a:pos x="csX7016" y="csY7016"/>
                </a:cxn>
                <a:cxn ang="0">
                  <a:pos x="csX7017" y="csY7017"/>
                </a:cxn>
                <a:cxn ang="0">
                  <a:pos x="csX7018" y="csY7018"/>
                </a:cxn>
                <a:cxn ang="0">
                  <a:pos x="csX7019" y="csY7019"/>
                </a:cxn>
                <a:cxn ang="0">
                  <a:pos x="csX7020" y="csY7020"/>
                </a:cxn>
                <a:cxn ang="0">
                  <a:pos x="csX7021" y="csY7021"/>
                </a:cxn>
                <a:cxn ang="0">
                  <a:pos x="csX7022" y="csY7022"/>
                </a:cxn>
                <a:cxn ang="0">
                  <a:pos x="csX7023" y="csY7023"/>
                </a:cxn>
                <a:cxn ang="0">
                  <a:pos x="csX7024" y="csY7024"/>
                </a:cxn>
                <a:cxn ang="0">
                  <a:pos x="csX7025" y="csY7025"/>
                </a:cxn>
                <a:cxn ang="0">
                  <a:pos x="csX7026" y="csY7026"/>
                </a:cxn>
                <a:cxn ang="0">
                  <a:pos x="csX7027" y="csY7027"/>
                </a:cxn>
                <a:cxn ang="0">
                  <a:pos x="csX7028" y="csY7028"/>
                </a:cxn>
                <a:cxn ang="0">
                  <a:pos x="csX7029" y="csY7029"/>
                </a:cxn>
                <a:cxn ang="0">
                  <a:pos x="csX7030" y="csY7030"/>
                </a:cxn>
                <a:cxn ang="0">
                  <a:pos x="csX7031" y="csY7031"/>
                </a:cxn>
                <a:cxn ang="0">
                  <a:pos x="csX7032" y="csY7032"/>
                </a:cxn>
                <a:cxn ang="0">
                  <a:pos x="csX7033" y="csY7033"/>
                </a:cxn>
                <a:cxn ang="0">
                  <a:pos x="csX7034" y="csY7034"/>
                </a:cxn>
                <a:cxn ang="0">
                  <a:pos x="csX7035" y="csY7035"/>
                </a:cxn>
                <a:cxn ang="0">
                  <a:pos x="csX7036" y="csY7036"/>
                </a:cxn>
                <a:cxn ang="0">
                  <a:pos x="csX7037" y="csY7037"/>
                </a:cxn>
                <a:cxn ang="0">
                  <a:pos x="csX7038" y="csY7038"/>
                </a:cxn>
                <a:cxn ang="0">
                  <a:pos x="csX7039" y="csY7039"/>
                </a:cxn>
                <a:cxn ang="0">
                  <a:pos x="csX7040" y="csY7040"/>
                </a:cxn>
                <a:cxn ang="0">
                  <a:pos x="csX7041" y="csY7041"/>
                </a:cxn>
                <a:cxn ang="0">
                  <a:pos x="csX7042" y="csY7042"/>
                </a:cxn>
                <a:cxn ang="0">
                  <a:pos x="csX7043" y="csY7043"/>
                </a:cxn>
                <a:cxn ang="0">
                  <a:pos x="csX7044" y="csY7044"/>
                </a:cxn>
                <a:cxn ang="0">
                  <a:pos x="csX7045" y="csY7045"/>
                </a:cxn>
                <a:cxn ang="0">
                  <a:pos x="csX7046" y="csY7046"/>
                </a:cxn>
                <a:cxn ang="0">
                  <a:pos x="csX7047" y="csY7047"/>
                </a:cxn>
                <a:cxn ang="0">
                  <a:pos x="csX7048" y="csY7048"/>
                </a:cxn>
                <a:cxn ang="0">
                  <a:pos x="csX7049" y="csY7049"/>
                </a:cxn>
                <a:cxn ang="0">
                  <a:pos x="csX7050" y="csY7050"/>
                </a:cxn>
                <a:cxn ang="0">
                  <a:pos x="csX7051" y="csY7051"/>
                </a:cxn>
                <a:cxn ang="0">
                  <a:pos x="csX7052" y="csY7052"/>
                </a:cxn>
                <a:cxn ang="0">
                  <a:pos x="csX7053" y="csY7053"/>
                </a:cxn>
                <a:cxn ang="0">
                  <a:pos x="csX7054" y="csY7054"/>
                </a:cxn>
                <a:cxn ang="0">
                  <a:pos x="csX7055" y="csY7055"/>
                </a:cxn>
                <a:cxn ang="0">
                  <a:pos x="csX7056" y="csY7056"/>
                </a:cxn>
                <a:cxn ang="0">
                  <a:pos x="csX7057" y="csY7057"/>
                </a:cxn>
                <a:cxn ang="0">
                  <a:pos x="csX7058" y="csY7058"/>
                </a:cxn>
                <a:cxn ang="0">
                  <a:pos x="csX7059" y="csY7059"/>
                </a:cxn>
                <a:cxn ang="0">
                  <a:pos x="csX7060" y="csY7060"/>
                </a:cxn>
                <a:cxn ang="0">
                  <a:pos x="csX7061" y="csY7061"/>
                </a:cxn>
                <a:cxn ang="0">
                  <a:pos x="csX7062" y="csY7062"/>
                </a:cxn>
                <a:cxn ang="0">
                  <a:pos x="csX7063" y="csY7063"/>
                </a:cxn>
                <a:cxn ang="0">
                  <a:pos x="csX7064" y="csY7064"/>
                </a:cxn>
                <a:cxn ang="0">
                  <a:pos x="csX7065" y="csY7065"/>
                </a:cxn>
                <a:cxn ang="0">
                  <a:pos x="csX7066" y="csY7066"/>
                </a:cxn>
                <a:cxn ang="0">
                  <a:pos x="csX7067" y="csY7067"/>
                </a:cxn>
                <a:cxn ang="0">
                  <a:pos x="csX7068" y="csY7068"/>
                </a:cxn>
                <a:cxn ang="0">
                  <a:pos x="csX7069" y="csY7069"/>
                </a:cxn>
                <a:cxn ang="0">
                  <a:pos x="csX7070" y="csY7070"/>
                </a:cxn>
                <a:cxn ang="0">
                  <a:pos x="csX7071" y="csY7071"/>
                </a:cxn>
                <a:cxn ang="0">
                  <a:pos x="csX7072" y="csY7072"/>
                </a:cxn>
                <a:cxn ang="0">
                  <a:pos x="csX7073" y="csY7073"/>
                </a:cxn>
                <a:cxn ang="0">
                  <a:pos x="csX7074" y="csY7074"/>
                </a:cxn>
                <a:cxn ang="0">
                  <a:pos x="csX7075" y="csY7075"/>
                </a:cxn>
                <a:cxn ang="0">
                  <a:pos x="csX7076" y="csY7076"/>
                </a:cxn>
                <a:cxn ang="0">
                  <a:pos x="csX7077" y="csY7077"/>
                </a:cxn>
                <a:cxn ang="0">
                  <a:pos x="csX7078" y="csY7078"/>
                </a:cxn>
                <a:cxn ang="0">
                  <a:pos x="csX7079" y="csY7079"/>
                </a:cxn>
                <a:cxn ang="0">
                  <a:pos x="csX7080" y="csY7080"/>
                </a:cxn>
                <a:cxn ang="0">
                  <a:pos x="csX7081" y="csY7081"/>
                </a:cxn>
                <a:cxn ang="0">
                  <a:pos x="csX7082" y="csY7082"/>
                </a:cxn>
                <a:cxn ang="0">
                  <a:pos x="csX7083" y="csY7083"/>
                </a:cxn>
                <a:cxn ang="0">
                  <a:pos x="csX7084" y="csY7084"/>
                </a:cxn>
                <a:cxn ang="0">
                  <a:pos x="csX7085" y="csY7085"/>
                </a:cxn>
                <a:cxn ang="0">
                  <a:pos x="csX7086" y="csY7086"/>
                </a:cxn>
                <a:cxn ang="0">
                  <a:pos x="csX7087" y="csY7087"/>
                </a:cxn>
                <a:cxn ang="0">
                  <a:pos x="csX7088" y="csY7088"/>
                </a:cxn>
                <a:cxn ang="0">
                  <a:pos x="csX7089" y="csY7089"/>
                </a:cxn>
                <a:cxn ang="0">
                  <a:pos x="csX7090" y="csY7090"/>
                </a:cxn>
                <a:cxn ang="0">
                  <a:pos x="csX7091" y="csY7091"/>
                </a:cxn>
                <a:cxn ang="0">
                  <a:pos x="csX7092" y="csY7092"/>
                </a:cxn>
                <a:cxn ang="0">
                  <a:pos x="csX7093" y="csY7093"/>
                </a:cxn>
                <a:cxn ang="0">
                  <a:pos x="csX7094" y="csY7094"/>
                </a:cxn>
                <a:cxn ang="0">
                  <a:pos x="csX7095" y="csY7095"/>
                </a:cxn>
                <a:cxn ang="0">
                  <a:pos x="csX7096" y="csY7096"/>
                </a:cxn>
                <a:cxn ang="0">
                  <a:pos x="csX7097" y="csY7097"/>
                </a:cxn>
                <a:cxn ang="0">
                  <a:pos x="csX7098" y="csY7098"/>
                </a:cxn>
                <a:cxn ang="0">
                  <a:pos x="csX7099" y="csY7099"/>
                </a:cxn>
                <a:cxn ang="0">
                  <a:pos x="csX7100" y="csY7100"/>
                </a:cxn>
                <a:cxn ang="0">
                  <a:pos x="csX7101" y="csY7101"/>
                </a:cxn>
                <a:cxn ang="0">
                  <a:pos x="csX7102" y="csY7102"/>
                </a:cxn>
                <a:cxn ang="0">
                  <a:pos x="csX7103" y="csY7103"/>
                </a:cxn>
                <a:cxn ang="0">
                  <a:pos x="csX7104" y="csY7104"/>
                </a:cxn>
                <a:cxn ang="0">
                  <a:pos x="csX7105" y="csY7105"/>
                </a:cxn>
                <a:cxn ang="0">
                  <a:pos x="csX7106" y="csY7106"/>
                </a:cxn>
                <a:cxn ang="0">
                  <a:pos x="csX7107" y="csY7107"/>
                </a:cxn>
                <a:cxn ang="0">
                  <a:pos x="csX7108" y="csY7108"/>
                </a:cxn>
                <a:cxn ang="0">
                  <a:pos x="csX7109" y="csY7109"/>
                </a:cxn>
                <a:cxn ang="0">
                  <a:pos x="csX7110" y="csY7110"/>
                </a:cxn>
                <a:cxn ang="0">
                  <a:pos x="csX7111" y="csY7111"/>
                </a:cxn>
                <a:cxn ang="0">
                  <a:pos x="csX7112" y="csY7112"/>
                </a:cxn>
                <a:cxn ang="0">
                  <a:pos x="csX7113" y="csY7113"/>
                </a:cxn>
                <a:cxn ang="0">
                  <a:pos x="csX7114" y="csY7114"/>
                </a:cxn>
                <a:cxn ang="0">
                  <a:pos x="csX7115" y="csY7115"/>
                </a:cxn>
                <a:cxn ang="0">
                  <a:pos x="csX7116" y="csY7116"/>
                </a:cxn>
                <a:cxn ang="0">
                  <a:pos x="csX7117" y="csY7117"/>
                </a:cxn>
                <a:cxn ang="0">
                  <a:pos x="csX7118" y="csY7118"/>
                </a:cxn>
                <a:cxn ang="0">
                  <a:pos x="csX7119" y="csY7119"/>
                </a:cxn>
                <a:cxn ang="0">
                  <a:pos x="csX7120" y="csY7120"/>
                </a:cxn>
                <a:cxn ang="0">
                  <a:pos x="csX7121" y="csY7121"/>
                </a:cxn>
                <a:cxn ang="0">
                  <a:pos x="csX7122" y="csY7122"/>
                </a:cxn>
                <a:cxn ang="0">
                  <a:pos x="csX7123" y="csY7123"/>
                </a:cxn>
                <a:cxn ang="0">
                  <a:pos x="csX7124" y="csY7124"/>
                </a:cxn>
                <a:cxn ang="0">
                  <a:pos x="csX7125" y="csY7125"/>
                </a:cxn>
                <a:cxn ang="0">
                  <a:pos x="csX7126" y="csY7126"/>
                </a:cxn>
                <a:cxn ang="0">
                  <a:pos x="csX7127" y="csY7127"/>
                </a:cxn>
                <a:cxn ang="0">
                  <a:pos x="csX7128" y="csY7128"/>
                </a:cxn>
                <a:cxn ang="0">
                  <a:pos x="csX7129" y="csY7129"/>
                </a:cxn>
                <a:cxn ang="0">
                  <a:pos x="csX7130" y="csY7130"/>
                </a:cxn>
                <a:cxn ang="0">
                  <a:pos x="csX7131" y="csY7131"/>
                </a:cxn>
                <a:cxn ang="0">
                  <a:pos x="csX7132" y="csY7132"/>
                </a:cxn>
                <a:cxn ang="0">
                  <a:pos x="csX7133" y="csY7133"/>
                </a:cxn>
                <a:cxn ang="0">
                  <a:pos x="csX7134" y="csY7134"/>
                </a:cxn>
                <a:cxn ang="0">
                  <a:pos x="csX7135" y="csY7135"/>
                </a:cxn>
                <a:cxn ang="0">
                  <a:pos x="csX7136" y="csY7136"/>
                </a:cxn>
                <a:cxn ang="0">
                  <a:pos x="csX7137" y="csY7137"/>
                </a:cxn>
                <a:cxn ang="0">
                  <a:pos x="csX7138" y="csY7138"/>
                </a:cxn>
                <a:cxn ang="0">
                  <a:pos x="csX7139" y="csY7139"/>
                </a:cxn>
                <a:cxn ang="0">
                  <a:pos x="csX7140" y="csY7140"/>
                </a:cxn>
                <a:cxn ang="0">
                  <a:pos x="csX7141" y="csY7141"/>
                </a:cxn>
                <a:cxn ang="0">
                  <a:pos x="csX7142" y="csY7142"/>
                </a:cxn>
                <a:cxn ang="0">
                  <a:pos x="csX7143" y="csY7143"/>
                </a:cxn>
                <a:cxn ang="0">
                  <a:pos x="csX7144" y="csY7144"/>
                </a:cxn>
                <a:cxn ang="0">
                  <a:pos x="csX7145" y="csY7145"/>
                </a:cxn>
                <a:cxn ang="0">
                  <a:pos x="csX7146" y="csY7146"/>
                </a:cxn>
                <a:cxn ang="0">
                  <a:pos x="csX7147" y="csY7147"/>
                </a:cxn>
                <a:cxn ang="0">
                  <a:pos x="csX7148" y="csY7148"/>
                </a:cxn>
                <a:cxn ang="0">
                  <a:pos x="csX7149" y="csY7149"/>
                </a:cxn>
                <a:cxn ang="0">
                  <a:pos x="csX7150" y="csY7150"/>
                </a:cxn>
                <a:cxn ang="0">
                  <a:pos x="csX7151" y="csY7151"/>
                </a:cxn>
                <a:cxn ang="0">
                  <a:pos x="csX7152" y="csY7152"/>
                </a:cxn>
                <a:cxn ang="0">
                  <a:pos x="csX7153" y="csY7153"/>
                </a:cxn>
                <a:cxn ang="0">
                  <a:pos x="csX7154" y="csY7154"/>
                </a:cxn>
                <a:cxn ang="0">
                  <a:pos x="csX7155" y="csY7155"/>
                </a:cxn>
                <a:cxn ang="0">
                  <a:pos x="csX7156" y="csY7156"/>
                </a:cxn>
                <a:cxn ang="0">
                  <a:pos x="csX7157" y="csY7157"/>
                </a:cxn>
                <a:cxn ang="0">
                  <a:pos x="csX7158" y="csY7158"/>
                </a:cxn>
                <a:cxn ang="0">
                  <a:pos x="csX7159" y="csY7159"/>
                </a:cxn>
                <a:cxn ang="0">
                  <a:pos x="csX7160" y="csY7160"/>
                </a:cxn>
                <a:cxn ang="0">
                  <a:pos x="csX7161" y="csY7161"/>
                </a:cxn>
                <a:cxn ang="0">
                  <a:pos x="csX7162" y="csY7162"/>
                </a:cxn>
                <a:cxn ang="0">
                  <a:pos x="csX7163" y="csY7163"/>
                </a:cxn>
                <a:cxn ang="0">
                  <a:pos x="csX7164" y="csY7164"/>
                </a:cxn>
                <a:cxn ang="0">
                  <a:pos x="csX7165" y="csY7165"/>
                </a:cxn>
                <a:cxn ang="0">
                  <a:pos x="csX7166" y="csY7166"/>
                </a:cxn>
                <a:cxn ang="0">
                  <a:pos x="csX7167" y="csY7167"/>
                </a:cxn>
                <a:cxn ang="0">
                  <a:pos x="csX7168" y="csY7168"/>
                </a:cxn>
                <a:cxn ang="0">
                  <a:pos x="csX7169" y="csY7169"/>
                </a:cxn>
                <a:cxn ang="0">
                  <a:pos x="csX7170" y="csY7170"/>
                </a:cxn>
                <a:cxn ang="0">
                  <a:pos x="csX7171" y="csY7171"/>
                </a:cxn>
                <a:cxn ang="0">
                  <a:pos x="csX7172" y="csY7172"/>
                </a:cxn>
                <a:cxn ang="0">
                  <a:pos x="csX7173" y="csY7173"/>
                </a:cxn>
                <a:cxn ang="0">
                  <a:pos x="csX7174" y="csY7174"/>
                </a:cxn>
                <a:cxn ang="0">
                  <a:pos x="csX7175" y="csY7175"/>
                </a:cxn>
                <a:cxn ang="0">
                  <a:pos x="csX7176" y="csY7176"/>
                </a:cxn>
                <a:cxn ang="0">
                  <a:pos x="csX7177" y="csY7177"/>
                </a:cxn>
                <a:cxn ang="0">
                  <a:pos x="csX7178" y="csY7178"/>
                </a:cxn>
                <a:cxn ang="0">
                  <a:pos x="csX7179" y="csY7179"/>
                </a:cxn>
                <a:cxn ang="0">
                  <a:pos x="csX7180" y="csY7180"/>
                </a:cxn>
                <a:cxn ang="0">
                  <a:pos x="csX7181" y="csY7181"/>
                </a:cxn>
                <a:cxn ang="0">
                  <a:pos x="csX7182" y="csY7182"/>
                </a:cxn>
                <a:cxn ang="0">
                  <a:pos x="csX7183" y="csY7183"/>
                </a:cxn>
                <a:cxn ang="0">
                  <a:pos x="csX7184" y="csY7184"/>
                </a:cxn>
                <a:cxn ang="0">
                  <a:pos x="csX7185" y="csY7185"/>
                </a:cxn>
                <a:cxn ang="0">
                  <a:pos x="csX7186" y="csY7186"/>
                </a:cxn>
                <a:cxn ang="0">
                  <a:pos x="csX7187" y="csY7187"/>
                </a:cxn>
                <a:cxn ang="0">
                  <a:pos x="csX7188" y="csY7188"/>
                </a:cxn>
                <a:cxn ang="0">
                  <a:pos x="csX7189" y="csY7189"/>
                </a:cxn>
                <a:cxn ang="0">
                  <a:pos x="csX7190" y="csY7190"/>
                </a:cxn>
                <a:cxn ang="0">
                  <a:pos x="csX7191" y="csY7191"/>
                </a:cxn>
                <a:cxn ang="0">
                  <a:pos x="csX7192" y="csY7192"/>
                </a:cxn>
                <a:cxn ang="0">
                  <a:pos x="csX7193" y="csY7193"/>
                </a:cxn>
                <a:cxn ang="0">
                  <a:pos x="csX7194" y="csY7194"/>
                </a:cxn>
                <a:cxn ang="0">
                  <a:pos x="csX7195" y="csY7195"/>
                </a:cxn>
                <a:cxn ang="0">
                  <a:pos x="csX7196" y="csY7196"/>
                </a:cxn>
                <a:cxn ang="0">
                  <a:pos x="csX7197" y="csY7197"/>
                </a:cxn>
                <a:cxn ang="0">
                  <a:pos x="csX7198" y="csY7198"/>
                </a:cxn>
                <a:cxn ang="0">
                  <a:pos x="csX7199" y="csY7199"/>
                </a:cxn>
                <a:cxn ang="0">
                  <a:pos x="csX7200" y="csY7200"/>
                </a:cxn>
                <a:cxn ang="0">
                  <a:pos x="csX7201" y="csY7201"/>
                </a:cxn>
                <a:cxn ang="0">
                  <a:pos x="csX7202" y="csY7202"/>
                </a:cxn>
                <a:cxn ang="0">
                  <a:pos x="csX7203" y="csY7203"/>
                </a:cxn>
                <a:cxn ang="0">
                  <a:pos x="csX7204" y="csY7204"/>
                </a:cxn>
                <a:cxn ang="0">
                  <a:pos x="csX7205" y="csY7205"/>
                </a:cxn>
                <a:cxn ang="0">
                  <a:pos x="csX7206" y="csY7206"/>
                </a:cxn>
                <a:cxn ang="0">
                  <a:pos x="csX7207" y="csY7207"/>
                </a:cxn>
                <a:cxn ang="0">
                  <a:pos x="csX7208" y="csY7208"/>
                </a:cxn>
                <a:cxn ang="0">
                  <a:pos x="csX7209" y="csY7209"/>
                </a:cxn>
                <a:cxn ang="0">
                  <a:pos x="csX7210" y="csY7210"/>
                </a:cxn>
                <a:cxn ang="0">
                  <a:pos x="csX7211" y="csY7211"/>
                </a:cxn>
                <a:cxn ang="0">
                  <a:pos x="csX7212" y="csY7212"/>
                </a:cxn>
                <a:cxn ang="0">
                  <a:pos x="csX7213" y="csY7213"/>
                </a:cxn>
                <a:cxn ang="0">
                  <a:pos x="csX7214" y="csY7214"/>
                </a:cxn>
                <a:cxn ang="0">
                  <a:pos x="csX7215" y="csY7215"/>
                </a:cxn>
                <a:cxn ang="0">
                  <a:pos x="csX7216" y="csY7216"/>
                </a:cxn>
                <a:cxn ang="0">
                  <a:pos x="csX7217" y="csY7217"/>
                </a:cxn>
                <a:cxn ang="0">
                  <a:pos x="csX7218" y="csY7218"/>
                </a:cxn>
                <a:cxn ang="0">
                  <a:pos x="csX7219" y="csY7219"/>
                </a:cxn>
                <a:cxn ang="0">
                  <a:pos x="csX7220" y="csY7220"/>
                </a:cxn>
                <a:cxn ang="0">
                  <a:pos x="csX7221" y="csY7221"/>
                </a:cxn>
                <a:cxn ang="0">
                  <a:pos x="csX7222" y="csY7222"/>
                </a:cxn>
                <a:cxn ang="0">
                  <a:pos x="csX7223" y="csY7223"/>
                </a:cxn>
                <a:cxn ang="0">
                  <a:pos x="csX7224" y="csY7224"/>
                </a:cxn>
                <a:cxn ang="0">
                  <a:pos x="csX7225" y="csY7225"/>
                </a:cxn>
                <a:cxn ang="0">
                  <a:pos x="csX7226" y="csY7226"/>
                </a:cxn>
                <a:cxn ang="0">
                  <a:pos x="csX7227" y="csY7227"/>
                </a:cxn>
                <a:cxn ang="0">
                  <a:pos x="csX7228" y="csY7228"/>
                </a:cxn>
                <a:cxn ang="0">
                  <a:pos x="csX7229" y="csY7229"/>
                </a:cxn>
                <a:cxn ang="0">
                  <a:pos x="csX7230" y="csY7230"/>
                </a:cxn>
                <a:cxn ang="0">
                  <a:pos x="csX7231" y="csY7231"/>
                </a:cxn>
                <a:cxn ang="0">
                  <a:pos x="csX7232" y="csY7232"/>
                </a:cxn>
                <a:cxn ang="0">
                  <a:pos x="csX7233" y="csY7233"/>
                </a:cxn>
                <a:cxn ang="0">
                  <a:pos x="csX7234" y="csY7234"/>
                </a:cxn>
                <a:cxn ang="0">
                  <a:pos x="csX7235" y="csY7235"/>
                </a:cxn>
                <a:cxn ang="0">
                  <a:pos x="csX7236" y="csY7236"/>
                </a:cxn>
                <a:cxn ang="0">
                  <a:pos x="csX7237" y="csY7237"/>
                </a:cxn>
                <a:cxn ang="0">
                  <a:pos x="csX7238" y="csY7238"/>
                </a:cxn>
                <a:cxn ang="0">
                  <a:pos x="csX7239" y="csY7239"/>
                </a:cxn>
                <a:cxn ang="0">
                  <a:pos x="csX7240" y="csY7240"/>
                </a:cxn>
                <a:cxn ang="0">
                  <a:pos x="csX7241" y="csY7241"/>
                </a:cxn>
                <a:cxn ang="0">
                  <a:pos x="csX7242" y="csY7242"/>
                </a:cxn>
                <a:cxn ang="0">
                  <a:pos x="csX7243" y="csY7243"/>
                </a:cxn>
                <a:cxn ang="0">
                  <a:pos x="csX7244" y="csY7244"/>
                </a:cxn>
                <a:cxn ang="0">
                  <a:pos x="csX7245" y="csY7245"/>
                </a:cxn>
                <a:cxn ang="0">
                  <a:pos x="csX7246" y="csY7246"/>
                </a:cxn>
                <a:cxn ang="0">
                  <a:pos x="csX7247" y="csY7247"/>
                </a:cxn>
                <a:cxn ang="0">
                  <a:pos x="csX7248" y="csY7248"/>
                </a:cxn>
                <a:cxn ang="0">
                  <a:pos x="csX7249" y="csY7249"/>
                </a:cxn>
                <a:cxn ang="0">
                  <a:pos x="csX7250" y="csY7250"/>
                </a:cxn>
                <a:cxn ang="0">
                  <a:pos x="csX7251" y="csY7251"/>
                </a:cxn>
                <a:cxn ang="0">
                  <a:pos x="csX7252" y="csY7252"/>
                </a:cxn>
                <a:cxn ang="0">
                  <a:pos x="csX7253" y="csY7253"/>
                </a:cxn>
                <a:cxn ang="0">
                  <a:pos x="csX7254" y="csY7254"/>
                </a:cxn>
                <a:cxn ang="0">
                  <a:pos x="csX7255" y="csY7255"/>
                </a:cxn>
                <a:cxn ang="0">
                  <a:pos x="csX7256" y="csY7256"/>
                </a:cxn>
                <a:cxn ang="0">
                  <a:pos x="csX7257" y="csY7257"/>
                </a:cxn>
                <a:cxn ang="0">
                  <a:pos x="csX7258" y="csY7258"/>
                </a:cxn>
                <a:cxn ang="0">
                  <a:pos x="csX7259" y="csY7259"/>
                </a:cxn>
                <a:cxn ang="0">
                  <a:pos x="csX7260" y="csY7260"/>
                </a:cxn>
                <a:cxn ang="0">
                  <a:pos x="csX7261" y="csY7261"/>
                </a:cxn>
                <a:cxn ang="0">
                  <a:pos x="csX7262" y="csY7262"/>
                </a:cxn>
                <a:cxn ang="0">
                  <a:pos x="csX7263" y="csY7263"/>
                </a:cxn>
                <a:cxn ang="0">
                  <a:pos x="csX7264" y="csY7264"/>
                </a:cxn>
                <a:cxn ang="0">
                  <a:pos x="csX7265" y="csY7265"/>
                </a:cxn>
                <a:cxn ang="0">
                  <a:pos x="csX7266" y="csY7266"/>
                </a:cxn>
                <a:cxn ang="0">
                  <a:pos x="csX7267" y="csY7267"/>
                </a:cxn>
                <a:cxn ang="0">
                  <a:pos x="csX7268" y="csY7268"/>
                </a:cxn>
                <a:cxn ang="0">
                  <a:pos x="csX7269" y="csY7269"/>
                </a:cxn>
                <a:cxn ang="0">
                  <a:pos x="csX7270" y="csY7270"/>
                </a:cxn>
                <a:cxn ang="0">
                  <a:pos x="csX7271" y="csY7271"/>
                </a:cxn>
                <a:cxn ang="0">
                  <a:pos x="csX7272" y="csY7272"/>
                </a:cxn>
                <a:cxn ang="0">
                  <a:pos x="csX7273" y="csY7273"/>
                </a:cxn>
                <a:cxn ang="0">
                  <a:pos x="csX7274" y="csY7274"/>
                </a:cxn>
                <a:cxn ang="0">
                  <a:pos x="csX7275" y="csY7275"/>
                </a:cxn>
                <a:cxn ang="0">
                  <a:pos x="csX7276" y="csY7276"/>
                </a:cxn>
                <a:cxn ang="0">
                  <a:pos x="csX7277" y="csY7277"/>
                </a:cxn>
                <a:cxn ang="0">
                  <a:pos x="csX7278" y="csY7278"/>
                </a:cxn>
                <a:cxn ang="0">
                  <a:pos x="csX7279" y="csY7279"/>
                </a:cxn>
                <a:cxn ang="0">
                  <a:pos x="csX7280" y="csY7280"/>
                </a:cxn>
                <a:cxn ang="0">
                  <a:pos x="csX7281" y="csY7281"/>
                </a:cxn>
                <a:cxn ang="0">
                  <a:pos x="csX7282" y="csY7282"/>
                </a:cxn>
                <a:cxn ang="0">
                  <a:pos x="csX7283" y="csY7283"/>
                </a:cxn>
                <a:cxn ang="0">
                  <a:pos x="csX7284" y="csY7284"/>
                </a:cxn>
                <a:cxn ang="0">
                  <a:pos x="csX7285" y="csY7285"/>
                </a:cxn>
                <a:cxn ang="0">
                  <a:pos x="csX7286" y="csY7286"/>
                </a:cxn>
                <a:cxn ang="0">
                  <a:pos x="csX7287" y="csY7287"/>
                </a:cxn>
                <a:cxn ang="0">
                  <a:pos x="csX7288" y="csY7288"/>
                </a:cxn>
                <a:cxn ang="0">
                  <a:pos x="csX7289" y="csY7289"/>
                </a:cxn>
                <a:cxn ang="0">
                  <a:pos x="csX7290" y="csY7290"/>
                </a:cxn>
                <a:cxn ang="0">
                  <a:pos x="csX7291" y="csY7291"/>
                </a:cxn>
                <a:cxn ang="0">
                  <a:pos x="csX7292" y="csY7292"/>
                </a:cxn>
                <a:cxn ang="0">
                  <a:pos x="csX7293" y="csY7293"/>
                </a:cxn>
                <a:cxn ang="0">
                  <a:pos x="csX7294" y="csY7294"/>
                </a:cxn>
                <a:cxn ang="0">
                  <a:pos x="csX7295" y="csY7295"/>
                </a:cxn>
                <a:cxn ang="0">
                  <a:pos x="csX7296" y="csY7296"/>
                </a:cxn>
                <a:cxn ang="0">
                  <a:pos x="csX7297" y="csY7297"/>
                </a:cxn>
                <a:cxn ang="0">
                  <a:pos x="csX7298" y="csY7298"/>
                </a:cxn>
                <a:cxn ang="0">
                  <a:pos x="csX7299" y="csY7299"/>
                </a:cxn>
                <a:cxn ang="0">
                  <a:pos x="csX7300" y="csY7300"/>
                </a:cxn>
                <a:cxn ang="0">
                  <a:pos x="csX7301" y="csY7301"/>
                </a:cxn>
                <a:cxn ang="0">
                  <a:pos x="csX7302" y="csY7302"/>
                </a:cxn>
                <a:cxn ang="0">
                  <a:pos x="csX7303" y="csY7303"/>
                </a:cxn>
                <a:cxn ang="0">
                  <a:pos x="csX7304" y="csY7304"/>
                </a:cxn>
                <a:cxn ang="0">
                  <a:pos x="csX7305" y="csY7305"/>
                </a:cxn>
                <a:cxn ang="0">
                  <a:pos x="csX7306" y="csY7306"/>
                </a:cxn>
                <a:cxn ang="0">
                  <a:pos x="csX7307" y="csY7307"/>
                </a:cxn>
                <a:cxn ang="0">
                  <a:pos x="csX7308" y="csY7308"/>
                </a:cxn>
                <a:cxn ang="0">
                  <a:pos x="csX7309" y="csY7309"/>
                </a:cxn>
                <a:cxn ang="0">
                  <a:pos x="csX7310" y="csY7310"/>
                </a:cxn>
                <a:cxn ang="0">
                  <a:pos x="csX7311" y="csY7311"/>
                </a:cxn>
                <a:cxn ang="0">
                  <a:pos x="csX7312" y="csY7312"/>
                </a:cxn>
                <a:cxn ang="0">
                  <a:pos x="csX7313" y="csY7313"/>
                </a:cxn>
                <a:cxn ang="0">
                  <a:pos x="csX7314" y="csY7314"/>
                </a:cxn>
                <a:cxn ang="0">
                  <a:pos x="csX7315" y="csY7315"/>
                </a:cxn>
                <a:cxn ang="0">
                  <a:pos x="csX7316" y="csY7316"/>
                </a:cxn>
                <a:cxn ang="0">
                  <a:pos x="csX7317" y="csY7317"/>
                </a:cxn>
                <a:cxn ang="0">
                  <a:pos x="csX7318" y="csY7318"/>
                </a:cxn>
                <a:cxn ang="0">
                  <a:pos x="csX7319" y="csY7319"/>
                </a:cxn>
                <a:cxn ang="0">
                  <a:pos x="csX7320" y="csY7320"/>
                </a:cxn>
                <a:cxn ang="0">
                  <a:pos x="csX7321" y="csY7321"/>
                </a:cxn>
                <a:cxn ang="0">
                  <a:pos x="csX7322" y="csY7322"/>
                </a:cxn>
                <a:cxn ang="0">
                  <a:pos x="csX7323" y="csY7323"/>
                </a:cxn>
                <a:cxn ang="0">
                  <a:pos x="csX7324" y="csY7324"/>
                </a:cxn>
                <a:cxn ang="0">
                  <a:pos x="csX7325" y="csY7325"/>
                </a:cxn>
              </a:cxnLst>
              <a:rect l="l" t="t" r="r" b="b"/>
              <a:pathLst>
                <a:path w="3644268" h="2262782">
                  <a:moveTo>
                    <a:pt x="740382" y="198994"/>
                  </a:moveTo>
                  <a:lnTo>
                    <a:pt x="730468" y="191934"/>
                  </a:lnTo>
                  <a:lnTo>
                    <a:pt x="731282" y="188365"/>
                  </a:lnTo>
                  <a:lnTo>
                    <a:pt x="732355" y="186866"/>
                  </a:lnTo>
                  <a:lnTo>
                    <a:pt x="732386" y="183359"/>
                  </a:lnTo>
                  <a:lnTo>
                    <a:pt x="731473" y="180680"/>
                  </a:lnTo>
                  <a:lnTo>
                    <a:pt x="731868" y="175172"/>
                  </a:lnTo>
                  <a:lnTo>
                    <a:pt x="738267" y="179204"/>
                  </a:lnTo>
                  <a:lnTo>
                    <a:pt x="738875" y="180848"/>
                  </a:lnTo>
                  <a:lnTo>
                    <a:pt x="743182" y="183655"/>
                  </a:lnTo>
                  <a:lnTo>
                    <a:pt x="743829" y="189027"/>
                  </a:lnTo>
                  <a:lnTo>
                    <a:pt x="743349" y="192367"/>
                  </a:lnTo>
                  <a:lnTo>
                    <a:pt x="740382" y="198994"/>
                  </a:lnTo>
                  <a:close/>
                  <a:moveTo>
                    <a:pt x="682869" y="972842"/>
                  </a:moveTo>
                  <a:lnTo>
                    <a:pt x="680731" y="979165"/>
                  </a:lnTo>
                  <a:lnTo>
                    <a:pt x="679909" y="982292"/>
                  </a:lnTo>
                  <a:lnTo>
                    <a:pt x="679590" y="989756"/>
                  </a:lnTo>
                  <a:lnTo>
                    <a:pt x="679803" y="993089"/>
                  </a:lnTo>
                  <a:lnTo>
                    <a:pt x="681355" y="1001839"/>
                  </a:lnTo>
                  <a:lnTo>
                    <a:pt x="683044" y="1007051"/>
                  </a:lnTo>
                  <a:lnTo>
                    <a:pt x="685205" y="1010147"/>
                  </a:lnTo>
                  <a:lnTo>
                    <a:pt x="687792" y="1012422"/>
                  </a:lnTo>
                  <a:lnTo>
                    <a:pt x="690470" y="1013533"/>
                  </a:lnTo>
                  <a:lnTo>
                    <a:pt x="695644" y="1012491"/>
                  </a:lnTo>
                  <a:lnTo>
                    <a:pt x="700742" y="1009348"/>
                  </a:lnTo>
                  <a:lnTo>
                    <a:pt x="706288" y="1011448"/>
                  </a:lnTo>
                  <a:lnTo>
                    <a:pt x="711203" y="1012164"/>
                  </a:lnTo>
                  <a:lnTo>
                    <a:pt x="720919" y="1009021"/>
                  </a:lnTo>
                  <a:lnTo>
                    <a:pt x="721939" y="1009797"/>
                  </a:lnTo>
                  <a:lnTo>
                    <a:pt x="720250" y="1013358"/>
                  </a:lnTo>
                  <a:lnTo>
                    <a:pt x="719961" y="1018593"/>
                  </a:lnTo>
                  <a:lnTo>
                    <a:pt x="721901" y="1022534"/>
                  </a:lnTo>
                  <a:lnTo>
                    <a:pt x="724153" y="1022374"/>
                  </a:lnTo>
                  <a:lnTo>
                    <a:pt x="726436" y="1023029"/>
                  </a:lnTo>
                  <a:lnTo>
                    <a:pt x="725766" y="1025433"/>
                  </a:lnTo>
                  <a:lnTo>
                    <a:pt x="732073" y="1032098"/>
                  </a:lnTo>
                  <a:lnTo>
                    <a:pt x="737825" y="1036770"/>
                  </a:lnTo>
                  <a:lnTo>
                    <a:pt x="736509" y="1038109"/>
                  </a:lnTo>
                  <a:lnTo>
                    <a:pt x="732849" y="1035971"/>
                  </a:lnTo>
                  <a:lnTo>
                    <a:pt x="730970" y="1036694"/>
                  </a:lnTo>
                  <a:lnTo>
                    <a:pt x="731450" y="1040407"/>
                  </a:lnTo>
                  <a:lnTo>
                    <a:pt x="727470" y="1039318"/>
                  </a:lnTo>
                  <a:lnTo>
                    <a:pt x="725705" y="1041593"/>
                  </a:lnTo>
                  <a:lnTo>
                    <a:pt x="725812" y="1044979"/>
                  </a:lnTo>
                  <a:lnTo>
                    <a:pt x="726299" y="1048243"/>
                  </a:lnTo>
                  <a:lnTo>
                    <a:pt x="726253" y="1050610"/>
                  </a:lnTo>
                  <a:lnTo>
                    <a:pt x="723141" y="1051530"/>
                  </a:lnTo>
                  <a:lnTo>
                    <a:pt x="721353" y="1053288"/>
                  </a:lnTo>
                  <a:lnTo>
                    <a:pt x="728581" y="1057130"/>
                  </a:lnTo>
                  <a:lnTo>
                    <a:pt x="738769" y="1060341"/>
                  </a:lnTo>
                  <a:lnTo>
                    <a:pt x="741615" y="1061650"/>
                  </a:lnTo>
                  <a:lnTo>
                    <a:pt x="745564" y="1064975"/>
                  </a:lnTo>
                  <a:lnTo>
                    <a:pt x="747344" y="1065827"/>
                  </a:lnTo>
                  <a:lnTo>
                    <a:pt x="747504" y="1063689"/>
                  </a:lnTo>
                  <a:lnTo>
                    <a:pt x="748295" y="1061840"/>
                  </a:lnTo>
                  <a:lnTo>
                    <a:pt x="753035" y="1065956"/>
                  </a:lnTo>
                  <a:lnTo>
                    <a:pt x="756976" y="1066694"/>
                  </a:lnTo>
                  <a:lnTo>
                    <a:pt x="760940" y="1066740"/>
                  </a:lnTo>
                  <a:lnTo>
                    <a:pt x="770557" y="1065051"/>
                  </a:lnTo>
                  <a:lnTo>
                    <a:pt x="770968" y="1066146"/>
                  </a:lnTo>
                  <a:lnTo>
                    <a:pt x="770976" y="1068292"/>
                  </a:lnTo>
                  <a:lnTo>
                    <a:pt x="772901" y="1069981"/>
                  </a:lnTo>
                  <a:lnTo>
                    <a:pt x="775260" y="1069289"/>
                  </a:lnTo>
                  <a:lnTo>
                    <a:pt x="775998" y="1067813"/>
                  </a:lnTo>
                  <a:lnTo>
                    <a:pt x="779102" y="1069798"/>
                  </a:lnTo>
                  <a:lnTo>
                    <a:pt x="779688" y="1068010"/>
                  </a:lnTo>
                  <a:lnTo>
                    <a:pt x="780281" y="1067257"/>
                  </a:lnTo>
                  <a:lnTo>
                    <a:pt x="786520" y="1073352"/>
                  </a:lnTo>
                  <a:lnTo>
                    <a:pt x="787913" y="1073131"/>
                  </a:lnTo>
                  <a:lnTo>
                    <a:pt x="789229" y="1071389"/>
                  </a:lnTo>
                  <a:lnTo>
                    <a:pt x="786148" y="1066793"/>
                  </a:lnTo>
                  <a:lnTo>
                    <a:pt x="784398" y="1066032"/>
                  </a:lnTo>
                  <a:lnTo>
                    <a:pt x="782800" y="1063575"/>
                  </a:lnTo>
                  <a:lnTo>
                    <a:pt x="785486" y="1062319"/>
                  </a:lnTo>
                  <a:lnTo>
                    <a:pt x="788141" y="1062662"/>
                  </a:lnTo>
                  <a:lnTo>
                    <a:pt x="789396" y="1064693"/>
                  </a:lnTo>
                  <a:lnTo>
                    <a:pt x="790523" y="1067402"/>
                  </a:lnTo>
                  <a:lnTo>
                    <a:pt x="791101" y="1067972"/>
                  </a:lnTo>
                  <a:lnTo>
                    <a:pt x="801722" y="1071663"/>
                  </a:lnTo>
                  <a:lnTo>
                    <a:pt x="803876" y="1070635"/>
                  </a:lnTo>
                  <a:lnTo>
                    <a:pt x="804233" y="1068649"/>
                  </a:lnTo>
                  <a:lnTo>
                    <a:pt x="808152" y="1067044"/>
                  </a:lnTo>
                  <a:lnTo>
                    <a:pt x="811963" y="1062669"/>
                  </a:lnTo>
                  <a:lnTo>
                    <a:pt x="810488" y="1060272"/>
                  </a:lnTo>
                  <a:lnTo>
                    <a:pt x="808935" y="1058561"/>
                  </a:lnTo>
                  <a:lnTo>
                    <a:pt x="800011" y="1053120"/>
                  </a:lnTo>
                  <a:lnTo>
                    <a:pt x="796366" y="1049795"/>
                  </a:lnTo>
                  <a:lnTo>
                    <a:pt x="786962" y="1037964"/>
                  </a:lnTo>
                  <a:lnTo>
                    <a:pt x="778189" y="1022169"/>
                  </a:lnTo>
                  <a:lnTo>
                    <a:pt x="773403" y="1011319"/>
                  </a:lnTo>
                  <a:lnTo>
                    <a:pt x="769013" y="998993"/>
                  </a:lnTo>
                  <a:lnTo>
                    <a:pt x="767583" y="992632"/>
                  </a:lnTo>
                  <a:lnTo>
                    <a:pt x="765970" y="986759"/>
                  </a:lnTo>
                  <a:lnTo>
                    <a:pt x="762272" y="982216"/>
                  </a:lnTo>
                  <a:lnTo>
                    <a:pt x="763923" y="976730"/>
                  </a:lnTo>
                  <a:lnTo>
                    <a:pt x="764524" y="970355"/>
                  </a:lnTo>
                  <a:lnTo>
                    <a:pt x="766480" y="965105"/>
                  </a:lnTo>
                  <a:lnTo>
                    <a:pt x="766974" y="962426"/>
                  </a:lnTo>
                  <a:lnTo>
                    <a:pt x="764433" y="955914"/>
                  </a:lnTo>
                  <a:lnTo>
                    <a:pt x="764250" y="951394"/>
                  </a:lnTo>
                  <a:lnTo>
                    <a:pt x="763588" y="949218"/>
                  </a:lnTo>
                  <a:lnTo>
                    <a:pt x="763512" y="945231"/>
                  </a:lnTo>
                  <a:lnTo>
                    <a:pt x="764813" y="942667"/>
                  </a:lnTo>
                  <a:lnTo>
                    <a:pt x="764524" y="939274"/>
                  </a:lnTo>
                  <a:lnTo>
                    <a:pt x="765331" y="937394"/>
                  </a:lnTo>
                  <a:lnTo>
                    <a:pt x="769066" y="935705"/>
                  </a:lnTo>
                  <a:lnTo>
                    <a:pt x="770870" y="930509"/>
                  </a:lnTo>
                  <a:lnTo>
                    <a:pt x="771250" y="926932"/>
                  </a:lnTo>
                  <a:lnTo>
                    <a:pt x="771357" y="923706"/>
                  </a:lnTo>
                  <a:lnTo>
                    <a:pt x="773411" y="922040"/>
                  </a:lnTo>
                  <a:lnTo>
                    <a:pt x="779049" y="922048"/>
                  </a:lnTo>
                  <a:lnTo>
                    <a:pt x="779856" y="920800"/>
                  </a:lnTo>
                  <a:lnTo>
                    <a:pt x="780906" y="917795"/>
                  </a:lnTo>
                  <a:lnTo>
                    <a:pt x="781385" y="913671"/>
                  </a:lnTo>
                  <a:lnTo>
                    <a:pt x="780829" y="907980"/>
                  </a:lnTo>
                  <a:lnTo>
                    <a:pt x="781309" y="904343"/>
                  </a:lnTo>
                  <a:lnTo>
                    <a:pt x="784413" y="898431"/>
                  </a:lnTo>
                  <a:lnTo>
                    <a:pt x="785760" y="896559"/>
                  </a:lnTo>
                  <a:lnTo>
                    <a:pt x="786444" y="891986"/>
                  </a:lnTo>
                  <a:lnTo>
                    <a:pt x="784755" y="890183"/>
                  </a:lnTo>
                  <a:lnTo>
                    <a:pt x="780205" y="887916"/>
                  </a:lnTo>
                  <a:lnTo>
                    <a:pt x="772726" y="886995"/>
                  </a:lnTo>
                  <a:lnTo>
                    <a:pt x="762744" y="884051"/>
                  </a:lnTo>
                  <a:lnTo>
                    <a:pt x="758506" y="880437"/>
                  </a:lnTo>
                  <a:lnTo>
                    <a:pt x="754641" y="878466"/>
                  </a:lnTo>
                  <a:lnTo>
                    <a:pt x="751719" y="878139"/>
                  </a:lnTo>
                  <a:lnTo>
                    <a:pt x="748995" y="879455"/>
                  </a:lnTo>
                  <a:lnTo>
                    <a:pt x="741554" y="884705"/>
                  </a:lnTo>
                  <a:lnTo>
                    <a:pt x="738868" y="886044"/>
                  </a:lnTo>
                  <a:lnTo>
                    <a:pt x="736487" y="886409"/>
                  </a:lnTo>
                  <a:lnTo>
                    <a:pt x="731678" y="884735"/>
                  </a:lnTo>
                  <a:lnTo>
                    <a:pt x="729281" y="885161"/>
                  </a:lnTo>
                  <a:lnTo>
                    <a:pt x="726725" y="887611"/>
                  </a:lnTo>
                  <a:lnTo>
                    <a:pt x="724130" y="889224"/>
                  </a:lnTo>
                  <a:lnTo>
                    <a:pt x="720828" y="890244"/>
                  </a:lnTo>
                  <a:lnTo>
                    <a:pt x="718553" y="893318"/>
                  </a:lnTo>
                  <a:lnTo>
                    <a:pt x="717420" y="895928"/>
                  </a:lnTo>
                  <a:lnTo>
                    <a:pt x="717229" y="899131"/>
                  </a:lnTo>
                  <a:lnTo>
                    <a:pt x="718256" y="905933"/>
                  </a:lnTo>
                  <a:lnTo>
                    <a:pt x="718477" y="908710"/>
                  </a:lnTo>
                  <a:lnTo>
                    <a:pt x="721094" y="912819"/>
                  </a:lnTo>
                  <a:lnTo>
                    <a:pt x="718614" y="913762"/>
                  </a:lnTo>
                  <a:lnTo>
                    <a:pt x="716080" y="913077"/>
                  </a:lnTo>
                  <a:lnTo>
                    <a:pt x="713714" y="913054"/>
                  </a:lnTo>
                  <a:lnTo>
                    <a:pt x="711332" y="914044"/>
                  </a:lnTo>
                  <a:lnTo>
                    <a:pt x="709180" y="915832"/>
                  </a:lnTo>
                  <a:lnTo>
                    <a:pt x="704211" y="921896"/>
                  </a:lnTo>
                  <a:lnTo>
                    <a:pt x="703602" y="923539"/>
                  </a:lnTo>
                  <a:lnTo>
                    <a:pt x="703123" y="925784"/>
                  </a:lnTo>
                  <a:lnTo>
                    <a:pt x="704759" y="928173"/>
                  </a:lnTo>
                  <a:lnTo>
                    <a:pt x="706425" y="929732"/>
                  </a:lnTo>
                  <a:lnTo>
                    <a:pt x="711409" y="930699"/>
                  </a:lnTo>
                  <a:lnTo>
                    <a:pt x="709758" y="934244"/>
                  </a:lnTo>
                  <a:lnTo>
                    <a:pt x="709415" y="936245"/>
                  </a:lnTo>
                  <a:lnTo>
                    <a:pt x="710275" y="939197"/>
                  </a:lnTo>
                  <a:lnTo>
                    <a:pt x="707825" y="943945"/>
                  </a:lnTo>
                  <a:lnTo>
                    <a:pt x="707080" y="947202"/>
                  </a:lnTo>
                  <a:lnTo>
                    <a:pt x="706904" y="950451"/>
                  </a:lnTo>
                  <a:lnTo>
                    <a:pt x="705969" y="954262"/>
                  </a:lnTo>
                  <a:lnTo>
                    <a:pt x="705124" y="956788"/>
                  </a:lnTo>
                  <a:lnTo>
                    <a:pt x="704348" y="957975"/>
                  </a:lnTo>
                  <a:lnTo>
                    <a:pt x="701700" y="960197"/>
                  </a:lnTo>
                  <a:lnTo>
                    <a:pt x="700521" y="964085"/>
                  </a:lnTo>
                  <a:lnTo>
                    <a:pt x="698930" y="967068"/>
                  </a:lnTo>
                  <a:lnTo>
                    <a:pt x="697211" y="968749"/>
                  </a:lnTo>
                  <a:lnTo>
                    <a:pt x="693300" y="968650"/>
                  </a:lnTo>
                  <a:lnTo>
                    <a:pt x="689382" y="967113"/>
                  </a:lnTo>
                  <a:lnTo>
                    <a:pt x="687670" y="967882"/>
                  </a:lnTo>
                  <a:lnTo>
                    <a:pt x="684414" y="970857"/>
                  </a:lnTo>
                  <a:lnTo>
                    <a:pt x="682869" y="972842"/>
                  </a:lnTo>
                  <a:close/>
                  <a:moveTo>
                    <a:pt x="703541" y="226834"/>
                  </a:moveTo>
                  <a:lnTo>
                    <a:pt x="704751" y="228181"/>
                  </a:lnTo>
                  <a:lnTo>
                    <a:pt x="705367" y="229718"/>
                  </a:lnTo>
                  <a:lnTo>
                    <a:pt x="710070" y="230425"/>
                  </a:lnTo>
                  <a:lnTo>
                    <a:pt x="724267" y="228934"/>
                  </a:lnTo>
                  <a:lnTo>
                    <a:pt x="727082" y="224247"/>
                  </a:lnTo>
                  <a:lnTo>
                    <a:pt x="729753" y="223517"/>
                  </a:lnTo>
                  <a:lnTo>
                    <a:pt x="731328" y="218465"/>
                  </a:lnTo>
                  <a:lnTo>
                    <a:pt x="723522" y="211495"/>
                  </a:lnTo>
                  <a:lnTo>
                    <a:pt x="720524" y="206032"/>
                  </a:lnTo>
                  <a:lnTo>
                    <a:pt x="720166" y="201421"/>
                  </a:lnTo>
                  <a:lnTo>
                    <a:pt x="717108" y="200113"/>
                  </a:lnTo>
                  <a:lnTo>
                    <a:pt x="710016" y="201421"/>
                  </a:lnTo>
                  <a:lnTo>
                    <a:pt x="707072" y="208429"/>
                  </a:lnTo>
                  <a:lnTo>
                    <a:pt x="706311" y="212127"/>
                  </a:lnTo>
                  <a:lnTo>
                    <a:pt x="704089" y="214858"/>
                  </a:lnTo>
                  <a:lnTo>
                    <a:pt x="697554" y="217460"/>
                  </a:lnTo>
                  <a:lnTo>
                    <a:pt x="696336" y="219050"/>
                  </a:lnTo>
                  <a:lnTo>
                    <a:pt x="699121" y="225404"/>
                  </a:lnTo>
                  <a:lnTo>
                    <a:pt x="703541" y="226834"/>
                  </a:lnTo>
                  <a:close/>
                  <a:moveTo>
                    <a:pt x="771151" y="96446"/>
                  </a:moveTo>
                  <a:lnTo>
                    <a:pt x="781293" y="91485"/>
                  </a:lnTo>
                  <a:lnTo>
                    <a:pt x="784961" y="97823"/>
                  </a:lnTo>
                  <a:lnTo>
                    <a:pt x="788141" y="98295"/>
                  </a:lnTo>
                  <a:lnTo>
                    <a:pt x="791481" y="95084"/>
                  </a:lnTo>
                  <a:lnTo>
                    <a:pt x="794745" y="89538"/>
                  </a:lnTo>
                  <a:lnTo>
                    <a:pt x="801951" y="97854"/>
                  </a:lnTo>
                  <a:lnTo>
                    <a:pt x="808174" y="103811"/>
                  </a:lnTo>
                  <a:lnTo>
                    <a:pt x="814984" y="99071"/>
                  </a:lnTo>
                  <a:lnTo>
                    <a:pt x="818035" y="95198"/>
                  </a:lnTo>
                  <a:lnTo>
                    <a:pt x="820219" y="87179"/>
                  </a:lnTo>
                  <a:lnTo>
                    <a:pt x="818012" y="80362"/>
                  </a:lnTo>
                  <a:lnTo>
                    <a:pt x="816879" y="71178"/>
                  </a:lnTo>
                  <a:lnTo>
                    <a:pt x="827835" y="68485"/>
                  </a:lnTo>
                  <a:lnTo>
                    <a:pt x="831936" y="63996"/>
                  </a:lnTo>
                  <a:lnTo>
                    <a:pt x="829204" y="57429"/>
                  </a:lnTo>
                  <a:lnTo>
                    <a:pt x="820249" y="54599"/>
                  </a:lnTo>
                  <a:lnTo>
                    <a:pt x="816955" y="51327"/>
                  </a:lnTo>
                  <a:lnTo>
                    <a:pt x="815844" y="45590"/>
                  </a:lnTo>
                  <a:lnTo>
                    <a:pt x="813843" y="42889"/>
                  </a:lnTo>
                  <a:lnTo>
                    <a:pt x="808289" y="46055"/>
                  </a:lnTo>
                  <a:lnTo>
                    <a:pt x="806333" y="47158"/>
                  </a:lnTo>
                  <a:lnTo>
                    <a:pt x="800490" y="46290"/>
                  </a:lnTo>
                  <a:lnTo>
                    <a:pt x="797964" y="50734"/>
                  </a:lnTo>
                  <a:lnTo>
                    <a:pt x="792531" y="63273"/>
                  </a:lnTo>
                  <a:lnTo>
                    <a:pt x="785821" y="68469"/>
                  </a:lnTo>
                  <a:lnTo>
                    <a:pt x="780533" y="80377"/>
                  </a:lnTo>
                  <a:lnTo>
                    <a:pt x="772528" y="76649"/>
                  </a:lnTo>
                  <a:lnTo>
                    <a:pt x="765779" y="79228"/>
                  </a:lnTo>
                  <a:lnTo>
                    <a:pt x="768054" y="90922"/>
                  </a:lnTo>
                  <a:lnTo>
                    <a:pt x="771151" y="96446"/>
                  </a:lnTo>
                  <a:close/>
                  <a:moveTo>
                    <a:pt x="742528" y="151182"/>
                  </a:moveTo>
                  <a:lnTo>
                    <a:pt x="745868" y="151707"/>
                  </a:lnTo>
                  <a:lnTo>
                    <a:pt x="747801" y="154073"/>
                  </a:lnTo>
                  <a:lnTo>
                    <a:pt x="748759" y="157596"/>
                  </a:lnTo>
                  <a:lnTo>
                    <a:pt x="758346" y="155846"/>
                  </a:lnTo>
                  <a:lnTo>
                    <a:pt x="767385" y="162283"/>
                  </a:lnTo>
                  <a:lnTo>
                    <a:pt x="771052" y="170980"/>
                  </a:lnTo>
                  <a:lnTo>
                    <a:pt x="774705" y="172144"/>
                  </a:lnTo>
                  <a:lnTo>
                    <a:pt x="783926" y="171558"/>
                  </a:lnTo>
                  <a:lnTo>
                    <a:pt x="794586" y="167518"/>
                  </a:lnTo>
                  <a:lnTo>
                    <a:pt x="810929" y="155367"/>
                  </a:lnTo>
                  <a:lnTo>
                    <a:pt x="813356" y="150459"/>
                  </a:lnTo>
                  <a:lnTo>
                    <a:pt x="810662" y="146800"/>
                  </a:lnTo>
                  <a:lnTo>
                    <a:pt x="796609" y="134276"/>
                  </a:lnTo>
                  <a:lnTo>
                    <a:pt x="787281" y="122680"/>
                  </a:lnTo>
                  <a:lnTo>
                    <a:pt x="780821" y="118458"/>
                  </a:lnTo>
                  <a:lnTo>
                    <a:pt x="765886" y="119728"/>
                  </a:lnTo>
                  <a:lnTo>
                    <a:pt x="749840" y="106512"/>
                  </a:lnTo>
                  <a:lnTo>
                    <a:pt x="748029" y="106893"/>
                  </a:lnTo>
                  <a:lnTo>
                    <a:pt x="743395" y="124278"/>
                  </a:lnTo>
                  <a:lnTo>
                    <a:pt x="742330" y="135501"/>
                  </a:lnTo>
                  <a:lnTo>
                    <a:pt x="739629" y="135767"/>
                  </a:lnTo>
                  <a:lnTo>
                    <a:pt x="735459" y="139792"/>
                  </a:lnTo>
                  <a:lnTo>
                    <a:pt x="735916" y="147621"/>
                  </a:lnTo>
                  <a:lnTo>
                    <a:pt x="742528" y="151182"/>
                  </a:lnTo>
                  <a:close/>
                  <a:moveTo>
                    <a:pt x="819154" y="23655"/>
                  </a:moveTo>
                  <a:lnTo>
                    <a:pt x="826214" y="20764"/>
                  </a:lnTo>
                  <a:lnTo>
                    <a:pt x="848873" y="14258"/>
                  </a:lnTo>
                  <a:lnTo>
                    <a:pt x="848888" y="10979"/>
                  </a:lnTo>
                  <a:lnTo>
                    <a:pt x="849991" y="4322"/>
                  </a:lnTo>
                  <a:lnTo>
                    <a:pt x="846864" y="0"/>
                  </a:lnTo>
                  <a:lnTo>
                    <a:pt x="822791" y="3941"/>
                  </a:lnTo>
                  <a:lnTo>
                    <a:pt x="819595" y="8582"/>
                  </a:lnTo>
                  <a:lnTo>
                    <a:pt x="818751" y="15917"/>
                  </a:lnTo>
                  <a:lnTo>
                    <a:pt x="817975" y="19767"/>
                  </a:lnTo>
                  <a:lnTo>
                    <a:pt x="818218" y="21464"/>
                  </a:lnTo>
                  <a:lnTo>
                    <a:pt x="819154" y="23655"/>
                  </a:lnTo>
                  <a:close/>
                  <a:moveTo>
                    <a:pt x="629601" y="186821"/>
                  </a:moveTo>
                  <a:lnTo>
                    <a:pt x="619718" y="187787"/>
                  </a:lnTo>
                  <a:lnTo>
                    <a:pt x="616294" y="181327"/>
                  </a:lnTo>
                  <a:lnTo>
                    <a:pt x="614970" y="179927"/>
                  </a:lnTo>
                  <a:lnTo>
                    <a:pt x="612908" y="180871"/>
                  </a:lnTo>
                  <a:lnTo>
                    <a:pt x="610824" y="183176"/>
                  </a:lnTo>
                  <a:lnTo>
                    <a:pt x="604151" y="185101"/>
                  </a:lnTo>
                  <a:lnTo>
                    <a:pt x="599030" y="188791"/>
                  </a:lnTo>
                  <a:lnTo>
                    <a:pt x="593628" y="195981"/>
                  </a:lnTo>
                  <a:lnTo>
                    <a:pt x="577429" y="214424"/>
                  </a:lnTo>
                  <a:lnTo>
                    <a:pt x="579430" y="219811"/>
                  </a:lnTo>
                  <a:lnTo>
                    <a:pt x="581728" y="222391"/>
                  </a:lnTo>
                  <a:lnTo>
                    <a:pt x="584833" y="229223"/>
                  </a:lnTo>
                  <a:lnTo>
                    <a:pt x="590334" y="229543"/>
                  </a:lnTo>
                  <a:lnTo>
                    <a:pt x="592350" y="228500"/>
                  </a:lnTo>
                  <a:lnTo>
                    <a:pt x="594510" y="223281"/>
                  </a:lnTo>
                  <a:lnTo>
                    <a:pt x="598741" y="221371"/>
                  </a:lnTo>
                  <a:lnTo>
                    <a:pt x="604090" y="222140"/>
                  </a:lnTo>
                  <a:lnTo>
                    <a:pt x="605901" y="225495"/>
                  </a:lnTo>
                  <a:lnTo>
                    <a:pt x="600468" y="233157"/>
                  </a:lnTo>
                  <a:lnTo>
                    <a:pt x="598536" y="238064"/>
                  </a:lnTo>
                  <a:lnTo>
                    <a:pt x="600772" y="241830"/>
                  </a:lnTo>
                  <a:lnTo>
                    <a:pt x="605094" y="240971"/>
                  </a:lnTo>
                  <a:lnTo>
                    <a:pt x="606928" y="239624"/>
                  </a:lnTo>
                  <a:lnTo>
                    <a:pt x="608427" y="236786"/>
                  </a:lnTo>
                  <a:lnTo>
                    <a:pt x="609949" y="235485"/>
                  </a:lnTo>
                  <a:lnTo>
                    <a:pt x="614628" y="240080"/>
                  </a:lnTo>
                  <a:lnTo>
                    <a:pt x="616347" y="238300"/>
                  </a:lnTo>
                  <a:lnTo>
                    <a:pt x="617755" y="232305"/>
                  </a:lnTo>
                  <a:lnTo>
                    <a:pt x="618226" y="229170"/>
                  </a:lnTo>
                  <a:lnTo>
                    <a:pt x="618812" y="227656"/>
                  </a:lnTo>
                  <a:lnTo>
                    <a:pt x="623415" y="231939"/>
                  </a:lnTo>
                  <a:lnTo>
                    <a:pt x="625432" y="232670"/>
                  </a:lnTo>
                  <a:lnTo>
                    <a:pt x="627258" y="231757"/>
                  </a:lnTo>
                  <a:lnTo>
                    <a:pt x="627966" y="226142"/>
                  </a:lnTo>
                  <a:lnTo>
                    <a:pt x="627539" y="221744"/>
                  </a:lnTo>
                  <a:lnTo>
                    <a:pt x="626870" y="218799"/>
                  </a:lnTo>
                  <a:lnTo>
                    <a:pt x="626071" y="217399"/>
                  </a:lnTo>
                  <a:lnTo>
                    <a:pt x="621095" y="215687"/>
                  </a:lnTo>
                  <a:lnTo>
                    <a:pt x="620836" y="214447"/>
                  </a:lnTo>
                  <a:lnTo>
                    <a:pt x="623697" y="207630"/>
                  </a:lnTo>
                  <a:lnTo>
                    <a:pt x="625515" y="205652"/>
                  </a:lnTo>
                  <a:lnTo>
                    <a:pt x="640253" y="204708"/>
                  </a:lnTo>
                  <a:lnTo>
                    <a:pt x="644697" y="198462"/>
                  </a:lnTo>
                  <a:lnTo>
                    <a:pt x="643753" y="192443"/>
                  </a:lnTo>
                  <a:lnTo>
                    <a:pt x="645807" y="189141"/>
                  </a:lnTo>
                  <a:lnTo>
                    <a:pt x="655067" y="185291"/>
                  </a:lnTo>
                  <a:lnTo>
                    <a:pt x="669615" y="183595"/>
                  </a:lnTo>
                  <a:lnTo>
                    <a:pt x="673571" y="175316"/>
                  </a:lnTo>
                  <a:lnTo>
                    <a:pt x="685471" y="164322"/>
                  </a:lnTo>
                  <a:lnTo>
                    <a:pt x="683074" y="157292"/>
                  </a:lnTo>
                  <a:lnTo>
                    <a:pt x="680160" y="156774"/>
                  </a:lnTo>
                  <a:lnTo>
                    <a:pt x="668694" y="137274"/>
                  </a:lnTo>
                  <a:lnTo>
                    <a:pt x="666206" y="134063"/>
                  </a:lnTo>
                  <a:lnTo>
                    <a:pt x="658308" y="134512"/>
                  </a:lnTo>
                  <a:lnTo>
                    <a:pt x="655037" y="132290"/>
                  </a:lnTo>
                  <a:lnTo>
                    <a:pt x="651750" y="132747"/>
                  </a:lnTo>
                  <a:lnTo>
                    <a:pt x="638587" y="140644"/>
                  </a:lnTo>
                  <a:lnTo>
                    <a:pt x="632964" y="146541"/>
                  </a:lnTo>
                  <a:lnTo>
                    <a:pt x="630895" y="161081"/>
                  </a:lnTo>
                  <a:lnTo>
                    <a:pt x="631861" y="168484"/>
                  </a:lnTo>
                  <a:lnTo>
                    <a:pt x="631701" y="181221"/>
                  </a:lnTo>
                  <a:lnTo>
                    <a:pt x="629601" y="186821"/>
                  </a:lnTo>
                  <a:close/>
                  <a:moveTo>
                    <a:pt x="657875" y="110872"/>
                  </a:moveTo>
                  <a:lnTo>
                    <a:pt x="660150" y="116206"/>
                  </a:lnTo>
                  <a:lnTo>
                    <a:pt x="662234" y="116799"/>
                  </a:lnTo>
                  <a:lnTo>
                    <a:pt x="665179" y="115954"/>
                  </a:lnTo>
                  <a:lnTo>
                    <a:pt x="665925" y="112599"/>
                  </a:lnTo>
                  <a:lnTo>
                    <a:pt x="669287" y="107593"/>
                  </a:lnTo>
                  <a:lnTo>
                    <a:pt x="667842" y="101681"/>
                  </a:lnTo>
                  <a:lnTo>
                    <a:pt x="664372" y="98934"/>
                  </a:lnTo>
                  <a:lnTo>
                    <a:pt x="661717" y="99101"/>
                  </a:lnTo>
                  <a:lnTo>
                    <a:pt x="660226" y="100661"/>
                  </a:lnTo>
                  <a:lnTo>
                    <a:pt x="659891" y="102601"/>
                  </a:lnTo>
                  <a:lnTo>
                    <a:pt x="659016" y="105097"/>
                  </a:lnTo>
                  <a:lnTo>
                    <a:pt x="656954" y="105607"/>
                  </a:lnTo>
                  <a:lnTo>
                    <a:pt x="657145" y="108331"/>
                  </a:lnTo>
                  <a:lnTo>
                    <a:pt x="657875" y="110872"/>
                  </a:lnTo>
                  <a:close/>
                  <a:moveTo>
                    <a:pt x="626725" y="1139226"/>
                  </a:moveTo>
                  <a:lnTo>
                    <a:pt x="624413" y="1140117"/>
                  </a:lnTo>
                  <a:lnTo>
                    <a:pt x="619855" y="1143693"/>
                  </a:lnTo>
                  <a:lnTo>
                    <a:pt x="615206" y="1149171"/>
                  </a:lnTo>
                  <a:lnTo>
                    <a:pt x="613205" y="1153782"/>
                  </a:lnTo>
                  <a:lnTo>
                    <a:pt x="612703" y="1158918"/>
                  </a:lnTo>
                  <a:lnTo>
                    <a:pt x="612360" y="1164145"/>
                  </a:lnTo>
                  <a:lnTo>
                    <a:pt x="612330" y="1167508"/>
                  </a:lnTo>
                  <a:lnTo>
                    <a:pt x="612665" y="1170848"/>
                  </a:lnTo>
                  <a:lnTo>
                    <a:pt x="613129" y="1173336"/>
                  </a:lnTo>
                  <a:lnTo>
                    <a:pt x="615754" y="1181477"/>
                  </a:lnTo>
                  <a:lnTo>
                    <a:pt x="620623" y="1185700"/>
                  </a:lnTo>
                  <a:lnTo>
                    <a:pt x="625820" y="1185114"/>
                  </a:lnTo>
                  <a:lnTo>
                    <a:pt x="631587" y="1183037"/>
                  </a:lnTo>
                  <a:lnTo>
                    <a:pt x="641105" y="1178236"/>
                  </a:lnTo>
                  <a:lnTo>
                    <a:pt x="645670" y="1171472"/>
                  </a:lnTo>
                  <a:lnTo>
                    <a:pt x="647405" y="1166731"/>
                  </a:lnTo>
                  <a:lnTo>
                    <a:pt x="651095" y="1162410"/>
                  </a:lnTo>
                  <a:lnTo>
                    <a:pt x="652107" y="1164046"/>
                  </a:lnTo>
                  <a:lnTo>
                    <a:pt x="652602" y="1167667"/>
                  </a:lnTo>
                  <a:lnTo>
                    <a:pt x="653804" y="1166998"/>
                  </a:lnTo>
                  <a:lnTo>
                    <a:pt x="655136" y="1164609"/>
                  </a:lnTo>
                  <a:lnTo>
                    <a:pt x="654755" y="1158811"/>
                  </a:lnTo>
                  <a:lnTo>
                    <a:pt x="652663" y="1154512"/>
                  </a:lnTo>
                  <a:lnTo>
                    <a:pt x="649018" y="1151355"/>
                  </a:lnTo>
                  <a:lnTo>
                    <a:pt x="632553" y="1139112"/>
                  </a:lnTo>
                  <a:lnTo>
                    <a:pt x="626725" y="1139226"/>
                  </a:lnTo>
                  <a:close/>
                  <a:moveTo>
                    <a:pt x="550625" y="181038"/>
                  </a:moveTo>
                  <a:lnTo>
                    <a:pt x="555996" y="184074"/>
                  </a:lnTo>
                  <a:lnTo>
                    <a:pt x="563003" y="179836"/>
                  </a:lnTo>
                  <a:lnTo>
                    <a:pt x="564168" y="183564"/>
                  </a:lnTo>
                  <a:lnTo>
                    <a:pt x="564944" y="190952"/>
                  </a:lnTo>
                  <a:lnTo>
                    <a:pt x="566686" y="195730"/>
                  </a:lnTo>
                  <a:lnTo>
                    <a:pt x="571746" y="194437"/>
                  </a:lnTo>
                  <a:lnTo>
                    <a:pt x="574637" y="192025"/>
                  </a:lnTo>
                  <a:lnTo>
                    <a:pt x="576988" y="183595"/>
                  </a:lnTo>
                  <a:lnTo>
                    <a:pt x="578137" y="180901"/>
                  </a:lnTo>
                  <a:lnTo>
                    <a:pt x="585258" y="180802"/>
                  </a:lnTo>
                  <a:lnTo>
                    <a:pt x="588120" y="174677"/>
                  </a:lnTo>
                  <a:lnTo>
                    <a:pt x="589253" y="173909"/>
                  </a:lnTo>
                  <a:lnTo>
                    <a:pt x="591513" y="175050"/>
                  </a:lnTo>
                  <a:lnTo>
                    <a:pt x="593871" y="166080"/>
                  </a:lnTo>
                  <a:lnTo>
                    <a:pt x="595964" y="164314"/>
                  </a:lnTo>
                  <a:lnTo>
                    <a:pt x="597843" y="157170"/>
                  </a:lnTo>
                  <a:lnTo>
                    <a:pt x="600088" y="154081"/>
                  </a:lnTo>
                  <a:lnTo>
                    <a:pt x="601632" y="155275"/>
                  </a:lnTo>
                  <a:lnTo>
                    <a:pt x="607331" y="166924"/>
                  </a:lnTo>
                  <a:lnTo>
                    <a:pt x="619741" y="172022"/>
                  </a:lnTo>
                  <a:lnTo>
                    <a:pt x="620981" y="171505"/>
                  </a:lnTo>
                  <a:lnTo>
                    <a:pt x="621042" y="160373"/>
                  </a:lnTo>
                  <a:lnTo>
                    <a:pt x="618067" y="152232"/>
                  </a:lnTo>
                  <a:lnTo>
                    <a:pt x="615891" y="148633"/>
                  </a:lnTo>
                  <a:lnTo>
                    <a:pt x="613745" y="146898"/>
                  </a:lnTo>
                  <a:lnTo>
                    <a:pt x="611569" y="146297"/>
                  </a:lnTo>
                  <a:lnTo>
                    <a:pt x="604227" y="147743"/>
                  </a:lnTo>
                  <a:lnTo>
                    <a:pt x="594458" y="142250"/>
                  </a:lnTo>
                  <a:lnTo>
                    <a:pt x="592547" y="142349"/>
                  </a:lnTo>
                  <a:lnTo>
                    <a:pt x="585464" y="147515"/>
                  </a:lnTo>
                  <a:lnTo>
                    <a:pt x="580739" y="155405"/>
                  </a:lnTo>
                  <a:lnTo>
                    <a:pt x="570665" y="158068"/>
                  </a:lnTo>
                  <a:lnTo>
                    <a:pt x="544979" y="169017"/>
                  </a:lnTo>
                  <a:lnTo>
                    <a:pt x="540292" y="174388"/>
                  </a:lnTo>
                  <a:lnTo>
                    <a:pt x="545511" y="176024"/>
                  </a:lnTo>
                  <a:lnTo>
                    <a:pt x="550625" y="181038"/>
                  </a:lnTo>
                  <a:close/>
                  <a:moveTo>
                    <a:pt x="672065" y="260251"/>
                  </a:moveTo>
                  <a:lnTo>
                    <a:pt x="679643" y="261651"/>
                  </a:lnTo>
                  <a:lnTo>
                    <a:pt x="679727" y="260251"/>
                  </a:lnTo>
                  <a:lnTo>
                    <a:pt x="679179" y="258744"/>
                  </a:lnTo>
                  <a:lnTo>
                    <a:pt x="677421" y="255305"/>
                  </a:lnTo>
                  <a:lnTo>
                    <a:pt x="675625" y="252985"/>
                  </a:lnTo>
                  <a:lnTo>
                    <a:pt x="675519" y="250634"/>
                  </a:lnTo>
                  <a:lnTo>
                    <a:pt x="675869" y="245909"/>
                  </a:lnTo>
                  <a:lnTo>
                    <a:pt x="669075" y="240263"/>
                  </a:lnTo>
                  <a:lnTo>
                    <a:pt x="663520" y="245916"/>
                  </a:lnTo>
                  <a:lnTo>
                    <a:pt x="659183" y="247537"/>
                  </a:lnTo>
                  <a:lnTo>
                    <a:pt x="651043" y="254293"/>
                  </a:lnTo>
                  <a:lnTo>
                    <a:pt x="658796" y="261156"/>
                  </a:lnTo>
                  <a:lnTo>
                    <a:pt x="672065" y="260251"/>
                  </a:lnTo>
                  <a:close/>
                  <a:moveTo>
                    <a:pt x="650182" y="242736"/>
                  </a:moveTo>
                  <a:lnTo>
                    <a:pt x="650624" y="238376"/>
                  </a:lnTo>
                  <a:lnTo>
                    <a:pt x="655897" y="230532"/>
                  </a:lnTo>
                  <a:lnTo>
                    <a:pt x="655699" y="228873"/>
                  </a:lnTo>
                  <a:lnTo>
                    <a:pt x="654443" y="224627"/>
                  </a:lnTo>
                  <a:lnTo>
                    <a:pt x="646599" y="223273"/>
                  </a:lnTo>
                  <a:lnTo>
                    <a:pt x="639606" y="232213"/>
                  </a:lnTo>
                  <a:lnTo>
                    <a:pt x="640291" y="235059"/>
                  </a:lnTo>
                  <a:lnTo>
                    <a:pt x="648455" y="244417"/>
                  </a:lnTo>
                  <a:lnTo>
                    <a:pt x="650182" y="242736"/>
                  </a:lnTo>
                  <a:close/>
                  <a:moveTo>
                    <a:pt x="929143" y="126964"/>
                  </a:moveTo>
                  <a:lnTo>
                    <a:pt x="922813" y="136855"/>
                  </a:lnTo>
                  <a:lnTo>
                    <a:pt x="917974" y="142341"/>
                  </a:lnTo>
                  <a:lnTo>
                    <a:pt x="916429" y="146518"/>
                  </a:lnTo>
                  <a:lnTo>
                    <a:pt x="921557" y="154416"/>
                  </a:lnTo>
                  <a:lnTo>
                    <a:pt x="926724" y="161035"/>
                  </a:lnTo>
                  <a:lnTo>
                    <a:pt x="930688" y="163051"/>
                  </a:lnTo>
                  <a:lnTo>
                    <a:pt x="934660" y="162724"/>
                  </a:lnTo>
                  <a:lnTo>
                    <a:pt x="959737" y="155390"/>
                  </a:lnTo>
                  <a:lnTo>
                    <a:pt x="969331" y="146929"/>
                  </a:lnTo>
                  <a:lnTo>
                    <a:pt x="978720" y="131872"/>
                  </a:lnTo>
                  <a:lnTo>
                    <a:pt x="977321" y="126804"/>
                  </a:lnTo>
                  <a:lnTo>
                    <a:pt x="977069" y="121334"/>
                  </a:lnTo>
                  <a:lnTo>
                    <a:pt x="977541" y="114676"/>
                  </a:lnTo>
                  <a:lnTo>
                    <a:pt x="975997" y="109221"/>
                  </a:lnTo>
                  <a:lnTo>
                    <a:pt x="973052" y="102632"/>
                  </a:lnTo>
                  <a:lnTo>
                    <a:pt x="969978" y="99101"/>
                  </a:lnTo>
                  <a:lnTo>
                    <a:pt x="965155" y="95229"/>
                  </a:lnTo>
                  <a:lnTo>
                    <a:pt x="960315" y="95054"/>
                  </a:lnTo>
                  <a:lnTo>
                    <a:pt x="954655" y="98303"/>
                  </a:lnTo>
                  <a:lnTo>
                    <a:pt x="953498" y="102571"/>
                  </a:lnTo>
                  <a:lnTo>
                    <a:pt x="952524" y="107844"/>
                  </a:lnTo>
                  <a:lnTo>
                    <a:pt x="951573" y="117560"/>
                  </a:lnTo>
                  <a:lnTo>
                    <a:pt x="950074" y="122673"/>
                  </a:lnTo>
                  <a:lnTo>
                    <a:pt x="944954" y="125016"/>
                  </a:lnTo>
                  <a:lnTo>
                    <a:pt x="939803" y="125047"/>
                  </a:lnTo>
                  <a:lnTo>
                    <a:pt x="929143" y="126964"/>
                  </a:lnTo>
                  <a:close/>
                  <a:moveTo>
                    <a:pt x="771303" y="238970"/>
                  </a:moveTo>
                  <a:lnTo>
                    <a:pt x="773175" y="241153"/>
                  </a:lnTo>
                  <a:lnTo>
                    <a:pt x="781484" y="242477"/>
                  </a:lnTo>
                  <a:lnTo>
                    <a:pt x="798276" y="243093"/>
                  </a:lnTo>
                  <a:lnTo>
                    <a:pt x="800269" y="240217"/>
                  </a:lnTo>
                  <a:lnTo>
                    <a:pt x="800109" y="234663"/>
                  </a:lnTo>
                  <a:lnTo>
                    <a:pt x="801099" y="227838"/>
                  </a:lnTo>
                  <a:lnTo>
                    <a:pt x="801182" y="212324"/>
                  </a:lnTo>
                  <a:lnTo>
                    <a:pt x="800246" y="208010"/>
                  </a:lnTo>
                  <a:lnTo>
                    <a:pt x="797378" y="206063"/>
                  </a:lnTo>
                  <a:lnTo>
                    <a:pt x="792310" y="206435"/>
                  </a:lnTo>
                  <a:lnTo>
                    <a:pt x="791200" y="210628"/>
                  </a:lnTo>
                  <a:lnTo>
                    <a:pt x="777733" y="209228"/>
                  </a:lnTo>
                  <a:lnTo>
                    <a:pt x="776987" y="211929"/>
                  </a:lnTo>
                  <a:lnTo>
                    <a:pt x="777466" y="226591"/>
                  </a:lnTo>
                  <a:lnTo>
                    <a:pt x="775975" y="231681"/>
                  </a:lnTo>
                  <a:lnTo>
                    <a:pt x="771303" y="238970"/>
                  </a:lnTo>
                  <a:close/>
                  <a:moveTo>
                    <a:pt x="760012" y="223707"/>
                  </a:moveTo>
                  <a:lnTo>
                    <a:pt x="766091" y="217780"/>
                  </a:lnTo>
                  <a:lnTo>
                    <a:pt x="765133" y="214181"/>
                  </a:lnTo>
                  <a:lnTo>
                    <a:pt x="763391" y="212226"/>
                  </a:lnTo>
                  <a:lnTo>
                    <a:pt x="760979" y="211252"/>
                  </a:lnTo>
                  <a:lnTo>
                    <a:pt x="757806" y="215033"/>
                  </a:lnTo>
                  <a:lnTo>
                    <a:pt x="755417" y="219979"/>
                  </a:lnTo>
                  <a:lnTo>
                    <a:pt x="756885" y="223509"/>
                  </a:lnTo>
                  <a:lnTo>
                    <a:pt x="760012" y="223707"/>
                  </a:lnTo>
                  <a:close/>
                  <a:moveTo>
                    <a:pt x="843333" y="81891"/>
                  </a:moveTo>
                  <a:lnTo>
                    <a:pt x="847944" y="80065"/>
                  </a:lnTo>
                  <a:lnTo>
                    <a:pt x="849261" y="77257"/>
                  </a:lnTo>
                  <a:lnTo>
                    <a:pt x="847252" y="71437"/>
                  </a:lnTo>
                  <a:lnTo>
                    <a:pt x="842862" y="66933"/>
                  </a:lnTo>
                  <a:lnTo>
                    <a:pt x="838708" y="67769"/>
                  </a:lnTo>
                  <a:lnTo>
                    <a:pt x="833458" y="72251"/>
                  </a:lnTo>
                  <a:lnTo>
                    <a:pt x="832940" y="75530"/>
                  </a:lnTo>
                  <a:lnTo>
                    <a:pt x="835268" y="78886"/>
                  </a:lnTo>
                  <a:lnTo>
                    <a:pt x="843333" y="81891"/>
                  </a:lnTo>
                  <a:close/>
                  <a:moveTo>
                    <a:pt x="823962" y="109464"/>
                  </a:moveTo>
                  <a:lnTo>
                    <a:pt x="822090" y="106748"/>
                  </a:lnTo>
                  <a:lnTo>
                    <a:pt x="820972" y="106170"/>
                  </a:lnTo>
                  <a:lnTo>
                    <a:pt x="812572" y="118130"/>
                  </a:lnTo>
                  <a:lnTo>
                    <a:pt x="807322" y="116046"/>
                  </a:lnTo>
                  <a:lnTo>
                    <a:pt x="803069" y="120116"/>
                  </a:lnTo>
                  <a:lnTo>
                    <a:pt x="807216" y="133979"/>
                  </a:lnTo>
                  <a:lnTo>
                    <a:pt x="814573" y="137494"/>
                  </a:lnTo>
                  <a:lnTo>
                    <a:pt x="818591" y="150330"/>
                  </a:lnTo>
                  <a:lnTo>
                    <a:pt x="826016" y="154127"/>
                  </a:lnTo>
                  <a:lnTo>
                    <a:pt x="833625" y="153716"/>
                  </a:lnTo>
                  <a:lnTo>
                    <a:pt x="838274" y="152194"/>
                  </a:lnTo>
                  <a:lnTo>
                    <a:pt x="839788" y="145209"/>
                  </a:lnTo>
                  <a:lnTo>
                    <a:pt x="839187" y="136345"/>
                  </a:lnTo>
                  <a:lnTo>
                    <a:pt x="837323" y="131484"/>
                  </a:lnTo>
                  <a:lnTo>
                    <a:pt x="836181" y="123685"/>
                  </a:lnTo>
                  <a:lnTo>
                    <a:pt x="833207" y="116753"/>
                  </a:lnTo>
                  <a:lnTo>
                    <a:pt x="830757" y="113991"/>
                  </a:lnTo>
                  <a:lnTo>
                    <a:pt x="823962" y="109464"/>
                  </a:lnTo>
                  <a:close/>
                  <a:moveTo>
                    <a:pt x="847800" y="173536"/>
                  </a:moveTo>
                  <a:lnTo>
                    <a:pt x="847412" y="179425"/>
                  </a:lnTo>
                  <a:lnTo>
                    <a:pt x="847762" y="186075"/>
                  </a:lnTo>
                  <a:lnTo>
                    <a:pt x="848660" y="188213"/>
                  </a:lnTo>
                  <a:lnTo>
                    <a:pt x="855142" y="197724"/>
                  </a:lnTo>
                  <a:lnTo>
                    <a:pt x="860483" y="195822"/>
                  </a:lnTo>
                  <a:lnTo>
                    <a:pt x="868564" y="189590"/>
                  </a:lnTo>
                  <a:lnTo>
                    <a:pt x="878044" y="197290"/>
                  </a:lnTo>
                  <a:lnTo>
                    <a:pt x="885067" y="199352"/>
                  </a:lnTo>
                  <a:lnTo>
                    <a:pt x="890058" y="188259"/>
                  </a:lnTo>
                  <a:lnTo>
                    <a:pt x="896730" y="184340"/>
                  </a:lnTo>
                  <a:lnTo>
                    <a:pt x="898511" y="177652"/>
                  </a:lnTo>
                  <a:lnTo>
                    <a:pt x="900390" y="175735"/>
                  </a:lnTo>
                  <a:lnTo>
                    <a:pt x="906934" y="173658"/>
                  </a:lnTo>
                  <a:lnTo>
                    <a:pt x="907763" y="164885"/>
                  </a:lnTo>
                  <a:lnTo>
                    <a:pt x="909414" y="158737"/>
                  </a:lnTo>
                  <a:lnTo>
                    <a:pt x="910182" y="150201"/>
                  </a:lnTo>
                  <a:lnTo>
                    <a:pt x="908904" y="144806"/>
                  </a:lnTo>
                  <a:lnTo>
                    <a:pt x="907512" y="140530"/>
                  </a:lnTo>
                  <a:lnTo>
                    <a:pt x="902125" y="137928"/>
                  </a:lnTo>
                  <a:lnTo>
                    <a:pt x="896723" y="136977"/>
                  </a:lnTo>
                  <a:lnTo>
                    <a:pt x="890651" y="141063"/>
                  </a:lnTo>
                  <a:lnTo>
                    <a:pt x="880121" y="145909"/>
                  </a:lnTo>
                  <a:lnTo>
                    <a:pt x="872893" y="148892"/>
                  </a:lnTo>
                  <a:lnTo>
                    <a:pt x="868548" y="149265"/>
                  </a:lnTo>
                  <a:lnTo>
                    <a:pt x="867628" y="144403"/>
                  </a:lnTo>
                  <a:lnTo>
                    <a:pt x="864630" y="142950"/>
                  </a:lnTo>
                  <a:lnTo>
                    <a:pt x="856542" y="144593"/>
                  </a:lnTo>
                  <a:lnTo>
                    <a:pt x="853902" y="147248"/>
                  </a:lnTo>
                  <a:lnTo>
                    <a:pt x="852989" y="151646"/>
                  </a:lnTo>
                  <a:lnTo>
                    <a:pt x="851832" y="153921"/>
                  </a:lnTo>
                  <a:lnTo>
                    <a:pt x="849512" y="161081"/>
                  </a:lnTo>
                  <a:lnTo>
                    <a:pt x="847800" y="173536"/>
                  </a:lnTo>
                  <a:close/>
                  <a:moveTo>
                    <a:pt x="854861" y="1126254"/>
                  </a:moveTo>
                  <a:lnTo>
                    <a:pt x="856733" y="1127167"/>
                  </a:lnTo>
                  <a:lnTo>
                    <a:pt x="858611" y="1127814"/>
                  </a:lnTo>
                  <a:lnTo>
                    <a:pt x="860894" y="1127730"/>
                  </a:lnTo>
                  <a:lnTo>
                    <a:pt x="863169" y="1126497"/>
                  </a:lnTo>
                  <a:lnTo>
                    <a:pt x="867217" y="1128301"/>
                  </a:lnTo>
                  <a:lnTo>
                    <a:pt x="869598" y="1126604"/>
                  </a:lnTo>
                  <a:lnTo>
                    <a:pt x="872010" y="1125950"/>
                  </a:lnTo>
                  <a:lnTo>
                    <a:pt x="872802" y="1121772"/>
                  </a:lnTo>
                  <a:lnTo>
                    <a:pt x="872878" y="1116089"/>
                  </a:lnTo>
                  <a:lnTo>
                    <a:pt x="872239" y="1113023"/>
                  </a:lnTo>
                  <a:lnTo>
                    <a:pt x="870999" y="1111311"/>
                  </a:lnTo>
                  <a:lnTo>
                    <a:pt x="866296" y="1107537"/>
                  </a:lnTo>
                  <a:lnTo>
                    <a:pt x="861678" y="1102188"/>
                  </a:lnTo>
                  <a:lnTo>
                    <a:pt x="854861" y="1096619"/>
                  </a:lnTo>
                  <a:lnTo>
                    <a:pt x="852571" y="1093339"/>
                  </a:lnTo>
                  <a:lnTo>
                    <a:pt x="850364" y="1089421"/>
                  </a:lnTo>
                  <a:lnTo>
                    <a:pt x="847891" y="1086210"/>
                  </a:lnTo>
                  <a:lnTo>
                    <a:pt x="843159" y="1081409"/>
                  </a:lnTo>
                  <a:lnTo>
                    <a:pt x="842299" y="1079918"/>
                  </a:lnTo>
                  <a:lnTo>
                    <a:pt x="841386" y="1079621"/>
                  </a:lnTo>
                  <a:lnTo>
                    <a:pt x="836882" y="1081675"/>
                  </a:lnTo>
                  <a:lnTo>
                    <a:pt x="834401" y="1086339"/>
                  </a:lnTo>
                  <a:lnTo>
                    <a:pt x="833062" y="1086895"/>
                  </a:lnTo>
                  <a:lnTo>
                    <a:pt x="831016" y="1088964"/>
                  </a:lnTo>
                  <a:lnTo>
                    <a:pt x="830011" y="1092221"/>
                  </a:lnTo>
                  <a:lnTo>
                    <a:pt x="832043" y="1099221"/>
                  </a:lnTo>
                  <a:lnTo>
                    <a:pt x="832842" y="1100887"/>
                  </a:lnTo>
                  <a:lnTo>
                    <a:pt x="833450" y="1103466"/>
                  </a:lnTo>
                  <a:lnTo>
                    <a:pt x="834432" y="1105779"/>
                  </a:lnTo>
                  <a:lnTo>
                    <a:pt x="840252" y="1115640"/>
                  </a:lnTo>
                  <a:lnTo>
                    <a:pt x="841348" y="1116233"/>
                  </a:lnTo>
                  <a:lnTo>
                    <a:pt x="843029" y="1114522"/>
                  </a:lnTo>
                  <a:lnTo>
                    <a:pt x="844353" y="1113829"/>
                  </a:lnTo>
                  <a:lnTo>
                    <a:pt x="847001" y="1115282"/>
                  </a:lnTo>
                  <a:lnTo>
                    <a:pt x="849421" y="1115777"/>
                  </a:lnTo>
                  <a:lnTo>
                    <a:pt x="852007" y="1117276"/>
                  </a:lnTo>
                  <a:lnTo>
                    <a:pt x="853689" y="1121940"/>
                  </a:lnTo>
                  <a:lnTo>
                    <a:pt x="853621" y="1125158"/>
                  </a:lnTo>
                  <a:lnTo>
                    <a:pt x="854861" y="1126254"/>
                  </a:lnTo>
                  <a:close/>
                  <a:moveTo>
                    <a:pt x="973592" y="621563"/>
                  </a:moveTo>
                  <a:lnTo>
                    <a:pt x="970937" y="621837"/>
                  </a:lnTo>
                  <a:lnTo>
                    <a:pt x="968305" y="622971"/>
                  </a:lnTo>
                  <a:lnTo>
                    <a:pt x="963130" y="628281"/>
                  </a:lnTo>
                  <a:lnTo>
                    <a:pt x="957911" y="632626"/>
                  </a:lnTo>
                  <a:lnTo>
                    <a:pt x="937900" y="638834"/>
                  </a:lnTo>
                  <a:lnTo>
                    <a:pt x="926046" y="645385"/>
                  </a:lnTo>
                  <a:lnTo>
                    <a:pt x="922006" y="644617"/>
                  </a:lnTo>
                  <a:lnTo>
                    <a:pt x="915364" y="645933"/>
                  </a:lnTo>
                  <a:lnTo>
                    <a:pt x="910373" y="644936"/>
                  </a:lnTo>
                  <a:lnTo>
                    <a:pt x="900763" y="640493"/>
                  </a:lnTo>
                  <a:lnTo>
                    <a:pt x="896114" y="639824"/>
                  </a:lnTo>
                  <a:lnTo>
                    <a:pt x="888262" y="641307"/>
                  </a:lnTo>
                  <a:lnTo>
                    <a:pt x="887311" y="642068"/>
                  </a:lnTo>
                  <a:lnTo>
                    <a:pt x="884686" y="645713"/>
                  </a:lnTo>
                  <a:lnTo>
                    <a:pt x="884747" y="651427"/>
                  </a:lnTo>
                  <a:lnTo>
                    <a:pt x="885112" y="655809"/>
                  </a:lnTo>
                  <a:lnTo>
                    <a:pt x="883910" y="658525"/>
                  </a:lnTo>
                  <a:lnTo>
                    <a:pt x="882723" y="660123"/>
                  </a:lnTo>
                  <a:lnTo>
                    <a:pt x="879710" y="660344"/>
                  </a:lnTo>
                  <a:lnTo>
                    <a:pt x="878204" y="657217"/>
                  </a:lnTo>
                  <a:lnTo>
                    <a:pt x="875548" y="656806"/>
                  </a:lnTo>
                  <a:lnTo>
                    <a:pt x="868564" y="657909"/>
                  </a:lnTo>
                  <a:lnTo>
                    <a:pt x="865132" y="660542"/>
                  </a:lnTo>
                  <a:lnTo>
                    <a:pt x="863382" y="667853"/>
                  </a:lnTo>
                  <a:lnTo>
                    <a:pt x="857950" y="671194"/>
                  </a:lnTo>
                  <a:lnTo>
                    <a:pt x="848652" y="674602"/>
                  </a:lnTo>
                  <a:lnTo>
                    <a:pt x="843607" y="677524"/>
                  </a:lnTo>
                  <a:lnTo>
                    <a:pt x="841142" y="677691"/>
                  </a:lnTo>
                  <a:lnTo>
                    <a:pt x="838723" y="679175"/>
                  </a:lnTo>
                  <a:lnTo>
                    <a:pt x="833838" y="685969"/>
                  </a:lnTo>
                  <a:lnTo>
                    <a:pt x="828839" y="690915"/>
                  </a:lnTo>
                  <a:lnTo>
                    <a:pt x="821147" y="695815"/>
                  </a:lnTo>
                  <a:lnTo>
                    <a:pt x="821451" y="699612"/>
                  </a:lnTo>
                  <a:lnTo>
                    <a:pt x="821900" y="701879"/>
                  </a:lnTo>
                  <a:lnTo>
                    <a:pt x="815281" y="709221"/>
                  </a:lnTo>
                  <a:lnTo>
                    <a:pt x="813676" y="713665"/>
                  </a:lnTo>
                  <a:lnTo>
                    <a:pt x="812032" y="721973"/>
                  </a:lnTo>
                  <a:lnTo>
                    <a:pt x="811507" y="723251"/>
                  </a:lnTo>
                  <a:lnTo>
                    <a:pt x="805002" y="720550"/>
                  </a:lnTo>
                  <a:lnTo>
                    <a:pt x="800422" y="719653"/>
                  </a:lnTo>
                  <a:lnTo>
                    <a:pt x="798329" y="720391"/>
                  </a:lnTo>
                  <a:lnTo>
                    <a:pt x="795232" y="722392"/>
                  </a:lnTo>
                  <a:lnTo>
                    <a:pt x="794487" y="724332"/>
                  </a:lnTo>
                  <a:lnTo>
                    <a:pt x="794913" y="728600"/>
                  </a:lnTo>
                  <a:lnTo>
                    <a:pt x="795917" y="731393"/>
                  </a:lnTo>
                  <a:lnTo>
                    <a:pt x="789389" y="743619"/>
                  </a:lnTo>
                  <a:lnTo>
                    <a:pt x="787570" y="743756"/>
                  </a:lnTo>
                  <a:lnTo>
                    <a:pt x="785516" y="740256"/>
                  </a:lnTo>
                  <a:lnTo>
                    <a:pt x="783370" y="738080"/>
                  </a:lnTo>
                  <a:lnTo>
                    <a:pt x="780677" y="736224"/>
                  </a:lnTo>
                  <a:lnTo>
                    <a:pt x="777976" y="735585"/>
                  </a:lnTo>
                  <a:lnTo>
                    <a:pt x="775526" y="737746"/>
                  </a:lnTo>
                  <a:lnTo>
                    <a:pt x="773160" y="741367"/>
                  </a:lnTo>
                  <a:lnTo>
                    <a:pt x="773396" y="744213"/>
                  </a:lnTo>
                  <a:lnTo>
                    <a:pt x="774286" y="746861"/>
                  </a:lnTo>
                  <a:lnTo>
                    <a:pt x="777169" y="751434"/>
                  </a:lnTo>
                  <a:lnTo>
                    <a:pt x="784474" y="750604"/>
                  </a:lnTo>
                  <a:lnTo>
                    <a:pt x="786361" y="753944"/>
                  </a:lnTo>
                  <a:lnTo>
                    <a:pt x="787860" y="755245"/>
                  </a:lnTo>
                  <a:lnTo>
                    <a:pt x="781864" y="760138"/>
                  </a:lnTo>
                  <a:lnTo>
                    <a:pt x="775366" y="768416"/>
                  </a:lnTo>
                  <a:lnTo>
                    <a:pt x="769949" y="779737"/>
                  </a:lnTo>
                  <a:lnTo>
                    <a:pt x="768290" y="782043"/>
                  </a:lnTo>
                  <a:lnTo>
                    <a:pt x="768891" y="785033"/>
                  </a:lnTo>
                  <a:lnTo>
                    <a:pt x="769987" y="787795"/>
                  </a:lnTo>
                  <a:lnTo>
                    <a:pt x="771912" y="788989"/>
                  </a:lnTo>
                  <a:lnTo>
                    <a:pt x="776089" y="788913"/>
                  </a:lnTo>
                  <a:lnTo>
                    <a:pt x="780144" y="792596"/>
                  </a:lnTo>
                  <a:lnTo>
                    <a:pt x="778889" y="793775"/>
                  </a:lnTo>
                  <a:lnTo>
                    <a:pt x="764752" y="797374"/>
                  </a:lnTo>
                  <a:lnTo>
                    <a:pt x="763147" y="798683"/>
                  </a:lnTo>
                  <a:lnTo>
                    <a:pt x="756345" y="817065"/>
                  </a:lnTo>
                  <a:lnTo>
                    <a:pt x="754161" y="821562"/>
                  </a:lnTo>
                  <a:lnTo>
                    <a:pt x="752259" y="824164"/>
                  </a:lnTo>
                  <a:lnTo>
                    <a:pt x="750174" y="828965"/>
                  </a:lnTo>
                  <a:lnTo>
                    <a:pt x="748234" y="834724"/>
                  </a:lnTo>
                  <a:lnTo>
                    <a:pt x="747443" y="835363"/>
                  </a:lnTo>
                  <a:lnTo>
                    <a:pt x="742764" y="836573"/>
                  </a:lnTo>
                  <a:lnTo>
                    <a:pt x="738229" y="840416"/>
                  </a:lnTo>
                  <a:lnTo>
                    <a:pt x="733732" y="845285"/>
                  </a:lnTo>
                  <a:lnTo>
                    <a:pt x="731343" y="846951"/>
                  </a:lnTo>
                  <a:lnTo>
                    <a:pt x="729449" y="849584"/>
                  </a:lnTo>
                  <a:lnTo>
                    <a:pt x="731069" y="854841"/>
                  </a:lnTo>
                  <a:lnTo>
                    <a:pt x="738883" y="866581"/>
                  </a:lnTo>
                  <a:lnTo>
                    <a:pt x="737323" y="871169"/>
                  </a:lnTo>
                  <a:lnTo>
                    <a:pt x="740922" y="880893"/>
                  </a:lnTo>
                  <a:lnTo>
                    <a:pt x="746598" y="875849"/>
                  </a:lnTo>
                  <a:lnTo>
                    <a:pt x="750928" y="873536"/>
                  </a:lnTo>
                  <a:lnTo>
                    <a:pt x="756010" y="873208"/>
                  </a:lnTo>
                  <a:lnTo>
                    <a:pt x="761853" y="877827"/>
                  </a:lnTo>
                  <a:lnTo>
                    <a:pt x="767598" y="880459"/>
                  </a:lnTo>
                  <a:lnTo>
                    <a:pt x="777961" y="881273"/>
                  </a:lnTo>
                  <a:lnTo>
                    <a:pt x="782100" y="883640"/>
                  </a:lnTo>
                  <a:lnTo>
                    <a:pt x="786406" y="884895"/>
                  </a:lnTo>
                  <a:lnTo>
                    <a:pt x="790758" y="884370"/>
                  </a:lnTo>
                  <a:lnTo>
                    <a:pt x="797804" y="879744"/>
                  </a:lnTo>
                  <a:lnTo>
                    <a:pt x="801441" y="869427"/>
                  </a:lnTo>
                  <a:lnTo>
                    <a:pt x="808395" y="861446"/>
                  </a:lnTo>
                  <a:lnTo>
                    <a:pt x="810160" y="857816"/>
                  </a:lnTo>
                  <a:lnTo>
                    <a:pt x="808487" y="851136"/>
                  </a:lnTo>
                  <a:lnTo>
                    <a:pt x="804781" y="845901"/>
                  </a:lnTo>
                  <a:lnTo>
                    <a:pt x="805260" y="844106"/>
                  </a:lnTo>
                  <a:lnTo>
                    <a:pt x="808152" y="845057"/>
                  </a:lnTo>
                  <a:lnTo>
                    <a:pt x="811469" y="848891"/>
                  </a:lnTo>
                  <a:lnTo>
                    <a:pt x="812618" y="849455"/>
                  </a:lnTo>
                  <a:lnTo>
                    <a:pt x="814718" y="849378"/>
                  </a:lnTo>
                  <a:lnTo>
                    <a:pt x="816612" y="846632"/>
                  </a:lnTo>
                  <a:lnTo>
                    <a:pt x="817198" y="843155"/>
                  </a:lnTo>
                  <a:lnTo>
                    <a:pt x="816795" y="839510"/>
                  </a:lnTo>
                  <a:lnTo>
                    <a:pt x="815190" y="833644"/>
                  </a:lnTo>
                  <a:lnTo>
                    <a:pt x="814961" y="830555"/>
                  </a:lnTo>
                  <a:lnTo>
                    <a:pt x="829357" y="821607"/>
                  </a:lnTo>
                  <a:lnTo>
                    <a:pt x="833123" y="813892"/>
                  </a:lnTo>
                  <a:lnTo>
                    <a:pt x="834135" y="809023"/>
                  </a:lnTo>
                  <a:lnTo>
                    <a:pt x="833716" y="805964"/>
                  </a:lnTo>
                  <a:lnTo>
                    <a:pt x="831929" y="798530"/>
                  </a:lnTo>
                  <a:lnTo>
                    <a:pt x="830650" y="795160"/>
                  </a:lnTo>
                  <a:lnTo>
                    <a:pt x="831350" y="792390"/>
                  </a:lnTo>
                  <a:lnTo>
                    <a:pt x="839750" y="795282"/>
                  </a:lnTo>
                  <a:lnTo>
                    <a:pt x="842139" y="793463"/>
                  </a:lnTo>
                  <a:lnTo>
                    <a:pt x="843432" y="791706"/>
                  </a:lnTo>
                  <a:lnTo>
                    <a:pt x="844399" y="788160"/>
                  </a:lnTo>
                  <a:lnTo>
                    <a:pt x="844627" y="783420"/>
                  </a:lnTo>
                  <a:lnTo>
                    <a:pt x="845160" y="778992"/>
                  </a:lnTo>
                  <a:lnTo>
                    <a:pt x="846400" y="776793"/>
                  </a:lnTo>
                  <a:lnTo>
                    <a:pt x="854001" y="783184"/>
                  </a:lnTo>
                  <a:lnTo>
                    <a:pt x="855667" y="783473"/>
                  </a:lnTo>
                  <a:lnTo>
                    <a:pt x="857349" y="781312"/>
                  </a:lnTo>
                  <a:lnTo>
                    <a:pt x="857752" y="779098"/>
                  </a:lnTo>
                  <a:lnTo>
                    <a:pt x="856961" y="776595"/>
                  </a:lnTo>
                  <a:lnTo>
                    <a:pt x="857235" y="772509"/>
                  </a:lnTo>
                  <a:lnTo>
                    <a:pt x="862249" y="772608"/>
                  </a:lnTo>
                  <a:lnTo>
                    <a:pt x="864333" y="771695"/>
                  </a:lnTo>
                  <a:lnTo>
                    <a:pt x="867369" y="768385"/>
                  </a:lnTo>
                  <a:lnTo>
                    <a:pt x="869043" y="765083"/>
                  </a:lnTo>
                  <a:lnTo>
                    <a:pt x="872003" y="761956"/>
                  </a:lnTo>
                  <a:lnTo>
                    <a:pt x="873334" y="759559"/>
                  </a:lnTo>
                  <a:lnTo>
                    <a:pt x="872337" y="756151"/>
                  </a:lnTo>
                  <a:lnTo>
                    <a:pt x="867772" y="754127"/>
                  </a:lnTo>
                  <a:lnTo>
                    <a:pt x="868541" y="751099"/>
                  </a:lnTo>
                  <a:lnTo>
                    <a:pt x="872786" y="747203"/>
                  </a:lnTo>
                  <a:lnTo>
                    <a:pt x="874026" y="746830"/>
                  </a:lnTo>
                  <a:lnTo>
                    <a:pt x="876621" y="747180"/>
                  </a:lnTo>
                  <a:lnTo>
                    <a:pt x="877991" y="746062"/>
                  </a:lnTo>
                  <a:lnTo>
                    <a:pt x="880342" y="742562"/>
                  </a:lnTo>
                  <a:lnTo>
                    <a:pt x="882617" y="738164"/>
                  </a:lnTo>
                  <a:lnTo>
                    <a:pt x="887136" y="733249"/>
                  </a:lnTo>
                  <a:lnTo>
                    <a:pt x="889305" y="728349"/>
                  </a:lnTo>
                  <a:lnTo>
                    <a:pt x="891595" y="725504"/>
                  </a:lnTo>
                  <a:lnTo>
                    <a:pt x="894380" y="725838"/>
                  </a:lnTo>
                  <a:lnTo>
                    <a:pt x="897149" y="725100"/>
                  </a:lnTo>
                  <a:lnTo>
                    <a:pt x="906758" y="715962"/>
                  </a:lnTo>
                  <a:lnTo>
                    <a:pt x="927682" y="703347"/>
                  </a:lnTo>
                  <a:lnTo>
                    <a:pt x="933465" y="701004"/>
                  </a:lnTo>
                  <a:lnTo>
                    <a:pt x="940784" y="695351"/>
                  </a:lnTo>
                  <a:lnTo>
                    <a:pt x="943341" y="695024"/>
                  </a:lnTo>
                  <a:lnTo>
                    <a:pt x="953658" y="690953"/>
                  </a:lnTo>
                  <a:lnTo>
                    <a:pt x="963952" y="685011"/>
                  </a:lnTo>
                  <a:lnTo>
                    <a:pt x="973706" y="680552"/>
                  </a:lnTo>
                  <a:lnTo>
                    <a:pt x="982631" y="674853"/>
                  </a:lnTo>
                  <a:lnTo>
                    <a:pt x="996791" y="667899"/>
                  </a:lnTo>
                  <a:lnTo>
                    <a:pt x="1004795" y="662307"/>
                  </a:lnTo>
                  <a:lnTo>
                    <a:pt x="1009832" y="660070"/>
                  </a:lnTo>
                  <a:lnTo>
                    <a:pt x="1014823" y="656882"/>
                  </a:lnTo>
                  <a:lnTo>
                    <a:pt x="1019906" y="652149"/>
                  </a:lnTo>
                  <a:lnTo>
                    <a:pt x="1028450" y="645325"/>
                  </a:lnTo>
                  <a:lnTo>
                    <a:pt x="1036994" y="641071"/>
                  </a:lnTo>
                  <a:lnTo>
                    <a:pt x="1038212" y="638492"/>
                  </a:lnTo>
                  <a:lnTo>
                    <a:pt x="1045387" y="626166"/>
                  </a:lnTo>
                  <a:lnTo>
                    <a:pt x="1052676" y="614860"/>
                  </a:lnTo>
                  <a:lnTo>
                    <a:pt x="1051786" y="611398"/>
                  </a:lnTo>
                  <a:lnTo>
                    <a:pt x="1052478" y="606856"/>
                  </a:lnTo>
                  <a:lnTo>
                    <a:pt x="1053574" y="602412"/>
                  </a:lnTo>
                  <a:lnTo>
                    <a:pt x="1052935" y="597497"/>
                  </a:lnTo>
                  <a:lnTo>
                    <a:pt x="1052121" y="594788"/>
                  </a:lnTo>
                  <a:lnTo>
                    <a:pt x="1048400" y="587195"/>
                  </a:lnTo>
                  <a:lnTo>
                    <a:pt x="1043842" y="581260"/>
                  </a:lnTo>
                  <a:lnTo>
                    <a:pt x="1033837" y="575874"/>
                  </a:lnTo>
                  <a:lnTo>
                    <a:pt x="1026038" y="573888"/>
                  </a:lnTo>
                  <a:lnTo>
                    <a:pt x="1023542" y="574245"/>
                  </a:lnTo>
                  <a:lnTo>
                    <a:pt x="1017752" y="578415"/>
                  </a:lnTo>
                  <a:lnTo>
                    <a:pt x="1008462" y="582189"/>
                  </a:lnTo>
                  <a:lnTo>
                    <a:pt x="998137" y="591852"/>
                  </a:lnTo>
                  <a:lnTo>
                    <a:pt x="992112" y="598844"/>
                  </a:lnTo>
                  <a:lnTo>
                    <a:pt x="989890" y="604246"/>
                  </a:lnTo>
                  <a:lnTo>
                    <a:pt x="987835" y="611147"/>
                  </a:lnTo>
                  <a:lnTo>
                    <a:pt x="985530" y="614282"/>
                  </a:lnTo>
                  <a:lnTo>
                    <a:pt x="983012" y="614342"/>
                  </a:lnTo>
                  <a:lnTo>
                    <a:pt x="980691" y="615332"/>
                  </a:lnTo>
                  <a:lnTo>
                    <a:pt x="976019" y="619912"/>
                  </a:lnTo>
                  <a:lnTo>
                    <a:pt x="973592" y="621563"/>
                  </a:lnTo>
                  <a:close/>
                  <a:moveTo>
                    <a:pt x="800155" y="189643"/>
                  </a:moveTo>
                  <a:lnTo>
                    <a:pt x="798785" y="192953"/>
                  </a:lnTo>
                  <a:lnTo>
                    <a:pt x="800330" y="195928"/>
                  </a:lnTo>
                  <a:lnTo>
                    <a:pt x="802521" y="202213"/>
                  </a:lnTo>
                  <a:lnTo>
                    <a:pt x="803069" y="205758"/>
                  </a:lnTo>
                  <a:lnTo>
                    <a:pt x="803115" y="210879"/>
                  </a:lnTo>
                  <a:lnTo>
                    <a:pt x="804553" y="227831"/>
                  </a:lnTo>
                  <a:lnTo>
                    <a:pt x="805641" y="232312"/>
                  </a:lnTo>
                  <a:lnTo>
                    <a:pt x="806927" y="234678"/>
                  </a:lnTo>
                  <a:lnTo>
                    <a:pt x="815639" y="239046"/>
                  </a:lnTo>
                  <a:lnTo>
                    <a:pt x="818971" y="236664"/>
                  </a:lnTo>
                  <a:lnTo>
                    <a:pt x="823384" y="227503"/>
                  </a:lnTo>
                  <a:lnTo>
                    <a:pt x="825362" y="226842"/>
                  </a:lnTo>
                  <a:lnTo>
                    <a:pt x="826002" y="221021"/>
                  </a:lnTo>
                  <a:lnTo>
                    <a:pt x="825963" y="214744"/>
                  </a:lnTo>
                  <a:lnTo>
                    <a:pt x="828398" y="212081"/>
                  </a:lnTo>
                  <a:lnTo>
                    <a:pt x="846704" y="208969"/>
                  </a:lnTo>
                  <a:lnTo>
                    <a:pt x="843722" y="203202"/>
                  </a:lnTo>
                  <a:lnTo>
                    <a:pt x="840648" y="199687"/>
                  </a:lnTo>
                  <a:lnTo>
                    <a:pt x="830155" y="193402"/>
                  </a:lnTo>
                  <a:lnTo>
                    <a:pt x="809696" y="192032"/>
                  </a:lnTo>
                  <a:lnTo>
                    <a:pt x="800155" y="189643"/>
                  </a:lnTo>
                  <a:close/>
                  <a:moveTo>
                    <a:pt x="880265" y="132001"/>
                  </a:moveTo>
                  <a:lnTo>
                    <a:pt x="886969" y="129193"/>
                  </a:lnTo>
                  <a:lnTo>
                    <a:pt x="894045" y="120938"/>
                  </a:lnTo>
                  <a:lnTo>
                    <a:pt x="896091" y="115559"/>
                  </a:lnTo>
                  <a:lnTo>
                    <a:pt x="893733" y="108171"/>
                  </a:lnTo>
                  <a:lnTo>
                    <a:pt x="875145" y="110415"/>
                  </a:lnTo>
                  <a:lnTo>
                    <a:pt x="865771" y="120162"/>
                  </a:lnTo>
                  <a:lnTo>
                    <a:pt x="864295" y="122543"/>
                  </a:lnTo>
                  <a:lnTo>
                    <a:pt x="863861" y="124529"/>
                  </a:lnTo>
                  <a:lnTo>
                    <a:pt x="869477" y="128493"/>
                  </a:lnTo>
                  <a:lnTo>
                    <a:pt x="880265" y="132001"/>
                  </a:lnTo>
                  <a:close/>
                  <a:moveTo>
                    <a:pt x="916665" y="30830"/>
                  </a:moveTo>
                  <a:lnTo>
                    <a:pt x="917555" y="32877"/>
                  </a:lnTo>
                  <a:lnTo>
                    <a:pt x="924213" y="36422"/>
                  </a:lnTo>
                  <a:lnTo>
                    <a:pt x="937954" y="38218"/>
                  </a:lnTo>
                  <a:lnTo>
                    <a:pt x="940571" y="36354"/>
                  </a:lnTo>
                  <a:lnTo>
                    <a:pt x="943379" y="30411"/>
                  </a:lnTo>
                  <a:lnTo>
                    <a:pt x="943059" y="28304"/>
                  </a:lnTo>
                  <a:lnTo>
                    <a:pt x="941826" y="24895"/>
                  </a:lnTo>
                  <a:lnTo>
                    <a:pt x="922296" y="20216"/>
                  </a:lnTo>
                  <a:lnTo>
                    <a:pt x="911385" y="22050"/>
                  </a:lnTo>
                  <a:lnTo>
                    <a:pt x="907588" y="26067"/>
                  </a:lnTo>
                  <a:lnTo>
                    <a:pt x="916315" y="29042"/>
                  </a:lnTo>
                  <a:lnTo>
                    <a:pt x="916665" y="30830"/>
                  </a:lnTo>
                  <a:close/>
                  <a:moveTo>
                    <a:pt x="839537" y="253799"/>
                  </a:moveTo>
                  <a:lnTo>
                    <a:pt x="843410" y="256310"/>
                  </a:lnTo>
                  <a:lnTo>
                    <a:pt x="844871" y="258250"/>
                  </a:lnTo>
                  <a:lnTo>
                    <a:pt x="845586" y="260129"/>
                  </a:lnTo>
                  <a:lnTo>
                    <a:pt x="848317" y="261339"/>
                  </a:lnTo>
                  <a:lnTo>
                    <a:pt x="855971" y="257337"/>
                  </a:lnTo>
                  <a:lnTo>
                    <a:pt x="860711" y="252619"/>
                  </a:lnTo>
                  <a:lnTo>
                    <a:pt x="858376" y="241709"/>
                  </a:lnTo>
                  <a:lnTo>
                    <a:pt x="852882" y="237220"/>
                  </a:lnTo>
                  <a:lnTo>
                    <a:pt x="841287" y="245270"/>
                  </a:lnTo>
                  <a:lnTo>
                    <a:pt x="840108" y="246700"/>
                  </a:lnTo>
                  <a:lnTo>
                    <a:pt x="839537" y="253799"/>
                  </a:lnTo>
                  <a:close/>
                  <a:moveTo>
                    <a:pt x="66339" y="1832610"/>
                  </a:moveTo>
                  <a:lnTo>
                    <a:pt x="68934" y="1825009"/>
                  </a:lnTo>
                  <a:lnTo>
                    <a:pt x="68797" y="1823791"/>
                  </a:lnTo>
                  <a:lnTo>
                    <a:pt x="66910" y="1821661"/>
                  </a:lnTo>
                  <a:lnTo>
                    <a:pt x="64581" y="1820109"/>
                  </a:lnTo>
                  <a:lnTo>
                    <a:pt x="63295" y="1816822"/>
                  </a:lnTo>
                  <a:lnTo>
                    <a:pt x="58578" y="1816632"/>
                  </a:lnTo>
                  <a:lnTo>
                    <a:pt x="54127" y="1816814"/>
                  </a:lnTo>
                  <a:lnTo>
                    <a:pt x="52727" y="1816654"/>
                  </a:lnTo>
                  <a:lnTo>
                    <a:pt x="48489" y="1815277"/>
                  </a:lnTo>
                  <a:lnTo>
                    <a:pt x="44404" y="1813056"/>
                  </a:lnTo>
                  <a:lnTo>
                    <a:pt x="41672" y="1811754"/>
                  </a:lnTo>
                  <a:lnTo>
                    <a:pt x="39374" y="1810294"/>
                  </a:lnTo>
                  <a:lnTo>
                    <a:pt x="38134" y="1808757"/>
                  </a:lnTo>
                  <a:lnTo>
                    <a:pt x="36179" y="1809168"/>
                  </a:lnTo>
                  <a:lnTo>
                    <a:pt x="34855" y="1809183"/>
                  </a:lnTo>
                  <a:lnTo>
                    <a:pt x="34581" y="1815019"/>
                  </a:lnTo>
                  <a:lnTo>
                    <a:pt x="33858" y="1821433"/>
                  </a:lnTo>
                  <a:lnTo>
                    <a:pt x="29734" y="1822635"/>
                  </a:lnTo>
                  <a:lnTo>
                    <a:pt x="27421" y="1822384"/>
                  </a:lnTo>
                  <a:lnTo>
                    <a:pt x="25002" y="1820991"/>
                  </a:lnTo>
                  <a:lnTo>
                    <a:pt x="22940" y="1820672"/>
                  </a:lnTo>
                  <a:lnTo>
                    <a:pt x="21167" y="1819683"/>
                  </a:lnTo>
                  <a:lnTo>
                    <a:pt x="26820" y="1812196"/>
                  </a:lnTo>
                  <a:lnTo>
                    <a:pt x="28920" y="1808635"/>
                  </a:lnTo>
                  <a:lnTo>
                    <a:pt x="27680" y="1808346"/>
                  </a:lnTo>
                  <a:lnTo>
                    <a:pt x="26523" y="1810385"/>
                  </a:lnTo>
                  <a:lnTo>
                    <a:pt x="22963" y="1815217"/>
                  </a:lnTo>
                  <a:lnTo>
                    <a:pt x="19577" y="1819219"/>
                  </a:lnTo>
                  <a:lnTo>
                    <a:pt x="16937" y="1820839"/>
                  </a:lnTo>
                  <a:lnTo>
                    <a:pt x="10759" y="1820649"/>
                  </a:lnTo>
                  <a:lnTo>
                    <a:pt x="7913" y="1821958"/>
                  </a:lnTo>
                  <a:lnTo>
                    <a:pt x="7456" y="1825313"/>
                  </a:lnTo>
                  <a:lnTo>
                    <a:pt x="7258" y="1828288"/>
                  </a:lnTo>
                  <a:lnTo>
                    <a:pt x="5440" y="1832572"/>
                  </a:lnTo>
                  <a:lnTo>
                    <a:pt x="3294" y="1835843"/>
                  </a:lnTo>
                  <a:lnTo>
                    <a:pt x="0" y="1838993"/>
                  </a:lnTo>
                  <a:lnTo>
                    <a:pt x="852" y="1839434"/>
                  </a:lnTo>
                  <a:lnTo>
                    <a:pt x="6840" y="1839914"/>
                  </a:lnTo>
                  <a:lnTo>
                    <a:pt x="12897" y="1840393"/>
                  </a:lnTo>
                  <a:lnTo>
                    <a:pt x="22643" y="1840910"/>
                  </a:lnTo>
                  <a:lnTo>
                    <a:pt x="32800" y="1841451"/>
                  </a:lnTo>
                  <a:lnTo>
                    <a:pt x="43338" y="1842014"/>
                  </a:lnTo>
                  <a:lnTo>
                    <a:pt x="54751" y="1842622"/>
                  </a:lnTo>
                  <a:lnTo>
                    <a:pt x="66780" y="1842980"/>
                  </a:lnTo>
                  <a:lnTo>
                    <a:pt x="67518" y="1842737"/>
                  </a:lnTo>
                  <a:lnTo>
                    <a:pt x="66620" y="1840956"/>
                  </a:lnTo>
                  <a:lnTo>
                    <a:pt x="65669" y="1837753"/>
                  </a:lnTo>
                  <a:lnTo>
                    <a:pt x="65768" y="1835189"/>
                  </a:lnTo>
                  <a:lnTo>
                    <a:pt x="66339" y="1832610"/>
                  </a:lnTo>
                  <a:close/>
                  <a:moveTo>
                    <a:pt x="717526" y="1034525"/>
                  </a:moveTo>
                  <a:lnTo>
                    <a:pt x="717252" y="1030850"/>
                  </a:lnTo>
                  <a:lnTo>
                    <a:pt x="716157" y="1029085"/>
                  </a:lnTo>
                  <a:lnTo>
                    <a:pt x="714726" y="1029351"/>
                  </a:lnTo>
                  <a:lnTo>
                    <a:pt x="713014" y="1025806"/>
                  </a:lnTo>
                  <a:lnTo>
                    <a:pt x="711074" y="1020891"/>
                  </a:lnTo>
                  <a:lnTo>
                    <a:pt x="708373" y="1018562"/>
                  </a:lnTo>
                  <a:lnTo>
                    <a:pt x="707422" y="1018304"/>
                  </a:lnTo>
                  <a:lnTo>
                    <a:pt x="707171" y="1019232"/>
                  </a:lnTo>
                  <a:lnTo>
                    <a:pt x="707368" y="1021545"/>
                  </a:lnTo>
                  <a:lnTo>
                    <a:pt x="704972" y="1019658"/>
                  </a:lnTo>
                  <a:lnTo>
                    <a:pt x="702735" y="1019544"/>
                  </a:lnTo>
                  <a:lnTo>
                    <a:pt x="698124" y="1021431"/>
                  </a:lnTo>
                  <a:lnTo>
                    <a:pt x="696915" y="1023554"/>
                  </a:lnTo>
                  <a:lnTo>
                    <a:pt x="697120" y="1026232"/>
                  </a:lnTo>
                  <a:lnTo>
                    <a:pt x="697972" y="1027198"/>
                  </a:lnTo>
                  <a:lnTo>
                    <a:pt x="700879" y="1029260"/>
                  </a:lnTo>
                  <a:lnTo>
                    <a:pt x="703465" y="1028514"/>
                  </a:lnTo>
                  <a:lnTo>
                    <a:pt x="707559" y="1033140"/>
                  </a:lnTo>
                  <a:lnTo>
                    <a:pt x="708647" y="1037477"/>
                  </a:lnTo>
                  <a:lnTo>
                    <a:pt x="709636" y="1039395"/>
                  </a:lnTo>
                  <a:lnTo>
                    <a:pt x="712071" y="1041517"/>
                  </a:lnTo>
                  <a:lnTo>
                    <a:pt x="713242" y="1044272"/>
                  </a:lnTo>
                  <a:lnTo>
                    <a:pt x="713630" y="1047087"/>
                  </a:lnTo>
                  <a:lnTo>
                    <a:pt x="715730" y="1046212"/>
                  </a:lnTo>
                  <a:lnTo>
                    <a:pt x="715403" y="1045078"/>
                  </a:lnTo>
                  <a:lnTo>
                    <a:pt x="714171" y="1043001"/>
                  </a:lnTo>
                  <a:lnTo>
                    <a:pt x="714673" y="1040764"/>
                  </a:lnTo>
                  <a:lnTo>
                    <a:pt x="717526" y="1034525"/>
                  </a:lnTo>
                  <a:close/>
                  <a:moveTo>
                    <a:pt x="1665219" y="231049"/>
                  </a:moveTo>
                  <a:lnTo>
                    <a:pt x="1655251" y="232951"/>
                  </a:lnTo>
                  <a:lnTo>
                    <a:pt x="1640217" y="239008"/>
                  </a:lnTo>
                  <a:lnTo>
                    <a:pt x="1637242" y="238300"/>
                  </a:lnTo>
                  <a:lnTo>
                    <a:pt x="1634792" y="239944"/>
                  </a:lnTo>
                  <a:lnTo>
                    <a:pt x="1628294" y="238308"/>
                  </a:lnTo>
                  <a:lnTo>
                    <a:pt x="1620594" y="238855"/>
                  </a:lnTo>
                  <a:lnTo>
                    <a:pt x="1618312" y="242926"/>
                  </a:lnTo>
                  <a:lnTo>
                    <a:pt x="1617194" y="246715"/>
                  </a:lnTo>
                  <a:lnTo>
                    <a:pt x="1615984" y="248146"/>
                  </a:lnTo>
                  <a:lnTo>
                    <a:pt x="1609707" y="239944"/>
                  </a:lnTo>
                  <a:lnTo>
                    <a:pt x="1608839" y="240887"/>
                  </a:lnTo>
                  <a:lnTo>
                    <a:pt x="1606032" y="247621"/>
                  </a:lnTo>
                  <a:lnTo>
                    <a:pt x="1603985" y="250527"/>
                  </a:lnTo>
                  <a:lnTo>
                    <a:pt x="1596042" y="259026"/>
                  </a:lnTo>
                  <a:lnTo>
                    <a:pt x="1594109" y="272660"/>
                  </a:lnTo>
                  <a:lnTo>
                    <a:pt x="1589438" y="281540"/>
                  </a:lnTo>
                  <a:lnTo>
                    <a:pt x="1585359" y="288045"/>
                  </a:lnTo>
                  <a:lnTo>
                    <a:pt x="1575917" y="296384"/>
                  </a:lnTo>
                  <a:lnTo>
                    <a:pt x="1568780" y="312445"/>
                  </a:lnTo>
                  <a:lnTo>
                    <a:pt x="1573079" y="316760"/>
                  </a:lnTo>
                  <a:lnTo>
                    <a:pt x="1577485" y="316250"/>
                  </a:lnTo>
                  <a:lnTo>
                    <a:pt x="1583465" y="317566"/>
                  </a:lnTo>
                  <a:lnTo>
                    <a:pt x="1593287" y="323272"/>
                  </a:lnTo>
                  <a:lnTo>
                    <a:pt x="1595319" y="334229"/>
                  </a:lnTo>
                  <a:lnTo>
                    <a:pt x="1598918" y="344417"/>
                  </a:lnTo>
                  <a:lnTo>
                    <a:pt x="1601854" y="347407"/>
                  </a:lnTo>
                  <a:lnTo>
                    <a:pt x="1602114" y="353258"/>
                  </a:lnTo>
                  <a:lnTo>
                    <a:pt x="1602555" y="354772"/>
                  </a:lnTo>
                  <a:lnTo>
                    <a:pt x="1605522" y="359383"/>
                  </a:lnTo>
                  <a:lnTo>
                    <a:pt x="1610422" y="363202"/>
                  </a:lnTo>
                  <a:lnTo>
                    <a:pt x="1612826" y="363545"/>
                  </a:lnTo>
                  <a:lnTo>
                    <a:pt x="1619316" y="357945"/>
                  </a:lnTo>
                  <a:lnTo>
                    <a:pt x="1621333" y="358082"/>
                  </a:lnTo>
                  <a:lnTo>
                    <a:pt x="1624992" y="367767"/>
                  </a:lnTo>
                  <a:lnTo>
                    <a:pt x="1626993" y="368947"/>
                  </a:lnTo>
                  <a:lnTo>
                    <a:pt x="1638756" y="367334"/>
                  </a:lnTo>
                  <a:lnTo>
                    <a:pt x="1640521" y="368764"/>
                  </a:lnTo>
                  <a:lnTo>
                    <a:pt x="1648594" y="370788"/>
                  </a:lnTo>
                  <a:lnTo>
                    <a:pt x="1649949" y="373147"/>
                  </a:lnTo>
                  <a:lnTo>
                    <a:pt x="1651265" y="376479"/>
                  </a:lnTo>
                  <a:lnTo>
                    <a:pt x="1657998" y="383791"/>
                  </a:lnTo>
                  <a:lnTo>
                    <a:pt x="1664564" y="388364"/>
                  </a:lnTo>
                  <a:lnTo>
                    <a:pt x="1667403" y="388280"/>
                  </a:lnTo>
                  <a:lnTo>
                    <a:pt x="1672021" y="390167"/>
                  </a:lnTo>
                  <a:lnTo>
                    <a:pt x="1675209" y="388988"/>
                  </a:lnTo>
                  <a:lnTo>
                    <a:pt x="1680086" y="391841"/>
                  </a:lnTo>
                  <a:lnTo>
                    <a:pt x="1682825" y="392632"/>
                  </a:lnTo>
                  <a:lnTo>
                    <a:pt x="1691544" y="389284"/>
                  </a:lnTo>
                  <a:lnTo>
                    <a:pt x="1704783" y="387527"/>
                  </a:lnTo>
                  <a:lnTo>
                    <a:pt x="1706944" y="385480"/>
                  </a:lnTo>
                  <a:lnTo>
                    <a:pt x="1715245" y="373428"/>
                  </a:lnTo>
                  <a:lnTo>
                    <a:pt x="1714606" y="368399"/>
                  </a:lnTo>
                  <a:lnTo>
                    <a:pt x="1712795" y="358340"/>
                  </a:lnTo>
                  <a:lnTo>
                    <a:pt x="1711433" y="357009"/>
                  </a:lnTo>
                  <a:lnTo>
                    <a:pt x="1706442" y="354468"/>
                  </a:lnTo>
                  <a:lnTo>
                    <a:pt x="1702174" y="343435"/>
                  </a:lnTo>
                  <a:lnTo>
                    <a:pt x="1696292" y="335887"/>
                  </a:lnTo>
                  <a:lnTo>
                    <a:pt x="1697631" y="334465"/>
                  </a:lnTo>
                  <a:lnTo>
                    <a:pt x="1698970" y="334358"/>
                  </a:lnTo>
                  <a:lnTo>
                    <a:pt x="1703680" y="337987"/>
                  </a:lnTo>
                  <a:lnTo>
                    <a:pt x="1706876" y="337782"/>
                  </a:lnTo>
                  <a:lnTo>
                    <a:pt x="1709934" y="332403"/>
                  </a:lnTo>
                  <a:lnTo>
                    <a:pt x="1710809" y="325266"/>
                  </a:lnTo>
                  <a:lnTo>
                    <a:pt x="1710482" y="316151"/>
                  </a:lnTo>
                  <a:lnTo>
                    <a:pt x="1710794" y="312834"/>
                  </a:lnTo>
                  <a:lnTo>
                    <a:pt x="1711388" y="310094"/>
                  </a:lnTo>
                  <a:lnTo>
                    <a:pt x="1711867" y="303916"/>
                  </a:lnTo>
                  <a:lnTo>
                    <a:pt x="1712088" y="296764"/>
                  </a:lnTo>
                  <a:lnTo>
                    <a:pt x="1712598" y="293820"/>
                  </a:lnTo>
                  <a:lnTo>
                    <a:pt x="1713320" y="291933"/>
                  </a:lnTo>
                  <a:lnTo>
                    <a:pt x="1714956" y="283647"/>
                  </a:lnTo>
                  <a:lnTo>
                    <a:pt x="1718060" y="278991"/>
                  </a:lnTo>
                  <a:lnTo>
                    <a:pt x="1715611" y="270317"/>
                  </a:lnTo>
                  <a:lnTo>
                    <a:pt x="1712879" y="264344"/>
                  </a:lnTo>
                  <a:lnTo>
                    <a:pt x="1710916" y="261689"/>
                  </a:lnTo>
                  <a:lnTo>
                    <a:pt x="1706853" y="259079"/>
                  </a:lnTo>
                  <a:lnTo>
                    <a:pt x="1705498" y="255549"/>
                  </a:lnTo>
                  <a:lnTo>
                    <a:pt x="1703315" y="253555"/>
                  </a:lnTo>
                  <a:lnTo>
                    <a:pt x="1701694" y="249873"/>
                  </a:lnTo>
                  <a:lnTo>
                    <a:pt x="1692541" y="246289"/>
                  </a:lnTo>
                  <a:lnTo>
                    <a:pt x="1686782" y="245444"/>
                  </a:lnTo>
                  <a:lnTo>
                    <a:pt x="1685397" y="246510"/>
                  </a:lnTo>
                  <a:lnTo>
                    <a:pt x="1684118" y="250763"/>
                  </a:lnTo>
                  <a:lnTo>
                    <a:pt x="1684697" y="257633"/>
                  </a:lnTo>
                  <a:lnTo>
                    <a:pt x="1681585" y="266026"/>
                  </a:lnTo>
                  <a:lnTo>
                    <a:pt x="1679873" y="267266"/>
                  </a:lnTo>
                  <a:lnTo>
                    <a:pt x="1675414" y="263987"/>
                  </a:lnTo>
                  <a:lnTo>
                    <a:pt x="1671283" y="269868"/>
                  </a:lnTo>
                  <a:lnTo>
                    <a:pt x="1668156" y="278473"/>
                  </a:lnTo>
                  <a:lnTo>
                    <a:pt x="1666603" y="280969"/>
                  </a:lnTo>
                  <a:lnTo>
                    <a:pt x="1665310" y="279249"/>
                  </a:lnTo>
                  <a:lnTo>
                    <a:pt x="1666079" y="270134"/>
                  </a:lnTo>
                  <a:lnTo>
                    <a:pt x="1668917" y="264618"/>
                  </a:lnTo>
                  <a:lnTo>
                    <a:pt x="1669944" y="257238"/>
                  </a:lnTo>
                  <a:lnTo>
                    <a:pt x="1672051" y="251417"/>
                  </a:lnTo>
                  <a:lnTo>
                    <a:pt x="1674425" y="249059"/>
                  </a:lnTo>
                  <a:lnTo>
                    <a:pt x="1671990" y="240141"/>
                  </a:lnTo>
                  <a:lnTo>
                    <a:pt x="1667098" y="232267"/>
                  </a:lnTo>
                  <a:lnTo>
                    <a:pt x="1665219" y="231049"/>
                  </a:lnTo>
                  <a:close/>
                  <a:moveTo>
                    <a:pt x="1643923" y="646770"/>
                  </a:moveTo>
                  <a:lnTo>
                    <a:pt x="1644440" y="642951"/>
                  </a:lnTo>
                  <a:lnTo>
                    <a:pt x="1642698" y="641665"/>
                  </a:lnTo>
                  <a:lnTo>
                    <a:pt x="1637113" y="639215"/>
                  </a:lnTo>
                  <a:lnTo>
                    <a:pt x="1634556" y="642228"/>
                  </a:lnTo>
                  <a:lnTo>
                    <a:pt x="1626773" y="640250"/>
                  </a:lnTo>
                  <a:lnTo>
                    <a:pt x="1622680" y="644229"/>
                  </a:lnTo>
                  <a:lnTo>
                    <a:pt x="1618091" y="640683"/>
                  </a:lnTo>
                  <a:lnTo>
                    <a:pt x="1616859" y="643148"/>
                  </a:lnTo>
                  <a:lnTo>
                    <a:pt x="1616630" y="647356"/>
                  </a:lnTo>
                  <a:lnTo>
                    <a:pt x="1624475" y="649243"/>
                  </a:lnTo>
                  <a:lnTo>
                    <a:pt x="1628013" y="652233"/>
                  </a:lnTo>
                  <a:lnTo>
                    <a:pt x="1633659" y="652659"/>
                  </a:lnTo>
                  <a:lnTo>
                    <a:pt x="1637752" y="655665"/>
                  </a:lnTo>
                  <a:lnTo>
                    <a:pt x="1638878" y="650696"/>
                  </a:lnTo>
                  <a:lnTo>
                    <a:pt x="1638817" y="647592"/>
                  </a:lnTo>
                  <a:lnTo>
                    <a:pt x="1641724" y="645659"/>
                  </a:lnTo>
                  <a:lnTo>
                    <a:pt x="1643923" y="646770"/>
                  </a:lnTo>
                  <a:close/>
                  <a:moveTo>
                    <a:pt x="1650078" y="634703"/>
                  </a:moveTo>
                  <a:lnTo>
                    <a:pt x="1649173" y="635646"/>
                  </a:lnTo>
                  <a:lnTo>
                    <a:pt x="1649119" y="637518"/>
                  </a:lnTo>
                  <a:lnTo>
                    <a:pt x="1647141" y="643491"/>
                  </a:lnTo>
                  <a:lnTo>
                    <a:pt x="1647118" y="648064"/>
                  </a:lnTo>
                  <a:lnTo>
                    <a:pt x="1647438" y="649060"/>
                  </a:lnTo>
                  <a:lnTo>
                    <a:pt x="1648366" y="649715"/>
                  </a:lnTo>
                  <a:lnTo>
                    <a:pt x="1649560" y="648756"/>
                  </a:lnTo>
                  <a:lnTo>
                    <a:pt x="1652132" y="645408"/>
                  </a:lnTo>
                  <a:lnTo>
                    <a:pt x="1653821" y="639466"/>
                  </a:lnTo>
                  <a:lnTo>
                    <a:pt x="1653654" y="638309"/>
                  </a:lnTo>
                  <a:lnTo>
                    <a:pt x="1652482" y="635776"/>
                  </a:lnTo>
                  <a:lnTo>
                    <a:pt x="1650078" y="634703"/>
                  </a:lnTo>
                  <a:close/>
                  <a:moveTo>
                    <a:pt x="1715519" y="291667"/>
                  </a:moveTo>
                  <a:lnTo>
                    <a:pt x="1714941" y="299952"/>
                  </a:lnTo>
                  <a:lnTo>
                    <a:pt x="1719651" y="298461"/>
                  </a:lnTo>
                  <a:lnTo>
                    <a:pt x="1723166" y="291803"/>
                  </a:lnTo>
                  <a:lnTo>
                    <a:pt x="1719772" y="290206"/>
                  </a:lnTo>
                  <a:lnTo>
                    <a:pt x="1718213" y="288144"/>
                  </a:lnTo>
                  <a:lnTo>
                    <a:pt x="1715816" y="289422"/>
                  </a:lnTo>
                  <a:lnTo>
                    <a:pt x="1715519" y="291667"/>
                  </a:lnTo>
                  <a:close/>
                  <a:moveTo>
                    <a:pt x="1659314" y="604079"/>
                  </a:moveTo>
                  <a:lnTo>
                    <a:pt x="1659984" y="609694"/>
                  </a:lnTo>
                  <a:lnTo>
                    <a:pt x="1661879" y="613209"/>
                  </a:lnTo>
                  <a:lnTo>
                    <a:pt x="1664116" y="613787"/>
                  </a:lnTo>
                  <a:lnTo>
                    <a:pt x="1665249" y="612410"/>
                  </a:lnTo>
                  <a:lnTo>
                    <a:pt x="1660836" y="602481"/>
                  </a:lnTo>
                  <a:lnTo>
                    <a:pt x="1659314" y="604079"/>
                  </a:lnTo>
                  <a:close/>
                  <a:moveTo>
                    <a:pt x="1878898" y="543248"/>
                  </a:moveTo>
                  <a:lnTo>
                    <a:pt x="1876600" y="541582"/>
                  </a:lnTo>
                  <a:lnTo>
                    <a:pt x="1874036" y="541627"/>
                  </a:lnTo>
                  <a:lnTo>
                    <a:pt x="1871974" y="547227"/>
                  </a:lnTo>
                  <a:lnTo>
                    <a:pt x="1872674" y="551831"/>
                  </a:lnTo>
                  <a:lnTo>
                    <a:pt x="1875078" y="551716"/>
                  </a:lnTo>
                  <a:lnTo>
                    <a:pt x="1880724" y="549244"/>
                  </a:lnTo>
                  <a:lnTo>
                    <a:pt x="1880404" y="546185"/>
                  </a:lnTo>
                  <a:lnTo>
                    <a:pt x="1879651" y="544252"/>
                  </a:lnTo>
                  <a:lnTo>
                    <a:pt x="1878898" y="543248"/>
                  </a:lnTo>
                  <a:close/>
                  <a:moveTo>
                    <a:pt x="1722352" y="409713"/>
                  </a:moveTo>
                  <a:lnTo>
                    <a:pt x="1722237" y="415945"/>
                  </a:lnTo>
                  <a:lnTo>
                    <a:pt x="1721332" y="420038"/>
                  </a:lnTo>
                  <a:lnTo>
                    <a:pt x="1720221" y="423454"/>
                  </a:lnTo>
                  <a:lnTo>
                    <a:pt x="1719384" y="427030"/>
                  </a:lnTo>
                  <a:lnTo>
                    <a:pt x="1717969" y="436617"/>
                  </a:lnTo>
                  <a:lnTo>
                    <a:pt x="1717147" y="441000"/>
                  </a:lnTo>
                  <a:lnTo>
                    <a:pt x="1709866" y="452085"/>
                  </a:lnTo>
                  <a:lnTo>
                    <a:pt x="1707043" y="457822"/>
                  </a:lnTo>
                  <a:lnTo>
                    <a:pt x="1704761" y="467642"/>
                  </a:lnTo>
                  <a:lnTo>
                    <a:pt x="1701520" y="472374"/>
                  </a:lnTo>
                  <a:lnTo>
                    <a:pt x="1703749" y="476217"/>
                  </a:lnTo>
                  <a:lnTo>
                    <a:pt x="1706077" y="478743"/>
                  </a:lnTo>
                  <a:lnTo>
                    <a:pt x="1713434" y="480713"/>
                  </a:lnTo>
                  <a:lnTo>
                    <a:pt x="1718502" y="478857"/>
                  </a:lnTo>
                  <a:lnTo>
                    <a:pt x="1728301" y="471408"/>
                  </a:lnTo>
                  <a:lnTo>
                    <a:pt x="1738946" y="461528"/>
                  </a:lnTo>
                  <a:lnTo>
                    <a:pt x="1742453" y="456437"/>
                  </a:lnTo>
                  <a:lnTo>
                    <a:pt x="1752877" y="456186"/>
                  </a:lnTo>
                  <a:lnTo>
                    <a:pt x="1763301" y="455045"/>
                  </a:lnTo>
                  <a:lnTo>
                    <a:pt x="1772629" y="453021"/>
                  </a:lnTo>
                  <a:lnTo>
                    <a:pt x="1773824" y="455418"/>
                  </a:lnTo>
                  <a:lnTo>
                    <a:pt x="1775132" y="456650"/>
                  </a:lnTo>
                  <a:lnTo>
                    <a:pt x="1776464" y="456856"/>
                  </a:lnTo>
                  <a:lnTo>
                    <a:pt x="1780869" y="449750"/>
                  </a:lnTo>
                  <a:lnTo>
                    <a:pt x="1796162" y="449498"/>
                  </a:lnTo>
                  <a:lnTo>
                    <a:pt x="1808511" y="441418"/>
                  </a:lnTo>
                  <a:lnTo>
                    <a:pt x="1813251" y="439919"/>
                  </a:lnTo>
                  <a:lnTo>
                    <a:pt x="1817999" y="440916"/>
                  </a:lnTo>
                  <a:lnTo>
                    <a:pt x="1819939" y="439546"/>
                  </a:lnTo>
                  <a:lnTo>
                    <a:pt x="1830188" y="423880"/>
                  </a:lnTo>
                  <a:lnTo>
                    <a:pt x="1830835" y="413769"/>
                  </a:lnTo>
                  <a:lnTo>
                    <a:pt x="1830135" y="405955"/>
                  </a:lnTo>
                  <a:lnTo>
                    <a:pt x="1828986" y="398666"/>
                  </a:lnTo>
                  <a:lnTo>
                    <a:pt x="1827882" y="393530"/>
                  </a:lnTo>
                  <a:lnTo>
                    <a:pt x="1826627" y="389254"/>
                  </a:lnTo>
                  <a:lnTo>
                    <a:pt x="1823827" y="386560"/>
                  </a:lnTo>
                  <a:lnTo>
                    <a:pt x="1820974" y="385282"/>
                  </a:lnTo>
                  <a:lnTo>
                    <a:pt x="1815686" y="387458"/>
                  </a:lnTo>
                  <a:lnTo>
                    <a:pt x="1811813" y="382497"/>
                  </a:lnTo>
                  <a:lnTo>
                    <a:pt x="1812346" y="377696"/>
                  </a:lnTo>
                  <a:lnTo>
                    <a:pt x="1811752" y="373177"/>
                  </a:lnTo>
                  <a:lnTo>
                    <a:pt x="1810794" y="371709"/>
                  </a:lnTo>
                  <a:lnTo>
                    <a:pt x="1804106" y="367676"/>
                  </a:lnTo>
                  <a:lnTo>
                    <a:pt x="1802249" y="362129"/>
                  </a:lnTo>
                  <a:lnTo>
                    <a:pt x="1800567" y="355289"/>
                  </a:lnTo>
                  <a:lnTo>
                    <a:pt x="1797905" y="352337"/>
                  </a:lnTo>
                  <a:lnTo>
                    <a:pt x="1795173" y="352253"/>
                  </a:lnTo>
                  <a:lnTo>
                    <a:pt x="1790060" y="354962"/>
                  </a:lnTo>
                  <a:lnTo>
                    <a:pt x="1785054" y="361148"/>
                  </a:lnTo>
                  <a:lnTo>
                    <a:pt x="1782421" y="362814"/>
                  </a:lnTo>
                  <a:lnTo>
                    <a:pt x="1779735" y="362898"/>
                  </a:lnTo>
                  <a:lnTo>
                    <a:pt x="1777483" y="367547"/>
                  </a:lnTo>
                  <a:lnTo>
                    <a:pt x="1775414" y="374782"/>
                  </a:lnTo>
                  <a:lnTo>
                    <a:pt x="1771990" y="383471"/>
                  </a:lnTo>
                  <a:lnTo>
                    <a:pt x="1768254" y="387435"/>
                  </a:lnTo>
                  <a:lnTo>
                    <a:pt x="1769015" y="382878"/>
                  </a:lnTo>
                  <a:lnTo>
                    <a:pt x="1775383" y="357229"/>
                  </a:lnTo>
                  <a:lnTo>
                    <a:pt x="1776266" y="349256"/>
                  </a:lnTo>
                  <a:lnTo>
                    <a:pt x="1778343" y="340407"/>
                  </a:lnTo>
                  <a:lnTo>
                    <a:pt x="1779515" y="338436"/>
                  </a:lnTo>
                  <a:lnTo>
                    <a:pt x="1781919" y="337135"/>
                  </a:lnTo>
                  <a:lnTo>
                    <a:pt x="1782893" y="335226"/>
                  </a:lnTo>
                  <a:lnTo>
                    <a:pt x="1781691" y="331497"/>
                  </a:lnTo>
                  <a:lnTo>
                    <a:pt x="1776311" y="324490"/>
                  </a:lnTo>
                  <a:lnTo>
                    <a:pt x="1768095" y="319719"/>
                  </a:lnTo>
                  <a:lnTo>
                    <a:pt x="1765477" y="320084"/>
                  </a:lnTo>
                  <a:lnTo>
                    <a:pt x="1764252" y="322078"/>
                  </a:lnTo>
                  <a:lnTo>
                    <a:pt x="1763309" y="326666"/>
                  </a:lnTo>
                  <a:lnTo>
                    <a:pt x="1763232" y="333681"/>
                  </a:lnTo>
                  <a:lnTo>
                    <a:pt x="1764808" y="340179"/>
                  </a:lnTo>
                  <a:lnTo>
                    <a:pt x="1762190" y="340590"/>
                  </a:lnTo>
                  <a:lnTo>
                    <a:pt x="1759558" y="339311"/>
                  </a:lnTo>
                  <a:lnTo>
                    <a:pt x="1757564" y="333795"/>
                  </a:lnTo>
                  <a:lnTo>
                    <a:pt x="1755685" y="327031"/>
                  </a:lnTo>
                  <a:lnTo>
                    <a:pt x="1754338" y="326833"/>
                  </a:lnTo>
                  <a:lnTo>
                    <a:pt x="1751819" y="328058"/>
                  </a:lnTo>
                  <a:lnTo>
                    <a:pt x="1750701" y="329321"/>
                  </a:lnTo>
                  <a:lnTo>
                    <a:pt x="1749940" y="333681"/>
                  </a:lnTo>
                  <a:lnTo>
                    <a:pt x="1749681" y="340361"/>
                  </a:lnTo>
                  <a:lnTo>
                    <a:pt x="1744721" y="342857"/>
                  </a:lnTo>
                  <a:lnTo>
                    <a:pt x="1742279" y="346075"/>
                  </a:lnTo>
                  <a:lnTo>
                    <a:pt x="1741267" y="351485"/>
                  </a:lnTo>
                  <a:lnTo>
                    <a:pt x="1739204" y="355297"/>
                  </a:lnTo>
                  <a:lnTo>
                    <a:pt x="1739539" y="358340"/>
                  </a:lnTo>
                  <a:lnTo>
                    <a:pt x="1738748" y="366550"/>
                  </a:lnTo>
                  <a:lnTo>
                    <a:pt x="1737348" y="368429"/>
                  </a:lnTo>
                  <a:lnTo>
                    <a:pt x="1735979" y="371389"/>
                  </a:lnTo>
                  <a:lnTo>
                    <a:pt x="1735187" y="377438"/>
                  </a:lnTo>
                  <a:lnTo>
                    <a:pt x="1735012" y="380557"/>
                  </a:lnTo>
                  <a:lnTo>
                    <a:pt x="1735903" y="389977"/>
                  </a:lnTo>
                  <a:lnTo>
                    <a:pt x="1737135" y="392617"/>
                  </a:lnTo>
                  <a:lnTo>
                    <a:pt x="1735423" y="393149"/>
                  </a:lnTo>
                  <a:lnTo>
                    <a:pt x="1729953" y="391635"/>
                  </a:lnTo>
                  <a:lnTo>
                    <a:pt x="1727739" y="392693"/>
                  </a:lnTo>
                  <a:lnTo>
                    <a:pt x="1725616" y="396490"/>
                  </a:lnTo>
                  <a:lnTo>
                    <a:pt x="1722793" y="404562"/>
                  </a:lnTo>
                  <a:lnTo>
                    <a:pt x="1722352" y="409713"/>
                  </a:lnTo>
                  <a:close/>
                  <a:moveTo>
                    <a:pt x="1850640" y="454939"/>
                  </a:moveTo>
                  <a:lnTo>
                    <a:pt x="1854954" y="450876"/>
                  </a:lnTo>
                  <a:lnTo>
                    <a:pt x="1855639" y="449133"/>
                  </a:lnTo>
                  <a:lnTo>
                    <a:pt x="1859359" y="448783"/>
                  </a:lnTo>
                  <a:lnTo>
                    <a:pt x="1860211" y="448783"/>
                  </a:lnTo>
                  <a:lnTo>
                    <a:pt x="1860226" y="445717"/>
                  </a:lnTo>
                  <a:lnTo>
                    <a:pt x="1859618" y="443351"/>
                  </a:lnTo>
                  <a:lnTo>
                    <a:pt x="1858530" y="441289"/>
                  </a:lnTo>
                  <a:lnTo>
                    <a:pt x="1854611" y="440886"/>
                  </a:lnTo>
                  <a:lnTo>
                    <a:pt x="1852336" y="447992"/>
                  </a:lnTo>
                  <a:lnTo>
                    <a:pt x="1846097" y="448829"/>
                  </a:lnTo>
                  <a:lnTo>
                    <a:pt x="1845359" y="453493"/>
                  </a:lnTo>
                  <a:lnTo>
                    <a:pt x="1848075" y="455737"/>
                  </a:lnTo>
                  <a:lnTo>
                    <a:pt x="1850640" y="454939"/>
                  </a:lnTo>
                  <a:close/>
                  <a:moveTo>
                    <a:pt x="1580155" y="274235"/>
                  </a:moveTo>
                  <a:lnTo>
                    <a:pt x="1584424" y="263591"/>
                  </a:lnTo>
                  <a:lnTo>
                    <a:pt x="1577560" y="259132"/>
                  </a:lnTo>
                  <a:lnTo>
                    <a:pt x="1558577" y="252338"/>
                  </a:lnTo>
                  <a:lnTo>
                    <a:pt x="1549622" y="246312"/>
                  </a:lnTo>
                  <a:lnTo>
                    <a:pt x="1540621" y="245467"/>
                  </a:lnTo>
                  <a:lnTo>
                    <a:pt x="1533659" y="245848"/>
                  </a:lnTo>
                  <a:lnTo>
                    <a:pt x="1529459" y="248130"/>
                  </a:lnTo>
                  <a:lnTo>
                    <a:pt x="1526066" y="254187"/>
                  </a:lnTo>
                  <a:lnTo>
                    <a:pt x="1527252" y="263545"/>
                  </a:lnTo>
                  <a:lnTo>
                    <a:pt x="1532594" y="271968"/>
                  </a:lnTo>
                  <a:lnTo>
                    <a:pt x="1539160" y="277385"/>
                  </a:lnTo>
                  <a:lnTo>
                    <a:pt x="1549196" y="290076"/>
                  </a:lnTo>
                  <a:lnTo>
                    <a:pt x="1555321" y="291172"/>
                  </a:lnTo>
                  <a:lnTo>
                    <a:pt x="1560510" y="290015"/>
                  </a:lnTo>
                  <a:lnTo>
                    <a:pt x="1565699" y="287718"/>
                  </a:lnTo>
                  <a:lnTo>
                    <a:pt x="1570583" y="283754"/>
                  </a:lnTo>
                  <a:lnTo>
                    <a:pt x="1575438" y="278199"/>
                  </a:lnTo>
                  <a:lnTo>
                    <a:pt x="1580155" y="274235"/>
                  </a:lnTo>
                  <a:close/>
                  <a:moveTo>
                    <a:pt x="1432579" y="764178"/>
                  </a:moveTo>
                  <a:lnTo>
                    <a:pt x="1437593" y="765608"/>
                  </a:lnTo>
                  <a:lnTo>
                    <a:pt x="1439396" y="763067"/>
                  </a:lnTo>
                  <a:lnTo>
                    <a:pt x="1441801" y="756676"/>
                  </a:lnTo>
                  <a:lnTo>
                    <a:pt x="1440264" y="753168"/>
                  </a:lnTo>
                  <a:lnTo>
                    <a:pt x="1439153" y="752392"/>
                  </a:lnTo>
                  <a:lnTo>
                    <a:pt x="1433530" y="754781"/>
                  </a:lnTo>
                  <a:lnTo>
                    <a:pt x="1431742" y="753267"/>
                  </a:lnTo>
                  <a:lnTo>
                    <a:pt x="1430723" y="752316"/>
                  </a:lnTo>
                  <a:lnTo>
                    <a:pt x="1428570" y="754530"/>
                  </a:lnTo>
                  <a:lnTo>
                    <a:pt x="1424857" y="756752"/>
                  </a:lnTo>
                  <a:lnTo>
                    <a:pt x="1423320" y="760472"/>
                  </a:lnTo>
                  <a:lnTo>
                    <a:pt x="1426135" y="763965"/>
                  </a:lnTo>
                  <a:lnTo>
                    <a:pt x="1432579" y="764178"/>
                  </a:lnTo>
                  <a:close/>
                  <a:moveTo>
                    <a:pt x="2670934" y="2031178"/>
                  </a:moveTo>
                  <a:lnTo>
                    <a:pt x="2669253" y="2029086"/>
                  </a:lnTo>
                  <a:lnTo>
                    <a:pt x="2665510" y="2025350"/>
                  </a:lnTo>
                  <a:lnTo>
                    <a:pt x="2663577" y="2021135"/>
                  </a:lnTo>
                  <a:lnTo>
                    <a:pt x="2662109" y="2016866"/>
                  </a:lnTo>
                  <a:lnTo>
                    <a:pt x="2661416" y="2012917"/>
                  </a:lnTo>
                  <a:lnTo>
                    <a:pt x="2660557" y="2009060"/>
                  </a:lnTo>
                  <a:lnTo>
                    <a:pt x="2659316" y="2005392"/>
                  </a:lnTo>
                  <a:lnTo>
                    <a:pt x="2657323" y="1997662"/>
                  </a:lnTo>
                  <a:lnTo>
                    <a:pt x="2652370" y="1984819"/>
                  </a:lnTo>
                  <a:lnTo>
                    <a:pt x="2650658" y="1977332"/>
                  </a:lnTo>
                  <a:lnTo>
                    <a:pt x="2646352" y="1952368"/>
                  </a:lnTo>
                  <a:lnTo>
                    <a:pt x="2645377" y="1951318"/>
                  </a:lnTo>
                  <a:lnTo>
                    <a:pt x="2645043" y="1950565"/>
                  </a:lnTo>
                  <a:lnTo>
                    <a:pt x="2644921" y="1947065"/>
                  </a:lnTo>
                  <a:lnTo>
                    <a:pt x="2644670" y="1944684"/>
                  </a:lnTo>
                  <a:lnTo>
                    <a:pt x="2643863" y="1943002"/>
                  </a:lnTo>
                  <a:lnTo>
                    <a:pt x="2641794" y="1940857"/>
                  </a:lnTo>
                  <a:lnTo>
                    <a:pt x="2641345" y="1939175"/>
                  </a:lnTo>
                  <a:lnTo>
                    <a:pt x="2641239" y="1935325"/>
                  </a:lnTo>
                  <a:lnTo>
                    <a:pt x="2640295" y="1931757"/>
                  </a:lnTo>
                  <a:lnTo>
                    <a:pt x="2639017" y="1928424"/>
                  </a:lnTo>
                  <a:lnTo>
                    <a:pt x="2638263" y="1923608"/>
                  </a:lnTo>
                  <a:lnTo>
                    <a:pt x="2638621" y="1914371"/>
                  </a:lnTo>
                  <a:lnTo>
                    <a:pt x="2639238" y="1911107"/>
                  </a:lnTo>
                  <a:lnTo>
                    <a:pt x="2640584" y="1909859"/>
                  </a:lnTo>
                  <a:lnTo>
                    <a:pt x="2641246" y="1908094"/>
                  </a:lnTo>
                  <a:lnTo>
                    <a:pt x="2641855" y="1905134"/>
                  </a:lnTo>
                  <a:lnTo>
                    <a:pt x="2642045" y="1902099"/>
                  </a:lnTo>
                  <a:lnTo>
                    <a:pt x="2641878" y="1892824"/>
                  </a:lnTo>
                  <a:lnTo>
                    <a:pt x="2641086" y="1886752"/>
                  </a:lnTo>
                  <a:lnTo>
                    <a:pt x="2640493" y="1883808"/>
                  </a:lnTo>
                  <a:lnTo>
                    <a:pt x="2639717" y="1881008"/>
                  </a:lnTo>
                  <a:lnTo>
                    <a:pt x="2636978" y="1874122"/>
                  </a:lnTo>
                  <a:lnTo>
                    <a:pt x="2633188" y="1863143"/>
                  </a:lnTo>
                  <a:lnTo>
                    <a:pt x="2633584" y="1862542"/>
                  </a:lnTo>
                  <a:lnTo>
                    <a:pt x="2633051" y="1860107"/>
                  </a:lnTo>
                  <a:lnTo>
                    <a:pt x="2633379" y="1857315"/>
                  </a:lnTo>
                  <a:lnTo>
                    <a:pt x="2634238" y="1854659"/>
                  </a:lnTo>
                  <a:lnTo>
                    <a:pt x="2634642" y="1852597"/>
                  </a:lnTo>
                  <a:lnTo>
                    <a:pt x="2634444" y="1850589"/>
                  </a:lnTo>
                  <a:lnTo>
                    <a:pt x="2629849" y="1841367"/>
                  </a:lnTo>
                  <a:lnTo>
                    <a:pt x="2628395" y="1840553"/>
                  </a:lnTo>
                  <a:lnTo>
                    <a:pt x="2627825" y="1842676"/>
                  </a:lnTo>
                  <a:lnTo>
                    <a:pt x="2626744" y="1844669"/>
                  </a:lnTo>
                  <a:lnTo>
                    <a:pt x="2625375" y="1845567"/>
                  </a:lnTo>
                  <a:lnTo>
                    <a:pt x="2620756" y="1845506"/>
                  </a:lnTo>
                  <a:lnTo>
                    <a:pt x="2623564" y="1850322"/>
                  </a:lnTo>
                  <a:lnTo>
                    <a:pt x="2627908" y="1856858"/>
                  </a:lnTo>
                  <a:lnTo>
                    <a:pt x="2628677" y="1859483"/>
                  </a:lnTo>
                  <a:lnTo>
                    <a:pt x="2628190" y="1862359"/>
                  </a:lnTo>
                  <a:lnTo>
                    <a:pt x="2627338" y="1865212"/>
                  </a:lnTo>
                  <a:lnTo>
                    <a:pt x="2628319" y="1865448"/>
                  </a:lnTo>
                  <a:lnTo>
                    <a:pt x="2628121" y="1867457"/>
                  </a:lnTo>
                  <a:lnTo>
                    <a:pt x="2625413" y="1868241"/>
                  </a:lnTo>
                  <a:lnTo>
                    <a:pt x="2624484" y="1870576"/>
                  </a:lnTo>
                  <a:lnTo>
                    <a:pt x="2626074" y="1872395"/>
                  </a:lnTo>
                  <a:lnTo>
                    <a:pt x="2624849" y="1875590"/>
                  </a:lnTo>
                  <a:lnTo>
                    <a:pt x="2622674" y="1876907"/>
                  </a:lnTo>
                  <a:lnTo>
                    <a:pt x="2621532" y="1877196"/>
                  </a:lnTo>
                  <a:lnTo>
                    <a:pt x="2620421" y="1877089"/>
                  </a:lnTo>
                  <a:lnTo>
                    <a:pt x="2617454" y="1874282"/>
                  </a:lnTo>
                  <a:lnTo>
                    <a:pt x="2616647" y="1873863"/>
                  </a:lnTo>
                  <a:lnTo>
                    <a:pt x="2612858" y="1875271"/>
                  </a:lnTo>
                  <a:lnTo>
                    <a:pt x="2610470" y="1877660"/>
                  </a:lnTo>
                  <a:lnTo>
                    <a:pt x="2609853" y="1879440"/>
                  </a:lnTo>
                  <a:lnTo>
                    <a:pt x="2610180" y="1886592"/>
                  </a:lnTo>
                  <a:lnTo>
                    <a:pt x="2610926" y="1890123"/>
                  </a:lnTo>
                  <a:lnTo>
                    <a:pt x="2610538" y="1898796"/>
                  </a:lnTo>
                  <a:lnTo>
                    <a:pt x="2609427" y="1907158"/>
                  </a:lnTo>
                  <a:lnTo>
                    <a:pt x="2608240" y="1910681"/>
                  </a:lnTo>
                  <a:lnTo>
                    <a:pt x="2606840" y="1914021"/>
                  </a:lnTo>
                  <a:lnTo>
                    <a:pt x="2606376" y="1917027"/>
                  </a:lnTo>
                  <a:lnTo>
                    <a:pt x="2606536" y="1928797"/>
                  </a:lnTo>
                  <a:lnTo>
                    <a:pt x="2607654" y="1931787"/>
                  </a:lnTo>
                  <a:lnTo>
                    <a:pt x="2609518" y="1933773"/>
                  </a:lnTo>
                  <a:lnTo>
                    <a:pt x="2608735" y="1935059"/>
                  </a:lnTo>
                  <a:lnTo>
                    <a:pt x="2607677" y="1935591"/>
                  </a:lnTo>
                  <a:lnTo>
                    <a:pt x="2608735" y="1937174"/>
                  </a:lnTo>
                  <a:lnTo>
                    <a:pt x="2610895" y="1939236"/>
                  </a:lnTo>
                  <a:lnTo>
                    <a:pt x="2613733" y="1942987"/>
                  </a:lnTo>
                  <a:lnTo>
                    <a:pt x="2615544" y="1946107"/>
                  </a:lnTo>
                  <a:lnTo>
                    <a:pt x="2618017" y="1953160"/>
                  </a:lnTo>
                  <a:lnTo>
                    <a:pt x="2618047" y="1960761"/>
                  </a:lnTo>
                  <a:lnTo>
                    <a:pt x="2616746" y="1964420"/>
                  </a:lnTo>
                  <a:lnTo>
                    <a:pt x="2615750" y="1968255"/>
                  </a:lnTo>
                  <a:lnTo>
                    <a:pt x="2615012" y="1973163"/>
                  </a:lnTo>
                  <a:lnTo>
                    <a:pt x="2615118" y="1977035"/>
                  </a:lnTo>
                  <a:lnTo>
                    <a:pt x="2616655" y="1983815"/>
                  </a:lnTo>
                  <a:lnTo>
                    <a:pt x="2616868" y="1986995"/>
                  </a:lnTo>
                  <a:lnTo>
                    <a:pt x="2616640" y="2008398"/>
                  </a:lnTo>
                  <a:lnTo>
                    <a:pt x="2615917" y="2012643"/>
                  </a:lnTo>
                  <a:lnTo>
                    <a:pt x="2615019" y="2016813"/>
                  </a:lnTo>
                  <a:lnTo>
                    <a:pt x="2614030" y="2024421"/>
                  </a:lnTo>
                  <a:lnTo>
                    <a:pt x="2613163" y="2027876"/>
                  </a:lnTo>
                  <a:lnTo>
                    <a:pt x="2610751" y="2035066"/>
                  </a:lnTo>
                  <a:lnTo>
                    <a:pt x="2610895" y="2036618"/>
                  </a:lnTo>
                  <a:lnTo>
                    <a:pt x="2611413" y="2038140"/>
                  </a:lnTo>
                  <a:lnTo>
                    <a:pt x="2614213" y="2043854"/>
                  </a:lnTo>
                  <a:lnTo>
                    <a:pt x="2616495" y="2049849"/>
                  </a:lnTo>
                  <a:lnTo>
                    <a:pt x="2617485" y="2058683"/>
                  </a:lnTo>
                  <a:lnTo>
                    <a:pt x="2616792" y="2062213"/>
                  </a:lnTo>
                  <a:lnTo>
                    <a:pt x="2615225" y="2065188"/>
                  </a:lnTo>
                  <a:lnTo>
                    <a:pt x="2613939" y="2068597"/>
                  </a:lnTo>
                  <a:lnTo>
                    <a:pt x="2612836" y="2072173"/>
                  </a:lnTo>
                  <a:lnTo>
                    <a:pt x="2612797" y="2073550"/>
                  </a:lnTo>
                  <a:lnTo>
                    <a:pt x="2613262" y="2079720"/>
                  </a:lnTo>
                  <a:lnTo>
                    <a:pt x="2613969" y="2082954"/>
                  </a:lnTo>
                  <a:lnTo>
                    <a:pt x="2614434" y="2086226"/>
                  </a:lnTo>
                  <a:lnTo>
                    <a:pt x="2613847" y="2089665"/>
                  </a:lnTo>
                  <a:lnTo>
                    <a:pt x="2610758" y="2100127"/>
                  </a:lnTo>
                  <a:lnTo>
                    <a:pt x="2609982" y="2107652"/>
                  </a:lnTo>
                  <a:lnTo>
                    <a:pt x="2611824" y="2116287"/>
                  </a:lnTo>
                  <a:lnTo>
                    <a:pt x="2612113" y="2118821"/>
                  </a:lnTo>
                  <a:lnTo>
                    <a:pt x="2612790" y="2121119"/>
                  </a:lnTo>
                  <a:lnTo>
                    <a:pt x="2613939" y="2122701"/>
                  </a:lnTo>
                  <a:lnTo>
                    <a:pt x="2615255" y="2124063"/>
                  </a:lnTo>
                  <a:lnTo>
                    <a:pt x="2616800" y="2121545"/>
                  </a:lnTo>
                  <a:lnTo>
                    <a:pt x="2618063" y="2118798"/>
                  </a:lnTo>
                  <a:lnTo>
                    <a:pt x="2620102" y="2110535"/>
                  </a:lnTo>
                  <a:lnTo>
                    <a:pt x="2621083" y="2107416"/>
                  </a:lnTo>
                  <a:lnTo>
                    <a:pt x="2622285" y="2104448"/>
                  </a:lnTo>
                  <a:lnTo>
                    <a:pt x="2623830" y="2101671"/>
                  </a:lnTo>
                  <a:lnTo>
                    <a:pt x="2625945" y="2099921"/>
                  </a:lnTo>
                  <a:lnTo>
                    <a:pt x="2627178" y="2099442"/>
                  </a:lnTo>
                  <a:lnTo>
                    <a:pt x="2628372" y="2099609"/>
                  </a:lnTo>
                  <a:lnTo>
                    <a:pt x="2629559" y="2100857"/>
                  </a:lnTo>
                  <a:lnTo>
                    <a:pt x="2630586" y="2102424"/>
                  </a:lnTo>
                  <a:lnTo>
                    <a:pt x="2631309" y="2102888"/>
                  </a:lnTo>
                  <a:lnTo>
                    <a:pt x="2635973" y="2103284"/>
                  </a:lnTo>
                  <a:lnTo>
                    <a:pt x="2640980" y="2104326"/>
                  </a:lnTo>
                  <a:lnTo>
                    <a:pt x="2642471" y="2106883"/>
                  </a:lnTo>
                  <a:lnTo>
                    <a:pt x="2642859" y="2110520"/>
                  </a:lnTo>
                  <a:lnTo>
                    <a:pt x="2643894" y="2114727"/>
                  </a:lnTo>
                  <a:lnTo>
                    <a:pt x="2644168" y="2120662"/>
                  </a:lnTo>
                  <a:lnTo>
                    <a:pt x="2644852" y="2119407"/>
                  </a:lnTo>
                  <a:lnTo>
                    <a:pt x="2645256" y="2117984"/>
                  </a:lnTo>
                  <a:lnTo>
                    <a:pt x="2645431" y="2116181"/>
                  </a:lnTo>
                  <a:lnTo>
                    <a:pt x="2645819" y="2114469"/>
                  </a:lnTo>
                  <a:lnTo>
                    <a:pt x="2647356" y="2110444"/>
                  </a:lnTo>
                  <a:lnTo>
                    <a:pt x="2647310" y="2109044"/>
                  </a:lnTo>
                  <a:lnTo>
                    <a:pt x="2646496" y="2103817"/>
                  </a:lnTo>
                  <a:lnTo>
                    <a:pt x="2645332" y="2098323"/>
                  </a:lnTo>
                  <a:lnTo>
                    <a:pt x="2644510" y="2097083"/>
                  </a:lnTo>
                  <a:lnTo>
                    <a:pt x="2643164" y="2096657"/>
                  </a:lnTo>
                  <a:lnTo>
                    <a:pt x="2641763" y="2096604"/>
                  </a:lnTo>
                  <a:lnTo>
                    <a:pt x="2639603" y="2096992"/>
                  </a:lnTo>
                  <a:lnTo>
                    <a:pt x="2638758" y="2095463"/>
                  </a:lnTo>
                  <a:lnTo>
                    <a:pt x="2636864" y="2090578"/>
                  </a:lnTo>
                  <a:lnTo>
                    <a:pt x="2635083" y="2083639"/>
                  </a:lnTo>
                  <a:lnTo>
                    <a:pt x="2633683" y="2080496"/>
                  </a:lnTo>
                  <a:lnTo>
                    <a:pt x="2632938" y="2079271"/>
                  </a:lnTo>
                  <a:lnTo>
                    <a:pt x="2632055" y="2078328"/>
                  </a:lnTo>
                  <a:lnTo>
                    <a:pt x="2630708" y="2077560"/>
                  </a:lnTo>
                  <a:lnTo>
                    <a:pt x="2629521" y="2076418"/>
                  </a:lnTo>
                  <a:lnTo>
                    <a:pt x="2627916" y="2073755"/>
                  </a:lnTo>
                  <a:lnTo>
                    <a:pt x="2625968" y="2069114"/>
                  </a:lnTo>
                  <a:lnTo>
                    <a:pt x="2625489" y="2067410"/>
                  </a:lnTo>
                  <a:lnTo>
                    <a:pt x="2625260" y="2062746"/>
                  </a:lnTo>
                  <a:lnTo>
                    <a:pt x="2625862" y="2056796"/>
                  </a:lnTo>
                  <a:lnTo>
                    <a:pt x="2627505" y="2051219"/>
                  </a:lnTo>
                  <a:lnTo>
                    <a:pt x="2634345" y="2029626"/>
                  </a:lnTo>
                  <a:lnTo>
                    <a:pt x="2635524" y="2023531"/>
                  </a:lnTo>
                  <a:lnTo>
                    <a:pt x="2637198" y="2020496"/>
                  </a:lnTo>
                  <a:lnTo>
                    <a:pt x="2639998" y="2018411"/>
                  </a:lnTo>
                  <a:lnTo>
                    <a:pt x="2643110" y="2017498"/>
                  </a:lnTo>
                  <a:lnTo>
                    <a:pt x="2650582" y="2016805"/>
                  </a:lnTo>
                  <a:lnTo>
                    <a:pt x="2652438" y="2016919"/>
                  </a:lnTo>
                  <a:lnTo>
                    <a:pt x="2655611" y="2017977"/>
                  </a:lnTo>
                  <a:lnTo>
                    <a:pt x="2657346" y="2018859"/>
                  </a:lnTo>
                  <a:lnTo>
                    <a:pt x="2658982" y="2020183"/>
                  </a:lnTo>
                  <a:lnTo>
                    <a:pt x="2662360" y="2024695"/>
                  </a:lnTo>
                  <a:lnTo>
                    <a:pt x="2665091" y="2027404"/>
                  </a:lnTo>
                  <a:lnTo>
                    <a:pt x="2667754" y="2030417"/>
                  </a:lnTo>
                  <a:lnTo>
                    <a:pt x="2669558" y="2032966"/>
                  </a:lnTo>
                  <a:lnTo>
                    <a:pt x="2670668" y="2037364"/>
                  </a:lnTo>
                  <a:lnTo>
                    <a:pt x="2671543" y="2038596"/>
                  </a:lnTo>
                  <a:lnTo>
                    <a:pt x="2671391" y="2032814"/>
                  </a:lnTo>
                  <a:lnTo>
                    <a:pt x="2670934" y="2031178"/>
                  </a:lnTo>
                  <a:close/>
                  <a:moveTo>
                    <a:pt x="1390260" y="800273"/>
                  </a:moveTo>
                  <a:lnTo>
                    <a:pt x="1391295" y="795533"/>
                  </a:lnTo>
                  <a:lnTo>
                    <a:pt x="1393730" y="791059"/>
                  </a:lnTo>
                  <a:lnTo>
                    <a:pt x="1389606" y="791310"/>
                  </a:lnTo>
                  <a:lnTo>
                    <a:pt x="1386624" y="793060"/>
                  </a:lnTo>
                  <a:lnTo>
                    <a:pt x="1383397" y="795928"/>
                  </a:lnTo>
                  <a:lnTo>
                    <a:pt x="1384242" y="797846"/>
                  </a:lnTo>
                  <a:lnTo>
                    <a:pt x="1390260" y="800273"/>
                  </a:lnTo>
                  <a:close/>
                  <a:moveTo>
                    <a:pt x="1362505" y="828546"/>
                  </a:moveTo>
                  <a:lnTo>
                    <a:pt x="1363349" y="827603"/>
                  </a:lnTo>
                  <a:lnTo>
                    <a:pt x="1364323" y="827854"/>
                  </a:lnTo>
                  <a:lnTo>
                    <a:pt x="1365457" y="826043"/>
                  </a:lnTo>
                  <a:lnTo>
                    <a:pt x="1366932" y="824666"/>
                  </a:lnTo>
                  <a:lnTo>
                    <a:pt x="1364696" y="822102"/>
                  </a:lnTo>
                  <a:lnTo>
                    <a:pt x="1356927" y="819819"/>
                  </a:lnTo>
                  <a:lnTo>
                    <a:pt x="1351654" y="821592"/>
                  </a:lnTo>
                  <a:lnTo>
                    <a:pt x="1349844" y="824498"/>
                  </a:lnTo>
                  <a:lnTo>
                    <a:pt x="1357125" y="825769"/>
                  </a:lnTo>
                  <a:lnTo>
                    <a:pt x="1362505" y="828546"/>
                  </a:lnTo>
                  <a:close/>
                  <a:moveTo>
                    <a:pt x="1538179" y="218267"/>
                  </a:moveTo>
                  <a:lnTo>
                    <a:pt x="1543604" y="220876"/>
                  </a:lnTo>
                  <a:lnTo>
                    <a:pt x="1547887" y="224148"/>
                  </a:lnTo>
                  <a:lnTo>
                    <a:pt x="1550223" y="229664"/>
                  </a:lnTo>
                  <a:lnTo>
                    <a:pt x="1567320" y="239297"/>
                  </a:lnTo>
                  <a:lnTo>
                    <a:pt x="1581251" y="250725"/>
                  </a:lnTo>
                  <a:lnTo>
                    <a:pt x="1585899" y="250664"/>
                  </a:lnTo>
                  <a:lnTo>
                    <a:pt x="1595631" y="242530"/>
                  </a:lnTo>
                  <a:lnTo>
                    <a:pt x="1600683" y="236322"/>
                  </a:lnTo>
                  <a:lnTo>
                    <a:pt x="1602745" y="236725"/>
                  </a:lnTo>
                  <a:lnTo>
                    <a:pt x="1609151" y="233286"/>
                  </a:lnTo>
                  <a:lnTo>
                    <a:pt x="1628256" y="229969"/>
                  </a:lnTo>
                  <a:lnTo>
                    <a:pt x="1656431" y="221926"/>
                  </a:lnTo>
                  <a:lnTo>
                    <a:pt x="1659064" y="217924"/>
                  </a:lnTo>
                  <a:lnTo>
                    <a:pt x="1661597" y="211541"/>
                  </a:lnTo>
                  <a:lnTo>
                    <a:pt x="1658812" y="209076"/>
                  </a:lnTo>
                  <a:lnTo>
                    <a:pt x="1658029" y="206466"/>
                  </a:lnTo>
                  <a:lnTo>
                    <a:pt x="1655145" y="189309"/>
                  </a:lnTo>
                  <a:lnTo>
                    <a:pt x="1654240" y="186296"/>
                  </a:lnTo>
                  <a:lnTo>
                    <a:pt x="1653228" y="184256"/>
                  </a:lnTo>
                  <a:lnTo>
                    <a:pt x="1655100" y="174023"/>
                  </a:lnTo>
                  <a:lnTo>
                    <a:pt x="1657412" y="168986"/>
                  </a:lnTo>
                  <a:lnTo>
                    <a:pt x="1666893" y="165616"/>
                  </a:lnTo>
                  <a:lnTo>
                    <a:pt x="1668635" y="162899"/>
                  </a:lnTo>
                  <a:lnTo>
                    <a:pt x="1670971" y="162983"/>
                  </a:lnTo>
                  <a:lnTo>
                    <a:pt x="1671260" y="154340"/>
                  </a:lnTo>
                  <a:lnTo>
                    <a:pt x="1670454" y="149676"/>
                  </a:lnTo>
                  <a:lnTo>
                    <a:pt x="1667699" y="145871"/>
                  </a:lnTo>
                  <a:lnTo>
                    <a:pt x="1661521" y="143840"/>
                  </a:lnTo>
                  <a:lnTo>
                    <a:pt x="1647453" y="128181"/>
                  </a:lnTo>
                  <a:lnTo>
                    <a:pt x="1646136" y="123236"/>
                  </a:lnTo>
                  <a:lnTo>
                    <a:pt x="1643352" y="118328"/>
                  </a:lnTo>
                  <a:lnTo>
                    <a:pt x="1642568" y="112089"/>
                  </a:lnTo>
                  <a:lnTo>
                    <a:pt x="1641389" y="108818"/>
                  </a:lnTo>
                  <a:lnTo>
                    <a:pt x="1635317" y="97085"/>
                  </a:lnTo>
                  <a:lnTo>
                    <a:pt x="1632936" y="95853"/>
                  </a:lnTo>
                  <a:lnTo>
                    <a:pt x="1630988" y="93251"/>
                  </a:lnTo>
                  <a:lnTo>
                    <a:pt x="1629246" y="86357"/>
                  </a:lnTo>
                  <a:lnTo>
                    <a:pt x="1627077" y="83565"/>
                  </a:lnTo>
                  <a:lnTo>
                    <a:pt x="1613389" y="84896"/>
                  </a:lnTo>
                  <a:lnTo>
                    <a:pt x="1611282" y="96507"/>
                  </a:lnTo>
                  <a:lnTo>
                    <a:pt x="1606519" y="103271"/>
                  </a:lnTo>
                  <a:lnTo>
                    <a:pt x="1601687" y="106702"/>
                  </a:lnTo>
                  <a:lnTo>
                    <a:pt x="1596650" y="107707"/>
                  </a:lnTo>
                  <a:lnTo>
                    <a:pt x="1591621" y="110172"/>
                  </a:lnTo>
                  <a:lnTo>
                    <a:pt x="1586257" y="114448"/>
                  </a:lnTo>
                  <a:lnTo>
                    <a:pt x="1580878" y="117225"/>
                  </a:lnTo>
                  <a:lnTo>
                    <a:pt x="1577895" y="117081"/>
                  </a:lnTo>
                  <a:lnTo>
                    <a:pt x="1574928" y="118108"/>
                  </a:lnTo>
                  <a:lnTo>
                    <a:pt x="1568666" y="124004"/>
                  </a:lnTo>
                  <a:lnTo>
                    <a:pt x="1565965" y="132518"/>
                  </a:lnTo>
                  <a:lnTo>
                    <a:pt x="1562260" y="136946"/>
                  </a:lnTo>
                  <a:lnTo>
                    <a:pt x="1561095" y="139762"/>
                  </a:lnTo>
                  <a:lnTo>
                    <a:pt x="1558965" y="148101"/>
                  </a:lnTo>
                  <a:lnTo>
                    <a:pt x="1558585" y="151989"/>
                  </a:lnTo>
                  <a:lnTo>
                    <a:pt x="1562435" y="153617"/>
                  </a:lnTo>
                  <a:lnTo>
                    <a:pt x="1572889" y="150604"/>
                  </a:lnTo>
                  <a:lnTo>
                    <a:pt x="1566878" y="162321"/>
                  </a:lnTo>
                  <a:lnTo>
                    <a:pt x="1563584" y="173429"/>
                  </a:lnTo>
                  <a:lnTo>
                    <a:pt x="1558273" y="184546"/>
                  </a:lnTo>
                  <a:lnTo>
                    <a:pt x="1551197" y="188974"/>
                  </a:lnTo>
                  <a:lnTo>
                    <a:pt x="1543725" y="191766"/>
                  </a:lnTo>
                  <a:lnTo>
                    <a:pt x="1539267" y="199359"/>
                  </a:lnTo>
                  <a:lnTo>
                    <a:pt x="1535767" y="207029"/>
                  </a:lnTo>
                  <a:lnTo>
                    <a:pt x="1538179" y="218267"/>
                  </a:lnTo>
                  <a:close/>
                  <a:moveTo>
                    <a:pt x="1853744" y="461847"/>
                  </a:moveTo>
                  <a:lnTo>
                    <a:pt x="1866260" y="466424"/>
                  </a:lnTo>
                  <a:lnTo>
                    <a:pt x="1873572" y="466120"/>
                  </a:lnTo>
                  <a:lnTo>
                    <a:pt x="1876517" y="470343"/>
                  </a:lnTo>
                  <a:lnTo>
                    <a:pt x="1879179" y="467779"/>
                  </a:lnTo>
                  <a:lnTo>
                    <a:pt x="1881082" y="462775"/>
                  </a:lnTo>
                  <a:lnTo>
                    <a:pt x="1878472" y="457084"/>
                  </a:lnTo>
                  <a:lnTo>
                    <a:pt x="1877079" y="456689"/>
                  </a:lnTo>
                  <a:lnTo>
                    <a:pt x="1857328" y="458964"/>
                  </a:lnTo>
                  <a:lnTo>
                    <a:pt x="1853744" y="461847"/>
                  </a:lnTo>
                  <a:close/>
                  <a:moveTo>
                    <a:pt x="1624520" y="572937"/>
                  </a:moveTo>
                  <a:lnTo>
                    <a:pt x="1626332" y="575851"/>
                  </a:lnTo>
                  <a:lnTo>
                    <a:pt x="1628234" y="577342"/>
                  </a:lnTo>
                  <a:lnTo>
                    <a:pt x="1633286" y="574725"/>
                  </a:lnTo>
                  <a:lnTo>
                    <a:pt x="1635812" y="575706"/>
                  </a:lnTo>
                  <a:lnTo>
                    <a:pt x="1636748" y="574268"/>
                  </a:lnTo>
                  <a:lnTo>
                    <a:pt x="1637432" y="572427"/>
                  </a:lnTo>
                  <a:lnTo>
                    <a:pt x="1640400" y="568181"/>
                  </a:lnTo>
                  <a:lnTo>
                    <a:pt x="1643321" y="562597"/>
                  </a:lnTo>
                  <a:lnTo>
                    <a:pt x="1643337" y="560253"/>
                  </a:lnTo>
                  <a:lnTo>
                    <a:pt x="1642621" y="555300"/>
                  </a:lnTo>
                  <a:lnTo>
                    <a:pt x="1628218" y="565663"/>
                  </a:lnTo>
                  <a:lnTo>
                    <a:pt x="1618959" y="569589"/>
                  </a:lnTo>
                  <a:lnTo>
                    <a:pt x="1615748" y="573165"/>
                  </a:lnTo>
                  <a:lnTo>
                    <a:pt x="1617757" y="573865"/>
                  </a:lnTo>
                  <a:lnTo>
                    <a:pt x="1624520" y="572937"/>
                  </a:lnTo>
                  <a:close/>
                  <a:moveTo>
                    <a:pt x="1502700" y="106900"/>
                  </a:moveTo>
                  <a:lnTo>
                    <a:pt x="1529330" y="113695"/>
                  </a:lnTo>
                  <a:lnTo>
                    <a:pt x="1536680" y="103020"/>
                  </a:lnTo>
                  <a:lnTo>
                    <a:pt x="1534770" y="97078"/>
                  </a:lnTo>
                  <a:lnTo>
                    <a:pt x="1526895" y="94962"/>
                  </a:lnTo>
                  <a:lnTo>
                    <a:pt x="1504709" y="92923"/>
                  </a:lnTo>
                  <a:lnTo>
                    <a:pt x="1501102" y="98919"/>
                  </a:lnTo>
                  <a:lnTo>
                    <a:pt x="1501498" y="101970"/>
                  </a:lnTo>
                  <a:lnTo>
                    <a:pt x="1502700" y="106900"/>
                  </a:lnTo>
                  <a:close/>
                  <a:moveTo>
                    <a:pt x="2484365" y="717492"/>
                  </a:moveTo>
                  <a:lnTo>
                    <a:pt x="2485902" y="715049"/>
                  </a:lnTo>
                  <a:lnTo>
                    <a:pt x="2484722" y="710986"/>
                  </a:lnTo>
                  <a:lnTo>
                    <a:pt x="2485111" y="707935"/>
                  </a:lnTo>
                  <a:lnTo>
                    <a:pt x="2489075" y="700776"/>
                  </a:lnTo>
                  <a:lnTo>
                    <a:pt x="2488184" y="699056"/>
                  </a:lnTo>
                  <a:lnTo>
                    <a:pt x="2483429" y="693129"/>
                  </a:lnTo>
                  <a:lnTo>
                    <a:pt x="2482250" y="690116"/>
                  </a:lnTo>
                  <a:lnTo>
                    <a:pt x="2480941" y="684105"/>
                  </a:lnTo>
                  <a:lnTo>
                    <a:pt x="2479031" y="680027"/>
                  </a:lnTo>
                  <a:lnTo>
                    <a:pt x="2477221" y="686898"/>
                  </a:lnTo>
                  <a:lnTo>
                    <a:pt x="2476460" y="691782"/>
                  </a:lnTo>
                  <a:lnTo>
                    <a:pt x="2476095" y="698120"/>
                  </a:lnTo>
                  <a:lnTo>
                    <a:pt x="2476764" y="703271"/>
                  </a:lnTo>
                  <a:lnTo>
                    <a:pt x="2475288" y="710165"/>
                  </a:lnTo>
                  <a:lnTo>
                    <a:pt x="2474215" y="712942"/>
                  </a:lnTo>
                  <a:lnTo>
                    <a:pt x="2473759" y="719188"/>
                  </a:lnTo>
                  <a:lnTo>
                    <a:pt x="2480036" y="719828"/>
                  </a:lnTo>
                  <a:lnTo>
                    <a:pt x="2484365" y="717492"/>
                  </a:lnTo>
                  <a:close/>
                  <a:moveTo>
                    <a:pt x="2506955" y="732191"/>
                  </a:moveTo>
                  <a:lnTo>
                    <a:pt x="2511474" y="741474"/>
                  </a:lnTo>
                  <a:lnTo>
                    <a:pt x="2516366" y="747241"/>
                  </a:lnTo>
                  <a:lnTo>
                    <a:pt x="2518954" y="748367"/>
                  </a:lnTo>
                  <a:lnTo>
                    <a:pt x="2521411" y="751015"/>
                  </a:lnTo>
                  <a:lnTo>
                    <a:pt x="2526357" y="762329"/>
                  </a:lnTo>
                  <a:lnTo>
                    <a:pt x="2528198" y="765913"/>
                  </a:lnTo>
                  <a:lnTo>
                    <a:pt x="2530146" y="768317"/>
                  </a:lnTo>
                  <a:lnTo>
                    <a:pt x="2546656" y="776146"/>
                  </a:lnTo>
                  <a:lnTo>
                    <a:pt x="2549137" y="778353"/>
                  </a:lnTo>
                  <a:lnTo>
                    <a:pt x="2551640" y="779730"/>
                  </a:lnTo>
                  <a:lnTo>
                    <a:pt x="2554120" y="779479"/>
                  </a:lnTo>
                  <a:lnTo>
                    <a:pt x="2556479" y="777280"/>
                  </a:lnTo>
                  <a:lnTo>
                    <a:pt x="2558708" y="772228"/>
                  </a:lnTo>
                  <a:lnTo>
                    <a:pt x="2560466" y="765022"/>
                  </a:lnTo>
                  <a:lnTo>
                    <a:pt x="2561227" y="759605"/>
                  </a:lnTo>
                  <a:lnTo>
                    <a:pt x="2562467" y="756196"/>
                  </a:lnTo>
                  <a:lnTo>
                    <a:pt x="2564072" y="754675"/>
                  </a:lnTo>
                  <a:lnTo>
                    <a:pt x="2565723" y="754705"/>
                  </a:lnTo>
                  <a:lnTo>
                    <a:pt x="2571118" y="760366"/>
                  </a:lnTo>
                  <a:lnTo>
                    <a:pt x="2576604" y="764277"/>
                  </a:lnTo>
                  <a:lnTo>
                    <a:pt x="2580796" y="763531"/>
                  </a:lnTo>
                  <a:lnTo>
                    <a:pt x="2584996" y="761423"/>
                  </a:lnTo>
                  <a:lnTo>
                    <a:pt x="2598866" y="758038"/>
                  </a:lnTo>
                  <a:lnTo>
                    <a:pt x="2603553" y="756067"/>
                  </a:lnTo>
                  <a:lnTo>
                    <a:pt x="2608217" y="753153"/>
                  </a:lnTo>
                  <a:lnTo>
                    <a:pt x="2613323" y="752438"/>
                  </a:lnTo>
                  <a:lnTo>
                    <a:pt x="2615719" y="755755"/>
                  </a:lnTo>
                  <a:lnTo>
                    <a:pt x="2617523" y="759970"/>
                  </a:lnTo>
                  <a:lnTo>
                    <a:pt x="2619722" y="764033"/>
                  </a:lnTo>
                  <a:lnTo>
                    <a:pt x="2621669" y="765776"/>
                  </a:lnTo>
                  <a:lnTo>
                    <a:pt x="2623686" y="766437"/>
                  </a:lnTo>
                  <a:lnTo>
                    <a:pt x="2626957" y="765053"/>
                  </a:lnTo>
                  <a:lnTo>
                    <a:pt x="2630206" y="762572"/>
                  </a:lnTo>
                  <a:lnTo>
                    <a:pt x="2637678" y="754165"/>
                  </a:lnTo>
                  <a:lnTo>
                    <a:pt x="2633440" y="746564"/>
                  </a:lnTo>
                  <a:lnTo>
                    <a:pt x="2628471" y="743193"/>
                  </a:lnTo>
                  <a:lnTo>
                    <a:pt x="2626751" y="740683"/>
                  </a:lnTo>
                  <a:lnTo>
                    <a:pt x="2619242" y="722848"/>
                  </a:lnTo>
                  <a:lnTo>
                    <a:pt x="2617827" y="718915"/>
                  </a:lnTo>
                  <a:lnTo>
                    <a:pt x="2616808" y="713413"/>
                  </a:lnTo>
                  <a:lnTo>
                    <a:pt x="2615423" y="696028"/>
                  </a:lnTo>
                  <a:lnTo>
                    <a:pt x="2620155" y="693342"/>
                  </a:lnTo>
                  <a:lnTo>
                    <a:pt x="2625359" y="690816"/>
                  </a:lnTo>
                  <a:lnTo>
                    <a:pt x="2633698" y="691478"/>
                  </a:lnTo>
                  <a:lnTo>
                    <a:pt x="2634992" y="696089"/>
                  </a:lnTo>
                  <a:lnTo>
                    <a:pt x="2634642" y="698379"/>
                  </a:lnTo>
                  <a:lnTo>
                    <a:pt x="2632108" y="703659"/>
                  </a:lnTo>
                  <a:lnTo>
                    <a:pt x="2629270" y="705988"/>
                  </a:lnTo>
                  <a:lnTo>
                    <a:pt x="2628525" y="714144"/>
                  </a:lnTo>
                  <a:lnTo>
                    <a:pt x="2629164" y="723563"/>
                  </a:lnTo>
                  <a:lnTo>
                    <a:pt x="2631096" y="729437"/>
                  </a:lnTo>
                  <a:lnTo>
                    <a:pt x="2633272" y="733660"/>
                  </a:lnTo>
                  <a:lnTo>
                    <a:pt x="2638568" y="742044"/>
                  </a:lnTo>
                  <a:lnTo>
                    <a:pt x="2643392" y="744875"/>
                  </a:lnTo>
                  <a:lnTo>
                    <a:pt x="2648307" y="744776"/>
                  </a:lnTo>
                  <a:lnTo>
                    <a:pt x="2656714" y="748032"/>
                  </a:lnTo>
                  <a:lnTo>
                    <a:pt x="2660906" y="746830"/>
                  </a:lnTo>
                  <a:lnTo>
                    <a:pt x="2665000" y="743262"/>
                  </a:lnTo>
                  <a:lnTo>
                    <a:pt x="2675157" y="729346"/>
                  </a:lnTo>
                  <a:lnTo>
                    <a:pt x="2673681" y="724674"/>
                  </a:lnTo>
                  <a:lnTo>
                    <a:pt x="2671809" y="721212"/>
                  </a:lnTo>
                  <a:lnTo>
                    <a:pt x="2673445" y="716936"/>
                  </a:lnTo>
                  <a:lnTo>
                    <a:pt x="2678147" y="710674"/>
                  </a:lnTo>
                  <a:lnTo>
                    <a:pt x="2685330" y="707197"/>
                  </a:lnTo>
                  <a:lnTo>
                    <a:pt x="2684257" y="704329"/>
                  </a:lnTo>
                  <a:lnTo>
                    <a:pt x="2683093" y="702480"/>
                  </a:lnTo>
                  <a:lnTo>
                    <a:pt x="2649585" y="678407"/>
                  </a:lnTo>
                  <a:lnTo>
                    <a:pt x="2646892" y="678696"/>
                  </a:lnTo>
                  <a:lnTo>
                    <a:pt x="2641581" y="682021"/>
                  </a:lnTo>
                  <a:lnTo>
                    <a:pt x="2638887" y="682781"/>
                  </a:lnTo>
                  <a:lnTo>
                    <a:pt x="2633371" y="681625"/>
                  </a:lnTo>
                  <a:lnTo>
                    <a:pt x="2627870" y="678437"/>
                  </a:lnTo>
                  <a:lnTo>
                    <a:pt x="2623404" y="674922"/>
                  </a:lnTo>
                  <a:lnTo>
                    <a:pt x="2613604" y="662596"/>
                  </a:lnTo>
                  <a:lnTo>
                    <a:pt x="2608065" y="656882"/>
                  </a:lnTo>
                  <a:lnTo>
                    <a:pt x="2602579" y="654287"/>
                  </a:lnTo>
                  <a:lnTo>
                    <a:pt x="2598608" y="660808"/>
                  </a:lnTo>
                  <a:lnTo>
                    <a:pt x="2592916" y="667420"/>
                  </a:lnTo>
                  <a:lnTo>
                    <a:pt x="2591905" y="669573"/>
                  </a:lnTo>
                  <a:lnTo>
                    <a:pt x="2591151" y="672837"/>
                  </a:lnTo>
                  <a:lnTo>
                    <a:pt x="2590634" y="678140"/>
                  </a:lnTo>
                  <a:lnTo>
                    <a:pt x="2590649" y="684060"/>
                  </a:lnTo>
                  <a:lnTo>
                    <a:pt x="2590946" y="688343"/>
                  </a:lnTo>
                  <a:lnTo>
                    <a:pt x="2591030" y="692597"/>
                  </a:lnTo>
                  <a:lnTo>
                    <a:pt x="2589858" y="696774"/>
                  </a:lnTo>
                  <a:lnTo>
                    <a:pt x="2588290" y="698607"/>
                  </a:lnTo>
                  <a:lnTo>
                    <a:pt x="2584897" y="698310"/>
                  </a:lnTo>
                  <a:lnTo>
                    <a:pt x="2583733" y="697466"/>
                  </a:lnTo>
                  <a:lnTo>
                    <a:pt x="2582554" y="695807"/>
                  </a:lnTo>
                  <a:lnTo>
                    <a:pt x="2581473" y="693510"/>
                  </a:lnTo>
                  <a:lnTo>
                    <a:pt x="2579175" y="684318"/>
                  </a:lnTo>
                  <a:lnTo>
                    <a:pt x="2576733" y="682005"/>
                  </a:lnTo>
                  <a:lnTo>
                    <a:pt x="2574116" y="683101"/>
                  </a:lnTo>
                  <a:lnTo>
                    <a:pt x="2571909" y="681435"/>
                  </a:lnTo>
                  <a:lnTo>
                    <a:pt x="2565396" y="670562"/>
                  </a:lnTo>
                  <a:lnTo>
                    <a:pt x="2560808" y="665244"/>
                  </a:lnTo>
                  <a:lnTo>
                    <a:pt x="2554029" y="659286"/>
                  </a:lnTo>
                  <a:lnTo>
                    <a:pt x="2551845" y="656836"/>
                  </a:lnTo>
                  <a:lnTo>
                    <a:pt x="2549890" y="652225"/>
                  </a:lnTo>
                  <a:lnTo>
                    <a:pt x="2547798" y="648954"/>
                  </a:lnTo>
                  <a:lnTo>
                    <a:pt x="2545545" y="648687"/>
                  </a:lnTo>
                  <a:lnTo>
                    <a:pt x="2537359" y="654896"/>
                  </a:lnTo>
                  <a:lnTo>
                    <a:pt x="2532595" y="656243"/>
                  </a:lnTo>
                  <a:lnTo>
                    <a:pt x="2530214" y="659301"/>
                  </a:lnTo>
                  <a:lnTo>
                    <a:pt x="2528989" y="662246"/>
                  </a:lnTo>
                  <a:lnTo>
                    <a:pt x="2527673" y="663973"/>
                  </a:lnTo>
                  <a:lnTo>
                    <a:pt x="2523344" y="665038"/>
                  </a:lnTo>
                  <a:lnTo>
                    <a:pt x="2520163" y="667465"/>
                  </a:lnTo>
                  <a:lnTo>
                    <a:pt x="2518778" y="670372"/>
                  </a:lnTo>
                  <a:lnTo>
                    <a:pt x="2517508" y="674366"/>
                  </a:lnTo>
                  <a:lnTo>
                    <a:pt x="2519486" y="681906"/>
                  </a:lnTo>
                  <a:lnTo>
                    <a:pt x="2521890" y="687453"/>
                  </a:lnTo>
                  <a:lnTo>
                    <a:pt x="2514457" y="685543"/>
                  </a:lnTo>
                  <a:lnTo>
                    <a:pt x="2512547" y="688336"/>
                  </a:lnTo>
                  <a:lnTo>
                    <a:pt x="2511398" y="705135"/>
                  </a:lnTo>
                  <a:lnTo>
                    <a:pt x="2512996" y="722620"/>
                  </a:lnTo>
                  <a:lnTo>
                    <a:pt x="2510348" y="722787"/>
                  </a:lnTo>
                  <a:lnTo>
                    <a:pt x="2506422" y="721205"/>
                  </a:lnTo>
                  <a:lnTo>
                    <a:pt x="2505677" y="724560"/>
                  </a:lnTo>
                  <a:lnTo>
                    <a:pt x="2505996" y="729201"/>
                  </a:lnTo>
                  <a:lnTo>
                    <a:pt x="2506955" y="732191"/>
                  </a:lnTo>
                  <a:close/>
                  <a:moveTo>
                    <a:pt x="3011852" y="1057701"/>
                  </a:moveTo>
                  <a:lnTo>
                    <a:pt x="3013290" y="1056605"/>
                  </a:lnTo>
                  <a:lnTo>
                    <a:pt x="3011715" y="1052649"/>
                  </a:lnTo>
                  <a:lnTo>
                    <a:pt x="3010018" y="1050024"/>
                  </a:lnTo>
                  <a:lnTo>
                    <a:pt x="3007515" y="1049354"/>
                  </a:lnTo>
                  <a:lnTo>
                    <a:pt x="3007348" y="1050100"/>
                  </a:lnTo>
                  <a:lnTo>
                    <a:pt x="3007271" y="1054764"/>
                  </a:lnTo>
                  <a:lnTo>
                    <a:pt x="3008717" y="1056803"/>
                  </a:lnTo>
                  <a:lnTo>
                    <a:pt x="3011852" y="1057701"/>
                  </a:lnTo>
                  <a:close/>
                  <a:moveTo>
                    <a:pt x="2767426" y="605243"/>
                  </a:moveTo>
                  <a:lnTo>
                    <a:pt x="2768788" y="598730"/>
                  </a:lnTo>
                  <a:lnTo>
                    <a:pt x="2771741" y="595473"/>
                  </a:lnTo>
                  <a:lnTo>
                    <a:pt x="2757071" y="598783"/>
                  </a:lnTo>
                  <a:lnTo>
                    <a:pt x="2751274" y="605250"/>
                  </a:lnTo>
                  <a:lnTo>
                    <a:pt x="2750216" y="607913"/>
                  </a:lnTo>
                  <a:lnTo>
                    <a:pt x="2766262" y="606833"/>
                  </a:lnTo>
                  <a:lnTo>
                    <a:pt x="2767426" y="605243"/>
                  </a:lnTo>
                  <a:close/>
                  <a:moveTo>
                    <a:pt x="2718755" y="746564"/>
                  </a:moveTo>
                  <a:lnTo>
                    <a:pt x="2723426" y="751860"/>
                  </a:lnTo>
                  <a:lnTo>
                    <a:pt x="2725838" y="753024"/>
                  </a:lnTo>
                  <a:lnTo>
                    <a:pt x="2733736" y="755108"/>
                  </a:lnTo>
                  <a:lnTo>
                    <a:pt x="2736163" y="757330"/>
                  </a:lnTo>
                  <a:lnTo>
                    <a:pt x="2741093" y="763440"/>
                  </a:lnTo>
                  <a:lnTo>
                    <a:pt x="2743672" y="766019"/>
                  </a:lnTo>
                  <a:lnTo>
                    <a:pt x="2748032" y="768081"/>
                  </a:lnTo>
                  <a:lnTo>
                    <a:pt x="2764117" y="770356"/>
                  </a:lnTo>
                  <a:lnTo>
                    <a:pt x="2775788" y="770348"/>
                  </a:lnTo>
                  <a:lnTo>
                    <a:pt x="2780947" y="768499"/>
                  </a:lnTo>
                  <a:lnTo>
                    <a:pt x="2791477" y="762671"/>
                  </a:lnTo>
                  <a:lnTo>
                    <a:pt x="2796788" y="758403"/>
                  </a:lnTo>
                  <a:lnTo>
                    <a:pt x="2798203" y="756295"/>
                  </a:lnTo>
                  <a:lnTo>
                    <a:pt x="2801962" y="738758"/>
                  </a:lnTo>
                  <a:lnTo>
                    <a:pt x="2800562" y="738271"/>
                  </a:lnTo>
                  <a:lnTo>
                    <a:pt x="2799139" y="738864"/>
                  </a:lnTo>
                  <a:lnTo>
                    <a:pt x="2797480" y="741786"/>
                  </a:lnTo>
                  <a:lnTo>
                    <a:pt x="2795731" y="743475"/>
                  </a:lnTo>
                  <a:lnTo>
                    <a:pt x="2793311" y="740614"/>
                  </a:lnTo>
                  <a:lnTo>
                    <a:pt x="2790389" y="738141"/>
                  </a:lnTo>
                  <a:lnTo>
                    <a:pt x="2786623" y="733530"/>
                  </a:lnTo>
                  <a:lnTo>
                    <a:pt x="2776831" y="731408"/>
                  </a:lnTo>
                  <a:lnTo>
                    <a:pt x="2764824" y="729939"/>
                  </a:lnTo>
                  <a:lnTo>
                    <a:pt x="2760746" y="732785"/>
                  </a:lnTo>
                  <a:lnTo>
                    <a:pt x="2754294" y="732092"/>
                  </a:lnTo>
                  <a:lnTo>
                    <a:pt x="2751836" y="729072"/>
                  </a:lnTo>
                  <a:lnTo>
                    <a:pt x="2752141" y="725968"/>
                  </a:lnTo>
                  <a:lnTo>
                    <a:pt x="2752773" y="723685"/>
                  </a:lnTo>
                  <a:lnTo>
                    <a:pt x="2752567" y="719379"/>
                  </a:lnTo>
                  <a:lnTo>
                    <a:pt x="2750931" y="717172"/>
                  </a:lnTo>
                  <a:lnTo>
                    <a:pt x="2730959" y="714882"/>
                  </a:lnTo>
                  <a:lnTo>
                    <a:pt x="2729817" y="715095"/>
                  </a:lnTo>
                  <a:lnTo>
                    <a:pt x="2721638" y="721334"/>
                  </a:lnTo>
                  <a:lnTo>
                    <a:pt x="2715978" y="720786"/>
                  </a:lnTo>
                  <a:lnTo>
                    <a:pt x="2714973" y="715879"/>
                  </a:lnTo>
                  <a:lnTo>
                    <a:pt x="2715034" y="708917"/>
                  </a:lnTo>
                  <a:lnTo>
                    <a:pt x="2710469" y="702815"/>
                  </a:lnTo>
                  <a:lnTo>
                    <a:pt x="2708361" y="704839"/>
                  </a:lnTo>
                  <a:lnTo>
                    <a:pt x="2706315" y="711435"/>
                  </a:lnTo>
                  <a:lnTo>
                    <a:pt x="2704496" y="718838"/>
                  </a:lnTo>
                  <a:lnTo>
                    <a:pt x="2702967" y="727116"/>
                  </a:lnTo>
                  <a:lnTo>
                    <a:pt x="2702168" y="735265"/>
                  </a:lnTo>
                  <a:lnTo>
                    <a:pt x="2714022" y="742273"/>
                  </a:lnTo>
                  <a:lnTo>
                    <a:pt x="2718755" y="746564"/>
                  </a:lnTo>
                  <a:close/>
                  <a:moveTo>
                    <a:pt x="2846030" y="655657"/>
                  </a:moveTo>
                  <a:lnTo>
                    <a:pt x="2845559" y="651936"/>
                  </a:lnTo>
                  <a:lnTo>
                    <a:pt x="2844942" y="649996"/>
                  </a:lnTo>
                  <a:lnTo>
                    <a:pt x="2844182" y="649136"/>
                  </a:lnTo>
                  <a:lnTo>
                    <a:pt x="2840841" y="650924"/>
                  </a:lnTo>
                  <a:lnTo>
                    <a:pt x="2839046" y="653709"/>
                  </a:lnTo>
                  <a:lnTo>
                    <a:pt x="2843908" y="658853"/>
                  </a:lnTo>
                  <a:lnTo>
                    <a:pt x="2846030" y="655657"/>
                  </a:lnTo>
                  <a:close/>
                  <a:moveTo>
                    <a:pt x="3399234" y="1056643"/>
                  </a:moveTo>
                  <a:lnTo>
                    <a:pt x="3400703" y="1056354"/>
                  </a:lnTo>
                  <a:lnTo>
                    <a:pt x="3406912" y="1052854"/>
                  </a:lnTo>
                  <a:lnTo>
                    <a:pt x="3417495" y="1051637"/>
                  </a:lnTo>
                  <a:lnTo>
                    <a:pt x="3422478" y="1046623"/>
                  </a:lnTo>
                  <a:lnTo>
                    <a:pt x="3425012" y="1045489"/>
                  </a:lnTo>
                  <a:lnTo>
                    <a:pt x="3430688" y="1046889"/>
                  </a:lnTo>
                  <a:lnTo>
                    <a:pt x="3435550" y="1050047"/>
                  </a:lnTo>
                  <a:lnTo>
                    <a:pt x="3437490" y="1050336"/>
                  </a:lnTo>
                  <a:lnTo>
                    <a:pt x="3443022" y="1048974"/>
                  </a:lnTo>
                  <a:lnTo>
                    <a:pt x="3456451" y="1044066"/>
                  </a:lnTo>
                  <a:lnTo>
                    <a:pt x="3466395" y="1042286"/>
                  </a:lnTo>
                  <a:lnTo>
                    <a:pt x="3471538" y="1040597"/>
                  </a:lnTo>
                  <a:lnTo>
                    <a:pt x="3477907" y="1034053"/>
                  </a:lnTo>
                  <a:lnTo>
                    <a:pt x="3478440" y="1030591"/>
                  </a:lnTo>
                  <a:lnTo>
                    <a:pt x="3477717" y="1027677"/>
                  </a:lnTo>
                  <a:lnTo>
                    <a:pt x="3476606" y="1026437"/>
                  </a:lnTo>
                  <a:lnTo>
                    <a:pt x="3471637" y="1022557"/>
                  </a:lnTo>
                  <a:lnTo>
                    <a:pt x="3468267" y="1019179"/>
                  </a:lnTo>
                  <a:lnTo>
                    <a:pt x="3466524" y="1016029"/>
                  </a:lnTo>
                  <a:lnTo>
                    <a:pt x="3464874" y="1014165"/>
                  </a:lnTo>
                  <a:lnTo>
                    <a:pt x="3463146" y="1013077"/>
                  </a:lnTo>
                  <a:lnTo>
                    <a:pt x="3460179" y="1009881"/>
                  </a:lnTo>
                  <a:lnTo>
                    <a:pt x="3458353" y="1009075"/>
                  </a:lnTo>
                  <a:lnTo>
                    <a:pt x="3449010" y="1006655"/>
                  </a:lnTo>
                  <a:lnTo>
                    <a:pt x="3446499" y="1005559"/>
                  </a:lnTo>
                  <a:lnTo>
                    <a:pt x="3443988" y="1005354"/>
                  </a:lnTo>
                  <a:lnTo>
                    <a:pt x="3440899" y="1007005"/>
                  </a:lnTo>
                  <a:lnTo>
                    <a:pt x="3437787" y="1007347"/>
                  </a:lnTo>
                  <a:lnTo>
                    <a:pt x="3434713" y="1006282"/>
                  </a:lnTo>
                  <a:lnTo>
                    <a:pt x="3431624" y="1006586"/>
                  </a:lnTo>
                  <a:lnTo>
                    <a:pt x="3428337" y="1008405"/>
                  </a:lnTo>
                  <a:lnTo>
                    <a:pt x="3425020" y="1009295"/>
                  </a:lnTo>
                  <a:lnTo>
                    <a:pt x="3422600" y="1010261"/>
                  </a:lnTo>
                  <a:lnTo>
                    <a:pt x="3418956" y="1014104"/>
                  </a:lnTo>
                  <a:lnTo>
                    <a:pt x="3415357" y="1015352"/>
                  </a:lnTo>
                  <a:lnTo>
                    <a:pt x="3408684" y="1023584"/>
                  </a:lnTo>
                  <a:lnTo>
                    <a:pt x="3401334" y="1029793"/>
                  </a:lnTo>
                  <a:lnTo>
                    <a:pt x="3400010" y="1033315"/>
                  </a:lnTo>
                  <a:lnTo>
                    <a:pt x="3396914" y="1038078"/>
                  </a:lnTo>
                  <a:lnTo>
                    <a:pt x="3395727" y="1041913"/>
                  </a:lnTo>
                  <a:lnTo>
                    <a:pt x="3396153" y="1044979"/>
                  </a:lnTo>
                  <a:lnTo>
                    <a:pt x="3399234" y="1056643"/>
                  </a:lnTo>
                  <a:close/>
                  <a:moveTo>
                    <a:pt x="3021979" y="1158126"/>
                  </a:moveTo>
                  <a:lnTo>
                    <a:pt x="3022215" y="1163330"/>
                  </a:lnTo>
                  <a:lnTo>
                    <a:pt x="3023196" y="1165042"/>
                  </a:lnTo>
                  <a:lnTo>
                    <a:pt x="3027069" y="1167264"/>
                  </a:lnTo>
                  <a:lnTo>
                    <a:pt x="3029139" y="1170178"/>
                  </a:lnTo>
                  <a:lnTo>
                    <a:pt x="3029032" y="1171936"/>
                  </a:lnTo>
                  <a:lnTo>
                    <a:pt x="3028309" y="1175877"/>
                  </a:lnTo>
                  <a:lnTo>
                    <a:pt x="3029260" y="1175801"/>
                  </a:lnTo>
                  <a:lnTo>
                    <a:pt x="3030105" y="1174226"/>
                  </a:lnTo>
                  <a:lnTo>
                    <a:pt x="3030326" y="1171730"/>
                  </a:lnTo>
                  <a:lnTo>
                    <a:pt x="3029846" y="1168968"/>
                  </a:lnTo>
                  <a:lnTo>
                    <a:pt x="3027700" y="1163574"/>
                  </a:lnTo>
                  <a:lnTo>
                    <a:pt x="3027343" y="1158301"/>
                  </a:lnTo>
                  <a:lnTo>
                    <a:pt x="3027236" y="1152382"/>
                  </a:lnTo>
                  <a:lnTo>
                    <a:pt x="3026772" y="1147756"/>
                  </a:lnTo>
                  <a:lnTo>
                    <a:pt x="3027267" y="1145062"/>
                  </a:lnTo>
                  <a:lnTo>
                    <a:pt x="3030812" y="1143678"/>
                  </a:lnTo>
                  <a:lnTo>
                    <a:pt x="3032281" y="1139759"/>
                  </a:lnTo>
                  <a:lnTo>
                    <a:pt x="3032456" y="1134174"/>
                  </a:lnTo>
                  <a:lnTo>
                    <a:pt x="3030394" y="1131626"/>
                  </a:lnTo>
                  <a:lnTo>
                    <a:pt x="3030059" y="1131291"/>
                  </a:lnTo>
                  <a:lnTo>
                    <a:pt x="3028012" y="1133977"/>
                  </a:lnTo>
                  <a:lnTo>
                    <a:pt x="3026171" y="1137324"/>
                  </a:lnTo>
                  <a:lnTo>
                    <a:pt x="3021629" y="1141654"/>
                  </a:lnTo>
                  <a:lnTo>
                    <a:pt x="3021035" y="1145549"/>
                  </a:lnTo>
                  <a:lnTo>
                    <a:pt x="3022778" y="1149916"/>
                  </a:lnTo>
                  <a:lnTo>
                    <a:pt x="3021979" y="1158126"/>
                  </a:lnTo>
                  <a:close/>
                  <a:moveTo>
                    <a:pt x="3168619" y="1122883"/>
                  </a:moveTo>
                  <a:lnTo>
                    <a:pt x="3171860" y="1126733"/>
                  </a:lnTo>
                  <a:lnTo>
                    <a:pt x="3176204" y="1129746"/>
                  </a:lnTo>
                  <a:lnTo>
                    <a:pt x="3188332" y="1135445"/>
                  </a:lnTo>
                  <a:lnTo>
                    <a:pt x="3194419" y="1134890"/>
                  </a:lnTo>
                  <a:lnTo>
                    <a:pt x="3195378" y="1133627"/>
                  </a:lnTo>
                  <a:lnTo>
                    <a:pt x="3195759" y="1131938"/>
                  </a:lnTo>
                  <a:lnTo>
                    <a:pt x="3196527" y="1125425"/>
                  </a:lnTo>
                  <a:lnTo>
                    <a:pt x="3197234" y="1123279"/>
                  </a:lnTo>
                  <a:lnTo>
                    <a:pt x="3199061" y="1122685"/>
                  </a:lnTo>
                  <a:lnTo>
                    <a:pt x="3199395" y="1119414"/>
                  </a:lnTo>
                  <a:lnTo>
                    <a:pt x="3199122" y="1117938"/>
                  </a:lnTo>
                  <a:lnTo>
                    <a:pt x="3198140" y="1116294"/>
                  </a:lnTo>
                  <a:lnTo>
                    <a:pt x="3176425" y="1108016"/>
                  </a:lnTo>
                  <a:lnTo>
                    <a:pt x="3172971" y="1108473"/>
                  </a:lnTo>
                  <a:lnTo>
                    <a:pt x="3170049" y="1110557"/>
                  </a:lnTo>
                  <a:lnTo>
                    <a:pt x="3165887" y="1115153"/>
                  </a:lnTo>
                  <a:lnTo>
                    <a:pt x="3164799" y="1116895"/>
                  </a:lnTo>
                  <a:lnTo>
                    <a:pt x="3164267" y="1119140"/>
                  </a:lnTo>
                  <a:lnTo>
                    <a:pt x="3164959" y="1120205"/>
                  </a:lnTo>
                  <a:lnTo>
                    <a:pt x="3168619" y="1122883"/>
                  </a:lnTo>
                  <a:close/>
                  <a:moveTo>
                    <a:pt x="1976272" y="617021"/>
                  </a:moveTo>
                  <a:lnTo>
                    <a:pt x="1979323" y="618063"/>
                  </a:lnTo>
                  <a:lnTo>
                    <a:pt x="1981408" y="623016"/>
                  </a:lnTo>
                  <a:lnTo>
                    <a:pt x="1984337" y="626098"/>
                  </a:lnTo>
                  <a:lnTo>
                    <a:pt x="1985258" y="625885"/>
                  </a:lnTo>
                  <a:lnTo>
                    <a:pt x="1985502" y="623092"/>
                  </a:lnTo>
                  <a:lnTo>
                    <a:pt x="1986095" y="621601"/>
                  </a:lnTo>
                  <a:lnTo>
                    <a:pt x="1987092" y="620658"/>
                  </a:lnTo>
                  <a:lnTo>
                    <a:pt x="1986491" y="616678"/>
                  </a:lnTo>
                  <a:lnTo>
                    <a:pt x="1983181" y="610432"/>
                  </a:lnTo>
                  <a:lnTo>
                    <a:pt x="1981393" y="608316"/>
                  </a:lnTo>
                  <a:lnTo>
                    <a:pt x="1978996" y="610668"/>
                  </a:lnTo>
                  <a:lnTo>
                    <a:pt x="1973221" y="609328"/>
                  </a:lnTo>
                  <a:lnTo>
                    <a:pt x="1972316" y="609945"/>
                  </a:lnTo>
                  <a:lnTo>
                    <a:pt x="1973039" y="612083"/>
                  </a:lnTo>
                  <a:lnTo>
                    <a:pt x="1976272" y="617021"/>
                  </a:lnTo>
                  <a:close/>
                  <a:moveTo>
                    <a:pt x="2473690" y="817628"/>
                  </a:moveTo>
                  <a:lnTo>
                    <a:pt x="2477639" y="822185"/>
                  </a:lnTo>
                  <a:lnTo>
                    <a:pt x="2479381" y="827002"/>
                  </a:lnTo>
                  <a:lnTo>
                    <a:pt x="2486572" y="837098"/>
                  </a:lnTo>
                  <a:lnTo>
                    <a:pt x="2488070" y="840492"/>
                  </a:lnTo>
                  <a:lnTo>
                    <a:pt x="2489683" y="838285"/>
                  </a:lnTo>
                  <a:lnTo>
                    <a:pt x="2491007" y="832777"/>
                  </a:lnTo>
                  <a:lnTo>
                    <a:pt x="2486260" y="824597"/>
                  </a:lnTo>
                  <a:lnTo>
                    <a:pt x="2477540" y="814463"/>
                  </a:lnTo>
                  <a:lnTo>
                    <a:pt x="2472381" y="811838"/>
                  </a:lnTo>
                  <a:lnTo>
                    <a:pt x="2472716" y="815893"/>
                  </a:lnTo>
                  <a:lnTo>
                    <a:pt x="2473690" y="817628"/>
                  </a:lnTo>
                  <a:close/>
                  <a:moveTo>
                    <a:pt x="2239514" y="843337"/>
                  </a:moveTo>
                  <a:lnTo>
                    <a:pt x="2240822" y="843170"/>
                  </a:lnTo>
                  <a:lnTo>
                    <a:pt x="2243173" y="840256"/>
                  </a:lnTo>
                  <a:lnTo>
                    <a:pt x="2242831" y="839305"/>
                  </a:lnTo>
                  <a:lnTo>
                    <a:pt x="2240929" y="836733"/>
                  </a:lnTo>
                  <a:lnTo>
                    <a:pt x="2238410" y="836025"/>
                  </a:lnTo>
                  <a:lnTo>
                    <a:pt x="2236417" y="837159"/>
                  </a:lnTo>
                  <a:lnTo>
                    <a:pt x="2236402" y="838551"/>
                  </a:lnTo>
                  <a:lnTo>
                    <a:pt x="2237056" y="841298"/>
                  </a:lnTo>
                  <a:lnTo>
                    <a:pt x="2239514" y="843337"/>
                  </a:lnTo>
                  <a:close/>
                  <a:moveTo>
                    <a:pt x="2564171" y="875324"/>
                  </a:moveTo>
                  <a:lnTo>
                    <a:pt x="2566302" y="880589"/>
                  </a:lnTo>
                  <a:lnTo>
                    <a:pt x="2569284" y="880589"/>
                  </a:lnTo>
                  <a:lnTo>
                    <a:pt x="2571460" y="880125"/>
                  </a:lnTo>
                  <a:lnTo>
                    <a:pt x="2579259" y="874601"/>
                  </a:lnTo>
                  <a:lnTo>
                    <a:pt x="2585034" y="873353"/>
                  </a:lnTo>
                  <a:lnTo>
                    <a:pt x="2586982" y="873802"/>
                  </a:lnTo>
                  <a:lnTo>
                    <a:pt x="2596135" y="878055"/>
                  </a:lnTo>
                  <a:lnTo>
                    <a:pt x="2604976" y="883898"/>
                  </a:lnTo>
                  <a:lnTo>
                    <a:pt x="2616282" y="886067"/>
                  </a:lnTo>
                  <a:lnTo>
                    <a:pt x="2620885" y="888197"/>
                  </a:lnTo>
                  <a:lnTo>
                    <a:pt x="2626120" y="888167"/>
                  </a:lnTo>
                  <a:lnTo>
                    <a:pt x="2631553" y="888798"/>
                  </a:lnTo>
                  <a:lnTo>
                    <a:pt x="2639062" y="890579"/>
                  </a:lnTo>
                  <a:lnTo>
                    <a:pt x="2644579" y="889795"/>
                  </a:lnTo>
                  <a:lnTo>
                    <a:pt x="2645431" y="888677"/>
                  </a:lnTo>
                  <a:lnTo>
                    <a:pt x="2644845" y="872851"/>
                  </a:lnTo>
                  <a:lnTo>
                    <a:pt x="2643711" y="868194"/>
                  </a:lnTo>
                  <a:lnTo>
                    <a:pt x="2642281" y="864588"/>
                  </a:lnTo>
                  <a:lnTo>
                    <a:pt x="2627231" y="846784"/>
                  </a:lnTo>
                  <a:lnTo>
                    <a:pt x="2622872" y="843071"/>
                  </a:lnTo>
                  <a:lnTo>
                    <a:pt x="2617530" y="839662"/>
                  </a:lnTo>
                  <a:lnTo>
                    <a:pt x="2612128" y="838201"/>
                  </a:lnTo>
                  <a:lnTo>
                    <a:pt x="2606794" y="839023"/>
                  </a:lnTo>
                  <a:lnTo>
                    <a:pt x="2598897" y="841511"/>
                  </a:lnTo>
                  <a:lnTo>
                    <a:pt x="2596287" y="841154"/>
                  </a:lnTo>
                  <a:lnTo>
                    <a:pt x="2594043" y="841968"/>
                  </a:lnTo>
                  <a:lnTo>
                    <a:pt x="2591882" y="844600"/>
                  </a:lnTo>
                  <a:lnTo>
                    <a:pt x="2589751" y="848732"/>
                  </a:lnTo>
                  <a:lnTo>
                    <a:pt x="2585780" y="860023"/>
                  </a:lnTo>
                  <a:lnTo>
                    <a:pt x="2583558" y="864907"/>
                  </a:lnTo>
                  <a:lnTo>
                    <a:pt x="2579008" y="871040"/>
                  </a:lnTo>
                  <a:lnTo>
                    <a:pt x="2574192" y="872950"/>
                  </a:lnTo>
                  <a:lnTo>
                    <a:pt x="2569178" y="873619"/>
                  </a:lnTo>
                  <a:lnTo>
                    <a:pt x="2564171" y="875324"/>
                  </a:lnTo>
                  <a:close/>
                  <a:moveTo>
                    <a:pt x="2143980" y="903506"/>
                  </a:moveTo>
                  <a:lnTo>
                    <a:pt x="2149390" y="900211"/>
                  </a:lnTo>
                  <a:lnTo>
                    <a:pt x="2148873" y="898933"/>
                  </a:lnTo>
                  <a:lnTo>
                    <a:pt x="2145495" y="895296"/>
                  </a:lnTo>
                  <a:lnTo>
                    <a:pt x="2143060" y="894490"/>
                  </a:lnTo>
                  <a:lnTo>
                    <a:pt x="2138738" y="895387"/>
                  </a:lnTo>
                  <a:lnTo>
                    <a:pt x="2136144" y="897678"/>
                  </a:lnTo>
                  <a:lnTo>
                    <a:pt x="2139385" y="903468"/>
                  </a:lnTo>
                  <a:lnTo>
                    <a:pt x="2143980" y="903506"/>
                  </a:lnTo>
                  <a:close/>
                  <a:moveTo>
                    <a:pt x="2579624" y="837669"/>
                  </a:moveTo>
                  <a:lnTo>
                    <a:pt x="2581709" y="837905"/>
                  </a:lnTo>
                  <a:lnTo>
                    <a:pt x="2592452" y="831666"/>
                  </a:lnTo>
                  <a:lnTo>
                    <a:pt x="2593236" y="827709"/>
                  </a:lnTo>
                  <a:lnTo>
                    <a:pt x="2594316" y="818556"/>
                  </a:lnTo>
                  <a:lnTo>
                    <a:pt x="2593936" y="815307"/>
                  </a:lnTo>
                  <a:lnTo>
                    <a:pt x="2593061" y="812690"/>
                  </a:lnTo>
                  <a:lnTo>
                    <a:pt x="2591045" y="810963"/>
                  </a:lnTo>
                  <a:lnTo>
                    <a:pt x="2589013" y="810248"/>
                  </a:lnTo>
                  <a:lnTo>
                    <a:pt x="2579579" y="810818"/>
                  </a:lnTo>
                  <a:lnTo>
                    <a:pt x="2577288" y="811549"/>
                  </a:lnTo>
                  <a:lnTo>
                    <a:pt x="2575013" y="813162"/>
                  </a:lnTo>
                  <a:lnTo>
                    <a:pt x="2573043" y="817278"/>
                  </a:lnTo>
                  <a:lnTo>
                    <a:pt x="2574785" y="831270"/>
                  </a:lnTo>
                  <a:lnTo>
                    <a:pt x="2579624" y="837669"/>
                  </a:lnTo>
                  <a:close/>
                  <a:moveTo>
                    <a:pt x="1342593" y="825731"/>
                  </a:moveTo>
                  <a:lnTo>
                    <a:pt x="1345469" y="827238"/>
                  </a:lnTo>
                  <a:lnTo>
                    <a:pt x="1347546" y="824559"/>
                  </a:lnTo>
                  <a:lnTo>
                    <a:pt x="1347090" y="822977"/>
                  </a:lnTo>
                  <a:lnTo>
                    <a:pt x="1345423" y="820070"/>
                  </a:lnTo>
                  <a:lnTo>
                    <a:pt x="1343605" y="819066"/>
                  </a:lnTo>
                  <a:lnTo>
                    <a:pt x="1340546" y="820017"/>
                  </a:lnTo>
                  <a:lnTo>
                    <a:pt x="1339420" y="821440"/>
                  </a:lnTo>
                  <a:lnTo>
                    <a:pt x="1340531" y="823928"/>
                  </a:lnTo>
                  <a:lnTo>
                    <a:pt x="1342593" y="825731"/>
                  </a:lnTo>
                  <a:close/>
                  <a:moveTo>
                    <a:pt x="2524257" y="1005917"/>
                  </a:moveTo>
                  <a:lnTo>
                    <a:pt x="2512836" y="1006457"/>
                  </a:lnTo>
                  <a:lnTo>
                    <a:pt x="2510409" y="1007994"/>
                  </a:lnTo>
                  <a:lnTo>
                    <a:pt x="2509587" y="1008062"/>
                  </a:lnTo>
                  <a:lnTo>
                    <a:pt x="2508568" y="1008968"/>
                  </a:lnTo>
                  <a:lnTo>
                    <a:pt x="2508188" y="1009828"/>
                  </a:lnTo>
                  <a:lnTo>
                    <a:pt x="2508499" y="1011692"/>
                  </a:lnTo>
                  <a:lnTo>
                    <a:pt x="2512486" y="1014804"/>
                  </a:lnTo>
                  <a:lnTo>
                    <a:pt x="2514168" y="1014492"/>
                  </a:lnTo>
                  <a:lnTo>
                    <a:pt x="2515431" y="1013366"/>
                  </a:lnTo>
                  <a:lnTo>
                    <a:pt x="2516587" y="1012955"/>
                  </a:lnTo>
                  <a:lnTo>
                    <a:pt x="2517744" y="1013548"/>
                  </a:lnTo>
                  <a:lnTo>
                    <a:pt x="2519897" y="1016280"/>
                  </a:lnTo>
                  <a:lnTo>
                    <a:pt x="2522005" y="1016995"/>
                  </a:lnTo>
                  <a:lnTo>
                    <a:pt x="2527300" y="1011327"/>
                  </a:lnTo>
                  <a:lnTo>
                    <a:pt x="2526745" y="1008960"/>
                  </a:lnTo>
                  <a:lnTo>
                    <a:pt x="2525124" y="1006244"/>
                  </a:lnTo>
                  <a:lnTo>
                    <a:pt x="2524257" y="1005917"/>
                  </a:lnTo>
                  <a:close/>
                  <a:moveTo>
                    <a:pt x="1488251" y="557385"/>
                  </a:moveTo>
                  <a:lnTo>
                    <a:pt x="1492839" y="556921"/>
                  </a:lnTo>
                  <a:lnTo>
                    <a:pt x="1496080" y="550583"/>
                  </a:lnTo>
                  <a:lnTo>
                    <a:pt x="1496377" y="548087"/>
                  </a:lnTo>
                  <a:lnTo>
                    <a:pt x="1495015" y="545105"/>
                  </a:lnTo>
                  <a:lnTo>
                    <a:pt x="1487871" y="546033"/>
                  </a:lnTo>
                  <a:lnTo>
                    <a:pt x="1486136" y="548894"/>
                  </a:lnTo>
                  <a:lnTo>
                    <a:pt x="1484888" y="553261"/>
                  </a:lnTo>
                  <a:lnTo>
                    <a:pt x="1485687" y="554889"/>
                  </a:lnTo>
                  <a:lnTo>
                    <a:pt x="1488251" y="557385"/>
                  </a:lnTo>
                  <a:close/>
                  <a:moveTo>
                    <a:pt x="3136305" y="1820885"/>
                  </a:moveTo>
                  <a:lnTo>
                    <a:pt x="3134700" y="1818815"/>
                  </a:lnTo>
                  <a:lnTo>
                    <a:pt x="3131367" y="1812866"/>
                  </a:lnTo>
                  <a:lnTo>
                    <a:pt x="3130979" y="1809997"/>
                  </a:lnTo>
                  <a:lnTo>
                    <a:pt x="3131961" y="1807395"/>
                  </a:lnTo>
                  <a:lnTo>
                    <a:pt x="3130591" y="1806946"/>
                  </a:lnTo>
                  <a:lnTo>
                    <a:pt x="3124603" y="1805919"/>
                  </a:lnTo>
                  <a:lnTo>
                    <a:pt x="3122450" y="1807585"/>
                  </a:lnTo>
                  <a:lnTo>
                    <a:pt x="3120753" y="1808049"/>
                  </a:lnTo>
                  <a:lnTo>
                    <a:pt x="3125897" y="1811937"/>
                  </a:lnTo>
                  <a:lnTo>
                    <a:pt x="3127487" y="1813984"/>
                  </a:lnTo>
                  <a:lnTo>
                    <a:pt x="3127829" y="1816190"/>
                  </a:lnTo>
                  <a:lnTo>
                    <a:pt x="3128620" y="1817910"/>
                  </a:lnTo>
                  <a:lnTo>
                    <a:pt x="3130979" y="1821395"/>
                  </a:lnTo>
                  <a:lnTo>
                    <a:pt x="3133011" y="1824065"/>
                  </a:lnTo>
                  <a:lnTo>
                    <a:pt x="3134220" y="1825047"/>
                  </a:lnTo>
                  <a:lnTo>
                    <a:pt x="3135970" y="1825465"/>
                  </a:lnTo>
                  <a:lnTo>
                    <a:pt x="3137195" y="1827657"/>
                  </a:lnTo>
                  <a:lnTo>
                    <a:pt x="3139843" y="1830365"/>
                  </a:lnTo>
                  <a:lnTo>
                    <a:pt x="3139957" y="1825009"/>
                  </a:lnTo>
                  <a:lnTo>
                    <a:pt x="3138405" y="1822467"/>
                  </a:lnTo>
                  <a:lnTo>
                    <a:pt x="3136305" y="1820885"/>
                  </a:lnTo>
                  <a:close/>
                  <a:moveTo>
                    <a:pt x="2882917" y="2014606"/>
                  </a:moveTo>
                  <a:lnTo>
                    <a:pt x="2882871" y="2017437"/>
                  </a:lnTo>
                  <a:lnTo>
                    <a:pt x="2885085" y="2018297"/>
                  </a:lnTo>
                  <a:lnTo>
                    <a:pt x="2887132" y="2016851"/>
                  </a:lnTo>
                  <a:lnTo>
                    <a:pt x="2887551" y="2015679"/>
                  </a:lnTo>
                  <a:lnTo>
                    <a:pt x="2886965" y="2011738"/>
                  </a:lnTo>
                  <a:lnTo>
                    <a:pt x="2888700" y="2008520"/>
                  </a:lnTo>
                  <a:lnTo>
                    <a:pt x="2889049" y="2006420"/>
                  </a:lnTo>
                  <a:lnTo>
                    <a:pt x="2887452" y="2005872"/>
                  </a:lnTo>
                  <a:lnTo>
                    <a:pt x="2882917" y="2014606"/>
                  </a:lnTo>
                  <a:close/>
                  <a:moveTo>
                    <a:pt x="2849515" y="2065584"/>
                  </a:moveTo>
                  <a:lnTo>
                    <a:pt x="2848130" y="2067775"/>
                  </a:lnTo>
                  <a:lnTo>
                    <a:pt x="2848557" y="2068232"/>
                  </a:lnTo>
                  <a:lnTo>
                    <a:pt x="2849622" y="2068467"/>
                  </a:lnTo>
                  <a:lnTo>
                    <a:pt x="2850634" y="2066672"/>
                  </a:lnTo>
                  <a:lnTo>
                    <a:pt x="2850162" y="2065219"/>
                  </a:lnTo>
                  <a:lnTo>
                    <a:pt x="2849515" y="2065584"/>
                  </a:lnTo>
                  <a:close/>
                  <a:moveTo>
                    <a:pt x="2912575" y="1968940"/>
                  </a:moveTo>
                  <a:lnTo>
                    <a:pt x="2910080" y="1971390"/>
                  </a:lnTo>
                  <a:lnTo>
                    <a:pt x="2907690" y="1978154"/>
                  </a:lnTo>
                  <a:lnTo>
                    <a:pt x="2905712" y="1980885"/>
                  </a:lnTo>
                  <a:lnTo>
                    <a:pt x="2900455" y="1981950"/>
                  </a:lnTo>
                  <a:lnTo>
                    <a:pt x="2898164" y="1984477"/>
                  </a:lnTo>
                  <a:lnTo>
                    <a:pt x="2895852" y="1984317"/>
                  </a:lnTo>
                  <a:lnTo>
                    <a:pt x="2895357" y="1985428"/>
                  </a:lnTo>
                  <a:lnTo>
                    <a:pt x="2896376" y="1987155"/>
                  </a:lnTo>
                  <a:lnTo>
                    <a:pt x="2896376" y="1991081"/>
                  </a:lnTo>
                  <a:lnTo>
                    <a:pt x="2897358" y="1992192"/>
                  </a:lnTo>
                  <a:lnTo>
                    <a:pt x="2899671" y="1992853"/>
                  </a:lnTo>
                  <a:lnTo>
                    <a:pt x="2900782" y="1991644"/>
                  </a:lnTo>
                  <a:lnTo>
                    <a:pt x="2902220" y="1989392"/>
                  </a:lnTo>
                  <a:lnTo>
                    <a:pt x="2904167" y="1988342"/>
                  </a:lnTo>
                  <a:lnTo>
                    <a:pt x="2908117" y="1987520"/>
                  </a:lnTo>
                  <a:lnTo>
                    <a:pt x="2910863" y="1984187"/>
                  </a:lnTo>
                  <a:lnTo>
                    <a:pt x="2913504" y="1979196"/>
                  </a:lnTo>
                  <a:lnTo>
                    <a:pt x="2914698" y="1975597"/>
                  </a:lnTo>
                  <a:lnTo>
                    <a:pt x="2915177" y="1971839"/>
                  </a:lnTo>
                  <a:lnTo>
                    <a:pt x="2914622" y="1968453"/>
                  </a:lnTo>
                  <a:lnTo>
                    <a:pt x="2912575" y="1968940"/>
                  </a:lnTo>
                  <a:close/>
                  <a:moveTo>
                    <a:pt x="2920572" y="1965394"/>
                  </a:moveTo>
                  <a:lnTo>
                    <a:pt x="2917079" y="1968004"/>
                  </a:lnTo>
                  <a:lnTo>
                    <a:pt x="2916121" y="1969784"/>
                  </a:lnTo>
                  <a:lnTo>
                    <a:pt x="2916722" y="1970781"/>
                  </a:lnTo>
                  <a:lnTo>
                    <a:pt x="2919484" y="1972896"/>
                  </a:lnTo>
                  <a:lnTo>
                    <a:pt x="2920328" y="1973071"/>
                  </a:lnTo>
                  <a:lnTo>
                    <a:pt x="2921173" y="1972272"/>
                  </a:lnTo>
                  <a:lnTo>
                    <a:pt x="2922839" y="1969122"/>
                  </a:lnTo>
                  <a:lnTo>
                    <a:pt x="2922938" y="1966033"/>
                  </a:lnTo>
                  <a:lnTo>
                    <a:pt x="2922261" y="1965470"/>
                  </a:lnTo>
                  <a:lnTo>
                    <a:pt x="2920572" y="1965394"/>
                  </a:lnTo>
                  <a:close/>
                  <a:moveTo>
                    <a:pt x="1323404" y="724134"/>
                  </a:moveTo>
                  <a:lnTo>
                    <a:pt x="1325009" y="727672"/>
                  </a:lnTo>
                  <a:lnTo>
                    <a:pt x="1325930" y="728372"/>
                  </a:lnTo>
                  <a:lnTo>
                    <a:pt x="1329407" y="725351"/>
                  </a:lnTo>
                  <a:lnTo>
                    <a:pt x="1330358" y="729863"/>
                  </a:lnTo>
                  <a:lnTo>
                    <a:pt x="1331925" y="731172"/>
                  </a:lnTo>
                  <a:lnTo>
                    <a:pt x="1333455" y="723282"/>
                  </a:lnTo>
                  <a:lnTo>
                    <a:pt x="1336209" y="723449"/>
                  </a:lnTo>
                  <a:lnTo>
                    <a:pt x="1337107" y="722475"/>
                  </a:lnTo>
                  <a:lnTo>
                    <a:pt x="1336833" y="719394"/>
                  </a:lnTo>
                  <a:lnTo>
                    <a:pt x="1336057" y="716647"/>
                  </a:lnTo>
                  <a:lnTo>
                    <a:pt x="1335913" y="708460"/>
                  </a:lnTo>
                  <a:lnTo>
                    <a:pt x="1332838" y="708643"/>
                  </a:lnTo>
                  <a:lnTo>
                    <a:pt x="1330510" y="709990"/>
                  </a:lnTo>
                  <a:lnTo>
                    <a:pt x="1330442" y="713200"/>
                  </a:lnTo>
                  <a:lnTo>
                    <a:pt x="1330807" y="717446"/>
                  </a:lnTo>
                  <a:lnTo>
                    <a:pt x="1329004" y="717689"/>
                  </a:lnTo>
                  <a:lnTo>
                    <a:pt x="1326227" y="713923"/>
                  </a:lnTo>
                  <a:lnTo>
                    <a:pt x="1321707" y="720999"/>
                  </a:lnTo>
                  <a:lnTo>
                    <a:pt x="1322384" y="723388"/>
                  </a:lnTo>
                  <a:lnTo>
                    <a:pt x="1323404" y="724134"/>
                  </a:lnTo>
                  <a:close/>
                  <a:moveTo>
                    <a:pt x="2903004" y="1967137"/>
                  </a:moveTo>
                  <a:lnTo>
                    <a:pt x="2904951" y="1966756"/>
                  </a:lnTo>
                  <a:lnTo>
                    <a:pt x="2905134" y="1965965"/>
                  </a:lnTo>
                  <a:lnTo>
                    <a:pt x="2904837" y="1963766"/>
                  </a:lnTo>
                  <a:lnTo>
                    <a:pt x="2903323" y="1962959"/>
                  </a:lnTo>
                  <a:lnTo>
                    <a:pt x="2901162" y="1963667"/>
                  </a:lnTo>
                  <a:lnTo>
                    <a:pt x="2901505" y="1965151"/>
                  </a:lnTo>
                  <a:lnTo>
                    <a:pt x="2902136" y="1966239"/>
                  </a:lnTo>
                  <a:lnTo>
                    <a:pt x="2903004" y="1967137"/>
                  </a:lnTo>
                  <a:close/>
                  <a:moveTo>
                    <a:pt x="2830661" y="2087200"/>
                  </a:moveTo>
                  <a:lnTo>
                    <a:pt x="2827968" y="2090182"/>
                  </a:lnTo>
                  <a:lnTo>
                    <a:pt x="2824225" y="2094740"/>
                  </a:lnTo>
                  <a:lnTo>
                    <a:pt x="2821037" y="2095242"/>
                  </a:lnTo>
                  <a:lnTo>
                    <a:pt x="2821212" y="2095988"/>
                  </a:lnTo>
                  <a:lnTo>
                    <a:pt x="2821866" y="2097251"/>
                  </a:lnTo>
                  <a:lnTo>
                    <a:pt x="2823175" y="2097289"/>
                  </a:lnTo>
                  <a:lnTo>
                    <a:pt x="2827154" y="2093865"/>
                  </a:lnTo>
                  <a:lnTo>
                    <a:pt x="2833286" y="2086218"/>
                  </a:lnTo>
                  <a:lnTo>
                    <a:pt x="2832130" y="2086180"/>
                  </a:lnTo>
                  <a:lnTo>
                    <a:pt x="2830661" y="2087200"/>
                  </a:lnTo>
                  <a:close/>
                  <a:moveTo>
                    <a:pt x="2872523" y="2030105"/>
                  </a:moveTo>
                  <a:lnTo>
                    <a:pt x="2871786" y="2032448"/>
                  </a:lnTo>
                  <a:lnTo>
                    <a:pt x="2869663" y="2034373"/>
                  </a:lnTo>
                  <a:lnTo>
                    <a:pt x="2869838" y="2034914"/>
                  </a:lnTo>
                  <a:lnTo>
                    <a:pt x="2870743" y="2035461"/>
                  </a:lnTo>
                  <a:lnTo>
                    <a:pt x="2871558" y="2033795"/>
                  </a:lnTo>
                  <a:lnTo>
                    <a:pt x="2874190" y="2031634"/>
                  </a:lnTo>
                  <a:lnTo>
                    <a:pt x="2874700" y="2030508"/>
                  </a:lnTo>
                  <a:lnTo>
                    <a:pt x="2874068" y="2030090"/>
                  </a:lnTo>
                  <a:lnTo>
                    <a:pt x="2872523" y="2030105"/>
                  </a:lnTo>
                  <a:close/>
                  <a:moveTo>
                    <a:pt x="2700045" y="2198452"/>
                  </a:moveTo>
                  <a:lnTo>
                    <a:pt x="2699596" y="2198840"/>
                  </a:lnTo>
                  <a:lnTo>
                    <a:pt x="2699687" y="2199228"/>
                  </a:lnTo>
                  <a:lnTo>
                    <a:pt x="2699969" y="2199160"/>
                  </a:lnTo>
                  <a:lnTo>
                    <a:pt x="2700486" y="2198802"/>
                  </a:lnTo>
                  <a:lnTo>
                    <a:pt x="2700844" y="2198581"/>
                  </a:lnTo>
                  <a:lnTo>
                    <a:pt x="2701148" y="2198262"/>
                  </a:lnTo>
                  <a:lnTo>
                    <a:pt x="2700890" y="2198003"/>
                  </a:lnTo>
                  <a:lnTo>
                    <a:pt x="2700045" y="2198452"/>
                  </a:lnTo>
                  <a:close/>
                  <a:moveTo>
                    <a:pt x="2706117" y="2192175"/>
                  </a:moveTo>
                  <a:lnTo>
                    <a:pt x="2705630" y="2192046"/>
                  </a:lnTo>
                  <a:lnTo>
                    <a:pt x="2705067" y="2192434"/>
                  </a:lnTo>
                  <a:lnTo>
                    <a:pt x="2704854" y="2192692"/>
                  </a:lnTo>
                  <a:lnTo>
                    <a:pt x="2705166" y="2192822"/>
                  </a:lnTo>
                  <a:lnTo>
                    <a:pt x="2706101" y="2192981"/>
                  </a:lnTo>
                  <a:lnTo>
                    <a:pt x="2706665" y="2192822"/>
                  </a:lnTo>
                  <a:lnTo>
                    <a:pt x="2706482" y="2192266"/>
                  </a:lnTo>
                  <a:lnTo>
                    <a:pt x="2706117" y="2192175"/>
                  </a:lnTo>
                  <a:close/>
                  <a:moveTo>
                    <a:pt x="2703431" y="2166991"/>
                  </a:moveTo>
                  <a:lnTo>
                    <a:pt x="2701392" y="2166915"/>
                  </a:lnTo>
                  <a:lnTo>
                    <a:pt x="2697724" y="2173686"/>
                  </a:lnTo>
                  <a:lnTo>
                    <a:pt x="2696651" y="2174401"/>
                  </a:lnTo>
                  <a:lnTo>
                    <a:pt x="2695837" y="2176052"/>
                  </a:lnTo>
                  <a:lnTo>
                    <a:pt x="2694156" y="2177955"/>
                  </a:lnTo>
                  <a:lnTo>
                    <a:pt x="2693623" y="2179659"/>
                  </a:lnTo>
                  <a:lnTo>
                    <a:pt x="2691873" y="2181805"/>
                  </a:lnTo>
                  <a:lnTo>
                    <a:pt x="2687514" y="2185593"/>
                  </a:lnTo>
                  <a:lnTo>
                    <a:pt x="2686745" y="2187382"/>
                  </a:lnTo>
                  <a:lnTo>
                    <a:pt x="2687027" y="2189542"/>
                  </a:lnTo>
                  <a:lnTo>
                    <a:pt x="2689515" y="2191673"/>
                  </a:lnTo>
                  <a:lnTo>
                    <a:pt x="2690177" y="2186354"/>
                  </a:lnTo>
                  <a:lnTo>
                    <a:pt x="2694027" y="2183532"/>
                  </a:lnTo>
                  <a:lnTo>
                    <a:pt x="2696599" y="2180367"/>
                  </a:lnTo>
                  <a:lnTo>
                    <a:pt x="2697161" y="2178708"/>
                  </a:lnTo>
                  <a:lnTo>
                    <a:pt x="2701399" y="2174485"/>
                  </a:lnTo>
                  <a:lnTo>
                    <a:pt x="2702693" y="2173808"/>
                  </a:lnTo>
                  <a:lnTo>
                    <a:pt x="2705333" y="2173443"/>
                  </a:lnTo>
                  <a:lnTo>
                    <a:pt x="2708331" y="2170628"/>
                  </a:lnTo>
                  <a:lnTo>
                    <a:pt x="2710035" y="2170658"/>
                  </a:lnTo>
                  <a:lnTo>
                    <a:pt x="2711138" y="2168695"/>
                  </a:lnTo>
                  <a:lnTo>
                    <a:pt x="2706611" y="2169167"/>
                  </a:lnTo>
                  <a:lnTo>
                    <a:pt x="2703431" y="2166991"/>
                  </a:lnTo>
                  <a:close/>
                  <a:moveTo>
                    <a:pt x="2697534" y="2197760"/>
                  </a:moveTo>
                  <a:lnTo>
                    <a:pt x="2697161" y="2197805"/>
                  </a:lnTo>
                  <a:lnTo>
                    <a:pt x="2696766" y="2197828"/>
                  </a:lnTo>
                  <a:lnTo>
                    <a:pt x="2696469" y="2197676"/>
                  </a:lnTo>
                  <a:lnTo>
                    <a:pt x="2696203" y="2197729"/>
                  </a:lnTo>
                  <a:lnTo>
                    <a:pt x="2696203" y="2197942"/>
                  </a:lnTo>
                  <a:lnTo>
                    <a:pt x="2696469" y="2198132"/>
                  </a:lnTo>
                  <a:lnTo>
                    <a:pt x="2696575" y="2198452"/>
                  </a:lnTo>
                  <a:lnTo>
                    <a:pt x="2696735" y="2198840"/>
                  </a:lnTo>
                  <a:lnTo>
                    <a:pt x="2697017" y="2198764"/>
                  </a:lnTo>
                  <a:lnTo>
                    <a:pt x="2697526" y="2198665"/>
                  </a:lnTo>
                  <a:lnTo>
                    <a:pt x="2697785" y="2198642"/>
                  </a:lnTo>
                  <a:lnTo>
                    <a:pt x="2697732" y="2198087"/>
                  </a:lnTo>
                  <a:lnTo>
                    <a:pt x="2697534" y="2197760"/>
                  </a:lnTo>
                  <a:close/>
                  <a:moveTo>
                    <a:pt x="2759331" y="2138162"/>
                  </a:moveTo>
                  <a:lnTo>
                    <a:pt x="2759346" y="2137249"/>
                  </a:lnTo>
                  <a:lnTo>
                    <a:pt x="2759049" y="2136518"/>
                  </a:lnTo>
                  <a:lnTo>
                    <a:pt x="2758212" y="2136016"/>
                  </a:lnTo>
                  <a:lnTo>
                    <a:pt x="2756797" y="2136191"/>
                  </a:lnTo>
                  <a:lnTo>
                    <a:pt x="2754781" y="2137287"/>
                  </a:lnTo>
                  <a:lnTo>
                    <a:pt x="2748626" y="2143419"/>
                  </a:lnTo>
                  <a:lnTo>
                    <a:pt x="2744479" y="2144150"/>
                  </a:lnTo>
                  <a:lnTo>
                    <a:pt x="2742896" y="2144028"/>
                  </a:lnTo>
                  <a:lnTo>
                    <a:pt x="2740941" y="2140528"/>
                  </a:lnTo>
                  <a:lnTo>
                    <a:pt x="2740081" y="2140361"/>
                  </a:lnTo>
                  <a:lnTo>
                    <a:pt x="2738978" y="2142872"/>
                  </a:lnTo>
                  <a:lnTo>
                    <a:pt x="2739252" y="2145131"/>
                  </a:lnTo>
                  <a:lnTo>
                    <a:pt x="2736772" y="2146189"/>
                  </a:lnTo>
                  <a:lnTo>
                    <a:pt x="2734390" y="2149133"/>
                  </a:lnTo>
                  <a:lnTo>
                    <a:pt x="2732252" y="2150054"/>
                  </a:lnTo>
                  <a:lnTo>
                    <a:pt x="2729536" y="2153584"/>
                  </a:lnTo>
                  <a:lnTo>
                    <a:pt x="2725610" y="2156263"/>
                  </a:lnTo>
                  <a:lnTo>
                    <a:pt x="2723647" y="2158956"/>
                  </a:lnTo>
                  <a:lnTo>
                    <a:pt x="2723350" y="2162038"/>
                  </a:lnTo>
                  <a:lnTo>
                    <a:pt x="2719789" y="2164952"/>
                  </a:lnTo>
                  <a:lnTo>
                    <a:pt x="2718922" y="2166527"/>
                  </a:lnTo>
                  <a:lnTo>
                    <a:pt x="2718146" y="2169768"/>
                  </a:lnTo>
                  <a:lnTo>
                    <a:pt x="2722437" y="2165979"/>
                  </a:lnTo>
                  <a:lnTo>
                    <a:pt x="2724765" y="2165317"/>
                  </a:lnTo>
                  <a:lnTo>
                    <a:pt x="2726957" y="2161611"/>
                  </a:lnTo>
                  <a:lnTo>
                    <a:pt x="2732366" y="2156879"/>
                  </a:lnTo>
                  <a:lnTo>
                    <a:pt x="2733356" y="2155342"/>
                  </a:lnTo>
                  <a:lnTo>
                    <a:pt x="2733622" y="2153600"/>
                  </a:lnTo>
                  <a:lnTo>
                    <a:pt x="2734390" y="2152626"/>
                  </a:lnTo>
                  <a:lnTo>
                    <a:pt x="2737084" y="2153189"/>
                  </a:lnTo>
                  <a:lnTo>
                    <a:pt x="2739845" y="2152230"/>
                  </a:lnTo>
                  <a:lnTo>
                    <a:pt x="2741801" y="2149826"/>
                  </a:lnTo>
                  <a:lnTo>
                    <a:pt x="2747294" y="2145398"/>
                  </a:lnTo>
                  <a:lnTo>
                    <a:pt x="2750551" y="2144485"/>
                  </a:lnTo>
                  <a:lnTo>
                    <a:pt x="2754500" y="2142354"/>
                  </a:lnTo>
                  <a:lnTo>
                    <a:pt x="2758585" y="2142164"/>
                  </a:lnTo>
                  <a:lnTo>
                    <a:pt x="2759575" y="2140992"/>
                  </a:lnTo>
                  <a:lnTo>
                    <a:pt x="2758844" y="2139448"/>
                  </a:lnTo>
                  <a:lnTo>
                    <a:pt x="2759331" y="2138162"/>
                  </a:lnTo>
                  <a:close/>
                  <a:moveTo>
                    <a:pt x="2791005" y="2115420"/>
                  </a:moveTo>
                  <a:lnTo>
                    <a:pt x="2783610" y="2120898"/>
                  </a:lnTo>
                  <a:lnTo>
                    <a:pt x="2780057" y="2125357"/>
                  </a:lnTo>
                  <a:lnTo>
                    <a:pt x="2777280" y="2126467"/>
                  </a:lnTo>
                  <a:lnTo>
                    <a:pt x="2772608" y="2133977"/>
                  </a:lnTo>
                  <a:lnTo>
                    <a:pt x="2774571" y="2134038"/>
                  </a:lnTo>
                  <a:lnTo>
                    <a:pt x="2777744" y="2132494"/>
                  </a:lnTo>
                  <a:lnTo>
                    <a:pt x="2781928" y="2128195"/>
                  </a:lnTo>
                  <a:lnTo>
                    <a:pt x="2783435" y="2126992"/>
                  </a:lnTo>
                  <a:lnTo>
                    <a:pt x="2785626" y="2126171"/>
                  </a:lnTo>
                  <a:lnTo>
                    <a:pt x="2788578" y="2123607"/>
                  </a:lnTo>
                  <a:lnTo>
                    <a:pt x="2789423" y="2121187"/>
                  </a:lnTo>
                  <a:lnTo>
                    <a:pt x="2796225" y="2115161"/>
                  </a:lnTo>
                  <a:lnTo>
                    <a:pt x="2791865" y="2115009"/>
                  </a:lnTo>
                  <a:lnTo>
                    <a:pt x="2791005" y="2115420"/>
                  </a:lnTo>
                  <a:close/>
                  <a:moveTo>
                    <a:pt x="2716609" y="2185898"/>
                  </a:moveTo>
                  <a:lnTo>
                    <a:pt x="2712287" y="2187298"/>
                  </a:lnTo>
                  <a:lnTo>
                    <a:pt x="2712112" y="2187770"/>
                  </a:lnTo>
                  <a:lnTo>
                    <a:pt x="2712006" y="2189436"/>
                  </a:lnTo>
                  <a:lnTo>
                    <a:pt x="2713588" y="2190151"/>
                  </a:lnTo>
                  <a:lnTo>
                    <a:pt x="2714250" y="2189345"/>
                  </a:lnTo>
                  <a:lnTo>
                    <a:pt x="2718207" y="2187564"/>
                  </a:lnTo>
                  <a:lnTo>
                    <a:pt x="2717887" y="2186826"/>
                  </a:lnTo>
                  <a:lnTo>
                    <a:pt x="2716609" y="2185898"/>
                  </a:lnTo>
                  <a:close/>
                  <a:moveTo>
                    <a:pt x="2798637" y="1655688"/>
                  </a:moveTo>
                  <a:lnTo>
                    <a:pt x="2797069" y="1658305"/>
                  </a:lnTo>
                  <a:lnTo>
                    <a:pt x="2794452" y="1660093"/>
                  </a:lnTo>
                  <a:lnTo>
                    <a:pt x="2794490" y="1660892"/>
                  </a:lnTo>
                  <a:lnTo>
                    <a:pt x="2795327" y="1662026"/>
                  </a:lnTo>
                  <a:lnTo>
                    <a:pt x="2797009" y="1661554"/>
                  </a:lnTo>
                  <a:lnTo>
                    <a:pt x="2799953" y="1658381"/>
                  </a:lnTo>
                  <a:lnTo>
                    <a:pt x="2799634" y="1657255"/>
                  </a:lnTo>
                  <a:lnTo>
                    <a:pt x="2798637" y="1655688"/>
                  </a:lnTo>
                  <a:close/>
                  <a:moveTo>
                    <a:pt x="3095584" y="1653147"/>
                  </a:moveTo>
                  <a:lnTo>
                    <a:pt x="3094405" y="1652911"/>
                  </a:lnTo>
                  <a:lnTo>
                    <a:pt x="3087671" y="1658336"/>
                  </a:lnTo>
                  <a:lnTo>
                    <a:pt x="3078252" y="1661699"/>
                  </a:lnTo>
                  <a:lnTo>
                    <a:pt x="3078381" y="1663464"/>
                  </a:lnTo>
                  <a:lnTo>
                    <a:pt x="3078761" y="1665221"/>
                  </a:lnTo>
                  <a:lnTo>
                    <a:pt x="3077529" y="1670631"/>
                  </a:lnTo>
                  <a:lnTo>
                    <a:pt x="3074326" y="1677106"/>
                  </a:lnTo>
                  <a:lnTo>
                    <a:pt x="3071138" y="1679640"/>
                  </a:lnTo>
                  <a:lnTo>
                    <a:pt x="3071236" y="1680979"/>
                  </a:lnTo>
                  <a:lnTo>
                    <a:pt x="3071564" y="1681854"/>
                  </a:lnTo>
                  <a:lnTo>
                    <a:pt x="3072081" y="1682477"/>
                  </a:lnTo>
                  <a:lnTo>
                    <a:pt x="3075573" y="1678643"/>
                  </a:lnTo>
                  <a:lnTo>
                    <a:pt x="3082512" y="1672883"/>
                  </a:lnTo>
                  <a:lnTo>
                    <a:pt x="3089322" y="1669003"/>
                  </a:lnTo>
                  <a:lnTo>
                    <a:pt x="3096512" y="1667047"/>
                  </a:lnTo>
                  <a:lnTo>
                    <a:pt x="3097494" y="1663532"/>
                  </a:lnTo>
                  <a:lnTo>
                    <a:pt x="3096802" y="1657666"/>
                  </a:lnTo>
                  <a:lnTo>
                    <a:pt x="3095584" y="1653147"/>
                  </a:lnTo>
                  <a:close/>
                  <a:moveTo>
                    <a:pt x="1207548" y="302646"/>
                  </a:moveTo>
                  <a:lnTo>
                    <a:pt x="1214039" y="306572"/>
                  </a:lnTo>
                  <a:lnTo>
                    <a:pt x="1217866" y="306693"/>
                  </a:lnTo>
                  <a:lnTo>
                    <a:pt x="1218140" y="312689"/>
                  </a:lnTo>
                  <a:lnTo>
                    <a:pt x="1221571" y="313145"/>
                  </a:lnTo>
                  <a:lnTo>
                    <a:pt x="1238203" y="311692"/>
                  </a:lnTo>
                  <a:lnTo>
                    <a:pt x="1237359" y="309060"/>
                  </a:lnTo>
                  <a:lnTo>
                    <a:pt x="1233319" y="305240"/>
                  </a:lnTo>
                  <a:lnTo>
                    <a:pt x="1214259" y="295037"/>
                  </a:lnTo>
                  <a:lnTo>
                    <a:pt x="1212227" y="298347"/>
                  </a:lnTo>
                  <a:lnTo>
                    <a:pt x="1209587" y="294094"/>
                  </a:lnTo>
                  <a:lnTo>
                    <a:pt x="1207442" y="292503"/>
                  </a:lnTo>
                  <a:lnTo>
                    <a:pt x="1205372" y="294847"/>
                  </a:lnTo>
                  <a:lnTo>
                    <a:pt x="1205814" y="297114"/>
                  </a:lnTo>
                  <a:lnTo>
                    <a:pt x="1207548" y="302646"/>
                  </a:lnTo>
                  <a:close/>
                  <a:moveTo>
                    <a:pt x="1207251" y="865661"/>
                  </a:moveTo>
                  <a:lnTo>
                    <a:pt x="1206042" y="867989"/>
                  </a:lnTo>
                  <a:lnTo>
                    <a:pt x="1209275" y="871535"/>
                  </a:lnTo>
                  <a:lnTo>
                    <a:pt x="1218352" y="874289"/>
                  </a:lnTo>
                  <a:lnTo>
                    <a:pt x="1220414" y="873817"/>
                  </a:lnTo>
                  <a:lnTo>
                    <a:pt x="1209625" y="865592"/>
                  </a:lnTo>
                  <a:lnTo>
                    <a:pt x="1207251" y="865661"/>
                  </a:lnTo>
                  <a:close/>
                  <a:moveTo>
                    <a:pt x="1200579" y="872820"/>
                  </a:moveTo>
                  <a:lnTo>
                    <a:pt x="1202154" y="871139"/>
                  </a:lnTo>
                  <a:lnTo>
                    <a:pt x="1205365" y="866041"/>
                  </a:lnTo>
                  <a:lnTo>
                    <a:pt x="1205113" y="865242"/>
                  </a:lnTo>
                  <a:lnTo>
                    <a:pt x="1202778" y="864207"/>
                  </a:lnTo>
                  <a:lnTo>
                    <a:pt x="1195078" y="866695"/>
                  </a:lnTo>
                  <a:lnTo>
                    <a:pt x="1190916" y="871451"/>
                  </a:lnTo>
                  <a:lnTo>
                    <a:pt x="1190262" y="874829"/>
                  </a:lnTo>
                  <a:lnTo>
                    <a:pt x="1193662" y="873003"/>
                  </a:lnTo>
                  <a:lnTo>
                    <a:pt x="1200579" y="872820"/>
                  </a:lnTo>
                  <a:close/>
                  <a:moveTo>
                    <a:pt x="1170845" y="913503"/>
                  </a:moveTo>
                  <a:lnTo>
                    <a:pt x="1174124" y="915428"/>
                  </a:lnTo>
                  <a:lnTo>
                    <a:pt x="1175196" y="916684"/>
                  </a:lnTo>
                  <a:lnTo>
                    <a:pt x="1175676" y="915984"/>
                  </a:lnTo>
                  <a:lnTo>
                    <a:pt x="1176460" y="913496"/>
                  </a:lnTo>
                  <a:lnTo>
                    <a:pt x="1175668" y="911921"/>
                  </a:lnTo>
                  <a:lnTo>
                    <a:pt x="1175394" y="909030"/>
                  </a:lnTo>
                  <a:lnTo>
                    <a:pt x="1177433" y="904381"/>
                  </a:lnTo>
                  <a:lnTo>
                    <a:pt x="1182105" y="902197"/>
                  </a:lnTo>
                  <a:lnTo>
                    <a:pt x="1177061" y="898849"/>
                  </a:lnTo>
                  <a:lnTo>
                    <a:pt x="1174382" y="897845"/>
                  </a:lnTo>
                  <a:lnTo>
                    <a:pt x="1170304" y="897206"/>
                  </a:lnTo>
                  <a:lnTo>
                    <a:pt x="1165807" y="898781"/>
                  </a:lnTo>
                  <a:lnTo>
                    <a:pt x="1164613" y="901330"/>
                  </a:lnTo>
                  <a:lnTo>
                    <a:pt x="1163715" y="905195"/>
                  </a:lnTo>
                  <a:lnTo>
                    <a:pt x="1165435" y="908565"/>
                  </a:lnTo>
                  <a:lnTo>
                    <a:pt x="1170845" y="913503"/>
                  </a:lnTo>
                  <a:close/>
                  <a:moveTo>
                    <a:pt x="1270425" y="147827"/>
                  </a:moveTo>
                  <a:lnTo>
                    <a:pt x="1290238" y="142988"/>
                  </a:lnTo>
                  <a:lnTo>
                    <a:pt x="1297040" y="140325"/>
                  </a:lnTo>
                  <a:lnTo>
                    <a:pt x="1297649" y="138354"/>
                  </a:lnTo>
                  <a:lnTo>
                    <a:pt x="1298806" y="132267"/>
                  </a:lnTo>
                  <a:lnTo>
                    <a:pt x="1295640" y="129269"/>
                  </a:lnTo>
                  <a:lnTo>
                    <a:pt x="1285543" y="125792"/>
                  </a:lnTo>
                  <a:lnTo>
                    <a:pt x="1272967" y="127839"/>
                  </a:lnTo>
                  <a:lnTo>
                    <a:pt x="1270669" y="132823"/>
                  </a:lnTo>
                  <a:lnTo>
                    <a:pt x="1267846" y="142980"/>
                  </a:lnTo>
                  <a:lnTo>
                    <a:pt x="1268470" y="144783"/>
                  </a:lnTo>
                  <a:lnTo>
                    <a:pt x="1270425" y="147827"/>
                  </a:lnTo>
                  <a:close/>
                  <a:moveTo>
                    <a:pt x="1078674" y="902669"/>
                  </a:moveTo>
                  <a:lnTo>
                    <a:pt x="1082517" y="903536"/>
                  </a:lnTo>
                  <a:lnTo>
                    <a:pt x="1084259" y="903270"/>
                  </a:lnTo>
                  <a:lnTo>
                    <a:pt x="1090528" y="899831"/>
                  </a:lnTo>
                  <a:lnTo>
                    <a:pt x="1095078" y="898028"/>
                  </a:lnTo>
                  <a:lnTo>
                    <a:pt x="1105084" y="894870"/>
                  </a:lnTo>
                  <a:lnTo>
                    <a:pt x="1110866" y="894025"/>
                  </a:lnTo>
                  <a:lnTo>
                    <a:pt x="1110957" y="890274"/>
                  </a:lnTo>
                  <a:lnTo>
                    <a:pt x="1110090" y="885953"/>
                  </a:lnTo>
                  <a:lnTo>
                    <a:pt x="1107001" y="881570"/>
                  </a:lnTo>
                  <a:lnTo>
                    <a:pt x="1105000" y="879326"/>
                  </a:lnTo>
                  <a:lnTo>
                    <a:pt x="1102444" y="873680"/>
                  </a:lnTo>
                  <a:lnTo>
                    <a:pt x="1100511" y="871413"/>
                  </a:lnTo>
                  <a:lnTo>
                    <a:pt x="1097993" y="869442"/>
                  </a:lnTo>
                  <a:lnTo>
                    <a:pt x="1096219" y="868674"/>
                  </a:lnTo>
                  <a:lnTo>
                    <a:pt x="1083620" y="871436"/>
                  </a:lnTo>
                  <a:lnTo>
                    <a:pt x="1079336" y="873901"/>
                  </a:lnTo>
                  <a:lnTo>
                    <a:pt x="1076049" y="880277"/>
                  </a:lnTo>
                  <a:lnTo>
                    <a:pt x="1076536" y="890305"/>
                  </a:lnTo>
                  <a:lnTo>
                    <a:pt x="1075829" y="894375"/>
                  </a:lnTo>
                  <a:lnTo>
                    <a:pt x="1074649" y="897518"/>
                  </a:lnTo>
                  <a:lnTo>
                    <a:pt x="1074436" y="900607"/>
                  </a:lnTo>
                  <a:lnTo>
                    <a:pt x="1077008" y="904076"/>
                  </a:lnTo>
                  <a:lnTo>
                    <a:pt x="1078674" y="902669"/>
                  </a:lnTo>
                  <a:close/>
                  <a:moveTo>
                    <a:pt x="1265777" y="924787"/>
                  </a:moveTo>
                  <a:lnTo>
                    <a:pt x="1277524" y="927731"/>
                  </a:lnTo>
                  <a:lnTo>
                    <a:pt x="1279031" y="926925"/>
                  </a:lnTo>
                  <a:lnTo>
                    <a:pt x="1279814" y="923509"/>
                  </a:lnTo>
                  <a:lnTo>
                    <a:pt x="1279890" y="912712"/>
                  </a:lnTo>
                  <a:lnTo>
                    <a:pt x="1277136" y="908018"/>
                  </a:lnTo>
                  <a:lnTo>
                    <a:pt x="1275949" y="903962"/>
                  </a:lnTo>
                  <a:lnTo>
                    <a:pt x="1271841" y="899876"/>
                  </a:lnTo>
                  <a:lnTo>
                    <a:pt x="1261006" y="914622"/>
                  </a:lnTo>
                  <a:lnTo>
                    <a:pt x="1260504" y="917635"/>
                  </a:lnTo>
                  <a:lnTo>
                    <a:pt x="1261721" y="921059"/>
                  </a:lnTo>
                  <a:lnTo>
                    <a:pt x="1265777" y="924787"/>
                  </a:lnTo>
                  <a:close/>
                  <a:moveTo>
                    <a:pt x="3166268" y="1830479"/>
                  </a:moveTo>
                  <a:lnTo>
                    <a:pt x="3162593" y="1827542"/>
                  </a:lnTo>
                  <a:lnTo>
                    <a:pt x="3160074" y="1826523"/>
                  </a:lnTo>
                  <a:lnTo>
                    <a:pt x="3158347" y="1824332"/>
                  </a:lnTo>
                  <a:lnTo>
                    <a:pt x="3156848" y="1824370"/>
                  </a:lnTo>
                  <a:lnTo>
                    <a:pt x="3157845" y="1826622"/>
                  </a:lnTo>
                  <a:lnTo>
                    <a:pt x="3161885" y="1830213"/>
                  </a:lnTo>
                  <a:lnTo>
                    <a:pt x="3170513" y="1837015"/>
                  </a:lnTo>
                  <a:lnTo>
                    <a:pt x="3169608" y="1835098"/>
                  </a:lnTo>
                  <a:lnTo>
                    <a:pt x="3166268" y="1830479"/>
                  </a:lnTo>
                  <a:close/>
                  <a:moveTo>
                    <a:pt x="1233684" y="938125"/>
                  </a:moveTo>
                  <a:lnTo>
                    <a:pt x="1231181" y="943747"/>
                  </a:lnTo>
                  <a:lnTo>
                    <a:pt x="1228807" y="947072"/>
                  </a:lnTo>
                  <a:lnTo>
                    <a:pt x="1223549" y="952269"/>
                  </a:lnTo>
                  <a:lnTo>
                    <a:pt x="1222864" y="955685"/>
                  </a:lnTo>
                  <a:lnTo>
                    <a:pt x="1223610" y="957047"/>
                  </a:lnTo>
                  <a:lnTo>
                    <a:pt x="1228730" y="958158"/>
                  </a:lnTo>
                  <a:lnTo>
                    <a:pt x="1239124" y="957504"/>
                  </a:lnTo>
                  <a:lnTo>
                    <a:pt x="1242289" y="956286"/>
                  </a:lnTo>
                  <a:lnTo>
                    <a:pt x="1247128" y="950382"/>
                  </a:lnTo>
                  <a:lnTo>
                    <a:pt x="1250270" y="948647"/>
                  </a:lnTo>
                  <a:lnTo>
                    <a:pt x="1254775" y="944021"/>
                  </a:lnTo>
                  <a:lnTo>
                    <a:pt x="1254508" y="942469"/>
                  </a:lnTo>
                  <a:lnTo>
                    <a:pt x="1252934" y="938992"/>
                  </a:lnTo>
                  <a:lnTo>
                    <a:pt x="1241612" y="933430"/>
                  </a:lnTo>
                  <a:lnTo>
                    <a:pt x="1237975" y="933453"/>
                  </a:lnTo>
                  <a:lnTo>
                    <a:pt x="1233684" y="938125"/>
                  </a:lnTo>
                  <a:close/>
                  <a:moveTo>
                    <a:pt x="2506727" y="1815582"/>
                  </a:moveTo>
                  <a:lnTo>
                    <a:pt x="2502451" y="1818686"/>
                  </a:lnTo>
                  <a:lnTo>
                    <a:pt x="2500723" y="1820664"/>
                  </a:lnTo>
                  <a:lnTo>
                    <a:pt x="2501804" y="1821037"/>
                  </a:lnTo>
                  <a:lnTo>
                    <a:pt x="2504741" y="1820497"/>
                  </a:lnTo>
                  <a:lnTo>
                    <a:pt x="2506171" y="1821851"/>
                  </a:lnTo>
                  <a:lnTo>
                    <a:pt x="2508005" y="1821752"/>
                  </a:lnTo>
                  <a:lnTo>
                    <a:pt x="2510637" y="1815300"/>
                  </a:lnTo>
                  <a:lnTo>
                    <a:pt x="2510158" y="1815026"/>
                  </a:lnTo>
                  <a:lnTo>
                    <a:pt x="2508484" y="1815627"/>
                  </a:lnTo>
                  <a:lnTo>
                    <a:pt x="2506727" y="1815582"/>
                  </a:lnTo>
                  <a:close/>
                  <a:moveTo>
                    <a:pt x="2528837" y="1817042"/>
                  </a:moveTo>
                  <a:lnTo>
                    <a:pt x="2526904" y="1815582"/>
                  </a:lnTo>
                  <a:lnTo>
                    <a:pt x="2526258" y="1814935"/>
                  </a:lnTo>
                  <a:lnTo>
                    <a:pt x="2519144" y="1811694"/>
                  </a:lnTo>
                  <a:lnTo>
                    <a:pt x="2518421" y="1812964"/>
                  </a:lnTo>
                  <a:lnTo>
                    <a:pt x="2516116" y="1818443"/>
                  </a:lnTo>
                  <a:lnTo>
                    <a:pt x="2515020" y="1819013"/>
                  </a:lnTo>
                  <a:lnTo>
                    <a:pt x="2512684" y="1823084"/>
                  </a:lnTo>
                  <a:lnTo>
                    <a:pt x="2511779" y="1826804"/>
                  </a:lnTo>
                  <a:lnTo>
                    <a:pt x="2512699" y="1826736"/>
                  </a:lnTo>
                  <a:lnTo>
                    <a:pt x="2516678" y="1823738"/>
                  </a:lnTo>
                  <a:lnTo>
                    <a:pt x="2518025" y="1825496"/>
                  </a:lnTo>
                  <a:lnTo>
                    <a:pt x="2520924" y="1831864"/>
                  </a:lnTo>
                  <a:lnTo>
                    <a:pt x="2522210" y="1831499"/>
                  </a:lnTo>
                  <a:lnTo>
                    <a:pt x="2523678" y="1830259"/>
                  </a:lnTo>
                  <a:lnTo>
                    <a:pt x="2525383" y="1828318"/>
                  </a:lnTo>
                  <a:lnTo>
                    <a:pt x="2527293" y="1826865"/>
                  </a:lnTo>
                  <a:lnTo>
                    <a:pt x="2527970" y="1825693"/>
                  </a:lnTo>
                  <a:lnTo>
                    <a:pt x="2528510" y="1822726"/>
                  </a:lnTo>
                  <a:lnTo>
                    <a:pt x="2530222" y="1819386"/>
                  </a:lnTo>
                  <a:lnTo>
                    <a:pt x="2532565" y="1817803"/>
                  </a:lnTo>
                  <a:lnTo>
                    <a:pt x="2531835" y="1816814"/>
                  </a:lnTo>
                  <a:lnTo>
                    <a:pt x="2528837" y="1817042"/>
                  </a:lnTo>
                  <a:close/>
                  <a:moveTo>
                    <a:pt x="3643279" y="1329851"/>
                  </a:moveTo>
                  <a:lnTo>
                    <a:pt x="3640921" y="1328779"/>
                  </a:lnTo>
                  <a:lnTo>
                    <a:pt x="3633312" y="1328474"/>
                  </a:lnTo>
                  <a:lnTo>
                    <a:pt x="3634454" y="1326785"/>
                  </a:lnTo>
                  <a:lnTo>
                    <a:pt x="3633997" y="1324921"/>
                  </a:lnTo>
                  <a:lnTo>
                    <a:pt x="3633236" y="1323042"/>
                  </a:lnTo>
                  <a:lnTo>
                    <a:pt x="3632095" y="1321862"/>
                  </a:lnTo>
                  <a:lnTo>
                    <a:pt x="3630801" y="1321657"/>
                  </a:lnTo>
                  <a:lnTo>
                    <a:pt x="3628214" y="1322707"/>
                  </a:lnTo>
                  <a:lnTo>
                    <a:pt x="3625627" y="1324251"/>
                  </a:lnTo>
                  <a:lnTo>
                    <a:pt x="3626921" y="1322022"/>
                  </a:lnTo>
                  <a:lnTo>
                    <a:pt x="3628442" y="1320470"/>
                  </a:lnTo>
                  <a:lnTo>
                    <a:pt x="3627682" y="1319222"/>
                  </a:lnTo>
                  <a:lnTo>
                    <a:pt x="3626693" y="1318499"/>
                  </a:lnTo>
                  <a:lnTo>
                    <a:pt x="3618704" y="1309293"/>
                  </a:lnTo>
                  <a:lnTo>
                    <a:pt x="3613986" y="1305915"/>
                  </a:lnTo>
                  <a:lnTo>
                    <a:pt x="3609497" y="1301395"/>
                  </a:lnTo>
                  <a:lnTo>
                    <a:pt x="3605008" y="1293726"/>
                  </a:lnTo>
                  <a:lnTo>
                    <a:pt x="3600215" y="1287586"/>
                  </a:lnTo>
                  <a:lnTo>
                    <a:pt x="3595117" y="1285318"/>
                  </a:lnTo>
                  <a:lnTo>
                    <a:pt x="3589943" y="1285744"/>
                  </a:lnTo>
                  <a:lnTo>
                    <a:pt x="3586291" y="1284314"/>
                  </a:lnTo>
                  <a:lnTo>
                    <a:pt x="3582563" y="1282397"/>
                  </a:lnTo>
                  <a:lnTo>
                    <a:pt x="3574308" y="1280312"/>
                  </a:lnTo>
                  <a:lnTo>
                    <a:pt x="3574437" y="1282009"/>
                  </a:lnTo>
                  <a:lnTo>
                    <a:pt x="3583400" y="1285075"/>
                  </a:lnTo>
                  <a:lnTo>
                    <a:pt x="3584693" y="1286452"/>
                  </a:lnTo>
                  <a:lnTo>
                    <a:pt x="3584084" y="1287647"/>
                  </a:lnTo>
                  <a:lnTo>
                    <a:pt x="3582182" y="1287951"/>
                  </a:lnTo>
                  <a:lnTo>
                    <a:pt x="3575274" y="1287023"/>
                  </a:lnTo>
                  <a:lnTo>
                    <a:pt x="3573227" y="1286269"/>
                  </a:lnTo>
                  <a:lnTo>
                    <a:pt x="3571340" y="1283918"/>
                  </a:lnTo>
                  <a:lnTo>
                    <a:pt x="3570351" y="1284215"/>
                  </a:lnTo>
                  <a:lnTo>
                    <a:pt x="3569598" y="1285585"/>
                  </a:lnTo>
                  <a:lnTo>
                    <a:pt x="3569856" y="1288704"/>
                  </a:lnTo>
                  <a:lnTo>
                    <a:pt x="3570724" y="1291238"/>
                  </a:lnTo>
                  <a:lnTo>
                    <a:pt x="3568943" y="1292569"/>
                  </a:lnTo>
                  <a:lnTo>
                    <a:pt x="3567057" y="1291953"/>
                  </a:lnTo>
                  <a:lnTo>
                    <a:pt x="3567148" y="1288811"/>
                  </a:lnTo>
                  <a:lnTo>
                    <a:pt x="3567566" y="1286330"/>
                  </a:lnTo>
                  <a:lnTo>
                    <a:pt x="3569689" y="1281948"/>
                  </a:lnTo>
                  <a:lnTo>
                    <a:pt x="3570891" y="1281012"/>
                  </a:lnTo>
                  <a:lnTo>
                    <a:pt x="3571097" y="1280084"/>
                  </a:lnTo>
                  <a:lnTo>
                    <a:pt x="3563922" y="1278106"/>
                  </a:lnTo>
                  <a:lnTo>
                    <a:pt x="3561944" y="1276591"/>
                  </a:lnTo>
                  <a:lnTo>
                    <a:pt x="3559958" y="1275930"/>
                  </a:lnTo>
                  <a:lnTo>
                    <a:pt x="3555590" y="1278029"/>
                  </a:lnTo>
                  <a:lnTo>
                    <a:pt x="3543561" y="1278212"/>
                  </a:lnTo>
                  <a:lnTo>
                    <a:pt x="3541370" y="1278897"/>
                  </a:lnTo>
                  <a:lnTo>
                    <a:pt x="3541279" y="1280411"/>
                  </a:lnTo>
                  <a:lnTo>
                    <a:pt x="3542039" y="1281172"/>
                  </a:lnTo>
                  <a:lnTo>
                    <a:pt x="3543919" y="1281796"/>
                  </a:lnTo>
                  <a:lnTo>
                    <a:pt x="3545821" y="1281682"/>
                  </a:lnTo>
                  <a:lnTo>
                    <a:pt x="3547061" y="1283766"/>
                  </a:lnTo>
                  <a:lnTo>
                    <a:pt x="3549823" y="1284832"/>
                  </a:lnTo>
                  <a:lnTo>
                    <a:pt x="3551269" y="1286962"/>
                  </a:lnTo>
                  <a:lnTo>
                    <a:pt x="3552235" y="1290629"/>
                  </a:lnTo>
                  <a:lnTo>
                    <a:pt x="3552714" y="1293239"/>
                  </a:lnTo>
                  <a:lnTo>
                    <a:pt x="3552996" y="1295887"/>
                  </a:lnTo>
                  <a:lnTo>
                    <a:pt x="3551824" y="1300680"/>
                  </a:lnTo>
                  <a:lnTo>
                    <a:pt x="3550135" y="1302681"/>
                  </a:lnTo>
                  <a:lnTo>
                    <a:pt x="3548172" y="1303792"/>
                  </a:lnTo>
                  <a:lnTo>
                    <a:pt x="3548925" y="1306539"/>
                  </a:lnTo>
                  <a:lnTo>
                    <a:pt x="3550942" y="1308684"/>
                  </a:lnTo>
                  <a:lnTo>
                    <a:pt x="3554807" y="1309696"/>
                  </a:lnTo>
                  <a:lnTo>
                    <a:pt x="3556488" y="1311484"/>
                  </a:lnTo>
                  <a:lnTo>
                    <a:pt x="3557949" y="1314353"/>
                  </a:lnTo>
                  <a:lnTo>
                    <a:pt x="3556709" y="1318005"/>
                  </a:lnTo>
                  <a:lnTo>
                    <a:pt x="3555263" y="1320964"/>
                  </a:lnTo>
                  <a:lnTo>
                    <a:pt x="3554076" y="1322220"/>
                  </a:lnTo>
                  <a:lnTo>
                    <a:pt x="3553247" y="1324396"/>
                  </a:lnTo>
                  <a:lnTo>
                    <a:pt x="3552585" y="1325248"/>
                  </a:lnTo>
                  <a:lnTo>
                    <a:pt x="3551741" y="1325248"/>
                  </a:lnTo>
                  <a:lnTo>
                    <a:pt x="3552752" y="1317137"/>
                  </a:lnTo>
                  <a:lnTo>
                    <a:pt x="3551322" y="1312306"/>
                  </a:lnTo>
                  <a:lnTo>
                    <a:pt x="3548728" y="1313417"/>
                  </a:lnTo>
                  <a:lnTo>
                    <a:pt x="3547639" y="1314687"/>
                  </a:lnTo>
                  <a:lnTo>
                    <a:pt x="3545304" y="1318956"/>
                  </a:lnTo>
                  <a:lnTo>
                    <a:pt x="3544710" y="1319176"/>
                  </a:lnTo>
                  <a:lnTo>
                    <a:pt x="3544185" y="1317700"/>
                  </a:lnTo>
                  <a:lnTo>
                    <a:pt x="3543432" y="1314611"/>
                  </a:lnTo>
                  <a:lnTo>
                    <a:pt x="3542922" y="1311286"/>
                  </a:lnTo>
                  <a:lnTo>
                    <a:pt x="3542374" y="1308836"/>
                  </a:lnTo>
                  <a:lnTo>
                    <a:pt x="3540046" y="1306288"/>
                  </a:lnTo>
                  <a:lnTo>
                    <a:pt x="3538715" y="1305321"/>
                  </a:lnTo>
                  <a:lnTo>
                    <a:pt x="3534667" y="1304804"/>
                  </a:lnTo>
                  <a:lnTo>
                    <a:pt x="3533373" y="1304264"/>
                  </a:lnTo>
                  <a:lnTo>
                    <a:pt x="3534545" y="1298786"/>
                  </a:lnTo>
                  <a:lnTo>
                    <a:pt x="3536653" y="1295575"/>
                  </a:lnTo>
                  <a:lnTo>
                    <a:pt x="3536386" y="1288392"/>
                  </a:lnTo>
                  <a:lnTo>
                    <a:pt x="3535428" y="1285965"/>
                  </a:lnTo>
                  <a:lnTo>
                    <a:pt x="3534226" y="1283842"/>
                  </a:lnTo>
                  <a:lnTo>
                    <a:pt x="3533092" y="1278768"/>
                  </a:lnTo>
                  <a:lnTo>
                    <a:pt x="3533252" y="1272703"/>
                  </a:lnTo>
                  <a:lnTo>
                    <a:pt x="3534545" y="1269112"/>
                  </a:lnTo>
                  <a:lnTo>
                    <a:pt x="3534979" y="1264669"/>
                  </a:lnTo>
                  <a:lnTo>
                    <a:pt x="3533526" y="1261412"/>
                  </a:lnTo>
                  <a:lnTo>
                    <a:pt x="3531723" y="1259754"/>
                  </a:lnTo>
                  <a:lnTo>
                    <a:pt x="3530376" y="1261093"/>
                  </a:lnTo>
                  <a:lnTo>
                    <a:pt x="3529151" y="1263117"/>
                  </a:lnTo>
                  <a:lnTo>
                    <a:pt x="3528466" y="1263756"/>
                  </a:lnTo>
                  <a:lnTo>
                    <a:pt x="3523772" y="1264197"/>
                  </a:lnTo>
                  <a:lnTo>
                    <a:pt x="3526807" y="1259244"/>
                  </a:lnTo>
                  <a:lnTo>
                    <a:pt x="3526655" y="1255097"/>
                  </a:lnTo>
                  <a:lnTo>
                    <a:pt x="3526092" y="1252564"/>
                  </a:lnTo>
                  <a:lnTo>
                    <a:pt x="3525156" y="1250578"/>
                  </a:lnTo>
                  <a:lnTo>
                    <a:pt x="3524395" y="1246309"/>
                  </a:lnTo>
                  <a:lnTo>
                    <a:pt x="3491040" y="1221300"/>
                  </a:lnTo>
                  <a:lnTo>
                    <a:pt x="3485394" y="1218120"/>
                  </a:lnTo>
                  <a:lnTo>
                    <a:pt x="3482708" y="1215373"/>
                  </a:lnTo>
                  <a:lnTo>
                    <a:pt x="3480349" y="1214072"/>
                  </a:lnTo>
                  <a:lnTo>
                    <a:pt x="3477937" y="1214551"/>
                  </a:lnTo>
                  <a:lnTo>
                    <a:pt x="3476477" y="1215274"/>
                  </a:lnTo>
                  <a:lnTo>
                    <a:pt x="3475404" y="1214300"/>
                  </a:lnTo>
                  <a:lnTo>
                    <a:pt x="3476393" y="1212002"/>
                  </a:lnTo>
                  <a:lnTo>
                    <a:pt x="3477800" y="1211234"/>
                  </a:lnTo>
                  <a:lnTo>
                    <a:pt x="3474468" y="1207285"/>
                  </a:lnTo>
                  <a:lnTo>
                    <a:pt x="3462370" y="1196907"/>
                  </a:lnTo>
                  <a:lnTo>
                    <a:pt x="3459738" y="1195492"/>
                  </a:lnTo>
                  <a:lnTo>
                    <a:pt x="3461625" y="1198239"/>
                  </a:lnTo>
                  <a:lnTo>
                    <a:pt x="3470656" y="1206387"/>
                  </a:lnTo>
                  <a:lnTo>
                    <a:pt x="3472048" y="1208716"/>
                  </a:lnTo>
                  <a:lnTo>
                    <a:pt x="3469363" y="1211683"/>
                  </a:lnTo>
                  <a:lnTo>
                    <a:pt x="3466510" y="1212931"/>
                  </a:lnTo>
                  <a:lnTo>
                    <a:pt x="3467300" y="1209598"/>
                  </a:lnTo>
                  <a:lnTo>
                    <a:pt x="3466661" y="1205794"/>
                  </a:lnTo>
                  <a:lnTo>
                    <a:pt x="3465619" y="1203686"/>
                  </a:lnTo>
                  <a:lnTo>
                    <a:pt x="3462477" y="1201251"/>
                  </a:lnTo>
                  <a:lnTo>
                    <a:pt x="3457577" y="1199212"/>
                  </a:lnTo>
                  <a:lnTo>
                    <a:pt x="3452905" y="1196633"/>
                  </a:lnTo>
                  <a:lnTo>
                    <a:pt x="3451970" y="1193886"/>
                  </a:lnTo>
                  <a:lnTo>
                    <a:pt x="3451650" y="1189938"/>
                  </a:lnTo>
                  <a:lnTo>
                    <a:pt x="3454594" y="1193293"/>
                  </a:lnTo>
                  <a:lnTo>
                    <a:pt x="3456200" y="1194312"/>
                  </a:lnTo>
                  <a:lnTo>
                    <a:pt x="3452981" y="1189078"/>
                  </a:lnTo>
                  <a:lnTo>
                    <a:pt x="3449032" y="1184437"/>
                  </a:lnTo>
                  <a:lnTo>
                    <a:pt x="3440404" y="1180267"/>
                  </a:lnTo>
                  <a:lnTo>
                    <a:pt x="3438768" y="1178624"/>
                  </a:lnTo>
                  <a:lnTo>
                    <a:pt x="3436319" y="1175108"/>
                  </a:lnTo>
                  <a:lnTo>
                    <a:pt x="3435383" y="1174827"/>
                  </a:lnTo>
                  <a:lnTo>
                    <a:pt x="3433655" y="1175458"/>
                  </a:lnTo>
                  <a:lnTo>
                    <a:pt x="3429319" y="1173442"/>
                  </a:lnTo>
                  <a:lnTo>
                    <a:pt x="3425020" y="1170886"/>
                  </a:lnTo>
                  <a:lnTo>
                    <a:pt x="3422204" y="1169143"/>
                  </a:lnTo>
                  <a:lnTo>
                    <a:pt x="3409491" y="1154345"/>
                  </a:lnTo>
                  <a:lnTo>
                    <a:pt x="3402613" y="1152161"/>
                  </a:lnTo>
                  <a:lnTo>
                    <a:pt x="3402072" y="1150343"/>
                  </a:lnTo>
                  <a:lnTo>
                    <a:pt x="3401684" y="1148159"/>
                  </a:lnTo>
                  <a:lnTo>
                    <a:pt x="3400429" y="1146637"/>
                  </a:lnTo>
                  <a:lnTo>
                    <a:pt x="3391770" y="1142643"/>
                  </a:lnTo>
                  <a:lnTo>
                    <a:pt x="3380898" y="1140048"/>
                  </a:lnTo>
                  <a:lnTo>
                    <a:pt x="3369378" y="1132965"/>
                  </a:lnTo>
                  <a:lnTo>
                    <a:pt x="3359343" y="1130857"/>
                  </a:lnTo>
                  <a:lnTo>
                    <a:pt x="3348371" y="1123317"/>
                  </a:lnTo>
                  <a:lnTo>
                    <a:pt x="3341904" y="1117641"/>
                  </a:lnTo>
                  <a:lnTo>
                    <a:pt x="3337932" y="1115465"/>
                  </a:lnTo>
                  <a:lnTo>
                    <a:pt x="3334295" y="1114917"/>
                  </a:lnTo>
                  <a:lnTo>
                    <a:pt x="3324564" y="1117649"/>
                  </a:lnTo>
                  <a:lnTo>
                    <a:pt x="3313676" y="1117923"/>
                  </a:lnTo>
                  <a:lnTo>
                    <a:pt x="3303716" y="1116317"/>
                  </a:lnTo>
                  <a:lnTo>
                    <a:pt x="3295788" y="1116781"/>
                  </a:lnTo>
                  <a:lnTo>
                    <a:pt x="3291200" y="1115724"/>
                  </a:lnTo>
                  <a:lnTo>
                    <a:pt x="3284908" y="1112262"/>
                  </a:lnTo>
                  <a:lnTo>
                    <a:pt x="3283089" y="1113685"/>
                  </a:lnTo>
                  <a:lnTo>
                    <a:pt x="3281461" y="1119908"/>
                  </a:lnTo>
                  <a:lnTo>
                    <a:pt x="3276744" y="1117367"/>
                  </a:lnTo>
                  <a:lnTo>
                    <a:pt x="3272757" y="1113966"/>
                  </a:lnTo>
                  <a:lnTo>
                    <a:pt x="3266145" y="1110945"/>
                  </a:lnTo>
                  <a:lnTo>
                    <a:pt x="3253569" y="1108952"/>
                  </a:lnTo>
                  <a:lnTo>
                    <a:pt x="3238116" y="1104212"/>
                  </a:lnTo>
                  <a:lnTo>
                    <a:pt x="3230027" y="1102964"/>
                  </a:lnTo>
                  <a:lnTo>
                    <a:pt x="3221894" y="1102241"/>
                  </a:lnTo>
                  <a:lnTo>
                    <a:pt x="3222715" y="1112840"/>
                  </a:lnTo>
                  <a:lnTo>
                    <a:pt x="3222236" y="1117892"/>
                  </a:lnTo>
                  <a:lnTo>
                    <a:pt x="3219170" y="1124420"/>
                  </a:lnTo>
                  <a:lnTo>
                    <a:pt x="3215792" y="1128590"/>
                  </a:lnTo>
                  <a:lnTo>
                    <a:pt x="3214932" y="1132067"/>
                  </a:lnTo>
                  <a:lnTo>
                    <a:pt x="3223933" y="1134715"/>
                  </a:lnTo>
                  <a:lnTo>
                    <a:pt x="3226748" y="1146599"/>
                  </a:lnTo>
                  <a:lnTo>
                    <a:pt x="3230370" y="1154132"/>
                  </a:lnTo>
                  <a:lnTo>
                    <a:pt x="3232782" y="1161877"/>
                  </a:lnTo>
                  <a:lnTo>
                    <a:pt x="3232751" y="1167226"/>
                  </a:lnTo>
                  <a:lnTo>
                    <a:pt x="3222982" y="1180282"/>
                  </a:lnTo>
                  <a:lnTo>
                    <a:pt x="3212901" y="1181857"/>
                  </a:lnTo>
                  <a:lnTo>
                    <a:pt x="3203169" y="1182603"/>
                  </a:lnTo>
                  <a:lnTo>
                    <a:pt x="3199000" y="1174705"/>
                  </a:lnTo>
                  <a:lnTo>
                    <a:pt x="3196778" y="1165187"/>
                  </a:lnTo>
                  <a:lnTo>
                    <a:pt x="3189002" y="1160173"/>
                  </a:lnTo>
                  <a:lnTo>
                    <a:pt x="3181348" y="1156262"/>
                  </a:lnTo>
                  <a:lnTo>
                    <a:pt x="3177833" y="1155592"/>
                  </a:lnTo>
                  <a:lnTo>
                    <a:pt x="3175269" y="1153668"/>
                  </a:lnTo>
                  <a:lnTo>
                    <a:pt x="3173709" y="1143046"/>
                  </a:lnTo>
                  <a:lnTo>
                    <a:pt x="3171997" y="1135095"/>
                  </a:lnTo>
                  <a:lnTo>
                    <a:pt x="3169813" y="1132143"/>
                  </a:lnTo>
                  <a:lnTo>
                    <a:pt x="3167728" y="1127631"/>
                  </a:lnTo>
                  <a:lnTo>
                    <a:pt x="3165743" y="1125843"/>
                  </a:lnTo>
                  <a:lnTo>
                    <a:pt x="3160850" y="1125090"/>
                  </a:lnTo>
                  <a:lnTo>
                    <a:pt x="3148996" y="1136495"/>
                  </a:lnTo>
                  <a:lnTo>
                    <a:pt x="3144971" y="1139828"/>
                  </a:lnTo>
                  <a:lnTo>
                    <a:pt x="3143602" y="1139843"/>
                  </a:lnTo>
                  <a:lnTo>
                    <a:pt x="3125668" y="1137012"/>
                  </a:lnTo>
                  <a:lnTo>
                    <a:pt x="3120981" y="1134661"/>
                  </a:lnTo>
                  <a:lnTo>
                    <a:pt x="3094344" y="1133147"/>
                  </a:lnTo>
                  <a:lnTo>
                    <a:pt x="3086788" y="1126383"/>
                  </a:lnTo>
                  <a:lnTo>
                    <a:pt x="3082223" y="1125409"/>
                  </a:lnTo>
                  <a:lnTo>
                    <a:pt x="3077088" y="1127464"/>
                  </a:lnTo>
                  <a:lnTo>
                    <a:pt x="3072659" y="1127989"/>
                  </a:lnTo>
                  <a:lnTo>
                    <a:pt x="3066321" y="1126665"/>
                  </a:lnTo>
                  <a:lnTo>
                    <a:pt x="3060843" y="1128635"/>
                  </a:lnTo>
                  <a:lnTo>
                    <a:pt x="3048685" y="1130697"/>
                  </a:lnTo>
                  <a:lnTo>
                    <a:pt x="3044211" y="1133003"/>
                  </a:lnTo>
                  <a:lnTo>
                    <a:pt x="3039494" y="1137066"/>
                  </a:lnTo>
                  <a:lnTo>
                    <a:pt x="3030774" y="1147139"/>
                  </a:lnTo>
                  <a:lnTo>
                    <a:pt x="3029564" y="1151940"/>
                  </a:lnTo>
                  <a:lnTo>
                    <a:pt x="3029564" y="1157868"/>
                  </a:lnTo>
                  <a:lnTo>
                    <a:pt x="3031383" y="1166115"/>
                  </a:lnTo>
                  <a:lnTo>
                    <a:pt x="3031383" y="1175557"/>
                  </a:lnTo>
                  <a:lnTo>
                    <a:pt x="3029884" y="1178837"/>
                  </a:lnTo>
                  <a:lnTo>
                    <a:pt x="3027107" y="1180419"/>
                  </a:lnTo>
                  <a:lnTo>
                    <a:pt x="3024231" y="1190371"/>
                  </a:lnTo>
                  <a:lnTo>
                    <a:pt x="3021537" y="1195720"/>
                  </a:lnTo>
                  <a:lnTo>
                    <a:pt x="3016234" y="1197128"/>
                  </a:lnTo>
                  <a:lnTo>
                    <a:pt x="3019247" y="1193088"/>
                  </a:lnTo>
                  <a:lnTo>
                    <a:pt x="3022070" y="1190379"/>
                  </a:lnTo>
                  <a:lnTo>
                    <a:pt x="3026590" y="1175565"/>
                  </a:lnTo>
                  <a:lnTo>
                    <a:pt x="3025935" y="1170985"/>
                  </a:lnTo>
                  <a:lnTo>
                    <a:pt x="3022321" y="1167614"/>
                  </a:lnTo>
                  <a:lnTo>
                    <a:pt x="3020069" y="1164076"/>
                  </a:lnTo>
                  <a:lnTo>
                    <a:pt x="3018928" y="1149871"/>
                  </a:lnTo>
                  <a:lnTo>
                    <a:pt x="3017802" y="1142346"/>
                  </a:lnTo>
                  <a:lnTo>
                    <a:pt x="3017406" y="1133330"/>
                  </a:lnTo>
                  <a:lnTo>
                    <a:pt x="3013754" y="1130332"/>
                  </a:lnTo>
                  <a:lnTo>
                    <a:pt x="3000515" y="1125744"/>
                  </a:lnTo>
                  <a:lnTo>
                    <a:pt x="2994390" y="1122343"/>
                  </a:lnTo>
                  <a:lnTo>
                    <a:pt x="2992191" y="1117070"/>
                  </a:lnTo>
                  <a:lnTo>
                    <a:pt x="2994535" y="1109622"/>
                  </a:lnTo>
                  <a:lnTo>
                    <a:pt x="2994375" y="1103908"/>
                  </a:lnTo>
                  <a:lnTo>
                    <a:pt x="2995615" y="1099061"/>
                  </a:lnTo>
                  <a:lnTo>
                    <a:pt x="2997616" y="1095112"/>
                  </a:lnTo>
                  <a:lnTo>
                    <a:pt x="2998111" y="1089535"/>
                  </a:lnTo>
                  <a:lnTo>
                    <a:pt x="2997084" y="1082299"/>
                  </a:lnTo>
                  <a:lnTo>
                    <a:pt x="2996087" y="1077042"/>
                  </a:lnTo>
                  <a:lnTo>
                    <a:pt x="2993797" y="1070704"/>
                  </a:lnTo>
                  <a:lnTo>
                    <a:pt x="2992153" y="1067828"/>
                  </a:lnTo>
                  <a:lnTo>
                    <a:pt x="2984096" y="1058713"/>
                  </a:lnTo>
                  <a:lnTo>
                    <a:pt x="2970256" y="1049324"/>
                  </a:lnTo>
                  <a:lnTo>
                    <a:pt x="2956051" y="1042499"/>
                  </a:lnTo>
                  <a:lnTo>
                    <a:pt x="2943458" y="1040178"/>
                  </a:lnTo>
                  <a:lnTo>
                    <a:pt x="2927168" y="1038915"/>
                  </a:lnTo>
                  <a:lnTo>
                    <a:pt x="2910316" y="1038801"/>
                  </a:lnTo>
                  <a:lnTo>
                    <a:pt x="2903924" y="1042544"/>
                  </a:lnTo>
                  <a:lnTo>
                    <a:pt x="2891827" y="1042834"/>
                  </a:lnTo>
                  <a:lnTo>
                    <a:pt x="2878679" y="1046752"/>
                  </a:lnTo>
                  <a:lnTo>
                    <a:pt x="2865448" y="1052923"/>
                  </a:lnTo>
                  <a:lnTo>
                    <a:pt x="2858318" y="1053014"/>
                  </a:lnTo>
                  <a:lnTo>
                    <a:pt x="2844182" y="1055814"/>
                  </a:lnTo>
                  <a:lnTo>
                    <a:pt x="2837996" y="1055882"/>
                  </a:lnTo>
                  <a:lnTo>
                    <a:pt x="2822048" y="1046227"/>
                  </a:lnTo>
                  <a:lnTo>
                    <a:pt x="2827123" y="1044918"/>
                  </a:lnTo>
                  <a:lnTo>
                    <a:pt x="2829109" y="1043549"/>
                  </a:lnTo>
                  <a:lnTo>
                    <a:pt x="2821995" y="1030721"/>
                  </a:lnTo>
                  <a:lnTo>
                    <a:pt x="2818206" y="1026125"/>
                  </a:lnTo>
                  <a:lnTo>
                    <a:pt x="2808870" y="1020343"/>
                  </a:lnTo>
                  <a:lnTo>
                    <a:pt x="2805081" y="1019894"/>
                  </a:lnTo>
                  <a:lnTo>
                    <a:pt x="2801962" y="1021066"/>
                  </a:lnTo>
                  <a:lnTo>
                    <a:pt x="2789606" y="1027441"/>
                  </a:lnTo>
                  <a:lnTo>
                    <a:pt x="2786501" y="1030135"/>
                  </a:lnTo>
                  <a:lnTo>
                    <a:pt x="2792634" y="1022671"/>
                  </a:lnTo>
                  <a:lnTo>
                    <a:pt x="2795639" y="1019529"/>
                  </a:lnTo>
                  <a:lnTo>
                    <a:pt x="2798683" y="1014880"/>
                  </a:lnTo>
                  <a:lnTo>
                    <a:pt x="2797975" y="1011950"/>
                  </a:lnTo>
                  <a:lnTo>
                    <a:pt x="2797229" y="1010520"/>
                  </a:lnTo>
                  <a:lnTo>
                    <a:pt x="2785717" y="1011152"/>
                  </a:lnTo>
                  <a:lnTo>
                    <a:pt x="2784979" y="1010444"/>
                  </a:lnTo>
                  <a:lnTo>
                    <a:pt x="2782553" y="1006442"/>
                  </a:lnTo>
                  <a:lnTo>
                    <a:pt x="2781366" y="1005034"/>
                  </a:lnTo>
                  <a:lnTo>
                    <a:pt x="2773696" y="1000796"/>
                  </a:lnTo>
                  <a:lnTo>
                    <a:pt x="2768149" y="999176"/>
                  </a:lnTo>
                  <a:lnTo>
                    <a:pt x="2762390" y="999008"/>
                  </a:lnTo>
                  <a:lnTo>
                    <a:pt x="2761431" y="997365"/>
                  </a:lnTo>
                  <a:lnTo>
                    <a:pt x="2762100" y="995356"/>
                  </a:lnTo>
                  <a:lnTo>
                    <a:pt x="2762321" y="994086"/>
                  </a:lnTo>
                  <a:lnTo>
                    <a:pt x="2764101" y="991833"/>
                  </a:lnTo>
                  <a:lnTo>
                    <a:pt x="2769032" y="989794"/>
                  </a:lnTo>
                  <a:lnTo>
                    <a:pt x="2781875" y="988600"/>
                  </a:lnTo>
                  <a:lnTo>
                    <a:pt x="2784774" y="984986"/>
                  </a:lnTo>
                  <a:lnTo>
                    <a:pt x="2784371" y="981212"/>
                  </a:lnTo>
                  <a:lnTo>
                    <a:pt x="2783625" y="978336"/>
                  </a:lnTo>
                  <a:lnTo>
                    <a:pt x="2779417" y="971481"/>
                  </a:lnTo>
                  <a:lnTo>
                    <a:pt x="2773764" y="966398"/>
                  </a:lnTo>
                  <a:lnTo>
                    <a:pt x="2762306" y="960250"/>
                  </a:lnTo>
                  <a:lnTo>
                    <a:pt x="2750284" y="956073"/>
                  </a:lnTo>
                  <a:lnTo>
                    <a:pt x="2729612" y="954034"/>
                  </a:lnTo>
                  <a:lnTo>
                    <a:pt x="2725945" y="954947"/>
                  </a:lnTo>
                  <a:lnTo>
                    <a:pt x="2723061" y="957466"/>
                  </a:lnTo>
                  <a:lnTo>
                    <a:pt x="2718108" y="964085"/>
                  </a:lnTo>
                  <a:lnTo>
                    <a:pt x="2706855" y="983167"/>
                  </a:lnTo>
                  <a:lnTo>
                    <a:pt x="2700563" y="990966"/>
                  </a:lnTo>
                  <a:lnTo>
                    <a:pt x="2694826" y="995189"/>
                  </a:lnTo>
                  <a:lnTo>
                    <a:pt x="2681670" y="998643"/>
                  </a:lnTo>
                  <a:lnTo>
                    <a:pt x="2679258" y="997852"/>
                  </a:lnTo>
                  <a:lnTo>
                    <a:pt x="2677425" y="994725"/>
                  </a:lnTo>
                  <a:lnTo>
                    <a:pt x="2678026" y="991978"/>
                  </a:lnTo>
                  <a:lnTo>
                    <a:pt x="2679221" y="989437"/>
                  </a:lnTo>
                  <a:lnTo>
                    <a:pt x="2679304" y="987808"/>
                  </a:lnTo>
                  <a:lnTo>
                    <a:pt x="2678642" y="984628"/>
                  </a:lnTo>
                  <a:lnTo>
                    <a:pt x="2679007" y="982909"/>
                  </a:lnTo>
                  <a:lnTo>
                    <a:pt x="2680331" y="982833"/>
                  </a:lnTo>
                  <a:lnTo>
                    <a:pt x="2683435" y="985069"/>
                  </a:lnTo>
                  <a:lnTo>
                    <a:pt x="2686342" y="985381"/>
                  </a:lnTo>
                  <a:lnTo>
                    <a:pt x="2693798" y="981866"/>
                  </a:lnTo>
                  <a:lnTo>
                    <a:pt x="2693798" y="976388"/>
                  </a:lnTo>
                  <a:lnTo>
                    <a:pt x="2691820" y="973185"/>
                  </a:lnTo>
                  <a:lnTo>
                    <a:pt x="2692802" y="965493"/>
                  </a:lnTo>
                  <a:lnTo>
                    <a:pt x="2692794" y="963492"/>
                  </a:lnTo>
                  <a:lnTo>
                    <a:pt x="2693844" y="962122"/>
                  </a:lnTo>
                  <a:lnTo>
                    <a:pt x="2694711" y="962404"/>
                  </a:lnTo>
                  <a:lnTo>
                    <a:pt x="2700091" y="967958"/>
                  </a:lnTo>
                  <a:lnTo>
                    <a:pt x="2701924" y="967661"/>
                  </a:lnTo>
                  <a:lnTo>
                    <a:pt x="2703910" y="968285"/>
                  </a:lnTo>
                  <a:lnTo>
                    <a:pt x="2699117" y="981577"/>
                  </a:lnTo>
                  <a:lnTo>
                    <a:pt x="2701415" y="981608"/>
                  </a:lnTo>
                  <a:lnTo>
                    <a:pt x="2707578" y="975361"/>
                  </a:lnTo>
                  <a:lnTo>
                    <a:pt x="2711800" y="969251"/>
                  </a:lnTo>
                  <a:lnTo>
                    <a:pt x="2716236" y="961369"/>
                  </a:lnTo>
                  <a:lnTo>
                    <a:pt x="2716761" y="957245"/>
                  </a:lnTo>
                  <a:lnTo>
                    <a:pt x="2711686" y="956750"/>
                  </a:lnTo>
                  <a:lnTo>
                    <a:pt x="2678482" y="959741"/>
                  </a:lnTo>
                  <a:lnTo>
                    <a:pt x="2666339" y="965690"/>
                  </a:lnTo>
                  <a:lnTo>
                    <a:pt x="2662588" y="964443"/>
                  </a:lnTo>
                  <a:lnTo>
                    <a:pt x="2659902" y="959817"/>
                  </a:lnTo>
                  <a:lnTo>
                    <a:pt x="2663996" y="959360"/>
                  </a:lnTo>
                  <a:lnTo>
                    <a:pt x="2668835" y="956545"/>
                  </a:lnTo>
                  <a:lnTo>
                    <a:pt x="2672867" y="951143"/>
                  </a:lnTo>
                  <a:lnTo>
                    <a:pt x="2675454" y="950154"/>
                  </a:lnTo>
                  <a:lnTo>
                    <a:pt x="2682188" y="950405"/>
                  </a:lnTo>
                  <a:lnTo>
                    <a:pt x="2687620" y="952566"/>
                  </a:lnTo>
                  <a:lnTo>
                    <a:pt x="2704009" y="953441"/>
                  </a:lnTo>
                  <a:lnTo>
                    <a:pt x="2704397" y="946912"/>
                  </a:lnTo>
                  <a:lnTo>
                    <a:pt x="2700775" y="944851"/>
                  </a:lnTo>
                  <a:lnTo>
                    <a:pt x="2692893" y="943009"/>
                  </a:lnTo>
                  <a:lnTo>
                    <a:pt x="2688016" y="939837"/>
                  </a:lnTo>
                  <a:lnTo>
                    <a:pt x="2681891" y="937836"/>
                  </a:lnTo>
                  <a:lnTo>
                    <a:pt x="2668424" y="934998"/>
                  </a:lnTo>
                  <a:lnTo>
                    <a:pt x="2662771" y="932631"/>
                  </a:lnTo>
                  <a:lnTo>
                    <a:pt x="2649471" y="930463"/>
                  </a:lnTo>
                  <a:lnTo>
                    <a:pt x="2645941" y="928667"/>
                  </a:lnTo>
                  <a:lnTo>
                    <a:pt x="2614890" y="927054"/>
                  </a:lnTo>
                  <a:lnTo>
                    <a:pt x="2603295" y="922162"/>
                  </a:lnTo>
                  <a:lnTo>
                    <a:pt x="2598836" y="917171"/>
                  </a:lnTo>
                  <a:lnTo>
                    <a:pt x="2588130" y="914766"/>
                  </a:lnTo>
                  <a:lnTo>
                    <a:pt x="2585992" y="914835"/>
                  </a:lnTo>
                  <a:lnTo>
                    <a:pt x="2585308" y="916166"/>
                  </a:lnTo>
                  <a:lnTo>
                    <a:pt x="2584805" y="918251"/>
                  </a:lnTo>
                  <a:lnTo>
                    <a:pt x="2591646" y="927320"/>
                  </a:lnTo>
                  <a:lnTo>
                    <a:pt x="2591867" y="933552"/>
                  </a:lnTo>
                  <a:lnTo>
                    <a:pt x="2593921" y="936626"/>
                  </a:lnTo>
                  <a:lnTo>
                    <a:pt x="2585924" y="941465"/>
                  </a:lnTo>
                  <a:lnTo>
                    <a:pt x="2580492" y="943298"/>
                  </a:lnTo>
                  <a:lnTo>
                    <a:pt x="2562353" y="943085"/>
                  </a:lnTo>
                  <a:lnTo>
                    <a:pt x="2559636" y="945185"/>
                  </a:lnTo>
                  <a:lnTo>
                    <a:pt x="2552522" y="954833"/>
                  </a:lnTo>
                  <a:lnTo>
                    <a:pt x="2552614" y="959421"/>
                  </a:lnTo>
                  <a:lnTo>
                    <a:pt x="2553284" y="966474"/>
                  </a:lnTo>
                  <a:lnTo>
                    <a:pt x="2558716" y="966474"/>
                  </a:lnTo>
                  <a:lnTo>
                    <a:pt x="2560314" y="963393"/>
                  </a:lnTo>
                  <a:lnTo>
                    <a:pt x="2562695" y="962137"/>
                  </a:lnTo>
                  <a:lnTo>
                    <a:pt x="2573743" y="963256"/>
                  </a:lnTo>
                  <a:lnTo>
                    <a:pt x="2574876" y="964534"/>
                  </a:lnTo>
                  <a:lnTo>
                    <a:pt x="2571171" y="966573"/>
                  </a:lnTo>
                  <a:lnTo>
                    <a:pt x="2567603" y="967517"/>
                  </a:lnTo>
                  <a:lnTo>
                    <a:pt x="2563182" y="977933"/>
                  </a:lnTo>
                  <a:lnTo>
                    <a:pt x="2557187" y="981174"/>
                  </a:lnTo>
                  <a:lnTo>
                    <a:pt x="2561311" y="982871"/>
                  </a:lnTo>
                  <a:lnTo>
                    <a:pt x="2564955" y="985739"/>
                  </a:lnTo>
                  <a:lnTo>
                    <a:pt x="2564362" y="998339"/>
                  </a:lnTo>
                  <a:lnTo>
                    <a:pt x="2569566" y="1008009"/>
                  </a:lnTo>
                  <a:lnTo>
                    <a:pt x="2570539" y="1012460"/>
                  </a:lnTo>
                  <a:lnTo>
                    <a:pt x="2563022" y="1012612"/>
                  </a:lnTo>
                  <a:lnTo>
                    <a:pt x="2556365" y="1015603"/>
                  </a:lnTo>
                  <a:lnTo>
                    <a:pt x="2553991" y="1015603"/>
                  </a:lnTo>
                  <a:lnTo>
                    <a:pt x="2549631" y="1008123"/>
                  </a:lnTo>
                  <a:lnTo>
                    <a:pt x="2544830" y="1003193"/>
                  </a:lnTo>
                  <a:lnTo>
                    <a:pt x="2542472" y="1002797"/>
                  </a:lnTo>
                  <a:lnTo>
                    <a:pt x="2539383" y="1007667"/>
                  </a:lnTo>
                  <a:lnTo>
                    <a:pt x="2534962" y="1004966"/>
                  </a:lnTo>
                  <a:lnTo>
                    <a:pt x="2533174" y="1005400"/>
                  </a:lnTo>
                  <a:lnTo>
                    <a:pt x="2530701" y="1007439"/>
                  </a:lnTo>
                  <a:lnTo>
                    <a:pt x="2529210" y="1010147"/>
                  </a:lnTo>
                  <a:lnTo>
                    <a:pt x="2528084" y="1014347"/>
                  </a:lnTo>
                  <a:lnTo>
                    <a:pt x="2526630" y="1016615"/>
                  </a:lnTo>
                  <a:lnTo>
                    <a:pt x="2526440" y="1019673"/>
                  </a:lnTo>
                  <a:lnTo>
                    <a:pt x="2528655" y="1021050"/>
                  </a:lnTo>
                  <a:lnTo>
                    <a:pt x="2530260" y="1021370"/>
                  </a:lnTo>
                  <a:lnTo>
                    <a:pt x="2534886" y="1023576"/>
                  </a:lnTo>
                  <a:lnTo>
                    <a:pt x="2530115" y="1024779"/>
                  </a:lnTo>
                  <a:lnTo>
                    <a:pt x="2528875" y="1026217"/>
                  </a:lnTo>
                  <a:lnTo>
                    <a:pt x="2528449" y="1027883"/>
                  </a:lnTo>
                  <a:lnTo>
                    <a:pt x="2524842" y="1030135"/>
                  </a:lnTo>
                  <a:lnTo>
                    <a:pt x="2526083" y="1032303"/>
                  </a:lnTo>
                  <a:lnTo>
                    <a:pt x="2527612" y="1033985"/>
                  </a:lnTo>
                  <a:lnTo>
                    <a:pt x="2528000" y="1035697"/>
                  </a:lnTo>
                  <a:lnTo>
                    <a:pt x="2526889" y="1036313"/>
                  </a:lnTo>
                  <a:lnTo>
                    <a:pt x="2523869" y="1034297"/>
                  </a:lnTo>
                  <a:lnTo>
                    <a:pt x="2520719" y="1031368"/>
                  </a:lnTo>
                  <a:lnTo>
                    <a:pt x="2515750" y="1025334"/>
                  </a:lnTo>
                  <a:lnTo>
                    <a:pt x="2513567" y="1021309"/>
                  </a:lnTo>
                  <a:lnTo>
                    <a:pt x="2509306" y="1017550"/>
                  </a:lnTo>
                  <a:lnTo>
                    <a:pt x="2494150" y="1007119"/>
                  </a:lnTo>
                  <a:lnTo>
                    <a:pt x="2487408" y="1003817"/>
                  </a:lnTo>
                  <a:lnTo>
                    <a:pt x="2483018" y="1003071"/>
                  </a:lnTo>
                  <a:lnTo>
                    <a:pt x="2476064" y="1004441"/>
                  </a:lnTo>
                  <a:lnTo>
                    <a:pt x="2471796" y="1008953"/>
                  </a:lnTo>
                  <a:lnTo>
                    <a:pt x="2464605" y="1010870"/>
                  </a:lnTo>
                  <a:lnTo>
                    <a:pt x="2460147" y="1014522"/>
                  </a:lnTo>
                  <a:lnTo>
                    <a:pt x="2457773" y="1019468"/>
                  </a:lnTo>
                  <a:lnTo>
                    <a:pt x="2444960" y="1019993"/>
                  </a:lnTo>
                  <a:lnTo>
                    <a:pt x="2436119" y="1016295"/>
                  </a:lnTo>
                  <a:lnTo>
                    <a:pt x="2430511" y="1012483"/>
                  </a:lnTo>
                  <a:lnTo>
                    <a:pt x="2424204" y="1004684"/>
                  </a:lnTo>
                  <a:lnTo>
                    <a:pt x="2417988" y="994603"/>
                  </a:lnTo>
                  <a:lnTo>
                    <a:pt x="2417219" y="993758"/>
                  </a:lnTo>
                  <a:lnTo>
                    <a:pt x="2416466" y="991636"/>
                  </a:lnTo>
                  <a:lnTo>
                    <a:pt x="2415348" y="986652"/>
                  </a:lnTo>
                  <a:lnTo>
                    <a:pt x="2414024" y="982909"/>
                  </a:lnTo>
                  <a:lnTo>
                    <a:pt x="2412069" y="985016"/>
                  </a:lnTo>
                  <a:lnTo>
                    <a:pt x="2407016" y="996581"/>
                  </a:lnTo>
                  <a:lnTo>
                    <a:pt x="2404924" y="1002250"/>
                  </a:lnTo>
                  <a:lnTo>
                    <a:pt x="2402177" y="1012962"/>
                  </a:lnTo>
                  <a:lnTo>
                    <a:pt x="2400138" y="1021925"/>
                  </a:lnTo>
                  <a:lnTo>
                    <a:pt x="2399864" y="1025722"/>
                  </a:lnTo>
                  <a:lnTo>
                    <a:pt x="2400815" y="1028994"/>
                  </a:lnTo>
                  <a:lnTo>
                    <a:pt x="2398069" y="1031733"/>
                  </a:lnTo>
                  <a:lnTo>
                    <a:pt x="2395132" y="1038421"/>
                  </a:lnTo>
                  <a:lnTo>
                    <a:pt x="2390711" y="1051553"/>
                  </a:lnTo>
                  <a:lnTo>
                    <a:pt x="2387942" y="1056293"/>
                  </a:lnTo>
                  <a:lnTo>
                    <a:pt x="2384442" y="1060364"/>
                  </a:lnTo>
                  <a:lnTo>
                    <a:pt x="2382068" y="1061878"/>
                  </a:lnTo>
                  <a:lnTo>
                    <a:pt x="2379169" y="1061627"/>
                  </a:lnTo>
                  <a:lnTo>
                    <a:pt x="2376529" y="1057906"/>
                  </a:lnTo>
                  <a:lnTo>
                    <a:pt x="2375113" y="1049293"/>
                  </a:lnTo>
                  <a:lnTo>
                    <a:pt x="2373516" y="1047566"/>
                  </a:lnTo>
                  <a:lnTo>
                    <a:pt x="2371621" y="1052398"/>
                  </a:lnTo>
                  <a:lnTo>
                    <a:pt x="2368813" y="1052124"/>
                  </a:lnTo>
                  <a:lnTo>
                    <a:pt x="2363351" y="1048548"/>
                  </a:lnTo>
                  <a:lnTo>
                    <a:pt x="2357903" y="1040802"/>
                  </a:lnTo>
                  <a:lnTo>
                    <a:pt x="2352265" y="1037234"/>
                  </a:lnTo>
                  <a:lnTo>
                    <a:pt x="2344314" y="1018281"/>
                  </a:lnTo>
                  <a:lnTo>
                    <a:pt x="2340784" y="1011304"/>
                  </a:lnTo>
                  <a:lnTo>
                    <a:pt x="2338859" y="1005635"/>
                  </a:lnTo>
                  <a:lnTo>
                    <a:pt x="2334339" y="1005034"/>
                  </a:lnTo>
                  <a:lnTo>
                    <a:pt x="2332643" y="1000857"/>
                  </a:lnTo>
                  <a:lnTo>
                    <a:pt x="2334902" y="997859"/>
                  </a:lnTo>
                  <a:lnTo>
                    <a:pt x="2340989" y="995326"/>
                  </a:lnTo>
                  <a:lnTo>
                    <a:pt x="2345836" y="995706"/>
                  </a:lnTo>
                  <a:lnTo>
                    <a:pt x="2342222" y="988128"/>
                  </a:lnTo>
                  <a:lnTo>
                    <a:pt x="2340479" y="983548"/>
                  </a:lnTo>
                  <a:lnTo>
                    <a:pt x="2338585" y="981052"/>
                  </a:lnTo>
                  <a:lnTo>
                    <a:pt x="2339285" y="986180"/>
                  </a:lnTo>
                  <a:lnTo>
                    <a:pt x="2338486" y="989878"/>
                  </a:lnTo>
                  <a:lnTo>
                    <a:pt x="2336850" y="992762"/>
                  </a:lnTo>
                  <a:lnTo>
                    <a:pt x="2334111" y="994611"/>
                  </a:lnTo>
                  <a:lnTo>
                    <a:pt x="2322302" y="971709"/>
                  </a:lnTo>
                  <a:lnTo>
                    <a:pt x="2315204" y="960441"/>
                  </a:lnTo>
                  <a:lnTo>
                    <a:pt x="2311255" y="956355"/>
                  </a:lnTo>
                  <a:lnTo>
                    <a:pt x="2308790" y="948959"/>
                  </a:lnTo>
                  <a:lnTo>
                    <a:pt x="2310441" y="947491"/>
                  </a:lnTo>
                  <a:lnTo>
                    <a:pt x="2318840" y="956256"/>
                  </a:lnTo>
                  <a:lnTo>
                    <a:pt x="2324783" y="960745"/>
                  </a:lnTo>
                  <a:lnTo>
                    <a:pt x="2334598" y="972318"/>
                  </a:lnTo>
                  <a:lnTo>
                    <a:pt x="2342047" y="971442"/>
                  </a:lnTo>
                  <a:lnTo>
                    <a:pt x="2344755" y="966276"/>
                  </a:lnTo>
                  <a:lnTo>
                    <a:pt x="2344778" y="955837"/>
                  </a:lnTo>
                  <a:lnTo>
                    <a:pt x="2342001" y="947224"/>
                  </a:lnTo>
                  <a:lnTo>
                    <a:pt x="2338478" y="943823"/>
                  </a:lnTo>
                  <a:lnTo>
                    <a:pt x="2326365" y="943108"/>
                  </a:lnTo>
                  <a:lnTo>
                    <a:pt x="2323566" y="940316"/>
                  </a:lnTo>
                  <a:lnTo>
                    <a:pt x="2325498" y="939449"/>
                  </a:lnTo>
                  <a:lnTo>
                    <a:pt x="2328169" y="939251"/>
                  </a:lnTo>
                  <a:lnTo>
                    <a:pt x="2332049" y="936702"/>
                  </a:lnTo>
                  <a:lnTo>
                    <a:pt x="2338509" y="930197"/>
                  </a:lnTo>
                  <a:lnTo>
                    <a:pt x="2341347" y="928173"/>
                  </a:lnTo>
                  <a:lnTo>
                    <a:pt x="2340883" y="923098"/>
                  </a:lnTo>
                  <a:lnTo>
                    <a:pt x="2336363" y="916113"/>
                  </a:lnTo>
                  <a:lnTo>
                    <a:pt x="2329029" y="915139"/>
                  </a:lnTo>
                  <a:lnTo>
                    <a:pt x="2327431" y="914462"/>
                  </a:lnTo>
                  <a:lnTo>
                    <a:pt x="2330337" y="910970"/>
                  </a:lnTo>
                  <a:lnTo>
                    <a:pt x="2332863" y="908832"/>
                  </a:lnTo>
                  <a:lnTo>
                    <a:pt x="2337147" y="903513"/>
                  </a:lnTo>
                  <a:lnTo>
                    <a:pt x="2338144" y="898598"/>
                  </a:lnTo>
                  <a:lnTo>
                    <a:pt x="2337261" y="898956"/>
                  </a:lnTo>
                  <a:lnTo>
                    <a:pt x="2334149" y="898728"/>
                  </a:lnTo>
                  <a:lnTo>
                    <a:pt x="2333259" y="896612"/>
                  </a:lnTo>
                  <a:lnTo>
                    <a:pt x="2333624" y="892861"/>
                  </a:lnTo>
                  <a:lnTo>
                    <a:pt x="2330253" y="889673"/>
                  </a:lnTo>
                  <a:lnTo>
                    <a:pt x="2327187" y="887528"/>
                  </a:lnTo>
                  <a:lnTo>
                    <a:pt x="2320157" y="887155"/>
                  </a:lnTo>
                  <a:lnTo>
                    <a:pt x="2320294" y="884690"/>
                  </a:lnTo>
                  <a:lnTo>
                    <a:pt x="2320667" y="882468"/>
                  </a:lnTo>
                  <a:lnTo>
                    <a:pt x="2317677" y="880847"/>
                  </a:lnTo>
                  <a:lnTo>
                    <a:pt x="2315204" y="877987"/>
                  </a:lnTo>
                  <a:lnTo>
                    <a:pt x="2314588" y="875384"/>
                  </a:lnTo>
                  <a:lnTo>
                    <a:pt x="2313697" y="873893"/>
                  </a:lnTo>
                  <a:lnTo>
                    <a:pt x="2309109" y="871192"/>
                  </a:lnTo>
                  <a:lnTo>
                    <a:pt x="2293968" y="866239"/>
                  </a:lnTo>
                  <a:lnTo>
                    <a:pt x="2292347" y="867685"/>
                  </a:lnTo>
                  <a:lnTo>
                    <a:pt x="2289852" y="874738"/>
                  </a:lnTo>
                  <a:lnTo>
                    <a:pt x="2283742" y="882148"/>
                  </a:lnTo>
                  <a:lnTo>
                    <a:pt x="2279116" y="878139"/>
                  </a:lnTo>
                  <a:lnTo>
                    <a:pt x="2278196" y="877736"/>
                  </a:lnTo>
                  <a:lnTo>
                    <a:pt x="2277442" y="875826"/>
                  </a:lnTo>
                  <a:lnTo>
                    <a:pt x="2278546" y="872539"/>
                  </a:lnTo>
                  <a:lnTo>
                    <a:pt x="2279322" y="869343"/>
                  </a:lnTo>
                  <a:lnTo>
                    <a:pt x="2278272" y="867061"/>
                  </a:lnTo>
                  <a:lnTo>
                    <a:pt x="2277389" y="866193"/>
                  </a:lnTo>
                  <a:lnTo>
                    <a:pt x="2274247" y="868506"/>
                  </a:lnTo>
                  <a:lnTo>
                    <a:pt x="2269560" y="869967"/>
                  </a:lnTo>
                  <a:lnTo>
                    <a:pt x="2267567" y="872189"/>
                  </a:lnTo>
                  <a:lnTo>
                    <a:pt x="2263382" y="873764"/>
                  </a:lnTo>
                  <a:lnTo>
                    <a:pt x="2263777" y="868270"/>
                  </a:lnTo>
                  <a:lnTo>
                    <a:pt x="2246247" y="853807"/>
                  </a:lnTo>
                  <a:lnTo>
                    <a:pt x="2240800" y="850794"/>
                  </a:lnTo>
                  <a:lnTo>
                    <a:pt x="2237528" y="850520"/>
                  </a:lnTo>
                  <a:lnTo>
                    <a:pt x="2229653" y="853761"/>
                  </a:lnTo>
                  <a:lnTo>
                    <a:pt x="2227834" y="855511"/>
                  </a:lnTo>
                  <a:lnTo>
                    <a:pt x="2224905" y="860251"/>
                  </a:lnTo>
                  <a:lnTo>
                    <a:pt x="2218377" y="857253"/>
                  </a:lnTo>
                  <a:lnTo>
                    <a:pt x="2216779" y="859490"/>
                  </a:lnTo>
                  <a:lnTo>
                    <a:pt x="2214406" y="867342"/>
                  </a:lnTo>
                  <a:lnTo>
                    <a:pt x="2214778" y="875004"/>
                  </a:lnTo>
                  <a:lnTo>
                    <a:pt x="2215478" y="877119"/>
                  </a:lnTo>
                  <a:lnTo>
                    <a:pt x="2216087" y="881236"/>
                  </a:lnTo>
                  <a:lnTo>
                    <a:pt x="2218590" y="887596"/>
                  </a:lnTo>
                  <a:lnTo>
                    <a:pt x="2221177" y="892656"/>
                  </a:lnTo>
                  <a:lnTo>
                    <a:pt x="2220112" y="893828"/>
                  </a:lnTo>
                  <a:lnTo>
                    <a:pt x="2219031" y="894155"/>
                  </a:lnTo>
                  <a:lnTo>
                    <a:pt x="2217745" y="896270"/>
                  </a:lnTo>
                  <a:lnTo>
                    <a:pt x="2216528" y="900569"/>
                  </a:lnTo>
                  <a:lnTo>
                    <a:pt x="2214314" y="906709"/>
                  </a:lnTo>
                  <a:lnTo>
                    <a:pt x="2211309" y="910133"/>
                  </a:lnTo>
                  <a:lnTo>
                    <a:pt x="2207870" y="909418"/>
                  </a:lnTo>
                  <a:lnTo>
                    <a:pt x="2199668" y="904799"/>
                  </a:lnTo>
                  <a:lnTo>
                    <a:pt x="2197781" y="905621"/>
                  </a:lnTo>
                  <a:lnTo>
                    <a:pt x="2197256" y="908976"/>
                  </a:lnTo>
                  <a:lnTo>
                    <a:pt x="2202148" y="911837"/>
                  </a:lnTo>
                  <a:lnTo>
                    <a:pt x="2202597" y="913640"/>
                  </a:lnTo>
                  <a:lnTo>
                    <a:pt x="2201319" y="914782"/>
                  </a:lnTo>
                  <a:lnTo>
                    <a:pt x="2198016" y="915725"/>
                  </a:lnTo>
                  <a:lnTo>
                    <a:pt x="2192097" y="915527"/>
                  </a:lnTo>
                  <a:lnTo>
                    <a:pt x="2187182" y="914317"/>
                  </a:lnTo>
                  <a:lnTo>
                    <a:pt x="2184116" y="909691"/>
                  </a:lnTo>
                  <a:lnTo>
                    <a:pt x="2181164" y="909052"/>
                  </a:lnTo>
                  <a:lnTo>
                    <a:pt x="2172764" y="908961"/>
                  </a:lnTo>
                  <a:lnTo>
                    <a:pt x="2165132" y="911449"/>
                  </a:lnTo>
                  <a:lnTo>
                    <a:pt x="2156611" y="908215"/>
                  </a:lnTo>
                  <a:lnTo>
                    <a:pt x="2142170" y="908923"/>
                  </a:lnTo>
                  <a:lnTo>
                    <a:pt x="2138518" y="908360"/>
                  </a:lnTo>
                  <a:lnTo>
                    <a:pt x="2131578" y="902159"/>
                  </a:lnTo>
                  <a:lnTo>
                    <a:pt x="2121649" y="898248"/>
                  </a:lnTo>
                  <a:lnTo>
                    <a:pt x="2110328" y="888715"/>
                  </a:lnTo>
                  <a:lnTo>
                    <a:pt x="2109186" y="879744"/>
                  </a:lnTo>
                  <a:lnTo>
                    <a:pt x="2110906" y="872478"/>
                  </a:lnTo>
                  <a:lnTo>
                    <a:pt x="2117259" y="872470"/>
                  </a:lnTo>
                  <a:lnTo>
                    <a:pt x="2121147" y="871215"/>
                  </a:lnTo>
                  <a:lnTo>
                    <a:pt x="2120607" y="868423"/>
                  </a:lnTo>
                  <a:lnTo>
                    <a:pt x="2119755" y="866954"/>
                  </a:lnTo>
                  <a:lnTo>
                    <a:pt x="2110769" y="863036"/>
                  </a:lnTo>
                  <a:lnTo>
                    <a:pt x="2086391" y="862328"/>
                  </a:lnTo>
                  <a:lnTo>
                    <a:pt x="2069028" y="856500"/>
                  </a:lnTo>
                  <a:lnTo>
                    <a:pt x="2044308" y="854484"/>
                  </a:lnTo>
                  <a:lnTo>
                    <a:pt x="2033161" y="861720"/>
                  </a:lnTo>
                  <a:lnTo>
                    <a:pt x="2017031" y="863424"/>
                  </a:lnTo>
                  <a:lnTo>
                    <a:pt x="2012687" y="867289"/>
                  </a:lnTo>
                  <a:lnTo>
                    <a:pt x="2005284" y="869427"/>
                  </a:lnTo>
                  <a:lnTo>
                    <a:pt x="2005908" y="874776"/>
                  </a:lnTo>
                  <a:lnTo>
                    <a:pt x="2009575" y="878900"/>
                  </a:lnTo>
                  <a:lnTo>
                    <a:pt x="2011363" y="879729"/>
                  </a:lnTo>
                  <a:lnTo>
                    <a:pt x="2013303" y="881342"/>
                  </a:lnTo>
                  <a:lnTo>
                    <a:pt x="2012093" y="882772"/>
                  </a:lnTo>
                  <a:lnTo>
                    <a:pt x="2010724" y="883412"/>
                  </a:lnTo>
                  <a:lnTo>
                    <a:pt x="2008031" y="886706"/>
                  </a:lnTo>
                  <a:lnTo>
                    <a:pt x="2006311" y="889734"/>
                  </a:lnTo>
                  <a:lnTo>
                    <a:pt x="2006790" y="896399"/>
                  </a:lnTo>
                  <a:lnTo>
                    <a:pt x="2005961" y="902851"/>
                  </a:lnTo>
                  <a:lnTo>
                    <a:pt x="2003283" y="911769"/>
                  </a:lnTo>
                  <a:lnTo>
                    <a:pt x="2001023" y="915679"/>
                  </a:lnTo>
                  <a:lnTo>
                    <a:pt x="1998969" y="920922"/>
                  </a:lnTo>
                  <a:lnTo>
                    <a:pt x="2000726" y="925753"/>
                  </a:lnTo>
                  <a:lnTo>
                    <a:pt x="2002727" y="927754"/>
                  </a:lnTo>
                  <a:lnTo>
                    <a:pt x="2007817" y="930189"/>
                  </a:lnTo>
                  <a:lnTo>
                    <a:pt x="2009568" y="931825"/>
                  </a:lnTo>
                  <a:lnTo>
                    <a:pt x="2008548" y="933232"/>
                  </a:lnTo>
                  <a:lnTo>
                    <a:pt x="2001031" y="931596"/>
                  </a:lnTo>
                  <a:lnTo>
                    <a:pt x="1998337" y="926369"/>
                  </a:lnTo>
                  <a:lnTo>
                    <a:pt x="1997744" y="923539"/>
                  </a:lnTo>
                  <a:lnTo>
                    <a:pt x="1997097" y="919118"/>
                  </a:lnTo>
                  <a:lnTo>
                    <a:pt x="1999653" y="914302"/>
                  </a:lnTo>
                  <a:lnTo>
                    <a:pt x="2002255" y="911053"/>
                  </a:lnTo>
                  <a:lnTo>
                    <a:pt x="2004508" y="903315"/>
                  </a:lnTo>
                  <a:lnTo>
                    <a:pt x="2004782" y="896179"/>
                  </a:lnTo>
                  <a:lnTo>
                    <a:pt x="2004850" y="881296"/>
                  </a:lnTo>
                  <a:lnTo>
                    <a:pt x="2000278" y="877910"/>
                  </a:lnTo>
                  <a:lnTo>
                    <a:pt x="1997721" y="872820"/>
                  </a:lnTo>
                  <a:lnTo>
                    <a:pt x="2002149" y="863553"/>
                  </a:lnTo>
                  <a:lnTo>
                    <a:pt x="2003260" y="858646"/>
                  </a:lnTo>
                  <a:lnTo>
                    <a:pt x="2001350" y="854103"/>
                  </a:lnTo>
                  <a:lnTo>
                    <a:pt x="1998246" y="844174"/>
                  </a:lnTo>
                  <a:lnTo>
                    <a:pt x="1995073" y="838300"/>
                  </a:lnTo>
                  <a:lnTo>
                    <a:pt x="1992988" y="835850"/>
                  </a:lnTo>
                  <a:lnTo>
                    <a:pt x="1990873" y="834587"/>
                  </a:lnTo>
                  <a:lnTo>
                    <a:pt x="1993087" y="844311"/>
                  </a:lnTo>
                  <a:lnTo>
                    <a:pt x="1991307" y="849249"/>
                  </a:lnTo>
                  <a:lnTo>
                    <a:pt x="1990014" y="851159"/>
                  </a:lnTo>
                  <a:lnTo>
                    <a:pt x="1981568" y="853822"/>
                  </a:lnTo>
                  <a:lnTo>
                    <a:pt x="1976173" y="853989"/>
                  </a:lnTo>
                  <a:lnTo>
                    <a:pt x="1968839" y="851220"/>
                  </a:lnTo>
                  <a:lnTo>
                    <a:pt x="1960226" y="844912"/>
                  </a:lnTo>
                  <a:lnTo>
                    <a:pt x="1958073" y="840530"/>
                  </a:lnTo>
                  <a:lnTo>
                    <a:pt x="1956543" y="834078"/>
                  </a:lnTo>
                  <a:lnTo>
                    <a:pt x="1961496" y="831270"/>
                  </a:lnTo>
                  <a:lnTo>
                    <a:pt x="1963429" y="829436"/>
                  </a:lnTo>
                  <a:lnTo>
                    <a:pt x="1958963" y="827976"/>
                  </a:lnTo>
                  <a:lnTo>
                    <a:pt x="1954466" y="827550"/>
                  </a:lnTo>
                  <a:lnTo>
                    <a:pt x="1952868" y="836337"/>
                  </a:lnTo>
                  <a:lnTo>
                    <a:pt x="1949962" y="835683"/>
                  </a:lnTo>
                  <a:lnTo>
                    <a:pt x="1935894" y="830304"/>
                  </a:lnTo>
                  <a:lnTo>
                    <a:pt x="1932105" y="832084"/>
                  </a:lnTo>
                  <a:lnTo>
                    <a:pt x="1927516" y="837007"/>
                  </a:lnTo>
                  <a:lnTo>
                    <a:pt x="1925485" y="840811"/>
                  </a:lnTo>
                  <a:lnTo>
                    <a:pt x="1923165" y="847020"/>
                  </a:lnTo>
                  <a:lnTo>
                    <a:pt x="1924040" y="851334"/>
                  </a:lnTo>
                  <a:lnTo>
                    <a:pt x="1925021" y="852947"/>
                  </a:lnTo>
                  <a:lnTo>
                    <a:pt x="1932249" y="854020"/>
                  </a:lnTo>
                  <a:lnTo>
                    <a:pt x="1938595" y="852688"/>
                  </a:lnTo>
                  <a:lnTo>
                    <a:pt x="1945732" y="848580"/>
                  </a:lnTo>
                  <a:lnTo>
                    <a:pt x="1947375" y="850116"/>
                  </a:lnTo>
                  <a:lnTo>
                    <a:pt x="1948844" y="852338"/>
                  </a:lnTo>
                  <a:lnTo>
                    <a:pt x="1946820" y="855503"/>
                  </a:lnTo>
                  <a:lnTo>
                    <a:pt x="1939454" y="860076"/>
                  </a:lnTo>
                  <a:lnTo>
                    <a:pt x="1927212" y="871869"/>
                  </a:lnTo>
                  <a:lnTo>
                    <a:pt x="1922556" y="873254"/>
                  </a:lnTo>
                  <a:lnTo>
                    <a:pt x="1916028" y="870743"/>
                  </a:lnTo>
                  <a:lnTo>
                    <a:pt x="1912490" y="877325"/>
                  </a:lnTo>
                  <a:lnTo>
                    <a:pt x="1910877" y="878907"/>
                  </a:lnTo>
                  <a:lnTo>
                    <a:pt x="1899890" y="883328"/>
                  </a:lnTo>
                  <a:lnTo>
                    <a:pt x="1895104" y="883982"/>
                  </a:lnTo>
                  <a:lnTo>
                    <a:pt x="1893697" y="887277"/>
                  </a:lnTo>
                  <a:lnTo>
                    <a:pt x="1890820" y="887870"/>
                  </a:lnTo>
                  <a:lnTo>
                    <a:pt x="1887625" y="889521"/>
                  </a:lnTo>
                  <a:lnTo>
                    <a:pt x="1882269" y="894132"/>
                  </a:lnTo>
                  <a:lnTo>
                    <a:pt x="1874120" y="894870"/>
                  </a:lnTo>
                  <a:lnTo>
                    <a:pt x="1868573" y="893828"/>
                  </a:lnTo>
                  <a:lnTo>
                    <a:pt x="1855098" y="896620"/>
                  </a:lnTo>
                  <a:lnTo>
                    <a:pt x="1851621" y="899047"/>
                  </a:lnTo>
                  <a:lnTo>
                    <a:pt x="1849354" y="902410"/>
                  </a:lnTo>
                  <a:lnTo>
                    <a:pt x="1848296" y="906694"/>
                  </a:lnTo>
                  <a:lnTo>
                    <a:pt x="1846318" y="910498"/>
                  </a:lnTo>
                  <a:lnTo>
                    <a:pt x="1838656" y="918708"/>
                  </a:lnTo>
                  <a:lnTo>
                    <a:pt x="1832136" y="922078"/>
                  </a:lnTo>
                  <a:lnTo>
                    <a:pt x="1826604" y="923014"/>
                  </a:lnTo>
                  <a:lnTo>
                    <a:pt x="1831923" y="918396"/>
                  </a:lnTo>
                  <a:lnTo>
                    <a:pt x="1837994" y="909813"/>
                  </a:lnTo>
                  <a:lnTo>
                    <a:pt x="1848920" y="884157"/>
                  </a:lnTo>
                  <a:lnTo>
                    <a:pt x="1859397" y="882476"/>
                  </a:lnTo>
                  <a:lnTo>
                    <a:pt x="1861847" y="879044"/>
                  </a:lnTo>
                  <a:lnTo>
                    <a:pt x="1869813" y="863074"/>
                  </a:lnTo>
                  <a:lnTo>
                    <a:pt x="1872035" y="860685"/>
                  </a:lnTo>
                  <a:lnTo>
                    <a:pt x="1882588" y="860380"/>
                  </a:lnTo>
                  <a:lnTo>
                    <a:pt x="1891863" y="855138"/>
                  </a:lnTo>
                  <a:lnTo>
                    <a:pt x="1910557" y="829162"/>
                  </a:lnTo>
                  <a:lnTo>
                    <a:pt x="1919862" y="824772"/>
                  </a:lnTo>
                  <a:lnTo>
                    <a:pt x="1926261" y="818503"/>
                  </a:lnTo>
                  <a:lnTo>
                    <a:pt x="1927403" y="815391"/>
                  </a:lnTo>
                  <a:lnTo>
                    <a:pt x="1928415" y="811275"/>
                  </a:lnTo>
                  <a:lnTo>
                    <a:pt x="1927456" y="808772"/>
                  </a:lnTo>
                  <a:lnTo>
                    <a:pt x="1926900" y="806497"/>
                  </a:lnTo>
                  <a:lnTo>
                    <a:pt x="1935133" y="802008"/>
                  </a:lnTo>
                  <a:lnTo>
                    <a:pt x="1938290" y="795061"/>
                  </a:lnTo>
                  <a:lnTo>
                    <a:pt x="1949376" y="788502"/>
                  </a:lnTo>
                  <a:lnTo>
                    <a:pt x="1958050" y="779631"/>
                  </a:lnTo>
                  <a:lnTo>
                    <a:pt x="1970208" y="773027"/>
                  </a:lnTo>
                  <a:lnTo>
                    <a:pt x="1977117" y="763820"/>
                  </a:lnTo>
                  <a:lnTo>
                    <a:pt x="1992775" y="750520"/>
                  </a:lnTo>
                  <a:lnTo>
                    <a:pt x="2007483" y="727375"/>
                  </a:lnTo>
                  <a:lnTo>
                    <a:pt x="2009887" y="714053"/>
                  </a:lnTo>
                  <a:lnTo>
                    <a:pt x="2006311" y="709678"/>
                  </a:lnTo>
                  <a:lnTo>
                    <a:pt x="2001982" y="706931"/>
                  </a:lnTo>
                  <a:lnTo>
                    <a:pt x="1999570" y="700319"/>
                  </a:lnTo>
                  <a:lnTo>
                    <a:pt x="1997827" y="699535"/>
                  </a:lnTo>
                  <a:lnTo>
                    <a:pt x="1993430" y="703705"/>
                  </a:lnTo>
                  <a:lnTo>
                    <a:pt x="1988606" y="689431"/>
                  </a:lnTo>
                  <a:lnTo>
                    <a:pt x="1982702" y="681389"/>
                  </a:lnTo>
                  <a:lnTo>
                    <a:pt x="1982975" y="680210"/>
                  </a:lnTo>
                  <a:lnTo>
                    <a:pt x="1983630" y="679670"/>
                  </a:lnTo>
                  <a:lnTo>
                    <a:pt x="1986460" y="680933"/>
                  </a:lnTo>
                  <a:lnTo>
                    <a:pt x="1997082" y="692802"/>
                  </a:lnTo>
                  <a:lnTo>
                    <a:pt x="2002742" y="694598"/>
                  </a:lnTo>
                  <a:lnTo>
                    <a:pt x="2004401" y="696424"/>
                  </a:lnTo>
                  <a:lnTo>
                    <a:pt x="2005429" y="699421"/>
                  </a:lnTo>
                  <a:lnTo>
                    <a:pt x="2004759" y="704390"/>
                  </a:lnTo>
                  <a:lnTo>
                    <a:pt x="2006501" y="704009"/>
                  </a:lnTo>
                  <a:lnTo>
                    <a:pt x="2007612" y="701925"/>
                  </a:lnTo>
                  <a:lnTo>
                    <a:pt x="2010358" y="692269"/>
                  </a:lnTo>
                  <a:lnTo>
                    <a:pt x="2012976" y="679129"/>
                  </a:lnTo>
                  <a:lnTo>
                    <a:pt x="2012680" y="673415"/>
                  </a:lnTo>
                  <a:lnTo>
                    <a:pt x="2006418" y="676010"/>
                  </a:lnTo>
                  <a:lnTo>
                    <a:pt x="2003511" y="656555"/>
                  </a:lnTo>
                  <a:lnTo>
                    <a:pt x="2002180" y="650605"/>
                  </a:lnTo>
                  <a:lnTo>
                    <a:pt x="2000193" y="644084"/>
                  </a:lnTo>
                  <a:lnTo>
                    <a:pt x="1996215" y="643506"/>
                  </a:lnTo>
                  <a:lnTo>
                    <a:pt x="1994122" y="645157"/>
                  </a:lnTo>
                  <a:lnTo>
                    <a:pt x="1995788" y="647356"/>
                  </a:lnTo>
                  <a:lnTo>
                    <a:pt x="1997591" y="651001"/>
                  </a:lnTo>
                  <a:lnTo>
                    <a:pt x="1996389" y="654706"/>
                  </a:lnTo>
                  <a:lnTo>
                    <a:pt x="1995377" y="656380"/>
                  </a:lnTo>
                  <a:lnTo>
                    <a:pt x="1990508" y="661302"/>
                  </a:lnTo>
                  <a:lnTo>
                    <a:pt x="1987038" y="661751"/>
                  </a:lnTo>
                  <a:lnTo>
                    <a:pt x="1988438" y="659659"/>
                  </a:lnTo>
                  <a:lnTo>
                    <a:pt x="1990074" y="654995"/>
                  </a:lnTo>
                  <a:lnTo>
                    <a:pt x="1988887" y="649882"/>
                  </a:lnTo>
                  <a:lnTo>
                    <a:pt x="1987640" y="647029"/>
                  </a:lnTo>
                  <a:lnTo>
                    <a:pt x="1986255" y="632185"/>
                  </a:lnTo>
                  <a:lnTo>
                    <a:pt x="1981850" y="629940"/>
                  </a:lnTo>
                  <a:lnTo>
                    <a:pt x="1979369" y="627543"/>
                  </a:lnTo>
                  <a:lnTo>
                    <a:pt x="1976074" y="628517"/>
                  </a:lnTo>
                  <a:lnTo>
                    <a:pt x="1971798" y="632474"/>
                  </a:lnTo>
                  <a:lnTo>
                    <a:pt x="1973381" y="628829"/>
                  </a:lnTo>
                  <a:lnTo>
                    <a:pt x="1975032" y="623381"/>
                  </a:lnTo>
                  <a:lnTo>
                    <a:pt x="1971715" y="616686"/>
                  </a:lnTo>
                  <a:lnTo>
                    <a:pt x="1968451" y="612083"/>
                  </a:lnTo>
                  <a:lnTo>
                    <a:pt x="1964486" y="610348"/>
                  </a:lnTo>
                  <a:lnTo>
                    <a:pt x="1960043" y="604398"/>
                  </a:lnTo>
                  <a:lnTo>
                    <a:pt x="1954116" y="601020"/>
                  </a:lnTo>
                  <a:lnTo>
                    <a:pt x="1940375" y="597725"/>
                  </a:lnTo>
                  <a:lnTo>
                    <a:pt x="1929875" y="602017"/>
                  </a:lnTo>
                  <a:lnTo>
                    <a:pt x="1916811" y="598539"/>
                  </a:lnTo>
                  <a:lnTo>
                    <a:pt x="1901198" y="601241"/>
                  </a:lnTo>
                  <a:lnTo>
                    <a:pt x="1895081" y="601294"/>
                  </a:lnTo>
                  <a:lnTo>
                    <a:pt x="1891437" y="599589"/>
                  </a:lnTo>
                  <a:lnTo>
                    <a:pt x="1888157" y="601393"/>
                  </a:lnTo>
                  <a:lnTo>
                    <a:pt x="1886491" y="606757"/>
                  </a:lnTo>
                  <a:lnTo>
                    <a:pt x="1885471" y="615141"/>
                  </a:lnTo>
                  <a:lnTo>
                    <a:pt x="1881622" y="619493"/>
                  </a:lnTo>
                  <a:lnTo>
                    <a:pt x="1879530" y="620604"/>
                  </a:lnTo>
                  <a:lnTo>
                    <a:pt x="1869570" y="619326"/>
                  </a:lnTo>
                  <a:lnTo>
                    <a:pt x="1862471" y="623351"/>
                  </a:lnTo>
                  <a:lnTo>
                    <a:pt x="1859435" y="620186"/>
                  </a:lnTo>
                  <a:lnTo>
                    <a:pt x="1853676" y="620406"/>
                  </a:lnTo>
                  <a:lnTo>
                    <a:pt x="1853059" y="613323"/>
                  </a:lnTo>
                  <a:lnTo>
                    <a:pt x="1856491" y="613612"/>
                  </a:lnTo>
                  <a:lnTo>
                    <a:pt x="1858492" y="614799"/>
                  </a:lnTo>
                  <a:lnTo>
                    <a:pt x="1864944" y="600274"/>
                  </a:lnTo>
                  <a:lnTo>
                    <a:pt x="1870262" y="591737"/>
                  </a:lnTo>
                  <a:lnTo>
                    <a:pt x="1875383" y="581907"/>
                  </a:lnTo>
                  <a:lnTo>
                    <a:pt x="1872156" y="575813"/>
                  </a:lnTo>
                  <a:lnTo>
                    <a:pt x="1864959" y="571689"/>
                  </a:lnTo>
                  <a:lnTo>
                    <a:pt x="1861588" y="571940"/>
                  </a:lnTo>
                  <a:lnTo>
                    <a:pt x="1859907" y="573652"/>
                  </a:lnTo>
                  <a:lnTo>
                    <a:pt x="1852085" y="570411"/>
                  </a:lnTo>
                  <a:lnTo>
                    <a:pt x="1847961" y="570654"/>
                  </a:lnTo>
                  <a:lnTo>
                    <a:pt x="1841060" y="575196"/>
                  </a:lnTo>
                  <a:lnTo>
                    <a:pt x="1838702" y="574824"/>
                  </a:lnTo>
                  <a:lnTo>
                    <a:pt x="1837287" y="565366"/>
                  </a:lnTo>
                  <a:lnTo>
                    <a:pt x="1830333" y="566165"/>
                  </a:lnTo>
                  <a:lnTo>
                    <a:pt x="1806464" y="565260"/>
                  </a:lnTo>
                  <a:lnTo>
                    <a:pt x="1809051" y="562307"/>
                  </a:lnTo>
                  <a:lnTo>
                    <a:pt x="1821613" y="558267"/>
                  </a:lnTo>
                  <a:lnTo>
                    <a:pt x="1831702" y="552188"/>
                  </a:lnTo>
                  <a:lnTo>
                    <a:pt x="1839166" y="541102"/>
                  </a:lnTo>
                  <a:lnTo>
                    <a:pt x="1846113" y="537344"/>
                  </a:lnTo>
                  <a:lnTo>
                    <a:pt x="1844484" y="531752"/>
                  </a:lnTo>
                  <a:lnTo>
                    <a:pt x="1842590" y="527696"/>
                  </a:lnTo>
                  <a:lnTo>
                    <a:pt x="1838648" y="524105"/>
                  </a:lnTo>
                  <a:lnTo>
                    <a:pt x="1830081" y="521731"/>
                  </a:lnTo>
                  <a:lnTo>
                    <a:pt x="1822739" y="517219"/>
                  </a:lnTo>
                  <a:lnTo>
                    <a:pt x="1819513" y="511505"/>
                  </a:lnTo>
                  <a:lnTo>
                    <a:pt x="1806069" y="503661"/>
                  </a:lnTo>
                  <a:lnTo>
                    <a:pt x="1802432" y="503661"/>
                  </a:lnTo>
                  <a:lnTo>
                    <a:pt x="1792746" y="513514"/>
                  </a:lnTo>
                  <a:lnTo>
                    <a:pt x="1787839" y="512601"/>
                  </a:lnTo>
                  <a:lnTo>
                    <a:pt x="1783570" y="514054"/>
                  </a:lnTo>
                  <a:lnTo>
                    <a:pt x="1772439" y="525748"/>
                  </a:lnTo>
                  <a:lnTo>
                    <a:pt x="1749111" y="556023"/>
                  </a:lnTo>
                  <a:lnTo>
                    <a:pt x="1744310" y="565290"/>
                  </a:lnTo>
                  <a:lnTo>
                    <a:pt x="1742020" y="572252"/>
                  </a:lnTo>
                  <a:lnTo>
                    <a:pt x="1737843" y="575866"/>
                  </a:lnTo>
                  <a:lnTo>
                    <a:pt x="1736047" y="584350"/>
                  </a:lnTo>
                  <a:lnTo>
                    <a:pt x="1736359" y="591692"/>
                  </a:lnTo>
                  <a:lnTo>
                    <a:pt x="1738231" y="595534"/>
                  </a:lnTo>
                  <a:lnTo>
                    <a:pt x="1740179" y="602739"/>
                  </a:lnTo>
                  <a:lnTo>
                    <a:pt x="1738185" y="610964"/>
                  </a:lnTo>
                  <a:lnTo>
                    <a:pt x="1736519" y="616336"/>
                  </a:lnTo>
                  <a:lnTo>
                    <a:pt x="1738109" y="618740"/>
                  </a:lnTo>
                  <a:lnTo>
                    <a:pt x="1742606" y="618261"/>
                  </a:lnTo>
                  <a:lnTo>
                    <a:pt x="1752649" y="622856"/>
                  </a:lnTo>
                  <a:lnTo>
                    <a:pt x="1750815" y="627079"/>
                  </a:lnTo>
                  <a:lnTo>
                    <a:pt x="1744690" y="623457"/>
                  </a:lnTo>
                  <a:lnTo>
                    <a:pt x="1739349" y="623610"/>
                  </a:lnTo>
                  <a:lnTo>
                    <a:pt x="1734716" y="619220"/>
                  </a:lnTo>
                  <a:lnTo>
                    <a:pt x="1723584" y="623435"/>
                  </a:lnTo>
                  <a:lnTo>
                    <a:pt x="1715329" y="622453"/>
                  </a:lnTo>
                  <a:lnTo>
                    <a:pt x="1707652" y="624135"/>
                  </a:lnTo>
                  <a:lnTo>
                    <a:pt x="1692564" y="620650"/>
                  </a:lnTo>
                  <a:lnTo>
                    <a:pt x="1691194" y="623298"/>
                  </a:lnTo>
                  <a:lnTo>
                    <a:pt x="1694694" y="627840"/>
                  </a:lnTo>
                  <a:lnTo>
                    <a:pt x="1697350" y="632063"/>
                  </a:lnTo>
                  <a:lnTo>
                    <a:pt x="1705187" y="641923"/>
                  </a:lnTo>
                  <a:lnTo>
                    <a:pt x="1708519" y="645058"/>
                  </a:lnTo>
                  <a:lnTo>
                    <a:pt x="1712978" y="654379"/>
                  </a:lnTo>
                  <a:lnTo>
                    <a:pt x="1713533" y="672571"/>
                  </a:lnTo>
                  <a:lnTo>
                    <a:pt x="1711099" y="676923"/>
                  </a:lnTo>
                  <a:lnTo>
                    <a:pt x="1708367" y="682972"/>
                  </a:lnTo>
                  <a:lnTo>
                    <a:pt x="1706906" y="684083"/>
                  </a:lnTo>
                  <a:lnTo>
                    <a:pt x="1704799" y="683679"/>
                  </a:lnTo>
                  <a:lnTo>
                    <a:pt x="1708223" y="679418"/>
                  </a:lnTo>
                  <a:lnTo>
                    <a:pt x="1710079" y="670281"/>
                  </a:lnTo>
                  <a:lnTo>
                    <a:pt x="1711814" y="663897"/>
                  </a:lnTo>
                  <a:lnTo>
                    <a:pt x="1709523" y="659537"/>
                  </a:lnTo>
                  <a:lnTo>
                    <a:pt x="1708504" y="659157"/>
                  </a:lnTo>
                  <a:lnTo>
                    <a:pt x="1707378" y="656760"/>
                  </a:lnTo>
                  <a:lnTo>
                    <a:pt x="1699358" y="650666"/>
                  </a:lnTo>
                  <a:lnTo>
                    <a:pt x="1695037" y="647995"/>
                  </a:lnTo>
                  <a:lnTo>
                    <a:pt x="1690472" y="646519"/>
                  </a:lnTo>
                  <a:lnTo>
                    <a:pt x="1688143" y="644845"/>
                  </a:lnTo>
                  <a:lnTo>
                    <a:pt x="1681311" y="650407"/>
                  </a:lnTo>
                  <a:lnTo>
                    <a:pt x="1678161" y="651670"/>
                  </a:lnTo>
                  <a:lnTo>
                    <a:pt x="1674433" y="654592"/>
                  </a:lnTo>
                  <a:lnTo>
                    <a:pt x="1672264" y="658594"/>
                  </a:lnTo>
                  <a:lnTo>
                    <a:pt x="1666961" y="659537"/>
                  </a:lnTo>
                  <a:lnTo>
                    <a:pt x="1666277" y="663874"/>
                  </a:lnTo>
                  <a:lnTo>
                    <a:pt x="1663316" y="668181"/>
                  </a:lnTo>
                  <a:lnTo>
                    <a:pt x="1660144" y="663486"/>
                  </a:lnTo>
                  <a:lnTo>
                    <a:pt x="1657047" y="664787"/>
                  </a:lnTo>
                  <a:lnTo>
                    <a:pt x="1650078" y="672510"/>
                  </a:lnTo>
                  <a:lnTo>
                    <a:pt x="1641922" y="676002"/>
                  </a:lnTo>
                  <a:lnTo>
                    <a:pt x="1642789" y="673339"/>
                  </a:lnTo>
                  <a:lnTo>
                    <a:pt x="1644128" y="667336"/>
                  </a:lnTo>
                  <a:lnTo>
                    <a:pt x="1642165" y="665951"/>
                  </a:lnTo>
                  <a:lnTo>
                    <a:pt x="1629915" y="672951"/>
                  </a:lnTo>
                  <a:lnTo>
                    <a:pt x="1625837" y="677661"/>
                  </a:lnTo>
                  <a:lnTo>
                    <a:pt x="1623904" y="675918"/>
                  </a:lnTo>
                  <a:lnTo>
                    <a:pt x="1631011" y="665586"/>
                  </a:lnTo>
                  <a:lnTo>
                    <a:pt x="1632920" y="659187"/>
                  </a:lnTo>
                  <a:lnTo>
                    <a:pt x="1629596" y="656418"/>
                  </a:lnTo>
                  <a:lnTo>
                    <a:pt x="1622307" y="654265"/>
                  </a:lnTo>
                  <a:lnTo>
                    <a:pt x="1617627" y="654059"/>
                  </a:lnTo>
                  <a:lnTo>
                    <a:pt x="1610780" y="656380"/>
                  </a:lnTo>
                  <a:lnTo>
                    <a:pt x="1600896" y="652979"/>
                  </a:lnTo>
                  <a:lnTo>
                    <a:pt x="1599428" y="656874"/>
                  </a:lnTo>
                  <a:lnTo>
                    <a:pt x="1596894" y="657338"/>
                  </a:lnTo>
                  <a:lnTo>
                    <a:pt x="1590792" y="655490"/>
                  </a:lnTo>
                  <a:lnTo>
                    <a:pt x="1585245" y="657475"/>
                  </a:lnTo>
                  <a:lnTo>
                    <a:pt x="1581091" y="661652"/>
                  </a:lnTo>
                  <a:lnTo>
                    <a:pt x="1574920" y="657521"/>
                  </a:lnTo>
                  <a:lnTo>
                    <a:pt x="1572782" y="657696"/>
                  </a:lnTo>
                  <a:lnTo>
                    <a:pt x="1569480" y="664156"/>
                  </a:lnTo>
                  <a:lnTo>
                    <a:pt x="1566635" y="659796"/>
                  </a:lnTo>
                  <a:lnTo>
                    <a:pt x="1564230" y="668241"/>
                  </a:lnTo>
                  <a:lnTo>
                    <a:pt x="1564908" y="674359"/>
                  </a:lnTo>
                  <a:lnTo>
                    <a:pt x="1566962" y="674990"/>
                  </a:lnTo>
                  <a:lnTo>
                    <a:pt x="1568712" y="674100"/>
                  </a:lnTo>
                  <a:lnTo>
                    <a:pt x="1569731" y="671308"/>
                  </a:lnTo>
                  <a:lnTo>
                    <a:pt x="1571055" y="670045"/>
                  </a:lnTo>
                  <a:lnTo>
                    <a:pt x="1575925" y="675120"/>
                  </a:lnTo>
                  <a:lnTo>
                    <a:pt x="1577401" y="672343"/>
                  </a:lnTo>
                  <a:lnTo>
                    <a:pt x="1579508" y="670281"/>
                  </a:lnTo>
                  <a:lnTo>
                    <a:pt x="1581913" y="673332"/>
                  </a:lnTo>
                  <a:lnTo>
                    <a:pt x="1591933" y="670022"/>
                  </a:lnTo>
                  <a:lnTo>
                    <a:pt x="1590198" y="674092"/>
                  </a:lnTo>
                  <a:lnTo>
                    <a:pt x="1578976" y="679243"/>
                  </a:lnTo>
                  <a:lnTo>
                    <a:pt x="1558752" y="685772"/>
                  </a:lnTo>
                  <a:lnTo>
                    <a:pt x="1554583" y="688328"/>
                  </a:lnTo>
                  <a:lnTo>
                    <a:pt x="1542584" y="690573"/>
                  </a:lnTo>
                  <a:lnTo>
                    <a:pt x="1534770" y="696964"/>
                  </a:lnTo>
                  <a:lnTo>
                    <a:pt x="1524635" y="696971"/>
                  </a:lnTo>
                  <a:lnTo>
                    <a:pt x="1507128" y="702001"/>
                  </a:lnTo>
                  <a:lnTo>
                    <a:pt x="1494536" y="713337"/>
                  </a:lnTo>
                  <a:lnTo>
                    <a:pt x="1488449" y="712325"/>
                  </a:lnTo>
                  <a:lnTo>
                    <a:pt x="1476123" y="720885"/>
                  </a:lnTo>
                  <a:lnTo>
                    <a:pt x="1471223" y="727520"/>
                  </a:lnTo>
                  <a:lnTo>
                    <a:pt x="1453450" y="740972"/>
                  </a:lnTo>
                  <a:lnTo>
                    <a:pt x="1442767" y="735790"/>
                  </a:lnTo>
                  <a:lnTo>
                    <a:pt x="1439245" y="737616"/>
                  </a:lnTo>
                  <a:lnTo>
                    <a:pt x="1437449" y="742364"/>
                  </a:lnTo>
                  <a:lnTo>
                    <a:pt x="1437814" y="746069"/>
                  </a:lnTo>
                  <a:lnTo>
                    <a:pt x="1442120" y="745727"/>
                  </a:lnTo>
                  <a:lnTo>
                    <a:pt x="1445255" y="747363"/>
                  </a:lnTo>
                  <a:lnTo>
                    <a:pt x="1449097" y="750612"/>
                  </a:lnTo>
                  <a:lnTo>
                    <a:pt x="1448070" y="756569"/>
                  </a:lnTo>
                  <a:lnTo>
                    <a:pt x="1440005" y="769816"/>
                  </a:lnTo>
                  <a:lnTo>
                    <a:pt x="1436186" y="774761"/>
                  </a:lnTo>
                  <a:lnTo>
                    <a:pt x="1431666" y="777622"/>
                  </a:lnTo>
                  <a:lnTo>
                    <a:pt x="1422049" y="766765"/>
                  </a:lnTo>
                  <a:lnTo>
                    <a:pt x="1420307" y="771551"/>
                  </a:lnTo>
                  <a:lnTo>
                    <a:pt x="1419013" y="773917"/>
                  </a:lnTo>
                  <a:lnTo>
                    <a:pt x="1415209" y="772943"/>
                  </a:lnTo>
                  <a:lnTo>
                    <a:pt x="1413292" y="780635"/>
                  </a:lnTo>
                  <a:lnTo>
                    <a:pt x="1420238" y="781967"/>
                  </a:lnTo>
                  <a:lnTo>
                    <a:pt x="1426843" y="785428"/>
                  </a:lnTo>
                  <a:lnTo>
                    <a:pt x="1432709" y="790481"/>
                  </a:lnTo>
                  <a:lnTo>
                    <a:pt x="1436855" y="796286"/>
                  </a:lnTo>
                  <a:lnTo>
                    <a:pt x="1441383" y="799953"/>
                  </a:lnTo>
                  <a:lnTo>
                    <a:pt x="1444023" y="803103"/>
                  </a:lnTo>
                  <a:lnTo>
                    <a:pt x="1436939" y="806154"/>
                  </a:lnTo>
                  <a:lnTo>
                    <a:pt x="1431955" y="799109"/>
                  </a:lnTo>
                  <a:lnTo>
                    <a:pt x="1429262" y="796727"/>
                  </a:lnTo>
                  <a:lnTo>
                    <a:pt x="1426218" y="796263"/>
                  </a:lnTo>
                  <a:lnTo>
                    <a:pt x="1421669" y="798416"/>
                  </a:lnTo>
                  <a:lnTo>
                    <a:pt x="1417796" y="806892"/>
                  </a:lnTo>
                  <a:lnTo>
                    <a:pt x="1421562" y="809776"/>
                  </a:lnTo>
                  <a:lnTo>
                    <a:pt x="1429962" y="812583"/>
                  </a:lnTo>
                  <a:lnTo>
                    <a:pt x="1432655" y="816380"/>
                  </a:lnTo>
                  <a:lnTo>
                    <a:pt x="1443596" y="840956"/>
                  </a:lnTo>
                  <a:lnTo>
                    <a:pt x="1446320" y="843459"/>
                  </a:lnTo>
                  <a:lnTo>
                    <a:pt x="1449866" y="844501"/>
                  </a:lnTo>
                  <a:lnTo>
                    <a:pt x="1451312" y="846168"/>
                  </a:lnTo>
                  <a:lnTo>
                    <a:pt x="1447005" y="850360"/>
                  </a:lnTo>
                  <a:lnTo>
                    <a:pt x="1445407" y="854263"/>
                  </a:lnTo>
                  <a:lnTo>
                    <a:pt x="1441687" y="861065"/>
                  </a:lnTo>
                  <a:lnTo>
                    <a:pt x="1425800" y="864558"/>
                  </a:lnTo>
                  <a:lnTo>
                    <a:pt x="1421075" y="867129"/>
                  </a:lnTo>
                  <a:lnTo>
                    <a:pt x="1419767" y="868316"/>
                  </a:lnTo>
                  <a:lnTo>
                    <a:pt x="1417773" y="870819"/>
                  </a:lnTo>
                  <a:lnTo>
                    <a:pt x="1416487" y="873026"/>
                  </a:lnTo>
                  <a:lnTo>
                    <a:pt x="1415871" y="877964"/>
                  </a:lnTo>
                  <a:lnTo>
                    <a:pt x="1417172" y="881197"/>
                  </a:lnTo>
                  <a:lnTo>
                    <a:pt x="1420398" y="884195"/>
                  </a:lnTo>
                  <a:lnTo>
                    <a:pt x="1433066" y="897563"/>
                  </a:lnTo>
                  <a:lnTo>
                    <a:pt x="1432252" y="898963"/>
                  </a:lnTo>
                  <a:lnTo>
                    <a:pt x="1428783" y="896483"/>
                  </a:lnTo>
                  <a:lnTo>
                    <a:pt x="1424377" y="892412"/>
                  </a:lnTo>
                  <a:lnTo>
                    <a:pt x="1419896" y="886729"/>
                  </a:lnTo>
                  <a:lnTo>
                    <a:pt x="1413915" y="882696"/>
                  </a:lnTo>
                  <a:lnTo>
                    <a:pt x="1413580" y="879364"/>
                  </a:lnTo>
                  <a:lnTo>
                    <a:pt x="1413375" y="874388"/>
                  </a:lnTo>
                  <a:lnTo>
                    <a:pt x="1413535" y="872843"/>
                  </a:lnTo>
                  <a:lnTo>
                    <a:pt x="1414106" y="870302"/>
                  </a:lnTo>
                  <a:lnTo>
                    <a:pt x="1419805" y="863865"/>
                  </a:lnTo>
                  <a:lnTo>
                    <a:pt x="1425610" y="860723"/>
                  </a:lnTo>
                  <a:lnTo>
                    <a:pt x="1432701" y="853358"/>
                  </a:lnTo>
                  <a:lnTo>
                    <a:pt x="1439792" y="845163"/>
                  </a:lnTo>
                  <a:lnTo>
                    <a:pt x="1438339" y="842356"/>
                  </a:lnTo>
                  <a:lnTo>
                    <a:pt x="1436878" y="840332"/>
                  </a:lnTo>
                  <a:lnTo>
                    <a:pt x="1430441" y="839784"/>
                  </a:lnTo>
                  <a:lnTo>
                    <a:pt x="1417362" y="842653"/>
                  </a:lnTo>
                  <a:lnTo>
                    <a:pt x="1409510" y="845361"/>
                  </a:lnTo>
                  <a:lnTo>
                    <a:pt x="1406033" y="852003"/>
                  </a:lnTo>
                  <a:lnTo>
                    <a:pt x="1400745" y="853000"/>
                  </a:lnTo>
                  <a:lnTo>
                    <a:pt x="1398113" y="853160"/>
                  </a:lnTo>
                  <a:lnTo>
                    <a:pt x="1390862" y="849858"/>
                  </a:lnTo>
                  <a:lnTo>
                    <a:pt x="1384022" y="852970"/>
                  </a:lnTo>
                  <a:lnTo>
                    <a:pt x="1367998" y="855671"/>
                  </a:lnTo>
                  <a:lnTo>
                    <a:pt x="1365388" y="857185"/>
                  </a:lnTo>
                  <a:lnTo>
                    <a:pt x="1328494" y="857771"/>
                  </a:lnTo>
                  <a:lnTo>
                    <a:pt x="1321053" y="859171"/>
                  </a:lnTo>
                  <a:lnTo>
                    <a:pt x="1302145" y="864611"/>
                  </a:lnTo>
                  <a:lnTo>
                    <a:pt x="1301689" y="868643"/>
                  </a:lnTo>
                  <a:lnTo>
                    <a:pt x="1302412" y="871717"/>
                  </a:lnTo>
                  <a:lnTo>
                    <a:pt x="1299475" y="876237"/>
                  </a:lnTo>
                  <a:lnTo>
                    <a:pt x="1298189" y="880482"/>
                  </a:lnTo>
                  <a:lnTo>
                    <a:pt x="1298638" y="885481"/>
                  </a:lnTo>
                  <a:lnTo>
                    <a:pt x="1298760" y="889810"/>
                  </a:lnTo>
                  <a:lnTo>
                    <a:pt x="1299422" y="895418"/>
                  </a:lnTo>
                  <a:lnTo>
                    <a:pt x="1300571" y="900493"/>
                  </a:lnTo>
                  <a:lnTo>
                    <a:pt x="1303325" y="903194"/>
                  </a:lnTo>
                  <a:lnTo>
                    <a:pt x="1305859" y="904944"/>
                  </a:lnTo>
                  <a:lnTo>
                    <a:pt x="1307654" y="910490"/>
                  </a:lnTo>
                  <a:lnTo>
                    <a:pt x="1306208" y="916912"/>
                  </a:lnTo>
                  <a:lnTo>
                    <a:pt x="1304116" y="924247"/>
                  </a:lnTo>
                  <a:lnTo>
                    <a:pt x="1303705" y="927640"/>
                  </a:lnTo>
                  <a:lnTo>
                    <a:pt x="1305059" y="932236"/>
                  </a:lnTo>
                  <a:lnTo>
                    <a:pt x="1306726" y="941358"/>
                  </a:lnTo>
                  <a:lnTo>
                    <a:pt x="1307357" y="943610"/>
                  </a:lnTo>
                  <a:lnTo>
                    <a:pt x="1313148" y="950580"/>
                  </a:lnTo>
                  <a:lnTo>
                    <a:pt x="1317089" y="952756"/>
                  </a:lnTo>
                  <a:lnTo>
                    <a:pt x="1323571" y="953258"/>
                  </a:lnTo>
                  <a:lnTo>
                    <a:pt x="1327984" y="955023"/>
                  </a:lnTo>
                  <a:lnTo>
                    <a:pt x="1334414" y="959314"/>
                  </a:lnTo>
                  <a:lnTo>
                    <a:pt x="1336331" y="961262"/>
                  </a:lnTo>
                  <a:lnTo>
                    <a:pt x="1336879" y="963104"/>
                  </a:lnTo>
                  <a:lnTo>
                    <a:pt x="1338400" y="970491"/>
                  </a:lnTo>
                  <a:lnTo>
                    <a:pt x="1339222" y="972804"/>
                  </a:lnTo>
                  <a:lnTo>
                    <a:pt x="1346184" y="982931"/>
                  </a:lnTo>
                  <a:lnTo>
                    <a:pt x="1348527" y="984468"/>
                  </a:lnTo>
                  <a:lnTo>
                    <a:pt x="1358038" y="986401"/>
                  </a:lnTo>
                  <a:lnTo>
                    <a:pt x="1361036" y="989627"/>
                  </a:lnTo>
                  <a:lnTo>
                    <a:pt x="1365175" y="999419"/>
                  </a:lnTo>
                  <a:lnTo>
                    <a:pt x="1365586" y="1001740"/>
                  </a:lnTo>
                  <a:lnTo>
                    <a:pt x="1365966" y="1005491"/>
                  </a:lnTo>
                  <a:lnTo>
                    <a:pt x="1365517" y="1008915"/>
                  </a:lnTo>
                  <a:lnTo>
                    <a:pt x="1365106" y="1010900"/>
                  </a:lnTo>
                  <a:lnTo>
                    <a:pt x="1363539" y="1014043"/>
                  </a:lnTo>
                  <a:lnTo>
                    <a:pt x="1359446" y="1026848"/>
                  </a:lnTo>
                  <a:lnTo>
                    <a:pt x="1356996" y="1038246"/>
                  </a:lnTo>
                  <a:lnTo>
                    <a:pt x="1360899" y="1045809"/>
                  </a:lnTo>
                  <a:lnTo>
                    <a:pt x="1366134" y="1060311"/>
                  </a:lnTo>
                  <a:lnTo>
                    <a:pt x="1367678" y="1066367"/>
                  </a:lnTo>
                  <a:lnTo>
                    <a:pt x="1369482" y="1074447"/>
                  </a:lnTo>
                  <a:lnTo>
                    <a:pt x="1368720" y="1079568"/>
                  </a:lnTo>
                  <a:lnTo>
                    <a:pt x="1367861" y="1082634"/>
                  </a:lnTo>
                  <a:lnTo>
                    <a:pt x="1364383" y="1087275"/>
                  </a:lnTo>
                  <a:lnTo>
                    <a:pt x="1360039" y="1088797"/>
                  </a:lnTo>
                  <a:lnTo>
                    <a:pt x="1355352" y="1091620"/>
                  </a:lnTo>
                  <a:lnTo>
                    <a:pt x="1355786" y="1095127"/>
                  </a:lnTo>
                  <a:lnTo>
                    <a:pt x="1356592" y="1099152"/>
                  </a:lnTo>
                  <a:lnTo>
                    <a:pt x="1356113" y="1102142"/>
                  </a:lnTo>
                  <a:lnTo>
                    <a:pt x="1355497" y="1103177"/>
                  </a:lnTo>
                  <a:lnTo>
                    <a:pt x="1352940" y="1103481"/>
                  </a:lnTo>
                  <a:lnTo>
                    <a:pt x="1350711" y="1102462"/>
                  </a:lnTo>
                  <a:lnTo>
                    <a:pt x="1348801" y="1099350"/>
                  </a:lnTo>
                  <a:lnTo>
                    <a:pt x="1346991" y="1095348"/>
                  </a:lnTo>
                  <a:lnTo>
                    <a:pt x="1348277" y="1091003"/>
                  </a:lnTo>
                  <a:lnTo>
                    <a:pt x="1352065" y="1083334"/>
                  </a:lnTo>
                  <a:lnTo>
                    <a:pt x="1354424" y="1072271"/>
                  </a:lnTo>
                  <a:lnTo>
                    <a:pt x="1355025" y="1064921"/>
                  </a:lnTo>
                  <a:lnTo>
                    <a:pt x="1354865" y="1057122"/>
                  </a:lnTo>
                  <a:lnTo>
                    <a:pt x="1353990" y="1051903"/>
                  </a:lnTo>
                  <a:lnTo>
                    <a:pt x="1350977" y="1048023"/>
                  </a:lnTo>
                  <a:lnTo>
                    <a:pt x="1348178" y="1048860"/>
                  </a:lnTo>
                  <a:lnTo>
                    <a:pt x="1345073" y="1052261"/>
                  </a:lnTo>
                  <a:lnTo>
                    <a:pt x="1342060" y="1065218"/>
                  </a:lnTo>
                  <a:lnTo>
                    <a:pt x="1337936" y="1074637"/>
                  </a:lnTo>
                  <a:lnTo>
                    <a:pt x="1337366" y="1078518"/>
                  </a:lnTo>
                  <a:lnTo>
                    <a:pt x="1337457" y="1081881"/>
                  </a:lnTo>
                  <a:lnTo>
                    <a:pt x="1337145" y="1084080"/>
                  </a:lnTo>
                  <a:lnTo>
                    <a:pt x="1336323" y="1076699"/>
                  </a:lnTo>
                  <a:lnTo>
                    <a:pt x="1335905" y="1071145"/>
                  </a:lnTo>
                  <a:lnTo>
                    <a:pt x="1338203" y="1064153"/>
                  </a:lnTo>
                  <a:lnTo>
                    <a:pt x="1339603" y="1057640"/>
                  </a:lnTo>
                  <a:lnTo>
                    <a:pt x="1339176" y="1052953"/>
                  </a:lnTo>
                  <a:lnTo>
                    <a:pt x="1337533" y="1045223"/>
                  </a:lnTo>
                  <a:lnTo>
                    <a:pt x="1337852" y="1041388"/>
                  </a:lnTo>
                  <a:lnTo>
                    <a:pt x="1338332" y="1038938"/>
                  </a:lnTo>
                  <a:lnTo>
                    <a:pt x="1339313" y="1027921"/>
                  </a:lnTo>
                  <a:lnTo>
                    <a:pt x="1342958" y="1025737"/>
                  </a:lnTo>
                  <a:lnTo>
                    <a:pt x="1352027" y="1017254"/>
                  </a:lnTo>
                  <a:lnTo>
                    <a:pt x="1353283" y="1015146"/>
                  </a:lnTo>
                  <a:lnTo>
                    <a:pt x="1356030" y="1007674"/>
                  </a:lnTo>
                  <a:lnTo>
                    <a:pt x="1357308" y="1004989"/>
                  </a:lnTo>
                  <a:lnTo>
                    <a:pt x="1358761" y="1000522"/>
                  </a:lnTo>
                  <a:lnTo>
                    <a:pt x="1356052" y="996969"/>
                  </a:lnTo>
                  <a:lnTo>
                    <a:pt x="1353473" y="995052"/>
                  </a:lnTo>
                  <a:lnTo>
                    <a:pt x="1348596" y="994002"/>
                  </a:lnTo>
                  <a:lnTo>
                    <a:pt x="1344099" y="994375"/>
                  </a:lnTo>
                  <a:lnTo>
                    <a:pt x="1334117" y="997897"/>
                  </a:lnTo>
                  <a:lnTo>
                    <a:pt x="1325184" y="997274"/>
                  </a:lnTo>
                  <a:lnTo>
                    <a:pt x="1321973" y="995219"/>
                  </a:lnTo>
                  <a:lnTo>
                    <a:pt x="1307981" y="979858"/>
                  </a:lnTo>
                  <a:lnTo>
                    <a:pt x="1307099" y="974045"/>
                  </a:lnTo>
                  <a:lnTo>
                    <a:pt x="1305988" y="971633"/>
                  </a:lnTo>
                  <a:lnTo>
                    <a:pt x="1304634" y="971001"/>
                  </a:lnTo>
                  <a:lnTo>
                    <a:pt x="1299825" y="967189"/>
                  </a:lnTo>
                  <a:lnTo>
                    <a:pt x="1288717" y="962312"/>
                  </a:lnTo>
                  <a:lnTo>
                    <a:pt x="1277365" y="951242"/>
                  </a:lnTo>
                  <a:lnTo>
                    <a:pt x="1257301" y="950238"/>
                  </a:lnTo>
                  <a:lnTo>
                    <a:pt x="1251807" y="951470"/>
                  </a:lnTo>
                  <a:lnTo>
                    <a:pt x="1246314" y="954902"/>
                  </a:lnTo>
                  <a:lnTo>
                    <a:pt x="1241292" y="961879"/>
                  </a:lnTo>
                  <a:lnTo>
                    <a:pt x="1238987" y="963819"/>
                  </a:lnTo>
                  <a:lnTo>
                    <a:pt x="1235707" y="964465"/>
                  </a:lnTo>
                  <a:lnTo>
                    <a:pt x="1235023" y="966946"/>
                  </a:lnTo>
                  <a:lnTo>
                    <a:pt x="1234407" y="970339"/>
                  </a:lnTo>
                  <a:lnTo>
                    <a:pt x="1236156" y="972842"/>
                  </a:lnTo>
                  <a:lnTo>
                    <a:pt x="1242304" y="969883"/>
                  </a:lnTo>
                  <a:lnTo>
                    <a:pt x="1247333" y="971427"/>
                  </a:lnTo>
                  <a:lnTo>
                    <a:pt x="1249996" y="974714"/>
                  </a:lnTo>
                  <a:lnTo>
                    <a:pt x="1251952" y="981098"/>
                  </a:lnTo>
                  <a:lnTo>
                    <a:pt x="1250978" y="984202"/>
                  </a:lnTo>
                  <a:lnTo>
                    <a:pt x="1242243" y="989049"/>
                  </a:lnTo>
                  <a:lnTo>
                    <a:pt x="1237397" y="988661"/>
                  </a:lnTo>
                  <a:lnTo>
                    <a:pt x="1226943" y="977514"/>
                  </a:lnTo>
                  <a:lnTo>
                    <a:pt x="1222895" y="975521"/>
                  </a:lnTo>
                  <a:lnTo>
                    <a:pt x="1213285" y="977392"/>
                  </a:lnTo>
                  <a:lnTo>
                    <a:pt x="1206932" y="982863"/>
                  </a:lnTo>
                  <a:lnTo>
                    <a:pt x="1204976" y="983974"/>
                  </a:lnTo>
                  <a:lnTo>
                    <a:pt x="1206491" y="989551"/>
                  </a:lnTo>
                  <a:lnTo>
                    <a:pt x="1208880" y="999518"/>
                  </a:lnTo>
                  <a:lnTo>
                    <a:pt x="1210941" y="1005438"/>
                  </a:lnTo>
                  <a:lnTo>
                    <a:pt x="1213529" y="1008344"/>
                  </a:lnTo>
                  <a:lnTo>
                    <a:pt x="1222880" y="1015466"/>
                  </a:lnTo>
                  <a:lnTo>
                    <a:pt x="1228061" y="1017961"/>
                  </a:lnTo>
                  <a:lnTo>
                    <a:pt x="1235905" y="1024489"/>
                  </a:lnTo>
                  <a:lnTo>
                    <a:pt x="1240721" y="1025220"/>
                  </a:lnTo>
                  <a:lnTo>
                    <a:pt x="1245028" y="1023653"/>
                  </a:lnTo>
                  <a:lnTo>
                    <a:pt x="1251526" y="1027495"/>
                  </a:lnTo>
                  <a:lnTo>
                    <a:pt x="1255239" y="1039349"/>
                  </a:lnTo>
                  <a:lnTo>
                    <a:pt x="1257476" y="1043412"/>
                  </a:lnTo>
                  <a:lnTo>
                    <a:pt x="1259538" y="1045474"/>
                  </a:lnTo>
                  <a:lnTo>
                    <a:pt x="1262444" y="1046645"/>
                  </a:lnTo>
                  <a:lnTo>
                    <a:pt x="1264149" y="1046805"/>
                  </a:lnTo>
                  <a:lnTo>
                    <a:pt x="1265967" y="1045261"/>
                  </a:lnTo>
                  <a:lnTo>
                    <a:pt x="1270136" y="1044941"/>
                  </a:lnTo>
                  <a:lnTo>
                    <a:pt x="1268675" y="1048335"/>
                  </a:lnTo>
                  <a:lnTo>
                    <a:pt x="1267116" y="1049407"/>
                  </a:lnTo>
                  <a:lnTo>
                    <a:pt x="1258222" y="1050838"/>
                  </a:lnTo>
                  <a:lnTo>
                    <a:pt x="1253847" y="1049621"/>
                  </a:lnTo>
                  <a:lnTo>
                    <a:pt x="1248452" y="1045968"/>
                  </a:lnTo>
                  <a:lnTo>
                    <a:pt x="1238234" y="1034023"/>
                  </a:lnTo>
                  <a:lnTo>
                    <a:pt x="1225542" y="1033156"/>
                  </a:lnTo>
                  <a:lnTo>
                    <a:pt x="1224119" y="1036663"/>
                  </a:lnTo>
                  <a:lnTo>
                    <a:pt x="1220133" y="1031756"/>
                  </a:lnTo>
                  <a:lnTo>
                    <a:pt x="1206651" y="1030660"/>
                  </a:lnTo>
                  <a:lnTo>
                    <a:pt x="1198600" y="1027518"/>
                  </a:lnTo>
                  <a:lnTo>
                    <a:pt x="1190026" y="1022473"/>
                  </a:lnTo>
                  <a:lnTo>
                    <a:pt x="1189295" y="1020023"/>
                  </a:lnTo>
                  <a:lnTo>
                    <a:pt x="1188915" y="1016569"/>
                  </a:lnTo>
                  <a:lnTo>
                    <a:pt x="1191836" y="1012240"/>
                  </a:lnTo>
                  <a:lnTo>
                    <a:pt x="1192940" y="1009561"/>
                  </a:lnTo>
                  <a:lnTo>
                    <a:pt x="1193685" y="1001435"/>
                  </a:lnTo>
                  <a:lnTo>
                    <a:pt x="1188223" y="990631"/>
                  </a:lnTo>
                  <a:lnTo>
                    <a:pt x="1188785" y="980641"/>
                  </a:lnTo>
                  <a:lnTo>
                    <a:pt x="1191357" y="978967"/>
                  </a:lnTo>
                  <a:lnTo>
                    <a:pt x="1194690" y="965957"/>
                  </a:lnTo>
                  <a:lnTo>
                    <a:pt x="1196698" y="961666"/>
                  </a:lnTo>
                  <a:lnTo>
                    <a:pt x="1197771" y="960182"/>
                  </a:lnTo>
                  <a:lnTo>
                    <a:pt x="1198775" y="957184"/>
                  </a:lnTo>
                  <a:lnTo>
                    <a:pt x="1197703" y="953410"/>
                  </a:lnTo>
                  <a:lnTo>
                    <a:pt x="1196698" y="951135"/>
                  </a:lnTo>
                  <a:lnTo>
                    <a:pt x="1195573" y="945840"/>
                  </a:lnTo>
                  <a:lnTo>
                    <a:pt x="1195823" y="941944"/>
                  </a:lnTo>
                  <a:lnTo>
                    <a:pt x="1195831" y="937037"/>
                  </a:lnTo>
                  <a:lnTo>
                    <a:pt x="1193084" y="929603"/>
                  </a:lnTo>
                  <a:lnTo>
                    <a:pt x="1190832" y="921568"/>
                  </a:lnTo>
                  <a:lnTo>
                    <a:pt x="1186206" y="917521"/>
                  </a:lnTo>
                  <a:lnTo>
                    <a:pt x="1181717" y="917437"/>
                  </a:lnTo>
                  <a:lnTo>
                    <a:pt x="1180059" y="918548"/>
                  </a:lnTo>
                  <a:lnTo>
                    <a:pt x="1178392" y="920465"/>
                  </a:lnTo>
                  <a:lnTo>
                    <a:pt x="1180743" y="927792"/>
                  </a:lnTo>
                  <a:lnTo>
                    <a:pt x="1183117" y="934290"/>
                  </a:lnTo>
                  <a:lnTo>
                    <a:pt x="1184236" y="939327"/>
                  </a:lnTo>
                  <a:lnTo>
                    <a:pt x="1185027" y="948411"/>
                  </a:lnTo>
                  <a:lnTo>
                    <a:pt x="1184867" y="959489"/>
                  </a:lnTo>
                  <a:lnTo>
                    <a:pt x="1184083" y="963963"/>
                  </a:lnTo>
                  <a:lnTo>
                    <a:pt x="1182775" y="967752"/>
                  </a:lnTo>
                  <a:lnTo>
                    <a:pt x="1178757" y="972439"/>
                  </a:lnTo>
                  <a:lnTo>
                    <a:pt x="1172032" y="978001"/>
                  </a:lnTo>
                  <a:lnTo>
                    <a:pt x="1168235" y="980702"/>
                  </a:lnTo>
                  <a:lnTo>
                    <a:pt x="1160299" y="983670"/>
                  </a:lnTo>
                  <a:lnTo>
                    <a:pt x="1154585" y="988448"/>
                  </a:lnTo>
                  <a:lnTo>
                    <a:pt x="1142077" y="1015565"/>
                  </a:lnTo>
                  <a:lnTo>
                    <a:pt x="1143446" y="1019567"/>
                  </a:lnTo>
                  <a:lnTo>
                    <a:pt x="1148042" y="1023934"/>
                  </a:lnTo>
                  <a:lnTo>
                    <a:pt x="1151070" y="1027677"/>
                  </a:lnTo>
                  <a:lnTo>
                    <a:pt x="1152546" y="1030797"/>
                  </a:lnTo>
                  <a:lnTo>
                    <a:pt x="1155856" y="1040559"/>
                  </a:lnTo>
                  <a:lnTo>
                    <a:pt x="1168227" y="1067569"/>
                  </a:lnTo>
                  <a:lnTo>
                    <a:pt x="1168927" y="1072385"/>
                  </a:lnTo>
                  <a:lnTo>
                    <a:pt x="1166005" y="1080907"/>
                  </a:lnTo>
                  <a:lnTo>
                    <a:pt x="1160253" y="1091863"/>
                  </a:lnTo>
                  <a:lnTo>
                    <a:pt x="1157963" y="1097996"/>
                  </a:lnTo>
                  <a:lnTo>
                    <a:pt x="1152576" y="1121232"/>
                  </a:lnTo>
                  <a:lnTo>
                    <a:pt x="1152196" y="1127137"/>
                  </a:lnTo>
                  <a:lnTo>
                    <a:pt x="1154395" y="1132676"/>
                  </a:lnTo>
                  <a:lnTo>
                    <a:pt x="1158016" y="1139592"/>
                  </a:lnTo>
                  <a:lnTo>
                    <a:pt x="1159257" y="1144819"/>
                  </a:lnTo>
                  <a:lnTo>
                    <a:pt x="1156799" y="1158088"/>
                  </a:lnTo>
                  <a:lnTo>
                    <a:pt x="1158093" y="1161390"/>
                  </a:lnTo>
                  <a:lnTo>
                    <a:pt x="1161105" y="1163102"/>
                  </a:lnTo>
                  <a:lnTo>
                    <a:pt x="1169330" y="1161314"/>
                  </a:lnTo>
                  <a:lnTo>
                    <a:pt x="1178986" y="1164548"/>
                  </a:lnTo>
                  <a:lnTo>
                    <a:pt x="1184083" y="1163003"/>
                  </a:lnTo>
                  <a:lnTo>
                    <a:pt x="1191913" y="1155661"/>
                  </a:lnTo>
                  <a:lnTo>
                    <a:pt x="1194926" y="1154870"/>
                  </a:lnTo>
                  <a:lnTo>
                    <a:pt x="1204315" y="1155874"/>
                  </a:lnTo>
                  <a:lnTo>
                    <a:pt x="1218071" y="1162935"/>
                  </a:lnTo>
                  <a:lnTo>
                    <a:pt x="1232664" y="1172400"/>
                  </a:lnTo>
                  <a:lnTo>
                    <a:pt x="1235609" y="1175573"/>
                  </a:lnTo>
                  <a:lnTo>
                    <a:pt x="1239550" y="1175702"/>
                  </a:lnTo>
                  <a:lnTo>
                    <a:pt x="1242426" y="1191756"/>
                  </a:lnTo>
                  <a:lnTo>
                    <a:pt x="1245020" y="1200407"/>
                  </a:lnTo>
                  <a:lnTo>
                    <a:pt x="1246131" y="1206509"/>
                  </a:lnTo>
                  <a:lnTo>
                    <a:pt x="1246915" y="1213303"/>
                  </a:lnTo>
                  <a:lnTo>
                    <a:pt x="1244214" y="1214734"/>
                  </a:lnTo>
                  <a:lnTo>
                    <a:pt x="1241832" y="1215441"/>
                  </a:lnTo>
                  <a:lnTo>
                    <a:pt x="1239869" y="1217283"/>
                  </a:lnTo>
                  <a:lnTo>
                    <a:pt x="1237123" y="1227737"/>
                  </a:lnTo>
                  <a:lnTo>
                    <a:pt x="1236780" y="1233306"/>
                  </a:lnTo>
                  <a:lnTo>
                    <a:pt x="1238234" y="1242224"/>
                  </a:lnTo>
                  <a:lnTo>
                    <a:pt x="1250468" y="1246363"/>
                  </a:lnTo>
                  <a:lnTo>
                    <a:pt x="1258959" y="1248562"/>
                  </a:lnTo>
                  <a:lnTo>
                    <a:pt x="1264932" y="1249003"/>
                  </a:lnTo>
                  <a:lnTo>
                    <a:pt x="1265975" y="1250015"/>
                  </a:lnTo>
                  <a:lnTo>
                    <a:pt x="1266720" y="1251361"/>
                  </a:lnTo>
                  <a:lnTo>
                    <a:pt x="1259606" y="1251962"/>
                  </a:lnTo>
                  <a:lnTo>
                    <a:pt x="1246717" y="1253043"/>
                  </a:lnTo>
                  <a:lnTo>
                    <a:pt x="1242144" y="1252419"/>
                  </a:lnTo>
                  <a:lnTo>
                    <a:pt x="1240082" y="1251339"/>
                  </a:lnTo>
                  <a:lnTo>
                    <a:pt x="1238036" y="1248295"/>
                  </a:lnTo>
                  <a:lnTo>
                    <a:pt x="1234110" y="1245221"/>
                  </a:lnTo>
                  <a:lnTo>
                    <a:pt x="1232611" y="1243144"/>
                  </a:lnTo>
                  <a:lnTo>
                    <a:pt x="1229393" y="1240732"/>
                  </a:lnTo>
                  <a:lnTo>
                    <a:pt x="1230967" y="1231534"/>
                  </a:lnTo>
                  <a:lnTo>
                    <a:pt x="1231233" y="1210085"/>
                  </a:lnTo>
                  <a:lnTo>
                    <a:pt x="1230754" y="1201168"/>
                  </a:lnTo>
                  <a:lnTo>
                    <a:pt x="1228046" y="1193787"/>
                  </a:lnTo>
                  <a:lnTo>
                    <a:pt x="1220004" y="1183181"/>
                  </a:lnTo>
                  <a:lnTo>
                    <a:pt x="1217241" y="1176044"/>
                  </a:lnTo>
                  <a:lnTo>
                    <a:pt x="1214114" y="1171259"/>
                  </a:lnTo>
                  <a:lnTo>
                    <a:pt x="1211056" y="1170467"/>
                  </a:lnTo>
                  <a:lnTo>
                    <a:pt x="1206605" y="1171411"/>
                  </a:lnTo>
                  <a:lnTo>
                    <a:pt x="1195550" y="1175839"/>
                  </a:lnTo>
                  <a:lnTo>
                    <a:pt x="1185620" y="1178175"/>
                  </a:lnTo>
                  <a:lnTo>
                    <a:pt x="1173979" y="1184695"/>
                  </a:lnTo>
                  <a:lnTo>
                    <a:pt x="1171879" y="1190120"/>
                  </a:lnTo>
                  <a:lnTo>
                    <a:pt x="1169970" y="1204013"/>
                  </a:lnTo>
                  <a:lnTo>
                    <a:pt x="1172526" y="1210815"/>
                  </a:lnTo>
                  <a:lnTo>
                    <a:pt x="1175113" y="1215700"/>
                  </a:lnTo>
                  <a:lnTo>
                    <a:pt x="1177472" y="1223993"/>
                  </a:lnTo>
                  <a:lnTo>
                    <a:pt x="1178233" y="1228992"/>
                  </a:lnTo>
                  <a:lnTo>
                    <a:pt x="1178423" y="1234014"/>
                  </a:lnTo>
                  <a:lnTo>
                    <a:pt x="1178042" y="1241432"/>
                  </a:lnTo>
                  <a:lnTo>
                    <a:pt x="1176049" y="1245465"/>
                  </a:lnTo>
                  <a:lnTo>
                    <a:pt x="1163205" y="1261138"/>
                  </a:lnTo>
                  <a:lnTo>
                    <a:pt x="1161319" y="1265932"/>
                  </a:lnTo>
                  <a:lnTo>
                    <a:pt x="1159120" y="1279300"/>
                  </a:lnTo>
                  <a:lnTo>
                    <a:pt x="1157172" y="1284200"/>
                  </a:lnTo>
                  <a:lnTo>
                    <a:pt x="1151230" y="1291504"/>
                  </a:lnTo>
                  <a:lnTo>
                    <a:pt x="1147562" y="1294441"/>
                  </a:lnTo>
                  <a:lnTo>
                    <a:pt x="1127826" y="1307703"/>
                  </a:lnTo>
                  <a:lnTo>
                    <a:pt x="1127110" y="1310609"/>
                  </a:lnTo>
                  <a:lnTo>
                    <a:pt x="1125771" y="1319907"/>
                  </a:lnTo>
                  <a:lnTo>
                    <a:pt x="1120346" y="1324084"/>
                  </a:lnTo>
                  <a:lnTo>
                    <a:pt x="1117128" y="1324434"/>
                  </a:lnTo>
                  <a:lnTo>
                    <a:pt x="1109633" y="1319816"/>
                  </a:lnTo>
                  <a:lnTo>
                    <a:pt x="1105198" y="1318454"/>
                  </a:lnTo>
                  <a:lnTo>
                    <a:pt x="1100655" y="1318066"/>
                  </a:lnTo>
                  <a:lnTo>
                    <a:pt x="1083445" y="1319359"/>
                  </a:lnTo>
                  <a:lnTo>
                    <a:pt x="1075821" y="1316217"/>
                  </a:lnTo>
                  <a:lnTo>
                    <a:pt x="1069811" y="1311781"/>
                  </a:lnTo>
                  <a:lnTo>
                    <a:pt x="1063640" y="1310381"/>
                  </a:lnTo>
                  <a:lnTo>
                    <a:pt x="1058991" y="1306737"/>
                  </a:lnTo>
                  <a:lnTo>
                    <a:pt x="1057911" y="1303404"/>
                  </a:lnTo>
                  <a:lnTo>
                    <a:pt x="1056784" y="1298938"/>
                  </a:lnTo>
                  <a:lnTo>
                    <a:pt x="1055932" y="1296625"/>
                  </a:lnTo>
                  <a:lnTo>
                    <a:pt x="1055133" y="1295438"/>
                  </a:lnTo>
                  <a:lnTo>
                    <a:pt x="1056533" y="1293947"/>
                  </a:lnTo>
                  <a:lnTo>
                    <a:pt x="1059509" y="1293262"/>
                  </a:lnTo>
                  <a:lnTo>
                    <a:pt x="1070670" y="1294023"/>
                  </a:lnTo>
                  <a:lnTo>
                    <a:pt x="1073584" y="1292341"/>
                  </a:lnTo>
                  <a:lnTo>
                    <a:pt x="1075113" y="1293186"/>
                  </a:lnTo>
                  <a:lnTo>
                    <a:pt x="1078210" y="1297279"/>
                  </a:lnTo>
                  <a:lnTo>
                    <a:pt x="1082258" y="1300977"/>
                  </a:lnTo>
                  <a:lnTo>
                    <a:pt x="1085682" y="1300353"/>
                  </a:lnTo>
                  <a:lnTo>
                    <a:pt x="1088573" y="1297310"/>
                  </a:lnTo>
                  <a:lnTo>
                    <a:pt x="1089676" y="1297287"/>
                  </a:lnTo>
                  <a:lnTo>
                    <a:pt x="1090955" y="1297766"/>
                  </a:lnTo>
                  <a:lnTo>
                    <a:pt x="1088337" y="1300163"/>
                  </a:lnTo>
                  <a:lnTo>
                    <a:pt x="1085651" y="1301920"/>
                  </a:lnTo>
                  <a:lnTo>
                    <a:pt x="1084929" y="1303031"/>
                  </a:lnTo>
                  <a:lnTo>
                    <a:pt x="1084381" y="1305458"/>
                  </a:lnTo>
                  <a:lnTo>
                    <a:pt x="1088192" y="1308342"/>
                  </a:lnTo>
                  <a:lnTo>
                    <a:pt x="1091685" y="1309909"/>
                  </a:lnTo>
                  <a:lnTo>
                    <a:pt x="1096265" y="1308372"/>
                  </a:lnTo>
                  <a:lnTo>
                    <a:pt x="1098959" y="1305352"/>
                  </a:lnTo>
                  <a:lnTo>
                    <a:pt x="1104855" y="1300924"/>
                  </a:lnTo>
                  <a:lnTo>
                    <a:pt x="1109078" y="1301121"/>
                  </a:lnTo>
                  <a:lnTo>
                    <a:pt x="1109322" y="1296944"/>
                  </a:lnTo>
                  <a:lnTo>
                    <a:pt x="1107138" y="1290523"/>
                  </a:lnTo>
                  <a:lnTo>
                    <a:pt x="1105358" y="1286026"/>
                  </a:lnTo>
                  <a:lnTo>
                    <a:pt x="1111825" y="1287213"/>
                  </a:lnTo>
                  <a:lnTo>
                    <a:pt x="1115660" y="1283508"/>
                  </a:lnTo>
                  <a:lnTo>
                    <a:pt x="1131607" y="1251483"/>
                  </a:lnTo>
                  <a:lnTo>
                    <a:pt x="1139177" y="1245358"/>
                  </a:lnTo>
                  <a:lnTo>
                    <a:pt x="1141696" y="1241379"/>
                  </a:lnTo>
                  <a:lnTo>
                    <a:pt x="1143514" y="1235832"/>
                  </a:lnTo>
                  <a:lnTo>
                    <a:pt x="1143963" y="1229707"/>
                  </a:lnTo>
                  <a:lnTo>
                    <a:pt x="1143035" y="1222982"/>
                  </a:lnTo>
                  <a:lnTo>
                    <a:pt x="1143248" y="1217800"/>
                  </a:lnTo>
                  <a:lnTo>
                    <a:pt x="1145957" y="1211295"/>
                  </a:lnTo>
                  <a:lnTo>
                    <a:pt x="1150203" y="1203412"/>
                  </a:lnTo>
                  <a:lnTo>
                    <a:pt x="1152896" y="1200445"/>
                  </a:lnTo>
                  <a:lnTo>
                    <a:pt x="1152508" y="1197485"/>
                  </a:lnTo>
                  <a:lnTo>
                    <a:pt x="1151968" y="1195043"/>
                  </a:lnTo>
                  <a:lnTo>
                    <a:pt x="1144336" y="1187290"/>
                  </a:lnTo>
                  <a:lnTo>
                    <a:pt x="1136249" y="1180906"/>
                  </a:lnTo>
                  <a:lnTo>
                    <a:pt x="1133395" y="1177383"/>
                  </a:lnTo>
                  <a:lnTo>
                    <a:pt x="1131234" y="1171822"/>
                  </a:lnTo>
                  <a:lnTo>
                    <a:pt x="1130169" y="1165156"/>
                  </a:lnTo>
                  <a:lnTo>
                    <a:pt x="1130169" y="1160743"/>
                  </a:lnTo>
                  <a:lnTo>
                    <a:pt x="1130816" y="1147238"/>
                  </a:lnTo>
                  <a:lnTo>
                    <a:pt x="1132056" y="1140824"/>
                  </a:lnTo>
                  <a:lnTo>
                    <a:pt x="1131714" y="1121864"/>
                  </a:lnTo>
                  <a:lnTo>
                    <a:pt x="1130222" y="1098224"/>
                  </a:lnTo>
                  <a:lnTo>
                    <a:pt x="1128937" y="1091764"/>
                  </a:lnTo>
                  <a:lnTo>
                    <a:pt x="1130915" y="1087291"/>
                  </a:lnTo>
                  <a:lnTo>
                    <a:pt x="1132863" y="1083616"/>
                  </a:lnTo>
                  <a:lnTo>
                    <a:pt x="1133867" y="1080176"/>
                  </a:lnTo>
                  <a:lnTo>
                    <a:pt x="1134544" y="1056651"/>
                  </a:lnTo>
                  <a:lnTo>
                    <a:pt x="1133966" y="1047498"/>
                  </a:lnTo>
                  <a:lnTo>
                    <a:pt x="1131333" y="1035149"/>
                  </a:lnTo>
                  <a:lnTo>
                    <a:pt x="1120613" y="1024832"/>
                  </a:lnTo>
                  <a:lnTo>
                    <a:pt x="1116086" y="1014758"/>
                  </a:lnTo>
                  <a:lnTo>
                    <a:pt x="1116451" y="1011129"/>
                  </a:lnTo>
                  <a:lnTo>
                    <a:pt x="1117037" y="1008671"/>
                  </a:lnTo>
                  <a:lnTo>
                    <a:pt x="1121686" y="1004540"/>
                  </a:lnTo>
                  <a:lnTo>
                    <a:pt x="1124881" y="998681"/>
                  </a:lnTo>
                  <a:lnTo>
                    <a:pt x="1126928" y="990091"/>
                  </a:lnTo>
                  <a:lnTo>
                    <a:pt x="1131181" y="976959"/>
                  </a:lnTo>
                  <a:lnTo>
                    <a:pt x="1132261" y="972333"/>
                  </a:lnTo>
                  <a:lnTo>
                    <a:pt x="1135001" y="953912"/>
                  </a:lnTo>
                  <a:lnTo>
                    <a:pt x="1135739" y="944037"/>
                  </a:lnTo>
                  <a:lnTo>
                    <a:pt x="1136263" y="929169"/>
                  </a:lnTo>
                  <a:lnTo>
                    <a:pt x="1132459" y="925358"/>
                  </a:lnTo>
                  <a:lnTo>
                    <a:pt x="1128457" y="922055"/>
                  </a:lnTo>
                  <a:lnTo>
                    <a:pt x="1121077" y="919263"/>
                  </a:lnTo>
                  <a:lnTo>
                    <a:pt x="1117425" y="919933"/>
                  </a:lnTo>
                  <a:lnTo>
                    <a:pt x="1110744" y="913968"/>
                  </a:lnTo>
                  <a:lnTo>
                    <a:pt x="1108256" y="913131"/>
                  </a:lnTo>
                  <a:lnTo>
                    <a:pt x="1090216" y="914820"/>
                  </a:lnTo>
                  <a:lnTo>
                    <a:pt x="1079899" y="914036"/>
                  </a:lnTo>
                  <a:lnTo>
                    <a:pt x="1073820" y="915390"/>
                  </a:lnTo>
                  <a:lnTo>
                    <a:pt x="1070632" y="915215"/>
                  </a:lnTo>
                  <a:lnTo>
                    <a:pt x="1068638" y="914302"/>
                  </a:lnTo>
                  <a:lnTo>
                    <a:pt x="1068935" y="911814"/>
                  </a:lnTo>
                  <a:lnTo>
                    <a:pt x="1070008" y="910026"/>
                  </a:lnTo>
                  <a:lnTo>
                    <a:pt x="1069696" y="908482"/>
                  </a:lnTo>
                  <a:lnTo>
                    <a:pt x="1067939" y="908162"/>
                  </a:lnTo>
                  <a:lnTo>
                    <a:pt x="1063229" y="910087"/>
                  </a:lnTo>
                  <a:lnTo>
                    <a:pt x="1055712" y="930714"/>
                  </a:lnTo>
                  <a:lnTo>
                    <a:pt x="1051238" y="950504"/>
                  </a:lnTo>
                  <a:lnTo>
                    <a:pt x="1046490" y="976951"/>
                  </a:lnTo>
                  <a:lnTo>
                    <a:pt x="1043546" y="987968"/>
                  </a:lnTo>
                  <a:lnTo>
                    <a:pt x="1039262" y="999548"/>
                  </a:lnTo>
                  <a:lnTo>
                    <a:pt x="1032650" y="1008641"/>
                  </a:lnTo>
                  <a:lnTo>
                    <a:pt x="1023733" y="1017801"/>
                  </a:lnTo>
                  <a:lnTo>
                    <a:pt x="1018019" y="1022085"/>
                  </a:lnTo>
                  <a:lnTo>
                    <a:pt x="1010402" y="1026445"/>
                  </a:lnTo>
                  <a:lnTo>
                    <a:pt x="1007207" y="1035887"/>
                  </a:lnTo>
                  <a:lnTo>
                    <a:pt x="1004468" y="1039745"/>
                  </a:lnTo>
                  <a:lnTo>
                    <a:pt x="1005594" y="1042354"/>
                  </a:lnTo>
                  <a:lnTo>
                    <a:pt x="1008896" y="1040909"/>
                  </a:lnTo>
                  <a:lnTo>
                    <a:pt x="1007009" y="1047559"/>
                  </a:lnTo>
                  <a:lnTo>
                    <a:pt x="1005031" y="1051591"/>
                  </a:lnTo>
                  <a:lnTo>
                    <a:pt x="1005221" y="1053927"/>
                  </a:lnTo>
                  <a:lnTo>
                    <a:pt x="1005799" y="1056932"/>
                  </a:lnTo>
                  <a:lnTo>
                    <a:pt x="1008371" y="1058302"/>
                  </a:lnTo>
                  <a:lnTo>
                    <a:pt x="1015219" y="1055692"/>
                  </a:lnTo>
                  <a:lnTo>
                    <a:pt x="1016672" y="1058233"/>
                  </a:lnTo>
                  <a:lnTo>
                    <a:pt x="1018232" y="1062099"/>
                  </a:lnTo>
                  <a:lnTo>
                    <a:pt x="1017425" y="1077445"/>
                  </a:lnTo>
                  <a:lnTo>
                    <a:pt x="1015508" y="1090478"/>
                  </a:lnTo>
                  <a:lnTo>
                    <a:pt x="1015287" y="1095234"/>
                  </a:lnTo>
                  <a:lnTo>
                    <a:pt x="1016375" y="1098277"/>
                  </a:lnTo>
                  <a:lnTo>
                    <a:pt x="1017266" y="1102264"/>
                  </a:lnTo>
                  <a:lnTo>
                    <a:pt x="1015241" y="1107111"/>
                  </a:lnTo>
                  <a:lnTo>
                    <a:pt x="1013629" y="1108671"/>
                  </a:lnTo>
                  <a:lnTo>
                    <a:pt x="1010585" y="1108130"/>
                  </a:lnTo>
                  <a:lnTo>
                    <a:pt x="1008576" y="1118828"/>
                  </a:lnTo>
                  <a:lnTo>
                    <a:pt x="1007945" y="1125135"/>
                  </a:lnTo>
                  <a:lnTo>
                    <a:pt x="1007976" y="1130111"/>
                  </a:lnTo>
                  <a:lnTo>
                    <a:pt x="1008752" y="1133178"/>
                  </a:lnTo>
                  <a:lnTo>
                    <a:pt x="1009954" y="1136564"/>
                  </a:lnTo>
                  <a:lnTo>
                    <a:pt x="1010753" y="1133939"/>
                  </a:lnTo>
                  <a:lnTo>
                    <a:pt x="1011384" y="1130324"/>
                  </a:lnTo>
                  <a:lnTo>
                    <a:pt x="1013530" y="1127981"/>
                  </a:lnTo>
                  <a:lnTo>
                    <a:pt x="1025475" y="1134684"/>
                  </a:lnTo>
                  <a:lnTo>
                    <a:pt x="1028686" y="1138009"/>
                  </a:lnTo>
                  <a:lnTo>
                    <a:pt x="1033624" y="1141053"/>
                  </a:lnTo>
                  <a:lnTo>
                    <a:pt x="1035062" y="1144659"/>
                  </a:lnTo>
                  <a:lnTo>
                    <a:pt x="1036005" y="1155813"/>
                  </a:lnTo>
                  <a:lnTo>
                    <a:pt x="1041081" y="1165925"/>
                  </a:lnTo>
                  <a:lnTo>
                    <a:pt x="1045083" y="1171913"/>
                  </a:lnTo>
                  <a:lnTo>
                    <a:pt x="1047578" y="1174271"/>
                  </a:lnTo>
                  <a:lnTo>
                    <a:pt x="1049785" y="1174865"/>
                  </a:lnTo>
                  <a:lnTo>
                    <a:pt x="1053231" y="1172560"/>
                  </a:lnTo>
                  <a:lnTo>
                    <a:pt x="1057842" y="1172887"/>
                  </a:lnTo>
                  <a:lnTo>
                    <a:pt x="1055369" y="1180746"/>
                  </a:lnTo>
                  <a:lnTo>
                    <a:pt x="1051208" y="1195454"/>
                  </a:lnTo>
                  <a:lnTo>
                    <a:pt x="1044261" y="1208175"/>
                  </a:lnTo>
                  <a:lnTo>
                    <a:pt x="1041415" y="1210153"/>
                  </a:lnTo>
                  <a:lnTo>
                    <a:pt x="1036843" y="1204980"/>
                  </a:lnTo>
                  <a:lnTo>
                    <a:pt x="1030824" y="1200757"/>
                  </a:lnTo>
                  <a:lnTo>
                    <a:pt x="1027742" y="1198596"/>
                  </a:lnTo>
                  <a:lnTo>
                    <a:pt x="1025795" y="1194769"/>
                  </a:lnTo>
                  <a:lnTo>
                    <a:pt x="1015325" y="1184528"/>
                  </a:lnTo>
                  <a:lnTo>
                    <a:pt x="1012190" y="1177467"/>
                  </a:lnTo>
                  <a:lnTo>
                    <a:pt x="1006941" y="1176371"/>
                  </a:lnTo>
                  <a:lnTo>
                    <a:pt x="999675" y="1173062"/>
                  </a:lnTo>
                  <a:lnTo>
                    <a:pt x="998594" y="1172263"/>
                  </a:lnTo>
                  <a:lnTo>
                    <a:pt x="992599" y="1167804"/>
                  </a:lnTo>
                  <a:lnTo>
                    <a:pt x="986785" y="1165369"/>
                  </a:lnTo>
                  <a:lnTo>
                    <a:pt x="985142" y="1162060"/>
                  </a:lnTo>
                  <a:lnTo>
                    <a:pt x="980699" y="1159595"/>
                  </a:lnTo>
                  <a:lnTo>
                    <a:pt x="976408" y="1157921"/>
                  </a:lnTo>
                  <a:lnTo>
                    <a:pt x="970108" y="1153797"/>
                  </a:lnTo>
                  <a:lnTo>
                    <a:pt x="967217" y="1155121"/>
                  </a:lnTo>
                  <a:lnTo>
                    <a:pt x="967909" y="1150441"/>
                  </a:lnTo>
                  <a:lnTo>
                    <a:pt x="960726" y="1143761"/>
                  </a:lnTo>
                  <a:lnTo>
                    <a:pt x="952151" y="1137735"/>
                  </a:lnTo>
                  <a:lnTo>
                    <a:pt x="934446" y="1129130"/>
                  </a:lnTo>
                  <a:lnTo>
                    <a:pt x="918856" y="1124953"/>
                  </a:lnTo>
                  <a:lnTo>
                    <a:pt x="900474" y="1123728"/>
                  </a:lnTo>
                  <a:lnTo>
                    <a:pt x="884367" y="1118265"/>
                  </a:lnTo>
                  <a:lnTo>
                    <a:pt x="882084" y="1118531"/>
                  </a:lnTo>
                  <a:lnTo>
                    <a:pt x="880022" y="1120137"/>
                  </a:lnTo>
                  <a:lnTo>
                    <a:pt x="874597" y="1128080"/>
                  </a:lnTo>
                  <a:lnTo>
                    <a:pt x="868564" y="1130515"/>
                  </a:lnTo>
                  <a:lnTo>
                    <a:pt x="866304" y="1134296"/>
                  </a:lnTo>
                  <a:lnTo>
                    <a:pt x="869865" y="1142460"/>
                  </a:lnTo>
                  <a:lnTo>
                    <a:pt x="876857" y="1163384"/>
                  </a:lnTo>
                  <a:lnTo>
                    <a:pt x="880996" y="1161276"/>
                  </a:lnTo>
                  <a:lnTo>
                    <a:pt x="882601" y="1170756"/>
                  </a:lnTo>
                  <a:lnTo>
                    <a:pt x="880076" y="1176189"/>
                  </a:lnTo>
                  <a:lnTo>
                    <a:pt x="876286" y="1182588"/>
                  </a:lnTo>
                  <a:lnTo>
                    <a:pt x="873113" y="1186004"/>
                  </a:lnTo>
                  <a:lnTo>
                    <a:pt x="866091" y="1187731"/>
                  </a:lnTo>
                  <a:lnTo>
                    <a:pt x="860445" y="1187335"/>
                  </a:lnTo>
                  <a:lnTo>
                    <a:pt x="859784" y="1193278"/>
                  </a:lnTo>
                  <a:lnTo>
                    <a:pt x="861412" y="1198786"/>
                  </a:lnTo>
                  <a:lnTo>
                    <a:pt x="861016" y="1201061"/>
                  </a:lnTo>
                  <a:lnTo>
                    <a:pt x="860476" y="1203930"/>
                  </a:lnTo>
                  <a:lnTo>
                    <a:pt x="859654" y="1205429"/>
                  </a:lnTo>
                  <a:lnTo>
                    <a:pt x="858984" y="1206342"/>
                  </a:lnTo>
                  <a:lnTo>
                    <a:pt x="856816" y="1208000"/>
                  </a:lnTo>
                  <a:lnTo>
                    <a:pt x="854222" y="1208023"/>
                  </a:lnTo>
                  <a:lnTo>
                    <a:pt x="847952" y="1205177"/>
                  </a:lnTo>
                  <a:lnTo>
                    <a:pt x="843432" y="1202621"/>
                  </a:lnTo>
                  <a:lnTo>
                    <a:pt x="843714" y="1192600"/>
                  </a:lnTo>
                  <a:lnTo>
                    <a:pt x="846073" y="1188203"/>
                  </a:lnTo>
                  <a:lnTo>
                    <a:pt x="847686" y="1187198"/>
                  </a:lnTo>
                  <a:lnTo>
                    <a:pt x="849230" y="1185441"/>
                  </a:lnTo>
                  <a:lnTo>
                    <a:pt x="846020" y="1178882"/>
                  </a:lnTo>
                  <a:lnTo>
                    <a:pt x="843668" y="1176113"/>
                  </a:lnTo>
                  <a:lnTo>
                    <a:pt x="842588" y="1171593"/>
                  </a:lnTo>
                  <a:lnTo>
                    <a:pt x="842535" y="1169600"/>
                  </a:lnTo>
                  <a:lnTo>
                    <a:pt x="839575" y="1169737"/>
                  </a:lnTo>
                  <a:lnTo>
                    <a:pt x="827508" y="1174941"/>
                  </a:lnTo>
                  <a:lnTo>
                    <a:pt x="825012" y="1179811"/>
                  </a:lnTo>
                  <a:lnTo>
                    <a:pt x="823643" y="1176508"/>
                  </a:lnTo>
                  <a:lnTo>
                    <a:pt x="808083" y="1191132"/>
                  </a:lnTo>
                  <a:lnTo>
                    <a:pt x="801304" y="1196245"/>
                  </a:lnTo>
                  <a:lnTo>
                    <a:pt x="796663" y="1195499"/>
                  </a:lnTo>
                  <a:lnTo>
                    <a:pt x="790484" y="1192441"/>
                  </a:lnTo>
                  <a:lnTo>
                    <a:pt x="783127" y="1192144"/>
                  </a:lnTo>
                  <a:lnTo>
                    <a:pt x="778174" y="1190691"/>
                  </a:lnTo>
                  <a:lnTo>
                    <a:pt x="775633" y="1191368"/>
                  </a:lnTo>
                  <a:lnTo>
                    <a:pt x="770307" y="1194967"/>
                  </a:lnTo>
                  <a:lnTo>
                    <a:pt x="764813" y="1195438"/>
                  </a:lnTo>
                  <a:lnTo>
                    <a:pt x="759107" y="1200559"/>
                  </a:lnTo>
                  <a:lnTo>
                    <a:pt x="754245" y="1206722"/>
                  </a:lnTo>
                  <a:lnTo>
                    <a:pt x="752921" y="1216644"/>
                  </a:lnTo>
                  <a:lnTo>
                    <a:pt x="749862" y="1217655"/>
                  </a:lnTo>
                  <a:lnTo>
                    <a:pt x="746522" y="1212550"/>
                  </a:lnTo>
                  <a:lnTo>
                    <a:pt x="744704" y="1211333"/>
                  </a:lnTo>
                  <a:lnTo>
                    <a:pt x="742954" y="1212436"/>
                  </a:lnTo>
                  <a:lnTo>
                    <a:pt x="739515" y="1212938"/>
                  </a:lnTo>
                  <a:lnTo>
                    <a:pt x="736662" y="1213357"/>
                  </a:lnTo>
                  <a:lnTo>
                    <a:pt x="733861" y="1215183"/>
                  </a:lnTo>
                  <a:lnTo>
                    <a:pt x="732705" y="1214962"/>
                  </a:lnTo>
                  <a:lnTo>
                    <a:pt x="724191" y="1213326"/>
                  </a:lnTo>
                  <a:lnTo>
                    <a:pt x="721810" y="1213486"/>
                  </a:lnTo>
                  <a:lnTo>
                    <a:pt x="718766" y="1212870"/>
                  </a:lnTo>
                  <a:lnTo>
                    <a:pt x="719466" y="1210321"/>
                  </a:lnTo>
                  <a:lnTo>
                    <a:pt x="720524" y="1208502"/>
                  </a:lnTo>
                  <a:lnTo>
                    <a:pt x="725310" y="1207118"/>
                  </a:lnTo>
                  <a:lnTo>
                    <a:pt x="727942" y="1205063"/>
                  </a:lnTo>
                  <a:lnTo>
                    <a:pt x="730925" y="1206212"/>
                  </a:lnTo>
                  <a:lnTo>
                    <a:pt x="733085" y="1203146"/>
                  </a:lnTo>
                  <a:lnTo>
                    <a:pt x="732804" y="1197249"/>
                  </a:lnTo>
                  <a:lnTo>
                    <a:pt x="729418" y="1191581"/>
                  </a:lnTo>
                  <a:lnTo>
                    <a:pt x="731016" y="1187183"/>
                  </a:lnTo>
                  <a:lnTo>
                    <a:pt x="732241" y="1181736"/>
                  </a:lnTo>
                  <a:lnTo>
                    <a:pt x="733055" y="1181127"/>
                  </a:lnTo>
                  <a:lnTo>
                    <a:pt x="733930" y="1179217"/>
                  </a:lnTo>
                  <a:lnTo>
                    <a:pt x="732842" y="1177619"/>
                  </a:lnTo>
                  <a:lnTo>
                    <a:pt x="730248" y="1176828"/>
                  </a:lnTo>
                  <a:lnTo>
                    <a:pt x="730232" y="1175481"/>
                  </a:lnTo>
                  <a:lnTo>
                    <a:pt x="731876" y="1174348"/>
                  </a:lnTo>
                  <a:lnTo>
                    <a:pt x="742589" y="1172088"/>
                  </a:lnTo>
                  <a:lnTo>
                    <a:pt x="745038" y="1170444"/>
                  </a:lnTo>
                  <a:lnTo>
                    <a:pt x="738526" y="1169790"/>
                  </a:lnTo>
                  <a:lnTo>
                    <a:pt x="730331" y="1170231"/>
                  </a:lnTo>
                  <a:lnTo>
                    <a:pt x="722023" y="1175184"/>
                  </a:lnTo>
                  <a:lnTo>
                    <a:pt x="706448" y="1185890"/>
                  </a:lnTo>
                  <a:lnTo>
                    <a:pt x="699197" y="1193110"/>
                  </a:lnTo>
                  <a:lnTo>
                    <a:pt x="701137" y="1192989"/>
                  </a:lnTo>
                  <a:lnTo>
                    <a:pt x="703595" y="1194031"/>
                  </a:lnTo>
                  <a:lnTo>
                    <a:pt x="705679" y="1199068"/>
                  </a:lnTo>
                  <a:lnTo>
                    <a:pt x="707277" y="1200354"/>
                  </a:lnTo>
                  <a:lnTo>
                    <a:pt x="706151" y="1203679"/>
                  </a:lnTo>
                  <a:lnTo>
                    <a:pt x="701989" y="1206266"/>
                  </a:lnTo>
                  <a:lnTo>
                    <a:pt x="700315" y="1208023"/>
                  </a:lnTo>
                  <a:lnTo>
                    <a:pt x="698725" y="1208716"/>
                  </a:lnTo>
                  <a:lnTo>
                    <a:pt x="697378" y="1208069"/>
                  </a:lnTo>
                  <a:lnTo>
                    <a:pt x="695766" y="1206714"/>
                  </a:lnTo>
                  <a:lnTo>
                    <a:pt x="696701" y="1204150"/>
                  </a:lnTo>
                  <a:lnTo>
                    <a:pt x="697934" y="1201776"/>
                  </a:lnTo>
                  <a:lnTo>
                    <a:pt x="694594" y="1197546"/>
                  </a:lnTo>
                  <a:lnTo>
                    <a:pt x="693034" y="1197006"/>
                  </a:lnTo>
                  <a:lnTo>
                    <a:pt x="691733" y="1197158"/>
                  </a:lnTo>
                  <a:lnTo>
                    <a:pt x="683660" y="1200795"/>
                  </a:lnTo>
                  <a:lnTo>
                    <a:pt x="677665" y="1205086"/>
                  </a:lnTo>
                  <a:lnTo>
                    <a:pt x="672164" y="1207346"/>
                  </a:lnTo>
                  <a:lnTo>
                    <a:pt x="667043" y="1208122"/>
                  </a:lnTo>
                  <a:lnTo>
                    <a:pt x="664061" y="1209986"/>
                  </a:lnTo>
                  <a:lnTo>
                    <a:pt x="657966" y="1215708"/>
                  </a:lnTo>
                  <a:lnTo>
                    <a:pt x="654108" y="1218180"/>
                  </a:lnTo>
                  <a:lnTo>
                    <a:pt x="647657" y="1224488"/>
                  </a:lnTo>
                  <a:lnTo>
                    <a:pt x="631085" y="1235566"/>
                  </a:lnTo>
                  <a:lnTo>
                    <a:pt x="626786" y="1236510"/>
                  </a:lnTo>
                  <a:lnTo>
                    <a:pt x="624367" y="1235612"/>
                  </a:lnTo>
                  <a:lnTo>
                    <a:pt x="622525" y="1234120"/>
                  </a:lnTo>
                  <a:lnTo>
                    <a:pt x="621270" y="1235353"/>
                  </a:lnTo>
                  <a:lnTo>
                    <a:pt x="622700" y="1238024"/>
                  </a:lnTo>
                  <a:lnTo>
                    <a:pt x="625158" y="1243418"/>
                  </a:lnTo>
                  <a:lnTo>
                    <a:pt x="624207" y="1246226"/>
                  </a:lnTo>
                  <a:lnTo>
                    <a:pt x="620380" y="1245450"/>
                  </a:lnTo>
                  <a:lnTo>
                    <a:pt x="612368" y="1247968"/>
                  </a:lnTo>
                  <a:lnTo>
                    <a:pt x="603740" y="1251673"/>
                  </a:lnTo>
                  <a:lnTo>
                    <a:pt x="603907" y="1255523"/>
                  </a:lnTo>
                  <a:lnTo>
                    <a:pt x="604455" y="1258902"/>
                  </a:lnTo>
                  <a:lnTo>
                    <a:pt x="602986" y="1264395"/>
                  </a:lnTo>
                  <a:lnTo>
                    <a:pt x="601465" y="1268831"/>
                  </a:lnTo>
                  <a:lnTo>
                    <a:pt x="600202" y="1281507"/>
                  </a:lnTo>
                  <a:lnTo>
                    <a:pt x="599068" y="1285280"/>
                  </a:lnTo>
                  <a:lnTo>
                    <a:pt x="595659" y="1287791"/>
                  </a:lnTo>
                  <a:lnTo>
                    <a:pt x="578456" y="1293460"/>
                  </a:lnTo>
                  <a:lnTo>
                    <a:pt x="575497" y="1293810"/>
                  </a:lnTo>
                  <a:lnTo>
                    <a:pt x="574218" y="1294829"/>
                  </a:lnTo>
                  <a:lnTo>
                    <a:pt x="573283" y="1293810"/>
                  </a:lnTo>
                  <a:lnTo>
                    <a:pt x="570064" y="1292516"/>
                  </a:lnTo>
                  <a:lnTo>
                    <a:pt x="565499" y="1292478"/>
                  </a:lnTo>
                  <a:lnTo>
                    <a:pt x="563407" y="1291961"/>
                  </a:lnTo>
                  <a:lnTo>
                    <a:pt x="561254" y="1289899"/>
                  </a:lnTo>
                  <a:lnTo>
                    <a:pt x="558416" y="1284558"/>
                  </a:lnTo>
                  <a:lnTo>
                    <a:pt x="554353" y="1273791"/>
                  </a:lnTo>
                  <a:lnTo>
                    <a:pt x="545313" y="1268328"/>
                  </a:lnTo>
                  <a:lnTo>
                    <a:pt x="541053" y="1264676"/>
                  </a:lnTo>
                  <a:lnTo>
                    <a:pt x="540254" y="1261215"/>
                  </a:lnTo>
                  <a:lnTo>
                    <a:pt x="541045" y="1257638"/>
                  </a:lnTo>
                  <a:lnTo>
                    <a:pt x="550328" y="1245807"/>
                  </a:lnTo>
                  <a:lnTo>
                    <a:pt x="553630" y="1241942"/>
                  </a:lnTo>
                  <a:lnTo>
                    <a:pt x="567409" y="1238518"/>
                  </a:lnTo>
                  <a:lnTo>
                    <a:pt x="572849" y="1238206"/>
                  </a:lnTo>
                  <a:lnTo>
                    <a:pt x="578426" y="1236783"/>
                  </a:lnTo>
                  <a:lnTo>
                    <a:pt x="578281" y="1229882"/>
                  </a:lnTo>
                  <a:lnTo>
                    <a:pt x="572864" y="1221414"/>
                  </a:lnTo>
                  <a:lnTo>
                    <a:pt x="567074" y="1211500"/>
                  </a:lnTo>
                  <a:lnTo>
                    <a:pt x="561383" y="1200589"/>
                  </a:lnTo>
                  <a:lnTo>
                    <a:pt x="553424" y="1196694"/>
                  </a:lnTo>
                  <a:lnTo>
                    <a:pt x="544005" y="1194845"/>
                  </a:lnTo>
                  <a:lnTo>
                    <a:pt x="524725" y="1196968"/>
                  </a:lnTo>
                  <a:lnTo>
                    <a:pt x="522008" y="1196557"/>
                  </a:lnTo>
                  <a:lnTo>
                    <a:pt x="509705" y="1188895"/>
                  </a:lnTo>
                  <a:lnTo>
                    <a:pt x="508450" y="1188781"/>
                  </a:lnTo>
                  <a:lnTo>
                    <a:pt x="506738" y="1189268"/>
                  </a:lnTo>
                  <a:lnTo>
                    <a:pt x="507271" y="1191474"/>
                  </a:lnTo>
                  <a:lnTo>
                    <a:pt x="508252" y="1193072"/>
                  </a:lnTo>
                  <a:lnTo>
                    <a:pt x="524588" y="1209431"/>
                  </a:lnTo>
                  <a:lnTo>
                    <a:pt x="525349" y="1213661"/>
                  </a:lnTo>
                  <a:lnTo>
                    <a:pt x="525821" y="1219367"/>
                  </a:lnTo>
                  <a:lnTo>
                    <a:pt x="525547" y="1221764"/>
                  </a:lnTo>
                  <a:lnTo>
                    <a:pt x="525927" y="1224130"/>
                  </a:lnTo>
                  <a:lnTo>
                    <a:pt x="525790" y="1228444"/>
                  </a:lnTo>
                  <a:lnTo>
                    <a:pt x="521758" y="1246819"/>
                  </a:lnTo>
                  <a:lnTo>
                    <a:pt x="517915" y="1259746"/>
                  </a:lnTo>
                  <a:lnTo>
                    <a:pt x="516622" y="1265833"/>
                  </a:lnTo>
                  <a:lnTo>
                    <a:pt x="516333" y="1269980"/>
                  </a:lnTo>
                  <a:lnTo>
                    <a:pt x="517893" y="1273609"/>
                  </a:lnTo>
                  <a:lnTo>
                    <a:pt x="522572" y="1274781"/>
                  </a:lnTo>
                  <a:lnTo>
                    <a:pt x="527213" y="1278494"/>
                  </a:lnTo>
                  <a:lnTo>
                    <a:pt x="529610" y="1283721"/>
                  </a:lnTo>
                  <a:lnTo>
                    <a:pt x="530150" y="1287342"/>
                  </a:lnTo>
                  <a:lnTo>
                    <a:pt x="530317" y="1295111"/>
                  </a:lnTo>
                  <a:lnTo>
                    <a:pt x="531420" y="1301745"/>
                  </a:lnTo>
                  <a:lnTo>
                    <a:pt x="527738" y="1311948"/>
                  </a:lnTo>
                  <a:lnTo>
                    <a:pt x="525691" y="1315928"/>
                  </a:lnTo>
                  <a:lnTo>
                    <a:pt x="523058" y="1325058"/>
                  </a:lnTo>
                  <a:lnTo>
                    <a:pt x="524086" y="1331518"/>
                  </a:lnTo>
                  <a:lnTo>
                    <a:pt x="523812" y="1334051"/>
                  </a:lnTo>
                  <a:lnTo>
                    <a:pt x="523211" y="1336988"/>
                  </a:lnTo>
                  <a:lnTo>
                    <a:pt x="521339" y="1334827"/>
                  </a:lnTo>
                  <a:lnTo>
                    <a:pt x="519787" y="1332256"/>
                  </a:lnTo>
                  <a:lnTo>
                    <a:pt x="517641" y="1329958"/>
                  </a:lnTo>
                  <a:lnTo>
                    <a:pt x="515359" y="1329113"/>
                  </a:lnTo>
                  <a:lnTo>
                    <a:pt x="512947" y="1329730"/>
                  </a:lnTo>
                  <a:lnTo>
                    <a:pt x="511197" y="1330962"/>
                  </a:lnTo>
                  <a:lnTo>
                    <a:pt x="511379" y="1328322"/>
                  </a:lnTo>
                  <a:lnTo>
                    <a:pt x="513578" y="1324221"/>
                  </a:lnTo>
                  <a:lnTo>
                    <a:pt x="512513" y="1322091"/>
                  </a:lnTo>
                  <a:lnTo>
                    <a:pt x="511395" y="1320493"/>
                  </a:lnTo>
                  <a:lnTo>
                    <a:pt x="504608" y="1315479"/>
                  </a:lnTo>
                  <a:lnTo>
                    <a:pt x="499761" y="1315190"/>
                  </a:lnTo>
                  <a:lnTo>
                    <a:pt x="495500" y="1315699"/>
                  </a:lnTo>
                  <a:lnTo>
                    <a:pt x="491140" y="1315106"/>
                  </a:lnTo>
                  <a:lnTo>
                    <a:pt x="487907" y="1311910"/>
                  </a:lnTo>
                  <a:lnTo>
                    <a:pt x="484985" y="1310183"/>
                  </a:lnTo>
                  <a:lnTo>
                    <a:pt x="482779" y="1309917"/>
                  </a:lnTo>
                  <a:lnTo>
                    <a:pt x="480070" y="1312785"/>
                  </a:lnTo>
                  <a:lnTo>
                    <a:pt x="473603" y="1323780"/>
                  </a:lnTo>
                  <a:lnTo>
                    <a:pt x="467090" y="1330955"/>
                  </a:lnTo>
                  <a:lnTo>
                    <a:pt x="458553" y="1336341"/>
                  </a:lnTo>
                  <a:lnTo>
                    <a:pt x="452108" y="1338084"/>
                  </a:lnTo>
                  <a:lnTo>
                    <a:pt x="450343" y="1339362"/>
                  </a:lnTo>
                  <a:lnTo>
                    <a:pt x="446532" y="1345609"/>
                  </a:lnTo>
                  <a:lnTo>
                    <a:pt x="442575" y="1350402"/>
                  </a:lnTo>
                  <a:lnTo>
                    <a:pt x="431657" y="1358361"/>
                  </a:lnTo>
                  <a:lnTo>
                    <a:pt x="430896" y="1361617"/>
                  </a:lnTo>
                  <a:lnTo>
                    <a:pt x="430211" y="1366076"/>
                  </a:lnTo>
                  <a:lnTo>
                    <a:pt x="431254" y="1371105"/>
                  </a:lnTo>
                  <a:lnTo>
                    <a:pt x="433354" y="1375959"/>
                  </a:lnTo>
                  <a:lnTo>
                    <a:pt x="438611" y="1385683"/>
                  </a:lnTo>
                  <a:lnTo>
                    <a:pt x="441571" y="1388977"/>
                  </a:lnTo>
                  <a:lnTo>
                    <a:pt x="443587" y="1394106"/>
                  </a:lnTo>
                  <a:lnTo>
                    <a:pt x="445071" y="1400002"/>
                  </a:lnTo>
                  <a:lnTo>
                    <a:pt x="444279" y="1401197"/>
                  </a:lnTo>
                  <a:lnTo>
                    <a:pt x="439920" y="1399744"/>
                  </a:lnTo>
                  <a:lnTo>
                    <a:pt x="436808" y="1400406"/>
                  </a:lnTo>
                  <a:lnTo>
                    <a:pt x="432342" y="1404415"/>
                  </a:lnTo>
                  <a:lnTo>
                    <a:pt x="432007" y="1406119"/>
                  </a:lnTo>
                  <a:lnTo>
                    <a:pt x="430409" y="1410068"/>
                  </a:lnTo>
                  <a:lnTo>
                    <a:pt x="426339" y="1410388"/>
                  </a:lnTo>
                  <a:lnTo>
                    <a:pt x="415367" y="1403251"/>
                  </a:lnTo>
                  <a:lnTo>
                    <a:pt x="405963" y="1399614"/>
                  </a:lnTo>
                  <a:lnTo>
                    <a:pt x="404426" y="1399386"/>
                  </a:lnTo>
                  <a:lnTo>
                    <a:pt x="402310" y="1397583"/>
                  </a:lnTo>
                  <a:lnTo>
                    <a:pt x="401671" y="1396084"/>
                  </a:lnTo>
                  <a:lnTo>
                    <a:pt x="397746" y="1396381"/>
                  </a:lnTo>
                  <a:lnTo>
                    <a:pt x="395349" y="1396213"/>
                  </a:lnTo>
                  <a:lnTo>
                    <a:pt x="393081" y="1394996"/>
                  </a:lnTo>
                  <a:lnTo>
                    <a:pt x="382802" y="1383416"/>
                  </a:lnTo>
                  <a:lnTo>
                    <a:pt x="374532" y="1379048"/>
                  </a:lnTo>
                  <a:lnTo>
                    <a:pt x="372599" y="1378965"/>
                  </a:lnTo>
                  <a:lnTo>
                    <a:pt x="369023" y="1380159"/>
                  </a:lnTo>
                  <a:lnTo>
                    <a:pt x="366954" y="1389533"/>
                  </a:lnTo>
                  <a:lnTo>
                    <a:pt x="364116" y="1392135"/>
                  </a:lnTo>
                  <a:lnTo>
                    <a:pt x="361590" y="1391975"/>
                  </a:lnTo>
                  <a:lnTo>
                    <a:pt x="361453" y="1396563"/>
                  </a:lnTo>
                  <a:lnTo>
                    <a:pt x="362533" y="1399386"/>
                  </a:lnTo>
                  <a:lnTo>
                    <a:pt x="363499" y="1401410"/>
                  </a:lnTo>
                  <a:lnTo>
                    <a:pt x="366604" y="1404666"/>
                  </a:lnTo>
                  <a:lnTo>
                    <a:pt x="372394" y="1414413"/>
                  </a:lnTo>
                  <a:lnTo>
                    <a:pt x="375452" y="1418400"/>
                  </a:lnTo>
                  <a:lnTo>
                    <a:pt x="377712" y="1419906"/>
                  </a:lnTo>
                  <a:lnTo>
                    <a:pt x="380702" y="1420119"/>
                  </a:lnTo>
                  <a:lnTo>
                    <a:pt x="387345" y="1418970"/>
                  </a:lnTo>
                  <a:lnTo>
                    <a:pt x="389543" y="1420477"/>
                  </a:lnTo>
                  <a:lnTo>
                    <a:pt x="391895" y="1422752"/>
                  </a:lnTo>
                  <a:lnTo>
                    <a:pt x="392397" y="1428306"/>
                  </a:lnTo>
                  <a:lnTo>
                    <a:pt x="394215" y="1433982"/>
                  </a:lnTo>
                  <a:lnTo>
                    <a:pt x="394398" y="1437162"/>
                  </a:lnTo>
                  <a:lnTo>
                    <a:pt x="392199" y="1440891"/>
                  </a:lnTo>
                  <a:lnTo>
                    <a:pt x="385100" y="1443592"/>
                  </a:lnTo>
                  <a:lnTo>
                    <a:pt x="380976" y="1447464"/>
                  </a:lnTo>
                  <a:lnTo>
                    <a:pt x="379493" y="1447305"/>
                  </a:lnTo>
                  <a:lnTo>
                    <a:pt x="371001" y="1442808"/>
                  </a:lnTo>
                  <a:lnTo>
                    <a:pt x="365424" y="1441081"/>
                  </a:lnTo>
                  <a:lnTo>
                    <a:pt x="357976" y="1438273"/>
                  </a:lnTo>
                  <a:lnTo>
                    <a:pt x="356629" y="1436736"/>
                  </a:lnTo>
                  <a:lnTo>
                    <a:pt x="353304" y="1429181"/>
                  </a:lnTo>
                  <a:lnTo>
                    <a:pt x="345954" y="1421999"/>
                  </a:lnTo>
                  <a:lnTo>
                    <a:pt x="342644" y="1419883"/>
                  </a:lnTo>
                  <a:lnTo>
                    <a:pt x="338049" y="1421436"/>
                  </a:lnTo>
                  <a:lnTo>
                    <a:pt x="334883" y="1420659"/>
                  </a:lnTo>
                  <a:lnTo>
                    <a:pt x="329573" y="1416825"/>
                  </a:lnTo>
                  <a:lnTo>
                    <a:pt x="326035" y="1410890"/>
                  </a:lnTo>
                  <a:lnTo>
                    <a:pt x="325791" y="1403593"/>
                  </a:lnTo>
                  <a:lnTo>
                    <a:pt x="326796" y="1401996"/>
                  </a:lnTo>
                  <a:lnTo>
                    <a:pt x="327792" y="1401136"/>
                  </a:lnTo>
                  <a:lnTo>
                    <a:pt x="325244" y="1398922"/>
                  </a:lnTo>
                  <a:lnTo>
                    <a:pt x="325122" y="1393276"/>
                  </a:lnTo>
                  <a:lnTo>
                    <a:pt x="324619" y="1389586"/>
                  </a:lnTo>
                  <a:lnTo>
                    <a:pt x="321789" y="1380372"/>
                  </a:lnTo>
                  <a:lnTo>
                    <a:pt x="318906" y="1374787"/>
                  </a:lnTo>
                  <a:lnTo>
                    <a:pt x="316143" y="1368761"/>
                  </a:lnTo>
                  <a:lnTo>
                    <a:pt x="319088" y="1365634"/>
                  </a:lnTo>
                  <a:lnTo>
                    <a:pt x="320617" y="1362895"/>
                  </a:lnTo>
                  <a:lnTo>
                    <a:pt x="322748" y="1354944"/>
                  </a:lnTo>
                  <a:lnTo>
                    <a:pt x="323158" y="1352236"/>
                  </a:lnTo>
                  <a:lnTo>
                    <a:pt x="324064" y="1349542"/>
                  </a:lnTo>
                  <a:lnTo>
                    <a:pt x="324406" y="1347039"/>
                  </a:lnTo>
                  <a:lnTo>
                    <a:pt x="324262" y="1344528"/>
                  </a:lnTo>
                  <a:lnTo>
                    <a:pt x="322238" y="1339963"/>
                  </a:lnTo>
                  <a:lnTo>
                    <a:pt x="316006" y="1330688"/>
                  </a:lnTo>
                  <a:lnTo>
                    <a:pt x="309874" y="1325575"/>
                  </a:lnTo>
                  <a:lnTo>
                    <a:pt x="298210" y="1320500"/>
                  </a:lnTo>
                  <a:lnTo>
                    <a:pt x="294992" y="1320790"/>
                  </a:lnTo>
                  <a:lnTo>
                    <a:pt x="293812" y="1320052"/>
                  </a:lnTo>
                  <a:lnTo>
                    <a:pt x="296300" y="1319131"/>
                  </a:lnTo>
                  <a:lnTo>
                    <a:pt x="298781" y="1317122"/>
                  </a:lnTo>
                  <a:lnTo>
                    <a:pt x="300120" y="1314025"/>
                  </a:lnTo>
                  <a:lnTo>
                    <a:pt x="297168" y="1312489"/>
                  </a:lnTo>
                  <a:lnTo>
                    <a:pt x="294771" y="1311796"/>
                  </a:lnTo>
                  <a:lnTo>
                    <a:pt x="290761" y="1309263"/>
                  </a:lnTo>
                  <a:lnTo>
                    <a:pt x="290023" y="1307003"/>
                  </a:lnTo>
                  <a:lnTo>
                    <a:pt x="290906" y="1305397"/>
                  </a:lnTo>
                  <a:lnTo>
                    <a:pt x="289970" y="1301304"/>
                  </a:lnTo>
                  <a:lnTo>
                    <a:pt x="284591" y="1300003"/>
                  </a:lnTo>
                  <a:lnTo>
                    <a:pt x="283176" y="1299067"/>
                  </a:lnTo>
                  <a:lnTo>
                    <a:pt x="283062" y="1297690"/>
                  </a:lnTo>
                  <a:lnTo>
                    <a:pt x="279417" y="1293216"/>
                  </a:lnTo>
                  <a:lnTo>
                    <a:pt x="274662" y="1288499"/>
                  </a:lnTo>
                  <a:lnTo>
                    <a:pt x="275453" y="1283728"/>
                  </a:lnTo>
                  <a:lnTo>
                    <a:pt x="272029" y="1280228"/>
                  </a:lnTo>
                  <a:lnTo>
                    <a:pt x="269062" y="1277748"/>
                  </a:lnTo>
                  <a:lnTo>
                    <a:pt x="264398" y="1276835"/>
                  </a:lnTo>
                  <a:lnTo>
                    <a:pt x="262526" y="1275100"/>
                  </a:lnTo>
                  <a:lnTo>
                    <a:pt x="273300" y="1275579"/>
                  </a:lnTo>
                  <a:lnTo>
                    <a:pt x="284629" y="1279194"/>
                  </a:lnTo>
                  <a:lnTo>
                    <a:pt x="283670" y="1280601"/>
                  </a:lnTo>
                  <a:lnTo>
                    <a:pt x="282864" y="1282762"/>
                  </a:lnTo>
                  <a:lnTo>
                    <a:pt x="286166" y="1288940"/>
                  </a:lnTo>
                  <a:lnTo>
                    <a:pt x="289331" y="1292432"/>
                  </a:lnTo>
                  <a:lnTo>
                    <a:pt x="296415" y="1296731"/>
                  </a:lnTo>
                  <a:lnTo>
                    <a:pt x="297290" y="1296739"/>
                  </a:lnTo>
                  <a:lnTo>
                    <a:pt x="298834" y="1295643"/>
                  </a:lnTo>
                  <a:lnTo>
                    <a:pt x="302342" y="1297462"/>
                  </a:lnTo>
                  <a:lnTo>
                    <a:pt x="305202" y="1299843"/>
                  </a:lnTo>
                  <a:lnTo>
                    <a:pt x="310589" y="1300033"/>
                  </a:lnTo>
                  <a:lnTo>
                    <a:pt x="317110" y="1302841"/>
                  </a:lnTo>
                  <a:lnTo>
                    <a:pt x="316669" y="1303990"/>
                  </a:lnTo>
                  <a:lnTo>
                    <a:pt x="315923" y="1304880"/>
                  </a:lnTo>
                  <a:lnTo>
                    <a:pt x="317772" y="1308251"/>
                  </a:lnTo>
                  <a:lnTo>
                    <a:pt x="320496" y="1307756"/>
                  </a:lnTo>
                  <a:lnTo>
                    <a:pt x="325076" y="1304987"/>
                  </a:lnTo>
                  <a:lnTo>
                    <a:pt x="336596" y="1314756"/>
                  </a:lnTo>
                  <a:lnTo>
                    <a:pt x="339783" y="1316506"/>
                  </a:lnTo>
                  <a:lnTo>
                    <a:pt x="358150" y="1321474"/>
                  </a:lnTo>
                  <a:lnTo>
                    <a:pt x="366611" y="1321938"/>
                  </a:lnTo>
                  <a:lnTo>
                    <a:pt x="371184" y="1323049"/>
                  </a:lnTo>
                  <a:lnTo>
                    <a:pt x="377826" y="1325568"/>
                  </a:lnTo>
                  <a:lnTo>
                    <a:pt x="384948" y="1330612"/>
                  </a:lnTo>
                  <a:lnTo>
                    <a:pt x="390769" y="1332400"/>
                  </a:lnTo>
                  <a:lnTo>
                    <a:pt x="401382" y="1334036"/>
                  </a:lnTo>
                  <a:lnTo>
                    <a:pt x="406853" y="1333793"/>
                  </a:lnTo>
                  <a:lnTo>
                    <a:pt x="420419" y="1330475"/>
                  </a:lnTo>
                  <a:lnTo>
                    <a:pt x="437805" y="1321596"/>
                  </a:lnTo>
                  <a:lnTo>
                    <a:pt x="446737" y="1313790"/>
                  </a:lnTo>
                  <a:lnTo>
                    <a:pt x="460988" y="1293376"/>
                  </a:lnTo>
                  <a:lnTo>
                    <a:pt x="462837" y="1288590"/>
                  </a:lnTo>
                  <a:lnTo>
                    <a:pt x="464518" y="1277276"/>
                  </a:lnTo>
                  <a:lnTo>
                    <a:pt x="464617" y="1272430"/>
                  </a:lnTo>
                  <a:lnTo>
                    <a:pt x="462547" y="1271943"/>
                  </a:lnTo>
                  <a:lnTo>
                    <a:pt x="459816" y="1269264"/>
                  </a:lnTo>
                  <a:lnTo>
                    <a:pt x="459816" y="1262675"/>
                  </a:lnTo>
                  <a:lnTo>
                    <a:pt x="458257" y="1259442"/>
                  </a:lnTo>
                  <a:lnTo>
                    <a:pt x="456240" y="1244384"/>
                  </a:lnTo>
                  <a:lnTo>
                    <a:pt x="451964" y="1242726"/>
                  </a:lnTo>
                  <a:lnTo>
                    <a:pt x="449621" y="1240976"/>
                  </a:lnTo>
                  <a:lnTo>
                    <a:pt x="446828" y="1240093"/>
                  </a:lnTo>
                  <a:lnTo>
                    <a:pt x="443732" y="1237712"/>
                  </a:lnTo>
                  <a:lnTo>
                    <a:pt x="440019" y="1231480"/>
                  </a:lnTo>
                  <a:lnTo>
                    <a:pt x="436374" y="1227296"/>
                  </a:lnTo>
                  <a:lnTo>
                    <a:pt x="433376" y="1221635"/>
                  </a:lnTo>
                  <a:lnTo>
                    <a:pt x="431535" y="1219550"/>
                  </a:lnTo>
                  <a:lnTo>
                    <a:pt x="430188" y="1218903"/>
                  </a:lnTo>
                  <a:lnTo>
                    <a:pt x="431117" y="1221764"/>
                  </a:lnTo>
                  <a:lnTo>
                    <a:pt x="431832" y="1224830"/>
                  </a:lnTo>
                  <a:lnTo>
                    <a:pt x="426399" y="1224077"/>
                  </a:lnTo>
                  <a:lnTo>
                    <a:pt x="410650" y="1209530"/>
                  </a:lnTo>
                  <a:lnTo>
                    <a:pt x="407956" y="1208388"/>
                  </a:lnTo>
                  <a:lnTo>
                    <a:pt x="406914" y="1209705"/>
                  </a:lnTo>
                  <a:lnTo>
                    <a:pt x="402075" y="1207757"/>
                  </a:lnTo>
                  <a:lnTo>
                    <a:pt x="400523" y="1204310"/>
                  </a:lnTo>
                  <a:lnTo>
                    <a:pt x="387131" y="1188150"/>
                  </a:lnTo>
                  <a:lnTo>
                    <a:pt x="363377" y="1169744"/>
                  </a:lnTo>
                  <a:lnTo>
                    <a:pt x="347141" y="1158491"/>
                  </a:lnTo>
                  <a:lnTo>
                    <a:pt x="335013" y="1153455"/>
                  </a:lnTo>
                  <a:lnTo>
                    <a:pt x="333803" y="1154048"/>
                  </a:lnTo>
                  <a:lnTo>
                    <a:pt x="332578" y="1156140"/>
                  </a:lnTo>
                  <a:lnTo>
                    <a:pt x="329033" y="1156719"/>
                  </a:lnTo>
                  <a:lnTo>
                    <a:pt x="325921" y="1156308"/>
                  </a:lnTo>
                  <a:lnTo>
                    <a:pt x="315002" y="1151796"/>
                  </a:lnTo>
                  <a:lnTo>
                    <a:pt x="312362" y="1151179"/>
                  </a:lnTo>
                  <a:lnTo>
                    <a:pt x="300728" y="1151355"/>
                  </a:lnTo>
                  <a:lnTo>
                    <a:pt x="299504" y="1152625"/>
                  </a:lnTo>
                  <a:lnTo>
                    <a:pt x="295418" y="1162174"/>
                  </a:lnTo>
                  <a:lnTo>
                    <a:pt x="293234" y="1164099"/>
                  </a:lnTo>
                  <a:lnTo>
                    <a:pt x="289126" y="1165856"/>
                  </a:lnTo>
                  <a:lnTo>
                    <a:pt x="290305" y="1162980"/>
                  </a:lnTo>
                  <a:lnTo>
                    <a:pt x="293112" y="1160888"/>
                  </a:lnTo>
                  <a:lnTo>
                    <a:pt x="294931" y="1153941"/>
                  </a:lnTo>
                  <a:lnTo>
                    <a:pt x="295037" y="1151058"/>
                  </a:lnTo>
                  <a:lnTo>
                    <a:pt x="296019" y="1147254"/>
                  </a:lnTo>
                  <a:lnTo>
                    <a:pt x="295821" y="1144225"/>
                  </a:lnTo>
                  <a:lnTo>
                    <a:pt x="294337" y="1143244"/>
                  </a:lnTo>
                  <a:lnTo>
                    <a:pt x="291583" y="1144248"/>
                  </a:lnTo>
                  <a:lnTo>
                    <a:pt x="285671" y="1147908"/>
                  </a:lnTo>
                  <a:lnTo>
                    <a:pt x="284880" y="1146942"/>
                  </a:lnTo>
                  <a:lnTo>
                    <a:pt x="286577" y="1143160"/>
                  </a:lnTo>
                  <a:lnTo>
                    <a:pt x="286120" y="1141669"/>
                  </a:lnTo>
                  <a:lnTo>
                    <a:pt x="283640" y="1142232"/>
                  </a:lnTo>
                  <a:lnTo>
                    <a:pt x="278367" y="1140489"/>
                  </a:lnTo>
                  <a:lnTo>
                    <a:pt x="272836" y="1141121"/>
                  </a:lnTo>
                  <a:lnTo>
                    <a:pt x="271831" y="1136541"/>
                  </a:lnTo>
                  <a:lnTo>
                    <a:pt x="268217" y="1133954"/>
                  </a:lnTo>
                  <a:lnTo>
                    <a:pt x="266726" y="1131755"/>
                  </a:lnTo>
                  <a:lnTo>
                    <a:pt x="268544" y="1129206"/>
                  </a:lnTo>
                  <a:lnTo>
                    <a:pt x="280878" y="1133398"/>
                  </a:lnTo>
                  <a:lnTo>
                    <a:pt x="284309" y="1133642"/>
                  </a:lnTo>
                  <a:lnTo>
                    <a:pt x="286006" y="1132143"/>
                  </a:lnTo>
                  <a:lnTo>
                    <a:pt x="286394" y="1129427"/>
                  </a:lnTo>
                  <a:lnTo>
                    <a:pt x="286288" y="1126254"/>
                  </a:lnTo>
                  <a:lnTo>
                    <a:pt x="284872" y="1124420"/>
                  </a:lnTo>
                  <a:lnTo>
                    <a:pt x="276838" y="1121050"/>
                  </a:lnTo>
                  <a:lnTo>
                    <a:pt x="273125" y="1117200"/>
                  </a:lnTo>
                  <a:lnTo>
                    <a:pt x="264436" y="1111919"/>
                  </a:lnTo>
                  <a:lnTo>
                    <a:pt x="264108" y="1114392"/>
                  </a:lnTo>
                  <a:lnTo>
                    <a:pt x="265417" y="1119269"/>
                  </a:lnTo>
                  <a:lnTo>
                    <a:pt x="264725" y="1120844"/>
                  </a:lnTo>
                  <a:lnTo>
                    <a:pt x="262191" y="1119475"/>
                  </a:lnTo>
                  <a:lnTo>
                    <a:pt x="260251" y="1120479"/>
                  </a:lnTo>
                  <a:lnTo>
                    <a:pt x="257633" y="1126330"/>
                  </a:lnTo>
                  <a:lnTo>
                    <a:pt x="255092" y="1127806"/>
                  </a:lnTo>
                  <a:lnTo>
                    <a:pt x="253084" y="1128263"/>
                  </a:lnTo>
                  <a:lnTo>
                    <a:pt x="244471" y="1123355"/>
                  </a:lnTo>
                  <a:lnTo>
                    <a:pt x="240628" y="1122480"/>
                  </a:lnTo>
                  <a:lnTo>
                    <a:pt x="241793" y="1130583"/>
                  </a:lnTo>
                  <a:lnTo>
                    <a:pt x="241755" y="1133398"/>
                  </a:lnTo>
                  <a:lnTo>
                    <a:pt x="241207" y="1136122"/>
                  </a:lnTo>
                  <a:lnTo>
                    <a:pt x="240438" y="1137515"/>
                  </a:lnTo>
                  <a:lnTo>
                    <a:pt x="238909" y="1138123"/>
                  </a:lnTo>
                  <a:lnTo>
                    <a:pt x="235203" y="1137880"/>
                  </a:lnTo>
                  <a:lnTo>
                    <a:pt x="230175" y="1134692"/>
                  </a:lnTo>
                  <a:lnTo>
                    <a:pt x="226926" y="1131686"/>
                  </a:lnTo>
                  <a:lnTo>
                    <a:pt x="225914" y="1131557"/>
                  </a:lnTo>
                  <a:lnTo>
                    <a:pt x="225472" y="1131922"/>
                  </a:lnTo>
                  <a:lnTo>
                    <a:pt x="226263" y="1134935"/>
                  </a:lnTo>
                  <a:lnTo>
                    <a:pt x="226050" y="1137248"/>
                  </a:lnTo>
                  <a:lnTo>
                    <a:pt x="225564" y="1139759"/>
                  </a:lnTo>
                  <a:lnTo>
                    <a:pt x="224879" y="1142034"/>
                  </a:lnTo>
                  <a:lnTo>
                    <a:pt x="223928" y="1143936"/>
                  </a:lnTo>
                  <a:lnTo>
                    <a:pt x="221934" y="1146386"/>
                  </a:lnTo>
                  <a:lnTo>
                    <a:pt x="218488" y="1148319"/>
                  </a:lnTo>
                  <a:lnTo>
                    <a:pt x="209000" y="1152085"/>
                  </a:lnTo>
                  <a:lnTo>
                    <a:pt x="208246" y="1153744"/>
                  </a:lnTo>
                  <a:lnTo>
                    <a:pt x="205188" y="1164167"/>
                  </a:lnTo>
                  <a:lnTo>
                    <a:pt x="204359" y="1165689"/>
                  </a:lnTo>
                  <a:lnTo>
                    <a:pt x="203240" y="1166975"/>
                  </a:lnTo>
                  <a:lnTo>
                    <a:pt x="199976" y="1168641"/>
                  </a:lnTo>
                  <a:lnTo>
                    <a:pt x="198545" y="1169379"/>
                  </a:lnTo>
                  <a:lnTo>
                    <a:pt x="194133" y="1172270"/>
                  </a:lnTo>
                  <a:lnTo>
                    <a:pt x="191439" y="1174218"/>
                  </a:lnTo>
                  <a:lnTo>
                    <a:pt x="188198" y="1175649"/>
                  </a:lnTo>
                  <a:lnTo>
                    <a:pt x="189035" y="1177543"/>
                  </a:lnTo>
                  <a:lnTo>
                    <a:pt x="194422" y="1177939"/>
                  </a:lnTo>
                  <a:lnTo>
                    <a:pt x="195251" y="1178479"/>
                  </a:lnTo>
                  <a:lnTo>
                    <a:pt x="195852" y="1179445"/>
                  </a:lnTo>
                  <a:lnTo>
                    <a:pt x="195951" y="1180997"/>
                  </a:lnTo>
                  <a:lnTo>
                    <a:pt x="195411" y="1183501"/>
                  </a:lnTo>
                  <a:lnTo>
                    <a:pt x="189583" y="1197204"/>
                  </a:lnTo>
                  <a:lnTo>
                    <a:pt x="189400" y="1200072"/>
                  </a:lnTo>
                  <a:lnTo>
                    <a:pt x="191302" y="1208015"/>
                  </a:lnTo>
                  <a:lnTo>
                    <a:pt x="193973" y="1217328"/>
                  </a:lnTo>
                  <a:lnTo>
                    <a:pt x="202045" y="1221445"/>
                  </a:lnTo>
                  <a:lnTo>
                    <a:pt x="208041" y="1224648"/>
                  </a:lnTo>
                  <a:lnTo>
                    <a:pt x="211891" y="1232211"/>
                  </a:lnTo>
                  <a:lnTo>
                    <a:pt x="218244" y="1242109"/>
                  </a:lnTo>
                  <a:lnTo>
                    <a:pt x="221607" y="1245792"/>
                  </a:lnTo>
                  <a:lnTo>
                    <a:pt x="221797" y="1246933"/>
                  </a:lnTo>
                  <a:lnTo>
                    <a:pt x="220801" y="1253697"/>
                  </a:lnTo>
                  <a:lnTo>
                    <a:pt x="216730" y="1260438"/>
                  </a:lnTo>
                  <a:lnTo>
                    <a:pt x="212926" y="1266099"/>
                  </a:lnTo>
                  <a:lnTo>
                    <a:pt x="208984" y="1272886"/>
                  </a:lnTo>
                  <a:lnTo>
                    <a:pt x="205903" y="1278646"/>
                  </a:lnTo>
                  <a:lnTo>
                    <a:pt x="202563" y="1285516"/>
                  </a:lnTo>
                  <a:lnTo>
                    <a:pt x="202175" y="1287738"/>
                  </a:lnTo>
                  <a:lnTo>
                    <a:pt x="202114" y="1289830"/>
                  </a:lnTo>
                  <a:lnTo>
                    <a:pt x="202692" y="1292136"/>
                  </a:lnTo>
                  <a:lnTo>
                    <a:pt x="206968" y="1300452"/>
                  </a:lnTo>
                  <a:lnTo>
                    <a:pt x="208634" y="1304675"/>
                  </a:lnTo>
                  <a:lnTo>
                    <a:pt x="210620" y="1309224"/>
                  </a:lnTo>
                  <a:lnTo>
                    <a:pt x="212332" y="1314170"/>
                  </a:lnTo>
                  <a:lnTo>
                    <a:pt x="213321" y="1318591"/>
                  </a:lnTo>
                  <a:lnTo>
                    <a:pt x="215033" y="1322874"/>
                  </a:lnTo>
                  <a:lnTo>
                    <a:pt x="216098" y="1325058"/>
                  </a:lnTo>
                  <a:lnTo>
                    <a:pt x="217864" y="1328117"/>
                  </a:lnTo>
                  <a:lnTo>
                    <a:pt x="219994" y="1332651"/>
                  </a:lnTo>
                  <a:lnTo>
                    <a:pt x="220702" y="1336235"/>
                  </a:lnTo>
                  <a:lnTo>
                    <a:pt x="223920" y="1348591"/>
                  </a:lnTo>
                  <a:lnTo>
                    <a:pt x="224247" y="1351718"/>
                  </a:lnTo>
                  <a:lnTo>
                    <a:pt x="224087" y="1354031"/>
                  </a:lnTo>
                  <a:lnTo>
                    <a:pt x="222672" y="1354594"/>
                  </a:lnTo>
                  <a:lnTo>
                    <a:pt x="219545" y="1354960"/>
                  </a:lnTo>
                  <a:lnTo>
                    <a:pt x="216152" y="1356474"/>
                  </a:lnTo>
                  <a:lnTo>
                    <a:pt x="215984" y="1356983"/>
                  </a:lnTo>
                  <a:lnTo>
                    <a:pt x="218198" y="1359859"/>
                  </a:lnTo>
                  <a:lnTo>
                    <a:pt x="216243" y="1364767"/>
                  </a:lnTo>
                  <a:lnTo>
                    <a:pt x="215961" y="1371759"/>
                  </a:lnTo>
                  <a:lnTo>
                    <a:pt x="213877" y="1375411"/>
                  </a:lnTo>
                  <a:lnTo>
                    <a:pt x="213679" y="1376256"/>
                  </a:lnTo>
                  <a:lnTo>
                    <a:pt x="213770" y="1376963"/>
                  </a:lnTo>
                  <a:lnTo>
                    <a:pt x="214143" y="1377519"/>
                  </a:lnTo>
                  <a:lnTo>
                    <a:pt x="218001" y="1378493"/>
                  </a:lnTo>
                  <a:lnTo>
                    <a:pt x="218335" y="1379482"/>
                  </a:lnTo>
                  <a:lnTo>
                    <a:pt x="218351" y="1381529"/>
                  </a:lnTo>
                  <a:lnTo>
                    <a:pt x="218008" y="1383416"/>
                  </a:lnTo>
                  <a:lnTo>
                    <a:pt x="216068" y="1384816"/>
                  </a:lnTo>
                  <a:lnTo>
                    <a:pt x="213991" y="1386878"/>
                  </a:lnTo>
                  <a:lnTo>
                    <a:pt x="213527" y="1388780"/>
                  </a:lnTo>
                  <a:lnTo>
                    <a:pt x="213595" y="1390469"/>
                  </a:lnTo>
                  <a:lnTo>
                    <a:pt x="214303" y="1393322"/>
                  </a:lnTo>
                  <a:lnTo>
                    <a:pt x="215680" y="1396639"/>
                  </a:lnTo>
                  <a:lnTo>
                    <a:pt x="217422" y="1398716"/>
                  </a:lnTo>
                  <a:lnTo>
                    <a:pt x="223608" y="1400687"/>
                  </a:lnTo>
                  <a:lnTo>
                    <a:pt x="224407" y="1402308"/>
                  </a:lnTo>
                  <a:lnTo>
                    <a:pt x="224742" y="1404529"/>
                  </a:lnTo>
                  <a:lnTo>
                    <a:pt x="224613" y="1406698"/>
                  </a:lnTo>
                  <a:lnTo>
                    <a:pt x="221737" y="1411019"/>
                  </a:lnTo>
                  <a:lnTo>
                    <a:pt x="221759" y="1412678"/>
                  </a:lnTo>
                  <a:lnTo>
                    <a:pt x="222938" y="1416680"/>
                  </a:lnTo>
                  <a:lnTo>
                    <a:pt x="224354" y="1420492"/>
                  </a:lnTo>
                  <a:lnTo>
                    <a:pt x="230387" y="1424616"/>
                  </a:lnTo>
                  <a:lnTo>
                    <a:pt x="232464" y="1426868"/>
                  </a:lnTo>
                  <a:lnTo>
                    <a:pt x="233012" y="1428656"/>
                  </a:lnTo>
                  <a:lnTo>
                    <a:pt x="233317" y="1431540"/>
                  </a:lnTo>
                  <a:lnTo>
                    <a:pt x="233279" y="1434659"/>
                  </a:lnTo>
                  <a:lnTo>
                    <a:pt x="232807" y="1437421"/>
                  </a:lnTo>
                  <a:lnTo>
                    <a:pt x="230912" y="1440974"/>
                  </a:lnTo>
                  <a:lnTo>
                    <a:pt x="226537" y="1447959"/>
                  </a:lnTo>
                  <a:lnTo>
                    <a:pt x="222132" y="1450660"/>
                  </a:lnTo>
                  <a:lnTo>
                    <a:pt x="221866" y="1451246"/>
                  </a:lnTo>
                  <a:lnTo>
                    <a:pt x="223228" y="1453468"/>
                  </a:lnTo>
                  <a:lnTo>
                    <a:pt x="230981" y="1462339"/>
                  </a:lnTo>
                  <a:lnTo>
                    <a:pt x="236041" y="1466471"/>
                  </a:lnTo>
                  <a:lnTo>
                    <a:pt x="242858" y="1472025"/>
                  </a:lnTo>
                  <a:lnTo>
                    <a:pt x="247256" y="1476400"/>
                  </a:lnTo>
                  <a:lnTo>
                    <a:pt x="248678" y="1479534"/>
                  </a:lnTo>
                  <a:lnTo>
                    <a:pt x="250580" y="1483019"/>
                  </a:lnTo>
                  <a:lnTo>
                    <a:pt x="252718" y="1485857"/>
                  </a:lnTo>
                  <a:lnTo>
                    <a:pt x="254263" y="1488315"/>
                  </a:lnTo>
                  <a:lnTo>
                    <a:pt x="254849" y="1489897"/>
                  </a:lnTo>
                  <a:lnTo>
                    <a:pt x="254796" y="1491594"/>
                  </a:lnTo>
                  <a:lnTo>
                    <a:pt x="252734" y="1496699"/>
                  </a:lnTo>
                  <a:lnTo>
                    <a:pt x="251562" y="1500633"/>
                  </a:lnTo>
                  <a:lnTo>
                    <a:pt x="249500" y="1506377"/>
                  </a:lnTo>
                  <a:lnTo>
                    <a:pt x="247385" y="1510364"/>
                  </a:lnTo>
                  <a:lnTo>
                    <a:pt x="242029" y="1517623"/>
                  </a:lnTo>
                  <a:lnTo>
                    <a:pt x="234123" y="1526601"/>
                  </a:lnTo>
                  <a:lnTo>
                    <a:pt x="232289" y="1529302"/>
                  </a:lnTo>
                  <a:lnTo>
                    <a:pt x="228592" y="1533997"/>
                  </a:lnTo>
                  <a:lnTo>
                    <a:pt x="222254" y="1543378"/>
                  </a:lnTo>
                  <a:lnTo>
                    <a:pt x="220618" y="1545440"/>
                  </a:lnTo>
                  <a:lnTo>
                    <a:pt x="215429" y="1552866"/>
                  </a:lnTo>
                  <a:lnTo>
                    <a:pt x="213063" y="1555224"/>
                  </a:lnTo>
                  <a:lnTo>
                    <a:pt x="211199" y="1557423"/>
                  </a:lnTo>
                  <a:lnTo>
                    <a:pt x="206063" y="1564385"/>
                  </a:lnTo>
                  <a:lnTo>
                    <a:pt x="200539" y="1569643"/>
                  </a:lnTo>
                  <a:lnTo>
                    <a:pt x="195122" y="1574512"/>
                  </a:lnTo>
                  <a:lnTo>
                    <a:pt x="193493" y="1576970"/>
                  </a:lnTo>
                  <a:lnTo>
                    <a:pt x="191469" y="1578849"/>
                  </a:lnTo>
                  <a:lnTo>
                    <a:pt x="189057" y="1580629"/>
                  </a:lnTo>
                  <a:lnTo>
                    <a:pt x="188046" y="1581626"/>
                  </a:lnTo>
                  <a:lnTo>
                    <a:pt x="182590" y="1588238"/>
                  </a:lnTo>
                  <a:lnTo>
                    <a:pt x="175020" y="1597353"/>
                  </a:lnTo>
                  <a:lnTo>
                    <a:pt x="183168" y="1595839"/>
                  </a:lnTo>
                  <a:lnTo>
                    <a:pt x="190290" y="1591221"/>
                  </a:lnTo>
                  <a:lnTo>
                    <a:pt x="191683" y="1592301"/>
                  </a:lnTo>
                  <a:lnTo>
                    <a:pt x="193235" y="1594104"/>
                  </a:lnTo>
                  <a:lnTo>
                    <a:pt x="193014" y="1597056"/>
                  </a:lnTo>
                  <a:lnTo>
                    <a:pt x="192634" y="1599278"/>
                  </a:lnTo>
                  <a:lnTo>
                    <a:pt x="189841" y="1597178"/>
                  </a:lnTo>
                  <a:lnTo>
                    <a:pt x="190496" y="1599658"/>
                  </a:lnTo>
                  <a:lnTo>
                    <a:pt x="193075" y="1604307"/>
                  </a:lnTo>
                  <a:lnTo>
                    <a:pt x="196697" y="1606194"/>
                  </a:lnTo>
                  <a:lnTo>
                    <a:pt x="202175" y="1612220"/>
                  </a:lnTo>
                  <a:lnTo>
                    <a:pt x="208611" y="1612882"/>
                  </a:lnTo>
                  <a:lnTo>
                    <a:pt x="212857" y="1611771"/>
                  </a:lnTo>
                  <a:lnTo>
                    <a:pt x="216098" y="1612053"/>
                  </a:lnTo>
                  <a:lnTo>
                    <a:pt x="219325" y="1615241"/>
                  </a:lnTo>
                  <a:lnTo>
                    <a:pt x="221554" y="1619281"/>
                  </a:lnTo>
                  <a:lnTo>
                    <a:pt x="223327" y="1620293"/>
                  </a:lnTo>
                  <a:lnTo>
                    <a:pt x="225731" y="1622225"/>
                  </a:lnTo>
                  <a:lnTo>
                    <a:pt x="225396" y="1624470"/>
                  </a:lnTo>
                  <a:lnTo>
                    <a:pt x="224666" y="1625771"/>
                  </a:lnTo>
                  <a:lnTo>
                    <a:pt x="214995" y="1622286"/>
                  </a:lnTo>
                  <a:lnTo>
                    <a:pt x="203841" y="1620407"/>
                  </a:lnTo>
                  <a:lnTo>
                    <a:pt x="202388" y="1622058"/>
                  </a:lnTo>
                  <a:lnTo>
                    <a:pt x="200980" y="1624592"/>
                  </a:lnTo>
                  <a:lnTo>
                    <a:pt x="200303" y="1626578"/>
                  </a:lnTo>
                  <a:lnTo>
                    <a:pt x="199573" y="1627688"/>
                  </a:lnTo>
                  <a:lnTo>
                    <a:pt x="197853" y="1628404"/>
                  </a:lnTo>
                  <a:lnTo>
                    <a:pt x="195304" y="1628624"/>
                  </a:lnTo>
                  <a:lnTo>
                    <a:pt x="192238" y="1628145"/>
                  </a:lnTo>
                  <a:lnTo>
                    <a:pt x="190404" y="1626813"/>
                  </a:lnTo>
                  <a:lnTo>
                    <a:pt x="189035" y="1628312"/>
                  </a:lnTo>
                  <a:lnTo>
                    <a:pt x="188388" y="1631706"/>
                  </a:lnTo>
                  <a:lnTo>
                    <a:pt x="186486" y="1633463"/>
                  </a:lnTo>
                  <a:lnTo>
                    <a:pt x="183876" y="1632101"/>
                  </a:lnTo>
                  <a:lnTo>
                    <a:pt x="182141" y="1629484"/>
                  </a:lnTo>
                  <a:lnTo>
                    <a:pt x="180582" y="1629697"/>
                  </a:lnTo>
                  <a:lnTo>
                    <a:pt x="179638" y="1632101"/>
                  </a:lnTo>
                  <a:lnTo>
                    <a:pt x="180331" y="1635381"/>
                  </a:lnTo>
                  <a:lnTo>
                    <a:pt x="180711" y="1639307"/>
                  </a:lnTo>
                  <a:lnTo>
                    <a:pt x="179608" y="1642236"/>
                  </a:lnTo>
                  <a:lnTo>
                    <a:pt x="180742" y="1643537"/>
                  </a:lnTo>
                  <a:lnTo>
                    <a:pt x="182172" y="1645637"/>
                  </a:lnTo>
                  <a:lnTo>
                    <a:pt x="182560" y="1646839"/>
                  </a:lnTo>
                  <a:lnTo>
                    <a:pt x="182073" y="1647547"/>
                  </a:lnTo>
                  <a:lnTo>
                    <a:pt x="180643" y="1648148"/>
                  </a:lnTo>
                  <a:lnTo>
                    <a:pt x="180315" y="1648795"/>
                  </a:lnTo>
                  <a:lnTo>
                    <a:pt x="179684" y="1649883"/>
                  </a:lnTo>
                  <a:lnTo>
                    <a:pt x="178010" y="1650080"/>
                  </a:lnTo>
                  <a:lnTo>
                    <a:pt x="177150" y="1650887"/>
                  </a:lnTo>
                  <a:lnTo>
                    <a:pt x="176123" y="1654425"/>
                  </a:lnTo>
                  <a:lnTo>
                    <a:pt x="174160" y="1660268"/>
                  </a:lnTo>
                  <a:lnTo>
                    <a:pt x="171261" y="1664696"/>
                  </a:lnTo>
                  <a:lnTo>
                    <a:pt x="168941" y="1667116"/>
                  </a:lnTo>
                  <a:lnTo>
                    <a:pt x="167906" y="1668972"/>
                  </a:lnTo>
                  <a:lnTo>
                    <a:pt x="167259" y="1671194"/>
                  </a:lnTo>
                  <a:lnTo>
                    <a:pt x="167107" y="1673423"/>
                  </a:lnTo>
                  <a:lnTo>
                    <a:pt x="169329" y="1685597"/>
                  </a:lnTo>
                  <a:lnTo>
                    <a:pt x="169306" y="1687788"/>
                  </a:lnTo>
                  <a:lnTo>
                    <a:pt x="168781" y="1690033"/>
                  </a:lnTo>
                  <a:lnTo>
                    <a:pt x="168400" y="1692308"/>
                  </a:lnTo>
                  <a:lnTo>
                    <a:pt x="168712" y="1694279"/>
                  </a:lnTo>
                  <a:lnTo>
                    <a:pt x="170181" y="1697641"/>
                  </a:lnTo>
                  <a:lnTo>
                    <a:pt x="171740" y="1702648"/>
                  </a:lnTo>
                  <a:lnTo>
                    <a:pt x="172372" y="1705836"/>
                  </a:lnTo>
                  <a:lnTo>
                    <a:pt x="173407" y="1707000"/>
                  </a:lnTo>
                  <a:lnTo>
                    <a:pt x="174404" y="1707860"/>
                  </a:lnTo>
                  <a:lnTo>
                    <a:pt x="174609" y="1708400"/>
                  </a:lnTo>
                  <a:lnTo>
                    <a:pt x="174579" y="1708955"/>
                  </a:lnTo>
                  <a:lnTo>
                    <a:pt x="174061" y="1709587"/>
                  </a:lnTo>
                  <a:lnTo>
                    <a:pt x="169565" y="1711253"/>
                  </a:lnTo>
                  <a:lnTo>
                    <a:pt x="168979" y="1712661"/>
                  </a:lnTo>
                  <a:lnTo>
                    <a:pt x="168492" y="1714236"/>
                  </a:lnTo>
                  <a:lnTo>
                    <a:pt x="166528" y="1716556"/>
                  </a:lnTo>
                  <a:lnTo>
                    <a:pt x="165928" y="1718717"/>
                  </a:lnTo>
                  <a:lnTo>
                    <a:pt x="165555" y="1721190"/>
                  </a:lnTo>
                  <a:lnTo>
                    <a:pt x="165509" y="1722073"/>
                  </a:lnTo>
                  <a:lnTo>
                    <a:pt x="168028" y="1722232"/>
                  </a:lnTo>
                  <a:lnTo>
                    <a:pt x="168910" y="1722864"/>
                  </a:lnTo>
                  <a:lnTo>
                    <a:pt x="169504" y="1725968"/>
                  </a:lnTo>
                  <a:lnTo>
                    <a:pt x="172364" y="1728410"/>
                  </a:lnTo>
                  <a:lnTo>
                    <a:pt x="175012" y="1730434"/>
                  </a:lnTo>
                  <a:lnTo>
                    <a:pt x="175689" y="1731370"/>
                  </a:lnTo>
                  <a:lnTo>
                    <a:pt x="175895" y="1733166"/>
                  </a:lnTo>
                  <a:lnTo>
                    <a:pt x="175728" y="1735258"/>
                  </a:lnTo>
                  <a:lnTo>
                    <a:pt x="175393" y="1736346"/>
                  </a:lnTo>
                  <a:lnTo>
                    <a:pt x="174282" y="1737594"/>
                  </a:lnTo>
                  <a:lnTo>
                    <a:pt x="173316" y="1740751"/>
                  </a:lnTo>
                  <a:lnTo>
                    <a:pt x="173179" y="1743749"/>
                  </a:lnTo>
                  <a:lnTo>
                    <a:pt x="171649" y="1748916"/>
                  </a:lnTo>
                  <a:lnTo>
                    <a:pt x="171992" y="1749015"/>
                  </a:lnTo>
                  <a:lnTo>
                    <a:pt x="175202" y="1748079"/>
                  </a:lnTo>
                  <a:lnTo>
                    <a:pt x="176115" y="1748611"/>
                  </a:lnTo>
                  <a:lnTo>
                    <a:pt x="176816" y="1749752"/>
                  </a:lnTo>
                  <a:lnTo>
                    <a:pt x="177044" y="1752986"/>
                  </a:lnTo>
                  <a:lnTo>
                    <a:pt x="178094" y="1754439"/>
                  </a:lnTo>
                  <a:lnTo>
                    <a:pt x="179166" y="1756707"/>
                  </a:lnTo>
                  <a:lnTo>
                    <a:pt x="179501" y="1758464"/>
                  </a:lnTo>
                  <a:lnTo>
                    <a:pt x="181548" y="1760557"/>
                  </a:lnTo>
                  <a:lnTo>
                    <a:pt x="181708" y="1761911"/>
                  </a:lnTo>
                  <a:lnTo>
                    <a:pt x="182955" y="1766682"/>
                  </a:lnTo>
                  <a:lnTo>
                    <a:pt x="183435" y="1769421"/>
                  </a:lnTo>
                  <a:lnTo>
                    <a:pt x="183656" y="1771536"/>
                  </a:lnTo>
                  <a:lnTo>
                    <a:pt x="183039" y="1774222"/>
                  </a:lnTo>
                  <a:lnTo>
                    <a:pt x="182499" y="1776032"/>
                  </a:lnTo>
                  <a:lnTo>
                    <a:pt x="185413" y="1779357"/>
                  </a:lnTo>
                  <a:lnTo>
                    <a:pt x="186098" y="1779487"/>
                  </a:lnTo>
                  <a:lnTo>
                    <a:pt x="187719" y="1778178"/>
                  </a:lnTo>
                  <a:lnTo>
                    <a:pt x="188038" y="1778087"/>
                  </a:lnTo>
                  <a:lnTo>
                    <a:pt x="191386" y="1777973"/>
                  </a:lnTo>
                  <a:lnTo>
                    <a:pt x="192938" y="1779129"/>
                  </a:lnTo>
                  <a:lnTo>
                    <a:pt x="194087" y="1781381"/>
                  </a:lnTo>
                  <a:lnTo>
                    <a:pt x="195160" y="1783177"/>
                  </a:lnTo>
                  <a:lnTo>
                    <a:pt x="196308" y="1783664"/>
                  </a:lnTo>
                  <a:lnTo>
                    <a:pt x="199565" y="1781396"/>
                  </a:lnTo>
                  <a:lnTo>
                    <a:pt x="201368" y="1780643"/>
                  </a:lnTo>
                  <a:lnTo>
                    <a:pt x="202555" y="1780666"/>
                  </a:lnTo>
                  <a:lnTo>
                    <a:pt x="206732" y="1782697"/>
                  </a:lnTo>
                  <a:lnTo>
                    <a:pt x="208696" y="1783808"/>
                  </a:lnTo>
                  <a:lnTo>
                    <a:pt x="209144" y="1784813"/>
                  </a:lnTo>
                  <a:lnTo>
                    <a:pt x="209182" y="1786000"/>
                  </a:lnTo>
                  <a:lnTo>
                    <a:pt x="208650" y="1787757"/>
                  </a:lnTo>
                  <a:lnTo>
                    <a:pt x="208231" y="1789667"/>
                  </a:lnTo>
                  <a:lnTo>
                    <a:pt x="209502" y="1791919"/>
                  </a:lnTo>
                  <a:lnTo>
                    <a:pt x="210978" y="1793441"/>
                  </a:lnTo>
                  <a:lnTo>
                    <a:pt x="214135" y="1790922"/>
                  </a:lnTo>
                  <a:lnTo>
                    <a:pt x="215300" y="1790222"/>
                  </a:lnTo>
                  <a:lnTo>
                    <a:pt x="216570" y="1790200"/>
                  </a:lnTo>
                  <a:lnTo>
                    <a:pt x="218275" y="1789264"/>
                  </a:lnTo>
                  <a:lnTo>
                    <a:pt x="219507" y="1787848"/>
                  </a:lnTo>
                  <a:lnTo>
                    <a:pt x="220687" y="1787361"/>
                  </a:lnTo>
                  <a:lnTo>
                    <a:pt x="222938" y="1787696"/>
                  </a:lnTo>
                  <a:lnTo>
                    <a:pt x="227017" y="1787361"/>
                  </a:lnTo>
                  <a:lnTo>
                    <a:pt x="231772" y="1789583"/>
                  </a:lnTo>
                  <a:lnTo>
                    <a:pt x="232183" y="1790260"/>
                  </a:lnTo>
                  <a:lnTo>
                    <a:pt x="234557" y="1792855"/>
                  </a:lnTo>
                  <a:lnTo>
                    <a:pt x="235386" y="1794141"/>
                  </a:lnTo>
                  <a:lnTo>
                    <a:pt x="236170" y="1794552"/>
                  </a:lnTo>
                  <a:lnTo>
                    <a:pt x="237440" y="1795815"/>
                  </a:lnTo>
                  <a:lnTo>
                    <a:pt x="239130" y="1796606"/>
                  </a:lnTo>
                  <a:lnTo>
                    <a:pt x="240309" y="1796363"/>
                  </a:lnTo>
                  <a:lnTo>
                    <a:pt x="240872" y="1796781"/>
                  </a:lnTo>
                  <a:lnTo>
                    <a:pt x="241397" y="1797770"/>
                  </a:lnTo>
                  <a:lnTo>
                    <a:pt x="241435" y="1799459"/>
                  </a:lnTo>
                  <a:lnTo>
                    <a:pt x="241267" y="1804268"/>
                  </a:lnTo>
                  <a:lnTo>
                    <a:pt x="240438" y="1805653"/>
                  </a:lnTo>
                  <a:lnTo>
                    <a:pt x="239563" y="1806779"/>
                  </a:lnTo>
                  <a:lnTo>
                    <a:pt x="239343" y="1807654"/>
                  </a:lnTo>
                  <a:lnTo>
                    <a:pt x="239427" y="1808711"/>
                  </a:lnTo>
                  <a:lnTo>
                    <a:pt x="240773" y="1810773"/>
                  </a:lnTo>
                  <a:lnTo>
                    <a:pt x="242508" y="1813976"/>
                  </a:lnTo>
                  <a:lnTo>
                    <a:pt x="242911" y="1815833"/>
                  </a:lnTo>
                  <a:lnTo>
                    <a:pt x="242911" y="1817225"/>
                  </a:lnTo>
                  <a:lnTo>
                    <a:pt x="240545" y="1821303"/>
                  </a:lnTo>
                  <a:lnTo>
                    <a:pt x="239753" y="1822254"/>
                  </a:lnTo>
                  <a:lnTo>
                    <a:pt x="239206" y="1824255"/>
                  </a:lnTo>
                  <a:lnTo>
                    <a:pt x="238917" y="1826287"/>
                  </a:lnTo>
                  <a:lnTo>
                    <a:pt x="239084" y="1827124"/>
                  </a:lnTo>
                  <a:lnTo>
                    <a:pt x="243040" y="1830350"/>
                  </a:lnTo>
                  <a:lnTo>
                    <a:pt x="245970" y="1832092"/>
                  </a:lnTo>
                  <a:lnTo>
                    <a:pt x="246624" y="1832944"/>
                  </a:lnTo>
                  <a:lnTo>
                    <a:pt x="246685" y="1833469"/>
                  </a:lnTo>
                  <a:lnTo>
                    <a:pt x="245125" y="1836924"/>
                  </a:lnTo>
                  <a:lnTo>
                    <a:pt x="244973" y="1837852"/>
                  </a:lnTo>
                  <a:lnTo>
                    <a:pt x="247324" y="1839282"/>
                  </a:lnTo>
                  <a:lnTo>
                    <a:pt x="248617" y="1841527"/>
                  </a:lnTo>
                  <a:lnTo>
                    <a:pt x="249759" y="1845179"/>
                  </a:lnTo>
                  <a:lnTo>
                    <a:pt x="251988" y="1848671"/>
                  </a:lnTo>
                  <a:lnTo>
                    <a:pt x="256789" y="1851753"/>
                  </a:lnTo>
                  <a:lnTo>
                    <a:pt x="260281" y="1853762"/>
                  </a:lnTo>
                  <a:lnTo>
                    <a:pt x="261004" y="1854675"/>
                  </a:lnTo>
                  <a:lnTo>
                    <a:pt x="261255" y="1855763"/>
                  </a:lnTo>
                  <a:lnTo>
                    <a:pt x="260989" y="1858144"/>
                  </a:lnTo>
                  <a:lnTo>
                    <a:pt x="260091" y="1861043"/>
                  </a:lnTo>
                  <a:lnTo>
                    <a:pt x="259475" y="1862648"/>
                  </a:lnTo>
                  <a:lnTo>
                    <a:pt x="260898" y="1863318"/>
                  </a:lnTo>
                  <a:lnTo>
                    <a:pt x="264558" y="1863143"/>
                  </a:lnTo>
                  <a:lnTo>
                    <a:pt x="269001" y="1863706"/>
                  </a:lnTo>
                  <a:lnTo>
                    <a:pt x="274334" y="1866886"/>
                  </a:lnTo>
                  <a:lnTo>
                    <a:pt x="274350" y="1868309"/>
                  </a:lnTo>
                  <a:lnTo>
                    <a:pt x="273802" y="1869603"/>
                  </a:lnTo>
                  <a:lnTo>
                    <a:pt x="274167" y="1870964"/>
                  </a:lnTo>
                  <a:lnTo>
                    <a:pt x="274753" y="1872121"/>
                  </a:lnTo>
                  <a:lnTo>
                    <a:pt x="279364" y="1875659"/>
                  </a:lnTo>
                  <a:lnTo>
                    <a:pt x="279805" y="1876686"/>
                  </a:lnTo>
                  <a:lnTo>
                    <a:pt x="279889" y="1878406"/>
                  </a:lnTo>
                  <a:lnTo>
                    <a:pt x="279759" y="1879661"/>
                  </a:lnTo>
                  <a:lnTo>
                    <a:pt x="278481" y="1879927"/>
                  </a:lnTo>
                  <a:lnTo>
                    <a:pt x="277058" y="1880513"/>
                  </a:lnTo>
                  <a:lnTo>
                    <a:pt x="274738" y="1882012"/>
                  </a:lnTo>
                  <a:lnTo>
                    <a:pt x="273817" y="1884135"/>
                  </a:lnTo>
                  <a:lnTo>
                    <a:pt x="270066" y="1887056"/>
                  </a:lnTo>
                  <a:lnTo>
                    <a:pt x="267746" y="1888373"/>
                  </a:lnTo>
                  <a:lnTo>
                    <a:pt x="265896" y="1888434"/>
                  </a:lnTo>
                  <a:lnTo>
                    <a:pt x="261506" y="1887840"/>
                  </a:lnTo>
                  <a:lnTo>
                    <a:pt x="259962" y="1886402"/>
                  </a:lnTo>
                  <a:lnTo>
                    <a:pt x="259323" y="1885078"/>
                  </a:lnTo>
                  <a:lnTo>
                    <a:pt x="257633" y="1884485"/>
                  </a:lnTo>
                  <a:lnTo>
                    <a:pt x="255389" y="1884431"/>
                  </a:lnTo>
                  <a:lnTo>
                    <a:pt x="252292" y="1884660"/>
                  </a:lnTo>
                  <a:lnTo>
                    <a:pt x="251661" y="1885055"/>
                  </a:lnTo>
                  <a:lnTo>
                    <a:pt x="251151" y="1886684"/>
                  </a:lnTo>
                  <a:lnTo>
                    <a:pt x="249835" y="1889453"/>
                  </a:lnTo>
                  <a:lnTo>
                    <a:pt x="248891" y="1891020"/>
                  </a:lnTo>
                  <a:lnTo>
                    <a:pt x="249675" y="1891972"/>
                  </a:lnTo>
                  <a:lnTo>
                    <a:pt x="250908" y="1893965"/>
                  </a:lnTo>
                  <a:lnTo>
                    <a:pt x="252825" y="1896499"/>
                  </a:lnTo>
                  <a:lnTo>
                    <a:pt x="254796" y="1898743"/>
                  </a:lnTo>
                  <a:lnTo>
                    <a:pt x="255427" y="1900113"/>
                  </a:lnTo>
                  <a:lnTo>
                    <a:pt x="255404" y="1901087"/>
                  </a:lnTo>
                  <a:lnTo>
                    <a:pt x="254461" y="1902236"/>
                  </a:lnTo>
                  <a:lnTo>
                    <a:pt x="254606" y="1904549"/>
                  </a:lnTo>
                  <a:lnTo>
                    <a:pt x="256523" y="1907584"/>
                  </a:lnTo>
                  <a:lnTo>
                    <a:pt x="255876" y="1908064"/>
                  </a:lnTo>
                  <a:lnTo>
                    <a:pt x="255686" y="1911784"/>
                  </a:lnTo>
                  <a:lnTo>
                    <a:pt x="255701" y="1915748"/>
                  </a:lnTo>
                  <a:lnTo>
                    <a:pt x="256218" y="1916707"/>
                  </a:lnTo>
                  <a:lnTo>
                    <a:pt x="257253" y="1917498"/>
                  </a:lnTo>
                  <a:lnTo>
                    <a:pt x="258121" y="1918944"/>
                  </a:lnTo>
                  <a:lnTo>
                    <a:pt x="259574" y="1922239"/>
                  </a:lnTo>
                  <a:lnTo>
                    <a:pt x="259673" y="1923098"/>
                  </a:lnTo>
                  <a:lnTo>
                    <a:pt x="260084" y="1923159"/>
                  </a:lnTo>
                  <a:lnTo>
                    <a:pt x="262077" y="1924148"/>
                  </a:lnTo>
                  <a:lnTo>
                    <a:pt x="264169" y="1924985"/>
                  </a:lnTo>
                  <a:lnTo>
                    <a:pt x="265615" y="1925038"/>
                  </a:lnTo>
                  <a:lnTo>
                    <a:pt x="267335" y="1924848"/>
                  </a:lnTo>
                  <a:lnTo>
                    <a:pt x="269358" y="1923730"/>
                  </a:lnTo>
                  <a:lnTo>
                    <a:pt x="270766" y="1922649"/>
                  </a:lnTo>
                  <a:lnTo>
                    <a:pt x="272478" y="1917156"/>
                  </a:lnTo>
                  <a:lnTo>
                    <a:pt x="273087" y="1916365"/>
                  </a:lnTo>
                  <a:lnTo>
                    <a:pt x="274030" y="1915931"/>
                  </a:lnTo>
                  <a:lnTo>
                    <a:pt x="275575" y="1915885"/>
                  </a:lnTo>
                  <a:lnTo>
                    <a:pt x="278512" y="1916912"/>
                  </a:lnTo>
                  <a:lnTo>
                    <a:pt x="281951" y="1917833"/>
                  </a:lnTo>
                  <a:lnTo>
                    <a:pt x="283944" y="1917704"/>
                  </a:lnTo>
                  <a:lnTo>
                    <a:pt x="289255" y="1914774"/>
                  </a:lnTo>
                  <a:lnTo>
                    <a:pt x="292215" y="1914318"/>
                  </a:lnTo>
                  <a:lnTo>
                    <a:pt x="295730" y="1915003"/>
                  </a:lnTo>
                  <a:lnTo>
                    <a:pt x="299184" y="1915041"/>
                  </a:lnTo>
                  <a:lnTo>
                    <a:pt x="301786" y="1914615"/>
                  </a:lnTo>
                  <a:lnTo>
                    <a:pt x="303574" y="1915627"/>
                  </a:lnTo>
                  <a:lnTo>
                    <a:pt x="305780" y="1917864"/>
                  </a:lnTo>
                  <a:lnTo>
                    <a:pt x="307774" y="1921181"/>
                  </a:lnTo>
                  <a:lnTo>
                    <a:pt x="309859" y="1927291"/>
                  </a:lnTo>
                  <a:lnTo>
                    <a:pt x="315938" y="1934161"/>
                  </a:lnTo>
                  <a:lnTo>
                    <a:pt x="316037" y="1935500"/>
                  </a:lnTo>
                  <a:lnTo>
                    <a:pt x="315542" y="1936360"/>
                  </a:lnTo>
                  <a:lnTo>
                    <a:pt x="312552" y="1937189"/>
                  </a:lnTo>
                  <a:lnTo>
                    <a:pt x="310026" y="1937638"/>
                  </a:lnTo>
                  <a:lnTo>
                    <a:pt x="309905" y="1938810"/>
                  </a:lnTo>
                  <a:lnTo>
                    <a:pt x="310574" y="1940081"/>
                  </a:lnTo>
                  <a:lnTo>
                    <a:pt x="311731" y="1941937"/>
                  </a:lnTo>
                  <a:lnTo>
                    <a:pt x="311906" y="1944326"/>
                  </a:lnTo>
                  <a:lnTo>
                    <a:pt x="311845" y="1946517"/>
                  </a:lnTo>
                  <a:lnTo>
                    <a:pt x="312339" y="1948450"/>
                  </a:lnTo>
                  <a:lnTo>
                    <a:pt x="313305" y="1949241"/>
                  </a:lnTo>
                  <a:lnTo>
                    <a:pt x="313427" y="1950208"/>
                  </a:lnTo>
                  <a:lnTo>
                    <a:pt x="312316" y="1951395"/>
                  </a:lnTo>
                  <a:lnTo>
                    <a:pt x="312005" y="1952125"/>
                  </a:lnTo>
                  <a:lnTo>
                    <a:pt x="312438" y="1952520"/>
                  </a:lnTo>
                  <a:lnTo>
                    <a:pt x="317924" y="1952749"/>
                  </a:lnTo>
                  <a:lnTo>
                    <a:pt x="320610" y="1953898"/>
                  </a:lnTo>
                  <a:lnTo>
                    <a:pt x="322649" y="1954948"/>
                  </a:lnTo>
                  <a:lnTo>
                    <a:pt x="323676" y="1955047"/>
                  </a:lnTo>
                  <a:lnTo>
                    <a:pt x="325989" y="1954377"/>
                  </a:lnTo>
                  <a:lnTo>
                    <a:pt x="328591" y="1953951"/>
                  </a:lnTo>
                  <a:lnTo>
                    <a:pt x="330166" y="1953890"/>
                  </a:lnTo>
                  <a:lnTo>
                    <a:pt x="330775" y="1954666"/>
                  </a:lnTo>
                  <a:lnTo>
                    <a:pt x="331262" y="1956698"/>
                  </a:lnTo>
                  <a:lnTo>
                    <a:pt x="332175" y="1958729"/>
                  </a:lnTo>
                  <a:lnTo>
                    <a:pt x="333027" y="1959307"/>
                  </a:lnTo>
                  <a:lnTo>
                    <a:pt x="334549" y="1959208"/>
                  </a:lnTo>
                  <a:lnTo>
                    <a:pt x="335462" y="1959307"/>
                  </a:lnTo>
                  <a:lnTo>
                    <a:pt x="335949" y="1960076"/>
                  </a:lnTo>
                  <a:lnTo>
                    <a:pt x="335401" y="1961232"/>
                  </a:lnTo>
                  <a:lnTo>
                    <a:pt x="335522" y="1962488"/>
                  </a:lnTo>
                  <a:lnTo>
                    <a:pt x="336192" y="1964025"/>
                  </a:lnTo>
                  <a:lnTo>
                    <a:pt x="336983" y="1967578"/>
                  </a:lnTo>
                  <a:lnTo>
                    <a:pt x="337714" y="1968635"/>
                  </a:lnTo>
                  <a:lnTo>
                    <a:pt x="338201" y="1969975"/>
                  </a:lnTo>
                  <a:lnTo>
                    <a:pt x="338201" y="1971511"/>
                  </a:lnTo>
                  <a:lnTo>
                    <a:pt x="337592" y="1972851"/>
                  </a:lnTo>
                  <a:lnTo>
                    <a:pt x="337166" y="1973901"/>
                  </a:lnTo>
                  <a:lnTo>
                    <a:pt x="337592" y="1976290"/>
                  </a:lnTo>
                  <a:lnTo>
                    <a:pt x="339236" y="1978960"/>
                  </a:lnTo>
                  <a:lnTo>
                    <a:pt x="340453" y="1979622"/>
                  </a:lnTo>
                  <a:lnTo>
                    <a:pt x="341427" y="1982004"/>
                  </a:lnTo>
                  <a:lnTo>
                    <a:pt x="343192" y="1982765"/>
                  </a:lnTo>
                  <a:lnTo>
                    <a:pt x="345810" y="1980763"/>
                  </a:lnTo>
                  <a:lnTo>
                    <a:pt x="347818" y="1979714"/>
                  </a:lnTo>
                  <a:lnTo>
                    <a:pt x="350329" y="1980299"/>
                  </a:lnTo>
                  <a:lnTo>
                    <a:pt x="352650" y="1980672"/>
                  </a:lnTo>
                  <a:lnTo>
                    <a:pt x="354209" y="1982034"/>
                  </a:lnTo>
                  <a:lnTo>
                    <a:pt x="355358" y="1983906"/>
                  </a:lnTo>
                  <a:lnTo>
                    <a:pt x="356697" y="1984948"/>
                  </a:lnTo>
                  <a:lnTo>
                    <a:pt x="358036" y="1984400"/>
                  </a:lnTo>
                  <a:lnTo>
                    <a:pt x="360829" y="1984948"/>
                  </a:lnTo>
                  <a:lnTo>
                    <a:pt x="362107" y="1986462"/>
                  </a:lnTo>
                  <a:lnTo>
                    <a:pt x="363385" y="1987314"/>
                  </a:lnTo>
                  <a:lnTo>
                    <a:pt x="365029" y="1986082"/>
                  </a:lnTo>
                  <a:lnTo>
                    <a:pt x="366368" y="1984560"/>
                  </a:lnTo>
                  <a:lnTo>
                    <a:pt x="371267" y="1982970"/>
                  </a:lnTo>
                  <a:lnTo>
                    <a:pt x="374311" y="1982574"/>
                  </a:lnTo>
                  <a:lnTo>
                    <a:pt x="375163" y="1982262"/>
                  </a:lnTo>
                  <a:lnTo>
                    <a:pt x="376951" y="1981121"/>
                  </a:lnTo>
                  <a:lnTo>
                    <a:pt x="378838" y="1980360"/>
                  </a:lnTo>
                  <a:lnTo>
                    <a:pt x="380535" y="1980566"/>
                  </a:lnTo>
                  <a:lnTo>
                    <a:pt x="382209" y="1982932"/>
                  </a:lnTo>
                  <a:lnTo>
                    <a:pt x="383943" y="1984560"/>
                  </a:lnTo>
                  <a:lnTo>
                    <a:pt x="384431" y="1987124"/>
                  </a:lnTo>
                  <a:lnTo>
                    <a:pt x="386546" y="1990639"/>
                  </a:lnTo>
                  <a:lnTo>
                    <a:pt x="391803" y="1995441"/>
                  </a:lnTo>
                  <a:lnTo>
                    <a:pt x="393865" y="1996901"/>
                  </a:lnTo>
                  <a:lnTo>
                    <a:pt x="395265" y="1996643"/>
                  </a:lnTo>
                  <a:lnTo>
                    <a:pt x="395995" y="1996262"/>
                  </a:lnTo>
                  <a:lnTo>
                    <a:pt x="396338" y="1995760"/>
                  </a:lnTo>
                  <a:lnTo>
                    <a:pt x="396657" y="1993409"/>
                  </a:lnTo>
                  <a:lnTo>
                    <a:pt x="397319" y="1992542"/>
                  </a:lnTo>
                  <a:lnTo>
                    <a:pt x="398385" y="1992519"/>
                  </a:lnTo>
                  <a:lnTo>
                    <a:pt x="402501" y="1995441"/>
                  </a:lnTo>
                  <a:lnTo>
                    <a:pt x="404654" y="1995760"/>
                  </a:lnTo>
                  <a:lnTo>
                    <a:pt x="406701" y="1995813"/>
                  </a:lnTo>
                  <a:lnTo>
                    <a:pt x="409455" y="1998081"/>
                  </a:lnTo>
                  <a:lnTo>
                    <a:pt x="412476" y="2000051"/>
                  </a:lnTo>
                  <a:lnTo>
                    <a:pt x="414811" y="2000257"/>
                  </a:lnTo>
                  <a:lnTo>
                    <a:pt x="416675" y="1999480"/>
                  </a:lnTo>
                  <a:lnTo>
                    <a:pt x="417954" y="1999009"/>
                  </a:lnTo>
                  <a:lnTo>
                    <a:pt x="418745" y="1999762"/>
                  </a:lnTo>
                  <a:lnTo>
                    <a:pt x="419476" y="2001459"/>
                  </a:lnTo>
                  <a:lnTo>
                    <a:pt x="420693" y="2002775"/>
                  </a:lnTo>
                  <a:lnTo>
                    <a:pt x="422093" y="2003148"/>
                  </a:lnTo>
                  <a:lnTo>
                    <a:pt x="424109" y="2003232"/>
                  </a:lnTo>
                  <a:lnTo>
                    <a:pt x="427609" y="2005773"/>
                  </a:lnTo>
                  <a:lnTo>
                    <a:pt x="430896" y="2008360"/>
                  </a:lnTo>
                  <a:lnTo>
                    <a:pt x="432950" y="2008504"/>
                  </a:lnTo>
                  <a:lnTo>
                    <a:pt x="434693" y="2007743"/>
                  </a:lnTo>
                  <a:lnTo>
                    <a:pt x="436230" y="2007546"/>
                  </a:lnTo>
                  <a:lnTo>
                    <a:pt x="437302" y="2008200"/>
                  </a:lnTo>
                  <a:lnTo>
                    <a:pt x="437607" y="2009318"/>
                  </a:lnTo>
                  <a:lnTo>
                    <a:pt x="436816" y="2010817"/>
                  </a:lnTo>
                  <a:lnTo>
                    <a:pt x="436816" y="2012963"/>
                  </a:lnTo>
                  <a:lnTo>
                    <a:pt x="438276" y="2015017"/>
                  </a:lnTo>
                  <a:lnTo>
                    <a:pt x="438322" y="2017033"/>
                  </a:lnTo>
                  <a:lnTo>
                    <a:pt x="437904" y="2018852"/>
                  </a:lnTo>
                  <a:lnTo>
                    <a:pt x="437074" y="2020526"/>
                  </a:lnTo>
                  <a:lnTo>
                    <a:pt x="435073" y="2022824"/>
                  </a:lnTo>
                  <a:lnTo>
                    <a:pt x="433224" y="2024962"/>
                  </a:lnTo>
                  <a:lnTo>
                    <a:pt x="430447" y="2025852"/>
                  </a:lnTo>
                  <a:lnTo>
                    <a:pt x="428888" y="2026788"/>
                  </a:lnTo>
                  <a:lnTo>
                    <a:pt x="429298" y="2028355"/>
                  </a:lnTo>
                  <a:lnTo>
                    <a:pt x="430318" y="2029816"/>
                  </a:lnTo>
                  <a:lnTo>
                    <a:pt x="432676" y="2030995"/>
                  </a:lnTo>
                  <a:lnTo>
                    <a:pt x="435355" y="2031855"/>
                  </a:lnTo>
                  <a:lnTo>
                    <a:pt x="435667" y="2032806"/>
                  </a:lnTo>
                  <a:lnTo>
                    <a:pt x="435256" y="2033285"/>
                  </a:lnTo>
                  <a:lnTo>
                    <a:pt x="433536" y="2033727"/>
                  </a:lnTo>
                  <a:lnTo>
                    <a:pt x="431162" y="2033278"/>
                  </a:lnTo>
                  <a:lnTo>
                    <a:pt x="430371" y="2034107"/>
                  </a:lnTo>
                  <a:lnTo>
                    <a:pt x="429275" y="2035484"/>
                  </a:lnTo>
                  <a:lnTo>
                    <a:pt x="428545" y="2037965"/>
                  </a:lnTo>
                  <a:lnTo>
                    <a:pt x="427997" y="2040262"/>
                  </a:lnTo>
                  <a:lnTo>
                    <a:pt x="430577" y="2040886"/>
                  </a:lnTo>
                  <a:lnTo>
                    <a:pt x="432075" y="2041822"/>
                  </a:lnTo>
                  <a:lnTo>
                    <a:pt x="432547" y="2043702"/>
                  </a:lnTo>
                  <a:lnTo>
                    <a:pt x="433080" y="2045794"/>
                  </a:lnTo>
                  <a:lnTo>
                    <a:pt x="433239" y="2047673"/>
                  </a:lnTo>
                  <a:lnTo>
                    <a:pt x="432387" y="2048586"/>
                  </a:lnTo>
                  <a:lnTo>
                    <a:pt x="432334" y="2049522"/>
                  </a:lnTo>
                  <a:lnTo>
                    <a:pt x="432737" y="2049986"/>
                  </a:lnTo>
                  <a:lnTo>
                    <a:pt x="433848" y="2050192"/>
                  </a:lnTo>
                  <a:lnTo>
                    <a:pt x="434693" y="2050610"/>
                  </a:lnTo>
                  <a:lnTo>
                    <a:pt x="434761" y="2051599"/>
                  </a:lnTo>
                  <a:lnTo>
                    <a:pt x="433140" y="2053821"/>
                  </a:lnTo>
                  <a:lnTo>
                    <a:pt x="431627" y="2058066"/>
                  </a:lnTo>
                  <a:lnTo>
                    <a:pt x="430812" y="2060319"/>
                  </a:lnTo>
                  <a:lnTo>
                    <a:pt x="430873" y="2062761"/>
                  </a:lnTo>
                  <a:lnTo>
                    <a:pt x="429960" y="2064115"/>
                  </a:lnTo>
                  <a:lnTo>
                    <a:pt x="428248" y="2064184"/>
                  </a:lnTo>
                  <a:lnTo>
                    <a:pt x="422542" y="2064420"/>
                  </a:lnTo>
                  <a:lnTo>
                    <a:pt x="417574" y="2064298"/>
                  </a:lnTo>
                  <a:lnTo>
                    <a:pt x="415428" y="2063948"/>
                  </a:lnTo>
                  <a:lnTo>
                    <a:pt x="412065" y="2063735"/>
                  </a:lnTo>
                  <a:lnTo>
                    <a:pt x="410398" y="2064313"/>
                  </a:lnTo>
                  <a:lnTo>
                    <a:pt x="408192" y="2068209"/>
                  </a:lnTo>
                  <a:lnTo>
                    <a:pt x="406518" y="2069730"/>
                  </a:lnTo>
                  <a:lnTo>
                    <a:pt x="403756" y="2071107"/>
                  </a:lnTo>
                  <a:lnTo>
                    <a:pt x="400720" y="2071503"/>
                  </a:lnTo>
                  <a:lnTo>
                    <a:pt x="398978" y="2073101"/>
                  </a:lnTo>
                  <a:lnTo>
                    <a:pt x="398362" y="2075612"/>
                  </a:lnTo>
                  <a:lnTo>
                    <a:pt x="398316" y="2077833"/>
                  </a:lnTo>
                  <a:lnTo>
                    <a:pt x="398034" y="2078944"/>
                  </a:lnTo>
                  <a:lnTo>
                    <a:pt x="397380" y="2079918"/>
                  </a:lnTo>
                  <a:lnTo>
                    <a:pt x="397144" y="2080611"/>
                  </a:lnTo>
                  <a:lnTo>
                    <a:pt x="397289" y="2081371"/>
                  </a:lnTo>
                  <a:lnTo>
                    <a:pt x="397996" y="2081645"/>
                  </a:lnTo>
                  <a:lnTo>
                    <a:pt x="398841" y="2081995"/>
                  </a:lnTo>
                  <a:lnTo>
                    <a:pt x="398841" y="2082543"/>
                  </a:lnTo>
                  <a:lnTo>
                    <a:pt x="398514" y="2083235"/>
                  </a:lnTo>
                  <a:lnTo>
                    <a:pt x="397570" y="2083996"/>
                  </a:lnTo>
                  <a:lnTo>
                    <a:pt x="397144" y="2085168"/>
                  </a:lnTo>
                  <a:lnTo>
                    <a:pt x="397243" y="2086416"/>
                  </a:lnTo>
                  <a:lnTo>
                    <a:pt x="397426" y="2087793"/>
                  </a:lnTo>
                  <a:lnTo>
                    <a:pt x="403201" y="2085161"/>
                  </a:lnTo>
                  <a:lnTo>
                    <a:pt x="405172" y="2083167"/>
                  </a:lnTo>
                  <a:lnTo>
                    <a:pt x="409120" y="2082467"/>
                  </a:lnTo>
                  <a:lnTo>
                    <a:pt x="408565" y="2083274"/>
                  </a:lnTo>
                  <a:lnTo>
                    <a:pt x="406609" y="2084019"/>
                  </a:lnTo>
                  <a:lnTo>
                    <a:pt x="404646" y="2085952"/>
                  </a:lnTo>
                  <a:lnTo>
                    <a:pt x="407119" y="2086150"/>
                  </a:lnTo>
                  <a:lnTo>
                    <a:pt x="412673" y="2085161"/>
                  </a:lnTo>
                  <a:lnTo>
                    <a:pt x="414712" y="2082132"/>
                  </a:lnTo>
                  <a:lnTo>
                    <a:pt x="418380" y="2082239"/>
                  </a:lnTo>
                  <a:lnTo>
                    <a:pt x="419422" y="2084415"/>
                  </a:lnTo>
                  <a:lnTo>
                    <a:pt x="420464" y="2087352"/>
                  </a:lnTo>
                  <a:lnTo>
                    <a:pt x="420373" y="2088440"/>
                  </a:lnTo>
                  <a:lnTo>
                    <a:pt x="419978" y="2089277"/>
                  </a:lnTo>
                  <a:lnTo>
                    <a:pt x="416904" y="2089924"/>
                  </a:lnTo>
                  <a:lnTo>
                    <a:pt x="409950" y="2093583"/>
                  </a:lnTo>
                  <a:lnTo>
                    <a:pt x="406313" y="2094618"/>
                  </a:lnTo>
                  <a:lnTo>
                    <a:pt x="402212" y="2096482"/>
                  </a:lnTo>
                  <a:lnTo>
                    <a:pt x="403269" y="2098993"/>
                  </a:lnTo>
                  <a:lnTo>
                    <a:pt x="403543" y="2101123"/>
                  </a:lnTo>
                  <a:lnTo>
                    <a:pt x="400180" y="2100667"/>
                  </a:lnTo>
                  <a:lnTo>
                    <a:pt x="397753" y="2099959"/>
                  </a:lnTo>
                  <a:lnTo>
                    <a:pt x="396246" y="2100287"/>
                  </a:lnTo>
                  <a:lnTo>
                    <a:pt x="392153" y="2102539"/>
                  </a:lnTo>
                  <a:lnTo>
                    <a:pt x="390007" y="2102052"/>
                  </a:lnTo>
                  <a:lnTo>
                    <a:pt x="387854" y="2101983"/>
                  </a:lnTo>
                  <a:lnTo>
                    <a:pt x="388775" y="2105202"/>
                  </a:lnTo>
                  <a:lnTo>
                    <a:pt x="391004" y="2109082"/>
                  </a:lnTo>
                  <a:lnTo>
                    <a:pt x="392366" y="2109812"/>
                  </a:lnTo>
                  <a:lnTo>
                    <a:pt x="394504" y="2109462"/>
                  </a:lnTo>
                  <a:lnTo>
                    <a:pt x="399579" y="2114157"/>
                  </a:lnTo>
                  <a:lnTo>
                    <a:pt x="403360" y="2118806"/>
                  </a:lnTo>
                  <a:lnTo>
                    <a:pt x="401397" y="2119125"/>
                  </a:lnTo>
                  <a:lnTo>
                    <a:pt x="399503" y="2118654"/>
                  </a:lnTo>
                  <a:lnTo>
                    <a:pt x="396764" y="2118669"/>
                  </a:lnTo>
                  <a:lnTo>
                    <a:pt x="395676" y="2121491"/>
                  </a:lnTo>
                  <a:lnTo>
                    <a:pt x="394542" y="2123576"/>
                  </a:lnTo>
                  <a:lnTo>
                    <a:pt x="394337" y="2122503"/>
                  </a:lnTo>
                  <a:lnTo>
                    <a:pt x="394421" y="2121058"/>
                  </a:lnTo>
                  <a:lnTo>
                    <a:pt x="393150" y="2120122"/>
                  </a:lnTo>
                  <a:lnTo>
                    <a:pt x="391415" y="2121537"/>
                  </a:lnTo>
                  <a:lnTo>
                    <a:pt x="389445" y="2127723"/>
                  </a:lnTo>
                  <a:lnTo>
                    <a:pt x="385785" y="2132159"/>
                  </a:lnTo>
                  <a:lnTo>
                    <a:pt x="384568" y="2134875"/>
                  </a:lnTo>
                  <a:lnTo>
                    <a:pt x="384514" y="2136853"/>
                  </a:lnTo>
                  <a:lnTo>
                    <a:pt x="385039" y="2137256"/>
                  </a:lnTo>
                  <a:lnTo>
                    <a:pt x="385838" y="2137196"/>
                  </a:lnTo>
                  <a:lnTo>
                    <a:pt x="385861" y="2138976"/>
                  </a:lnTo>
                  <a:lnTo>
                    <a:pt x="385313" y="2140566"/>
                  </a:lnTo>
                  <a:lnTo>
                    <a:pt x="377134" y="2142575"/>
                  </a:lnTo>
                  <a:lnTo>
                    <a:pt x="376053" y="2143746"/>
                  </a:lnTo>
                  <a:lnTo>
                    <a:pt x="373702" y="2142818"/>
                  </a:lnTo>
                  <a:lnTo>
                    <a:pt x="371017" y="2140376"/>
                  </a:lnTo>
                  <a:lnTo>
                    <a:pt x="368627" y="2139060"/>
                  </a:lnTo>
                  <a:lnTo>
                    <a:pt x="367091" y="2139585"/>
                  </a:lnTo>
                  <a:lnTo>
                    <a:pt x="365523" y="2140733"/>
                  </a:lnTo>
                  <a:lnTo>
                    <a:pt x="366406" y="2141449"/>
                  </a:lnTo>
                  <a:lnTo>
                    <a:pt x="367463" y="2141700"/>
                  </a:lnTo>
                  <a:lnTo>
                    <a:pt x="370241" y="2143221"/>
                  </a:lnTo>
                  <a:lnTo>
                    <a:pt x="368787" y="2144370"/>
                  </a:lnTo>
                  <a:lnTo>
                    <a:pt x="363370" y="2146371"/>
                  </a:lnTo>
                  <a:lnTo>
                    <a:pt x="363552" y="2147406"/>
                  </a:lnTo>
                  <a:lnTo>
                    <a:pt x="364047" y="2148160"/>
                  </a:lnTo>
                  <a:lnTo>
                    <a:pt x="370316" y="2149871"/>
                  </a:lnTo>
                  <a:lnTo>
                    <a:pt x="375871" y="2152808"/>
                  </a:lnTo>
                  <a:lnTo>
                    <a:pt x="377567" y="2154825"/>
                  </a:lnTo>
                  <a:lnTo>
                    <a:pt x="379021" y="2158325"/>
                  </a:lnTo>
                  <a:lnTo>
                    <a:pt x="380284" y="2159915"/>
                  </a:lnTo>
                  <a:lnTo>
                    <a:pt x="382072" y="2161117"/>
                  </a:lnTo>
                  <a:lnTo>
                    <a:pt x="383723" y="2161847"/>
                  </a:lnTo>
                  <a:lnTo>
                    <a:pt x="386553" y="2162136"/>
                  </a:lnTo>
                  <a:lnTo>
                    <a:pt x="389680" y="2161018"/>
                  </a:lnTo>
                  <a:lnTo>
                    <a:pt x="396726" y="2169357"/>
                  </a:lnTo>
                  <a:lnTo>
                    <a:pt x="399511" y="2170704"/>
                  </a:lnTo>
                  <a:lnTo>
                    <a:pt x="406427" y="2172377"/>
                  </a:lnTo>
                  <a:lnTo>
                    <a:pt x="408169" y="2173268"/>
                  </a:lnTo>
                  <a:lnTo>
                    <a:pt x="421241" y="2184848"/>
                  </a:lnTo>
                  <a:lnTo>
                    <a:pt x="425235" y="2189839"/>
                  </a:lnTo>
                  <a:lnTo>
                    <a:pt x="432859" y="2197333"/>
                  </a:lnTo>
                  <a:lnTo>
                    <a:pt x="435096" y="2198886"/>
                  </a:lnTo>
                  <a:lnTo>
                    <a:pt x="436062" y="2196984"/>
                  </a:lnTo>
                  <a:lnTo>
                    <a:pt x="437356" y="2194983"/>
                  </a:lnTo>
                  <a:lnTo>
                    <a:pt x="438756" y="2194496"/>
                  </a:lnTo>
                  <a:lnTo>
                    <a:pt x="442857" y="2195287"/>
                  </a:lnTo>
                  <a:lnTo>
                    <a:pt x="446630" y="2196192"/>
                  </a:lnTo>
                  <a:lnTo>
                    <a:pt x="449385" y="2195553"/>
                  </a:lnTo>
                  <a:lnTo>
                    <a:pt x="452664" y="2197136"/>
                  </a:lnTo>
                  <a:lnTo>
                    <a:pt x="455662" y="2198947"/>
                  </a:lnTo>
                  <a:lnTo>
                    <a:pt x="458675" y="2200225"/>
                  </a:lnTo>
                  <a:lnTo>
                    <a:pt x="464549" y="2201427"/>
                  </a:lnTo>
                  <a:lnTo>
                    <a:pt x="466740" y="2203093"/>
                  </a:lnTo>
                  <a:lnTo>
                    <a:pt x="469296" y="2204760"/>
                  </a:lnTo>
                  <a:lnTo>
                    <a:pt x="479317" y="2205604"/>
                  </a:lnTo>
                  <a:lnTo>
                    <a:pt x="480123" y="2205345"/>
                  </a:lnTo>
                  <a:lnTo>
                    <a:pt x="480862" y="2205102"/>
                  </a:lnTo>
                  <a:lnTo>
                    <a:pt x="484224" y="2204493"/>
                  </a:lnTo>
                  <a:lnTo>
                    <a:pt x="487199" y="2204607"/>
                  </a:lnTo>
                  <a:lnTo>
                    <a:pt x="490342" y="2206624"/>
                  </a:lnTo>
                  <a:lnTo>
                    <a:pt x="492350" y="2206510"/>
                  </a:lnTo>
                  <a:lnTo>
                    <a:pt x="494496" y="2206205"/>
                  </a:lnTo>
                  <a:lnTo>
                    <a:pt x="497258" y="2207286"/>
                  </a:lnTo>
                  <a:lnTo>
                    <a:pt x="499427" y="2208488"/>
                  </a:lnTo>
                  <a:lnTo>
                    <a:pt x="499609" y="2209705"/>
                  </a:lnTo>
                  <a:lnTo>
                    <a:pt x="501511" y="2211470"/>
                  </a:lnTo>
                  <a:lnTo>
                    <a:pt x="507035" y="2214156"/>
                  </a:lnTo>
                  <a:lnTo>
                    <a:pt x="511516" y="2215670"/>
                  </a:lnTo>
                  <a:lnTo>
                    <a:pt x="512916" y="2216735"/>
                  </a:lnTo>
                  <a:lnTo>
                    <a:pt x="516317" y="2218493"/>
                  </a:lnTo>
                  <a:lnTo>
                    <a:pt x="516660" y="2219048"/>
                  </a:lnTo>
                  <a:lnTo>
                    <a:pt x="516591" y="2219764"/>
                  </a:lnTo>
                  <a:lnTo>
                    <a:pt x="515625" y="2221080"/>
                  </a:lnTo>
                  <a:lnTo>
                    <a:pt x="515374" y="2222252"/>
                  </a:lnTo>
                  <a:lnTo>
                    <a:pt x="515830" y="2222921"/>
                  </a:lnTo>
                  <a:lnTo>
                    <a:pt x="517246" y="2223560"/>
                  </a:lnTo>
                  <a:lnTo>
                    <a:pt x="520053" y="2223705"/>
                  </a:lnTo>
                  <a:lnTo>
                    <a:pt x="521065" y="2222868"/>
                  </a:lnTo>
                  <a:lnTo>
                    <a:pt x="523157" y="2222267"/>
                  </a:lnTo>
                  <a:lnTo>
                    <a:pt x="525227" y="2221186"/>
                  </a:lnTo>
                  <a:lnTo>
                    <a:pt x="527997" y="2219748"/>
                  </a:lnTo>
                  <a:lnTo>
                    <a:pt x="531763" y="2218440"/>
                  </a:lnTo>
                  <a:lnTo>
                    <a:pt x="533269" y="2218440"/>
                  </a:lnTo>
                  <a:lnTo>
                    <a:pt x="534715" y="2218835"/>
                  </a:lnTo>
                  <a:lnTo>
                    <a:pt x="535727" y="2219566"/>
                  </a:lnTo>
                  <a:lnTo>
                    <a:pt x="537423" y="2222252"/>
                  </a:lnTo>
                  <a:lnTo>
                    <a:pt x="539120" y="2218485"/>
                  </a:lnTo>
                  <a:lnTo>
                    <a:pt x="539561" y="2218204"/>
                  </a:lnTo>
                  <a:lnTo>
                    <a:pt x="541106" y="2218965"/>
                  </a:lnTo>
                  <a:lnTo>
                    <a:pt x="543845" y="2220015"/>
                  </a:lnTo>
                  <a:lnTo>
                    <a:pt x="545740" y="2220570"/>
                  </a:lnTo>
                  <a:lnTo>
                    <a:pt x="546759" y="2221346"/>
                  </a:lnTo>
                  <a:lnTo>
                    <a:pt x="549650" y="2224770"/>
                  </a:lnTo>
                  <a:lnTo>
                    <a:pt x="554330" y="2224595"/>
                  </a:lnTo>
                  <a:lnTo>
                    <a:pt x="556308" y="2225120"/>
                  </a:lnTo>
                  <a:lnTo>
                    <a:pt x="557373" y="2225683"/>
                  </a:lnTo>
                  <a:lnTo>
                    <a:pt x="557852" y="2226345"/>
                  </a:lnTo>
                  <a:lnTo>
                    <a:pt x="557016" y="2229738"/>
                  </a:lnTo>
                  <a:lnTo>
                    <a:pt x="555859" y="2233261"/>
                  </a:lnTo>
                  <a:lnTo>
                    <a:pt x="555950" y="2234113"/>
                  </a:lnTo>
                  <a:lnTo>
                    <a:pt x="557830" y="2235437"/>
                  </a:lnTo>
                  <a:lnTo>
                    <a:pt x="560379" y="2236845"/>
                  </a:lnTo>
                  <a:lnTo>
                    <a:pt x="561756" y="2237971"/>
                  </a:lnTo>
                  <a:lnTo>
                    <a:pt x="562692" y="2238983"/>
                  </a:lnTo>
                  <a:lnTo>
                    <a:pt x="564708" y="2239751"/>
                  </a:lnTo>
                  <a:lnTo>
                    <a:pt x="567089" y="2240231"/>
                  </a:lnTo>
                  <a:lnTo>
                    <a:pt x="568215" y="2240292"/>
                  </a:lnTo>
                  <a:lnTo>
                    <a:pt x="569395" y="2241136"/>
                  </a:lnTo>
                  <a:lnTo>
                    <a:pt x="572461" y="2242726"/>
                  </a:lnTo>
                  <a:lnTo>
                    <a:pt x="572849" y="2243122"/>
                  </a:lnTo>
                  <a:lnTo>
                    <a:pt x="575147" y="2243708"/>
                  </a:lnTo>
                  <a:lnTo>
                    <a:pt x="575459" y="2245366"/>
                  </a:lnTo>
                  <a:lnTo>
                    <a:pt x="575870" y="2245716"/>
                  </a:lnTo>
                  <a:lnTo>
                    <a:pt x="576821" y="2245519"/>
                  </a:lnTo>
                  <a:lnTo>
                    <a:pt x="578404" y="2244826"/>
                  </a:lnTo>
                  <a:lnTo>
                    <a:pt x="579666" y="2245359"/>
                  </a:lnTo>
                  <a:lnTo>
                    <a:pt x="581294" y="2247329"/>
                  </a:lnTo>
                  <a:lnTo>
                    <a:pt x="583539" y="2249407"/>
                  </a:lnTo>
                  <a:lnTo>
                    <a:pt x="584756" y="2250807"/>
                  </a:lnTo>
                  <a:lnTo>
                    <a:pt x="585236" y="2251765"/>
                  </a:lnTo>
                  <a:lnTo>
                    <a:pt x="586385" y="2252701"/>
                  </a:lnTo>
                  <a:lnTo>
                    <a:pt x="588066" y="2253797"/>
                  </a:lnTo>
                  <a:lnTo>
                    <a:pt x="589405" y="2255516"/>
                  </a:lnTo>
                  <a:lnTo>
                    <a:pt x="590600" y="2259503"/>
                  </a:lnTo>
                  <a:lnTo>
                    <a:pt x="591810" y="2260424"/>
                  </a:lnTo>
                  <a:lnTo>
                    <a:pt x="596139" y="2261938"/>
                  </a:lnTo>
                  <a:lnTo>
                    <a:pt x="597660" y="2262250"/>
                  </a:lnTo>
                  <a:lnTo>
                    <a:pt x="601914" y="2262782"/>
                  </a:lnTo>
                  <a:lnTo>
                    <a:pt x="603413" y="2262402"/>
                  </a:lnTo>
                  <a:lnTo>
                    <a:pt x="605604" y="2258971"/>
                  </a:lnTo>
                  <a:lnTo>
                    <a:pt x="607575" y="2255433"/>
                  </a:lnTo>
                  <a:lnTo>
                    <a:pt x="609416" y="2254694"/>
                  </a:lnTo>
                  <a:lnTo>
                    <a:pt x="612741" y="2252983"/>
                  </a:lnTo>
                  <a:lnTo>
                    <a:pt x="614734" y="2251362"/>
                  </a:lnTo>
                  <a:lnTo>
                    <a:pt x="615571" y="2249612"/>
                  </a:lnTo>
                  <a:lnTo>
                    <a:pt x="617450" y="2246310"/>
                  </a:lnTo>
                  <a:lnTo>
                    <a:pt x="618607" y="2244446"/>
                  </a:lnTo>
                  <a:lnTo>
                    <a:pt x="616553" y="2242711"/>
                  </a:lnTo>
                  <a:lnTo>
                    <a:pt x="615472" y="2242171"/>
                  </a:lnTo>
                  <a:lnTo>
                    <a:pt x="614559" y="2241326"/>
                  </a:lnTo>
                  <a:lnTo>
                    <a:pt x="612832" y="2237697"/>
                  </a:lnTo>
                  <a:lnTo>
                    <a:pt x="611249" y="2234806"/>
                  </a:lnTo>
                  <a:lnTo>
                    <a:pt x="608077" y="2229837"/>
                  </a:lnTo>
                  <a:lnTo>
                    <a:pt x="602568" y="2222343"/>
                  </a:lnTo>
                  <a:lnTo>
                    <a:pt x="601450" y="2221437"/>
                  </a:lnTo>
                  <a:lnTo>
                    <a:pt x="600552" y="2220395"/>
                  </a:lnTo>
                  <a:lnTo>
                    <a:pt x="600149" y="2216621"/>
                  </a:lnTo>
                  <a:lnTo>
                    <a:pt x="598566" y="2213935"/>
                  </a:lnTo>
                  <a:lnTo>
                    <a:pt x="596306" y="2212087"/>
                  </a:lnTo>
                  <a:lnTo>
                    <a:pt x="595454" y="2211136"/>
                  </a:lnTo>
                  <a:lnTo>
                    <a:pt x="594906" y="2210108"/>
                  </a:lnTo>
                  <a:lnTo>
                    <a:pt x="595971" y="2204752"/>
                  </a:lnTo>
                  <a:lnTo>
                    <a:pt x="595949" y="2203238"/>
                  </a:lnTo>
                  <a:lnTo>
                    <a:pt x="595477" y="2199989"/>
                  </a:lnTo>
                  <a:lnTo>
                    <a:pt x="595888" y="2196238"/>
                  </a:lnTo>
                  <a:lnTo>
                    <a:pt x="597151" y="2191087"/>
                  </a:lnTo>
                  <a:lnTo>
                    <a:pt x="598429" y="2187526"/>
                  </a:lnTo>
                  <a:lnTo>
                    <a:pt x="598833" y="2185205"/>
                  </a:lnTo>
                  <a:lnTo>
                    <a:pt x="597044" y="2186682"/>
                  </a:lnTo>
                  <a:lnTo>
                    <a:pt x="594914" y="2194914"/>
                  </a:lnTo>
                  <a:lnTo>
                    <a:pt x="594199" y="2188302"/>
                  </a:lnTo>
                  <a:lnTo>
                    <a:pt x="592753" y="2182002"/>
                  </a:lnTo>
                  <a:lnTo>
                    <a:pt x="591589" y="2178746"/>
                  </a:lnTo>
                  <a:lnTo>
                    <a:pt x="589945" y="2176098"/>
                  </a:lnTo>
                  <a:lnTo>
                    <a:pt x="587655" y="2174036"/>
                  </a:lnTo>
                  <a:lnTo>
                    <a:pt x="585540" y="2171609"/>
                  </a:lnTo>
                  <a:lnTo>
                    <a:pt x="583235" y="2170308"/>
                  </a:lnTo>
                  <a:lnTo>
                    <a:pt x="579758" y="2169311"/>
                  </a:lnTo>
                  <a:lnTo>
                    <a:pt x="579073" y="2168383"/>
                  </a:lnTo>
                  <a:lnTo>
                    <a:pt x="578776" y="2166846"/>
                  </a:lnTo>
                  <a:lnTo>
                    <a:pt x="578966" y="2165134"/>
                  </a:lnTo>
                  <a:lnTo>
                    <a:pt x="579803" y="2162273"/>
                  </a:lnTo>
                  <a:lnTo>
                    <a:pt x="581637" y="2160425"/>
                  </a:lnTo>
                  <a:lnTo>
                    <a:pt x="584125" y="2158500"/>
                  </a:lnTo>
                  <a:lnTo>
                    <a:pt x="584680" y="2157214"/>
                  </a:lnTo>
                  <a:lnTo>
                    <a:pt x="585091" y="2155700"/>
                  </a:lnTo>
                  <a:lnTo>
                    <a:pt x="585867" y="2156848"/>
                  </a:lnTo>
                  <a:lnTo>
                    <a:pt x="586818" y="2157472"/>
                  </a:lnTo>
                  <a:lnTo>
                    <a:pt x="587481" y="2154802"/>
                  </a:lnTo>
                  <a:lnTo>
                    <a:pt x="588477" y="2152892"/>
                  </a:lnTo>
                  <a:lnTo>
                    <a:pt x="589755" y="2151249"/>
                  </a:lnTo>
                  <a:lnTo>
                    <a:pt x="591346" y="2147475"/>
                  </a:lnTo>
                  <a:lnTo>
                    <a:pt x="592525" y="2145413"/>
                  </a:lnTo>
                  <a:lnTo>
                    <a:pt x="593377" y="2143085"/>
                  </a:lnTo>
                  <a:lnTo>
                    <a:pt x="593849" y="2139265"/>
                  </a:lnTo>
                  <a:lnTo>
                    <a:pt x="594731" y="2138900"/>
                  </a:lnTo>
                  <a:lnTo>
                    <a:pt x="595462" y="2138230"/>
                  </a:lnTo>
                  <a:lnTo>
                    <a:pt x="596009" y="2137142"/>
                  </a:lnTo>
                  <a:lnTo>
                    <a:pt x="596329" y="2135948"/>
                  </a:lnTo>
                  <a:lnTo>
                    <a:pt x="596215" y="2133772"/>
                  </a:lnTo>
                  <a:lnTo>
                    <a:pt x="594914" y="2131398"/>
                  </a:lnTo>
                  <a:lnTo>
                    <a:pt x="595256" y="2131154"/>
                  </a:lnTo>
                  <a:lnTo>
                    <a:pt x="595880" y="2131565"/>
                  </a:lnTo>
                  <a:lnTo>
                    <a:pt x="597288" y="2132783"/>
                  </a:lnTo>
                  <a:lnTo>
                    <a:pt x="598551" y="2134312"/>
                  </a:lnTo>
                  <a:lnTo>
                    <a:pt x="598901" y="2132098"/>
                  </a:lnTo>
                  <a:lnTo>
                    <a:pt x="599996" y="2131200"/>
                  </a:lnTo>
                  <a:lnTo>
                    <a:pt x="601336" y="2131816"/>
                  </a:lnTo>
                  <a:lnTo>
                    <a:pt x="602751" y="2131907"/>
                  </a:lnTo>
                  <a:lnTo>
                    <a:pt x="607506" y="2130142"/>
                  </a:lnTo>
                  <a:lnTo>
                    <a:pt x="609774" y="2129655"/>
                  </a:lnTo>
                  <a:lnTo>
                    <a:pt x="611874" y="2128408"/>
                  </a:lnTo>
                  <a:lnTo>
                    <a:pt x="616773" y="2123607"/>
                  </a:lnTo>
                  <a:lnTo>
                    <a:pt x="617846" y="2123386"/>
                  </a:lnTo>
                  <a:lnTo>
                    <a:pt x="618957" y="2123607"/>
                  </a:lnTo>
                  <a:lnTo>
                    <a:pt x="619984" y="2124497"/>
                  </a:lnTo>
                  <a:lnTo>
                    <a:pt x="621103" y="2125014"/>
                  </a:lnTo>
                  <a:lnTo>
                    <a:pt x="621955" y="2124771"/>
                  </a:lnTo>
                  <a:lnTo>
                    <a:pt x="622381" y="2124040"/>
                  </a:lnTo>
                  <a:lnTo>
                    <a:pt x="621399" y="2122336"/>
                  </a:lnTo>
                  <a:lnTo>
                    <a:pt x="621057" y="2120723"/>
                  </a:lnTo>
                  <a:lnTo>
                    <a:pt x="620981" y="2118965"/>
                  </a:lnTo>
                  <a:lnTo>
                    <a:pt x="622244" y="2118517"/>
                  </a:lnTo>
                  <a:lnTo>
                    <a:pt x="623682" y="2118524"/>
                  </a:lnTo>
                  <a:lnTo>
                    <a:pt x="629434" y="2115800"/>
                  </a:lnTo>
                  <a:lnTo>
                    <a:pt x="630104" y="2114598"/>
                  </a:lnTo>
                  <a:lnTo>
                    <a:pt x="630416" y="2112955"/>
                  </a:lnTo>
                  <a:lnTo>
                    <a:pt x="632987" y="2112650"/>
                  </a:lnTo>
                  <a:lnTo>
                    <a:pt x="632698" y="2111243"/>
                  </a:lnTo>
                  <a:lnTo>
                    <a:pt x="631671" y="2110885"/>
                  </a:lnTo>
                  <a:lnTo>
                    <a:pt x="626862" y="2108009"/>
                  </a:lnTo>
                  <a:lnTo>
                    <a:pt x="622913" y="2105970"/>
                  </a:lnTo>
                  <a:lnTo>
                    <a:pt x="619406" y="2104159"/>
                  </a:lnTo>
                  <a:lnTo>
                    <a:pt x="618896" y="2103832"/>
                  </a:lnTo>
                  <a:lnTo>
                    <a:pt x="617938" y="2102949"/>
                  </a:lnTo>
                  <a:lnTo>
                    <a:pt x="617253" y="2101572"/>
                  </a:lnTo>
                  <a:lnTo>
                    <a:pt x="617108" y="2100066"/>
                  </a:lnTo>
                  <a:lnTo>
                    <a:pt x="617450" y="2098955"/>
                  </a:lnTo>
                  <a:lnTo>
                    <a:pt x="618303" y="2098247"/>
                  </a:lnTo>
                  <a:lnTo>
                    <a:pt x="619307" y="2097973"/>
                  </a:lnTo>
                  <a:lnTo>
                    <a:pt x="620197" y="2098202"/>
                  </a:lnTo>
                  <a:lnTo>
                    <a:pt x="621186" y="2098879"/>
                  </a:lnTo>
                  <a:lnTo>
                    <a:pt x="622952" y="2099700"/>
                  </a:lnTo>
                  <a:lnTo>
                    <a:pt x="625241" y="2099853"/>
                  </a:lnTo>
                  <a:lnTo>
                    <a:pt x="626672" y="2099221"/>
                  </a:lnTo>
                  <a:lnTo>
                    <a:pt x="626862" y="2097707"/>
                  </a:lnTo>
                  <a:lnTo>
                    <a:pt x="624139" y="2092092"/>
                  </a:lnTo>
                  <a:lnTo>
                    <a:pt x="621628" y="2087550"/>
                  </a:lnTo>
                  <a:lnTo>
                    <a:pt x="619201" y="2082482"/>
                  </a:lnTo>
                  <a:lnTo>
                    <a:pt x="618173" y="2080641"/>
                  </a:lnTo>
                  <a:lnTo>
                    <a:pt x="615199" y="2076380"/>
                  </a:lnTo>
                  <a:lnTo>
                    <a:pt x="612261" y="2072173"/>
                  </a:lnTo>
                  <a:lnTo>
                    <a:pt x="609941" y="2068414"/>
                  </a:lnTo>
                  <a:lnTo>
                    <a:pt x="608724" y="2067258"/>
                  </a:lnTo>
                  <a:lnTo>
                    <a:pt x="604980" y="2066778"/>
                  </a:lnTo>
                  <a:lnTo>
                    <a:pt x="597843" y="2065850"/>
                  </a:lnTo>
                  <a:lnTo>
                    <a:pt x="595317" y="2065409"/>
                  </a:lnTo>
                  <a:lnTo>
                    <a:pt x="593293" y="2066527"/>
                  </a:lnTo>
                  <a:lnTo>
                    <a:pt x="591262" y="2067402"/>
                  </a:lnTo>
                  <a:lnTo>
                    <a:pt x="589337" y="2065774"/>
                  </a:lnTo>
                  <a:lnTo>
                    <a:pt x="587815" y="2063096"/>
                  </a:lnTo>
                  <a:lnTo>
                    <a:pt x="587016" y="2060844"/>
                  </a:lnTo>
                  <a:lnTo>
                    <a:pt x="587404" y="2058538"/>
                  </a:lnTo>
                  <a:lnTo>
                    <a:pt x="587564" y="2055129"/>
                  </a:lnTo>
                  <a:lnTo>
                    <a:pt x="586400" y="2051767"/>
                  </a:lnTo>
                  <a:lnTo>
                    <a:pt x="585114" y="2050100"/>
                  </a:lnTo>
                  <a:lnTo>
                    <a:pt x="581888" y="2048845"/>
                  </a:lnTo>
                  <a:lnTo>
                    <a:pt x="577779" y="2046007"/>
                  </a:lnTo>
                  <a:lnTo>
                    <a:pt x="576676" y="2040810"/>
                  </a:lnTo>
                  <a:lnTo>
                    <a:pt x="578670" y="2033339"/>
                  </a:lnTo>
                  <a:lnTo>
                    <a:pt x="581880" y="2028028"/>
                  </a:lnTo>
                  <a:lnTo>
                    <a:pt x="584216" y="2025799"/>
                  </a:lnTo>
                  <a:lnTo>
                    <a:pt x="585327" y="2023851"/>
                  </a:lnTo>
                  <a:lnTo>
                    <a:pt x="585692" y="2022162"/>
                  </a:lnTo>
                  <a:lnTo>
                    <a:pt x="585411" y="2020549"/>
                  </a:lnTo>
                  <a:lnTo>
                    <a:pt x="584026" y="2018829"/>
                  </a:lnTo>
                  <a:lnTo>
                    <a:pt x="581880" y="2017155"/>
                  </a:lnTo>
                  <a:lnTo>
                    <a:pt x="580792" y="2015093"/>
                  </a:lnTo>
                  <a:lnTo>
                    <a:pt x="581241" y="2010665"/>
                  </a:lnTo>
                  <a:lnTo>
                    <a:pt x="582664" y="2004266"/>
                  </a:lnTo>
                  <a:lnTo>
                    <a:pt x="584855" y="1999131"/>
                  </a:lnTo>
                  <a:lnTo>
                    <a:pt x="587792" y="1996277"/>
                  </a:lnTo>
                  <a:lnTo>
                    <a:pt x="590326" y="1994231"/>
                  </a:lnTo>
                  <a:lnTo>
                    <a:pt x="591323" y="1992321"/>
                  </a:lnTo>
                  <a:lnTo>
                    <a:pt x="591376" y="1989605"/>
                  </a:lnTo>
                  <a:lnTo>
                    <a:pt x="591315" y="1987041"/>
                  </a:lnTo>
                  <a:lnTo>
                    <a:pt x="591992" y="1985176"/>
                  </a:lnTo>
                  <a:lnTo>
                    <a:pt x="593057" y="1983693"/>
                  </a:lnTo>
                  <a:lnTo>
                    <a:pt x="594184" y="1982361"/>
                  </a:lnTo>
                  <a:lnTo>
                    <a:pt x="595766" y="1980870"/>
                  </a:lnTo>
                  <a:lnTo>
                    <a:pt x="597820" y="1980505"/>
                  </a:lnTo>
                  <a:lnTo>
                    <a:pt x="600080" y="1981692"/>
                  </a:lnTo>
                  <a:lnTo>
                    <a:pt x="603154" y="1984880"/>
                  </a:lnTo>
                  <a:lnTo>
                    <a:pt x="607658" y="1991157"/>
                  </a:lnTo>
                  <a:lnTo>
                    <a:pt x="610230" y="1995258"/>
                  </a:lnTo>
                  <a:lnTo>
                    <a:pt x="611158" y="1996521"/>
                  </a:lnTo>
                  <a:lnTo>
                    <a:pt x="613509" y="1998955"/>
                  </a:lnTo>
                  <a:lnTo>
                    <a:pt x="615632" y="1999937"/>
                  </a:lnTo>
                  <a:lnTo>
                    <a:pt x="619170" y="1998415"/>
                  </a:lnTo>
                  <a:lnTo>
                    <a:pt x="622563" y="1996643"/>
                  </a:lnTo>
                  <a:lnTo>
                    <a:pt x="623659" y="1995516"/>
                  </a:lnTo>
                  <a:lnTo>
                    <a:pt x="624359" y="1993835"/>
                  </a:lnTo>
                  <a:lnTo>
                    <a:pt x="623819" y="1990959"/>
                  </a:lnTo>
                  <a:lnTo>
                    <a:pt x="623111" y="1989080"/>
                  </a:lnTo>
                  <a:lnTo>
                    <a:pt x="622358" y="1986683"/>
                  </a:lnTo>
                  <a:lnTo>
                    <a:pt x="621316" y="1982506"/>
                  </a:lnTo>
                  <a:lnTo>
                    <a:pt x="620578" y="1975932"/>
                  </a:lnTo>
                  <a:lnTo>
                    <a:pt x="619703" y="1973840"/>
                  </a:lnTo>
                  <a:lnTo>
                    <a:pt x="620342" y="1973596"/>
                  </a:lnTo>
                  <a:lnTo>
                    <a:pt x="622046" y="1974030"/>
                  </a:lnTo>
                  <a:lnTo>
                    <a:pt x="623621" y="1974220"/>
                  </a:lnTo>
                  <a:lnTo>
                    <a:pt x="625873" y="1972767"/>
                  </a:lnTo>
                  <a:lnTo>
                    <a:pt x="628962" y="1970028"/>
                  </a:lnTo>
                  <a:lnTo>
                    <a:pt x="634615" y="1965790"/>
                  </a:lnTo>
                  <a:lnTo>
                    <a:pt x="635810" y="1962990"/>
                  </a:lnTo>
                  <a:lnTo>
                    <a:pt x="636776" y="1959870"/>
                  </a:lnTo>
                  <a:lnTo>
                    <a:pt x="638344" y="1957953"/>
                  </a:lnTo>
                  <a:lnTo>
                    <a:pt x="641942" y="1957322"/>
                  </a:lnTo>
                  <a:lnTo>
                    <a:pt x="645275" y="1956317"/>
                  </a:lnTo>
                  <a:lnTo>
                    <a:pt x="647626" y="1954095"/>
                  </a:lnTo>
                  <a:lnTo>
                    <a:pt x="651309" y="1952140"/>
                  </a:lnTo>
                  <a:lnTo>
                    <a:pt x="654337" y="1950953"/>
                  </a:lnTo>
                  <a:lnTo>
                    <a:pt x="655668" y="1949857"/>
                  </a:lnTo>
                  <a:lnTo>
                    <a:pt x="656619" y="1948214"/>
                  </a:lnTo>
                  <a:lnTo>
                    <a:pt x="660089" y="1943573"/>
                  </a:lnTo>
                  <a:lnTo>
                    <a:pt x="662813" y="1940712"/>
                  </a:lnTo>
                  <a:lnTo>
                    <a:pt x="665210" y="1937760"/>
                  </a:lnTo>
                  <a:lnTo>
                    <a:pt x="666008" y="1935903"/>
                  </a:lnTo>
                  <a:lnTo>
                    <a:pt x="667903" y="1936246"/>
                  </a:lnTo>
                  <a:lnTo>
                    <a:pt x="670794" y="1937532"/>
                  </a:lnTo>
                  <a:lnTo>
                    <a:pt x="673898" y="1938704"/>
                  </a:lnTo>
                  <a:lnTo>
                    <a:pt x="676173" y="1940522"/>
                  </a:lnTo>
                  <a:lnTo>
                    <a:pt x="676623" y="1942378"/>
                  </a:lnTo>
                  <a:lnTo>
                    <a:pt x="676843" y="1943839"/>
                  </a:lnTo>
                  <a:lnTo>
                    <a:pt x="677764" y="1944592"/>
                  </a:lnTo>
                  <a:lnTo>
                    <a:pt x="678867" y="1944737"/>
                  </a:lnTo>
                  <a:lnTo>
                    <a:pt x="680526" y="1944372"/>
                  </a:lnTo>
                  <a:lnTo>
                    <a:pt x="683424" y="1944303"/>
                  </a:lnTo>
                  <a:lnTo>
                    <a:pt x="686977" y="1941899"/>
                  </a:lnTo>
                  <a:lnTo>
                    <a:pt x="691923" y="1937836"/>
                  </a:lnTo>
                  <a:lnTo>
                    <a:pt x="696450" y="1936573"/>
                  </a:lnTo>
                  <a:lnTo>
                    <a:pt x="698832" y="1937539"/>
                  </a:lnTo>
                  <a:lnTo>
                    <a:pt x="700802" y="1940529"/>
                  </a:lnTo>
                  <a:lnTo>
                    <a:pt x="702362" y="1943337"/>
                  </a:lnTo>
                  <a:lnTo>
                    <a:pt x="703968" y="1944379"/>
                  </a:lnTo>
                  <a:lnTo>
                    <a:pt x="704964" y="1944410"/>
                  </a:lnTo>
                  <a:lnTo>
                    <a:pt x="705329" y="1944455"/>
                  </a:lnTo>
                  <a:lnTo>
                    <a:pt x="707323" y="1943816"/>
                  </a:lnTo>
                  <a:lnTo>
                    <a:pt x="707475" y="1943824"/>
                  </a:lnTo>
                  <a:lnTo>
                    <a:pt x="709293" y="1943938"/>
                  </a:lnTo>
                  <a:lnTo>
                    <a:pt x="711044" y="1944889"/>
                  </a:lnTo>
                  <a:lnTo>
                    <a:pt x="713942" y="1944996"/>
                  </a:lnTo>
                  <a:lnTo>
                    <a:pt x="717982" y="1944273"/>
                  </a:lnTo>
                  <a:lnTo>
                    <a:pt x="718408" y="1943976"/>
                  </a:lnTo>
                  <a:lnTo>
                    <a:pt x="720349" y="1944364"/>
                  </a:lnTo>
                  <a:lnTo>
                    <a:pt x="722707" y="1945658"/>
                  </a:lnTo>
                  <a:lnTo>
                    <a:pt x="724541" y="1947195"/>
                  </a:lnTo>
                  <a:lnTo>
                    <a:pt x="727828" y="1952231"/>
                  </a:lnTo>
                  <a:lnTo>
                    <a:pt x="729715" y="1953525"/>
                  </a:lnTo>
                  <a:lnTo>
                    <a:pt x="733565" y="1955313"/>
                  </a:lnTo>
                  <a:lnTo>
                    <a:pt x="735368" y="1956873"/>
                  </a:lnTo>
                  <a:lnTo>
                    <a:pt x="737468" y="1959399"/>
                  </a:lnTo>
                  <a:lnTo>
                    <a:pt x="738564" y="1960928"/>
                  </a:lnTo>
                  <a:lnTo>
                    <a:pt x="740846" y="1963690"/>
                  </a:lnTo>
                  <a:lnTo>
                    <a:pt x="743486" y="1968202"/>
                  </a:lnTo>
                  <a:lnTo>
                    <a:pt x="743958" y="1971785"/>
                  </a:lnTo>
                  <a:lnTo>
                    <a:pt x="744559" y="1974806"/>
                  </a:lnTo>
                  <a:lnTo>
                    <a:pt x="745541" y="1976236"/>
                  </a:lnTo>
                  <a:lnTo>
                    <a:pt x="746347" y="1976411"/>
                  </a:lnTo>
                  <a:lnTo>
                    <a:pt x="747214" y="1975917"/>
                  </a:lnTo>
                  <a:lnTo>
                    <a:pt x="748067" y="1974540"/>
                  </a:lnTo>
                  <a:lnTo>
                    <a:pt x="748363" y="1972242"/>
                  </a:lnTo>
                  <a:lnTo>
                    <a:pt x="748105" y="1968171"/>
                  </a:lnTo>
                  <a:lnTo>
                    <a:pt x="747428" y="1964839"/>
                  </a:lnTo>
                  <a:lnTo>
                    <a:pt x="746560" y="1963781"/>
                  </a:lnTo>
                  <a:lnTo>
                    <a:pt x="746142" y="1962610"/>
                  </a:lnTo>
                  <a:lnTo>
                    <a:pt x="746712" y="1961118"/>
                  </a:lnTo>
                  <a:lnTo>
                    <a:pt x="748181" y="1960395"/>
                  </a:lnTo>
                  <a:lnTo>
                    <a:pt x="750007" y="1960852"/>
                  </a:lnTo>
                  <a:lnTo>
                    <a:pt x="753012" y="1962769"/>
                  </a:lnTo>
                  <a:lnTo>
                    <a:pt x="756147" y="1965181"/>
                  </a:lnTo>
                  <a:lnTo>
                    <a:pt x="760005" y="1969396"/>
                  </a:lnTo>
                  <a:lnTo>
                    <a:pt x="763542" y="1972067"/>
                  </a:lnTo>
                  <a:lnTo>
                    <a:pt x="767415" y="1974197"/>
                  </a:lnTo>
                  <a:lnTo>
                    <a:pt x="770489" y="1974829"/>
                  </a:lnTo>
                  <a:lnTo>
                    <a:pt x="772871" y="1974190"/>
                  </a:lnTo>
                  <a:lnTo>
                    <a:pt x="775678" y="1972455"/>
                  </a:lnTo>
                  <a:lnTo>
                    <a:pt x="778250" y="1970446"/>
                  </a:lnTo>
                  <a:lnTo>
                    <a:pt x="779422" y="1968339"/>
                  </a:lnTo>
                  <a:lnTo>
                    <a:pt x="780259" y="1966033"/>
                  </a:lnTo>
                  <a:lnTo>
                    <a:pt x="784139" y="1962952"/>
                  </a:lnTo>
                  <a:lnTo>
                    <a:pt x="787685" y="1960129"/>
                  </a:lnTo>
                  <a:lnTo>
                    <a:pt x="789297" y="1960639"/>
                  </a:lnTo>
                  <a:lnTo>
                    <a:pt x="790431" y="1961438"/>
                  </a:lnTo>
                  <a:lnTo>
                    <a:pt x="794068" y="1959718"/>
                  </a:lnTo>
                  <a:lnTo>
                    <a:pt x="795331" y="1959246"/>
                  </a:lnTo>
                  <a:lnTo>
                    <a:pt x="798793" y="1958577"/>
                  </a:lnTo>
                  <a:lnTo>
                    <a:pt x="802369" y="1959566"/>
                  </a:lnTo>
                  <a:lnTo>
                    <a:pt x="805222" y="1962594"/>
                  </a:lnTo>
                  <a:lnTo>
                    <a:pt x="807984" y="1964542"/>
                  </a:lnTo>
                  <a:lnTo>
                    <a:pt x="810457" y="1964314"/>
                  </a:lnTo>
                  <a:lnTo>
                    <a:pt x="812504" y="1963317"/>
                  </a:lnTo>
                  <a:lnTo>
                    <a:pt x="813858" y="1961430"/>
                  </a:lnTo>
                  <a:lnTo>
                    <a:pt x="814885" y="1959201"/>
                  </a:lnTo>
                  <a:lnTo>
                    <a:pt x="816255" y="1957770"/>
                  </a:lnTo>
                  <a:lnTo>
                    <a:pt x="816460" y="1957679"/>
                  </a:lnTo>
                  <a:lnTo>
                    <a:pt x="820865" y="1958455"/>
                  </a:lnTo>
                  <a:lnTo>
                    <a:pt x="823628" y="1958341"/>
                  </a:lnTo>
                  <a:lnTo>
                    <a:pt x="823924" y="1958021"/>
                  </a:lnTo>
                  <a:lnTo>
                    <a:pt x="827569" y="1958630"/>
                  </a:lnTo>
                  <a:lnTo>
                    <a:pt x="831594" y="1961773"/>
                  </a:lnTo>
                  <a:lnTo>
                    <a:pt x="834089" y="1965250"/>
                  </a:lnTo>
                  <a:lnTo>
                    <a:pt x="837285" y="1969670"/>
                  </a:lnTo>
                  <a:lnTo>
                    <a:pt x="838769" y="1971108"/>
                  </a:lnTo>
                  <a:lnTo>
                    <a:pt x="840929" y="1971725"/>
                  </a:lnTo>
                  <a:lnTo>
                    <a:pt x="842626" y="1971991"/>
                  </a:lnTo>
                  <a:lnTo>
                    <a:pt x="844901" y="1972676"/>
                  </a:lnTo>
                  <a:lnTo>
                    <a:pt x="850912" y="1973596"/>
                  </a:lnTo>
                  <a:lnTo>
                    <a:pt x="851825" y="1974136"/>
                  </a:lnTo>
                  <a:lnTo>
                    <a:pt x="852441" y="1974859"/>
                  </a:lnTo>
                  <a:lnTo>
                    <a:pt x="851886" y="1977264"/>
                  </a:lnTo>
                  <a:lnTo>
                    <a:pt x="852418" y="1977872"/>
                  </a:lnTo>
                  <a:lnTo>
                    <a:pt x="857295" y="1976160"/>
                  </a:lnTo>
                  <a:lnTo>
                    <a:pt x="858604" y="1974882"/>
                  </a:lnTo>
                  <a:lnTo>
                    <a:pt x="860209" y="1971245"/>
                  </a:lnTo>
                  <a:lnTo>
                    <a:pt x="861648" y="1967578"/>
                  </a:lnTo>
                  <a:lnTo>
                    <a:pt x="862720" y="1966216"/>
                  </a:lnTo>
                  <a:lnTo>
                    <a:pt x="863854" y="1965858"/>
                  </a:lnTo>
                  <a:lnTo>
                    <a:pt x="864995" y="1966406"/>
                  </a:lnTo>
                  <a:lnTo>
                    <a:pt x="866593" y="1968575"/>
                  </a:lnTo>
                  <a:lnTo>
                    <a:pt x="868754" y="1970781"/>
                  </a:lnTo>
                  <a:lnTo>
                    <a:pt x="871676" y="1971618"/>
                  </a:lnTo>
                  <a:lnTo>
                    <a:pt x="873456" y="1971953"/>
                  </a:lnTo>
                  <a:lnTo>
                    <a:pt x="876218" y="1972135"/>
                  </a:lnTo>
                  <a:lnTo>
                    <a:pt x="882716" y="1971063"/>
                  </a:lnTo>
                  <a:lnTo>
                    <a:pt x="888795" y="1968392"/>
                  </a:lnTo>
                  <a:lnTo>
                    <a:pt x="892264" y="1965486"/>
                  </a:lnTo>
                  <a:lnTo>
                    <a:pt x="893877" y="1961118"/>
                  </a:lnTo>
                  <a:lnTo>
                    <a:pt x="894889" y="1956142"/>
                  </a:lnTo>
                  <a:lnTo>
                    <a:pt x="896442" y="1952992"/>
                  </a:lnTo>
                  <a:lnTo>
                    <a:pt x="895795" y="1949766"/>
                  </a:lnTo>
                  <a:lnTo>
                    <a:pt x="892736" y="1946692"/>
                  </a:lnTo>
                  <a:lnTo>
                    <a:pt x="891701" y="1945764"/>
                  </a:lnTo>
                  <a:lnTo>
                    <a:pt x="884260" y="1944037"/>
                  </a:lnTo>
                  <a:lnTo>
                    <a:pt x="883804" y="1942789"/>
                  </a:lnTo>
                  <a:lnTo>
                    <a:pt x="883377" y="1942500"/>
                  </a:lnTo>
                  <a:lnTo>
                    <a:pt x="876043" y="1939761"/>
                  </a:lnTo>
                  <a:lnTo>
                    <a:pt x="872512" y="1938589"/>
                  </a:lnTo>
                  <a:lnTo>
                    <a:pt x="871516" y="1936778"/>
                  </a:lnTo>
                  <a:lnTo>
                    <a:pt x="870862" y="1934405"/>
                  </a:lnTo>
                  <a:lnTo>
                    <a:pt x="868571" y="1932282"/>
                  </a:lnTo>
                  <a:lnTo>
                    <a:pt x="864021" y="1930349"/>
                  </a:lnTo>
                  <a:lnTo>
                    <a:pt x="863230" y="1928873"/>
                  </a:lnTo>
                  <a:lnTo>
                    <a:pt x="863984" y="1927382"/>
                  </a:lnTo>
                  <a:lnTo>
                    <a:pt x="866403" y="1926263"/>
                  </a:lnTo>
                  <a:lnTo>
                    <a:pt x="867567" y="1925723"/>
                  </a:lnTo>
                  <a:lnTo>
                    <a:pt x="871668" y="1922223"/>
                  </a:lnTo>
                  <a:lnTo>
                    <a:pt x="873243" y="1921500"/>
                  </a:lnTo>
                  <a:lnTo>
                    <a:pt x="876888" y="1921341"/>
                  </a:lnTo>
                  <a:lnTo>
                    <a:pt x="880265" y="1918472"/>
                  </a:lnTo>
                  <a:lnTo>
                    <a:pt x="882594" y="1916829"/>
                  </a:lnTo>
                  <a:lnTo>
                    <a:pt x="883811" y="1914873"/>
                  </a:lnTo>
                  <a:lnTo>
                    <a:pt x="883492" y="1912850"/>
                  </a:lnTo>
                  <a:lnTo>
                    <a:pt x="880114" y="1906725"/>
                  </a:lnTo>
                  <a:lnTo>
                    <a:pt x="879109" y="1903004"/>
                  </a:lnTo>
                  <a:lnTo>
                    <a:pt x="879710" y="1900577"/>
                  </a:lnTo>
                  <a:lnTo>
                    <a:pt x="881650" y="1897952"/>
                  </a:lnTo>
                  <a:lnTo>
                    <a:pt x="882754" y="1896514"/>
                  </a:lnTo>
                  <a:lnTo>
                    <a:pt x="884078" y="1893927"/>
                  </a:lnTo>
                  <a:lnTo>
                    <a:pt x="884945" y="1892542"/>
                  </a:lnTo>
                  <a:lnTo>
                    <a:pt x="888354" y="1891956"/>
                  </a:lnTo>
                  <a:lnTo>
                    <a:pt x="892485" y="1891713"/>
                  </a:lnTo>
                  <a:lnTo>
                    <a:pt x="895323" y="1892329"/>
                  </a:lnTo>
                  <a:lnTo>
                    <a:pt x="899287" y="1892649"/>
                  </a:lnTo>
                  <a:lnTo>
                    <a:pt x="902901" y="1893128"/>
                  </a:lnTo>
                  <a:lnTo>
                    <a:pt x="904727" y="1893554"/>
                  </a:lnTo>
                  <a:lnTo>
                    <a:pt x="906074" y="1892763"/>
                  </a:lnTo>
                  <a:lnTo>
                    <a:pt x="907048" y="1891371"/>
                  </a:lnTo>
                  <a:lnTo>
                    <a:pt x="907017" y="1889529"/>
                  </a:lnTo>
                  <a:lnTo>
                    <a:pt x="905595" y="1887741"/>
                  </a:lnTo>
                  <a:lnTo>
                    <a:pt x="900291" y="1885390"/>
                  </a:lnTo>
                  <a:lnTo>
                    <a:pt x="898016" y="1883450"/>
                  </a:lnTo>
                  <a:lnTo>
                    <a:pt x="896236" y="1883663"/>
                  </a:lnTo>
                  <a:lnTo>
                    <a:pt x="893254" y="1883054"/>
                  </a:lnTo>
                  <a:lnTo>
                    <a:pt x="890560" y="1881784"/>
                  </a:lnTo>
                  <a:lnTo>
                    <a:pt x="888179" y="1881358"/>
                  </a:lnTo>
                  <a:lnTo>
                    <a:pt x="887403" y="1879593"/>
                  </a:lnTo>
                  <a:lnTo>
                    <a:pt x="887889" y="1877112"/>
                  </a:lnTo>
                  <a:lnTo>
                    <a:pt x="888810" y="1875689"/>
                  </a:lnTo>
                  <a:lnTo>
                    <a:pt x="890568" y="1874982"/>
                  </a:lnTo>
                  <a:lnTo>
                    <a:pt x="892478" y="1875339"/>
                  </a:lnTo>
                  <a:lnTo>
                    <a:pt x="894554" y="1874305"/>
                  </a:lnTo>
                  <a:lnTo>
                    <a:pt x="895156" y="1873696"/>
                  </a:lnTo>
                  <a:lnTo>
                    <a:pt x="895331" y="1872912"/>
                  </a:lnTo>
                  <a:lnTo>
                    <a:pt x="894996" y="1871794"/>
                  </a:lnTo>
                  <a:lnTo>
                    <a:pt x="894030" y="1870873"/>
                  </a:lnTo>
                  <a:lnTo>
                    <a:pt x="892660" y="1870630"/>
                  </a:lnTo>
                  <a:lnTo>
                    <a:pt x="891085" y="1871413"/>
                  </a:lnTo>
                  <a:lnTo>
                    <a:pt x="889198" y="1871923"/>
                  </a:lnTo>
                  <a:lnTo>
                    <a:pt x="886010" y="1870774"/>
                  </a:lnTo>
                  <a:lnTo>
                    <a:pt x="883469" y="1869389"/>
                  </a:lnTo>
                  <a:lnTo>
                    <a:pt x="883598" y="1868111"/>
                  </a:lnTo>
                  <a:lnTo>
                    <a:pt x="885477" y="1866201"/>
                  </a:lnTo>
                  <a:lnTo>
                    <a:pt x="886322" y="1864649"/>
                  </a:lnTo>
                  <a:lnTo>
                    <a:pt x="886322" y="1862504"/>
                  </a:lnTo>
                  <a:lnTo>
                    <a:pt x="886322" y="1859993"/>
                  </a:lnTo>
                  <a:lnTo>
                    <a:pt x="886976" y="1857048"/>
                  </a:lnTo>
                  <a:lnTo>
                    <a:pt x="888840" y="1855032"/>
                  </a:lnTo>
                  <a:lnTo>
                    <a:pt x="891032" y="1853952"/>
                  </a:lnTo>
                  <a:lnTo>
                    <a:pt x="896678" y="1855922"/>
                  </a:lnTo>
                  <a:lnTo>
                    <a:pt x="903738" y="1857680"/>
                  </a:lnTo>
                  <a:lnTo>
                    <a:pt x="904948" y="1857391"/>
                  </a:lnTo>
                  <a:lnTo>
                    <a:pt x="905305" y="1856462"/>
                  </a:lnTo>
                  <a:lnTo>
                    <a:pt x="906112" y="1855641"/>
                  </a:lnTo>
                  <a:lnTo>
                    <a:pt x="915912" y="1855260"/>
                  </a:lnTo>
                  <a:lnTo>
                    <a:pt x="917814" y="1854127"/>
                  </a:lnTo>
                  <a:lnTo>
                    <a:pt x="918765" y="1853221"/>
                  </a:lnTo>
                  <a:lnTo>
                    <a:pt x="928185" y="1851920"/>
                  </a:lnTo>
                  <a:lnTo>
                    <a:pt x="929303" y="1850680"/>
                  </a:lnTo>
                  <a:lnTo>
                    <a:pt x="930688" y="1849524"/>
                  </a:lnTo>
                  <a:lnTo>
                    <a:pt x="932856" y="1849546"/>
                  </a:lnTo>
                  <a:lnTo>
                    <a:pt x="935436" y="1849082"/>
                  </a:lnTo>
                  <a:lnTo>
                    <a:pt x="939034" y="1847667"/>
                  </a:lnTo>
                  <a:lnTo>
                    <a:pt x="941583" y="1846891"/>
                  </a:lnTo>
                  <a:lnTo>
                    <a:pt x="942009" y="1846830"/>
                  </a:lnTo>
                  <a:lnTo>
                    <a:pt x="944702" y="1847142"/>
                  </a:lnTo>
                  <a:lnTo>
                    <a:pt x="948043" y="1846024"/>
                  </a:lnTo>
                  <a:lnTo>
                    <a:pt x="948765" y="1845559"/>
                  </a:lnTo>
                  <a:lnTo>
                    <a:pt x="949306" y="1844715"/>
                  </a:lnTo>
                  <a:lnTo>
                    <a:pt x="952220" y="1843087"/>
                  </a:lnTo>
                  <a:lnTo>
                    <a:pt x="957812" y="1841748"/>
                  </a:lnTo>
                  <a:lnTo>
                    <a:pt x="959174" y="1842547"/>
                  </a:lnTo>
                  <a:lnTo>
                    <a:pt x="961845" y="1842912"/>
                  </a:lnTo>
                  <a:lnTo>
                    <a:pt x="965246" y="1842311"/>
                  </a:lnTo>
                  <a:lnTo>
                    <a:pt x="967757" y="1841283"/>
                  </a:lnTo>
                  <a:lnTo>
                    <a:pt x="969218" y="1842303"/>
                  </a:lnTo>
                  <a:lnTo>
                    <a:pt x="971203" y="1843353"/>
                  </a:lnTo>
                  <a:lnTo>
                    <a:pt x="972687" y="1842463"/>
                  </a:lnTo>
                  <a:lnTo>
                    <a:pt x="973425" y="1839655"/>
                  </a:lnTo>
                  <a:lnTo>
                    <a:pt x="974383" y="1836908"/>
                  </a:lnTo>
                  <a:lnTo>
                    <a:pt x="976065" y="1835607"/>
                  </a:lnTo>
                  <a:lnTo>
                    <a:pt x="977396" y="1835128"/>
                  </a:lnTo>
                  <a:lnTo>
                    <a:pt x="978599" y="1834070"/>
                  </a:lnTo>
                  <a:lnTo>
                    <a:pt x="979504" y="1832967"/>
                  </a:lnTo>
                  <a:lnTo>
                    <a:pt x="984427" y="1833135"/>
                  </a:lnTo>
                  <a:lnTo>
                    <a:pt x="988832" y="1830388"/>
                  </a:lnTo>
                  <a:lnTo>
                    <a:pt x="989699" y="1831636"/>
                  </a:lnTo>
                  <a:lnTo>
                    <a:pt x="995421" y="1831347"/>
                  </a:lnTo>
                  <a:lnTo>
                    <a:pt x="1002528" y="1829574"/>
                  </a:lnTo>
                  <a:lnTo>
                    <a:pt x="1006781" y="1828744"/>
                  </a:lnTo>
                  <a:lnTo>
                    <a:pt x="1014123" y="1826888"/>
                  </a:lnTo>
                  <a:lnTo>
                    <a:pt x="1017516" y="1825382"/>
                  </a:lnTo>
                  <a:lnTo>
                    <a:pt x="1022379" y="1824430"/>
                  </a:lnTo>
                  <a:lnTo>
                    <a:pt x="1026837" y="1823768"/>
                  </a:lnTo>
                  <a:lnTo>
                    <a:pt x="1029751" y="1821128"/>
                  </a:lnTo>
                  <a:lnTo>
                    <a:pt x="1032102" y="1820756"/>
                  </a:lnTo>
                  <a:lnTo>
                    <a:pt x="1034963" y="1820535"/>
                  </a:lnTo>
                  <a:lnTo>
                    <a:pt x="1036713" y="1819903"/>
                  </a:lnTo>
                  <a:lnTo>
                    <a:pt x="1037854" y="1818930"/>
                  </a:lnTo>
                  <a:lnTo>
                    <a:pt x="1038592" y="1817096"/>
                  </a:lnTo>
                  <a:lnTo>
                    <a:pt x="1038189" y="1814752"/>
                  </a:lnTo>
                  <a:lnTo>
                    <a:pt x="1037778" y="1813048"/>
                  </a:lnTo>
                  <a:lnTo>
                    <a:pt x="1039825" y="1812097"/>
                  </a:lnTo>
                  <a:lnTo>
                    <a:pt x="1042747" y="1811800"/>
                  </a:lnTo>
                  <a:lnTo>
                    <a:pt x="1044588" y="1811412"/>
                  </a:lnTo>
                  <a:lnTo>
                    <a:pt x="1048605" y="1807532"/>
                  </a:lnTo>
                  <a:lnTo>
                    <a:pt x="1051375" y="1805668"/>
                  </a:lnTo>
                  <a:lnTo>
                    <a:pt x="1054243" y="1804496"/>
                  </a:lnTo>
                  <a:lnTo>
                    <a:pt x="1060003" y="1805135"/>
                  </a:lnTo>
                  <a:lnTo>
                    <a:pt x="1065260" y="1805721"/>
                  </a:lnTo>
                  <a:lnTo>
                    <a:pt x="1070533" y="1807578"/>
                  </a:lnTo>
                  <a:lnTo>
                    <a:pt x="1073303" y="1809890"/>
                  </a:lnTo>
                  <a:lnTo>
                    <a:pt x="1075684" y="1811633"/>
                  </a:lnTo>
                  <a:lnTo>
                    <a:pt x="1077936" y="1812462"/>
                  </a:lnTo>
                  <a:lnTo>
                    <a:pt x="1079976" y="1812995"/>
                  </a:lnTo>
                  <a:lnTo>
                    <a:pt x="1082342" y="1812204"/>
                  </a:lnTo>
                  <a:lnTo>
                    <a:pt x="1084015" y="1811138"/>
                  </a:lnTo>
                  <a:lnTo>
                    <a:pt x="1084990" y="1809609"/>
                  </a:lnTo>
                  <a:lnTo>
                    <a:pt x="1086465" y="1808513"/>
                  </a:lnTo>
                  <a:lnTo>
                    <a:pt x="1091845" y="1807661"/>
                  </a:lnTo>
                  <a:lnTo>
                    <a:pt x="1092956" y="1809312"/>
                  </a:lnTo>
                  <a:lnTo>
                    <a:pt x="1095512" y="1814281"/>
                  </a:lnTo>
                  <a:lnTo>
                    <a:pt x="1097255" y="1820877"/>
                  </a:lnTo>
                  <a:lnTo>
                    <a:pt x="1100123" y="1829589"/>
                  </a:lnTo>
                  <a:lnTo>
                    <a:pt x="1101386" y="1833858"/>
                  </a:lnTo>
                  <a:lnTo>
                    <a:pt x="1100830" y="1836087"/>
                  </a:lnTo>
                  <a:lnTo>
                    <a:pt x="1100838" y="1839138"/>
                  </a:lnTo>
                  <a:lnTo>
                    <a:pt x="1100678" y="1842485"/>
                  </a:lnTo>
                  <a:lnTo>
                    <a:pt x="1098563" y="1846267"/>
                  </a:lnTo>
                  <a:lnTo>
                    <a:pt x="1099423" y="1848025"/>
                  </a:lnTo>
                  <a:lnTo>
                    <a:pt x="1104619" y="1849980"/>
                  </a:lnTo>
                  <a:lnTo>
                    <a:pt x="1111893" y="1849265"/>
                  </a:lnTo>
                  <a:lnTo>
                    <a:pt x="1116382" y="1847682"/>
                  </a:lnTo>
                  <a:lnTo>
                    <a:pt x="1118885" y="1848260"/>
                  </a:lnTo>
                  <a:lnTo>
                    <a:pt x="1120194" y="1847309"/>
                  </a:lnTo>
                  <a:lnTo>
                    <a:pt x="1121039" y="1844510"/>
                  </a:lnTo>
                  <a:lnTo>
                    <a:pt x="1122766" y="1843878"/>
                  </a:lnTo>
                  <a:lnTo>
                    <a:pt x="1124539" y="1845833"/>
                  </a:lnTo>
                  <a:lnTo>
                    <a:pt x="1125825" y="1849136"/>
                  </a:lnTo>
                  <a:lnTo>
                    <a:pt x="1127057" y="1851258"/>
                  </a:lnTo>
                  <a:lnTo>
                    <a:pt x="1126966" y="1853784"/>
                  </a:lnTo>
                  <a:lnTo>
                    <a:pt x="1127422" y="1857018"/>
                  </a:lnTo>
                  <a:lnTo>
                    <a:pt x="1128328" y="1857832"/>
                  </a:lnTo>
                  <a:lnTo>
                    <a:pt x="1130108" y="1856607"/>
                  </a:lnTo>
                  <a:lnTo>
                    <a:pt x="1131295" y="1855877"/>
                  </a:lnTo>
                  <a:lnTo>
                    <a:pt x="1131577" y="1854895"/>
                  </a:lnTo>
                  <a:lnTo>
                    <a:pt x="1131074" y="1853685"/>
                  </a:lnTo>
                  <a:lnTo>
                    <a:pt x="1130839" y="1852453"/>
                  </a:lnTo>
                  <a:lnTo>
                    <a:pt x="1131234" y="1851319"/>
                  </a:lnTo>
                  <a:lnTo>
                    <a:pt x="1132079" y="1850855"/>
                  </a:lnTo>
                  <a:lnTo>
                    <a:pt x="1134612" y="1851213"/>
                  </a:lnTo>
                  <a:lnTo>
                    <a:pt x="1138303" y="1851836"/>
                  </a:lnTo>
                  <a:lnTo>
                    <a:pt x="1142685" y="1856432"/>
                  </a:lnTo>
                  <a:lnTo>
                    <a:pt x="1145051" y="1857261"/>
                  </a:lnTo>
                  <a:lnTo>
                    <a:pt x="1146048" y="1857345"/>
                  </a:lnTo>
                  <a:lnTo>
                    <a:pt x="1148270" y="1857079"/>
                  </a:lnTo>
                  <a:lnTo>
                    <a:pt x="1150940" y="1855763"/>
                  </a:lnTo>
                  <a:lnTo>
                    <a:pt x="1152736" y="1854104"/>
                  </a:lnTo>
                  <a:lnTo>
                    <a:pt x="1153337" y="1853290"/>
                  </a:lnTo>
                  <a:lnTo>
                    <a:pt x="1154372" y="1853434"/>
                  </a:lnTo>
                  <a:lnTo>
                    <a:pt x="1155354" y="1854203"/>
                  </a:lnTo>
                  <a:lnTo>
                    <a:pt x="1155422" y="1855877"/>
                  </a:lnTo>
                  <a:lnTo>
                    <a:pt x="1154638" y="1858296"/>
                  </a:lnTo>
                  <a:lnTo>
                    <a:pt x="1151975" y="1860510"/>
                  </a:lnTo>
                  <a:lnTo>
                    <a:pt x="1148665" y="1862565"/>
                  </a:lnTo>
                  <a:lnTo>
                    <a:pt x="1146657" y="1866323"/>
                  </a:lnTo>
                  <a:lnTo>
                    <a:pt x="1146231" y="1870234"/>
                  </a:lnTo>
                  <a:lnTo>
                    <a:pt x="1147106" y="1872220"/>
                  </a:lnTo>
                  <a:lnTo>
                    <a:pt x="1147859" y="1873544"/>
                  </a:lnTo>
                  <a:lnTo>
                    <a:pt x="1148072" y="1875400"/>
                  </a:lnTo>
                  <a:lnTo>
                    <a:pt x="1148818" y="1875644"/>
                  </a:lnTo>
                  <a:lnTo>
                    <a:pt x="1150172" y="1874883"/>
                  </a:lnTo>
                  <a:lnTo>
                    <a:pt x="1153862" y="1871033"/>
                  </a:lnTo>
                  <a:lnTo>
                    <a:pt x="1155741" y="1870082"/>
                  </a:lnTo>
                  <a:lnTo>
                    <a:pt x="1158465" y="1869473"/>
                  </a:lnTo>
                  <a:lnTo>
                    <a:pt x="1162947" y="1869777"/>
                  </a:lnTo>
                  <a:lnTo>
                    <a:pt x="1165960" y="1871033"/>
                  </a:lnTo>
                  <a:lnTo>
                    <a:pt x="1167398" y="1872775"/>
                  </a:lnTo>
                  <a:lnTo>
                    <a:pt x="1168981" y="1874213"/>
                  </a:lnTo>
                  <a:lnTo>
                    <a:pt x="1170076" y="1873612"/>
                  </a:lnTo>
                  <a:lnTo>
                    <a:pt x="1170639" y="1871954"/>
                  </a:lnTo>
                  <a:lnTo>
                    <a:pt x="1170670" y="1870051"/>
                  </a:lnTo>
                  <a:lnTo>
                    <a:pt x="1171134" y="1868484"/>
                  </a:lnTo>
                  <a:lnTo>
                    <a:pt x="1176034" y="1864626"/>
                  </a:lnTo>
                  <a:lnTo>
                    <a:pt x="1179297" y="1862055"/>
                  </a:lnTo>
                  <a:lnTo>
                    <a:pt x="1180416" y="1861750"/>
                  </a:lnTo>
                  <a:lnTo>
                    <a:pt x="1182600" y="1862283"/>
                  </a:lnTo>
                  <a:lnTo>
                    <a:pt x="1183954" y="1862009"/>
                  </a:lnTo>
                  <a:lnTo>
                    <a:pt x="1187538" y="1859590"/>
                  </a:lnTo>
                  <a:lnTo>
                    <a:pt x="1190885" y="1856828"/>
                  </a:lnTo>
                  <a:lnTo>
                    <a:pt x="1191213" y="1854956"/>
                  </a:lnTo>
                  <a:lnTo>
                    <a:pt x="1191342" y="1853259"/>
                  </a:lnTo>
                  <a:lnTo>
                    <a:pt x="1192171" y="1852491"/>
                  </a:lnTo>
                  <a:lnTo>
                    <a:pt x="1196858" y="1851897"/>
                  </a:lnTo>
                  <a:lnTo>
                    <a:pt x="1197634" y="1851578"/>
                  </a:lnTo>
                  <a:lnTo>
                    <a:pt x="1201637" y="1849645"/>
                  </a:lnTo>
                  <a:lnTo>
                    <a:pt x="1207183" y="1846343"/>
                  </a:lnTo>
                  <a:lnTo>
                    <a:pt x="1209877" y="1844395"/>
                  </a:lnTo>
                  <a:lnTo>
                    <a:pt x="1214784" y="1843528"/>
                  </a:lnTo>
                  <a:lnTo>
                    <a:pt x="1215697" y="1842965"/>
                  </a:lnTo>
                  <a:lnTo>
                    <a:pt x="1217325" y="1841649"/>
                  </a:lnTo>
                  <a:lnTo>
                    <a:pt x="1220399" y="1839823"/>
                  </a:lnTo>
                  <a:lnTo>
                    <a:pt x="1222065" y="1839625"/>
                  </a:lnTo>
                  <a:lnTo>
                    <a:pt x="1221031" y="1844038"/>
                  </a:lnTo>
                  <a:lnTo>
                    <a:pt x="1219197" y="1849120"/>
                  </a:lnTo>
                  <a:lnTo>
                    <a:pt x="1218162" y="1850475"/>
                  </a:lnTo>
                  <a:lnTo>
                    <a:pt x="1213186" y="1850246"/>
                  </a:lnTo>
                  <a:lnTo>
                    <a:pt x="1213194" y="1851631"/>
                  </a:lnTo>
                  <a:lnTo>
                    <a:pt x="1213978" y="1853746"/>
                  </a:lnTo>
                  <a:lnTo>
                    <a:pt x="1214541" y="1854933"/>
                  </a:lnTo>
                  <a:lnTo>
                    <a:pt x="1215141" y="1855998"/>
                  </a:lnTo>
                  <a:lnTo>
                    <a:pt x="1216481" y="1857840"/>
                  </a:lnTo>
                  <a:lnTo>
                    <a:pt x="1221715" y="1862169"/>
                  </a:lnTo>
                  <a:lnTo>
                    <a:pt x="1228373" y="1867662"/>
                  </a:lnTo>
                  <a:lnTo>
                    <a:pt x="1235563" y="1873810"/>
                  </a:lnTo>
                  <a:lnTo>
                    <a:pt x="1240584" y="1878086"/>
                  </a:lnTo>
                  <a:lnTo>
                    <a:pt x="1242616" y="1880293"/>
                  </a:lnTo>
                  <a:lnTo>
                    <a:pt x="1243909" y="1882012"/>
                  </a:lnTo>
                  <a:lnTo>
                    <a:pt x="1247607" y="1888205"/>
                  </a:lnTo>
                  <a:lnTo>
                    <a:pt x="1251122" y="1894056"/>
                  </a:lnTo>
                  <a:lnTo>
                    <a:pt x="1257049" y="1904313"/>
                  </a:lnTo>
                  <a:lnTo>
                    <a:pt x="1262292" y="1914158"/>
                  </a:lnTo>
                  <a:lnTo>
                    <a:pt x="1268074" y="1924924"/>
                  </a:lnTo>
                  <a:lnTo>
                    <a:pt x="1271414" y="1931118"/>
                  </a:lnTo>
                  <a:lnTo>
                    <a:pt x="1278247" y="1943999"/>
                  </a:lnTo>
                  <a:lnTo>
                    <a:pt x="1280073" y="1947933"/>
                  </a:lnTo>
                  <a:lnTo>
                    <a:pt x="1283535" y="1955359"/>
                  </a:lnTo>
                  <a:lnTo>
                    <a:pt x="1286586" y="1962290"/>
                  </a:lnTo>
                  <a:lnTo>
                    <a:pt x="1289287" y="1968392"/>
                  </a:lnTo>
                  <a:lnTo>
                    <a:pt x="1290991" y="1968940"/>
                  </a:lnTo>
                  <a:lnTo>
                    <a:pt x="1291128" y="1967289"/>
                  </a:lnTo>
                  <a:lnTo>
                    <a:pt x="1291433" y="1966186"/>
                  </a:lnTo>
                  <a:lnTo>
                    <a:pt x="1292300" y="1965562"/>
                  </a:lnTo>
                  <a:lnTo>
                    <a:pt x="1294293" y="1963758"/>
                  </a:lnTo>
                  <a:lnTo>
                    <a:pt x="1295366" y="1963325"/>
                  </a:lnTo>
                  <a:lnTo>
                    <a:pt x="1296964" y="1963507"/>
                  </a:lnTo>
                  <a:lnTo>
                    <a:pt x="1298638" y="1962587"/>
                  </a:lnTo>
                  <a:lnTo>
                    <a:pt x="1299254" y="1960852"/>
                  </a:lnTo>
                  <a:lnTo>
                    <a:pt x="1298851" y="1957633"/>
                  </a:lnTo>
                  <a:lnTo>
                    <a:pt x="1298592" y="1956150"/>
                  </a:lnTo>
                  <a:lnTo>
                    <a:pt x="1299163" y="1954552"/>
                  </a:lnTo>
                  <a:lnTo>
                    <a:pt x="1300076" y="1953928"/>
                  </a:lnTo>
                  <a:lnTo>
                    <a:pt x="1301347" y="1953426"/>
                  </a:lnTo>
                  <a:lnTo>
                    <a:pt x="1302518" y="1953167"/>
                  </a:lnTo>
                  <a:lnTo>
                    <a:pt x="1303477" y="1951364"/>
                  </a:lnTo>
                  <a:lnTo>
                    <a:pt x="1305288" y="1950816"/>
                  </a:lnTo>
                  <a:lnTo>
                    <a:pt x="1306954" y="1951151"/>
                  </a:lnTo>
                  <a:lnTo>
                    <a:pt x="1308324" y="1951219"/>
                  </a:lnTo>
                  <a:lnTo>
                    <a:pt x="1309533" y="1952536"/>
                  </a:lnTo>
                  <a:lnTo>
                    <a:pt x="1310210" y="1954339"/>
                  </a:lnTo>
                  <a:lnTo>
                    <a:pt x="1311519" y="1954483"/>
                  </a:lnTo>
                  <a:lnTo>
                    <a:pt x="1313657" y="1954301"/>
                  </a:lnTo>
                  <a:lnTo>
                    <a:pt x="1313954" y="1955807"/>
                  </a:lnTo>
                  <a:lnTo>
                    <a:pt x="1313346" y="1958326"/>
                  </a:lnTo>
                  <a:lnTo>
                    <a:pt x="1312592" y="1960274"/>
                  </a:lnTo>
                  <a:lnTo>
                    <a:pt x="1312463" y="1961833"/>
                  </a:lnTo>
                  <a:lnTo>
                    <a:pt x="1313596" y="1962594"/>
                  </a:lnTo>
                  <a:lnTo>
                    <a:pt x="1317751" y="1961917"/>
                  </a:lnTo>
                  <a:lnTo>
                    <a:pt x="1319219" y="1962252"/>
                  </a:lnTo>
                  <a:lnTo>
                    <a:pt x="1319691" y="1963834"/>
                  </a:lnTo>
                  <a:lnTo>
                    <a:pt x="1320284" y="1965143"/>
                  </a:lnTo>
                  <a:lnTo>
                    <a:pt x="1320573" y="1966741"/>
                  </a:lnTo>
                  <a:lnTo>
                    <a:pt x="1320140" y="1968506"/>
                  </a:lnTo>
                  <a:lnTo>
                    <a:pt x="1320885" y="1969564"/>
                  </a:lnTo>
                  <a:lnTo>
                    <a:pt x="1324469" y="1969587"/>
                  </a:lnTo>
                  <a:lnTo>
                    <a:pt x="1326995" y="1968734"/>
                  </a:lnTo>
                  <a:lnTo>
                    <a:pt x="1330875" y="1968666"/>
                  </a:lnTo>
                  <a:lnTo>
                    <a:pt x="1334383" y="1970538"/>
                  </a:lnTo>
                  <a:lnTo>
                    <a:pt x="1336810" y="1970249"/>
                  </a:lnTo>
                  <a:lnTo>
                    <a:pt x="1339252" y="1969488"/>
                  </a:lnTo>
                  <a:lnTo>
                    <a:pt x="1342836" y="1969967"/>
                  </a:lnTo>
                  <a:lnTo>
                    <a:pt x="1345355" y="1968491"/>
                  </a:lnTo>
                  <a:lnTo>
                    <a:pt x="1347090" y="1966642"/>
                  </a:lnTo>
                  <a:lnTo>
                    <a:pt x="1347630" y="1965189"/>
                  </a:lnTo>
                  <a:lnTo>
                    <a:pt x="1348535" y="1964382"/>
                  </a:lnTo>
                  <a:lnTo>
                    <a:pt x="1351913" y="1964390"/>
                  </a:lnTo>
                  <a:lnTo>
                    <a:pt x="1354044" y="1964245"/>
                  </a:lnTo>
                  <a:lnTo>
                    <a:pt x="1355619" y="1962107"/>
                  </a:lnTo>
                  <a:lnTo>
                    <a:pt x="1357057" y="1961141"/>
                  </a:lnTo>
                  <a:lnTo>
                    <a:pt x="1359476" y="1960958"/>
                  </a:lnTo>
                  <a:lnTo>
                    <a:pt x="1361257" y="1960958"/>
                  </a:lnTo>
                  <a:lnTo>
                    <a:pt x="1366042" y="1962944"/>
                  </a:lnTo>
                  <a:lnTo>
                    <a:pt x="1368956" y="1964588"/>
                  </a:lnTo>
                  <a:lnTo>
                    <a:pt x="1371985" y="1966924"/>
                  </a:lnTo>
                  <a:lnTo>
                    <a:pt x="1373803" y="1968384"/>
                  </a:lnTo>
                  <a:lnTo>
                    <a:pt x="1375028" y="1971679"/>
                  </a:lnTo>
                  <a:lnTo>
                    <a:pt x="1377090" y="1974098"/>
                  </a:lnTo>
                  <a:lnTo>
                    <a:pt x="1378734" y="1976921"/>
                  </a:lnTo>
                  <a:lnTo>
                    <a:pt x="1379129" y="1979698"/>
                  </a:lnTo>
                  <a:lnTo>
                    <a:pt x="1380483" y="1984682"/>
                  </a:lnTo>
                  <a:lnTo>
                    <a:pt x="1381884" y="1986318"/>
                  </a:lnTo>
                  <a:lnTo>
                    <a:pt x="1383542" y="1986318"/>
                  </a:lnTo>
                  <a:lnTo>
                    <a:pt x="1385634" y="1986995"/>
                  </a:lnTo>
                  <a:lnTo>
                    <a:pt x="1387948" y="1987535"/>
                  </a:lnTo>
                  <a:lnTo>
                    <a:pt x="1392893" y="1991225"/>
                  </a:lnTo>
                  <a:lnTo>
                    <a:pt x="1394711" y="1991332"/>
                  </a:lnTo>
                  <a:lnTo>
                    <a:pt x="1396111" y="1992214"/>
                  </a:lnTo>
                  <a:lnTo>
                    <a:pt x="1396325" y="1993911"/>
                  </a:lnTo>
                  <a:lnTo>
                    <a:pt x="1395807" y="1995874"/>
                  </a:lnTo>
                  <a:lnTo>
                    <a:pt x="1396347" y="1997753"/>
                  </a:lnTo>
                  <a:lnTo>
                    <a:pt x="1397968" y="2000150"/>
                  </a:lnTo>
                  <a:lnTo>
                    <a:pt x="1399246" y="2002486"/>
                  </a:lnTo>
                  <a:lnTo>
                    <a:pt x="1400821" y="2005316"/>
                  </a:lnTo>
                  <a:lnTo>
                    <a:pt x="1401301" y="2006929"/>
                  </a:lnTo>
                  <a:lnTo>
                    <a:pt x="1402563" y="2007462"/>
                  </a:lnTo>
                  <a:lnTo>
                    <a:pt x="1404268" y="2006663"/>
                  </a:lnTo>
                  <a:lnTo>
                    <a:pt x="1406976" y="2007272"/>
                  </a:lnTo>
                  <a:lnTo>
                    <a:pt x="1415125" y="2008877"/>
                  </a:lnTo>
                  <a:lnTo>
                    <a:pt x="1416259" y="2009075"/>
                  </a:lnTo>
                  <a:lnTo>
                    <a:pt x="1417126" y="2010749"/>
                  </a:lnTo>
                  <a:lnTo>
                    <a:pt x="1418306" y="2010612"/>
                  </a:lnTo>
                  <a:lnTo>
                    <a:pt x="1419660" y="2010543"/>
                  </a:lnTo>
                  <a:lnTo>
                    <a:pt x="1421539" y="2010741"/>
                  </a:lnTo>
                  <a:lnTo>
                    <a:pt x="1422848" y="2009197"/>
                  </a:lnTo>
                  <a:lnTo>
                    <a:pt x="1423921" y="2007842"/>
                  </a:lnTo>
                  <a:lnTo>
                    <a:pt x="1426607" y="2006168"/>
                  </a:lnTo>
                  <a:lnTo>
                    <a:pt x="1428836" y="2003894"/>
                  </a:lnTo>
                  <a:lnTo>
                    <a:pt x="1430708" y="2001870"/>
                  </a:lnTo>
                  <a:lnTo>
                    <a:pt x="1432107" y="2001603"/>
                  </a:lnTo>
                  <a:lnTo>
                    <a:pt x="1433241" y="2002547"/>
                  </a:lnTo>
                  <a:lnTo>
                    <a:pt x="1433287" y="2004297"/>
                  </a:lnTo>
                  <a:lnTo>
                    <a:pt x="1431887" y="2005575"/>
                  </a:lnTo>
                  <a:lnTo>
                    <a:pt x="1430791" y="2007119"/>
                  </a:lnTo>
                  <a:lnTo>
                    <a:pt x="1431050" y="2008664"/>
                  </a:lnTo>
                  <a:lnTo>
                    <a:pt x="1432929" y="2008801"/>
                  </a:lnTo>
                  <a:lnTo>
                    <a:pt x="1435014" y="2011122"/>
                  </a:lnTo>
                  <a:lnTo>
                    <a:pt x="1438027" y="2016547"/>
                  </a:lnTo>
                  <a:lnTo>
                    <a:pt x="1439047" y="2017680"/>
                  </a:lnTo>
                  <a:lnTo>
                    <a:pt x="1440538" y="2018745"/>
                  </a:lnTo>
                  <a:lnTo>
                    <a:pt x="1442189" y="2019225"/>
                  </a:lnTo>
                  <a:lnTo>
                    <a:pt x="1444015" y="2020001"/>
                  </a:lnTo>
                  <a:lnTo>
                    <a:pt x="1445369" y="2022230"/>
                  </a:lnTo>
                  <a:lnTo>
                    <a:pt x="1445917" y="2024239"/>
                  </a:lnTo>
                  <a:lnTo>
                    <a:pt x="1447926" y="2024543"/>
                  </a:lnTo>
                  <a:lnTo>
                    <a:pt x="1449196" y="2024064"/>
                  </a:lnTo>
                  <a:lnTo>
                    <a:pt x="1450041" y="2023052"/>
                  </a:lnTo>
                  <a:lnTo>
                    <a:pt x="1451342" y="2022732"/>
                  </a:lnTo>
                  <a:lnTo>
                    <a:pt x="1453297" y="2022245"/>
                  </a:lnTo>
                  <a:lnTo>
                    <a:pt x="1455314" y="2021637"/>
                  </a:lnTo>
                  <a:lnTo>
                    <a:pt x="1456425" y="2021751"/>
                  </a:lnTo>
                  <a:lnTo>
                    <a:pt x="1456508" y="2021758"/>
                  </a:lnTo>
                  <a:lnTo>
                    <a:pt x="1458996" y="2021675"/>
                  </a:lnTo>
                  <a:lnTo>
                    <a:pt x="1460130" y="2020944"/>
                  </a:lnTo>
                  <a:lnTo>
                    <a:pt x="1460990" y="2019872"/>
                  </a:lnTo>
                  <a:lnTo>
                    <a:pt x="1462854" y="2018677"/>
                  </a:lnTo>
                  <a:lnTo>
                    <a:pt x="1463249" y="2017300"/>
                  </a:lnTo>
                  <a:lnTo>
                    <a:pt x="1463280" y="2014591"/>
                  </a:lnTo>
                  <a:lnTo>
                    <a:pt x="1464497" y="2012293"/>
                  </a:lnTo>
                  <a:lnTo>
                    <a:pt x="1467594" y="2011609"/>
                  </a:lnTo>
                  <a:lnTo>
                    <a:pt x="1468781" y="2011274"/>
                  </a:lnTo>
                  <a:lnTo>
                    <a:pt x="1470044" y="2011609"/>
                  </a:lnTo>
                  <a:lnTo>
                    <a:pt x="1472007" y="2011289"/>
                  </a:lnTo>
                  <a:lnTo>
                    <a:pt x="1473901" y="2011167"/>
                  </a:lnTo>
                  <a:lnTo>
                    <a:pt x="1474959" y="2011875"/>
                  </a:lnTo>
                  <a:lnTo>
                    <a:pt x="1476359" y="2012476"/>
                  </a:lnTo>
                  <a:lnTo>
                    <a:pt x="1478147" y="2012407"/>
                  </a:lnTo>
                  <a:lnTo>
                    <a:pt x="1478756" y="2011319"/>
                  </a:lnTo>
                  <a:lnTo>
                    <a:pt x="1478832" y="2009805"/>
                  </a:lnTo>
                  <a:lnTo>
                    <a:pt x="1479608" y="2009410"/>
                  </a:lnTo>
                  <a:lnTo>
                    <a:pt x="1480574" y="2010460"/>
                  </a:lnTo>
                  <a:lnTo>
                    <a:pt x="1481114" y="2011243"/>
                  </a:lnTo>
                  <a:lnTo>
                    <a:pt x="1481913" y="2011601"/>
                  </a:lnTo>
                  <a:lnTo>
                    <a:pt x="1484074" y="2010665"/>
                  </a:lnTo>
                  <a:lnTo>
                    <a:pt x="1485580" y="2009653"/>
                  </a:lnTo>
                  <a:lnTo>
                    <a:pt x="1486068" y="2007576"/>
                  </a:lnTo>
                  <a:lnTo>
                    <a:pt x="1486942" y="2006541"/>
                  </a:lnTo>
                  <a:lnTo>
                    <a:pt x="1488114" y="2007066"/>
                  </a:lnTo>
                  <a:lnTo>
                    <a:pt x="1490176" y="2007059"/>
                  </a:lnTo>
                  <a:lnTo>
                    <a:pt x="1491873" y="2005446"/>
                  </a:lnTo>
                  <a:lnTo>
                    <a:pt x="1494102" y="2004160"/>
                  </a:lnTo>
                  <a:lnTo>
                    <a:pt x="1495700" y="2003574"/>
                  </a:lnTo>
                  <a:lnTo>
                    <a:pt x="1496027" y="2002486"/>
                  </a:lnTo>
                  <a:lnTo>
                    <a:pt x="1495274" y="2000082"/>
                  </a:lnTo>
                  <a:lnTo>
                    <a:pt x="1495479" y="1997449"/>
                  </a:lnTo>
                  <a:lnTo>
                    <a:pt x="1497617" y="1995958"/>
                  </a:lnTo>
                  <a:lnTo>
                    <a:pt x="1500478" y="1995783"/>
                  </a:lnTo>
                  <a:lnTo>
                    <a:pt x="1502593" y="1994763"/>
                  </a:lnTo>
                  <a:lnTo>
                    <a:pt x="1503179" y="1991948"/>
                  </a:lnTo>
                  <a:lnTo>
                    <a:pt x="1504229" y="1991142"/>
                  </a:lnTo>
                  <a:lnTo>
                    <a:pt x="1505294" y="1990822"/>
                  </a:lnTo>
                  <a:lnTo>
                    <a:pt x="1507873" y="1990373"/>
                  </a:lnTo>
                  <a:lnTo>
                    <a:pt x="1509730" y="1989232"/>
                  </a:lnTo>
                  <a:lnTo>
                    <a:pt x="1510872" y="1988707"/>
                  </a:lnTo>
                  <a:lnTo>
                    <a:pt x="1514120" y="1987162"/>
                  </a:lnTo>
                  <a:lnTo>
                    <a:pt x="1517073" y="1986858"/>
                  </a:lnTo>
                  <a:lnTo>
                    <a:pt x="1518335" y="1985625"/>
                  </a:lnTo>
                  <a:lnTo>
                    <a:pt x="1519324" y="1984073"/>
                  </a:lnTo>
                  <a:lnTo>
                    <a:pt x="1520983" y="1983480"/>
                  </a:lnTo>
                  <a:lnTo>
                    <a:pt x="1522672" y="1982133"/>
                  </a:lnTo>
                  <a:lnTo>
                    <a:pt x="1524902" y="1980421"/>
                  </a:lnTo>
                  <a:lnTo>
                    <a:pt x="1525777" y="1980178"/>
                  </a:lnTo>
                  <a:lnTo>
                    <a:pt x="1529429" y="1979181"/>
                  </a:lnTo>
                  <a:lnTo>
                    <a:pt x="1530859" y="1978816"/>
                  </a:lnTo>
                  <a:lnTo>
                    <a:pt x="1531719" y="1978595"/>
                  </a:lnTo>
                  <a:lnTo>
                    <a:pt x="1533302" y="1978664"/>
                  </a:lnTo>
                  <a:lnTo>
                    <a:pt x="1533971" y="1976853"/>
                  </a:lnTo>
                  <a:lnTo>
                    <a:pt x="1535576" y="1975514"/>
                  </a:lnTo>
                  <a:lnTo>
                    <a:pt x="1537190" y="1975065"/>
                  </a:lnTo>
                  <a:lnTo>
                    <a:pt x="1537981" y="1973733"/>
                  </a:lnTo>
                  <a:lnTo>
                    <a:pt x="1539525" y="1972036"/>
                  </a:lnTo>
                  <a:lnTo>
                    <a:pt x="1541610" y="1971093"/>
                  </a:lnTo>
                  <a:lnTo>
                    <a:pt x="1544866" y="1970956"/>
                  </a:lnTo>
                  <a:lnTo>
                    <a:pt x="1548016" y="1971146"/>
                  </a:lnTo>
                  <a:lnTo>
                    <a:pt x="1549904" y="1970857"/>
                  </a:lnTo>
                  <a:lnTo>
                    <a:pt x="1551456" y="1968346"/>
                  </a:lnTo>
                  <a:lnTo>
                    <a:pt x="1551752" y="1967099"/>
                  </a:lnTo>
                  <a:lnTo>
                    <a:pt x="1552110" y="1965828"/>
                  </a:lnTo>
                  <a:lnTo>
                    <a:pt x="1553373" y="1965341"/>
                  </a:lnTo>
                  <a:lnTo>
                    <a:pt x="1554894" y="1967403"/>
                  </a:lnTo>
                  <a:lnTo>
                    <a:pt x="1556180" y="1968681"/>
                  </a:lnTo>
                  <a:lnTo>
                    <a:pt x="1558159" y="1970013"/>
                  </a:lnTo>
                  <a:lnTo>
                    <a:pt x="1559178" y="1971260"/>
                  </a:lnTo>
                  <a:lnTo>
                    <a:pt x="1560342" y="1971435"/>
                  </a:lnTo>
                  <a:lnTo>
                    <a:pt x="1561567" y="1970500"/>
                  </a:lnTo>
                  <a:lnTo>
                    <a:pt x="1562435" y="1968225"/>
                  </a:lnTo>
                  <a:lnTo>
                    <a:pt x="1564078" y="1967875"/>
                  </a:lnTo>
                  <a:lnTo>
                    <a:pt x="1565889" y="1968240"/>
                  </a:lnTo>
                  <a:lnTo>
                    <a:pt x="1566369" y="1969358"/>
                  </a:lnTo>
                  <a:lnTo>
                    <a:pt x="1566528" y="1970446"/>
                  </a:lnTo>
                  <a:lnTo>
                    <a:pt x="1567357" y="1972394"/>
                  </a:lnTo>
                  <a:lnTo>
                    <a:pt x="1569351" y="1974091"/>
                  </a:lnTo>
                  <a:lnTo>
                    <a:pt x="1571900" y="1974007"/>
                  </a:lnTo>
                  <a:lnTo>
                    <a:pt x="1572927" y="1973703"/>
                  </a:lnTo>
                  <a:lnTo>
                    <a:pt x="1575407" y="1973939"/>
                  </a:lnTo>
                  <a:lnTo>
                    <a:pt x="1577850" y="1974304"/>
                  </a:lnTo>
                  <a:lnTo>
                    <a:pt x="1580512" y="1974707"/>
                  </a:lnTo>
                  <a:lnTo>
                    <a:pt x="1581289" y="1974768"/>
                  </a:lnTo>
                  <a:lnTo>
                    <a:pt x="1584142" y="1974973"/>
                  </a:lnTo>
                  <a:lnTo>
                    <a:pt x="1588296" y="1975270"/>
                  </a:lnTo>
                  <a:lnTo>
                    <a:pt x="1590122" y="1975133"/>
                  </a:lnTo>
                  <a:lnTo>
                    <a:pt x="1593866" y="1975681"/>
                  </a:lnTo>
                  <a:lnTo>
                    <a:pt x="1594634" y="1977187"/>
                  </a:lnTo>
                  <a:lnTo>
                    <a:pt x="1595327" y="1980748"/>
                  </a:lnTo>
                  <a:lnTo>
                    <a:pt x="1595913" y="1984134"/>
                  </a:lnTo>
                  <a:lnTo>
                    <a:pt x="1596080" y="1986850"/>
                  </a:lnTo>
                  <a:lnTo>
                    <a:pt x="1597054" y="1988258"/>
                  </a:lnTo>
                  <a:lnTo>
                    <a:pt x="1598294" y="1988722"/>
                  </a:lnTo>
                  <a:lnTo>
                    <a:pt x="1599115" y="1989818"/>
                  </a:lnTo>
                  <a:lnTo>
                    <a:pt x="1600554" y="1991309"/>
                  </a:lnTo>
                  <a:lnTo>
                    <a:pt x="1601626" y="1993439"/>
                  </a:lnTo>
                  <a:lnTo>
                    <a:pt x="1602928" y="1993295"/>
                  </a:lnTo>
                  <a:lnTo>
                    <a:pt x="1603833" y="1992793"/>
                  </a:lnTo>
                  <a:lnTo>
                    <a:pt x="1605826" y="1992633"/>
                  </a:lnTo>
                  <a:lnTo>
                    <a:pt x="1608368" y="1992777"/>
                  </a:lnTo>
                  <a:lnTo>
                    <a:pt x="1610133" y="1993957"/>
                  </a:lnTo>
                  <a:lnTo>
                    <a:pt x="1610802" y="1995501"/>
                  </a:lnTo>
                  <a:lnTo>
                    <a:pt x="1612233" y="1996369"/>
                  </a:lnTo>
                  <a:lnTo>
                    <a:pt x="1613397" y="1996087"/>
                  </a:lnTo>
                  <a:lnTo>
                    <a:pt x="1616882" y="1996080"/>
                  </a:lnTo>
                  <a:lnTo>
                    <a:pt x="1618084" y="1996178"/>
                  </a:lnTo>
                  <a:lnTo>
                    <a:pt x="1619278" y="1997023"/>
                  </a:lnTo>
                  <a:lnTo>
                    <a:pt x="1621013" y="1997168"/>
                  </a:lnTo>
                  <a:lnTo>
                    <a:pt x="1621964" y="1996087"/>
                  </a:lnTo>
                  <a:lnTo>
                    <a:pt x="1624969" y="1995357"/>
                  </a:lnTo>
                  <a:lnTo>
                    <a:pt x="1626712" y="1993812"/>
                  </a:lnTo>
                  <a:lnTo>
                    <a:pt x="1628051" y="1993797"/>
                  </a:lnTo>
                  <a:lnTo>
                    <a:pt x="1629063" y="1994543"/>
                  </a:lnTo>
                  <a:lnTo>
                    <a:pt x="1629846" y="1995555"/>
                  </a:lnTo>
                  <a:lnTo>
                    <a:pt x="1630988" y="1995106"/>
                  </a:lnTo>
                  <a:lnTo>
                    <a:pt x="1631612" y="1994276"/>
                  </a:lnTo>
                  <a:lnTo>
                    <a:pt x="1632616" y="1994276"/>
                  </a:lnTo>
                  <a:lnTo>
                    <a:pt x="1633598" y="1994817"/>
                  </a:lnTo>
                  <a:lnTo>
                    <a:pt x="1636116" y="1995760"/>
                  </a:lnTo>
                  <a:lnTo>
                    <a:pt x="1637942" y="1997510"/>
                  </a:lnTo>
                  <a:lnTo>
                    <a:pt x="1639357" y="1997677"/>
                  </a:lnTo>
                  <a:lnTo>
                    <a:pt x="1641176" y="1997168"/>
                  </a:lnTo>
                  <a:lnTo>
                    <a:pt x="1642013" y="1996932"/>
                  </a:lnTo>
                  <a:lnTo>
                    <a:pt x="1642812" y="1997799"/>
                  </a:lnTo>
                  <a:lnTo>
                    <a:pt x="1643983" y="1998271"/>
                  </a:lnTo>
                  <a:lnTo>
                    <a:pt x="1644874" y="1997632"/>
                  </a:lnTo>
                  <a:lnTo>
                    <a:pt x="1646403" y="1997175"/>
                  </a:lnTo>
                  <a:lnTo>
                    <a:pt x="1652254" y="1998126"/>
                  </a:lnTo>
                  <a:lnTo>
                    <a:pt x="1653608" y="1999868"/>
                  </a:lnTo>
                  <a:lnTo>
                    <a:pt x="1654650" y="2000690"/>
                  </a:lnTo>
                  <a:lnTo>
                    <a:pt x="1655487" y="2002121"/>
                  </a:lnTo>
                  <a:lnTo>
                    <a:pt x="1657009" y="2003140"/>
                  </a:lnTo>
                  <a:lnTo>
                    <a:pt x="1660243" y="2002790"/>
                  </a:lnTo>
                  <a:lnTo>
                    <a:pt x="1661490" y="2001748"/>
                  </a:lnTo>
                  <a:lnTo>
                    <a:pt x="1664108" y="1999435"/>
                  </a:lnTo>
                  <a:lnTo>
                    <a:pt x="1665150" y="1997175"/>
                  </a:lnTo>
                  <a:lnTo>
                    <a:pt x="1666466" y="1996445"/>
                  </a:lnTo>
                  <a:lnTo>
                    <a:pt x="1667950" y="1996080"/>
                  </a:lnTo>
                  <a:lnTo>
                    <a:pt x="1669343" y="1996080"/>
                  </a:lnTo>
                  <a:lnTo>
                    <a:pt x="1670796" y="1996003"/>
                  </a:lnTo>
                  <a:lnTo>
                    <a:pt x="1672561" y="1994345"/>
                  </a:lnTo>
                  <a:lnTo>
                    <a:pt x="1673991" y="1993767"/>
                  </a:lnTo>
                  <a:lnTo>
                    <a:pt x="1676114" y="1991659"/>
                  </a:lnTo>
                  <a:lnTo>
                    <a:pt x="1676510" y="1990708"/>
                  </a:lnTo>
                  <a:lnTo>
                    <a:pt x="1677545" y="1988250"/>
                  </a:lnTo>
                  <a:lnTo>
                    <a:pt x="1678184" y="1986683"/>
                  </a:lnTo>
                  <a:lnTo>
                    <a:pt x="1679257" y="1984187"/>
                  </a:lnTo>
                  <a:lnTo>
                    <a:pt x="1679835" y="1980162"/>
                  </a:lnTo>
                  <a:lnTo>
                    <a:pt x="1680162" y="1978025"/>
                  </a:lnTo>
                  <a:lnTo>
                    <a:pt x="1679880" y="1976472"/>
                  </a:lnTo>
                  <a:lnTo>
                    <a:pt x="1678625" y="1975673"/>
                  </a:lnTo>
                  <a:lnTo>
                    <a:pt x="1677012" y="1975293"/>
                  </a:lnTo>
                  <a:lnTo>
                    <a:pt x="1675597" y="1974106"/>
                  </a:lnTo>
                  <a:lnTo>
                    <a:pt x="1674547" y="1972737"/>
                  </a:lnTo>
                  <a:lnTo>
                    <a:pt x="1673931" y="1970812"/>
                  </a:lnTo>
                  <a:lnTo>
                    <a:pt x="1673101" y="1968552"/>
                  </a:lnTo>
                  <a:lnTo>
                    <a:pt x="1673147" y="1966916"/>
                  </a:lnTo>
                  <a:lnTo>
                    <a:pt x="1672911" y="1965653"/>
                  </a:lnTo>
                  <a:lnTo>
                    <a:pt x="1672204" y="1964573"/>
                  </a:lnTo>
                  <a:lnTo>
                    <a:pt x="1670841" y="1962670"/>
                  </a:lnTo>
                  <a:lnTo>
                    <a:pt x="1670180" y="1961255"/>
                  </a:lnTo>
                  <a:lnTo>
                    <a:pt x="1670400" y="1959011"/>
                  </a:lnTo>
                  <a:lnTo>
                    <a:pt x="1672006" y="1955161"/>
                  </a:lnTo>
                  <a:lnTo>
                    <a:pt x="1672158" y="1953373"/>
                  </a:lnTo>
                  <a:lnTo>
                    <a:pt x="1672356" y="1952262"/>
                  </a:lnTo>
                  <a:lnTo>
                    <a:pt x="1672264" y="1951250"/>
                  </a:lnTo>
                  <a:lnTo>
                    <a:pt x="1672766" y="1948937"/>
                  </a:lnTo>
                  <a:lnTo>
                    <a:pt x="1673672" y="1947963"/>
                  </a:lnTo>
                  <a:lnTo>
                    <a:pt x="1674707" y="1945475"/>
                  </a:lnTo>
                  <a:lnTo>
                    <a:pt x="1676107" y="1944326"/>
                  </a:lnTo>
                  <a:lnTo>
                    <a:pt x="1677849" y="1944250"/>
                  </a:lnTo>
                  <a:lnTo>
                    <a:pt x="1678602" y="1943573"/>
                  </a:lnTo>
                  <a:lnTo>
                    <a:pt x="1678975" y="1941077"/>
                  </a:lnTo>
                  <a:lnTo>
                    <a:pt x="1679812" y="1939152"/>
                  </a:lnTo>
                  <a:lnTo>
                    <a:pt x="1680375" y="1937783"/>
                  </a:lnTo>
                  <a:lnTo>
                    <a:pt x="1681440" y="1936299"/>
                  </a:lnTo>
                  <a:lnTo>
                    <a:pt x="1687588" y="1933423"/>
                  </a:lnTo>
                  <a:lnTo>
                    <a:pt x="1690137" y="1929839"/>
                  </a:lnTo>
                  <a:lnTo>
                    <a:pt x="1691042" y="1928029"/>
                  </a:lnTo>
                  <a:lnTo>
                    <a:pt x="1692032" y="1924133"/>
                  </a:lnTo>
                  <a:lnTo>
                    <a:pt x="1692983" y="1922497"/>
                  </a:lnTo>
                  <a:lnTo>
                    <a:pt x="1694367" y="1923037"/>
                  </a:lnTo>
                  <a:lnTo>
                    <a:pt x="1695996" y="1925335"/>
                  </a:lnTo>
                  <a:lnTo>
                    <a:pt x="1697213" y="1925358"/>
                  </a:lnTo>
                  <a:lnTo>
                    <a:pt x="1699024" y="1926606"/>
                  </a:lnTo>
                  <a:lnTo>
                    <a:pt x="1703954" y="1929208"/>
                  </a:lnTo>
                  <a:lnTo>
                    <a:pt x="1706632" y="1930022"/>
                  </a:lnTo>
                  <a:lnTo>
                    <a:pt x="1708352" y="1930273"/>
                  </a:lnTo>
                  <a:lnTo>
                    <a:pt x="1710627" y="1930996"/>
                  </a:lnTo>
                  <a:lnTo>
                    <a:pt x="1712088" y="1932518"/>
                  </a:lnTo>
                  <a:lnTo>
                    <a:pt x="1714941" y="1934998"/>
                  </a:lnTo>
                  <a:lnTo>
                    <a:pt x="1717353" y="1935629"/>
                  </a:lnTo>
                  <a:lnTo>
                    <a:pt x="1721538" y="1935881"/>
                  </a:lnTo>
                  <a:lnTo>
                    <a:pt x="1726628" y="1936010"/>
                  </a:lnTo>
                  <a:lnTo>
                    <a:pt x="1728065" y="1936444"/>
                  </a:lnTo>
                  <a:lnTo>
                    <a:pt x="1731786" y="1938224"/>
                  </a:lnTo>
                  <a:lnTo>
                    <a:pt x="1735910" y="1940187"/>
                  </a:lnTo>
                  <a:lnTo>
                    <a:pt x="1739790" y="1941945"/>
                  </a:lnTo>
                  <a:lnTo>
                    <a:pt x="1742735" y="1943307"/>
                  </a:lnTo>
                  <a:lnTo>
                    <a:pt x="1744477" y="1944623"/>
                  </a:lnTo>
                  <a:lnTo>
                    <a:pt x="1746113" y="1945376"/>
                  </a:lnTo>
                  <a:lnTo>
                    <a:pt x="1747886" y="1944737"/>
                  </a:lnTo>
                  <a:lnTo>
                    <a:pt x="1750161" y="1944882"/>
                  </a:lnTo>
                  <a:lnTo>
                    <a:pt x="1755502" y="1946464"/>
                  </a:lnTo>
                  <a:lnTo>
                    <a:pt x="1758880" y="1947788"/>
                  </a:lnTo>
                  <a:lnTo>
                    <a:pt x="1761703" y="1948770"/>
                  </a:lnTo>
                  <a:lnTo>
                    <a:pt x="1762647" y="1950124"/>
                  </a:lnTo>
                  <a:lnTo>
                    <a:pt x="1762738" y="1951927"/>
                  </a:lnTo>
                  <a:lnTo>
                    <a:pt x="1762357" y="1953449"/>
                  </a:lnTo>
                  <a:lnTo>
                    <a:pt x="1762563" y="1957131"/>
                  </a:lnTo>
                  <a:lnTo>
                    <a:pt x="1763468" y="1959056"/>
                  </a:lnTo>
                  <a:lnTo>
                    <a:pt x="1763803" y="1961643"/>
                  </a:lnTo>
                  <a:lnTo>
                    <a:pt x="1764145" y="1964101"/>
                  </a:lnTo>
                  <a:lnTo>
                    <a:pt x="1763909" y="1966528"/>
                  </a:lnTo>
                  <a:lnTo>
                    <a:pt x="1764343" y="1967814"/>
                  </a:lnTo>
                  <a:lnTo>
                    <a:pt x="1765226" y="1968575"/>
                  </a:lnTo>
                  <a:lnTo>
                    <a:pt x="1766078" y="1970264"/>
                  </a:lnTo>
                  <a:lnTo>
                    <a:pt x="1765797" y="1972044"/>
                  </a:lnTo>
                  <a:lnTo>
                    <a:pt x="1765416" y="1973079"/>
                  </a:lnTo>
                  <a:lnTo>
                    <a:pt x="1765477" y="1974745"/>
                  </a:lnTo>
                  <a:lnTo>
                    <a:pt x="1766504" y="1976115"/>
                  </a:lnTo>
                  <a:lnTo>
                    <a:pt x="1768010" y="1976381"/>
                  </a:lnTo>
                  <a:lnTo>
                    <a:pt x="1769342" y="1976731"/>
                  </a:lnTo>
                  <a:lnTo>
                    <a:pt x="1770985" y="1978884"/>
                  </a:lnTo>
                  <a:lnTo>
                    <a:pt x="1773915" y="1981365"/>
                  </a:lnTo>
                  <a:lnTo>
                    <a:pt x="1775665" y="1982057"/>
                  </a:lnTo>
                  <a:lnTo>
                    <a:pt x="1777681" y="1983168"/>
                  </a:lnTo>
                  <a:lnTo>
                    <a:pt x="1781523" y="1984256"/>
                  </a:lnTo>
                  <a:lnTo>
                    <a:pt x="1784133" y="1984583"/>
                  </a:lnTo>
                  <a:lnTo>
                    <a:pt x="1785670" y="1985466"/>
                  </a:lnTo>
                  <a:lnTo>
                    <a:pt x="1787177" y="1987596"/>
                  </a:lnTo>
                  <a:lnTo>
                    <a:pt x="1789672" y="1988037"/>
                  </a:lnTo>
                  <a:lnTo>
                    <a:pt x="1791270" y="1988775"/>
                  </a:lnTo>
                  <a:lnTo>
                    <a:pt x="1794192" y="1989650"/>
                  </a:lnTo>
                  <a:lnTo>
                    <a:pt x="1796124" y="1989148"/>
                  </a:lnTo>
                  <a:lnTo>
                    <a:pt x="1797821" y="1988410"/>
                  </a:lnTo>
                  <a:lnTo>
                    <a:pt x="1798955" y="1988555"/>
                  </a:lnTo>
                  <a:lnTo>
                    <a:pt x="1801146" y="1989034"/>
                  </a:lnTo>
                  <a:lnTo>
                    <a:pt x="1803710" y="1989133"/>
                  </a:lnTo>
                  <a:lnTo>
                    <a:pt x="1805863" y="1988631"/>
                  </a:lnTo>
                  <a:lnTo>
                    <a:pt x="1807583" y="1987132"/>
                  </a:lnTo>
                  <a:lnTo>
                    <a:pt x="1809591" y="1985108"/>
                  </a:lnTo>
                  <a:lnTo>
                    <a:pt x="1811988" y="1984081"/>
                  </a:lnTo>
                  <a:lnTo>
                    <a:pt x="1814765" y="1983716"/>
                  </a:lnTo>
                  <a:lnTo>
                    <a:pt x="1816667" y="1982894"/>
                  </a:lnTo>
                  <a:lnTo>
                    <a:pt x="1822891" y="1981524"/>
                  </a:lnTo>
                  <a:lnTo>
                    <a:pt x="1825402" y="1981288"/>
                  </a:lnTo>
                  <a:lnTo>
                    <a:pt x="1827350" y="1979965"/>
                  </a:lnTo>
                  <a:lnTo>
                    <a:pt x="1829077" y="1978930"/>
                  </a:lnTo>
                  <a:lnTo>
                    <a:pt x="1831572" y="1978481"/>
                  </a:lnTo>
                  <a:lnTo>
                    <a:pt x="1834943" y="1979569"/>
                  </a:lnTo>
                  <a:lnTo>
                    <a:pt x="1838169" y="1980474"/>
                  </a:lnTo>
                  <a:lnTo>
                    <a:pt x="1842072" y="1980771"/>
                  </a:lnTo>
                  <a:lnTo>
                    <a:pt x="1844667" y="1982019"/>
                  </a:lnTo>
                  <a:lnTo>
                    <a:pt x="1846501" y="1983198"/>
                  </a:lnTo>
                  <a:lnTo>
                    <a:pt x="1849392" y="1984134"/>
                  </a:lnTo>
                  <a:lnTo>
                    <a:pt x="1852603" y="1983700"/>
                  </a:lnTo>
                  <a:lnTo>
                    <a:pt x="1857008" y="1983328"/>
                  </a:lnTo>
                  <a:lnTo>
                    <a:pt x="1859922" y="1983868"/>
                  </a:lnTo>
                  <a:lnTo>
                    <a:pt x="1862966" y="1986013"/>
                  </a:lnTo>
                  <a:lnTo>
                    <a:pt x="1864837" y="1987733"/>
                  </a:lnTo>
                  <a:lnTo>
                    <a:pt x="1866945" y="1991393"/>
                  </a:lnTo>
                  <a:lnTo>
                    <a:pt x="1869143" y="1993165"/>
                  </a:lnTo>
                  <a:lnTo>
                    <a:pt x="1871069" y="1994611"/>
                  </a:lnTo>
                  <a:lnTo>
                    <a:pt x="1873496" y="1994702"/>
                  </a:lnTo>
                  <a:lnTo>
                    <a:pt x="1879560" y="1994817"/>
                  </a:lnTo>
                  <a:lnTo>
                    <a:pt x="1882892" y="1995585"/>
                  </a:lnTo>
                  <a:lnTo>
                    <a:pt x="1885662" y="1995988"/>
                  </a:lnTo>
                  <a:lnTo>
                    <a:pt x="1886324" y="1996757"/>
                  </a:lnTo>
                  <a:lnTo>
                    <a:pt x="1886050" y="1999260"/>
                  </a:lnTo>
                  <a:lnTo>
                    <a:pt x="1886134" y="2002828"/>
                  </a:lnTo>
                  <a:lnTo>
                    <a:pt x="1886096" y="2004464"/>
                  </a:lnTo>
                  <a:lnTo>
                    <a:pt x="1886704" y="2005697"/>
                  </a:lnTo>
                  <a:lnTo>
                    <a:pt x="1887648" y="2005917"/>
                  </a:lnTo>
                  <a:lnTo>
                    <a:pt x="1888157" y="2007660"/>
                  </a:lnTo>
                  <a:lnTo>
                    <a:pt x="1889535" y="2008687"/>
                  </a:lnTo>
                  <a:lnTo>
                    <a:pt x="1891992" y="2009927"/>
                  </a:lnTo>
                  <a:lnTo>
                    <a:pt x="1896131" y="2014135"/>
                  </a:lnTo>
                  <a:lnTo>
                    <a:pt x="1898596" y="2015930"/>
                  </a:lnTo>
                  <a:lnTo>
                    <a:pt x="1900544" y="2016539"/>
                  </a:lnTo>
                  <a:lnTo>
                    <a:pt x="1903093" y="2016120"/>
                  </a:lnTo>
                  <a:lnTo>
                    <a:pt x="1907080" y="2016128"/>
                  </a:lnTo>
                  <a:lnTo>
                    <a:pt x="1913844" y="2016143"/>
                  </a:lnTo>
                  <a:lnTo>
                    <a:pt x="1918478" y="2017406"/>
                  </a:lnTo>
                  <a:lnTo>
                    <a:pt x="1920083" y="2018266"/>
                  </a:lnTo>
                  <a:lnTo>
                    <a:pt x="1924816" y="2019263"/>
                  </a:lnTo>
                  <a:lnTo>
                    <a:pt x="1930027" y="2020359"/>
                  </a:lnTo>
                  <a:lnTo>
                    <a:pt x="1934418" y="2021507"/>
                  </a:lnTo>
                  <a:lnTo>
                    <a:pt x="1937012" y="2020024"/>
                  </a:lnTo>
                  <a:lnTo>
                    <a:pt x="1939287" y="2019887"/>
                  </a:lnTo>
                  <a:lnTo>
                    <a:pt x="1941456" y="2020959"/>
                  </a:lnTo>
                  <a:lnTo>
                    <a:pt x="1943624" y="2022572"/>
                  </a:lnTo>
                  <a:lnTo>
                    <a:pt x="1945305" y="2022398"/>
                  </a:lnTo>
                  <a:lnTo>
                    <a:pt x="1947824" y="2021644"/>
                  </a:lnTo>
                  <a:lnTo>
                    <a:pt x="1955866" y="2017140"/>
                  </a:lnTo>
                  <a:lnTo>
                    <a:pt x="1958689" y="2015451"/>
                  </a:lnTo>
                  <a:lnTo>
                    <a:pt x="1960667" y="2015885"/>
                  </a:lnTo>
                  <a:lnTo>
                    <a:pt x="1962432" y="2015283"/>
                  </a:lnTo>
                  <a:lnTo>
                    <a:pt x="1963779" y="2014774"/>
                  </a:lnTo>
                  <a:lnTo>
                    <a:pt x="1967211" y="2014074"/>
                  </a:lnTo>
                  <a:lnTo>
                    <a:pt x="1969295" y="2013884"/>
                  </a:lnTo>
                  <a:lnTo>
                    <a:pt x="1971449" y="2013480"/>
                  </a:lnTo>
                  <a:lnTo>
                    <a:pt x="1974553" y="2013206"/>
                  </a:lnTo>
                  <a:lnTo>
                    <a:pt x="1980860" y="2010247"/>
                  </a:lnTo>
                  <a:lnTo>
                    <a:pt x="1983417" y="2009668"/>
                  </a:lnTo>
                  <a:lnTo>
                    <a:pt x="1987739" y="2010490"/>
                  </a:lnTo>
                  <a:lnTo>
                    <a:pt x="1990066" y="2009958"/>
                  </a:lnTo>
                  <a:lnTo>
                    <a:pt x="1992387" y="2008459"/>
                  </a:lnTo>
                  <a:lnTo>
                    <a:pt x="1995393" y="2006914"/>
                  </a:lnTo>
                  <a:lnTo>
                    <a:pt x="1996176" y="2004403"/>
                  </a:lnTo>
                  <a:lnTo>
                    <a:pt x="1997713" y="2000949"/>
                  </a:lnTo>
                  <a:lnTo>
                    <a:pt x="2001031" y="1998408"/>
                  </a:lnTo>
                  <a:lnTo>
                    <a:pt x="2003724" y="1996186"/>
                  </a:lnTo>
                  <a:lnTo>
                    <a:pt x="2006471" y="1994018"/>
                  </a:lnTo>
                  <a:lnTo>
                    <a:pt x="2009841" y="1992214"/>
                  </a:lnTo>
                  <a:lnTo>
                    <a:pt x="2013022" y="1990898"/>
                  </a:lnTo>
                  <a:lnTo>
                    <a:pt x="2017069" y="1987451"/>
                  </a:lnTo>
                  <a:lnTo>
                    <a:pt x="2020296" y="1985709"/>
                  </a:lnTo>
                  <a:lnTo>
                    <a:pt x="2021901" y="1985139"/>
                  </a:lnTo>
                  <a:lnTo>
                    <a:pt x="2023810" y="1985770"/>
                  </a:lnTo>
                  <a:lnTo>
                    <a:pt x="2027387" y="1986234"/>
                  </a:lnTo>
                  <a:lnTo>
                    <a:pt x="2029973" y="1986090"/>
                  </a:lnTo>
                  <a:lnTo>
                    <a:pt x="2031427" y="1986493"/>
                  </a:lnTo>
                  <a:lnTo>
                    <a:pt x="2034341" y="1988174"/>
                  </a:lnTo>
                  <a:lnTo>
                    <a:pt x="2036988" y="1989650"/>
                  </a:lnTo>
                  <a:lnTo>
                    <a:pt x="2039013" y="1992283"/>
                  </a:lnTo>
                  <a:lnTo>
                    <a:pt x="2042779" y="1995943"/>
                  </a:lnTo>
                  <a:lnTo>
                    <a:pt x="2044711" y="1997168"/>
                  </a:lnTo>
                  <a:lnTo>
                    <a:pt x="2046089" y="1997670"/>
                  </a:lnTo>
                  <a:lnTo>
                    <a:pt x="2049475" y="1998012"/>
                  </a:lnTo>
                  <a:lnTo>
                    <a:pt x="2052244" y="1998187"/>
                  </a:lnTo>
                  <a:lnTo>
                    <a:pt x="2053902" y="1997350"/>
                  </a:lnTo>
                  <a:lnTo>
                    <a:pt x="2056695" y="1995821"/>
                  </a:lnTo>
                  <a:lnTo>
                    <a:pt x="2061146" y="1993881"/>
                  </a:lnTo>
                  <a:lnTo>
                    <a:pt x="2062896" y="1993934"/>
                  </a:lnTo>
                  <a:lnTo>
                    <a:pt x="2065764" y="1994969"/>
                  </a:lnTo>
                  <a:lnTo>
                    <a:pt x="2070041" y="1996879"/>
                  </a:lnTo>
                  <a:lnTo>
                    <a:pt x="2071760" y="1998309"/>
                  </a:lnTo>
                  <a:lnTo>
                    <a:pt x="2072871" y="2000066"/>
                  </a:lnTo>
                  <a:lnTo>
                    <a:pt x="2077261" y="2002904"/>
                  </a:lnTo>
                  <a:lnTo>
                    <a:pt x="2080091" y="2004380"/>
                  </a:lnTo>
                  <a:lnTo>
                    <a:pt x="2084877" y="2006617"/>
                  </a:lnTo>
                  <a:lnTo>
                    <a:pt x="2089815" y="2007119"/>
                  </a:lnTo>
                  <a:lnTo>
                    <a:pt x="2094540" y="2009539"/>
                  </a:lnTo>
                  <a:lnTo>
                    <a:pt x="2096975" y="2010269"/>
                  </a:lnTo>
                  <a:lnTo>
                    <a:pt x="2098276" y="2010269"/>
                  </a:lnTo>
                  <a:lnTo>
                    <a:pt x="2104964" y="2004380"/>
                  </a:lnTo>
                  <a:lnTo>
                    <a:pt x="2110617" y="1999382"/>
                  </a:lnTo>
                  <a:lnTo>
                    <a:pt x="2117114" y="1995471"/>
                  </a:lnTo>
                  <a:lnTo>
                    <a:pt x="2121893" y="1994938"/>
                  </a:lnTo>
                  <a:lnTo>
                    <a:pt x="2125484" y="1993797"/>
                  </a:lnTo>
                  <a:lnTo>
                    <a:pt x="2127873" y="1992039"/>
                  </a:lnTo>
                  <a:lnTo>
                    <a:pt x="2129296" y="1989103"/>
                  </a:lnTo>
                  <a:lnTo>
                    <a:pt x="2129730" y="1984979"/>
                  </a:lnTo>
                  <a:lnTo>
                    <a:pt x="2128771" y="1982475"/>
                  </a:lnTo>
                  <a:lnTo>
                    <a:pt x="2126427" y="1981608"/>
                  </a:lnTo>
                  <a:lnTo>
                    <a:pt x="2125826" y="1980733"/>
                  </a:lnTo>
                  <a:lnTo>
                    <a:pt x="2126953" y="1979843"/>
                  </a:lnTo>
                  <a:lnTo>
                    <a:pt x="2127789" y="1978116"/>
                  </a:lnTo>
                  <a:lnTo>
                    <a:pt x="2128315" y="1975544"/>
                  </a:lnTo>
                  <a:lnTo>
                    <a:pt x="2129669" y="1973094"/>
                  </a:lnTo>
                  <a:lnTo>
                    <a:pt x="2131837" y="1970781"/>
                  </a:lnTo>
                  <a:lnTo>
                    <a:pt x="2133039" y="1968209"/>
                  </a:lnTo>
                  <a:lnTo>
                    <a:pt x="2133260" y="1965379"/>
                  </a:lnTo>
                  <a:lnTo>
                    <a:pt x="2134569" y="1962549"/>
                  </a:lnTo>
                  <a:lnTo>
                    <a:pt x="2136950" y="1959726"/>
                  </a:lnTo>
                  <a:lnTo>
                    <a:pt x="2138259" y="1957093"/>
                  </a:lnTo>
                  <a:lnTo>
                    <a:pt x="2138480" y="1954659"/>
                  </a:lnTo>
                  <a:lnTo>
                    <a:pt x="2139689" y="1951676"/>
                  </a:lnTo>
                  <a:lnTo>
                    <a:pt x="2142976" y="1946388"/>
                  </a:lnTo>
                  <a:lnTo>
                    <a:pt x="2145106" y="1940278"/>
                  </a:lnTo>
                  <a:lnTo>
                    <a:pt x="2148744" y="1936079"/>
                  </a:lnTo>
                  <a:lnTo>
                    <a:pt x="2154587" y="1931757"/>
                  </a:lnTo>
                  <a:lnTo>
                    <a:pt x="2158231" y="1927458"/>
                  </a:lnTo>
                  <a:lnTo>
                    <a:pt x="2159685" y="1923182"/>
                  </a:lnTo>
                  <a:lnTo>
                    <a:pt x="2159570" y="1919393"/>
                  </a:lnTo>
                  <a:lnTo>
                    <a:pt x="2157881" y="1916106"/>
                  </a:lnTo>
                  <a:lnTo>
                    <a:pt x="2157554" y="1912758"/>
                  </a:lnTo>
                  <a:lnTo>
                    <a:pt x="2158604" y="1909342"/>
                  </a:lnTo>
                  <a:lnTo>
                    <a:pt x="2157684" y="1906786"/>
                  </a:lnTo>
                  <a:lnTo>
                    <a:pt x="2154800" y="1905089"/>
                  </a:lnTo>
                  <a:lnTo>
                    <a:pt x="2151361" y="1904670"/>
                  </a:lnTo>
                  <a:lnTo>
                    <a:pt x="2147366" y="1905530"/>
                  </a:lnTo>
                  <a:lnTo>
                    <a:pt x="2145122" y="1904457"/>
                  </a:lnTo>
                  <a:lnTo>
                    <a:pt x="2144627" y="1901459"/>
                  </a:lnTo>
                  <a:lnTo>
                    <a:pt x="2145700" y="1899032"/>
                  </a:lnTo>
                  <a:lnTo>
                    <a:pt x="2148340" y="1897176"/>
                  </a:lnTo>
                  <a:lnTo>
                    <a:pt x="2152677" y="1892649"/>
                  </a:lnTo>
                  <a:lnTo>
                    <a:pt x="2158718" y="1885421"/>
                  </a:lnTo>
                  <a:lnTo>
                    <a:pt x="2164729" y="1881411"/>
                  </a:lnTo>
                  <a:lnTo>
                    <a:pt x="2173692" y="1880255"/>
                  </a:lnTo>
                  <a:lnTo>
                    <a:pt x="2180920" y="1877873"/>
                  </a:lnTo>
                  <a:lnTo>
                    <a:pt x="2188285" y="1875453"/>
                  </a:lnTo>
                  <a:lnTo>
                    <a:pt x="2193604" y="1874251"/>
                  </a:lnTo>
                  <a:lnTo>
                    <a:pt x="2194509" y="1875058"/>
                  </a:lnTo>
                  <a:lnTo>
                    <a:pt x="2197408" y="1875256"/>
                  </a:lnTo>
                  <a:lnTo>
                    <a:pt x="2202300" y="1874845"/>
                  </a:lnTo>
                  <a:lnTo>
                    <a:pt x="2206842" y="1873803"/>
                  </a:lnTo>
                  <a:lnTo>
                    <a:pt x="2211042" y="1872121"/>
                  </a:lnTo>
                  <a:lnTo>
                    <a:pt x="2214367" y="1871725"/>
                  </a:lnTo>
                  <a:lnTo>
                    <a:pt x="2216810" y="1872616"/>
                  </a:lnTo>
                  <a:lnTo>
                    <a:pt x="2218210" y="1872661"/>
                  </a:lnTo>
                  <a:lnTo>
                    <a:pt x="2219176" y="1872768"/>
                  </a:lnTo>
                  <a:lnTo>
                    <a:pt x="2219708" y="1872760"/>
                  </a:lnTo>
                  <a:lnTo>
                    <a:pt x="2220736" y="1872045"/>
                  </a:lnTo>
                  <a:lnTo>
                    <a:pt x="2223574" y="1873315"/>
                  </a:lnTo>
                  <a:lnTo>
                    <a:pt x="2228999" y="1877089"/>
                  </a:lnTo>
                  <a:lnTo>
                    <a:pt x="2232400" y="1878763"/>
                  </a:lnTo>
                  <a:lnTo>
                    <a:pt x="2233807" y="1878352"/>
                  </a:lnTo>
                  <a:lnTo>
                    <a:pt x="2235329" y="1879395"/>
                  </a:lnTo>
                  <a:lnTo>
                    <a:pt x="2236995" y="1881890"/>
                  </a:lnTo>
                  <a:lnTo>
                    <a:pt x="2239057" y="1883359"/>
                  </a:lnTo>
                  <a:lnTo>
                    <a:pt x="2242770" y="1884036"/>
                  </a:lnTo>
                  <a:lnTo>
                    <a:pt x="2246453" y="1886760"/>
                  </a:lnTo>
                  <a:lnTo>
                    <a:pt x="2247936" y="1886912"/>
                  </a:lnTo>
                  <a:lnTo>
                    <a:pt x="2248454" y="1885383"/>
                  </a:lnTo>
                  <a:lnTo>
                    <a:pt x="2249831" y="1884508"/>
                  </a:lnTo>
                  <a:lnTo>
                    <a:pt x="2252053" y="1884279"/>
                  </a:lnTo>
                  <a:lnTo>
                    <a:pt x="2255271" y="1885626"/>
                  </a:lnTo>
                  <a:lnTo>
                    <a:pt x="2259478" y="1888540"/>
                  </a:lnTo>
                  <a:lnTo>
                    <a:pt x="2262119" y="1889818"/>
                  </a:lnTo>
                  <a:lnTo>
                    <a:pt x="2263192" y="1889468"/>
                  </a:lnTo>
                  <a:lnTo>
                    <a:pt x="2264318" y="1890009"/>
                  </a:lnTo>
                  <a:lnTo>
                    <a:pt x="2265223" y="1891371"/>
                  </a:lnTo>
                  <a:lnTo>
                    <a:pt x="2265307" y="1893052"/>
                  </a:lnTo>
                  <a:lnTo>
                    <a:pt x="2264995" y="1893950"/>
                  </a:lnTo>
                  <a:lnTo>
                    <a:pt x="2266007" y="1895365"/>
                  </a:lnTo>
                  <a:lnTo>
                    <a:pt x="2267171" y="1895365"/>
                  </a:lnTo>
                  <a:lnTo>
                    <a:pt x="2269073" y="1896042"/>
                  </a:lnTo>
                  <a:lnTo>
                    <a:pt x="2270564" y="1898538"/>
                  </a:lnTo>
                  <a:lnTo>
                    <a:pt x="2271903" y="1899694"/>
                  </a:lnTo>
                  <a:lnTo>
                    <a:pt x="2272839" y="1900691"/>
                  </a:lnTo>
                  <a:lnTo>
                    <a:pt x="2273006" y="1901520"/>
                  </a:lnTo>
                  <a:lnTo>
                    <a:pt x="2273090" y="1902357"/>
                  </a:lnTo>
                  <a:lnTo>
                    <a:pt x="2272817" y="1903004"/>
                  </a:lnTo>
                  <a:lnTo>
                    <a:pt x="2272307" y="1904077"/>
                  </a:lnTo>
                  <a:lnTo>
                    <a:pt x="2272147" y="1905226"/>
                  </a:lnTo>
                  <a:lnTo>
                    <a:pt x="2272793" y="1906519"/>
                  </a:lnTo>
                  <a:lnTo>
                    <a:pt x="2275160" y="1907455"/>
                  </a:lnTo>
                  <a:lnTo>
                    <a:pt x="2275959" y="1908421"/>
                  </a:lnTo>
                  <a:lnTo>
                    <a:pt x="2276141" y="1909654"/>
                  </a:lnTo>
                  <a:lnTo>
                    <a:pt x="2276879" y="1911016"/>
                  </a:lnTo>
                  <a:lnTo>
                    <a:pt x="2278492" y="1912591"/>
                  </a:lnTo>
                  <a:lnTo>
                    <a:pt x="2279101" y="1913907"/>
                  </a:lnTo>
                  <a:lnTo>
                    <a:pt x="2278728" y="1914965"/>
                  </a:lnTo>
                  <a:lnTo>
                    <a:pt x="2279207" y="1915847"/>
                  </a:lnTo>
                  <a:lnTo>
                    <a:pt x="2279999" y="1916540"/>
                  </a:lnTo>
                  <a:lnTo>
                    <a:pt x="2280166" y="1919043"/>
                  </a:lnTo>
                  <a:lnTo>
                    <a:pt x="2280235" y="1920481"/>
                  </a:lnTo>
                  <a:lnTo>
                    <a:pt x="2281536" y="1922094"/>
                  </a:lnTo>
                  <a:lnTo>
                    <a:pt x="2281802" y="1925396"/>
                  </a:lnTo>
                  <a:lnTo>
                    <a:pt x="2282708" y="1929040"/>
                  </a:lnTo>
                  <a:lnTo>
                    <a:pt x="2285759" y="1934024"/>
                  </a:lnTo>
                  <a:lnTo>
                    <a:pt x="2286771" y="1936718"/>
                  </a:lnTo>
                  <a:lnTo>
                    <a:pt x="2286512" y="1939913"/>
                  </a:lnTo>
                  <a:lnTo>
                    <a:pt x="2286953" y="1941412"/>
                  </a:lnTo>
                  <a:lnTo>
                    <a:pt x="2288345" y="1942135"/>
                  </a:lnTo>
                  <a:lnTo>
                    <a:pt x="2289008" y="1943482"/>
                  </a:lnTo>
                  <a:lnTo>
                    <a:pt x="2288931" y="1945452"/>
                  </a:lnTo>
                  <a:lnTo>
                    <a:pt x="2289471" y="1946677"/>
                  </a:lnTo>
                  <a:lnTo>
                    <a:pt x="2289913" y="1947978"/>
                  </a:lnTo>
                  <a:lnTo>
                    <a:pt x="2289616" y="1950002"/>
                  </a:lnTo>
                  <a:lnTo>
                    <a:pt x="2290057" y="1951821"/>
                  </a:lnTo>
                  <a:lnTo>
                    <a:pt x="2290773" y="1952886"/>
                  </a:lnTo>
                  <a:lnTo>
                    <a:pt x="2291275" y="1954849"/>
                  </a:lnTo>
                  <a:lnTo>
                    <a:pt x="2291556" y="1957299"/>
                  </a:lnTo>
                  <a:lnTo>
                    <a:pt x="2293603" y="1961164"/>
                  </a:lnTo>
                  <a:lnTo>
                    <a:pt x="2297399" y="1966444"/>
                  </a:lnTo>
                  <a:lnTo>
                    <a:pt x="2299728" y="1970538"/>
                  </a:lnTo>
                  <a:lnTo>
                    <a:pt x="2300572" y="1973444"/>
                  </a:lnTo>
                  <a:lnTo>
                    <a:pt x="2300580" y="1975833"/>
                  </a:lnTo>
                  <a:lnTo>
                    <a:pt x="2299751" y="1977705"/>
                  </a:lnTo>
                  <a:lnTo>
                    <a:pt x="2299705" y="1979067"/>
                  </a:lnTo>
                  <a:lnTo>
                    <a:pt x="2300451" y="1979919"/>
                  </a:lnTo>
                  <a:lnTo>
                    <a:pt x="2300671" y="1981068"/>
                  </a:lnTo>
                  <a:lnTo>
                    <a:pt x="2300374" y="1982521"/>
                  </a:lnTo>
                  <a:lnTo>
                    <a:pt x="2301607" y="1984241"/>
                  </a:lnTo>
                  <a:lnTo>
                    <a:pt x="2305777" y="1987223"/>
                  </a:lnTo>
                  <a:lnTo>
                    <a:pt x="2304110" y="1991788"/>
                  </a:lnTo>
                  <a:lnTo>
                    <a:pt x="2303669" y="1994991"/>
                  </a:lnTo>
                  <a:lnTo>
                    <a:pt x="2303890" y="1998355"/>
                  </a:lnTo>
                  <a:lnTo>
                    <a:pt x="2304924" y="2000721"/>
                  </a:lnTo>
                  <a:lnTo>
                    <a:pt x="2306758" y="2002090"/>
                  </a:lnTo>
                  <a:lnTo>
                    <a:pt x="2307899" y="2003521"/>
                  </a:lnTo>
                  <a:lnTo>
                    <a:pt x="2308348" y="2005012"/>
                  </a:lnTo>
                  <a:lnTo>
                    <a:pt x="2310555" y="2006633"/>
                  </a:lnTo>
                  <a:lnTo>
                    <a:pt x="2314511" y="2008390"/>
                  </a:lnTo>
                  <a:lnTo>
                    <a:pt x="2319586" y="2008702"/>
                  </a:lnTo>
                  <a:lnTo>
                    <a:pt x="2325772" y="2007553"/>
                  </a:lnTo>
                  <a:lnTo>
                    <a:pt x="2329553" y="2007363"/>
                  </a:lnTo>
                  <a:lnTo>
                    <a:pt x="2330946" y="2008124"/>
                  </a:lnTo>
                  <a:lnTo>
                    <a:pt x="2331425" y="2009280"/>
                  </a:lnTo>
                  <a:lnTo>
                    <a:pt x="2330976" y="2010825"/>
                  </a:lnTo>
                  <a:lnTo>
                    <a:pt x="2332026" y="2011837"/>
                  </a:lnTo>
                  <a:lnTo>
                    <a:pt x="2334567" y="2012324"/>
                  </a:lnTo>
                  <a:lnTo>
                    <a:pt x="2336310" y="2013290"/>
                  </a:lnTo>
                  <a:lnTo>
                    <a:pt x="2337268" y="2014751"/>
                  </a:lnTo>
                  <a:lnTo>
                    <a:pt x="2338440" y="2015162"/>
                  </a:lnTo>
                  <a:lnTo>
                    <a:pt x="2339833" y="2014530"/>
                  </a:lnTo>
                  <a:lnTo>
                    <a:pt x="2341187" y="2014622"/>
                  </a:lnTo>
                  <a:lnTo>
                    <a:pt x="2342503" y="2015428"/>
                  </a:lnTo>
                  <a:lnTo>
                    <a:pt x="2343356" y="2015147"/>
                  </a:lnTo>
                  <a:lnTo>
                    <a:pt x="2344101" y="2014264"/>
                  </a:lnTo>
                  <a:lnTo>
                    <a:pt x="2345296" y="2014264"/>
                  </a:lnTo>
                  <a:lnTo>
                    <a:pt x="2346520" y="2014279"/>
                  </a:lnTo>
                  <a:lnTo>
                    <a:pt x="2347281" y="2016417"/>
                  </a:lnTo>
                  <a:lnTo>
                    <a:pt x="2348514" y="2017619"/>
                  </a:lnTo>
                  <a:lnTo>
                    <a:pt x="2350218" y="2017886"/>
                  </a:lnTo>
                  <a:lnTo>
                    <a:pt x="2352813" y="2020480"/>
                  </a:lnTo>
                  <a:lnTo>
                    <a:pt x="2358032" y="2027853"/>
                  </a:lnTo>
                  <a:lnTo>
                    <a:pt x="2361426" y="2030463"/>
                  </a:lnTo>
                  <a:lnTo>
                    <a:pt x="2364827" y="2031277"/>
                  </a:lnTo>
                  <a:lnTo>
                    <a:pt x="2369057" y="2031444"/>
                  </a:lnTo>
                  <a:lnTo>
                    <a:pt x="2370427" y="2034290"/>
                  </a:lnTo>
                  <a:lnTo>
                    <a:pt x="2369316" y="2037295"/>
                  </a:lnTo>
                  <a:lnTo>
                    <a:pt x="2369034" y="2039798"/>
                  </a:lnTo>
                  <a:lnTo>
                    <a:pt x="2369993" y="2040696"/>
                  </a:lnTo>
                  <a:lnTo>
                    <a:pt x="2371317" y="2043633"/>
                  </a:lnTo>
                  <a:lnTo>
                    <a:pt x="2373188" y="2045337"/>
                  </a:lnTo>
                  <a:lnTo>
                    <a:pt x="2373546" y="2046684"/>
                  </a:lnTo>
                  <a:lnTo>
                    <a:pt x="2374413" y="2048191"/>
                  </a:lnTo>
                  <a:lnTo>
                    <a:pt x="2374048" y="2050968"/>
                  </a:lnTo>
                  <a:lnTo>
                    <a:pt x="2372443" y="2055023"/>
                  </a:lnTo>
                  <a:lnTo>
                    <a:pt x="2372884" y="2058477"/>
                  </a:lnTo>
                  <a:lnTo>
                    <a:pt x="2375365" y="2061330"/>
                  </a:lnTo>
                  <a:lnTo>
                    <a:pt x="2376795" y="2064077"/>
                  </a:lnTo>
                  <a:lnTo>
                    <a:pt x="2377168" y="2066710"/>
                  </a:lnTo>
                  <a:lnTo>
                    <a:pt x="2377784" y="2068308"/>
                  </a:lnTo>
                  <a:lnTo>
                    <a:pt x="2378659" y="2068871"/>
                  </a:lnTo>
                  <a:lnTo>
                    <a:pt x="2381201" y="2068673"/>
                  </a:lnTo>
                  <a:lnTo>
                    <a:pt x="2385423" y="2067722"/>
                  </a:lnTo>
                  <a:lnTo>
                    <a:pt x="2388512" y="2067882"/>
                  </a:lnTo>
                  <a:lnTo>
                    <a:pt x="2390490" y="2069167"/>
                  </a:lnTo>
                  <a:lnTo>
                    <a:pt x="2395368" y="2069213"/>
                  </a:lnTo>
                  <a:lnTo>
                    <a:pt x="2403151" y="2068026"/>
                  </a:lnTo>
                  <a:lnTo>
                    <a:pt x="2408066" y="2067661"/>
                  </a:lnTo>
                  <a:lnTo>
                    <a:pt x="2410120" y="2068117"/>
                  </a:lnTo>
                  <a:lnTo>
                    <a:pt x="2411946" y="2066421"/>
                  </a:lnTo>
                  <a:lnTo>
                    <a:pt x="2413552" y="2062563"/>
                  </a:lnTo>
                  <a:lnTo>
                    <a:pt x="2415051" y="2060752"/>
                  </a:lnTo>
                  <a:lnTo>
                    <a:pt x="2416458" y="2060981"/>
                  </a:lnTo>
                  <a:lnTo>
                    <a:pt x="2418680" y="2059740"/>
                  </a:lnTo>
                  <a:lnTo>
                    <a:pt x="2421731" y="2057024"/>
                  </a:lnTo>
                  <a:lnTo>
                    <a:pt x="2424379" y="2055708"/>
                  </a:lnTo>
                  <a:lnTo>
                    <a:pt x="2427734" y="2055845"/>
                  </a:lnTo>
                  <a:lnTo>
                    <a:pt x="2431311" y="2055982"/>
                  </a:lnTo>
                  <a:lnTo>
                    <a:pt x="2433548" y="2054840"/>
                  </a:lnTo>
                  <a:lnTo>
                    <a:pt x="2435648" y="2052459"/>
                  </a:lnTo>
                  <a:lnTo>
                    <a:pt x="2439292" y="2050351"/>
                  </a:lnTo>
                  <a:lnTo>
                    <a:pt x="2447060" y="2047589"/>
                  </a:lnTo>
                  <a:lnTo>
                    <a:pt x="2448924" y="2047156"/>
                  </a:lnTo>
                  <a:lnTo>
                    <a:pt x="2449815" y="2047308"/>
                  </a:lnTo>
                  <a:lnTo>
                    <a:pt x="2452401" y="2047742"/>
                  </a:lnTo>
                  <a:lnTo>
                    <a:pt x="2454699" y="2048822"/>
                  </a:lnTo>
                  <a:lnTo>
                    <a:pt x="2456867" y="2050991"/>
                  </a:lnTo>
                  <a:lnTo>
                    <a:pt x="2457202" y="2052383"/>
                  </a:lnTo>
                  <a:lnTo>
                    <a:pt x="2456959" y="2054209"/>
                  </a:lnTo>
                  <a:lnTo>
                    <a:pt x="2456480" y="2055266"/>
                  </a:lnTo>
                  <a:lnTo>
                    <a:pt x="2455589" y="2056453"/>
                  </a:lnTo>
                  <a:lnTo>
                    <a:pt x="2454753" y="2058378"/>
                  </a:lnTo>
                  <a:lnTo>
                    <a:pt x="2455293" y="2059877"/>
                  </a:lnTo>
                  <a:lnTo>
                    <a:pt x="2456548" y="2063080"/>
                  </a:lnTo>
                  <a:lnTo>
                    <a:pt x="2457583" y="2065394"/>
                  </a:lnTo>
                  <a:lnTo>
                    <a:pt x="2458724" y="2068117"/>
                  </a:lnTo>
                  <a:lnTo>
                    <a:pt x="2458214" y="2069091"/>
                  </a:lnTo>
                  <a:lnTo>
                    <a:pt x="2457522" y="2070978"/>
                  </a:lnTo>
                  <a:lnTo>
                    <a:pt x="2455399" y="2074166"/>
                  </a:lnTo>
                  <a:lnTo>
                    <a:pt x="2454243" y="2075384"/>
                  </a:lnTo>
                  <a:lnTo>
                    <a:pt x="2452995" y="2076571"/>
                  </a:lnTo>
                  <a:lnTo>
                    <a:pt x="2450841" y="2076860"/>
                  </a:lnTo>
                  <a:lnTo>
                    <a:pt x="2449921" y="2077134"/>
                  </a:lnTo>
                  <a:lnTo>
                    <a:pt x="2448878" y="2077636"/>
                  </a:lnTo>
                  <a:lnTo>
                    <a:pt x="2448224" y="2078762"/>
                  </a:lnTo>
                  <a:lnTo>
                    <a:pt x="2447479" y="2079553"/>
                  </a:lnTo>
                  <a:lnTo>
                    <a:pt x="2446246" y="2081136"/>
                  </a:lnTo>
                  <a:lnTo>
                    <a:pt x="2446147" y="2082498"/>
                  </a:lnTo>
                  <a:lnTo>
                    <a:pt x="2446702" y="2084521"/>
                  </a:lnTo>
                  <a:lnTo>
                    <a:pt x="2446976" y="2086591"/>
                  </a:lnTo>
                  <a:lnTo>
                    <a:pt x="2445584" y="2088440"/>
                  </a:lnTo>
                  <a:lnTo>
                    <a:pt x="2444503" y="2091278"/>
                  </a:lnTo>
                  <a:lnTo>
                    <a:pt x="2444177" y="2092130"/>
                  </a:lnTo>
                  <a:lnTo>
                    <a:pt x="2443644" y="2094276"/>
                  </a:lnTo>
                  <a:lnTo>
                    <a:pt x="2443484" y="2095021"/>
                  </a:lnTo>
                  <a:lnTo>
                    <a:pt x="2443142" y="2099526"/>
                  </a:lnTo>
                  <a:lnTo>
                    <a:pt x="2441749" y="2102592"/>
                  </a:lnTo>
                  <a:lnTo>
                    <a:pt x="2439809" y="2106153"/>
                  </a:lnTo>
                  <a:lnTo>
                    <a:pt x="2440243" y="2108275"/>
                  </a:lnTo>
                  <a:lnTo>
                    <a:pt x="2440585" y="2110238"/>
                  </a:lnTo>
                  <a:lnTo>
                    <a:pt x="2440106" y="2111189"/>
                  </a:lnTo>
                  <a:lnTo>
                    <a:pt x="2439984" y="2112019"/>
                  </a:lnTo>
                  <a:lnTo>
                    <a:pt x="2439703" y="2113906"/>
                  </a:lnTo>
                  <a:lnTo>
                    <a:pt x="2439094" y="2114628"/>
                  </a:lnTo>
                  <a:lnTo>
                    <a:pt x="2437329" y="2115808"/>
                  </a:lnTo>
                  <a:lnTo>
                    <a:pt x="2436271" y="2117231"/>
                  </a:lnTo>
                  <a:lnTo>
                    <a:pt x="2436492" y="2119384"/>
                  </a:lnTo>
                  <a:lnTo>
                    <a:pt x="2435952" y="2121248"/>
                  </a:lnTo>
                  <a:lnTo>
                    <a:pt x="2435145" y="2122891"/>
                  </a:lnTo>
                  <a:lnTo>
                    <a:pt x="2434301" y="2123964"/>
                  </a:lnTo>
                  <a:lnTo>
                    <a:pt x="2433083" y="2124649"/>
                  </a:lnTo>
                  <a:lnTo>
                    <a:pt x="2432277" y="2125227"/>
                  </a:lnTo>
                  <a:lnTo>
                    <a:pt x="2431668" y="2127312"/>
                  </a:lnTo>
                  <a:lnTo>
                    <a:pt x="2431485" y="2128925"/>
                  </a:lnTo>
                  <a:lnTo>
                    <a:pt x="2430915" y="2130530"/>
                  </a:lnTo>
                  <a:lnTo>
                    <a:pt x="2431265" y="2132166"/>
                  </a:lnTo>
                  <a:lnTo>
                    <a:pt x="2430648" y="2133581"/>
                  </a:lnTo>
                  <a:lnTo>
                    <a:pt x="2428914" y="2134571"/>
                  </a:lnTo>
                  <a:lnTo>
                    <a:pt x="2427932" y="2135156"/>
                  </a:lnTo>
                  <a:lnTo>
                    <a:pt x="2427027" y="2135392"/>
                  </a:lnTo>
                  <a:lnTo>
                    <a:pt x="2425292" y="2136929"/>
                  </a:lnTo>
                  <a:lnTo>
                    <a:pt x="2423740" y="2142187"/>
                  </a:lnTo>
                  <a:lnTo>
                    <a:pt x="2423390" y="2145238"/>
                  </a:lnTo>
                  <a:lnTo>
                    <a:pt x="2423748" y="2147946"/>
                  </a:lnTo>
                  <a:lnTo>
                    <a:pt x="2421571" y="2149643"/>
                  </a:lnTo>
                  <a:lnTo>
                    <a:pt x="2419959" y="2150990"/>
                  </a:lnTo>
                  <a:lnTo>
                    <a:pt x="2418947" y="2150503"/>
                  </a:lnTo>
                  <a:lnTo>
                    <a:pt x="2417873" y="2150046"/>
                  </a:lnTo>
                  <a:lnTo>
                    <a:pt x="2415408" y="2149460"/>
                  </a:lnTo>
                  <a:lnTo>
                    <a:pt x="2414176" y="2149065"/>
                  </a:lnTo>
                  <a:lnTo>
                    <a:pt x="2411696" y="2148182"/>
                  </a:lnTo>
                  <a:lnTo>
                    <a:pt x="2407724" y="2147064"/>
                  </a:lnTo>
                  <a:lnTo>
                    <a:pt x="2403843" y="2145763"/>
                  </a:lnTo>
                  <a:lnTo>
                    <a:pt x="2401409" y="2145078"/>
                  </a:lnTo>
                  <a:lnTo>
                    <a:pt x="2399491" y="2144530"/>
                  </a:lnTo>
                  <a:lnTo>
                    <a:pt x="2398038" y="2143632"/>
                  </a:lnTo>
                  <a:lnTo>
                    <a:pt x="2396813" y="2142027"/>
                  </a:lnTo>
                  <a:lnTo>
                    <a:pt x="2395596" y="2142674"/>
                  </a:lnTo>
                  <a:lnTo>
                    <a:pt x="2394470" y="2144576"/>
                  </a:lnTo>
                  <a:lnTo>
                    <a:pt x="2392590" y="2145702"/>
                  </a:lnTo>
                  <a:lnTo>
                    <a:pt x="2391738" y="2147779"/>
                  </a:lnTo>
                  <a:lnTo>
                    <a:pt x="2390985" y="2149369"/>
                  </a:lnTo>
                  <a:lnTo>
                    <a:pt x="2389037" y="2151492"/>
                  </a:lnTo>
                  <a:lnTo>
                    <a:pt x="2388170" y="2152367"/>
                  </a:lnTo>
                  <a:lnTo>
                    <a:pt x="2384358" y="2153805"/>
                  </a:lnTo>
                  <a:lnTo>
                    <a:pt x="2383498" y="2154284"/>
                  </a:lnTo>
                  <a:lnTo>
                    <a:pt x="2380386" y="2154589"/>
                  </a:lnTo>
                  <a:lnTo>
                    <a:pt x="2379329" y="2155220"/>
                  </a:lnTo>
                  <a:lnTo>
                    <a:pt x="2378233" y="2156559"/>
                  </a:lnTo>
                  <a:lnTo>
                    <a:pt x="2377936" y="2157891"/>
                  </a:lnTo>
                  <a:lnTo>
                    <a:pt x="2378712" y="2159291"/>
                  </a:lnTo>
                  <a:lnTo>
                    <a:pt x="2379922" y="2162091"/>
                  </a:lnTo>
                  <a:lnTo>
                    <a:pt x="2380485" y="2164001"/>
                  </a:lnTo>
                  <a:lnTo>
                    <a:pt x="2381307" y="2167782"/>
                  </a:lnTo>
                  <a:lnTo>
                    <a:pt x="2384069" y="2179598"/>
                  </a:lnTo>
                  <a:lnTo>
                    <a:pt x="2383178" y="2181629"/>
                  </a:lnTo>
                  <a:lnTo>
                    <a:pt x="2382349" y="2190433"/>
                  </a:lnTo>
                  <a:lnTo>
                    <a:pt x="2382547" y="2192015"/>
                  </a:lnTo>
                  <a:lnTo>
                    <a:pt x="2382463" y="2194480"/>
                  </a:lnTo>
                  <a:lnTo>
                    <a:pt x="2382517" y="2196284"/>
                  </a:lnTo>
                  <a:lnTo>
                    <a:pt x="2383087" y="2196733"/>
                  </a:lnTo>
                  <a:lnTo>
                    <a:pt x="2383833" y="2197364"/>
                  </a:lnTo>
                  <a:lnTo>
                    <a:pt x="2384214" y="2198414"/>
                  </a:lnTo>
                  <a:lnTo>
                    <a:pt x="2384115" y="2200027"/>
                  </a:lnTo>
                  <a:lnTo>
                    <a:pt x="2383734" y="2201206"/>
                  </a:lnTo>
                  <a:lnTo>
                    <a:pt x="2383148" y="2203542"/>
                  </a:lnTo>
                  <a:lnTo>
                    <a:pt x="2382372" y="2206913"/>
                  </a:lnTo>
                  <a:lnTo>
                    <a:pt x="2381512" y="2208206"/>
                  </a:lnTo>
                  <a:lnTo>
                    <a:pt x="2380949" y="2209233"/>
                  </a:lnTo>
                  <a:lnTo>
                    <a:pt x="2380470" y="2209941"/>
                  </a:lnTo>
                  <a:lnTo>
                    <a:pt x="2380409" y="2212322"/>
                  </a:lnTo>
                  <a:lnTo>
                    <a:pt x="2380090" y="2213890"/>
                  </a:lnTo>
                  <a:lnTo>
                    <a:pt x="2378743" y="2214445"/>
                  </a:lnTo>
                  <a:lnTo>
                    <a:pt x="2377404" y="2215358"/>
                  </a:lnTo>
                  <a:lnTo>
                    <a:pt x="2375814" y="2215023"/>
                  </a:lnTo>
                  <a:lnTo>
                    <a:pt x="2374413" y="2215206"/>
                  </a:lnTo>
                  <a:lnTo>
                    <a:pt x="2372686" y="2215815"/>
                  </a:lnTo>
                  <a:lnTo>
                    <a:pt x="2369590" y="2216522"/>
                  </a:lnTo>
                  <a:lnTo>
                    <a:pt x="2367794" y="2217466"/>
                  </a:lnTo>
                  <a:lnTo>
                    <a:pt x="2366934" y="2218151"/>
                  </a:lnTo>
                  <a:lnTo>
                    <a:pt x="2366341" y="2218972"/>
                  </a:lnTo>
                  <a:lnTo>
                    <a:pt x="2366234" y="2219764"/>
                  </a:lnTo>
                  <a:lnTo>
                    <a:pt x="2366645" y="2220182"/>
                  </a:lnTo>
                  <a:lnTo>
                    <a:pt x="2368388" y="2220502"/>
                  </a:lnTo>
                  <a:lnTo>
                    <a:pt x="2369582" y="2221978"/>
                  </a:lnTo>
                  <a:lnTo>
                    <a:pt x="2369750" y="2223591"/>
                  </a:lnTo>
                  <a:lnTo>
                    <a:pt x="2368517" y="2224511"/>
                  </a:lnTo>
                  <a:lnTo>
                    <a:pt x="2369095" y="2226261"/>
                  </a:lnTo>
                  <a:lnTo>
                    <a:pt x="2370465" y="2227966"/>
                  </a:lnTo>
                  <a:lnTo>
                    <a:pt x="2371180" y="2229206"/>
                  </a:lnTo>
                  <a:lnTo>
                    <a:pt x="2371324" y="2230492"/>
                  </a:lnTo>
                  <a:lnTo>
                    <a:pt x="2371949" y="2231214"/>
                  </a:lnTo>
                  <a:lnTo>
                    <a:pt x="2372862" y="2230552"/>
                  </a:lnTo>
                  <a:lnTo>
                    <a:pt x="2375083" y="2224869"/>
                  </a:lnTo>
                  <a:lnTo>
                    <a:pt x="2372420" y="2221011"/>
                  </a:lnTo>
                  <a:lnTo>
                    <a:pt x="2373417" y="2220524"/>
                  </a:lnTo>
                  <a:lnTo>
                    <a:pt x="2377465" y="2221658"/>
                  </a:lnTo>
                  <a:lnTo>
                    <a:pt x="2379154" y="2221338"/>
                  </a:lnTo>
                  <a:lnTo>
                    <a:pt x="2382007" y="2221894"/>
                  </a:lnTo>
                  <a:lnTo>
                    <a:pt x="2383863" y="2219832"/>
                  </a:lnTo>
                  <a:lnTo>
                    <a:pt x="2384868" y="2217671"/>
                  </a:lnTo>
                  <a:lnTo>
                    <a:pt x="2387021" y="2216218"/>
                  </a:lnTo>
                  <a:lnTo>
                    <a:pt x="2389653" y="2211158"/>
                  </a:lnTo>
                  <a:lnTo>
                    <a:pt x="2394044" y="2205148"/>
                  </a:lnTo>
                  <a:lnTo>
                    <a:pt x="2395596" y="2203611"/>
                  </a:lnTo>
                  <a:lnTo>
                    <a:pt x="2398670" y="2202249"/>
                  </a:lnTo>
                  <a:lnTo>
                    <a:pt x="2399461" y="2202416"/>
                  </a:lnTo>
                  <a:lnTo>
                    <a:pt x="2400252" y="2202888"/>
                  </a:lnTo>
                  <a:lnTo>
                    <a:pt x="2397803" y="2206084"/>
                  </a:lnTo>
                  <a:lnTo>
                    <a:pt x="2397125" y="2208290"/>
                  </a:lnTo>
                  <a:lnTo>
                    <a:pt x="2398852" y="2208282"/>
                  </a:lnTo>
                  <a:lnTo>
                    <a:pt x="2400594" y="2207597"/>
                  </a:lnTo>
                  <a:lnTo>
                    <a:pt x="2404962" y="2203922"/>
                  </a:lnTo>
                  <a:lnTo>
                    <a:pt x="2406590" y="2201922"/>
                  </a:lnTo>
                  <a:lnTo>
                    <a:pt x="2407123" y="2204113"/>
                  </a:lnTo>
                  <a:lnTo>
                    <a:pt x="2406468" y="2214460"/>
                  </a:lnTo>
                  <a:lnTo>
                    <a:pt x="2410257" y="2213692"/>
                  </a:lnTo>
                  <a:lnTo>
                    <a:pt x="2412289" y="2214803"/>
                  </a:lnTo>
                  <a:lnTo>
                    <a:pt x="2415119" y="2214681"/>
                  </a:lnTo>
                  <a:lnTo>
                    <a:pt x="2418421" y="2217063"/>
                  </a:lnTo>
                  <a:lnTo>
                    <a:pt x="2419715" y="2216728"/>
                  </a:lnTo>
                  <a:lnTo>
                    <a:pt x="2421267" y="2216644"/>
                  </a:lnTo>
                  <a:lnTo>
                    <a:pt x="2422606" y="2219117"/>
                  </a:lnTo>
                  <a:lnTo>
                    <a:pt x="2424752" y="2219870"/>
                  </a:lnTo>
                  <a:lnTo>
                    <a:pt x="2428373" y="2217930"/>
                  </a:lnTo>
                  <a:lnTo>
                    <a:pt x="2433874" y="2216066"/>
                  </a:lnTo>
                  <a:lnTo>
                    <a:pt x="2436492" y="2216013"/>
                  </a:lnTo>
                  <a:lnTo>
                    <a:pt x="2442921" y="2212604"/>
                  </a:lnTo>
                  <a:lnTo>
                    <a:pt x="2446041" y="2209850"/>
                  </a:lnTo>
                  <a:lnTo>
                    <a:pt x="2457469" y="2202606"/>
                  </a:lnTo>
                  <a:lnTo>
                    <a:pt x="2462278" y="2198627"/>
                  </a:lnTo>
                  <a:lnTo>
                    <a:pt x="2466858" y="2195721"/>
                  </a:lnTo>
                  <a:lnTo>
                    <a:pt x="2469612" y="2191049"/>
                  </a:lnTo>
                  <a:lnTo>
                    <a:pt x="2474375" y="2186613"/>
                  </a:lnTo>
                  <a:lnTo>
                    <a:pt x="2474497" y="2184734"/>
                  </a:lnTo>
                  <a:lnTo>
                    <a:pt x="2475440" y="2182588"/>
                  </a:lnTo>
                  <a:lnTo>
                    <a:pt x="2482737" y="2170658"/>
                  </a:lnTo>
                  <a:lnTo>
                    <a:pt x="2485133" y="2168680"/>
                  </a:lnTo>
                  <a:lnTo>
                    <a:pt x="2488451" y="2167211"/>
                  </a:lnTo>
                  <a:lnTo>
                    <a:pt x="2489873" y="2165035"/>
                  </a:lnTo>
                  <a:lnTo>
                    <a:pt x="2490779" y="2161901"/>
                  </a:lnTo>
                  <a:lnTo>
                    <a:pt x="2495245" y="2157244"/>
                  </a:lnTo>
                  <a:lnTo>
                    <a:pt x="2498311" y="2152557"/>
                  </a:lnTo>
                  <a:lnTo>
                    <a:pt x="2501157" y="2149491"/>
                  </a:lnTo>
                  <a:lnTo>
                    <a:pt x="2502572" y="2146744"/>
                  </a:lnTo>
                  <a:lnTo>
                    <a:pt x="2509907" y="2140018"/>
                  </a:lnTo>
                  <a:lnTo>
                    <a:pt x="2515849" y="2132531"/>
                  </a:lnTo>
                  <a:lnTo>
                    <a:pt x="2521404" y="2127091"/>
                  </a:lnTo>
                  <a:lnTo>
                    <a:pt x="2523184" y="2123728"/>
                  </a:lnTo>
                  <a:lnTo>
                    <a:pt x="2530382" y="2113837"/>
                  </a:lnTo>
                  <a:lnTo>
                    <a:pt x="2532603" y="2107294"/>
                  </a:lnTo>
                  <a:lnTo>
                    <a:pt x="2535304" y="2104806"/>
                  </a:lnTo>
                  <a:lnTo>
                    <a:pt x="2536476" y="2098552"/>
                  </a:lnTo>
                  <a:lnTo>
                    <a:pt x="2538796" y="2094047"/>
                  </a:lnTo>
                  <a:lnTo>
                    <a:pt x="2539421" y="2091354"/>
                  </a:lnTo>
                  <a:lnTo>
                    <a:pt x="2540638" y="2088820"/>
                  </a:lnTo>
                  <a:lnTo>
                    <a:pt x="2549487" y="2078602"/>
                  </a:lnTo>
                  <a:lnTo>
                    <a:pt x="2553032" y="2070674"/>
                  </a:lnTo>
                  <a:lnTo>
                    <a:pt x="2557422" y="2062677"/>
                  </a:lnTo>
                  <a:lnTo>
                    <a:pt x="2560572" y="2059885"/>
                  </a:lnTo>
                  <a:lnTo>
                    <a:pt x="2563905" y="2056240"/>
                  </a:lnTo>
                  <a:lnTo>
                    <a:pt x="2565708" y="2053349"/>
                  </a:lnTo>
                  <a:lnTo>
                    <a:pt x="2570783" y="2048769"/>
                  </a:lnTo>
                  <a:lnTo>
                    <a:pt x="2573233" y="2045596"/>
                  </a:lnTo>
                  <a:lnTo>
                    <a:pt x="2574458" y="2042355"/>
                  </a:lnTo>
                  <a:lnTo>
                    <a:pt x="2575599" y="2034328"/>
                  </a:lnTo>
                  <a:lnTo>
                    <a:pt x="2578894" y="2028134"/>
                  </a:lnTo>
                  <a:lnTo>
                    <a:pt x="2577935" y="2027138"/>
                  </a:lnTo>
                  <a:lnTo>
                    <a:pt x="2577410" y="2025220"/>
                  </a:lnTo>
                  <a:lnTo>
                    <a:pt x="2577768" y="2023075"/>
                  </a:lnTo>
                  <a:lnTo>
                    <a:pt x="2578255" y="2021796"/>
                  </a:lnTo>
                  <a:lnTo>
                    <a:pt x="2578597" y="2019788"/>
                  </a:lnTo>
                  <a:lnTo>
                    <a:pt x="2579335" y="2017543"/>
                  </a:lnTo>
                  <a:lnTo>
                    <a:pt x="2580020" y="2016181"/>
                  </a:lnTo>
                  <a:lnTo>
                    <a:pt x="2581861" y="2007508"/>
                  </a:lnTo>
                  <a:lnTo>
                    <a:pt x="2581732" y="2002060"/>
                  </a:lnTo>
                  <a:lnTo>
                    <a:pt x="2580728" y="1999952"/>
                  </a:lnTo>
                  <a:lnTo>
                    <a:pt x="2580690" y="1997114"/>
                  </a:lnTo>
                  <a:lnTo>
                    <a:pt x="2583292" y="1993082"/>
                  </a:lnTo>
                  <a:lnTo>
                    <a:pt x="2583908" y="1992412"/>
                  </a:lnTo>
                  <a:lnTo>
                    <a:pt x="2584144" y="1991461"/>
                  </a:lnTo>
                  <a:lnTo>
                    <a:pt x="2582850" y="1990655"/>
                  </a:lnTo>
                  <a:lnTo>
                    <a:pt x="2582242" y="1989856"/>
                  </a:lnTo>
                  <a:lnTo>
                    <a:pt x="2580978" y="1976000"/>
                  </a:lnTo>
                  <a:lnTo>
                    <a:pt x="2581929" y="1967456"/>
                  </a:lnTo>
                  <a:lnTo>
                    <a:pt x="2584600" y="1961156"/>
                  </a:lnTo>
                  <a:lnTo>
                    <a:pt x="2585133" y="1958972"/>
                  </a:lnTo>
                  <a:lnTo>
                    <a:pt x="2585498" y="1952833"/>
                  </a:lnTo>
                  <a:lnTo>
                    <a:pt x="2588717" y="1946632"/>
                  </a:lnTo>
                  <a:lnTo>
                    <a:pt x="2590733" y="1939594"/>
                  </a:lnTo>
                  <a:lnTo>
                    <a:pt x="2594933" y="1935888"/>
                  </a:lnTo>
                  <a:lnTo>
                    <a:pt x="2597687" y="1931308"/>
                  </a:lnTo>
                  <a:lnTo>
                    <a:pt x="2600008" y="1929238"/>
                  </a:lnTo>
                  <a:lnTo>
                    <a:pt x="2600403" y="1924513"/>
                  </a:lnTo>
                  <a:lnTo>
                    <a:pt x="2602534" y="1920306"/>
                  </a:lnTo>
                  <a:lnTo>
                    <a:pt x="2600905" y="1918366"/>
                  </a:lnTo>
                  <a:lnTo>
                    <a:pt x="2599209" y="1917088"/>
                  </a:lnTo>
                  <a:lnTo>
                    <a:pt x="2595792" y="1913694"/>
                  </a:lnTo>
                  <a:lnTo>
                    <a:pt x="2595001" y="1911343"/>
                  </a:lnTo>
                  <a:lnTo>
                    <a:pt x="2597398" y="1907341"/>
                  </a:lnTo>
                  <a:lnTo>
                    <a:pt x="2597847" y="1903742"/>
                  </a:lnTo>
                  <a:lnTo>
                    <a:pt x="2597634" y="1897146"/>
                  </a:lnTo>
                  <a:lnTo>
                    <a:pt x="2594027" y="1895114"/>
                  </a:lnTo>
                  <a:lnTo>
                    <a:pt x="2589493" y="1890085"/>
                  </a:lnTo>
                  <a:lnTo>
                    <a:pt x="2588747" y="1888380"/>
                  </a:lnTo>
                  <a:lnTo>
                    <a:pt x="2589759" y="1888251"/>
                  </a:lnTo>
                  <a:lnTo>
                    <a:pt x="2596036" y="1890952"/>
                  </a:lnTo>
                  <a:lnTo>
                    <a:pt x="2599170" y="1888046"/>
                  </a:lnTo>
                  <a:lnTo>
                    <a:pt x="2600753" y="1884964"/>
                  </a:lnTo>
                  <a:lnTo>
                    <a:pt x="2600145" y="1881091"/>
                  </a:lnTo>
                  <a:lnTo>
                    <a:pt x="2596812" y="1879600"/>
                  </a:lnTo>
                  <a:lnTo>
                    <a:pt x="2592483" y="1875324"/>
                  </a:lnTo>
                  <a:lnTo>
                    <a:pt x="2592292" y="1873878"/>
                  </a:lnTo>
                  <a:lnTo>
                    <a:pt x="2585490" y="1870234"/>
                  </a:lnTo>
                  <a:lnTo>
                    <a:pt x="2578224" y="1862458"/>
                  </a:lnTo>
                  <a:lnTo>
                    <a:pt x="2575972" y="1855641"/>
                  </a:lnTo>
                  <a:lnTo>
                    <a:pt x="2574626" y="1853807"/>
                  </a:lnTo>
                  <a:lnTo>
                    <a:pt x="2567785" y="1848215"/>
                  </a:lnTo>
                  <a:lnTo>
                    <a:pt x="2566446" y="1846351"/>
                  </a:lnTo>
                  <a:lnTo>
                    <a:pt x="2564567" y="1845590"/>
                  </a:lnTo>
                  <a:lnTo>
                    <a:pt x="2556281" y="1848656"/>
                  </a:lnTo>
                  <a:lnTo>
                    <a:pt x="2551693" y="1847751"/>
                  </a:lnTo>
                  <a:lnTo>
                    <a:pt x="2542958" y="1844023"/>
                  </a:lnTo>
                  <a:lnTo>
                    <a:pt x="2542137" y="1844814"/>
                  </a:lnTo>
                  <a:lnTo>
                    <a:pt x="2543392" y="1847576"/>
                  </a:lnTo>
                  <a:lnTo>
                    <a:pt x="2543156" y="1850307"/>
                  </a:lnTo>
                  <a:lnTo>
                    <a:pt x="2543522" y="1854081"/>
                  </a:lnTo>
                  <a:lnTo>
                    <a:pt x="2543042" y="1860381"/>
                  </a:lnTo>
                  <a:lnTo>
                    <a:pt x="2542213" y="1864893"/>
                  </a:lnTo>
                  <a:lnTo>
                    <a:pt x="2539018" y="1871170"/>
                  </a:lnTo>
                  <a:lnTo>
                    <a:pt x="2537732" y="1872357"/>
                  </a:lnTo>
                  <a:lnTo>
                    <a:pt x="2534947" y="1872859"/>
                  </a:lnTo>
                  <a:lnTo>
                    <a:pt x="2533440" y="1872821"/>
                  </a:lnTo>
                  <a:lnTo>
                    <a:pt x="2534346" y="1870371"/>
                  </a:lnTo>
                  <a:lnTo>
                    <a:pt x="2536795" y="1867434"/>
                  </a:lnTo>
                  <a:lnTo>
                    <a:pt x="2540257" y="1862222"/>
                  </a:lnTo>
                  <a:lnTo>
                    <a:pt x="2540242" y="1857581"/>
                  </a:lnTo>
                  <a:lnTo>
                    <a:pt x="2539383" y="1857124"/>
                  </a:lnTo>
                  <a:lnTo>
                    <a:pt x="2538645" y="1857132"/>
                  </a:lnTo>
                  <a:lnTo>
                    <a:pt x="2536202" y="1858950"/>
                  </a:lnTo>
                  <a:lnTo>
                    <a:pt x="2533509" y="1865547"/>
                  </a:lnTo>
                  <a:lnTo>
                    <a:pt x="2527041" y="1869968"/>
                  </a:lnTo>
                  <a:lnTo>
                    <a:pt x="2522507" y="1871520"/>
                  </a:lnTo>
                  <a:lnTo>
                    <a:pt x="2513757" y="1872288"/>
                  </a:lnTo>
                  <a:lnTo>
                    <a:pt x="2512166" y="1872030"/>
                  </a:lnTo>
                  <a:lnTo>
                    <a:pt x="2511474" y="1870843"/>
                  </a:lnTo>
                  <a:lnTo>
                    <a:pt x="2513445" y="1868956"/>
                  </a:lnTo>
                  <a:lnTo>
                    <a:pt x="2517789" y="1866247"/>
                  </a:lnTo>
                  <a:lnTo>
                    <a:pt x="2520513" y="1860525"/>
                  </a:lnTo>
                  <a:lnTo>
                    <a:pt x="2523526" y="1859171"/>
                  </a:lnTo>
                  <a:lnTo>
                    <a:pt x="2524568" y="1857596"/>
                  </a:lnTo>
                  <a:lnTo>
                    <a:pt x="2520034" y="1856736"/>
                  </a:lnTo>
                  <a:lnTo>
                    <a:pt x="2516914" y="1854667"/>
                  </a:lnTo>
                  <a:lnTo>
                    <a:pt x="2513985" y="1852019"/>
                  </a:lnTo>
                  <a:lnTo>
                    <a:pt x="2515355" y="1851182"/>
                  </a:lnTo>
                  <a:lnTo>
                    <a:pt x="2516382" y="1850931"/>
                  </a:lnTo>
                  <a:lnTo>
                    <a:pt x="2517706" y="1849988"/>
                  </a:lnTo>
                  <a:lnTo>
                    <a:pt x="2520970" y="1845362"/>
                  </a:lnTo>
                  <a:lnTo>
                    <a:pt x="2517957" y="1845073"/>
                  </a:lnTo>
                  <a:lnTo>
                    <a:pt x="2514807" y="1845392"/>
                  </a:lnTo>
                  <a:lnTo>
                    <a:pt x="2509770" y="1849044"/>
                  </a:lnTo>
                  <a:lnTo>
                    <a:pt x="2508796" y="1850992"/>
                  </a:lnTo>
                  <a:lnTo>
                    <a:pt x="2510424" y="1853594"/>
                  </a:lnTo>
                  <a:lnTo>
                    <a:pt x="2512251" y="1854743"/>
                  </a:lnTo>
                  <a:lnTo>
                    <a:pt x="2510059" y="1862108"/>
                  </a:lnTo>
                  <a:lnTo>
                    <a:pt x="2507145" y="1861157"/>
                  </a:lnTo>
                  <a:lnTo>
                    <a:pt x="2504315" y="1861476"/>
                  </a:lnTo>
                  <a:lnTo>
                    <a:pt x="2502534" y="1863538"/>
                  </a:lnTo>
                  <a:lnTo>
                    <a:pt x="2500746" y="1862747"/>
                  </a:lnTo>
                  <a:lnTo>
                    <a:pt x="2499978" y="1858152"/>
                  </a:lnTo>
                  <a:lnTo>
                    <a:pt x="2500967" y="1853465"/>
                  </a:lnTo>
                  <a:lnTo>
                    <a:pt x="2501842" y="1842805"/>
                  </a:lnTo>
                  <a:lnTo>
                    <a:pt x="2502914" y="1839176"/>
                  </a:lnTo>
                  <a:lnTo>
                    <a:pt x="2502983" y="1835174"/>
                  </a:lnTo>
                  <a:lnTo>
                    <a:pt x="2502420" y="1832982"/>
                  </a:lnTo>
                  <a:lnTo>
                    <a:pt x="2500663" y="1832861"/>
                  </a:lnTo>
                  <a:lnTo>
                    <a:pt x="2497794" y="1833256"/>
                  </a:lnTo>
                  <a:lnTo>
                    <a:pt x="2490482" y="1833241"/>
                  </a:lnTo>
                  <a:lnTo>
                    <a:pt x="2482227" y="1834352"/>
                  </a:lnTo>
                  <a:lnTo>
                    <a:pt x="2473394" y="1830357"/>
                  </a:lnTo>
                  <a:lnTo>
                    <a:pt x="2470997" y="1829810"/>
                  </a:lnTo>
                  <a:lnTo>
                    <a:pt x="2469559" y="1828919"/>
                  </a:lnTo>
                  <a:lnTo>
                    <a:pt x="2468570" y="1824879"/>
                  </a:lnTo>
                  <a:lnTo>
                    <a:pt x="2469064" y="1822566"/>
                  </a:lnTo>
                  <a:lnTo>
                    <a:pt x="2469650" y="1821083"/>
                  </a:lnTo>
                  <a:lnTo>
                    <a:pt x="2475592" y="1814745"/>
                  </a:lnTo>
                  <a:lnTo>
                    <a:pt x="2480081" y="1813002"/>
                  </a:lnTo>
                  <a:lnTo>
                    <a:pt x="2489136" y="1805843"/>
                  </a:lnTo>
                  <a:lnTo>
                    <a:pt x="2492894" y="1799916"/>
                  </a:lnTo>
                  <a:lnTo>
                    <a:pt x="2495230" y="1797405"/>
                  </a:lnTo>
                  <a:lnTo>
                    <a:pt x="2502352" y="1792969"/>
                  </a:lnTo>
                  <a:lnTo>
                    <a:pt x="2507015" y="1789142"/>
                  </a:lnTo>
                  <a:lnTo>
                    <a:pt x="2510805" y="1785459"/>
                  </a:lnTo>
                  <a:lnTo>
                    <a:pt x="2514959" y="1782325"/>
                  </a:lnTo>
                  <a:lnTo>
                    <a:pt x="2518984" y="1777082"/>
                  </a:lnTo>
                  <a:lnTo>
                    <a:pt x="2521517" y="1776040"/>
                  </a:lnTo>
                  <a:lnTo>
                    <a:pt x="2529681" y="1764764"/>
                  </a:lnTo>
                  <a:lnTo>
                    <a:pt x="2531112" y="1762231"/>
                  </a:lnTo>
                  <a:lnTo>
                    <a:pt x="2531949" y="1758761"/>
                  </a:lnTo>
                  <a:lnTo>
                    <a:pt x="2532748" y="1757194"/>
                  </a:lnTo>
                  <a:lnTo>
                    <a:pt x="2542243" y="1744099"/>
                  </a:lnTo>
                  <a:lnTo>
                    <a:pt x="2548726" y="1739298"/>
                  </a:lnTo>
                  <a:lnTo>
                    <a:pt x="2553329" y="1732481"/>
                  </a:lnTo>
                  <a:lnTo>
                    <a:pt x="2558929" y="1729788"/>
                  </a:lnTo>
                  <a:lnTo>
                    <a:pt x="2560275" y="1728661"/>
                  </a:lnTo>
                  <a:lnTo>
                    <a:pt x="2562672" y="1724804"/>
                  </a:lnTo>
                  <a:lnTo>
                    <a:pt x="2566606" y="1722483"/>
                  </a:lnTo>
                  <a:lnTo>
                    <a:pt x="2567846" y="1721091"/>
                  </a:lnTo>
                  <a:lnTo>
                    <a:pt x="2570859" y="1715590"/>
                  </a:lnTo>
                  <a:lnTo>
                    <a:pt x="2580355" y="1710546"/>
                  </a:lnTo>
                  <a:lnTo>
                    <a:pt x="2581382" y="1708476"/>
                  </a:lnTo>
                  <a:lnTo>
                    <a:pt x="2585437" y="1694522"/>
                  </a:lnTo>
                  <a:lnTo>
                    <a:pt x="2587682" y="1690824"/>
                  </a:lnTo>
                  <a:lnTo>
                    <a:pt x="2591905" y="1686221"/>
                  </a:lnTo>
                  <a:lnTo>
                    <a:pt x="2599581" y="1681686"/>
                  </a:lnTo>
                  <a:lnTo>
                    <a:pt x="2605045" y="1676741"/>
                  </a:lnTo>
                  <a:lnTo>
                    <a:pt x="2608285" y="1672792"/>
                  </a:lnTo>
                  <a:lnTo>
                    <a:pt x="2614068" y="1662300"/>
                  </a:lnTo>
                  <a:lnTo>
                    <a:pt x="2620574" y="1655954"/>
                  </a:lnTo>
                  <a:lnTo>
                    <a:pt x="2625915" y="1652310"/>
                  </a:lnTo>
                  <a:lnTo>
                    <a:pt x="2638979" y="1646885"/>
                  </a:lnTo>
                  <a:lnTo>
                    <a:pt x="2646062" y="1647996"/>
                  </a:lnTo>
                  <a:lnTo>
                    <a:pt x="2653435" y="1645158"/>
                  </a:lnTo>
                  <a:lnTo>
                    <a:pt x="2658867" y="1645287"/>
                  </a:lnTo>
                  <a:lnTo>
                    <a:pt x="2666560" y="1646626"/>
                  </a:lnTo>
                  <a:lnTo>
                    <a:pt x="2689431" y="1645066"/>
                  </a:lnTo>
                  <a:lnTo>
                    <a:pt x="2693737" y="1646733"/>
                  </a:lnTo>
                  <a:lnTo>
                    <a:pt x="2695290" y="1648551"/>
                  </a:lnTo>
                  <a:lnTo>
                    <a:pt x="2697481" y="1654052"/>
                  </a:lnTo>
                  <a:lnTo>
                    <a:pt x="2699999" y="1655209"/>
                  </a:lnTo>
                  <a:lnTo>
                    <a:pt x="2704777" y="1653093"/>
                  </a:lnTo>
                  <a:lnTo>
                    <a:pt x="2708422" y="1644359"/>
                  </a:lnTo>
                  <a:lnTo>
                    <a:pt x="2710408" y="1643248"/>
                  </a:lnTo>
                  <a:lnTo>
                    <a:pt x="2716099" y="1646771"/>
                  </a:lnTo>
                  <a:lnTo>
                    <a:pt x="2721143" y="1647075"/>
                  </a:lnTo>
                  <a:lnTo>
                    <a:pt x="2731278" y="1651138"/>
                  </a:lnTo>
                  <a:lnTo>
                    <a:pt x="2734976" y="1650210"/>
                  </a:lnTo>
                  <a:lnTo>
                    <a:pt x="2738963" y="1646139"/>
                  </a:lnTo>
                  <a:lnTo>
                    <a:pt x="2747134" y="1645044"/>
                  </a:lnTo>
                  <a:lnTo>
                    <a:pt x="2752126" y="1651389"/>
                  </a:lnTo>
                  <a:lnTo>
                    <a:pt x="2757147" y="1651572"/>
                  </a:lnTo>
                  <a:lnTo>
                    <a:pt x="2761149" y="1650537"/>
                  </a:lnTo>
                  <a:lnTo>
                    <a:pt x="2762230" y="1646923"/>
                  </a:lnTo>
                  <a:lnTo>
                    <a:pt x="2760632" y="1645629"/>
                  </a:lnTo>
                  <a:lnTo>
                    <a:pt x="2757528" y="1646740"/>
                  </a:lnTo>
                  <a:lnTo>
                    <a:pt x="2756767" y="1643598"/>
                  </a:lnTo>
                  <a:lnTo>
                    <a:pt x="2758654" y="1640083"/>
                  </a:lnTo>
                  <a:lnTo>
                    <a:pt x="2761378" y="1642487"/>
                  </a:lnTo>
                  <a:lnTo>
                    <a:pt x="2765821" y="1642259"/>
                  </a:lnTo>
                  <a:lnTo>
                    <a:pt x="2767358" y="1641939"/>
                  </a:lnTo>
                  <a:lnTo>
                    <a:pt x="2766727" y="1640319"/>
                  </a:lnTo>
                  <a:lnTo>
                    <a:pt x="2765707" y="1638972"/>
                  </a:lnTo>
                  <a:lnTo>
                    <a:pt x="2764368" y="1635951"/>
                  </a:lnTo>
                  <a:lnTo>
                    <a:pt x="2769184" y="1631820"/>
                  </a:lnTo>
                  <a:lnTo>
                    <a:pt x="2772045" y="1630443"/>
                  </a:lnTo>
                  <a:lnTo>
                    <a:pt x="2776701" y="1630047"/>
                  </a:lnTo>
                  <a:lnTo>
                    <a:pt x="2788655" y="1635084"/>
                  </a:lnTo>
                  <a:lnTo>
                    <a:pt x="2791279" y="1635609"/>
                  </a:lnTo>
                  <a:lnTo>
                    <a:pt x="2794094" y="1637640"/>
                  </a:lnTo>
                  <a:lnTo>
                    <a:pt x="2798584" y="1639086"/>
                  </a:lnTo>
                  <a:lnTo>
                    <a:pt x="2795860" y="1640402"/>
                  </a:lnTo>
                  <a:lnTo>
                    <a:pt x="2794658" y="1641688"/>
                  </a:lnTo>
                  <a:lnTo>
                    <a:pt x="2797473" y="1641178"/>
                  </a:lnTo>
                  <a:lnTo>
                    <a:pt x="2799908" y="1642753"/>
                  </a:lnTo>
                  <a:lnTo>
                    <a:pt x="2801916" y="1643103"/>
                  </a:lnTo>
                  <a:lnTo>
                    <a:pt x="2802768" y="1642487"/>
                  </a:lnTo>
                  <a:lnTo>
                    <a:pt x="2803811" y="1640486"/>
                  </a:lnTo>
                  <a:lnTo>
                    <a:pt x="2805310" y="1638454"/>
                  </a:lnTo>
                  <a:lnTo>
                    <a:pt x="2806405" y="1637853"/>
                  </a:lnTo>
                  <a:lnTo>
                    <a:pt x="2809327" y="1637952"/>
                  </a:lnTo>
                  <a:lnTo>
                    <a:pt x="2813124" y="1638888"/>
                  </a:lnTo>
                  <a:lnTo>
                    <a:pt x="2816068" y="1640448"/>
                  </a:lnTo>
                  <a:lnTo>
                    <a:pt x="2822733" y="1648863"/>
                  </a:lnTo>
                  <a:lnTo>
                    <a:pt x="2825815" y="1650499"/>
                  </a:lnTo>
                  <a:lnTo>
                    <a:pt x="2829277" y="1650225"/>
                  </a:lnTo>
                  <a:lnTo>
                    <a:pt x="2830669" y="1650750"/>
                  </a:lnTo>
                  <a:lnTo>
                    <a:pt x="2832609" y="1653017"/>
                  </a:lnTo>
                  <a:lnTo>
                    <a:pt x="2826834" y="1655665"/>
                  </a:lnTo>
                  <a:lnTo>
                    <a:pt x="2821356" y="1656220"/>
                  </a:lnTo>
                  <a:lnTo>
                    <a:pt x="2816471" y="1655498"/>
                  </a:lnTo>
                  <a:lnTo>
                    <a:pt x="2808270" y="1658883"/>
                  </a:lnTo>
                  <a:lnTo>
                    <a:pt x="2812667" y="1667458"/>
                  </a:lnTo>
                  <a:lnTo>
                    <a:pt x="2820732" y="1667808"/>
                  </a:lnTo>
                  <a:lnTo>
                    <a:pt x="2828919" y="1665997"/>
                  </a:lnTo>
                  <a:lnTo>
                    <a:pt x="2830570" y="1662421"/>
                  </a:lnTo>
                  <a:lnTo>
                    <a:pt x="2833872" y="1661022"/>
                  </a:lnTo>
                  <a:lnTo>
                    <a:pt x="2835607" y="1661204"/>
                  </a:lnTo>
                  <a:lnTo>
                    <a:pt x="2839343" y="1664194"/>
                  </a:lnTo>
                  <a:lnTo>
                    <a:pt x="2844517" y="1665343"/>
                  </a:lnTo>
                  <a:lnTo>
                    <a:pt x="2845893" y="1664818"/>
                  </a:lnTo>
                  <a:lnTo>
                    <a:pt x="2850071" y="1658906"/>
                  </a:lnTo>
                  <a:lnTo>
                    <a:pt x="2852597" y="1658389"/>
                  </a:lnTo>
                  <a:lnTo>
                    <a:pt x="2854240" y="1658518"/>
                  </a:lnTo>
                  <a:lnTo>
                    <a:pt x="2856120" y="1653390"/>
                  </a:lnTo>
                  <a:lnTo>
                    <a:pt x="2863257" y="1652972"/>
                  </a:lnTo>
                  <a:lnTo>
                    <a:pt x="2867457" y="1657567"/>
                  </a:lnTo>
                  <a:lnTo>
                    <a:pt x="2869998" y="1659173"/>
                  </a:lnTo>
                  <a:lnTo>
                    <a:pt x="2875034" y="1657803"/>
                  </a:lnTo>
                  <a:lnTo>
                    <a:pt x="2877789" y="1654508"/>
                  </a:lnTo>
                  <a:lnTo>
                    <a:pt x="2879539" y="1653314"/>
                  </a:lnTo>
                  <a:lnTo>
                    <a:pt x="2884781" y="1656449"/>
                  </a:lnTo>
                  <a:lnTo>
                    <a:pt x="2887353" y="1654524"/>
                  </a:lnTo>
                  <a:lnTo>
                    <a:pt x="2891469" y="1654189"/>
                  </a:lnTo>
                  <a:lnTo>
                    <a:pt x="2894535" y="1654417"/>
                  </a:lnTo>
                  <a:lnTo>
                    <a:pt x="2894375" y="1651085"/>
                  </a:lnTo>
                  <a:lnTo>
                    <a:pt x="2894665" y="1647326"/>
                  </a:lnTo>
                  <a:lnTo>
                    <a:pt x="2890487" y="1643583"/>
                  </a:lnTo>
                  <a:lnTo>
                    <a:pt x="2882187" y="1639778"/>
                  </a:lnTo>
                  <a:lnTo>
                    <a:pt x="2877386" y="1642243"/>
                  </a:lnTo>
                  <a:lnTo>
                    <a:pt x="2875560" y="1642510"/>
                  </a:lnTo>
                  <a:lnTo>
                    <a:pt x="2874297" y="1642167"/>
                  </a:lnTo>
                  <a:lnTo>
                    <a:pt x="2872950" y="1640273"/>
                  </a:lnTo>
                  <a:lnTo>
                    <a:pt x="2874213" y="1637252"/>
                  </a:lnTo>
                  <a:lnTo>
                    <a:pt x="2875491" y="1634810"/>
                  </a:lnTo>
                  <a:lnTo>
                    <a:pt x="2875438" y="1631766"/>
                  </a:lnTo>
                  <a:lnTo>
                    <a:pt x="2876001" y="1627407"/>
                  </a:lnTo>
                  <a:lnTo>
                    <a:pt x="2878070" y="1625566"/>
                  </a:lnTo>
                  <a:lnTo>
                    <a:pt x="2879158" y="1625269"/>
                  </a:lnTo>
                  <a:lnTo>
                    <a:pt x="2882095" y="1616260"/>
                  </a:lnTo>
                  <a:lnTo>
                    <a:pt x="2890480" y="1604170"/>
                  </a:lnTo>
                  <a:lnTo>
                    <a:pt x="2900242" y="1596683"/>
                  </a:lnTo>
                  <a:lnTo>
                    <a:pt x="2906397" y="1590924"/>
                  </a:lnTo>
                  <a:lnTo>
                    <a:pt x="2909326" y="1586792"/>
                  </a:lnTo>
                  <a:lnTo>
                    <a:pt x="2913655" y="1577221"/>
                  </a:lnTo>
                  <a:lnTo>
                    <a:pt x="2919811" y="1570190"/>
                  </a:lnTo>
                  <a:lnTo>
                    <a:pt x="2922770" y="1567938"/>
                  </a:lnTo>
                  <a:lnTo>
                    <a:pt x="2925913" y="1564994"/>
                  </a:lnTo>
                  <a:lnTo>
                    <a:pt x="2926993" y="1555727"/>
                  </a:lnTo>
                  <a:lnTo>
                    <a:pt x="2929352" y="1553535"/>
                  </a:lnTo>
                  <a:lnTo>
                    <a:pt x="2931513" y="1551945"/>
                  </a:lnTo>
                  <a:lnTo>
                    <a:pt x="2935622" y="1546992"/>
                  </a:lnTo>
                  <a:lnTo>
                    <a:pt x="2941739" y="1543781"/>
                  </a:lnTo>
                  <a:lnTo>
                    <a:pt x="2943846" y="1541438"/>
                  </a:lnTo>
                  <a:lnTo>
                    <a:pt x="2950892" y="1541605"/>
                  </a:lnTo>
                  <a:lnTo>
                    <a:pt x="2956674" y="1543484"/>
                  </a:lnTo>
                  <a:lnTo>
                    <a:pt x="2958417" y="1542975"/>
                  </a:lnTo>
                  <a:lnTo>
                    <a:pt x="2962312" y="1540236"/>
                  </a:lnTo>
                  <a:lnTo>
                    <a:pt x="2966870" y="1540898"/>
                  </a:lnTo>
                  <a:lnTo>
                    <a:pt x="2972789" y="1539125"/>
                  </a:lnTo>
                  <a:lnTo>
                    <a:pt x="2978176" y="1535868"/>
                  </a:lnTo>
                  <a:lnTo>
                    <a:pt x="2980573" y="1535549"/>
                  </a:lnTo>
                  <a:lnTo>
                    <a:pt x="2982833" y="1536241"/>
                  </a:lnTo>
                  <a:lnTo>
                    <a:pt x="2985564" y="1541035"/>
                  </a:lnTo>
                  <a:lnTo>
                    <a:pt x="2987132" y="1542237"/>
                  </a:lnTo>
                  <a:lnTo>
                    <a:pt x="2988326" y="1545029"/>
                  </a:lnTo>
                  <a:lnTo>
                    <a:pt x="2991955" y="1543279"/>
                  </a:lnTo>
                  <a:lnTo>
                    <a:pt x="3001786" y="1536758"/>
                  </a:lnTo>
                  <a:lnTo>
                    <a:pt x="3002965" y="1536713"/>
                  </a:lnTo>
                  <a:lnTo>
                    <a:pt x="3004487" y="1537147"/>
                  </a:lnTo>
                  <a:lnTo>
                    <a:pt x="3004746" y="1539673"/>
                  </a:lnTo>
                  <a:lnTo>
                    <a:pt x="3004654" y="1541712"/>
                  </a:lnTo>
                  <a:lnTo>
                    <a:pt x="3003155" y="1548270"/>
                  </a:lnTo>
                  <a:lnTo>
                    <a:pt x="3001360" y="1553201"/>
                  </a:lnTo>
                  <a:lnTo>
                    <a:pt x="2996407" y="1562719"/>
                  </a:lnTo>
                  <a:lnTo>
                    <a:pt x="2995387" y="1564149"/>
                  </a:lnTo>
                  <a:lnTo>
                    <a:pt x="2996049" y="1566691"/>
                  </a:lnTo>
                  <a:lnTo>
                    <a:pt x="2996802" y="1571370"/>
                  </a:lnTo>
                  <a:lnTo>
                    <a:pt x="2994359" y="1576422"/>
                  </a:lnTo>
                  <a:lnTo>
                    <a:pt x="2993416" y="1578940"/>
                  </a:lnTo>
                  <a:lnTo>
                    <a:pt x="2995395" y="1579519"/>
                  </a:lnTo>
                  <a:lnTo>
                    <a:pt x="2997981" y="1576703"/>
                  </a:lnTo>
                  <a:lnTo>
                    <a:pt x="3001831" y="1574938"/>
                  </a:lnTo>
                  <a:lnTo>
                    <a:pt x="3003901" y="1575068"/>
                  </a:lnTo>
                  <a:lnTo>
                    <a:pt x="3005978" y="1575912"/>
                  </a:lnTo>
                  <a:lnTo>
                    <a:pt x="3002706" y="1584426"/>
                  </a:lnTo>
                  <a:lnTo>
                    <a:pt x="3002181" y="1588877"/>
                  </a:lnTo>
                  <a:lnTo>
                    <a:pt x="3001679" y="1590574"/>
                  </a:lnTo>
                  <a:lnTo>
                    <a:pt x="3001596" y="1592849"/>
                  </a:lnTo>
                  <a:lnTo>
                    <a:pt x="3004023" y="1591601"/>
                  </a:lnTo>
                  <a:lnTo>
                    <a:pt x="3005750" y="1589790"/>
                  </a:lnTo>
                  <a:lnTo>
                    <a:pt x="3008177" y="1588428"/>
                  </a:lnTo>
                  <a:lnTo>
                    <a:pt x="3014256" y="1587842"/>
                  </a:lnTo>
                  <a:lnTo>
                    <a:pt x="3017429" y="1581748"/>
                  </a:lnTo>
                  <a:lnTo>
                    <a:pt x="3020038" y="1578666"/>
                  </a:lnTo>
                  <a:lnTo>
                    <a:pt x="3044614" y="1553056"/>
                  </a:lnTo>
                  <a:lnTo>
                    <a:pt x="3048974" y="1547616"/>
                  </a:lnTo>
                  <a:lnTo>
                    <a:pt x="3051401" y="1547251"/>
                  </a:lnTo>
                  <a:lnTo>
                    <a:pt x="3053562" y="1548156"/>
                  </a:lnTo>
                  <a:lnTo>
                    <a:pt x="3055517" y="1548042"/>
                  </a:lnTo>
                  <a:lnTo>
                    <a:pt x="3055920" y="1546132"/>
                  </a:lnTo>
                  <a:lnTo>
                    <a:pt x="3056659" y="1545409"/>
                  </a:lnTo>
                  <a:lnTo>
                    <a:pt x="3058873" y="1545691"/>
                  </a:lnTo>
                  <a:lnTo>
                    <a:pt x="3060280" y="1550515"/>
                  </a:lnTo>
                  <a:lnTo>
                    <a:pt x="3061817" y="1552911"/>
                  </a:lnTo>
                  <a:lnTo>
                    <a:pt x="3062951" y="1552463"/>
                  </a:lnTo>
                  <a:lnTo>
                    <a:pt x="3063765" y="1551725"/>
                  </a:lnTo>
                  <a:lnTo>
                    <a:pt x="3064906" y="1549891"/>
                  </a:lnTo>
                  <a:lnTo>
                    <a:pt x="3066162" y="1548392"/>
                  </a:lnTo>
                  <a:lnTo>
                    <a:pt x="3067448" y="1545934"/>
                  </a:lnTo>
                  <a:lnTo>
                    <a:pt x="3066375" y="1544261"/>
                  </a:lnTo>
                  <a:lnTo>
                    <a:pt x="3062137" y="1541780"/>
                  </a:lnTo>
                  <a:lnTo>
                    <a:pt x="3062312" y="1537283"/>
                  </a:lnTo>
                  <a:lnTo>
                    <a:pt x="3064724" y="1530078"/>
                  </a:lnTo>
                  <a:lnTo>
                    <a:pt x="3064457" y="1525384"/>
                  </a:lnTo>
                  <a:lnTo>
                    <a:pt x="3065424" y="1520507"/>
                  </a:lnTo>
                  <a:lnTo>
                    <a:pt x="3066489" y="1518034"/>
                  </a:lnTo>
                  <a:lnTo>
                    <a:pt x="3067440" y="1516953"/>
                  </a:lnTo>
                  <a:lnTo>
                    <a:pt x="3068383" y="1515295"/>
                  </a:lnTo>
                  <a:lnTo>
                    <a:pt x="3067151" y="1511498"/>
                  </a:lnTo>
                  <a:lnTo>
                    <a:pt x="3068064" y="1508911"/>
                  </a:lnTo>
                  <a:lnTo>
                    <a:pt x="3069015" y="1507085"/>
                  </a:lnTo>
                  <a:lnTo>
                    <a:pt x="3088744" y="1500329"/>
                  </a:lnTo>
                  <a:lnTo>
                    <a:pt x="3092221" y="1499956"/>
                  </a:lnTo>
                  <a:lnTo>
                    <a:pt x="3095394" y="1501310"/>
                  </a:lnTo>
                  <a:lnTo>
                    <a:pt x="3100210" y="1506149"/>
                  </a:lnTo>
                  <a:lnTo>
                    <a:pt x="3105582" y="1508652"/>
                  </a:lnTo>
                  <a:lnTo>
                    <a:pt x="3113106" y="1509718"/>
                  </a:lnTo>
                  <a:lnTo>
                    <a:pt x="3113555" y="1511879"/>
                  </a:lnTo>
                  <a:lnTo>
                    <a:pt x="3110626" y="1511148"/>
                  </a:lnTo>
                  <a:lnTo>
                    <a:pt x="3109204" y="1511833"/>
                  </a:lnTo>
                  <a:lnTo>
                    <a:pt x="3109454" y="1513788"/>
                  </a:lnTo>
                  <a:lnTo>
                    <a:pt x="3109081" y="1515249"/>
                  </a:lnTo>
                  <a:lnTo>
                    <a:pt x="3107286" y="1513522"/>
                  </a:lnTo>
                  <a:lnTo>
                    <a:pt x="3102241" y="1512586"/>
                  </a:lnTo>
                  <a:lnTo>
                    <a:pt x="3097608" y="1510653"/>
                  </a:lnTo>
                  <a:lnTo>
                    <a:pt x="3096063" y="1510806"/>
                  </a:lnTo>
                  <a:lnTo>
                    <a:pt x="3089429" y="1516512"/>
                  </a:lnTo>
                  <a:lnTo>
                    <a:pt x="3087709" y="1519008"/>
                  </a:lnTo>
                  <a:lnTo>
                    <a:pt x="3084871" y="1530299"/>
                  </a:lnTo>
                  <a:lnTo>
                    <a:pt x="3084734" y="1538060"/>
                  </a:lnTo>
                  <a:lnTo>
                    <a:pt x="3083699" y="1545417"/>
                  </a:lnTo>
                  <a:lnTo>
                    <a:pt x="3080778" y="1548590"/>
                  </a:lnTo>
                  <a:lnTo>
                    <a:pt x="3079804" y="1552257"/>
                  </a:lnTo>
                  <a:lnTo>
                    <a:pt x="3079096" y="1556586"/>
                  </a:lnTo>
                  <a:lnTo>
                    <a:pt x="3082695" y="1558435"/>
                  </a:lnTo>
                  <a:lnTo>
                    <a:pt x="3083114" y="1559843"/>
                  </a:lnTo>
                  <a:lnTo>
                    <a:pt x="3083395" y="1561821"/>
                  </a:lnTo>
                  <a:lnTo>
                    <a:pt x="3081006" y="1566409"/>
                  </a:lnTo>
                  <a:lnTo>
                    <a:pt x="3075155" y="1572123"/>
                  </a:lnTo>
                  <a:lnTo>
                    <a:pt x="3074508" y="1573310"/>
                  </a:lnTo>
                  <a:lnTo>
                    <a:pt x="3073747" y="1575897"/>
                  </a:lnTo>
                  <a:lnTo>
                    <a:pt x="3077080" y="1580675"/>
                  </a:lnTo>
                  <a:lnTo>
                    <a:pt x="3074409" y="1582410"/>
                  </a:lnTo>
                  <a:lnTo>
                    <a:pt x="3071876" y="1583612"/>
                  </a:lnTo>
                  <a:lnTo>
                    <a:pt x="3069441" y="1585773"/>
                  </a:lnTo>
                  <a:lnTo>
                    <a:pt x="3061353" y="1586541"/>
                  </a:lnTo>
                  <a:lnTo>
                    <a:pt x="3055807" y="1591920"/>
                  </a:lnTo>
                  <a:lnTo>
                    <a:pt x="3046258" y="1597254"/>
                  </a:lnTo>
                  <a:lnTo>
                    <a:pt x="3042027" y="1600297"/>
                  </a:lnTo>
                  <a:lnTo>
                    <a:pt x="3040642" y="1602291"/>
                  </a:lnTo>
                  <a:lnTo>
                    <a:pt x="3037280" y="1610386"/>
                  </a:lnTo>
                  <a:lnTo>
                    <a:pt x="3035302" y="1613818"/>
                  </a:lnTo>
                  <a:lnTo>
                    <a:pt x="3028804" y="1619159"/>
                  </a:lnTo>
                  <a:lnTo>
                    <a:pt x="3023889" y="1626897"/>
                  </a:lnTo>
                  <a:lnTo>
                    <a:pt x="3016120" y="1636149"/>
                  </a:lnTo>
                  <a:lnTo>
                    <a:pt x="3013054" y="1637214"/>
                  </a:lnTo>
                  <a:lnTo>
                    <a:pt x="3009546" y="1639497"/>
                  </a:lnTo>
                  <a:lnTo>
                    <a:pt x="3005339" y="1645934"/>
                  </a:lnTo>
                  <a:lnTo>
                    <a:pt x="2994595" y="1657065"/>
                  </a:lnTo>
                  <a:lnTo>
                    <a:pt x="2989133" y="1670441"/>
                  </a:lnTo>
                  <a:lnTo>
                    <a:pt x="2986165" y="1674869"/>
                  </a:lnTo>
                  <a:lnTo>
                    <a:pt x="2983092" y="1678369"/>
                  </a:lnTo>
                  <a:lnTo>
                    <a:pt x="2981006" y="1682089"/>
                  </a:lnTo>
                  <a:lnTo>
                    <a:pt x="2977301" y="1685978"/>
                  </a:lnTo>
                  <a:lnTo>
                    <a:pt x="2969829" y="1691768"/>
                  </a:lnTo>
                  <a:lnTo>
                    <a:pt x="2964755" y="1696569"/>
                  </a:lnTo>
                  <a:lnTo>
                    <a:pt x="2962016" y="1699772"/>
                  </a:lnTo>
                  <a:lnTo>
                    <a:pt x="2961034" y="1702770"/>
                  </a:lnTo>
                  <a:lnTo>
                    <a:pt x="2959650" y="1702115"/>
                  </a:lnTo>
                  <a:lnTo>
                    <a:pt x="2954612" y="1703698"/>
                  </a:lnTo>
                  <a:lnTo>
                    <a:pt x="2948039" y="1702336"/>
                  </a:lnTo>
                  <a:lnTo>
                    <a:pt x="2943428" y="1711185"/>
                  </a:lnTo>
                  <a:lnTo>
                    <a:pt x="2938444" y="1712083"/>
                  </a:lnTo>
                  <a:lnTo>
                    <a:pt x="2933514" y="1709945"/>
                  </a:lnTo>
                  <a:lnTo>
                    <a:pt x="2931087" y="1711010"/>
                  </a:lnTo>
                  <a:lnTo>
                    <a:pt x="2930189" y="1711968"/>
                  </a:lnTo>
                  <a:lnTo>
                    <a:pt x="2929375" y="1713231"/>
                  </a:lnTo>
                  <a:lnTo>
                    <a:pt x="2931688" y="1716069"/>
                  </a:lnTo>
                  <a:lnTo>
                    <a:pt x="2932723" y="1718504"/>
                  </a:lnTo>
                  <a:lnTo>
                    <a:pt x="2933050" y="1720680"/>
                  </a:lnTo>
                  <a:lnTo>
                    <a:pt x="2933331" y="1724439"/>
                  </a:lnTo>
                  <a:lnTo>
                    <a:pt x="2930600" y="1731401"/>
                  </a:lnTo>
                  <a:lnTo>
                    <a:pt x="2928028" y="1736833"/>
                  </a:lnTo>
                  <a:lnTo>
                    <a:pt x="2923775" y="1741976"/>
                  </a:lnTo>
                  <a:lnTo>
                    <a:pt x="2913914" y="1751327"/>
                  </a:lnTo>
                  <a:lnTo>
                    <a:pt x="2913016" y="1752476"/>
                  </a:lnTo>
                  <a:lnTo>
                    <a:pt x="2912103" y="1754683"/>
                  </a:lnTo>
                  <a:lnTo>
                    <a:pt x="2906428" y="1778657"/>
                  </a:lnTo>
                  <a:lnTo>
                    <a:pt x="2904860" y="1789264"/>
                  </a:lnTo>
                  <a:lnTo>
                    <a:pt x="2902973" y="1806033"/>
                  </a:lnTo>
                  <a:lnTo>
                    <a:pt x="2903156" y="1811618"/>
                  </a:lnTo>
                  <a:lnTo>
                    <a:pt x="2904365" y="1824058"/>
                  </a:lnTo>
                  <a:lnTo>
                    <a:pt x="2906199" y="1836703"/>
                  </a:lnTo>
                  <a:lnTo>
                    <a:pt x="2910437" y="1858326"/>
                  </a:lnTo>
                  <a:lnTo>
                    <a:pt x="2911411" y="1864961"/>
                  </a:lnTo>
                  <a:lnTo>
                    <a:pt x="2914584" y="1891310"/>
                  </a:lnTo>
                  <a:lnTo>
                    <a:pt x="2914827" y="1896270"/>
                  </a:lnTo>
                  <a:lnTo>
                    <a:pt x="2915771" y="1900455"/>
                  </a:lnTo>
                  <a:lnTo>
                    <a:pt x="2917353" y="1904708"/>
                  </a:lnTo>
                  <a:lnTo>
                    <a:pt x="2920260" y="1908809"/>
                  </a:lnTo>
                  <a:lnTo>
                    <a:pt x="2920526" y="1913801"/>
                  </a:lnTo>
                  <a:lnTo>
                    <a:pt x="2922930" y="1929535"/>
                  </a:lnTo>
                  <a:lnTo>
                    <a:pt x="2923151" y="1944585"/>
                  </a:lnTo>
                  <a:lnTo>
                    <a:pt x="2923600" y="1947826"/>
                  </a:lnTo>
                  <a:lnTo>
                    <a:pt x="2924079" y="1950170"/>
                  </a:lnTo>
                  <a:lnTo>
                    <a:pt x="2926795" y="1953053"/>
                  </a:lnTo>
                  <a:lnTo>
                    <a:pt x="2927701" y="1956546"/>
                  </a:lnTo>
                  <a:lnTo>
                    <a:pt x="2927929" y="1959155"/>
                  </a:lnTo>
                  <a:lnTo>
                    <a:pt x="2928431" y="1961788"/>
                  </a:lnTo>
                  <a:lnTo>
                    <a:pt x="2930554" y="1960525"/>
                  </a:lnTo>
                  <a:lnTo>
                    <a:pt x="2938133" y="1953532"/>
                  </a:lnTo>
                  <a:lnTo>
                    <a:pt x="2944273" y="1946852"/>
                  </a:lnTo>
                  <a:lnTo>
                    <a:pt x="2945155" y="1944433"/>
                  </a:lnTo>
                  <a:lnTo>
                    <a:pt x="2947240" y="1942561"/>
                  </a:lnTo>
                  <a:lnTo>
                    <a:pt x="2951394" y="1940134"/>
                  </a:lnTo>
                  <a:lnTo>
                    <a:pt x="2957375" y="1933119"/>
                  </a:lnTo>
                  <a:lnTo>
                    <a:pt x="2962252" y="1923395"/>
                  </a:lnTo>
                  <a:lnTo>
                    <a:pt x="2965067" y="1915954"/>
                  </a:lnTo>
                  <a:lnTo>
                    <a:pt x="2965698" y="1913230"/>
                  </a:lnTo>
                  <a:lnTo>
                    <a:pt x="2965851" y="1910536"/>
                  </a:lnTo>
                  <a:lnTo>
                    <a:pt x="2965432" y="1904708"/>
                  </a:lnTo>
                  <a:lnTo>
                    <a:pt x="2966558" y="1902540"/>
                  </a:lnTo>
                  <a:lnTo>
                    <a:pt x="2968163" y="1896019"/>
                  </a:lnTo>
                  <a:lnTo>
                    <a:pt x="2967121" y="1894300"/>
                  </a:lnTo>
                  <a:lnTo>
                    <a:pt x="2964397" y="1893052"/>
                  </a:lnTo>
                  <a:lnTo>
                    <a:pt x="2965242" y="1890397"/>
                  </a:lnTo>
                  <a:lnTo>
                    <a:pt x="2967220" y="1889773"/>
                  </a:lnTo>
                  <a:lnTo>
                    <a:pt x="2968825" y="1891020"/>
                  </a:lnTo>
                  <a:lnTo>
                    <a:pt x="2969761" y="1893828"/>
                  </a:lnTo>
                  <a:lnTo>
                    <a:pt x="2971085" y="1894764"/>
                  </a:lnTo>
                  <a:lnTo>
                    <a:pt x="2975498" y="1889856"/>
                  </a:lnTo>
                  <a:lnTo>
                    <a:pt x="2979432" y="1887391"/>
                  </a:lnTo>
                  <a:lnTo>
                    <a:pt x="2989034" y="1883108"/>
                  </a:lnTo>
                  <a:lnTo>
                    <a:pt x="2992998" y="1883397"/>
                  </a:lnTo>
                  <a:lnTo>
                    <a:pt x="2996749" y="1887110"/>
                  </a:lnTo>
                  <a:lnTo>
                    <a:pt x="2998408" y="1886950"/>
                  </a:lnTo>
                  <a:lnTo>
                    <a:pt x="2997920" y="1881784"/>
                  </a:lnTo>
                  <a:lnTo>
                    <a:pt x="2995691" y="1878010"/>
                  </a:lnTo>
                  <a:lnTo>
                    <a:pt x="2995722" y="1875621"/>
                  </a:lnTo>
                  <a:lnTo>
                    <a:pt x="2996931" y="1871877"/>
                  </a:lnTo>
                  <a:lnTo>
                    <a:pt x="2996049" y="1869412"/>
                  </a:lnTo>
                  <a:lnTo>
                    <a:pt x="2995121" y="1867548"/>
                  </a:lnTo>
                  <a:lnTo>
                    <a:pt x="2994542" y="1863554"/>
                  </a:lnTo>
                  <a:lnTo>
                    <a:pt x="2996209" y="1855428"/>
                  </a:lnTo>
                  <a:lnTo>
                    <a:pt x="2998096" y="1850984"/>
                  </a:lnTo>
                  <a:lnTo>
                    <a:pt x="2999472" y="1848862"/>
                  </a:lnTo>
                  <a:lnTo>
                    <a:pt x="3004053" y="1845247"/>
                  </a:lnTo>
                  <a:lnTo>
                    <a:pt x="3008930" y="1840028"/>
                  </a:lnTo>
                  <a:lnTo>
                    <a:pt x="3014393" y="1835973"/>
                  </a:lnTo>
                  <a:lnTo>
                    <a:pt x="3017870" y="1834611"/>
                  </a:lnTo>
                  <a:lnTo>
                    <a:pt x="3022017" y="1833880"/>
                  </a:lnTo>
                  <a:lnTo>
                    <a:pt x="3025524" y="1836734"/>
                  </a:lnTo>
                  <a:lnTo>
                    <a:pt x="3032593" y="1836893"/>
                  </a:lnTo>
                  <a:lnTo>
                    <a:pt x="3034738" y="1836277"/>
                  </a:lnTo>
                  <a:lnTo>
                    <a:pt x="3039897" y="1830548"/>
                  </a:lnTo>
                  <a:lnTo>
                    <a:pt x="3042857" y="1828204"/>
                  </a:lnTo>
                  <a:lnTo>
                    <a:pt x="3042324" y="1823251"/>
                  </a:lnTo>
                  <a:lnTo>
                    <a:pt x="3040529" y="1819104"/>
                  </a:lnTo>
                  <a:lnTo>
                    <a:pt x="3036861" y="1813862"/>
                  </a:lnTo>
                  <a:lnTo>
                    <a:pt x="3036024" y="1811382"/>
                  </a:lnTo>
                  <a:lnTo>
                    <a:pt x="3034837" y="1805668"/>
                  </a:lnTo>
                  <a:lnTo>
                    <a:pt x="3034715" y="1800479"/>
                  </a:lnTo>
                  <a:lnTo>
                    <a:pt x="3035826" y="1794498"/>
                  </a:lnTo>
                  <a:lnTo>
                    <a:pt x="3038992" y="1787476"/>
                  </a:lnTo>
                  <a:lnTo>
                    <a:pt x="3042431" y="1777980"/>
                  </a:lnTo>
                  <a:lnTo>
                    <a:pt x="3043739" y="1776504"/>
                  </a:lnTo>
                  <a:lnTo>
                    <a:pt x="3047749" y="1774229"/>
                  </a:lnTo>
                  <a:lnTo>
                    <a:pt x="3050458" y="1772403"/>
                  </a:lnTo>
                  <a:lnTo>
                    <a:pt x="3051888" y="1771437"/>
                  </a:lnTo>
                  <a:lnTo>
                    <a:pt x="3051043" y="1766111"/>
                  </a:lnTo>
                  <a:lnTo>
                    <a:pt x="3053189" y="1763958"/>
                  </a:lnTo>
                  <a:lnTo>
                    <a:pt x="3054947" y="1762603"/>
                  </a:lnTo>
                  <a:lnTo>
                    <a:pt x="3059344" y="1763128"/>
                  </a:lnTo>
                  <a:lnTo>
                    <a:pt x="3060767" y="1761903"/>
                  </a:lnTo>
                  <a:lnTo>
                    <a:pt x="3062784" y="1761371"/>
                  </a:lnTo>
                  <a:lnTo>
                    <a:pt x="3061437" y="1764186"/>
                  </a:lnTo>
                  <a:lnTo>
                    <a:pt x="3059687" y="1766096"/>
                  </a:lnTo>
                  <a:lnTo>
                    <a:pt x="3055845" y="1768736"/>
                  </a:lnTo>
                  <a:lnTo>
                    <a:pt x="3054026" y="1772517"/>
                  </a:lnTo>
                  <a:lnTo>
                    <a:pt x="3058561" y="1778893"/>
                  </a:lnTo>
                  <a:lnTo>
                    <a:pt x="3061361" y="1780111"/>
                  </a:lnTo>
                  <a:lnTo>
                    <a:pt x="3062981" y="1779692"/>
                  </a:lnTo>
                  <a:lnTo>
                    <a:pt x="3066010" y="1776169"/>
                  </a:lnTo>
                  <a:lnTo>
                    <a:pt x="3067546" y="1774762"/>
                  </a:lnTo>
                  <a:lnTo>
                    <a:pt x="3069129" y="1772510"/>
                  </a:lnTo>
                  <a:lnTo>
                    <a:pt x="3068246" y="1764239"/>
                  </a:lnTo>
                  <a:lnTo>
                    <a:pt x="3067159" y="1759727"/>
                  </a:lnTo>
                  <a:lnTo>
                    <a:pt x="3067440" y="1754949"/>
                  </a:lnTo>
                  <a:lnTo>
                    <a:pt x="3065492" y="1753496"/>
                  </a:lnTo>
                  <a:lnTo>
                    <a:pt x="3062951" y="1752880"/>
                  </a:lnTo>
                  <a:lnTo>
                    <a:pt x="3060295" y="1753602"/>
                  </a:lnTo>
                  <a:lnTo>
                    <a:pt x="3058759" y="1752271"/>
                  </a:lnTo>
                  <a:lnTo>
                    <a:pt x="3057739" y="1750148"/>
                  </a:lnTo>
                  <a:lnTo>
                    <a:pt x="3057496" y="1747660"/>
                  </a:lnTo>
                  <a:lnTo>
                    <a:pt x="3058006" y="1741878"/>
                  </a:lnTo>
                  <a:lnTo>
                    <a:pt x="3057853" y="1738766"/>
                  </a:lnTo>
                  <a:lnTo>
                    <a:pt x="3056864" y="1733219"/>
                  </a:lnTo>
                  <a:lnTo>
                    <a:pt x="3056879" y="1731636"/>
                  </a:lnTo>
                  <a:lnTo>
                    <a:pt x="3057244" y="1728738"/>
                  </a:lnTo>
                  <a:lnTo>
                    <a:pt x="3061033" y="1723990"/>
                  </a:lnTo>
                  <a:lnTo>
                    <a:pt x="3064275" y="1720520"/>
                  </a:lnTo>
                  <a:lnTo>
                    <a:pt x="3065972" y="1717637"/>
                  </a:lnTo>
                  <a:lnTo>
                    <a:pt x="3066519" y="1715666"/>
                  </a:lnTo>
                  <a:lnTo>
                    <a:pt x="3066778" y="1711535"/>
                  </a:lnTo>
                  <a:lnTo>
                    <a:pt x="3065051" y="1709655"/>
                  </a:lnTo>
                  <a:lnTo>
                    <a:pt x="3055936" y="1705296"/>
                  </a:lnTo>
                  <a:lnTo>
                    <a:pt x="3054566" y="1705204"/>
                  </a:lnTo>
                  <a:lnTo>
                    <a:pt x="3051744" y="1706977"/>
                  </a:lnTo>
                  <a:lnTo>
                    <a:pt x="3050572" y="1712501"/>
                  </a:lnTo>
                  <a:lnTo>
                    <a:pt x="3048959" y="1714456"/>
                  </a:lnTo>
                  <a:lnTo>
                    <a:pt x="3048974" y="1713345"/>
                  </a:lnTo>
                  <a:lnTo>
                    <a:pt x="3049385" y="1712014"/>
                  </a:lnTo>
                  <a:lnTo>
                    <a:pt x="3044812" y="1709983"/>
                  </a:lnTo>
                  <a:lnTo>
                    <a:pt x="3042689" y="1708156"/>
                  </a:lnTo>
                  <a:lnTo>
                    <a:pt x="3041449" y="1706407"/>
                  </a:lnTo>
                  <a:lnTo>
                    <a:pt x="3040642" y="1703888"/>
                  </a:lnTo>
                  <a:lnTo>
                    <a:pt x="3039752" y="1700030"/>
                  </a:lnTo>
                  <a:lnTo>
                    <a:pt x="3041654" y="1692110"/>
                  </a:lnTo>
                  <a:lnTo>
                    <a:pt x="3043633" y="1685019"/>
                  </a:lnTo>
                  <a:lnTo>
                    <a:pt x="3050283" y="1674344"/>
                  </a:lnTo>
                  <a:lnTo>
                    <a:pt x="3054346" y="1670593"/>
                  </a:lnTo>
                  <a:lnTo>
                    <a:pt x="3058698" y="1664849"/>
                  </a:lnTo>
                  <a:lnTo>
                    <a:pt x="3060562" y="1663829"/>
                  </a:lnTo>
                  <a:lnTo>
                    <a:pt x="3061315" y="1662893"/>
                  </a:lnTo>
                  <a:lnTo>
                    <a:pt x="3062053" y="1661501"/>
                  </a:lnTo>
                  <a:lnTo>
                    <a:pt x="3060676" y="1657598"/>
                  </a:lnTo>
                  <a:lnTo>
                    <a:pt x="3061429" y="1656647"/>
                  </a:lnTo>
                  <a:lnTo>
                    <a:pt x="3062182" y="1656182"/>
                  </a:lnTo>
                  <a:lnTo>
                    <a:pt x="3063780" y="1656882"/>
                  </a:lnTo>
                  <a:lnTo>
                    <a:pt x="3067790" y="1649753"/>
                  </a:lnTo>
                  <a:lnTo>
                    <a:pt x="3067706" y="1640646"/>
                  </a:lnTo>
                  <a:lnTo>
                    <a:pt x="3068817" y="1632832"/>
                  </a:lnTo>
                  <a:lnTo>
                    <a:pt x="3069745" y="1629613"/>
                  </a:lnTo>
                  <a:lnTo>
                    <a:pt x="3070712" y="1627346"/>
                  </a:lnTo>
                  <a:lnTo>
                    <a:pt x="3072500" y="1625139"/>
                  </a:lnTo>
                  <a:lnTo>
                    <a:pt x="3074219" y="1623983"/>
                  </a:lnTo>
                  <a:lnTo>
                    <a:pt x="3076692" y="1621244"/>
                  </a:lnTo>
                  <a:lnTo>
                    <a:pt x="3077833" y="1619129"/>
                  </a:lnTo>
                  <a:lnTo>
                    <a:pt x="3078617" y="1618573"/>
                  </a:lnTo>
                  <a:lnTo>
                    <a:pt x="3081447" y="1618741"/>
                  </a:lnTo>
                  <a:lnTo>
                    <a:pt x="3083684" y="1619578"/>
                  </a:lnTo>
                  <a:lnTo>
                    <a:pt x="3086195" y="1620985"/>
                  </a:lnTo>
                  <a:lnTo>
                    <a:pt x="3085723" y="1624675"/>
                  </a:lnTo>
                  <a:lnTo>
                    <a:pt x="3088683" y="1621434"/>
                  </a:lnTo>
                  <a:lnTo>
                    <a:pt x="3091361" y="1617843"/>
                  </a:lnTo>
                  <a:lnTo>
                    <a:pt x="3092708" y="1617211"/>
                  </a:lnTo>
                  <a:lnTo>
                    <a:pt x="3094527" y="1617698"/>
                  </a:lnTo>
                  <a:lnTo>
                    <a:pt x="3097608" y="1620422"/>
                  </a:lnTo>
                  <a:lnTo>
                    <a:pt x="3099959" y="1625664"/>
                  </a:lnTo>
                  <a:lnTo>
                    <a:pt x="3101557" y="1627080"/>
                  </a:lnTo>
                  <a:lnTo>
                    <a:pt x="3103672" y="1626966"/>
                  </a:lnTo>
                  <a:lnTo>
                    <a:pt x="3105072" y="1626235"/>
                  </a:lnTo>
                  <a:lnTo>
                    <a:pt x="3106236" y="1622629"/>
                  </a:lnTo>
                  <a:lnTo>
                    <a:pt x="3106464" y="1616101"/>
                  </a:lnTo>
                  <a:lnTo>
                    <a:pt x="3108777" y="1614982"/>
                  </a:lnTo>
                  <a:lnTo>
                    <a:pt x="3110756" y="1614548"/>
                  </a:lnTo>
                  <a:lnTo>
                    <a:pt x="3113548" y="1611535"/>
                  </a:lnTo>
                  <a:lnTo>
                    <a:pt x="3117116" y="1610189"/>
                  </a:lnTo>
                  <a:lnTo>
                    <a:pt x="3124786" y="1605007"/>
                  </a:lnTo>
                  <a:lnTo>
                    <a:pt x="3129868" y="1599674"/>
                  </a:lnTo>
                  <a:lnTo>
                    <a:pt x="3133536" y="1599483"/>
                  </a:lnTo>
                  <a:lnTo>
                    <a:pt x="3132600" y="1602534"/>
                  </a:lnTo>
                  <a:lnTo>
                    <a:pt x="3132265" y="1605471"/>
                  </a:lnTo>
                  <a:lnTo>
                    <a:pt x="3130926" y="1612684"/>
                  </a:lnTo>
                  <a:lnTo>
                    <a:pt x="3129609" y="1616511"/>
                  </a:lnTo>
                  <a:lnTo>
                    <a:pt x="3128917" y="1621183"/>
                  </a:lnTo>
                  <a:lnTo>
                    <a:pt x="3129191" y="1623625"/>
                  </a:lnTo>
                  <a:lnTo>
                    <a:pt x="3129990" y="1626707"/>
                  </a:lnTo>
                  <a:lnTo>
                    <a:pt x="3131839" y="1626418"/>
                  </a:lnTo>
                  <a:lnTo>
                    <a:pt x="3133094" y="1625733"/>
                  </a:lnTo>
                  <a:lnTo>
                    <a:pt x="3135673" y="1622560"/>
                  </a:lnTo>
                  <a:lnTo>
                    <a:pt x="3146600" y="1607153"/>
                  </a:lnTo>
                  <a:lnTo>
                    <a:pt x="3152207" y="1602869"/>
                  </a:lnTo>
                  <a:lnTo>
                    <a:pt x="3160729" y="1600161"/>
                  </a:lnTo>
                  <a:lnTo>
                    <a:pt x="3163293" y="1598418"/>
                  </a:lnTo>
                  <a:lnTo>
                    <a:pt x="3171654" y="1595618"/>
                  </a:lnTo>
                  <a:lnTo>
                    <a:pt x="3178601" y="1594827"/>
                  </a:lnTo>
                  <a:lnTo>
                    <a:pt x="3183029" y="1596098"/>
                  </a:lnTo>
                  <a:lnTo>
                    <a:pt x="3185548" y="1596060"/>
                  </a:lnTo>
                  <a:lnTo>
                    <a:pt x="3194906" y="1594667"/>
                  </a:lnTo>
                  <a:lnTo>
                    <a:pt x="3195956" y="1596372"/>
                  </a:lnTo>
                  <a:lnTo>
                    <a:pt x="3203276" y="1601507"/>
                  </a:lnTo>
                  <a:lnTo>
                    <a:pt x="3207468" y="1608948"/>
                  </a:lnTo>
                  <a:lnTo>
                    <a:pt x="3208312" y="1609595"/>
                  </a:lnTo>
                  <a:lnTo>
                    <a:pt x="3209013" y="1610980"/>
                  </a:lnTo>
                  <a:lnTo>
                    <a:pt x="3209233" y="1613985"/>
                  </a:lnTo>
                  <a:lnTo>
                    <a:pt x="3209865" y="1615849"/>
                  </a:lnTo>
                  <a:lnTo>
                    <a:pt x="3211052" y="1617440"/>
                  </a:lnTo>
                  <a:lnTo>
                    <a:pt x="3214704" y="1620894"/>
                  </a:lnTo>
                  <a:lnTo>
                    <a:pt x="3218911" y="1621769"/>
                  </a:lnTo>
                  <a:lnTo>
                    <a:pt x="3219885" y="1619882"/>
                  </a:lnTo>
                  <a:lnTo>
                    <a:pt x="3220456" y="1618261"/>
                  </a:lnTo>
                  <a:lnTo>
                    <a:pt x="3222358" y="1609192"/>
                  </a:lnTo>
                  <a:lnTo>
                    <a:pt x="3223986" y="1605608"/>
                  </a:lnTo>
                  <a:lnTo>
                    <a:pt x="3224009" y="1603417"/>
                  </a:lnTo>
                  <a:lnTo>
                    <a:pt x="3224412" y="1601637"/>
                  </a:lnTo>
                  <a:lnTo>
                    <a:pt x="3228491" y="1598974"/>
                  </a:lnTo>
                  <a:lnTo>
                    <a:pt x="3231694" y="1597832"/>
                  </a:lnTo>
                  <a:lnTo>
                    <a:pt x="3243236" y="1589014"/>
                  </a:lnTo>
                  <a:lnTo>
                    <a:pt x="3248356" y="1583894"/>
                  </a:lnTo>
                  <a:lnTo>
                    <a:pt x="3250510" y="1584145"/>
                  </a:lnTo>
                  <a:lnTo>
                    <a:pt x="3252374" y="1582973"/>
                  </a:lnTo>
                  <a:lnTo>
                    <a:pt x="3254086" y="1581375"/>
                  </a:lnTo>
                  <a:lnTo>
                    <a:pt x="3255570" y="1580721"/>
                  </a:lnTo>
                  <a:lnTo>
                    <a:pt x="3258682" y="1577107"/>
                  </a:lnTo>
                  <a:lnTo>
                    <a:pt x="3262516" y="1574291"/>
                  </a:lnTo>
                  <a:lnTo>
                    <a:pt x="3261869" y="1571872"/>
                  </a:lnTo>
                  <a:lnTo>
                    <a:pt x="3262592" y="1569627"/>
                  </a:lnTo>
                  <a:lnTo>
                    <a:pt x="3264746" y="1568813"/>
                  </a:lnTo>
                  <a:lnTo>
                    <a:pt x="3266617" y="1568616"/>
                  </a:lnTo>
                  <a:lnTo>
                    <a:pt x="3269006" y="1566006"/>
                  </a:lnTo>
                  <a:lnTo>
                    <a:pt x="3268854" y="1563974"/>
                  </a:lnTo>
                  <a:lnTo>
                    <a:pt x="3269721" y="1563122"/>
                  </a:lnTo>
                  <a:lnTo>
                    <a:pt x="3270969" y="1563282"/>
                  </a:lnTo>
                  <a:lnTo>
                    <a:pt x="3272651" y="1564066"/>
                  </a:lnTo>
                  <a:lnTo>
                    <a:pt x="3273510" y="1563244"/>
                  </a:lnTo>
                  <a:lnTo>
                    <a:pt x="3272011" y="1560398"/>
                  </a:lnTo>
                  <a:lnTo>
                    <a:pt x="3271350" y="1557697"/>
                  </a:lnTo>
                  <a:lnTo>
                    <a:pt x="3272415" y="1556229"/>
                  </a:lnTo>
                  <a:lnTo>
                    <a:pt x="3276645" y="1559036"/>
                  </a:lnTo>
                  <a:lnTo>
                    <a:pt x="3278296" y="1559013"/>
                  </a:lnTo>
                  <a:lnTo>
                    <a:pt x="3283828" y="1552310"/>
                  </a:lnTo>
                  <a:lnTo>
                    <a:pt x="3288796" y="1545158"/>
                  </a:lnTo>
                  <a:lnTo>
                    <a:pt x="3293049" y="1546809"/>
                  </a:lnTo>
                  <a:lnTo>
                    <a:pt x="3299806" y="1541597"/>
                  </a:lnTo>
                  <a:lnTo>
                    <a:pt x="3302925" y="1540586"/>
                  </a:lnTo>
                  <a:lnTo>
                    <a:pt x="3307825" y="1540312"/>
                  </a:lnTo>
                  <a:lnTo>
                    <a:pt x="3309887" y="1538318"/>
                  </a:lnTo>
                  <a:lnTo>
                    <a:pt x="3312116" y="1534681"/>
                  </a:lnTo>
                  <a:lnTo>
                    <a:pt x="3313874" y="1535092"/>
                  </a:lnTo>
                  <a:lnTo>
                    <a:pt x="3322304" y="1530755"/>
                  </a:lnTo>
                  <a:lnTo>
                    <a:pt x="3323917" y="1527659"/>
                  </a:lnTo>
                  <a:lnTo>
                    <a:pt x="3326002" y="1526791"/>
                  </a:lnTo>
                  <a:lnTo>
                    <a:pt x="3327630" y="1526487"/>
                  </a:lnTo>
                  <a:lnTo>
                    <a:pt x="3331297" y="1523915"/>
                  </a:lnTo>
                  <a:lnTo>
                    <a:pt x="3346553" y="1516504"/>
                  </a:lnTo>
                  <a:lnTo>
                    <a:pt x="3348866" y="1513522"/>
                  </a:lnTo>
                  <a:lnTo>
                    <a:pt x="3354549" y="1509147"/>
                  </a:lnTo>
                  <a:lnTo>
                    <a:pt x="3358924" y="1507747"/>
                  </a:lnTo>
                  <a:lnTo>
                    <a:pt x="3364303" y="1506591"/>
                  </a:lnTo>
                  <a:lnTo>
                    <a:pt x="3364950" y="1505175"/>
                  </a:lnTo>
                  <a:lnTo>
                    <a:pt x="3361070" y="1503555"/>
                  </a:lnTo>
                  <a:lnTo>
                    <a:pt x="3360141" y="1502063"/>
                  </a:lnTo>
                  <a:lnTo>
                    <a:pt x="3360119" y="1500458"/>
                  </a:lnTo>
                  <a:lnTo>
                    <a:pt x="3360682" y="1499111"/>
                  </a:lnTo>
                  <a:lnTo>
                    <a:pt x="3361397" y="1496547"/>
                  </a:lnTo>
                  <a:lnTo>
                    <a:pt x="3362843" y="1495977"/>
                  </a:lnTo>
                  <a:lnTo>
                    <a:pt x="3364585" y="1497803"/>
                  </a:lnTo>
                  <a:lnTo>
                    <a:pt x="3366419" y="1497795"/>
                  </a:lnTo>
                  <a:lnTo>
                    <a:pt x="3367263" y="1496220"/>
                  </a:lnTo>
                  <a:lnTo>
                    <a:pt x="3368130" y="1496357"/>
                  </a:lnTo>
                  <a:lnTo>
                    <a:pt x="3368572" y="1498419"/>
                  </a:lnTo>
                  <a:lnTo>
                    <a:pt x="3367636" y="1500823"/>
                  </a:lnTo>
                  <a:lnTo>
                    <a:pt x="3367210" y="1502718"/>
                  </a:lnTo>
                  <a:lnTo>
                    <a:pt x="3367134" y="1504825"/>
                  </a:lnTo>
                  <a:lnTo>
                    <a:pt x="3368389" y="1505366"/>
                  </a:lnTo>
                  <a:lnTo>
                    <a:pt x="3375047" y="1505579"/>
                  </a:lnTo>
                  <a:lnTo>
                    <a:pt x="3382655" y="1507237"/>
                  </a:lnTo>
                  <a:lnTo>
                    <a:pt x="3402818" y="1516078"/>
                  </a:lnTo>
                  <a:lnTo>
                    <a:pt x="3404545" y="1517524"/>
                  </a:lnTo>
                  <a:lnTo>
                    <a:pt x="3406173" y="1517676"/>
                  </a:lnTo>
                  <a:lnTo>
                    <a:pt x="3406455" y="1514184"/>
                  </a:lnTo>
                  <a:lnTo>
                    <a:pt x="3407376" y="1510836"/>
                  </a:lnTo>
                  <a:lnTo>
                    <a:pt x="3409757" y="1508934"/>
                  </a:lnTo>
                  <a:lnTo>
                    <a:pt x="3413782" y="1504179"/>
                  </a:lnTo>
                  <a:lnTo>
                    <a:pt x="3415775" y="1500724"/>
                  </a:lnTo>
                  <a:lnTo>
                    <a:pt x="3415775" y="1496722"/>
                  </a:lnTo>
                  <a:lnTo>
                    <a:pt x="3414505" y="1492553"/>
                  </a:lnTo>
                  <a:lnTo>
                    <a:pt x="3411728" y="1491579"/>
                  </a:lnTo>
                  <a:lnTo>
                    <a:pt x="3410046" y="1488946"/>
                  </a:lnTo>
                  <a:lnTo>
                    <a:pt x="3409133" y="1485735"/>
                  </a:lnTo>
                  <a:lnTo>
                    <a:pt x="3410617" y="1483400"/>
                  </a:lnTo>
                  <a:lnTo>
                    <a:pt x="3412237" y="1482464"/>
                  </a:lnTo>
                  <a:lnTo>
                    <a:pt x="3411888" y="1479192"/>
                  </a:lnTo>
                  <a:lnTo>
                    <a:pt x="3410685" y="1477161"/>
                  </a:lnTo>
                  <a:lnTo>
                    <a:pt x="3404188" y="1472793"/>
                  </a:lnTo>
                  <a:lnTo>
                    <a:pt x="3401912" y="1469818"/>
                  </a:lnTo>
                  <a:lnTo>
                    <a:pt x="3401844" y="1467193"/>
                  </a:lnTo>
                  <a:lnTo>
                    <a:pt x="3399158" y="1460505"/>
                  </a:lnTo>
                  <a:lnTo>
                    <a:pt x="3398786" y="1461944"/>
                  </a:lnTo>
                  <a:lnTo>
                    <a:pt x="3399021" y="1465177"/>
                  </a:lnTo>
                  <a:lnTo>
                    <a:pt x="3398116" y="1467444"/>
                  </a:lnTo>
                  <a:lnTo>
                    <a:pt x="3396716" y="1467087"/>
                  </a:lnTo>
                  <a:lnTo>
                    <a:pt x="3396503" y="1465291"/>
                  </a:lnTo>
                  <a:lnTo>
                    <a:pt x="3397309" y="1461396"/>
                  </a:lnTo>
                  <a:lnTo>
                    <a:pt x="3396183" y="1459714"/>
                  </a:lnTo>
                  <a:lnTo>
                    <a:pt x="3392181" y="1458877"/>
                  </a:lnTo>
                  <a:lnTo>
                    <a:pt x="3391634" y="1457363"/>
                  </a:lnTo>
                  <a:lnTo>
                    <a:pt x="3395598" y="1455195"/>
                  </a:lnTo>
                  <a:lnTo>
                    <a:pt x="3396769" y="1455195"/>
                  </a:lnTo>
                  <a:lnTo>
                    <a:pt x="3397842" y="1454411"/>
                  </a:lnTo>
                  <a:lnTo>
                    <a:pt x="3397013" y="1445958"/>
                  </a:lnTo>
                  <a:lnTo>
                    <a:pt x="3396115" y="1440000"/>
                  </a:lnTo>
                  <a:lnTo>
                    <a:pt x="3393680" y="1439498"/>
                  </a:lnTo>
                  <a:lnTo>
                    <a:pt x="3391877" y="1437756"/>
                  </a:lnTo>
                  <a:lnTo>
                    <a:pt x="3392372" y="1433967"/>
                  </a:lnTo>
                  <a:lnTo>
                    <a:pt x="3392425" y="1432072"/>
                  </a:lnTo>
                  <a:lnTo>
                    <a:pt x="3390378" y="1425559"/>
                  </a:lnTo>
                  <a:lnTo>
                    <a:pt x="3388917" y="1422927"/>
                  </a:lnTo>
                  <a:lnTo>
                    <a:pt x="3387137" y="1420469"/>
                  </a:lnTo>
                  <a:lnTo>
                    <a:pt x="3385737" y="1423193"/>
                  </a:lnTo>
                  <a:lnTo>
                    <a:pt x="3385022" y="1426822"/>
                  </a:lnTo>
                  <a:lnTo>
                    <a:pt x="3383188" y="1427591"/>
                  </a:lnTo>
                  <a:lnTo>
                    <a:pt x="3381233" y="1427462"/>
                  </a:lnTo>
                  <a:lnTo>
                    <a:pt x="3375556" y="1423406"/>
                  </a:lnTo>
                  <a:lnTo>
                    <a:pt x="3370124" y="1416513"/>
                  </a:lnTo>
                  <a:lnTo>
                    <a:pt x="3369629" y="1410160"/>
                  </a:lnTo>
                  <a:lnTo>
                    <a:pt x="3370855" y="1401988"/>
                  </a:lnTo>
                  <a:lnTo>
                    <a:pt x="3370010" y="1400664"/>
                  </a:lnTo>
                  <a:lnTo>
                    <a:pt x="3369158" y="1400132"/>
                  </a:lnTo>
                  <a:lnTo>
                    <a:pt x="3361953" y="1402871"/>
                  </a:lnTo>
                  <a:lnTo>
                    <a:pt x="3357532" y="1407131"/>
                  </a:lnTo>
                  <a:lnTo>
                    <a:pt x="3355143" y="1407580"/>
                  </a:lnTo>
                  <a:lnTo>
                    <a:pt x="3350380" y="1404712"/>
                  </a:lnTo>
                  <a:lnTo>
                    <a:pt x="3342550" y="1409513"/>
                  </a:lnTo>
                  <a:lnTo>
                    <a:pt x="3344225" y="1406721"/>
                  </a:lnTo>
                  <a:lnTo>
                    <a:pt x="3345594" y="1405633"/>
                  </a:lnTo>
                  <a:lnTo>
                    <a:pt x="3347040" y="1403571"/>
                  </a:lnTo>
                  <a:lnTo>
                    <a:pt x="3345959" y="1399637"/>
                  </a:lnTo>
                  <a:lnTo>
                    <a:pt x="3344810" y="1396670"/>
                  </a:lnTo>
                  <a:lnTo>
                    <a:pt x="3343152" y="1394577"/>
                  </a:lnTo>
                  <a:lnTo>
                    <a:pt x="3340747" y="1393573"/>
                  </a:lnTo>
                  <a:lnTo>
                    <a:pt x="3338381" y="1395559"/>
                  </a:lnTo>
                  <a:lnTo>
                    <a:pt x="3336517" y="1397560"/>
                  </a:lnTo>
                  <a:lnTo>
                    <a:pt x="3332659" y="1399705"/>
                  </a:lnTo>
                  <a:lnTo>
                    <a:pt x="3325241" y="1401493"/>
                  </a:lnTo>
                  <a:lnTo>
                    <a:pt x="3320257" y="1401493"/>
                  </a:lnTo>
                  <a:lnTo>
                    <a:pt x="3311751" y="1404750"/>
                  </a:lnTo>
                  <a:lnTo>
                    <a:pt x="3308548" y="1404621"/>
                  </a:lnTo>
                  <a:lnTo>
                    <a:pt x="3320273" y="1399979"/>
                  </a:lnTo>
                  <a:lnTo>
                    <a:pt x="3326649" y="1399637"/>
                  </a:lnTo>
                  <a:lnTo>
                    <a:pt x="3334866" y="1396616"/>
                  </a:lnTo>
                  <a:lnTo>
                    <a:pt x="3340839" y="1390743"/>
                  </a:lnTo>
                  <a:lnTo>
                    <a:pt x="3348706" y="1396061"/>
                  </a:lnTo>
                  <a:lnTo>
                    <a:pt x="3351415" y="1396822"/>
                  </a:lnTo>
                  <a:lnTo>
                    <a:pt x="3357281" y="1396358"/>
                  </a:lnTo>
                  <a:lnTo>
                    <a:pt x="3362356" y="1399492"/>
                  </a:lnTo>
                  <a:lnTo>
                    <a:pt x="3364053" y="1398587"/>
                  </a:lnTo>
                  <a:lnTo>
                    <a:pt x="3365650" y="1395734"/>
                  </a:lnTo>
                  <a:lnTo>
                    <a:pt x="3363527" y="1391443"/>
                  </a:lnTo>
                  <a:lnTo>
                    <a:pt x="3361694" y="1388787"/>
                  </a:lnTo>
                  <a:lnTo>
                    <a:pt x="3359617" y="1387958"/>
                  </a:lnTo>
                  <a:lnTo>
                    <a:pt x="3353332" y="1388407"/>
                  </a:lnTo>
                  <a:lnTo>
                    <a:pt x="3349200" y="1387494"/>
                  </a:lnTo>
                  <a:lnTo>
                    <a:pt x="3346826" y="1386383"/>
                  </a:lnTo>
                  <a:lnTo>
                    <a:pt x="3348364" y="1385173"/>
                  </a:lnTo>
                  <a:lnTo>
                    <a:pt x="3352883" y="1386878"/>
                  </a:lnTo>
                  <a:lnTo>
                    <a:pt x="3358354" y="1384641"/>
                  </a:lnTo>
                  <a:lnTo>
                    <a:pt x="3364730" y="1388064"/>
                  </a:lnTo>
                  <a:lnTo>
                    <a:pt x="3366274" y="1391115"/>
                  </a:lnTo>
                  <a:lnTo>
                    <a:pt x="3368092" y="1392234"/>
                  </a:lnTo>
                  <a:lnTo>
                    <a:pt x="3373319" y="1399934"/>
                  </a:lnTo>
                  <a:lnTo>
                    <a:pt x="3376888" y="1402977"/>
                  </a:lnTo>
                  <a:lnTo>
                    <a:pt x="3388347" y="1405207"/>
                  </a:lnTo>
                  <a:lnTo>
                    <a:pt x="3393353" y="1408653"/>
                  </a:lnTo>
                  <a:lnTo>
                    <a:pt x="3397172" y="1407253"/>
                  </a:lnTo>
                  <a:lnTo>
                    <a:pt x="3406813" y="1399744"/>
                  </a:lnTo>
                  <a:lnTo>
                    <a:pt x="3413181" y="1397720"/>
                  </a:lnTo>
                  <a:lnTo>
                    <a:pt x="3417518" y="1392751"/>
                  </a:lnTo>
                  <a:lnTo>
                    <a:pt x="3421277" y="1387045"/>
                  </a:lnTo>
                  <a:lnTo>
                    <a:pt x="3424959" y="1385371"/>
                  </a:lnTo>
                  <a:lnTo>
                    <a:pt x="3431267" y="1379292"/>
                  </a:lnTo>
                  <a:lnTo>
                    <a:pt x="3432750" y="1376393"/>
                  </a:lnTo>
                  <a:lnTo>
                    <a:pt x="3435215" y="1369134"/>
                  </a:lnTo>
                  <a:lnTo>
                    <a:pt x="3436661" y="1366114"/>
                  </a:lnTo>
                  <a:lnTo>
                    <a:pt x="3438784" y="1362446"/>
                  </a:lnTo>
                  <a:lnTo>
                    <a:pt x="3438943" y="1359433"/>
                  </a:lnTo>
                  <a:lnTo>
                    <a:pt x="3438479" y="1356162"/>
                  </a:lnTo>
                  <a:lnTo>
                    <a:pt x="3436706" y="1353613"/>
                  </a:lnTo>
                  <a:lnTo>
                    <a:pt x="3432621" y="1349991"/>
                  </a:lnTo>
                  <a:lnTo>
                    <a:pt x="3430749" y="1347587"/>
                  </a:lnTo>
                  <a:lnTo>
                    <a:pt x="3429433" y="1342520"/>
                  </a:lnTo>
                  <a:lnTo>
                    <a:pt x="3429570" y="1336387"/>
                  </a:lnTo>
                  <a:lnTo>
                    <a:pt x="3430483" y="1331776"/>
                  </a:lnTo>
                  <a:lnTo>
                    <a:pt x="3431708" y="1327645"/>
                  </a:lnTo>
                  <a:lnTo>
                    <a:pt x="3433138" y="1330612"/>
                  </a:lnTo>
                  <a:lnTo>
                    <a:pt x="3437270" y="1329920"/>
                  </a:lnTo>
                  <a:lnTo>
                    <a:pt x="3439316" y="1328786"/>
                  </a:lnTo>
                  <a:lnTo>
                    <a:pt x="3439545" y="1325765"/>
                  </a:lnTo>
                  <a:lnTo>
                    <a:pt x="3439035" y="1322182"/>
                  </a:lnTo>
                  <a:lnTo>
                    <a:pt x="3440039" y="1321246"/>
                  </a:lnTo>
                  <a:lnTo>
                    <a:pt x="3442185" y="1320850"/>
                  </a:lnTo>
                  <a:lnTo>
                    <a:pt x="3442489" y="1318682"/>
                  </a:lnTo>
                  <a:lnTo>
                    <a:pt x="3443242" y="1317525"/>
                  </a:lnTo>
                  <a:lnTo>
                    <a:pt x="3444026" y="1319070"/>
                  </a:lnTo>
                  <a:lnTo>
                    <a:pt x="3444064" y="1325119"/>
                  </a:lnTo>
                  <a:lnTo>
                    <a:pt x="3445753" y="1326625"/>
                  </a:lnTo>
                  <a:lnTo>
                    <a:pt x="3448119" y="1327873"/>
                  </a:lnTo>
                  <a:lnTo>
                    <a:pt x="3449131" y="1327500"/>
                  </a:lnTo>
                  <a:lnTo>
                    <a:pt x="3450144" y="1326679"/>
                  </a:lnTo>
                  <a:lnTo>
                    <a:pt x="3451589" y="1324845"/>
                  </a:lnTo>
                  <a:lnTo>
                    <a:pt x="3454518" y="1318591"/>
                  </a:lnTo>
                  <a:lnTo>
                    <a:pt x="3456420" y="1316118"/>
                  </a:lnTo>
                  <a:lnTo>
                    <a:pt x="3456261" y="1320645"/>
                  </a:lnTo>
                  <a:lnTo>
                    <a:pt x="3455142" y="1326899"/>
                  </a:lnTo>
                  <a:lnTo>
                    <a:pt x="3454511" y="1328611"/>
                  </a:lnTo>
                  <a:lnTo>
                    <a:pt x="3452852" y="1330818"/>
                  </a:lnTo>
                  <a:lnTo>
                    <a:pt x="3452061" y="1335398"/>
                  </a:lnTo>
                  <a:lnTo>
                    <a:pt x="3451718" y="1336638"/>
                  </a:lnTo>
                  <a:lnTo>
                    <a:pt x="3449337" y="1335383"/>
                  </a:lnTo>
                  <a:lnTo>
                    <a:pt x="3447610" y="1335634"/>
                  </a:lnTo>
                  <a:lnTo>
                    <a:pt x="3448888" y="1340678"/>
                  </a:lnTo>
                  <a:lnTo>
                    <a:pt x="3450767" y="1344429"/>
                  </a:lnTo>
                  <a:lnTo>
                    <a:pt x="3453157" y="1348043"/>
                  </a:lnTo>
                  <a:lnTo>
                    <a:pt x="3455736" y="1350197"/>
                  </a:lnTo>
                  <a:lnTo>
                    <a:pt x="3456420" y="1350136"/>
                  </a:lnTo>
                  <a:lnTo>
                    <a:pt x="3456930" y="1350904"/>
                  </a:lnTo>
                  <a:lnTo>
                    <a:pt x="3456999" y="1353172"/>
                  </a:lnTo>
                  <a:lnTo>
                    <a:pt x="3456428" y="1358536"/>
                  </a:lnTo>
                  <a:lnTo>
                    <a:pt x="3456885" y="1361412"/>
                  </a:lnTo>
                  <a:lnTo>
                    <a:pt x="3458855" y="1363557"/>
                  </a:lnTo>
                  <a:lnTo>
                    <a:pt x="3461039" y="1364105"/>
                  </a:lnTo>
                  <a:lnTo>
                    <a:pt x="3474103" y="1363854"/>
                  </a:lnTo>
                  <a:lnTo>
                    <a:pt x="3478584" y="1363131"/>
                  </a:lnTo>
                  <a:lnTo>
                    <a:pt x="3485280" y="1358079"/>
                  </a:lnTo>
                  <a:lnTo>
                    <a:pt x="3487821" y="1357463"/>
                  </a:lnTo>
                  <a:lnTo>
                    <a:pt x="3490682" y="1358094"/>
                  </a:lnTo>
                  <a:lnTo>
                    <a:pt x="3498686" y="1360871"/>
                  </a:lnTo>
                  <a:lnTo>
                    <a:pt x="3508379" y="1364813"/>
                  </a:lnTo>
                  <a:lnTo>
                    <a:pt x="3512024" y="1370892"/>
                  </a:lnTo>
                  <a:lnTo>
                    <a:pt x="3513454" y="1377002"/>
                  </a:lnTo>
                  <a:lnTo>
                    <a:pt x="3514002" y="1383469"/>
                  </a:lnTo>
                  <a:lnTo>
                    <a:pt x="3513378" y="1386063"/>
                  </a:lnTo>
                  <a:lnTo>
                    <a:pt x="3513500" y="1388255"/>
                  </a:lnTo>
                  <a:lnTo>
                    <a:pt x="3516452" y="1391526"/>
                  </a:lnTo>
                  <a:lnTo>
                    <a:pt x="3520622" y="1395498"/>
                  </a:lnTo>
                  <a:lnTo>
                    <a:pt x="3521420" y="1396426"/>
                  </a:lnTo>
                  <a:lnTo>
                    <a:pt x="3522295" y="1398024"/>
                  </a:lnTo>
                  <a:lnTo>
                    <a:pt x="3523300" y="1398739"/>
                  </a:lnTo>
                  <a:lnTo>
                    <a:pt x="3526275" y="1399165"/>
                  </a:lnTo>
                  <a:lnTo>
                    <a:pt x="3528626" y="1398397"/>
                  </a:lnTo>
                  <a:lnTo>
                    <a:pt x="3530977" y="1398176"/>
                  </a:lnTo>
                  <a:lnTo>
                    <a:pt x="3535359" y="1400063"/>
                  </a:lnTo>
                  <a:lnTo>
                    <a:pt x="3540906" y="1402977"/>
                  </a:lnTo>
                  <a:lnTo>
                    <a:pt x="3546301" y="1406972"/>
                  </a:lnTo>
                  <a:lnTo>
                    <a:pt x="3548712" y="1409947"/>
                  </a:lnTo>
                  <a:lnTo>
                    <a:pt x="3553057" y="1416330"/>
                  </a:lnTo>
                  <a:lnTo>
                    <a:pt x="3555271" y="1418270"/>
                  </a:lnTo>
                  <a:lnTo>
                    <a:pt x="3558862" y="1420500"/>
                  </a:lnTo>
                  <a:lnTo>
                    <a:pt x="3560224" y="1420850"/>
                  </a:lnTo>
                  <a:lnTo>
                    <a:pt x="3561555" y="1420446"/>
                  </a:lnTo>
                  <a:lnTo>
                    <a:pt x="3564302" y="1417335"/>
                  </a:lnTo>
                  <a:lnTo>
                    <a:pt x="3565999" y="1414839"/>
                  </a:lnTo>
                  <a:lnTo>
                    <a:pt x="3567452" y="1411834"/>
                  </a:lnTo>
                  <a:lnTo>
                    <a:pt x="3567840" y="1414420"/>
                  </a:lnTo>
                  <a:lnTo>
                    <a:pt x="3567840" y="1416635"/>
                  </a:lnTo>
                  <a:lnTo>
                    <a:pt x="3566425" y="1418232"/>
                  </a:lnTo>
                  <a:lnTo>
                    <a:pt x="3566418" y="1420971"/>
                  </a:lnTo>
                  <a:lnTo>
                    <a:pt x="3568556" y="1424182"/>
                  </a:lnTo>
                  <a:lnTo>
                    <a:pt x="3571081" y="1424669"/>
                  </a:lnTo>
                  <a:lnTo>
                    <a:pt x="3574247" y="1423802"/>
                  </a:lnTo>
                  <a:lnTo>
                    <a:pt x="3575297" y="1422311"/>
                  </a:lnTo>
                  <a:lnTo>
                    <a:pt x="3576240" y="1420256"/>
                  </a:lnTo>
                  <a:lnTo>
                    <a:pt x="3575533" y="1413439"/>
                  </a:lnTo>
                  <a:lnTo>
                    <a:pt x="3576506" y="1412511"/>
                  </a:lnTo>
                  <a:lnTo>
                    <a:pt x="3578911" y="1413857"/>
                  </a:lnTo>
                  <a:lnTo>
                    <a:pt x="3579672" y="1415782"/>
                  </a:lnTo>
                  <a:lnTo>
                    <a:pt x="3579976" y="1418141"/>
                  </a:lnTo>
                  <a:lnTo>
                    <a:pt x="3580965" y="1418400"/>
                  </a:lnTo>
                  <a:lnTo>
                    <a:pt x="3587204" y="1418065"/>
                  </a:lnTo>
                  <a:lnTo>
                    <a:pt x="3587661" y="1417198"/>
                  </a:lnTo>
                  <a:lnTo>
                    <a:pt x="3587356" y="1415067"/>
                  </a:lnTo>
                  <a:lnTo>
                    <a:pt x="3586443" y="1413051"/>
                  </a:lnTo>
                  <a:lnTo>
                    <a:pt x="3585378" y="1411621"/>
                  </a:lnTo>
                  <a:lnTo>
                    <a:pt x="3582639" y="1409947"/>
                  </a:lnTo>
                  <a:lnTo>
                    <a:pt x="3579824" y="1408684"/>
                  </a:lnTo>
                  <a:lnTo>
                    <a:pt x="3577541" y="1408356"/>
                  </a:lnTo>
                  <a:lnTo>
                    <a:pt x="3576552" y="1407413"/>
                  </a:lnTo>
                  <a:lnTo>
                    <a:pt x="3576780" y="1405663"/>
                  </a:lnTo>
                  <a:lnTo>
                    <a:pt x="3576050" y="1403616"/>
                  </a:lnTo>
                  <a:lnTo>
                    <a:pt x="3576514" y="1402407"/>
                  </a:lnTo>
                  <a:lnTo>
                    <a:pt x="3578454" y="1400809"/>
                  </a:lnTo>
                  <a:lnTo>
                    <a:pt x="3578683" y="1399340"/>
                  </a:lnTo>
                  <a:lnTo>
                    <a:pt x="3576628" y="1397560"/>
                  </a:lnTo>
                  <a:lnTo>
                    <a:pt x="3574475" y="1397004"/>
                  </a:lnTo>
                  <a:lnTo>
                    <a:pt x="3572596" y="1397994"/>
                  </a:lnTo>
                  <a:lnTo>
                    <a:pt x="3573022" y="1396495"/>
                  </a:lnTo>
                  <a:lnTo>
                    <a:pt x="3574452" y="1395019"/>
                  </a:lnTo>
                  <a:lnTo>
                    <a:pt x="3576621" y="1394387"/>
                  </a:lnTo>
                  <a:lnTo>
                    <a:pt x="3578835" y="1394707"/>
                  </a:lnTo>
                  <a:lnTo>
                    <a:pt x="3583096" y="1393444"/>
                  </a:lnTo>
                  <a:lnTo>
                    <a:pt x="3587280" y="1390583"/>
                  </a:lnTo>
                  <a:lnTo>
                    <a:pt x="3589259" y="1388696"/>
                  </a:lnTo>
                  <a:lnTo>
                    <a:pt x="3591236" y="1386375"/>
                  </a:lnTo>
                  <a:lnTo>
                    <a:pt x="3591008" y="1382297"/>
                  </a:lnTo>
                  <a:lnTo>
                    <a:pt x="3589715" y="1378379"/>
                  </a:lnTo>
                  <a:lnTo>
                    <a:pt x="3587737" y="1377314"/>
                  </a:lnTo>
                  <a:lnTo>
                    <a:pt x="3585530" y="1377557"/>
                  </a:lnTo>
                  <a:lnTo>
                    <a:pt x="3583552" y="1377237"/>
                  </a:lnTo>
                  <a:lnTo>
                    <a:pt x="3581650" y="1376203"/>
                  </a:lnTo>
                  <a:lnTo>
                    <a:pt x="3589182" y="1374818"/>
                  </a:lnTo>
                  <a:lnTo>
                    <a:pt x="3590019" y="1373433"/>
                  </a:lnTo>
                  <a:lnTo>
                    <a:pt x="3591236" y="1367171"/>
                  </a:lnTo>
                  <a:lnTo>
                    <a:pt x="3590780" y="1365604"/>
                  </a:lnTo>
                  <a:lnTo>
                    <a:pt x="3589259" y="1366015"/>
                  </a:lnTo>
                  <a:lnTo>
                    <a:pt x="3586900" y="1365923"/>
                  </a:lnTo>
                  <a:lnTo>
                    <a:pt x="3587432" y="1364645"/>
                  </a:lnTo>
                  <a:lnTo>
                    <a:pt x="3588193" y="1363542"/>
                  </a:lnTo>
                  <a:lnTo>
                    <a:pt x="3583933" y="1357562"/>
                  </a:lnTo>
                  <a:lnTo>
                    <a:pt x="3579063" y="1353993"/>
                  </a:lnTo>
                  <a:lnTo>
                    <a:pt x="3580432" y="1353400"/>
                  </a:lnTo>
                  <a:lnTo>
                    <a:pt x="3582791" y="1353529"/>
                  </a:lnTo>
                  <a:lnTo>
                    <a:pt x="3586443" y="1354587"/>
                  </a:lnTo>
                  <a:lnTo>
                    <a:pt x="3588878" y="1357280"/>
                  </a:lnTo>
                  <a:lnTo>
                    <a:pt x="3589791" y="1359099"/>
                  </a:lnTo>
                  <a:lnTo>
                    <a:pt x="3590780" y="1359715"/>
                  </a:lnTo>
                  <a:lnTo>
                    <a:pt x="3592987" y="1359898"/>
                  </a:lnTo>
                  <a:lnTo>
                    <a:pt x="3596715" y="1361176"/>
                  </a:lnTo>
                  <a:lnTo>
                    <a:pt x="3596943" y="1362933"/>
                  </a:lnTo>
                  <a:lnTo>
                    <a:pt x="3597780" y="1363550"/>
                  </a:lnTo>
                  <a:lnTo>
                    <a:pt x="3600215" y="1362796"/>
                  </a:lnTo>
                  <a:lnTo>
                    <a:pt x="3607139" y="1361632"/>
                  </a:lnTo>
                  <a:lnTo>
                    <a:pt x="3609345" y="1361937"/>
                  </a:lnTo>
                  <a:lnTo>
                    <a:pt x="3612541" y="1363200"/>
                  </a:lnTo>
                  <a:lnTo>
                    <a:pt x="3613530" y="1363230"/>
                  </a:lnTo>
                  <a:lnTo>
                    <a:pt x="3614899" y="1362774"/>
                  </a:lnTo>
                  <a:lnTo>
                    <a:pt x="3615964" y="1360765"/>
                  </a:lnTo>
                  <a:lnTo>
                    <a:pt x="3614214" y="1356732"/>
                  </a:lnTo>
                  <a:lnTo>
                    <a:pt x="3610639" y="1353088"/>
                  </a:lnTo>
                  <a:lnTo>
                    <a:pt x="3608508" y="1350326"/>
                  </a:lnTo>
                  <a:lnTo>
                    <a:pt x="3607519" y="1348119"/>
                  </a:lnTo>
                  <a:lnTo>
                    <a:pt x="3608128" y="1347282"/>
                  </a:lnTo>
                  <a:lnTo>
                    <a:pt x="3609117" y="1347617"/>
                  </a:lnTo>
                  <a:lnTo>
                    <a:pt x="3612160" y="1351102"/>
                  </a:lnTo>
                  <a:lnTo>
                    <a:pt x="3614595" y="1353278"/>
                  </a:lnTo>
                  <a:lnTo>
                    <a:pt x="3617106" y="1354838"/>
                  </a:lnTo>
                  <a:lnTo>
                    <a:pt x="3619312" y="1355994"/>
                  </a:lnTo>
                  <a:lnTo>
                    <a:pt x="3624258" y="1357082"/>
                  </a:lnTo>
                  <a:lnTo>
                    <a:pt x="3626464" y="1355287"/>
                  </a:lnTo>
                  <a:lnTo>
                    <a:pt x="3626921" y="1352487"/>
                  </a:lnTo>
                  <a:lnTo>
                    <a:pt x="3626464" y="1346598"/>
                  </a:lnTo>
                  <a:lnTo>
                    <a:pt x="3626921" y="1344414"/>
                  </a:lnTo>
                  <a:lnTo>
                    <a:pt x="3629888" y="1341120"/>
                  </a:lnTo>
                  <a:lnTo>
                    <a:pt x="3635062" y="1336950"/>
                  </a:lnTo>
                  <a:lnTo>
                    <a:pt x="3638410" y="1335619"/>
                  </a:lnTo>
                  <a:lnTo>
                    <a:pt x="3639551" y="1335748"/>
                  </a:lnTo>
                  <a:lnTo>
                    <a:pt x="3640768" y="1337057"/>
                  </a:lnTo>
                  <a:lnTo>
                    <a:pt x="3642062" y="1337429"/>
                  </a:lnTo>
                  <a:lnTo>
                    <a:pt x="3644268" y="1334325"/>
                  </a:lnTo>
                  <a:lnTo>
                    <a:pt x="3643279" y="1329851"/>
                  </a:lnTo>
                  <a:close/>
                  <a:moveTo>
                    <a:pt x="1974796" y="788381"/>
                  </a:moveTo>
                  <a:lnTo>
                    <a:pt x="1973153" y="790161"/>
                  </a:lnTo>
                  <a:lnTo>
                    <a:pt x="1972757" y="792603"/>
                  </a:lnTo>
                  <a:lnTo>
                    <a:pt x="1972620" y="795784"/>
                  </a:lnTo>
                  <a:lnTo>
                    <a:pt x="1971897" y="801148"/>
                  </a:lnTo>
                  <a:lnTo>
                    <a:pt x="1970414" y="803126"/>
                  </a:lnTo>
                  <a:lnTo>
                    <a:pt x="1965240" y="802297"/>
                  </a:lnTo>
                  <a:lnTo>
                    <a:pt x="1963802" y="802776"/>
                  </a:lnTo>
                  <a:lnTo>
                    <a:pt x="1962379" y="803986"/>
                  </a:lnTo>
                  <a:lnTo>
                    <a:pt x="1965361" y="810308"/>
                  </a:lnTo>
                  <a:lnTo>
                    <a:pt x="1971106" y="814531"/>
                  </a:lnTo>
                  <a:lnTo>
                    <a:pt x="1975230" y="818921"/>
                  </a:lnTo>
                  <a:lnTo>
                    <a:pt x="1977162" y="820245"/>
                  </a:lnTo>
                  <a:lnTo>
                    <a:pt x="1989686" y="824240"/>
                  </a:lnTo>
                  <a:lnTo>
                    <a:pt x="1990302" y="823623"/>
                  </a:lnTo>
                  <a:lnTo>
                    <a:pt x="1993856" y="816289"/>
                  </a:lnTo>
                  <a:lnTo>
                    <a:pt x="1998398" y="812956"/>
                  </a:lnTo>
                  <a:lnTo>
                    <a:pt x="1999859" y="810331"/>
                  </a:lnTo>
                  <a:lnTo>
                    <a:pt x="2000719" y="806831"/>
                  </a:lnTo>
                  <a:lnTo>
                    <a:pt x="2001868" y="804001"/>
                  </a:lnTo>
                  <a:lnTo>
                    <a:pt x="2002598" y="800242"/>
                  </a:lnTo>
                  <a:lnTo>
                    <a:pt x="2000445" y="797016"/>
                  </a:lnTo>
                  <a:lnTo>
                    <a:pt x="1993308" y="793942"/>
                  </a:lnTo>
                  <a:lnTo>
                    <a:pt x="1974796" y="788381"/>
                  </a:lnTo>
                  <a:close/>
                  <a:moveTo>
                    <a:pt x="1000131" y="1059846"/>
                  </a:moveTo>
                  <a:lnTo>
                    <a:pt x="999659" y="1060851"/>
                  </a:lnTo>
                  <a:lnTo>
                    <a:pt x="999165" y="1062776"/>
                  </a:lnTo>
                  <a:lnTo>
                    <a:pt x="999439" y="1069966"/>
                  </a:lnTo>
                  <a:lnTo>
                    <a:pt x="1000306" y="1073481"/>
                  </a:lnTo>
                  <a:lnTo>
                    <a:pt x="1001736" y="1076441"/>
                  </a:lnTo>
                  <a:lnTo>
                    <a:pt x="1002863" y="1077293"/>
                  </a:lnTo>
                  <a:lnTo>
                    <a:pt x="1002703" y="1074721"/>
                  </a:lnTo>
                  <a:lnTo>
                    <a:pt x="1000496" y="1064617"/>
                  </a:lnTo>
                  <a:lnTo>
                    <a:pt x="1000610" y="1060059"/>
                  </a:lnTo>
                  <a:lnTo>
                    <a:pt x="1000131" y="1059846"/>
                  </a:lnTo>
                  <a:close/>
                  <a:moveTo>
                    <a:pt x="1077784" y="1300376"/>
                  </a:moveTo>
                  <a:lnTo>
                    <a:pt x="1074391" y="1299524"/>
                  </a:lnTo>
                  <a:lnTo>
                    <a:pt x="1071887" y="1298184"/>
                  </a:lnTo>
                  <a:lnTo>
                    <a:pt x="1067954" y="1298048"/>
                  </a:lnTo>
                  <a:lnTo>
                    <a:pt x="1065527" y="1297393"/>
                  </a:lnTo>
                  <a:lnTo>
                    <a:pt x="1064811" y="1299288"/>
                  </a:lnTo>
                  <a:lnTo>
                    <a:pt x="1068707" y="1307391"/>
                  </a:lnTo>
                  <a:lnTo>
                    <a:pt x="1072831" y="1311439"/>
                  </a:lnTo>
                  <a:lnTo>
                    <a:pt x="1076590" y="1310769"/>
                  </a:lnTo>
                  <a:lnTo>
                    <a:pt x="1077411" y="1309947"/>
                  </a:lnTo>
                  <a:lnTo>
                    <a:pt x="1078499" y="1307185"/>
                  </a:lnTo>
                  <a:lnTo>
                    <a:pt x="1077373" y="1305557"/>
                  </a:lnTo>
                  <a:lnTo>
                    <a:pt x="1077381" y="1304066"/>
                  </a:lnTo>
                  <a:lnTo>
                    <a:pt x="1077784" y="1300376"/>
                  </a:lnTo>
                  <a:close/>
                  <a:moveTo>
                    <a:pt x="1017722" y="1143290"/>
                  </a:moveTo>
                  <a:lnTo>
                    <a:pt x="1019457" y="1137979"/>
                  </a:lnTo>
                  <a:lnTo>
                    <a:pt x="1019114" y="1135392"/>
                  </a:lnTo>
                  <a:lnTo>
                    <a:pt x="1016710" y="1135194"/>
                  </a:lnTo>
                  <a:lnTo>
                    <a:pt x="1012647" y="1140817"/>
                  </a:lnTo>
                  <a:lnTo>
                    <a:pt x="1013111" y="1141798"/>
                  </a:lnTo>
                  <a:lnTo>
                    <a:pt x="1014191" y="1143008"/>
                  </a:lnTo>
                  <a:lnTo>
                    <a:pt x="1017722" y="1143290"/>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06" name="Freeform: Shape 2305">
              <a:extLst>
                <a:ext uri="{FF2B5EF4-FFF2-40B4-BE49-F238E27FC236}">
                  <a16:creationId xmlns:a16="http://schemas.microsoft.com/office/drawing/2014/main" id="{DB34ED24-FE49-33A1-995B-0701DE4E3AE3}"/>
                </a:ext>
              </a:extLst>
            </p:cNvPr>
            <p:cNvSpPr/>
            <p:nvPr/>
          </p:nvSpPr>
          <p:spPr>
            <a:xfrm>
              <a:off x="10190072" y="5026797"/>
              <a:ext cx="43110" cy="37045"/>
            </a:xfrm>
            <a:custGeom>
              <a:avLst/>
              <a:gdLst>
                <a:gd name="csX0" fmla="*/ 35281 w 43110"/>
                <a:gd name="csY0" fmla="*/ 91 h 37045"/>
                <a:gd name="csX1" fmla="*/ 34581 w 43110"/>
                <a:gd name="csY1" fmla="*/ 418 h 37045"/>
                <a:gd name="csX2" fmla="*/ 34436 w 43110"/>
                <a:gd name="csY2" fmla="*/ 1446 h 37045"/>
                <a:gd name="csX3" fmla="*/ 35243 w 43110"/>
                <a:gd name="csY3" fmla="*/ 3081 h 37045"/>
                <a:gd name="csX4" fmla="*/ 37891 w 43110"/>
                <a:gd name="csY4" fmla="*/ 6460 h 37045"/>
                <a:gd name="csX5" fmla="*/ 39573 w 43110"/>
                <a:gd name="csY5" fmla="*/ 7076 h 37045"/>
                <a:gd name="csX6" fmla="*/ 40668 w 43110"/>
                <a:gd name="csY6" fmla="*/ 8392 h 37045"/>
                <a:gd name="csX7" fmla="*/ 41748 w 43110"/>
                <a:gd name="csY7" fmla="*/ 10606 h 37045"/>
                <a:gd name="csX8" fmla="*/ 42068 w 43110"/>
                <a:gd name="csY8" fmla="*/ 13383 h 37045"/>
                <a:gd name="csX9" fmla="*/ 41619 w 43110"/>
                <a:gd name="csY9" fmla="*/ 16716 h 37045"/>
                <a:gd name="csX10" fmla="*/ 41885 w 43110"/>
                <a:gd name="csY10" fmla="*/ 19189 h 37045"/>
                <a:gd name="csX11" fmla="*/ 42859 w 43110"/>
                <a:gd name="csY11" fmla="*/ 20817 h 37045"/>
                <a:gd name="csX12" fmla="*/ 43110 w 43110"/>
                <a:gd name="csY12" fmla="*/ 22925 h 37045"/>
                <a:gd name="csX13" fmla="*/ 42654 w 43110"/>
                <a:gd name="csY13" fmla="*/ 25511 h 37045"/>
                <a:gd name="csX14" fmla="*/ 42091 w 43110"/>
                <a:gd name="csY14" fmla="*/ 27063 h 37045"/>
                <a:gd name="csX15" fmla="*/ 41429 w 43110"/>
                <a:gd name="csY15" fmla="*/ 27581 h 37045"/>
                <a:gd name="csX16" fmla="*/ 40675 w 43110"/>
                <a:gd name="csY16" fmla="*/ 27771 h 37045"/>
                <a:gd name="csX17" fmla="*/ 39656 w 43110"/>
                <a:gd name="csY17" fmla="*/ 27596 h 37045"/>
                <a:gd name="csX18" fmla="*/ 38416 w 43110"/>
                <a:gd name="csY18" fmla="*/ 27817 h 37045"/>
                <a:gd name="csX19" fmla="*/ 37069 w 43110"/>
                <a:gd name="csY19" fmla="*/ 28304 h 37045"/>
                <a:gd name="csX20" fmla="*/ 36217 w 43110"/>
                <a:gd name="csY20" fmla="*/ 28372 h 37045"/>
                <a:gd name="csX21" fmla="*/ 35684 w 43110"/>
                <a:gd name="csY21" fmla="*/ 28281 h 37045"/>
                <a:gd name="csX22" fmla="*/ 34695 w 43110"/>
                <a:gd name="csY22" fmla="*/ 27862 h 37045"/>
                <a:gd name="csX23" fmla="*/ 33120 w 43110"/>
                <a:gd name="csY23" fmla="*/ 26523 h 37045"/>
                <a:gd name="csX24" fmla="*/ 30184 w 43110"/>
                <a:gd name="csY24" fmla="*/ 27261 h 37045"/>
                <a:gd name="csX25" fmla="*/ 29384 w 43110"/>
                <a:gd name="csY25" fmla="*/ 27246 h 37045"/>
                <a:gd name="csX26" fmla="*/ 28312 w 43110"/>
                <a:gd name="csY26" fmla="*/ 27885 h 37045"/>
                <a:gd name="csX27" fmla="*/ 27429 w 43110"/>
                <a:gd name="csY27" fmla="*/ 28669 h 37045"/>
                <a:gd name="csX28" fmla="*/ 26904 w 43110"/>
                <a:gd name="csY28" fmla="*/ 28722 h 37045"/>
                <a:gd name="csX29" fmla="*/ 26356 w 43110"/>
                <a:gd name="csY29" fmla="*/ 28616 h 37045"/>
                <a:gd name="csX30" fmla="*/ 23830 w 43110"/>
                <a:gd name="csY30" fmla="*/ 27041 h 37045"/>
                <a:gd name="csX31" fmla="*/ 22902 w 43110"/>
                <a:gd name="csY31" fmla="*/ 27086 h 37045"/>
                <a:gd name="csX32" fmla="*/ 22522 w 43110"/>
                <a:gd name="csY32" fmla="*/ 31522 h 37045"/>
                <a:gd name="csX33" fmla="*/ 22103 w 43110"/>
                <a:gd name="csY33" fmla="*/ 33995 h 37045"/>
                <a:gd name="csX34" fmla="*/ 21578 w 43110"/>
                <a:gd name="csY34" fmla="*/ 35091 h 37045"/>
                <a:gd name="csX35" fmla="*/ 19767 w 43110"/>
                <a:gd name="csY35" fmla="*/ 36148 h 37045"/>
                <a:gd name="csX36" fmla="*/ 17949 w 43110"/>
                <a:gd name="csY36" fmla="*/ 36749 h 37045"/>
                <a:gd name="csX37" fmla="*/ 16952 w 43110"/>
                <a:gd name="csY37" fmla="*/ 36711 h 37045"/>
                <a:gd name="csX38" fmla="*/ 12943 w 43110"/>
                <a:gd name="csY38" fmla="*/ 37038 h 37045"/>
                <a:gd name="csX39" fmla="*/ 11375 w 43110"/>
                <a:gd name="csY39" fmla="*/ 37046 h 37045"/>
                <a:gd name="csX40" fmla="*/ 10508 w 43110"/>
                <a:gd name="csY40" fmla="*/ 36688 h 37045"/>
                <a:gd name="csX41" fmla="*/ 9382 w 43110"/>
                <a:gd name="csY41" fmla="*/ 34170 h 37045"/>
                <a:gd name="csX42" fmla="*/ 7259 w 43110"/>
                <a:gd name="csY42" fmla="*/ 33052 h 37045"/>
                <a:gd name="csX43" fmla="*/ 5220 w 43110"/>
                <a:gd name="csY43" fmla="*/ 32527 h 37045"/>
                <a:gd name="csX44" fmla="*/ 4390 w 43110"/>
                <a:gd name="csY44" fmla="*/ 32671 h 37045"/>
                <a:gd name="csX45" fmla="*/ 3652 w 43110"/>
                <a:gd name="csY45" fmla="*/ 33987 h 37045"/>
                <a:gd name="csX46" fmla="*/ 3348 w 43110"/>
                <a:gd name="csY46" fmla="*/ 35167 h 37045"/>
                <a:gd name="csX47" fmla="*/ 1370 w 43110"/>
                <a:gd name="csY47" fmla="*/ 34360 h 37045"/>
                <a:gd name="csX48" fmla="*/ 776 w 43110"/>
                <a:gd name="csY48" fmla="*/ 33363 h 37045"/>
                <a:gd name="csX49" fmla="*/ 723 w 43110"/>
                <a:gd name="csY49" fmla="*/ 31674 h 37045"/>
                <a:gd name="csX50" fmla="*/ 0 w 43110"/>
                <a:gd name="csY50" fmla="*/ 29361 h 37045"/>
                <a:gd name="csX51" fmla="*/ 404 w 43110"/>
                <a:gd name="csY51" fmla="*/ 28380 h 37045"/>
                <a:gd name="csX52" fmla="*/ 1180 w 43110"/>
                <a:gd name="csY52" fmla="*/ 27741 h 37045"/>
                <a:gd name="csX53" fmla="*/ 2823 w 43110"/>
                <a:gd name="csY53" fmla="*/ 26523 h 37045"/>
                <a:gd name="csX54" fmla="*/ 5319 w 43110"/>
                <a:gd name="csY54" fmla="*/ 24827 h 37045"/>
                <a:gd name="csX55" fmla="*/ 5851 w 43110"/>
                <a:gd name="csY55" fmla="*/ 24028 h 37045"/>
                <a:gd name="csX56" fmla="*/ 6201 w 43110"/>
                <a:gd name="csY56" fmla="*/ 22681 h 37045"/>
                <a:gd name="csX57" fmla="*/ 6041 w 43110"/>
                <a:gd name="csY57" fmla="*/ 19554 h 37045"/>
                <a:gd name="csX58" fmla="*/ 5805 w 43110"/>
                <a:gd name="csY58" fmla="*/ 16914 h 37045"/>
                <a:gd name="csX59" fmla="*/ 6102 w 43110"/>
                <a:gd name="csY59" fmla="*/ 15978 h 37045"/>
                <a:gd name="csX60" fmla="*/ 7244 w 43110"/>
                <a:gd name="csY60" fmla="*/ 13939 h 37045"/>
                <a:gd name="csX61" fmla="*/ 8765 w 43110"/>
                <a:gd name="csY61" fmla="*/ 11846 h 37045"/>
                <a:gd name="csX62" fmla="*/ 10553 w 43110"/>
                <a:gd name="csY62" fmla="*/ 9640 h 37045"/>
                <a:gd name="csX63" fmla="*/ 11626 w 43110"/>
                <a:gd name="csY63" fmla="*/ 9427 h 37045"/>
                <a:gd name="csX64" fmla="*/ 13034 w 43110"/>
                <a:gd name="csY64" fmla="*/ 8598 h 37045"/>
                <a:gd name="csX65" fmla="*/ 14525 w 43110"/>
                <a:gd name="csY65" fmla="*/ 7357 h 37045"/>
                <a:gd name="csX66" fmla="*/ 15362 w 43110"/>
                <a:gd name="csY66" fmla="*/ 6893 h 37045"/>
                <a:gd name="csX67" fmla="*/ 16062 w 43110"/>
                <a:gd name="csY67" fmla="*/ 6878 h 37045"/>
                <a:gd name="csX68" fmla="*/ 20665 w 43110"/>
                <a:gd name="csY68" fmla="*/ 5782 h 37045"/>
                <a:gd name="csX69" fmla="*/ 21121 w 43110"/>
                <a:gd name="csY69" fmla="*/ 6125 h 37045"/>
                <a:gd name="csX70" fmla="*/ 21867 w 43110"/>
                <a:gd name="csY70" fmla="*/ 8248 h 37045"/>
                <a:gd name="csX71" fmla="*/ 22263 w 43110"/>
                <a:gd name="csY71" fmla="*/ 8560 h 37045"/>
                <a:gd name="csX72" fmla="*/ 22902 w 43110"/>
                <a:gd name="csY72" fmla="*/ 8636 h 37045"/>
                <a:gd name="csX73" fmla="*/ 24196 w 43110"/>
                <a:gd name="csY73" fmla="*/ 8149 h 37045"/>
                <a:gd name="csX74" fmla="*/ 26562 w 43110"/>
                <a:gd name="csY74" fmla="*/ 6482 h 37045"/>
                <a:gd name="csX75" fmla="*/ 27596 w 43110"/>
                <a:gd name="csY75" fmla="*/ 5478 h 37045"/>
                <a:gd name="csX76" fmla="*/ 28814 w 43110"/>
                <a:gd name="csY76" fmla="*/ 4055 h 37045"/>
                <a:gd name="csX77" fmla="*/ 30373 w 43110"/>
                <a:gd name="csY77" fmla="*/ 2458 h 37045"/>
                <a:gd name="csX78" fmla="*/ 31241 w 43110"/>
                <a:gd name="csY78" fmla="*/ 1057 h 37045"/>
                <a:gd name="csX79" fmla="*/ 32086 w 43110"/>
                <a:gd name="csY79" fmla="*/ 243 h 37045"/>
                <a:gd name="csX80" fmla="*/ 33196 w 43110"/>
                <a:gd name="csY80" fmla="*/ 0 h 37045"/>
                <a:gd name="csX81" fmla="*/ 34429 w 43110"/>
                <a:gd name="csY81" fmla="*/ 68 h 370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43110" h="37045">
                  <a:moveTo>
                    <a:pt x="35281" y="91"/>
                  </a:moveTo>
                  <a:lnTo>
                    <a:pt x="34581" y="418"/>
                  </a:lnTo>
                  <a:lnTo>
                    <a:pt x="34436" y="1446"/>
                  </a:lnTo>
                  <a:lnTo>
                    <a:pt x="35243" y="3081"/>
                  </a:lnTo>
                  <a:lnTo>
                    <a:pt x="37891" y="6460"/>
                  </a:lnTo>
                  <a:lnTo>
                    <a:pt x="39573" y="7076"/>
                  </a:lnTo>
                  <a:lnTo>
                    <a:pt x="40668" y="8392"/>
                  </a:lnTo>
                  <a:lnTo>
                    <a:pt x="41748" y="10606"/>
                  </a:lnTo>
                  <a:lnTo>
                    <a:pt x="42068" y="13383"/>
                  </a:lnTo>
                  <a:lnTo>
                    <a:pt x="41619" y="16716"/>
                  </a:lnTo>
                  <a:lnTo>
                    <a:pt x="41885" y="19189"/>
                  </a:lnTo>
                  <a:lnTo>
                    <a:pt x="42859" y="20817"/>
                  </a:lnTo>
                  <a:lnTo>
                    <a:pt x="43110" y="22925"/>
                  </a:lnTo>
                  <a:lnTo>
                    <a:pt x="42654" y="25511"/>
                  </a:lnTo>
                  <a:lnTo>
                    <a:pt x="42091" y="27063"/>
                  </a:lnTo>
                  <a:lnTo>
                    <a:pt x="41429" y="27581"/>
                  </a:lnTo>
                  <a:lnTo>
                    <a:pt x="40675" y="27771"/>
                  </a:lnTo>
                  <a:lnTo>
                    <a:pt x="39656" y="27596"/>
                  </a:lnTo>
                  <a:lnTo>
                    <a:pt x="38416" y="27817"/>
                  </a:lnTo>
                  <a:lnTo>
                    <a:pt x="37069" y="28304"/>
                  </a:lnTo>
                  <a:lnTo>
                    <a:pt x="36217" y="28372"/>
                  </a:lnTo>
                  <a:lnTo>
                    <a:pt x="35684" y="28281"/>
                  </a:lnTo>
                  <a:lnTo>
                    <a:pt x="34695" y="27862"/>
                  </a:lnTo>
                  <a:lnTo>
                    <a:pt x="33120" y="26523"/>
                  </a:lnTo>
                  <a:lnTo>
                    <a:pt x="30184" y="27261"/>
                  </a:lnTo>
                  <a:lnTo>
                    <a:pt x="29384" y="27246"/>
                  </a:lnTo>
                  <a:lnTo>
                    <a:pt x="28312" y="27885"/>
                  </a:lnTo>
                  <a:lnTo>
                    <a:pt x="27429" y="28669"/>
                  </a:lnTo>
                  <a:lnTo>
                    <a:pt x="26904" y="28722"/>
                  </a:lnTo>
                  <a:lnTo>
                    <a:pt x="26356" y="28616"/>
                  </a:lnTo>
                  <a:lnTo>
                    <a:pt x="23830" y="27041"/>
                  </a:lnTo>
                  <a:lnTo>
                    <a:pt x="22902" y="27086"/>
                  </a:lnTo>
                  <a:lnTo>
                    <a:pt x="22522" y="31522"/>
                  </a:lnTo>
                  <a:lnTo>
                    <a:pt x="22103" y="33995"/>
                  </a:lnTo>
                  <a:lnTo>
                    <a:pt x="21578" y="35091"/>
                  </a:lnTo>
                  <a:lnTo>
                    <a:pt x="19767" y="36148"/>
                  </a:lnTo>
                  <a:lnTo>
                    <a:pt x="17949" y="36749"/>
                  </a:lnTo>
                  <a:lnTo>
                    <a:pt x="16952" y="36711"/>
                  </a:lnTo>
                  <a:lnTo>
                    <a:pt x="12943" y="37038"/>
                  </a:lnTo>
                  <a:lnTo>
                    <a:pt x="11375" y="37046"/>
                  </a:lnTo>
                  <a:lnTo>
                    <a:pt x="10508" y="36688"/>
                  </a:lnTo>
                  <a:lnTo>
                    <a:pt x="9382" y="34170"/>
                  </a:lnTo>
                  <a:lnTo>
                    <a:pt x="7259" y="33052"/>
                  </a:lnTo>
                  <a:lnTo>
                    <a:pt x="5220" y="32527"/>
                  </a:lnTo>
                  <a:lnTo>
                    <a:pt x="4390" y="32671"/>
                  </a:lnTo>
                  <a:lnTo>
                    <a:pt x="3652" y="33987"/>
                  </a:lnTo>
                  <a:lnTo>
                    <a:pt x="3348" y="35167"/>
                  </a:lnTo>
                  <a:lnTo>
                    <a:pt x="1370" y="34360"/>
                  </a:lnTo>
                  <a:lnTo>
                    <a:pt x="776" y="33363"/>
                  </a:lnTo>
                  <a:lnTo>
                    <a:pt x="723" y="31674"/>
                  </a:lnTo>
                  <a:lnTo>
                    <a:pt x="0" y="29361"/>
                  </a:lnTo>
                  <a:lnTo>
                    <a:pt x="404" y="28380"/>
                  </a:lnTo>
                  <a:lnTo>
                    <a:pt x="1180" y="27741"/>
                  </a:lnTo>
                  <a:lnTo>
                    <a:pt x="2823" y="26523"/>
                  </a:lnTo>
                  <a:lnTo>
                    <a:pt x="5319" y="24827"/>
                  </a:lnTo>
                  <a:lnTo>
                    <a:pt x="5851" y="24028"/>
                  </a:lnTo>
                  <a:lnTo>
                    <a:pt x="6201" y="22681"/>
                  </a:lnTo>
                  <a:lnTo>
                    <a:pt x="6041" y="19554"/>
                  </a:lnTo>
                  <a:lnTo>
                    <a:pt x="5805" y="16914"/>
                  </a:lnTo>
                  <a:lnTo>
                    <a:pt x="6102" y="15978"/>
                  </a:lnTo>
                  <a:lnTo>
                    <a:pt x="7244" y="13939"/>
                  </a:lnTo>
                  <a:lnTo>
                    <a:pt x="8765" y="11846"/>
                  </a:lnTo>
                  <a:lnTo>
                    <a:pt x="10553" y="9640"/>
                  </a:lnTo>
                  <a:lnTo>
                    <a:pt x="11626" y="9427"/>
                  </a:lnTo>
                  <a:lnTo>
                    <a:pt x="13034" y="8598"/>
                  </a:lnTo>
                  <a:lnTo>
                    <a:pt x="14525" y="7357"/>
                  </a:lnTo>
                  <a:lnTo>
                    <a:pt x="15362" y="6893"/>
                  </a:lnTo>
                  <a:lnTo>
                    <a:pt x="16062" y="6878"/>
                  </a:lnTo>
                  <a:lnTo>
                    <a:pt x="20665" y="5782"/>
                  </a:lnTo>
                  <a:lnTo>
                    <a:pt x="21121" y="6125"/>
                  </a:lnTo>
                  <a:lnTo>
                    <a:pt x="21867" y="8248"/>
                  </a:lnTo>
                  <a:lnTo>
                    <a:pt x="22263" y="8560"/>
                  </a:lnTo>
                  <a:lnTo>
                    <a:pt x="22902" y="8636"/>
                  </a:lnTo>
                  <a:lnTo>
                    <a:pt x="24196" y="8149"/>
                  </a:lnTo>
                  <a:lnTo>
                    <a:pt x="26562" y="6482"/>
                  </a:lnTo>
                  <a:lnTo>
                    <a:pt x="27596" y="5478"/>
                  </a:lnTo>
                  <a:lnTo>
                    <a:pt x="28814" y="4055"/>
                  </a:lnTo>
                  <a:lnTo>
                    <a:pt x="30373" y="2458"/>
                  </a:lnTo>
                  <a:lnTo>
                    <a:pt x="31241" y="1057"/>
                  </a:lnTo>
                  <a:lnTo>
                    <a:pt x="32086" y="243"/>
                  </a:lnTo>
                  <a:lnTo>
                    <a:pt x="33196" y="0"/>
                  </a:lnTo>
                  <a:lnTo>
                    <a:pt x="34429" y="68"/>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07" name="Freeform: Shape 2306">
              <a:extLst>
                <a:ext uri="{FF2B5EF4-FFF2-40B4-BE49-F238E27FC236}">
                  <a16:creationId xmlns:a16="http://schemas.microsoft.com/office/drawing/2014/main" id="{BB73B1FB-D294-40AA-0D2C-686998C86EE1}"/>
                </a:ext>
              </a:extLst>
            </p:cNvPr>
            <p:cNvSpPr/>
            <p:nvPr/>
          </p:nvSpPr>
          <p:spPr>
            <a:xfrm>
              <a:off x="10313019" y="4283593"/>
              <a:ext cx="448935" cy="368573"/>
            </a:xfrm>
            <a:custGeom>
              <a:avLst/>
              <a:gdLst>
                <a:gd name="csX0" fmla="*/ 254453 w 448935"/>
                <a:gd name="csY0" fmla="*/ 74770 h 368573"/>
                <a:gd name="csX1" fmla="*/ 258577 w 448935"/>
                <a:gd name="csY1" fmla="*/ 75295 h 368573"/>
                <a:gd name="csX2" fmla="*/ 264078 w 448935"/>
                <a:gd name="csY2" fmla="*/ 75994 h 368573"/>
                <a:gd name="csX3" fmla="*/ 267418 w 448935"/>
                <a:gd name="csY3" fmla="*/ 76474 h 368573"/>
                <a:gd name="csX4" fmla="*/ 273703 w 448935"/>
                <a:gd name="csY4" fmla="*/ 77364 h 368573"/>
                <a:gd name="csX5" fmla="*/ 275582 w 448935"/>
                <a:gd name="csY5" fmla="*/ 81046 h 368573"/>
                <a:gd name="csX6" fmla="*/ 276267 w 448935"/>
                <a:gd name="csY6" fmla="*/ 83626 h 368573"/>
                <a:gd name="csX7" fmla="*/ 276898 w 448935"/>
                <a:gd name="csY7" fmla="*/ 86137 h 368573"/>
                <a:gd name="csX8" fmla="*/ 278785 w 448935"/>
                <a:gd name="csY8" fmla="*/ 88427 h 368573"/>
                <a:gd name="csX9" fmla="*/ 283069 w 448935"/>
                <a:gd name="csY9" fmla="*/ 88374 h 368573"/>
                <a:gd name="csX10" fmla="*/ 286865 w 448935"/>
                <a:gd name="csY10" fmla="*/ 88328 h 368573"/>
                <a:gd name="csX11" fmla="*/ 291545 w 448935"/>
                <a:gd name="csY11" fmla="*/ 88252 h 368573"/>
                <a:gd name="csX12" fmla="*/ 295258 w 448935"/>
                <a:gd name="csY12" fmla="*/ 88198 h 368573"/>
                <a:gd name="csX13" fmla="*/ 296452 w 448935"/>
                <a:gd name="csY13" fmla="*/ 90474 h 368573"/>
                <a:gd name="csX14" fmla="*/ 296978 w 448935"/>
                <a:gd name="csY14" fmla="*/ 92741 h 368573"/>
                <a:gd name="csX15" fmla="*/ 299184 w 448935"/>
                <a:gd name="csY15" fmla="*/ 98105 h 368573"/>
                <a:gd name="csX16" fmla="*/ 302334 w 448935"/>
                <a:gd name="csY16" fmla="*/ 102282 h 368573"/>
                <a:gd name="csX17" fmla="*/ 303087 w 448935"/>
                <a:gd name="csY17" fmla="*/ 103804 h 368573"/>
                <a:gd name="csX18" fmla="*/ 303589 w 448935"/>
                <a:gd name="csY18" fmla="*/ 106094 h 368573"/>
                <a:gd name="csX19" fmla="*/ 303042 w 448935"/>
                <a:gd name="csY19" fmla="*/ 106946 h 368573"/>
                <a:gd name="csX20" fmla="*/ 302828 w 448935"/>
                <a:gd name="csY20" fmla="*/ 107928 h 368573"/>
                <a:gd name="csX21" fmla="*/ 305164 w 448935"/>
                <a:gd name="csY21" fmla="*/ 110210 h 368573"/>
                <a:gd name="csX22" fmla="*/ 309014 w 448935"/>
                <a:gd name="csY22" fmla="*/ 112143 h 368573"/>
                <a:gd name="csX23" fmla="*/ 310521 w 448935"/>
                <a:gd name="csY23" fmla="*/ 112630 h 368573"/>
                <a:gd name="csX24" fmla="*/ 312233 w 448935"/>
                <a:gd name="csY24" fmla="*/ 113482 h 368573"/>
                <a:gd name="csX25" fmla="*/ 310901 w 448935"/>
                <a:gd name="csY25" fmla="*/ 114798 h 368573"/>
                <a:gd name="csX26" fmla="*/ 313176 w 448935"/>
                <a:gd name="csY26" fmla="*/ 117841 h 368573"/>
                <a:gd name="csX27" fmla="*/ 315816 w 448935"/>
                <a:gd name="csY27" fmla="*/ 120938 h 368573"/>
                <a:gd name="csX28" fmla="*/ 318646 w 448935"/>
                <a:gd name="csY28" fmla="*/ 121638 h 368573"/>
                <a:gd name="csX29" fmla="*/ 322466 w 448935"/>
                <a:gd name="csY29" fmla="*/ 126310 h 368573"/>
                <a:gd name="csX30" fmla="*/ 328226 w 448935"/>
                <a:gd name="csY30" fmla="*/ 129330 h 368573"/>
                <a:gd name="csX31" fmla="*/ 331718 w 448935"/>
                <a:gd name="csY31" fmla="*/ 133287 h 368573"/>
                <a:gd name="csX32" fmla="*/ 331391 w 448935"/>
                <a:gd name="csY32" fmla="*/ 133363 h 368573"/>
                <a:gd name="csX33" fmla="*/ 330364 w 448935"/>
                <a:gd name="csY33" fmla="*/ 132960 h 368573"/>
                <a:gd name="csX34" fmla="*/ 329078 w 448935"/>
                <a:gd name="csY34" fmla="*/ 132420 h 368573"/>
                <a:gd name="csX35" fmla="*/ 328690 w 448935"/>
                <a:gd name="csY35" fmla="*/ 132906 h 368573"/>
                <a:gd name="csX36" fmla="*/ 328759 w 448935"/>
                <a:gd name="csY36" fmla="*/ 134565 h 368573"/>
                <a:gd name="csX37" fmla="*/ 329101 w 448935"/>
                <a:gd name="csY37" fmla="*/ 136513 h 368573"/>
                <a:gd name="csX38" fmla="*/ 330881 w 448935"/>
                <a:gd name="csY38" fmla="*/ 138194 h 368573"/>
                <a:gd name="csX39" fmla="*/ 332464 w 448935"/>
                <a:gd name="csY39" fmla="*/ 139404 h 368573"/>
                <a:gd name="csX40" fmla="*/ 333080 w 448935"/>
                <a:gd name="csY40" fmla="*/ 141694 h 368573"/>
                <a:gd name="csX41" fmla="*/ 331832 w 448935"/>
                <a:gd name="csY41" fmla="*/ 146617 h 368573"/>
                <a:gd name="csX42" fmla="*/ 331399 w 448935"/>
                <a:gd name="csY42" fmla="*/ 146617 h 368573"/>
                <a:gd name="csX43" fmla="*/ 330562 w 448935"/>
                <a:gd name="csY43" fmla="*/ 146191 h 368573"/>
                <a:gd name="csX44" fmla="*/ 329672 w 448935"/>
                <a:gd name="csY44" fmla="*/ 146092 h 368573"/>
                <a:gd name="csX45" fmla="*/ 329192 w 448935"/>
                <a:gd name="csY45" fmla="*/ 146374 h 368573"/>
                <a:gd name="csX46" fmla="*/ 330250 w 448935"/>
                <a:gd name="csY46" fmla="*/ 149911 h 368573"/>
                <a:gd name="csX47" fmla="*/ 331307 w 448935"/>
                <a:gd name="csY47" fmla="*/ 152620 h 368573"/>
                <a:gd name="csX48" fmla="*/ 332570 w 448935"/>
                <a:gd name="csY48" fmla="*/ 154766 h 368573"/>
                <a:gd name="csX49" fmla="*/ 333628 w 448935"/>
                <a:gd name="csY49" fmla="*/ 157901 h 368573"/>
                <a:gd name="csX50" fmla="*/ 334533 w 448935"/>
                <a:gd name="csY50" fmla="*/ 159240 h 368573"/>
                <a:gd name="csX51" fmla="*/ 338239 w 448935"/>
                <a:gd name="csY51" fmla="*/ 162565 h 368573"/>
                <a:gd name="csX52" fmla="*/ 339380 w 448935"/>
                <a:gd name="csY52" fmla="*/ 165342 h 368573"/>
                <a:gd name="csX53" fmla="*/ 340437 w 448935"/>
                <a:gd name="csY53" fmla="*/ 170508 h 368573"/>
                <a:gd name="csX54" fmla="*/ 342766 w 448935"/>
                <a:gd name="csY54" fmla="*/ 173384 h 368573"/>
                <a:gd name="csX55" fmla="*/ 344021 w 448935"/>
                <a:gd name="csY55" fmla="*/ 175598 h 368573"/>
                <a:gd name="csX56" fmla="*/ 345703 w 448935"/>
                <a:gd name="csY56" fmla="*/ 177477 h 368573"/>
                <a:gd name="csX57" fmla="*/ 346798 w 448935"/>
                <a:gd name="csY57" fmla="*/ 180042 h 368573"/>
                <a:gd name="csX58" fmla="*/ 348351 w 448935"/>
                <a:gd name="csY58" fmla="*/ 182012 h 368573"/>
                <a:gd name="csX59" fmla="*/ 349157 w 448935"/>
                <a:gd name="csY59" fmla="*/ 182506 h 368573"/>
                <a:gd name="csX60" fmla="*/ 350367 w 448935"/>
                <a:gd name="csY60" fmla="*/ 182712 h 368573"/>
                <a:gd name="csX61" fmla="*/ 351873 w 448935"/>
                <a:gd name="csY61" fmla="*/ 182720 h 368573"/>
                <a:gd name="csX62" fmla="*/ 353676 w 448935"/>
                <a:gd name="csY62" fmla="*/ 182210 h 368573"/>
                <a:gd name="csX63" fmla="*/ 355602 w 448935"/>
                <a:gd name="csY63" fmla="*/ 181731 h 368573"/>
                <a:gd name="csX64" fmla="*/ 357100 w 448935"/>
                <a:gd name="csY64" fmla="*/ 182727 h 368573"/>
                <a:gd name="csX65" fmla="*/ 358653 w 448935"/>
                <a:gd name="csY65" fmla="*/ 182575 h 368573"/>
                <a:gd name="csX66" fmla="*/ 358812 w 448935"/>
                <a:gd name="csY66" fmla="*/ 183503 h 368573"/>
                <a:gd name="csX67" fmla="*/ 357770 w 448935"/>
                <a:gd name="csY67" fmla="*/ 184766 h 368573"/>
                <a:gd name="csX68" fmla="*/ 356491 w 448935"/>
                <a:gd name="csY68" fmla="*/ 187947 h 368573"/>
                <a:gd name="csX69" fmla="*/ 358310 w 448935"/>
                <a:gd name="csY69" fmla="*/ 188449 h 368573"/>
                <a:gd name="csX70" fmla="*/ 360052 w 448935"/>
                <a:gd name="csY70" fmla="*/ 188700 h 368573"/>
                <a:gd name="csX71" fmla="*/ 361285 w 448935"/>
                <a:gd name="csY71" fmla="*/ 189210 h 368573"/>
                <a:gd name="csX72" fmla="*/ 362008 w 448935"/>
                <a:gd name="csY72" fmla="*/ 189210 h 368573"/>
                <a:gd name="csX73" fmla="*/ 362008 w 448935"/>
                <a:gd name="csY73" fmla="*/ 189872 h 368573"/>
                <a:gd name="csX74" fmla="*/ 362092 w 448935"/>
                <a:gd name="csY74" fmla="*/ 192885 h 368573"/>
                <a:gd name="csX75" fmla="*/ 362525 w 448935"/>
                <a:gd name="csY75" fmla="*/ 194034 h 368573"/>
                <a:gd name="csX76" fmla="*/ 363317 w 448935"/>
                <a:gd name="csY76" fmla="*/ 195053 h 368573"/>
                <a:gd name="csX77" fmla="*/ 364488 w 448935"/>
                <a:gd name="csY77" fmla="*/ 196575 h 368573"/>
                <a:gd name="csX78" fmla="*/ 365660 w 448935"/>
                <a:gd name="csY78" fmla="*/ 198097 h 368573"/>
                <a:gd name="csX79" fmla="*/ 366832 w 448935"/>
                <a:gd name="csY79" fmla="*/ 199618 h 368573"/>
                <a:gd name="csX80" fmla="*/ 368003 w 448935"/>
                <a:gd name="csY80" fmla="*/ 201140 h 368573"/>
                <a:gd name="csX81" fmla="*/ 369175 w 448935"/>
                <a:gd name="csY81" fmla="*/ 202662 h 368573"/>
                <a:gd name="csX82" fmla="*/ 370354 w 448935"/>
                <a:gd name="csY82" fmla="*/ 204183 h 368573"/>
                <a:gd name="csX83" fmla="*/ 371526 w 448935"/>
                <a:gd name="csY83" fmla="*/ 205697 h 368573"/>
                <a:gd name="csX84" fmla="*/ 372698 w 448935"/>
                <a:gd name="csY84" fmla="*/ 207219 h 368573"/>
                <a:gd name="csX85" fmla="*/ 373870 w 448935"/>
                <a:gd name="csY85" fmla="*/ 208733 h 368573"/>
                <a:gd name="csX86" fmla="*/ 375042 w 448935"/>
                <a:gd name="csY86" fmla="*/ 210248 h 368573"/>
                <a:gd name="csX87" fmla="*/ 376213 w 448935"/>
                <a:gd name="csY87" fmla="*/ 211761 h 368573"/>
                <a:gd name="csX88" fmla="*/ 377385 w 448935"/>
                <a:gd name="csY88" fmla="*/ 213276 h 368573"/>
                <a:gd name="csX89" fmla="*/ 378556 w 448935"/>
                <a:gd name="csY89" fmla="*/ 214790 h 368573"/>
                <a:gd name="csX90" fmla="*/ 379728 w 448935"/>
                <a:gd name="csY90" fmla="*/ 216304 h 368573"/>
                <a:gd name="csX91" fmla="*/ 380908 w 448935"/>
                <a:gd name="csY91" fmla="*/ 217818 h 368573"/>
                <a:gd name="csX92" fmla="*/ 382079 w 448935"/>
                <a:gd name="csY92" fmla="*/ 219324 h 368573"/>
                <a:gd name="csX93" fmla="*/ 383046 w 448935"/>
                <a:gd name="csY93" fmla="*/ 220572 h 368573"/>
                <a:gd name="csX94" fmla="*/ 384841 w 448935"/>
                <a:gd name="csY94" fmla="*/ 220808 h 368573"/>
                <a:gd name="csX95" fmla="*/ 385412 w 448935"/>
                <a:gd name="csY95" fmla="*/ 220884 h 368573"/>
                <a:gd name="csX96" fmla="*/ 387033 w 448935"/>
                <a:gd name="csY96" fmla="*/ 221097 h 368573"/>
                <a:gd name="csX97" fmla="*/ 389543 w 448935"/>
                <a:gd name="csY97" fmla="*/ 221424 h 368573"/>
                <a:gd name="csX98" fmla="*/ 392800 w 448935"/>
                <a:gd name="csY98" fmla="*/ 221858 h 368573"/>
                <a:gd name="csX99" fmla="*/ 396657 w 448935"/>
                <a:gd name="csY99" fmla="*/ 222368 h 368573"/>
                <a:gd name="csX100" fmla="*/ 400956 w 448935"/>
                <a:gd name="csY100" fmla="*/ 222931 h 368573"/>
                <a:gd name="csX101" fmla="*/ 405559 w 448935"/>
                <a:gd name="csY101" fmla="*/ 223539 h 368573"/>
                <a:gd name="csX102" fmla="*/ 410307 w 448935"/>
                <a:gd name="csY102" fmla="*/ 224163 h 368573"/>
                <a:gd name="csX103" fmla="*/ 415062 w 448935"/>
                <a:gd name="csY103" fmla="*/ 224787 h 368573"/>
                <a:gd name="csX104" fmla="*/ 419658 w 448935"/>
                <a:gd name="csY104" fmla="*/ 225396 h 368573"/>
                <a:gd name="csX105" fmla="*/ 423957 w 448935"/>
                <a:gd name="csY105" fmla="*/ 225967 h 368573"/>
                <a:gd name="csX106" fmla="*/ 427814 w 448935"/>
                <a:gd name="csY106" fmla="*/ 226469 h 368573"/>
                <a:gd name="csX107" fmla="*/ 431079 w 448935"/>
                <a:gd name="csY107" fmla="*/ 226903 h 368573"/>
                <a:gd name="csX108" fmla="*/ 433589 w 448935"/>
                <a:gd name="csY108" fmla="*/ 227230 h 368573"/>
                <a:gd name="csX109" fmla="*/ 435210 w 448935"/>
                <a:gd name="csY109" fmla="*/ 227443 h 368573"/>
                <a:gd name="csX110" fmla="*/ 435780 w 448935"/>
                <a:gd name="csY110" fmla="*/ 227519 h 368573"/>
                <a:gd name="csX111" fmla="*/ 437477 w 448935"/>
                <a:gd name="csY111" fmla="*/ 227739 h 368573"/>
                <a:gd name="csX112" fmla="*/ 437797 w 448935"/>
                <a:gd name="csY112" fmla="*/ 227686 h 368573"/>
                <a:gd name="csX113" fmla="*/ 439220 w 448935"/>
                <a:gd name="csY113" fmla="*/ 225837 h 368573"/>
                <a:gd name="csX114" fmla="*/ 440787 w 448935"/>
                <a:gd name="csY114" fmla="*/ 228447 h 368573"/>
                <a:gd name="csX115" fmla="*/ 442088 w 448935"/>
                <a:gd name="csY115" fmla="*/ 230608 h 368573"/>
                <a:gd name="csX116" fmla="*/ 443868 w 448935"/>
                <a:gd name="csY116" fmla="*/ 233575 h 368573"/>
                <a:gd name="csX117" fmla="*/ 445770 w 448935"/>
                <a:gd name="csY117" fmla="*/ 236725 h 368573"/>
                <a:gd name="csX118" fmla="*/ 447582 w 448935"/>
                <a:gd name="csY118" fmla="*/ 239738 h 368573"/>
                <a:gd name="csX119" fmla="*/ 448936 w 448935"/>
                <a:gd name="csY119" fmla="*/ 241975 h 368573"/>
                <a:gd name="csX120" fmla="*/ 448213 w 448935"/>
                <a:gd name="csY120" fmla="*/ 244296 h 368573"/>
                <a:gd name="csX121" fmla="*/ 447429 w 448935"/>
                <a:gd name="csY121" fmla="*/ 246829 h 368573"/>
                <a:gd name="csX122" fmla="*/ 446645 w 448935"/>
                <a:gd name="csY122" fmla="*/ 249363 h 368573"/>
                <a:gd name="csX123" fmla="*/ 445862 w 448935"/>
                <a:gd name="csY123" fmla="*/ 251889 h 368573"/>
                <a:gd name="csX124" fmla="*/ 445071 w 448935"/>
                <a:gd name="csY124" fmla="*/ 254415 h 368573"/>
                <a:gd name="csX125" fmla="*/ 444287 w 448935"/>
                <a:gd name="csY125" fmla="*/ 256941 h 368573"/>
                <a:gd name="csX126" fmla="*/ 443503 w 448935"/>
                <a:gd name="csY126" fmla="*/ 259467 h 368573"/>
                <a:gd name="csX127" fmla="*/ 442719 w 448935"/>
                <a:gd name="csY127" fmla="*/ 261986 h 368573"/>
                <a:gd name="csX128" fmla="*/ 441936 w 448935"/>
                <a:gd name="csY128" fmla="*/ 264504 h 368573"/>
                <a:gd name="csX129" fmla="*/ 441145 w 448935"/>
                <a:gd name="csY129" fmla="*/ 267022 h 368573"/>
                <a:gd name="csX130" fmla="*/ 440361 w 448935"/>
                <a:gd name="csY130" fmla="*/ 269541 h 368573"/>
                <a:gd name="csX131" fmla="*/ 439577 w 448935"/>
                <a:gd name="csY131" fmla="*/ 272052 h 368573"/>
                <a:gd name="csX132" fmla="*/ 438793 w 448935"/>
                <a:gd name="csY132" fmla="*/ 274562 h 368573"/>
                <a:gd name="csX133" fmla="*/ 438002 w 448935"/>
                <a:gd name="csY133" fmla="*/ 277073 h 368573"/>
                <a:gd name="csX134" fmla="*/ 437219 w 448935"/>
                <a:gd name="csY134" fmla="*/ 279584 h 368573"/>
                <a:gd name="csX135" fmla="*/ 436435 w 448935"/>
                <a:gd name="csY135" fmla="*/ 282087 h 368573"/>
                <a:gd name="csX136" fmla="*/ 435651 w 448935"/>
                <a:gd name="csY136" fmla="*/ 284591 h 368573"/>
                <a:gd name="csX137" fmla="*/ 434708 w 448935"/>
                <a:gd name="csY137" fmla="*/ 287604 h 368573"/>
                <a:gd name="csX138" fmla="*/ 432433 w 448935"/>
                <a:gd name="csY138" fmla="*/ 288402 h 368573"/>
                <a:gd name="csX139" fmla="*/ 428765 w 448935"/>
                <a:gd name="csY139" fmla="*/ 289696 h 368573"/>
                <a:gd name="csX140" fmla="*/ 425091 w 448935"/>
                <a:gd name="csY140" fmla="*/ 290990 h 368573"/>
                <a:gd name="csX141" fmla="*/ 421423 w 448935"/>
                <a:gd name="csY141" fmla="*/ 292283 h 368573"/>
                <a:gd name="csX142" fmla="*/ 417756 w 448935"/>
                <a:gd name="csY142" fmla="*/ 293576 h 368573"/>
                <a:gd name="csX143" fmla="*/ 414081 w 448935"/>
                <a:gd name="csY143" fmla="*/ 294870 h 368573"/>
                <a:gd name="csX144" fmla="*/ 410414 w 448935"/>
                <a:gd name="csY144" fmla="*/ 296156 h 368573"/>
                <a:gd name="csX145" fmla="*/ 406746 w 448935"/>
                <a:gd name="csY145" fmla="*/ 297449 h 368573"/>
                <a:gd name="csX146" fmla="*/ 403071 w 448935"/>
                <a:gd name="csY146" fmla="*/ 298743 h 368573"/>
                <a:gd name="csX147" fmla="*/ 399404 w 448935"/>
                <a:gd name="csY147" fmla="*/ 300028 h 368573"/>
                <a:gd name="csX148" fmla="*/ 395729 w 448935"/>
                <a:gd name="csY148" fmla="*/ 301314 h 368573"/>
                <a:gd name="csX149" fmla="*/ 392062 w 448935"/>
                <a:gd name="csY149" fmla="*/ 302608 h 368573"/>
                <a:gd name="csX150" fmla="*/ 388395 w 448935"/>
                <a:gd name="csY150" fmla="*/ 303894 h 368573"/>
                <a:gd name="csX151" fmla="*/ 384719 w 448935"/>
                <a:gd name="csY151" fmla="*/ 305179 h 368573"/>
                <a:gd name="csX152" fmla="*/ 381052 w 448935"/>
                <a:gd name="csY152" fmla="*/ 306465 h 368573"/>
                <a:gd name="csX153" fmla="*/ 377377 w 448935"/>
                <a:gd name="csY153" fmla="*/ 307751 h 368573"/>
                <a:gd name="csX154" fmla="*/ 373710 w 448935"/>
                <a:gd name="csY154" fmla="*/ 309037 h 368573"/>
                <a:gd name="csX155" fmla="*/ 370697 w 448935"/>
                <a:gd name="csY155" fmla="*/ 310095 h 368573"/>
                <a:gd name="csX156" fmla="*/ 365683 w 448935"/>
                <a:gd name="csY156" fmla="*/ 310802 h 368573"/>
                <a:gd name="csX157" fmla="*/ 360814 w 448935"/>
                <a:gd name="csY157" fmla="*/ 311487 h 368573"/>
                <a:gd name="csX158" fmla="*/ 355335 w 448935"/>
                <a:gd name="csY158" fmla="*/ 312263 h 368573"/>
                <a:gd name="csX159" fmla="*/ 348754 w 448935"/>
                <a:gd name="csY159" fmla="*/ 313199 h 368573"/>
                <a:gd name="csX160" fmla="*/ 343587 w 448935"/>
                <a:gd name="csY160" fmla="*/ 313929 h 368573"/>
                <a:gd name="csX161" fmla="*/ 336055 w 448935"/>
                <a:gd name="csY161" fmla="*/ 314995 h 368573"/>
                <a:gd name="csX162" fmla="*/ 329291 w 448935"/>
                <a:gd name="csY162" fmla="*/ 315946 h 368573"/>
                <a:gd name="csX163" fmla="*/ 322953 w 448935"/>
                <a:gd name="csY163" fmla="*/ 316843 h 368573"/>
                <a:gd name="csX164" fmla="*/ 316615 w 448935"/>
                <a:gd name="csY164" fmla="*/ 317741 h 368573"/>
                <a:gd name="csX165" fmla="*/ 311221 w 448935"/>
                <a:gd name="csY165" fmla="*/ 318502 h 368573"/>
                <a:gd name="csX166" fmla="*/ 308002 w 448935"/>
                <a:gd name="csY166" fmla="*/ 319385 h 368573"/>
                <a:gd name="csX167" fmla="*/ 304221 w 448935"/>
                <a:gd name="csY167" fmla="*/ 321325 h 368573"/>
                <a:gd name="csX168" fmla="*/ 298415 w 448935"/>
                <a:gd name="csY168" fmla="*/ 324300 h 368573"/>
                <a:gd name="csX169" fmla="*/ 292496 w 448935"/>
                <a:gd name="csY169" fmla="*/ 327320 h 368573"/>
                <a:gd name="csX170" fmla="*/ 289430 w 448935"/>
                <a:gd name="csY170" fmla="*/ 328888 h 368573"/>
                <a:gd name="csX171" fmla="*/ 286219 w 448935"/>
                <a:gd name="csY171" fmla="*/ 332905 h 368573"/>
                <a:gd name="csX172" fmla="*/ 284591 w 448935"/>
                <a:gd name="csY172" fmla="*/ 334937 h 368573"/>
                <a:gd name="csX173" fmla="*/ 281654 w 448935"/>
                <a:gd name="csY173" fmla="*/ 338612 h 368573"/>
                <a:gd name="csX174" fmla="*/ 279432 w 448935"/>
                <a:gd name="csY174" fmla="*/ 341381 h 368573"/>
                <a:gd name="csX175" fmla="*/ 276777 w 448935"/>
                <a:gd name="csY175" fmla="*/ 344691 h 368573"/>
                <a:gd name="csX176" fmla="*/ 275620 w 448935"/>
                <a:gd name="csY176" fmla="*/ 347628 h 368573"/>
                <a:gd name="csX177" fmla="*/ 273832 w 448935"/>
                <a:gd name="csY177" fmla="*/ 352162 h 368573"/>
                <a:gd name="csX178" fmla="*/ 272288 w 448935"/>
                <a:gd name="csY178" fmla="*/ 353304 h 368573"/>
                <a:gd name="csX179" fmla="*/ 269761 w 448935"/>
                <a:gd name="csY179" fmla="*/ 354780 h 368573"/>
                <a:gd name="csX180" fmla="*/ 267464 w 448935"/>
                <a:gd name="csY180" fmla="*/ 355829 h 368573"/>
                <a:gd name="csX181" fmla="*/ 263880 w 448935"/>
                <a:gd name="csY181" fmla="*/ 355677 h 368573"/>
                <a:gd name="csX182" fmla="*/ 261833 w 448935"/>
                <a:gd name="csY182" fmla="*/ 352893 h 368573"/>
                <a:gd name="csX183" fmla="*/ 259665 w 448935"/>
                <a:gd name="csY183" fmla="*/ 349933 h 368573"/>
                <a:gd name="csX184" fmla="*/ 258577 w 448935"/>
                <a:gd name="csY184" fmla="*/ 348746 h 368573"/>
                <a:gd name="csX185" fmla="*/ 257603 w 448935"/>
                <a:gd name="csY185" fmla="*/ 348685 h 368573"/>
                <a:gd name="csX186" fmla="*/ 254004 w 448935"/>
                <a:gd name="csY186" fmla="*/ 349058 h 368573"/>
                <a:gd name="csX187" fmla="*/ 249667 w 448935"/>
                <a:gd name="csY187" fmla="*/ 349514 h 368573"/>
                <a:gd name="csX188" fmla="*/ 244554 w 448935"/>
                <a:gd name="csY188" fmla="*/ 349035 h 368573"/>
                <a:gd name="csX189" fmla="*/ 238658 w 448935"/>
                <a:gd name="csY189" fmla="*/ 348472 h 368573"/>
                <a:gd name="csX190" fmla="*/ 233126 w 448935"/>
                <a:gd name="csY190" fmla="*/ 347947 h 368573"/>
                <a:gd name="csX191" fmla="*/ 230372 w 448935"/>
                <a:gd name="csY191" fmla="*/ 347551 h 368573"/>
                <a:gd name="csX192" fmla="*/ 226743 w 448935"/>
                <a:gd name="csY192" fmla="*/ 345634 h 368573"/>
                <a:gd name="csX193" fmla="*/ 225807 w 448935"/>
                <a:gd name="csY193" fmla="*/ 345254 h 368573"/>
                <a:gd name="csX194" fmla="*/ 224856 w 448935"/>
                <a:gd name="csY194" fmla="*/ 345162 h 368573"/>
                <a:gd name="csX195" fmla="*/ 220550 w 448935"/>
                <a:gd name="csY195" fmla="*/ 345117 h 368573"/>
                <a:gd name="csX196" fmla="*/ 216281 w 448935"/>
                <a:gd name="csY196" fmla="*/ 345071 h 368573"/>
                <a:gd name="csX197" fmla="*/ 212005 w 448935"/>
                <a:gd name="csY197" fmla="*/ 345680 h 368573"/>
                <a:gd name="csX198" fmla="*/ 207912 w 448935"/>
                <a:gd name="csY198" fmla="*/ 345459 h 368573"/>
                <a:gd name="csX199" fmla="*/ 203666 w 448935"/>
                <a:gd name="csY199" fmla="*/ 345809 h 368573"/>
                <a:gd name="csX200" fmla="*/ 202175 w 448935"/>
                <a:gd name="csY200" fmla="*/ 346540 h 368573"/>
                <a:gd name="csX201" fmla="*/ 200516 w 448935"/>
                <a:gd name="csY201" fmla="*/ 346501 h 368573"/>
                <a:gd name="csX202" fmla="*/ 199481 w 448935"/>
                <a:gd name="csY202" fmla="*/ 347148 h 368573"/>
                <a:gd name="csX203" fmla="*/ 198568 w 448935"/>
                <a:gd name="csY203" fmla="*/ 347453 h 368573"/>
                <a:gd name="csX204" fmla="*/ 197488 w 448935"/>
                <a:gd name="csY204" fmla="*/ 346897 h 368573"/>
                <a:gd name="csX205" fmla="*/ 196164 w 448935"/>
                <a:gd name="csY205" fmla="*/ 347019 h 368573"/>
                <a:gd name="csX206" fmla="*/ 194216 w 448935"/>
                <a:gd name="csY206" fmla="*/ 346540 h 368573"/>
                <a:gd name="csX207" fmla="*/ 192945 w 448935"/>
                <a:gd name="csY207" fmla="*/ 345284 h 368573"/>
                <a:gd name="csX208" fmla="*/ 191743 w 448935"/>
                <a:gd name="csY208" fmla="*/ 344181 h 368573"/>
                <a:gd name="csX209" fmla="*/ 190503 w 448935"/>
                <a:gd name="csY209" fmla="*/ 343572 h 368573"/>
                <a:gd name="csX210" fmla="*/ 189118 w 448935"/>
                <a:gd name="csY210" fmla="*/ 343192 h 368573"/>
                <a:gd name="csX211" fmla="*/ 187916 w 448935"/>
                <a:gd name="csY211" fmla="*/ 343184 h 368573"/>
                <a:gd name="csX212" fmla="*/ 186379 w 448935"/>
                <a:gd name="csY212" fmla="*/ 343854 h 368573"/>
                <a:gd name="csX213" fmla="*/ 185444 w 448935"/>
                <a:gd name="csY213" fmla="*/ 344500 h 368573"/>
                <a:gd name="csX214" fmla="*/ 183070 w 448935"/>
                <a:gd name="csY214" fmla="*/ 346669 h 368573"/>
                <a:gd name="csX215" fmla="*/ 182971 w 448935"/>
                <a:gd name="csY215" fmla="*/ 347445 h 368573"/>
                <a:gd name="csX216" fmla="*/ 184051 w 448935"/>
                <a:gd name="csY216" fmla="*/ 348738 h 368573"/>
                <a:gd name="csX217" fmla="*/ 183724 w 448935"/>
                <a:gd name="csY217" fmla="*/ 349347 h 368573"/>
                <a:gd name="csX218" fmla="*/ 182324 w 448935"/>
                <a:gd name="csY218" fmla="*/ 350108 h 368573"/>
                <a:gd name="csX219" fmla="*/ 181890 w 448935"/>
                <a:gd name="csY219" fmla="*/ 352155 h 368573"/>
                <a:gd name="csX220" fmla="*/ 181685 w 448935"/>
                <a:gd name="csY220" fmla="*/ 353273 h 368573"/>
                <a:gd name="csX221" fmla="*/ 181479 w 448935"/>
                <a:gd name="csY221" fmla="*/ 355951 h 368573"/>
                <a:gd name="csX222" fmla="*/ 182103 w 448935"/>
                <a:gd name="csY222" fmla="*/ 358059 h 368573"/>
                <a:gd name="csX223" fmla="*/ 182933 w 448935"/>
                <a:gd name="csY223" fmla="*/ 358835 h 368573"/>
                <a:gd name="csX224" fmla="*/ 182971 w 448935"/>
                <a:gd name="csY224" fmla="*/ 359740 h 368573"/>
                <a:gd name="csX225" fmla="*/ 182514 w 448935"/>
                <a:gd name="csY225" fmla="*/ 361551 h 368573"/>
                <a:gd name="csX226" fmla="*/ 181228 w 448935"/>
                <a:gd name="csY226" fmla="*/ 362107 h 368573"/>
                <a:gd name="csX227" fmla="*/ 180285 w 448935"/>
                <a:gd name="csY227" fmla="*/ 363826 h 368573"/>
                <a:gd name="csX228" fmla="*/ 179706 w 448935"/>
                <a:gd name="csY228" fmla="*/ 364625 h 368573"/>
                <a:gd name="csX229" fmla="*/ 178702 w 448935"/>
                <a:gd name="csY229" fmla="*/ 365538 h 368573"/>
                <a:gd name="csX230" fmla="*/ 174708 w 448935"/>
                <a:gd name="csY230" fmla="*/ 368574 h 368573"/>
                <a:gd name="csX231" fmla="*/ 174510 w 448935"/>
                <a:gd name="csY231" fmla="*/ 366809 h 368573"/>
                <a:gd name="csX232" fmla="*/ 173239 w 448935"/>
                <a:gd name="csY232" fmla="*/ 364191 h 368573"/>
                <a:gd name="csX233" fmla="*/ 173148 w 448935"/>
                <a:gd name="csY233" fmla="*/ 362343 h 368573"/>
                <a:gd name="csX234" fmla="*/ 172554 w 448935"/>
                <a:gd name="csY234" fmla="*/ 360486 h 368573"/>
                <a:gd name="csX235" fmla="*/ 171459 w 448935"/>
                <a:gd name="csY235" fmla="*/ 359056 h 368573"/>
                <a:gd name="csX236" fmla="*/ 169435 w 448935"/>
                <a:gd name="csY236" fmla="*/ 357564 h 368573"/>
                <a:gd name="csX237" fmla="*/ 169253 w 448935"/>
                <a:gd name="csY237" fmla="*/ 355540 h 368573"/>
                <a:gd name="csX238" fmla="*/ 167776 w 448935"/>
                <a:gd name="csY238" fmla="*/ 353539 h 368573"/>
                <a:gd name="csX239" fmla="*/ 165821 w 448935"/>
                <a:gd name="csY239" fmla="*/ 351926 h 368573"/>
                <a:gd name="csX240" fmla="*/ 164733 w 448935"/>
                <a:gd name="csY240" fmla="*/ 348944 h 368573"/>
                <a:gd name="csX241" fmla="*/ 163911 w 448935"/>
                <a:gd name="csY241" fmla="*/ 344980 h 368573"/>
                <a:gd name="csX242" fmla="*/ 158753 w 448935"/>
                <a:gd name="csY242" fmla="*/ 339760 h 368573"/>
                <a:gd name="csX243" fmla="*/ 152300 w 448935"/>
                <a:gd name="csY243" fmla="*/ 334937 h 368573"/>
                <a:gd name="csX244" fmla="*/ 150337 w 448935"/>
                <a:gd name="csY244" fmla="*/ 332220 h 368573"/>
                <a:gd name="csX245" fmla="*/ 147127 w 448935"/>
                <a:gd name="csY245" fmla="*/ 326674 h 368573"/>
                <a:gd name="csX246" fmla="*/ 145506 w 448935"/>
                <a:gd name="csY246" fmla="*/ 322283 h 368573"/>
                <a:gd name="csX247" fmla="*/ 141192 w 448935"/>
                <a:gd name="csY247" fmla="*/ 317224 h 368573"/>
                <a:gd name="csX248" fmla="*/ 141009 w 448935"/>
                <a:gd name="csY248" fmla="*/ 315276 h 368573"/>
                <a:gd name="csX249" fmla="*/ 140370 w 448935"/>
                <a:gd name="csY249" fmla="*/ 312902 h 368573"/>
                <a:gd name="csX250" fmla="*/ 139374 w 448935"/>
                <a:gd name="csY250" fmla="*/ 310254 h 368573"/>
                <a:gd name="csX251" fmla="*/ 138772 w 448935"/>
                <a:gd name="csY251" fmla="*/ 308170 h 368573"/>
                <a:gd name="csX252" fmla="*/ 134443 w 448935"/>
                <a:gd name="csY252" fmla="*/ 298994 h 368573"/>
                <a:gd name="csX253" fmla="*/ 133043 w 448935"/>
                <a:gd name="csY253" fmla="*/ 297533 h 368573"/>
                <a:gd name="csX254" fmla="*/ 131841 w 448935"/>
                <a:gd name="csY254" fmla="*/ 295479 h 368573"/>
                <a:gd name="csX255" fmla="*/ 131529 w 448935"/>
                <a:gd name="csY255" fmla="*/ 293888 h 368573"/>
                <a:gd name="csX256" fmla="*/ 131149 w 448935"/>
                <a:gd name="csY256" fmla="*/ 293021 h 368573"/>
                <a:gd name="csX257" fmla="*/ 128090 w 448935"/>
                <a:gd name="csY257" fmla="*/ 291515 h 368573"/>
                <a:gd name="csX258" fmla="*/ 125237 w 448935"/>
                <a:gd name="csY258" fmla="*/ 287649 h 368573"/>
                <a:gd name="csX259" fmla="*/ 116662 w 448935"/>
                <a:gd name="csY259" fmla="*/ 281486 h 368573"/>
                <a:gd name="csX260" fmla="*/ 112462 w 448935"/>
                <a:gd name="csY260" fmla="*/ 280870 h 368573"/>
                <a:gd name="csX261" fmla="*/ 109137 w 448935"/>
                <a:gd name="csY261" fmla="*/ 278663 h 368573"/>
                <a:gd name="csX262" fmla="*/ 106687 w 448935"/>
                <a:gd name="csY262" fmla="*/ 275780 h 368573"/>
                <a:gd name="csX263" fmla="*/ 104077 w 448935"/>
                <a:gd name="csY263" fmla="*/ 270804 h 368573"/>
                <a:gd name="csX264" fmla="*/ 99482 w 448935"/>
                <a:gd name="csY264" fmla="*/ 265417 h 368573"/>
                <a:gd name="csX265" fmla="*/ 95586 w 448935"/>
                <a:gd name="csY265" fmla="*/ 257763 h 368573"/>
                <a:gd name="csX266" fmla="*/ 96811 w 448935"/>
                <a:gd name="csY266" fmla="*/ 254971 h 368573"/>
                <a:gd name="csX267" fmla="*/ 96735 w 448935"/>
                <a:gd name="csY267" fmla="*/ 253008 h 368573"/>
                <a:gd name="csX268" fmla="*/ 95533 w 448935"/>
                <a:gd name="csY268" fmla="*/ 249698 h 368573"/>
                <a:gd name="csX269" fmla="*/ 94232 w 448935"/>
                <a:gd name="csY269" fmla="*/ 247141 h 368573"/>
                <a:gd name="csX270" fmla="*/ 93334 w 448935"/>
                <a:gd name="csY270" fmla="*/ 244722 h 368573"/>
                <a:gd name="csX271" fmla="*/ 94042 w 448935"/>
                <a:gd name="csY271" fmla="*/ 241245 h 368573"/>
                <a:gd name="csX272" fmla="*/ 94316 w 448935"/>
                <a:gd name="csY272" fmla="*/ 237349 h 368573"/>
                <a:gd name="csX273" fmla="*/ 95084 w 448935"/>
                <a:gd name="csY273" fmla="*/ 235279 h 368573"/>
                <a:gd name="csX274" fmla="*/ 95639 w 448935"/>
                <a:gd name="csY274" fmla="*/ 233005 h 368573"/>
                <a:gd name="csX275" fmla="*/ 94917 w 448935"/>
                <a:gd name="csY275" fmla="*/ 228424 h 368573"/>
                <a:gd name="csX276" fmla="*/ 93623 w 448935"/>
                <a:gd name="csY276" fmla="*/ 225967 h 368573"/>
                <a:gd name="csX277" fmla="*/ 93752 w 448935"/>
                <a:gd name="csY277" fmla="*/ 224331 h 368573"/>
                <a:gd name="csX278" fmla="*/ 92284 w 448935"/>
                <a:gd name="csY278" fmla="*/ 223532 h 368573"/>
                <a:gd name="csX279" fmla="*/ 91097 w 448935"/>
                <a:gd name="csY279" fmla="*/ 221752 h 368573"/>
                <a:gd name="csX280" fmla="*/ 92337 w 448935"/>
                <a:gd name="csY280" fmla="*/ 221752 h 368573"/>
                <a:gd name="csX281" fmla="*/ 90085 w 448935"/>
                <a:gd name="csY281" fmla="*/ 219279 h 368573"/>
                <a:gd name="csX282" fmla="*/ 89256 w 448935"/>
                <a:gd name="csY282" fmla="*/ 217902 h 368573"/>
                <a:gd name="csX283" fmla="*/ 88404 w 448935"/>
                <a:gd name="csY283" fmla="*/ 214539 h 368573"/>
                <a:gd name="csX284" fmla="*/ 87316 w 448935"/>
                <a:gd name="csY284" fmla="*/ 211967 h 368573"/>
                <a:gd name="csX285" fmla="*/ 83823 w 448935"/>
                <a:gd name="csY285" fmla="*/ 206123 h 368573"/>
                <a:gd name="csX286" fmla="*/ 82150 w 448935"/>
                <a:gd name="csY286" fmla="*/ 202555 h 368573"/>
                <a:gd name="csX287" fmla="*/ 78406 w 448935"/>
                <a:gd name="csY287" fmla="*/ 197937 h 368573"/>
                <a:gd name="csX288" fmla="*/ 74343 w 448935"/>
                <a:gd name="csY288" fmla="*/ 194520 h 368573"/>
                <a:gd name="csX289" fmla="*/ 71764 w 448935"/>
                <a:gd name="csY289" fmla="*/ 192968 h 368573"/>
                <a:gd name="csX290" fmla="*/ 70516 w 448935"/>
                <a:gd name="csY290" fmla="*/ 191553 h 368573"/>
                <a:gd name="csX291" fmla="*/ 68408 w 448935"/>
                <a:gd name="csY291" fmla="*/ 191508 h 368573"/>
                <a:gd name="csX292" fmla="*/ 66111 w 448935"/>
                <a:gd name="csY292" fmla="*/ 189484 h 368573"/>
                <a:gd name="csX293" fmla="*/ 64505 w 448935"/>
                <a:gd name="csY293" fmla="*/ 189408 h 368573"/>
                <a:gd name="csX294" fmla="*/ 62474 w 448935"/>
                <a:gd name="csY294" fmla="*/ 189080 h 368573"/>
                <a:gd name="csX295" fmla="*/ 60085 w 448935"/>
                <a:gd name="csY295" fmla="*/ 185177 h 368573"/>
                <a:gd name="csX296" fmla="*/ 58114 w 448935"/>
                <a:gd name="csY296" fmla="*/ 181518 h 368573"/>
                <a:gd name="csX297" fmla="*/ 54751 w 448935"/>
                <a:gd name="csY297" fmla="*/ 176747 h 368573"/>
                <a:gd name="csX298" fmla="*/ 55595 w 448935"/>
                <a:gd name="csY298" fmla="*/ 175499 h 368573"/>
                <a:gd name="csX299" fmla="*/ 56577 w 448935"/>
                <a:gd name="csY299" fmla="*/ 173468 h 368573"/>
                <a:gd name="csX300" fmla="*/ 56090 w 448935"/>
                <a:gd name="csY300" fmla="*/ 170805 h 368573"/>
                <a:gd name="csX301" fmla="*/ 55557 w 448935"/>
                <a:gd name="csY301" fmla="*/ 168994 h 368573"/>
                <a:gd name="csX302" fmla="*/ 54074 w 448935"/>
                <a:gd name="csY302" fmla="*/ 165692 h 368573"/>
                <a:gd name="csX303" fmla="*/ 49197 w 448935"/>
                <a:gd name="csY303" fmla="*/ 157459 h 368573"/>
                <a:gd name="csX304" fmla="*/ 47903 w 448935"/>
                <a:gd name="csY304" fmla="*/ 156249 h 368573"/>
                <a:gd name="csX305" fmla="*/ 45826 w 448935"/>
                <a:gd name="csY305" fmla="*/ 154857 h 368573"/>
                <a:gd name="csX306" fmla="*/ 44548 w 448935"/>
                <a:gd name="csY306" fmla="*/ 151281 h 368573"/>
                <a:gd name="csX307" fmla="*/ 43962 w 448935"/>
                <a:gd name="csY307" fmla="*/ 148070 h 368573"/>
                <a:gd name="csX308" fmla="*/ 40622 w 448935"/>
                <a:gd name="csY308" fmla="*/ 146511 h 368573"/>
                <a:gd name="csX309" fmla="*/ 34878 w 448935"/>
                <a:gd name="csY309" fmla="*/ 134900 h 368573"/>
                <a:gd name="csX310" fmla="*/ 31545 w 448935"/>
                <a:gd name="csY310" fmla="*/ 130829 h 368573"/>
                <a:gd name="csX311" fmla="*/ 30229 w 448935"/>
                <a:gd name="csY311" fmla="*/ 128090 h 368573"/>
                <a:gd name="csX312" fmla="*/ 26379 w 448935"/>
                <a:gd name="csY312" fmla="*/ 123578 h 368573"/>
                <a:gd name="csX313" fmla="*/ 24484 w 448935"/>
                <a:gd name="csY313" fmla="*/ 119082 h 368573"/>
                <a:gd name="csX314" fmla="*/ 20604 w 448935"/>
                <a:gd name="csY314" fmla="*/ 114927 h 368573"/>
                <a:gd name="csX315" fmla="*/ 17241 w 448935"/>
                <a:gd name="csY315" fmla="*/ 107707 h 368573"/>
                <a:gd name="csX316" fmla="*/ 12044 w 448935"/>
                <a:gd name="csY316" fmla="*/ 100471 h 368573"/>
                <a:gd name="csX317" fmla="*/ 9860 w 448935"/>
                <a:gd name="csY317" fmla="*/ 99216 h 368573"/>
                <a:gd name="csX318" fmla="*/ 4504 w 448935"/>
                <a:gd name="csY318" fmla="*/ 98698 h 368573"/>
                <a:gd name="csX319" fmla="*/ 2252 w 448935"/>
                <a:gd name="csY319" fmla="*/ 98166 h 368573"/>
                <a:gd name="csX320" fmla="*/ 183 w 448935"/>
                <a:gd name="csY320" fmla="*/ 99756 h 368573"/>
                <a:gd name="csX321" fmla="*/ 0 w 448935"/>
                <a:gd name="csY321" fmla="*/ 97740 h 368573"/>
                <a:gd name="csX322" fmla="*/ 1430 w 448935"/>
                <a:gd name="csY322" fmla="*/ 94947 h 368573"/>
                <a:gd name="csX323" fmla="*/ 3492 w 448935"/>
                <a:gd name="csY323" fmla="*/ 89073 h 368573"/>
                <a:gd name="csX324" fmla="*/ 3903 w 448935"/>
                <a:gd name="csY324" fmla="*/ 83915 h 368573"/>
                <a:gd name="csX325" fmla="*/ 7144 w 448935"/>
                <a:gd name="csY325" fmla="*/ 68530 h 368573"/>
                <a:gd name="csX326" fmla="*/ 11694 w 448935"/>
                <a:gd name="csY326" fmla="*/ 69322 h 368573"/>
                <a:gd name="csX327" fmla="*/ 15438 w 448935"/>
                <a:gd name="csY327" fmla="*/ 69976 h 368573"/>
                <a:gd name="csX328" fmla="*/ 20908 w 448935"/>
                <a:gd name="csY328" fmla="*/ 70935 h 368573"/>
                <a:gd name="csX329" fmla="*/ 26569 w 448935"/>
                <a:gd name="csY329" fmla="*/ 71924 h 368573"/>
                <a:gd name="csX330" fmla="*/ 29878 w 448935"/>
                <a:gd name="csY330" fmla="*/ 72502 h 368573"/>
                <a:gd name="csX331" fmla="*/ 31012 w 448935"/>
                <a:gd name="csY331" fmla="*/ 72251 h 368573"/>
                <a:gd name="csX332" fmla="*/ 35593 w 448935"/>
                <a:gd name="csY332" fmla="*/ 68477 h 368573"/>
                <a:gd name="csX333" fmla="*/ 39717 w 448935"/>
                <a:gd name="csY333" fmla="*/ 65068 h 368573"/>
                <a:gd name="csX334" fmla="*/ 42189 w 448935"/>
                <a:gd name="csY334" fmla="*/ 60891 h 368573"/>
                <a:gd name="csX335" fmla="*/ 44578 w 448935"/>
                <a:gd name="csY335" fmla="*/ 56836 h 368573"/>
                <a:gd name="csX336" fmla="*/ 45674 w 448935"/>
                <a:gd name="csY336" fmla="*/ 55999 h 368573"/>
                <a:gd name="csX337" fmla="*/ 49341 w 448935"/>
                <a:gd name="csY337" fmla="*/ 55238 h 368573"/>
                <a:gd name="csX338" fmla="*/ 55162 w 448935"/>
                <a:gd name="csY338" fmla="*/ 54028 h 368573"/>
                <a:gd name="csX339" fmla="*/ 60921 w 448935"/>
                <a:gd name="csY339" fmla="*/ 52834 h 368573"/>
                <a:gd name="csX340" fmla="*/ 61386 w 448935"/>
                <a:gd name="csY340" fmla="*/ 52423 h 368573"/>
                <a:gd name="csX341" fmla="*/ 62725 w 448935"/>
                <a:gd name="csY341" fmla="*/ 49159 h 368573"/>
                <a:gd name="csX342" fmla="*/ 64429 w 448935"/>
                <a:gd name="csY342" fmla="*/ 45012 h 368573"/>
                <a:gd name="csX343" fmla="*/ 64779 w 448935"/>
                <a:gd name="csY343" fmla="*/ 44579 h 368573"/>
                <a:gd name="csX344" fmla="*/ 65198 w 448935"/>
                <a:gd name="csY344" fmla="*/ 44153 h 368573"/>
                <a:gd name="csX345" fmla="*/ 69321 w 448935"/>
                <a:gd name="csY345" fmla="*/ 41824 h 368573"/>
                <a:gd name="csX346" fmla="*/ 71824 w 448935"/>
                <a:gd name="csY346" fmla="*/ 40409 h 368573"/>
                <a:gd name="csX347" fmla="*/ 68256 w 448935"/>
                <a:gd name="csY347" fmla="*/ 36232 h 368573"/>
                <a:gd name="csX348" fmla="*/ 64893 w 448935"/>
                <a:gd name="csY348" fmla="*/ 32283 h 368573"/>
                <a:gd name="csX349" fmla="*/ 61119 w 448935"/>
                <a:gd name="csY349" fmla="*/ 27855 h 368573"/>
                <a:gd name="csX350" fmla="*/ 57924 w 448935"/>
                <a:gd name="csY350" fmla="*/ 24401 h 368573"/>
                <a:gd name="csX351" fmla="*/ 53138 w 448935"/>
                <a:gd name="csY351" fmla="*/ 19227 h 368573"/>
                <a:gd name="csX352" fmla="*/ 50003 w 448935"/>
                <a:gd name="csY352" fmla="*/ 15834 h 368573"/>
                <a:gd name="csX353" fmla="*/ 55489 w 448935"/>
                <a:gd name="csY353" fmla="*/ 14221 h 368573"/>
                <a:gd name="csX354" fmla="*/ 61424 w 448935"/>
                <a:gd name="csY354" fmla="*/ 12478 h 368573"/>
                <a:gd name="csX355" fmla="*/ 67412 w 448935"/>
                <a:gd name="csY355" fmla="*/ 10721 h 368573"/>
                <a:gd name="csX356" fmla="*/ 74617 w 448935"/>
                <a:gd name="csY356" fmla="*/ 8605 h 368573"/>
                <a:gd name="csX357" fmla="*/ 80255 w 448935"/>
                <a:gd name="csY357" fmla="*/ 6947 h 368573"/>
                <a:gd name="csX358" fmla="*/ 88670 w 448935"/>
                <a:gd name="csY358" fmla="*/ 4466 h 368573"/>
                <a:gd name="csX359" fmla="*/ 92786 w 448935"/>
                <a:gd name="csY359" fmla="*/ 3257 h 368573"/>
                <a:gd name="csX360" fmla="*/ 93532 w 448935"/>
                <a:gd name="csY360" fmla="*/ 2937 h 368573"/>
                <a:gd name="csX361" fmla="*/ 96697 w 448935"/>
                <a:gd name="csY361" fmla="*/ 0 h 368573"/>
                <a:gd name="csX362" fmla="*/ 101460 w 448935"/>
                <a:gd name="csY362" fmla="*/ 822 h 368573"/>
                <a:gd name="csX363" fmla="*/ 108619 w 448935"/>
                <a:gd name="csY363" fmla="*/ 2062 h 368573"/>
                <a:gd name="csX364" fmla="*/ 115536 w 448935"/>
                <a:gd name="csY364" fmla="*/ 3249 h 368573"/>
                <a:gd name="csX365" fmla="*/ 122825 w 448935"/>
                <a:gd name="csY365" fmla="*/ 4656 h 368573"/>
                <a:gd name="csX366" fmla="*/ 125161 w 448935"/>
                <a:gd name="csY366" fmla="*/ 5798 h 368573"/>
                <a:gd name="csX367" fmla="*/ 132199 w 448935"/>
                <a:gd name="csY367" fmla="*/ 9998 h 368573"/>
                <a:gd name="csX368" fmla="*/ 136771 w 448935"/>
                <a:gd name="csY368" fmla="*/ 12722 h 368573"/>
                <a:gd name="csX369" fmla="*/ 142113 w 448935"/>
                <a:gd name="csY369" fmla="*/ 15894 h 368573"/>
                <a:gd name="csX370" fmla="*/ 148786 w 448935"/>
                <a:gd name="csY370" fmla="*/ 19858 h 368573"/>
                <a:gd name="csX371" fmla="*/ 153366 w 448935"/>
                <a:gd name="csY371" fmla="*/ 22575 h 368573"/>
                <a:gd name="csX372" fmla="*/ 159232 w 448935"/>
                <a:gd name="csY372" fmla="*/ 26052 h 368573"/>
                <a:gd name="csX373" fmla="*/ 163805 w 448935"/>
                <a:gd name="csY373" fmla="*/ 30016 h 368573"/>
                <a:gd name="csX374" fmla="*/ 169595 w 448935"/>
                <a:gd name="csY374" fmla="*/ 35030 h 368573"/>
                <a:gd name="csX375" fmla="*/ 175956 w 448935"/>
                <a:gd name="csY375" fmla="*/ 40523 h 368573"/>
                <a:gd name="csX376" fmla="*/ 181190 w 448935"/>
                <a:gd name="csY376" fmla="*/ 44784 h 368573"/>
                <a:gd name="csX377" fmla="*/ 188403 w 448935"/>
                <a:gd name="csY377" fmla="*/ 50643 h 368573"/>
                <a:gd name="csX378" fmla="*/ 195510 w 448935"/>
                <a:gd name="csY378" fmla="*/ 56402 h 368573"/>
                <a:gd name="csX379" fmla="*/ 202471 w 448935"/>
                <a:gd name="csY379" fmla="*/ 62025 h 368573"/>
                <a:gd name="csX380" fmla="*/ 208041 w 448935"/>
                <a:gd name="csY380" fmla="*/ 66522 h 368573"/>
                <a:gd name="csX381" fmla="*/ 215094 w 448935"/>
                <a:gd name="csY381" fmla="*/ 72198 h 368573"/>
                <a:gd name="csX382" fmla="*/ 215642 w 448935"/>
                <a:gd name="csY382" fmla="*/ 72411 h 368573"/>
                <a:gd name="csX383" fmla="*/ 222771 w 448935"/>
                <a:gd name="csY383" fmla="*/ 73050 h 368573"/>
                <a:gd name="csX384" fmla="*/ 232350 w 448935"/>
                <a:gd name="csY384" fmla="*/ 73917 h 368573"/>
                <a:gd name="csX385" fmla="*/ 241975 w 448935"/>
                <a:gd name="csY385" fmla="*/ 74785 h 368573"/>
                <a:gd name="csX386" fmla="*/ 250664 w 448935"/>
                <a:gd name="csY386" fmla="*/ 75568 h 368573"/>
                <a:gd name="csX387" fmla="*/ 254453 w 448935"/>
                <a:gd name="csY387" fmla="*/ 74770 h 368573"/>
                <a:gd name="csX388" fmla="*/ 42280 w 448935"/>
                <a:gd name="csY388" fmla="*/ 155740 h 368573"/>
                <a:gd name="csX389" fmla="*/ 42083 w 448935"/>
                <a:gd name="csY389" fmla="*/ 156059 h 368573"/>
                <a:gd name="csX390" fmla="*/ 41185 w 448935"/>
                <a:gd name="csY390" fmla="*/ 155230 h 368573"/>
                <a:gd name="csX391" fmla="*/ 41238 w 448935"/>
                <a:gd name="csY391" fmla="*/ 153412 h 368573"/>
                <a:gd name="csX392" fmla="*/ 42014 w 448935"/>
                <a:gd name="csY392" fmla="*/ 152377 h 368573"/>
                <a:gd name="csX393" fmla="*/ 41953 w 448935"/>
                <a:gd name="csY393" fmla="*/ 153792 h 368573"/>
                <a:gd name="csX394" fmla="*/ 42288 w 448935"/>
                <a:gd name="csY394" fmla="*/ 155222 h 368573"/>
                <a:gd name="csX395" fmla="*/ 42280 w 448935"/>
                <a:gd name="csY395" fmla="*/ 155740 h 368573"/>
                <a:gd name="csX396" fmla="*/ 48824 w 448935"/>
                <a:gd name="csY396" fmla="*/ 163500 h 368573"/>
                <a:gd name="csX397" fmla="*/ 48261 w 448935"/>
                <a:gd name="csY397" fmla="*/ 163500 h 368573"/>
                <a:gd name="csX398" fmla="*/ 46762 w 448935"/>
                <a:gd name="csY398" fmla="*/ 161910 h 368573"/>
                <a:gd name="csX399" fmla="*/ 45887 w 448935"/>
                <a:gd name="csY399" fmla="*/ 160738 h 368573"/>
                <a:gd name="csX400" fmla="*/ 44989 w 448935"/>
                <a:gd name="csY400" fmla="*/ 159947 h 368573"/>
                <a:gd name="csX401" fmla="*/ 40896 w 448935"/>
                <a:gd name="csY401" fmla="*/ 158357 h 368573"/>
                <a:gd name="csX402" fmla="*/ 40340 w 448935"/>
                <a:gd name="csY402" fmla="*/ 157330 h 368573"/>
                <a:gd name="csX403" fmla="*/ 40964 w 448935"/>
                <a:gd name="csY403" fmla="*/ 156303 h 368573"/>
                <a:gd name="csX404" fmla="*/ 41405 w 448935"/>
                <a:gd name="csY404" fmla="*/ 157322 h 368573"/>
                <a:gd name="csX405" fmla="*/ 42151 w 448935"/>
                <a:gd name="csY405" fmla="*/ 157923 h 368573"/>
                <a:gd name="csX406" fmla="*/ 45537 w 448935"/>
                <a:gd name="csY406" fmla="*/ 159361 h 368573"/>
                <a:gd name="csX407" fmla="*/ 49311 w 448935"/>
                <a:gd name="csY407" fmla="*/ 162496 h 368573"/>
                <a:gd name="csX408" fmla="*/ 49958 w 448935"/>
                <a:gd name="csY408" fmla="*/ 162755 h 368573"/>
                <a:gd name="csX409" fmla="*/ 48824 w 448935"/>
                <a:gd name="csY409" fmla="*/ 163500 h 368573"/>
                <a:gd name="csX410" fmla="*/ 157429 w 448935"/>
                <a:gd name="csY410" fmla="*/ 360905 h 368573"/>
                <a:gd name="csX411" fmla="*/ 159080 w 448935"/>
                <a:gd name="csY411" fmla="*/ 361034 h 368573"/>
                <a:gd name="csX412" fmla="*/ 158395 w 448935"/>
                <a:gd name="csY412" fmla="*/ 360326 h 368573"/>
                <a:gd name="csX413" fmla="*/ 158250 w 448935"/>
                <a:gd name="csY413" fmla="*/ 359984 h 368573"/>
                <a:gd name="csX414" fmla="*/ 158965 w 448935"/>
                <a:gd name="csY414" fmla="*/ 358964 h 368573"/>
                <a:gd name="csX415" fmla="*/ 161324 w 448935"/>
                <a:gd name="csY415" fmla="*/ 361064 h 368573"/>
                <a:gd name="csX416" fmla="*/ 161256 w 448935"/>
                <a:gd name="csY416" fmla="*/ 363552 h 368573"/>
                <a:gd name="csX417" fmla="*/ 161058 w 448935"/>
                <a:gd name="csY417" fmla="*/ 364123 h 368573"/>
                <a:gd name="csX418" fmla="*/ 160419 w 448935"/>
                <a:gd name="csY418" fmla="*/ 363590 h 368573"/>
                <a:gd name="csX419" fmla="*/ 160001 w 448935"/>
                <a:gd name="csY419" fmla="*/ 363065 h 368573"/>
                <a:gd name="csX420" fmla="*/ 159871 w 448935"/>
                <a:gd name="csY420" fmla="*/ 362502 h 368573"/>
                <a:gd name="csX421" fmla="*/ 159217 w 448935"/>
                <a:gd name="csY421" fmla="*/ 361894 h 368573"/>
                <a:gd name="csX422" fmla="*/ 156919 w 448935"/>
                <a:gd name="csY422" fmla="*/ 362289 h 368573"/>
                <a:gd name="csX423" fmla="*/ 155489 w 448935"/>
                <a:gd name="csY423" fmla="*/ 361612 h 368573"/>
                <a:gd name="csX424" fmla="*/ 153442 w 448935"/>
                <a:gd name="csY424" fmla="*/ 359520 h 368573"/>
                <a:gd name="csX425" fmla="*/ 152894 w 448935"/>
                <a:gd name="csY425" fmla="*/ 358006 h 368573"/>
                <a:gd name="csX426" fmla="*/ 153746 w 448935"/>
                <a:gd name="csY426" fmla="*/ 357709 h 368573"/>
                <a:gd name="csX427" fmla="*/ 154652 w 448935"/>
                <a:gd name="csY427" fmla="*/ 356978 h 368573"/>
                <a:gd name="csX428" fmla="*/ 155222 w 448935"/>
                <a:gd name="csY428" fmla="*/ 355784 h 368573"/>
                <a:gd name="csX429" fmla="*/ 154697 w 448935"/>
                <a:gd name="csY429" fmla="*/ 354544 h 368573"/>
                <a:gd name="csX430" fmla="*/ 155914 w 448935"/>
                <a:gd name="csY430" fmla="*/ 354742 h 368573"/>
                <a:gd name="csX431" fmla="*/ 156569 w 448935"/>
                <a:gd name="csY431" fmla="*/ 356012 h 368573"/>
                <a:gd name="csX432" fmla="*/ 156698 w 448935"/>
                <a:gd name="csY432" fmla="*/ 358896 h 368573"/>
                <a:gd name="csX433" fmla="*/ 156881 w 448935"/>
                <a:gd name="csY433" fmla="*/ 359504 h 368573"/>
                <a:gd name="csX434" fmla="*/ 156546 w 448935"/>
                <a:gd name="csY434" fmla="*/ 360166 h 368573"/>
                <a:gd name="csX435" fmla="*/ 157429 w 448935"/>
                <a:gd name="csY435" fmla="*/ 360905 h 3685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Lst>
              <a:rect l="l" t="t" r="r" b="b"/>
              <a:pathLst>
                <a:path w="448935" h="368573">
                  <a:moveTo>
                    <a:pt x="254453" y="74770"/>
                  </a:moveTo>
                  <a:lnTo>
                    <a:pt x="258577" y="75295"/>
                  </a:lnTo>
                  <a:lnTo>
                    <a:pt x="264078" y="75994"/>
                  </a:lnTo>
                  <a:lnTo>
                    <a:pt x="267418" y="76474"/>
                  </a:lnTo>
                  <a:lnTo>
                    <a:pt x="273703" y="77364"/>
                  </a:lnTo>
                  <a:lnTo>
                    <a:pt x="275582" y="81046"/>
                  </a:lnTo>
                  <a:lnTo>
                    <a:pt x="276267" y="83626"/>
                  </a:lnTo>
                  <a:lnTo>
                    <a:pt x="276898" y="86137"/>
                  </a:lnTo>
                  <a:lnTo>
                    <a:pt x="278785" y="88427"/>
                  </a:lnTo>
                  <a:lnTo>
                    <a:pt x="283069" y="88374"/>
                  </a:lnTo>
                  <a:lnTo>
                    <a:pt x="286865" y="88328"/>
                  </a:lnTo>
                  <a:lnTo>
                    <a:pt x="291545" y="88252"/>
                  </a:lnTo>
                  <a:lnTo>
                    <a:pt x="295258" y="88198"/>
                  </a:lnTo>
                  <a:lnTo>
                    <a:pt x="296452" y="90474"/>
                  </a:lnTo>
                  <a:lnTo>
                    <a:pt x="296978" y="92741"/>
                  </a:lnTo>
                  <a:lnTo>
                    <a:pt x="299184" y="98105"/>
                  </a:lnTo>
                  <a:lnTo>
                    <a:pt x="302334" y="102282"/>
                  </a:lnTo>
                  <a:lnTo>
                    <a:pt x="303087" y="103804"/>
                  </a:lnTo>
                  <a:lnTo>
                    <a:pt x="303589" y="106094"/>
                  </a:lnTo>
                  <a:lnTo>
                    <a:pt x="303042" y="106946"/>
                  </a:lnTo>
                  <a:lnTo>
                    <a:pt x="302828" y="107928"/>
                  </a:lnTo>
                  <a:lnTo>
                    <a:pt x="305164" y="110210"/>
                  </a:lnTo>
                  <a:lnTo>
                    <a:pt x="309014" y="112143"/>
                  </a:lnTo>
                  <a:lnTo>
                    <a:pt x="310521" y="112630"/>
                  </a:lnTo>
                  <a:lnTo>
                    <a:pt x="312233" y="113482"/>
                  </a:lnTo>
                  <a:lnTo>
                    <a:pt x="310901" y="114798"/>
                  </a:lnTo>
                  <a:lnTo>
                    <a:pt x="313176" y="117841"/>
                  </a:lnTo>
                  <a:lnTo>
                    <a:pt x="315816" y="120938"/>
                  </a:lnTo>
                  <a:lnTo>
                    <a:pt x="318646" y="121638"/>
                  </a:lnTo>
                  <a:lnTo>
                    <a:pt x="322466" y="126310"/>
                  </a:lnTo>
                  <a:lnTo>
                    <a:pt x="328226" y="129330"/>
                  </a:lnTo>
                  <a:lnTo>
                    <a:pt x="331718" y="133287"/>
                  </a:lnTo>
                  <a:lnTo>
                    <a:pt x="331391" y="133363"/>
                  </a:lnTo>
                  <a:lnTo>
                    <a:pt x="330364" y="132960"/>
                  </a:lnTo>
                  <a:lnTo>
                    <a:pt x="329078" y="132420"/>
                  </a:lnTo>
                  <a:lnTo>
                    <a:pt x="328690" y="132906"/>
                  </a:lnTo>
                  <a:lnTo>
                    <a:pt x="328759" y="134565"/>
                  </a:lnTo>
                  <a:lnTo>
                    <a:pt x="329101" y="136513"/>
                  </a:lnTo>
                  <a:lnTo>
                    <a:pt x="330881" y="138194"/>
                  </a:lnTo>
                  <a:lnTo>
                    <a:pt x="332464" y="139404"/>
                  </a:lnTo>
                  <a:lnTo>
                    <a:pt x="333080" y="141694"/>
                  </a:lnTo>
                  <a:lnTo>
                    <a:pt x="331832" y="146617"/>
                  </a:lnTo>
                  <a:lnTo>
                    <a:pt x="331399" y="146617"/>
                  </a:lnTo>
                  <a:lnTo>
                    <a:pt x="330562" y="146191"/>
                  </a:lnTo>
                  <a:lnTo>
                    <a:pt x="329672" y="146092"/>
                  </a:lnTo>
                  <a:lnTo>
                    <a:pt x="329192" y="146374"/>
                  </a:lnTo>
                  <a:lnTo>
                    <a:pt x="330250" y="149911"/>
                  </a:lnTo>
                  <a:lnTo>
                    <a:pt x="331307" y="152620"/>
                  </a:lnTo>
                  <a:lnTo>
                    <a:pt x="332570" y="154766"/>
                  </a:lnTo>
                  <a:lnTo>
                    <a:pt x="333628" y="157901"/>
                  </a:lnTo>
                  <a:lnTo>
                    <a:pt x="334533" y="159240"/>
                  </a:lnTo>
                  <a:lnTo>
                    <a:pt x="338239" y="162565"/>
                  </a:lnTo>
                  <a:lnTo>
                    <a:pt x="339380" y="165342"/>
                  </a:lnTo>
                  <a:lnTo>
                    <a:pt x="340437" y="170508"/>
                  </a:lnTo>
                  <a:lnTo>
                    <a:pt x="342766" y="173384"/>
                  </a:lnTo>
                  <a:lnTo>
                    <a:pt x="344021" y="175598"/>
                  </a:lnTo>
                  <a:lnTo>
                    <a:pt x="345703" y="177477"/>
                  </a:lnTo>
                  <a:lnTo>
                    <a:pt x="346798" y="180042"/>
                  </a:lnTo>
                  <a:lnTo>
                    <a:pt x="348351" y="182012"/>
                  </a:lnTo>
                  <a:lnTo>
                    <a:pt x="349157" y="182506"/>
                  </a:lnTo>
                  <a:lnTo>
                    <a:pt x="350367" y="182712"/>
                  </a:lnTo>
                  <a:lnTo>
                    <a:pt x="351873" y="182720"/>
                  </a:lnTo>
                  <a:lnTo>
                    <a:pt x="353676" y="182210"/>
                  </a:lnTo>
                  <a:lnTo>
                    <a:pt x="355602" y="181731"/>
                  </a:lnTo>
                  <a:lnTo>
                    <a:pt x="357100" y="182727"/>
                  </a:lnTo>
                  <a:lnTo>
                    <a:pt x="358653" y="182575"/>
                  </a:lnTo>
                  <a:lnTo>
                    <a:pt x="358812" y="183503"/>
                  </a:lnTo>
                  <a:lnTo>
                    <a:pt x="357770" y="184766"/>
                  </a:lnTo>
                  <a:lnTo>
                    <a:pt x="356491" y="187947"/>
                  </a:lnTo>
                  <a:lnTo>
                    <a:pt x="358310" y="188449"/>
                  </a:lnTo>
                  <a:lnTo>
                    <a:pt x="360052" y="188700"/>
                  </a:lnTo>
                  <a:lnTo>
                    <a:pt x="361285" y="189210"/>
                  </a:lnTo>
                  <a:lnTo>
                    <a:pt x="362008" y="189210"/>
                  </a:lnTo>
                  <a:lnTo>
                    <a:pt x="362008" y="189872"/>
                  </a:lnTo>
                  <a:lnTo>
                    <a:pt x="362092" y="192885"/>
                  </a:lnTo>
                  <a:lnTo>
                    <a:pt x="362525" y="194034"/>
                  </a:lnTo>
                  <a:lnTo>
                    <a:pt x="363317" y="195053"/>
                  </a:lnTo>
                  <a:lnTo>
                    <a:pt x="364488" y="196575"/>
                  </a:lnTo>
                  <a:lnTo>
                    <a:pt x="365660" y="198097"/>
                  </a:lnTo>
                  <a:lnTo>
                    <a:pt x="366832" y="199618"/>
                  </a:lnTo>
                  <a:lnTo>
                    <a:pt x="368003" y="201140"/>
                  </a:lnTo>
                  <a:lnTo>
                    <a:pt x="369175" y="202662"/>
                  </a:lnTo>
                  <a:lnTo>
                    <a:pt x="370354" y="204183"/>
                  </a:lnTo>
                  <a:lnTo>
                    <a:pt x="371526" y="205697"/>
                  </a:lnTo>
                  <a:lnTo>
                    <a:pt x="372698" y="207219"/>
                  </a:lnTo>
                  <a:lnTo>
                    <a:pt x="373870" y="208733"/>
                  </a:lnTo>
                  <a:lnTo>
                    <a:pt x="375042" y="210248"/>
                  </a:lnTo>
                  <a:lnTo>
                    <a:pt x="376213" y="211761"/>
                  </a:lnTo>
                  <a:lnTo>
                    <a:pt x="377385" y="213276"/>
                  </a:lnTo>
                  <a:lnTo>
                    <a:pt x="378556" y="214790"/>
                  </a:lnTo>
                  <a:lnTo>
                    <a:pt x="379728" y="216304"/>
                  </a:lnTo>
                  <a:lnTo>
                    <a:pt x="380908" y="217818"/>
                  </a:lnTo>
                  <a:lnTo>
                    <a:pt x="382079" y="219324"/>
                  </a:lnTo>
                  <a:lnTo>
                    <a:pt x="383046" y="220572"/>
                  </a:lnTo>
                  <a:lnTo>
                    <a:pt x="384841" y="220808"/>
                  </a:lnTo>
                  <a:lnTo>
                    <a:pt x="385412" y="220884"/>
                  </a:lnTo>
                  <a:lnTo>
                    <a:pt x="387033" y="221097"/>
                  </a:lnTo>
                  <a:lnTo>
                    <a:pt x="389543" y="221424"/>
                  </a:lnTo>
                  <a:lnTo>
                    <a:pt x="392800" y="221858"/>
                  </a:lnTo>
                  <a:lnTo>
                    <a:pt x="396657" y="222368"/>
                  </a:lnTo>
                  <a:lnTo>
                    <a:pt x="400956" y="222931"/>
                  </a:lnTo>
                  <a:lnTo>
                    <a:pt x="405559" y="223539"/>
                  </a:lnTo>
                  <a:lnTo>
                    <a:pt x="410307" y="224163"/>
                  </a:lnTo>
                  <a:lnTo>
                    <a:pt x="415062" y="224787"/>
                  </a:lnTo>
                  <a:lnTo>
                    <a:pt x="419658" y="225396"/>
                  </a:lnTo>
                  <a:lnTo>
                    <a:pt x="423957" y="225967"/>
                  </a:lnTo>
                  <a:lnTo>
                    <a:pt x="427814" y="226469"/>
                  </a:lnTo>
                  <a:lnTo>
                    <a:pt x="431079" y="226903"/>
                  </a:lnTo>
                  <a:lnTo>
                    <a:pt x="433589" y="227230"/>
                  </a:lnTo>
                  <a:lnTo>
                    <a:pt x="435210" y="227443"/>
                  </a:lnTo>
                  <a:lnTo>
                    <a:pt x="435780" y="227519"/>
                  </a:lnTo>
                  <a:lnTo>
                    <a:pt x="437477" y="227739"/>
                  </a:lnTo>
                  <a:lnTo>
                    <a:pt x="437797" y="227686"/>
                  </a:lnTo>
                  <a:lnTo>
                    <a:pt x="439220" y="225837"/>
                  </a:lnTo>
                  <a:lnTo>
                    <a:pt x="440787" y="228447"/>
                  </a:lnTo>
                  <a:lnTo>
                    <a:pt x="442088" y="230608"/>
                  </a:lnTo>
                  <a:lnTo>
                    <a:pt x="443868" y="233575"/>
                  </a:lnTo>
                  <a:lnTo>
                    <a:pt x="445770" y="236725"/>
                  </a:lnTo>
                  <a:lnTo>
                    <a:pt x="447582" y="239738"/>
                  </a:lnTo>
                  <a:lnTo>
                    <a:pt x="448936" y="241975"/>
                  </a:lnTo>
                  <a:lnTo>
                    <a:pt x="448213" y="244296"/>
                  </a:lnTo>
                  <a:lnTo>
                    <a:pt x="447429" y="246829"/>
                  </a:lnTo>
                  <a:lnTo>
                    <a:pt x="446645" y="249363"/>
                  </a:lnTo>
                  <a:lnTo>
                    <a:pt x="445862" y="251889"/>
                  </a:lnTo>
                  <a:lnTo>
                    <a:pt x="445071" y="254415"/>
                  </a:lnTo>
                  <a:lnTo>
                    <a:pt x="444287" y="256941"/>
                  </a:lnTo>
                  <a:lnTo>
                    <a:pt x="443503" y="259467"/>
                  </a:lnTo>
                  <a:lnTo>
                    <a:pt x="442719" y="261986"/>
                  </a:lnTo>
                  <a:lnTo>
                    <a:pt x="441936" y="264504"/>
                  </a:lnTo>
                  <a:lnTo>
                    <a:pt x="441145" y="267022"/>
                  </a:lnTo>
                  <a:lnTo>
                    <a:pt x="440361" y="269541"/>
                  </a:lnTo>
                  <a:lnTo>
                    <a:pt x="439577" y="272052"/>
                  </a:lnTo>
                  <a:lnTo>
                    <a:pt x="438793" y="274562"/>
                  </a:lnTo>
                  <a:lnTo>
                    <a:pt x="438002" y="277073"/>
                  </a:lnTo>
                  <a:lnTo>
                    <a:pt x="437219" y="279584"/>
                  </a:lnTo>
                  <a:lnTo>
                    <a:pt x="436435" y="282087"/>
                  </a:lnTo>
                  <a:lnTo>
                    <a:pt x="435651" y="284591"/>
                  </a:lnTo>
                  <a:lnTo>
                    <a:pt x="434708" y="287604"/>
                  </a:lnTo>
                  <a:lnTo>
                    <a:pt x="432433" y="288402"/>
                  </a:lnTo>
                  <a:lnTo>
                    <a:pt x="428765" y="289696"/>
                  </a:lnTo>
                  <a:lnTo>
                    <a:pt x="425091" y="290990"/>
                  </a:lnTo>
                  <a:lnTo>
                    <a:pt x="421423" y="292283"/>
                  </a:lnTo>
                  <a:lnTo>
                    <a:pt x="417756" y="293576"/>
                  </a:lnTo>
                  <a:lnTo>
                    <a:pt x="414081" y="294870"/>
                  </a:lnTo>
                  <a:lnTo>
                    <a:pt x="410414" y="296156"/>
                  </a:lnTo>
                  <a:lnTo>
                    <a:pt x="406746" y="297449"/>
                  </a:lnTo>
                  <a:lnTo>
                    <a:pt x="403071" y="298743"/>
                  </a:lnTo>
                  <a:lnTo>
                    <a:pt x="399404" y="300028"/>
                  </a:lnTo>
                  <a:lnTo>
                    <a:pt x="395729" y="301314"/>
                  </a:lnTo>
                  <a:lnTo>
                    <a:pt x="392062" y="302608"/>
                  </a:lnTo>
                  <a:lnTo>
                    <a:pt x="388395" y="303894"/>
                  </a:lnTo>
                  <a:lnTo>
                    <a:pt x="384719" y="305179"/>
                  </a:lnTo>
                  <a:lnTo>
                    <a:pt x="381052" y="306465"/>
                  </a:lnTo>
                  <a:lnTo>
                    <a:pt x="377377" y="307751"/>
                  </a:lnTo>
                  <a:lnTo>
                    <a:pt x="373710" y="309037"/>
                  </a:lnTo>
                  <a:lnTo>
                    <a:pt x="370697" y="310095"/>
                  </a:lnTo>
                  <a:lnTo>
                    <a:pt x="365683" y="310802"/>
                  </a:lnTo>
                  <a:lnTo>
                    <a:pt x="360814" y="311487"/>
                  </a:lnTo>
                  <a:lnTo>
                    <a:pt x="355335" y="312263"/>
                  </a:lnTo>
                  <a:lnTo>
                    <a:pt x="348754" y="313199"/>
                  </a:lnTo>
                  <a:lnTo>
                    <a:pt x="343587" y="313929"/>
                  </a:lnTo>
                  <a:lnTo>
                    <a:pt x="336055" y="314995"/>
                  </a:lnTo>
                  <a:lnTo>
                    <a:pt x="329291" y="315946"/>
                  </a:lnTo>
                  <a:lnTo>
                    <a:pt x="322953" y="316843"/>
                  </a:lnTo>
                  <a:lnTo>
                    <a:pt x="316615" y="317741"/>
                  </a:lnTo>
                  <a:lnTo>
                    <a:pt x="311221" y="318502"/>
                  </a:lnTo>
                  <a:lnTo>
                    <a:pt x="308002" y="319385"/>
                  </a:lnTo>
                  <a:lnTo>
                    <a:pt x="304221" y="321325"/>
                  </a:lnTo>
                  <a:lnTo>
                    <a:pt x="298415" y="324300"/>
                  </a:lnTo>
                  <a:lnTo>
                    <a:pt x="292496" y="327320"/>
                  </a:lnTo>
                  <a:lnTo>
                    <a:pt x="289430" y="328888"/>
                  </a:lnTo>
                  <a:lnTo>
                    <a:pt x="286219" y="332905"/>
                  </a:lnTo>
                  <a:lnTo>
                    <a:pt x="284591" y="334937"/>
                  </a:lnTo>
                  <a:lnTo>
                    <a:pt x="281654" y="338612"/>
                  </a:lnTo>
                  <a:lnTo>
                    <a:pt x="279432" y="341381"/>
                  </a:lnTo>
                  <a:lnTo>
                    <a:pt x="276777" y="344691"/>
                  </a:lnTo>
                  <a:lnTo>
                    <a:pt x="275620" y="347628"/>
                  </a:lnTo>
                  <a:lnTo>
                    <a:pt x="273832" y="352162"/>
                  </a:lnTo>
                  <a:lnTo>
                    <a:pt x="272288" y="353304"/>
                  </a:lnTo>
                  <a:lnTo>
                    <a:pt x="269761" y="354780"/>
                  </a:lnTo>
                  <a:lnTo>
                    <a:pt x="267464" y="355829"/>
                  </a:lnTo>
                  <a:lnTo>
                    <a:pt x="263880" y="355677"/>
                  </a:lnTo>
                  <a:lnTo>
                    <a:pt x="261833" y="352893"/>
                  </a:lnTo>
                  <a:lnTo>
                    <a:pt x="259665" y="349933"/>
                  </a:lnTo>
                  <a:lnTo>
                    <a:pt x="258577" y="348746"/>
                  </a:lnTo>
                  <a:lnTo>
                    <a:pt x="257603" y="348685"/>
                  </a:lnTo>
                  <a:lnTo>
                    <a:pt x="254004" y="349058"/>
                  </a:lnTo>
                  <a:lnTo>
                    <a:pt x="249667" y="349514"/>
                  </a:lnTo>
                  <a:lnTo>
                    <a:pt x="244554" y="349035"/>
                  </a:lnTo>
                  <a:lnTo>
                    <a:pt x="238658" y="348472"/>
                  </a:lnTo>
                  <a:lnTo>
                    <a:pt x="233126" y="347947"/>
                  </a:lnTo>
                  <a:lnTo>
                    <a:pt x="230372" y="347551"/>
                  </a:lnTo>
                  <a:lnTo>
                    <a:pt x="226743" y="345634"/>
                  </a:lnTo>
                  <a:lnTo>
                    <a:pt x="225807" y="345254"/>
                  </a:lnTo>
                  <a:lnTo>
                    <a:pt x="224856" y="345162"/>
                  </a:lnTo>
                  <a:lnTo>
                    <a:pt x="220550" y="345117"/>
                  </a:lnTo>
                  <a:lnTo>
                    <a:pt x="216281" y="345071"/>
                  </a:lnTo>
                  <a:lnTo>
                    <a:pt x="212005" y="345680"/>
                  </a:lnTo>
                  <a:lnTo>
                    <a:pt x="207912" y="345459"/>
                  </a:lnTo>
                  <a:lnTo>
                    <a:pt x="203666" y="345809"/>
                  </a:lnTo>
                  <a:lnTo>
                    <a:pt x="202175" y="346540"/>
                  </a:lnTo>
                  <a:lnTo>
                    <a:pt x="200516" y="346501"/>
                  </a:lnTo>
                  <a:lnTo>
                    <a:pt x="199481" y="347148"/>
                  </a:lnTo>
                  <a:lnTo>
                    <a:pt x="198568" y="347453"/>
                  </a:lnTo>
                  <a:lnTo>
                    <a:pt x="197488" y="346897"/>
                  </a:lnTo>
                  <a:lnTo>
                    <a:pt x="196164" y="347019"/>
                  </a:lnTo>
                  <a:lnTo>
                    <a:pt x="194216" y="346540"/>
                  </a:lnTo>
                  <a:lnTo>
                    <a:pt x="192945" y="345284"/>
                  </a:lnTo>
                  <a:lnTo>
                    <a:pt x="191743" y="344181"/>
                  </a:lnTo>
                  <a:lnTo>
                    <a:pt x="190503" y="343572"/>
                  </a:lnTo>
                  <a:lnTo>
                    <a:pt x="189118" y="343192"/>
                  </a:lnTo>
                  <a:lnTo>
                    <a:pt x="187916" y="343184"/>
                  </a:lnTo>
                  <a:lnTo>
                    <a:pt x="186379" y="343854"/>
                  </a:lnTo>
                  <a:lnTo>
                    <a:pt x="185444" y="344500"/>
                  </a:lnTo>
                  <a:lnTo>
                    <a:pt x="183070" y="346669"/>
                  </a:lnTo>
                  <a:lnTo>
                    <a:pt x="182971" y="347445"/>
                  </a:lnTo>
                  <a:lnTo>
                    <a:pt x="184051" y="348738"/>
                  </a:lnTo>
                  <a:lnTo>
                    <a:pt x="183724" y="349347"/>
                  </a:lnTo>
                  <a:lnTo>
                    <a:pt x="182324" y="350108"/>
                  </a:lnTo>
                  <a:lnTo>
                    <a:pt x="181890" y="352155"/>
                  </a:lnTo>
                  <a:lnTo>
                    <a:pt x="181685" y="353273"/>
                  </a:lnTo>
                  <a:lnTo>
                    <a:pt x="181479" y="355951"/>
                  </a:lnTo>
                  <a:lnTo>
                    <a:pt x="182103" y="358059"/>
                  </a:lnTo>
                  <a:lnTo>
                    <a:pt x="182933" y="358835"/>
                  </a:lnTo>
                  <a:lnTo>
                    <a:pt x="182971" y="359740"/>
                  </a:lnTo>
                  <a:lnTo>
                    <a:pt x="182514" y="361551"/>
                  </a:lnTo>
                  <a:lnTo>
                    <a:pt x="181228" y="362107"/>
                  </a:lnTo>
                  <a:lnTo>
                    <a:pt x="180285" y="363826"/>
                  </a:lnTo>
                  <a:lnTo>
                    <a:pt x="179706" y="364625"/>
                  </a:lnTo>
                  <a:lnTo>
                    <a:pt x="178702" y="365538"/>
                  </a:lnTo>
                  <a:lnTo>
                    <a:pt x="174708" y="368574"/>
                  </a:lnTo>
                  <a:lnTo>
                    <a:pt x="174510" y="366809"/>
                  </a:lnTo>
                  <a:lnTo>
                    <a:pt x="173239" y="364191"/>
                  </a:lnTo>
                  <a:lnTo>
                    <a:pt x="173148" y="362343"/>
                  </a:lnTo>
                  <a:lnTo>
                    <a:pt x="172554" y="360486"/>
                  </a:lnTo>
                  <a:lnTo>
                    <a:pt x="171459" y="359056"/>
                  </a:lnTo>
                  <a:lnTo>
                    <a:pt x="169435" y="357564"/>
                  </a:lnTo>
                  <a:lnTo>
                    <a:pt x="169253" y="355540"/>
                  </a:lnTo>
                  <a:lnTo>
                    <a:pt x="167776" y="353539"/>
                  </a:lnTo>
                  <a:lnTo>
                    <a:pt x="165821" y="351926"/>
                  </a:lnTo>
                  <a:lnTo>
                    <a:pt x="164733" y="348944"/>
                  </a:lnTo>
                  <a:lnTo>
                    <a:pt x="163911" y="344980"/>
                  </a:lnTo>
                  <a:lnTo>
                    <a:pt x="158753" y="339760"/>
                  </a:lnTo>
                  <a:lnTo>
                    <a:pt x="152300" y="334937"/>
                  </a:lnTo>
                  <a:lnTo>
                    <a:pt x="150337" y="332220"/>
                  </a:lnTo>
                  <a:lnTo>
                    <a:pt x="147127" y="326674"/>
                  </a:lnTo>
                  <a:lnTo>
                    <a:pt x="145506" y="322283"/>
                  </a:lnTo>
                  <a:lnTo>
                    <a:pt x="141192" y="317224"/>
                  </a:lnTo>
                  <a:lnTo>
                    <a:pt x="141009" y="315276"/>
                  </a:lnTo>
                  <a:lnTo>
                    <a:pt x="140370" y="312902"/>
                  </a:lnTo>
                  <a:lnTo>
                    <a:pt x="139374" y="310254"/>
                  </a:lnTo>
                  <a:lnTo>
                    <a:pt x="138772" y="308170"/>
                  </a:lnTo>
                  <a:lnTo>
                    <a:pt x="134443" y="298994"/>
                  </a:lnTo>
                  <a:lnTo>
                    <a:pt x="133043" y="297533"/>
                  </a:lnTo>
                  <a:lnTo>
                    <a:pt x="131841" y="295479"/>
                  </a:lnTo>
                  <a:lnTo>
                    <a:pt x="131529" y="293888"/>
                  </a:lnTo>
                  <a:lnTo>
                    <a:pt x="131149" y="293021"/>
                  </a:lnTo>
                  <a:lnTo>
                    <a:pt x="128090" y="291515"/>
                  </a:lnTo>
                  <a:lnTo>
                    <a:pt x="125237" y="287649"/>
                  </a:lnTo>
                  <a:lnTo>
                    <a:pt x="116662" y="281486"/>
                  </a:lnTo>
                  <a:lnTo>
                    <a:pt x="112462" y="280870"/>
                  </a:lnTo>
                  <a:lnTo>
                    <a:pt x="109137" y="278663"/>
                  </a:lnTo>
                  <a:lnTo>
                    <a:pt x="106687" y="275780"/>
                  </a:lnTo>
                  <a:lnTo>
                    <a:pt x="104077" y="270804"/>
                  </a:lnTo>
                  <a:lnTo>
                    <a:pt x="99482" y="265417"/>
                  </a:lnTo>
                  <a:lnTo>
                    <a:pt x="95586" y="257763"/>
                  </a:lnTo>
                  <a:lnTo>
                    <a:pt x="96811" y="254971"/>
                  </a:lnTo>
                  <a:lnTo>
                    <a:pt x="96735" y="253008"/>
                  </a:lnTo>
                  <a:lnTo>
                    <a:pt x="95533" y="249698"/>
                  </a:lnTo>
                  <a:lnTo>
                    <a:pt x="94232" y="247141"/>
                  </a:lnTo>
                  <a:lnTo>
                    <a:pt x="93334" y="244722"/>
                  </a:lnTo>
                  <a:lnTo>
                    <a:pt x="94042" y="241245"/>
                  </a:lnTo>
                  <a:lnTo>
                    <a:pt x="94316" y="237349"/>
                  </a:lnTo>
                  <a:lnTo>
                    <a:pt x="95084" y="235279"/>
                  </a:lnTo>
                  <a:lnTo>
                    <a:pt x="95639" y="233005"/>
                  </a:lnTo>
                  <a:lnTo>
                    <a:pt x="94917" y="228424"/>
                  </a:lnTo>
                  <a:lnTo>
                    <a:pt x="93623" y="225967"/>
                  </a:lnTo>
                  <a:lnTo>
                    <a:pt x="93752" y="224331"/>
                  </a:lnTo>
                  <a:lnTo>
                    <a:pt x="92284" y="223532"/>
                  </a:lnTo>
                  <a:lnTo>
                    <a:pt x="91097" y="221752"/>
                  </a:lnTo>
                  <a:lnTo>
                    <a:pt x="92337" y="221752"/>
                  </a:lnTo>
                  <a:lnTo>
                    <a:pt x="90085" y="219279"/>
                  </a:lnTo>
                  <a:lnTo>
                    <a:pt x="89256" y="217902"/>
                  </a:lnTo>
                  <a:lnTo>
                    <a:pt x="88404" y="214539"/>
                  </a:lnTo>
                  <a:lnTo>
                    <a:pt x="87316" y="211967"/>
                  </a:lnTo>
                  <a:lnTo>
                    <a:pt x="83823" y="206123"/>
                  </a:lnTo>
                  <a:lnTo>
                    <a:pt x="82150" y="202555"/>
                  </a:lnTo>
                  <a:lnTo>
                    <a:pt x="78406" y="197937"/>
                  </a:lnTo>
                  <a:lnTo>
                    <a:pt x="74343" y="194520"/>
                  </a:lnTo>
                  <a:lnTo>
                    <a:pt x="71764" y="192968"/>
                  </a:lnTo>
                  <a:lnTo>
                    <a:pt x="70516" y="191553"/>
                  </a:lnTo>
                  <a:lnTo>
                    <a:pt x="68408" y="191508"/>
                  </a:lnTo>
                  <a:lnTo>
                    <a:pt x="66111" y="189484"/>
                  </a:lnTo>
                  <a:lnTo>
                    <a:pt x="64505" y="189408"/>
                  </a:lnTo>
                  <a:lnTo>
                    <a:pt x="62474" y="189080"/>
                  </a:lnTo>
                  <a:lnTo>
                    <a:pt x="60085" y="185177"/>
                  </a:lnTo>
                  <a:lnTo>
                    <a:pt x="58114" y="181518"/>
                  </a:lnTo>
                  <a:lnTo>
                    <a:pt x="54751" y="176747"/>
                  </a:lnTo>
                  <a:lnTo>
                    <a:pt x="55595" y="175499"/>
                  </a:lnTo>
                  <a:lnTo>
                    <a:pt x="56577" y="173468"/>
                  </a:lnTo>
                  <a:lnTo>
                    <a:pt x="56090" y="170805"/>
                  </a:lnTo>
                  <a:lnTo>
                    <a:pt x="55557" y="168994"/>
                  </a:lnTo>
                  <a:lnTo>
                    <a:pt x="54074" y="165692"/>
                  </a:lnTo>
                  <a:lnTo>
                    <a:pt x="49197" y="157459"/>
                  </a:lnTo>
                  <a:lnTo>
                    <a:pt x="47903" y="156249"/>
                  </a:lnTo>
                  <a:lnTo>
                    <a:pt x="45826" y="154857"/>
                  </a:lnTo>
                  <a:lnTo>
                    <a:pt x="44548" y="151281"/>
                  </a:lnTo>
                  <a:lnTo>
                    <a:pt x="43962" y="148070"/>
                  </a:lnTo>
                  <a:lnTo>
                    <a:pt x="40622" y="146511"/>
                  </a:lnTo>
                  <a:lnTo>
                    <a:pt x="34878" y="134900"/>
                  </a:lnTo>
                  <a:lnTo>
                    <a:pt x="31545" y="130829"/>
                  </a:lnTo>
                  <a:lnTo>
                    <a:pt x="30229" y="128090"/>
                  </a:lnTo>
                  <a:lnTo>
                    <a:pt x="26379" y="123578"/>
                  </a:lnTo>
                  <a:lnTo>
                    <a:pt x="24484" y="119082"/>
                  </a:lnTo>
                  <a:lnTo>
                    <a:pt x="20604" y="114927"/>
                  </a:lnTo>
                  <a:lnTo>
                    <a:pt x="17241" y="107707"/>
                  </a:lnTo>
                  <a:lnTo>
                    <a:pt x="12044" y="100471"/>
                  </a:lnTo>
                  <a:lnTo>
                    <a:pt x="9860" y="99216"/>
                  </a:lnTo>
                  <a:lnTo>
                    <a:pt x="4504" y="98698"/>
                  </a:lnTo>
                  <a:lnTo>
                    <a:pt x="2252" y="98166"/>
                  </a:lnTo>
                  <a:lnTo>
                    <a:pt x="183" y="99756"/>
                  </a:lnTo>
                  <a:lnTo>
                    <a:pt x="0" y="97740"/>
                  </a:lnTo>
                  <a:lnTo>
                    <a:pt x="1430" y="94947"/>
                  </a:lnTo>
                  <a:lnTo>
                    <a:pt x="3492" y="89073"/>
                  </a:lnTo>
                  <a:lnTo>
                    <a:pt x="3903" y="83915"/>
                  </a:lnTo>
                  <a:lnTo>
                    <a:pt x="7144" y="68530"/>
                  </a:lnTo>
                  <a:lnTo>
                    <a:pt x="11694" y="69322"/>
                  </a:lnTo>
                  <a:lnTo>
                    <a:pt x="15438" y="69976"/>
                  </a:lnTo>
                  <a:lnTo>
                    <a:pt x="20908" y="70935"/>
                  </a:lnTo>
                  <a:lnTo>
                    <a:pt x="26569" y="71924"/>
                  </a:lnTo>
                  <a:lnTo>
                    <a:pt x="29878" y="72502"/>
                  </a:lnTo>
                  <a:lnTo>
                    <a:pt x="31012" y="72251"/>
                  </a:lnTo>
                  <a:lnTo>
                    <a:pt x="35593" y="68477"/>
                  </a:lnTo>
                  <a:lnTo>
                    <a:pt x="39717" y="65068"/>
                  </a:lnTo>
                  <a:lnTo>
                    <a:pt x="42189" y="60891"/>
                  </a:lnTo>
                  <a:lnTo>
                    <a:pt x="44578" y="56836"/>
                  </a:lnTo>
                  <a:lnTo>
                    <a:pt x="45674" y="55999"/>
                  </a:lnTo>
                  <a:lnTo>
                    <a:pt x="49341" y="55238"/>
                  </a:lnTo>
                  <a:lnTo>
                    <a:pt x="55162" y="54028"/>
                  </a:lnTo>
                  <a:lnTo>
                    <a:pt x="60921" y="52834"/>
                  </a:lnTo>
                  <a:lnTo>
                    <a:pt x="61386" y="52423"/>
                  </a:lnTo>
                  <a:lnTo>
                    <a:pt x="62725" y="49159"/>
                  </a:lnTo>
                  <a:lnTo>
                    <a:pt x="64429" y="45012"/>
                  </a:lnTo>
                  <a:lnTo>
                    <a:pt x="64779" y="44579"/>
                  </a:lnTo>
                  <a:lnTo>
                    <a:pt x="65198" y="44153"/>
                  </a:lnTo>
                  <a:lnTo>
                    <a:pt x="69321" y="41824"/>
                  </a:lnTo>
                  <a:lnTo>
                    <a:pt x="71824" y="40409"/>
                  </a:lnTo>
                  <a:lnTo>
                    <a:pt x="68256" y="36232"/>
                  </a:lnTo>
                  <a:lnTo>
                    <a:pt x="64893" y="32283"/>
                  </a:lnTo>
                  <a:lnTo>
                    <a:pt x="61119" y="27855"/>
                  </a:lnTo>
                  <a:lnTo>
                    <a:pt x="57924" y="24401"/>
                  </a:lnTo>
                  <a:lnTo>
                    <a:pt x="53138" y="19227"/>
                  </a:lnTo>
                  <a:lnTo>
                    <a:pt x="50003" y="15834"/>
                  </a:lnTo>
                  <a:lnTo>
                    <a:pt x="55489" y="14221"/>
                  </a:lnTo>
                  <a:lnTo>
                    <a:pt x="61424" y="12478"/>
                  </a:lnTo>
                  <a:lnTo>
                    <a:pt x="67412" y="10721"/>
                  </a:lnTo>
                  <a:lnTo>
                    <a:pt x="74617" y="8605"/>
                  </a:lnTo>
                  <a:lnTo>
                    <a:pt x="80255" y="6947"/>
                  </a:lnTo>
                  <a:lnTo>
                    <a:pt x="88670" y="4466"/>
                  </a:lnTo>
                  <a:lnTo>
                    <a:pt x="92786" y="3257"/>
                  </a:lnTo>
                  <a:lnTo>
                    <a:pt x="93532" y="2937"/>
                  </a:lnTo>
                  <a:lnTo>
                    <a:pt x="96697" y="0"/>
                  </a:lnTo>
                  <a:lnTo>
                    <a:pt x="101460" y="822"/>
                  </a:lnTo>
                  <a:lnTo>
                    <a:pt x="108619" y="2062"/>
                  </a:lnTo>
                  <a:lnTo>
                    <a:pt x="115536" y="3249"/>
                  </a:lnTo>
                  <a:lnTo>
                    <a:pt x="122825" y="4656"/>
                  </a:lnTo>
                  <a:lnTo>
                    <a:pt x="125161" y="5798"/>
                  </a:lnTo>
                  <a:lnTo>
                    <a:pt x="132199" y="9998"/>
                  </a:lnTo>
                  <a:lnTo>
                    <a:pt x="136771" y="12722"/>
                  </a:lnTo>
                  <a:lnTo>
                    <a:pt x="142113" y="15894"/>
                  </a:lnTo>
                  <a:lnTo>
                    <a:pt x="148786" y="19858"/>
                  </a:lnTo>
                  <a:lnTo>
                    <a:pt x="153366" y="22575"/>
                  </a:lnTo>
                  <a:lnTo>
                    <a:pt x="159232" y="26052"/>
                  </a:lnTo>
                  <a:lnTo>
                    <a:pt x="163805" y="30016"/>
                  </a:lnTo>
                  <a:lnTo>
                    <a:pt x="169595" y="35030"/>
                  </a:lnTo>
                  <a:lnTo>
                    <a:pt x="175956" y="40523"/>
                  </a:lnTo>
                  <a:lnTo>
                    <a:pt x="181190" y="44784"/>
                  </a:lnTo>
                  <a:lnTo>
                    <a:pt x="188403" y="50643"/>
                  </a:lnTo>
                  <a:lnTo>
                    <a:pt x="195510" y="56402"/>
                  </a:lnTo>
                  <a:lnTo>
                    <a:pt x="202471" y="62025"/>
                  </a:lnTo>
                  <a:lnTo>
                    <a:pt x="208041" y="66522"/>
                  </a:lnTo>
                  <a:lnTo>
                    <a:pt x="215094" y="72198"/>
                  </a:lnTo>
                  <a:lnTo>
                    <a:pt x="215642" y="72411"/>
                  </a:lnTo>
                  <a:lnTo>
                    <a:pt x="222771" y="73050"/>
                  </a:lnTo>
                  <a:lnTo>
                    <a:pt x="232350" y="73917"/>
                  </a:lnTo>
                  <a:lnTo>
                    <a:pt x="241975" y="74785"/>
                  </a:lnTo>
                  <a:lnTo>
                    <a:pt x="250664" y="75568"/>
                  </a:lnTo>
                  <a:lnTo>
                    <a:pt x="254453" y="74770"/>
                  </a:lnTo>
                  <a:close/>
                  <a:moveTo>
                    <a:pt x="42280" y="155740"/>
                  </a:moveTo>
                  <a:lnTo>
                    <a:pt x="42083" y="156059"/>
                  </a:lnTo>
                  <a:lnTo>
                    <a:pt x="41185" y="155230"/>
                  </a:lnTo>
                  <a:lnTo>
                    <a:pt x="41238" y="153412"/>
                  </a:lnTo>
                  <a:lnTo>
                    <a:pt x="42014" y="152377"/>
                  </a:lnTo>
                  <a:lnTo>
                    <a:pt x="41953" y="153792"/>
                  </a:lnTo>
                  <a:lnTo>
                    <a:pt x="42288" y="155222"/>
                  </a:lnTo>
                  <a:lnTo>
                    <a:pt x="42280" y="155740"/>
                  </a:lnTo>
                  <a:close/>
                  <a:moveTo>
                    <a:pt x="48824" y="163500"/>
                  </a:moveTo>
                  <a:lnTo>
                    <a:pt x="48261" y="163500"/>
                  </a:lnTo>
                  <a:lnTo>
                    <a:pt x="46762" y="161910"/>
                  </a:lnTo>
                  <a:lnTo>
                    <a:pt x="45887" y="160738"/>
                  </a:lnTo>
                  <a:lnTo>
                    <a:pt x="44989" y="159947"/>
                  </a:lnTo>
                  <a:lnTo>
                    <a:pt x="40896" y="158357"/>
                  </a:lnTo>
                  <a:lnTo>
                    <a:pt x="40340" y="157330"/>
                  </a:lnTo>
                  <a:lnTo>
                    <a:pt x="40964" y="156303"/>
                  </a:lnTo>
                  <a:lnTo>
                    <a:pt x="41405" y="157322"/>
                  </a:lnTo>
                  <a:lnTo>
                    <a:pt x="42151" y="157923"/>
                  </a:lnTo>
                  <a:lnTo>
                    <a:pt x="45537" y="159361"/>
                  </a:lnTo>
                  <a:lnTo>
                    <a:pt x="49311" y="162496"/>
                  </a:lnTo>
                  <a:lnTo>
                    <a:pt x="49958" y="162755"/>
                  </a:lnTo>
                  <a:lnTo>
                    <a:pt x="48824" y="163500"/>
                  </a:lnTo>
                  <a:close/>
                  <a:moveTo>
                    <a:pt x="157429" y="360905"/>
                  </a:moveTo>
                  <a:lnTo>
                    <a:pt x="159080" y="361034"/>
                  </a:lnTo>
                  <a:lnTo>
                    <a:pt x="158395" y="360326"/>
                  </a:lnTo>
                  <a:lnTo>
                    <a:pt x="158250" y="359984"/>
                  </a:lnTo>
                  <a:lnTo>
                    <a:pt x="158965" y="358964"/>
                  </a:lnTo>
                  <a:lnTo>
                    <a:pt x="161324" y="361064"/>
                  </a:lnTo>
                  <a:lnTo>
                    <a:pt x="161256" y="363552"/>
                  </a:lnTo>
                  <a:lnTo>
                    <a:pt x="161058" y="364123"/>
                  </a:lnTo>
                  <a:lnTo>
                    <a:pt x="160419" y="363590"/>
                  </a:lnTo>
                  <a:lnTo>
                    <a:pt x="160001" y="363065"/>
                  </a:lnTo>
                  <a:lnTo>
                    <a:pt x="159871" y="362502"/>
                  </a:lnTo>
                  <a:lnTo>
                    <a:pt x="159217" y="361894"/>
                  </a:lnTo>
                  <a:lnTo>
                    <a:pt x="156919" y="362289"/>
                  </a:lnTo>
                  <a:lnTo>
                    <a:pt x="155489" y="361612"/>
                  </a:lnTo>
                  <a:lnTo>
                    <a:pt x="153442" y="359520"/>
                  </a:lnTo>
                  <a:lnTo>
                    <a:pt x="152894" y="358006"/>
                  </a:lnTo>
                  <a:lnTo>
                    <a:pt x="153746" y="357709"/>
                  </a:lnTo>
                  <a:lnTo>
                    <a:pt x="154652" y="356978"/>
                  </a:lnTo>
                  <a:lnTo>
                    <a:pt x="155222" y="355784"/>
                  </a:lnTo>
                  <a:lnTo>
                    <a:pt x="154697" y="354544"/>
                  </a:lnTo>
                  <a:lnTo>
                    <a:pt x="155914" y="354742"/>
                  </a:lnTo>
                  <a:lnTo>
                    <a:pt x="156569" y="356012"/>
                  </a:lnTo>
                  <a:lnTo>
                    <a:pt x="156698" y="358896"/>
                  </a:lnTo>
                  <a:lnTo>
                    <a:pt x="156881" y="359504"/>
                  </a:lnTo>
                  <a:lnTo>
                    <a:pt x="156546" y="360166"/>
                  </a:lnTo>
                  <a:lnTo>
                    <a:pt x="157429" y="360905"/>
                  </a:lnTo>
                  <a:close/>
                </a:path>
              </a:pathLst>
            </a:custGeom>
            <a:solidFill>
              <a:srgbClr val="2562E8"/>
            </a:solidFill>
            <a:ln w="6168" cap="flat">
              <a:solidFill>
                <a:srgbClr val="2562E8"/>
              </a:solidFill>
              <a:prstDash val="solid"/>
              <a:miter/>
            </a:ln>
          </p:spPr>
          <p:txBody>
            <a:bodyPr/>
            <a:lstStyle/>
            <a:p>
              <a:endParaRPr lang="en-US"/>
            </a:p>
          </p:txBody>
        </p:sp>
        <p:sp>
          <p:nvSpPr>
            <p:cNvPr id="2308" name="Freeform: Shape 2307">
              <a:extLst>
                <a:ext uri="{FF2B5EF4-FFF2-40B4-BE49-F238E27FC236}">
                  <a16:creationId xmlns:a16="http://schemas.microsoft.com/office/drawing/2014/main" id="{AC0B75E9-7341-0A00-4B56-56AEDC988B68}"/>
                </a:ext>
              </a:extLst>
            </p:cNvPr>
            <p:cNvSpPr/>
            <p:nvPr/>
          </p:nvSpPr>
          <p:spPr>
            <a:xfrm>
              <a:off x="10756492" y="5101049"/>
              <a:ext cx="3401" cy="4823"/>
            </a:xfrm>
            <a:custGeom>
              <a:avLst/>
              <a:gdLst>
                <a:gd name="csX0" fmla="*/ 3340 w 3401"/>
                <a:gd name="csY0" fmla="*/ 2853 h 4823"/>
                <a:gd name="csX1" fmla="*/ 3401 w 3401"/>
                <a:gd name="csY1" fmla="*/ 4824 h 4823"/>
                <a:gd name="csX2" fmla="*/ 2374 w 3401"/>
                <a:gd name="csY2" fmla="*/ 4162 h 4823"/>
                <a:gd name="csX3" fmla="*/ 2085 w 3401"/>
                <a:gd name="csY3" fmla="*/ 2891 h 4823"/>
                <a:gd name="csX4" fmla="*/ 715 w 3401"/>
                <a:gd name="csY4" fmla="*/ 1940 h 4823"/>
                <a:gd name="csX5" fmla="*/ 0 w 3401"/>
                <a:gd name="csY5" fmla="*/ 1073 h 4823"/>
                <a:gd name="csX6" fmla="*/ 1545 w 3401"/>
                <a:gd name="csY6" fmla="*/ 0 h 48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401" h="4823">
                  <a:moveTo>
                    <a:pt x="3340" y="2853"/>
                  </a:moveTo>
                  <a:lnTo>
                    <a:pt x="3401" y="4824"/>
                  </a:lnTo>
                  <a:lnTo>
                    <a:pt x="2374" y="4162"/>
                  </a:lnTo>
                  <a:lnTo>
                    <a:pt x="2085" y="2891"/>
                  </a:lnTo>
                  <a:lnTo>
                    <a:pt x="715" y="1940"/>
                  </a:lnTo>
                  <a:lnTo>
                    <a:pt x="0" y="1073"/>
                  </a:lnTo>
                  <a:lnTo>
                    <a:pt x="1545" y="0"/>
                  </a:lnTo>
                  <a:close/>
                </a:path>
              </a:pathLst>
            </a:custGeom>
            <a:solidFill>
              <a:srgbClr val="2562E8"/>
            </a:solidFill>
            <a:ln w="6168" cap="flat">
              <a:solidFill>
                <a:srgbClr val="2562E8"/>
              </a:solidFill>
              <a:prstDash val="solid"/>
              <a:miter/>
            </a:ln>
          </p:spPr>
          <p:txBody>
            <a:bodyPr/>
            <a:lstStyle/>
            <a:p>
              <a:endParaRPr lang="en-US"/>
            </a:p>
          </p:txBody>
        </p:sp>
        <p:sp>
          <p:nvSpPr>
            <p:cNvPr id="2309" name="Freeform: Shape 2308">
              <a:extLst>
                <a:ext uri="{FF2B5EF4-FFF2-40B4-BE49-F238E27FC236}">
                  <a16:creationId xmlns:a16="http://schemas.microsoft.com/office/drawing/2014/main" id="{FD317BC4-8EED-A0DA-C947-9655F282525B}"/>
                </a:ext>
              </a:extLst>
            </p:cNvPr>
            <p:cNvSpPr/>
            <p:nvPr/>
          </p:nvSpPr>
          <p:spPr>
            <a:xfrm>
              <a:off x="10039909" y="4520919"/>
              <a:ext cx="358401" cy="298810"/>
            </a:xfrm>
            <a:custGeom>
              <a:avLst/>
              <a:gdLst>
                <a:gd name="csX0" fmla="*/ 205873 w 358401"/>
                <a:gd name="csY0" fmla="*/ 2693 h 298810"/>
                <a:gd name="csX1" fmla="*/ 205188 w 358401"/>
                <a:gd name="csY1" fmla="*/ 4733 h 298810"/>
                <a:gd name="csX2" fmla="*/ 209182 w 358401"/>
                <a:gd name="csY2" fmla="*/ 4733 h 298810"/>
                <a:gd name="csX3" fmla="*/ 216190 w 358401"/>
                <a:gd name="csY3" fmla="*/ 4733 h 298810"/>
                <a:gd name="csX4" fmla="*/ 223197 w 358401"/>
                <a:gd name="csY4" fmla="*/ 4733 h 298810"/>
                <a:gd name="csX5" fmla="*/ 230205 w 358401"/>
                <a:gd name="csY5" fmla="*/ 4733 h 298810"/>
                <a:gd name="csX6" fmla="*/ 237212 w 358401"/>
                <a:gd name="csY6" fmla="*/ 4725 h 298810"/>
                <a:gd name="csX7" fmla="*/ 244212 w 358401"/>
                <a:gd name="csY7" fmla="*/ 4725 h 298810"/>
                <a:gd name="csX8" fmla="*/ 251220 w 358401"/>
                <a:gd name="csY8" fmla="*/ 4725 h 298810"/>
                <a:gd name="csX9" fmla="*/ 258227 w 358401"/>
                <a:gd name="csY9" fmla="*/ 4725 h 298810"/>
                <a:gd name="csX10" fmla="*/ 265235 w 358401"/>
                <a:gd name="csY10" fmla="*/ 4725 h 298810"/>
                <a:gd name="csX11" fmla="*/ 272242 w 358401"/>
                <a:gd name="csY11" fmla="*/ 4725 h 298810"/>
                <a:gd name="csX12" fmla="*/ 279242 w 358401"/>
                <a:gd name="csY12" fmla="*/ 4725 h 298810"/>
                <a:gd name="csX13" fmla="*/ 286257 w 358401"/>
                <a:gd name="csY13" fmla="*/ 4717 h 298810"/>
                <a:gd name="csX14" fmla="*/ 293257 w 358401"/>
                <a:gd name="csY14" fmla="*/ 4717 h 298810"/>
                <a:gd name="csX15" fmla="*/ 300264 w 358401"/>
                <a:gd name="csY15" fmla="*/ 4717 h 298810"/>
                <a:gd name="csX16" fmla="*/ 307272 w 358401"/>
                <a:gd name="csY16" fmla="*/ 4717 h 298810"/>
                <a:gd name="csX17" fmla="*/ 314279 w 358401"/>
                <a:gd name="csY17" fmla="*/ 4717 h 298810"/>
                <a:gd name="csX18" fmla="*/ 321287 w 358401"/>
                <a:gd name="csY18" fmla="*/ 4710 h 298810"/>
                <a:gd name="csX19" fmla="*/ 321523 w 358401"/>
                <a:gd name="csY19" fmla="*/ 9929 h 298810"/>
                <a:gd name="csX20" fmla="*/ 322466 w 358401"/>
                <a:gd name="csY20" fmla="*/ 14091 h 298810"/>
                <a:gd name="csX21" fmla="*/ 325768 w 358401"/>
                <a:gd name="csY21" fmla="*/ 20033 h 298810"/>
                <a:gd name="csX22" fmla="*/ 328553 w 358401"/>
                <a:gd name="csY22" fmla="*/ 23229 h 298810"/>
                <a:gd name="csX23" fmla="*/ 329557 w 358401"/>
                <a:gd name="csY23" fmla="*/ 24986 h 298810"/>
                <a:gd name="csX24" fmla="*/ 329649 w 358401"/>
                <a:gd name="csY24" fmla="*/ 25801 h 298810"/>
                <a:gd name="csX25" fmla="*/ 329519 w 358401"/>
                <a:gd name="csY25" fmla="*/ 26561 h 298810"/>
                <a:gd name="csX26" fmla="*/ 328675 w 358401"/>
                <a:gd name="csY26" fmla="*/ 25687 h 298810"/>
                <a:gd name="csX27" fmla="*/ 327245 w 358401"/>
                <a:gd name="csY27" fmla="*/ 25093 h 298810"/>
                <a:gd name="csX28" fmla="*/ 327047 w 358401"/>
                <a:gd name="csY28" fmla="*/ 27870 h 298810"/>
                <a:gd name="csX29" fmla="*/ 327374 w 358401"/>
                <a:gd name="csY29" fmla="*/ 29841 h 298810"/>
                <a:gd name="csX30" fmla="*/ 327716 w 358401"/>
                <a:gd name="csY30" fmla="*/ 33546 h 298810"/>
                <a:gd name="csX31" fmla="*/ 328888 w 358401"/>
                <a:gd name="csY31" fmla="*/ 37518 h 298810"/>
                <a:gd name="csX32" fmla="*/ 328043 w 358401"/>
                <a:gd name="csY32" fmla="*/ 41185 h 298810"/>
                <a:gd name="csX33" fmla="*/ 328158 w 358401"/>
                <a:gd name="csY33" fmla="*/ 47394 h 298810"/>
                <a:gd name="csX34" fmla="*/ 329633 w 358401"/>
                <a:gd name="csY34" fmla="*/ 54820 h 298810"/>
                <a:gd name="csX35" fmla="*/ 329337 w 358401"/>
                <a:gd name="csY35" fmla="*/ 59552 h 298810"/>
                <a:gd name="csX36" fmla="*/ 331749 w 358401"/>
                <a:gd name="csY36" fmla="*/ 70569 h 298810"/>
                <a:gd name="csX37" fmla="*/ 334092 w 358401"/>
                <a:gd name="csY37" fmla="*/ 76671 h 298810"/>
                <a:gd name="csX38" fmla="*/ 335378 w 358401"/>
                <a:gd name="csY38" fmla="*/ 78170 h 298810"/>
                <a:gd name="csX39" fmla="*/ 336831 w 358401"/>
                <a:gd name="csY39" fmla="*/ 78977 h 298810"/>
                <a:gd name="csX40" fmla="*/ 339616 w 358401"/>
                <a:gd name="csY40" fmla="*/ 79494 h 298810"/>
                <a:gd name="csX41" fmla="*/ 343717 w 358401"/>
                <a:gd name="csY41" fmla="*/ 82591 h 298810"/>
                <a:gd name="csX42" fmla="*/ 346966 w 358401"/>
                <a:gd name="csY42" fmla="*/ 85863 h 298810"/>
                <a:gd name="csX43" fmla="*/ 348122 w 358401"/>
                <a:gd name="csY43" fmla="*/ 87575 h 298810"/>
                <a:gd name="csX44" fmla="*/ 349690 w 358401"/>
                <a:gd name="csY44" fmla="*/ 89446 h 298810"/>
                <a:gd name="csX45" fmla="*/ 350770 w 358401"/>
                <a:gd name="csY45" fmla="*/ 89111 h 298810"/>
                <a:gd name="csX46" fmla="*/ 351432 w 358401"/>
                <a:gd name="csY46" fmla="*/ 88609 h 298810"/>
                <a:gd name="csX47" fmla="*/ 352490 w 358401"/>
                <a:gd name="csY47" fmla="*/ 90123 h 298810"/>
                <a:gd name="csX48" fmla="*/ 357641 w 358401"/>
                <a:gd name="csY48" fmla="*/ 93387 h 298810"/>
                <a:gd name="csX49" fmla="*/ 358401 w 358401"/>
                <a:gd name="csY49" fmla="*/ 94901 h 298810"/>
                <a:gd name="csX50" fmla="*/ 356545 w 358401"/>
                <a:gd name="csY50" fmla="*/ 96385 h 298810"/>
                <a:gd name="csX51" fmla="*/ 354407 w 358401"/>
                <a:gd name="csY51" fmla="*/ 98942 h 298810"/>
                <a:gd name="csX52" fmla="*/ 353867 w 358401"/>
                <a:gd name="csY52" fmla="*/ 99961 h 298810"/>
                <a:gd name="csX53" fmla="*/ 353616 w 358401"/>
                <a:gd name="csY53" fmla="*/ 100562 h 298810"/>
                <a:gd name="csX54" fmla="*/ 353365 w 358401"/>
                <a:gd name="csY54" fmla="*/ 101323 h 298810"/>
                <a:gd name="csX55" fmla="*/ 352802 w 358401"/>
                <a:gd name="csY55" fmla="*/ 102076 h 298810"/>
                <a:gd name="csX56" fmla="*/ 351577 w 358401"/>
                <a:gd name="csY56" fmla="*/ 103111 h 298810"/>
                <a:gd name="csX57" fmla="*/ 351090 w 358401"/>
                <a:gd name="csY57" fmla="*/ 103560 h 298810"/>
                <a:gd name="csX58" fmla="*/ 350801 w 358401"/>
                <a:gd name="csY58" fmla="*/ 104275 h 298810"/>
                <a:gd name="csX59" fmla="*/ 350062 w 358401"/>
                <a:gd name="csY59" fmla="*/ 104739 h 298810"/>
                <a:gd name="csX60" fmla="*/ 349256 w 358401"/>
                <a:gd name="csY60" fmla="*/ 104762 h 298810"/>
                <a:gd name="csX61" fmla="*/ 348556 w 358401"/>
                <a:gd name="csY61" fmla="*/ 105082 h 298810"/>
                <a:gd name="csX62" fmla="*/ 347499 w 358401"/>
                <a:gd name="csY62" fmla="*/ 105569 h 298810"/>
                <a:gd name="csX63" fmla="*/ 345923 w 358401"/>
                <a:gd name="csY63" fmla="*/ 105318 h 298810"/>
                <a:gd name="csX64" fmla="*/ 344318 w 358401"/>
                <a:gd name="csY64" fmla="*/ 105767 h 298810"/>
                <a:gd name="csX65" fmla="*/ 343732 w 358401"/>
                <a:gd name="csY65" fmla="*/ 106330 h 298810"/>
                <a:gd name="csX66" fmla="*/ 342454 w 358401"/>
                <a:gd name="csY66" fmla="*/ 106824 h 298810"/>
                <a:gd name="csX67" fmla="*/ 341183 w 358401"/>
                <a:gd name="csY67" fmla="*/ 106931 h 298810"/>
                <a:gd name="csX68" fmla="*/ 340735 w 358401"/>
                <a:gd name="csY68" fmla="*/ 107098 h 298810"/>
                <a:gd name="csX69" fmla="*/ 339532 w 358401"/>
                <a:gd name="csY69" fmla="*/ 107927 h 298810"/>
                <a:gd name="csX70" fmla="*/ 338056 w 358401"/>
                <a:gd name="csY70" fmla="*/ 109091 h 298810"/>
                <a:gd name="csX71" fmla="*/ 336329 w 358401"/>
                <a:gd name="csY71" fmla="*/ 109830 h 298810"/>
                <a:gd name="csX72" fmla="*/ 335720 w 358401"/>
                <a:gd name="csY72" fmla="*/ 110073 h 298810"/>
                <a:gd name="csX73" fmla="*/ 334929 w 358401"/>
                <a:gd name="csY73" fmla="*/ 110872 h 298810"/>
                <a:gd name="csX74" fmla="*/ 333704 w 358401"/>
                <a:gd name="csY74" fmla="*/ 114859 h 298810"/>
                <a:gd name="csX75" fmla="*/ 332806 w 358401"/>
                <a:gd name="csY75" fmla="*/ 115901 h 298810"/>
                <a:gd name="csX76" fmla="*/ 331300 w 358401"/>
                <a:gd name="csY76" fmla="*/ 116008 h 298810"/>
                <a:gd name="csX77" fmla="*/ 329345 w 358401"/>
                <a:gd name="csY77" fmla="*/ 116008 h 298810"/>
                <a:gd name="csX78" fmla="*/ 327648 w 358401"/>
                <a:gd name="csY78" fmla="*/ 116350 h 298810"/>
                <a:gd name="csX79" fmla="*/ 325342 w 358401"/>
                <a:gd name="csY79" fmla="*/ 115909 h 298810"/>
                <a:gd name="csX80" fmla="*/ 324224 w 358401"/>
                <a:gd name="csY80" fmla="*/ 115962 h 298810"/>
                <a:gd name="csX81" fmla="*/ 323927 w 358401"/>
                <a:gd name="csY81" fmla="*/ 116814 h 298810"/>
                <a:gd name="csX82" fmla="*/ 323516 w 358401"/>
                <a:gd name="csY82" fmla="*/ 120230 h 298810"/>
                <a:gd name="csX83" fmla="*/ 323569 w 358401"/>
                <a:gd name="csY83" fmla="*/ 121699 h 298810"/>
                <a:gd name="csX84" fmla="*/ 322656 w 358401"/>
                <a:gd name="csY84" fmla="*/ 123426 h 298810"/>
                <a:gd name="csX85" fmla="*/ 321637 w 358401"/>
                <a:gd name="csY85" fmla="*/ 125594 h 298810"/>
                <a:gd name="csX86" fmla="*/ 322010 w 358401"/>
                <a:gd name="csY86" fmla="*/ 129247 h 298810"/>
                <a:gd name="csX87" fmla="*/ 322185 w 358401"/>
                <a:gd name="csY87" fmla="*/ 132861 h 298810"/>
                <a:gd name="csX88" fmla="*/ 320313 w 358401"/>
                <a:gd name="csY88" fmla="*/ 138293 h 298810"/>
                <a:gd name="csX89" fmla="*/ 320047 w 358401"/>
                <a:gd name="csY89" fmla="*/ 139541 h 298810"/>
                <a:gd name="csX90" fmla="*/ 318152 w 358401"/>
                <a:gd name="csY90" fmla="*/ 143840 h 298810"/>
                <a:gd name="csX91" fmla="*/ 317178 w 358401"/>
                <a:gd name="csY91" fmla="*/ 145445 h 298810"/>
                <a:gd name="csX92" fmla="*/ 314759 w 358401"/>
                <a:gd name="csY92" fmla="*/ 153465 h 298810"/>
                <a:gd name="csX93" fmla="*/ 313815 w 358401"/>
                <a:gd name="csY93" fmla="*/ 155930 h 298810"/>
                <a:gd name="csX94" fmla="*/ 311792 w 358401"/>
                <a:gd name="csY94" fmla="*/ 158524 h 298810"/>
                <a:gd name="csX95" fmla="*/ 312248 w 358401"/>
                <a:gd name="csY95" fmla="*/ 162747 h 298810"/>
                <a:gd name="csX96" fmla="*/ 312735 w 358401"/>
                <a:gd name="csY96" fmla="*/ 167213 h 298810"/>
                <a:gd name="csX97" fmla="*/ 313191 w 358401"/>
                <a:gd name="csY97" fmla="*/ 171428 h 298810"/>
                <a:gd name="csX98" fmla="*/ 313876 w 358401"/>
                <a:gd name="csY98" fmla="*/ 177721 h 298810"/>
                <a:gd name="csX99" fmla="*/ 312157 w 358401"/>
                <a:gd name="csY99" fmla="*/ 183595 h 298810"/>
                <a:gd name="csX100" fmla="*/ 312225 w 358401"/>
                <a:gd name="csY100" fmla="*/ 186798 h 298810"/>
                <a:gd name="csX101" fmla="*/ 311023 w 358401"/>
                <a:gd name="csY101" fmla="*/ 191515 h 298810"/>
                <a:gd name="csX102" fmla="*/ 310072 w 358401"/>
                <a:gd name="csY102" fmla="*/ 193699 h 298810"/>
                <a:gd name="csX103" fmla="*/ 309227 w 358401"/>
                <a:gd name="csY103" fmla="*/ 194984 h 298810"/>
                <a:gd name="csX104" fmla="*/ 308520 w 358401"/>
                <a:gd name="csY104" fmla="*/ 196324 h 298810"/>
                <a:gd name="csX105" fmla="*/ 307211 w 358401"/>
                <a:gd name="csY105" fmla="*/ 199261 h 298810"/>
                <a:gd name="csX106" fmla="*/ 306100 w 358401"/>
                <a:gd name="csY106" fmla="*/ 203133 h 298810"/>
                <a:gd name="csX107" fmla="*/ 305606 w 358401"/>
                <a:gd name="csY107" fmla="*/ 207097 h 298810"/>
                <a:gd name="csX108" fmla="*/ 305568 w 358401"/>
                <a:gd name="csY108" fmla="*/ 209403 h 298810"/>
                <a:gd name="csX109" fmla="*/ 305347 w 358401"/>
                <a:gd name="csY109" fmla="*/ 210453 h 298810"/>
                <a:gd name="csX110" fmla="*/ 304974 w 358401"/>
                <a:gd name="csY110" fmla="*/ 211122 h 298810"/>
                <a:gd name="csX111" fmla="*/ 302410 w 358401"/>
                <a:gd name="csY111" fmla="*/ 211556 h 298810"/>
                <a:gd name="csX112" fmla="*/ 298842 w 358401"/>
                <a:gd name="csY112" fmla="*/ 212028 h 298810"/>
                <a:gd name="csX113" fmla="*/ 296924 w 358401"/>
                <a:gd name="csY113" fmla="*/ 212545 h 298810"/>
                <a:gd name="csX114" fmla="*/ 295639 w 358401"/>
                <a:gd name="csY114" fmla="*/ 213351 h 298810"/>
                <a:gd name="csX115" fmla="*/ 294056 w 358401"/>
                <a:gd name="csY115" fmla="*/ 215231 h 298810"/>
                <a:gd name="csX116" fmla="*/ 290921 w 358401"/>
                <a:gd name="csY116" fmla="*/ 220374 h 298810"/>
                <a:gd name="csX117" fmla="*/ 289285 w 358401"/>
                <a:gd name="csY117" fmla="*/ 223524 h 298810"/>
                <a:gd name="csX118" fmla="*/ 286714 w 358401"/>
                <a:gd name="csY118" fmla="*/ 227831 h 298810"/>
                <a:gd name="csX119" fmla="*/ 283723 w 358401"/>
                <a:gd name="csY119" fmla="*/ 230874 h 298810"/>
                <a:gd name="csX120" fmla="*/ 283092 w 358401"/>
                <a:gd name="csY120" fmla="*/ 232358 h 298810"/>
                <a:gd name="csX121" fmla="*/ 282597 w 358401"/>
                <a:gd name="csY121" fmla="*/ 235112 h 298810"/>
                <a:gd name="csX122" fmla="*/ 281494 w 358401"/>
                <a:gd name="csY122" fmla="*/ 239472 h 298810"/>
                <a:gd name="csX123" fmla="*/ 280482 w 358401"/>
                <a:gd name="csY123" fmla="*/ 242561 h 298810"/>
                <a:gd name="csX124" fmla="*/ 280665 w 358401"/>
                <a:gd name="csY124" fmla="*/ 245057 h 298810"/>
                <a:gd name="csX125" fmla="*/ 279721 w 358401"/>
                <a:gd name="csY125" fmla="*/ 249370 h 298810"/>
                <a:gd name="csX126" fmla="*/ 279858 w 358401"/>
                <a:gd name="csY126" fmla="*/ 251470 h 298810"/>
                <a:gd name="csX127" fmla="*/ 278808 w 358401"/>
                <a:gd name="csY127" fmla="*/ 252642 h 298810"/>
                <a:gd name="csX128" fmla="*/ 277401 w 358401"/>
                <a:gd name="csY128" fmla="*/ 253753 h 298810"/>
                <a:gd name="csX129" fmla="*/ 276442 w 358401"/>
                <a:gd name="csY129" fmla="*/ 254035 h 298810"/>
                <a:gd name="csX130" fmla="*/ 274388 w 358401"/>
                <a:gd name="csY130" fmla="*/ 252764 h 298810"/>
                <a:gd name="csX131" fmla="*/ 272820 w 358401"/>
                <a:gd name="csY131" fmla="*/ 251478 h 298810"/>
                <a:gd name="csX132" fmla="*/ 272181 w 358401"/>
                <a:gd name="csY132" fmla="*/ 251136 h 298810"/>
                <a:gd name="csX133" fmla="*/ 270819 w 358401"/>
                <a:gd name="csY133" fmla="*/ 251942 h 298810"/>
                <a:gd name="csX134" fmla="*/ 269183 w 358401"/>
                <a:gd name="csY134" fmla="*/ 253137 h 298810"/>
                <a:gd name="csX135" fmla="*/ 267312 w 358401"/>
                <a:gd name="csY135" fmla="*/ 255921 h 298810"/>
                <a:gd name="csX136" fmla="*/ 265859 w 358401"/>
                <a:gd name="csY136" fmla="*/ 258737 h 298810"/>
                <a:gd name="csX137" fmla="*/ 266696 w 358401"/>
                <a:gd name="csY137" fmla="*/ 264709 h 298810"/>
                <a:gd name="csX138" fmla="*/ 266619 w 358401"/>
                <a:gd name="csY138" fmla="*/ 266010 h 298810"/>
                <a:gd name="csX139" fmla="*/ 266193 w 358401"/>
                <a:gd name="csY139" fmla="*/ 267433 h 298810"/>
                <a:gd name="csX140" fmla="*/ 263926 w 358401"/>
                <a:gd name="csY140" fmla="*/ 271877 h 298810"/>
                <a:gd name="csX141" fmla="*/ 263363 w 358401"/>
                <a:gd name="csY141" fmla="*/ 273284 h 298810"/>
                <a:gd name="csX142" fmla="*/ 262541 w 358401"/>
                <a:gd name="csY142" fmla="*/ 275947 h 298810"/>
                <a:gd name="csX143" fmla="*/ 261666 w 358401"/>
                <a:gd name="csY143" fmla="*/ 280596 h 298810"/>
                <a:gd name="csX144" fmla="*/ 261636 w 358401"/>
                <a:gd name="csY144" fmla="*/ 281715 h 298810"/>
                <a:gd name="csX145" fmla="*/ 261636 w 358401"/>
                <a:gd name="csY145" fmla="*/ 281715 h 298810"/>
                <a:gd name="csX146" fmla="*/ 261613 w 358401"/>
                <a:gd name="csY146" fmla="*/ 281715 h 298810"/>
                <a:gd name="csX147" fmla="*/ 257641 w 358401"/>
                <a:gd name="csY147" fmla="*/ 281699 h 298810"/>
                <a:gd name="csX148" fmla="*/ 257573 w 358401"/>
                <a:gd name="csY148" fmla="*/ 281676 h 298810"/>
                <a:gd name="csX149" fmla="*/ 257512 w 358401"/>
                <a:gd name="csY149" fmla="*/ 281608 h 298810"/>
                <a:gd name="csX150" fmla="*/ 257451 w 358401"/>
                <a:gd name="csY150" fmla="*/ 281509 h 298810"/>
                <a:gd name="csX151" fmla="*/ 257383 w 358401"/>
                <a:gd name="csY151" fmla="*/ 281365 h 298810"/>
                <a:gd name="csX152" fmla="*/ 257230 w 358401"/>
                <a:gd name="csY152" fmla="*/ 280756 h 298810"/>
                <a:gd name="csX153" fmla="*/ 257147 w 358401"/>
                <a:gd name="csY153" fmla="*/ 279805 h 298810"/>
                <a:gd name="csX154" fmla="*/ 257284 w 358401"/>
                <a:gd name="csY154" fmla="*/ 278161 h 298810"/>
                <a:gd name="csX155" fmla="*/ 257725 w 358401"/>
                <a:gd name="csY155" fmla="*/ 276206 h 298810"/>
                <a:gd name="csX156" fmla="*/ 259102 w 358401"/>
                <a:gd name="csY156" fmla="*/ 273459 h 298810"/>
                <a:gd name="csX157" fmla="*/ 259171 w 358401"/>
                <a:gd name="csY157" fmla="*/ 273231 h 298810"/>
                <a:gd name="csX158" fmla="*/ 259186 w 358401"/>
                <a:gd name="csY158" fmla="*/ 273101 h 298810"/>
                <a:gd name="csX159" fmla="*/ 259186 w 358401"/>
                <a:gd name="csY159" fmla="*/ 272957 h 298810"/>
                <a:gd name="csX160" fmla="*/ 259056 w 358401"/>
                <a:gd name="csY160" fmla="*/ 272462 h 298810"/>
                <a:gd name="csX161" fmla="*/ 258897 w 358401"/>
                <a:gd name="csY161" fmla="*/ 272036 h 298810"/>
                <a:gd name="csX162" fmla="*/ 258820 w 358401"/>
                <a:gd name="csY162" fmla="*/ 271397 h 298810"/>
                <a:gd name="csX163" fmla="*/ 259056 w 358401"/>
                <a:gd name="csY163" fmla="*/ 269967 h 298810"/>
                <a:gd name="csX164" fmla="*/ 259079 w 358401"/>
                <a:gd name="csY164" fmla="*/ 269526 h 298810"/>
                <a:gd name="csX165" fmla="*/ 259049 w 358401"/>
                <a:gd name="csY165" fmla="*/ 268963 h 298810"/>
                <a:gd name="csX166" fmla="*/ 258943 w 358401"/>
                <a:gd name="csY166" fmla="*/ 268597 h 298810"/>
                <a:gd name="csX167" fmla="*/ 257984 w 358401"/>
                <a:gd name="csY167" fmla="*/ 266216 h 298810"/>
                <a:gd name="csX168" fmla="*/ 257664 w 358401"/>
                <a:gd name="csY168" fmla="*/ 265835 h 298810"/>
                <a:gd name="csX169" fmla="*/ 248419 w 358401"/>
                <a:gd name="csY169" fmla="*/ 258250 h 298810"/>
                <a:gd name="csX170" fmla="*/ 246730 w 358401"/>
                <a:gd name="csY170" fmla="*/ 256188 h 298810"/>
                <a:gd name="csX171" fmla="*/ 246548 w 358401"/>
                <a:gd name="csY171" fmla="*/ 256051 h 298810"/>
                <a:gd name="csX172" fmla="*/ 246320 w 358401"/>
                <a:gd name="csY172" fmla="*/ 255944 h 298810"/>
                <a:gd name="csX173" fmla="*/ 241625 w 358401"/>
                <a:gd name="csY173" fmla="*/ 254210 h 298810"/>
                <a:gd name="csX174" fmla="*/ 241397 w 358401"/>
                <a:gd name="csY174" fmla="*/ 254035 h 298810"/>
                <a:gd name="csX175" fmla="*/ 241428 w 358401"/>
                <a:gd name="csY175" fmla="*/ 253784 h 298810"/>
                <a:gd name="csX176" fmla="*/ 241572 w 358401"/>
                <a:gd name="csY176" fmla="*/ 253456 h 298810"/>
                <a:gd name="csX177" fmla="*/ 242135 w 358401"/>
                <a:gd name="csY177" fmla="*/ 252452 h 298810"/>
                <a:gd name="csX178" fmla="*/ 242211 w 358401"/>
                <a:gd name="csY178" fmla="*/ 252193 h 298810"/>
                <a:gd name="csX179" fmla="*/ 242295 w 358401"/>
                <a:gd name="csY179" fmla="*/ 251790 h 298810"/>
                <a:gd name="csX180" fmla="*/ 240180 w 358401"/>
                <a:gd name="csY180" fmla="*/ 235751 h 298810"/>
                <a:gd name="csX181" fmla="*/ 240187 w 358401"/>
                <a:gd name="csY181" fmla="*/ 235439 h 298810"/>
                <a:gd name="csX182" fmla="*/ 240279 w 358401"/>
                <a:gd name="csY182" fmla="*/ 235226 h 298810"/>
                <a:gd name="csX183" fmla="*/ 240354 w 358401"/>
                <a:gd name="csY183" fmla="*/ 235097 h 298810"/>
                <a:gd name="csX184" fmla="*/ 240636 w 358401"/>
                <a:gd name="csY184" fmla="*/ 234755 h 298810"/>
                <a:gd name="csX185" fmla="*/ 240880 w 358401"/>
                <a:gd name="csY185" fmla="*/ 234404 h 298810"/>
                <a:gd name="csX186" fmla="*/ 241161 w 358401"/>
                <a:gd name="csY186" fmla="*/ 233780 h 298810"/>
                <a:gd name="csX187" fmla="*/ 241230 w 358401"/>
                <a:gd name="csY187" fmla="*/ 233552 h 298810"/>
                <a:gd name="csX188" fmla="*/ 241527 w 358401"/>
                <a:gd name="csY188" fmla="*/ 230676 h 298810"/>
                <a:gd name="csX189" fmla="*/ 241503 w 358401"/>
                <a:gd name="csY189" fmla="*/ 228166 h 298810"/>
                <a:gd name="csX190" fmla="*/ 242736 w 358401"/>
                <a:gd name="csY190" fmla="*/ 223973 h 298810"/>
                <a:gd name="csX191" fmla="*/ 242873 w 358401"/>
                <a:gd name="csY191" fmla="*/ 222185 h 298810"/>
                <a:gd name="csX192" fmla="*/ 232678 w 358401"/>
                <a:gd name="csY192" fmla="*/ 222056 h 298810"/>
                <a:gd name="csX193" fmla="*/ 232617 w 358401"/>
                <a:gd name="csY193" fmla="*/ 222147 h 298810"/>
                <a:gd name="csX194" fmla="*/ 232609 w 358401"/>
                <a:gd name="csY194" fmla="*/ 222261 h 298810"/>
                <a:gd name="csX195" fmla="*/ 232632 w 358401"/>
                <a:gd name="csY195" fmla="*/ 222383 h 298810"/>
                <a:gd name="csX196" fmla="*/ 232647 w 358401"/>
                <a:gd name="csY196" fmla="*/ 222520 h 298810"/>
                <a:gd name="csX197" fmla="*/ 232640 w 358401"/>
                <a:gd name="csY197" fmla="*/ 222801 h 298810"/>
                <a:gd name="csX198" fmla="*/ 232563 w 358401"/>
                <a:gd name="csY198" fmla="*/ 223319 h 298810"/>
                <a:gd name="csX199" fmla="*/ 232541 w 358401"/>
                <a:gd name="csY199" fmla="*/ 223600 h 298810"/>
                <a:gd name="csX200" fmla="*/ 232548 w 358401"/>
                <a:gd name="csY200" fmla="*/ 223874 h 298810"/>
                <a:gd name="csX201" fmla="*/ 232708 w 358401"/>
                <a:gd name="csY201" fmla="*/ 224886 h 298810"/>
                <a:gd name="csX202" fmla="*/ 232974 w 358401"/>
                <a:gd name="csY202" fmla="*/ 225639 h 298810"/>
                <a:gd name="csX203" fmla="*/ 233012 w 358401"/>
                <a:gd name="csY203" fmla="*/ 225890 h 298810"/>
                <a:gd name="csX204" fmla="*/ 233028 w 358401"/>
                <a:gd name="csY204" fmla="*/ 226164 h 298810"/>
                <a:gd name="csX205" fmla="*/ 232997 w 358401"/>
                <a:gd name="csY205" fmla="*/ 226689 h 298810"/>
                <a:gd name="csX206" fmla="*/ 218807 w 358401"/>
                <a:gd name="csY206" fmla="*/ 226750 h 298810"/>
                <a:gd name="csX207" fmla="*/ 224422 w 358401"/>
                <a:gd name="csY207" fmla="*/ 233050 h 298810"/>
                <a:gd name="csX208" fmla="*/ 224491 w 358401"/>
                <a:gd name="csY208" fmla="*/ 233180 h 298810"/>
                <a:gd name="csX209" fmla="*/ 224590 w 358401"/>
                <a:gd name="csY209" fmla="*/ 233522 h 298810"/>
                <a:gd name="csX210" fmla="*/ 224628 w 358401"/>
                <a:gd name="csY210" fmla="*/ 233780 h 298810"/>
                <a:gd name="csX211" fmla="*/ 224734 w 358401"/>
                <a:gd name="csY211" fmla="*/ 235995 h 298810"/>
                <a:gd name="csX212" fmla="*/ 224437 w 358401"/>
                <a:gd name="csY212" fmla="*/ 239495 h 298810"/>
                <a:gd name="csX213" fmla="*/ 224498 w 358401"/>
                <a:gd name="csY213" fmla="*/ 241747 h 298810"/>
                <a:gd name="csX214" fmla="*/ 224826 w 358401"/>
                <a:gd name="csY214" fmla="*/ 243208 h 298810"/>
                <a:gd name="csX215" fmla="*/ 226347 w 358401"/>
                <a:gd name="csY215" fmla="*/ 246084 h 298810"/>
                <a:gd name="csX216" fmla="*/ 226248 w 358401"/>
                <a:gd name="csY216" fmla="*/ 246624 h 298810"/>
                <a:gd name="csX217" fmla="*/ 225898 w 358401"/>
                <a:gd name="csY217" fmla="*/ 247301 h 298810"/>
                <a:gd name="csX218" fmla="*/ 215832 w 358401"/>
                <a:gd name="csY218" fmla="*/ 255838 h 298810"/>
                <a:gd name="csX219" fmla="*/ 215551 w 358401"/>
                <a:gd name="csY219" fmla="*/ 256241 h 298810"/>
                <a:gd name="csX220" fmla="*/ 214151 w 358401"/>
                <a:gd name="csY220" fmla="*/ 259802 h 298810"/>
                <a:gd name="csX221" fmla="*/ 212819 w 358401"/>
                <a:gd name="csY221" fmla="*/ 261864 h 298810"/>
                <a:gd name="csX222" fmla="*/ 212233 w 358401"/>
                <a:gd name="csY222" fmla="*/ 262457 h 298810"/>
                <a:gd name="csX223" fmla="*/ 209897 w 358401"/>
                <a:gd name="csY223" fmla="*/ 265356 h 298810"/>
                <a:gd name="csX224" fmla="*/ 200714 w 358401"/>
                <a:gd name="csY224" fmla="*/ 274448 h 298810"/>
                <a:gd name="csX225" fmla="*/ 199208 w 358401"/>
                <a:gd name="csY225" fmla="*/ 275057 h 298810"/>
                <a:gd name="csX226" fmla="*/ 194635 w 358401"/>
                <a:gd name="csY226" fmla="*/ 275308 h 298810"/>
                <a:gd name="csX227" fmla="*/ 192215 w 358401"/>
                <a:gd name="csY227" fmla="*/ 275377 h 298810"/>
                <a:gd name="csX228" fmla="*/ 191941 w 358401"/>
                <a:gd name="csY228" fmla="*/ 275445 h 298810"/>
                <a:gd name="csX229" fmla="*/ 191530 w 358401"/>
                <a:gd name="csY229" fmla="*/ 275597 h 298810"/>
                <a:gd name="csX230" fmla="*/ 191280 w 358401"/>
                <a:gd name="csY230" fmla="*/ 275833 h 298810"/>
                <a:gd name="csX231" fmla="*/ 190983 w 358401"/>
                <a:gd name="csY231" fmla="*/ 276008 h 298810"/>
                <a:gd name="csX232" fmla="*/ 190686 w 358401"/>
                <a:gd name="csY232" fmla="*/ 275917 h 298810"/>
                <a:gd name="csX233" fmla="*/ 190343 w 358401"/>
                <a:gd name="csY233" fmla="*/ 275666 h 298810"/>
                <a:gd name="csX234" fmla="*/ 184698 w 358401"/>
                <a:gd name="csY234" fmla="*/ 270576 h 298810"/>
                <a:gd name="csX235" fmla="*/ 174624 w 358401"/>
                <a:gd name="csY235" fmla="*/ 264146 h 298810"/>
                <a:gd name="csX236" fmla="*/ 173658 w 358401"/>
                <a:gd name="csY236" fmla="*/ 264732 h 298810"/>
                <a:gd name="csX237" fmla="*/ 167959 w 358401"/>
                <a:gd name="csY237" fmla="*/ 267502 h 298810"/>
                <a:gd name="csX238" fmla="*/ 166787 w 358401"/>
                <a:gd name="csY238" fmla="*/ 268217 h 298810"/>
                <a:gd name="csX239" fmla="*/ 166133 w 358401"/>
                <a:gd name="csY239" fmla="*/ 268727 h 298810"/>
                <a:gd name="csX240" fmla="*/ 166103 w 358401"/>
                <a:gd name="csY240" fmla="*/ 271823 h 298810"/>
                <a:gd name="csX241" fmla="*/ 165106 w 358401"/>
                <a:gd name="csY241" fmla="*/ 273391 h 298810"/>
                <a:gd name="csX242" fmla="*/ 163310 w 358401"/>
                <a:gd name="csY242" fmla="*/ 275110 h 298810"/>
                <a:gd name="csX243" fmla="*/ 158380 w 358401"/>
                <a:gd name="csY243" fmla="*/ 276198 h 298810"/>
                <a:gd name="csX244" fmla="*/ 155816 w 358401"/>
                <a:gd name="csY244" fmla="*/ 277127 h 298810"/>
                <a:gd name="csX245" fmla="*/ 153191 w 358401"/>
                <a:gd name="csY245" fmla="*/ 278519 h 298810"/>
                <a:gd name="csX246" fmla="*/ 152765 w 358401"/>
                <a:gd name="csY246" fmla="*/ 278869 h 298810"/>
                <a:gd name="csX247" fmla="*/ 152765 w 358401"/>
                <a:gd name="csY247" fmla="*/ 278861 h 298810"/>
                <a:gd name="csX248" fmla="*/ 151760 w 358401"/>
                <a:gd name="csY248" fmla="*/ 279827 h 298810"/>
                <a:gd name="csX249" fmla="*/ 149775 w 358401"/>
                <a:gd name="csY249" fmla="*/ 281768 h 298810"/>
                <a:gd name="csX250" fmla="*/ 149561 w 358401"/>
                <a:gd name="csY250" fmla="*/ 283274 h 298810"/>
                <a:gd name="csX251" fmla="*/ 149881 w 358401"/>
                <a:gd name="csY251" fmla="*/ 284629 h 298810"/>
                <a:gd name="csX252" fmla="*/ 132891 w 358401"/>
                <a:gd name="csY252" fmla="*/ 284575 h 298810"/>
                <a:gd name="csX253" fmla="*/ 131773 w 358401"/>
                <a:gd name="csY253" fmla="*/ 283495 h 298810"/>
                <a:gd name="csX254" fmla="*/ 129414 w 358401"/>
                <a:gd name="csY254" fmla="*/ 278747 h 298810"/>
                <a:gd name="csX255" fmla="*/ 129308 w 358401"/>
                <a:gd name="csY255" fmla="*/ 278702 h 298810"/>
                <a:gd name="csX256" fmla="*/ 127573 w 358401"/>
                <a:gd name="csY256" fmla="*/ 278998 h 298810"/>
                <a:gd name="csX257" fmla="*/ 112082 w 358401"/>
                <a:gd name="csY257" fmla="*/ 278443 h 298810"/>
                <a:gd name="csX258" fmla="*/ 109868 w 358401"/>
                <a:gd name="csY258" fmla="*/ 278937 h 298810"/>
                <a:gd name="csX259" fmla="*/ 105439 w 358401"/>
                <a:gd name="csY259" fmla="*/ 280900 h 298810"/>
                <a:gd name="csX260" fmla="*/ 103210 w 358401"/>
                <a:gd name="csY260" fmla="*/ 281228 h 298810"/>
                <a:gd name="csX261" fmla="*/ 100912 w 358401"/>
                <a:gd name="csY261" fmla="*/ 280330 h 298810"/>
                <a:gd name="csX262" fmla="*/ 92764 w 358401"/>
                <a:gd name="csY262" fmla="*/ 270865 h 298810"/>
                <a:gd name="csX263" fmla="*/ 91006 w 358401"/>
                <a:gd name="csY263" fmla="*/ 269731 h 298810"/>
                <a:gd name="csX264" fmla="*/ 90359 w 358401"/>
                <a:gd name="csY264" fmla="*/ 269122 h 298810"/>
                <a:gd name="csX265" fmla="*/ 89157 w 358401"/>
                <a:gd name="csY265" fmla="*/ 267464 h 298810"/>
                <a:gd name="csX266" fmla="*/ 87415 w 358401"/>
                <a:gd name="csY266" fmla="*/ 266475 h 298810"/>
                <a:gd name="csX267" fmla="*/ 86829 w 358401"/>
                <a:gd name="csY267" fmla="*/ 265759 h 298810"/>
                <a:gd name="csX268" fmla="*/ 86638 w 358401"/>
                <a:gd name="csY268" fmla="*/ 264747 h 298810"/>
                <a:gd name="csX269" fmla="*/ 86692 w 358401"/>
                <a:gd name="csY269" fmla="*/ 262663 h 298810"/>
                <a:gd name="csX270" fmla="*/ 86121 w 358401"/>
                <a:gd name="csY270" fmla="*/ 261361 h 298810"/>
                <a:gd name="csX271" fmla="*/ 84835 w 358401"/>
                <a:gd name="csY271" fmla="*/ 261065 h 298810"/>
                <a:gd name="csX272" fmla="*/ 73879 w 358401"/>
                <a:gd name="csY272" fmla="*/ 263264 h 298810"/>
                <a:gd name="csX273" fmla="*/ 72312 w 358401"/>
                <a:gd name="csY273" fmla="*/ 263013 h 298810"/>
                <a:gd name="csX274" fmla="*/ 70014 w 358401"/>
                <a:gd name="csY274" fmla="*/ 263408 h 298810"/>
                <a:gd name="csX275" fmla="*/ 69222 w 358401"/>
                <a:gd name="csY275" fmla="*/ 263796 h 298810"/>
                <a:gd name="csX276" fmla="*/ 68295 w 358401"/>
                <a:gd name="csY276" fmla="*/ 265044 h 298810"/>
                <a:gd name="csX277" fmla="*/ 68104 w 358401"/>
                <a:gd name="csY277" fmla="*/ 266338 h 298810"/>
                <a:gd name="csX278" fmla="*/ 68135 w 358401"/>
                <a:gd name="csY278" fmla="*/ 267646 h 298810"/>
                <a:gd name="csX279" fmla="*/ 67853 w 358401"/>
                <a:gd name="csY279" fmla="*/ 268932 h 298810"/>
                <a:gd name="csX280" fmla="*/ 67016 w 358401"/>
                <a:gd name="csY280" fmla="*/ 270370 h 298810"/>
                <a:gd name="csX281" fmla="*/ 63897 w 358401"/>
                <a:gd name="csY281" fmla="*/ 273581 h 298810"/>
                <a:gd name="csX282" fmla="*/ 63204 w 358401"/>
                <a:gd name="csY282" fmla="*/ 274981 h 298810"/>
                <a:gd name="csX283" fmla="*/ 63349 w 358401"/>
                <a:gd name="csY283" fmla="*/ 278511 h 298810"/>
                <a:gd name="csX284" fmla="*/ 63144 w 358401"/>
                <a:gd name="csY284" fmla="*/ 280299 h 298810"/>
                <a:gd name="csX285" fmla="*/ 62672 w 358401"/>
                <a:gd name="csY285" fmla="*/ 281129 h 298810"/>
                <a:gd name="csX286" fmla="*/ 61317 w 358401"/>
                <a:gd name="csY286" fmla="*/ 282483 h 298810"/>
                <a:gd name="csX287" fmla="*/ 60823 w 358401"/>
                <a:gd name="csY287" fmla="*/ 283267 h 298810"/>
                <a:gd name="csX288" fmla="*/ 60595 w 358401"/>
                <a:gd name="csY288" fmla="*/ 284370 h 298810"/>
                <a:gd name="csX289" fmla="*/ 60518 w 358401"/>
                <a:gd name="csY289" fmla="*/ 286698 h 298810"/>
                <a:gd name="csX290" fmla="*/ 60275 w 358401"/>
                <a:gd name="csY290" fmla="*/ 287786 h 298810"/>
                <a:gd name="csX291" fmla="*/ 58571 w 358401"/>
                <a:gd name="csY291" fmla="*/ 290525 h 298810"/>
                <a:gd name="csX292" fmla="*/ 58168 w 358401"/>
                <a:gd name="csY292" fmla="*/ 291492 h 298810"/>
                <a:gd name="csX293" fmla="*/ 58069 w 358401"/>
                <a:gd name="csY293" fmla="*/ 293462 h 298810"/>
                <a:gd name="csX294" fmla="*/ 57795 w 358401"/>
                <a:gd name="csY294" fmla="*/ 294063 h 298810"/>
                <a:gd name="csX295" fmla="*/ 52842 w 358401"/>
                <a:gd name="csY295" fmla="*/ 295623 h 298810"/>
                <a:gd name="csX296" fmla="*/ 50992 w 358401"/>
                <a:gd name="csY296" fmla="*/ 296620 h 298810"/>
                <a:gd name="csX297" fmla="*/ 49859 w 358401"/>
                <a:gd name="csY297" fmla="*/ 298157 h 298810"/>
                <a:gd name="csX298" fmla="*/ 49585 w 358401"/>
                <a:gd name="csY298" fmla="*/ 298811 h 298810"/>
                <a:gd name="csX299" fmla="*/ 49585 w 358401"/>
                <a:gd name="csY299" fmla="*/ 298811 h 298810"/>
                <a:gd name="csX300" fmla="*/ 47462 w 358401"/>
                <a:gd name="csY300" fmla="*/ 298263 h 298810"/>
                <a:gd name="csX301" fmla="*/ 44769 w 358401"/>
                <a:gd name="csY301" fmla="*/ 297867 h 298810"/>
                <a:gd name="csX302" fmla="*/ 39587 w 358401"/>
                <a:gd name="csY302" fmla="*/ 297380 h 298810"/>
                <a:gd name="csX303" fmla="*/ 37540 w 358401"/>
                <a:gd name="csY303" fmla="*/ 296665 h 298810"/>
                <a:gd name="csX304" fmla="*/ 36559 w 358401"/>
                <a:gd name="csY304" fmla="*/ 295593 h 298810"/>
                <a:gd name="csX305" fmla="*/ 36871 w 358401"/>
                <a:gd name="csY305" fmla="*/ 292853 h 298810"/>
                <a:gd name="csX306" fmla="*/ 36354 w 358401"/>
                <a:gd name="csY306" fmla="*/ 292268 h 298810"/>
                <a:gd name="csX307" fmla="*/ 35532 w 358401"/>
                <a:gd name="csY307" fmla="*/ 291781 h 298810"/>
                <a:gd name="csX308" fmla="*/ 34961 w 358401"/>
                <a:gd name="csY308" fmla="*/ 290594 h 298810"/>
                <a:gd name="csX309" fmla="*/ 35083 w 358401"/>
                <a:gd name="csY309" fmla="*/ 289171 h 298810"/>
                <a:gd name="csX310" fmla="*/ 37814 w 358401"/>
                <a:gd name="csY310" fmla="*/ 286006 h 298810"/>
                <a:gd name="csX311" fmla="*/ 38378 w 358401"/>
                <a:gd name="csY311" fmla="*/ 284317 h 298810"/>
                <a:gd name="csX312" fmla="*/ 38811 w 358401"/>
                <a:gd name="csY312" fmla="*/ 278435 h 298810"/>
                <a:gd name="csX313" fmla="*/ 39093 w 358401"/>
                <a:gd name="csY313" fmla="*/ 276366 h 298810"/>
                <a:gd name="csX314" fmla="*/ 38887 w 358401"/>
                <a:gd name="csY314" fmla="*/ 273939 h 298810"/>
                <a:gd name="csX315" fmla="*/ 36719 w 358401"/>
                <a:gd name="csY315" fmla="*/ 269472 h 298810"/>
                <a:gd name="csX316" fmla="*/ 34832 w 358401"/>
                <a:gd name="csY316" fmla="*/ 266368 h 298810"/>
                <a:gd name="csX317" fmla="*/ 31750 w 358401"/>
                <a:gd name="csY317" fmla="*/ 261765 h 298810"/>
                <a:gd name="csX318" fmla="*/ 30549 w 358401"/>
                <a:gd name="csY318" fmla="*/ 260258 h 298810"/>
                <a:gd name="csX319" fmla="*/ 24324 w 358401"/>
                <a:gd name="csY319" fmla="*/ 253913 h 298810"/>
                <a:gd name="csX320" fmla="*/ 23602 w 358401"/>
                <a:gd name="csY320" fmla="*/ 252969 h 298810"/>
                <a:gd name="csX321" fmla="*/ 22095 w 358401"/>
                <a:gd name="csY321" fmla="*/ 250283 h 298810"/>
                <a:gd name="csX322" fmla="*/ 22841 w 358401"/>
                <a:gd name="csY322" fmla="*/ 247917 h 298810"/>
                <a:gd name="csX323" fmla="*/ 23754 w 358401"/>
                <a:gd name="csY323" fmla="*/ 244402 h 298810"/>
                <a:gd name="csX324" fmla="*/ 23860 w 358401"/>
                <a:gd name="csY324" fmla="*/ 242774 h 298810"/>
                <a:gd name="csX325" fmla="*/ 23435 w 358401"/>
                <a:gd name="csY325" fmla="*/ 241092 h 298810"/>
                <a:gd name="csX326" fmla="*/ 21859 w 358401"/>
                <a:gd name="csY326" fmla="*/ 239829 h 298810"/>
                <a:gd name="csX327" fmla="*/ 20459 w 358401"/>
                <a:gd name="csY327" fmla="*/ 239677 h 298810"/>
                <a:gd name="csX328" fmla="*/ 19835 w 358401"/>
                <a:gd name="csY328" fmla="*/ 239038 h 298810"/>
                <a:gd name="csX329" fmla="*/ 18618 w 358401"/>
                <a:gd name="csY329" fmla="*/ 238110 h 298810"/>
                <a:gd name="csX330" fmla="*/ 17416 w 358401"/>
                <a:gd name="csY330" fmla="*/ 237387 h 298810"/>
                <a:gd name="csX331" fmla="*/ 16351 w 358401"/>
                <a:gd name="csY331" fmla="*/ 236002 h 298810"/>
                <a:gd name="csX332" fmla="*/ 15613 w 358401"/>
                <a:gd name="csY332" fmla="*/ 234062 h 298810"/>
                <a:gd name="csX333" fmla="*/ 16138 w 358401"/>
                <a:gd name="csY333" fmla="*/ 227116 h 298810"/>
                <a:gd name="csX334" fmla="*/ 15780 w 358401"/>
                <a:gd name="csY334" fmla="*/ 226187 h 298810"/>
                <a:gd name="csX335" fmla="*/ 14190 w 358401"/>
                <a:gd name="csY335" fmla="*/ 225929 h 298810"/>
                <a:gd name="csX336" fmla="*/ 13817 w 358401"/>
                <a:gd name="csY336" fmla="*/ 225426 h 298810"/>
                <a:gd name="csX337" fmla="*/ 13878 w 358401"/>
                <a:gd name="csY337" fmla="*/ 224095 h 298810"/>
                <a:gd name="csX338" fmla="*/ 13026 w 358401"/>
                <a:gd name="csY338" fmla="*/ 220131 h 298810"/>
                <a:gd name="csX339" fmla="*/ 12067 w 358401"/>
                <a:gd name="csY339" fmla="*/ 216844 h 298810"/>
                <a:gd name="csX340" fmla="*/ 12577 w 358401"/>
                <a:gd name="csY340" fmla="*/ 215033 h 298810"/>
                <a:gd name="csX341" fmla="*/ 11253 w 358401"/>
                <a:gd name="csY341" fmla="*/ 212553 h 298810"/>
                <a:gd name="csX342" fmla="*/ 8712 w 358401"/>
                <a:gd name="csY342" fmla="*/ 211487 h 298810"/>
                <a:gd name="csX343" fmla="*/ 6315 w 358401"/>
                <a:gd name="csY343" fmla="*/ 211815 h 298810"/>
                <a:gd name="csX344" fmla="*/ 3743 w 358401"/>
                <a:gd name="csY344" fmla="*/ 212309 h 298810"/>
                <a:gd name="csX345" fmla="*/ 2191 w 358401"/>
                <a:gd name="csY345" fmla="*/ 212172 h 298810"/>
                <a:gd name="csX346" fmla="*/ 1134 w 358401"/>
                <a:gd name="csY346" fmla="*/ 211708 h 298810"/>
                <a:gd name="csX347" fmla="*/ 380 w 358401"/>
                <a:gd name="csY347" fmla="*/ 210803 h 298810"/>
                <a:gd name="csX348" fmla="*/ 0 w 358401"/>
                <a:gd name="csY348" fmla="*/ 209722 h 298810"/>
                <a:gd name="csX349" fmla="*/ 350 w 358401"/>
                <a:gd name="csY349" fmla="*/ 208109 h 298810"/>
                <a:gd name="csX350" fmla="*/ 1765 w 358401"/>
                <a:gd name="csY350" fmla="*/ 205142 h 298810"/>
                <a:gd name="csX351" fmla="*/ 3523 w 358401"/>
                <a:gd name="csY351" fmla="*/ 202707 h 298810"/>
                <a:gd name="csX352" fmla="*/ 7106 w 358401"/>
                <a:gd name="csY352" fmla="*/ 200478 h 298810"/>
                <a:gd name="csX353" fmla="*/ 8057 w 358401"/>
                <a:gd name="csY353" fmla="*/ 199299 h 298810"/>
                <a:gd name="csX354" fmla="*/ 8605 w 358401"/>
                <a:gd name="csY354" fmla="*/ 197982 h 298810"/>
                <a:gd name="csX355" fmla="*/ 8697 w 358401"/>
                <a:gd name="csY355" fmla="*/ 196476 h 298810"/>
                <a:gd name="csX356" fmla="*/ 8453 w 358401"/>
                <a:gd name="csY356" fmla="*/ 194885 h 298810"/>
                <a:gd name="csX357" fmla="*/ 8050 w 358401"/>
                <a:gd name="csY357" fmla="*/ 193432 h 298810"/>
                <a:gd name="csX358" fmla="*/ 6992 w 358401"/>
                <a:gd name="csY358" fmla="*/ 191507 h 298810"/>
                <a:gd name="csX359" fmla="*/ 6026 w 358401"/>
                <a:gd name="csY359" fmla="*/ 189240 h 298810"/>
                <a:gd name="csX360" fmla="*/ 6003 w 358401"/>
                <a:gd name="csY360" fmla="*/ 187718 h 298810"/>
                <a:gd name="csX361" fmla="*/ 6467 w 358401"/>
                <a:gd name="csY361" fmla="*/ 186623 h 298810"/>
                <a:gd name="csX362" fmla="*/ 7426 w 358401"/>
                <a:gd name="csY362" fmla="*/ 185299 h 298810"/>
                <a:gd name="csX363" fmla="*/ 9328 w 358401"/>
                <a:gd name="csY363" fmla="*/ 183807 h 298810"/>
                <a:gd name="csX364" fmla="*/ 9785 w 358401"/>
                <a:gd name="csY364" fmla="*/ 183511 h 298810"/>
                <a:gd name="csX365" fmla="*/ 10979 w 358401"/>
                <a:gd name="csY365" fmla="*/ 182712 h 298810"/>
                <a:gd name="csX366" fmla="*/ 12022 w 358401"/>
                <a:gd name="csY366" fmla="*/ 182126 h 298810"/>
                <a:gd name="csX367" fmla="*/ 14624 w 358401"/>
                <a:gd name="csY367" fmla="*/ 180559 h 298810"/>
                <a:gd name="csX368" fmla="*/ 15232 w 358401"/>
                <a:gd name="csY368" fmla="*/ 179805 h 298810"/>
                <a:gd name="csX369" fmla="*/ 15011 w 358401"/>
                <a:gd name="csY369" fmla="*/ 178900 h 298810"/>
                <a:gd name="csX370" fmla="*/ 14372 w 358401"/>
                <a:gd name="csY370" fmla="*/ 178162 h 298810"/>
                <a:gd name="csX371" fmla="*/ 13322 w 358401"/>
                <a:gd name="csY371" fmla="*/ 177127 h 298810"/>
                <a:gd name="csX372" fmla="*/ 13109 w 358401"/>
                <a:gd name="csY372" fmla="*/ 175857 h 298810"/>
                <a:gd name="csX373" fmla="*/ 12805 w 358401"/>
                <a:gd name="csY373" fmla="*/ 173688 h 298810"/>
                <a:gd name="csX374" fmla="*/ 12265 w 358401"/>
                <a:gd name="csY374" fmla="*/ 172303 h 298810"/>
                <a:gd name="csX375" fmla="*/ 11877 w 358401"/>
                <a:gd name="csY375" fmla="*/ 171291 h 298810"/>
                <a:gd name="csX376" fmla="*/ 12615 w 358401"/>
                <a:gd name="csY376" fmla="*/ 170531 h 298810"/>
                <a:gd name="csX377" fmla="*/ 13718 w 358401"/>
                <a:gd name="csY377" fmla="*/ 169473 h 298810"/>
                <a:gd name="csX378" fmla="*/ 15095 w 358401"/>
                <a:gd name="csY378" fmla="*/ 168826 h 298810"/>
                <a:gd name="csX379" fmla="*/ 17218 w 358401"/>
                <a:gd name="csY379" fmla="*/ 168279 h 298810"/>
                <a:gd name="csX380" fmla="*/ 18055 w 358401"/>
                <a:gd name="csY380" fmla="*/ 167518 h 298810"/>
                <a:gd name="csX381" fmla="*/ 18298 w 358401"/>
                <a:gd name="csY381" fmla="*/ 166072 h 298810"/>
                <a:gd name="csX382" fmla="*/ 18230 w 358401"/>
                <a:gd name="csY382" fmla="*/ 164687 h 298810"/>
                <a:gd name="csX383" fmla="*/ 18999 w 358401"/>
                <a:gd name="csY383" fmla="*/ 163660 h 298810"/>
                <a:gd name="csX384" fmla="*/ 20026 w 358401"/>
                <a:gd name="csY384" fmla="*/ 161454 h 298810"/>
                <a:gd name="csX385" fmla="*/ 20855 w 358401"/>
                <a:gd name="csY385" fmla="*/ 160449 h 298810"/>
                <a:gd name="csX386" fmla="*/ 22248 w 358401"/>
                <a:gd name="csY386" fmla="*/ 159300 h 298810"/>
                <a:gd name="csX387" fmla="*/ 23640 w 358401"/>
                <a:gd name="csY387" fmla="*/ 157862 h 298810"/>
                <a:gd name="csX388" fmla="*/ 24256 w 358401"/>
                <a:gd name="csY388" fmla="*/ 156188 h 298810"/>
                <a:gd name="csX389" fmla="*/ 24431 w 358401"/>
                <a:gd name="csY389" fmla="*/ 154583 h 298810"/>
                <a:gd name="csX390" fmla="*/ 23670 w 358401"/>
                <a:gd name="csY390" fmla="*/ 149698 h 298810"/>
                <a:gd name="csX391" fmla="*/ 25275 w 358401"/>
                <a:gd name="csY391" fmla="*/ 147659 h 298810"/>
                <a:gd name="csX392" fmla="*/ 27330 w 358401"/>
                <a:gd name="csY392" fmla="*/ 145970 h 298810"/>
                <a:gd name="csX393" fmla="*/ 30282 w 358401"/>
                <a:gd name="csY393" fmla="*/ 146084 h 298810"/>
                <a:gd name="csX394" fmla="*/ 34862 w 358401"/>
                <a:gd name="csY394" fmla="*/ 145712 h 298810"/>
                <a:gd name="csX395" fmla="*/ 37982 w 358401"/>
                <a:gd name="csY395" fmla="*/ 145011 h 298810"/>
                <a:gd name="csX396" fmla="*/ 40204 w 358401"/>
                <a:gd name="csY396" fmla="*/ 145034 h 298810"/>
                <a:gd name="csX397" fmla="*/ 45279 w 358401"/>
                <a:gd name="csY397" fmla="*/ 145947 h 298810"/>
                <a:gd name="csX398" fmla="*/ 45697 w 358401"/>
                <a:gd name="csY398" fmla="*/ 145727 h 298810"/>
                <a:gd name="csX399" fmla="*/ 45811 w 358401"/>
                <a:gd name="csY399" fmla="*/ 145544 h 298810"/>
                <a:gd name="csX400" fmla="*/ 46085 w 358401"/>
                <a:gd name="csY400" fmla="*/ 144251 h 298810"/>
                <a:gd name="csX401" fmla="*/ 46077 w 358401"/>
                <a:gd name="csY401" fmla="*/ 140994 h 298810"/>
                <a:gd name="csX402" fmla="*/ 46070 w 358401"/>
                <a:gd name="csY402" fmla="*/ 131133 h 298810"/>
                <a:gd name="csX403" fmla="*/ 46062 w 358401"/>
                <a:gd name="csY403" fmla="*/ 121258 h 298810"/>
                <a:gd name="csX404" fmla="*/ 46055 w 358401"/>
                <a:gd name="csY404" fmla="*/ 111359 h 298810"/>
                <a:gd name="csX405" fmla="*/ 46047 w 358401"/>
                <a:gd name="csY405" fmla="*/ 101430 h 298810"/>
                <a:gd name="csX406" fmla="*/ 46039 w 358401"/>
                <a:gd name="csY406" fmla="*/ 91478 h 298810"/>
                <a:gd name="csX407" fmla="*/ 46032 w 358401"/>
                <a:gd name="csY407" fmla="*/ 81503 h 298810"/>
                <a:gd name="csX408" fmla="*/ 46024 w 358401"/>
                <a:gd name="csY408" fmla="*/ 71498 h 298810"/>
                <a:gd name="csX409" fmla="*/ 46016 w 358401"/>
                <a:gd name="csY409" fmla="*/ 61470 h 298810"/>
                <a:gd name="csX410" fmla="*/ 46016 w 358401"/>
                <a:gd name="csY410" fmla="*/ 58654 h 298810"/>
                <a:gd name="csX411" fmla="*/ 46016 w 358401"/>
                <a:gd name="csY411" fmla="*/ 55847 h 298810"/>
                <a:gd name="csX412" fmla="*/ 46016 w 358401"/>
                <a:gd name="csY412" fmla="*/ 53032 h 298810"/>
                <a:gd name="csX413" fmla="*/ 46016 w 358401"/>
                <a:gd name="csY413" fmla="*/ 50209 h 298810"/>
                <a:gd name="csX414" fmla="*/ 51282 w 358401"/>
                <a:gd name="csY414" fmla="*/ 50217 h 298810"/>
                <a:gd name="csX415" fmla="*/ 56554 w 358401"/>
                <a:gd name="csY415" fmla="*/ 50217 h 298810"/>
                <a:gd name="csX416" fmla="*/ 61820 w 358401"/>
                <a:gd name="csY416" fmla="*/ 50217 h 298810"/>
                <a:gd name="csX417" fmla="*/ 67085 w 358401"/>
                <a:gd name="csY417" fmla="*/ 50224 h 298810"/>
                <a:gd name="csX418" fmla="*/ 67153 w 358401"/>
                <a:gd name="csY418" fmla="*/ 50178 h 298810"/>
                <a:gd name="csX419" fmla="*/ 67221 w 358401"/>
                <a:gd name="csY419" fmla="*/ 50140 h 298810"/>
                <a:gd name="csX420" fmla="*/ 67283 w 358401"/>
                <a:gd name="csY420" fmla="*/ 50095 h 298810"/>
                <a:gd name="csX421" fmla="*/ 67351 w 358401"/>
                <a:gd name="csY421" fmla="*/ 50064 h 298810"/>
                <a:gd name="csX422" fmla="*/ 67358 w 358401"/>
                <a:gd name="csY422" fmla="*/ 38788 h 298810"/>
                <a:gd name="csX423" fmla="*/ 67358 w 358401"/>
                <a:gd name="csY423" fmla="*/ 27474 h 298810"/>
                <a:gd name="csX424" fmla="*/ 67366 w 358401"/>
                <a:gd name="csY424" fmla="*/ 16122 h 298810"/>
                <a:gd name="csX425" fmla="*/ 67366 w 358401"/>
                <a:gd name="csY425" fmla="*/ 4733 h 298810"/>
                <a:gd name="csX426" fmla="*/ 75522 w 358401"/>
                <a:gd name="csY426" fmla="*/ 4733 h 298810"/>
                <a:gd name="csX427" fmla="*/ 83686 w 358401"/>
                <a:gd name="csY427" fmla="*/ 4740 h 298810"/>
                <a:gd name="csX428" fmla="*/ 91843 w 358401"/>
                <a:gd name="csY428" fmla="*/ 4740 h 298810"/>
                <a:gd name="csX429" fmla="*/ 99999 w 358401"/>
                <a:gd name="csY429" fmla="*/ 4740 h 298810"/>
                <a:gd name="csX430" fmla="*/ 108156 w 358401"/>
                <a:gd name="csY430" fmla="*/ 4740 h 298810"/>
                <a:gd name="csX431" fmla="*/ 116312 w 358401"/>
                <a:gd name="csY431" fmla="*/ 4740 h 298810"/>
                <a:gd name="csX432" fmla="*/ 124476 w 358401"/>
                <a:gd name="csY432" fmla="*/ 4740 h 298810"/>
                <a:gd name="csX433" fmla="*/ 132633 w 358401"/>
                <a:gd name="csY433" fmla="*/ 4748 h 298810"/>
                <a:gd name="csX434" fmla="*/ 140789 w 358401"/>
                <a:gd name="csY434" fmla="*/ 4748 h 298810"/>
                <a:gd name="csX435" fmla="*/ 148945 w 358401"/>
                <a:gd name="csY435" fmla="*/ 4748 h 298810"/>
                <a:gd name="csX436" fmla="*/ 157102 w 358401"/>
                <a:gd name="csY436" fmla="*/ 4748 h 298810"/>
                <a:gd name="csX437" fmla="*/ 165258 w 358401"/>
                <a:gd name="csY437" fmla="*/ 4748 h 298810"/>
                <a:gd name="csX438" fmla="*/ 173414 w 358401"/>
                <a:gd name="csY438" fmla="*/ 4755 h 298810"/>
                <a:gd name="csX439" fmla="*/ 181571 w 358401"/>
                <a:gd name="csY439" fmla="*/ 4755 h 298810"/>
                <a:gd name="csX440" fmla="*/ 189735 w 358401"/>
                <a:gd name="csY440" fmla="*/ 4755 h 298810"/>
                <a:gd name="csX441" fmla="*/ 197891 w 358401"/>
                <a:gd name="csY441" fmla="*/ 4755 h 298810"/>
                <a:gd name="csX442" fmla="*/ 200379 w 358401"/>
                <a:gd name="csY442" fmla="*/ 4755 h 298810"/>
                <a:gd name="csX443" fmla="*/ 201475 w 358401"/>
                <a:gd name="csY443" fmla="*/ 4588 h 298810"/>
                <a:gd name="csX444" fmla="*/ 203567 w 358401"/>
                <a:gd name="csY444" fmla="*/ 320 h 298810"/>
                <a:gd name="csX445" fmla="*/ 204458 w 358401"/>
                <a:gd name="csY445" fmla="*/ 0 h 298810"/>
                <a:gd name="csX446" fmla="*/ 205819 w 358401"/>
                <a:gd name="csY446" fmla="*/ 251 h 298810"/>
                <a:gd name="csX447" fmla="*/ 206291 w 358401"/>
                <a:gd name="csY447" fmla="*/ 1255 h 298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Lst>
              <a:rect l="l" t="t" r="r" b="b"/>
              <a:pathLst>
                <a:path w="358401" h="298810">
                  <a:moveTo>
                    <a:pt x="205873" y="2693"/>
                  </a:moveTo>
                  <a:lnTo>
                    <a:pt x="205188" y="4733"/>
                  </a:lnTo>
                  <a:lnTo>
                    <a:pt x="209182" y="4733"/>
                  </a:lnTo>
                  <a:lnTo>
                    <a:pt x="216190" y="4733"/>
                  </a:lnTo>
                  <a:lnTo>
                    <a:pt x="223197" y="4733"/>
                  </a:lnTo>
                  <a:lnTo>
                    <a:pt x="230205" y="4733"/>
                  </a:lnTo>
                  <a:lnTo>
                    <a:pt x="237212" y="4725"/>
                  </a:lnTo>
                  <a:lnTo>
                    <a:pt x="244212" y="4725"/>
                  </a:lnTo>
                  <a:lnTo>
                    <a:pt x="251220" y="4725"/>
                  </a:lnTo>
                  <a:lnTo>
                    <a:pt x="258227" y="4725"/>
                  </a:lnTo>
                  <a:lnTo>
                    <a:pt x="265235" y="4725"/>
                  </a:lnTo>
                  <a:lnTo>
                    <a:pt x="272242" y="4725"/>
                  </a:lnTo>
                  <a:lnTo>
                    <a:pt x="279242" y="4725"/>
                  </a:lnTo>
                  <a:lnTo>
                    <a:pt x="286257" y="4717"/>
                  </a:lnTo>
                  <a:lnTo>
                    <a:pt x="293257" y="4717"/>
                  </a:lnTo>
                  <a:lnTo>
                    <a:pt x="300264" y="4717"/>
                  </a:lnTo>
                  <a:lnTo>
                    <a:pt x="307272" y="4717"/>
                  </a:lnTo>
                  <a:lnTo>
                    <a:pt x="314279" y="4717"/>
                  </a:lnTo>
                  <a:lnTo>
                    <a:pt x="321287" y="4710"/>
                  </a:lnTo>
                  <a:lnTo>
                    <a:pt x="321523" y="9929"/>
                  </a:lnTo>
                  <a:lnTo>
                    <a:pt x="322466" y="14091"/>
                  </a:lnTo>
                  <a:lnTo>
                    <a:pt x="325768" y="20033"/>
                  </a:lnTo>
                  <a:lnTo>
                    <a:pt x="328553" y="23229"/>
                  </a:lnTo>
                  <a:lnTo>
                    <a:pt x="329557" y="24986"/>
                  </a:lnTo>
                  <a:lnTo>
                    <a:pt x="329649" y="25801"/>
                  </a:lnTo>
                  <a:lnTo>
                    <a:pt x="329519" y="26561"/>
                  </a:lnTo>
                  <a:lnTo>
                    <a:pt x="328675" y="25687"/>
                  </a:lnTo>
                  <a:lnTo>
                    <a:pt x="327245" y="25093"/>
                  </a:lnTo>
                  <a:lnTo>
                    <a:pt x="327047" y="27870"/>
                  </a:lnTo>
                  <a:lnTo>
                    <a:pt x="327374" y="29841"/>
                  </a:lnTo>
                  <a:lnTo>
                    <a:pt x="327716" y="33546"/>
                  </a:lnTo>
                  <a:lnTo>
                    <a:pt x="328888" y="37518"/>
                  </a:lnTo>
                  <a:lnTo>
                    <a:pt x="328043" y="41185"/>
                  </a:lnTo>
                  <a:lnTo>
                    <a:pt x="328158" y="47394"/>
                  </a:lnTo>
                  <a:lnTo>
                    <a:pt x="329633" y="54820"/>
                  </a:lnTo>
                  <a:lnTo>
                    <a:pt x="329337" y="59552"/>
                  </a:lnTo>
                  <a:lnTo>
                    <a:pt x="331749" y="70569"/>
                  </a:lnTo>
                  <a:lnTo>
                    <a:pt x="334092" y="76671"/>
                  </a:lnTo>
                  <a:lnTo>
                    <a:pt x="335378" y="78170"/>
                  </a:lnTo>
                  <a:lnTo>
                    <a:pt x="336831" y="78977"/>
                  </a:lnTo>
                  <a:lnTo>
                    <a:pt x="339616" y="79494"/>
                  </a:lnTo>
                  <a:lnTo>
                    <a:pt x="343717" y="82591"/>
                  </a:lnTo>
                  <a:lnTo>
                    <a:pt x="346966" y="85863"/>
                  </a:lnTo>
                  <a:lnTo>
                    <a:pt x="348122" y="87575"/>
                  </a:lnTo>
                  <a:lnTo>
                    <a:pt x="349690" y="89446"/>
                  </a:lnTo>
                  <a:lnTo>
                    <a:pt x="350770" y="89111"/>
                  </a:lnTo>
                  <a:lnTo>
                    <a:pt x="351432" y="88609"/>
                  </a:lnTo>
                  <a:lnTo>
                    <a:pt x="352490" y="90123"/>
                  </a:lnTo>
                  <a:lnTo>
                    <a:pt x="357641" y="93387"/>
                  </a:lnTo>
                  <a:lnTo>
                    <a:pt x="358401" y="94901"/>
                  </a:lnTo>
                  <a:lnTo>
                    <a:pt x="356545" y="96385"/>
                  </a:lnTo>
                  <a:lnTo>
                    <a:pt x="354407" y="98942"/>
                  </a:lnTo>
                  <a:lnTo>
                    <a:pt x="353867" y="99961"/>
                  </a:lnTo>
                  <a:lnTo>
                    <a:pt x="353616" y="100562"/>
                  </a:lnTo>
                  <a:lnTo>
                    <a:pt x="353365" y="101323"/>
                  </a:lnTo>
                  <a:lnTo>
                    <a:pt x="352802" y="102076"/>
                  </a:lnTo>
                  <a:lnTo>
                    <a:pt x="351577" y="103111"/>
                  </a:lnTo>
                  <a:lnTo>
                    <a:pt x="351090" y="103560"/>
                  </a:lnTo>
                  <a:lnTo>
                    <a:pt x="350801" y="104275"/>
                  </a:lnTo>
                  <a:lnTo>
                    <a:pt x="350062" y="104739"/>
                  </a:lnTo>
                  <a:lnTo>
                    <a:pt x="349256" y="104762"/>
                  </a:lnTo>
                  <a:lnTo>
                    <a:pt x="348556" y="105082"/>
                  </a:lnTo>
                  <a:lnTo>
                    <a:pt x="347499" y="105569"/>
                  </a:lnTo>
                  <a:lnTo>
                    <a:pt x="345923" y="105318"/>
                  </a:lnTo>
                  <a:lnTo>
                    <a:pt x="344318" y="105767"/>
                  </a:lnTo>
                  <a:lnTo>
                    <a:pt x="343732" y="106330"/>
                  </a:lnTo>
                  <a:lnTo>
                    <a:pt x="342454" y="106824"/>
                  </a:lnTo>
                  <a:lnTo>
                    <a:pt x="341183" y="106931"/>
                  </a:lnTo>
                  <a:lnTo>
                    <a:pt x="340735" y="107098"/>
                  </a:lnTo>
                  <a:lnTo>
                    <a:pt x="339532" y="107927"/>
                  </a:lnTo>
                  <a:lnTo>
                    <a:pt x="338056" y="109091"/>
                  </a:lnTo>
                  <a:lnTo>
                    <a:pt x="336329" y="109830"/>
                  </a:lnTo>
                  <a:lnTo>
                    <a:pt x="335720" y="110073"/>
                  </a:lnTo>
                  <a:lnTo>
                    <a:pt x="334929" y="110872"/>
                  </a:lnTo>
                  <a:lnTo>
                    <a:pt x="333704" y="114859"/>
                  </a:lnTo>
                  <a:lnTo>
                    <a:pt x="332806" y="115901"/>
                  </a:lnTo>
                  <a:lnTo>
                    <a:pt x="331300" y="116008"/>
                  </a:lnTo>
                  <a:lnTo>
                    <a:pt x="329345" y="116008"/>
                  </a:lnTo>
                  <a:lnTo>
                    <a:pt x="327648" y="116350"/>
                  </a:lnTo>
                  <a:lnTo>
                    <a:pt x="325342" y="115909"/>
                  </a:lnTo>
                  <a:lnTo>
                    <a:pt x="324224" y="115962"/>
                  </a:lnTo>
                  <a:lnTo>
                    <a:pt x="323927" y="116814"/>
                  </a:lnTo>
                  <a:lnTo>
                    <a:pt x="323516" y="120230"/>
                  </a:lnTo>
                  <a:lnTo>
                    <a:pt x="323569" y="121699"/>
                  </a:lnTo>
                  <a:lnTo>
                    <a:pt x="322656" y="123426"/>
                  </a:lnTo>
                  <a:lnTo>
                    <a:pt x="321637" y="125594"/>
                  </a:lnTo>
                  <a:lnTo>
                    <a:pt x="322010" y="129247"/>
                  </a:lnTo>
                  <a:lnTo>
                    <a:pt x="322185" y="132861"/>
                  </a:lnTo>
                  <a:lnTo>
                    <a:pt x="320313" y="138293"/>
                  </a:lnTo>
                  <a:lnTo>
                    <a:pt x="320047" y="139541"/>
                  </a:lnTo>
                  <a:lnTo>
                    <a:pt x="318152" y="143840"/>
                  </a:lnTo>
                  <a:lnTo>
                    <a:pt x="317178" y="145445"/>
                  </a:lnTo>
                  <a:lnTo>
                    <a:pt x="314759" y="153465"/>
                  </a:lnTo>
                  <a:lnTo>
                    <a:pt x="313815" y="155930"/>
                  </a:lnTo>
                  <a:lnTo>
                    <a:pt x="311792" y="158524"/>
                  </a:lnTo>
                  <a:lnTo>
                    <a:pt x="312248" y="162747"/>
                  </a:lnTo>
                  <a:lnTo>
                    <a:pt x="312735" y="167213"/>
                  </a:lnTo>
                  <a:lnTo>
                    <a:pt x="313191" y="171428"/>
                  </a:lnTo>
                  <a:lnTo>
                    <a:pt x="313876" y="177721"/>
                  </a:lnTo>
                  <a:lnTo>
                    <a:pt x="312157" y="183595"/>
                  </a:lnTo>
                  <a:lnTo>
                    <a:pt x="312225" y="186798"/>
                  </a:lnTo>
                  <a:lnTo>
                    <a:pt x="311023" y="191515"/>
                  </a:lnTo>
                  <a:lnTo>
                    <a:pt x="310072" y="193699"/>
                  </a:lnTo>
                  <a:lnTo>
                    <a:pt x="309227" y="194984"/>
                  </a:lnTo>
                  <a:lnTo>
                    <a:pt x="308520" y="196324"/>
                  </a:lnTo>
                  <a:lnTo>
                    <a:pt x="307211" y="199261"/>
                  </a:lnTo>
                  <a:lnTo>
                    <a:pt x="306100" y="203133"/>
                  </a:lnTo>
                  <a:lnTo>
                    <a:pt x="305606" y="207097"/>
                  </a:lnTo>
                  <a:lnTo>
                    <a:pt x="305568" y="209403"/>
                  </a:lnTo>
                  <a:lnTo>
                    <a:pt x="305347" y="210453"/>
                  </a:lnTo>
                  <a:lnTo>
                    <a:pt x="304974" y="211122"/>
                  </a:lnTo>
                  <a:lnTo>
                    <a:pt x="302410" y="211556"/>
                  </a:lnTo>
                  <a:lnTo>
                    <a:pt x="298842" y="212028"/>
                  </a:lnTo>
                  <a:lnTo>
                    <a:pt x="296924" y="212545"/>
                  </a:lnTo>
                  <a:lnTo>
                    <a:pt x="295639" y="213351"/>
                  </a:lnTo>
                  <a:lnTo>
                    <a:pt x="294056" y="215231"/>
                  </a:lnTo>
                  <a:lnTo>
                    <a:pt x="290921" y="220374"/>
                  </a:lnTo>
                  <a:lnTo>
                    <a:pt x="289285" y="223524"/>
                  </a:lnTo>
                  <a:lnTo>
                    <a:pt x="286714" y="227831"/>
                  </a:lnTo>
                  <a:lnTo>
                    <a:pt x="283723" y="230874"/>
                  </a:lnTo>
                  <a:lnTo>
                    <a:pt x="283092" y="232358"/>
                  </a:lnTo>
                  <a:lnTo>
                    <a:pt x="282597" y="235112"/>
                  </a:lnTo>
                  <a:lnTo>
                    <a:pt x="281494" y="239472"/>
                  </a:lnTo>
                  <a:lnTo>
                    <a:pt x="280482" y="242561"/>
                  </a:lnTo>
                  <a:lnTo>
                    <a:pt x="280665" y="245057"/>
                  </a:lnTo>
                  <a:lnTo>
                    <a:pt x="279721" y="249370"/>
                  </a:lnTo>
                  <a:lnTo>
                    <a:pt x="279858" y="251470"/>
                  </a:lnTo>
                  <a:lnTo>
                    <a:pt x="278808" y="252642"/>
                  </a:lnTo>
                  <a:lnTo>
                    <a:pt x="277401" y="253753"/>
                  </a:lnTo>
                  <a:lnTo>
                    <a:pt x="276442" y="254035"/>
                  </a:lnTo>
                  <a:lnTo>
                    <a:pt x="274388" y="252764"/>
                  </a:lnTo>
                  <a:lnTo>
                    <a:pt x="272820" y="251478"/>
                  </a:lnTo>
                  <a:lnTo>
                    <a:pt x="272181" y="251136"/>
                  </a:lnTo>
                  <a:lnTo>
                    <a:pt x="270819" y="251942"/>
                  </a:lnTo>
                  <a:lnTo>
                    <a:pt x="269183" y="253137"/>
                  </a:lnTo>
                  <a:lnTo>
                    <a:pt x="267312" y="255921"/>
                  </a:lnTo>
                  <a:lnTo>
                    <a:pt x="265859" y="258737"/>
                  </a:lnTo>
                  <a:lnTo>
                    <a:pt x="266696" y="264709"/>
                  </a:lnTo>
                  <a:lnTo>
                    <a:pt x="266619" y="266010"/>
                  </a:lnTo>
                  <a:lnTo>
                    <a:pt x="266193" y="267433"/>
                  </a:lnTo>
                  <a:lnTo>
                    <a:pt x="263926" y="271877"/>
                  </a:lnTo>
                  <a:lnTo>
                    <a:pt x="263363" y="273284"/>
                  </a:lnTo>
                  <a:lnTo>
                    <a:pt x="262541" y="275947"/>
                  </a:lnTo>
                  <a:lnTo>
                    <a:pt x="261666" y="280596"/>
                  </a:lnTo>
                  <a:lnTo>
                    <a:pt x="261636" y="281715"/>
                  </a:lnTo>
                  <a:lnTo>
                    <a:pt x="261636" y="281715"/>
                  </a:lnTo>
                  <a:lnTo>
                    <a:pt x="261613" y="281715"/>
                  </a:lnTo>
                  <a:lnTo>
                    <a:pt x="257641" y="281699"/>
                  </a:lnTo>
                  <a:lnTo>
                    <a:pt x="257573" y="281676"/>
                  </a:lnTo>
                  <a:lnTo>
                    <a:pt x="257512" y="281608"/>
                  </a:lnTo>
                  <a:lnTo>
                    <a:pt x="257451" y="281509"/>
                  </a:lnTo>
                  <a:lnTo>
                    <a:pt x="257383" y="281365"/>
                  </a:lnTo>
                  <a:lnTo>
                    <a:pt x="257230" y="280756"/>
                  </a:lnTo>
                  <a:lnTo>
                    <a:pt x="257147" y="279805"/>
                  </a:lnTo>
                  <a:lnTo>
                    <a:pt x="257284" y="278161"/>
                  </a:lnTo>
                  <a:lnTo>
                    <a:pt x="257725" y="276206"/>
                  </a:lnTo>
                  <a:lnTo>
                    <a:pt x="259102" y="273459"/>
                  </a:lnTo>
                  <a:lnTo>
                    <a:pt x="259171" y="273231"/>
                  </a:lnTo>
                  <a:lnTo>
                    <a:pt x="259186" y="273101"/>
                  </a:lnTo>
                  <a:lnTo>
                    <a:pt x="259186" y="272957"/>
                  </a:lnTo>
                  <a:lnTo>
                    <a:pt x="259056" y="272462"/>
                  </a:lnTo>
                  <a:lnTo>
                    <a:pt x="258897" y="272036"/>
                  </a:lnTo>
                  <a:lnTo>
                    <a:pt x="258820" y="271397"/>
                  </a:lnTo>
                  <a:lnTo>
                    <a:pt x="259056" y="269967"/>
                  </a:lnTo>
                  <a:lnTo>
                    <a:pt x="259079" y="269526"/>
                  </a:lnTo>
                  <a:lnTo>
                    <a:pt x="259049" y="268963"/>
                  </a:lnTo>
                  <a:lnTo>
                    <a:pt x="258943" y="268597"/>
                  </a:lnTo>
                  <a:lnTo>
                    <a:pt x="257984" y="266216"/>
                  </a:lnTo>
                  <a:lnTo>
                    <a:pt x="257664" y="265835"/>
                  </a:lnTo>
                  <a:lnTo>
                    <a:pt x="248419" y="258250"/>
                  </a:lnTo>
                  <a:lnTo>
                    <a:pt x="246730" y="256188"/>
                  </a:lnTo>
                  <a:lnTo>
                    <a:pt x="246548" y="256051"/>
                  </a:lnTo>
                  <a:lnTo>
                    <a:pt x="246320" y="255944"/>
                  </a:lnTo>
                  <a:lnTo>
                    <a:pt x="241625" y="254210"/>
                  </a:lnTo>
                  <a:lnTo>
                    <a:pt x="241397" y="254035"/>
                  </a:lnTo>
                  <a:lnTo>
                    <a:pt x="241428" y="253784"/>
                  </a:lnTo>
                  <a:lnTo>
                    <a:pt x="241572" y="253456"/>
                  </a:lnTo>
                  <a:lnTo>
                    <a:pt x="242135" y="252452"/>
                  </a:lnTo>
                  <a:lnTo>
                    <a:pt x="242211" y="252193"/>
                  </a:lnTo>
                  <a:lnTo>
                    <a:pt x="242295" y="251790"/>
                  </a:lnTo>
                  <a:lnTo>
                    <a:pt x="240180" y="235751"/>
                  </a:lnTo>
                  <a:lnTo>
                    <a:pt x="240187" y="235439"/>
                  </a:lnTo>
                  <a:lnTo>
                    <a:pt x="240279" y="235226"/>
                  </a:lnTo>
                  <a:lnTo>
                    <a:pt x="240354" y="235097"/>
                  </a:lnTo>
                  <a:lnTo>
                    <a:pt x="240636" y="234755"/>
                  </a:lnTo>
                  <a:lnTo>
                    <a:pt x="240880" y="234404"/>
                  </a:lnTo>
                  <a:lnTo>
                    <a:pt x="241161" y="233780"/>
                  </a:lnTo>
                  <a:lnTo>
                    <a:pt x="241230" y="233552"/>
                  </a:lnTo>
                  <a:lnTo>
                    <a:pt x="241527" y="230676"/>
                  </a:lnTo>
                  <a:lnTo>
                    <a:pt x="241503" y="228166"/>
                  </a:lnTo>
                  <a:lnTo>
                    <a:pt x="242736" y="223973"/>
                  </a:lnTo>
                  <a:lnTo>
                    <a:pt x="242873" y="222185"/>
                  </a:lnTo>
                  <a:lnTo>
                    <a:pt x="232678" y="222056"/>
                  </a:lnTo>
                  <a:lnTo>
                    <a:pt x="232617" y="222147"/>
                  </a:lnTo>
                  <a:lnTo>
                    <a:pt x="232609" y="222261"/>
                  </a:lnTo>
                  <a:lnTo>
                    <a:pt x="232632" y="222383"/>
                  </a:lnTo>
                  <a:lnTo>
                    <a:pt x="232647" y="222520"/>
                  </a:lnTo>
                  <a:lnTo>
                    <a:pt x="232640" y="222801"/>
                  </a:lnTo>
                  <a:lnTo>
                    <a:pt x="232563" y="223319"/>
                  </a:lnTo>
                  <a:lnTo>
                    <a:pt x="232541" y="223600"/>
                  </a:lnTo>
                  <a:lnTo>
                    <a:pt x="232548" y="223874"/>
                  </a:lnTo>
                  <a:lnTo>
                    <a:pt x="232708" y="224886"/>
                  </a:lnTo>
                  <a:lnTo>
                    <a:pt x="232974" y="225639"/>
                  </a:lnTo>
                  <a:lnTo>
                    <a:pt x="233012" y="225890"/>
                  </a:lnTo>
                  <a:lnTo>
                    <a:pt x="233028" y="226164"/>
                  </a:lnTo>
                  <a:lnTo>
                    <a:pt x="232997" y="226689"/>
                  </a:lnTo>
                  <a:lnTo>
                    <a:pt x="218807" y="226750"/>
                  </a:lnTo>
                  <a:lnTo>
                    <a:pt x="224422" y="233050"/>
                  </a:lnTo>
                  <a:lnTo>
                    <a:pt x="224491" y="233180"/>
                  </a:lnTo>
                  <a:lnTo>
                    <a:pt x="224590" y="233522"/>
                  </a:lnTo>
                  <a:lnTo>
                    <a:pt x="224628" y="233780"/>
                  </a:lnTo>
                  <a:lnTo>
                    <a:pt x="224734" y="235995"/>
                  </a:lnTo>
                  <a:lnTo>
                    <a:pt x="224437" y="239495"/>
                  </a:lnTo>
                  <a:lnTo>
                    <a:pt x="224498" y="241747"/>
                  </a:lnTo>
                  <a:lnTo>
                    <a:pt x="224826" y="243208"/>
                  </a:lnTo>
                  <a:lnTo>
                    <a:pt x="226347" y="246084"/>
                  </a:lnTo>
                  <a:lnTo>
                    <a:pt x="226248" y="246624"/>
                  </a:lnTo>
                  <a:lnTo>
                    <a:pt x="225898" y="247301"/>
                  </a:lnTo>
                  <a:lnTo>
                    <a:pt x="215832" y="255838"/>
                  </a:lnTo>
                  <a:lnTo>
                    <a:pt x="215551" y="256241"/>
                  </a:lnTo>
                  <a:lnTo>
                    <a:pt x="214151" y="259802"/>
                  </a:lnTo>
                  <a:lnTo>
                    <a:pt x="212819" y="261864"/>
                  </a:lnTo>
                  <a:lnTo>
                    <a:pt x="212233" y="262457"/>
                  </a:lnTo>
                  <a:lnTo>
                    <a:pt x="209897" y="265356"/>
                  </a:lnTo>
                  <a:lnTo>
                    <a:pt x="200714" y="274448"/>
                  </a:lnTo>
                  <a:lnTo>
                    <a:pt x="199208" y="275057"/>
                  </a:lnTo>
                  <a:lnTo>
                    <a:pt x="194635" y="275308"/>
                  </a:lnTo>
                  <a:lnTo>
                    <a:pt x="192215" y="275377"/>
                  </a:lnTo>
                  <a:lnTo>
                    <a:pt x="191941" y="275445"/>
                  </a:lnTo>
                  <a:lnTo>
                    <a:pt x="191530" y="275597"/>
                  </a:lnTo>
                  <a:lnTo>
                    <a:pt x="191280" y="275833"/>
                  </a:lnTo>
                  <a:lnTo>
                    <a:pt x="190983" y="276008"/>
                  </a:lnTo>
                  <a:lnTo>
                    <a:pt x="190686" y="275917"/>
                  </a:lnTo>
                  <a:lnTo>
                    <a:pt x="190343" y="275666"/>
                  </a:lnTo>
                  <a:lnTo>
                    <a:pt x="184698" y="270576"/>
                  </a:lnTo>
                  <a:lnTo>
                    <a:pt x="174624" y="264146"/>
                  </a:lnTo>
                  <a:lnTo>
                    <a:pt x="173658" y="264732"/>
                  </a:lnTo>
                  <a:lnTo>
                    <a:pt x="167959" y="267502"/>
                  </a:lnTo>
                  <a:lnTo>
                    <a:pt x="166787" y="268217"/>
                  </a:lnTo>
                  <a:lnTo>
                    <a:pt x="166133" y="268727"/>
                  </a:lnTo>
                  <a:lnTo>
                    <a:pt x="166103" y="271823"/>
                  </a:lnTo>
                  <a:lnTo>
                    <a:pt x="165106" y="273391"/>
                  </a:lnTo>
                  <a:lnTo>
                    <a:pt x="163310" y="275110"/>
                  </a:lnTo>
                  <a:lnTo>
                    <a:pt x="158380" y="276198"/>
                  </a:lnTo>
                  <a:lnTo>
                    <a:pt x="155816" y="277127"/>
                  </a:lnTo>
                  <a:lnTo>
                    <a:pt x="153191" y="278519"/>
                  </a:lnTo>
                  <a:lnTo>
                    <a:pt x="152765" y="278869"/>
                  </a:lnTo>
                  <a:lnTo>
                    <a:pt x="152765" y="278861"/>
                  </a:lnTo>
                  <a:lnTo>
                    <a:pt x="151760" y="279827"/>
                  </a:lnTo>
                  <a:lnTo>
                    <a:pt x="149775" y="281768"/>
                  </a:lnTo>
                  <a:lnTo>
                    <a:pt x="149561" y="283274"/>
                  </a:lnTo>
                  <a:lnTo>
                    <a:pt x="149881" y="284629"/>
                  </a:lnTo>
                  <a:lnTo>
                    <a:pt x="132891" y="284575"/>
                  </a:lnTo>
                  <a:lnTo>
                    <a:pt x="131773" y="283495"/>
                  </a:lnTo>
                  <a:lnTo>
                    <a:pt x="129414" y="278747"/>
                  </a:lnTo>
                  <a:lnTo>
                    <a:pt x="129308" y="278702"/>
                  </a:lnTo>
                  <a:lnTo>
                    <a:pt x="127573" y="278998"/>
                  </a:lnTo>
                  <a:lnTo>
                    <a:pt x="112082" y="278443"/>
                  </a:lnTo>
                  <a:lnTo>
                    <a:pt x="109868" y="278937"/>
                  </a:lnTo>
                  <a:lnTo>
                    <a:pt x="105439" y="280900"/>
                  </a:lnTo>
                  <a:lnTo>
                    <a:pt x="103210" y="281228"/>
                  </a:lnTo>
                  <a:lnTo>
                    <a:pt x="100912" y="280330"/>
                  </a:lnTo>
                  <a:lnTo>
                    <a:pt x="92764" y="270865"/>
                  </a:lnTo>
                  <a:lnTo>
                    <a:pt x="91006" y="269731"/>
                  </a:lnTo>
                  <a:lnTo>
                    <a:pt x="90359" y="269122"/>
                  </a:lnTo>
                  <a:lnTo>
                    <a:pt x="89157" y="267464"/>
                  </a:lnTo>
                  <a:lnTo>
                    <a:pt x="87415" y="266475"/>
                  </a:lnTo>
                  <a:lnTo>
                    <a:pt x="86829" y="265759"/>
                  </a:lnTo>
                  <a:lnTo>
                    <a:pt x="86638" y="264747"/>
                  </a:lnTo>
                  <a:lnTo>
                    <a:pt x="86692" y="262663"/>
                  </a:lnTo>
                  <a:lnTo>
                    <a:pt x="86121" y="261361"/>
                  </a:lnTo>
                  <a:lnTo>
                    <a:pt x="84835" y="261065"/>
                  </a:lnTo>
                  <a:lnTo>
                    <a:pt x="73879" y="263264"/>
                  </a:lnTo>
                  <a:lnTo>
                    <a:pt x="72312" y="263013"/>
                  </a:lnTo>
                  <a:lnTo>
                    <a:pt x="70014" y="263408"/>
                  </a:lnTo>
                  <a:lnTo>
                    <a:pt x="69222" y="263796"/>
                  </a:lnTo>
                  <a:lnTo>
                    <a:pt x="68295" y="265044"/>
                  </a:lnTo>
                  <a:lnTo>
                    <a:pt x="68104" y="266338"/>
                  </a:lnTo>
                  <a:lnTo>
                    <a:pt x="68135" y="267646"/>
                  </a:lnTo>
                  <a:lnTo>
                    <a:pt x="67853" y="268932"/>
                  </a:lnTo>
                  <a:lnTo>
                    <a:pt x="67016" y="270370"/>
                  </a:lnTo>
                  <a:lnTo>
                    <a:pt x="63897" y="273581"/>
                  </a:lnTo>
                  <a:lnTo>
                    <a:pt x="63204" y="274981"/>
                  </a:lnTo>
                  <a:lnTo>
                    <a:pt x="63349" y="278511"/>
                  </a:lnTo>
                  <a:lnTo>
                    <a:pt x="63144" y="280299"/>
                  </a:lnTo>
                  <a:lnTo>
                    <a:pt x="62672" y="281129"/>
                  </a:lnTo>
                  <a:lnTo>
                    <a:pt x="61317" y="282483"/>
                  </a:lnTo>
                  <a:lnTo>
                    <a:pt x="60823" y="283267"/>
                  </a:lnTo>
                  <a:lnTo>
                    <a:pt x="60595" y="284370"/>
                  </a:lnTo>
                  <a:lnTo>
                    <a:pt x="60518" y="286698"/>
                  </a:lnTo>
                  <a:lnTo>
                    <a:pt x="60275" y="287786"/>
                  </a:lnTo>
                  <a:lnTo>
                    <a:pt x="58571" y="290525"/>
                  </a:lnTo>
                  <a:lnTo>
                    <a:pt x="58168" y="291492"/>
                  </a:lnTo>
                  <a:lnTo>
                    <a:pt x="58069" y="293462"/>
                  </a:lnTo>
                  <a:lnTo>
                    <a:pt x="57795" y="294063"/>
                  </a:lnTo>
                  <a:lnTo>
                    <a:pt x="52842" y="295623"/>
                  </a:lnTo>
                  <a:lnTo>
                    <a:pt x="50992" y="296620"/>
                  </a:lnTo>
                  <a:lnTo>
                    <a:pt x="49859" y="298157"/>
                  </a:lnTo>
                  <a:lnTo>
                    <a:pt x="49585" y="298811"/>
                  </a:lnTo>
                  <a:lnTo>
                    <a:pt x="49585" y="298811"/>
                  </a:lnTo>
                  <a:lnTo>
                    <a:pt x="47462" y="298263"/>
                  </a:lnTo>
                  <a:lnTo>
                    <a:pt x="44769" y="297867"/>
                  </a:lnTo>
                  <a:lnTo>
                    <a:pt x="39587" y="297380"/>
                  </a:lnTo>
                  <a:lnTo>
                    <a:pt x="37540" y="296665"/>
                  </a:lnTo>
                  <a:lnTo>
                    <a:pt x="36559" y="295593"/>
                  </a:lnTo>
                  <a:lnTo>
                    <a:pt x="36871" y="292853"/>
                  </a:lnTo>
                  <a:lnTo>
                    <a:pt x="36354" y="292268"/>
                  </a:lnTo>
                  <a:lnTo>
                    <a:pt x="35532" y="291781"/>
                  </a:lnTo>
                  <a:lnTo>
                    <a:pt x="34961" y="290594"/>
                  </a:lnTo>
                  <a:lnTo>
                    <a:pt x="35083" y="289171"/>
                  </a:lnTo>
                  <a:lnTo>
                    <a:pt x="37814" y="286006"/>
                  </a:lnTo>
                  <a:lnTo>
                    <a:pt x="38378" y="284317"/>
                  </a:lnTo>
                  <a:lnTo>
                    <a:pt x="38811" y="278435"/>
                  </a:lnTo>
                  <a:lnTo>
                    <a:pt x="39093" y="276366"/>
                  </a:lnTo>
                  <a:lnTo>
                    <a:pt x="38887" y="273939"/>
                  </a:lnTo>
                  <a:lnTo>
                    <a:pt x="36719" y="269472"/>
                  </a:lnTo>
                  <a:lnTo>
                    <a:pt x="34832" y="266368"/>
                  </a:lnTo>
                  <a:lnTo>
                    <a:pt x="31750" y="261765"/>
                  </a:lnTo>
                  <a:lnTo>
                    <a:pt x="30549" y="260258"/>
                  </a:lnTo>
                  <a:lnTo>
                    <a:pt x="24324" y="253913"/>
                  </a:lnTo>
                  <a:lnTo>
                    <a:pt x="23602" y="252969"/>
                  </a:lnTo>
                  <a:lnTo>
                    <a:pt x="22095" y="250283"/>
                  </a:lnTo>
                  <a:lnTo>
                    <a:pt x="22841" y="247917"/>
                  </a:lnTo>
                  <a:lnTo>
                    <a:pt x="23754" y="244402"/>
                  </a:lnTo>
                  <a:lnTo>
                    <a:pt x="23860" y="242774"/>
                  </a:lnTo>
                  <a:lnTo>
                    <a:pt x="23435" y="241092"/>
                  </a:lnTo>
                  <a:lnTo>
                    <a:pt x="21859" y="239829"/>
                  </a:lnTo>
                  <a:lnTo>
                    <a:pt x="20459" y="239677"/>
                  </a:lnTo>
                  <a:lnTo>
                    <a:pt x="19835" y="239038"/>
                  </a:lnTo>
                  <a:lnTo>
                    <a:pt x="18618" y="238110"/>
                  </a:lnTo>
                  <a:lnTo>
                    <a:pt x="17416" y="237387"/>
                  </a:lnTo>
                  <a:lnTo>
                    <a:pt x="16351" y="236002"/>
                  </a:lnTo>
                  <a:lnTo>
                    <a:pt x="15613" y="234062"/>
                  </a:lnTo>
                  <a:lnTo>
                    <a:pt x="16138" y="227116"/>
                  </a:lnTo>
                  <a:lnTo>
                    <a:pt x="15780" y="226187"/>
                  </a:lnTo>
                  <a:lnTo>
                    <a:pt x="14190" y="225929"/>
                  </a:lnTo>
                  <a:lnTo>
                    <a:pt x="13817" y="225426"/>
                  </a:lnTo>
                  <a:lnTo>
                    <a:pt x="13878" y="224095"/>
                  </a:lnTo>
                  <a:lnTo>
                    <a:pt x="13026" y="220131"/>
                  </a:lnTo>
                  <a:lnTo>
                    <a:pt x="12067" y="216844"/>
                  </a:lnTo>
                  <a:lnTo>
                    <a:pt x="12577" y="215033"/>
                  </a:lnTo>
                  <a:lnTo>
                    <a:pt x="11253" y="212553"/>
                  </a:lnTo>
                  <a:lnTo>
                    <a:pt x="8712" y="211487"/>
                  </a:lnTo>
                  <a:lnTo>
                    <a:pt x="6315" y="211815"/>
                  </a:lnTo>
                  <a:lnTo>
                    <a:pt x="3743" y="212309"/>
                  </a:lnTo>
                  <a:lnTo>
                    <a:pt x="2191" y="212172"/>
                  </a:lnTo>
                  <a:lnTo>
                    <a:pt x="1134" y="211708"/>
                  </a:lnTo>
                  <a:lnTo>
                    <a:pt x="380" y="210803"/>
                  </a:lnTo>
                  <a:lnTo>
                    <a:pt x="0" y="209722"/>
                  </a:lnTo>
                  <a:lnTo>
                    <a:pt x="350" y="208109"/>
                  </a:lnTo>
                  <a:lnTo>
                    <a:pt x="1765" y="205142"/>
                  </a:lnTo>
                  <a:lnTo>
                    <a:pt x="3523" y="202707"/>
                  </a:lnTo>
                  <a:lnTo>
                    <a:pt x="7106" y="200478"/>
                  </a:lnTo>
                  <a:lnTo>
                    <a:pt x="8057" y="199299"/>
                  </a:lnTo>
                  <a:lnTo>
                    <a:pt x="8605" y="197982"/>
                  </a:lnTo>
                  <a:lnTo>
                    <a:pt x="8697" y="196476"/>
                  </a:lnTo>
                  <a:lnTo>
                    <a:pt x="8453" y="194885"/>
                  </a:lnTo>
                  <a:lnTo>
                    <a:pt x="8050" y="193432"/>
                  </a:lnTo>
                  <a:lnTo>
                    <a:pt x="6992" y="191507"/>
                  </a:lnTo>
                  <a:lnTo>
                    <a:pt x="6026" y="189240"/>
                  </a:lnTo>
                  <a:lnTo>
                    <a:pt x="6003" y="187718"/>
                  </a:lnTo>
                  <a:lnTo>
                    <a:pt x="6467" y="186623"/>
                  </a:lnTo>
                  <a:lnTo>
                    <a:pt x="7426" y="185299"/>
                  </a:lnTo>
                  <a:lnTo>
                    <a:pt x="9328" y="183807"/>
                  </a:lnTo>
                  <a:lnTo>
                    <a:pt x="9785" y="183511"/>
                  </a:lnTo>
                  <a:lnTo>
                    <a:pt x="10979" y="182712"/>
                  </a:lnTo>
                  <a:lnTo>
                    <a:pt x="12022" y="182126"/>
                  </a:lnTo>
                  <a:lnTo>
                    <a:pt x="14624" y="180559"/>
                  </a:lnTo>
                  <a:lnTo>
                    <a:pt x="15232" y="179805"/>
                  </a:lnTo>
                  <a:lnTo>
                    <a:pt x="15011" y="178900"/>
                  </a:lnTo>
                  <a:lnTo>
                    <a:pt x="14372" y="178162"/>
                  </a:lnTo>
                  <a:lnTo>
                    <a:pt x="13322" y="177127"/>
                  </a:lnTo>
                  <a:lnTo>
                    <a:pt x="13109" y="175857"/>
                  </a:lnTo>
                  <a:lnTo>
                    <a:pt x="12805" y="173688"/>
                  </a:lnTo>
                  <a:lnTo>
                    <a:pt x="12265" y="172303"/>
                  </a:lnTo>
                  <a:lnTo>
                    <a:pt x="11877" y="171291"/>
                  </a:lnTo>
                  <a:lnTo>
                    <a:pt x="12615" y="170531"/>
                  </a:lnTo>
                  <a:lnTo>
                    <a:pt x="13718" y="169473"/>
                  </a:lnTo>
                  <a:lnTo>
                    <a:pt x="15095" y="168826"/>
                  </a:lnTo>
                  <a:lnTo>
                    <a:pt x="17218" y="168279"/>
                  </a:lnTo>
                  <a:lnTo>
                    <a:pt x="18055" y="167518"/>
                  </a:lnTo>
                  <a:lnTo>
                    <a:pt x="18298" y="166072"/>
                  </a:lnTo>
                  <a:lnTo>
                    <a:pt x="18230" y="164687"/>
                  </a:lnTo>
                  <a:lnTo>
                    <a:pt x="18999" y="163660"/>
                  </a:lnTo>
                  <a:lnTo>
                    <a:pt x="20026" y="161454"/>
                  </a:lnTo>
                  <a:lnTo>
                    <a:pt x="20855" y="160449"/>
                  </a:lnTo>
                  <a:lnTo>
                    <a:pt x="22248" y="159300"/>
                  </a:lnTo>
                  <a:lnTo>
                    <a:pt x="23640" y="157862"/>
                  </a:lnTo>
                  <a:lnTo>
                    <a:pt x="24256" y="156188"/>
                  </a:lnTo>
                  <a:lnTo>
                    <a:pt x="24431" y="154583"/>
                  </a:lnTo>
                  <a:lnTo>
                    <a:pt x="23670" y="149698"/>
                  </a:lnTo>
                  <a:lnTo>
                    <a:pt x="25275" y="147659"/>
                  </a:lnTo>
                  <a:lnTo>
                    <a:pt x="27330" y="145970"/>
                  </a:lnTo>
                  <a:lnTo>
                    <a:pt x="30282" y="146084"/>
                  </a:lnTo>
                  <a:lnTo>
                    <a:pt x="34862" y="145712"/>
                  </a:lnTo>
                  <a:lnTo>
                    <a:pt x="37982" y="145011"/>
                  </a:lnTo>
                  <a:lnTo>
                    <a:pt x="40204" y="145034"/>
                  </a:lnTo>
                  <a:lnTo>
                    <a:pt x="45279" y="145947"/>
                  </a:lnTo>
                  <a:lnTo>
                    <a:pt x="45697" y="145727"/>
                  </a:lnTo>
                  <a:lnTo>
                    <a:pt x="45811" y="145544"/>
                  </a:lnTo>
                  <a:lnTo>
                    <a:pt x="46085" y="144251"/>
                  </a:lnTo>
                  <a:lnTo>
                    <a:pt x="46077" y="140994"/>
                  </a:lnTo>
                  <a:lnTo>
                    <a:pt x="46070" y="131133"/>
                  </a:lnTo>
                  <a:lnTo>
                    <a:pt x="46062" y="121258"/>
                  </a:lnTo>
                  <a:lnTo>
                    <a:pt x="46055" y="111359"/>
                  </a:lnTo>
                  <a:lnTo>
                    <a:pt x="46047" y="101430"/>
                  </a:lnTo>
                  <a:lnTo>
                    <a:pt x="46039" y="91478"/>
                  </a:lnTo>
                  <a:lnTo>
                    <a:pt x="46032" y="81503"/>
                  </a:lnTo>
                  <a:lnTo>
                    <a:pt x="46024" y="71498"/>
                  </a:lnTo>
                  <a:lnTo>
                    <a:pt x="46016" y="61470"/>
                  </a:lnTo>
                  <a:lnTo>
                    <a:pt x="46016" y="58654"/>
                  </a:lnTo>
                  <a:lnTo>
                    <a:pt x="46016" y="55847"/>
                  </a:lnTo>
                  <a:lnTo>
                    <a:pt x="46016" y="53032"/>
                  </a:lnTo>
                  <a:lnTo>
                    <a:pt x="46016" y="50209"/>
                  </a:lnTo>
                  <a:lnTo>
                    <a:pt x="51282" y="50217"/>
                  </a:lnTo>
                  <a:lnTo>
                    <a:pt x="56554" y="50217"/>
                  </a:lnTo>
                  <a:lnTo>
                    <a:pt x="61820" y="50217"/>
                  </a:lnTo>
                  <a:lnTo>
                    <a:pt x="67085" y="50224"/>
                  </a:lnTo>
                  <a:lnTo>
                    <a:pt x="67153" y="50178"/>
                  </a:lnTo>
                  <a:lnTo>
                    <a:pt x="67221" y="50140"/>
                  </a:lnTo>
                  <a:lnTo>
                    <a:pt x="67283" y="50095"/>
                  </a:lnTo>
                  <a:lnTo>
                    <a:pt x="67351" y="50064"/>
                  </a:lnTo>
                  <a:lnTo>
                    <a:pt x="67358" y="38788"/>
                  </a:lnTo>
                  <a:lnTo>
                    <a:pt x="67358" y="27474"/>
                  </a:lnTo>
                  <a:lnTo>
                    <a:pt x="67366" y="16122"/>
                  </a:lnTo>
                  <a:lnTo>
                    <a:pt x="67366" y="4733"/>
                  </a:lnTo>
                  <a:lnTo>
                    <a:pt x="75522" y="4733"/>
                  </a:lnTo>
                  <a:lnTo>
                    <a:pt x="83686" y="4740"/>
                  </a:lnTo>
                  <a:lnTo>
                    <a:pt x="91843" y="4740"/>
                  </a:lnTo>
                  <a:lnTo>
                    <a:pt x="99999" y="4740"/>
                  </a:lnTo>
                  <a:lnTo>
                    <a:pt x="108156" y="4740"/>
                  </a:lnTo>
                  <a:lnTo>
                    <a:pt x="116312" y="4740"/>
                  </a:lnTo>
                  <a:lnTo>
                    <a:pt x="124476" y="4740"/>
                  </a:lnTo>
                  <a:lnTo>
                    <a:pt x="132633" y="4748"/>
                  </a:lnTo>
                  <a:lnTo>
                    <a:pt x="140789" y="4748"/>
                  </a:lnTo>
                  <a:lnTo>
                    <a:pt x="148945" y="4748"/>
                  </a:lnTo>
                  <a:lnTo>
                    <a:pt x="157102" y="4748"/>
                  </a:lnTo>
                  <a:lnTo>
                    <a:pt x="165258" y="4748"/>
                  </a:lnTo>
                  <a:lnTo>
                    <a:pt x="173414" y="4755"/>
                  </a:lnTo>
                  <a:lnTo>
                    <a:pt x="181571" y="4755"/>
                  </a:lnTo>
                  <a:lnTo>
                    <a:pt x="189735" y="4755"/>
                  </a:lnTo>
                  <a:lnTo>
                    <a:pt x="197891" y="4755"/>
                  </a:lnTo>
                  <a:lnTo>
                    <a:pt x="200379" y="4755"/>
                  </a:lnTo>
                  <a:lnTo>
                    <a:pt x="201475" y="4588"/>
                  </a:lnTo>
                  <a:lnTo>
                    <a:pt x="203567" y="320"/>
                  </a:lnTo>
                  <a:lnTo>
                    <a:pt x="204458" y="0"/>
                  </a:lnTo>
                  <a:lnTo>
                    <a:pt x="205819" y="251"/>
                  </a:lnTo>
                  <a:lnTo>
                    <a:pt x="206291" y="125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10" name="Freeform: Shape 2309">
              <a:extLst>
                <a:ext uri="{FF2B5EF4-FFF2-40B4-BE49-F238E27FC236}">
                  <a16:creationId xmlns:a16="http://schemas.microsoft.com/office/drawing/2014/main" id="{B2F008B7-640D-F52C-22DF-370B5C3C1DAB}"/>
                </a:ext>
              </a:extLst>
            </p:cNvPr>
            <p:cNvSpPr/>
            <p:nvPr/>
          </p:nvSpPr>
          <p:spPr>
            <a:xfrm>
              <a:off x="9811835" y="2947530"/>
              <a:ext cx="277834" cy="638403"/>
            </a:xfrm>
            <a:custGeom>
              <a:avLst/>
              <a:gdLst>
                <a:gd name="csX0" fmla="*/ 277834 w 277834"/>
                <a:gd name="csY0" fmla="*/ 179805 h 638403"/>
                <a:gd name="csX1" fmla="*/ 272174 w 277834"/>
                <a:gd name="csY1" fmla="*/ 181008 h 638403"/>
                <a:gd name="csX2" fmla="*/ 267921 w 277834"/>
                <a:gd name="csY2" fmla="*/ 178596 h 638403"/>
                <a:gd name="csX3" fmla="*/ 265798 w 277834"/>
                <a:gd name="csY3" fmla="*/ 179805 h 638403"/>
                <a:gd name="csX4" fmla="*/ 262093 w 277834"/>
                <a:gd name="csY4" fmla="*/ 179859 h 638403"/>
                <a:gd name="csX5" fmla="*/ 257877 w 277834"/>
                <a:gd name="csY5" fmla="*/ 180810 h 638403"/>
                <a:gd name="csX6" fmla="*/ 256454 w 277834"/>
                <a:gd name="csY6" fmla="*/ 182689 h 638403"/>
                <a:gd name="csX7" fmla="*/ 255336 w 277834"/>
                <a:gd name="csY7" fmla="*/ 183442 h 638403"/>
                <a:gd name="csX8" fmla="*/ 251433 w 277834"/>
                <a:gd name="csY8" fmla="*/ 180787 h 638403"/>
                <a:gd name="csX9" fmla="*/ 247742 w 277834"/>
                <a:gd name="csY9" fmla="*/ 176382 h 638403"/>
                <a:gd name="csX10" fmla="*/ 245049 w 277834"/>
                <a:gd name="csY10" fmla="*/ 179737 h 638403"/>
                <a:gd name="csX11" fmla="*/ 243307 w 277834"/>
                <a:gd name="csY11" fmla="*/ 180369 h 638403"/>
                <a:gd name="csX12" fmla="*/ 241732 w 277834"/>
                <a:gd name="csY12" fmla="*/ 177333 h 638403"/>
                <a:gd name="csX13" fmla="*/ 240362 w 277834"/>
                <a:gd name="csY13" fmla="*/ 176838 h 638403"/>
                <a:gd name="csX14" fmla="*/ 239624 w 277834"/>
                <a:gd name="csY14" fmla="*/ 177850 h 638403"/>
                <a:gd name="csX15" fmla="*/ 238978 w 277834"/>
                <a:gd name="csY15" fmla="*/ 180536 h 638403"/>
                <a:gd name="csX16" fmla="*/ 237943 w 277834"/>
                <a:gd name="csY16" fmla="*/ 182643 h 638403"/>
                <a:gd name="csX17" fmla="*/ 237669 w 277834"/>
                <a:gd name="csY17" fmla="*/ 183975 h 638403"/>
                <a:gd name="csX18" fmla="*/ 237494 w 277834"/>
                <a:gd name="csY18" fmla="*/ 189331 h 638403"/>
                <a:gd name="csX19" fmla="*/ 237228 w 277834"/>
                <a:gd name="csY19" fmla="*/ 190572 h 638403"/>
                <a:gd name="csX20" fmla="*/ 233644 w 277834"/>
                <a:gd name="csY20" fmla="*/ 189879 h 638403"/>
                <a:gd name="csX21" fmla="*/ 233857 w 277834"/>
                <a:gd name="csY21" fmla="*/ 191287 h 638403"/>
                <a:gd name="csX22" fmla="*/ 234641 w 277834"/>
                <a:gd name="csY22" fmla="*/ 191994 h 638403"/>
                <a:gd name="csX23" fmla="*/ 234960 w 277834"/>
                <a:gd name="csY23" fmla="*/ 192885 h 638403"/>
                <a:gd name="csX24" fmla="*/ 233659 w 277834"/>
                <a:gd name="csY24" fmla="*/ 194049 h 638403"/>
                <a:gd name="csX25" fmla="*/ 230106 w 277834"/>
                <a:gd name="csY25" fmla="*/ 193935 h 638403"/>
                <a:gd name="csX26" fmla="*/ 229741 w 277834"/>
                <a:gd name="csY26" fmla="*/ 195175 h 638403"/>
                <a:gd name="csX27" fmla="*/ 230737 w 277834"/>
                <a:gd name="csY27" fmla="*/ 197123 h 638403"/>
                <a:gd name="csX28" fmla="*/ 229954 w 277834"/>
                <a:gd name="csY28" fmla="*/ 198835 h 638403"/>
                <a:gd name="csX29" fmla="*/ 229231 w 277834"/>
                <a:gd name="csY29" fmla="*/ 199504 h 638403"/>
                <a:gd name="csX30" fmla="*/ 224978 w 277834"/>
                <a:gd name="csY30" fmla="*/ 200562 h 638403"/>
                <a:gd name="csX31" fmla="*/ 222520 w 277834"/>
                <a:gd name="csY31" fmla="*/ 200318 h 638403"/>
                <a:gd name="csX32" fmla="*/ 221813 w 277834"/>
                <a:gd name="csY32" fmla="*/ 201421 h 638403"/>
                <a:gd name="csX33" fmla="*/ 221622 w 277834"/>
                <a:gd name="csY33" fmla="*/ 202852 h 638403"/>
                <a:gd name="csX34" fmla="*/ 222087 w 277834"/>
                <a:gd name="csY34" fmla="*/ 204259 h 638403"/>
                <a:gd name="csX35" fmla="*/ 223175 w 277834"/>
                <a:gd name="csY35" fmla="*/ 205005 h 638403"/>
                <a:gd name="csX36" fmla="*/ 223532 w 277834"/>
                <a:gd name="csY36" fmla="*/ 205895 h 638403"/>
                <a:gd name="csX37" fmla="*/ 223456 w 277834"/>
                <a:gd name="csY37" fmla="*/ 207820 h 638403"/>
                <a:gd name="csX38" fmla="*/ 222551 w 277834"/>
                <a:gd name="csY38" fmla="*/ 208170 h 638403"/>
                <a:gd name="csX39" fmla="*/ 219994 w 277834"/>
                <a:gd name="csY39" fmla="*/ 204784 h 638403"/>
                <a:gd name="csX40" fmla="*/ 219210 w 277834"/>
                <a:gd name="csY40" fmla="*/ 204959 h 638403"/>
                <a:gd name="csX41" fmla="*/ 219796 w 277834"/>
                <a:gd name="csY41" fmla="*/ 206717 h 638403"/>
                <a:gd name="csX42" fmla="*/ 221257 w 277834"/>
                <a:gd name="csY42" fmla="*/ 208634 h 638403"/>
                <a:gd name="csX43" fmla="*/ 222102 w 277834"/>
                <a:gd name="csY43" fmla="*/ 210590 h 638403"/>
                <a:gd name="csX44" fmla="*/ 222840 w 277834"/>
                <a:gd name="csY44" fmla="*/ 212933 h 638403"/>
                <a:gd name="csX45" fmla="*/ 222695 w 277834"/>
                <a:gd name="csY45" fmla="*/ 214714 h 638403"/>
                <a:gd name="csX46" fmla="*/ 219515 w 277834"/>
                <a:gd name="csY46" fmla="*/ 220435 h 638403"/>
                <a:gd name="csX47" fmla="*/ 216715 w 277834"/>
                <a:gd name="csY47" fmla="*/ 224034 h 638403"/>
                <a:gd name="csX48" fmla="*/ 214630 w 277834"/>
                <a:gd name="csY48" fmla="*/ 227268 h 638403"/>
                <a:gd name="csX49" fmla="*/ 213397 w 277834"/>
                <a:gd name="csY49" fmla="*/ 230692 h 638403"/>
                <a:gd name="csX50" fmla="*/ 214828 w 277834"/>
                <a:gd name="csY50" fmla="*/ 232411 h 638403"/>
                <a:gd name="csX51" fmla="*/ 216410 w 277834"/>
                <a:gd name="csY51" fmla="*/ 234891 h 638403"/>
                <a:gd name="csX52" fmla="*/ 217529 w 277834"/>
                <a:gd name="csY52" fmla="*/ 239647 h 638403"/>
                <a:gd name="csX53" fmla="*/ 218861 w 277834"/>
                <a:gd name="csY53" fmla="*/ 243877 h 638403"/>
                <a:gd name="csX54" fmla="*/ 221546 w 277834"/>
                <a:gd name="csY54" fmla="*/ 247902 h 638403"/>
                <a:gd name="csX55" fmla="*/ 221006 w 277834"/>
                <a:gd name="csY55" fmla="*/ 250223 h 638403"/>
                <a:gd name="csX56" fmla="*/ 220382 w 277834"/>
                <a:gd name="csY56" fmla="*/ 252026 h 638403"/>
                <a:gd name="csX57" fmla="*/ 215916 w 277834"/>
                <a:gd name="csY57" fmla="*/ 255990 h 638403"/>
                <a:gd name="csX58" fmla="*/ 210848 w 277834"/>
                <a:gd name="csY58" fmla="*/ 261940 h 638403"/>
                <a:gd name="csX59" fmla="*/ 205386 w 277834"/>
                <a:gd name="csY59" fmla="*/ 277035 h 638403"/>
                <a:gd name="csX60" fmla="*/ 203567 w 277834"/>
                <a:gd name="csY60" fmla="*/ 279052 h 638403"/>
                <a:gd name="csX61" fmla="*/ 198789 w 277834"/>
                <a:gd name="csY61" fmla="*/ 281585 h 638403"/>
                <a:gd name="csX62" fmla="*/ 197031 w 277834"/>
                <a:gd name="csY62" fmla="*/ 284035 h 638403"/>
                <a:gd name="csX63" fmla="*/ 193471 w 277834"/>
                <a:gd name="csY63" fmla="*/ 286942 h 638403"/>
                <a:gd name="csX64" fmla="*/ 187255 w 277834"/>
                <a:gd name="csY64" fmla="*/ 289437 h 638403"/>
                <a:gd name="csX65" fmla="*/ 184440 w 277834"/>
                <a:gd name="csY65" fmla="*/ 292907 h 638403"/>
                <a:gd name="csX66" fmla="*/ 183168 w 277834"/>
                <a:gd name="csY66" fmla="*/ 296483 h 638403"/>
                <a:gd name="csX67" fmla="*/ 181753 w 277834"/>
                <a:gd name="csY67" fmla="*/ 296741 h 638403"/>
                <a:gd name="csX68" fmla="*/ 180346 w 277834"/>
                <a:gd name="csY68" fmla="*/ 295341 h 638403"/>
                <a:gd name="csX69" fmla="*/ 178474 w 277834"/>
                <a:gd name="csY69" fmla="*/ 294299 h 638403"/>
                <a:gd name="csX70" fmla="*/ 178231 w 277834"/>
                <a:gd name="csY70" fmla="*/ 296635 h 638403"/>
                <a:gd name="csX71" fmla="*/ 178314 w 277834"/>
                <a:gd name="csY71" fmla="*/ 298347 h 638403"/>
                <a:gd name="csX72" fmla="*/ 175317 w 277834"/>
                <a:gd name="csY72" fmla="*/ 295813 h 638403"/>
                <a:gd name="csX73" fmla="*/ 173902 w 277834"/>
                <a:gd name="csY73" fmla="*/ 298141 h 638403"/>
                <a:gd name="csX74" fmla="*/ 172798 w 277834"/>
                <a:gd name="csY74" fmla="*/ 302014 h 638403"/>
                <a:gd name="csX75" fmla="*/ 168484 w 277834"/>
                <a:gd name="csY75" fmla="*/ 307218 h 638403"/>
                <a:gd name="csX76" fmla="*/ 163835 w 277834"/>
                <a:gd name="csY76" fmla="*/ 306283 h 638403"/>
                <a:gd name="csX77" fmla="*/ 163318 w 277834"/>
                <a:gd name="csY77" fmla="*/ 307196 h 638403"/>
                <a:gd name="csX78" fmla="*/ 164551 w 277834"/>
                <a:gd name="csY78" fmla="*/ 307858 h 638403"/>
                <a:gd name="csX79" fmla="*/ 164741 w 277834"/>
                <a:gd name="csY79" fmla="*/ 308687 h 638403"/>
                <a:gd name="csX80" fmla="*/ 163896 w 277834"/>
                <a:gd name="csY80" fmla="*/ 309128 h 638403"/>
                <a:gd name="csX81" fmla="*/ 162618 w 277834"/>
                <a:gd name="csY81" fmla="*/ 309082 h 638403"/>
                <a:gd name="csX82" fmla="*/ 160647 w 277834"/>
                <a:gd name="csY82" fmla="*/ 310110 h 638403"/>
                <a:gd name="csX83" fmla="*/ 159354 w 277834"/>
                <a:gd name="csY83" fmla="*/ 310034 h 638403"/>
                <a:gd name="csX84" fmla="*/ 158737 w 277834"/>
                <a:gd name="csY84" fmla="*/ 312484 h 638403"/>
                <a:gd name="csX85" fmla="*/ 157733 w 277834"/>
                <a:gd name="csY85" fmla="*/ 315443 h 638403"/>
                <a:gd name="csX86" fmla="*/ 155108 w 277834"/>
                <a:gd name="csY86" fmla="*/ 316668 h 638403"/>
                <a:gd name="csX87" fmla="*/ 153754 w 277834"/>
                <a:gd name="csY87" fmla="*/ 316919 h 638403"/>
                <a:gd name="csX88" fmla="*/ 153084 w 277834"/>
                <a:gd name="csY88" fmla="*/ 318601 h 638403"/>
                <a:gd name="csX89" fmla="*/ 157125 w 277834"/>
                <a:gd name="csY89" fmla="*/ 318951 h 638403"/>
                <a:gd name="csX90" fmla="*/ 156805 w 277834"/>
                <a:gd name="csY90" fmla="*/ 320374 h 638403"/>
                <a:gd name="csX91" fmla="*/ 156714 w 277834"/>
                <a:gd name="csY91" fmla="*/ 321796 h 638403"/>
                <a:gd name="csX92" fmla="*/ 156295 w 277834"/>
                <a:gd name="csY92" fmla="*/ 323318 h 638403"/>
                <a:gd name="csX93" fmla="*/ 151700 w 277834"/>
                <a:gd name="csY93" fmla="*/ 325509 h 638403"/>
                <a:gd name="csX94" fmla="*/ 150992 w 277834"/>
                <a:gd name="csY94" fmla="*/ 327229 h 638403"/>
                <a:gd name="csX95" fmla="*/ 150033 w 277834"/>
                <a:gd name="csY95" fmla="*/ 328294 h 638403"/>
                <a:gd name="csX96" fmla="*/ 147987 w 277834"/>
                <a:gd name="csY96" fmla="*/ 328233 h 638403"/>
                <a:gd name="csX97" fmla="*/ 148063 w 277834"/>
                <a:gd name="csY97" fmla="*/ 327244 h 638403"/>
                <a:gd name="csX98" fmla="*/ 148398 w 277834"/>
                <a:gd name="csY98" fmla="*/ 326126 h 638403"/>
                <a:gd name="csX99" fmla="*/ 145354 w 277834"/>
                <a:gd name="csY99" fmla="*/ 326225 h 638403"/>
                <a:gd name="csX100" fmla="*/ 144403 w 277834"/>
                <a:gd name="csY100" fmla="*/ 323752 h 638403"/>
                <a:gd name="csX101" fmla="*/ 143825 w 277834"/>
                <a:gd name="csY101" fmla="*/ 324383 h 638403"/>
                <a:gd name="csX102" fmla="*/ 144167 w 277834"/>
                <a:gd name="csY102" fmla="*/ 326377 h 638403"/>
                <a:gd name="csX103" fmla="*/ 144958 w 277834"/>
                <a:gd name="csY103" fmla="*/ 328446 h 638403"/>
                <a:gd name="csX104" fmla="*/ 145849 w 277834"/>
                <a:gd name="csY104" fmla="*/ 331482 h 638403"/>
                <a:gd name="csX105" fmla="*/ 145126 w 277834"/>
                <a:gd name="csY105" fmla="*/ 333392 h 638403"/>
                <a:gd name="csX106" fmla="*/ 144327 w 277834"/>
                <a:gd name="csY106" fmla="*/ 334343 h 638403"/>
                <a:gd name="csX107" fmla="*/ 144913 w 277834"/>
                <a:gd name="csY107" fmla="*/ 335218 h 638403"/>
                <a:gd name="csX108" fmla="*/ 146534 w 277834"/>
                <a:gd name="csY108" fmla="*/ 335888 h 638403"/>
                <a:gd name="csX109" fmla="*/ 147188 w 277834"/>
                <a:gd name="csY109" fmla="*/ 337082 h 638403"/>
                <a:gd name="csX110" fmla="*/ 145263 w 277834"/>
                <a:gd name="csY110" fmla="*/ 338102 h 638403"/>
                <a:gd name="csX111" fmla="*/ 142858 w 277834"/>
                <a:gd name="csY111" fmla="*/ 341601 h 638403"/>
                <a:gd name="csX112" fmla="*/ 140363 w 277834"/>
                <a:gd name="csY112" fmla="*/ 341685 h 638403"/>
                <a:gd name="csX113" fmla="*/ 138841 w 277834"/>
                <a:gd name="csY113" fmla="*/ 343998 h 638403"/>
                <a:gd name="csX114" fmla="*/ 137220 w 277834"/>
                <a:gd name="csY114" fmla="*/ 343991 h 638403"/>
                <a:gd name="csX115" fmla="*/ 135904 w 277834"/>
                <a:gd name="csY115" fmla="*/ 342537 h 638403"/>
                <a:gd name="csX116" fmla="*/ 133797 w 277834"/>
                <a:gd name="csY116" fmla="*/ 341343 h 638403"/>
                <a:gd name="csX117" fmla="*/ 133120 w 277834"/>
                <a:gd name="csY117" fmla="*/ 343443 h 638403"/>
                <a:gd name="csX118" fmla="*/ 133013 w 277834"/>
                <a:gd name="csY118" fmla="*/ 345117 h 638403"/>
                <a:gd name="csX119" fmla="*/ 134200 w 277834"/>
                <a:gd name="csY119" fmla="*/ 349339 h 638403"/>
                <a:gd name="csX120" fmla="*/ 136467 w 277834"/>
                <a:gd name="csY120" fmla="*/ 352596 h 638403"/>
                <a:gd name="csX121" fmla="*/ 138567 w 277834"/>
                <a:gd name="csY121" fmla="*/ 354003 h 638403"/>
                <a:gd name="csX122" fmla="*/ 137053 w 277834"/>
                <a:gd name="csY122" fmla="*/ 354955 h 638403"/>
                <a:gd name="csX123" fmla="*/ 135927 w 277834"/>
                <a:gd name="csY123" fmla="*/ 357055 h 638403"/>
                <a:gd name="csX124" fmla="*/ 134565 w 277834"/>
                <a:gd name="csY124" fmla="*/ 363598 h 638403"/>
                <a:gd name="csX125" fmla="*/ 133827 w 277834"/>
                <a:gd name="csY125" fmla="*/ 366170 h 638403"/>
                <a:gd name="csX126" fmla="*/ 133028 w 277834"/>
                <a:gd name="csY126" fmla="*/ 370689 h 638403"/>
                <a:gd name="csX127" fmla="*/ 133530 w 277834"/>
                <a:gd name="csY127" fmla="*/ 374493 h 638403"/>
                <a:gd name="csX128" fmla="*/ 133941 w 277834"/>
                <a:gd name="csY128" fmla="*/ 376357 h 638403"/>
                <a:gd name="csX129" fmla="*/ 134969 w 277834"/>
                <a:gd name="csY129" fmla="*/ 378891 h 638403"/>
                <a:gd name="csX130" fmla="*/ 132176 w 277834"/>
                <a:gd name="csY130" fmla="*/ 378564 h 638403"/>
                <a:gd name="csX131" fmla="*/ 129224 w 277834"/>
                <a:gd name="csY131" fmla="*/ 377088 h 638403"/>
                <a:gd name="csX132" fmla="*/ 129635 w 277834"/>
                <a:gd name="csY132" fmla="*/ 380154 h 638403"/>
                <a:gd name="csX133" fmla="*/ 127824 w 277834"/>
                <a:gd name="csY133" fmla="*/ 383776 h 638403"/>
                <a:gd name="csX134" fmla="*/ 128159 w 277834"/>
                <a:gd name="csY134" fmla="*/ 386956 h 638403"/>
                <a:gd name="csX135" fmla="*/ 128539 w 277834"/>
                <a:gd name="csY135" fmla="*/ 389018 h 638403"/>
                <a:gd name="csX136" fmla="*/ 127976 w 277834"/>
                <a:gd name="csY136" fmla="*/ 392434 h 638403"/>
                <a:gd name="csX137" fmla="*/ 128828 w 277834"/>
                <a:gd name="csY137" fmla="*/ 393507 h 638403"/>
                <a:gd name="csX138" fmla="*/ 129292 w 277834"/>
                <a:gd name="csY138" fmla="*/ 395539 h 638403"/>
                <a:gd name="csX139" fmla="*/ 128524 w 277834"/>
                <a:gd name="csY139" fmla="*/ 397037 h 638403"/>
                <a:gd name="csX140" fmla="*/ 128859 w 277834"/>
                <a:gd name="csY140" fmla="*/ 398323 h 638403"/>
                <a:gd name="csX141" fmla="*/ 128988 w 277834"/>
                <a:gd name="csY141" fmla="*/ 402866 h 638403"/>
                <a:gd name="csX142" fmla="*/ 129566 w 277834"/>
                <a:gd name="csY142" fmla="*/ 409949 h 638403"/>
                <a:gd name="csX143" fmla="*/ 129353 w 277834"/>
                <a:gd name="csY143" fmla="*/ 411440 h 638403"/>
                <a:gd name="csX144" fmla="*/ 130974 w 277834"/>
                <a:gd name="csY144" fmla="*/ 417558 h 638403"/>
                <a:gd name="csX145" fmla="*/ 130601 w 277834"/>
                <a:gd name="csY145" fmla="*/ 419696 h 638403"/>
                <a:gd name="csX146" fmla="*/ 130380 w 277834"/>
                <a:gd name="csY146" fmla="*/ 422412 h 638403"/>
                <a:gd name="csX147" fmla="*/ 132709 w 277834"/>
                <a:gd name="csY147" fmla="*/ 425022 h 638403"/>
                <a:gd name="csX148" fmla="*/ 134778 w 277834"/>
                <a:gd name="csY148" fmla="*/ 424984 h 638403"/>
                <a:gd name="csX149" fmla="*/ 136878 w 277834"/>
                <a:gd name="csY149" fmla="*/ 424946 h 638403"/>
                <a:gd name="csX150" fmla="*/ 137677 w 277834"/>
                <a:gd name="csY150" fmla="*/ 425592 h 638403"/>
                <a:gd name="csX151" fmla="*/ 138483 w 277834"/>
                <a:gd name="csY151" fmla="*/ 427434 h 638403"/>
                <a:gd name="csX152" fmla="*/ 139130 w 277834"/>
                <a:gd name="csY152" fmla="*/ 429610 h 638403"/>
                <a:gd name="csX153" fmla="*/ 140857 w 277834"/>
                <a:gd name="csY153" fmla="*/ 429435 h 638403"/>
                <a:gd name="csX154" fmla="*/ 143619 w 277834"/>
                <a:gd name="csY154" fmla="*/ 427669 h 638403"/>
                <a:gd name="csX155" fmla="*/ 145415 w 277834"/>
                <a:gd name="csY155" fmla="*/ 427251 h 638403"/>
                <a:gd name="csX156" fmla="*/ 146602 w 277834"/>
                <a:gd name="csY156" fmla="*/ 430644 h 638403"/>
                <a:gd name="csX157" fmla="*/ 149828 w 277834"/>
                <a:gd name="csY157" fmla="*/ 435118 h 638403"/>
                <a:gd name="csX158" fmla="*/ 151707 w 277834"/>
                <a:gd name="csY158" fmla="*/ 437119 h 638403"/>
                <a:gd name="csX159" fmla="*/ 154895 w 277834"/>
                <a:gd name="csY159" fmla="*/ 438177 h 638403"/>
                <a:gd name="csX160" fmla="*/ 158258 w 277834"/>
                <a:gd name="csY160" fmla="*/ 441768 h 638403"/>
                <a:gd name="csX161" fmla="*/ 157786 w 277834"/>
                <a:gd name="csY161" fmla="*/ 446090 h 638403"/>
                <a:gd name="csX162" fmla="*/ 159186 w 277834"/>
                <a:gd name="csY162" fmla="*/ 447528 h 638403"/>
                <a:gd name="csX163" fmla="*/ 163150 w 277834"/>
                <a:gd name="csY163" fmla="*/ 449225 h 638403"/>
                <a:gd name="csX164" fmla="*/ 164558 w 277834"/>
                <a:gd name="csY164" fmla="*/ 451515 h 638403"/>
                <a:gd name="csX165" fmla="*/ 165235 w 277834"/>
                <a:gd name="csY165" fmla="*/ 453462 h 638403"/>
                <a:gd name="csX166" fmla="*/ 166278 w 277834"/>
                <a:gd name="csY166" fmla="*/ 455076 h 638403"/>
                <a:gd name="csX167" fmla="*/ 167503 w 277834"/>
                <a:gd name="csY167" fmla="*/ 459937 h 638403"/>
                <a:gd name="csX168" fmla="*/ 167076 w 277834"/>
                <a:gd name="csY168" fmla="*/ 462928 h 638403"/>
                <a:gd name="csX169" fmla="*/ 165479 w 277834"/>
                <a:gd name="csY169" fmla="*/ 463955 h 638403"/>
                <a:gd name="csX170" fmla="*/ 161697 w 277834"/>
                <a:gd name="csY170" fmla="*/ 467150 h 638403"/>
                <a:gd name="csX171" fmla="*/ 160016 w 277834"/>
                <a:gd name="csY171" fmla="*/ 469532 h 638403"/>
                <a:gd name="csX172" fmla="*/ 158700 w 277834"/>
                <a:gd name="csY172" fmla="*/ 471008 h 638403"/>
                <a:gd name="csX173" fmla="*/ 154948 w 277834"/>
                <a:gd name="csY173" fmla="*/ 474181 h 638403"/>
                <a:gd name="csX174" fmla="*/ 153572 w 277834"/>
                <a:gd name="csY174" fmla="*/ 474751 h 638403"/>
                <a:gd name="csX175" fmla="*/ 152255 w 277834"/>
                <a:gd name="csY175" fmla="*/ 476395 h 638403"/>
                <a:gd name="csX176" fmla="*/ 150984 w 277834"/>
                <a:gd name="csY176" fmla="*/ 477118 h 638403"/>
                <a:gd name="csX177" fmla="*/ 149843 w 277834"/>
                <a:gd name="csY177" fmla="*/ 476707 h 638403"/>
                <a:gd name="csX178" fmla="*/ 145583 w 277834"/>
                <a:gd name="csY178" fmla="*/ 479682 h 638403"/>
                <a:gd name="csX179" fmla="*/ 142706 w 277834"/>
                <a:gd name="csY179" fmla="*/ 478860 h 638403"/>
                <a:gd name="csX180" fmla="*/ 141496 w 277834"/>
                <a:gd name="csY180" fmla="*/ 477391 h 638403"/>
                <a:gd name="csX181" fmla="*/ 142265 w 277834"/>
                <a:gd name="csY181" fmla="*/ 471548 h 638403"/>
                <a:gd name="csX182" fmla="*/ 141786 w 277834"/>
                <a:gd name="csY182" fmla="*/ 469661 h 638403"/>
                <a:gd name="csX183" fmla="*/ 141230 w 277834"/>
                <a:gd name="csY183" fmla="*/ 468710 h 638403"/>
                <a:gd name="csX184" fmla="*/ 139344 w 277834"/>
                <a:gd name="csY184" fmla="*/ 469798 h 638403"/>
                <a:gd name="csX185" fmla="*/ 139678 w 277834"/>
                <a:gd name="csY185" fmla="*/ 472035 h 638403"/>
                <a:gd name="csX186" fmla="*/ 136414 w 277834"/>
                <a:gd name="csY186" fmla="*/ 472126 h 638403"/>
                <a:gd name="csX187" fmla="*/ 133340 w 277834"/>
                <a:gd name="csY187" fmla="*/ 470232 h 638403"/>
                <a:gd name="csX188" fmla="*/ 132945 w 277834"/>
                <a:gd name="csY188" fmla="*/ 473960 h 638403"/>
                <a:gd name="csX189" fmla="*/ 126340 w 277834"/>
                <a:gd name="csY189" fmla="*/ 470871 h 638403"/>
                <a:gd name="csX190" fmla="*/ 124522 w 277834"/>
                <a:gd name="csY190" fmla="*/ 471655 h 638403"/>
                <a:gd name="csX191" fmla="*/ 121608 w 277834"/>
                <a:gd name="csY191" fmla="*/ 470102 h 638403"/>
                <a:gd name="csX192" fmla="*/ 119713 w 277834"/>
                <a:gd name="csY192" fmla="*/ 471959 h 638403"/>
                <a:gd name="csX193" fmla="*/ 117461 w 277834"/>
                <a:gd name="csY193" fmla="*/ 471289 h 638403"/>
                <a:gd name="csX194" fmla="*/ 115902 w 277834"/>
                <a:gd name="csY194" fmla="*/ 469083 h 638403"/>
                <a:gd name="csX195" fmla="*/ 113740 w 277834"/>
                <a:gd name="csY195" fmla="*/ 472963 h 638403"/>
                <a:gd name="csX196" fmla="*/ 109023 w 277834"/>
                <a:gd name="csY196" fmla="*/ 474067 h 638403"/>
                <a:gd name="csX197" fmla="*/ 104588 w 277834"/>
                <a:gd name="csY197" fmla="*/ 474683 h 638403"/>
                <a:gd name="csX198" fmla="*/ 106725 w 277834"/>
                <a:gd name="csY198" fmla="*/ 475976 h 638403"/>
                <a:gd name="csX199" fmla="*/ 116678 w 277834"/>
                <a:gd name="csY199" fmla="*/ 475733 h 638403"/>
                <a:gd name="csX200" fmla="*/ 119493 w 277834"/>
                <a:gd name="csY200" fmla="*/ 476691 h 638403"/>
                <a:gd name="csX201" fmla="*/ 123152 w 277834"/>
                <a:gd name="csY201" fmla="*/ 476052 h 638403"/>
                <a:gd name="csX202" fmla="*/ 126394 w 277834"/>
                <a:gd name="csY202" fmla="*/ 479096 h 638403"/>
                <a:gd name="csX203" fmla="*/ 128729 w 277834"/>
                <a:gd name="csY203" fmla="*/ 479826 h 638403"/>
                <a:gd name="csX204" fmla="*/ 131491 w 277834"/>
                <a:gd name="csY204" fmla="*/ 483318 h 638403"/>
                <a:gd name="csX205" fmla="*/ 132907 w 277834"/>
                <a:gd name="csY205" fmla="*/ 482367 h 638403"/>
                <a:gd name="csX206" fmla="*/ 135128 w 277834"/>
                <a:gd name="csY206" fmla="*/ 482512 h 638403"/>
                <a:gd name="csX207" fmla="*/ 137183 w 277834"/>
                <a:gd name="csY207" fmla="*/ 483509 h 638403"/>
                <a:gd name="csX208" fmla="*/ 143703 w 277834"/>
                <a:gd name="csY208" fmla="*/ 483379 h 638403"/>
                <a:gd name="csX209" fmla="*/ 145917 w 277834"/>
                <a:gd name="csY209" fmla="*/ 480945 h 638403"/>
                <a:gd name="csX210" fmla="*/ 149181 w 277834"/>
                <a:gd name="csY210" fmla="*/ 481477 h 638403"/>
                <a:gd name="csX211" fmla="*/ 150847 w 277834"/>
                <a:gd name="csY211" fmla="*/ 480846 h 638403"/>
                <a:gd name="csX212" fmla="*/ 152126 w 277834"/>
                <a:gd name="csY212" fmla="*/ 479354 h 638403"/>
                <a:gd name="csX213" fmla="*/ 153526 w 277834"/>
                <a:gd name="csY213" fmla="*/ 479012 h 638403"/>
                <a:gd name="csX214" fmla="*/ 154797 w 277834"/>
                <a:gd name="csY214" fmla="*/ 479294 h 638403"/>
                <a:gd name="csX215" fmla="*/ 156151 w 277834"/>
                <a:gd name="csY215" fmla="*/ 478114 h 638403"/>
                <a:gd name="csX216" fmla="*/ 157216 w 277834"/>
                <a:gd name="csY216" fmla="*/ 477643 h 638403"/>
                <a:gd name="csX217" fmla="*/ 158312 w 277834"/>
                <a:gd name="csY217" fmla="*/ 478213 h 638403"/>
                <a:gd name="csX218" fmla="*/ 159537 w 277834"/>
                <a:gd name="csY218" fmla="*/ 481036 h 638403"/>
                <a:gd name="csX219" fmla="*/ 156995 w 277834"/>
                <a:gd name="csY219" fmla="*/ 482497 h 638403"/>
                <a:gd name="csX220" fmla="*/ 155192 w 277834"/>
                <a:gd name="csY220" fmla="*/ 482565 h 638403"/>
                <a:gd name="csX221" fmla="*/ 154309 w 277834"/>
                <a:gd name="csY221" fmla="*/ 487176 h 638403"/>
                <a:gd name="csX222" fmla="*/ 153221 w 277834"/>
                <a:gd name="csY222" fmla="*/ 489154 h 638403"/>
                <a:gd name="csX223" fmla="*/ 152437 w 277834"/>
                <a:gd name="csY223" fmla="*/ 490105 h 638403"/>
                <a:gd name="csX224" fmla="*/ 148443 w 277834"/>
                <a:gd name="csY224" fmla="*/ 492061 h 638403"/>
                <a:gd name="csX225" fmla="*/ 145803 w 277834"/>
                <a:gd name="csY225" fmla="*/ 494533 h 638403"/>
                <a:gd name="csX226" fmla="*/ 142691 w 277834"/>
                <a:gd name="csY226" fmla="*/ 496519 h 638403"/>
                <a:gd name="csX227" fmla="*/ 141337 w 277834"/>
                <a:gd name="csY227" fmla="*/ 496086 h 638403"/>
                <a:gd name="csX228" fmla="*/ 139290 w 277834"/>
                <a:gd name="csY228" fmla="*/ 498102 h 638403"/>
                <a:gd name="csX229" fmla="*/ 134748 w 277834"/>
                <a:gd name="csY229" fmla="*/ 500483 h 638403"/>
                <a:gd name="csX230" fmla="*/ 132412 w 277834"/>
                <a:gd name="csY230" fmla="*/ 503694 h 638403"/>
                <a:gd name="csX231" fmla="*/ 127185 w 277834"/>
                <a:gd name="csY231" fmla="*/ 506555 h 638403"/>
                <a:gd name="csX232" fmla="*/ 124522 w 277834"/>
                <a:gd name="csY232" fmla="*/ 508883 h 638403"/>
                <a:gd name="csX233" fmla="*/ 117286 w 277834"/>
                <a:gd name="csY233" fmla="*/ 509005 h 638403"/>
                <a:gd name="csX234" fmla="*/ 110378 w 277834"/>
                <a:gd name="csY234" fmla="*/ 508495 h 638403"/>
                <a:gd name="csX235" fmla="*/ 108209 w 277834"/>
                <a:gd name="csY235" fmla="*/ 509598 h 638403"/>
                <a:gd name="csX236" fmla="*/ 110431 w 277834"/>
                <a:gd name="csY236" fmla="*/ 509941 h 638403"/>
                <a:gd name="csX237" fmla="*/ 111983 w 277834"/>
                <a:gd name="csY237" fmla="*/ 511021 h 638403"/>
                <a:gd name="csX238" fmla="*/ 113847 w 277834"/>
                <a:gd name="csY238" fmla="*/ 510565 h 638403"/>
                <a:gd name="csX239" fmla="*/ 118230 w 277834"/>
                <a:gd name="csY239" fmla="*/ 511105 h 638403"/>
                <a:gd name="csX240" fmla="*/ 120482 w 277834"/>
                <a:gd name="csY240" fmla="*/ 511698 h 638403"/>
                <a:gd name="csX241" fmla="*/ 123373 w 277834"/>
                <a:gd name="csY241" fmla="*/ 515487 h 638403"/>
                <a:gd name="csX242" fmla="*/ 121250 w 277834"/>
                <a:gd name="csY242" fmla="*/ 516827 h 638403"/>
                <a:gd name="csX243" fmla="*/ 117568 w 277834"/>
                <a:gd name="csY243" fmla="*/ 517861 h 638403"/>
                <a:gd name="csX244" fmla="*/ 118953 w 277834"/>
                <a:gd name="csY244" fmla="*/ 523203 h 638403"/>
                <a:gd name="csX245" fmla="*/ 120086 w 277834"/>
                <a:gd name="csY245" fmla="*/ 526794 h 638403"/>
                <a:gd name="csX246" fmla="*/ 118595 w 277834"/>
                <a:gd name="csY246" fmla="*/ 528955 h 638403"/>
                <a:gd name="csX247" fmla="*/ 118481 w 277834"/>
                <a:gd name="csY247" fmla="*/ 538747 h 638403"/>
                <a:gd name="csX248" fmla="*/ 116388 w 277834"/>
                <a:gd name="csY248" fmla="*/ 538930 h 638403"/>
                <a:gd name="csX249" fmla="*/ 115498 w 277834"/>
                <a:gd name="csY249" fmla="*/ 542962 h 638403"/>
                <a:gd name="csX250" fmla="*/ 116152 w 277834"/>
                <a:gd name="csY250" fmla="*/ 545016 h 638403"/>
                <a:gd name="csX251" fmla="*/ 116099 w 277834"/>
                <a:gd name="csY251" fmla="*/ 549772 h 638403"/>
                <a:gd name="csX252" fmla="*/ 116533 w 277834"/>
                <a:gd name="csY252" fmla="*/ 552693 h 638403"/>
                <a:gd name="csX253" fmla="*/ 117560 w 277834"/>
                <a:gd name="csY253" fmla="*/ 555379 h 638403"/>
                <a:gd name="csX254" fmla="*/ 117103 w 277834"/>
                <a:gd name="csY254" fmla="*/ 558172 h 638403"/>
                <a:gd name="csX255" fmla="*/ 113794 w 277834"/>
                <a:gd name="csY255" fmla="*/ 564692 h 638403"/>
                <a:gd name="csX256" fmla="*/ 113862 w 277834"/>
                <a:gd name="csY256" fmla="*/ 567743 h 638403"/>
                <a:gd name="csX257" fmla="*/ 114463 w 277834"/>
                <a:gd name="csY257" fmla="*/ 569554 h 638403"/>
                <a:gd name="csX258" fmla="*/ 114905 w 277834"/>
                <a:gd name="csY258" fmla="*/ 572438 h 638403"/>
                <a:gd name="csX259" fmla="*/ 113398 w 277834"/>
                <a:gd name="csY259" fmla="*/ 577969 h 638403"/>
                <a:gd name="csX260" fmla="*/ 112341 w 277834"/>
                <a:gd name="csY260" fmla="*/ 582572 h 638403"/>
                <a:gd name="csX261" fmla="*/ 111077 w 277834"/>
                <a:gd name="csY261" fmla="*/ 586437 h 638403"/>
                <a:gd name="csX262" fmla="*/ 108255 w 277834"/>
                <a:gd name="csY262" fmla="*/ 591056 h 638403"/>
                <a:gd name="csX263" fmla="*/ 106847 w 277834"/>
                <a:gd name="csY263" fmla="*/ 594502 h 638403"/>
                <a:gd name="csX264" fmla="*/ 103560 w 277834"/>
                <a:gd name="csY264" fmla="*/ 605208 h 638403"/>
                <a:gd name="csX265" fmla="*/ 101932 w 277834"/>
                <a:gd name="csY265" fmla="*/ 607323 h 638403"/>
                <a:gd name="csX266" fmla="*/ 99931 w 277834"/>
                <a:gd name="csY266" fmla="*/ 608943 h 638403"/>
                <a:gd name="csX267" fmla="*/ 97702 w 277834"/>
                <a:gd name="csY267" fmla="*/ 607444 h 638403"/>
                <a:gd name="csX268" fmla="*/ 95655 w 277834"/>
                <a:gd name="csY268" fmla="*/ 606630 h 638403"/>
                <a:gd name="csX269" fmla="*/ 93159 w 277834"/>
                <a:gd name="csY269" fmla="*/ 606729 h 638403"/>
                <a:gd name="csX270" fmla="*/ 89248 w 277834"/>
                <a:gd name="csY270" fmla="*/ 607962 h 638403"/>
                <a:gd name="csX271" fmla="*/ 83367 w 277834"/>
                <a:gd name="csY271" fmla="*/ 607140 h 638403"/>
                <a:gd name="csX272" fmla="*/ 77623 w 277834"/>
                <a:gd name="csY272" fmla="*/ 607536 h 638403"/>
                <a:gd name="csX273" fmla="*/ 76169 w 277834"/>
                <a:gd name="csY273" fmla="*/ 608593 h 638403"/>
                <a:gd name="csX274" fmla="*/ 77044 w 277834"/>
                <a:gd name="csY274" fmla="*/ 612451 h 638403"/>
                <a:gd name="csX275" fmla="*/ 74921 w 277834"/>
                <a:gd name="csY275" fmla="*/ 612953 h 638403"/>
                <a:gd name="csX276" fmla="*/ 72852 w 277834"/>
                <a:gd name="csY276" fmla="*/ 611858 h 638403"/>
                <a:gd name="csX277" fmla="*/ 71026 w 277834"/>
                <a:gd name="csY277" fmla="*/ 613166 h 638403"/>
                <a:gd name="csX278" fmla="*/ 69504 w 277834"/>
                <a:gd name="csY278" fmla="*/ 614597 h 638403"/>
                <a:gd name="csX279" fmla="*/ 66514 w 277834"/>
                <a:gd name="csY279" fmla="*/ 617990 h 638403"/>
                <a:gd name="csX280" fmla="*/ 65510 w 277834"/>
                <a:gd name="csY280" fmla="*/ 620075 h 638403"/>
                <a:gd name="csX281" fmla="*/ 65251 w 277834"/>
                <a:gd name="csY281" fmla="*/ 623993 h 638403"/>
                <a:gd name="csX282" fmla="*/ 66826 w 277834"/>
                <a:gd name="csY282" fmla="*/ 627501 h 638403"/>
                <a:gd name="csX283" fmla="*/ 68218 w 277834"/>
                <a:gd name="csY283" fmla="*/ 631602 h 638403"/>
                <a:gd name="csX284" fmla="*/ 64635 w 277834"/>
                <a:gd name="csY284" fmla="*/ 636525 h 638403"/>
                <a:gd name="csX285" fmla="*/ 62634 w 277834"/>
                <a:gd name="csY285" fmla="*/ 636692 h 638403"/>
                <a:gd name="csX286" fmla="*/ 56790 w 277834"/>
                <a:gd name="csY286" fmla="*/ 635322 h 638403"/>
                <a:gd name="csX287" fmla="*/ 46435 w 277834"/>
                <a:gd name="csY287" fmla="*/ 638404 h 638403"/>
                <a:gd name="csX288" fmla="*/ 37138 w 277834"/>
                <a:gd name="csY288" fmla="*/ 635969 h 638403"/>
                <a:gd name="csX289" fmla="*/ 38302 w 277834"/>
                <a:gd name="csY289" fmla="*/ 633329 h 638403"/>
                <a:gd name="csX290" fmla="*/ 38263 w 277834"/>
                <a:gd name="csY290" fmla="*/ 631389 h 638403"/>
                <a:gd name="csX291" fmla="*/ 38788 w 277834"/>
                <a:gd name="csY291" fmla="*/ 628399 h 638403"/>
                <a:gd name="csX292" fmla="*/ 39100 w 277834"/>
                <a:gd name="csY292" fmla="*/ 625332 h 638403"/>
                <a:gd name="csX293" fmla="*/ 39017 w 277834"/>
                <a:gd name="csY293" fmla="*/ 623278 h 638403"/>
                <a:gd name="csX294" fmla="*/ 38332 w 277834"/>
                <a:gd name="csY294" fmla="*/ 621079 h 638403"/>
                <a:gd name="csX295" fmla="*/ 36042 w 277834"/>
                <a:gd name="csY295" fmla="*/ 618203 h 638403"/>
                <a:gd name="csX296" fmla="*/ 30876 w 277834"/>
                <a:gd name="csY296" fmla="*/ 608457 h 638403"/>
                <a:gd name="csX297" fmla="*/ 29346 w 277834"/>
                <a:gd name="csY297" fmla="*/ 604325 h 638403"/>
                <a:gd name="csX298" fmla="*/ 28281 w 277834"/>
                <a:gd name="csY298" fmla="*/ 602598 h 638403"/>
                <a:gd name="csX299" fmla="*/ 29049 w 277834"/>
                <a:gd name="csY299" fmla="*/ 602507 h 638403"/>
                <a:gd name="csX300" fmla="*/ 33310 w 277834"/>
                <a:gd name="csY300" fmla="*/ 604728 h 638403"/>
                <a:gd name="csX301" fmla="*/ 34299 w 277834"/>
                <a:gd name="csY301" fmla="*/ 604454 h 638403"/>
                <a:gd name="csX302" fmla="*/ 35342 w 277834"/>
                <a:gd name="csY302" fmla="*/ 603625 h 638403"/>
                <a:gd name="csX303" fmla="*/ 34071 w 277834"/>
                <a:gd name="csY303" fmla="*/ 600437 h 638403"/>
                <a:gd name="csX304" fmla="*/ 32976 w 277834"/>
                <a:gd name="csY304" fmla="*/ 598999 h 638403"/>
                <a:gd name="csX305" fmla="*/ 32238 w 277834"/>
                <a:gd name="csY305" fmla="*/ 596838 h 638403"/>
                <a:gd name="csX306" fmla="*/ 34725 w 277834"/>
                <a:gd name="csY306" fmla="*/ 596252 h 638403"/>
                <a:gd name="csX307" fmla="*/ 36529 w 277834"/>
                <a:gd name="csY307" fmla="*/ 596382 h 638403"/>
                <a:gd name="csX308" fmla="*/ 37853 w 277834"/>
                <a:gd name="csY308" fmla="*/ 593947 h 638403"/>
                <a:gd name="csX309" fmla="*/ 37084 w 277834"/>
                <a:gd name="csY309" fmla="*/ 589998 h 638403"/>
                <a:gd name="csX310" fmla="*/ 35152 w 277834"/>
                <a:gd name="csY310" fmla="*/ 588781 h 638403"/>
                <a:gd name="csX311" fmla="*/ 33538 w 277834"/>
                <a:gd name="csY311" fmla="*/ 588248 h 638403"/>
                <a:gd name="csX312" fmla="*/ 30442 w 277834"/>
                <a:gd name="csY312" fmla="*/ 582009 h 638403"/>
                <a:gd name="csX313" fmla="*/ 27216 w 277834"/>
                <a:gd name="csY313" fmla="*/ 578768 h 638403"/>
                <a:gd name="csX314" fmla="*/ 21456 w 277834"/>
                <a:gd name="csY314" fmla="*/ 566206 h 638403"/>
                <a:gd name="csX315" fmla="*/ 19349 w 277834"/>
                <a:gd name="csY315" fmla="*/ 557517 h 638403"/>
                <a:gd name="csX316" fmla="*/ 17393 w 277834"/>
                <a:gd name="csY316" fmla="*/ 558347 h 638403"/>
                <a:gd name="csX317" fmla="*/ 16442 w 277834"/>
                <a:gd name="csY317" fmla="*/ 554550 h 638403"/>
                <a:gd name="csX318" fmla="*/ 15757 w 277834"/>
                <a:gd name="csY318" fmla="*/ 550936 h 638403"/>
                <a:gd name="csX319" fmla="*/ 15620 w 277834"/>
                <a:gd name="csY319" fmla="*/ 548280 h 638403"/>
                <a:gd name="csX320" fmla="*/ 12547 w 277834"/>
                <a:gd name="csY320" fmla="*/ 546759 h 638403"/>
                <a:gd name="csX321" fmla="*/ 12425 w 277834"/>
                <a:gd name="csY321" fmla="*/ 544887 h 638403"/>
                <a:gd name="csX322" fmla="*/ 11869 w 277834"/>
                <a:gd name="csY322" fmla="*/ 536518 h 638403"/>
                <a:gd name="csX323" fmla="*/ 8575 w 277834"/>
                <a:gd name="csY323" fmla="*/ 535391 h 638403"/>
                <a:gd name="csX324" fmla="*/ 6445 w 277834"/>
                <a:gd name="csY324" fmla="*/ 530674 h 638403"/>
                <a:gd name="csX325" fmla="*/ 6064 w 277834"/>
                <a:gd name="csY325" fmla="*/ 521704 h 638403"/>
                <a:gd name="csX326" fmla="*/ 3896 w 277834"/>
                <a:gd name="csY326" fmla="*/ 520068 h 638403"/>
                <a:gd name="csX327" fmla="*/ 2153 w 277834"/>
                <a:gd name="csY327" fmla="*/ 520524 h 638403"/>
                <a:gd name="csX328" fmla="*/ 2237 w 277834"/>
                <a:gd name="csY328" fmla="*/ 518295 h 638403"/>
                <a:gd name="csX329" fmla="*/ 2655 w 277834"/>
                <a:gd name="csY329" fmla="*/ 516195 h 638403"/>
                <a:gd name="csX330" fmla="*/ 1636 w 277834"/>
                <a:gd name="csY330" fmla="*/ 507841 h 638403"/>
                <a:gd name="csX331" fmla="*/ 1294 w 277834"/>
                <a:gd name="csY331" fmla="*/ 500179 h 638403"/>
                <a:gd name="csX332" fmla="*/ 472 w 277834"/>
                <a:gd name="csY332" fmla="*/ 497851 h 638403"/>
                <a:gd name="csX333" fmla="*/ 0 w 277834"/>
                <a:gd name="csY333" fmla="*/ 495127 h 638403"/>
                <a:gd name="csX334" fmla="*/ 418 w 277834"/>
                <a:gd name="csY334" fmla="*/ 492768 h 638403"/>
                <a:gd name="csX335" fmla="*/ 1042 w 277834"/>
                <a:gd name="csY335" fmla="*/ 491406 h 638403"/>
                <a:gd name="csX336" fmla="*/ 3165 w 277834"/>
                <a:gd name="csY336" fmla="*/ 491049 h 638403"/>
                <a:gd name="csX337" fmla="*/ 5151 w 277834"/>
                <a:gd name="csY337" fmla="*/ 493134 h 638403"/>
                <a:gd name="csX338" fmla="*/ 6909 w 277834"/>
                <a:gd name="csY338" fmla="*/ 498383 h 638403"/>
                <a:gd name="csX339" fmla="*/ 8461 w 277834"/>
                <a:gd name="csY339" fmla="*/ 499068 h 638403"/>
                <a:gd name="csX340" fmla="*/ 10576 w 277834"/>
                <a:gd name="csY340" fmla="*/ 497699 h 638403"/>
                <a:gd name="csX341" fmla="*/ 12060 w 277834"/>
                <a:gd name="csY341" fmla="*/ 493872 h 638403"/>
                <a:gd name="csX342" fmla="*/ 12904 w 277834"/>
                <a:gd name="csY342" fmla="*/ 488112 h 638403"/>
                <a:gd name="csX343" fmla="*/ 13893 w 277834"/>
                <a:gd name="csY343" fmla="*/ 482596 h 638403"/>
                <a:gd name="csX344" fmla="*/ 12722 w 277834"/>
                <a:gd name="csY344" fmla="*/ 476676 h 638403"/>
                <a:gd name="csX345" fmla="*/ 11474 w 277834"/>
                <a:gd name="csY345" fmla="*/ 471457 h 638403"/>
                <a:gd name="csX346" fmla="*/ 11382 w 277834"/>
                <a:gd name="csY346" fmla="*/ 469920 h 638403"/>
                <a:gd name="csX347" fmla="*/ 14662 w 277834"/>
                <a:gd name="csY347" fmla="*/ 465492 h 638403"/>
                <a:gd name="csX348" fmla="*/ 15666 w 277834"/>
                <a:gd name="csY348" fmla="*/ 461885 h 638403"/>
                <a:gd name="csX349" fmla="*/ 16754 w 277834"/>
                <a:gd name="csY349" fmla="*/ 458439 h 638403"/>
                <a:gd name="csX350" fmla="*/ 17956 w 277834"/>
                <a:gd name="csY350" fmla="*/ 457267 h 638403"/>
                <a:gd name="csX351" fmla="*/ 19737 w 277834"/>
                <a:gd name="csY351" fmla="*/ 457001 h 638403"/>
                <a:gd name="csX352" fmla="*/ 21814 w 277834"/>
                <a:gd name="csY352" fmla="*/ 456354 h 638403"/>
                <a:gd name="csX353" fmla="*/ 24431 w 277834"/>
                <a:gd name="csY353" fmla="*/ 454041 h 638403"/>
                <a:gd name="csX354" fmla="*/ 26782 w 277834"/>
                <a:gd name="csY354" fmla="*/ 450936 h 638403"/>
                <a:gd name="csX355" fmla="*/ 28578 w 277834"/>
                <a:gd name="csY355" fmla="*/ 448083 h 638403"/>
                <a:gd name="csX356" fmla="*/ 29186 w 277834"/>
                <a:gd name="csY356" fmla="*/ 442423 h 638403"/>
                <a:gd name="csX357" fmla="*/ 29209 w 277834"/>
                <a:gd name="csY357" fmla="*/ 439569 h 638403"/>
                <a:gd name="csX358" fmla="*/ 30001 w 277834"/>
                <a:gd name="csY358" fmla="*/ 437447 h 638403"/>
                <a:gd name="csX359" fmla="*/ 30761 w 277834"/>
                <a:gd name="csY359" fmla="*/ 433292 h 638403"/>
                <a:gd name="csX360" fmla="*/ 30016 w 277834"/>
                <a:gd name="csY360" fmla="*/ 429184 h 638403"/>
                <a:gd name="csX361" fmla="*/ 27695 w 277834"/>
                <a:gd name="csY361" fmla="*/ 422929 h 638403"/>
                <a:gd name="csX362" fmla="*/ 24903 w 277834"/>
                <a:gd name="csY362" fmla="*/ 414081 h 638403"/>
                <a:gd name="csX363" fmla="*/ 24469 w 277834"/>
                <a:gd name="csY363" fmla="*/ 409226 h 638403"/>
                <a:gd name="csX364" fmla="*/ 25740 w 277834"/>
                <a:gd name="csY364" fmla="*/ 408321 h 638403"/>
                <a:gd name="csX365" fmla="*/ 28167 w 277834"/>
                <a:gd name="csY365" fmla="*/ 407514 h 638403"/>
                <a:gd name="csX366" fmla="*/ 32770 w 277834"/>
                <a:gd name="csY366" fmla="*/ 407279 h 638403"/>
                <a:gd name="csX367" fmla="*/ 33257 w 277834"/>
                <a:gd name="csY367" fmla="*/ 406708 h 638403"/>
                <a:gd name="csX368" fmla="*/ 33721 w 277834"/>
                <a:gd name="csY368" fmla="*/ 404570 h 638403"/>
                <a:gd name="csX369" fmla="*/ 34764 w 277834"/>
                <a:gd name="csY369" fmla="*/ 401671 h 638403"/>
                <a:gd name="csX370" fmla="*/ 35867 w 277834"/>
                <a:gd name="csY370" fmla="*/ 399556 h 638403"/>
                <a:gd name="csX371" fmla="*/ 36628 w 277834"/>
                <a:gd name="csY371" fmla="*/ 396520 h 638403"/>
                <a:gd name="csX372" fmla="*/ 36993 w 277834"/>
                <a:gd name="csY372" fmla="*/ 393766 h 638403"/>
                <a:gd name="csX373" fmla="*/ 34360 w 277834"/>
                <a:gd name="csY373" fmla="*/ 389604 h 638403"/>
                <a:gd name="csX374" fmla="*/ 30914 w 277834"/>
                <a:gd name="csY374" fmla="*/ 385328 h 638403"/>
                <a:gd name="csX375" fmla="*/ 28578 w 277834"/>
                <a:gd name="csY375" fmla="*/ 383905 h 638403"/>
                <a:gd name="csX376" fmla="*/ 24423 w 277834"/>
                <a:gd name="csY376" fmla="*/ 380299 h 638403"/>
                <a:gd name="csX377" fmla="*/ 21502 w 277834"/>
                <a:gd name="csY377" fmla="*/ 377278 h 638403"/>
                <a:gd name="csX378" fmla="*/ 23176 w 277834"/>
                <a:gd name="csY378" fmla="*/ 365705 h 638403"/>
                <a:gd name="csX379" fmla="*/ 24423 w 277834"/>
                <a:gd name="csY379" fmla="*/ 357024 h 638403"/>
                <a:gd name="csX380" fmla="*/ 24621 w 277834"/>
                <a:gd name="csY380" fmla="*/ 354909 h 638403"/>
                <a:gd name="csX381" fmla="*/ 24667 w 277834"/>
                <a:gd name="csY381" fmla="*/ 351622 h 638403"/>
                <a:gd name="csX382" fmla="*/ 20634 w 277834"/>
                <a:gd name="csY382" fmla="*/ 337508 h 638403"/>
                <a:gd name="csX383" fmla="*/ 20794 w 277834"/>
                <a:gd name="csY383" fmla="*/ 334351 h 638403"/>
                <a:gd name="csX384" fmla="*/ 21175 w 277834"/>
                <a:gd name="csY384" fmla="*/ 331497 h 638403"/>
                <a:gd name="csX385" fmla="*/ 20741 w 277834"/>
                <a:gd name="csY385" fmla="*/ 326620 h 638403"/>
                <a:gd name="csX386" fmla="*/ 20505 w 277834"/>
                <a:gd name="csY386" fmla="*/ 322245 h 638403"/>
                <a:gd name="csX387" fmla="*/ 21198 w 277834"/>
                <a:gd name="csY387" fmla="*/ 320914 h 638403"/>
                <a:gd name="csX388" fmla="*/ 22841 w 277834"/>
                <a:gd name="csY388" fmla="*/ 318433 h 638403"/>
                <a:gd name="csX389" fmla="*/ 21266 w 277834"/>
                <a:gd name="csY389" fmla="*/ 314584 h 638403"/>
                <a:gd name="csX390" fmla="*/ 21137 w 277834"/>
                <a:gd name="csY390" fmla="*/ 314264 h 638403"/>
                <a:gd name="csX391" fmla="*/ 18169 w 277834"/>
                <a:gd name="csY391" fmla="*/ 304692 h 638403"/>
                <a:gd name="csX392" fmla="*/ 22704 w 277834"/>
                <a:gd name="csY392" fmla="*/ 295144 h 638403"/>
                <a:gd name="csX393" fmla="*/ 21913 w 277834"/>
                <a:gd name="csY393" fmla="*/ 290175 h 638403"/>
                <a:gd name="csX394" fmla="*/ 24614 w 277834"/>
                <a:gd name="csY394" fmla="*/ 286561 h 638403"/>
                <a:gd name="csX395" fmla="*/ 29544 w 277834"/>
                <a:gd name="csY395" fmla="*/ 278253 h 638403"/>
                <a:gd name="csX396" fmla="*/ 32314 w 277834"/>
                <a:gd name="csY396" fmla="*/ 273551 h 638403"/>
                <a:gd name="csX397" fmla="*/ 32899 w 277834"/>
                <a:gd name="csY397" fmla="*/ 272729 h 638403"/>
                <a:gd name="csX398" fmla="*/ 35091 w 277834"/>
                <a:gd name="csY398" fmla="*/ 270659 h 638403"/>
                <a:gd name="csX399" fmla="*/ 39253 w 277834"/>
                <a:gd name="csY399" fmla="*/ 268202 h 638403"/>
                <a:gd name="csX400" fmla="*/ 43864 w 277834"/>
                <a:gd name="csY400" fmla="*/ 267000 h 638403"/>
                <a:gd name="csX401" fmla="*/ 45918 w 277834"/>
                <a:gd name="csY401" fmla="*/ 267015 h 638403"/>
                <a:gd name="csX402" fmla="*/ 53846 w 277834"/>
                <a:gd name="csY402" fmla="*/ 268681 h 638403"/>
                <a:gd name="csX403" fmla="*/ 60032 w 277834"/>
                <a:gd name="csY403" fmla="*/ 269975 h 638403"/>
                <a:gd name="csX404" fmla="*/ 60937 w 277834"/>
                <a:gd name="csY404" fmla="*/ 268674 h 638403"/>
                <a:gd name="csX405" fmla="*/ 62231 w 277834"/>
                <a:gd name="csY405" fmla="*/ 266003 h 638403"/>
                <a:gd name="csX406" fmla="*/ 63897 w 277834"/>
                <a:gd name="csY406" fmla="*/ 262191 h 638403"/>
                <a:gd name="csX407" fmla="*/ 64041 w 277834"/>
                <a:gd name="csY407" fmla="*/ 257938 h 638403"/>
                <a:gd name="csX408" fmla="*/ 63440 w 277834"/>
                <a:gd name="csY408" fmla="*/ 251668 h 638403"/>
                <a:gd name="csX409" fmla="*/ 62535 w 277834"/>
                <a:gd name="csY409" fmla="*/ 247902 h 638403"/>
                <a:gd name="csX410" fmla="*/ 58183 w 277834"/>
                <a:gd name="csY410" fmla="*/ 245445 h 638403"/>
                <a:gd name="csX411" fmla="*/ 53412 w 277834"/>
                <a:gd name="csY411" fmla="*/ 242074 h 638403"/>
                <a:gd name="csX412" fmla="*/ 59278 w 277834"/>
                <a:gd name="csY412" fmla="*/ 231338 h 638403"/>
                <a:gd name="csX413" fmla="*/ 63341 w 277834"/>
                <a:gd name="csY413" fmla="*/ 223836 h 638403"/>
                <a:gd name="csX414" fmla="*/ 68409 w 277834"/>
                <a:gd name="csY414" fmla="*/ 212477 h 638403"/>
                <a:gd name="csX415" fmla="*/ 69984 w 277834"/>
                <a:gd name="csY415" fmla="*/ 207721 h 638403"/>
                <a:gd name="csX416" fmla="*/ 71125 w 277834"/>
                <a:gd name="csY416" fmla="*/ 205827 h 638403"/>
                <a:gd name="csX417" fmla="*/ 72616 w 277834"/>
                <a:gd name="csY417" fmla="*/ 188099 h 638403"/>
                <a:gd name="csX418" fmla="*/ 73605 w 277834"/>
                <a:gd name="csY418" fmla="*/ 183100 h 638403"/>
                <a:gd name="csX419" fmla="*/ 74435 w 277834"/>
                <a:gd name="csY419" fmla="*/ 180475 h 638403"/>
                <a:gd name="csX420" fmla="*/ 74442 w 277834"/>
                <a:gd name="csY420" fmla="*/ 177782 h 638403"/>
                <a:gd name="csX421" fmla="*/ 73902 w 277834"/>
                <a:gd name="csY421" fmla="*/ 173224 h 638403"/>
                <a:gd name="csX422" fmla="*/ 72479 w 277834"/>
                <a:gd name="csY422" fmla="*/ 162876 h 638403"/>
                <a:gd name="csX423" fmla="*/ 80483 w 277834"/>
                <a:gd name="csY423" fmla="*/ 161591 h 638403"/>
                <a:gd name="csX424" fmla="*/ 83085 w 277834"/>
                <a:gd name="csY424" fmla="*/ 160860 h 638403"/>
                <a:gd name="csX425" fmla="*/ 85505 w 277834"/>
                <a:gd name="csY425" fmla="*/ 159620 h 638403"/>
                <a:gd name="csX426" fmla="*/ 90238 w 277834"/>
                <a:gd name="csY426" fmla="*/ 156394 h 638403"/>
                <a:gd name="csX427" fmla="*/ 92558 w 277834"/>
                <a:gd name="csY427" fmla="*/ 153533 h 638403"/>
                <a:gd name="csX428" fmla="*/ 91265 w 277834"/>
                <a:gd name="csY428" fmla="*/ 143733 h 638403"/>
                <a:gd name="csX429" fmla="*/ 94126 w 277834"/>
                <a:gd name="csY429" fmla="*/ 140401 h 638403"/>
                <a:gd name="csX430" fmla="*/ 101110 w 277834"/>
                <a:gd name="csY430" fmla="*/ 128729 h 638403"/>
                <a:gd name="csX431" fmla="*/ 108658 w 277834"/>
                <a:gd name="csY431" fmla="*/ 117461 h 638403"/>
                <a:gd name="csX432" fmla="*/ 112196 w 277834"/>
                <a:gd name="csY432" fmla="*/ 113170 h 638403"/>
                <a:gd name="csX433" fmla="*/ 112561 w 277834"/>
                <a:gd name="csY433" fmla="*/ 111070 h 638403"/>
                <a:gd name="csX434" fmla="*/ 112851 w 277834"/>
                <a:gd name="csY434" fmla="*/ 107684 h 638403"/>
                <a:gd name="csX435" fmla="*/ 111275 w 277834"/>
                <a:gd name="csY435" fmla="*/ 102343 h 638403"/>
                <a:gd name="csX436" fmla="*/ 109586 w 277834"/>
                <a:gd name="csY436" fmla="*/ 99025 h 638403"/>
                <a:gd name="csX437" fmla="*/ 106292 w 277834"/>
                <a:gd name="csY437" fmla="*/ 92718 h 638403"/>
                <a:gd name="csX438" fmla="*/ 107707 w 277834"/>
                <a:gd name="csY438" fmla="*/ 88297 h 638403"/>
                <a:gd name="csX439" fmla="*/ 110134 w 277834"/>
                <a:gd name="csY439" fmla="*/ 87438 h 638403"/>
                <a:gd name="csX440" fmla="*/ 113337 w 277834"/>
                <a:gd name="csY440" fmla="*/ 85695 h 638403"/>
                <a:gd name="csX441" fmla="*/ 115840 w 277834"/>
                <a:gd name="csY441" fmla="*/ 81899 h 638403"/>
                <a:gd name="csX442" fmla="*/ 116084 w 277834"/>
                <a:gd name="csY442" fmla="*/ 81412 h 638403"/>
                <a:gd name="csX443" fmla="*/ 120314 w 277834"/>
                <a:gd name="csY443" fmla="*/ 66377 h 638403"/>
                <a:gd name="csX444" fmla="*/ 128570 w 277834"/>
                <a:gd name="csY444" fmla="*/ 58692 h 638403"/>
                <a:gd name="csX445" fmla="*/ 131864 w 277834"/>
                <a:gd name="csY445" fmla="*/ 54485 h 638403"/>
                <a:gd name="csX446" fmla="*/ 136992 w 277834"/>
                <a:gd name="csY446" fmla="*/ 57650 h 638403"/>
                <a:gd name="csX447" fmla="*/ 144509 w 277834"/>
                <a:gd name="csY447" fmla="*/ 62413 h 638403"/>
                <a:gd name="csX448" fmla="*/ 147850 w 277834"/>
                <a:gd name="csY448" fmla="*/ 55406 h 638403"/>
                <a:gd name="csX449" fmla="*/ 148953 w 277834"/>
                <a:gd name="csY449" fmla="*/ 52796 h 638403"/>
                <a:gd name="csX450" fmla="*/ 150056 w 277834"/>
                <a:gd name="csY450" fmla="*/ 48946 h 638403"/>
                <a:gd name="csX451" fmla="*/ 149615 w 277834"/>
                <a:gd name="csY451" fmla="*/ 42250 h 638403"/>
                <a:gd name="csX452" fmla="*/ 149425 w 277834"/>
                <a:gd name="csY452" fmla="*/ 33508 h 638403"/>
                <a:gd name="csX453" fmla="*/ 149759 w 277834"/>
                <a:gd name="csY453" fmla="*/ 29978 h 638403"/>
                <a:gd name="csX454" fmla="*/ 152757 w 277834"/>
                <a:gd name="csY454" fmla="*/ 28403 h 638403"/>
                <a:gd name="csX455" fmla="*/ 154370 w 277834"/>
                <a:gd name="csY455" fmla="*/ 28000 h 638403"/>
                <a:gd name="csX456" fmla="*/ 162725 w 277834"/>
                <a:gd name="csY456" fmla="*/ 31636 h 638403"/>
                <a:gd name="csX457" fmla="*/ 164825 w 277834"/>
                <a:gd name="csY457" fmla="*/ 31576 h 638403"/>
                <a:gd name="csX458" fmla="*/ 168766 w 277834"/>
                <a:gd name="csY458" fmla="*/ 32063 h 638403"/>
                <a:gd name="csX459" fmla="*/ 173171 w 277834"/>
                <a:gd name="csY459" fmla="*/ 33653 h 638403"/>
                <a:gd name="csX460" fmla="*/ 182400 w 277834"/>
                <a:gd name="csY460" fmla="*/ 37883 h 638403"/>
                <a:gd name="csX461" fmla="*/ 186212 w 277834"/>
                <a:gd name="csY461" fmla="*/ 39625 h 638403"/>
                <a:gd name="csX462" fmla="*/ 188343 w 277834"/>
                <a:gd name="csY462" fmla="*/ 39960 h 638403"/>
                <a:gd name="csX463" fmla="*/ 190184 w 277834"/>
                <a:gd name="csY463" fmla="*/ 37997 h 638403"/>
                <a:gd name="csX464" fmla="*/ 194117 w 277834"/>
                <a:gd name="csY464" fmla="*/ 32938 h 638403"/>
                <a:gd name="csX465" fmla="*/ 188327 w 277834"/>
                <a:gd name="csY465" fmla="*/ 29179 h 638403"/>
                <a:gd name="csX466" fmla="*/ 192139 w 277834"/>
                <a:gd name="csY466" fmla="*/ 25367 h 638403"/>
                <a:gd name="csX467" fmla="*/ 194117 w 277834"/>
                <a:gd name="csY467" fmla="*/ 21509 h 638403"/>
                <a:gd name="csX468" fmla="*/ 195814 w 277834"/>
                <a:gd name="csY468" fmla="*/ 16754 h 638403"/>
                <a:gd name="csX469" fmla="*/ 196431 w 277834"/>
                <a:gd name="csY469" fmla="*/ 11169 h 638403"/>
                <a:gd name="csX470" fmla="*/ 196195 w 277834"/>
                <a:gd name="csY470" fmla="*/ 8156 h 638403"/>
                <a:gd name="csX471" fmla="*/ 195023 w 277834"/>
                <a:gd name="csY471" fmla="*/ 6095 h 638403"/>
                <a:gd name="csX472" fmla="*/ 191485 w 277834"/>
                <a:gd name="csY472" fmla="*/ 951 h 638403"/>
                <a:gd name="csX473" fmla="*/ 199497 w 277834"/>
                <a:gd name="csY473" fmla="*/ 213 h 638403"/>
                <a:gd name="csX474" fmla="*/ 202274 w 277834"/>
                <a:gd name="csY474" fmla="*/ 0 h 638403"/>
                <a:gd name="csX475" fmla="*/ 208102 w 277834"/>
                <a:gd name="csY475" fmla="*/ 3393 h 638403"/>
                <a:gd name="csX476" fmla="*/ 208361 w 277834"/>
                <a:gd name="csY476" fmla="*/ 4131 h 638403"/>
                <a:gd name="csX477" fmla="*/ 208399 w 277834"/>
                <a:gd name="csY477" fmla="*/ 5897 h 638403"/>
                <a:gd name="csX478" fmla="*/ 208604 w 277834"/>
                <a:gd name="csY478" fmla="*/ 7723 h 638403"/>
                <a:gd name="csX479" fmla="*/ 214257 w 277834"/>
                <a:gd name="csY479" fmla="*/ 12341 h 638403"/>
                <a:gd name="csX480" fmla="*/ 215886 w 277834"/>
                <a:gd name="csY480" fmla="*/ 14783 h 638403"/>
                <a:gd name="csX481" fmla="*/ 219363 w 277834"/>
                <a:gd name="csY481" fmla="*/ 18481 h 638403"/>
                <a:gd name="csX482" fmla="*/ 220283 w 277834"/>
                <a:gd name="csY482" fmla="*/ 20475 h 638403"/>
                <a:gd name="csX483" fmla="*/ 223502 w 277834"/>
                <a:gd name="csY483" fmla="*/ 22803 h 638403"/>
                <a:gd name="csX484" fmla="*/ 225807 w 277834"/>
                <a:gd name="csY484" fmla="*/ 25291 h 638403"/>
                <a:gd name="csX485" fmla="*/ 228500 w 277834"/>
                <a:gd name="csY485" fmla="*/ 27299 h 638403"/>
                <a:gd name="csX486" fmla="*/ 231643 w 277834"/>
                <a:gd name="csY486" fmla="*/ 30419 h 638403"/>
                <a:gd name="csX487" fmla="*/ 235866 w 277834"/>
                <a:gd name="csY487" fmla="*/ 32899 h 638403"/>
                <a:gd name="csX488" fmla="*/ 239427 w 277834"/>
                <a:gd name="csY488" fmla="*/ 33706 h 638403"/>
                <a:gd name="csX489" fmla="*/ 248405 w 277834"/>
                <a:gd name="csY489" fmla="*/ 37944 h 638403"/>
                <a:gd name="csX490" fmla="*/ 249934 w 277834"/>
                <a:gd name="csY490" fmla="*/ 39313 h 638403"/>
                <a:gd name="csX491" fmla="*/ 252521 w 277834"/>
                <a:gd name="csY491" fmla="*/ 42258 h 638403"/>
                <a:gd name="csX492" fmla="*/ 255138 w 277834"/>
                <a:gd name="csY492" fmla="*/ 45651 h 638403"/>
                <a:gd name="csX493" fmla="*/ 256949 w 277834"/>
                <a:gd name="csY493" fmla="*/ 52606 h 638403"/>
                <a:gd name="csX494" fmla="*/ 259848 w 277834"/>
                <a:gd name="csY494" fmla="*/ 52963 h 638403"/>
                <a:gd name="csX495" fmla="*/ 260639 w 277834"/>
                <a:gd name="csY495" fmla="*/ 55345 h 638403"/>
                <a:gd name="csX496" fmla="*/ 263173 w 277834"/>
                <a:gd name="csY496" fmla="*/ 59415 h 638403"/>
                <a:gd name="csX497" fmla="*/ 266688 w 277834"/>
                <a:gd name="csY497" fmla="*/ 62999 h 638403"/>
                <a:gd name="csX498" fmla="*/ 266559 w 277834"/>
                <a:gd name="csY498" fmla="*/ 64201 h 638403"/>
                <a:gd name="csX499" fmla="*/ 263759 w 277834"/>
                <a:gd name="csY499" fmla="*/ 67488 h 638403"/>
                <a:gd name="csX500" fmla="*/ 263454 w 277834"/>
                <a:gd name="csY500" fmla="*/ 71931 h 638403"/>
                <a:gd name="csX501" fmla="*/ 263721 w 277834"/>
                <a:gd name="csY501" fmla="*/ 77585 h 638403"/>
                <a:gd name="csX502" fmla="*/ 264603 w 277834"/>
                <a:gd name="csY502" fmla="*/ 82180 h 638403"/>
                <a:gd name="csX503" fmla="*/ 264512 w 277834"/>
                <a:gd name="csY503" fmla="*/ 83519 h 638403"/>
                <a:gd name="csX504" fmla="*/ 263820 w 277834"/>
                <a:gd name="csY504" fmla="*/ 85102 h 638403"/>
                <a:gd name="csX505" fmla="*/ 262990 w 277834"/>
                <a:gd name="csY505" fmla="*/ 87575 h 638403"/>
                <a:gd name="csX506" fmla="*/ 262686 w 277834"/>
                <a:gd name="csY506" fmla="*/ 89728 h 638403"/>
                <a:gd name="csX507" fmla="*/ 262762 w 277834"/>
                <a:gd name="csY507" fmla="*/ 90778 h 638403"/>
                <a:gd name="csX508" fmla="*/ 263044 w 277834"/>
                <a:gd name="csY508" fmla="*/ 91356 h 638403"/>
                <a:gd name="csX509" fmla="*/ 264519 w 277834"/>
                <a:gd name="csY509" fmla="*/ 91402 h 638403"/>
                <a:gd name="csX510" fmla="*/ 267159 w 277834"/>
                <a:gd name="csY510" fmla="*/ 91911 h 638403"/>
                <a:gd name="csX511" fmla="*/ 268712 w 277834"/>
                <a:gd name="csY511" fmla="*/ 92862 h 638403"/>
                <a:gd name="csX512" fmla="*/ 269594 w 277834"/>
                <a:gd name="csY512" fmla="*/ 98090 h 638403"/>
                <a:gd name="csX513" fmla="*/ 269298 w 277834"/>
                <a:gd name="csY513" fmla="*/ 99094 h 638403"/>
                <a:gd name="csX514" fmla="*/ 267076 w 277834"/>
                <a:gd name="csY514" fmla="*/ 101453 h 638403"/>
                <a:gd name="csX515" fmla="*/ 266422 w 277834"/>
                <a:gd name="csY515" fmla="*/ 103324 h 638403"/>
                <a:gd name="csX516" fmla="*/ 266361 w 277834"/>
                <a:gd name="csY516" fmla="*/ 106063 h 638403"/>
                <a:gd name="csX517" fmla="*/ 266756 w 277834"/>
                <a:gd name="csY517" fmla="*/ 109076 h 638403"/>
                <a:gd name="csX518" fmla="*/ 267525 w 277834"/>
                <a:gd name="csY518" fmla="*/ 112432 h 638403"/>
                <a:gd name="csX519" fmla="*/ 269267 w 277834"/>
                <a:gd name="csY519" fmla="*/ 116015 h 638403"/>
                <a:gd name="csX520" fmla="*/ 271626 w 277834"/>
                <a:gd name="csY520" fmla="*/ 119751 h 638403"/>
                <a:gd name="csX521" fmla="*/ 273178 w 277834"/>
                <a:gd name="csY521" fmla="*/ 122810 h 638403"/>
                <a:gd name="csX522" fmla="*/ 273908 w 277834"/>
                <a:gd name="csY522" fmla="*/ 124955 h 638403"/>
                <a:gd name="csX523" fmla="*/ 274175 w 277834"/>
                <a:gd name="csY523" fmla="*/ 126462 h 638403"/>
                <a:gd name="csX524" fmla="*/ 273117 w 277834"/>
                <a:gd name="csY524" fmla="*/ 128349 h 638403"/>
                <a:gd name="csX525" fmla="*/ 272166 w 277834"/>
                <a:gd name="csY525" fmla="*/ 132069 h 638403"/>
                <a:gd name="csX526" fmla="*/ 271991 w 277834"/>
                <a:gd name="csY526" fmla="*/ 136315 h 638403"/>
                <a:gd name="csX527" fmla="*/ 271557 w 277834"/>
                <a:gd name="csY527" fmla="*/ 139077 h 638403"/>
                <a:gd name="csX528" fmla="*/ 269488 w 277834"/>
                <a:gd name="csY528" fmla="*/ 142874 h 638403"/>
                <a:gd name="csX529" fmla="*/ 268050 w 277834"/>
                <a:gd name="csY529" fmla="*/ 144213 h 638403"/>
                <a:gd name="csX530" fmla="*/ 267639 w 277834"/>
                <a:gd name="csY530" fmla="*/ 146206 h 638403"/>
                <a:gd name="csX531" fmla="*/ 267464 w 277834"/>
                <a:gd name="csY531" fmla="*/ 149546 h 638403"/>
                <a:gd name="csX532" fmla="*/ 267890 w 277834"/>
                <a:gd name="csY532" fmla="*/ 153609 h 638403"/>
                <a:gd name="csX533" fmla="*/ 268035 w 277834"/>
                <a:gd name="csY533" fmla="*/ 156348 h 638403"/>
                <a:gd name="csX534" fmla="*/ 268476 w 277834"/>
                <a:gd name="csY534" fmla="*/ 158319 h 638403"/>
                <a:gd name="csX535" fmla="*/ 269130 w 277834"/>
                <a:gd name="csY535" fmla="*/ 159605 h 638403"/>
                <a:gd name="csX536" fmla="*/ 272455 w 277834"/>
                <a:gd name="csY536" fmla="*/ 161864 h 638403"/>
                <a:gd name="csX537" fmla="*/ 274319 w 277834"/>
                <a:gd name="csY537" fmla="*/ 166491 h 638403"/>
                <a:gd name="csX538" fmla="*/ 275484 w 277834"/>
                <a:gd name="csY538" fmla="*/ 170196 h 638403"/>
                <a:gd name="csX539" fmla="*/ 277834 w 277834"/>
                <a:gd name="csY539" fmla="*/ 179805 h 638403"/>
                <a:gd name="csX540" fmla="*/ 159103 w 277834"/>
                <a:gd name="csY540" fmla="*/ 474987 h 638403"/>
                <a:gd name="csX541" fmla="*/ 158570 w 277834"/>
                <a:gd name="csY541" fmla="*/ 476380 h 638403"/>
                <a:gd name="csX542" fmla="*/ 158030 w 277834"/>
                <a:gd name="csY542" fmla="*/ 474675 h 638403"/>
                <a:gd name="csX543" fmla="*/ 158243 w 277834"/>
                <a:gd name="csY543" fmla="*/ 474340 h 638403"/>
                <a:gd name="csX544" fmla="*/ 158608 w 277834"/>
                <a:gd name="csY544" fmla="*/ 472659 h 638403"/>
                <a:gd name="csX545" fmla="*/ 159643 w 277834"/>
                <a:gd name="csY545" fmla="*/ 471738 h 638403"/>
                <a:gd name="csX546" fmla="*/ 161294 w 277834"/>
                <a:gd name="csY546" fmla="*/ 472294 h 638403"/>
                <a:gd name="csX547" fmla="*/ 161286 w 277834"/>
                <a:gd name="csY547" fmla="*/ 472712 h 638403"/>
                <a:gd name="csX548" fmla="*/ 159704 w 277834"/>
                <a:gd name="csY548" fmla="*/ 474074 h 638403"/>
                <a:gd name="csX549" fmla="*/ 159103 w 277834"/>
                <a:gd name="csY549" fmla="*/ 474987 h 638403"/>
                <a:gd name="csX550" fmla="*/ 155276 w 277834"/>
                <a:gd name="csY550" fmla="*/ 493385 h 638403"/>
                <a:gd name="csX551" fmla="*/ 154325 w 277834"/>
                <a:gd name="csY551" fmla="*/ 493780 h 638403"/>
                <a:gd name="csX552" fmla="*/ 153853 w 277834"/>
                <a:gd name="csY552" fmla="*/ 493659 h 638403"/>
                <a:gd name="csX553" fmla="*/ 154439 w 277834"/>
                <a:gd name="csY553" fmla="*/ 491734 h 638403"/>
                <a:gd name="csX554" fmla="*/ 154872 w 277834"/>
                <a:gd name="csY554" fmla="*/ 490904 h 638403"/>
                <a:gd name="csX555" fmla="*/ 156310 w 277834"/>
                <a:gd name="csY555" fmla="*/ 490128 h 638403"/>
                <a:gd name="csX556" fmla="*/ 156752 w 277834"/>
                <a:gd name="csY556" fmla="*/ 490265 h 638403"/>
                <a:gd name="csX557" fmla="*/ 155276 w 277834"/>
                <a:gd name="csY557" fmla="*/ 493385 h 638403"/>
                <a:gd name="csX558" fmla="*/ 171086 w 277834"/>
                <a:gd name="csY558" fmla="*/ 538488 h 638403"/>
                <a:gd name="csX559" fmla="*/ 170698 w 277834"/>
                <a:gd name="csY559" fmla="*/ 540991 h 638403"/>
                <a:gd name="csX560" fmla="*/ 169587 w 277834"/>
                <a:gd name="csY560" fmla="*/ 540801 h 638403"/>
                <a:gd name="csX561" fmla="*/ 168575 w 277834"/>
                <a:gd name="csY561" fmla="*/ 538952 h 638403"/>
                <a:gd name="csX562" fmla="*/ 170622 w 277834"/>
                <a:gd name="csY562" fmla="*/ 536130 h 638403"/>
                <a:gd name="csX563" fmla="*/ 173749 w 277834"/>
                <a:gd name="csY563" fmla="*/ 536282 h 638403"/>
                <a:gd name="csX564" fmla="*/ 174822 w 277834"/>
                <a:gd name="csY564" fmla="*/ 536875 h 638403"/>
                <a:gd name="csX565" fmla="*/ 171086 w 277834"/>
                <a:gd name="csY565" fmla="*/ 538488 h 638403"/>
                <a:gd name="csX566" fmla="*/ 169374 w 277834"/>
                <a:gd name="csY566" fmla="*/ 541965 h 638403"/>
                <a:gd name="csX567" fmla="*/ 167609 w 277834"/>
                <a:gd name="csY567" fmla="*/ 542916 h 638403"/>
                <a:gd name="csX568" fmla="*/ 166574 w 277834"/>
                <a:gd name="csY568" fmla="*/ 545739 h 638403"/>
                <a:gd name="csX569" fmla="*/ 165144 w 277834"/>
                <a:gd name="csY569" fmla="*/ 546218 h 638403"/>
                <a:gd name="csX570" fmla="*/ 163775 w 277834"/>
                <a:gd name="csY570" fmla="*/ 547154 h 638403"/>
                <a:gd name="csX571" fmla="*/ 163287 w 277834"/>
                <a:gd name="csY571" fmla="*/ 556026 h 638403"/>
                <a:gd name="csX572" fmla="*/ 165791 w 277834"/>
                <a:gd name="csY572" fmla="*/ 559381 h 638403"/>
                <a:gd name="csX573" fmla="*/ 164414 w 277834"/>
                <a:gd name="csY573" fmla="*/ 559853 h 638403"/>
                <a:gd name="csX574" fmla="*/ 163158 w 277834"/>
                <a:gd name="csY574" fmla="*/ 560857 h 638403"/>
                <a:gd name="csX575" fmla="*/ 162260 w 277834"/>
                <a:gd name="csY575" fmla="*/ 562341 h 638403"/>
                <a:gd name="csX576" fmla="*/ 161340 w 277834"/>
                <a:gd name="csY576" fmla="*/ 565529 h 638403"/>
                <a:gd name="csX577" fmla="*/ 157893 w 277834"/>
                <a:gd name="csY577" fmla="*/ 567332 h 638403"/>
                <a:gd name="csX578" fmla="*/ 156592 w 277834"/>
                <a:gd name="csY578" fmla="*/ 568664 h 638403"/>
                <a:gd name="csX579" fmla="*/ 154667 w 277834"/>
                <a:gd name="csY579" fmla="*/ 571624 h 638403"/>
                <a:gd name="csX580" fmla="*/ 153663 w 277834"/>
                <a:gd name="csY580" fmla="*/ 575907 h 638403"/>
                <a:gd name="csX581" fmla="*/ 151715 w 277834"/>
                <a:gd name="csY581" fmla="*/ 577733 h 638403"/>
                <a:gd name="csX582" fmla="*/ 149523 w 277834"/>
                <a:gd name="csY582" fmla="*/ 578167 h 638403"/>
                <a:gd name="csX583" fmla="*/ 150802 w 277834"/>
                <a:gd name="csY583" fmla="*/ 574667 h 638403"/>
                <a:gd name="csX584" fmla="*/ 152483 w 277834"/>
                <a:gd name="csY584" fmla="*/ 571806 h 638403"/>
                <a:gd name="csX585" fmla="*/ 150870 w 277834"/>
                <a:gd name="csY585" fmla="*/ 569835 h 638403"/>
                <a:gd name="csX586" fmla="*/ 149896 w 277834"/>
                <a:gd name="csY586" fmla="*/ 566754 h 638403"/>
                <a:gd name="csX587" fmla="*/ 148633 w 277834"/>
                <a:gd name="csY587" fmla="*/ 564380 h 638403"/>
                <a:gd name="csX588" fmla="*/ 149638 w 277834"/>
                <a:gd name="csY588" fmla="*/ 561725 h 638403"/>
                <a:gd name="csX589" fmla="*/ 149143 w 277834"/>
                <a:gd name="csY589" fmla="*/ 557373 h 638403"/>
                <a:gd name="csX590" fmla="*/ 149303 w 277834"/>
                <a:gd name="csY590" fmla="*/ 553104 h 638403"/>
                <a:gd name="csX591" fmla="*/ 150764 w 277834"/>
                <a:gd name="csY591" fmla="*/ 550951 h 638403"/>
                <a:gd name="csX592" fmla="*/ 152437 w 277834"/>
                <a:gd name="csY592" fmla="*/ 549194 h 638403"/>
                <a:gd name="csX593" fmla="*/ 155040 w 277834"/>
                <a:gd name="csY593" fmla="*/ 545138 h 638403"/>
                <a:gd name="csX594" fmla="*/ 157862 w 277834"/>
                <a:gd name="csY594" fmla="*/ 542186 h 638403"/>
                <a:gd name="csX595" fmla="*/ 161804 w 277834"/>
                <a:gd name="csY595" fmla="*/ 540862 h 638403"/>
                <a:gd name="csX596" fmla="*/ 163584 w 277834"/>
                <a:gd name="csY596" fmla="*/ 542087 h 638403"/>
                <a:gd name="csX597" fmla="*/ 164353 w 277834"/>
                <a:gd name="csY597" fmla="*/ 539401 h 638403"/>
                <a:gd name="csX598" fmla="*/ 165623 w 277834"/>
                <a:gd name="csY598" fmla="*/ 538785 h 638403"/>
                <a:gd name="csX599" fmla="*/ 166818 w 277834"/>
                <a:gd name="csY599" fmla="*/ 539409 h 638403"/>
                <a:gd name="csX600" fmla="*/ 169374 w 277834"/>
                <a:gd name="csY600" fmla="*/ 541965 h 638403"/>
                <a:gd name="csX601" fmla="*/ 114973 w 277834"/>
                <a:gd name="csY601" fmla="*/ 602552 h 638403"/>
                <a:gd name="csX602" fmla="*/ 113870 w 277834"/>
                <a:gd name="csY602" fmla="*/ 604485 h 638403"/>
                <a:gd name="csX603" fmla="*/ 112896 w 277834"/>
                <a:gd name="csY603" fmla="*/ 604348 h 638403"/>
                <a:gd name="csX604" fmla="*/ 112249 w 277834"/>
                <a:gd name="csY604" fmla="*/ 601769 h 638403"/>
                <a:gd name="csX605" fmla="*/ 112097 w 277834"/>
                <a:gd name="csY605" fmla="*/ 595119 h 638403"/>
                <a:gd name="csX606" fmla="*/ 112485 w 277834"/>
                <a:gd name="csY606" fmla="*/ 591817 h 638403"/>
                <a:gd name="csX607" fmla="*/ 117141 w 277834"/>
                <a:gd name="csY607" fmla="*/ 579856 h 638403"/>
                <a:gd name="csX608" fmla="*/ 119219 w 277834"/>
                <a:gd name="csY608" fmla="*/ 578875 h 638403"/>
                <a:gd name="csX609" fmla="*/ 122140 w 277834"/>
                <a:gd name="csY609" fmla="*/ 571494 h 638403"/>
                <a:gd name="csX610" fmla="*/ 122932 w 277834"/>
                <a:gd name="csY610" fmla="*/ 568192 h 638403"/>
                <a:gd name="csX611" fmla="*/ 124202 w 277834"/>
                <a:gd name="csY611" fmla="*/ 565217 h 638403"/>
                <a:gd name="csX612" fmla="*/ 124948 w 277834"/>
                <a:gd name="csY612" fmla="*/ 562546 h 638403"/>
                <a:gd name="csX613" fmla="*/ 125579 w 277834"/>
                <a:gd name="csY613" fmla="*/ 561466 h 638403"/>
                <a:gd name="csX614" fmla="*/ 126942 w 277834"/>
                <a:gd name="csY614" fmla="*/ 561968 h 638403"/>
                <a:gd name="csX615" fmla="*/ 127550 w 277834"/>
                <a:gd name="csY615" fmla="*/ 562463 h 638403"/>
                <a:gd name="csX616" fmla="*/ 126112 w 277834"/>
                <a:gd name="csY616" fmla="*/ 564015 h 638403"/>
                <a:gd name="csX617" fmla="*/ 126279 w 277834"/>
                <a:gd name="csY617" fmla="*/ 566031 h 638403"/>
                <a:gd name="csX618" fmla="*/ 126180 w 277834"/>
                <a:gd name="csY618" fmla="*/ 566861 h 638403"/>
                <a:gd name="csX619" fmla="*/ 122551 w 277834"/>
                <a:gd name="csY619" fmla="*/ 575603 h 638403"/>
                <a:gd name="csX620" fmla="*/ 121585 w 277834"/>
                <a:gd name="csY620" fmla="*/ 581248 h 638403"/>
                <a:gd name="csX621" fmla="*/ 120299 w 277834"/>
                <a:gd name="csY621" fmla="*/ 582625 h 638403"/>
                <a:gd name="csX622" fmla="*/ 114973 w 277834"/>
                <a:gd name="csY622" fmla="*/ 602552 h 6384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Lst>
              <a:rect l="l" t="t" r="r" b="b"/>
              <a:pathLst>
                <a:path w="277834" h="638403">
                  <a:moveTo>
                    <a:pt x="277834" y="179805"/>
                  </a:moveTo>
                  <a:lnTo>
                    <a:pt x="272174" y="181008"/>
                  </a:lnTo>
                  <a:lnTo>
                    <a:pt x="267921" y="178596"/>
                  </a:lnTo>
                  <a:lnTo>
                    <a:pt x="265798" y="179805"/>
                  </a:lnTo>
                  <a:lnTo>
                    <a:pt x="262093" y="179859"/>
                  </a:lnTo>
                  <a:lnTo>
                    <a:pt x="257877" y="180810"/>
                  </a:lnTo>
                  <a:lnTo>
                    <a:pt x="256454" y="182689"/>
                  </a:lnTo>
                  <a:lnTo>
                    <a:pt x="255336" y="183442"/>
                  </a:lnTo>
                  <a:lnTo>
                    <a:pt x="251433" y="180787"/>
                  </a:lnTo>
                  <a:lnTo>
                    <a:pt x="247742" y="176382"/>
                  </a:lnTo>
                  <a:lnTo>
                    <a:pt x="245049" y="179737"/>
                  </a:lnTo>
                  <a:lnTo>
                    <a:pt x="243307" y="180369"/>
                  </a:lnTo>
                  <a:lnTo>
                    <a:pt x="241732" y="177333"/>
                  </a:lnTo>
                  <a:lnTo>
                    <a:pt x="240362" y="176838"/>
                  </a:lnTo>
                  <a:lnTo>
                    <a:pt x="239624" y="177850"/>
                  </a:lnTo>
                  <a:lnTo>
                    <a:pt x="238978" y="180536"/>
                  </a:lnTo>
                  <a:lnTo>
                    <a:pt x="237943" y="182643"/>
                  </a:lnTo>
                  <a:lnTo>
                    <a:pt x="237669" y="183975"/>
                  </a:lnTo>
                  <a:lnTo>
                    <a:pt x="237494" y="189331"/>
                  </a:lnTo>
                  <a:lnTo>
                    <a:pt x="237228" y="190572"/>
                  </a:lnTo>
                  <a:lnTo>
                    <a:pt x="233644" y="189879"/>
                  </a:lnTo>
                  <a:lnTo>
                    <a:pt x="233857" y="191287"/>
                  </a:lnTo>
                  <a:lnTo>
                    <a:pt x="234641" y="191994"/>
                  </a:lnTo>
                  <a:lnTo>
                    <a:pt x="234960" y="192885"/>
                  </a:lnTo>
                  <a:lnTo>
                    <a:pt x="233659" y="194049"/>
                  </a:lnTo>
                  <a:lnTo>
                    <a:pt x="230106" y="193935"/>
                  </a:lnTo>
                  <a:lnTo>
                    <a:pt x="229741" y="195175"/>
                  </a:lnTo>
                  <a:lnTo>
                    <a:pt x="230737" y="197123"/>
                  </a:lnTo>
                  <a:lnTo>
                    <a:pt x="229954" y="198835"/>
                  </a:lnTo>
                  <a:lnTo>
                    <a:pt x="229231" y="199504"/>
                  </a:lnTo>
                  <a:lnTo>
                    <a:pt x="224978" y="200562"/>
                  </a:lnTo>
                  <a:lnTo>
                    <a:pt x="222520" y="200318"/>
                  </a:lnTo>
                  <a:lnTo>
                    <a:pt x="221813" y="201421"/>
                  </a:lnTo>
                  <a:lnTo>
                    <a:pt x="221622" y="202852"/>
                  </a:lnTo>
                  <a:lnTo>
                    <a:pt x="222087" y="204259"/>
                  </a:lnTo>
                  <a:lnTo>
                    <a:pt x="223175" y="205005"/>
                  </a:lnTo>
                  <a:lnTo>
                    <a:pt x="223532" y="205895"/>
                  </a:lnTo>
                  <a:lnTo>
                    <a:pt x="223456" y="207820"/>
                  </a:lnTo>
                  <a:lnTo>
                    <a:pt x="222551" y="208170"/>
                  </a:lnTo>
                  <a:lnTo>
                    <a:pt x="219994" y="204784"/>
                  </a:lnTo>
                  <a:lnTo>
                    <a:pt x="219210" y="204959"/>
                  </a:lnTo>
                  <a:lnTo>
                    <a:pt x="219796" y="206717"/>
                  </a:lnTo>
                  <a:lnTo>
                    <a:pt x="221257" y="208634"/>
                  </a:lnTo>
                  <a:lnTo>
                    <a:pt x="222102" y="210590"/>
                  </a:lnTo>
                  <a:lnTo>
                    <a:pt x="222840" y="212933"/>
                  </a:lnTo>
                  <a:lnTo>
                    <a:pt x="222695" y="214714"/>
                  </a:lnTo>
                  <a:lnTo>
                    <a:pt x="219515" y="220435"/>
                  </a:lnTo>
                  <a:lnTo>
                    <a:pt x="216715" y="224034"/>
                  </a:lnTo>
                  <a:lnTo>
                    <a:pt x="214630" y="227268"/>
                  </a:lnTo>
                  <a:lnTo>
                    <a:pt x="213397" y="230692"/>
                  </a:lnTo>
                  <a:lnTo>
                    <a:pt x="214828" y="232411"/>
                  </a:lnTo>
                  <a:lnTo>
                    <a:pt x="216410" y="234891"/>
                  </a:lnTo>
                  <a:lnTo>
                    <a:pt x="217529" y="239647"/>
                  </a:lnTo>
                  <a:lnTo>
                    <a:pt x="218861" y="243877"/>
                  </a:lnTo>
                  <a:lnTo>
                    <a:pt x="221546" y="247902"/>
                  </a:lnTo>
                  <a:lnTo>
                    <a:pt x="221006" y="250223"/>
                  </a:lnTo>
                  <a:lnTo>
                    <a:pt x="220382" y="252026"/>
                  </a:lnTo>
                  <a:lnTo>
                    <a:pt x="215916" y="255990"/>
                  </a:lnTo>
                  <a:lnTo>
                    <a:pt x="210848" y="261940"/>
                  </a:lnTo>
                  <a:lnTo>
                    <a:pt x="205386" y="277035"/>
                  </a:lnTo>
                  <a:lnTo>
                    <a:pt x="203567" y="279052"/>
                  </a:lnTo>
                  <a:lnTo>
                    <a:pt x="198789" y="281585"/>
                  </a:lnTo>
                  <a:lnTo>
                    <a:pt x="197031" y="284035"/>
                  </a:lnTo>
                  <a:lnTo>
                    <a:pt x="193471" y="286942"/>
                  </a:lnTo>
                  <a:lnTo>
                    <a:pt x="187255" y="289437"/>
                  </a:lnTo>
                  <a:lnTo>
                    <a:pt x="184440" y="292907"/>
                  </a:lnTo>
                  <a:lnTo>
                    <a:pt x="183168" y="296483"/>
                  </a:lnTo>
                  <a:lnTo>
                    <a:pt x="181753" y="296741"/>
                  </a:lnTo>
                  <a:lnTo>
                    <a:pt x="180346" y="295341"/>
                  </a:lnTo>
                  <a:lnTo>
                    <a:pt x="178474" y="294299"/>
                  </a:lnTo>
                  <a:lnTo>
                    <a:pt x="178231" y="296635"/>
                  </a:lnTo>
                  <a:lnTo>
                    <a:pt x="178314" y="298347"/>
                  </a:lnTo>
                  <a:lnTo>
                    <a:pt x="175317" y="295813"/>
                  </a:lnTo>
                  <a:lnTo>
                    <a:pt x="173902" y="298141"/>
                  </a:lnTo>
                  <a:lnTo>
                    <a:pt x="172798" y="302014"/>
                  </a:lnTo>
                  <a:lnTo>
                    <a:pt x="168484" y="307218"/>
                  </a:lnTo>
                  <a:lnTo>
                    <a:pt x="163835" y="306283"/>
                  </a:lnTo>
                  <a:lnTo>
                    <a:pt x="163318" y="307196"/>
                  </a:lnTo>
                  <a:lnTo>
                    <a:pt x="164551" y="307858"/>
                  </a:lnTo>
                  <a:lnTo>
                    <a:pt x="164741" y="308687"/>
                  </a:lnTo>
                  <a:lnTo>
                    <a:pt x="163896" y="309128"/>
                  </a:lnTo>
                  <a:lnTo>
                    <a:pt x="162618" y="309082"/>
                  </a:lnTo>
                  <a:lnTo>
                    <a:pt x="160647" y="310110"/>
                  </a:lnTo>
                  <a:lnTo>
                    <a:pt x="159354" y="310034"/>
                  </a:lnTo>
                  <a:lnTo>
                    <a:pt x="158737" y="312484"/>
                  </a:lnTo>
                  <a:lnTo>
                    <a:pt x="157733" y="315443"/>
                  </a:lnTo>
                  <a:lnTo>
                    <a:pt x="155108" y="316668"/>
                  </a:lnTo>
                  <a:lnTo>
                    <a:pt x="153754" y="316919"/>
                  </a:lnTo>
                  <a:lnTo>
                    <a:pt x="153084" y="318601"/>
                  </a:lnTo>
                  <a:lnTo>
                    <a:pt x="157125" y="318951"/>
                  </a:lnTo>
                  <a:lnTo>
                    <a:pt x="156805" y="320374"/>
                  </a:lnTo>
                  <a:lnTo>
                    <a:pt x="156714" y="321796"/>
                  </a:lnTo>
                  <a:lnTo>
                    <a:pt x="156295" y="323318"/>
                  </a:lnTo>
                  <a:lnTo>
                    <a:pt x="151700" y="325509"/>
                  </a:lnTo>
                  <a:lnTo>
                    <a:pt x="150992" y="327229"/>
                  </a:lnTo>
                  <a:lnTo>
                    <a:pt x="150033" y="328294"/>
                  </a:lnTo>
                  <a:lnTo>
                    <a:pt x="147987" y="328233"/>
                  </a:lnTo>
                  <a:lnTo>
                    <a:pt x="148063" y="327244"/>
                  </a:lnTo>
                  <a:lnTo>
                    <a:pt x="148398" y="326126"/>
                  </a:lnTo>
                  <a:lnTo>
                    <a:pt x="145354" y="326225"/>
                  </a:lnTo>
                  <a:lnTo>
                    <a:pt x="144403" y="323752"/>
                  </a:lnTo>
                  <a:lnTo>
                    <a:pt x="143825" y="324383"/>
                  </a:lnTo>
                  <a:lnTo>
                    <a:pt x="144167" y="326377"/>
                  </a:lnTo>
                  <a:lnTo>
                    <a:pt x="144958" y="328446"/>
                  </a:lnTo>
                  <a:lnTo>
                    <a:pt x="145849" y="331482"/>
                  </a:lnTo>
                  <a:lnTo>
                    <a:pt x="145126" y="333392"/>
                  </a:lnTo>
                  <a:lnTo>
                    <a:pt x="144327" y="334343"/>
                  </a:lnTo>
                  <a:lnTo>
                    <a:pt x="144913" y="335218"/>
                  </a:lnTo>
                  <a:lnTo>
                    <a:pt x="146534" y="335888"/>
                  </a:lnTo>
                  <a:lnTo>
                    <a:pt x="147188" y="337082"/>
                  </a:lnTo>
                  <a:lnTo>
                    <a:pt x="145263" y="338102"/>
                  </a:lnTo>
                  <a:lnTo>
                    <a:pt x="142858" y="341601"/>
                  </a:lnTo>
                  <a:lnTo>
                    <a:pt x="140363" y="341685"/>
                  </a:lnTo>
                  <a:lnTo>
                    <a:pt x="138841" y="343998"/>
                  </a:lnTo>
                  <a:lnTo>
                    <a:pt x="137220" y="343991"/>
                  </a:lnTo>
                  <a:lnTo>
                    <a:pt x="135904" y="342537"/>
                  </a:lnTo>
                  <a:lnTo>
                    <a:pt x="133797" y="341343"/>
                  </a:lnTo>
                  <a:lnTo>
                    <a:pt x="133120" y="343443"/>
                  </a:lnTo>
                  <a:lnTo>
                    <a:pt x="133013" y="345117"/>
                  </a:lnTo>
                  <a:lnTo>
                    <a:pt x="134200" y="349339"/>
                  </a:lnTo>
                  <a:lnTo>
                    <a:pt x="136467" y="352596"/>
                  </a:lnTo>
                  <a:lnTo>
                    <a:pt x="138567" y="354003"/>
                  </a:lnTo>
                  <a:lnTo>
                    <a:pt x="137053" y="354955"/>
                  </a:lnTo>
                  <a:lnTo>
                    <a:pt x="135927" y="357055"/>
                  </a:lnTo>
                  <a:lnTo>
                    <a:pt x="134565" y="363598"/>
                  </a:lnTo>
                  <a:lnTo>
                    <a:pt x="133827" y="366170"/>
                  </a:lnTo>
                  <a:lnTo>
                    <a:pt x="133028" y="370689"/>
                  </a:lnTo>
                  <a:lnTo>
                    <a:pt x="133530" y="374493"/>
                  </a:lnTo>
                  <a:lnTo>
                    <a:pt x="133941" y="376357"/>
                  </a:lnTo>
                  <a:lnTo>
                    <a:pt x="134969" y="378891"/>
                  </a:lnTo>
                  <a:lnTo>
                    <a:pt x="132176" y="378564"/>
                  </a:lnTo>
                  <a:lnTo>
                    <a:pt x="129224" y="377088"/>
                  </a:lnTo>
                  <a:lnTo>
                    <a:pt x="129635" y="380154"/>
                  </a:lnTo>
                  <a:lnTo>
                    <a:pt x="127824" y="383776"/>
                  </a:lnTo>
                  <a:lnTo>
                    <a:pt x="128159" y="386956"/>
                  </a:lnTo>
                  <a:lnTo>
                    <a:pt x="128539" y="389018"/>
                  </a:lnTo>
                  <a:lnTo>
                    <a:pt x="127976" y="392434"/>
                  </a:lnTo>
                  <a:lnTo>
                    <a:pt x="128828" y="393507"/>
                  </a:lnTo>
                  <a:lnTo>
                    <a:pt x="129292" y="395539"/>
                  </a:lnTo>
                  <a:lnTo>
                    <a:pt x="128524" y="397037"/>
                  </a:lnTo>
                  <a:lnTo>
                    <a:pt x="128859" y="398323"/>
                  </a:lnTo>
                  <a:lnTo>
                    <a:pt x="128988" y="402866"/>
                  </a:lnTo>
                  <a:lnTo>
                    <a:pt x="129566" y="409949"/>
                  </a:lnTo>
                  <a:lnTo>
                    <a:pt x="129353" y="411440"/>
                  </a:lnTo>
                  <a:lnTo>
                    <a:pt x="130974" y="417558"/>
                  </a:lnTo>
                  <a:lnTo>
                    <a:pt x="130601" y="419696"/>
                  </a:lnTo>
                  <a:lnTo>
                    <a:pt x="130380" y="422412"/>
                  </a:lnTo>
                  <a:lnTo>
                    <a:pt x="132709" y="425022"/>
                  </a:lnTo>
                  <a:lnTo>
                    <a:pt x="134778" y="424984"/>
                  </a:lnTo>
                  <a:lnTo>
                    <a:pt x="136878" y="424946"/>
                  </a:lnTo>
                  <a:lnTo>
                    <a:pt x="137677" y="425592"/>
                  </a:lnTo>
                  <a:lnTo>
                    <a:pt x="138483" y="427434"/>
                  </a:lnTo>
                  <a:lnTo>
                    <a:pt x="139130" y="429610"/>
                  </a:lnTo>
                  <a:lnTo>
                    <a:pt x="140857" y="429435"/>
                  </a:lnTo>
                  <a:lnTo>
                    <a:pt x="143619" y="427669"/>
                  </a:lnTo>
                  <a:lnTo>
                    <a:pt x="145415" y="427251"/>
                  </a:lnTo>
                  <a:lnTo>
                    <a:pt x="146602" y="430644"/>
                  </a:lnTo>
                  <a:lnTo>
                    <a:pt x="149828" y="435118"/>
                  </a:lnTo>
                  <a:lnTo>
                    <a:pt x="151707" y="437119"/>
                  </a:lnTo>
                  <a:lnTo>
                    <a:pt x="154895" y="438177"/>
                  </a:lnTo>
                  <a:lnTo>
                    <a:pt x="158258" y="441768"/>
                  </a:lnTo>
                  <a:lnTo>
                    <a:pt x="157786" y="446090"/>
                  </a:lnTo>
                  <a:lnTo>
                    <a:pt x="159186" y="447528"/>
                  </a:lnTo>
                  <a:lnTo>
                    <a:pt x="163150" y="449225"/>
                  </a:lnTo>
                  <a:lnTo>
                    <a:pt x="164558" y="451515"/>
                  </a:lnTo>
                  <a:lnTo>
                    <a:pt x="165235" y="453462"/>
                  </a:lnTo>
                  <a:lnTo>
                    <a:pt x="166278" y="455076"/>
                  </a:lnTo>
                  <a:lnTo>
                    <a:pt x="167503" y="459937"/>
                  </a:lnTo>
                  <a:lnTo>
                    <a:pt x="167076" y="462928"/>
                  </a:lnTo>
                  <a:lnTo>
                    <a:pt x="165479" y="463955"/>
                  </a:lnTo>
                  <a:lnTo>
                    <a:pt x="161697" y="467150"/>
                  </a:lnTo>
                  <a:lnTo>
                    <a:pt x="160016" y="469532"/>
                  </a:lnTo>
                  <a:lnTo>
                    <a:pt x="158700" y="471008"/>
                  </a:lnTo>
                  <a:lnTo>
                    <a:pt x="154948" y="474181"/>
                  </a:lnTo>
                  <a:lnTo>
                    <a:pt x="153572" y="474751"/>
                  </a:lnTo>
                  <a:lnTo>
                    <a:pt x="152255" y="476395"/>
                  </a:lnTo>
                  <a:lnTo>
                    <a:pt x="150984" y="477118"/>
                  </a:lnTo>
                  <a:lnTo>
                    <a:pt x="149843" y="476707"/>
                  </a:lnTo>
                  <a:lnTo>
                    <a:pt x="145583" y="479682"/>
                  </a:lnTo>
                  <a:lnTo>
                    <a:pt x="142706" y="478860"/>
                  </a:lnTo>
                  <a:lnTo>
                    <a:pt x="141496" y="477391"/>
                  </a:lnTo>
                  <a:lnTo>
                    <a:pt x="142265" y="471548"/>
                  </a:lnTo>
                  <a:lnTo>
                    <a:pt x="141786" y="469661"/>
                  </a:lnTo>
                  <a:lnTo>
                    <a:pt x="141230" y="468710"/>
                  </a:lnTo>
                  <a:lnTo>
                    <a:pt x="139344" y="469798"/>
                  </a:lnTo>
                  <a:lnTo>
                    <a:pt x="139678" y="472035"/>
                  </a:lnTo>
                  <a:lnTo>
                    <a:pt x="136414" y="472126"/>
                  </a:lnTo>
                  <a:lnTo>
                    <a:pt x="133340" y="470232"/>
                  </a:lnTo>
                  <a:lnTo>
                    <a:pt x="132945" y="473960"/>
                  </a:lnTo>
                  <a:lnTo>
                    <a:pt x="126340" y="470871"/>
                  </a:lnTo>
                  <a:lnTo>
                    <a:pt x="124522" y="471655"/>
                  </a:lnTo>
                  <a:lnTo>
                    <a:pt x="121608" y="470102"/>
                  </a:lnTo>
                  <a:lnTo>
                    <a:pt x="119713" y="471959"/>
                  </a:lnTo>
                  <a:lnTo>
                    <a:pt x="117461" y="471289"/>
                  </a:lnTo>
                  <a:lnTo>
                    <a:pt x="115902" y="469083"/>
                  </a:lnTo>
                  <a:lnTo>
                    <a:pt x="113740" y="472963"/>
                  </a:lnTo>
                  <a:lnTo>
                    <a:pt x="109023" y="474067"/>
                  </a:lnTo>
                  <a:lnTo>
                    <a:pt x="104588" y="474683"/>
                  </a:lnTo>
                  <a:lnTo>
                    <a:pt x="106725" y="475976"/>
                  </a:lnTo>
                  <a:lnTo>
                    <a:pt x="116678" y="475733"/>
                  </a:lnTo>
                  <a:lnTo>
                    <a:pt x="119493" y="476691"/>
                  </a:lnTo>
                  <a:lnTo>
                    <a:pt x="123152" y="476052"/>
                  </a:lnTo>
                  <a:lnTo>
                    <a:pt x="126394" y="479096"/>
                  </a:lnTo>
                  <a:lnTo>
                    <a:pt x="128729" y="479826"/>
                  </a:lnTo>
                  <a:lnTo>
                    <a:pt x="131491" y="483318"/>
                  </a:lnTo>
                  <a:lnTo>
                    <a:pt x="132907" y="482367"/>
                  </a:lnTo>
                  <a:lnTo>
                    <a:pt x="135128" y="482512"/>
                  </a:lnTo>
                  <a:lnTo>
                    <a:pt x="137183" y="483509"/>
                  </a:lnTo>
                  <a:lnTo>
                    <a:pt x="143703" y="483379"/>
                  </a:lnTo>
                  <a:lnTo>
                    <a:pt x="145917" y="480945"/>
                  </a:lnTo>
                  <a:lnTo>
                    <a:pt x="149181" y="481477"/>
                  </a:lnTo>
                  <a:lnTo>
                    <a:pt x="150847" y="480846"/>
                  </a:lnTo>
                  <a:lnTo>
                    <a:pt x="152126" y="479354"/>
                  </a:lnTo>
                  <a:lnTo>
                    <a:pt x="153526" y="479012"/>
                  </a:lnTo>
                  <a:lnTo>
                    <a:pt x="154797" y="479294"/>
                  </a:lnTo>
                  <a:lnTo>
                    <a:pt x="156151" y="478114"/>
                  </a:lnTo>
                  <a:lnTo>
                    <a:pt x="157216" y="477643"/>
                  </a:lnTo>
                  <a:lnTo>
                    <a:pt x="158312" y="478213"/>
                  </a:lnTo>
                  <a:lnTo>
                    <a:pt x="159537" y="481036"/>
                  </a:lnTo>
                  <a:lnTo>
                    <a:pt x="156995" y="482497"/>
                  </a:lnTo>
                  <a:lnTo>
                    <a:pt x="155192" y="482565"/>
                  </a:lnTo>
                  <a:lnTo>
                    <a:pt x="154309" y="487176"/>
                  </a:lnTo>
                  <a:lnTo>
                    <a:pt x="153221" y="489154"/>
                  </a:lnTo>
                  <a:lnTo>
                    <a:pt x="152437" y="490105"/>
                  </a:lnTo>
                  <a:lnTo>
                    <a:pt x="148443" y="492061"/>
                  </a:lnTo>
                  <a:lnTo>
                    <a:pt x="145803" y="494533"/>
                  </a:lnTo>
                  <a:lnTo>
                    <a:pt x="142691" y="496519"/>
                  </a:lnTo>
                  <a:lnTo>
                    <a:pt x="141337" y="496086"/>
                  </a:lnTo>
                  <a:lnTo>
                    <a:pt x="139290" y="498102"/>
                  </a:lnTo>
                  <a:lnTo>
                    <a:pt x="134748" y="500483"/>
                  </a:lnTo>
                  <a:lnTo>
                    <a:pt x="132412" y="503694"/>
                  </a:lnTo>
                  <a:lnTo>
                    <a:pt x="127185" y="506555"/>
                  </a:lnTo>
                  <a:lnTo>
                    <a:pt x="124522" y="508883"/>
                  </a:lnTo>
                  <a:lnTo>
                    <a:pt x="117286" y="509005"/>
                  </a:lnTo>
                  <a:lnTo>
                    <a:pt x="110378" y="508495"/>
                  </a:lnTo>
                  <a:lnTo>
                    <a:pt x="108209" y="509598"/>
                  </a:lnTo>
                  <a:lnTo>
                    <a:pt x="110431" y="509941"/>
                  </a:lnTo>
                  <a:lnTo>
                    <a:pt x="111983" y="511021"/>
                  </a:lnTo>
                  <a:lnTo>
                    <a:pt x="113847" y="510565"/>
                  </a:lnTo>
                  <a:lnTo>
                    <a:pt x="118230" y="511105"/>
                  </a:lnTo>
                  <a:lnTo>
                    <a:pt x="120482" y="511698"/>
                  </a:lnTo>
                  <a:lnTo>
                    <a:pt x="123373" y="515487"/>
                  </a:lnTo>
                  <a:lnTo>
                    <a:pt x="121250" y="516827"/>
                  </a:lnTo>
                  <a:lnTo>
                    <a:pt x="117568" y="517861"/>
                  </a:lnTo>
                  <a:lnTo>
                    <a:pt x="118953" y="523203"/>
                  </a:lnTo>
                  <a:lnTo>
                    <a:pt x="120086" y="526794"/>
                  </a:lnTo>
                  <a:lnTo>
                    <a:pt x="118595" y="528955"/>
                  </a:lnTo>
                  <a:lnTo>
                    <a:pt x="118481" y="538747"/>
                  </a:lnTo>
                  <a:lnTo>
                    <a:pt x="116388" y="538930"/>
                  </a:lnTo>
                  <a:lnTo>
                    <a:pt x="115498" y="542962"/>
                  </a:lnTo>
                  <a:lnTo>
                    <a:pt x="116152" y="545016"/>
                  </a:lnTo>
                  <a:lnTo>
                    <a:pt x="116099" y="549772"/>
                  </a:lnTo>
                  <a:lnTo>
                    <a:pt x="116533" y="552693"/>
                  </a:lnTo>
                  <a:lnTo>
                    <a:pt x="117560" y="555379"/>
                  </a:lnTo>
                  <a:lnTo>
                    <a:pt x="117103" y="558172"/>
                  </a:lnTo>
                  <a:lnTo>
                    <a:pt x="113794" y="564692"/>
                  </a:lnTo>
                  <a:lnTo>
                    <a:pt x="113862" y="567743"/>
                  </a:lnTo>
                  <a:lnTo>
                    <a:pt x="114463" y="569554"/>
                  </a:lnTo>
                  <a:lnTo>
                    <a:pt x="114905" y="572438"/>
                  </a:lnTo>
                  <a:lnTo>
                    <a:pt x="113398" y="577969"/>
                  </a:lnTo>
                  <a:lnTo>
                    <a:pt x="112341" y="582572"/>
                  </a:lnTo>
                  <a:lnTo>
                    <a:pt x="111077" y="586437"/>
                  </a:lnTo>
                  <a:lnTo>
                    <a:pt x="108255" y="591056"/>
                  </a:lnTo>
                  <a:lnTo>
                    <a:pt x="106847" y="594502"/>
                  </a:lnTo>
                  <a:lnTo>
                    <a:pt x="103560" y="605208"/>
                  </a:lnTo>
                  <a:lnTo>
                    <a:pt x="101932" y="607323"/>
                  </a:lnTo>
                  <a:lnTo>
                    <a:pt x="99931" y="608943"/>
                  </a:lnTo>
                  <a:lnTo>
                    <a:pt x="97702" y="607444"/>
                  </a:lnTo>
                  <a:lnTo>
                    <a:pt x="95655" y="606630"/>
                  </a:lnTo>
                  <a:lnTo>
                    <a:pt x="93159" y="606729"/>
                  </a:lnTo>
                  <a:lnTo>
                    <a:pt x="89248" y="607962"/>
                  </a:lnTo>
                  <a:lnTo>
                    <a:pt x="83367" y="607140"/>
                  </a:lnTo>
                  <a:lnTo>
                    <a:pt x="77623" y="607536"/>
                  </a:lnTo>
                  <a:lnTo>
                    <a:pt x="76169" y="608593"/>
                  </a:lnTo>
                  <a:lnTo>
                    <a:pt x="77044" y="612451"/>
                  </a:lnTo>
                  <a:lnTo>
                    <a:pt x="74921" y="612953"/>
                  </a:lnTo>
                  <a:lnTo>
                    <a:pt x="72852" y="611858"/>
                  </a:lnTo>
                  <a:lnTo>
                    <a:pt x="71026" y="613166"/>
                  </a:lnTo>
                  <a:lnTo>
                    <a:pt x="69504" y="614597"/>
                  </a:lnTo>
                  <a:lnTo>
                    <a:pt x="66514" y="617990"/>
                  </a:lnTo>
                  <a:lnTo>
                    <a:pt x="65510" y="620075"/>
                  </a:lnTo>
                  <a:lnTo>
                    <a:pt x="65251" y="623993"/>
                  </a:lnTo>
                  <a:lnTo>
                    <a:pt x="66826" y="627501"/>
                  </a:lnTo>
                  <a:lnTo>
                    <a:pt x="68218" y="631602"/>
                  </a:lnTo>
                  <a:lnTo>
                    <a:pt x="64635" y="636525"/>
                  </a:lnTo>
                  <a:lnTo>
                    <a:pt x="62634" y="636692"/>
                  </a:lnTo>
                  <a:lnTo>
                    <a:pt x="56790" y="635322"/>
                  </a:lnTo>
                  <a:lnTo>
                    <a:pt x="46435" y="638404"/>
                  </a:lnTo>
                  <a:lnTo>
                    <a:pt x="37138" y="635969"/>
                  </a:lnTo>
                  <a:lnTo>
                    <a:pt x="38302" y="633329"/>
                  </a:lnTo>
                  <a:lnTo>
                    <a:pt x="38263" y="631389"/>
                  </a:lnTo>
                  <a:lnTo>
                    <a:pt x="38788" y="628399"/>
                  </a:lnTo>
                  <a:lnTo>
                    <a:pt x="39100" y="625332"/>
                  </a:lnTo>
                  <a:lnTo>
                    <a:pt x="39017" y="623278"/>
                  </a:lnTo>
                  <a:lnTo>
                    <a:pt x="38332" y="621079"/>
                  </a:lnTo>
                  <a:lnTo>
                    <a:pt x="36042" y="618203"/>
                  </a:lnTo>
                  <a:lnTo>
                    <a:pt x="30876" y="608457"/>
                  </a:lnTo>
                  <a:lnTo>
                    <a:pt x="29346" y="604325"/>
                  </a:lnTo>
                  <a:lnTo>
                    <a:pt x="28281" y="602598"/>
                  </a:lnTo>
                  <a:lnTo>
                    <a:pt x="29049" y="602507"/>
                  </a:lnTo>
                  <a:lnTo>
                    <a:pt x="33310" y="604728"/>
                  </a:lnTo>
                  <a:lnTo>
                    <a:pt x="34299" y="604454"/>
                  </a:lnTo>
                  <a:lnTo>
                    <a:pt x="35342" y="603625"/>
                  </a:lnTo>
                  <a:lnTo>
                    <a:pt x="34071" y="600437"/>
                  </a:lnTo>
                  <a:lnTo>
                    <a:pt x="32976" y="598999"/>
                  </a:lnTo>
                  <a:lnTo>
                    <a:pt x="32238" y="596838"/>
                  </a:lnTo>
                  <a:lnTo>
                    <a:pt x="34725" y="596252"/>
                  </a:lnTo>
                  <a:lnTo>
                    <a:pt x="36529" y="596382"/>
                  </a:lnTo>
                  <a:lnTo>
                    <a:pt x="37853" y="593947"/>
                  </a:lnTo>
                  <a:lnTo>
                    <a:pt x="37084" y="589998"/>
                  </a:lnTo>
                  <a:lnTo>
                    <a:pt x="35152" y="588781"/>
                  </a:lnTo>
                  <a:lnTo>
                    <a:pt x="33538" y="588248"/>
                  </a:lnTo>
                  <a:lnTo>
                    <a:pt x="30442" y="582009"/>
                  </a:lnTo>
                  <a:lnTo>
                    <a:pt x="27216" y="578768"/>
                  </a:lnTo>
                  <a:lnTo>
                    <a:pt x="21456" y="566206"/>
                  </a:lnTo>
                  <a:lnTo>
                    <a:pt x="19349" y="557517"/>
                  </a:lnTo>
                  <a:lnTo>
                    <a:pt x="17393" y="558347"/>
                  </a:lnTo>
                  <a:lnTo>
                    <a:pt x="16442" y="554550"/>
                  </a:lnTo>
                  <a:lnTo>
                    <a:pt x="15757" y="550936"/>
                  </a:lnTo>
                  <a:lnTo>
                    <a:pt x="15620" y="548280"/>
                  </a:lnTo>
                  <a:lnTo>
                    <a:pt x="12547" y="546759"/>
                  </a:lnTo>
                  <a:lnTo>
                    <a:pt x="12425" y="544887"/>
                  </a:lnTo>
                  <a:lnTo>
                    <a:pt x="11869" y="536518"/>
                  </a:lnTo>
                  <a:lnTo>
                    <a:pt x="8575" y="535391"/>
                  </a:lnTo>
                  <a:lnTo>
                    <a:pt x="6445" y="530674"/>
                  </a:lnTo>
                  <a:lnTo>
                    <a:pt x="6064" y="521704"/>
                  </a:lnTo>
                  <a:lnTo>
                    <a:pt x="3896" y="520068"/>
                  </a:lnTo>
                  <a:lnTo>
                    <a:pt x="2153" y="520524"/>
                  </a:lnTo>
                  <a:lnTo>
                    <a:pt x="2237" y="518295"/>
                  </a:lnTo>
                  <a:lnTo>
                    <a:pt x="2655" y="516195"/>
                  </a:lnTo>
                  <a:lnTo>
                    <a:pt x="1636" y="507841"/>
                  </a:lnTo>
                  <a:lnTo>
                    <a:pt x="1294" y="500179"/>
                  </a:lnTo>
                  <a:lnTo>
                    <a:pt x="472" y="497851"/>
                  </a:lnTo>
                  <a:lnTo>
                    <a:pt x="0" y="495127"/>
                  </a:lnTo>
                  <a:lnTo>
                    <a:pt x="418" y="492768"/>
                  </a:lnTo>
                  <a:lnTo>
                    <a:pt x="1042" y="491406"/>
                  </a:lnTo>
                  <a:lnTo>
                    <a:pt x="3165" y="491049"/>
                  </a:lnTo>
                  <a:lnTo>
                    <a:pt x="5151" y="493134"/>
                  </a:lnTo>
                  <a:lnTo>
                    <a:pt x="6909" y="498383"/>
                  </a:lnTo>
                  <a:lnTo>
                    <a:pt x="8461" y="499068"/>
                  </a:lnTo>
                  <a:lnTo>
                    <a:pt x="10576" y="497699"/>
                  </a:lnTo>
                  <a:lnTo>
                    <a:pt x="12060" y="493872"/>
                  </a:lnTo>
                  <a:lnTo>
                    <a:pt x="12904" y="488112"/>
                  </a:lnTo>
                  <a:lnTo>
                    <a:pt x="13893" y="482596"/>
                  </a:lnTo>
                  <a:lnTo>
                    <a:pt x="12722" y="476676"/>
                  </a:lnTo>
                  <a:lnTo>
                    <a:pt x="11474" y="471457"/>
                  </a:lnTo>
                  <a:lnTo>
                    <a:pt x="11382" y="469920"/>
                  </a:lnTo>
                  <a:lnTo>
                    <a:pt x="14662" y="465492"/>
                  </a:lnTo>
                  <a:lnTo>
                    <a:pt x="15666" y="461885"/>
                  </a:lnTo>
                  <a:lnTo>
                    <a:pt x="16754" y="458439"/>
                  </a:lnTo>
                  <a:lnTo>
                    <a:pt x="17956" y="457267"/>
                  </a:lnTo>
                  <a:lnTo>
                    <a:pt x="19737" y="457001"/>
                  </a:lnTo>
                  <a:lnTo>
                    <a:pt x="21814" y="456354"/>
                  </a:lnTo>
                  <a:lnTo>
                    <a:pt x="24431" y="454041"/>
                  </a:lnTo>
                  <a:lnTo>
                    <a:pt x="26782" y="450936"/>
                  </a:lnTo>
                  <a:lnTo>
                    <a:pt x="28578" y="448083"/>
                  </a:lnTo>
                  <a:lnTo>
                    <a:pt x="29186" y="442423"/>
                  </a:lnTo>
                  <a:lnTo>
                    <a:pt x="29209" y="439569"/>
                  </a:lnTo>
                  <a:lnTo>
                    <a:pt x="30001" y="437447"/>
                  </a:lnTo>
                  <a:lnTo>
                    <a:pt x="30761" y="433292"/>
                  </a:lnTo>
                  <a:lnTo>
                    <a:pt x="30016" y="429184"/>
                  </a:lnTo>
                  <a:lnTo>
                    <a:pt x="27695" y="422929"/>
                  </a:lnTo>
                  <a:lnTo>
                    <a:pt x="24903" y="414081"/>
                  </a:lnTo>
                  <a:lnTo>
                    <a:pt x="24469" y="409226"/>
                  </a:lnTo>
                  <a:lnTo>
                    <a:pt x="25740" y="408321"/>
                  </a:lnTo>
                  <a:lnTo>
                    <a:pt x="28167" y="407514"/>
                  </a:lnTo>
                  <a:lnTo>
                    <a:pt x="32770" y="407279"/>
                  </a:lnTo>
                  <a:lnTo>
                    <a:pt x="33257" y="406708"/>
                  </a:lnTo>
                  <a:lnTo>
                    <a:pt x="33721" y="404570"/>
                  </a:lnTo>
                  <a:lnTo>
                    <a:pt x="34764" y="401671"/>
                  </a:lnTo>
                  <a:lnTo>
                    <a:pt x="35867" y="399556"/>
                  </a:lnTo>
                  <a:lnTo>
                    <a:pt x="36628" y="396520"/>
                  </a:lnTo>
                  <a:lnTo>
                    <a:pt x="36993" y="393766"/>
                  </a:lnTo>
                  <a:lnTo>
                    <a:pt x="34360" y="389604"/>
                  </a:lnTo>
                  <a:lnTo>
                    <a:pt x="30914" y="385328"/>
                  </a:lnTo>
                  <a:lnTo>
                    <a:pt x="28578" y="383905"/>
                  </a:lnTo>
                  <a:lnTo>
                    <a:pt x="24423" y="380299"/>
                  </a:lnTo>
                  <a:lnTo>
                    <a:pt x="21502" y="377278"/>
                  </a:lnTo>
                  <a:lnTo>
                    <a:pt x="23176" y="365705"/>
                  </a:lnTo>
                  <a:lnTo>
                    <a:pt x="24423" y="357024"/>
                  </a:lnTo>
                  <a:lnTo>
                    <a:pt x="24621" y="354909"/>
                  </a:lnTo>
                  <a:lnTo>
                    <a:pt x="24667" y="351622"/>
                  </a:lnTo>
                  <a:lnTo>
                    <a:pt x="20634" y="337508"/>
                  </a:lnTo>
                  <a:lnTo>
                    <a:pt x="20794" y="334351"/>
                  </a:lnTo>
                  <a:lnTo>
                    <a:pt x="21175" y="331497"/>
                  </a:lnTo>
                  <a:lnTo>
                    <a:pt x="20741" y="326620"/>
                  </a:lnTo>
                  <a:lnTo>
                    <a:pt x="20505" y="322245"/>
                  </a:lnTo>
                  <a:lnTo>
                    <a:pt x="21198" y="320914"/>
                  </a:lnTo>
                  <a:lnTo>
                    <a:pt x="22841" y="318433"/>
                  </a:lnTo>
                  <a:lnTo>
                    <a:pt x="21266" y="314584"/>
                  </a:lnTo>
                  <a:lnTo>
                    <a:pt x="21137" y="314264"/>
                  </a:lnTo>
                  <a:lnTo>
                    <a:pt x="18169" y="304692"/>
                  </a:lnTo>
                  <a:lnTo>
                    <a:pt x="22704" y="295144"/>
                  </a:lnTo>
                  <a:lnTo>
                    <a:pt x="21913" y="290175"/>
                  </a:lnTo>
                  <a:lnTo>
                    <a:pt x="24614" y="286561"/>
                  </a:lnTo>
                  <a:lnTo>
                    <a:pt x="29544" y="278253"/>
                  </a:lnTo>
                  <a:lnTo>
                    <a:pt x="32314" y="273551"/>
                  </a:lnTo>
                  <a:lnTo>
                    <a:pt x="32899" y="272729"/>
                  </a:lnTo>
                  <a:lnTo>
                    <a:pt x="35091" y="270659"/>
                  </a:lnTo>
                  <a:lnTo>
                    <a:pt x="39253" y="268202"/>
                  </a:lnTo>
                  <a:lnTo>
                    <a:pt x="43864" y="267000"/>
                  </a:lnTo>
                  <a:lnTo>
                    <a:pt x="45918" y="267015"/>
                  </a:lnTo>
                  <a:lnTo>
                    <a:pt x="53846" y="268681"/>
                  </a:lnTo>
                  <a:lnTo>
                    <a:pt x="60032" y="269975"/>
                  </a:lnTo>
                  <a:lnTo>
                    <a:pt x="60937" y="268674"/>
                  </a:lnTo>
                  <a:lnTo>
                    <a:pt x="62231" y="266003"/>
                  </a:lnTo>
                  <a:lnTo>
                    <a:pt x="63897" y="262191"/>
                  </a:lnTo>
                  <a:lnTo>
                    <a:pt x="64041" y="257938"/>
                  </a:lnTo>
                  <a:lnTo>
                    <a:pt x="63440" y="251668"/>
                  </a:lnTo>
                  <a:lnTo>
                    <a:pt x="62535" y="247902"/>
                  </a:lnTo>
                  <a:lnTo>
                    <a:pt x="58183" y="245445"/>
                  </a:lnTo>
                  <a:lnTo>
                    <a:pt x="53412" y="242074"/>
                  </a:lnTo>
                  <a:lnTo>
                    <a:pt x="59278" y="231338"/>
                  </a:lnTo>
                  <a:lnTo>
                    <a:pt x="63341" y="223836"/>
                  </a:lnTo>
                  <a:lnTo>
                    <a:pt x="68409" y="212477"/>
                  </a:lnTo>
                  <a:lnTo>
                    <a:pt x="69984" y="207721"/>
                  </a:lnTo>
                  <a:lnTo>
                    <a:pt x="71125" y="205827"/>
                  </a:lnTo>
                  <a:lnTo>
                    <a:pt x="72616" y="188099"/>
                  </a:lnTo>
                  <a:lnTo>
                    <a:pt x="73605" y="183100"/>
                  </a:lnTo>
                  <a:lnTo>
                    <a:pt x="74435" y="180475"/>
                  </a:lnTo>
                  <a:lnTo>
                    <a:pt x="74442" y="177782"/>
                  </a:lnTo>
                  <a:lnTo>
                    <a:pt x="73902" y="173224"/>
                  </a:lnTo>
                  <a:lnTo>
                    <a:pt x="72479" y="162876"/>
                  </a:lnTo>
                  <a:lnTo>
                    <a:pt x="80483" y="161591"/>
                  </a:lnTo>
                  <a:lnTo>
                    <a:pt x="83085" y="160860"/>
                  </a:lnTo>
                  <a:lnTo>
                    <a:pt x="85505" y="159620"/>
                  </a:lnTo>
                  <a:lnTo>
                    <a:pt x="90238" y="156394"/>
                  </a:lnTo>
                  <a:lnTo>
                    <a:pt x="92558" y="153533"/>
                  </a:lnTo>
                  <a:lnTo>
                    <a:pt x="91265" y="143733"/>
                  </a:lnTo>
                  <a:lnTo>
                    <a:pt x="94126" y="140401"/>
                  </a:lnTo>
                  <a:lnTo>
                    <a:pt x="101110" y="128729"/>
                  </a:lnTo>
                  <a:lnTo>
                    <a:pt x="108658" y="117461"/>
                  </a:lnTo>
                  <a:lnTo>
                    <a:pt x="112196" y="113170"/>
                  </a:lnTo>
                  <a:lnTo>
                    <a:pt x="112561" y="111070"/>
                  </a:lnTo>
                  <a:lnTo>
                    <a:pt x="112851" y="107684"/>
                  </a:lnTo>
                  <a:lnTo>
                    <a:pt x="111275" y="102343"/>
                  </a:lnTo>
                  <a:lnTo>
                    <a:pt x="109586" y="99025"/>
                  </a:lnTo>
                  <a:lnTo>
                    <a:pt x="106292" y="92718"/>
                  </a:lnTo>
                  <a:lnTo>
                    <a:pt x="107707" y="88297"/>
                  </a:lnTo>
                  <a:lnTo>
                    <a:pt x="110134" y="87438"/>
                  </a:lnTo>
                  <a:lnTo>
                    <a:pt x="113337" y="85695"/>
                  </a:lnTo>
                  <a:lnTo>
                    <a:pt x="115840" y="81899"/>
                  </a:lnTo>
                  <a:lnTo>
                    <a:pt x="116084" y="81412"/>
                  </a:lnTo>
                  <a:lnTo>
                    <a:pt x="120314" y="66377"/>
                  </a:lnTo>
                  <a:lnTo>
                    <a:pt x="128570" y="58692"/>
                  </a:lnTo>
                  <a:lnTo>
                    <a:pt x="131864" y="54485"/>
                  </a:lnTo>
                  <a:lnTo>
                    <a:pt x="136992" y="57650"/>
                  </a:lnTo>
                  <a:lnTo>
                    <a:pt x="144509" y="62413"/>
                  </a:lnTo>
                  <a:lnTo>
                    <a:pt x="147850" y="55406"/>
                  </a:lnTo>
                  <a:lnTo>
                    <a:pt x="148953" y="52796"/>
                  </a:lnTo>
                  <a:lnTo>
                    <a:pt x="150056" y="48946"/>
                  </a:lnTo>
                  <a:lnTo>
                    <a:pt x="149615" y="42250"/>
                  </a:lnTo>
                  <a:lnTo>
                    <a:pt x="149425" y="33508"/>
                  </a:lnTo>
                  <a:lnTo>
                    <a:pt x="149759" y="29978"/>
                  </a:lnTo>
                  <a:lnTo>
                    <a:pt x="152757" y="28403"/>
                  </a:lnTo>
                  <a:lnTo>
                    <a:pt x="154370" y="28000"/>
                  </a:lnTo>
                  <a:lnTo>
                    <a:pt x="162725" y="31636"/>
                  </a:lnTo>
                  <a:lnTo>
                    <a:pt x="164825" y="31576"/>
                  </a:lnTo>
                  <a:lnTo>
                    <a:pt x="168766" y="32063"/>
                  </a:lnTo>
                  <a:lnTo>
                    <a:pt x="173171" y="33653"/>
                  </a:lnTo>
                  <a:lnTo>
                    <a:pt x="182400" y="37883"/>
                  </a:lnTo>
                  <a:lnTo>
                    <a:pt x="186212" y="39625"/>
                  </a:lnTo>
                  <a:lnTo>
                    <a:pt x="188343" y="39960"/>
                  </a:lnTo>
                  <a:lnTo>
                    <a:pt x="190184" y="37997"/>
                  </a:lnTo>
                  <a:lnTo>
                    <a:pt x="194117" y="32938"/>
                  </a:lnTo>
                  <a:lnTo>
                    <a:pt x="188327" y="29179"/>
                  </a:lnTo>
                  <a:lnTo>
                    <a:pt x="192139" y="25367"/>
                  </a:lnTo>
                  <a:lnTo>
                    <a:pt x="194117" y="21509"/>
                  </a:lnTo>
                  <a:lnTo>
                    <a:pt x="195814" y="16754"/>
                  </a:lnTo>
                  <a:lnTo>
                    <a:pt x="196431" y="11169"/>
                  </a:lnTo>
                  <a:lnTo>
                    <a:pt x="196195" y="8156"/>
                  </a:lnTo>
                  <a:lnTo>
                    <a:pt x="195023" y="6095"/>
                  </a:lnTo>
                  <a:lnTo>
                    <a:pt x="191485" y="951"/>
                  </a:lnTo>
                  <a:lnTo>
                    <a:pt x="199497" y="213"/>
                  </a:lnTo>
                  <a:lnTo>
                    <a:pt x="202274" y="0"/>
                  </a:lnTo>
                  <a:lnTo>
                    <a:pt x="208102" y="3393"/>
                  </a:lnTo>
                  <a:lnTo>
                    <a:pt x="208361" y="4131"/>
                  </a:lnTo>
                  <a:lnTo>
                    <a:pt x="208399" y="5897"/>
                  </a:lnTo>
                  <a:lnTo>
                    <a:pt x="208604" y="7723"/>
                  </a:lnTo>
                  <a:lnTo>
                    <a:pt x="214257" y="12341"/>
                  </a:lnTo>
                  <a:lnTo>
                    <a:pt x="215886" y="14783"/>
                  </a:lnTo>
                  <a:lnTo>
                    <a:pt x="219363" y="18481"/>
                  </a:lnTo>
                  <a:lnTo>
                    <a:pt x="220283" y="20475"/>
                  </a:lnTo>
                  <a:lnTo>
                    <a:pt x="223502" y="22803"/>
                  </a:lnTo>
                  <a:lnTo>
                    <a:pt x="225807" y="25291"/>
                  </a:lnTo>
                  <a:lnTo>
                    <a:pt x="228500" y="27299"/>
                  </a:lnTo>
                  <a:lnTo>
                    <a:pt x="231643" y="30419"/>
                  </a:lnTo>
                  <a:lnTo>
                    <a:pt x="235866" y="32899"/>
                  </a:lnTo>
                  <a:lnTo>
                    <a:pt x="239427" y="33706"/>
                  </a:lnTo>
                  <a:lnTo>
                    <a:pt x="248405" y="37944"/>
                  </a:lnTo>
                  <a:lnTo>
                    <a:pt x="249934" y="39313"/>
                  </a:lnTo>
                  <a:lnTo>
                    <a:pt x="252521" y="42258"/>
                  </a:lnTo>
                  <a:lnTo>
                    <a:pt x="255138" y="45651"/>
                  </a:lnTo>
                  <a:lnTo>
                    <a:pt x="256949" y="52606"/>
                  </a:lnTo>
                  <a:lnTo>
                    <a:pt x="259848" y="52963"/>
                  </a:lnTo>
                  <a:lnTo>
                    <a:pt x="260639" y="55345"/>
                  </a:lnTo>
                  <a:lnTo>
                    <a:pt x="263173" y="59415"/>
                  </a:lnTo>
                  <a:lnTo>
                    <a:pt x="266688" y="62999"/>
                  </a:lnTo>
                  <a:lnTo>
                    <a:pt x="266559" y="64201"/>
                  </a:lnTo>
                  <a:lnTo>
                    <a:pt x="263759" y="67488"/>
                  </a:lnTo>
                  <a:lnTo>
                    <a:pt x="263454" y="71931"/>
                  </a:lnTo>
                  <a:lnTo>
                    <a:pt x="263721" y="77585"/>
                  </a:lnTo>
                  <a:lnTo>
                    <a:pt x="264603" y="82180"/>
                  </a:lnTo>
                  <a:lnTo>
                    <a:pt x="264512" y="83519"/>
                  </a:lnTo>
                  <a:lnTo>
                    <a:pt x="263820" y="85102"/>
                  </a:lnTo>
                  <a:lnTo>
                    <a:pt x="262990" y="87575"/>
                  </a:lnTo>
                  <a:lnTo>
                    <a:pt x="262686" y="89728"/>
                  </a:lnTo>
                  <a:lnTo>
                    <a:pt x="262762" y="90778"/>
                  </a:lnTo>
                  <a:lnTo>
                    <a:pt x="263044" y="91356"/>
                  </a:lnTo>
                  <a:lnTo>
                    <a:pt x="264519" y="91402"/>
                  </a:lnTo>
                  <a:lnTo>
                    <a:pt x="267159" y="91911"/>
                  </a:lnTo>
                  <a:lnTo>
                    <a:pt x="268712" y="92862"/>
                  </a:lnTo>
                  <a:lnTo>
                    <a:pt x="269594" y="98090"/>
                  </a:lnTo>
                  <a:lnTo>
                    <a:pt x="269298" y="99094"/>
                  </a:lnTo>
                  <a:lnTo>
                    <a:pt x="267076" y="101453"/>
                  </a:lnTo>
                  <a:lnTo>
                    <a:pt x="266422" y="103324"/>
                  </a:lnTo>
                  <a:lnTo>
                    <a:pt x="266361" y="106063"/>
                  </a:lnTo>
                  <a:lnTo>
                    <a:pt x="266756" y="109076"/>
                  </a:lnTo>
                  <a:lnTo>
                    <a:pt x="267525" y="112432"/>
                  </a:lnTo>
                  <a:lnTo>
                    <a:pt x="269267" y="116015"/>
                  </a:lnTo>
                  <a:lnTo>
                    <a:pt x="271626" y="119751"/>
                  </a:lnTo>
                  <a:lnTo>
                    <a:pt x="273178" y="122810"/>
                  </a:lnTo>
                  <a:lnTo>
                    <a:pt x="273908" y="124955"/>
                  </a:lnTo>
                  <a:lnTo>
                    <a:pt x="274175" y="126462"/>
                  </a:lnTo>
                  <a:lnTo>
                    <a:pt x="273117" y="128349"/>
                  </a:lnTo>
                  <a:lnTo>
                    <a:pt x="272166" y="132069"/>
                  </a:lnTo>
                  <a:lnTo>
                    <a:pt x="271991" y="136315"/>
                  </a:lnTo>
                  <a:lnTo>
                    <a:pt x="271557" y="139077"/>
                  </a:lnTo>
                  <a:lnTo>
                    <a:pt x="269488" y="142874"/>
                  </a:lnTo>
                  <a:lnTo>
                    <a:pt x="268050" y="144213"/>
                  </a:lnTo>
                  <a:lnTo>
                    <a:pt x="267639" y="146206"/>
                  </a:lnTo>
                  <a:lnTo>
                    <a:pt x="267464" y="149546"/>
                  </a:lnTo>
                  <a:lnTo>
                    <a:pt x="267890" y="153609"/>
                  </a:lnTo>
                  <a:lnTo>
                    <a:pt x="268035" y="156348"/>
                  </a:lnTo>
                  <a:lnTo>
                    <a:pt x="268476" y="158319"/>
                  </a:lnTo>
                  <a:lnTo>
                    <a:pt x="269130" y="159605"/>
                  </a:lnTo>
                  <a:lnTo>
                    <a:pt x="272455" y="161864"/>
                  </a:lnTo>
                  <a:lnTo>
                    <a:pt x="274319" y="166491"/>
                  </a:lnTo>
                  <a:lnTo>
                    <a:pt x="275484" y="170196"/>
                  </a:lnTo>
                  <a:lnTo>
                    <a:pt x="277834" y="179805"/>
                  </a:lnTo>
                  <a:close/>
                  <a:moveTo>
                    <a:pt x="159103" y="474987"/>
                  </a:moveTo>
                  <a:lnTo>
                    <a:pt x="158570" y="476380"/>
                  </a:lnTo>
                  <a:lnTo>
                    <a:pt x="158030" y="474675"/>
                  </a:lnTo>
                  <a:lnTo>
                    <a:pt x="158243" y="474340"/>
                  </a:lnTo>
                  <a:lnTo>
                    <a:pt x="158608" y="472659"/>
                  </a:lnTo>
                  <a:lnTo>
                    <a:pt x="159643" y="471738"/>
                  </a:lnTo>
                  <a:lnTo>
                    <a:pt x="161294" y="472294"/>
                  </a:lnTo>
                  <a:lnTo>
                    <a:pt x="161286" y="472712"/>
                  </a:lnTo>
                  <a:lnTo>
                    <a:pt x="159704" y="474074"/>
                  </a:lnTo>
                  <a:lnTo>
                    <a:pt x="159103" y="474987"/>
                  </a:lnTo>
                  <a:close/>
                  <a:moveTo>
                    <a:pt x="155276" y="493385"/>
                  </a:moveTo>
                  <a:lnTo>
                    <a:pt x="154325" y="493780"/>
                  </a:lnTo>
                  <a:lnTo>
                    <a:pt x="153853" y="493659"/>
                  </a:lnTo>
                  <a:lnTo>
                    <a:pt x="154439" y="491734"/>
                  </a:lnTo>
                  <a:lnTo>
                    <a:pt x="154872" y="490904"/>
                  </a:lnTo>
                  <a:lnTo>
                    <a:pt x="156310" y="490128"/>
                  </a:lnTo>
                  <a:lnTo>
                    <a:pt x="156752" y="490265"/>
                  </a:lnTo>
                  <a:lnTo>
                    <a:pt x="155276" y="493385"/>
                  </a:lnTo>
                  <a:close/>
                  <a:moveTo>
                    <a:pt x="171086" y="538488"/>
                  </a:moveTo>
                  <a:lnTo>
                    <a:pt x="170698" y="540991"/>
                  </a:lnTo>
                  <a:lnTo>
                    <a:pt x="169587" y="540801"/>
                  </a:lnTo>
                  <a:lnTo>
                    <a:pt x="168575" y="538952"/>
                  </a:lnTo>
                  <a:lnTo>
                    <a:pt x="170622" y="536130"/>
                  </a:lnTo>
                  <a:lnTo>
                    <a:pt x="173749" y="536282"/>
                  </a:lnTo>
                  <a:lnTo>
                    <a:pt x="174822" y="536875"/>
                  </a:lnTo>
                  <a:lnTo>
                    <a:pt x="171086" y="538488"/>
                  </a:lnTo>
                  <a:close/>
                  <a:moveTo>
                    <a:pt x="169374" y="541965"/>
                  </a:moveTo>
                  <a:lnTo>
                    <a:pt x="167609" y="542916"/>
                  </a:lnTo>
                  <a:lnTo>
                    <a:pt x="166574" y="545739"/>
                  </a:lnTo>
                  <a:lnTo>
                    <a:pt x="165144" y="546218"/>
                  </a:lnTo>
                  <a:lnTo>
                    <a:pt x="163775" y="547154"/>
                  </a:lnTo>
                  <a:lnTo>
                    <a:pt x="163287" y="556026"/>
                  </a:lnTo>
                  <a:lnTo>
                    <a:pt x="165791" y="559381"/>
                  </a:lnTo>
                  <a:lnTo>
                    <a:pt x="164414" y="559853"/>
                  </a:lnTo>
                  <a:lnTo>
                    <a:pt x="163158" y="560857"/>
                  </a:lnTo>
                  <a:lnTo>
                    <a:pt x="162260" y="562341"/>
                  </a:lnTo>
                  <a:lnTo>
                    <a:pt x="161340" y="565529"/>
                  </a:lnTo>
                  <a:lnTo>
                    <a:pt x="157893" y="567332"/>
                  </a:lnTo>
                  <a:lnTo>
                    <a:pt x="156592" y="568664"/>
                  </a:lnTo>
                  <a:lnTo>
                    <a:pt x="154667" y="571624"/>
                  </a:lnTo>
                  <a:lnTo>
                    <a:pt x="153663" y="575907"/>
                  </a:lnTo>
                  <a:lnTo>
                    <a:pt x="151715" y="577733"/>
                  </a:lnTo>
                  <a:lnTo>
                    <a:pt x="149523" y="578167"/>
                  </a:lnTo>
                  <a:lnTo>
                    <a:pt x="150802" y="574667"/>
                  </a:lnTo>
                  <a:lnTo>
                    <a:pt x="152483" y="571806"/>
                  </a:lnTo>
                  <a:lnTo>
                    <a:pt x="150870" y="569835"/>
                  </a:lnTo>
                  <a:lnTo>
                    <a:pt x="149896" y="566754"/>
                  </a:lnTo>
                  <a:lnTo>
                    <a:pt x="148633" y="564380"/>
                  </a:lnTo>
                  <a:lnTo>
                    <a:pt x="149638" y="561725"/>
                  </a:lnTo>
                  <a:lnTo>
                    <a:pt x="149143" y="557373"/>
                  </a:lnTo>
                  <a:lnTo>
                    <a:pt x="149303" y="553104"/>
                  </a:lnTo>
                  <a:lnTo>
                    <a:pt x="150764" y="550951"/>
                  </a:lnTo>
                  <a:lnTo>
                    <a:pt x="152437" y="549194"/>
                  </a:lnTo>
                  <a:lnTo>
                    <a:pt x="155040" y="545138"/>
                  </a:lnTo>
                  <a:lnTo>
                    <a:pt x="157862" y="542186"/>
                  </a:lnTo>
                  <a:lnTo>
                    <a:pt x="161804" y="540862"/>
                  </a:lnTo>
                  <a:lnTo>
                    <a:pt x="163584" y="542087"/>
                  </a:lnTo>
                  <a:lnTo>
                    <a:pt x="164353" y="539401"/>
                  </a:lnTo>
                  <a:lnTo>
                    <a:pt x="165623" y="538785"/>
                  </a:lnTo>
                  <a:lnTo>
                    <a:pt x="166818" y="539409"/>
                  </a:lnTo>
                  <a:lnTo>
                    <a:pt x="169374" y="541965"/>
                  </a:lnTo>
                  <a:close/>
                  <a:moveTo>
                    <a:pt x="114973" y="602552"/>
                  </a:moveTo>
                  <a:lnTo>
                    <a:pt x="113870" y="604485"/>
                  </a:lnTo>
                  <a:lnTo>
                    <a:pt x="112896" y="604348"/>
                  </a:lnTo>
                  <a:lnTo>
                    <a:pt x="112249" y="601769"/>
                  </a:lnTo>
                  <a:lnTo>
                    <a:pt x="112097" y="595119"/>
                  </a:lnTo>
                  <a:lnTo>
                    <a:pt x="112485" y="591817"/>
                  </a:lnTo>
                  <a:lnTo>
                    <a:pt x="117141" y="579856"/>
                  </a:lnTo>
                  <a:lnTo>
                    <a:pt x="119219" y="578875"/>
                  </a:lnTo>
                  <a:lnTo>
                    <a:pt x="122140" y="571494"/>
                  </a:lnTo>
                  <a:lnTo>
                    <a:pt x="122932" y="568192"/>
                  </a:lnTo>
                  <a:lnTo>
                    <a:pt x="124202" y="565217"/>
                  </a:lnTo>
                  <a:lnTo>
                    <a:pt x="124948" y="562546"/>
                  </a:lnTo>
                  <a:lnTo>
                    <a:pt x="125579" y="561466"/>
                  </a:lnTo>
                  <a:lnTo>
                    <a:pt x="126942" y="561968"/>
                  </a:lnTo>
                  <a:lnTo>
                    <a:pt x="127550" y="562463"/>
                  </a:lnTo>
                  <a:lnTo>
                    <a:pt x="126112" y="564015"/>
                  </a:lnTo>
                  <a:lnTo>
                    <a:pt x="126279" y="566031"/>
                  </a:lnTo>
                  <a:lnTo>
                    <a:pt x="126180" y="566861"/>
                  </a:lnTo>
                  <a:lnTo>
                    <a:pt x="122551" y="575603"/>
                  </a:lnTo>
                  <a:lnTo>
                    <a:pt x="121585" y="581248"/>
                  </a:lnTo>
                  <a:lnTo>
                    <a:pt x="120299" y="582625"/>
                  </a:lnTo>
                  <a:lnTo>
                    <a:pt x="114973" y="602552"/>
                  </a:lnTo>
                  <a:close/>
                </a:path>
              </a:pathLst>
            </a:custGeom>
            <a:solidFill>
              <a:srgbClr val="2562E8"/>
            </a:solidFill>
            <a:ln w="6168" cap="flat">
              <a:solidFill>
                <a:srgbClr val="2562E8"/>
              </a:solidFill>
              <a:prstDash val="solid"/>
              <a:miter/>
            </a:ln>
          </p:spPr>
          <p:txBody>
            <a:bodyPr/>
            <a:lstStyle/>
            <a:p>
              <a:endParaRPr lang="en-US"/>
            </a:p>
          </p:txBody>
        </p:sp>
        <p:sp>
          <p:nvSpPr>
            <p:cNvPr id="2311" name="Freeform: Shape 2310">
              <a:extLst>
                <a:ext uri="{FF2B5EF4-FFF2-40B4-BE49-F238E27FC236}">
                  <a16:creationId xmlns:a16="http://schemas.microsoft.com/office/drawing/2014/main" id="{3D2AEAD8-616B-A0C5-4D05-043EB75AFF25}"/>
                </a:ext>
              </a:extLst>
            </p:cNvPr>
            <p:cNvSpPr/>
            <p:nvPr/>
          </p:nvSpPr>
          <p:spPr>
            <a:xfrm>
              <a:off x="11787148" y="4973552"/>
              <a:ext cx="7387" cy="3857"/>
            </a:xfrm>
            <a:custGeom>
              <a:avLst/>
              <a:gdLst>
                <a:gd name="csX0" fmla="*/ 6817 w 7387"/>
                <a:gd name="csY0" fmla="*/ 2450 h 3857"/>
                <a:gd name="csX1" fmla="*/ 3622 w 7387"/>
                <a:gd name="csY1" fmla="*/ 3858 h 3857"/>
                <a:gd name="csX2" fmla="*/ 0 w 7387"/>
                <a:gd name="csY2" fmla="*/ 2579 h 3857"/>
                <a:gd name="csX3" fmla="*/ 1172 w 7387"/>
                <a:gd name="csY3" fmla="*/ 502 h 3857"/>
                <a:gd name="csX4" fmla="*/ 3576 w 7387"/>
                <a:gd name="csY4" fmla="*/ 0 h 3857"/>
                <a:gd name="csX5" fmla="*/ 5524 w 7387"/>
                <a:gd name="csY5" fmla="*/ 662 h 3857"/>
                <a:gd name="csX6" fmla="*/ 6627 w 7387"/>
                <a:gd name="csY6" fmla="*/ 1164 h 3857"/>
                <a:gd name="csX7" fmla="*/ 7388 w 7387"/>
                <a:gd name="csY7" fmla="*/ 1735 h 3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387" h="3857">
                  <a:moveTo>
                    <a:pt x="6817" y="2450"/>
                  </a:moveTo>
                  <a:lnTo>
                    <a:pt x="3622" y="3858"/>
                  </a:lnTo>
                  <a:lnTo>
                    <a:pt x="0" y="2579"/>
                  </a:lnTo>
                  <a:lnTo>
                    <a:pt x="1172" y="502"/>
                  </a:lnTo>
                  <a:lnTo>
                    <a:pt x="3576" y="0"/>
                  </a:lnTo>
                  <a:lnTo>
                    <a:pt x="5524" y="662"/>
                  </a:lnTo>
                  <a:lnTo>
                    <a:pt x="6627" y="1164"/>
                  </a:lnTo>
                  <a:lnTo>
                    <a:pt x="7388" y="1735"/>
                  </a:lnTo>
                  <a:close/>
                </a:path>
              </a:pathLst>
            </a:custGeom>
            <a:solidFill>
              <a:srgbClr val="2562E8"/>
            </a:solidFill>
            <a:ln w="6168" cap="flat">
              <a:solidFill>
                <a:srgbClr val="2562E8"/>
              </a:solidFill>
              <a:prstDash val="solid"/>
              <a:miter/>
            </a:ln>
          </p:spPr>
          <p:txBody>
            <a:bodyPr/>
            <a:lstStyle/>
            <a:p>
              <a:endParaRPr lang="en-US"/>
            </a:p>
          </p:txBody>
        </p:sp>
        <p:sp>
          <p:nvSpPr>
            <p:cNvPr id="2312" name="Freeform: Shape 2311">
              <a:extLst>
                <a:ext uri="{FF2B5EF4-FFF2-40B4-BE49-F238E27FC236}">
                  <a16:creationId xmlns:a16="http://schemas.microsoft.com/office/drawing/2014/main" id="{28F6C85F-BE0D-2C96-E3E9-D171401475D2}"/>
                </a:ext>
              </a:extLst>
            </p:cNvPr>
            <p:cNvSpPr/>
            <p:nvPr/>
          </p:nvSpPr>
          <p:spPr>
            <a:xfrm>
              <a:off x="9266057" y="5171991"/>
              <a:ext cx="186957" cy="176267"/>
            </a:xfrm>
            <a:custGeom>
              <a:avLst/>
              <a:gdLst>
                <a:gd name="csX0" fmla="*/ 1080 w 186957"/>
                <a:gd name="csY0" fmla="*/ 1956 h 176267"/>
                <a:gd name="csX1" fmla="*/ 350 w 186957"/>
                <a:gd name="csY1" fmla="*/ 1986 h 176267"/>
                <a:gd name="csX2" fmla="*/ 137 w 186957"/>
                <a:gd name="csY2" fmla="*/ 1811 h 176267"/>
                <a:gd name="csX3" fmla="*/ 0 w 186957"/>
                <a:gd name="csY3" fmla="*/ 1309 h 176267"/>
                <a:gd name="csX4" fmla="*/ 350 w 186957"/>
                <a:gd name="csY4" fmla="*/ 495 h 176267"/>
                <a:gd name="csX5" fmla="*/ 670 w 186957"/>
                <a:gd name="csY5" fmla="*/ 0 h 176267"/>
                <a:gd name="csX6" fmla="*/ 1164 w 186957"/>
                <a:gd name="csY6" fmla="*/ 68 h 176267"/>
                <a:gd name="csX7" fmla="*/ 1834 w 186957"/>
                <a:gd name="csY7" fmla="*/ 639 h 176267"/>
                <a:gd name="csX8" fmla="*/ 2397 w 186957"/>
                <a:gd name="csY8" fmla="*/ 1126 h 176267"/>
                <a:gd name="csX9" fmla="*/ 2092 w 186957"/>
                <a:gd name="csY9" fmla="*/ 1568 h 176267"/>
                <a:gd name="csX10" fmla="*/ 1080 w 186957"/>
                <a:gd name="csY10" fmla="*/ 1956 h 176267"/>
                <a:gd name="csX11" fmla="*/ 186265 w 186957"/>
                <a:gd name="csY11" fmla="*/ 176131 h 176267"/>
                <a:gd name="csX12" fmla="*/ 184340 w 186957"/>
                <a:gd name="csY12" fmla="*/ 176268 h 176267"/>
                <a:gd name="csX13" fmla="*/ 184500 w 186957"/>
                <a:gd name="csY13" fmla="*/ 175225 h 176267"/>
                <a:gd name="csX14" fmla="*/ 185931 w 186957"/>
                <a:gd name="csY14" fmla="*/ 174114 h 176267"/>
                <a:gd name="csX15" fmla="*/ 186897 w 186957"/>
                <a:gd name="csY15" fmla="*/ 174259 h 176267"/>
                <a:gd name="csX16" fmla="*/ 186958 w 186957"/>
                <a:gd name="csY16" fmla="*/ 175537 h 176267"/>
                <a:gd name="csX17" fmla="*/ 186265 w 186957"/>
                <a:gd name="csY17" fmla="*/ 176131 h 1762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86957" h="176267">
                  <a:moveTo>
                    <a:pt x="1080" y="1956"/>
                  </a:moveTo>
                  <a:lnTo>
                    <a:pt x="350" y="1986"/>
                  </a:lnTo>
                  <a:lnTo>
                    <a:pt x="137" y="1811"/>
                  </a:lnTo>
                  <a:lnTo>
                    <a:pt x="0" y="1309"/>
                  </a:lnTo>
                  <a:lnTo>
                    <a:pt x="350" y="495"/>
                  </a:lnTo>
                  <a:lnTo>
                    <a:pt x="670" y="0"/>
                  </a:lnTo>
                  <a:lnTo>
                    <a:pt x="1164" y="68"/>
                  </a:lnTo>
                  <a:lnTo>
                    <a:pt x="1834" y="639"/>
                  </a:lnTo>
                  <a:lnTo>
                    <a:pt x="2397" y="1126"/>
                  </a:lnTo>
                  <a:lnTo>
                    <a:pt x="2092" y="1568"/>
                  </a:lnTo>
                  <a:lnTo>
                    <a:pt x="1080" y="1956"/>
                  </a:lnTo>
                  <a:close/>
                  <a:moveTo>
                    <a:pt x="186265" y="176131"/>
                  </a:moveTo>
                  <a:lnTo>
                    <a:pt x="184340" y="176268"/>
                  </a:lnTo>
                  <a:lnTo>
                    <a:pt x="184500" y="175225"/>
                  </a:lnTo>
                  <a:lnTo>
                    <a:pt x="185931" y="174114"/>
                  </a:lnTo>
                  <a:lnTo>
                    <a:pt x="186897" y="174259"/>
                  </a:lnTo>
                  <a:lnTo>
                    <a:pt x="186958" y="175537"/>
                  </a:lnTo>
                  <a:lnTo>
                    <a:pt x="186265" y="17613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13" name="Freeform: Shape 2312">
              <a:extLst>
                <a:ext uri="{FF2B5EF4-FFF2-40B4-BE49-F238E27FC236}">
                  <a16:creationId xmlns:a16="http://schemas.microsoft.com/office/drawing/2014/main" id="{52CAA927-C375-6E65-8196-347A899D349C}"/>
                </a:ext>
              </a:extLst>
            </p:cNvPr>
            <p:cNvSpPr/>
            <p:nvPr/>
          </p:nvSpPr>
          <p:spPr>
            <a:xfrm>
              <a:off x="9859533" y="3874694"/>
              <a:ext cx="67008" cy="44091"/>
            </a:xfrm>
            <a:custGeom>
              <a:avLst/>
              <a:gdLst>
                <a:gd name="csX0" fmla="*/ 67009 w 67008"/>
                <a:gd name="csY0" fmla="*/ 11276 h 44091"/>
                <a:gd name="csX1" fmla="*/ 65122 w 67008"/>
                <a:gd name="csY1" fmla="*/ 10523 h 44091"/>
                <a:gd name="csX2" fmla="*/ 62847 w 67008"/>
                <a:gd name="csY2" fmla="*/ 10203 h 44091"/>
                <a:gd name="csX3" fmla="*/ 62421 w 67008"/>
                <a:gd name="csY3" fmla="*/ 10614 h 44091"/>
                <a:gd name="csX4" fmla="*/ 61508 w 67008"/>
                <a:gd name="csY4" fmla="*/ 11032 h 44091"/>
                <a:gd name="csX5" fmla="*/ 61044 w 67008"/>
                <a:gd name="csY5" fmla="*/ 11778 h 44091"/>
                <a:gd name="csX6" fmla="*/ 61394 w 67008"/>
                <a:gd name="csY6" fmla="*/ 14700 h 44091"/>
                <a:gd name="csX7" fmla="*/ 60846 w 67008"/>
                <a:gd name="csY7" fmla="*/ 15202 h 44091"/>
                <a:gd name="csX8" fmla="*/ 58259 w 67008"/>
                <a:gd name="csY8" fmla="*/ 14913 h 44091"/>
                <a:gd name="csX9" fmla="*/ 57407 w 67008"/>
                <a:gd name="csY9" fmla="*/ 15248 h 44091"/>
                <a:gd name="csX10" fmla="*/ 55999 w 67008"/>
                <a:gd name="csY10" fmla="*/ 17279 h 44091"/>
                <a:gd name="csX11" fmla="*/ 54561 w 67008"/>
                <a:gd name="csY11" fmla="*/ 18139 h 44091"/>
                <a:gd name="csX12" fmla="*/ 52735 w 67008"/>
                <a:gd name="csY12" fmla="*/ 18747 h 44091"/>
                <a:gd name="csX13" fmla="*/ 51381 w 67008"/>
                <a:gd name="csY13" fmla="*/ 19478 h 44091"/>
                <a:gd name="csX14" fmla="*/ 49669 w 67008"/>
                <a:gd name="csY14" fmla="*/ 20117 h 44091"/>
                <a:gd name="csX15" fmla="*/ 48216 w 67008"/>
                <a:gd name="csY15" fmla="*/ 20505 h 44091"/>
                <a:gd name="csX16" fmla="*/ 47638 w 67008"/>
                <a:gd name="csY16" fmla="*/ 21387 h 44091"/>
                <a:gd name="csX17" fmla="*/ 47287 w 67008"/>
                <a:gd name="csY17" fmla="*/ 22369 h 44091"/>
                <a:gd name="csX18" fmla="*/ 47379 w 67008"/>
                <a:gd name="csY18" fmla="*/ 23313 h 44091"/>
                <a:gd name="csX19" fmla="*/ 48862 w 67008"/>
                <a:gd name="csY19" fmla="*/ 25177 h 44091"/>
                <a:gd name="csX20" fmla="*/ 49060 w 67008"/>
                <a:gd name="csY20" fmla="*/ 27162 h 44091"/>
                <a:gd name="csX21" fmla="*/ 48900 w 67008"/>
                <a:gd name="csY21" fmla="*/ 29590 h 44091"/>
                <a:gd name="csX22" fmla="*/ 48558 w 67008"/>
                <a:gd name="csY22" fmla="*/ 30883 h 44091"/>
                <a:gd name="csX23" fmla="*/ 47972 w 67008"/>
                <a:gd name="csY23" fmla="*/ 31743 h 44091"/>
                <a:gd name="csX24" fmla="*/ 44328 w 67008"/>
                <a:gd name="csY24" fmla="*/ 32854 h 44091"/>
                <a:gd name="csX25" fmla="*/ 40546 w 67008"/>
                <a:gd name="csY25" fmla="*/ 34839 h 44091"/>
                <a:gd name="csX26" fmla="*/ 40462 w 67008"/>
                <a:gd name="csY26" fmla="*/ 35296 h 44091"/>
                <a:gd name="csX27" fmla="*/ 42190 w 67008"/>
                <a:gd name="csY27" fmla="*/ 37054 h 44091"/>
                <a:gd name="csX28" fmla="*/ 42258 w 67008"/>
                <a:gd name="csY28" fmla="*/ 37495 h 44091"/>
                <a:gd name="csX29" fmla="*/ 40828 w 67008"/>
                <a:gd name="csY29" fmla="*/ 38492 h 44091"/>
                <a:gd name="csX30" fmla="*/ 40691 w 67008"/>
                <a:gd name="csY30" fmla="*/ 39496 h 44091"/>
                <a:gd name="csX31" fmla="*/ 40851 w 67008"/>
                <a:gd name="csY31" fmla="*/ 40652 h 44091"/>
                <a:gd name="csX32" fmla="*/ 41611 w 67008"/>
                <a:gd name="csY32" fmla="*/ 41847 h 44091"/>
                <a:gd name="csX33" fmla="*/ 41885 w 67008"/>
                <a:gd name="csY33" fmla="*/ 42920 h 44091"/>
                <a:gd name="csX34" fmla="*/ 39808 w 67008"/>
                <a:gd name="csY34" fmla="*/ 43696 h 44091"/>
                <a:gd name="csX35" fmla="*/ 36993 w 67008"/>
                <a:gd name="csY35" fmla="*/ 43407 h 44091"/>
                <a:gd name="csX36" fmla="*/ 33660 w 67008"/>
                <a:gd name="csY36" fmla="*/ 41923 h 44091"/>
                <a:gd name="csX37" fmla="*/ 32496 w 67008"/>
                <a:gd name="csY37" fmla="*/ 42136 h 44091"/>
                <a:gd name="csX38" fmla="*/ 31370 w 67008"/>
                <a:gd name="csY38" fmla="*/ 42912 h 44091"/>
                <a:gd name="csX39" fmla="*/ 30214 w 67008"/>
                <a:gd name="csY39" fmla="*/ 42577 h 44091"/>
                <a:gd name="csX40" fmla="*/ 28943 w 67008"/>
                <a:gd name="csY40" fmla="*/ 41657 h 44091"/>
                <a:gd name="csX41" fmla="*/ 27147 w 67008"/>
                <a:gd name="csY41" fmla="*/ 39747 h 44091"/>
                <a:gd name="csX42" fmla="*/ 26272 w 67008"/>
                <a:gd name="csY42" fmla="*/ 38568 h 44091"/>
                <a:gd name="csX43" fmla="*/ 25915 w 67008"/>
                <a:gd name="csY43" fmla="*/ 37320 h 44091"/>
                <a:gd name="csX44" fmla="*/ 25428 w 67008"/>
                <a:gd name="csY44" fmla="*/ 37137 h 44091"/>
                <a:gd name="csX45" fmla="*/ 24682 w 67008"/>
                <a:gd name="csY45" fmla="*/ 37502 h 44091"/>
                <a:gd name="csX46" fmla="*/ 24066 w 67008"/>
                <a:gd name="csY46" fmla="*/ 39024 h 44091"/>
                <a:gd name="csX47" fmla="*/ 22407 w 67008"/>
                <a:gd name="csY47" fmla="*/ 41740 h 44091"/>
                <a:gd name="csX48" fmla="*/ 21175 w 67008"/>
                <a:gd name="csY48" fmla="*/ 42478 h 44091"/>
                <a:gd name="csX49" fmla="*/ 19326 w 67008"/>
                <a:gd name="csY49" fmla="*/ 42319 h 44091"/>
                <a:gd name="csX50" fmla="*/ 16724 w 67008"/>
                <a:gd name="csY50" fmla="*/ 42364 h 44091"/>
                <a:gd name="csX51" fmla="*/ 15103 w 67008"/>
                <a:gd name="csY51" fmla="*/ 42593 h 44091"/>
                <a:gd name="csX52" fmla="*/ 13125 w 67008"/>
                <a:gd name="csY52" fmla="*/ 41634 h 44091"/>
                <a:gd name="csX53" fmla="*/ 12646 w 67008"/>
                <a:gd name="csY53" fmla="*/ 41817 h 44091"/>
                <a:gd name="csX54" fmla="*/ 12646 w 67008"/>
                <a:gd name="csY54" fmla="*/ 42448 h 44091"/>
                <a:gd name="csX55" fmla="*/ 11907 w 67008"/>
                <a:gd name="csY55" fmla="*/ 43437 h 44091"/>
                <a:gd name="csX56" fmla="*/ 10690 w 67008"/>
                <a:gd name="csY56" fmla="*/ 44091 h 44091"/>
                <a:gd name="csX57" fmla="*/ 5067 w 67008"/>
                <a:gd name="csY57" fmla="*/ 42623 h 44091"/>
                <a:gd name="csX58" fmla="*/ 4269 w 67008"/>
                <a:gd name="csY58" fmla="*/ 41406 h 44091"/>
                <a:gd name="csX59" fmla="*/ 5539 w 67008"/>
                <a:gd name="csY59" fmla="*/ 40828 h 44091"/>
                <a:gd name="csX60" fmla="*/ 7297 w 67008"/>
                <a:gd name="csY60" fmla="*/ 39253 h 44091"/>
                <a:gd name="csX61" fmla="*/ 8491 w 67008"/>
                <a:gd name="csY61" fmla="*/ 39427 h 44091"/>
                <a:gd name="csX62" fmla="*/ 9967 w 67008"/>
                <a:gd name="csY62" fmla="*/ 39093 h 44091"/>
                <a:gd name="csX63" fmla="*/ 10607 w 67008"/>
                <a:gd name="csY63" fmla="*/ 38423 h 44091"/>
                <a:gd name="csX64" fmla="*/ 9678 w 67008"/>
                <a:gd name="csY64" fmla="*/ 36430 h 44091"/>
                <a:gd name="csX65" fmla="*/ 7335 w 67008"/>
                <a:gd name="csY65" fmla="*/ 33965 h 44091"/>
                <a:gd name="csX66" fmla="*/ 6095 w 67008"/>
                <a:gd name="csY66" fmla="*/ 33029 h 44091"/>
                <a:gd name="csX67" fmla="*/ 4383 w 67008"/>
                <a:gd name="csY67" fmla="*/ 32405 h 44091"/>
                <a:gd name="csX68" fmla="*/ 4094 w 67008"/>
                <a:gd name="csY68" fmla="*/ 31743 h 44091"/>
                <a:gd name="csX69" fmla="*/ 5037 w 67008"/>
                <a:gd name="csY69" fmla="*/ 27840 h 44091"/>
                <a:gd name="csX70" fmla="*/ 4748 w 67008"/>
                <a:gd name="csY70" fmla="*/ 27284 h 44091"/>
                <a:gd name="csX71" fmla="*/ 2800 w 67008"/>
                <a:gd name="csY71" fmla="*/ 27467 h 44091"/>
                <a:gd name="csX72" fmla="*/ 2344 w 67008"/>
                <a:gd name="csY72" fmla="*/ 27063 h 44091"/>
                <a:gd name="csX73" fmla="*/ 2184 w 67008"/>
                <a:gd name="csY73" fmla="*/ 26386 h 44091"/>
                <a:gd name="csX74" fmla="*/ 2313 w 67008"/>
                <a:gd name="csY74" fmla="*/ 25458 h 44091"/>
                <a:gd name="csX75" fmla="*/ 3630 w 67008"/>
                <a:gd name="csY75" fmla="*/ 23929 h 44091"/>
                <a:gd name="csX76" fmla="*/ 5090 w 67008"/>
                <a:gd name="csY76" fmla="*/ 22582 h 44091"/>
                <a:gd name="csX77" fmla="*/ 5486 w 67008"/>
                <a:gd name="csY77" fmla="*/ 21829 h 44091"/>
                <a:gd name="csX78" fmla="*/ 5433 w 67008"/>
                <a:gd name="csY78" fmla="*/ 21228 h 44091"/>
                <a:gd name="csX79" fmla="*/ 3554 w 67008"/>
                <a:gd name="csY79" fmla="*/ 20634 h 44091"/>
                <a:gd name="csX80" fmla="*/ 2427 w 67008"/>
                <a:gd name="csY80" fmla="*/ 20018 h 44091"/>
                <a:gd name="csX81" fmla="*/ 1530 w 67008"/>
                <a:gd name="csY81" fmla="*/ 19805 h 44091"/>
                <a:gd name="csX82" fmla="*/ 913 w 67008"/>
                <a:gd name="csY82" fmla="*/ 20147 h 44091"/>
                <a:gd name="csX83" fmla="*/ 464 w 67008"/>
                <a:gd name="csY83" fmla="*/ 19759 h 44091"/>
                <a:gd name="csX84" fmla="*/ 0 w 67008"/>
                <a:gd name="csY84" fmla="*/ 18633 h 44091"/>
                <a:gd name="csX85" fmla="*/ 456 w 67008"/>
                <a:gd name="csY85" fmla="*/ 16906 h 44091"/>
                <a:gd name="csX86" fmla="*/ 2146 w 67008"/>
                <a:gd name="csY86" fmla="*/ 15316 h 44091"/>
                <a:gd name="csX87" fmla="*/ 3957 w 67008"/>
                <a:gd name="csY87" fmla="*/ 13901 h 44091"/>
                <a:gd name="csX88" fmla="*/ 5532 w 67008"/>
                <a:gd name="csY88" fmla="*/ 12866 h 44091"/>
                <a:gd name="csX89" fmla="*/ 6437 w 67008"/>
                <a:gd name="csY89" fmla="*/ 12425 h 44091"/>
                <a:gd name="csX90" fmla="*/ 6871 w 67008"/>
                <a:gd name="csY90" fmla="*/ 10644 h 44091"/>
                <a:gd name="csX91" fmla="*/ 7814 w 67008"/>
                <a:gd name="csY91" fmla="*/ 10834 h 44091"/>
                <a:gd name="csX92" fmla="*/ 9678 w 67008"/>
                <a:gd name="csY92" fmla="*/ 10926 h 44091"/>
                <a:gd name="csX93" fmla="*/ 11763 w 67008"/>
                <a:gd name="csY93" fmla="*/ 11329 h 44091"/>
                <a:gd name="csX94" fmla="*/ 13696 w 67008"/>
                <a:gd name="csY94" fmla="*/ 11831 h 44091"/>
                <a:gd name="csX95" fmla="*/ 15408 w 67008"/>
                <a:gd name="csY95" fmla="*/ 12455 h 44091"/>
                <a:gd name="csX96" fmla="*/ 18983 w 67008"/>
                <a:gd name="csY96" fmla="*/ 13109 h 44091"/>
                <a:gd name="csX97" fmla="*/ 22248 w 67008"/>
                <a:gd name="csY97" fmla="*/ 13505 h 44091"/>
                <a:gd name="csX98" fmla="*/ 23229 w 67008"/>
                <a:gd name="csY98" fmla="*/ 13870 h 44091"/>
                <a:gd name="csX99" fmla="*/ 24028 w 67008"/>
                <a:gd name="csY99" fmla="*/ 13840 h 44091"/>
                <a:gd name="csX100" fmla="*/ 25025 w 67008"/>
                <a:gd name="csY100" fmla="*/ 14372 h 44091"/>
                <a:gd name="csX101" fmla="*/ 25603 w 67008"/>
                <a:gd name="csY101" fmla="*/ 13962 h 44091"/>
                <a:gd name="csX102" fmla="*/ 26029 w 67008"/>
                <a:gd name="csY102" fmla="*/ 13254 h 44091"/>
                <a:gd name="csX103" fmla="*/ 27802 w 67008"/>
                <a:gd name="csY103" fmla="*/ 12402 h 44091"/>
                <a:gd name="csX104" fmla="*/ 29438 w 67008"/>
                <a:gd name="csY104" fmla="*/ 11299 h 44091"/>
                <a:gd name="csX105" fmla="*/ 30587 w 67008"/>
                <a:gd name="csY105" fmla="*/ 9899 h 44091"/>
                <a:gd name="csX106" fmla="*/ 31233 w 67008"/>
                <a:gd name="csY106" fmla="*/ 8788 h 44091"/>
                <a:gd name="csX107" fmla="*/ 32359 w 67008"/>
                <a:gd name="csY107" fmla="*/ 7997 h 44091"/>
                <a:gd name="csX108" fmla="*/ 33554 w 67008"/>
                <a:gd name="csY108" fmla="*/ 7768 h 44091"/>
                <a:gd name="csX109" fmla="*/ 34650 w 67008"/>
                <a:gd name="csY109" fmla="*/ 7373 h 44091"/>
                <a:gd name="csX110" fmla="*/ 39268 w 67008"/>
                <a:gd name="csY110" fmla="*/ 6848 h 44091"/>
                <a:gd name="csX111" fmla="*/ 44016 w 67008"/>
                <a:gd name="csY111" fmla="*/ 7266 h 44091"/>
                <a:gd name="csX112" fmla="*/ 46276 w 67008"/>
                <a:gd name="csY112" fmla="*/ 6482 h 44091"/>
                <a:gd name="csX113" fmla="*/ 48140 w 67008"/>
                <a:gd name="csY113" fmla="*/ 5128 h 44091"/>
                <a:gd name="csX114" fmla="*/ 50871 w 67008"/>
                <a:gd name="csY114" fmla="*/ 4748 h 44091"/>
                <a:gd name="csX115" fmla="*/ 51008 w 67008"/>
                <a:gd name="csY115" fmla="*/ 4725 h 44091"/>
                <a:gd name="csX116" fmla="*/ 55079 w 67008"/>
                <a:gd name="csY116" fmla="*/ 5775 h 44091"/>
                <a:gd name="csX117" fmla="*/ 55391 w 67008"/>
                <a:gd name="csY117" fmla="*/ 5166 h 44091"/>
                <a:gd name="csX118" fmla="*/ 55566 w 67008"/>
                <a:gd name="csY118" fmla="*/ 4892 h 44091"/>
                <a:gd name="csX119" fmla="*/ 55490 w 67008"/>
                <a:gd name="csY119" fmla="*/ 1933 h 44091"/>
                <a:gd name="csX120" fmla="*/ 56783 w 67008"/>
                <a:gd name="csY120" fmla="*/ 578 h 44091"/>
                <a:gd name="csX121" fmla="*/ 57970 w 67008"/>
                <a:gd name="csY121" fmla="*/ 0 h 44091"/>
                <a:gd name="csX122" fmla="*/ 62040 w 67008"/>
                <a:gd name="csY122" fmla="*/ 190 h 44091"/>
                <a:gd name="csX123" fmla="*/ 62573 w 67008"/>
                <a:gd name="csY123" fmla="*/ 1103 h 44091"/>
                <a:gd name="csX124" fmla="*/ 62786 w 67008"/>
                <a:gd name="csY124" fmla="*/ 2518 h 44091"/>
                <a:gd name="csX125" fmla="*/ 63151 w 67008"/>
                <a:gd name="csY125" fmla="*/ 4413 h 44091"/>
                <a:gd name="csX126" fmla="*/ 63829 w 67008"/>
                <a:gd name="csY126" fmla="*/ 4930 h 44091"/>
                <a:gd name="csX127" fmla="*/ 64201 w 67008"/>
                <a:gd name="csY127" fmla="*/ 5676 h 44091"/>
                <a:gd name="csX128" fmla="*/ 64125 w 67008"/>
                <a:gd name="csY128" fmla="*/ 6985 h 44091"/>
                <a:gd name="csX129" fmla="*/ 64924 w 67008"/>
                <a:gd name="csY129" fmla="*/ 7958 h 44091"/>
                <a:gd name="csX130" fmla="*/ 66781 w 67008"/>
                <a:gd name="csY130" fmla="*/ 10591 h 440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Lst>
              <a:rect l="l" t="t" r="r" b="b"/>
              <a:pathLst>
                <a:path w="67008" h="44091">
                  <a:moveTo>
                    <a:pt x="67009" y="11276"/>
                  </a:moveTo>
                  <a:lnTo>
                    <a:pt x="65122" y="10523"/>
                  </a:lnTo>
                  <a:lnTo>
                    <a:pt x="62847" y="10203"/>
                  </a:lnTo>
                  <a:lnTo>
                    <a:pt x="62421" y="10614"/>
                  </a:lnTo>
                  <a:lnTo>
                    <a:pt x="61508" y="11032"/>
                  </a:lnTo>
                  <a:lnTo>
                    <a:pt x="61044" y="11778"/>
                  </a:lnTo>
                  <a:lnTo>
                    <a:pt x="61394" y="14700"/>
                  </a:lnTo>
                  <a:lnTo>
                    <a:pt x="60846" y="15202"/>
                  </a:lnTo>
                  <a:lnTo>
                    <a:pt x="58259" y="14913"/>
                  </a:lnTo>
                  <a:lnTo>
                    <a:pt x="57407" y="15248"/>
                  </a:lnTo>
                  <a:lnTo>
                    <a:pt x="55999" y="17279"/>
                  </a:lnTo>
                  <a:lnTo>
                    <a:pt x="54561" y="18139"/>
                  </a:lnTo>
                  <a:lnTo>
                    <a:pt x="52735" y="18747"/>
                  </a:lnTo>
                  <a:lnTo>
                    <a:pt x="51381" y="19478"/>
                  </a:lnTo>
                  <a:lnTo>
                    <a:pt x="49669" y="20117"/>
                  </a:lnTo>
                  <a:lnTo>
                    <a:pt x="48216" y="20505"/>
                  </a:lnTo>
                  <a:lnTo>
                    <a:pt x="47638" y="21387"/>
                  </a:lnTo>
                  <a:lnTo>
                    <a:pt x="47287" y="22369"/>
                  </a:lnTo>
                  <a:lnTo>
                    <a:pt x="47379" y="23313"/>
                  </a:lnTo>
                  <a:lnTo>
                    <a:pt x="48862" y="25177"/>
                  </a:lnTo>
                  <a:lnTo>
                    <a:pt x="49060" y="27162"/>
                  </a:lnTo>
                  <a:lnTo>
                    <a:pt x="48900" y="29590"/>
                  </a:lnTo>
                  <a:lnTo>
                    <a:pt x="48558" y="30883"/>
                  </a:lnTo>
                  <a:lnTo>
                    <a:pt x="47972" y="31743"/>
                  </a:lnTo>
                  <a:lnTo>
                    <a:pt x="44328" y="32854"/>
                  </a:lnTo>
                  <a:lnTo>
                    <a:pt x="40546" y="34839"/>
                  </a:lnTo>
                  <a:lnTo>
                    <a:pt x="40462" y="35296"/>
                  </a:lnTo>
                  <a:lnTo>
                    <a:pt x="42190" y="37054"/>
                  </a:lnTo>
                  <a:lnTo>
                    <a:pt x="42258" y="37495"/>
                  </a:lnTo>
                  <a:lnTo>
                    <a:pt x="40828" y="38492"/>
                  </a:lnTo>
                  <a:lnTo>
                    <a:pt x="40691" y="39496"/>
                  </a:lnTo>
                  <a:lnTo>
                    <a:pt x="40851" y="40652"/>
                  </a:lnTo>
                  <a:lnTo>
                    <a:pt x="41611" y="41847"/>
                  </a:lnTo>
                  <a:lnTo>
                    <a:pt x="41885" y="42920"/>
                  </a:lnTo>
                  <a:lnTo>
                    <a:pt x="39808" y="43696"/>
                  </a:lnTo>
                  <a:lnTo>
                    <a:pt x="36993" y="43407"/>
                  </a:lnTo>
                  <a:lnTo>
                    <a:pt x="33660" y="41923"/>
                  </a:lnTo>
                  <a:lnTo>
                    <a:pt x="32496" y="42136"/>
                  </a:lnTo>
                  <a:lnTo>
                    <a:pt x="31370" y="42912"/>
                  </a:lnTo>
                  <a:lnTo>
                    <a:pt x="30214" y="42577"/>
                  </a:lnTo>
                  <a:lnTo>
                    <a:pt x="28943" y="41657"/>
                  </a:lnTo>
                  <a:lnTo>
                    <a:pt x="27147" y="39747"/>
                  </a:lnTo>
                  <a:lnTo>
                    <a:pt x="26272" y="38568"/>
                  </a:lnTo>
                  <a:lnTo>
                    <a:pt x="25915" y="37320"/>
                  </a:lnTo>
                  <a:lnTo>
                    <a:pt x="25428" y="37137"/>
                  </a:lnTo>
                  <a:lnTo>
                    <a:pt x="24682" y="37502"/>
                  </a:lnTo>
                  <a:lnTo>
                    <a:pt x="24066" y="39024"/>
                  </a:lnTo>
                  <a:lnTo>
                    <a:pt x="22407" y="41740"/>
                  </a:lnTo>
                  <a:lnTo>
                    <a:pt x="21175" y="42478"/>
                  </a:lnTo>
                  <a:lnTo>
                    <a:pt x="19326" y="42319"/>
                  </a:lnTo>
                  <a:lnTo>
                    <a:pt x="16724" y="42364"/>
                  </a:lnTo>
                  <a:lnTo>
                    <a:pt x="15103" y="42593"/>
                  </a:lnTo>
                  <a:lnTo>
                    <a:pt x="13125" y="41634"/>
                  </a:lnTo>
                  <a:lnTo>
                    <a:pt x="12646" y="41817"/>
                  </a:lnTo>
                  <a:lnTo>
                    <a:pt x="12646" y="42448"/>
                  </a:lnTo>
                  <a:lnTo>
                    <a:pt x="11907" y="43437"/>
                  </a:lnTo>
                  <a:lnTo>
                    <a:pt x="10690" y="44091"/>
                  </a:lnTo>
                  <a:lnTo>
                    <a:pt x="5067" y="42623"/>
                  </a:lnTo>
                  <a:lnTo>
                    <a:pt x="4269" y="41406"/>
                  </a:lnTo>
                  <a:lnTo>
                    <a:pt x="5539" y="40828"/>
                  </a:lnTo>
                  <a:lnTo>
                    <a:pt x="7297" y="39253"/>
                  </a:lnTo>
                  <a:lnTo>
                    <a:pt x="8491" y="39427"/>
                  </a:lnTo>
                  <a:lnTo>
                    <a:pt x="9967" y="39093"/>
                  </a:lnTo>
                  <a:lnTo>
                    <a:pt x="10607" y="38423"/>
                  </a:lnTo>
                  <a:lnTo>
                    <a:pt x="9678" y="36430"/>
                  </a:lnTo>
                  <a:lnTo>
                    <a:pt x="7335" y="33965"/>
                  </a:lnTo>
                  <a:lnTo>
                    <a:pt x="6095" y="33029"/>
                  </a:lnTo>
                  <a:lnTo>
                    <a:pt x="4383" y="32405"/>
                  </a:lnTo>
                  <a:lnTo>
                    <a:pt x="4094" y="31743"/>
                  </a:lnTo>
                  <a:lnTo>
                    <a:pt x="5037" y="27840"/>
                  </a:lnTo>
                  <a:lnTo>
                    <a:pt x="4748" y="27284"/>
                  </a:lnTo>
                  <a:lnTo>
                    <a:pt x="2800" y="27467"/>
                  </a:lnTo>
                  <a:lnTo>
                    <a:pt x="2344" y="27063"/>
                  </a:lnTo>
                  <a:lnTo>
                    <a:pt x="2184" y="26386"/>
                  </a:lnTo>
                  <a:lnTo>
                    <a:pt x="2313" y="25458"/>
                  </a:lnTo>
                  <a:lnTo>
                    <a:pt x="3630" y="23929"/>
                  </a:lnTo>
                  <a:lnTo>
                    <a:pt x="5090" y="22582"/>
                  </a:lnTo>
                  <a:lnTo>
                    <a:pt x="5486" y="21829"/>
                  </a:lnTo>
                  <a:lnTo>
                    <a:pt x="5433" y="21228"/>
                  </a:lnTo>
                  <a:lnTo>
                    <a:pt x="3554" y="20634"/>
                  </a:lnTo>
                  <a:lnTo>
                    <a:pt x="2427" y="20018"/>
                  </a:lnTo>
                  <a:lnTo>
                    <a:pt x="1530" y="19805"/>
                  </a:lnTo>
                  <a:lnTo>
                    <a:pt x="913" y="20147"/>
                  </a:lnTo>
                  <a:lnTo>
                    <a:pt x="464" y="19759"/>
                  </a:lnTo>
                  <a:lnTo>
                    <a:pt x="0" y="18633"/>
                  </a:lnTo>
                  <a:lnTo>
                    <a:pt x="456" y="16906"/>
                  </a:lnTo>
                  <a:lnTo>
                    <a:pt x="2146" y="15316"/>
                  </a:lnTo>
                  <a:lnTo>
                    <a:pt x="3957" y="13901"/>
                  </a:lnTo>
                  <a:lnTo>
                    <a:pt x="5532" y="12866"/>
                  </a:lnTo>
                  <a:lnTo>
                    <a:pt x="6437" y="12425"/>
                  </a:lnTo>
                  <a:lnTo>
                    <a:pt x="6871" y="10644"/>
                  </a:lnTo>
                  <a:lnTo>
                    <a:pt x="7814" y="10834"/>
                  </a:lnTo>
                  <a:lnTo>
                    <a:pt x="9678" y="10926"/>
                  </a:lnTo>
                  <a:lnTo>
                    <a:pt x="11763" y="11329"/>
                  </a:lnTo>
                  <a:lnTo>
                    <a:pt x="13696" y="11831"/>
                  </a:lnTo>
                  <a:lnTo>
                    <a:pt x="15408" y="12455"/>
                  </a:lnTo>
                  <a:lnTo>
                    <a:pt x="18983" y="13109"/>
                  </a:lnTo>
                  <a:lnTo>
                    <a:pt x="22248" y="13505"/>
                  </a:lnTo>
                  <a:lnTo>
                    <a:pt x="23229" y="13870"/>
                  </a:lnTo>
                  <a:lnTo>
                    <a:pt x="24028" y="13840"/>
                  </a:lnTo>
                  <a:lnTo>
                    <a:pt x="25025" y="14372"/>
                  </a:lnTo>
                  <a:lnTo>
                    <a:pt x="25603" y="13962"/>
                  </a:lnTo>
                  <a:lnTo>
                    <a:pt x="26029" y="13254"/>
                  </a:lnTo>
                  <a:lnTo>
                    <a:pt x="27802" y="12402"/>
                  </a:lnTo>
                  <a:lnTo>
                    <a:pt x="29438" y="11299"/>
                  </a:lnTo>
                  <a:lnTo>
                    <a:pt x="30587" y="9899"/>
                  </a:lnTo>
                  <a:lnTo>
                    <a:pt x="31233" y="8788"/>
                  </a:lnTo>
                  <a:lnTo>
                    <a:pt x="32359" y="7997"/>
                  </a:lnTo>
                  <a:lnTo>
                    <a:pt x="33554" y="7768"/>
                  </a:lnTo>
                  <a:lnTo>
                    <a:pt x="34650" y="7373"/>
                  </a:lnTo>
                  <a:lnTo>
                    <a:pt x="39268" y="6848"/>
                  </a:lnTo>
                  <a:lnTo>
                    <a:pt x="44016" y="7266"/>
                  </a:lnTo>
                  <a:lnTo>
                    <a:pt x="46276" y="6482"/>
                  </a:lnTo>
                  <a:lnTo>
                    <a:pt x="48140" y="5128"/>
                  </a:lnTo>
                  <a:lnTo>
                    <a:pt x="50871" y="4748"/>
                  </a:lnTo>
                  <a:lnTo>
                    <a:pt x="51008" y="4725"/>
                  </a:lnTo>
                  <a:lnTo>
                    <a:pt x="55079" y="5775"/>
                  </a:lnTo>
                  <a:lnTo>
                    <a:pt x="55391" y="5166"/>
                  </a:lnTo>
                  <a:lnTo>
                    <a:pt x="55566" y="4892"/>
                  </a:lnTo>
                  <a:lnTo>
                    <a:pt x="55490" y="1933"/>
                  </a:lnTo>
                  <a:lnTo>
                    <a:pt x="56783" y="578"/>
                  </a:lnTo>
                  <a:lnTo>
                    <a:pt x="57970" y="0"/>
                  </a:lnTo>
                  <a:lnTo>
                    <a:pt x="62040" y="190"/>
                  </a:lnTo>
                  <a:lnTo>
                    <a:pt x="62573" y="1103"/>
                  </a:lnTo>
                  <a:lnTo>
                    <a:pt x="62786" y="2518"/>
                  </a:lnTo>
                  <a:lnTo>
                    <a:pt x="63151" y="4413"/>
                  </a:lnTo>
                  <a:lnTo>
                    <a:pt x="63829" y="4930"/>
                  </a:lnTo>
                  <a:lnTo>
                    <a:pt x="64201" y="5676"/>
                  </a:lnTo>
                  <a:lnTo>
                    <a:pt x="64125" y="6985"/>
                  </a:lnTo>
                  <a:lnTo>
                    <a:pt x="64924" y="7958"/>
                  </a:lnTo>
                  <a:lnTo>
                    <a:pt x="66781" y="10591"/>
                  </a:lnTo>
                  <a:close/>
                </a:path>
              </a:pathLst>
            </a:custGeom>
            <a:solidFill>
              <a:srgbClr val="2562E8"/>
            </a:solidFill>
            <a:ln w="6168" cap="flat">
              <a:solidFill>
                <a:srgbClr val="2562E8"/>
              </a:solidFill>
              <a:prstDash val="solid"/>
              <a:miter/>
            </a:ln>
          </p:spPr>
          <p:txBody>
            <a:bodyPr/>
            <a:lstStyle/>
            <a:p>
              <a:endParaRPr lang="en-US"/>
            </a:p>
          </p:txBody>
        </p:sp>
        <p:sp>
          <p:nvSpPr>
            <p:cNvPr id="2314" name="Freeform: Shape 2313">
              <a:extLst>
                <a:ext uri="{FF2B5EF4-FFF2-40B4-BE49-F238E27FC236}">
                  <a16:creationId xmlns:a16="http://schemas.microsoft.com/office/drawing/2014/main" id="{AB6B59CC-3874-BD72-2CE0-5A227E00D236}"/>
                </a:ext>
              </a:extLst>
            </p:cNvPr>
            <p:cNvSpPr/>
            <p:nvPr/>
          </p:nvSpPr>
          <p:spPr>
            <a:xfrm>
              <a:off x="9379569" y="1971515"/>
              <a:ext cx="912381" cy="864222"/>
            </a:xfrm>
            <a:custGeom>
              <a:avLst/>
              <a:gdLst>
                <a:gd name="csX0" fmla="*/ 3104 w 912381"/>
                <a:gd name="csY0" fmla="*/ 863804 h 864222"/>
                <a:gd name="csX1" fmla="*/ 1134 w 912381"/>
                <a:gd name="csY1" fmla="*/ 864223 h 864222"/>
                <a:gd name="csX2" fmla="*/ 0 w 912381"/>
                <a:gd name="csY2" fmla="*/ 862777 h 864222"/>
                <a:gd name="csX3" fmla="*/ 2868 w 912381"/>
                <a:gd name="csY3" fmla="*/ 858805 h 864222"/>
                <a:gd name="csX4" fmla="*/ 12349 w 912381"/>
                <a:gd name="csY4" fmla="*/ 851296 h 864222"/>
                <a:gd name="csX5" fmla="*/ 16130 w 912381"/>
                <a:gd name="csY5" fmla="*/ 844091 h 864222"/>
                <a:gd name="csX6" fmla="*/ 23434 w 912381"/>
                <a:gd name="csY6" fmla="*/ 841602 h 864222"/>
                <a:gd name="csX7" fmla="*/ 23914 w 912381"/>
                <a:gd name="csY7" fmla="*/ 845620 h 864222"/>
                <a:gd name="csX8" fmla="*/ 23419 w 912381"/>
                <a:gd name="csY8" fmla="*/ 850596 h 864222"/>
                <a:gd name="csX9" fmla="*/ 17005 w 912381"/>
                <a:gd name="csY9" fmla="*/ 854537 h 864222"/>
                <a:gd name="csX10" fmla="*/ 9891 w 912381"/>
                <a:gd name="csY10" fmla="*/ 857200 h 864222"/>
                <a:gd name="csX11" fmla="*/ 3104 w 912381"/>
                <a:gd name="csY11" fmla="*/ 863804 h 864222"/>
                <a:gd name="csX12" fmla="*/ 604691 w 912381"/>
                <a:gd name="csY12" fmla="*/ 609245 h 864222"/>
                <a:gd name="csX13" fmla="*/ 602112 w 912381"/>
                <a:gd name="csY13" fmla="*/ 612319 h 864222"/>
                <a:gd name="csX14" fmla="*/ 598246 w 912381"/>
                <a:gd name="csY14" fmla="*/ 607685 h 864222"/>
                <a:gd name="csX15" fmla="*/ 595683 w 912381"/>
                <a:gd name="csY15" fmla="*/ 601712 h 864222"/>
                <a:gd name="csX16" fmla="*/ 597044 w 912381"/>
                <a:gd name="csY16" fmla="*/ 599437 h 864222"/>
                <a:gd name="csX17" fmla="*/ 603915 w 912381"/>
                <a:gd name="csY17" fmla="*/ 599133 h 864222"/>
                <a:gd name="csX18" fmla="*/ 605596 w 912381"/>
                <a:gd name="csY18" fmla="*/ 602245 h 864222"/>
                <a:gd name="csX19" fmla="*/ 605878 w 912381"/>
                <a:gd name="csY19" fmla="*/ 604018 h 864222"/>
                <a:gd name="csX20" fmla="*/ 604691 w 912381"/>
                <a:gd name="csY20" fmla="*/ 609245 h 864222"/>
                <a:gd name="csX21" fmla="*/ 655699 w 912381"/>
                <a:gd name="csY21" fmla="*/ 221850 h 864222"/>
                <a:gd name="csX22" fmla="*/ 658636 w 912381"/>
                <a:gd name="csY22" fmla="*/ 224399 h 864222"/>
                <a:gd name="csX23" fmla="*/ 664989 w 912381"/>
                <a:gd name="csY23" fmla="*/ 223874 h 864222"/>
                <a:gd name="csX24" fmla="*/ 668496 w 912381"/>
                <a:gd name="csY24" fmla="*/ 241990 h 864222"/>
                <a:gd name="csX25" fmla="*/ 670467 w 912381"/>
                <a:gd name="csY25" fmla="*/ 260913 h 864222"/>
                <a:gd name="csX26" fmla="*/ 673662 w 912381"/>
                <a:gd name="csY26" fmla="*/ 262267 h 864222"/>
                <a:gd name="csX27" fmla="*/ 679757 w 912381"/>
                <a:gd name="csY27" fmla="*/ 259680 h 864222"/>
                <a:gd name="csX28" fmla="*/ 685190 w 912381"/>
                <a:gd name="csY28" fmla="*/ 258417 h 864222"/>
                <a:gd name="csX29" fmla="*/ 687975 w 912381"/>
                <a:gd name="csY29" fmla="*/ 259817 h 864222"/>
                <a:gd name="csX30" fmla="*/ 692935 w 912381"/>
                <a:gd name="csY30" fmla="*/ 265288 h 864222"/>
                <a:gd name="csX31" fmla="*/ 695073 w 912381"/>
                <a:gd name="csY31" fmla="*/ 269122 h 864222"/>
                <a:gd name="csX32" fmla="*/ 693209 w 912381"/>
                <a:gd name="csY32" fmla="*/ 272125 h 864222"/>
                <a:gd name="csX33" fmla="*/ 688666 w 912381"/>
                <a:gd name="csY33" fmla="*/ 275480 h 864222"/>
                <a:gd name="csX34" fmla="*/ 687913 w 912381"/>
                <a:gd name="csY34" fmla="*/ 285432 h 864222"/>
                <a:gd name="csX35" fmla="*/ 692486 w 912381"/>
                <a:gd name="csY35" fmla="*/ 288879 h 864222"/>
                <a:gd name="csX36" fmla="*/ 700034 w 912381"/>
                <a:gd name="csY36" fmla="*/ 297286 h 864222"/>
                <a:gd name="csX37" fmla="*/ 704287 w 912381"/>
                <a:gd name="csY37" fmla="*/ 298374 h 864222"/>
                <a:gd name="csX38" fmla="*/ 711873 w 912381"/>
                <a:gd name="csY38" fmla="*/ 294935 h 864222"/>
                <a:gd name="csX39" fmla="*/ 718994 w 912381"/>
                <a:gd name="csY39" fmla="*/ 301448 h 864222"/>
                <a:gd name="csX40" fmla="*/ 726048 w 912381"/>
                <a:gd name="csY40" fmla="*/ 309308 h 864222"/>
                <a:gd name="csX41" fmla="*/ 709560 w 912381"/>
                <a:gd name="csY41" fmla="*/ 319168 h 864222"/>
                <a:gd name="csX42" fmla="*/ 708114 w 912381"/>
                <a:gd name="csY42" fmla="*/ 321923 h 864222"/>
                <a:gd name="csX43" fmla="*/ 705832 w 912381"/>
                <a:gd name="csY43" fmla="*/ 329166 h 864222"/>
                <a:gd name="csX44" fmla="*/ 703404 w 912381"/>
                <a:gd name="csY44" fmla="*/ 335093 h 864222"/>
                <a:gd name="csX45" fmla="*/ 701160 w 912381"/>
                <a:gd name="csY45" fmla="*/ 338578 h 864222"/>
                <a:gd name="csX46" fmla="*/ 696230 w 912381"/>
                <a:gd name="csY46" fmla="*/ 344551 h 864222"/>
                <a:gd name="csX47" fmla="*/ 693574 w 912381"/>
                <a:gd name="csY47" fmla="*/ 346612 h 864222"/>
                <a:gd name="csX48" fmla="*/ 687609 w 912381"/>
                <a:gd name="csY48" fmla="*/ 346156 h 864222"/>
                <a:gd name="csX49" fmla="*/ 685372 w 912381"/>
                <a:gd name="csY49" fmla="*/ 348522 h 864222"/>
                <a:gd name="csX50" fmla="*/ 683303 w 912381"/>
                <a:gd name="csY50" fmla="*/ 353338 h 864222"/>
                <a:gd name="csX51" fmla="*/ 681218 w 912381"/>
                <a:gd name="csY51" fmla="*/ 356793 h 864222"/>
                <a:gd name="csX52" fmla="*/ 675922 w 912381"/>
                <a:gd name="csY52" fmla="*/ 357675 h 864222"/>
                <a:gd name="csX53" fmla="*/ 673221 w 912381"/>
                <a:gd name="csY53" fmla="*/ 352897 h 864222"/>
                <a:gd name="csX54" fmla="*/ 674112 w 912381"/>
                <a:gd name="csY54" fmla="*/ 351421 h 864222"/>
                <a:gd name="csX55" fmla="*/ 674492 w 912381"/>
                <a:gd name="csY55" fmla="*/ 348591 h 864222"/>
                <a:gd name="csX56" fmla="*/ 673548 w 912381"/>
                <a:gd name="csY56" fmla="*/ 341819 h 864222"/>
                <a:gd name="csX57" fmla="*/ 678600 w 912381"/>
                <a:gd name="csY57" fmla="*/ 334857 h 864222"/>
                <a:gd name="csX58" fmla="*/ 679742 w 912381"/>
                <a:gd name="csY58" fmla="*/ 330985 h 864222"/>
                <a:gd name="csX59" fmla="*/ 678737 w 912381"/>
                <a:gd name="csY59" fmla="*/ 329584 h 864222"/>
                <a:gd name="csX60" fmla="*/ 677345 w 912381"/>
                <a:gd name="csY60" fmla="*/ 329965 h 864222"/>
                <a:gd name="csX61" fmla="*/ 673670 w 912381"/>
                <a:gd name="csY61" fmla="*/ 327835 h 864222"/>
                <a:gd name="csX62" fmla="*/ 672582 w 912381"/>
                <a:gd name="csY62" fmla="*/ 327941 h 864222"/>
                <a:gd name="csX63" fmla="*/ 669539 w 912381"/>
                <a:gd name="csY63" fmla="*/ 332019 h 864222"/>
                <a:gd name="csX64" fmla="*/ 665316 w 912381"/>
                <a:gd name="csY64" fmla="*/ 334758 h 864222"/>
                <a:gd name="csX65" fmla="*/ 661032 w 912381"/>
                <a:gd name="csY65" fmla="*/ 335451 h 864222"/>
                <a:gd name="csX66" fmla="*/ 643814 w 912381"/>
                <a:gd name="csY66" fmla="*/ 340685 h 864222"/>
                <a:gd name="csX67" fmla="*/ 641212 w 912381"/>
                <a:gd name="csY67" fmla="*/ 338852 h 864222"/>
                <a:gd name="csX68" fmla="*/ 640040 w 912381"/>
                <a:gd name="csY68" fmla="*/ 328420 h 864222"/>
                <a:gd name="csX69" fmla="*/ 647040 w 912381"/>
                <a:gd name="csY69" fmla="*/ 323034 h 864222"/>
                <a:gd name="csX70" fmla="*/ 648113 w 912381"/>
                <a:gd name="csY70" fmla="*/ 313896 h 864222"/>
                <a:gd name="csX71" fmla="*/ 649878 w 912381"/>
                <a:gd name="csY71" fmla="*/ 307778 h 864222"/>
                <a:gd name="csX72" fmla="*/ 651940 w 912381"/>
                <a:gd name="csY72" fmla="*/ 303708 h 864222"/>
                <a:gd name="csX73" fmla="*/ 655729 w 912381"/>
                <a:gd name="csY73" fmla="*/ 293155 h 864222"/>
                <a:gd name="csX74" fmla="*/ 656680 w 912381"/>
                <a:gd name="csY74" fmla="*/ 292394 h 864222"/>
                <a:gd name="csX75" fmla="*/ 647230 w 912381"/>
                <a:gd name="csY75" fmla="*/ 283971 h 864222"/>
                <a:gd name="csX76" fmla="*/ 643495 w 912381"/>
                <a:gd name="csY76" fmla="*/ 278478 h 864222"/>
                <a:gd name="csX77" fmla="*/ 639424 w 912381"/>
                <a:gd name="csY77" fmla="*/ 267426 h 864222"/>
                <a:gd name="csX78" fmla="*/ 638176 w 912381"/>
                <a:gd name="csY78" fmla="*/ 258409 h 864222"/>
                <a:gd name="csX79" fmla="*/ 632660 w 912381"/>
                <a:gd name="csY79" fmla="*/ 250687 h 864222"/>
                <a:gd name="csX80" fmla="*/ 633337 w 912381"/>
                <a:gd name="csY80" fmla="*/ 240750 h 864222"/>
                <a:gd name="csX81" fmla="*/ 629335 w 912381"/>
                <a:gd name="csY81" fmla="*/ 241534 h 864222"/>
                <a:gd name="csX82" fmla="*/ 626246 w 912381"/>
                <a:gd name="csY82" fmla="*/ 234519 h 864222"/>
                <a:gd name="csX83" fmla="*/ 629122 w 912381"/>
                <a:gd name="csY83" fmla="*/ 230562 h 864222"/>
                <a:gd name="csX84" fmla="*/ 643731 w 912381"/>
                <a:gd name="csY84" fmla="*/ 226058 h 864222"/>
                <a:gd name="csX85" fmla="*/ 652442 w 912381"/>
                <a:gd name="csY85" fmla="*/ 221653 h 864222"/>
                <a:gd name="csX86" fmla="*/ 655699 w 912381"/>
                <a:gd name="csY86" fmla="*/ 221850 h 864222"/>
                <a:gd name="csX87" fmla="*/ 768191 w 912381"/>
                <a:gd name="csY87" fmla="*/ 216091 h 864222"/>
                <a:gd name="csX88" fmla="*/ 765057 w 912381"/>
                <a:gd name="csY88" fmla="*/ 216357 h 864222"/>
                <a:gd name="csX89" fmla="*/ 759297 w 912381"/>
                <a:gd name="csY89" fmla="*/ 208330 h 864222"/>
                <a:gd name="csX90" fmla="*/ 758186 w 912381"/>
                <a:gd name="csY90" fmla="*/ 201315 h 864222"/>
                <a:gd name="csX91" fmla="*/ 759213 w 912381"/>
                <a:gd name="csY91" fmla="*/ 198439 h 864222"/>
                <a:gd name="csX92" fmla="*/ 761990 w 912381"/>
                <a:gd name="csY92" fmla="*/ 198332 h 864222"/>
                <a:gd name="csX93" fmla="*/ 766320 w 912381"/>
                <a:gd name="csY93" fmla="*/ 207919 h 864222"/>
                <a:gd name="csX94" fmla="*/ 770991 w 912381"/>
                <a:gd name="csY94" fmla="*/ 210803 h 864222"/>
                <a:gd name="csX95" fmla="*/ 768191 w 912381"/>
                <a:gd name="csY95" fmla="*/ 216091 h 864222"/>
                <a:gd name="csX96" fmla="*/ 434525 w 912381"/>
                <a:gd name="csY96" fmla="*/ 220230 h 864222"/>
                <a:gd name="csX97" fmla="*/ 434769 w 912381"/>
                <a:gd name="csY97" fmla="*/ 227663 h 864222"/>
                <a:gd name="csX98" fmla="*/ 438246 w 912381"/>
                <a:gd name="csY98" fmla="*/ 226925 h 864222"/>
                <a:gd name="csX99" fmla="*/ 442347 w 912381"/>
                <a:gd name="csY99" fmla="*/ 234808 h 864222"/>
                <a:gd name="csX100" fmla="*/ 446821 w 912381"/>
                <a:gd name="csY100" fmla="*/ 238970 h 864222"/>
                <a:gd name="csX101" fmla="*/ 448084 w 912381"/>
                <a:gd name="csY101" fmla="*/ 241815 h 864222"/>
                <a:gd name="csX102" fmla="*/ 449035 w 912381"/>
                <a:gd name="csY102" fmla="*/ 245467 h 864222"/>
                <a:gd name="csX103" fmla="*/ 451743 w 912381"/>
                <a:gd name="csY103" fmla="*/ 252787 h 864222"/>
                <a:gd name="csX104" fmla="*/ 453029 w 912381"/>
                <a:gd name="csY104" fmla="*/ 260456 h 864222"/>
                <a:gd name="csX105" fmla="*/ 449796 w 912381"/>
                <a:gd name="csY105" fmla="*/ 261263 h 864222"/>
                <a:gd name="csX106" fmla="*/ 445345 w 912381"/>
                <a:gd name="csY106" fmla="*/ 250322 h 864222"/>
                <a:gd name="csX107" fmla="*/ 441708 w 912381"/>
                <a:gd name="csY107" fmla="*/ 244060 h 864222"/>
                <a:gd name="csX108" fmla="*/ 437135 w 912381"/>
                <a:gd name="csY108" fmla="*/ 238688 h 864222"/>
                <a:gd name="csX109" fmla="*/ 433437 w 912381"/>
                <a:gd name="csY109" fmla="*/ 238422 h 864222"/>
                <a:gd name="csX110" fmla="*/ 431771 w 912381"/>
                <a:gd name="csY110" fmla="*/ 236071 h 864222"/>
                <a:gd name="csX111" fmla="*/ 425775 w 912381"/>
                <a:gd name="csY111" fmla="*/ 216547 h 864222"/>
                <a:gd name="csX112" fmla="*/ 424672 w 912381"/>
                <a:gd name="csY112" fmla="*/ 212005 h 864222"/>
                <a:gd name="csX113" fmla="*/ 421248 w 912381"/>
                <a:gd name="csY113" fmla="*/ 204663 h 864222"/>
                <a:gd name="csX114" fmla="*/ 419734 w 912381"/>
                <a:gd name="csY114" fmla="*/ 195472 h 864222"/>
                <a:gd name="csX115" fmla="*/ 419742 w 912381"/>
                <a:gd name="csY115" fmla="*/ 188236 h 864222"/>
                <a:gd name="csX116" fmla="*/ 424322 w 912381"/>
                <a:gd name="csY116" fmla="*/ 189948 h 864222"/>
                <a:gd name="csX117" fmla="*/ 428340 w 912381"/>
                <a:gd name="csY117" fmla="*/ 194490 h 864222"/>
                <a:gd name="csX118" fmla="*/ 431824 w 912381"/>
                <a:gd name="csY118" fmla="*/ 204716 h 864222"/>
                <a:gd name="csX119" fmla="*/ 432448 w 912381"/>
                <a:gd name="csY119" fmla="*/ 207873 h 864222"/>
                <a:gd name="csX120" fmla="*/ 430858 w 912381"/>
                <a:gd name="csY120" fmla="*/ 212058 h 864222"/>
                <a:gd name="csX121" fmla="*/ 432494 w 912381"/>
                <a:gd name="csY121" fmla="*/ 216996 h 864222"/>
                <a:gd name="csX122" fmla="*/ 434525 w 912381"/>
                <a:gd name="csY122" fmla="*/ 220230 h 864222"/>
                <a:gd name="csX123" fmla="*/ 814551 w 912381"/>
                <a:gd name="csY123" fmla="*/ 187216 h 864222"/>
                <a:gd name="csX124" fmla="*/ 820919 w 912381"/>
                <a:gd name="csY124" fmla="*/ 187916 h 864222"/>
                <a:gd name="csX125" fmla="*/ 827318 w 912381"/>
                <a:gd name="csY125" fmla="*/ 186159 h 864222"/>
                <a:gd name="csX126" fmla="*/ 828421 w 912381"/>
                <a:gd name="csY126" fmla="*/ 188038 h 864222"/>
                <a:gd name="csX127" fmla="*/ 820181 w 912381"/>
                <a:gd name="csY127" fmla="*/ 193866 h 864222"/>
                <a:gd name="csX128" fmla="*/ 811005 w 912381"/>
                <a:gd name="csY128" fmla="*/ 190769 h 864222"/>
                <a:gd name="csX129" fmla="*/ 802749 w 912381"/>
                <a:gd name="csY129" fmla="*/ 189978 h 864222"/>
                <a:gd name="csX130" fmla="*/ 793003 w 912381"/>
                <a:gd name="csY130" fmla="*/ 196438 h 864222"/>
                <a:gd name="csX131" fmla="*/ 789823 w 912381"/>
                <a:gd name="csY131" fmla="*/ 193858 h 864222"/>
                <a:gd name="csX132" fmla="*/ 794776 w 912381"/>
                <a:gd name="csY132" fmla="*/ 187627 h 864222"/>
                <a:gd name="csX133" fmla="*/ 800178 w 912381"/>
                <a:gd name="csY133" fmla="*/ 185558 h 864222"/>
                <a:gd name="csX134" fmla="*/ 801045 w 912381"/>
                <a:gd name="csY134" fmla="*/ 181738 h 864222"/>
                <a:gd name="csX135" fmla="*/ 803107 w 912381"/>
                <a:gd name="csY135" fmla="*/ 181084 h 864222"/>
                <a:gd name="csX136" fmla="*/ 810244 w 912381"/>
                <a:gd name="csY136" fmla="*/ 180688 h 864222"/>
                <a:gd name="csX137" fmla="*/ 814551 w 912381"/>
                <a:gd name="csY137" fmla="*/ 187216 h 864222"/>
                <a:gd name="csX138" fmla="*/ 552747 w 912381"/>
                <a:gd name="csY138" fmla="*/ 71589 h 864222"/>
                <a:gd name="csX139" fmla="*/ 553858 w 912381"/>
                <a:gd name="csY139" fmla="*/ 71832 h 864222"/>
                <a:gd name="csX140" fmla="*/ 554938 w 912381"/>
                <a:gd name="csY140" fmla="*/ 70539 h 864222"/>
                <a:gd name="csX141" fmla="*/ 555722 w 912381"/>
                <a:gd name="csY141" fmla="*/ 67115 h 864222"/>
                <a:gd name="csX142" fmla="*/ 556590 w 912381"/>
                <a:gd name="csY142" fmla="*/ 65221 h 864222"/>
                <a:gd name="csX143" fmla="*/ 561992 w 912381"/>
                <a:gd name="csY143" fmla="*/ 67442 h 864222"/>
                <a:gd name="csX144" fmla="*/ 569653 w 912381"/>
                <a:gd name="csY144" fmla="*/ 74275 h 864222"/>
                <a:gd name="csX145" fmla="*/ 571929 w 912381"/>
                <a:gd name="csY145" fmla="*/ 77630 h 864222"/>
                <a:gd name="csX146" fmla="*/ 575124 w 912381"/>
                <a:gd name="csY146" fmla="*/ 84516 h 864222"/>
                <a:gd name="csX147" fmla="*/ 577719 w 912381"/>
                <a:gd name="csY147" fmla="*/ 96012 h 864222"/>
                <a:gd name="csX148" fmla="*/ 575657 w 912381"/>
                <a:gd name="csY148" fmla="*/ 104252 h 864222"/>
                <a:gd name="csX149" fmla="*/ 572940 w 912381"/>
                <a:gd name="csY149" fmla="*/ 112006 h 864222"/>
                <a:gd name="csX150" fmla="*/ 571981 w 912381"/>
                <a:gd name="csY150" fmla="*/ 116266 h 864222"/>
                <a:gd name="csX151" fmla="*/ 572971 w 912381"/>
                <a:gd name="csY151" fmla="*/ 122361 h 864222"/>
                <a:gd name="csX152" fmla="*/ 572568 w 912381"/>
                <a:gd name="csY152" fmla="*/ 128265 h 864222"/>
                <a:gd name="csX153" fmla="*/ 571578 w 912381"/>
                <a:gd name="csY153" fmla="*/ 133469 h 864222"/>
                <a:gd name="csX154" fmla="*/ 575687 w 912381"/>
                <a:gd name="csY154" fmla="*/ 127535 h 864222"/>
                <a:gd name="csX155" fmla="*/ 584468 w 912381"/>
                <a:gd name="csY155" fmla="*/ 108346 h 864222"/>
                <a:gd name="csX156" fmla="*/ 585776 w 912381"/>
                <a:gd name="csY156" fmla="*/ 107151 h 864222"/>
                <a:gd name="csX157" fmla="*/ 587146 w 912381"/>
                <a:gd name="csY157" fmla="*/ 107806 h 864222"/>
                <a:gd name="csX158" fmla="*/ 591079 w 912381"/>
                <a:gd name="csY158" fmla="*/ 111770 h 864222"/>
                <a:gd name="csX159" fmla="*/ 594647 w 912381"/>
                <a:gd name="csY159" fmla="*/ 121570 h 864222"/>
                <a:gd name="csX160" fmla="*/ 595431 w 912381"/>
                <a:gd name="csY160" fmla="*/ 124796 h 864222"/>
                <a:gd name="csX161" fmla="*/ 596070 w 912381"/>
                <a:gd name="csY161" fmla="*/ 128744 h 864222"/>
                <a:gd name="csX162" fmla="*/ 596436 w 912381"/>
                <a:gd name="csY162" fmla="*/ 133614 h 864222"/>
                <a:gd name="csX163" fmla="*/ 596238 w 912381"/>
                <a:gd name="csY163" fmla="*/ 139168 h 864222"/>
                <a:gd name="csX164" fmla="*/ 595911 w 912381"/>
                <a:gd name="csY164" fmla="*/ 143026 h 864222"/>
                <a:gd name="csX165" fmla="*/ 594047 w 912381"/>
                <a:gd name="csY165" fmla="*/ 145514 h 864222"/>
                <a:gd name="csX166" fmla="*/ 593141 w 912381"/>
                <a:gd name="csY166" fmla="*/ 147781 h 864222"/>
                <a:gd name="csX167" fmla="*/ 595157 w 912381"/>
                <a:gd name="csY167" fmla="*/ 147948 h 864222"/>
                <a:gd name="csX168" fmla="*/ 597463 w 912381"/>
                <a:gd name="csY168" fmla="*/ 150916 h 864222"/>
                <a:gd name="csX169" fmla="*/ 599570 w 912381"/>
                <a:gd name="csY169" fmla="*/ 157200 h 864222"/>
                <a:gd name="csX170" fmla="*/ 601929 w 912381"/>
                <a:gd name="csY170" fmla="*/ 159719 h 864222"/>
                <a:gd name="csX171" fmla="*/ 610489 w 912381"/>
                <a:gd name="csY171" fmla="*/ 157596 h 864222"/>
                <a:gd name="csX172" fmla="*/ 616051 w 912381"/>
                <a:gd name="csY172" fmla="*/ 160875 h 864222"/>
                <a:gd name="csX173" fmla="*/ 619102 w 912381"/>
                <a:gd name="csY173" fmla="*/ 171109 h 864222"/>
                <a:gd name="csX174" fmla="*/ 623804 w 912381"/>
                <a:gd name="csY174" fmla="*/ 168803 h 864222"/>
                <a:gd name="csX175" fmla="*/ 623819 w 912381"/>
                <a:gd name="csY175" fmla="*/ 163348 h 864222"/>
                <a:gd name="csX176" fmla="*/ 624854 w 912381"/>
                <a:gd name="csY176" fmla="*/ 161005 h 864222"/>
                <a:gd name="csX177" fmla="*/ 631161 w 912381"/>
                <a:gd name="csY177" fmla="*/ 162869 h 864222"/>
                <a:gd name="csX178" fmla="*/ 634425 w 912381"/>
                <a:gd name="csY178" fmla="*/ 165418 h 864222"/>
                <a:gd name="csX179" fmla="*/ 637758 w 912381"/>
                <a:gd name="csY179" fmla="*/ 170774 h 864222"/>
                <a:gd name="csX180" fmla="*/ 632067 w 912381"/>
                <a:gd name="csY180" fmla="*/ 179493 h 864222"/>
                <a:gd name="csX181" fmla="*/ 636761 w 912381"/>
                <a:gd name="csY181" fmla="*/ 187802 h 864222"/>
                <a:gd name="csX182" fmla="*/ 644644 w 912381"/>
                <a:gd name="csY182" fmla="*/ 193790 h 864222"/>
                <a:gd name="csX183" fmla="*/ 649399 w 912381"/>
                <a:gd name="csY183" fmla="*/ 200044 h 864222"/>
                <a:gd name="csX184" fmla="*/ 650259 w 912381"/>
                <a:gd name="csY184" fmla="*/ 202654 h 864222"/>
                <a:gd name="csX185" fmla="*/ 651035 w 912381"/>
                <a:gd name="csY185" fmla="*/ 206116 h 864222"/>
                <a:gd name="csX186" fmla="*/ 647938 w 912381"/>
                <a:gd name="csY186" fmla="*/ 210590 h 864222"/>
                <a:gd name="csX187" fmla="*/ 644788 w 912381"/>
                <a:gd name="csY187" fmla="*/ 213108 h 864222"/>
                <a:gd name="csX188" fmla="*/ 636852 w 912381"/>
                <a:gd name="csY188" fmla="*/ 213542 h 864222"/>
                <a:gd name="csX189" fmla="*/ 629639 w 912381"/>
                <a:gd name="csY189" fmla="*/ 216692 h 864222"/>
                <a:gd name="csX190" fmla="*/ 616438 w 912381"/>
                <a:gd name="csY190" fmla="*/ 218921 h 864222"/>
                <a:gd name="csX191" fmla="*/ 614476 w 912381"/>
                <a:gd name="csY191" fmla="*/ 220344 h 864222"/>
                <a:gd name="csX192" fmla="*/ 614012 w 912381"/>
                <a:gd name="csY192" fmla="*/ 221614 h 864222"/>
                <a:gd name="csX193" fmla="*/ 613235 w 912381"/>
                <a:gd name="csY193" fmla="*/ 225464 h 864222"/>
                <a:gd name="csX194" fmla="*/ 608160 w 912381"/>
                <a:gd name="csY194" fmla="*/ 234298 h 864222"/>
                <a:gd name="csX195" fmla="*/ 603245 w 912381"/>
                <a:gd name="csY195" fmla="*/ 244980 h 864222"/>
                <a:gd name="csX196" fmla="*/ 601214 w 912381"/>
                <a:gd name="csY196" fmla="*/ 251372 h 864222"/>
                <a:gd name="csX197" fmla="*/ 599685 w 912381"/>
                <a:gd name="csY197" fmla="*/ 260266 h 864222"/>
                <a:gd name="csX198" fmla="*/ 599121 w 912381"/>
                <a:gd name="csY198" fmla="*/ 265676 h 864222"/>
                <a:gd name="csX199" fmla="*/ 600217 w 912381"/>
                <a:gd name="csY199" fmla="*/ 270895 h 864222"/>
                <a:gd name="csX200" fmla="*/ 599928 w 912381"/>
                <a:gd name="csY200" fmla="*/ 276150 h 864222"/>
                <a:gd name="csX201" fmla="*/ 596230 w 912381"/>
                <a:gd name="csY201" fmla="*/ 280258 h 864222"/>
                <a:gd name="csX202" fmla="*/ 593887 w 912381"/>
                <a:gd name="csY202" fmla="*/ 280418 h 864222"/>
                <a:gd name="csX203" fmla="*/ 590950 w 912381"/>
                <a:gd name="csY203" fmla="*/ 279611 h 864222"/>
                <a:gd name="csX204" fmla="*/ 588059 w 912381"/>
                <a:gd name="csY204" fmla="*/ 281970 h 864222"/>
                <a:gd name="csX205" fmla="*/ 587876 w 912381"/>
                <a:gd name="csY205" fmla="*/ 285508 h 864222"/>
                <a:gd name="csX206" fmla="*/ 588043 w 912381"/>
                <a:gd name="csY206" fmla="*/ 290476 h 864222"/>
                <a:gd name="csX207" fmla="*/ 587305 w 912381"/>
                <a:gd name="csY207" fmla="*/ 305519 h 864222"/>
                <a:gd name="csX208" fmla="*/ 586408 w 912381"/>
                <a:gd name="csY208" fmla="*/ 316741 h 864222"/>
                <a:gd name="csX209" fmla="*/ 585061 w 912381"/>
                <a:gd name="csY209" fmla="*/ 327081 h 864222"/>
                <a:gd name="csX210" fmla="*/ 583547 w 912381"/>
                <a:gd name="csY210" fmla="*/ 332620 h 864222"/>
                <a:gd name="csX211" fmla="*/ 581614 w 912381"/>
                <a:gd name="csY211" fmla="*/ 334157 h 864222"/>
                <a:gd name="csX212" fmla="*/ 575413 w 912381"/>
                <a:gd name="csY212" fmla="*/ 335169 h 864222"/>
                <a:gd name="csX213" fmla="*/ 570635 w 912381"/>
                <a:gd name="csY213" fmla="*/ 344733 h 864222"/>
                <a:gd name="csX214" fmla="*/ 566778 w 912381"/>
                <a:gd name="csY214" fmla="*/ 361655 h 864222"/>
                <a:gd name="csX215" fmla="*/ 564769 w 912381"/>
                <a:gd name="csY215" fmla="*/ 368236 h 864222"/>
                <a:gd name="csX216" fmla="*/ 560584 w 912381"/>
                <a:gd name="csY216" fmla="*/ 378561 h 864222"/>
                <a:gd name="csX217" fmla="*/ 561345 w 912381"/>
                <a:gd name="csY217" fmla="*/ 382205 h 864222"/>
                <a:gd name="csX218" fmla="*/ 562646 w 912381"/>
                <a:gd name="csY218" fmla="*/ 386139 h 864222"/>
                <a:gd name="csX219" fmla="*/ 560363 w 912381"/>
                <a:gd name="csY219" fmla="*/ 393146 h 864222"/>
                <a:gd name="csX220" fmla="*/ 556833 w 912381"/>
                <a:gd name="csY220" fmla="*/ 400968 h 864222"/>
                <a:gd name="csX221" fmla="*/ 556901 w 912381"/>
                <a:gd name="csY221" fmla="*/ 403981 h 864222"/>
                <a:gd name="csX222" fmla="*/ 558088 w 912381"/>
                <a:gd name="csY222" fmla="*/ 409474 h 864222"/>
                <a:gd name="csX223" fmla="*/ 558666 w 912381"/>
                <a:gd name="csY223" fmla="*/ 415166 h 864222"/>
                <a:gd name="csX224" fmla="*/ 555943 w 912381"/>
                <a:gd name="csY224" fmla="*/ 420043 h 864222"/>
                <a:gd name="csX225" fmla="*/ 550936 w 912381"/>
                <a:gd name="csY225" fmla="*/ 422515 h 864222"/>
                <a:gd name="csX226" fmla="*/ 545839 w 912381"/>
                <a:gd name="csY226" fmla="*/ 419746 h 864222"/>
                <a:gd name="csX227" fmla="*/ 543358 w 912381"/>
                <a:gd name="csY227" fmla="*/ 416474 h 864222"/>
                <a:gd name="csX228" fmla="*/ 541061 w 912381"/>
                <a:gd name="csY228" fmla="*/ 411224 h 864222"/>
                <a:gd name="csX229" fmla="*/ 538618 w 912381"/>
                <a:gd name="csY229" fmla="*/ 407785 h 864222"/>
                <a:gd name="csX230" fmla="*/ 536077 w 912381"/>
                <a:gd name="csY230" fmla="*/ 405716 h 864222"/>
                <a:gd name="csX231" fmla="*/ 526300 w 912381"/>
                <a:gd name="csY231" fmla="*/ 393953 h 864222"/>
                <a:gd name="csX232" fmla="*/ 517276 w 912381"/>
                <a:gd name="csY232" fmla="*/ 375122 h 864222"/>
                <a:gd name="csX233" fmla="*/ 509036 w 912381"/>
                <a:gd name="csY233" fmla="*/ 367719 h 864222"/>
                <a:gd name="csX234" fmla="*/ 503665 w 912381"/>
                <a:gd name="csY234" fmla="*/ 364196 h 864222"/>
                <a:gd name="csX235" fmla="*/ 501077 w 912381"/>
                <a:gd name="csY235" fmla="*/ 360772 h 864222"/>
                <a:gd name="csX236" fmla="*/ 498551 w 912381"/>
                <a:gd name="csY236" fmla="*/ 356161 h 864222"/>
                <a:gd name="csX237" fmla="*/ 496368 w 912381"/>
                <a:gd name="csY237" fmla="*/ 350957 h 864222"/>
                <a:gd name="csX238" fmla="*/ 494336 w 912381"/>
                <a:gd name="csY238" fmla="*/ 344360 h 864222"/>
                <a:gd name="csX239" fmla="*/ 493355 w 912381"/>
                <a:gd name="csY239" fmla="*/ 340244 h 864222"/>
                <a:gd name="csX240" fmla="*/ 493172 w 912381"/>
                <a:gd name="csY240" fmla="*/ 334043 h 864222"/>
                <a:gd name="csX241" fmla="*/ 493819 w 912381"/>
                <a:gd name="csY241" fmla="*/ 330391 h 864222"/>
                <a:gd name="csX242" fmla="*/ 494785 w 912381"/>
                <a:gd name="csY242" fmla="*/ 328512 h 864222"/>
                <a:gd name="csX243" fmla="*/ 501329 w 912381"/>
                <a:gd name="csY243" fmla="*/ 326967 h 864222"/>
                <a:gd name="csX244" fmla="*/ 503679 w 912381"/>
                <a:gd name="csY244" fmla="*/ 327842 h 864222"/>
                <a:gd name="csX245" fmla="*/ 505993 w 912381"/>
                <a:gd name="csY245" fmla="*/ 331099 h 864222"/>
                <a:gd name="csX246" fmla="*/ 508100 w 912381"/>
                <a:gd name="csY246" fmla="*/ 332377 h 864222"/>
                <a:gd name="csX247" fmla="*/ 512924 w 912381"/>
                <a:gd name="csY247" fmla="*/ 316087 h 864222"/>
                <a:gd name="csX248" fmla="*/ 540368 w 912381"/>
                <a:gd name="csY248" fmla="*/ 306675 h 864222"/>
                <a:gd name="csX249" fmla="*/ 549186 w 912381"/>
                <a:gd name="csY249" fmla="*/ 305039 h 864222"/>
                <a:gd name="csX250" fmla="*/ 558035 w 912381"/>
                <a:gd name="csY250" fmla="*/ 305138 h 864222"/>
                <a:gd name="csX251" fmla="*/ 556658 w 912381"/>
                <a:gd name="csY251" fmla="*/ 300664 h 864222"/>
                <a:gd name="csX252" fmla="*/ 555486 w 912381"/>
                <a:gd name="csY252" fmla="*/ 294973 h 864222"/>
                <a:gd name="csX253" fmla="*/ 554185 w 912381"/>
                <a:gd name="csY253" fmla="*/ 293588 h 864222"/>
                <a:gd name="csX254" fmla="*/ 547497 w 912381"/>
                <a:gd name="csY254" fmla="*/ 296784 h 864222"/>
                <a:gd name="csX255" fmla="*/ 537256 w 912381"/>
                <a:gd name="csY255" fmla="*/ 300139 h 864222"/>
                <a:gd name="csX256" fmla="*/ 532265 w 912381"/>
                <a:gd name="csY256" fmla="*/ 300139 h 864222"/>
                <a:gd name="csX257" fmla="*/ 527114 w 912381"/>
                <a:gd name="csY257" fmla="*/ 297902 h 864222"/>
                <a:gd name="csX258" fmla="*/ 521978 w 912381"/>
                <a:gd name="csY258" fmla="*/ 299135 h 864222"/>
                <a:gd name="csX259" fmla="*/ 516683 w 912381"/>
                <a:gd name="csY259" fmla="*/ 303997 h 864222"/>
                <a:gd name="csX260" fmla="*/ 511341 w 912381"/>
                <a:gd name="csY260" fmla="*/ 307063 h 864222"/>
                <a:gd name="csX261" fmla="*/ 506152 w 912381"/>
                <a:gd name="csY261" fmla="*/ 308296 h 864222"/>
                <a:gd name="csX262" fmla="*/ 495181 w 912381"/>
                <a:gd name="csY262" fmla="*/ 307801 h 864222"/>
                <a:gd name="csX263" fmla="*/ 492464 w 912381"/>
                <a:gd name="csY263" fmla="*/ 305290 h 864222"/>
                <a:gd name="csX264" fmla="*/ 488805 w 912381"/>
                <a:gd name="csY264" fmla="*/ 299462 h 864222"/>
                <a:gd name="csX265" fmla="*/ 487915 w 912381"/>
                <a:gd name="csY265" fmla="*/ 296464 h 864222"/>
                <a:gd name="csX266" fmla="*/ 487154 w 912381"/>
                <a:gd name="csY266" fmla="*/ 292782 h 864222"/>
                <a:gd name="csX267" fmla="*/ 486438 w 912381"/>
                <a:gd name="csY267" fmla="*/ 281651 h 864222"/>
                <a:gd name="csX268" fmla="*/ 487230 w 912381"/>
                <a:gd name="csY268" fmla="*/ 278607 h 864222"/>
                <a:gd name="csX269" fmla="*/ 488349 w 912381"/>
                <a:gd name="csY269" fmla="*/ 276857 h 864222"/>
                <a:gd name="csX270" fmla="*/ 489497 w 912381"/>
                <a:gd name="csY270" fmla="*/ 275777 h 864222"/>
                <a:gd name="csX271" fmla="*/ 491909 w 912381"/>
                <a:gd name="csY271" fmla="*/ 275724 h 864222"/>
                <a:gd name="csX272" fmla="*/ 494276 w 912381"/>
                <a:gd name="csY272" fmla="*/ 277656 h 864222"/>
                <a:gd name="csX273" fmla="*/ 499814 w 912381"/>
                <a:gd name="csY273" fmla="*/ 284017 h 864222"/>
                <a:gd name="csX274" fmla="*/ 498551 w 912381"/>
                <a:gd name="csY274" fmla="*/ 277192 h 864222"/>
                <a:gd name="csX275" fmla="*/ 514491 w 912381"/>
                <a:gd name="csY275" fmla="*/ 268925 h 864222"/>
                <a:gd name="csX276" fmla="*/ 521895 w 912381"/>
                <a:gd name="csY276" fmla="*/ 261651 h 864222"/>
                <a:gd name="csX277" fmla="*/ 525699 w 912381"/>
                <a:gd name="csY277" fmla="*/ 260426 h 864222"/>
                <a:gd name="csX278" fmla="*/ 529511 w 912381"/>
                <a:gd name="csY278" fmla="*/ 260958 h 864222"/>
                <a:gd name="csX279" fmla="*/ 528674 w 912381"/>
                <a:gd name="csY279" fmla="*/ 257070 h 864222"/>
                <a:gd name="csX280" fmla="*/ 528643 w 912381"/>
                <a:gd name="csY280" fmla="*/ 253456 h 864222"/>
                <a:gd name="csX281" fmla="*/ 531352 w 912381"/>
                <a:gd name="csY281" fmla="*/ 250504 h 864222"/>
                <a:gd name="csX282" fmla="*/ 533300 w 912381"/>
                <a:gd name="csY282" fmla="*/ 249234 h 864222"/>
                <a:gd name="csX283" fmla="*/ 539166 w 912381"/>
                <a:gd name="csY283" fmla="*/ 247780 h 864222"/>
                <a:gd name="csX284" fmla="*/ 552550 w 912381"/>
                <a:gd name="csY284" fmla="*/ 248031 h 864222"/>
                <a:gd name="csX285" fmla="*/ 557373 w 912381"/>
                <a:gd name="csY285" fmla="*/ 246030 h 864222"/>
                <a:gd name="csX286" fmla="*/ 560988 w 912381"/>
                <a:gd name="csY286" fmla="*/ 240963 h 864222"/>
                <a:gd name="csX287" fmla="*/ 557137 w 912381"/>
                <a:gd name="csY287" fmla="*/ 242728 h 864222"/>
                <a:gd name="csX288" fmla="*/ 553280 w 912381"/>
                <a:gd name="csY288" fmla="*/ 243063 h 864222"/>
                <a:gd name="csX289" fmla="*/ 551477 w 912381"/>
                <a:gd name="csY289" fmla="*/ 242013 h 864222"/>
                <a:gd name="csX290" fmla="*/ 547391 w 912381"/>
                <a:gd name="csY290" fmla="*/ 237577 h 864222"/>
                <a:gd name="csX291" fmla="*/ 545534 w 912381"/>
                <a:gd name="csY291" fmla="*/ 231726 h 864222"/>
                <a:gd name="csX292" fmla="*/ 550830 w 912381"/>
                <a:gd name="csY292" fmla="*/ 219963 h 864222"/>
                <a:gd name="csX293" fmla="*/ 552671 w 912381"/>
                <a:gd name="csY293" fmla="*/ 214470 h 864222"/>
                <a:gd name="csX294" fmla="*/ 547284 w 912381"/>
                <a:gd name="csY294" fmla="*/ 215261 h 864222"/>
                <a:gd name="csX295" fmla="*/ 545488 w 912381"/>
                <a:gd name="csY295" fmla="*/ 217186 h 864222"/>
                <a:gd name="csX296" fmla="*/ 539318 w 912381"/>
                <a:gd name="csY296" fmla="*/ 228013 h 864222"/>
                <a:gd name="csX297" fmla="*/ 534761 w 912381"/>
                <a:gd name="csY297" fmla="*/ 232852 h 864222"/>
                <a:gd name="csX298" fmla="*/ 529138 w 912381"/>
                <a:gd name="csY298" fmla="*/ 235173 h 864222"/>
                <a:gd name="csX299" fmla="*/ 523515 w 912381"/>
                <a:gd name="csY299" fmla="*/ 234975 h 864222"/>
                <a:gd name="csX300" fmla="*/ 522290 w 912381"/>
                <a:gd name="csY300" fmla="*/ 233446 h 864222"/>
                <a:gd name="csX301" fmla="*/ 520571 w 912381"/>
                <a:gd name="csY301" fmla="*/ 226309 h 864222"/>
                <a:gd name="csX302" fmla="*/ 520030 w 912381"/>
                <a:gd name="csY302" fmla="*/ 222543 h 864222"/>
                <a:gd name="csX303" fmla="*/ 520259 w 912381"/>
                <a:gd name="csY303" fmla="*/ 220473 h 864222"/>
                <a:gd name="csX304" fmla="*/ 522039 w 912381"/>
                <a:gd name="csY304" fmla="*/ 214523 h 864222"/>
                <a:gd name="csX305" fmla="*/ 522967 w 912381"/>
                <a:gd name="csY305" fmla="*/ 208201 h 864222"/>
                <a:gd name="csX306" fmla="*/ 522808 w 912381"/>
                <a:gd name="csY306" fmla="*/ 202730 h 864222"/>
                <a:gd name="csX307" fmla="*/ 521499 w 912381"/>
                <a:gd name="csY307" fmla="*/ 201627 h 864222"/>
                <a:gd name="csX308" fmla="*/ 519422 w 912381"/>
                <a:gd name="csY308" fmla="*/ 206983 h 864222"/>
                <a:gd name="csX309" fmla="*/ 517542 w 912381"/>
                <a:gd name="csY309" fmla="*/ 214394 h 864222"/>
                <a:gd name="csX310" fmla="*/ 514963 w 912381"/>
                <a:gd name="csY310" fmla="*/ 218092 h 864222"/>
                <a:gd name="csX311" fmla="*/ 512300 w 912381"/>
                <a:gd name="csY311" fmla="*/ 217080 h 864222"/>
                <a:gd name="csX312" fmla="*/ 511166 w 912381"/>
                <a:gd name="csY312" fmla="*/ 214242 h 864222"/>
                <a:gd name="csX313" fmla="*/ 510177 w 912381"/>
                <a:gd name="csY313" fmla="*/ 209890 h 864222"/>
                <a:gd name="csX314" fmla="*/ 509135 w 912381"/>
                <a:gd name="csY314" fmla="*/ 208208 h 864222"/>
                <a:gd name="csX315" fmla="*/ 507978 w 912381"/>
                <a:gd name="csY315" fmla="*/ 208208 h 864222"/>
                <a:gd name="csX316" fmla="*/ 505597 w 912381"/>
                <a:gd name="csY316" fmla="*/ 209951 h 864222"/>
                <a:gd name="csX317" fmla="*/ 503238 w 912381"/>
                <a:gd name="csY317" fmla="*/ 213169 h 864222"/>
                <a:gd name="csX318" fmla="*/ 504052 w 912381"/>
                <a:gd name="csY318" fmla="*/ 218038 h 864222"/>
                <a:gd name="csX319" fmla="*/ 504265 w 912381"/>
                <a:gd name="csY319" fmla="*/ 223433 h 864222"/>
                <a:gd name="csX320" fmla="*/ 503246 w 912381"/>
                <a:gd name="csY320" fmla="*/ 227701 h 864222"/>
                <a:gd name="csX321" fmla="*/ 502478 w 912381"/>
                <a:gd name="csY321" fmla="*/ 232898 h 864222"/>
                <a:gd name="csX322" fmla="*/ 504904 w 912381"/>
                <a:gd name="csY322" fmla="*/ 236162 h 864222"/>
                <a:gd name="csX323" fmla="*/ 506883 w 912381"/>
                <a:gd name="csY323" fmla="*/ 241206 h 864222"/>
                <a:gd name="csX324" fmla="*/ 503915 w 912381"/>
                <a:gd name="csY324" fmla="*/ 243573 h 864222"/>
                <a:gd name="csX325" fmla="*/ 501009 w 912381"/>
                <a:gd name="csY325" fmla="*/ 247012 h 864222"/>
                <a:gd name="csX326" fmla="*/ 498338 w 912381"/>
                <a:gd name="csY326" fmla="*/ 252300 h 864222"/>
                <a:gd name="csX327" fmla="*/ 495607 w 912381"/>
                <a:gd name="csY327" fmla="*/ 256401 h 864222"/>
                <a:gd name="csX328" fmla="*/ 491277 w 912381"/>
                <a:gd name="csY328" fmla="*/ 256834 h 864222"/>
                <a:gd name="csX329" fmla="*/ 485883 w 912381"/>
                <a:gd name="csY329" fmla="*/ 259102 h 864222"/>
                <a:gd name="csX330" fmla="*/ 475102 w 912381"/>
                <a:gd name="csY330" fmla="*/ 259901 h 864222"/>
                <a:gd name="csX331" fmla="*/ 470034 w 912381"/>
                <a:gd name="csY331" fmla="*/ 253228 h 864222"/>
                <a:gd name="csX332" fmla="*/ 469106 w 912381"/>
                <a:gd name="csY332" fmla="*/ 250048 h 864222"/>
                <a:gd name="csX333" fmla="*/ 468094 w 912381"/>
                <a:gd name="csY333" fmla="*/ 247910 h 864222"/>
                <a:gd name="csX334" fmla="*/ 464731 w 912381"/>
                <a:gd name="csY334" fmla="*/ 244387 h 864222"/>
                <a:gd name="csX335" fmla="*/ 459824 w 912381"/>
                <a:gd name="csY335" fmla="*/ 233933 h 864222"/>
                <a:gd name="csX336" fmla="*/ 456042 w 912381"/>
                <a:gd name="csY336" fmla="*/ 221926 h 864222"/>
                <a:gd name="csX337" fmla="*/ 453493 w 912381"/>
                <a:gd name="csY337" fmla="*/ 220755 h 864222"/>
                <a:gd name="csX338" fmla="*/ 449720 w 912381"/>
                <a:gd name="csY338" fmla="*/ 216768 h 864222"/>
                <a:gd name="csX339" fmla="*/ 447665 w 912381"/>
                <a:gd name="csY339" fmla="*/ 213344 h 864222"/>
                <a:gd name="csX340" fmla="*/ 445710 w 912381"/>
                <a:gd name="csY340" fmla="*/ 208756 h 864222"/>
                <a:gd name="csX341" fmla="*/ 445124 w 912381"/>
                <a:gd name="csY341" fmla="*/ 203301 h 864222"/>
                <a:gd name="csX342" fmla="*/ 445314 w 912381"/>
                <a:gd name="csY342" fmla="*/ 198310 h 864222"/>
                <a:gd name="csX343" fmla="*/ 447574 w 912381"/>
                <a:gd name="csY343" fmla="*/ 196088 h 864222"/>
                <a:gd name="csX344" fmla="*/ 442233 w 912381"/>
                <a:gd name="csY344" fmla="*/ 190450 h 864222"/>
                <a:gd name="csX345" fmla="*/ 436990 w 912381"/>
                <a:gd name="csY345" fmla="*/ 182963 h 864222"/>
                <a:gd name="csX346" fmla="*/ 438923 w 912381"/>
                <a:gd name="csY346" fmla="*/ 180437 h 864222"/>
                <a:gd name="csX347" fmla="*/ 440871 w 912381"/>
                <a:gd name="csY347" fmla="*/ 179326 h 864222"/>
                <a:gd name="csX348" fmla="*/ 456408 w 912381"/>
                <a:gd name="csY348" fmla="*/ 188068 h 864222"/>
                <a:gd name="csX349" fmla="*/ 457442 w 912381"/>
                <a:gd name="csY349" fmla="*/ 186980 h 864222"/>
                <a:gd name="csX350" fmla="*/ 459147 w 912381"/>
                <a:gd name="csY350" fmla="*/ 182643 h 864222"/>
                <a:gd name="csX351" fmla="*/ 458538 w 912381"/>
                <a:gd name="csY351" fmla="*/ 181183 h 864222"/>
                <a:gd name="csX352" fmla="*/ 455936 w 912381"/>
                <a:gd name="csY352" fmla="*/ 180178 h 864222"/>
                <a:gd name="csX353" fmla="*/ 452390 w 912381"/>
                <a:gd name="csY353" fmla="*/ 180209 h 864222"/>
                <a:gd name="csX354" fmla="*/ 451508 w 912381"/>
                <a:gd name="csY354" fmla="*/ 179311 h 864222"/>
                <a:gd name="csX355" fmla="*/ 450138 w 912381"/>
                <a:gd name="csY355" fmla="*/ 174586 h 864222"/>
                <a:gd name="csX356" fmla="*/ 448944 w 912381"/>
                <a:gd name="csY356" fmla="*/ 168750 h 864222"/>
                <a:gd name="csX357" fmla="*/ 448434 w 912381"/>
                <a:gd name="csY357" fmla="*/ 164847 h 864222"/>
                <a:gd name="csX358" fmla="*/ 448236 w 912381"/>
                <a:gd name="csY358" fmla="*/ 160259 h 864222"/>
                <a:gd name="csX359" fmla="*/ 450876 w 912381"/>
                <a:gd name="csY359" fmla="*/ 153350 h 864222"/>
                <a:gd name="csX360" fmla="*/ 452322 w 912381"/>
                <a:gd name="csY360" fmla="*/ 147127 h 864222"/>
                <a:gd name="csX361" fmla="*/ 450070 w 912381"/>
                <a:gd name="csY361" fmla="*/ 144235 h 864222"/>
                <a:gd name="csX362" fmla="*/ 443686 w 912381"/>
                <a:gd name="csY362" fmla="*/ 144410 h 864222"/>
                <a:gd name="csX363" fmla="*/ 441563 w 912381"/>
                <a:gd name="csY363" fmla="*/ 145293 h 864222"/>
                <a:gd name="csX364" fmla="*/ 442347 w 912381"/>
                <a:gd name="csY364" fmla="*/ 154233 h 864222"/>
                <a:gd name="csX365" fmla="*/ 440315 w 912381"/>
                <a:gd name="csY365" fmla="*/ 160373 h 864222"/>
                <a:gd name="csX366" fmla="*/ 436420 w 912381"/>
                <a:gd name="csY366" fmla="*/ 165144 h 864222"/>
                <a:gd name="csX367" fmla="*/ 433628 w 912381"/>
                <a:gd name="csY367" fmla="*/ 162823 h 864222"/>
                <a:gd name="csX368" fmla="*/ 431474 w 912381"/>
                <a:gd name="csY368" fmla="*/ 151076 h 864222"/>
                <a:gd name="csX369" fmla="*/ 428659 w 912381"/>
                <a:gd name="csY369" fmla="*/ 142828 h 864222"/>
                <a:gd name="csX370" fmla="*/ 427601 w 912381"/>
                <a:gd name="csY370" fmla="*/ 137601 h 864222"/>
                <a:gd name="csX371" fmla="*/ 426795 w 912381"/>
                <a:gd name="csY371" fmla="*/ 130046 h 864222"/>
                <a:gd name="csX372" fmla="*/ 425654 w 912381"/>
                <a:gd name="csY372" fmla="*/ 124514 h 864222"/>
                <a:gd name="csX373" fmla="*/ 423584 w 912381"/>
                <a:gd name="csY373" fmla="*/ 117803 h 864222"/>
                <a:gd name="csX374" fmla="*/ 423310 w 912381"/>
                <a:gd name="csY374" fmla="*/ 113649 h 864222"/>
                <a:gd name="csX375" fmla="*/ 423569 w 912381"/>
                <a:gd name="csY375" fmla="*/ 110568 h 864222"/>
                <a:gd name="csX376" fmla="*/ 425144 w 912381"/>
                <a:gd name="csY376" fmla="*/ 103552 h 864222"/>
                <a:gd name="csX377" fmla="*/ 423949 w 912381"/>
                <a:gd name="csY377" fmla="*/ 97679 h 864222"/>
                <a:gd name="csX378" fmla="*/ 422488 w 912381"/>
                <a:gd name="csY378" fmla="*/ 92505 h 864222"/>
                <a:gd name="csX379" fmla="*/ 422397 w 912381"/>
                <a:gd name="csY379" fmla="*/ 89545 h 864222"/>
                <a:gd name="csX380" fmla="*/ 423767 w 912381"/>
                <a:gd name="csY380" fmla="*/ 85885 h 864222"/>
                <a:gd name="csX381" fmla="*/ 424999 w 912381"/>
                <a:gd name="csY381" fmla="*/ 84668 h 864222"/>
                <a:gd name="csX382" fmla="*/ 426323 w 912381"/>
                <a:gd name="csY382" fmla="*/ 84934 h 864222"/>
                <a:gd name="csX383" fmla="*/ 430242 w 912381"/>
                <a:gd name="csY383" fmla="*/ 89294 h 864222"/>
                <a:gd name="csX384" fmla="*/ 432395 w 912381"/>
                <a:gd name="csY384" fmla="*/ 94491 h 864222"/>
                <a:gd name="csX385" fmla="*/ 433140 w 912381"/>
                <a:gd name="csY385" fmla="*/ 94072 h 864222"/>
                <a:gd name="csX386" fmla="*/ 434541 w 912381"/>
                <a:gd name="csY386" fmla="*/ 86342 h 864222"/>
                <a:gd name="csX387" fmla="*/ 436526 w 912381"/>
                <a:gd name="csY387" fmla="*/ 84592 h 864222"/>
                <a:gd name="csX388" fmla="*/ 444188 w 912381"/>
                <a:gd name="csY388" fmla="*/ 82035 h 864222"/>
                <a:gd name="csX389" fmla="*/ 452717 w 912381"/>
                <a:gd name="csY389" fmla="*/ 92026 h 864222"/>
                <a:gd name="csX390" fmla="*/ 454924 w 912381"/>
                <a:gd name="csY390" fmla="*/ 94240 h 864222"/>
                <a:gd name="csX391" fmla="*/ 456689 w 912381"/>
                <a:gd name="csY391" fmla="*/ 94955 h 864222"/>
                <a:gd name="csX392" fmla="*/ 455776 w 912381"/>
                <a:gd name="csY392" fmla="*/ 90534 h 864222"/>
                <a:gd name="csX393" fmla="*/ 455221 w 912381"/>
                <a:gd name="csY393" fmla="*/ 84775 h 864222"/>
                <a:gd name="csX394" fmla="*/ 456522 w 912381"/>
                <a:gd name="csY394" fmla="*/ 82591 h 864222"/>
                <a:gd name="csX395" fmla="*/ 463408 w 912381"/>
                <a:gd name="csY395" fmla="*/ 87742 h 864222"/>
                <a:gd name="csX396" fmla="*/ 466633 w 912381"/>
                <a:gd name="csY396" fmla="*/ 87430 h 864222"/>
                <a:gd name="csX397" fmla="*/ 474196 w 912381"/>
                <a:gd name="csY397" fmla="*/ 80689 h 864222"/>
                <a:gd name="csX398" fmla="*/ 486697 w 912381"/>
                <a:gd name="csY398" fmla="*/ 77143 h 864222"/>
                <a:gd name="csX399" fmla="*/ 491422 w 912381"/>
                <a:gd name="csY399" fmla="*/ 82477 h 864222"/>
                <a:gd name="csX400" fmla="*/ 491666 w 912381"/>
                <a:gd name="csY400" fmla="*/ 85315 h 864222"/>
                <a:gd name="csX401" fmla="*/ 491567 w 912381"/>
                <a:gd name="csY401" fmla="*/ 89127 h 864222"/>
                <a:gd name="csX402" fmla="*/ 491263 w 912381"/>
                <a:gd name="csY402" fmla="*/ 90268 h 864222"/>
                <a:gd name="csX403" fmla="*/ 488500 w 912381"/>
                <a:gd name="csY403" fmla="*/ 94689 h 864222"/>
                <a:gd name="csX404" fmla="*/ 472735 w 912381"/>
                <a:gd name="csY404" fmla="*/ 98287 h 864222"/>
                <a:gd name="csX405" fmla="*/ 462403 w 912381"/>
                <a:gd name="csY405" fmla="*/ 112006 h 864222"/>
                <a:gd name="csX406" fmla="*/ 476494 w 912381"/>
                <a:gd name="csY406" fmla="*/ 109807 h 864222"/>
                <a:gd name="csX407" fmla="*/ 479028 w 912381"/>
                <a:gd name="csY407" fmla="*/ 111374 h 864222"/>
                <a:gd name="csX408" fmla="*/ 480093 w 912381"/>
                <a:gd name="csY408" fmla="*/ 122414 h 864222"/>
                <a:gd name="csX409" fmla="*/ 481120 w 912381"/>
                <a:gd name="csY409" fmla="*/ 123571 h 864222"/>
                <a:gd name="csX410" fmla="*/ 484742 w 912381"/>
                <a:gd name="csY410" fmla="*/ 125168 h 864222"/>
                <a:gd name="csX411" fmla="*/ 487200 w 912381"/>
                <a:gd name="csY411" fmla="*/ 128440 h 864222"/>
                <a:gd name="csX412" fmla="*/ 489710 w 912381"/>
                <a:gd name="csY412" fmla="*/ 134649 h 864222"/>
                <a:gd name="csX413" fmla="*/ 492350 w 912381"/>
                <a:gd name="csY413" fmla="*/ 138811 h 864222"/>
                <a:gd name="csX414" fmla="*/ 493895 w 912381"/>
                <a:gd name="csY414" fmla="*/ 138293 h 864222"/>
                <a:gd name="csX415" fmla="*/ 494458 w 912381"/>
                <a:gd name="csY415" fmla="*/ 133781 h 864222"/>
                <a:gd name="csX416" fmla="*/ 493826 w 912381"/>
                <a:gd name="csY416" fmla="*/ 128417 h 864222"/>
                <a:gd name="csX417" fmla="*/ 493499 w 912381"/>
                <a:gd name="csY417" fmla="*/ 122277 h 864222"/>
                <a:gd name="csX418" fmla="*/ 493682 w 912381"/>
                <a:gd name="csY418" fmla="*/ 115620 h 864222"/>
                <a:gd name="csX419" fmla="*/ 494108 w 912381"/>
                <a:gd name="csY419" fmla="*/ 110088 h 864222"/>
                <a:gd name="csX420" fmla="*/ 497068 w 912381"/>
                <a:gd name="csY420" fmla="*/ 106177 h 864222"/>
                <a:gd name="csX421" fmla="*/ 501367 w 912381"/>
                <a:gd name="csY421" fmla="*/ 93403 h 864222"/>
                <a:gd name="csX422" fmla="*/ 505932 w 912381"/>
                <a:gd name="csY422" fmla="*/ 84668 h 864222"/>
                <a:gd name="csX423" fmla="*/ 511014 w 912381"/>
                <a:gd name="csY423" fmla="*/ 88556 h 864222"/>
                <a:gd name="csX424" fmla="*/ 515724 w 912381"/>
                <a:gd name="csY424" fmla="*/ 99451 h 864222"/>
                <a:gd name="csX425" fmla="*/ 519969 w 912381"/>
                <a:gd name="csY425" fmla="*/ 114828 h 864222"/>
                <a:gd name="csX426" fmla="*/ 524086 w 912381"/>
                <a:gd name="csY426" fmla="*/ 131042 h 864222"/>
                <a:gd name="csX427" fmla="*/ 528697 w 912381"/>
                <a:gd name="csY427" fmla="*/ 150847 h 864222"/>
                <a:gd name="csX428" fmla="*/ 530918 w 912381"/>
                <a:gd name="csY428" fmla="*/ 157756 h 864222"/>
                <a:gd name="csX429" fmla="*/ 532935 w 912381"/>
                <a:gd name="csY429" fmla="*/ 159384 h 864222"/>
                <a:gd name="csX430" fmla="*/ 542248 w 912381"/>
                <a:gd name="csY430" fmla="*/ 179524 h 864222"/>
                <a:gd name="csX431" fmla="*/ 543297 w 912381"/>
                <a:gd name="csY431" fmla="*/ 180079 h 864222"/>
                <a:gd name="csX432" fmla="*/ 541373 w 912381"/>
                <a:gd name="csY432" fmla="*/ 164801 h 864222"/>
                <a:gd name="csX433" fmla="*/ 536549 w 912381"/>
                <a:gd name="csY433" fmla="*/ 138499 h 864222"/>
                <a:gd name="csX434" fmla="*/ 533292 w 912381"/>
                <a:gd name="csY434" fmla="*/ 117910 h 864222"/>
                <a:gd name="csX435" fmla="*/ 532554 w 912381"/>
                <a:gd name="csY435" fmla="*/ 109951 h 864222"/>
                <a:gd name="csX436" fmla="*/ 532029 w 912381"/>
                <a:gd name="csY436" fmla="*/ 98683 h 864222"/>
                <a:gd name="csX437" fmla="*/ 532234 w 912381"/>
                <a:gd name="csY437" fmla="*/ 95442 h 864222"/>
                <a:gd name="csX438" fmla="*/ 532653 w 912381"/>
                <a:gd name="csY438" fmla="*/ 92497 h 864222"/>
                <a:gd name="csX439" fmla="*/ 535012 w 912381"/>
                <a:gd name="csY439" fmla="*/ 80278 h 864222"/>
                <a:gd name="csX440" fmla="*/ 538101 w 912381"/>
                <a:gd name="csY440" fmla="*/ 74298 h 864222"/>
                <a:gd name="csX441" fmla="*/ 537165 w 912381"/>
                <a:gd name="csY441" fmla="*/ 65822 h 864222"/>
                <a:gd name="csX442" fmla="*/ 537956 w 912381"/>
                <a:gd name="csY442" fmla="*/ 59271 h 864222"/>
                <a:gd name="csX443" fmla="*/ 541198 w 912381"/>
                <a:gd name="csY443" fmla="*/ 54066 h 864222"/>
                <a:gd name="csX444" fmla="*/ 544210 w 912381"/>
                <a:gd name="csY444" fmla="*/ 53686 h 864222"/>
                <a:gd name="csX445" fmla="*/ 547140 w 912381"/>
                <a:gd name="csY445" fmla="*/ 57642 h 864222"/>
                <a:gd name="csX446" fmla="*/ 552747 w 912381"/>
                <a:gd name="csY446" fmla="*/ 71589 h 864222"/>
                <a:gd name="csX447" fmla="*/ 888833 w 912381"/>
                <a:gd name="csY447" fmla="*/ 45446 h 864222"/>
                <a:gd name="csX448" fmla="*/ 868579 w 912381"/>
                <a:gd name="csY448" fmla="*/ 50125 h 864222"/>
                <a:gd name="csX449" fmla="*/ 866532 w 912381"/>
                <a:gd name="csY449" fmla="*/ 46846 h 864222"/>
                <a:gd name="csX450" fmla="*/ 899356 w 912381"/>
                <a:gd name="csY450" fmla="*/ 33090 h 864222"/>
                <a:gd name="csX451" fmla="*/ 901052 w 912381"/>
                <a:gd name="csY451" fmla="*/ 31743 h 864222"/>
                <a:gd name="csX452" fmla="*/ 907147 w 912381"/>
                <a:gd name="csY452" fmla="*/ 30023 h 864222"/>
                <a:gd name="csX453" fmla="*/ 912381 w 912381"/>
                <a:gd name="csY453" fmla="*/ 33158 h 864222"/>
                <a:gd name="csX454" fmla="*/ 910829 w 912381"/>
                <a:gd name="csY454" fmla="*/ 35578 h 864222"/>
                <a:gd name="csX455" fmla="*/ 888833 w 912381"/>
                <a:gd name="csY455" fmla="*/ 45446 h 864222"/>
                <a:gd name="csX456" fmla="*/ 594496 w 912381"/>
                <a:gd name="csY456" fmla="*/ 22620 h 864222"/>
                <a:gd name="csX457" fmla="*/ 589869 w 912381"/>
                <a:gd name="csY457" fmla="*/ 29612 h 864222"/>
                <a:gd name="csX458" fmla="*/ 582124 w 912381"/>
                <a:gd name="csY458" fmla="*/ 24233 h 864222"/>
                <a:gd name="csX459" fmla="*/ 583045 w 912381"/>
                <a:gd name="csY459" fmla="*/ 18694 h 864222"/>
                <a:gd name="csX460" fmla="*/ 584886 w 912381"/>
                <a:gd name="csY460" fmla="*/ 15316 h 864222"/>
                <a:gd name="csX461" fmla="*/ 589748 w 912381"/>
                <a:gd name="csY461" fmla="*/ 16587 h 864222"/>
                <a:gd name="csX462" fmla="*/ 594496 w 912381"/>
                <a:gd name="csY462" fmla="*/ 22620 h 864222"/>
                <a:gd name="csX463" fmla="*/ 640535 w 912381"/>
                <a:gd name="csY463" fmla="*/ 29072 h 864222"/>
                <a:gd name="csX464" fmla="*/ 642681 w 912381"/>
                <a:gd name="csY464" fmla="*/ 30472 h 864222"/>
                <a:gd name="csX465" fmla="*/ 654443 w 912381"/>
                <a:gd name="csY465" fmla="*/ 29962 h 864222"/>
                <a:gd name="csX466" fmla="*/ 656696 w 912381"/>
                <a:gd name="csY466" fmla="*/ 33036 h 864222"/>
                <a:gd name="csX467" fmla="*/ 657586 w 912381"/>
                <a:gd name="csY467" fmla="*/ 40470 h 864222"/>
                <a:gd name="csX468" fmla="*/ 659381 w 912381"/>
                <a:gd name="csY468" fmla="*/ 43011 h 864222"/>
                <a:gd name="csX469" fmla="*/ 661885 w 912381"/>
                <a:gd name="csY469" fmla="*/ 43802 h 864222"/>
                <a:gd name="csX470" fmla="*/ 668131 w 912381"/>
                <a:gd name="csY470" fmla="*/ 52834 h 864222"/>
                <a:gd name="csX471" fmla="*/ 670254 w 912381"/>
                <a:gd name="csY471" fmla="*/ 54127 h 864222"/>
                <a:gd name="csX472" fmla="*/ 672103 w 912381"/>
                <a:gd name="csY472" fmla="*/ 49121 h 864222"/>
                <a:gd name="csX473" fmla="*/ 673518 w 912381"/>
                <a:gd name="csY473" fmla="*/ 36574 h 864222"/>
                <a:gd name="csX474" fmla="*/ 673594 w 912381"/>
                <a:gd name="csY474" fmla="*/ 21692 h 864222"/>
                <a:gd name="csX475" fmla="*/ 672993 w 912381"/>
                <a:gd name="csY475" fmla="*/ 14418 h 864222"/>
                <a:gd name="csX476" fmla="*/ 673693 w 912381"/>
                <a:gd name="csY476" fmla="*/ 9731 h 864222"/>
                <a:gd name="csX477" fmla="*/ 675785 w 912381"/>
                <a:gd name="csY477" fmla="*/ 7905 h 864222"/>
                <a:gd name="csX478" fmla="*/ 678418 w 912381"/>
                <a:gd name="csY478" fmla="*/ 8392 h 864222"/>
                <a:gd name="csX479" fmla="*/ 680990 w 912381"/>
                <a:gd name="csY479" fmla="*/ 5775 h 864222"/>
                <a:gd name="csX480" fmla="*/ 683211 w 912381"/>
                <a:gd name="csY480" fmla="*/ 1149 h 864222"/>
                <a:gd name="csX481" fmla="*/ 685593 w 912381"/>
                <a:gd name="csY481" fmla="*/ 510 h 864222"/>
                <a:gd name="csX482" fmla="*/ 690790 w 912381"/>
                <a:gd name="csY482" fmla="*/ 4025 h 864222"/>
                <a:gd name="csX483" fmla="*/ 692159 w 912381"/>
                <a:gd name="csY483" fmla="*/ 6779 h 864222"/>
                <a:gd name="csX484" fmla="*/ 690766 w 912381"/>
                <a:gd name="csY484" fmla="*/ 12455 h 864222"/>
                <a:gd name="csX485" fmla="*/ 690226 w 912381"/>
                <a:gd name="csY485" fmla="*/ 20513 h 864222"/>
                <a:gd name="csX486" fmla="*/ 687876 w 912381"/>
                <a:gd name="csY486" fmla="*/ 36993 h 864222"/>
                <a:gd name="csX487" fmla="*/ 692973 w 912381"/>
                <a:gd name="csY487" fmla="*/ 38005 h 864222"/>
                <a:gd name="csX488" fmla="*/ 700117 w 912381"/>
                <a:gd name="csY488" fmla="*/ 34535 h 864222"/>
                <a:gd name="csX489" fmla="*/ 701929 w 912381"/>
                <a:gd name="csY489" fmla="*/ 29772 h 864222"/>
                <a:gd name="csX490" fmla="*/ 705771 w 912381"/>
                <a:gd name="csY490" fmla="*/ 22164 h 864222"/>
                <a:gd name="csX491" fmla="*/ 709834 w 912381"/>
                <a:gd name="csY491" fmla="*/ 23366 h 864222"/>
                <a:gd name="csX492" fmla="*/ 711781 w 912381"/>
                <a:gd name="csY492" fmla="*/ 22354 h 864222"/>
                <a:gd name="csX493" fmla="*/ 712763 w 912381"/>
                <a:gd name="csY493" fmla="*/ 19029 h 864222"/>
                <a:gd name="csX494" fmla="*/ 713136 w 912381"/>
                <a:gd name="csY494" fmla="*/ 15065 h 864222"/>
                <a:gd name="csX495" fmla="*/ 715381 w 912381"/>
                <a:gd name="csY495" fmla="*/ 15727 h 864222"/>
                <a:gd name="csX496" fmla="*/ 718454 w 912381"/>
                <a:gd name="csY496" fmla="*/ 23358 h 864222"/>
                <a:gd name="csX497" fmla="*/ 719885 w 912381"/>
                <a:gd name="csY497" fmla="*/ 24538 h 864222"/>
                <a:gd name="csX498" fmla="*/ 722502 w 912381"/>
                <a:gd name="csY498" fmla="*/ 22575 h 864222"/>
                <a:gd name="csX499" fmla="*/ 723559 w 912381"/>
                <a:gd name="csY499" fmla="*/ 22651 h 864222"/>
                <a:gd name="csX500" fmla="*/ 726146 w 912381"/>
                <a:gd name="csY500" fmla="*/ 25686 h 864222"/>
                <a:gd name="csX501" fmla="*/ 738198 w 912381"/>
                <a:gd name="csY501" fmla="*/ 31187 h 864222"/>
                <a:gd name="csX502" fmla="*/ 742376 w 912381"/>
                <a:gd name="csY502" fmla="*/ 34117 h 864222"/>
                <a:gd name="csX503" fmla="*/ 744171 w 912381"/>
                <a:gd name="csY503" fmla="*/ 36848 h 864222"/>
                <a:gd name="csX504" fmla="*/ 745990 w 912381"/>
                <a:gd name="csY504" fmla="*/ 38454 h 864222"/>
                <a:gd name="csX505" fmla="*/ 758810 w 912381"/>
                <a:gd name="csY505" fmla="*/ 38416 h 864222"/>
                <a:gd name="csX506" fmla="*/ 767865 w 912381"/>
                <a:gd name="csY506" fmla="*/ 40348 h 864222"/>
                <a:gd name="csX507" fmla="*/ 771204 w 912381"/>
                <a:gd name="csY507" fmla="*/ 44655 h 864222"/>
                <a:gd name="csX508" fmla="*/ 774004 w 912381"/>
                <a:gd name="csY508" fmla="*/ 52872 h 864222"/>
                <a:gd name="csX509" fmla="*/ 775077 w 912381"/>
                <a:gd name="csY509" fmla="*/ 71612 h 864222"/>
                <a:gd name="csX510" fmla="*/ 772544 w 912381"/>
                <a:gd name="csY510" fmla="*/ 76626 h 864222"/>
                <a:gd name="csX511" fmla="*/ 754207 w 912381"/>
                <a:gd name="csY511" fmla="*/ 99216 h 864222"/>
                <a:gd name="csX512" fmla="*/ 749611 w 912381"/>
                <a:gd name="csY512" fmla="*/ 106390 h 864222"/>
                <a:gd name="csX513" fmla="*/ 747390 w 912381"/>
                <a:gd name="csY513" fmla="*/ 112964 h 864222"/>
                <a:gd name="csX514" fmla="*/ 743639 w 912381"/>
                <a:gd name="csY514" fmla="*/ 127215 h 864222"/>
                <a:gd name="csX515" fmla="*/ 741820 w 912381"/>
                <a:gd name="csY515" fmla="*/ 131491 h 864222"/>
                <a:gd name="csX516" fmla="*/ 733238 w 912381"/>
                <a:gd name="csY516" fmla="*/ 138202 h 864222"/>
                <a:gd name="csX517" fmla="*/ 731229 w 912381"/>
                <a:gd name="csY517" fmla="*/ 138917 h 864222"/>
                <a:gd name="csX518" fmla="*/ 724777 w 912381"/>
                <a:gd name="csY518" fmla="*/ 135638 h 864222"/>
                <a:gd name="csX519" fmla="*/ 722806 w 912381"/>
                <a:gd name="csY519" fmla="*/ 135942 h 864222"/>
                <a:gd name="csX520" fmla="*/ 714962 w 912381"/>
                <a:gd name="csY520" fmla="*/ 143208 h 864222"/>
                <a:gd name="csX521" fmla="*/ 712261 w 912381"/>
                <a:gd name="csY521" fmla="*/ 147583 h 864222"/>
                <a:gd name="csX522" fmla="*/ 709613 w 912381"/>
                <a:gd name="csY522" fmla="*/ 153077 h 864222"/>
                <a:gd name="csX523" fmla="*/ 705657 w 912381"/>
                <a:gd name="csY523" fmla="*/ 155488 h 864222"/>
                <a:gd name="csX524" fmla="*/ 701624 w 912381"/>
                <a:gd name="csY524" fmla="*/ 154195 h 864222"/>
                <a:gd name="csX525" fmla="*/ 683364 w 912381"/>
                <a:gd name="csY525" fmla="*/ 151342 h 864222"/>
                <a:gd name="csX526" fmla="*/ 680921 w 912381"/>
                <a:gd name="csY526" fmla="*/ 147484 h 864222"/>
                <a:gd name="csX527" fmla="*/ 678920 w 912381"/>
                <a:gd name="csY527" fmla="*/ 140043 h 864222"/>
                <a:gd name="csX528" fmla="*/ 682550 w 912381"/>
                <a:gd name="csY528" fmla="*/ 130456 h 864222"/>
                <a:gd name="csX529" fmla="*/ 662181 w 912381"/>
                <a:gd name="csY529" fmla="*/ 134032 h 864222"/>
                <a:gd name="csX530" fmla="*/ 639751 w 912381"/>
                <a:gd name="csY530" fmla="*/ 132092 h 864222"/>
                <a:gd name="csX531" fmla="*/ 638564 w 912381"/>
                <a:gd name="csY531" fmla="*/ 130738 h 864222"/>
                <a:gd name="csX532" fmla="*/ 637605 w 912381"/>
                <a:gd name="csY532" fmla="*/ 127017 h 864222"/>
                <a:gd name="csX533" fmla="*/ 629890 w 912381"/>
                <a:gd name="csY533" fmla="*/ 124468 h 864222"/>
                <a:gd name="csX534" fmla="*/ 624093 w 912381"/>
                <a:gd name="csY534" fmla="*/ 121402 h 864222"/>
                <a:gd name="csX535" fmla="*/ 619223 w 912381"/>
                <a:gd name="csY535" fmla="*/ 116221 h 864222"/>
                <a:gd name="csX536" fmla="*/ 614407 w 912381"/>
                <a:gd name="csY536" fmla="*/ 109464 h 864222"/>
                <a:gd name="csX537" fmla="*/ 615952 w 912381"/>
                <a:gd name="csY537" fmla="*/ 106292 h 864222"/>
                <a:gd name="csX538" fmla="*/ 617534 w 912381"/>
                <a:gd name="csY538" fmla="*/ 104435 h 864222"/>
                <a:gd name="csX539" fmla="*/ 621673 w 912381"/>
                <a:gd name="csY539" fmla="*/ 103651 h 864222"/>
                <a:gd name="csX540" fmla="*/ 625348 w 912381"/>
                <a:gd name="csY540" fmla="*/ 104595 h 864222"/>
                <a:gd name="csX541" fmla="*/ 631892 w 912381"/>
                <a:gd name="csY541" fmla="*/ 104542 h 864222"/>
                <a:gd name="csX542" fmla="*/ 633413 w 912381"/>
                <a:gd name="csY542" fmla="*/ 97671 h 864222"/>
                <a:gd name="csX543" fmla="*/ 636015 w 912381"/>
                <a:gd name="csY543" fmla="*/ 95685 h 864222"/>
                <a:gd name="csX544" fmla="*/ 638093 w 912381"/>
                <a:gd name="csY544" fmla="*/ 90732 h 864222"/>
                <a:gd name="csX545" fmla="*/ 631184 w 912381"/>
                <a:gd name="csY545" fmla="*/ 87597 h 864222"/>
                <a:gd name="csX546" fmla="*/ 623986 w 912381"/>
                <a:gd name="csY546" fmla="*/ 87126 h 864222"/>
                <a:gd name="csX547" fmla="*/ 619185 w 912381"/>
                <a:gd name="csY547" fmla="*/ 91249 h 864222"/>
                <a:gd name="csX548" fmla="*/ 613623 w 912381"/>
                <a:gd name="csY548" fmla="*/ 93114 h 864222"/>
                <a:gd name="csX549" fmla="*/ 608541 w 912381"/>
                <a:gd name="csY549" fmla="*/ 93357 h 864222"/>
                <a:gd name="csX550" fmla="*/ 598764 w 912381"/>
                <a:gd name="csY550" fmla="*/ 92193 h 864222"/>
                <a:gd name="csX551" fmla="*/ 594130 w 912381"/>
                <a:gd name="csY551" fmla="*/ 89264 h 864222"/>
                <a:gd name="csX552" fmla="*/ 587792 w 912381"/>
                <a:gd name="csY552" fmla="*/ 81579 h 864222"/>
                <a:gd name="csX553" fmla="*/ 585586 w 912381"/>
                <a:gd name="csY553" fmla="*/ 77318 h 864222"/>
                <a:gd name="csX554" fmla="*/ 584734 w 912381"/>
                <a:gd name="csY554" fmla="*/ 73963 h 864222"/>
                <a:gd name="csX555" fmla="*/ 584102 w 912381"/>
                <a:gd name="csY555" fmla="*/ 68865 h 864222"/>
                <a:gd name="csX556" fmla="*/ 591346 w 912381"/>
                <a:gd name="csY556" fmla="*/ 64269 h 864222"/>
                <a:gd name="csX557" fmla="*/ 594161 w 912381"/>
                <a:gd name="csY557" fmla="*/ 60648 h 864222"/>
                <a:gd name="csX558" fmla="*/ 596930 w 912381"/>
                <a:gd name="csY558" fmla="*/ 55679 h 864222"/>
                <a:gd name="csX559" fmla="*/ 585989 w 912381"/>
                <a:gd name="csY559" fmla="*/ 52841 h 864222"/>
                <a:gd name="csX560" fmla="*/ 581409 w 912381"/>
                <a:gd name="csY560" fmla="*/ 48649 h 864222"/>
                <a:gd name="csX561" fmla="*/ 576866 w 912381"/>
                <a:gd name="csY561" fmla="*/ 42463 h 864222"/>
                <a:gd name="csX562" fmla="*/ 580549 w 912381"/>
                <a:gd name="csY562" fmla="*/ 38963 h 864222"/>
                <a:gd name="csX563" fmla="*/ 595279 w 912381"/>
                <a:gd name="csY563" fmla="*/ 36163 h 864222"/>
                <a:gd name="csX564" fmla="*/ 599182 w 912381"/>
                <a:gd name="csY564" fmla="*/ 38507 h 864222"/>
                <a:gd name="csX565" fmla="*/ 603047 w 912381"/>
                <a:gd name="csY565" fmla="*/ 43019 h 864222"/>
                <a:gd name="csX566" fmla="*/ 607331 w 912381"/>
                <a:gd name="csY566" fmla="*/ 45788 h 864222"/>
                <a:gd name="csX567" fmla="*/ 611470 w 912381"/>
                <a:gd name="csY567" fmla="*/ 39953 h 864222"/>
                <a:gd name="csX568" fmla="*/ 607575 w 912381"/>
                <a:gd name="csY568" fmla="*/ 37183 h 864222"/>
                <a:gd name="csX569" fmla="*/ 604090 w 912381"/>
                <a:gd name="csY569" fmla="*/ 27398 h 864222"/>
                <a:gd name="csX570" fmla="*/ 603352 w 912381"/>
                <a:gd name="csY570" fmla="*/ 22506 h 864222"/>
                <a:gd name="csX571" fmla="*/ 603816 w 912381"/>
                <a:gd name="csY571" fmla="*/ 18740 h 864222"/>
                <a:gd name="csX572" fmla="*/ 605642 w 912381"/>
                <a:gd name="csY572" fmla="*/ 18177 h 864222"/>
                <a:gd name="csX573" fmla="*/ 607004 w 912381"/>
                <a:gd name="csY573" fmla="*/ 19813 h 864222"/>
                <a:gd name="csX574" fmla="*/ 612148 w 912381"/>
                <a:gd name="csY574" fmla="*/ 29065 h 864222"/>
                <a:gd name="csX575" fmla="*/ 616051 w 912381"/>
                <a:gd name="csY575" fmla="*/ 31933 h 864222"/>
                <a:gd name="csX576" fmla="*/ 617146 w 912381"/>
                <a:gd name="csY576" fmla="*/ 23412 h 864222"/>
                <a:gd name="csX577" fmla="*/ 617321 w 912381"/>
                <a:gd name="csY577" fmla="*/ 19333 h 864222"/>
                <a:gd name="csX578" fmla="*/ 616606 w 912381"/>
                <a:gd name="csY578" fmla="*/ 15955 h 864222"/>
                <a:gd name="csX579" fmla="*/ 614772 w 912381"/>
                <a:gd name="csY579" fmla="*/ 9701 h 864222"/>
                <a:gd name="csX580" fmla="*/ 613129 w 912381"/>
                <a:gd name="csY580" fmla="*/ 1971 h 864222"/>
                <a:gd name="csX581" fmla="*/ 615670 w 912381"/>
                <a:gd name="csY581" fmla="*/ 0 h 864222"/>
                <a:gd name="csX582" fmla="*/ 618188 w 912381"/>
                <a:gd name="csY582" fmla="*/ 852 h 864222"/>
                <a:gd name="csX583" fmla="*/ 623591 w 912381"/>
                <a:gd name="csY583" fmla="*/ 6163 h 864222"/>
                <a:gd name="csX584" fmla="*/ 629038 w 912381"/>
                <a:gd name="csY584" fmla="*/ 9883 h 864222"/>
                <a:gd name="csX585" fmla="*/ 631527 w 912381"/>
                <a:gd name="csY585" fmla="*/ 13627 h 864222"/>
                <a:gd name="csX586" fmla="*/ 636168 w 912381"/>
                <a:gd name="csY586" fmla="*/ 22909 h 864222"/>
                <a:gd name="csX587" fmla="*/ 640535 w 912381"/>
                <a:gd name="csY587" fmla="*/ 29072 h 8642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Lst>
              <a:rect l="l" t="t" r="r" b="b"/>
              <a:pathLst>
                <a:path w="912381" h="864222">
                  <a:moveTo>
                    <a:pt x="3104" y="863804"/>
                  </a:moveTo>
                  <a:lnTo>
                    <a:pt x="1134" y="864223"/>
                  </a:lnTo>
                  <a:lnTo>
                    <a:pt x="0" y="862777"/>
                  </a:lnTo>
                  <a:lnTo>
                    <a:pt x="2868" y="858805"/>
                  </a:lnTo>
                  <a:lnTo>
                    <a:pt x="12349" y="851296"/>
                  </a:lnTo>
                  <a:lnTo>
                    <a:pt x="16130" y="844091"/>
                  </a:lnTo>
                  <a:lnTo>
                    <a:pt x="23434" y="841602"/>
                  </a:lnTo>
                  <a:lnTo>
                    <a:pt x="23914" y="845620"/>
                  </a:lnTo>
                  <a:lnTo>
                    <a:pt x="23419" y="850596"/>
                  </a:lnTo>
                  <a:lnTo>
                    <a:pt x="17005" y="854537"/>
                  </a:lnTo>
                  <a:lnTo>
                    <a:pt x="9891" y="857200"/>
                  </a:lnTo>
                  <a:lnTo>
                    <a:pt x="3104" y="863804"/>
                  </a:lnTo>
                  <a:close/>
                  <a:moveTo>
                    <a:pt x="604691" y="609245"/>
                  </a:moveTo>
                  <a:lnTo>
                    <a:pt x="602112" y="612319"/>
                  </a:lnTo>
                  <a:lnTo>
                    <a:pt x="598246" y="607685"/>
                  </a:lnTo>
                  <a:lnTo>
                    <a:pt x="595683" y="601712"/>
                  </a:lnTo>
                  <a:lnTo>
                    <a:pt x="597044" y="599437"/>
                  </a:lnTo>
                  <a:lnTo>
                    <a:pt x="603915" y="599133"/>
                  </a:lnTo>
                  <a:lnTo>
                    <a:pt x="605596" y="602245"/>
                  </a:lnTo>
                  <a:lnTo>
                    <a:pt x="605878" y="604018"/>
                  </a:lnTo>
                  <a:lnTo>
                    <a:pt x="604691" y="609245"/>
                  </a:lnTo>
                  <a:close/>
                  <a:moveTo>
                    <a:pt x="655699" y="221850"/>
                  </a:moveTo>
                  <a:lnTo>
                    <a:pt x="658636" y="224399"/>
                  </a:lnTo>
                  <a:lnTo>
                    <a:pt x="664989" y="223874"/>
                  </a:lnTo>
                  <a:lnTo>
                    <a:pt x="668496" y="241990"/>
                  </a:lnTo>
                  <a:lnTo>
                    <a:pt x="670467" y="260913"/>
                  </a:lnTo>
                  <a:lnTo>
                    <a:pt x="673662" y="262267"/>
                  </a:lnTo>
                  <a:lnTo>
                    <a:pt x="679757" y="259680"/>
                  </a:lnTo>
                  <a:lnTo>
                    <a:pt x="685190" y="258417"/>
                  </a:lnTo>
                  <a:lnTo>
                    <a:pt x="687975" y="259817"/>
                  </a:lnTo>
                  <a:lnTo>
                    <a:pt x="692935" y="265288"/>
                  </a:lnTo>
                  <a:lnTo>
                    <a:pt x="695073" y="269122"/>
                  </a:lnTo>
                  <a:lnTo>
                    <a:pt x="693209" y="272125"/>
                  </a:lnTo>
                  <a:lnTo>
                    <a:pt x="688666" y="275480"/>
                  </a:lnTo>
                  <a:lnTo>
                    <a:pt x="687913" y="285432"/>
                  </a:lnTo>
                  <a:lnTo>
                    <a:pt x="692486" y="288879"/>
                  </a:lnTo>
                  <a:lnTo>
                    <a:pt x="700034" y="297286"/>
                  </a:lnTo>
                  <a:lnTo>
                    <a:pt x="704287" y="298374"/>
                  </a:lnTo>
                  <a:lnTo>
                    <a:pt x="711873" y="294935"/>
                  </a:lnTo>
                  <a:lnTo>
                    <a:pt x="718994" y="301448"/>
                  </a:lnTo>
                  <a:lnTo>
                    <a:pt x="726048" y="309308"/>
                  </a:lnTo>
                  <a:lnTo>
                    <a:pt x="709560" y="319168"/>
                  </a:lnTo>
                  <a:lnTo>
                    <a:pt x="708114" y="321923"/>
                  </a:lnTo>
                  <a:lnTo>
                    <a:pt x="705832" y="329166"/>
                  </a:lnTo>
                  <a:lnTo>
                    <a:pt x="703404" y="335093"/>
                  </a:lnTo>
                  <a:lnTo>
                    <a:pt x="701160" y="338578"/>
                  </a:lnTo>
                  <a:lnTo>
                    <a:pt x="696230" y="344551"/>
                  </a:lnTo>
                  <a:lnTo>
                    <a:pt x="693574" y="346612"/>
                  </a:lnTo>
                  <a:lnTo>
                    <a:pt x="687609" y="346156"/>
                  </a:lnTo>
                  <a:lnTo>
                    <a:pt x="685372" y="348522"/>
                  </a:lnTo>
                  <a:lnTo>
                    <a:pt x="683303" y="353338"/>
                  </a:lnTo>
                  <a:lnTo>
                    <a:pt x="681218" y="356793"/>
                  </a:lnTo>
                  <a:lnTo>
                    <a:pt x="675922" y="357675"/>
                  </a:lnTo>
                  <a:lnTo>
                    <a:pt x="673221" y="352897"/>
                  </a:lnTo>
                  <a:lnTo>
                    <a:pt x="674112" y="351421"/>
                  </a:lnTo>
                  <a:lnTo>
                    <a:pt x="674492" y="348591"/>
                  </a:lnTo>
                  <a:lnTo>
                    <a:pt x="673548" y="341819"/>
                  </a:lnTo>
                  <a:lnTo>
                    <a:pt x="678600" y="334857"/>
                  </a:lnTo>
                  <a:lnTo>
                    <a:pt x="679742" y="330985"/>
                  </a:lnTo>
                  <a:lnTo>
                    <a:pt x="678737" y="329584"/>
                  </a:lnTo>
                  <a:lnTo>
                    <a:pt x="677345" y="329965"/>
                  </a:lnTo>
                  <a:lnTo>
                    <a:pt x="673670" y="327835"/>
                  </a:lnTo>
                  <a:lnTo>
                    <a:pt x="672582" y="327941"/>
                  </a:lnTo>
                  <a:lnTo>
                    <a:pt x="669539" y="332019"/>
                  </a:lnTo>
                  <a:lnTo>
                    <a:pt x="665316" y="334758"/>
                  </a:lnTo>
                  <a:lnTo>
                    <a:pt x="661032" y="335451"/>
                  </a:lnTo>
                  <a:lnTo>
                    <a:pt x="643814" y="340685"/>
                  </a:lnTo>
                  <a:lnTo>
                    <a:pt x="641212" y="338852"/>
                  </a:lnTo>
                  <a:lnTo>
                    <a:pt x="640040" y="328420"/>
                  </a:lnTo>
                  <a:lnTo>
                    <a:pt x="647040" y="323034"/>
                  </a:lnTo>
                  <a:lnTo>
                    <a:pt x="648113" y="313896"/>
                  </a:lnTo>
                  <a:lnTo>
                    <a:pt x="649878" y="307778"/>
                  </a:lnTo>
                  <a:lnTo>
                    <a:pt x="651940" y="303708"/>
                  </a:lnTo>
                  <a:lnTo>
                    <a:pt x="655729" y="293155"/>
                  </a:lnTo>
                  <a:lnTo>
                    <a:pt x="656680" y="292394"/>
                  </a:lnTo>
                  <a:lnTo>
                    <a:pt x="647230" y="283971"/>
                  </a:lnTo>
                  <a:lnTo>
                    <a:pt x="643495" y="278478"/>
                  </a:lnTo>
                  <a:lnTo>
                    <a:pt x="639424" y="267426"/>
                  </a:lnTo>
                  <a:lnTo>
                    <a:pt x="638176" y="258409"/>
                  </a:lnTo>
                  <a:lnTo>
                    <a:pt x="632660" y="250687"/>
                  </a:lnTo>
                  <a:lnTo>
                    <a:pt x="633337" y="240750"/>
                  </a:lnTo>
                  <a:lnTo>
                    <a:pt x="629335" y="241534"/>
                  </a:lnTo>
                  <a:lnTo>
                    <a:pt x="626246" y="234519"/>
                  </a:lnTo>
                  <a:lnTo>
                    <a:pt x="629122" y="230562"/>
                  </a:lnTo>
                  <a:lnTo>
                    <a:pt x="643731" y="226058"/>
                  </a:lnTo>
                  <a:lnTo>
                    <a:pt x="652442" y="221653"/>
                  </a:lnTo>
                  <a:lnTo>
                    <a:pt x="655699" y="221850"/>
                  </a:lnTo>
                  <a:close/>
                  <a:moveTo>
                    <a:pt x="768191" y="216091"/>
                  </a:moveTo>
                  <a:lnTo>
                    <a:pt x="765057" y="216357"/>
                  </a:lnTo>
                  <a:lnTo>
                    <a:pt x="759297" y="208330"/>
                  </a:lnTo>
                  <a:lnTo>
                    <a:pt x="758186" y="201315"/>
                  </a:lnTo>
                  <a:lnTo>
                    <a:pt x="759213" y="198439"/>
                  </a:lnTo>
                  <a:lnTo>
                    <a:pt x="761990" y="198332"/>
                  </a:lnTo>
                  <a:lnTo>
                    <a:pt x="766320" y="207919"/>
                  </a:lnTo>
                  <a:lnTo>
                    <a:pt x="770991" y="210803"/>
                  </a:lnTo>
                  <a:lnTo>
                    <a:pt x="768191" y="216091"/>
                  </a:lnTo>
                  <a:close/>
                  <a:moveTo>
                    <a:pt x="434525" y="220230"/>
                  </a:moveTo>
                  <a:lnTo>
                    <a:pt x="434769" y="227663"/>
                  </a:lnTo>
                  <a:lnTo>
                    <a:pt x="438246" y="226925"/>
                  </a:lnTo>
                  <a:lnTo>
                    <a:pt x="442347" y="234808"/>
                  </a:lnTo>
                  <a:lnTo>
                    <a:pt x="446821" y="238970"/>
                  </a:lnTo>
                  <a:lnTo>
                    <a:pt x="448084" y="241815"/>
                  </a:lnTo>
                  <a:lnTo>
                    <a:pt x="449035" y="245467"/>
                  </a:lnTo>
                  <a:lnTo>
                    <a:pt x="451743" y="252787"/>
                  </a:lnTo>
                  <a:lnTo>
                    <a:pt x="453029" y="260456"/>
                  </a:lnTo>
                  <a:lnTo>
                    <a:pt x="449796" y="261263"/>
                  </a:lnTo>
                  <a:lnTo>
                    <a:pt x="445345" y="250322"/>
                  </a:lnTo>
                  <a:lnTo>
                    <a:pt x="441708" y="244060"/>
                  </a:lnTo>
                  <a:lnTo>
                    <a:pt x="437135" y="238688"/>
                  </a:lnTo>
                  <a:lnTo>
                    <a:pt x="433437" y="238422"/>
                  </a:lnTo>
                  <a:lnTo>
                    <a:pt x="431771" y="236071"/>
                  </a:lnTo>
                  <a:lnTo>
                    <a:pt x="425775" y="216547"/>
                  </a:lnTo>
                  <a:lnTo>
                    <a:pt x="424672" y="212005"/>
                  </a:lnTo>
                  <a:lnTo>
                    <a:pt x="421248" y="204663"/>
                  </a:lnTo>
                  <a:lnTo>
                    <a:pt x="419734" y="195472"/>
                  </a:lnTo>
                  <a:lnTo>
                    <a:pt x="419742" y="188236"/>
                  </a:lnTo>
                  <a:lnTo>
                    <a:pt x="424322" y="189948"/>
                  </a:lnTo>
                  <a:lnTo>
                    <a:pt x="428340" y="194490"/>
                  </a:lnTo>
                  <a:lnTo>
                    <a:pt x="431824" y="204716"/>
                  </a:lnTo>
                  <a:lnTo>
                    <a:pt x="432448" y="207873"/>
                  </a:lnTo>
                  <a:lnTo>
                    <a:pt x="430858" y="212058"/>
                  </a:lnTo>
                  <a:lnTo>
                    <a:pt x="432494" y="216996"/>
                  </a:lnTo>
                  <a:lnTo>
                    <a:pt x="434525" y="220230"/>
                  </a:lnTo>
                  <a:close/>
                  <a:moveTo>
                    <a:pt x="814551" y="187216"/>
                  </a:moveTo>
                  <a:lnTo>
                    <a:pt x="820919" y="187916"/>
                  </a:lnTo>
                  <a:lnTo>
                    <a:pt x="827318" y="186159"/>
                  </a:lnTo>
                  <a:lnTo>
                    <a:pt x="828421" y="188038"/>
                  </a:lnTo>
                  <a:lnTo>
                    <a:pt x="820181" y="193866"/>
                  </a:lnTo>
                  <a:lnTo>
                    <a:pt x="811005" y="190769"/>
                  </a:lnTo>
                  <a:lnTo>
                    <a:pt x="802749" y="189978"/>
                  </a:lnTo>
                  <a:lnTo>
                    <a:pt x="793003" y="196438"/>
                  </a:lnTo>
                  <a:lnTo>
                    <a:pt x="789823" y="193858"/>
                  </a:lnTo>
                  <a:lnTo>
                    <a:pt x="794776" y="187627"/>
                  </a:lnTo>
                  <a:lnTo>
                    <a:pt x="800178" y="185558"/>
                  </a:lnTo>
                  <a:lnTo>
                    <a:pt x="801045" y="181738"/>
                  </a:lnTo>
                  <a:lnTo>
                    <a:pt x="803107" y="181084"/>
                  </a:lnTo>
                  <a:lnTo>
                    <a:pt x="810244" y="180688"/>
                  </a:lnTo>
                  <a:lnTo>
                    <a:pt x="814551" y="187216"/>
                  </a:lnTo>
                  <a:close/>
                  <a:moveTo>
                    <a:pt x="552747" y="71589"/>
                  </a:moveTo>
                  <a:lnTo>
                    <a:pt x="553858" y="71832"/>
                  </a:lnTo>
                  <a:lnTo>
                    <a:pt x="554938" y="70539"/>
                  </a:lnTo>
                  <a:lnTo>
                    <a:pt x="555722" y="67115"/>
                  </a:lnTo>
                  <a:lnTo>
                    <a:pt x="556590" y="65221"/>
                  </a:lnTo>
                  <a:lnTo>
                    <a:pt x="561992" y="67442"/>
                  </a:lnTo>
                  <a:lnTo>
                    <a:pt x="569653" y="74275"/>
                  </a:lnTo>
                  <a:lnTo>
                    <a:pt x="571929" y="77630"/>
                  </a:lnTo>
                  <a:lnTo>
                    <a:pt x="575124" y="84516"/>
                  </a:lnTo>
                  <a:lnTo>
                    <a:pt x="577719" y="96012"/>
                  </a:lnTo>
                  <a:lnTo>
                    <a:pt x="575657" y="104252"/>
                  </a:lnTo>
                  <a:lnTo>
                    <a:pt x="572940" y="112006"/>
                  </a:lnTo>
                  <a:lnTo>
                    <a:pt x="571981" y="116266"/>
                  </a:lnTo>
                  <a:lnTo>
                    <a:pt x="572971" y="122361"/>
                  </a:lnTo>
                  <a:lnTo>
                    <a:pt x="572568" y="128265"/>
                  </a:lnTo>
                  <a:lnTo>
                    <a:pt x="571578" y="133469"/>
                  </a:lnTo>
                  <a:lnTo>
                    <a:pt x="575687" y="127535"/>
                  </a:lnTo>
                  <a:lnTo>
                    <a:pt x="584468" y="108346"/>
                  </a:lnTo>
                  <a:lnTo>
                    <a:pt x="585776" y="107151"/>
                  </a:lnTo>
                  <a:lnTo>
                    <a:pt x="587146" y="107806"/>
                  </a:lnTo>
                  <a:lnTo>
                    <a:pt x="591079" y="111770"/>
                  </a:lnTo>
                  <a:lnTo>
                    <a:pt x="594647" y="121570"/>
                  </a:lnTo>
                  <a:lnTo>
                    <a:pt x="595431" y="124796"/>
                  </a:lnTo>
                  <a:lnTo>
                    <a:pt x="596070" y="128744"/>
                  </a:lnTo>
                  <a:lnTo>
                    <a:pt x="596436" y="133614"/>
                  </a:lnTo>
                  <a:lnTo>
                    <a:pt x="596238" y="139168"/>
                  </a:lnTo>
                  <a:lnTo>
                    <a:pt x="595911" y="143026"/>
                  </a:lnTo>
                  <a:lnTo>
                    <a:pt x="594047" y="145514"/>
                  </a:lnTo>
                  <a:lnTo>
                    <a:pt x="593141" y="147781"/>
                  </a:lnTo>
                  <a:lnTo>
                    <a:pt x="595157" y="147948"/>
                  </a:lnTo>
                  <a:lnTo>
                    <a:pt x="597463" y="150916"/>
                  </a:lnTo>
                  <a:lnTo>
                    <a:pt x="599570" y="157200"/>
                  </a:lnTo>
                  <a:lnTo>
                    <a:pt x="601929" y="159719"/>
                  </a:lnTo>
                  <a:lnTo>
                    <a:pt x="610489" y="157596"/>
                  </a:lnTo>
                  <a:lnTo>
                    <a:pt x="616051" y="160875"/>
                  </a:lnTo>
                  <a:lnTo>
                    <a:pt x="619102" y="171109"/>
                  </a:lnTo>
                  <a:lnTo>
                    <a:pt x="623804" y="168803"/>
                  </a:lnTo>
                  <a:lnTo>
                    <a:pt x="623819" y="163348"/>
                  </a:lnTo>
                  <a:lnTo>
                    <a:pt x="624854" y="161005"/>
                  </a:lnTo>
                  <a:lnTo>
                    <a:pt x="631161" y="162869"/>
                  </a:lnTo>
                  <a:lnTo>
                    <a:pt x="634425" y="165418"/>
                  </a:lnTo>
                  <a:lnTo>
                    <a:pt x="637758" y="170774"/>
                  </a:lnTo>
                  <a:lnTo>
                    <a:pt x="632067" y="179493"/>
                  </a:lnTo>
                  <a:lnTo>
                    <a:pt x="636761" y="187802"/>
                  </a:lnTo>
                  <a:lnTo>
                    <a:pt x="644644" y="193790"/>
                  </a:lnTo>
                  <a:lnTo>
                    <a:pt x="649399" y="200044"/>
                  </a:lnTo>
                  <a:lnTo>
                    <a:pt x="650259" y="202654"/>
                  </a:lnTo>
                  <a:lnTo>
                    <a:pt x="651035" y="206116"/>
                  </a:lnTo>
                  <a:lnTo>
                    <a:pt x="647938" y="210590"/>
                  </a:lnTo>
                  <a:lnTo>
                    <a:pt x="644788" y="213108"/>
                  </a:lnTo>
                  <a:lnTo>
                    <a:pt x="636852" y="213542"/>
                  </a:lnTo>
                  <a:lnTo>
                    <a:pt x="629639" y="216692"/>
                  </a:lnTo>
                  <a:lnTo>
                    <a:pt x="616438" y="218921"/>
                  </a:lnTo>
                  <a:lnTo>
                    <a:pt x="614476" y="220344"/>
                  </a:lnTo>
                  <a:lnTo>
                    <a:pt x="614012" y="221614"/>
                  </a:lnTo>
                  <a:lnTo>
                    <a:pt x="613235" y="225464"/>
                  </a:lnTo>
                  <a:lnTo>
                    <a:pt x="608160" y="234298"/>
                  </a:lnTo>
                  <a:lnTo>
                    <a:pt x="603245" y="244980"/>
                  </a:lnTo>
                  <a:lnTo>
                    <a:pt x="601214" y="251372"/>
                  </a:lnTo>
                  <a:lnTo>
                    <a:pt x="599685" y="260266"/>
                  </a:lnTo>
                  <a:lnTo>
                    <a:pt x="599121" y="265676"/>
                  </a:lnTo>
                  <a:lnTo>
                    <a:pt x="600217" y="270895"/>
                  </a:lnTo>
                  <a:lnTo>
                    <a:pt x="599928" y="276150"/>
                  </a:lnTo>
                  <a:lnTo>
                    <a:pt x="596230" y="280258"/>
                  </a:lnTo>
                  <a:lnTo>
                    <a:pt x="593887" y="280418"/>
                  </a:lnTo>
                  <a:lnTo>
                    <a:pt x="590950" y="279611"/>
                  </a:lnTo>
                  <a:lnTo>
                    <a:pt x="588059" y="281970"/>
                  </a:lnTo>
                  <a:lnTo>
                    <a:pt x="587876" y="285508"/>
                  </a:lnTo>
                  <a:lnTo>
                    <a:pt x="588043" y="290476"/>
                  </a:lnTo>
                  <a:lnTo>
                    <a:pt x="587305" y="305519"/>
                  </a:lnTo>
                  <a:lnTo>
                    <a:pt x="586408" y="316741"/>
                  </a:lnTo>
                  <a:lnTo>
                    <a:pt x="585061" y="327081"/>
                  </a:lnTo>
                  <a:lnTo>
                    <a:pt x="583547" y="332620"/>
                  </a:lnTo>
                  <a:lnTo>
                    <a:pt x="581614" y="334157"/>
                  </a:lnTo>
                  <a:lnTo>
                    <a:pt x="575413" y="335169"/>
                  </a:lnTo>
                  <a:lnTo>
                    <a:pt x="570635" y="344733"/>
                  </a:lnTo>
                  <a:lnTo>
                    <a:pt x="566778" y="361655"/>
                  </a:lnTo>
                  <a:lnTo>
                    <a:pt x="564769" y="368236"/>
                  </a:lnTo>
                  <a:lnTo>
                    <a:pt x="560584" y="378561"/>
                  </a:lnTo>
                  <a:lnTo>
                    <a:pt x="561345" y="382205"/>
                  </a:lnTo>
                  <a:lnTo>
                    <a:pt x="562646" y="386139"/>
                  </a:lnTo>
                  <a:lnTo>
                    <a:pt x="560363" y="393146"/>
                  </a:lnTo>
                  <a:lnTo>
                    <a:pt x="556833" y="400968"/>
                  </a:lnTo>
                  <a:lnTo>
                    <a:pt x="556901" y="403981"/>
                  </a:lnTo>
                  <a:lnTo>
                    <a:pt x="558088" y="409474"/>
                  </a:lnTo>
                  <a:lnTo>
                    <a:pt x="558666" y="415166"/>
                  </a:lnTo>
                  <a:lnTo>
                    <a:pt x="555943" y="420043"/>
                  </a:lnTo>
                  <a:lnTo>
                    <a:pt x="550936" y="422515"/>
                  </a:lnTo>
                  <a:lnTo>
                    <a:pt x="545839" y="419746"/>
                  </a:lnTo>
                  <a:lnTo>
                    <a:pt x="543358" y="416474"/>
                  </a:lnTo>
                  <a:lnTo>
                    <a:pt x="541061" y="411224"/>
                  </a:lnTo>
                  <a:lnTo>
                    <a:pt x="538618" y="407785"/>
                  </a:lnTo>
                  <a:lnTo>
                    <a:pt x="536077" y="405716"/>
                  </a:lnTo>
                  <a:lnTo>
                    <a:pt x="526300" y="393953"/>
                  </a:lnTo>
                  <a:lnTo>
                    <a:pt x="517276" y="375122"/>
                  </a:lnTo>
                  <a:lnTo>
                    <a:pt x="509036" y="367719"/>
                  </a:lnTo>
                  <a:lnTo>
                    <a:pt x="503665" y="364196"/>
                  </a:lnTo>
                  <a:lnTo>
                    <a:pt x="501077" y="360772"/>
                  </a:lnTo>
                  <a:lnTo>
                    <a:pt x="498551" y="356161"/>
                  </a:lnTo>
                  <a:lnTo>
                    <a:pt x="496368" y="350957"/>
                  </a:lnTo>
                  <a:lnTo>
                    <a:pt x="494336" y="344360"/>
                  </a:lnTo>
                  <a:lnTo>
                    <a:pt x="493355" y="340244"/>
                  </a:lnTo>
                  <a:lnTo>
                    <a:pt x="493172" y="334043"/>
                  </a:lnTo>
                  <a:lnTo>
                    <a:pt x="493819" y="330391"/>
                  </a:lnTo>
                  <a:lnTo>
                    <a:pt x="494785" y="328512"/>
                  </a:lnTo>
                  <a:lnTo>
                    <a:pt x="501329" y="326967"/>
                  </a:lnTo>
                  <a:lnTo>
                    <a:pt x="503679" y="327842"/>
                  </a:lnTo>
                  <a:lnTo>
                    <a:pt x="505993" y="331099"/>
                  </a:lnTo>
                  <a:lnTo>
                    <a:pt x="508100" y="332377"/>
                  </a:lnTo>
                  <a:lnTo>
                    <a:pt x="512924" y="316087"/>
                  </a:lnTo>
                  <a:lnTo>
                    <a:pt x="540368" y="306675"/>
                  </a:lnTo>
                  <a:lnTo>
                    <a:pt x="549186" y="305039"/>
                  </a:lnTo>
                  <a:lnTo>
                    <a:pt x="558035" y="305138"/>
                  </a:lnTo>
                  <a:lnTo>
                    <a:pt x="556658" y="300664"/>
                  </a:lnTo>
                  <a:lnTo>
                    <a:pt x="555486" y="294973"/>
                  </a:lnTo>
                  <a:lnTo>
                    <a:pt x="554185" y="293588"/>
                  </a:lnTo>
                  <a:lnTo>
                    <a:pt x="547497" y="296784"/>
                  </a:lnTo>
                  <a:lnTo>
                    <a:pt x="537256" y="300139"/>
                  </a:lnTo>
                  <a:lnTo>
                    <a:pt x="532265" y="300139"/>
                  </a:lnTo>
                  <a:lnTo>
                    <a:pt x="527114" y="297902"/>
                  </a:lnTo>
                  <a:lnTo>
                    <a:pt x="521978" y="299135"/>
                  </a:lnTo>
                  <a:lnTo>
                    <a:pt x="516683" y="303997"/>
                  </a:lnTo>
                  <a:lnTo>
                    <a:pt x="511341" y="307063"/>
                  </a:lnTo>
                  <a:lnTo>
                    <a:pt x="506152" y="308296"/>
                  </a:lnTo>
                  <a:lnTo>
                    <a:pt x="495181" y="307801"/>
                  </a:lnTo>
                  <a:lnTo>
                    <a:pt x="492464" y="305290"/>
                  </a:lnTo>
                  <a:lnTo>
                    <a:pt x="488805" y="299462"/>
                  </a:lnTo>
                  <a:lnTo>
                    <a:pt x="487915" y="296464"/>
                  </a:lnTo>
                  <a:lnTo>
                    <a:pt x="487154" y="292782"/>
                  </a:lnTo>
                  <a:lnTo>
                    <a:pt x="486438" y="281651"/>
                  </a:lnTo>
                  <a:lnTo>
                    <a:pt x="487230" y="278607"/>
                  </a:lnTo>
                  <a:lnTo>
                    <a:pt x="488349" y="276857"/>
                  </a:lnTo>
                  <a:lnTo>
                    <a:pt x="489497" y="275777"/>
                  </a:lnTo>
                  <a:lnTo>
                    <a:pt x="491909" y="275724"/>
                  </a:lnTo>
                  <a:lnTo>
                    <a:pt x="494276" y="277656"/>
                  </a:lnTo>
                  <a:lnTo>
                    <a:pt x="499814" y="284017"/>
                  </a:lnTo>
                  <a:lnTo>
                    <a:pt x="498551" y="277192"/>
                  </a:lnTo>
                  <a:lnTo>
                    <a:pt x="514491" y="268925"/>
                  </a:lnTo>
                  <a:lnTo>
                    <a:pt x="521895" y="261651"/>
                  </a:lnTo>
                  <a:lnTo>
                    <a:pt x="525699" y="260426"/>
                  </a:lnTo>
                  <a:lnTo>
                    <a:pt x="529511" y="260958"/>
                  </a:lnTo>
                  <a:lnTo>
                    <a:pt x="528674" y="257070"/>
                  </a:lnTo>
                  <a:lnTo>
                    <a:pt x="528643" y="253456"/>
                  </a:lnTo>
                  <a:lnTo>
                    <a:pt x="531352" y="250504"/>
                  </a:lnTo>
                  <a:lnTo>
                    <a:pt x="533300" y="249234"/>
                  </a:lnTo>
                  <a:lnTo>
                    <a:pt x="539166" y="247780"/>
                  </a:lnTo>
                  <a:lnTo>
                    <a:pt x="552550" y="248031"/>
                  </a:lnTo>
                  <a:lnTo>
                    <a:pt x="557373" y="246030"/>
                  </a:lnTo>
                  <a:lnTo>
                    <a:pt x="560988" y="240963"/>
                  </a:lnTo>
                  <a:lnTo>
                    <a:pt x="557137" y="242728"/>
                  </a:lnTo>
                  <a:lnTo>
                    <a:pt x="553280" y="243063"/>
                  </a:lnTo>
                  <a:lnTo>
                    <a:pt x="551477" y="242013"/>
                  </a:lnTo>
                  <a:lnTo>
                    <a:pt x="547391" y="237577"/>
                  </a:lnTo>
                  <a:lnTo>
                    <a:pt x="545534" y="231726"/>
                  </a:lnTo>
                  <a:lnTo>
                    <a:pt x="550830" y="219963"/>
                  </a:lnTo>
                  <a:lnTo>
                    <a:pt x="552671" y="214470"/>
                  </a:lnTo>
                  <a:lnTo>
                    <a:pt x="547284" y="215261"/>
                  </a:lnTo>
                  <a:lnTo>
                    <a:pt x="545488" y="217186"/>
                  </a:lnTo>
                  <a:lnTo>
                    <a:pt x="539318" y="228013"/>
                  </a:lnTo>
                  <a:lnTo>
                    <a:pt x="534761" y="232852"/>
                  </a:lnTo>
                  <a:lnTo>
                    <a:pt x="529138" y="235173"/>
                  </a:lnTo>
                  <a:lnTo>
                    <a:pt x="523515" y="234975"/>
                  </a:lnTo>
                  <a:lnTo>
                    <a:pt x="522290" y="233446"/>
                  </a:lnTo>
                  <a:lnTo>
                    <a:pt x="520571" y="226309"/>
                  </a:lnTo>
                  <a:lnTo>
                    <a:pt x="520030" y="222543"/>
                  </a:lnTo>
                  <a:lnTo>
                    <a:pt x="520259" y="220473"/>
                  </a:lnTo>
                  <a:lnTo>
                    <a:pt x="522039" y="214523"/>
                  </a:lnTo>
                  <a:lnTo>
                    <a:pt x="522967" y="208201"/>
                  </a:lnTo>
                  <a:lnTo>
                    <a:pt x="522808" y="202730"/>
                  </a:lnTo>
                  <a:lnTo>
                    <a:pt x="521499" y="201627"/>
                  </a:lnTo>
                  <a:lnTo>
                    <a:pt x="519422" y="206983"/>
                  </a:lnTo>
                  <a:lnTo>
                    <a:pt x="517542" y="214394"/>
                  </a:lnTo>
                  <a:lnTo>
                    <a:pt x="514963" y="218092"/>
                  </a:lnTo>
                  <a:lnTo>
                    <a:pt x="512300" y="217080"/>
                  </a:lnTo>
                  <a:lnTo>
                    <a:pt x="511166" y="214242"/>
                  </a:lnTo>
                  <a:lnTo>
                    <a:pt x="510177" y="209890"/>
                  </a:lnTo>
                  <a:lnTo>
                    <a:pt x="509135" y="208208"/>
                  </a:lnTo>
                  <a:lnTo>
                    <a:pt x="507978" y="208208"/>
                  </a:lnTo>
                  <a:lnTo>
                    <a:pt x="505597" y="209951"/>
                  </a:lnTo>
                  <a:lnTo>
                    <a:pt x="503238" y="213169"/>
                  </a:lnTo>
                  <a:lnTo>
                    <a:pt x="504052" y="218038"/>
                  </a:lnTo>
                  <a:lnTo>
                    <a:pt x="504265" y="223433"/>
                  </a:lnTo>
                  <a:lnTo>
                    <a:pt x="503246" y="227701"/>
                  </a:lnTo>
                  <a:lnTo>
                    <a:pt x="502478" y="232898"/>
                  </a:lnTo>
                  <a:lnTo>
                    <a:pt x="504904" y="236162"/>
                  </a:lnTo>
                  <a:lnTo>
                    <a:pt x="506883" y="241206"/>
                  </a:lnTo>
                  <a:lnTo>
                    <a:pt x="503915" y="243573"/>
                  </a:lnTo>
                  <a:lnTo>
                    <a:pt x="501009" y="247012"/>
                  </a:lnTo>
                  <a:lnTo>
                    <a:pt x="498338" y="252300"/>
                  </a:lnTo>
                  <a:lnTo>
                    <a:pt x="495607" y="256401"/>
                  </a:lnTo>
                  <a:lnTo>
                    <a:pt x="491277" y="256834"/>
                  </a:lnTo>
                  <a:lnTo>
                    <a:pt x="485883" y="259102"/>
                  </a:lnTo>
                  <a:lnTo>
                    <a:pt x="475102" y="259901"/>
                  </a:lnTo>
                  <a:lnTo>
                    <a:pt x="470034" y="253228"/>
                  </a:lnTo>
                  <a:lnTo>
                    <a:pt x="469106" y="250048"/>
                  </a:lnTo>
                  <a:lnTo>
                    <a:pt x="468094" y="247910"/>
                  </a:lnTo>
                  <a:lnTo>
                    <a:pt x="464731" y="244387"/>
                  </a:lnTo>
                  <a:lnTo>
                    <a:pt x="459824" y="233933"/>
                  </a:lnTo>
                  <a:lnTo>
                    <a:pt x="456042" y="221926"/>
                  </a:lnTo>
                  <a:lnTo>
                    <a:pt x="453493" y="220755"/>
                  </a:lnTo>
                  <a:lnTo>
                    <a:pt x="449720" y="216768"/>
                  </a:lnTo>
                  <a:lnTo>
                    <a:pt x="447665" y="213344"/>
                  </a:lnTo>
                  <a:lnTo>
                    <a:pt x="445710" y="208756"/>
                  </a:lnTo>
                  <a:lnTo>
                    <a:pt x="445124" y="203301"/>
                  </a:lnTo>
                  <a:lnTo>
                    <a:pt x="445314" y="198310"/>
                  </a:lnTo>
                  <a:lnTo>
                    <a:pt x="447574" y="196088"/>
                  </a:lnTo>
                  <a:lnTo>
                    <a:pt x="442233" y="190450"/>
                  </a:lnTo>
                  <a:lnTo>
                    <a:pt x="436990" y="182963"/>
                  </a:lnTo>
                  <a:lnTo>
                    <a:pt x="438923" y="180437"/>
                  </a:lnTo>
                  <a:lnTo>
                    <a:pt x="440871" y="179326"/>
                  </a:lnTo>
                  <a:lnTo>
                    <a:pt x="456408" y="188068"/>
                  </a:lnTo>
                  <a:lnTo>
                    <a:pt x="457442" y="186980"/>
                  </a:lnTo>
                  <a:lnTo>
                    <a:pt x="459147" y="182643"/>
                  </a:lnTo>
                  <a:lnTo>
                    <a:pt x="458538" y="181183"/>
                  </a:lnTo>
                  <a:lnTo>
                    <a:pt x="455936" y="180178"/>
                  </a:lnTo>
                  <a:lnTo>
                    <a:pt x="452390" y="180209"/>
                  </a:lnTo>
                  <a:lnTo>
                    <a:pt x="451508" y="179311"/>
                  </a:lnTo>
                  <a:lnTo>
                    <a:pt x="450138" y="174586"/>
                  </a:lnTo>
                  <a:lnTo>
                    <a:pt x="448944" y="168750"/>
                  </a:lnTo>
                  <a:lnTo>
                    <a:pt x="448434" y="164847"/>
                  </a:lnTo>
                  <a:lnTo>
                    <a:pt x="448236" y="160259"/>
                  </a:lnTo>
                  <a:lnTo>
                    <a:pt x="450876" y="153350"/>
                  </a:lnTo>
                  <a:lnTo>
                    <a:pt x="452322" y="147127"/>
                  </a:lnTo>
                  <a:lnTo>
                    <a:pt x="450070" y="144235"/>
                  </a:lnTo>
                  <a:lnTo>
                    <a:pt x="443686" y="144410"/>
                  </a:lnTo>
                  <a:lnTo>
                    <a:pt x="441563" y="145293"/>
                  </a:lnTo>
                  <a:lnTo>
                    <a:pt x="442347" y="154233"/>
                  </a:lnTo>
                  <a:lnTo>
                    <a:pt x="440315" y="160373"/>
                  </a:lnTo>
                  <a:lnTo>
                    <a:pt x="436420" y="165144"/>
                  </a:lnTo>
                  <a:lnTo>
                    <a:pt x="433628" y="162823"/>
                  </a:lnTo>
                  <a:lnTo>
                    <a:pt x="431474" y="151076"/>
                  </a:lnTo>
                  <a:lnTo>
                    <a:pt x="428659" y="142828"/>
                  </a:lnTo>
                  <a:lnTo>
                    <a:pt x="427601" y="137601"/>
                  </a:lnTo>
                  <a:lnTo>
                    <a:pt x="426795" y="130046"/>
                  </a:lnTo>
                  <a:lnTo>
                    <a:pt x="425654" y="124514"/>
                  </a:lnTo>
                  <a:lnTo>
                    <a:pt x="423584" y="117803"/>
                  </a:lnTo>
                  <a:lnTo>
                    <a:pt x="423310" y="113649"/>
                  </a:lnTo>
                  <a:lnTo>
                    <a:pt x="423569" y="110568"/>
                  </a:lnTo>
                  <a:lnTo>
                    <a:pt x="425144" y="103552"/>
                  </a:lnTo>
                  <a:lnTo>
                    <a:pt x="423949" y="97679"/>
                  </a:lnTo>
                  <a:lnTo>
                    <a:pt x="422488" y="92505"/>
                  </a:lnTo>
                  <a:lnTo>
                    <a:pt x="422397" y="89545"/>
                  </a:lnTo>
                  <a:lnTo>
                    <a:pt x="423767" y="85885"/>
                  </a:lnTo>
                  <a:lnTo>
                    <a:pt x="424999" y="84668"/>
                  </a:lnTo>
                  <a:lnTo>
                    <a:pt x="426323" y="84934"/>
                  </a:lnTo>
                  <a:lnTo>
                    <a:pt x="430242" y="89294"/>
                  </a:lnTo>
                  <a:lnTo>
                    <a:pt x="432395" y="94491"/>
                  </a:lnTo>
                  <a:lnTo>
                    <a:pt x="433140" y="94072"/>
                  </a:lnTo>
                  <a:lnTo>
                    <a:pt x="434541" y="86342"/>
                  </a:lnTo>
                  <a:lnTo>
                    <a:pt x="436526" y="84592"/>
                  </a:lnTo>
                  <a:lnTo>
                    <a:pt x="444188" y="82035"/>
                  </a:lnTo>
                  <a:lnTo>
                    <a:pt x="452717" y="92026"/>
                  </a:lnTo>
                  <a:lnTo>
                    <a:pt x="454924" y="94240"/>
                  </a:lnTo>
                  <a:lnTo>
                    <a:pt x="456689" y="94955"/>
                  </a:lnTo>
                  <a:lnTo>
                    <a:pt x="455776" y="90534"/>
                  </a:lnTo>
                  <a:lnTo>
                    <a:pt x="455221" y="84775"/>
                  </a:lnTo>
                  <a:lnTo>
                    <a:pt x="456522" y="82591"/>
                  </a:lnTo>
                  <a:lnTo>
                    <a:pt x="463408" y="87742"/>
                  </a:lnTo>
                  <a:lnTo>
                    <a:pt x="466633" y="87430"/>
                  </a:lnTo>
                  <a:lnTo>
                    <a:pt x="474196" y="80689"/>
                  </a:lnTo>
                  <a:lnTo>
                    <a:pt x="486697" y="77143"/>
                  </a:lnTo>
                  <a:lnTo>
                    <a:pt x="491422" y="82477"/>
                  </a:lnTo>
                  <a:lnTo>
                    <a:pt x="491666" y="85315"/>
                  </a:lnTo>
                  <a:lnTo>
                    <a:pt x="491567" y="89127"/>
                  </a:lnTo>
                  <a:lnTo>
                    <a:pt x="491263" y="90268"/>
                  </a:lnTo>
                  <a:lnTo>
                    <a:pt x="488500" y="94689"/>
                  </a:lnTo>
                  <a:lnTo>
                    <a:pt x="472735" y="98287"/>
                  </a:lnTo>
                  <a:lnTo>
                    <a:pt x="462403" y="112006"/>
                  </a:lnTo>
                  <a:lnTo>
                    <a:pt x="476494" y="109807"/>
                  </a:lnTo>
                  <a:lnTo>
                    <a:pt x="479028" y="111374"/>
                  </a:lnTo>
                  <a:lnTo>
                    <a:pt x="480093" y="122414"/>
                  </a:lnTo>
                  <a:lnTo>
                    <a:pt x="481120" y="123571"/>
                  </a:lnTo>
                  <a:lnTo>
                    <a:pt x="484742" y="125168"/>
                  </a:lnTo>
                  <a:lnTo>
                    <a:pt x="487200" y="128440"/>
                  </a:lnTo>
                  <a:lnTo>
                    <a:pt x="489710" y="134649"/>
                  </a:lnTo>
                  <a:lnTo>
                    <a:pt x="492350" y="138811"/>
                  </a:lnTo>
                  <a:lnTo>
                    <a:pt x="493895" y="138293"/>
                  </a:lnTo>
                  <a:lnTo>
                    <a:pt x="494458" y="133781"/>
                  </a:lnTo>
                  <a:lnTo>
                    <a:pt x="493826" y="128417"/>
                  </a:lnTo>
                  <a:lnTo>
                    <a:pt x="493499" y="122277"/>
                  </a:lnTo>
                  <a:lnTo>
                    <a:pt x="493682" y="115620"/>
                  </a:lnTo>
                  <a:lnTo>
                    <a:pt x="494108" y="110088"/>
                  </a:lnTo>
                  <a:lnTo>
                    <a:pt x="497068" y="106177"/>
                  </a:lnTo>
                  <a:lnTo>
                    <a:pt x="501367" y="93403"/>
                  </a:lnTo>
                  <a:lnTo>
                    <a:pt x="505932" y="84668"/>
                  </a:lnTo>
                  <a:lnTo>
                    <a:pt x="511014" y="88556"/>
                  </a:lnTo>
                  <a:lnTo>
                    <a:pt x="515724" y="99451"/>
                  </a:lnTo>
                  <a:lnTo>
                    <a:pt x="519969" y="114828"/>
                  </a:lnTo>
                  <a:lnTo>
                    <a:pt x="524086" y="131042"/>
                  </a:lnTo>
                  <a:lnTo>
                    <a:pt x="528697" y="150847"/>
                  </a:lnTo>
                  <a:lnTo>
                    <a:pt x="530918" y="157756"/>
                  </a:lnTo>
                  <a:lnTo>
                    <a:pt x="532935" y="159384"/>
                  </a:lnTo>
                  <a:lnTo>
                    <a:pt x="542248" y="179524"/>
                  </a:lnTo>
                  <a:lnTo>
                    <a:pt x="543297" y="180079"/>
                  </a:lnTo>
                  <a:lnTo>
                    <a:pt x="541373" y="164801"/>
                  </a:lnTo>
                  <a:lnTo>
                    <a:pt x="536549" y="138499"/>
                  </a:lnTo>
                  <a:lnTo>
                    <a:pt x="533292" y="117910"/>
                  </a:lnTo>
                  <a:lnTo>
                    <a:pt x="532554" y="109951"/>
                  </a:lnTo>
                  <a:lnTo>
                    <a:pt x="532029" y="98683"/>
                  </a:lnTo>
                  <a:lnTo>
                    <a:pt x="532234" y="95442"/>
                  </a:lnTo>
                  <a:lnTo>
                    <a:pt x="532653" y="92497"/>
                  </a:lnTo>
                  <a:lnTo>
                    <a:pt x="535012" y="80278"/>
                  </a:lnTo>
                  <a:lnTo>
                    <a:pt x="538101" y="74298"/>
                  </a:lnTo>
                  <a:lnTo>
                    <a:pt x="537165" y="65822"/>
                  </a:lnTo>
                  <a:lnTo>
                    <a:pt x="537956" y="59271"/>
                  </a:lnTo>
                  <a:lnTo>
                    <a:pt x="541198" y="54066"/>
                  </a:lnTo>
                  <a:lnTo>
                    <a:pt x="544210" y="53686"/>
                  </a:lnTo>
                  <a:lnTo>
                    <a:pt x="547140" y="57642"/>
                  </a:lnTo>
                  <a:lnTo>
                    <a:pt x="552747" y="71589"/>
                  </a:lnTo>
                  <a:close/>
                  <a:moveTo>
                    <a:pt x="888833" y="45446"/>
                  </a:moveTo>
                  <a:lnTo>
                    <a:pt x="868579" y="50125"/>
                  </a:lnTo>
                  <a:lnTo>
                    <a:pt x="866532" y="46846"/>
                  </a:lnTo>
                  <a:lnTo>
                    <a:pt x="899356" y="33090"/>
                  </a:lnTo>
                  <a:lnTo>
                    <a:pt x="901052" y="31743"/>
                  </a:lnTo>
                  <a:lnTo>
                    <a:pt x="907147" y="30023"/>
                  </a:lnTo>
                  <a:lnTo>
                    <a:pt x="912381" y="33158"/>
                  </a:lnTo>
                  <a:lnTo>
                    <a:pt x="910829" y="35578"/>
                  </a:lnTo>
                  <a:lnTo>
                    <a:pt x="888833" y="45446"/>
                  </a:lnTo>
                  <a:close/>
                  <a:moveTo>
                    <a:pt x="594496" y="22620"/>
                  </a:moveTo>
                  <a:lnTo>
                    <a:pt x="589869" y="29612"/>
                  </a:lnTo>
                  <a:lnTo>
                    <a:pt x="582124" y="24233"/>
                  </a:lnTo>
                  <a:lnTo>
                    <a:pt x="583045" y="18694"/>
                  </a:lnTo>
                  <a:lnTo>
                    <a:pt x="584886" y="15316"/>
                  </a:lnTo>
                  <a:lnTo>
                    <a:pt x="589748" y="16587"/>
                  </a:lnTo>
                  <a:lnTo>
                    <a:pt x="594496" y="22620"/>
                  </a:lnTo>
                  <a:close/>
                  <a:moveTo>
                    <a:pt x="640535" y="29072"/>
                  </a:moveTo>
                  <a:lnTo>
                    <a:pt x="642681" y="30472"/>
                  </a:lnTo>
                  <a:lnTo>
                    <a:pt x="654443" y="29962"/>
                  </a:lnTo>
                  <a:lnTo>
                    <a:pt x="656696" y="33036"/>
                  </a:lnTo>
                  <a:lnTo>
                    <a:pt x="657586" y="40470"/>
                  </a:lnTo>
                  <a:lnTo>
                    <a:pt x="659381" y="43011"/>
                  </a:lnTo>
                  <a:lnTo>
                    <a:pt x="661885" y="43802"/>
                  </a:lnTo>
                  <a:lnTo>
                    <a:pt x="668131" y="52834"/>
                  </a:lnTo>
                  <a:lnTo>
                    <a:pt x="670254" y="54127"/>
                  </a:lnTo>
                  <a:lnTo>
                    <a:pt x="672103" y="49121"/>
                  </a:lnTo>
                  <a:lnTo>
                    <a:pt x="673518" y="36574"/>
                  </a:lnTo>
                  <a:lnTo>
                    <a:pt x="673594" y="21692"/>
                  </a:lnTo>
                  <a:lnTo>
                    <a:pt x="672993" y="14418"/>
                  </a:lnTo>
                  <a:lnTo>
                    <a:pt x="673693" y="9731"/>
                  </a:lnTo>
                  <a:lnTo>
                    <a:pt x="675785" y="7905"/>
                  </a:lnTo>
                  <a:lnTo>
                    <a:pt x="678418" y="8392"/>
                  </a:lnTo>
                  <a:lnTo>
                    <a:pt x="680990" y="5775"/>
                  </a:lnTo>
                  <a:lnTo>
                    <a:pt x="683211" y="1149"/>
                  </a:lnTo>
                  <a:lnTo>
                    <a:pt x="685593" y="510"/>
                  </a:lnTo>
                  <a:lnTo>
                    <a:pt x="690790" y="4025"/>
                  </a:lnTo>
                  <a:lnTo>
                    <a:pt x="692159" y="6779"/>
                  </a:lnTo>
                  <a:lnTo>
                    <a:pt x="690766" y="12455"/>
                  </a:lnTo>
                  <a:lnTo>
                    <a:pt x="690226" y="20513"/>
                  </a:lnTo>
                  <a:lnTo>
                    <a:pt x="687876" y="36993"/>
                  </a:lnTo>
                  <a:lnTo>
                    <a:pt x="692973" y="38005"/>
                  </a:lnTo>
                  <a:lnTo>
                    <a:pt x="700117" y="34535"/>
                  </a:lnTo>
                  <a:lnTo>
                    <a:pt x="701929" y="29772"/>
                  </a:lnTo>
                  <a:lnTo>
                    <a:pt x="705771" y="22164"/>
                  </a:lnTo>
                  <a:lnTo>
                    <a:pt x="709834" y="23366"/>
                  </a:lnTo>
                  <a:lnTo>
                    <a:pt x="711781" y="22354"/>
                  </a:lnTo>
                  <a:lnTo>
                    <a:pt x="712763" y="19029"/>
                  </a:lnTo>
                  <a:lnTo>
                    <a:pt x="713136" y="15065"/>
                  </a:lnTo>
                  <a:lnTo>
                    <a:pt x="715381" y="15727"/>
                  </a:lnTo>
                  <a:lnTo>
                    <a:pt x="718454" y="23358"/>
                  </a:lnTo>
                  <a:lnTo>
                    <a:pt x="719885" y="24538"/>
                  </a:lnTo>
                  <a:lnTo>
                    <a:pt x="722502" y="22575"/>
                  </a:lnTo>
                  <a:lnTo>
                    <a:pt x="723559" y="22651"/>
                  </a:lnTo>
                  <a:lnTo>
                    <a:pt x="726146" y="25686"/>
                  </a:lnTo>
                  <a:lnTo>
                    <a:pt x="738198" y="31187"/>
                  </a:lnTo>
                  <a:lnTo>
                    <a:pt x="742376" y="34117"/>
                  </a:lnTo>
                  <a:lnTo>
                    <a:pt x="744171" y="36848"/>
                  </a:lnTo>
                  <a:lnTo>
                    <a:pt x="745990" y="38454"/>
                  </a:lnTo>
                  <a:lnTo>
                    <a:pt x="758810" y="38416"/>
                  </a:lnTo>
                  <a:lnTo>
                    <a:pt x="767865" y="40348"/>
                  </a:lnTo>
                  <a:lnTo>
                    <a:pt x="771204" y="44655"/>
                  </a:lnTo>
                  <a:lnTo>
                    <a:pt x="774004" y="52872"/>
                  </a:lnTo>
                  <a:lnTo>
                    <a:pt x="775077" y="71612"/>
                  </a:lnTo>
                  <a:lnTo>
                    <a:pt x="772544" y="76626"/>
                  </a:lnTo>
                  <a:lnTo>
                    <a:pt x="754207" y="99216"/>
                  </a:lnTo>
                  <a:lnTo>
                    <a:pt x="749611" y="106390"/>
                  </a:lnTo>
                  <a:lnTo>
                    <a:pt x="747390" y="112964"/>
                  </a:lnTo>
                  <a:lnTo>
                    <a:pt x="743639" y="127215"/>
                  </a:lnTo>
                  <a:lnTo>
                    <a:pt x="741820" y="131491"/>
                  </a:lnTo>
                  <a:lnTo>
                    <a:pt x="733238" y="138202"/>
                  </a:lnTo>
                  <a:lnTo>
                    <a:pt x="731229" y="138917"/>
                  </a:lnTo>
                  <a:lnTo>
                    <a:pt x="724777" y="135638"/>
                  </a:lnTo>
                  <a:lnTo>
                    <a:pt x="722806" y="135942"/>
                  </a:lnTo>
                  <a:lnTo>
                    <a:pt x="714962" y="143208"/>
                  </a:lnTo>
                  <a:lnTo>
                    <a:pt x="712261" y="147583"/>
                  </a:lnTo>
                  <a:lnTo>
                    <a:pt x="709613" y="153077"/>
                  </a:lnTo>
                  <a:lnTo>
                    <a:pt x="705657" y="155488"/>
                  </a:lnTo>
                  <a:lnTo>
                    <a:pt x="701624" y="154195"/>
                  </a:lnTo>
                  <a:lnTo>
                    <a:pt x="683364" y="151342"/>
                  </a:lnTo>
                  <a:lnTo>
                    <a:pt x="680921" y="147484"/>
                  </a:lnTo>
                  <a:lnTo>
                    <a:pt x="678920" y="140043"/>
                  </a:lnTo>
                  <a:lnTo>
                    <a:pt x="682550" y="130456"/>
                  </a:lnTo>
                  <a:lnTo>
                    <a:pt x="662181" y="134032"/>
                  </a:lnTo>
                  <a:lnTo>
                    <a:pt x="639751" y="132092"/>
                  </a:lnTo>
                  <a:lnTo>
                    <a:pt x="638564" y="130738"/>
                  </a:lnTo>
                  <a:lnTo>
                    <a:pt x="637605" y="127017"/>
                  </a:lnTo>
                  <a:lnTo>
                    <a:pt x="629890" y="124468"/>
                  </a:lnTo>
                  <a:lnTo>
                    <a:pt x="624093" y="121402"/>
                  </a:lnTo>
                  <a:lnTo>
                    <a:pt x="619223" y="116221"/>
                  </a:lnTo>
                  <a:lnTo>
                    <a:pt x="614407" y="109464"/>
                  </a:lnTo>
                  <a:lnTo>
                    <a:pt x="615952" y="106292"/>
                  </a:lnTo>
                  <a:lnTo>
                    <a:pt x="617534" y="104435"/>
                  </a:lnTo>
                  <a:lnTo>
                    <a:pt x="621673" y="103651"/>
                  </a:lnTo>
                  <a:lnTo>
                    <a:pt x="625348" y="104595"/>
                  </a:lnTo>
                  <a:lnTo>
                    <a:pt x="631892" y="104542"/>
                  </a:lnTo>
                  <a:lnTo>
                    <a:pt x="633413" y="97671"/>
                  </a:lnTo>
                  <a:lnTo>
                    <a:pt x="636015" y="95685"/>
                  </a:lnTo>
                  <a:lnTo>
                    <a:pt x="638093" y="90732"/>
                  </a:lnTo>
                  <a:lnTo>
                    <a:pt x="631184" y="87597"/>
                  </a:lnTo>
                  <a:lnTo>
                    <a:pt x="623986" y="87126"/>
                  </a:lnTo>
                  <a:lnTo>
                    <a:pt x="619185" y="91249"/>
                  </a:lnTo>
                  <a:lnTo>
                    <a:pt x="613623" y="93114"/>
                  </a:lnTo>
                  <a:lnTo>
                    <a:pt x="608541" y="93357"/>
                  </a:lnTo>
                  <a:lnTo>
                    <a:pt x="598764" y="92193"/>
                  </a:lnTo>
                  <a:lnTo>
                    <a:pt x="594130" y="89264"/>
                  </a:lnTo>
                  <a:lnTo>
                    <a:pt x="587792" y="81579"/>
                  </a:lnTo>
                  <a:lnTo>
                    <a:pt x="585586" y="77318"/>
                  </a:lnTo>
                  <a:lnTo>
                    <a:pt x="584734" y="73963"/>
                  </a:lnTo>
                  <a:lnTo>
                    <a:pt x="584102" y="68865"/>
                  </a:lnTo>
                  <a:lnTo>
                    <a:pt x="591346" y="64269"/>
                  </a:lnTo>
                  <a:lnTo>
                    <a:pt x="594161" y="60648"/>
                  </a:lnTo>
                  <a:lnTo>
                    <a:pt x="596930" y="55679"/>
                  </a:lnTo>
                  <a:lnTo>
                    <a:pt x="585989" y="52841"/>
                  </a:lnTo>
                  <a:lnTo>
                    <a:pt x="581409" y="48649"/>
                  </a:lnTo>
                  <a:lnTo>
                    <a:pt x="576866" y="42463"/>
                  </a:lnTo>
                  <a:lnTo>
                    <a:pt x="580549" y="38963"/>
                  </a:lnTo>
                  <a:lnTo>
                    <a:pt x="595279" y="36163"/>
                  </a:lnTo>
                  <a:lnTo>
                    <a:pt x="599182" y="38507"/>
                  </a:lnTo>
                  <a:lnTo>
                    <a:pt x="603047" y="43019"/>
                  </a:lnTo>
                  <a:lnTo>
                    <a:pt x="607331" y="45788"/>
                  </a:lnTo>
                  <a:lnTo>
                    <a:pt x="611470" y="39953"/>
                  </a:lnTo>
                  <a:lnTo>
                    <a:pt x="607575" y="37183"/>
                  </a:lnTo>
                  <a:lnTo>
                    <a:pt x="604090" y="27398"/>
                  </a:lnTo>
                  <a:lnTo>
                    <a:pt x="603352" y="22506"/>
                  </a:lnTo>
                  <a:lnTo>
                    <a:pt x="603816" y="18740"/>
                  </a:lnTo>
                  <a:lnTo>
                    <a:pt x="605642" y="18177"/>
                  </a:lnTo>
                  <a:lnTo>
                    <a:pt x="607004" y="19813"/>
                  </a:lnTo>
                  <a:lnTo>
                    <a:pt x="612148" y="29065"/>
                  </a:lnTo>
                  <a:lnTo>
                    <a:pt x="616051" y="31933"/>
                  </a:lnTo>
                  <a:lnTo>
                    <a:pt x="617146" y="23412"/>
                  </a:lnTo>
                  <a:lnTo>
                    <a:pt x="617321" y="19333"/>
                  </a:lnTo>
                  <a:lnTo>
                    <a:pt x="616606" y="15955"/>
                  </a:lnTo>
                  <a:lnTo>
                    <a:pt x="614772" y="9701"/>
                  </a:lnTo>
                  <a:lnTo>
                    <a:pt x="613129" y="1971"/>
                  </a:lnTo>
                  <a:lnTo>
                    <a:pt x="615670" y="0"/>
                  </a:lnTo>
                  <a:lnTo>
                    <a:pt x="618188" y="852"/>
                  </a:lnTo>
                  <a:lnTo>
                    <a:pt x="623591" y="6163"/>
                  </a:lnTo>
                  <a:lnTo>
                    <a:pt x="629038" y="9883"/>
                  </a:lnTo>
                  <a:lnTo>
                    <a:pt x="631527" y="13627"/>
                  </a:lnTo>
                  <a:lnTo>
                    <a:pt x="636168" y="22909"/>
                  </a:lnTo>
                  <a:lnTo>
                    <a:pt x="640535" y="2907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15" name="Freeform: Shape 2314">
              <a:extLst>
                <a:ext uri="{FF2B5EF4-FFF2-40B4-BE49-F238E27FC236}">
                  <a16:creationId xmlns:a16="http://schemas.microsoft.com/office/drawing/2014/main" id="{D8B21A85-6F85-08A0-5434-4EDD9F49B3AE}"/>
                </a:ext>
              </a:extLst>
            </p:cNvPr>
            <p:cNvSpPr/>
            <p:nvPr/>
          </p:nvSpPr>
          <p:spPr>
            <a:xfrm>
              <a:off x="9933937" y="3787279"/>
              <a:ext cx="121204" cy="59156"/>
            </a:xfrm>
            <a:custGeom>
              <a:avLst/>
              <a:gdLst>
                <a:gd name="csX0" fmla="*/ 121205 w 121204"/>
                <a:gd name="csY0" fmla="*/ 17157 h 59156"/>
                <a:gd name="csX1" fmla="*/ 120893 w 121204"/>
                <a:gd name="csY1" fmla="*/ 18496 h 59156"/>
                <a:gd name="csX2" fmla="*/ 120018 w 121204"/>
                <a:gd name="csY2" fmla="*/ 20056 h 59156"/>
                <a:gd name="csX3" fmla="*/ 118930 w 121204"/>
                <a:gd name="csY3" fmla="*/ 21669 h 59156"/>
                <a:gd name="csX4" fmla="*/ 118017 w 121204"/>
                <a:gd name="csY4" fmla="*/ 23617 h 59156"/>
                <a:gd name="csX5" fmla="*/ 116799 w 121204"/>
                <a:gd name="csY5" fmla="*/ 27764 h 59156"/>
                <a:gd name="csX6" fmla="*/ 116008 w 121204"/>
                <a:gd name="csY6" fmla="*/ 29681 h 59156"/>
                <a:gd name="csX7" fmla="*/ 112752 w 121204"/>
                <a:gd name="csY7" fmla="*/ 33455 h 59156"/>
                <a:gd name="csX8" fmla="*/ 112523 w 121204"/>
                <a:gd name="csY8" fmla="*/ 38697 h 59156"/>
                <a:gd name="csX9" fmla="*/ 112082 w 121204"/>
                <a:gd name="csY9" fmla="*/ 39077 h 59156"/>
                <a:gd name="csX10" fmla="*/ 104725 w 121204"/>
                <a:gd name="csY10" fmla="*/ 40850 h 59156"/>
                <a:gd name="csX11" fmla="*/ 103758 w 121204"/>
                <a:gd name="csY11" fmla="*/ 40584 h 59156"/>
                <a:gd name="csX12" fmla="*/ 102754 w 121204"/>
                <a:gd name="csY12" fmla="*/ 39565 h 59156"/>
                <a:gd name="csX13" fmla="*/ 102198 w 121204"/>
                <a:gd name="csY13" fmla="*/ 38819 h 59156"/>
                <a:gd name="csX14" fmla="*/ 101856 w 121204"/>
                <a:gd name="csY14" fmla="*/ 38279 h 59156"/>
                <a:gd name="csX15" fmla="*/ 101217 w 121204"/>
                <a:gd name="csY15" fmla="*/ 36825 h 59156"/>
                <a:gd name="csX16" fmla="*/ 100372 w 121204"/>
                <a:gd name="csY16" fmla="*/ 35798 h 59156"/>
                <a:gd name="csX17" fmla="*/ 99125 w 121204"/>
                <a:gd name="csY17" fmla="*/ 34954 h 59156"/>
                <a:gd name="csX18" fmla="*/ 97984 w 121204"/>
                <a:gd name="csY18" fmla="*/ 33980 h 59156"/>
                <a:gd name="csX19" fmla="*/ 96515 w 121204"/>
                <a:gd name="csY19" fmla="*/ 33942 h 59156"/>
                <a:gd name="csX20" fmla="*/ 92543 w 121204"/>
                <a:gd name="csY20" fmla="*/ 35319 h 59156"/>
                <a:gd name="csX21" fmla="*/ 89789 w 121204"/>
                <a:gd name="csY21" fmla="*/ 35471 h 59156"/>
                <a:gd name="csX22" fmla="*/ 87948 w 121204"/>
                <a:gd name="csY22" fmla="*/ 35030 h 59156"/>
                <a:gd name="csX23" fmla="*/ 85497 w 121204"/>
                <a:gd name="csY23" fmla="*/ 34193 h 59156"/>
                <a:gd name="csX24" fmla="*/ 80727 w 121204"/>
                <a:gd name="csY24" fmla="*/ 34063 h 59156"/>
                <a:gd name="csX25" fmla="*/ 77463 w 121204"/>
                <a:gd name="csY25" fmla="*/ 34794 h 59156"/>
                <a:gd name="csX26" fmla="*/ 77136 w 121204"/>
                <a:gd name="csY26" fmla="*/ 35821 h 59156"/>
                <a:gd name="csX27" fmla="*/ 74123 w 121204"/>
                <a:gd name="csY27" fmla="*/ 42212 h 59156"/>
                <a:gd name="csX28" fmla="*/ 69740 w 121204"/>
                <a:gd name="csY28" fmla="*/ 44571 h 59156"/>
                <a:gd name="csX29" fmla="*/ 65936 w 121204"/>
                <a:gd name="csY29" fmla="*/ 46975 h 59156"/>
                <a:gd name="csX30" fmla="*/ 64833 w 121204"/>
                <a:gd name="csY30" fmla="*/ 47462 h 59156"/>
                <a:gd name="csX31" fmla="*/ 62938 w 121204"/>
                <a:gd name="csY31" fmla="*/ 46701 h 59156"/>
                <a:gd name="csX32" fmla="*/ 60785 w 121204"/>
                <a:gd name="csY32" fmla="*/ 45278 h 59156"/>
                <a:gd name="csX33" fmla="*/ 58997 w 121204"/>
                <a:gd name="csY33" fmla="*/ 44533 h 59156"/>
                <a:gd name="csX34" fmla="*/ 57688 w 121204"/>
                <a:gd name="csY34" fmla="*/ 44860 h 59156"/>
                <a:gd name="csX35" fmla="*/ 56266 w 121204"/>
                <a:gd name="csY35" fmla="*/ 46481 h 59156"/>
                <a:gd name="csX36" fmla="*/ 55611 w 121204"/>
                <a:gd name="csY36" fmla="*/ 48117 h 59156"/>
                <a:gd name="csX37" fmla="*/ 51305 w 121204"/>
                <a:gd name="csY37" fmla="*/ 49319 h 59156"/>
                <a:gd name="csX38" fmla="*/ 43811 w 121204"/>
                <a:gd name="csY38" fmla="*/ 50026 h 59156"/>
                <a:gd name="csX39" fmla="*/ 41193 w 121204"/>
                <a:gd name="csY39" fmla="*/ 51639 h 59156"/>
                <a:gd name="csX40" fmla="*/ 40303 w 121204"/>
                <a:gd name="csY40" fmla="*/ 53572 h 59156"/>
                <a:gd name="csX41" fmla="*/ 40265 w 121204"/>
                <a:gd name="csY41" fmla="*/ 55055 h 59156"/>
                <a:gd name="csX42" fmla="*/ 40904 w 121204"/>
                <a:gd name="csY42" fmla="*/ 56319 h 59156"/>
                <a:gd name="csX43" fmla="*/ 40105 w 121204"/>
                <a:gd name="csY43" fmla="*/ 57787 h 59156"/>
                <a:gd name="csX44" fmla="*/ 39755 w 121204"/>
                <a:gd name="csY44" fmla="*/ 58403 h 59156"/>
                <a:gd name="csX45" fmla="*/ 34460 w 121204"/>
                <a:gd name="csY45" fmla="*/ 58723 h 59156"/>
                <a:gd name="csX46" fmla="*/ 27399 w 121204"/>
                <a:gd name="csY46" fmla="*/ 59156 h 59156"/>
                <a:gd name="csX47" fmla="*/ 23176 w 121204"/>
                <a:gd name="csY47" fmla="*/ 59042 h 59156"/>
                <a:gd name="csX48" fmla="*/ 19204 w 121204"/>
                <a:gd name="csY48" fmla="*/ 58944 h 59156"/>
                <a:gd name="csX49" fmla="*/ 16503 w 121204"/>
                <a:gd name="csY49" fmla="*/ 57680 h 59156"/>
                <a:gd name="csX50" fmla="*/ 13201 w 121204"/>
                <a:gd name="csY50" fmla="*/ 55215 h 59156"/>
                <a:gd name="csX51" fmla="*/ 9709 w 121204"/>
                <a:gd name="csY51" fmla="*/ 51936 h 59156"/>
                <a:gd name="csX52" fmla="*/ 9374 w 121204"/>
                <a:gd name="csY52" fmla="*/ 51860 h 59156"/>
                <a:gd name="csX53" fmla="*/ 8856 w 121204"/>
                <a:gd name="csY53" fmla="*/ 51510 h 59156"/>
                <a:gd name="csX54" fmla="*/ 6665 w 121204"/>
                <a:gd name="csY54" fmla="*/ 51259 h 59156"/>
                <a:gd name="csX55" fmla="*/ 6079 w 121204"/>
                <a:gd name="csY55" fmla="*/ 51457 h 59156"/>
                <a:gd name="csX56" fmla="*/ 4771 w 121204"/>
                <a:gd name="csY56" fmla="*/ 50384 h 59156"/>
                <a:gd name="csX57" fmla="*/ 4390 w 121204"/>
                <a:gd name="csY57" fmla="*/ 48991 h 59156"/>
                <a:gd name="csX58" fmla="*/ 2351 w 121204"/>
                <a:gd name="csY58" fmla="*/ 45332 h 59156"/>
                <a:gd name="csX59" fmla="*/ 61 w 121204"/>
                <a:gd name="csY59" fmla="*/ 39291 h 59156"/>
                <a:gd name="csX60" fmla="*/ 0 w 121204"/>
                <a:gd name="csY60" fmla="*/ 37541 h 59156"/>
                <a:gd name="csX61" fmla="*/ 898 w 121204"/>
                <a:gd name="csY61" fmla="*/ 35547 h 59156"/>
                <a:gd name="csX62" fmla="*/ 1728 w 121204"/>
                <a:gd name="csY62" fmla="*/ 34018 h 59156"/>
                <a:gd name="csX63" fmla="*/ 1849 w 121204"/>
                <a:gd name="csY63" fmla="*/ 32808 h 59156"/>
                <a:gd name="csX64" fmla="*/ 1933 w 121204"/>
                <a:gd name="csY64" fmla="*/ 32481 h 59156"/>
                <a:gd name="csX65" fmla="*/ 2625 w 121204"/>
                <a:gd name="csY65" fmla="*/ 29962 h 59156"/>
                <a:gd name="csX66" fmla="*/ 4284 w 121204"/>
                <a:gd name="csY66" fmla="*/ 26615 h 59156"/>
                <a:gd name="csX67" fmla="*/ 5836 w 121204"/>
                <a:gd name="csY67" fmla="*/ 24667 h 59156"/>
                <a:gd name="csX68" fmla="*/ 6954 w 121204"/>
                <a:gd name="csY68" fmla="*/ 24020 h 59156"/>
                <a:gd name="csX69" fmla="*/ 9275 w 121204"/>
                <a:gd name="csY69" fmla="*/ 24606 h 59156"/>
                <a:gd name="csX70" fmla="*/ 13239 w 121204"/>
                <a:gd name="csY70" fmla="*/ 25093 h 59156"/>
                <a:gd name="csX71" fmla="*/ 16290 w 121204"/>
                <a:gd name="csY71" fmla="*/ 24637 h 59156"/>
                <a:gd name="csX72" fmla="*/ 19136 w 121204"/>
                <a:gd name="csY72" fmla="*/ 23138 h 59156"/>
                <a:gd name="csX73" fmla="*/ 20680 w 121204"/>
                <a:gd name="csY73" fmla="*/ 21829 h 59156"/>
                <a:gd name="csX74" fmla="*/ 21997 w 121204"/>
                <a:gd name="csY74" fmla="*/ 20452 h 59156"/>
                <a:gd name="csX75" fmla="*/ 22438 w 121204"/>
                <a:gd name="csY75" fmla="*/ 19554 h 59156"/>
                <a:gd name="csX76" fmla="*/ 23024 w 121204"/>
                <a:gd name="csY76" fmla="*/ 19128 h 59156"/>
                <a:gd name="csX77" fmla="*/ 25375 w 121204"/>
                <a:gd name="csY77" fmla="*/ 18329 h 59156"/>
                <a:gd name="csX78" fmla="*/ 26128 w 121204"/>
                <a:gd name="csY78" fmla="*/ 17401 h 59156"/>
                <a:gd name="csX79" fmla="*/ 26432 w 121204"/>
                <a:gd name="csY79" fmla="*/ 15636 h 59156"/>
                <a:gd name="csX80" fmla="*/ 26638 w 121204"/>
                <a:gd name="csY80" fmla="*/ 13673 h 59156"/>
                <a:gd name="csX81" fmla="*/ 27117 w 121204"/>
                <a:gd name="csY81" fmla="*/ 12212 h 59156"/>
                <a:gd name="csX82" fmla="*/ 27726 w 121204"/>
                <a:gd name="csY82" fmla="*/ 11139 h 59156"/>
                <a:gd name="csX83" fmla="*/ 32078 w 121204"/>
                <a:gd name="csY83" fmla="*/ 8567 h 59156"/>
                <a:gd name="csX84" fmla="*/ 32473 w 121204"/>
                <a:gd name="csY84" fmla="*/ 7654 h 59156"/>
                <a:gd name="csX85" fmla="*/ 33166 w 121204"/>
                <a:gd name="csY85" fmla="*/ 6779 h 59156"/>
                <a:gd name="csX86" fmla="*/ 34460 w 121204"/>
                <a:gd name="csY86" fmla="*/ 5790 h 59156"/>
                <a:gd name="csX87" fmla="*/ 35707 w 121204"/>
                <a:gd name="csY87" fmla="*/ 4360 h 59156"/>
                <a:gd name="csX88" fmla="*/ 37031 w 121204"/>
                <a:gd name="csY88" fmla="*/ 3485 h 59156"/>
                <a:gd name="csX89" fmla="*/ 38728 w 121204"/>
                <a:gd name="csY89" fmla="*/ 3584 h 59156"/>
                <a:gd name="csX90" fmla="*/ 40295 w 121204"/>
                <a:gd name="csY90" fmla="*/ 3401 h 59156"/>
                <a:gd name="csX91" fmla="*/ 41520 w 121204"/>
                <a:gd name="csY91" fmla="*/ 2899 h 59156"/>
                <a:gd name="csX92" fmla="*/ 42060 w 121204"/>
                <a:gd name="csY92" fmla="*/ 2853 h 59156"/>
                <a:gd name="csX93" fmla="*/ 44320 w 121204"/>
                <a:gd name="csY93" fmla="*/ 3257 h 59156"/>
                <a:gd name="csX94" fmla="*/ 44731 w 121204"/>
                <a:gd name="csY94" fmla="*/ 4900 h 59156"/>
                <a:gd name="csX95" fmla="*/ 44967 w 121204"/>
                <a:gd name="csY95" fmla="*/ 6604 h 59156"/>
                <a:gd name="csX96" fmla="*/ 48832 w 121204"/>
                <a:gd name="csY96" fmla="*/ 6482 h 59156"/>
                <a:gd name="csX97" fmla="*/ 50985 w 121204"/>
                <a:gd name="csY97" fmla="*/ 2830 h 59156"/>
                <a:gd name="csX98" fmla="*/ 52104 w 121204"/>
                <a:gd name="csY98" fmla="*/ 2389 h 59156"/>
                <a:gd name="csX99" fmla="*/ 53892 w 121204"/>
                <a:gd name="csY99" fmla="*/ 1118 h 59156"/>
                <a:gd name="csX100" fmla="*/ 55071 w 121204"/>
                <a:gd name="csY100" fmla="*/ 0 h 59156"/>
                <a:gd name="csX101" fmla="*/ 55885 w 121204"/>
                <a:gd name="csY101" fmla="*/ 692 h 59156"/>
                <a:gd name="csX102" fmla="*/ 57057 w 121204"/>
                <a:gd name="csY102" fmla="*/ 3051 h 59156"/>
                <a:gd name="csX103" fmla="*/ 58305 w 121204"/>
                <a:gd name="csY103" fmla="*/ 4938 h 59156"/>
                <a:gd name="csX104" fmla="*/ 59028 w 121204"/>
                <a:gd name="csY104" fmla="*/ 5684 h 59156"/>
                <a:gd name="csX105" fmla="*/ 59103 w 121204"/>
                <a:gd name="csY105" fmla="*/ 6262 h 59156"/>
                <a:gd name="csX106" fmla="*/ 59826 w 121204"/>
                <a:gd name="csY106" fmla="*/ 6612 h 59156"/>
                <a:gd name="csX107" fmla="*/ 61234 w 121204"/>
                <a:gd name="csY107" fmla="*/ 6817 h 59156"/>
                <a:gd name="csX108" fmla="*/ 62170 w 121204"/>
                <a:gd name="csY108" fmla="*/ 7388 h 59156"/>
                <a:gd name="csX109" fmla="*/ 62444 w 121204"/>
                <a:gd name="csY109" fmla="*/ 9145 h 59156"/>
                <a:gd name="csX110" fmla="*/ 62467 w 121204"/>
                <a:gd name="csY110" fmla="*/ 10728 h 59156"/>
                <a:gd name="csX111" fmla="*/ 62025 w 121204"/>
                <a:gd name="csY111" fmla="*/ 11862 h 59156"/>
                <a:gd name="csX112" fmla="*/ 61797 w 121204"/>
                <a:gd name="csY112" fmla="*/ 12866 h 59156"/>
                <a:gd name="csX113" fmla="*/ 62771 w 121204"/>
                <a:gd name="csY113" fmla="*/ 13262 h 59156"/>
                <a:gd name="csX114" fmla="*/ 64201 w 121204"/>
                <a:gd name="csY114" fmla="*/ 12881 h 59156"/>
                <a:gd name="csX115" fmla="*/ 65205 w 121204"/>
                <a:gd name="csY115" fmla="*/ 12311 h 59156"/>
                <a:gd name="csX116" fmla="*/ 68226 w 121204"/>
                <a:gd name="csY116" fmla="*/ 13619 h 59156"/>
                <a:gd name="csX117" fmla="*/ 69292 w 121204"/>
                <a:gd name="csY117" fmla="*/ 10705 h 59156"/>
                <a:gd name="csX118" fmla="*/ 70493 w 121204"/>
                <a:gd name="csY118" fmla="*/ 9214 h 59156"/>
                <a:gd name="csX119" fmla="*/ 72046 w 121204"/>
                <a:gd name="csY119" fmla="*/ 8514 h 59156"/>
                <a:gd name="csX120" fmla="*/ 73461 w 121204"/>
                <a:gd name="csY120" fmla="*/ 7609 h 59156"/>
                <a:gd name="csX121" fmla="*/ 74747 w 121204"/>
                <a:gd name="csY121" fmla="*/ 6962 h 59156"/>
                <a:gd name="csX122" fmla="*/ 75637 w 121204"/>
                <a:gd name="csY122" fmla="*/ 7000 h 59156"/>
                <a:gd name="csX123" fmla="*/ 76025 w 121204"/>
                <a:gd name="csY123" fmla="*/ 6726 h 59156"/>
                <a:gd name="csX124" fmla="*/ 77128 w 121204"/>
                <a:gd name="csY124" fmla="*/ 6802 h 59156"/>
                <a:gd name="csX125" fmla="*/ 78414 w 121204"/>
                <a:gd name="csY125" fmla="*/ 7091 h 59156"/>
                <a:gd name="csX126" fmla="*/ 80157 w 121204"/>
                <a:gd name="csY126" fmla="*/ 6749 h 59156"/>
                <a:gd name="csX127" fmla="*/ 82561 w 121204"/>
                <a:gd name="csY127" fmla="*/ 7464 h 59156"/>
                <a:gd name="csX128" fmla="*/ 84067 w 121204"/>
                <a:gd name="csY128" fmla="*/ 8811 h 59156"/>
                <a:gd name="csX129" fmla="*/ 85543 w 121204"/>
                <a:gd name="csY129" fmla="*/ 9267 h 59156"/>
                <a:gd name="csX130" fmla="*/ 87225 w 121204"/>
                <a:gd name="csY130" fmla="*/ 9191 h 59156"/>
                <a:gd name="csX131" fmla="*/ 88374 w 121204"/>
                <a:gd name="csY131" fmla="*/ 8446 h 59156"/>
                <a:gd name="csX132" fmla="*/ 90040 w 121204"/>
                <a:gd name="csY132" fmla="*/ 5881 h 59156"/>
                <a:gd name="csX133" fmla="*/ 91257 w 121204"/>
                <a:gd name="csY133" fmla="*/ 5920 h 59156"/>
                <a:gd name="csX134" fmla="*/ 93152 w 121204"/>
                <a:gd name="csY134" fmla="*/ 5516 h 59156"/>
                <a:gd name="csX135" fmla="*/ 95830 w 121204"/>
                <a:gd name="csY135" fmla="*/ 5539 h 59156"/>
                <a:gd name="csX136" fmla="*/ 102008 w 121204"/>
                <a:gd name="csY136" fmla="*/ 6087 h 59156"/>
                <a:gd name="csX137" fmla="*/ 103553 w 121204"/>
                <a:gd name="csY137" fmla="*/ 7068 h 59156"/>
                <a:gd name="csX138" fmla="*/ 107357 w 121204"/>
                <a:gd name="csY138" fmla="*/ 8324 h 59156"/>
                <a:gd name="csX139" fmla="*/ 109016 w 121204"/>
                <a:gd name="csY139" fmla="*/ 9777 h 59156"/>
                <a:gd name="csX140" fmla="*/ 109746 w 121204"/>
                <a:gd name="csY140" fmla="*/ 11504 h 59156"/>
                <a:gd name="csX141" fmla="*/ 110134 w 121204"/>
                <a:gd name="csY141" fmla="*/ 12699 h 59156"/>
                <a:gd name="csX142" fmla="*/ 114030 w 121204"/>
                <a:gd name="csY142" fmla="*/ 14532 h 59156"/>
                <a:gd name="csX143" fmla="*/ 119805 w 121204"/>
                <a:gd name="csY143" fmla="*/ 16868 h 59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Lst>
              <a:rect l="l" t="t" r="r" b="b"/>
              <a:pathLst>
                <a:path w="121204" h="59156">
                  <a:moveTo>
                    <a:pt x="121205" y="17157"/>
                  </a:moveTo>
                  <a:lnTo>
                    <a:pt x="120893" y="18496"/>
                  </a:lnTo>
                  <a:lnTo>
                    <a:pt x="120018" y="20056"/>
                  </a:lnTo>
                  <a:lnTo>
                    <a:pt x="118930" y="21669"/>
                  </a:lnTo>
                  <a:lnTo>
                    <a:pt x="118017" y="23617"/>
                  </a:lnTo>
                  <a:lnTo>
                    <a:pt x="116799" y="27764"/>
                  </a:lnTo>
                  <a:lnTo>
                    <a:pt x="116008" y="29681"/>
                  </a:lnTo>
                  <a:lnTo>
                    <a:pt x="112752" y="33455"/>
                  </a:lnTo>
                  <a:lnTo>
                    <a:pt x="112523" y="38697"/>
                  </a:lnTo>
                  <a:lnTo>
                    <a:pt x="112082" y="39077"/>
                  </a:lnTo>
                  <a:lnTo>
                    <a:pt x="104725" y="40850"/>
                  </a:lnTo>
                  <a:lnTo>
                    <a:pt x="103758" y="40584"/>
                  </a:lnTo>
                  <a:lnTo>
                    <a:pt x="102754" y="39565"/>
                  </a:lnTo>
                  <a:lnTo>
                    <a:pt x="102198" y="38819"/>
                  </a:lnTo>
                  <a:lnTo>
                    <a:pt x="101856" y="38279"/>
                  </a:lnTo>
                  <a:lnTo>
                    <a:pt x="101217" y="36825"/>
                  </a:lnTo>
                  <a:lnTo>
                    <a:pt x="100372" y="35798"/>
                  </a:lnTo>
                  <a:lnTo>
                    <a:pt x="99125" y="34954"/>
                  </a:lnTo>
                  <a:lnTo>
                    <a:pt x="97984" y="33980"/>
                  </a:lnTo>
                  <a:lnTo>
                    <a:pt x="96515" y="33942"/>
                  </a:lnTo>
                  <a:lnTo>
                    <a:pt x="92543" y="35319"/>
                  </a:lnTo>
                  <a:lnTo>
                    <a:pt x="89789" y="35471"/>
                  </a:lnTo>
                  <a:lnTo>
                    <a:pt x="87948" y="35030"/>
                  </a:lnTo>
                  <a:lnTo>
                    <a:pt x="85497" y="34193"/>
                  </a:lnTo>
                  <a:lnTo>
                    <a:pt x="80727" y="34063"/>
                  </a:lnTo>
                  <a:lnTo>
                    <a:pt x="77463" y="34794"/>
                  </a:lnTo>
                  <a:lnTo>
                    <a:pt x="77136" y="35821"/>
                  </a:lnTo>
                  <a:lnTo>
                    <a:pt x="74123" y="42212"/>
                  </a:lnTo>
                  <a:lnTo>
                    <a:pt x="69740" y="44571"/>
                  </a:lnTo>
                  <a:lnTo>
                    <a:pt x="65936" y="46975"/>
                  </a:lnTo>
                  <a:lnTo>
                    <a:pt x="64833" y="47462"/>
                  </a:lnTo>
                  <a:lnTo>
                    <a:pt x="62938" y="46701"/>
                  </a:lnTo>
                  <a:lnTo>
                    <a:pt x="60785" y="45278"/>
                  </a:lnTo>
                  <a:lnTo>
                    <a:pt x="58997" y="44533"/>
                  </a:lnTo>
                  <a:lnTo>
                    <a:pt x="57688" y="44860"/>
                  </a:lnTo>
                  <a:lnTo>
                    <a:pt x="56266" y="46481"/>
                  </a:lnTo>
                  <a:lnTo>
                    <a:pt x="55611" y="48117"/>
                  </a:lnTo>
                  <a:lnTo>
                    <a:pt x="51305" y="49319"/>
                  </a:lnTo>
                  <a:lnTo>
                    <a:pt x="43811" y="50026"/>
                  </a:lnTo>
                  <a:lnTo>
                    <a:pt x="41193" y="51639"/>
                  </a:lnTo>
                  <a:lnTo>
                    <a:pt x="40303" y="53572"/>
                  </a:lnTo>
                  <a:lnTo>
                    <a:pt x="40265" y="55055"/>
                  </a:lnTo>
                  <a:lnTo>
                    <a:pt x="40904" y="56319"/>
                  </a:lnTo>
                  <a:lnTo>
                    <a:pt x="40105" y="57787"/>
                  </a:lnTo>
                  <a:lnTo>
                    <a:pt x="39755" y="58403"/>
                  </a:lnTo>
                  <a:lnTo>
                    <a:pt x="34460" y="58723"/>
                  </a:lnTo>
                  <a:lnTo>
                    <a:pt x="27399" y="59156"/>
                  </a:lnTo>
                  <a:lnTo>
                    <a:pt x="23176" y="59042"/>
                  </a:lnTo>
                  <a:lnTo>
                    <a:pt x="19204" y="58944"/>
                  </a:lnTo>
                  <a:lnTo>
                    <a:pt x="16503" y="57680"/>
                  </a:lnTo>
                  <a:lnTo>
                    <a:pt x="13201" y="55215"/>
                  </a:lnTo>
                  <a:lnTo>
                    <a:pt x="9709" y="51936"/>
                  </a:lnTo>
                  <a:lnTo>
                    <a:pt x="9374" y="51860"/>
                  </a:lnTo>
                  <a:lnTo>
                    <a:pt x="8856" y="51510"/>
                  </a:lnTo>
                  <a:lnTo>
                    <a:pt x="6665" y="51259"/>
                  </a:lnTo>
                  <a:lnTo>
                    <a:pt x="6079" y="51457"/>
                  </a:lnTo>
                  <a:lnTo>
                    <a:pt x="4771" y="50384"/>
                  </a:lnTo>
                  <a:lnTo>
                    <a:pt x="4390" y="48991"/>
                  </a:lnTo>
                  <a:lnTo>
                    <a:pt x="2351" y="45332"/>
                  </a:lnTo>
                  <a:lnTo>
                    <a:pt x="61" y="39291"/>
                  </a:lnTo>
                  <a:lnTo>
                    <a:pt x="0" y="37541"/>
                  </a:lnTo>
                  <a:lnTo>
                    <a:pt x="898" y="35547"/>
                  </a:lnTo>
                  <a:lnTo>
                    <a:pt x="1728" y="34018"/>
                  </a:lnTo>
                  <a:lnTo>
                    <a:pt x="1849" y="32808"/>
                  </a:lnTo>
                  <a:lnTo>
                    <a:pt x="1933" y="32481"/>
                  </a:lnTo>
                  <a:lnTo>
                    <a:pt x="2625" y="29962"/>
                  </a:lnTo>
                  <a:lnTo>
                    <a:pt x="4284" y="26615"/>
                  </a:lnTo>
                  <a:lnTo>
                    <a:pt x="5836" y="24667"/>
                  </a:lnTo>
                  <a:lnTo>
                    <a:pt x="6954" y="24020"/>
                  </a:lnTo>
                  <a:lnTo>
                    <a:pt x="9275" y="24606"/>
                  </a:lnTo>
                  <a:lnTo>
                    <a:pt x="13239" y="25093"/>
                  </a:lnTo>
                  <a:lnTo>
                    <a:pt x="16290" y="24637"/>
                  </a:lnTo>
                  <a:lnTo>
                    <a:pt x="19136" y="23138"/>
                  </a:lnTo>
                  <a:lnTo>
                    <a:pt x="20680" y="21829"/>
                  </a:lnTo>
                  <a:lnTo>
                    <a:pt x="21997" y="20452"/>
                  </a:lnTo>
                  <a:lnTo>
                    <a:pt x="22438" y="19554"/>
                  </a:lnTo>
                  <a:lnTo>
                    <a:pt x="23024" y="19128"/>
                  </a:lnTo>
                  <a:lnTo>
                    <a:pt x="25375" y="18329"/>
                  </a:lnTo>
                  <a:lnTo>
                    <a:pt x="26128" y="17401"/>
                  </a:lnTo>
                  <a:lnTo>
                    <a:pt x="26432" y="15636"/>
                  </a:lnTo>
                  <a:lnTo>
                    <a:pt x="26638" y="13673"/>
                  </a:lnTo>
                  <a:lnTo>
                    <a:pt x="27117" y="12212"/>
                  </a:lnTo>
                  <a:lnTo>
                    <a:pt x="27726" y="11139"/>
                  </a:lnTo>
                  <a:lnTo>
                    <a:pt x="32078" y="8567"/>
                  </a:lnTo>
                  <a:lnTo>
                    <a:pt x="32473" y="7654"/>
                  </a:lnTo>
                  <a:lnTo>
                    <a:pt x="33166" y="6779"/>
                  </a:lnTo>
                  <a:lnTo>
                    <a:pt x="34460" y="5790"/>
                  </a:lnTo>
                  <a:lnTo>
                    <a:pt x="35707" y="4360"/>
                  </a:lnTo>
                  <a:lnTo>
                    <a:pt x="37031" y="3485"/>
                  </a:lnTo>
                  <a:lnTo>
                    <a:pt x="38728" y="3584"/>
                  </a:lnTo>
                  <a:lnTo>
                    <a:pt x="40295" y="3401"/>
                  </a:lnTo>
                  <a:lnTo>
                    <a:pt x="41520" y="2899"/>
                  </a:lnTo>
                  <a:lnTo>
                    <a:pt x="42060" y="2853"/>
                  </a:lnTo>
                  <a:lnTo>
                    <a:pt x="44320" y="3257"/>
                  </a:lnTo>
                  <a:lnTo>
                    <a:pt x="44731" y="4900"/>
                  </a:lnTo>
                  <a:lnTo>
                    <a:pt x="44967" y="6604"/>
                  </a:lnTo>
                  <a:lnTo>
                    <a:pt x="48832" y="6482"/>
                  </a:lnTo>
                  <a:lnTo>
                    <a:pt x="50985" y="2830"/>
                  </a:lnTo>
                  <a:lnTo>
                    <a:pt x="52104" y="2389"/>
                  </a:lnTo>
                  <a:lnTo>
                    <a:pt x="53892" y="1118"/>
                  </a:lnTo>
                  <a:lnTo>
                    <a:pt x="55071" y="0"/>
                  </a:lnTo>
                  <a:lnTo>
                    <a:pt x="55885" y="692"/>
                  </a:lnTo>
                  <a:lnTo>
                    <a:pt x="57057" y="3051"/>
                  </a:lnTo>
                  <a:lnTo>
                    <a:pt x="58305" y="4938"/>
                  </a:lnTo>
                  <a:lnTo>
                    <a:pt x="59028" y="5684"/>
                  </a:lnTo>
                  <a:lnTo>
                    <a:pt x="59103" y="6262"/>
                  </a:lnTo>
                  <a:lnTo>
                    <a:pt x="59826" y="6612"/>
                  </a:lnTo>
                  <a:lnTo>
                    <a:pt x="61234" y="6817"/>
                  </a:lnTo>
                  <a:lnTo>
                    <a:pt x="62170" y="7388"/>
                  </a:lnTo>
                  <a:lnTo>
                    <a:pt x="62444" y="9145"/>
                  </a:lnTo>
                  <a:lnTo>
                    <a:pt x="62467" y="10728"/>
                  </a:lnTo>
                  <a:lnTo>
                    <a:pt x="62025" y="11862"/>
                  </a:lnTo>
                  <a:lnTo>
                    <a:pt x="61797" y="12866"/>
                  </a:lnTo>
                  <a:lnTo>
                    <a:pt x="62771" y="13262"/>
                  </a:lnTo>
                  <a:lnTo>
                    <a:pt x="64201" y="12881"/>
                  </a:lnTo>
                  <a:lnTo>
                    <a:pt x="65205" y="12311"/>
                  </a:lnTo>
                  <a:lnTo>
                    <a:pt x="68226" y="13619"/>
                  </a:lnTo>
                  <a:lnTo>
                    <a:pt x="69292" y="10705"/>
                  </a:lnTo>
                  <a:lnTo>
                    <a:pt x="70493" y="9214"/>
                  </a:lnTo>
                  <a:lnTo>
                    <a:pt x="72046" y="8514"/>
                  </a:lnTo>
                  <a:lnTo>
                    <a:pt x="73461" y="7609"/>
                  </a:lnTo>
                  <a:lnTo>
                    <a:pt x="74747" y="6962"/>
                  </a:lnTo>
                  <a:lnTo>
                    <a:pt x="75637" y="7000"/>
                  </a:lnTo>
                  <a:lnTo>
                    <a:pt x="76025" y="6726"/>
                  </a:lnTo>
                  <a:lnTo>
                    <a:pt x="77128" y="6802"/>
                  </a:lnTo>
                  <a:lnTo>
                    <a:pt x="78414" y="7091"/>
                  </a:lnTo>
                  <a:lnTo>
                    <a:pt x="80157" y="6749"/>
                  </a:lnTo>
                  <a:lnTo>
                    <a:pt x="82561" y="7464"/>
                  </a:lnTo>
                  <a:lnTo>
                    <a:pt x="84067" y="8811"/>
                  </a:lnTo>
                  <a:lnTo>
                    <a:pt x="85543" y="9267"/>
                  </a:lnTo>
                  <a:lnTo>
                    <a:pt x="87225" y="9191"/>
                  </a:lnTo>
                  <a:lnTo>
                    <a:pt x="88374" y="8446"/>
                  </a:lnTo>
                  <a:lnTo>
                    <a:pt x="90040" y="5881"/>
                  </a:lnTo>
                  <a:lnTo>
                    <a:pt x="91257" y="5920"/>
                  </a:lnTo>
                  <a:lnTo>
                    <a:pt x="93152" y="5516"/>
                  </a:lnTo>
                  <a:lnTo>
                    <a:pt x="95830" y="5539"/>
                  </a:lnTo>
                  <a:lnTo>
                    <a:pt x="102008" y="6087"/>
                  </a:lnTo>
                  <a:lnTo>
                    <a:pt x="103553" y="7068"/>
                  </a:lnTo>
                  <a:lnTo>
                    <a:pt x="107357" y="8324"/>
                  </a:lnTo>
                  <a:lnTo>
                    <a:pt x="109016" y="9777"/>
                  </a:lnTo>
                  <a:lnTo>
                    <a:pt x="109746" y="11504"/>
                  </a:lnTo>
                  <a:lnTo>
                    <a:pt x="110134" y="12699"/>
                  </a:lnTo>
                  <a:lnTo>
                    <a:pt x="114030" y="14532"/>
                  </a:lnTo>
                  <a:lnTo>
                    <a:pt x="119805" y="16868"/>
                  </a:lnTo>
                  <a:close/>
                </a:path>
              </a:pathLst>
            </a:custGeom>
            <a:solidFill>
              <a:srgbClr val="2562E8"/>
            </a:solidFill>
            <a:ln w="6168" cap="flat">
              <a:solidFill>
                <a:srgbClr val="2562E8"/>
              </a:solidFill>
              <a:prstDash val="solid"/>
              <a:miter/>
            </a:ln>
          </p:spPr>
          <p:txBody>
            <a:bodyPr/>
            <a:lstStyle/>
            <a:p>
              <a:endParaRPr lang="en-US"/>
            </a:p>
          </p:txBody>
        </p:sp>
        <p:sp>
          <p:nvSpPr>
            <p:cNvPr id="2316" name="Freeform: Shape 2315">
              <a:extLst>
                <a:ext uri="{FF2B5EF4-FFF2-40B4-BE49-F238E27FC236}">
                  <a16:creationId xmlns:a16="http://schemas.microsoft.com/office/drawing/2014/main" id="{EF00D74A-F6D9-077B-D17A-1313D4A11F02}"/>
                </a:ext>
              </a:extLst>
            </p:cNvPr>
            <p:cNvSpPr/>
            <p:nvPr/>
          </p:nvSpPr>
          <p:spPr>
            <a:xfrm>
              <a:off x="9290047" y="4791053"/>
              <a:ext cx="64239" cy="66331"/>
            </a:xfrm>
            <a:custGeom>
              <a:avLst/>
              <a:gdLst>
                <a:gd name="csX0" fmla="*/ 64239 w 64239"/>
                <a:gd name="csY0" fmla="*/ 32549 h 66331"/>
                <a:gd name="csX1" fmla="*/ 64186 w 64239"/>
                <a:gd name="csY1" fmla="*/ 33211 h 66331"/>
                <a:gd name="csX2" fmla="*/ 63570 w 64239"/>
                <a:gd name="csY2" fmla="*/ 36285 h 66331"/>
                <a:gd name="csX3" fmla="*/ 62611 w 64239"/>
                <a:gd name="csY3" fmla="*/ 38918 h 66331"/>
                <a:gd name="csX4" fmla="*/ 61980 w 64239"/>
                <a:gd name="csY4" fmla="*/ 39565 h 66331"/>
                <a:gd name="csX5" fmla="*/ 59263 w 64239"/>
                <a:gd name="csY5" fmla="*/ 40257 h 66331"/>
                <a:gd name="csX6" fmla="*/ 58107 w 64239"/>
                <a:gd name="csY6" fmla="*/ 41413 h 66331"/>
                <a:gd name="csX7" fmla="*/ 57110 w 64239"/>
                <a:gd name="csY7" fmla="*/ 45157 h 66331"/>
                <a:gd name="csX8" fmla="*/ 56471 w 64239"/>
                <a:gd name="csY8" fmla="*/ 48094 h 66331"/>
                <a:gd name="csX9" fmla="*/ 55535 w 64239"/>
                <a:gd name="csY9" fmla="*/ 48588 h 66331"/>
                <a:gd name="csX10" fmla="*/ 51548 w 64239"/>
                <a:gd name="csY10" fmla="*/ 52826 h 66331"/>
                <a:gd name="csX11" fmla="*/ 48938 w 64239"/>
                <a:gd name="csY11" fmla="*/ 54432 h 66331"/>
                <a:gd name="csX12" fmla="*/ 47120 w 64239"/>
                <a:gd name="csY12" fmla="*/ 55816 h 66331"/>
                <a:gd name="csX13" fmla="*/ 45393 w 64239"/>
                <a:gd name="csY13" fmla="*/ 57612 h 66331"/>
                <a:gd name="csX14" fmla="*/ 43224 w 64239"/>
                <a:gd name="csY14" fmla="*/ 59362 h 66331"/>
                <a:gd name="csX15" fmla="*/ 40896 w 64239"/>
                <a:gd name="csY15" fmla="*/ 62314 h 66331"/>
                <a:gd name="csX16" fmla="*/ 39237 w 64239"/>
                <a:gd name="csY16" fmla="*/ 65380 h 66331"/>
                <a:gd name="csX17" fmla="*/ 38104 w 64239"/>
                <a:gd name="csY17" fmla="*/ 66331 h 66331"/>
                <a:gd name="csX18" fmla="*/ 37252 w 64239"/>
                <a:gd name="csY18" fmla="*/ 65464 h 66331"/>
                <a:gd name="csX19" fmla="*/ 33287 w 64239"/>
                <a:gd name="csY19" fmla="*/ 62443 h 66331"/>
                <a:gd name="csX20" fmla="*/ 29103 w 64239"/>
                <a:gd name="csY20" fmla="*/ 60412 h 66331"/>
                <a:gd name="csX21" fmla="*/ 20193 w 64239"/>
                <a:gd name="csY21" fmla="*/ 57034 h 66331"/>
                <a:gd name="csX22" fmla="*/ 17226 w 64239"/>
                <a:gd name="csY22" fmla="*/ 56083 h 66331"/>
                <a:gd name="csX23" fmla="*/ 17332 w 64239"/>
                <a:gd name="csY23" fmla="*/ 54881 h 66331"/>
                <a:gd name="csX24" fmla="*/ 18352 w 64239"/>
                <a:gd name="csY24" fmla="*/ 52682 h 66331"/>
                <a:gd name="csX25" fmla="*/ 16693 w 64239"/>
                <a:gd name="csY25" fmla="*/ 50102 h 66331"/>
                <a:gd name="csX26" fmla="*/ 17332 w 64239"/>
                <a:gd name="csY26" fmla="*/ 48223 h 66331"/>
                <a:gd name="csX27" fmla="*/ 16693 w 64239"/>
                <a:gd name="csY27" fmla="*/ 48223 h 66331"/>
                <a:gd name="csX28" fmla="*/ 15415 w 64239"/>
                <a:gd name="csY28" fmla="*/ 49349 h 66331"/>
                <a:gd name="csX29" fmla="*/ 12699 w 64239"/>
                <a:gd name="csY29" fmla="*/ 49022 h 66331"/>
                <a:gd name="csX30" fmla="*/ 10896 w 64239"/>
                <a:gd name="csY30" fmla="*/ 47409 h 66331"/>
                <a:gd name="csX31" fmla="*/ 9427 w 64239"/>
                <a:gd name="csY31" fmla="*/ 46815 h 66331"/>
                <a:gd name="csX32" fmla="*/ 8788 w 64239"/>
                <a:gd name="csY32" fmla="*/ 46009 h 66331"/>
                <a:gd name="csX33" fmla="*/ 7844 w 64239"/>
                <a:gd name="csY33" fmla="*/ 41756 h 66331"/>
                <a:gd name="csX34" fmla="*/ 7167 w 64239"/>
                <a:gd name="csY34" fmla="*/ 39823 h 66331"/>
                <a:gd name="csX35" fmla="*/ 5805 w 64239"/>
                <a:gd name="csY35" fmla="*/ 38629 h 66331"/>
                <a:gd name="csX36" fmla="*/ 3074 w 64239"/>
                <a:gd name="csY36" fmla="*/ 38332 h 66331"/>
                <a:gd name="csX37" fmla="*/ 1948 w 64239"/>
                <a:gd name="csY37" fmla="*/ 35737 h 66331"/>
                <a:gd name="csX38" fmla="*/ 434 w 64239"/>
                <a:gd name="csY38" fmla="*/ 33721 h 66331"/>
                <a:gd name="csX39" fmla="*/ 685 w 64239"/>
                <a:gd name="csY39" fmla="*/ 32481 h 66331"/>
                <a:gd name="csX40" fmla="*/ 1917 w 64239"/>
                <a:gd name="csY40" fmla="*/ 32549 h 66331"/>
                <a:gd name="csX41" fmla="*/ 2884 w 64239"/>
                <a:gd name="csY41" fmla="*/ 33455 h 66331"/>
                <a:gd name="csX42" fmla="*/ 4444 w 64239"/>
                <a:gd name="csY42" fmla="*/ 33828 h 66331"/>
                <a:gd name="csX43" fmla="*/ 6384 w 64239"/>
                <a:gd name="csY43" fmla="*/ 31644 h 66331"/>
                <a:gd name="csX44" fmla="*/ 8118 w 64239"/>
                <a:gd name="csY44" fmla="*/ 30457 h 66331"/>
                <a:gd name="csX45" fmla="*/ 8522 w 64239"/>
                <a:gd name="csY45" fmla="*/ 29422 h 66331"/>
                <a:gd name="csX46" fmla="*/ 8309 w 64239"/>
                <a:gd name="csY46" fmla="*/ 28852 h 66331"/>
                <a:gd name="csX47" fmla="*/ 7259 w 64239"/>
                <a:gd name="csY47" fmla="*/ 29734 h 66331"/>
                <a:gd name="csX48" fmla="*/ 4383 w 64239"/>
                <a:gd name="csY48" fmla="*/ 29506 h 66331"/>
                <a:gd name="csX49" fmla="*/ 3668 w 64239"/>
                <a:gd name="csY49" fmla="*/ 30297 h 66331"/>
                <a:gd name="csX50" fmla="*/ 2382 w 64239"/>
                <a:gd name="csY50" fmla="*/ 30548 h 66331"/>
                <a:gd name="csX51" fmla="*/ 1385 w 64239"/>
                <a:gd name="csY51" fmla="*/ 27999 h 66331"/>
                <a:gd name="csX52" fmla="*/ 1431 w 64239"/>
                <a:gd name="csY52" fmla="*/ 26493 h 66331"/>
                <a:gd name="csX53" fmla="*/ 1841 w 64239"/>
                <a:gd name="csY53" fmla="*/ 24842 h 66331"/>
                <a:gd name="csX54" fmla="*/ 4740 w 64239"/>
                <a:gd name="csY54" fmla="*/ 24553 h 66331"/>
                <a:gd name="csX55" fmla="*/ 4991 w 64239"/>
                <a:gd name="csY55" fmla="*/ 24020 h 66331"/>
                <a:gd name="csX56" fmla="*/ 2975 w 64239"/>
                <a:gd name="csY56" fmla="*/ 23663 h 66331"/>
                <a:gd name="csX57" fmla="*/ 457 w 64239"/>
                <a:gd name="csY57" fmla="*/ 21738 h 66331"/>
                <a:gd name="csX58" fmla="*/ 0 w 64239"/>
                <a:gd name="csY58" fmla="*/ 20406 h 66331"/>
                <a:gd name="csX59" fmla="*/ 1248 w 64239"/>
                <a:gd name="csY59" fmla="*/ 19957 h 66331"/>
                <a:gd name="csX60" fmla="*/ 2442 w 64239"/>
                <a:gd name="csY60" fmla="*/ 20155 h 66331"/>
                <a:gd name="csX61" fmla="*/ 3477 w 64239"/>
                <a:gd name="csY61" fmla="*/ 20444 h 66331"/>
                <a:gd name="csX62" fmla="*/ 4603 w 64239"/>
                <a:gd name="csY62" fmla="*/ 19965 h 66331"/>
                <a:gd name="csX63" fmla="*/ 5653 w 64239"/>
                <a:gd name="csY63" fmla="*/ 19234 h 66331"/>
                <a:gd name="csX64" fmla="*/ 6285 w 64239"/>
                <a:gd name="csY64" fmla="*/ 18299 h 66331"/>
                <a:gd name="csX65" fmla="*/ 7137 w 64239"/>
                <a:gd name="csY65" fmla="*/ 15795 h 66331"/>
                <a:gd name="csX66" fmla="*/ 9861 w 64239"/>
                <a:gd name="csY66" fmla="*/ 14958 h 66331"/>
                <a:gd name="csX67" fmla="*/ 11466 w 64239"/>
                <a:gd name="csY67" fmla="*/ 13422 h 66331"/>
                <a:gd name="csX68" fmla="*/ 12995 w 64239"/>
                <a:gd name="csY68" fmla="*/ 11040 h 66331"/>
                <a:gd name="csX69" fmla="*/ 13696 w 64239"/>
                <a:gd name="csY69" fmla="*/ 9366 h 66331"/>
                <a:gd name="csX70" fmla="*/ 14327 w 64239"/>
                <a:gd name="csY70" fmla="*/ 8529 h 66331"/>
                <a:gd name="csX71" fmla="*/ 14723 w 64239"/>
                <a:gd name="csY71" fmla="*/ 7806 h 66331"/>
                <a:gd name="csX72" fmla="*/ 15019 w 64239"/>
                <a:gd name="csY72" fmla="*/ 7015 h 66331"/>
                <a:gd name="csX73" fmla="*/ 15704 w 64239"/>
                <a:gd name="csY73" fmla="*/ 6285 h 66331"/>
                <a:gd name="csX74" fmla="*/ 16419 w 64239"/>
                <a:gd name="csY74" fmla="*/ 4512 h 66331"/>
                <a:gd name="csX75" fmla="*/ 16906 w 64239"/>
                <a:gd name="csY75" fmla="*/ 2899 h 66331"/>
                <a:gd name="csX76" fmla="*/ 18474 w 64239"/>
                <a:gd name="csY76" fmla="*/ 2123 h 66331"/>
                <a:gd name="csX77" fmla="*/ 21684 w 64239"/>
                <a:gd name="csY77" fmla="*/ 1438 h 66331"/>
                <a:gd name="csX78" fmla="*/ 24576 w 64239"/>
                <a:gd name="csY78" fmla="*/ 2610 h 66331"/>
                <a:gd name="csX79" fmla="*/ 29263 w 64239"/>
                <a:gd name="csY79" fmla="*/ 1590 h 66331"/>
                <a:gd name="csX80" fmla="*/ 29514 w 64239"/>
                <a:gd name="csY80" fmla="*/ 76 h 66331"/>
                <a:gd name="csX81" fmla="*/ 33805 w 64239"/>
                <a:gd name="csY81" fmla="*/ 53 h 66331"/>
                <a:gd name="csX82" fmla="*/ 38888 w 64239"/>
                <a:gd name="csY82" fmla="*/ 23 h 66331"/>
                <a:gd name="csX83" fmla="*/ 43118 w 64239"/>
                <a:gd name="csY83" fmla="*/ 0 h 66331"/>
                <a:gd name="csX84" fmla="*/ 44571 w 64239"/>
                <a:gd name="csY84" fmla="*/ 403 h 66331"/>
                <a:gd name="csX85" fmla="*/ 45096 w 64239"/>
                <a:gd name="csY85" fmla="*/ 1529 h 66331"/>
                <a:gd name="csX86" fmla="*/ 46488 w 64239"/>
                <a:gd name="csY86" fmla="*/ 3295 h 66331"/>
                <a:gd name="csX87" fmla="*/ 47942 w 64239"/>
                <a:gd name="csY87" fmla="*/ 4519 h 66331"/>
                <a:gd name="csX88" fmla="*/ 49745 w 64239"/>
                <a:gd name="csY88" fmla="*/ 7205 h 66331"/>
                <a:gd name="csX89" fmla="*/ 51845 w 64239"/>
                <a:gd name="csY89" fmla="*/ 10332 h 66331"/>
                <a:gd name="csX90" fmla="*/ 54112 w 64239"/>
                <a:gd name="csY90" fmla="*/ 13155 h 66331"/>
                <a:gd name="csX91" fmla="*/ 55565 w 64239"/>
                <a:gd name="csY91" fmla="*/ 14684 h 66331"/>
                <a:gd name="csX92" fmla="*/ 55733 w 64239"/>
                <a:gd name="csY92" fmla="*/ 15217 h 66331"/>
                <a:gd name="csX93" fmla="*/ 55626 w 64239"/>
                <a:gd name="csY93" fmla="*/ 15826 h 66331"/>
                <a:gd name="csX94" fmla="*/ 54903 w 64239"/>
                <a:gd name="csY94" fmla="*/ 17256 h 66331"/>
                <a:gd name="csX95" fmla="*/ 54287 w 64239"/>
                <a:gd name="csY95" fmla="*/ 18808 h 66331"/>
                <a:gd name="csX96" fmla="*/ 54348 w 64239"/>
                <a:gd name="csY96" fmla="*/ 19394 h 66331"/>
                <a:gd name="csX97" fmla="*/ 54782 w 64239"/>
                <a:gd name="csY97" fmla="*/ 19683 h 66331"/>
                <a:gd name="csX98" fmla="*/ 57156 w 64239"/>
                <a:gd name="csY98" fmla="*/ 20163 h 66331"/>
                <a:gd name="csX99" fmla="*/ 57369 w 64239"/>
                <a:gd name="csY99" fmla="*/ 21890 h 66331"/>
                <a:gd name="csX100" fmla="*/ 57369 w 64239"/>
                <a:gd name="csY100" fmla="*/ 24279 h 66331"/>
                <a:gd name="csX101" fmla="*/ 58518 w 64239"/>
                <a:gd name="csY101" fmla="*/ 26508 h 66331"/>
                <a:gd name="csX102" fmla="*/ 59613 w 64239"/>
                <a:gd name="csY102" fmla="*/ 28144 h 66331"/>
                <a:gd name="csX103" fmla="*/ 59560 w 64239"/>
                <a:gd name="csY103" fmla="*/ 28730 h 66331"/>
                <a:gd name="csX104" fmla="*/ 56882 w 64239"/>
                <a:gd name="csY104" fmla="*/ 31522 h 66331"/>
                <a:gd name="csX105" fmla="*/ 55839 w 64239"/>
                <a:gd name="csY105" fmla="*/ 34299 h 66331"/>
                <a:gd name="csX106" fmla="*/ 55307 w 64239"/>
                <a:gd name="csY106" fmla="*/ 35083 h 66331"/>
                <a:gd name="csX107" fmla="*/ 55094 w 64239"/>
                <a:gd name="csY107" fmla="*/ 35707 h 66331"/>
                <a:gd name="csX108" fmla="*/ 55626 w 64239"/>
                <a:gd name="csY108" fmla="*/ 36004 h 66331"/>
                <a:gd name="csX109" fmla="*/ 56364 w 64239"/>
                <a:gd name="csY109" fmla="*/ 35821 h 66331"/>
                <a:gd name="csX110" fmla="*/ 57399 w 64239"/>
                <a:gd name="csY110" fmla="*/ 36049 h 66331"/>
                <a:gd name="csX111" fmla="*/ 58388 w 64239"/>
                <a:gd name="csY111" fmla="*/ 36133 h 66331"/>
                <a:gd name="csX112" fmla="*/ 59697 w 64239"/>
                <a:gd name="csY112" fmla="*/ 35136 h 66331"/>
                <a:gd name="csX113" fmla="*/ 61881 w 64239"/>
                <a:gd name="csY113" fmla="*/ 32587 h 66331"/>
                <a:gd name="csX114" fmla="*/ 62611 w 64239"/>
                <a:gd name="csY114" fmla="*/ 32276 h 66331"/>
                <a:gd name="csX115" fmla="*/ 64239 w 64239"/>
                <a:gd name="csY115" fmla="*/ 32549 h 66331"/>
                <a:gd name="csX116" fmla="*/ 16343 w 64239"/>
                <a:gd name="csY116" fmla="*/ 55017 h 66331"/>
                <a:gd name="csX117" fmla="*/ 16031 w 64239"/>
                <a:gd name="csY117" fmla="*/ 55573 h 66331"/>
                <a:gd name="csX118" fmla="*/ 14609 w 64239"/>
                <a:gd name="csY118" fmla="*/ 54196 h 66331"/>
                <a:gd name="csX119" fmla="*/ 7251 w 64239"/>
                <a:gd name="csY119" fmla="*/ 52134 h 66331"/>
                <a:gd name="csX120" fmla="*/ 9328 w 64239"/>
                <a:gd name="csY120" fmla="*/ 51038 h 66331"/>
                <a:gd name="csX121" fmla="*/ 14433 w 64239"/>
                <a:gd name="csY121" fmla="*/ 50711 h 66331"/>
                <a:gd name="csX122" fmla="*/ 15955 w 64239"/>
                <a:gd name="csY122" fmla="*/ 51350 h 66331"/>
                <a:gd name="csX123" fmla="*/ 16632 w 64239"/>
                <a:gd name="csY123" fmla="*/ 51883 h 66331"/>
                <a:gd name="csX124" fmla="*/ 16884 w 64239"/>
                <a:gd name="csY124" fmla="*/ 52895 h 66331"/>
                <a:gd name="csX125" fmla="*/ 16343 w 64239"/>
                <a:gd name="csY125" fmla="*/ 55017 h 6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64239" h="66331">
                  <a:moveTo>
                    <a:pt x="64239" y="32549"/>
                  </a:moveTo>
                  <a:lnTo>
                    <a:pt x="64186" y="33211"/>
                  </a:lnTo>
                  <a:lnTo>
                    <a:pt x="63570" y="36285"/>
                  </a:lnTo>
                  <a:lnTo>
                    <a:pt x="62611" y="38918"/>
                  </a:lnTo>
                  <a:lnTo>
                    <a:pt x="61980" y="39565"/>
                  </a:lnTo>
                  <a:lnTo>
                    <a:pt x="59263" y="40257"/>
                  </a:lnTo>
                  <a:lnTo>
                    <a:pt x="58107" y="41413"/>
                  </a:lnTo>
                  <a:lnTo>
                    <a:pt x="57110" y="45157"/>
                  </a:lnTo>
                  <a:lnTo>
                    <a:pt x="56471" y="48094"/>
                  </a:lnTo>
                  <a:lnTo>
                    <a:pt x="55535" y="48588"/>
                  </a:lnTo>
                  <a:lnTo>
                    <a:pt x="51548" y="52826"/>
                  </a:lnTo>
                  <a:lnTo>
                    <a:pt x="48938" y="54432"/>
                  </a:lnTo>
                  <a:lnTo>
                    <a:pt x="47120" y="55816"/>
                  </a:lnTo>
                  <a:lnTo>
                    <a:pt x="45393" y="57612"/>
                  </a:lnTo>
                  <a:lnTo>
                    <a:pt x="43224" y="59362"/>
                  </a:lnTo>
                  <a:lnTo>
                    <a:pt x="40896" y="62314"/>
                  </a:lnTo>
                  <a:lnTo>
                    <a:pt x="39237" y="65380"/>
                  </a:lnTo>
                  <a:lnTo>
                    <a:pt x="38104" y="66331"/>
                  </a:lnTo>
                  <a:lnTo>
                    <a:pt x="37252" y="65464"/>
                  </a:lnTo>
                  <a:lnTo>
                    <a:pt x="33287" y="62443"/>
                  </a:lnTo>
                  <a:lnTo>
                    <a:pt x="29103" y="60412"/>
                  </a:lnTo>
                  <a:lnTo>
                    <a:pt x="20193" y="57034"/>
                  </a:lnTo>
                  <a:lnTo>
                    <a:pt x="17226" y="56083"/>
                  </a:lnTo>
                  <a:lnTo>
                    <a:pt x="17332" y="54881"/>
                  </a:lnTo>
                  <a:lnTo>
                    <a:pt x="18352" y="52682"/>
                  </a:lnTo>
                  <a:lnTo>
                    <a:pt x="16693" y="50102"/>
                  </a:lnTo>
                  <a:lnTo>
                    <a:pt x="17332" y="48223"/>
                  </a:lnTo>
                  <a:lnTo>
                    <a:pt x="16693" y="48223"/>
                  </a:lnTo>
                  <a:lnTo>
                    <a:pt x="15415" y="49349"/>
                  </a:lnTo>
                  <a:lnTo>
                    <a:pt x="12699" y="49022"/>
                  </a:lnTo>
                  <a:lnTo>
                    <a:pt x="10896" y="47409"/>
                  </a:lnTo>
                  <a:lnTo>
                    <a:pt x="9427" y="46815"/>
                  </a:lnTo>
                  <a:lnTo>
                    <a:pt x="8788" y="46009"/>
                  </a:lnTo>
                  <a:lnTo>
                    <a:pt x="7844" y="41756"/>
                  </a:lnTo>
                  <a:lnTo>
                    <a:pt x="7167" y="39823"/>
                  </a:lnTo>
                  <a:lnTo>
                    <a:pt x="5805" y="38629"/>
                  </a:lnTo>
                  <a:lnTo>
                    <a:pt x="3074" y="38332"/>
                  </a:lnTo>
                  <a:lnTo>
                    <a:pt x="1948" y="35737"/>
                  </a:lnTo>
                  <a:lnTo>
                    <a:pt x="434" y="33721"/>
                  </a:lnTo>
                  <a:lnTo>
                    <a:pt x="685" y="32481"/>
                  </a:lnTo>
                  <a:lnTo>
                    <a:pt x="1917" y="32549"/>
                  </a:lnTo>
                  <a:lnTo>
                    <a:pt x="2884" y="33455"/>
                  </a:lnTo>
                  <a:lnTo>
                    <a:pt x="4444" y="33828"/>
                  </a:lnTo>
                  <a:lnTo>
                    <a:pt x="6384" y="31644"/>
                  </a:lnTo>
                  <a:lnTo>
                    <a:pt x="8118" y="30457"/>
                  </a:lnTo>
                  <a:lnTo>
                    <a:pt x="8522" y="29422"/>
                  </a:lnTo>
                  <a:lnTo>
                    <a:pt x="8309" y="28852"/>
                  </a:lnTo>
                  <a:lnTo>
                    <a:pt x="7259" y="29734"/>
                  </a:lnTo>
                  <a:lnTo>
                    <a:pt x="4383" y="29506"/>
                  </a:lnTo>
                  <a:lnTo>
                    <a:pt x="3668" y="30297"/>
                  </a:lnTo>
                  <a:lnTo>
                    <a:pt x="2382" y="30548"/>
                  </a:lnTo>
                  <a:lnTo>
                    <a:pt x="1385" y="27999"/>
                  </a:lnTo>
                  <a:lnTo>
                    <a:pt x="1431" y="26493"/>
                  </a:lnTo>
                  <a:lnTo>
                    <a:pt x="1841" y="24842"/>
                  </a:lnTo>
                  <a:lnTo>
                    <a:pt x="4740" y="24553"/>
                  </a:lnTo>
                  <a:lnTo>
                    <a:pt x="4991" y="24020"/>
                  </a:lnTo>
                  <a:lnTo>
                    <a:pt x="2975" y="23663"/>
                  </a:lnTo>
                  <a:lnTo>
                    <a:pt x="457" y="21738"/>
                  </a:lnTo>
                  <a:lnTo>
                    <a:pt x="0" y="20406"/>
                  </a:lnTo>
                  <a:lnTo>
                    <a:pt x="1248" y="19957"/>
                  </a:lnTo>
                  <a:lnTo>
                    <a:pt x="2442" y="20155"/>
                  </a:lnTo>
                  <a:lnTo>
                    <a:pt x="3477" y="20444"/>
                  </a:lnTo>
                  <a:lnTo>
                    <a:pt x="4603" y="19965"/>
                  </a:lnTo>
                  <a:lnTo>
                    <a:pt x="5653" y="19234"/>
                  </a:lnTo>
                  <a:lnTo>
                    <a:pt x="6285" y="18299"/>
                  </a:lnTo>
                  <a:lnTo>
                    <a:pt x="7137" y="15795"/>
                  </a:lnTo>
                  <a:lnTo>
                    <a:pt x="9861" y="14958"/>
                  </a:lnTo>
                  <a:lnTo>
                    <a:pt x="11466" y="13422"/>
                  </a:lnTo>
                  <a:lnTo>
                    <a:pt x="12995" y="11040"/>
                  </a:lnTo>
                  <a:lnTo>
                    <a:pt x="13696" y="9366"/>
                  </a:lnTo>
                  <a:lnTo>
                    <a:pt x="14327" y="8529"/>
                  </a:lnTo>
                  <a:lnTo>
                    <a:pt x="14723" y="7806"/>
                  </a:lnTo>
                  <a:lnTo>
                    <a:pt x="15019" y="7015"/>
                  </a:lnTo>
                  <a:lnTo>
                    <a:pt x="15704" y="6285"/>
                  </a:lnTo>
                  <a:lnTo>
                    <a:pt x="16419" y="4512"/>
                  </a:lnTo>
                  <a:lnTo>
                    <a:pt x="16906" y="2899"/>
                  </a:lnTo>
                  <a:lnTo>
                    <a:pt x="18474" y="2123"/>
                  </a:lnTo>
                  <a:lnTo>
                    <a:pt x="21684" y="1438"/>
                  </a:lnTo>
                  <a:lnTo>
                    <a:pt x="24576" y="2610"/>
                  </a:lnTo>
                  <a:lnTo>
                    <a:pt x="29263" y="1590"/>
                  </a:lnTo>
                  <a:lnTo>
                    <a:pt x="29514" y="76"/>
                  </a:lnTo>
                  <a:lnTo>
                    <a:pt x="33805" y="53"/>
                  </a:lnTo>
                  <a:lnTo>
                    <a:pt x="38888" y="23"/>
                  </a:lnTo>
                  <a:lnTo>
                    <a:pt x="43118" y="0"/>
                  </a:lnTo>
                  <a:lnTo>
                    <a:pt x="44571" y="403"/>
                  </a:lnTo>
                  <a:lnTo>
                    <a:pt x="45096" y="1529"/>
                  </a:lnTo>
                  <a:lnTo>
                    <a:pt x="46488" y="3295"/>
                  </a:lnTo>
                  <a:lnTo>
                    <a:pt x="47942" y="4519"/>
                  </a:lnTo>
                  <a:lnTo>
                    <a:pt x="49745" y="7205"/>
                  </a:lnTo>
                  <a:lnTo>
                    <a:pt x="51845" y="10332"/>
                  </a:lnTo>
                  <a:lnTo>
                    <a:pt x="54112" y="13155"/>
                  </a:lnTo>
                  <a:lnTo>
                    <a:pt x="55565" y="14684"/>
                  </a:lnTo>
                  <a:lnTo>
                    <a:pt x="55733" y="15217"/>
                  </a:lnTo>
                  <a:lnTo>
                    <a:pt x="55626" y="15826"/>
                  </a:lnTo>
                  <a:lnTo>
                    <a:pt x="54903" y="17256"/>
                  </a:lnTo>
                  <a:lnTo>
                    <a:pt x="54287" y="18808"/>
                  </a:lnTo>
                  <a:lnTo>
                    <a:pt x="54348" y="19394"/>
                  </a:lnTo>
                  <a:lnTo>
                    <a:pt x="54782" y="19683"/>
                  </a:lnTo>
                  <a:lnTo>
                    <a:pt x="57156" y="20163"/>
                  </a:lnTo>
                  <a:lnTo>
                    <a:pt x="57369" y="21890"/>
                  </a:lnTo>
                  <a:lnTo>
                    <a:pt x="57369" y="24279"/>
                  </a:lnTo>
                  <a:lnTo>
                    <a:pt x="58518" y="26508"/>
                  </a:lnTo>
                  <a:lnTo>
                    <a:pt x="59613" y="28144"/>
                  </a:lnTo>
                  <a:lnTo>
                    <a:pt x="59560" y="28730"/>
                  </a:lnTo>
                  <a:lnTo>
                    <a:pt x="56882" y="31522"/>
                  </a:lnTo>
                  <a:lnTo>
                    <a:pt x="55839" y="34299"/>
                  </a:lnTo>
                  <a:lnTo>
                    <a:pt x="55307" y="35083"/>
                  </a:lnTo>
                  <a:lnTo>
                    <a:pt x="55094" y="35707"/>
                  </a:lnTo>
                  <a:lnTo>
                    <a:pt x="55626" y="36004"/>
                  </a:lnTo>
                  <a:lnTo>
                    <a:pt x="56364" y="35821"/>
                  </a:lnTo>
                  <a:lnTo>
                    <a:pt x="57399" y="36049"/>
                  </a:lnTo>
                  <a:lnTo>
                    <a:pt x="58388" y="36133"/>
                  </a:lnTo>
                  <a:lnTo>
                    <a:pt x="59697" y="35136"/>
                  </a:lnTo>
                  <a:lnTo>
                    <a:pt x="61881" y="32587"/>
                  </a:lnTo>
                  <a:lnTo>
                    <a:pt x="62611" y="32276"/>
                  </a:lnTo>
                  <a:lnTo>
                    <a:pt x="64239" y="32549"/>
                  </a:lnTo>
                  <a:close/>
                  <a:moveTo>
                    <a:pt x="16343" y="55017"/>
                  </a:moveTo>
                  <a:lnTo>
                    <a:pt x="16031" y="55573"/>
                  </a:lnTo>
                  <a:lnTo>
                    <a:pt x="14609" y="54196"/>
                  </a:lnTo>
                  <a:lnTo>
                    <a:pt x="7251" y="52134"/>
                  </a:lnTo>
                  <a:lnTo>
                    <a:pt x="9328" y="51038"/>
                  </a:lnTo>
                  <a:lnTo>
                    <a:pt x="14433" y="50711"/>
                  </a:lnTo>
                  <a:lnTo>
                    <a:pt x="15955" y="51350"/>
                  </a:lnTo>
                  <a:lnTo>
                    <a:pt x="16632" y="51883"/>
                  </a:lnTo>
                  <a:lnTo>
                    <a:pt x="16884" y="52895"/>
                  </a:lnTo>
                  <a:lnTo>
                    <a:pt x="16343" y="5501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17" name="Freeform: Shape 2316">
              <a:extLst>
                <a:ext uri="{FF2B5EF4-FFF2-40B4-BE49-F238E27FC236}">
                  <a16:creationId xmlns:a16="http://schemas.microsoft.com/office/drawing/2014/main" id="{F5CF276A-4211-E6BD-A601-607649DBEE71}"/>
                </a:ext>
              </a:extLst>
            </p:cNvPr>
            <p:cNvSpPr/>
            <p:nvPr/>
          </p:nvSpPr>
          <p:spPr>
            <a:xfrm>
              <a:off x="9838579" y="3961865"/>
              <a:ext cx="2518" cy="2830"/>
            </a:xfrm>
            <a:custGeom>
              <a:avLst/>
              <a:gdLst>
                <a:gd name="csX0" fmla="*/ 1887 w 2518"/>
                <a:gd name="csY0" fmla="*/ 2610 h 2830"/>
                <a:gd name="csX1" fmla="*/ 631 w 2518"/>
                <a:gd name="csY1" fmla="*/ 2830 h 2830"/>
                <a:gd name="csX2" fmla="*/ 0 w 2518"/>
                <a:gd name="csY2" fmla="*/ 1628 h 2830"/>
                <a:gd name="csX3" fmla="*/ 943 w 2518"/>
                <a:gd name="csY3" fmla="*/ 221 h 2830"/>
                <a:gd name="csX4" fmla="*/ 2282 w 2518"/>
                <a:gd name="csY4" fmla="*/ 0 h 2830"/>
                <a:gd name="csX5" fmla="*/ 2518 w 2518"/>
                <a:gd name="csY5" fmla="*/ 1088 h 2830"/>
              </a:gdLst>
              <a:ahLst/>
              <a:cxnLst>
                <a:cxn ang="0">
                  <a:pos x="csX0" y="csY0"/>
                </a:cxn>
                <a:cxn ang="0">
                  <a:pos x="csX1" y="csY1"/>
                </a:cxn>
                <a:cxn ang="0">
                  <a:pos x="csX2" y="csY2"/>
                </a:cxn>
                <a:cxn ang="0">
                  <a:pos x="csX3" y="csY3"/>
                </a:cxn>
                <a:cxn ang="0">
                  <a:pos x="csX4" y="csY4"/>
                </a:cxn>
                <a:cxn ang="0">
                  <a:pos x="csX5" y="csY5"/>
                </a:cxn>
              </a:cxnLst>
              <a:rect l="l" t="t" r="r" b="b"/>
              <a:pathLst>
                <a:path w="2518" h="2830">
                  <a:moveTo>
                    <a:pt x="1887" y="2610"/>
                  </a:moveTo>
                  <a:lnTo>
                    <a:pt x="631" y="2830"/>
                  </a:lnTo>
                  <a:lnTo>
                    <a:pt x="0" y="1628"/>
                  </a:lnTo>
                  <a:lnTo>
                    <a:pt x="943" y="221"/>
                  </a:lnTo>
                  <a:lnTo>
                    <a:pt x="2282" y="0"/>
                  </a:lnTo>
                  <a:lnTo>
                    <a:pt x="2518" y="1088"/>
                  </a:lnTo>
                  <a:close/>
                </a:path>
              </a:pathLst>
            </a:custGeom>
            <a:solidFill>
              <a:srgbClr val="2562E8"/>
            </a:solidFill>
            <a:ln w="6168" cap="flat">
              <a:solidFill>
                <a:srgbClr val="2562E8"/>
              </a:solidFill>
              <a:prstDash val="solid"/>
              <a:miter/>
            </a:ln>
          </p:spPr>
          <p:txBody>
            <a:bodyPr/>
            <a:lstStyle/>
            <a:p>
              <a:endParaRPr lang="en-US"/>
            </a:p>
          </p:txBody>
        </p:sp>
        <p:sp>
          <p:nvSpPr>
            <p:cNvPr id="2318" name="Freeform: Shape 2317">
              <a:extLst>
                <a:ext uri="{FF2B5EF4-FFF2-40B4-BE49-F238E27FC236}">
                  <a16:creationId xmlns:a16="http://schemas.microsoft.com/office/drawing/2014/main" id="{9166AE08-D478-BD1C-E34E-E82B8110DF76}"/>
                </a:ext>
              </a:extLst>
            </p:cNvPr>
            <p:cNvSpPr/>
            <p:nvPr/>
          </p:nvSpPr>
          <p:spPr>
            <a:xfrm>
              <a:off x="9199421" y="4645311"/>
              <a:ext cx="131392" cy="95388"/>
            </a:xfrm>
            <a:custGeom>
              <a:avLst/>
              <a:gdLst>
                <a:gd name="csX0" fmla="*/ 112211 w 131392"/>
                <a:gd name="csY0" fmla="*/ 41231 h 95388"/>
                <a:gd name="csX1" fmla="*/ 114220 w 131392"/>
                <a:gd name="csY1" fmla="*/ 44753 h 95388"/>
                <a:gd name="csX2" fmla="*/ 113786 w 131392"/>
                <a:gd name="csY2" fmla="*/ 46450 h 95388"/>
                <a:gd name="csX3" fmla="*/ 113330 w 131392"/>
                <a:gd name="csY3" fmla="*/ 48915 h 95388"/>
                <a:gd name="csX4" fmla="*/ 114463 w 131392"/>
                <a:gd name="csY4" fmla="*/ 50711 h 95388"/>
                <a:gd name="csX5" fmla="*/ 115795 w 131392"/>
                <a:gd name="csY5" fmla="*/ 51875 h 95388"/>
                <a:gd name="csX6" fmla="*/ 116746 w 131392"/>
                <a:gd name="csY6" fmla="*/ 52956 h 95388"/>
                <a:gd name="csX7" fmla="*/ 117796 w 131392"/>
                <a:gd name="csY7" fmla="*/ 54432 h 95388"/>
                <a:gd name="csX8" fmla="*/ 117963 w 131392"/>
                <a:gd name="csY8" fmla="*/ 57384 h 95388"/>
                <a:gd name="csX9" fmla="*/ 117773 w 131392"/>
                <a:gd name="csY9" fmla="*/ 59506 h 95388"/>
                <a:gd name="csX10" fmla="*/ 118458 w 131392"/>
                <a:gd name="csY10" fmla="*/ 60465 h 95388"/>
                <a:gd name="csX11" fmla="*/ 119036 w 131392"/>
                <a:gd name="csY11" fmla="*/ 61683 h 95388"/>
                <a:gd name="csX12" fmla="*/ 118922 w 131392"/>
                <a:gd name="csY12" fmla="*/ 62687 h 95388"/>
                <a:gd name="csX13" fmla="*/ 118541 w 131392"/>
                <a:gd name="csY13" fmla="*/ 63585 h 95388"/>
                <a:gd name="csX14" fmla="*/ 117263 w 131392"/>
                <a:gd name="csY14" fmla="*/ 64772 h 95388"/>
                <a:gd name="csX15" fmla="*/ 117050 w 131392"/>
                <a:gd name="csY15" fmla="*/ 66971 h 95388"/>
                <a:gd name="csX16" fmla="*/ 119120 w 131392"/>
                <a:gd name="csY16" fmla="*/ 69634 h 95388"/>
                <a:gd name="csX17" fmla="*/ 120451 w 131392"/>
                <a:gd name="csY17" fmla="*/ 71087 h 95388"/>
                <a:gd name="csX18" fmla="*/ 120444 w 131392"/>
                <a:gd name="csY18" fmla="*/ 71916 h 95388"/>
                <a:gd name="csX19" fmla="*/ 120816 w 131392"/>
                <a:gd name="csY19" fmla="*/ 72829 h 95388"/>
                <a:gd name="csX20" fmla="*/ 121798 w 131392"/>
                <a:gd name="csY20" fmla="*/ 73894 h 95388"/>
                <a:gd name="csX21" fmla="*/ 122407 w 131392"/>
                <a:gd name="csY21" fmla="*/ 73643 h 95388"/>
                <a:gd name="csX22" fmla="*/ 123069 w 131392"/>
                <a:gd name="csY22" fmla="*/ 72776 h 95388"/>
                <a:gd name="csX23" fmla="*/ 123365 w 131392"/>
                <a:gd name="csY23" fmla="*/ 72175 h 95388"/>
                <a:gd name="csX24" fmla="*/ 125161 w 131392"/>
                <a:gd name="csY24" fmla="*/ 72441 h 95388"/>
                <a:gd name="csX25" fmla="*/ 125998 w 131392"/>
                <a:gd name="csY25" fmla="*/ 72715 h 95388"/>
                <a:gd name="csX26" fmla="*/ 127147 w 131392"/>
                <a:gd name="csY26" fmla="*/ 74457 h 95388"/>
                <a:gd name="csX27" fmla="*/ 127565 w 131392"/>
                <a:gd name="csY27" fmla="*/ 75614 h 95388"/>
                <a:gd name="csX28" fmla="*/ 127839 w 131392"/>
                <a:gd name="csY28" fmla="*/ 77067 h 95388"/>
                <a:gd name="csX29" fmla="*/ 129034 w 131392"/>
                <a:gd name="csY29" fmla="*/ 78878 h 95388"/>
                <a:gd name="csX30" fmla="*/ 130076 w 131392"/>
                <a:gd name="csY30" fmla="*/ 80156 h 95388"/>
                <a:gd name="csX31" fmla="*/ 130289 w 131392"/>
                <a:gd name="csY31" fmla="*/ 80955 h 95388"/>
                <a:gd name="csX32" fmla="*/ 131217 w 131392"/>
                <a:gd name="csY32" fmla="*/ 82036 h 95388"/>
                <a:gd name="csX33" fmla="*/ 130647 w 131392"/>
                <a:gd name="csY33" fmla="*/ 84432 h 95388"/>
                <a:gd name="csX34" fmla="*/ 130707 w 131392"/>
                <a:gd name="csY34" fmla="*/ 85657 h 95388"/>
                <a:gd name="csX35" fmla="*/ 130076 w 131392"/>
                <a:gd name="csY35" fmla="*/ 88876 h 95388"/>
                <a:gd name="csX36" fmla="*/ 129931 w 131392"/>
                <a:gd name="csY36" fmla="*/ 90397 h 95388"/>
                <a:gd name="csX37" fmla="*/ 129977 w 131392"/>
                <a:gd name="csY37" fmla="*/ 90953 h 95388"/>
                <a:gd name="csX38" fmla="*/ 131392 w 131392"/>
                <a:gd name="csY38" fmla="*/ 92102 h 95388"/>
                <a:gd name="csX39" fmla="*/ 131240 w 131392"/>
                <a:gd name="csY39" fmla="*/ 93722 h 95388"/>
                <a:gd name="csX40" fmla="*/ 129802 w 131392"/>
                <a:gd name="csY40" fmla="*/ 93441 h 95388"/>
                <a:gd name="csX41" fmla="*/ 127307 w 131392"/>
                <a:gd name="csY41" fmla="*/ 93251 h 95388"/>
                <a:gd name="csX42" fmla="*/ 122308 w 131392"/>
                <a:gd name="csY42" fmla="*/ 94095 h 95388"/>
                <a:gd name="csX43" fmla="*/ 120581 w 131392"/>
                <a:gd name="csY43" fmla="*/ 93753 h 95388"/>
                <a:gd name="csX44" fmla="*/ 117301 w 131392"/>
                <a:gd name="csY44" fmla="*/ 93867 h 95388"/>
                <a:gd name="csX45" fmla="*/ 114958 w 131392"/>
                <a:gd name="csY45" fmla="*/ 94331 h 95388"/>
                <a:gd name="csX46" fmla="*/ 111990 w 131392"/>
                <a:gd name="csY46" fmla="*/ 95388 h 95388"/>
                <a:gd name="csX47" fmla="*/ 109685 w 131392"/>
                <a:gd name="csY47" fmla="*/ 95122 h 95388"/>
                <a:gd name="csX48" fmla="*/ 108437 w 131392"/>
                <a:gd name="csY48" fmla="*/ 94293 h 95388"/>
                <a:gd name="csX49" fmla="*/ 106794 w 131392"/>
                <a:gd name="csY49" fmla="*/ 94354 h 95388"/>
                <a:gd name="csX50" fmla="*/ 104945 w 131392"/>
                <a:gd name="csY50" fmla="*/ 93905 h 95388"/>
                <a:gd name="csX51" fmla="*/ 102982 w 131392"/>
                <a:gd name="csY51" fmla="*/ 93098 h 95388"/>
                <a:gd name="csX52" fmla="*/ 101179 w 131392"/>
                <a:gd name="csY52" fmla="*/ 92695 h 95388"/>
                <a:gd name="csX53" fmla="*/ 99239 w 131392"/>
                <a:gd name="csY53" fmla="*/ 91211 h 95388"/>
                <a:gd name="csX54" fmla="*/ 98333 w 131392"/>
                <a:gd name="csY54" fmla="*/ 90953 h 95388"/>
                <a:gd name="csX55" fmla="*/ 97694 w 131392"/>
                <a:gd name="csY55" fmla="*/ 91341 h 95388"/>
                <a:gd name="csX56" fmla="*/ 97154 w 131392"/>
                <a:gd name="csY56" fmla="*/ 91828 h 95388"/>
                <a:gd name="csX57" fmla="*/ 96598 w 131392"/>
                <a:gd name="csY57" fmla="*/ 92132 h 95388"/>
                <a:gd name="csX58" fmla="*/ 95541 w 131392"/>
                <a:gd name="csY58" fmla="*/ 91866 h 95388"/>
                <a:gd name="csX59" fmla="*/ 95145 w 131392"/>
                <a:gd name="csY59" fmla="*/ 90861 h 95388"/>
                <a:gd name="csX60" fmla="*/ 95480 w 131392"/>
                <a:gd name="csY60" fmla="*/ 89887 h 95388"/>
                <a:gd name="csX61" fmla="*/ 95571 w 131392"/>
                <a:gd name="csY61" fmla="*/ 89150 h 95388"/>
                <a:gd name="csX62" fmla="*/ 95077 w 131392"/>
                <a:gd name="csY62" fmla="*/ 88746 h 95388"/>
                <a:gd name="csX63" fmla="*/ 93897 w 131392"/>
                <a:gd name="csY63" fmla="*/ 88617 h 95388"/>
                <a:gd name="csX64" fmla="*/ 91980 w 131392"/>
                <a:gd name="csY64" fmla="*/ 88617 h 95388"/>
                <a:gd name="csX65" fmla="*/ 88891 w 131392"/>
                <a:gd name="csY65" fmla="*/ 88313 h 95388"/>
                <a:gd name="csX66" fmla="*/ 88191 w 131392"/>
                <a:gd name="csY66" fmla="*/ 88122 h 95388"/>
                <a:gd name="csX67" fmla="*/ 81275 w 131392"/>
                <a:gd name="csY67" fmla="*/ 87871 h 95388"/>
                <a:gd name="csX68" fmla="*/ 74115 w 131392"/>
                <a:gd name="csY68" fmla="*/ 87841 h 95388"/>
                <a:gd name="csX69" fmla="*/ 68043 w 131392"/>
                <a:gd name="csY69" fmla="*/ 87818 h 95388"/>
                <a:gd name="csX70" fmla="*/ 60374 w 131392"/>
                <a:gd name="csY70" fmla="*/ 87780 h 95388"/>
                <a:gd name="csX71" fmla="*/ 54987 w 131392"/>
                <a:gd name="csY71" fmla="*/ 87757 h 95388"/>
                <a:gd name="csX72" fmla="*/ 49958 w 131392"/>
                <a:gd name="csY72" fmla="*/ 87734 h 95388"/>
                <a:gd name="csX73" fmla="*/ 46077 w 131392"/>
                <a:gd name="csY73" fmla="*/ 89720 h 95388"/>
                <a:gd name="csX74" fmla="*/ 41870 w 131392"/>
                <a:gd name="csY74" fmla="*/ 91858 h 95388"/>
                <a:gd name="csX75" fmla="*/ 36217 w 131392"/>
                <a:gd name="csY75" fmla="*/ 92999 h 95388"/>
                <a:gd name="csX76" fmla="*/ 29711 w 131392"/>
                <a:gd name="csY76" fmla="*/ 92573 h 95388"/>
                <a:gd name="csX77" fmla="*/ 27634 w 131392"/>
                <a:gd name="csY77" fmla="*/ 92885 h 95388"/>
                <a:gd name="csX78" fmla="*/ 25481 w 131392"/>
                <a:gd name="csY78" fmla="*/ 93836 h 95388"/>
                <a:gd name="csX79" fmla="*/ 23898 w 131392"/>
                <a:gd name="csY79" fmla="*/ 94521 h 95388"/>
                <a:gd name="csX80" fmla="*/ 21661 w 131392"/>
                <a:gd name="csY80" fmla="*/ 94940 h 95388"/>
                <a:gd name="csX81" fmla="*/ 18763 w 131392"/>
                <a:gd name="csY81" fmla="*/ 94597 h 95388"/>
                <a:gd name="csX82" fmla="*/ 17591 w 131392"/>
                <a:gd name="csY82" fmla="*/ 94803 h 95388"/>
                <a:gd name="csX83" fmla="*/ 16868 w 131392"/>
                <a:gd name="csY83" fmla="*/ 93829 h 95388"/>
                <a:gd name="csX84" fmla="*/ 16031 w 131392"/>
                <a:gd name="csY84" fmla="*/ 92246 h 95388"/>
                <a:gd name="csX85" fmla="*/ 16556 w 131392"/>
                <a:gd name="csY85" fmla="*/ 91090 h 95388"/>
                <a:gd name="csX86" fmla="*/ 18321 w 131392"/>
                <a:gd name="csY86" fmla="*/ 90344 h 95388"/>
                <a:gd name="csX87" fmla="*/ 20977 w 131392"/>
                <a:gd name="csY87" fmla="*/ 89370 h 95388"/>
                <a:gd name="csX88" fmla="*/ 22369 w 131392"/>
                <a:gd name="csY88" fmla="*/ 89872 h 95388"/>
                <a:gd name="csX89" fmla="*/ 23183 w 131392"/>
                <a:gd name="csY89" fmla="*/ 89895 h 95388"/>
                <a:gd name="csX90" fmla="*/ 23335 w 131392"/>
                <a:gd name="csY90" fmla="*/ 89271 h 95388"/>
                <a:gd name="csX91" fmla="*/ 23077 w 131392"/>
                <a:gd name="csY91" fmla="*/ 88936 h 95388"/>
                <a:gd name="csX92" fmla="*/ 21068 w 131392"/>
                <a:gd name="csY92" fmla="*/ 88092 h 95388"/>
                <a:gd name="csX93" fmla="*/ 20033 w 131392"/>
                <a:gd name="csY93" fmla="*/ 86973 h 95388"/>
                <a:gd name="csX94" fmla="*/ 19174 w 131392"/>
                <a:gd name="csY94" fmla="*/ 87628 h 95388"/>
                <a:gd name="csX95" fmla="*/ 18428 w 131392"/>
                <a:gd name="csY95" fmla="*/ 88997 h 95388"/>
                <a:gd name="csX96" fmla="*/ 17812 w 131392"/>
                <a:gd name="csY96" fmla="*/ 89408 h 95388"/>
                <a:gd name="csX97" fmla="*/ 16906 w 131392"/>
                <a:gd name="csY97" fmla="*/ 89789 h 95388"/>
                <a:gd name="csX98" fmla="*/ 16396 w 131392"/>
                <a:gd name="csY98" fmla="*/ 88860 h 95388"/>
                <a:gd name="csX99" fmla="*/ 16168 w 131392"/>
                <a:gd name="csY99" fmla="*/ 87955 h 95388"/>
                <a:gd name="csX100" fmla="*/ 16587 w 131392"/>
                <a:gd name="csY100" fmla="*/ 87247 h 95388"/>
                <a:gd name="csX101" fmla="*/ 16374 w 131392"/>
                <a:gd name="csY101" fmla="*/ 83314 h 95388"/>
                <a:gd name="csX102" fmla="*/ 16617 w 131392"/>
                <a:gd name="csY102" fmla="*/ 81214 h 95388"/>
                <a:gd name="csX103" fmla="*/ 16488 w 131392"/>
                <a:gd name="csY103" fmla="*/ 79380 h 95388"/>
                <a:gd name="csX104" fmla="*/ 17743 w 131392"/>
                <a:gd name="csY104" fmla="*/ 78170 h 95388"/>
                <a:gd name="csX105" fmla="*/ 18938 w 131392"/>
                <a:gd name="csY105" fmla="*/ 77417 h 95388"/>
                <a:gd name="csX106" fmla="*/ 23587 w 131392"/>
                <a:gd name="csY106" fmla="*/ 77348 h 95388"/>
                <a:gd name="csX107" fmla="*/ 27916 w 131392"/>
                <a:gd name="csY107" fmla="*/ 77280 h 95388"/>
                <a:gd name="csX108" fmla="*/ 32085 w 131392"/>
                <a:gd name="csY108" fmla="*/ 77326 h 95388"/>
                <a:gd name="csX109" fmla="*/ 36331 w 131392"/>
                <a:gd name="csY109" fmla="*/ 77364 h 95388"/>
                <a:gd name="csX110" fmla="*/ 36749 w 131392"/>
                <a:gd name="csY110" fmla="*/ 73689 h 95388"/>
                <a:gd name="csX111" fmla="*/ 38096 w 131392"/>
                <a:gd name="csY111" fmla="*/ 73400 h 95388"/>
                <a:gd name="csX112" fmla="*/ 40105 w 131392"/>
                <a:gd name="csY112" fmla="*/ 73019 h 95388"/>
                <a:gd name="csX113" fmla="*/ 43856 w 131392"/>
                <a:gd name="csY113" fmla="*/ 72570 h 95388"/>
                <a:gd name="csX114" fmla="*/ 48033 w 131392"/>
                <a:gd name="csY114" fmla="*/ 72144 h 95388"/>
                <a:gd name="csX115" fmla="*/ 48923 w 131392"/>
                <a:gd name="csY115" fmla="*/ 71421 h 95388"/>
                <a:gd name="csX116" fmla="*/ 49615 w 131392"/>
                <a:gd name="csY116" fmla="*/ 70204 h 95388"/>
                <a:gd name="csX117" fmla="*/ 50049 w 131392"/>
                <a:gd name="csY117" fmla="*/ 69109 h 95388"/>
                <a:gd name="csX118" fmla="*/ 50916 w 131392"/>
                <a:gd name="csY118" fmla="*/ 68644 h 95388"/>
                <a:gd name="csX119" fmla="*/ 52088 w 131392"/>
                <a:gd name="csY119" fmla="*/ 69010 h 95388"/>
                <a:gd name="csX120" fmla="*/ 53618 w 131392"/>
                <a:gd name="csY120" fmla="*/ 69588 h 95388"/>
                <a:gd name="csX121" fmla="*/ 55208 w 131392"/>
                <a:gd name="csY121" fmla="*/ 70470 h 95388"/>
                <a:gd name="csX122" fmla="*/ 57026 w 131392"/>
                <a:gd name="csY122" fmla="*/ 71292 h 95388"/>
                <a:gd name="csX123" fmla="*/ 58236 w 131392"/>
                <a:gd name="csY123" fmla="*/ 71817 h 95388"/>
                <a:gd name="csX124" fmla="*/ 61150 w 131392"/>
                <a:gd name="csY124" fmla="*/ 73111 h 95388"/>
                <a:gd name="csX125" fmla="*/ 66134 w 131392"/>
                <a:gd name="csY125" fmla="*/ 74914 h 95388"/>
                <a:gd name="csX126" fmla="*/ 70227 w 131392"/>
                <a:gd name="csY126" fmla="*/ 75637 h 95388"/>
                <a:gd name="csX127" fmla="*/ 75180 w 131392"/>
                <a:gd name="csY127" fmla="*/ 74313 h 95388"/>
                <a:gd name="csX128" fmla="*/ 78756 w 131392"/>
                <a:gd name="csY128" fmla="*/ 73468 h 95388"/>
                <a:gd name="csX129" fmla="*/ 79198 w 131392"/>
                <a:gd name="csY129" fmla="*/ 71886 h 95388"/>
                <a:gd name="csX130" fmla="*/ 78642 w 131392"/>
                <a:gd name="csY130" fmla="*/ 70341 h 95388"/>
                <a:gd name="csX131" fmla="*/ 75979 w 131392"/>
                <a:gd name="csY131" fmla="*/ 68926 h 95388"/>
                <a:gd name="csX132" fmla="*/ 72357 w 131392"/>
                <a:gd name="csY132" fmla="*/ 69086 h 95388"/>
                <a:gd name="csX133" fmla="*/ 71247 w 131392"/>
                <a:gd name="csY133" fmla="*/ 69466 h 95388"/>
                <a:gd name="csX134" fmla="*/ 69558 w 131392"/>
                <a:gd name="csY134" fmla="*/ 69938 h 95388"/>
                <a:gd name="csX135" fmla="*/ 68546 w 131392"/>
                <a:gd name="csY135" fmla="*/ 70121 h 95388"/>
                <a:gd name="csX136" fmla="*/ 66841 w 131392"/>
                <a:gd name="csY136" fmla="*/ 69793 h 95388"/>
                <a:gd name="csX137" fmla="*/ 64673 w 131392"/>
                <a:gd name="csY137" fmla="*/ 68568 h 95388"/>
                <a:gd name="csX138" fmla="*/ 63311 w 131392"/>
                <a:gd name="csY138" fmla="*/ 67336 h 95388"/>
                <a:gd name="csX139" fmla="*/ 61401 w 131392"/>
                <a:gd name="csY139" fmla="*/ 66765 h 95388"/>
                <a:gd name="csX140" fmla="*/ 59141 w 131392"/>
                <a:gd name="csY140" fmla="*/ 66179 h 95388"/>
                <a:gd name="csX141" fmla="*/ 55512 w 131392"/>
                <a:gd name="csY141" fmla="*/ 63646 h 95388"/>
                <a:gd name="csX142" fmla="*/ 53625 w 131392"/>
                <a:gd name="csY142" fmla="*/ 63189 h 95388"/>
                <a:gd name="csX143" fmla="*/ 51829 w 131392"/>
                <a:gd name="csY143" fmla="*/ 63060 h 95388"/>
                <a:gd name="csX144" fmla="*/ 48390 w 131392"/>
                <a:gd name="csY144" fmla="*/ 63562 h 95388"/>
                <a:gd name="csX145" fmla="*/ 45028 w 131392"/>
                <a:gd name="csY145" fmla="*/ 64916 h 95388"/>
                <a:gd name="csX146" fmla="*/ 43262 w 131392"/>
                <a:gd name="csY146" fmla="*/ 67990 h 95388"/>
                <a:gd name="csX147" fmla="*/ 39899 w 131392"/>
                <a:gd name="csY147" fmla="*/ 67944 h 95388"/>
                <a:gd name="csX148" fmla="*/ 32755 w 131392"/>
                <a:gd name="csY148" fmla="*/ 67853 h 95388"/>
                <a:gd name="csX149" fmla="*/ 26196 w 131392"/>
                <a:gd name="csY149" fmla="*/ 67762 h 95388"/>
                <a:gd name="csX150" fmla="*/ 20787 w 131392"/>
                <a:gd name="csY150" fmla="*/ 67967 h 95388"/>
                <a:gd name="csX151" fmla="*/ 20239 w 131392"/>
                <a:gd name="csY151" fmla="*/ 65738 h 95388"/>
                <a:gd name="csX152" fmla="*/ 18961 w 131392"/>
                <a:gd name="csY152" fmla="*/ 63958 h 95388"/>
                <a:gd name="csX153" fmla="*/ 16876 w 131392"/>
                <a:gd name="csY153" fmla="*/ 62443 h 95388"/>
                <a:gd name="csX154" fmla="*/ 16419 w 131392"/>
                <a:gd name="csY154" fmla="*/ 61028 h 95388"/>
                <a:gd name="csX155" fmla="*/ 17119 w 131392"/>
                <a:gd name="csY155" fmla="*/ 59796 h 95388"/>
                <a:gd name="csX156" fmla="*/ 19135 w 131392"/>
                <a:gd name="csY156" fmla="*/ 58791 h 95388"/>
                <a:gd name="csX157" fmla="*/ 19592 w 131392"/>
                <a:gd name="csY157" fmla="*/ 58061 h 95388"/>
                <a:gd name="csX158" fmla="*/ 18535 w 131392"/>
                <a:gd name="csY158" fmla="*/ 58175 h 95388"/>
                <a:gd name="csX159" fmla="*/ 16944 w 131392"/>
                <a:gd name="csY159" fmla="*/ 58829 h 95388"/>
                <a:gd name="csX160" fmla="*/ 15887 w 131392"/>
                <a:gd name="csY160" fmla="*/ 58860 h 95388"/>
                <a:gd name="csX161" fmla="*/ 15757 w 131392"/>
                <a:gd name="csY161" fmla="*/ 56912 h 95388"/>
                <a:gd name="csX162" fmla="*/ 13992 w 131392"/>
                <a:gd name="csY162" fmla="*/ 54393 h 95388"/>
                <a:gd name="csX163" fmla="*/ 11999 w 131392"/>
                <a:gd name="csY163" fmla="*/ 50125 h 95388"/>
                <a:gd name="csX164" fmla="*/ 9747 w 131392"/>
                <a:gd name="csY164" fmla="*/ 48383 h 95388"/>
                <a:gd name="csX165" fmla="*/ 7852 w 131392"/>
                <a:gd name="csY165" fmla="*/ 44921 h 95388"/>
                <a:gd name="csX166" fmla="*/ 5874 w 131392"/>
                <a:gd name="csY166" fmla="*/ 43597 h 95388"/>
                <a:gd name="csX167" fmla="*/ 4055 w 131392"/>
                <a:gd name="csY167" fmla="*/ 42981 h 95388"/>
                <a:gd name="csX168" fmla="*/ 2503 w 131392"/>
                <a:gd name="csY168" fmla="*/ 43103 h 95388"/>
                <a:gd name="csX169" fmla="*/ 1933 w 131392"/>
                <a:gd name="csY169" fmla="*/ 44685 h 95388"/>
                <a:gd name="csX170" fmla="*/ 0 w 131392"/>
                <a:gd name="csY170" fmla="*/ 42410 h 95388"/>
                <a:gd name="csX171" fmla="*/ 2640 w 131392"/>
                <a:gd name="csY171" fmla="*/ 41596 h 95388"/>
                <a:gd name="csX172" fmla="*/ 8293 w 131392"/>
                <a:gd name="csY172" fmla="*/ 38743 h 95388"/>
                <a:gd name="csX173" fmla="*/ 14783 w 131392"/>
                <a:gd name="csY173" fmla="*/ 30571 h 95388"/>
                <a:gd name="csX174" fmla="*/ 20604 w 131392"/>
                <a:gd name="csY174" fmla="*/ 20870 h 95388"/>
                <a:gd name="csX175" fmla="*/ 21357 w 131392"/>
                <a:gd name="csY175" fmla="*/ 18580 h 95388"/>
                <a:gd name="csX176" fmla="*/ 22072 w 131392"/>
                <a:gd name="csY176" fmla="*/ 16838 h 95388"/>
                <a:gd name="csX177" fmla="*/ 22537 w 131392"/>
                <a:gd name="csY177" fmla="*/ 12866 h 95388"/>
                <a:gd name="csX178" fmla="*/ 23373 w 131392"/>
                <a:gd name="csY178" fmla="*/ 10500 h 95388"/>
                <a:gd name="csX179" fmla="*/ 24157 w 131392"/>
                <a:gd name="csY179" fmla="*/ 10043 h 95388"/>
                <a:gd name="csX180" fmla="*/ 25146 w 131392"/>
                <a:gd name="csY180" fmla="*/ 8225 h 95388"/>
                <a:gd name="csX181" fmla="*/ 26333 w 131392"/>
                <a:gd name="csY181" fmla="*/ 5037 h 95388"/>
                <a:gd name="csX182" fmla="*/ 27688 w 131392"/>
                <a:gd name="csY182" fmla="*/ 3264 h 95388"/>
                <a:gd name="csX183" fmla="*/ 29194 w 131392"/>
                <a:gd name="csY183" fmla="*/ 2914 h 95388"/>
                <a:gd name="csX184" fmla="*/ 30373 w 131392"/>
                <a:gd name="csY184" fmla="*/ 3074 h 95388"/>
                <a:gd name="csX185" fmla="*/ 31210 w 131392"/>
                <a:gd name="csY185" fmla="*/ 3728 h 95388"/>
                <a:gd name="csX186" fmla="*/ 33668 w 131392"/>
                <a:gd name="csY186" fmla="*/ 4139 h 95388"/>
                <a:gd name="csX187" fmla="*/ 37738 w 131392"/>
                <a:gd name="csY187" fmla="*/ 4291 h 95388"/>
                <a:gd name="csX188" fmla="*/ 40888 w 131392"/>
                <a:gd name="csY188" fmla="*/ 3812 h 95388"/>
                <a:gd name="csX189" fmla="*/ 43110 w 131392"/>
                <a:gd name="csY189" fmla="*/ 2709 h 95388"/>
                <a:gd name="csX190" fmla="*/ 46032 w 131392"/>
                <a:gd name="csY190" fmla="*/ 2146 h 95388"/>
                <a:gd name="csX191" fmla="*/ 49646 w 131392"/>
                <a:gd name="csY191" fmla="*/ 2130 h 95388"/>
                <a:gd name="csX192" fmla="*/ 51556 w 131392"/>
                <a:gd name="csY192" fmla="*/ 1666 h 95388"/>
                <a:gd name="csX193" fmla="*/ 51738 w 131392"/>
                <a:gd name="csY193" fmla="*/ 753 h 95388"/>
                <a:gd name="csX194" fmla="*/ 52210 w 131392"/>
                <a:gd name="csY194" fmla="*/ 479 h 95388"/>
                <a:gd name="csX195" fmla="*/ 52963 w 131392"/>
                <a:gd name="csY195" fmla="*/ 837 h 95388"/>
                <a:gd name="csX196" fmla="*/ 53678 w 131392"/>
                <a:gd name="csY196" fmla="*/ 692 h 95388"/>
                <a:gd name="csX197" fmla="*/ 54340 w 131392"/>
                <a:gd name="csY197" fmla="*/ 38 h 95388"/>
                <a:gd name="csX198" fmla="*/ 55010 w 131392"/>
                <a:gd name="csY198" fmla="*/ 0 h 95388"/>
                <a:gd name="csX199" fmla="*/ 55672 w 131392"/>
                <a:gd name="csY199" fmla="*/ 563 h 95388"/>
                <a:gd name="csX200" fmla="*/ 58700 w 131392"/>
                <a:gd name="csY200" fmla="*/ 730 h 95388"/>
                <a:gd name="csX201" fmla="*/ 64102 w 131392"/>
                <a:gd name="csY201" fmla="*/ 510 h 95388"/>
                <a:gd name="csX202" fmla="*/ 69086 w 131392"/>
                <a:gd name="csY202" fmla="*/ 2184 h 95388"/>
                <a:gd name="csX203" fmla="*/ 73666 w 131392"/>
                <a:gd name="csY203" fmla="*/ 5752 h 95388"/>
                <a:gd name="csX204" fmla="*/ 76032 w 131392"/>
                <a:gd name="csY204" fmla="*/ 8134 h 95388"/>
                <a:gd name="csX205" fmla="*/ 76177 w 131392"/>
                <a:gd name="csY205" fmla="*/ 9328 h 95388"/>
                <a:gd name="csX206" fmla="*/ 76938 w 131392"/>
                <a:gd name="csY206" fmla="*/ 10530 h 95388"/>
                <a:gd name="csX207" fmla="*/ 78307 w 131392"/>
                <a:gd name="csY207" fmla="*/ 11740 h 95388"/>
                <a:gd name="csX208" fmla="*/ 79555 w 131392"/>
                <a:gd name="csY208" fmla="*/ 11961 h 95388"/>
                <a:gd name="csX209" fmla="*/ 80696 w 131392"/>
                <a:gd name="csY209" fmla="*/ 11200 h 95388"/>
                <a:gd name="csX210" fmla="*/ 81587 w 131392"/>
                <a:gd name="csY210" fmla="*/ 11284 h 95388"/>
                <a:gd name="csX211" fmla="*/ 82226 w 131392"/>
                <a:gd name="csY211" fmla="*/ 12212 h 95388"/>
                <a:gd name="csX212" fmla="*/ 83535 w 131392"/>
                <a:gd name="csY212" fmla="*/ 12402 h 95388"/>
                <a:gd name="csX213" fmla="*/ 84988 w 131392"/>
                <a:gd name="csY213" fmla="*/ 11831 h 95388"/>
                <a:gd name="csX214" fmla="*/ 86022 w 131392"/>
                <a:gd name="csY214" fmla="*/ 12029 h 95388"/>
                <a:gd name="csX215" fmla="*/ 86213 w 131392"/>
                <a:gd name="csY215" fmla="*/ 12577 h 95388"/>
                <a:gd name="csX216" fmla="*/ 86456 w 131392"/>
                <a:gd name="csY216" fmla="*/ 12874 h 95388"/>
                <a:gd name="csX217" fmla="*/ 87156 w 131392"/>
                <a:gd name="csY217" fmla="*/ 13003 h 95388"/>
                <a:gd name="csX218" fmla="*/ 88099 w 131392"/>
                <a:gd name="csY218" fmla="*/ 13703 h 95388"/>
                <a:gd name="csX219" fmla="*/ 89431 w 131392"/>
                <a:gd name="csY219" fmla="*/ 15597 h 95388"/>
                <a:gd name="csX220" fmla="*/ 90512 w 131392"/>
                <a:gd name="csY220" fmla="*/ 18238 h 95388"/>
                <a:gd name="csX221" fmla="*/ 91341 w 131392"/>
                <a:gd name="csY221" fmla="*/ 21624 h 95388"/>
                <a:gd name="csX222" fmla="*/ 92444 w 131392"/>
                <a:gd name="csY222" fmla="*/ 23465 h 95388"/>
                <a:gd name="csX223" fmla="*/ 93806 w 131392"/>
                <a:gd name="csY223" fmla="*/ 23761 h 95388"/>
                <a:gd name="csX224" fmla="*/ 94605 w 131392"/>
                <a:gd name="csY224" fmla="*/ 24454 h 95388"/>
                <a:gd name="csX225" fmla="*/ 94757 w 131392"/>
                <a:gd name="csY225" fmla="*/ 25260 h 95388"/>
                <a:gd name="csX226" fmla="*/ 95160 w 131392"/>
                <a:gd name="csY226" fmla="*/ 25808 h 95388"/>
                <a:gd name="csX227" fmla="*/ 95815 w 131392"/>
                <a:gd name="csY227" fmla="*/ 26113 h 95388"/>
                <a:gd name="csX228" fmla="*/ 96971 w 131392"/>
                <a:gd name="csY228" fmla="*/ 25930 h 95388"/>
                <a:gd name="csX229" fmla="*/ 98326 w 131392"/>
                <a:gd name="csY229" fmla="*/ 27071 h 95388"/>
                <a:gd name="csX230" fmla="*/ 99786 w 131392"/>
                <a:gd name="csY230" fmla="*/ 29552 h 95388"/>
                <a:gd name="csX231" fmla="*/ 100015 w 131392"/>
                <a:gd name="csY231" fmla="*/ 30662 h 95388"/>
                <a:gd name="csX232" fmla="*/ 99786 w 131392"/>
                <a:gd name="csY232" fmla="*/ 31264 h 95388"/>
                <a:gd name="csX233" fmla="*/ 99870 w 131392"/>
                <a:gd name="csY233" fmla="*/ 31705 h 95388"/>
                <a:gd name="csX234" fmla="*/ 100844 w 131392"/>
                <a:gd name="csY234" fmla="*/ 32123 h 95388"/>
                <a:gd name="csX235" fmla="*/ 101757 w 131392"/>
                <a:gd name="csY235" fmla="*/ 32930 h 95388"/>
                <a:gd name="csX236" fmla="*/ 102503 w 131392"/>
                <a:gd name="csY236" fmla="*/ 34147 h 95388"/>
                <a:gd name="csX237" fmla="*/ 104116 w 131392"/>
                <a:gd name="csY237" fmla="*/ 35228 h 95388"/>
                <a:gd name="csX238" fmla="*/ 106596 w 131392"/>
                <a:gd name="csY238" fmla="*/ 36179 h 95388"/>
                <a:gd name="csX239" fmla="*/ 108384 w 131392"/>
                <a:gd name="csY239" fmla="*/ 37594 h 95388"/>
                <a:gd name="csX240" fmla="*/ 109480 w 131392"/>
                <a:gd name="csY240" fmla="*/ 39473 h 95388"/>
                <a:gd name="csX241" fmla="*/ 111747 w 131392"/>
                <a:gd name="csY241" fmla="*/ 41056 h 953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Lst>
              <a:rect l="l" t="t" r="r" b="b"/>
              <a:pathLst>
                <a:path w="131392" h="95388">
                  <a:moveTo>
                    <a:pt x="112211" y="41231"/>
                  </a:moveTo>
                  <a:lnTo>
                    <a:pt x="114220" y="44753"/>
                  </a:lnTo>
                  <a:lnTo>
                    <a:pt x="113786" y="46450"/>
                  </a:lnTo>
                  <a:lnTo>
                    <a:pt x="113330" y="48915"/>
                  </a:lnTo>
                  <a:lnTo>
                    <a:pt x="114463" y="50711"/>
                  </a:lnTo>
                  <a:lnTo>
                    <a:pt x="115795" y="51875"/>
                  </a:lnTo>
                  <a:lnTo>
                    <a:pt x="116746" y="52956"/>
                  </a:lnTo>
                  <a:lnTo>
                    <a:pt x="117796" y="54432"/>
                  </a:lnTo>
                  <a:lnTo>
                    <a:pt x="117963" y="57384"/>
                  </a:lnTo>
                  <a:lnTo>
                    <a:pt x="117773" y="59506"/>
                  </a:lnTo>
                  <a:lnTo>
                    <a:pt x="118458" y="60465"/>
                  </a:lnTo>
                  <a:lnTo>
                    <a:pt x="119036" y="61683"/>
                  </a:lnTo>
                  <a:lnTo>
                    <a:pt x="118922" y="62687"/>
                  </a:lnTo>
                  <a:lnTo>
                    <a:pt x="118541" y="63585"/>
                  </a:lnTo>
                  <a:lnTo>
                    <a:pt x="117263" y="64772"/>
                  </a:lnTo>
                  <a:lnTo>
                    <a:pt x="117050" y="66971"/>
                  </a:lnTo>
                  <a:lnTo>
                    <a:pt x="119120" y="69634"/>
                  </a:lnTo>
                  <a:lnTo>
                    <a:pt x="120451" y="71087"/>
                  </a:lnTo>
                  <a:lnTo>
                    <a:pt x="120444" y="71916"/>
                  </a:lnTo>
                  <a:lnTo>
                    <a:pt x="120816" y="72829"/>
                  </a:lnTo>
                  <a:lnTo>
                    <a:pt x="121798" y="73894"/>
                  </a:lnTo>
                  <a:lnTo>
                    <a:pt x="122407" y="73643"/>
                  </a:lnTo>
                  <a:lnTo>
                    <a:pt x="123069" y="72776"/>
                  </a:lnTo>
                  <a:lnTo>
                    <a:pt x="123365" y="72175"/>
                  </a:lnTo>
                  <a:lnTo>
                    <a:pt x="125161" y="72441"/>
                  </a:lnTo>
                  <a:lnTo>
                    <a:pt x="125998" y="72715"/>
                  </a:lnTo>
                  <a:lnTo>
                    <a:pt x="127147" y="74457"/>
                  </a:lnTo>
                  <a:lnTo>
                    <a:pt x="127565" y="75614"/>
                  </a:lnTo>
                  <a:lnTo>
                    <a:pt x="127839" y="77067"/>
                  </a:lnTo>
                  <a:lnTo>
                    <a:pt x="129034" y="78878"/>
                  </a:lnTo>
                  <a:lnTo>
                    <a:pt x="130076" y="80156"/>
                  </a:lnTo>
                  <a:lnTo>
                    <a:pt x="130289" y="80955"/>
                  </a:lnTo>
                  <a:lnTo>
                    <a:pt x="131217" y="82036"/>
                  </a:lnTo>
                  <a:lnTo>
                    <a:pt x="130647" y="84432"/>
                  </a:lnTo>
                  <a:lnTo>
                    <a:pt x="130707" y="85657"/>
                  </a:lnTo>
                  <a:lnTo>
                    <a:pt x="130076" y="88876"/>
                  </a:lnTo>
                  <a:lnTo>
                    <a:pt x="129931" y="90397"/>
                  </a:lnTo>
                  <a:lnTo>
                    <a:pt x="129977" y="90953"/>
                  </a:lnTo>
                  <a:lnTo>
                    <a:pt x="131392" y="92102"/>
                  </a:lnTo>
                  <a:lnTo>
                    <a:pt x="131240" y="93722"/>
                  </a:lnTo>
                  <a:lnTo>
                    <a:pt x="129802" y="93441"/>
                  </a:lnTo>
                  <a:lnTo>
                    <a:pt x="127307" y="93251"/>
                  </a:lnTo>
                  <a:lnTo>
                    <a:pt x="122308" y="94095"/>
                  </a:lnTo>
                  <a:lnTo>
                    <a:pt x="120581" y="93753"/>
                  </a:lnTo>
                  <a:lnTo>
                    <a:pt x="117301" y="93867"/>
                  </a:lnTo>
                  <a:lnTo>
                    <a:pt x="114958" y="94331"/>
                  </a:lnTo>
                  <a:lnTo>
                    <a:pt x="111990" y="95388"/>
                  </a:lnTo>
                  <a:lnTo>
                    <a:pt x="109685" y="95122"/>
                  </a:lnTo>
                  <a:lnTo>
                    <a:pt x="108437" y="94293"/>
                  </a:lnTo>
                  <a:lnTo>
                    <a:pt x="106794" y="94354"/>
                  </a:lnTo>
                  <a:lnTo>
                    <a:pt x="104945" y="93905"/>
                  </a:lnTo>
                  <a:lnTo>
                    <a:pt x="102982" y="93098"/>
                  </a:lnTo>
                  <a:lnTo>
                    <a:pt x="101179" y="92695"/>
                  </a:lnTo>
                  <a:lnTo>
                    <a:pt x="99239" y="91211"/>
                  </a:lnTo>
                  <a:lnTo>
                    <a:pt x="98333" y="90953"/>
                  </a:lnTo>
                  <a:lnTo>
                    <a:pt x="97694" y="91341"/>
                  </a:lnTo>
                  <a:lnTo>
                    <a:pt x="97154" y="91828"/>
                  </a:lnTo>
                  <a:lnTo>
                    <a:pt x="96598" y="92132"/>
                  </a:lnTo>
                  <a:lnTo>
                    <a:pt x="95541" y="91866"/>
                  </a:lnTo>
                  <a:lnTo>
                    <a:pt x="95145" y="90861"/>
                  </a:lnTo>
                  <a:lnTo>
                    <a:pt x="95480" y="89887"/>
                  </a:lnTo>
                  <a:lnTo>
                    <a:pt x="95571" y="89150"/>
                  </a:lnTo>
                  <a:lnTo>
                    <a:pt x="95077" y="88746"/>
                  </a:lnTo>
                  <a:lnTo>
                    <a:pt x="93897" y="88617"/>
                  </a:lnTo>
                  <a:lnTo>
                    <a:pt x="91980" y="88617"/>
                  </a:lnTo>
                  <a:lnTo>
                    <a:pt x="88891" y="88313"/>
                  </a:lnTo>
                  <a:lnTo>
                    <a:pt x="88191" y="88122"/>
                  </a:lnTo>
                  <a:lnTo>
                    <a:pt x="81275" y="87871"/>
                  </a:lnTo>
                  <a:lnTo>
                    <a:pt x="74115" y="87841"/>
                  </a:lnTo>
                  <a:lnTo>
                    <a:pt x="68043" y="87818"/>
                  </a:lnTo>
                  <a:lnTo>
                    <a:pt x="60374" y="87780"/>
                  </a:lnTo>
                  <a:lnTo>
                    <a:pt x="54987" y="87757"/>
                  </a:lnTo>
                  <a:lnTo>
                    <a:pt x="49958" y="87734"/>
                  </a:lnTo>
                  <a:lnTo>
                    <a:pt x="46077" y="89720"/>
                  </a:lnTo>
                  <a:lnTo>
                    <a:pt x="41870" y="91858"/>
                  </a:lnTo>
                  <a:lnTo>
                    <a:pt x="36217" y="92999"/>
                  </a:lnTo>
                  <a:lnTo>
                    <a:pt x="29711" y="92573"/>
                  </a:lnTo>
                  <a:lnTo>
                    <a:pt x="27634" y="92885"/>
                  </a:lnTo>
                  <a:lnTo>
                    <a:pt x="25481" y="93836"/>
                  </a:lnTo>
                  <a:lnTo>
                    <a:pt x="23898" y="94521"/>
                  </a:lnTo>
                  <a:lnTo>
                    <a:pt x="21661" y="94940"/>
                  </a:lnTo>
                  <a:lnTo>
                    <a:pt x="18763" y="94597"/>
                  </a:lnTo>
                  <a:lnTo>
                    <a:pt x="17591" y="94803"/>
                  </a:lnTo>
                  <a:lnTo>
                    <a:pt x="16868" y="93829"/>
                  </a:lnTo>
                  <a:lnTo>
                    <a:pt x="16031" y="92246"/>
                  </a:lnTo>
                  <a:lnTo>
                    <a:pt x="16556" y="91090"/>
                  </a:lnTo>
                  <a:lnTo>
                    <a:pt x="18321" y="90344"/>
                  </a:lnTo>
                  <a:lnTo>
                    <a:pt x="20977" y="89370"/>
                  </a:lnTo>
                  <a:lnTo>
                    <a:pt x="22369" y="89872"/>
                  </a:lnTo>
                  <a:lnTo>
                    <a:pt x="23183" y="89895"/>
                  </a:lnTo>
                  <a:lnTo>
                    <a:pt x="23335" y="89271"/>
                  </a:lnTo>
                  <a:lnTo>
                    <a:pt x="23077" y="88936"/>
                  </a:lnTo>
                  <a:lnTo>
                    <a:pt x="21068" y="88092"/>
                  </a:lnTo>
                  <a:lnTo>
                    <a:pt x="20033" y="86973"/>
                  </a:lnTo>
                  <a:lnTo>
                    <a:pt x="19174" y="87628"/>
                  </a:lnTo>
                  <a:lnTo>
                    <a:pt x="18428" y="88997"/>
                  </a:lnTo>
                  <a:lnTo>
                    <a:pt x="17812" y="89408"/>
                  </a:lnTo>
                  <a:lnTo>
                    <a:pt x="16906" y="89789"/>
                  </a:lnTo>
                  <a:lnTo>
                    <a:pt x="16396" y="88860"/>
                  </a:lnTo>
                  <a:lnTo>
                    <a:pt x="16168" y="87955"/>
                  </a:lnTo>
                  <a:lnTo>
                    <a:pt x="16587" y="87247"/>
                  </a:lnTo>
                  <a:lnTo>
                    <a:pt x="16374" y="83314"/>
                  </a:lnTo>
                  <a:lnTo>
                    <a:pt x="16617" y="81214"/>
                  </a:lnTo>
                  <a:lnTo>
                    <a:pt x="16488" y="79380"/>
                  </a:lnTo>
                  <a:lnTo>
                    <a:pt x="17743" y="78170"/>
                  </a:lnTo>
                  <a:lnTo>
                    <a:pt x="18938" y="77417"/>
                  </a:lnTo>
                  <a:lnTo>
                    <a:pt x="23587" y="77348"/>
                  </a:lnTo>
                  <a:lnTo>
                    <a:pt x="27916" y="77280"/>
                  </a:lnTo>
                  <a:lnTo>
                    <a:pt x="32085" y="77326"/>
                  </a:lnTo>
                  <a:lnTo>
                    <a:pt x="36331" y="77364"/>
                  </a:lnTo>
                  <a:lnTo>
                    <a:pt x="36749" y="73689"/>
                  </a:lnTo>
                  <a:lnTo>
                    <a:pt x="38096" y="73400"/>
                  </a:lnTo>
                  <a:lnTo>
                    <a:pt x="40105" y="73019"/>
                  </a:lnTo>
                  <a:lnTo>
                    <a:pt x="43856" y="72570"/>
                  </a:lnTo>
                  <a:lnTo>
                    <a:pt x="48033" y="72144"/>
                  </a:lnTo>
                  <a:lnTo>
                    <a:pt x="48923" y="71421"/>
                  </a:lnTo>
                  <a:lnTo>
                    <a:pt x="49615" y="70204"/>
                  </a:lnTo>
                  <a:lnTo>
                    <a:pt x="50049" y="69109"/>
                  </a:lnTo>
                  <a:lnTo>
                    <a:pt x="50916" y="68644"/>
                  </a:lnTo>
                  <a:lnTo>
                    <a:pt x="52088" y="69010"/>
                  </a:lnTo>
                  <a:lnTo>
                    <a:pt x="53618" y="69588"/>
                  </a:lnTo>
                  <a:lnTo>
                    <a:pt x="55208" y="70470"/>
                  </a:lnTo>
                  <a:lnTo>
                    <a:pt x="57026" y="71292"/>
                  </a:lnTo>
                  <a:lnTo>
                    <a:pt x="58236" y="71817"/>
                  </a:lnTo>
                  <a:lnTo>
                    <a:pt x="61150" y="73111"/>
                  </a:lnTo>
                  <a:lnTo>
                    <a:pt x="66134" y="74914"/>
                  </a:lnTo>
                  <a:lnTo>
                    <a:pt x="70227" y="75637"/>
                  </a:lnTo>
                  <a:lnTo>
                    <a:pt x="75180" y="74313"/>
                  </a:lnTo>
                  <a:lnTo>
                    <a:pt x="78756" y="73468"/>
                  </a:lnTo>
                  <a:lnTo>
                    <a:pt x="79198" y="71886"/>
                  </a:lnTo>
                  <a:lnTo>
                    <a:pt x="78642" y="70341"/>
                  </a:lnTo>
                  <a:lnTo>
                    <a:pt x="75979" y="68926"/>
                  </a:lnTo>
                  <a:lnTo>
                    <a:pt x="72357" y="69086"/>
                  </a:lnTo>
                  <a:lnTo>
                    <a:pt x="71247" y="69466"/>
                  </a:lnTo>
                  <a:lnTo>
                    <a:pt x="69558" y="69938"/>
                  </a:lnTo>
                  <a:lnTo>
                    <a:pt x="68546" y="70121"/>
                  </a:lnTo>
                  <a:lnTo>
                    <a:pt x="66841" y="69793"/>
                  </a:lnTo>
                  <a:lnTo>
                    <a:pt x="64673" y="68568"/>
                  </a:lnTo>
                  <a:lnTo>
                    <a:pt x="63311" y="67336"/>
                  </a:lnTo>
                  <a:lnTo>
                    <a:pt x="61401" y="66765"/>
                  </a:lnTo>
                  <a:lnTo>
                    <a:pt x="59141" y="66179"/>
                  </a:lnTo>
                  <a:lnTo>
                    <a:pt x="55512" y="63646"/>
                  </a:lnTo>
                  <a:lnTo>
                    <a:pt x="53625" y="63189"/>
                  </a:lnTo>
                  <a:lnTo>
                    <a:pt x="51829" y="63060"/>
                  </a:lnTo>
                  <a:lnTo>
                    <a:pt x="48390" y="63562"/>
                  </a:lnTo>
                  <a:lnTo>
                    <a:pt x="45028" y="64916"/>
                  </a:lnTo>
                  <a:lnTo>
                    <a:pt x="43262" y="67990"/>
                  </a:lnTo>
                  <a:lnTo>
                    <a:pt x="39899" y="67944"/>
                  </a:lnTo>
                  <a:lnTo>
                    <a:pt x="32755" y="67853"/>
                  </a:lnTo>
                  <a:lnTo>
                    <a:pt x="26196" y="67762"/>
                  </a:lnTo>
                  <a:lnTo>
                    <a:pt x="20787" y="67967"/>
                  </a:lnTo>
                  <a:lnTo>
                    <a:pt x="20239" y="65738"/>
                  </a:lnTo>
                  <a:lnTo>
                    <a:pt x="18961" y="63958"/>
                  </a:lnTo>
                  <a:lnTo>
                    <a:pt x="16876" y="62443"/>
                  </a:lnTo>
                  <a:lnTo>
                    <a:pt x="16419" y="61028"/>
                  </a:lnTo>
                  <a:lnTo>
                    <a:pt x="17119" y="59796"/>
                  </a:lnTo>
                  <a:lnTo>
                    <a:pt x="19135" y="58791"/>
                  </a:lnTo>
                  <a:lnTo>
                    <a:pt x="19592" y="58061"/>
                  </a:lnTo>
                  <a:lnTo>
                    <a:pt x="18535" y="58175"/>
                  </a:lnTo>
                  <a:lnTo>
                    <a:pt x="16944" y="58829"/>
                  </a:lnTo>
                  <a:lnTo>
                    <a:pt x="15887" y="58860"/>
                  </a:lnTo>
                  <a:lnTo>
                    <a:pt x="15757" y="56912"/>
                  </a:lnTo>
                  <a:lnTo>
                    <a:pt x="13992" y="54393"/>
                  </a:lnTo>
                  <a:lnTo>
                    <a:pt x="11999" y="50125"/>
                  </a:lnTo>
                  <a:lnTo>
                    <a:pt x="9747" y="48383"/>
                  </a:lnTo>
                  <a:lnTo>
                    <a:pt x="7852" y="44921"/>
                  </a:lnTo>
                  <a:lnTo>
                    <a:pt x="5874" y="43597"/>
                  </a:lnTo>
                  <a:lnTo>
                    <a:pt x="4055" y="42981"/>
                  </a:lnTo>
                  <a:lnTo>
                    <a:pt x="2503" y="43103"/>
                  </a:lnTo>
                  <a:lnTo>
                    <a:pt x="1933" y="44685"/>
                  </a:lnTo>
                  <a:lnTo>
                    <a:pt x="0" y="42410"/>
                  </a:lnTo>
                  <a:lnTo>
                    <a:pt x="2640" y="41596"/>
                  </a:lnTo>
                  <a:lnTo>
                    <a:pt x="8293" y="38743"/>
                  </a:lnTo>
                  <a:lnTo>
                    <a:pt x="14783" y="30571"/>
                  </a:lnTo>
                  <a:lnTo>
                    <a:pt x="20604" y="20870"/>
                  </a:lnTo>
                  <a:lnTo>
                    <a:pt x="21357" y="18580"/>
                  </a:lnTo>
                  <a:lnTo>
                    <a:pt x="22072" y="16838"/>
                  </a:lnTo>
                  <a:lnTo>
                    <a:pt x="22537" y="12866"/>
                  </a:lnTo>
                  <a:lnTo>
                    <a:pt x="23373" y="10500"/>
                  </a:lnTo>
                  <a:lnTo>
                    <a:pt x="24157" y="10043"/>
                  </a:lnTo>
                  <a:lnTo>
                    <a:pt x="25146" y="8225"/>
                  </a:lnTo>
                  <a:lnTo>
                    <a:pt x="26333" y="5037"/>
                  </a:lnTo>
                  <a:lnTo>
                    <a:pt x="27688" y="3264"/>
                  </a:lnTo>
                  <a:lnTo>
                    <a:pt x="29194" y="2914"/>
                  </a:lnTo>
                  <a:lnTo>
                    <a:pt x="30373" y="3074"/>
                  </a:lnTo>
                  <a:lnTo>
                    <a:pt x="31210" y="3728"/>
                  </a:lnTo>
                  <a:lnTo>
                    <a:pt x="33668" y="4139"/>
                  </a:lnTo>
                  <a:lnTo>
                    <a:pt x="37738" y="4291"/>
                  </a:lnTo>
                  <a:lnTo>
                    <a:pt x="40888" y="3812"/>
                  </a:lnTo>
                  <a:lnTo>
                    <a:pt x="43110" y="2709"/>
                  </a:lnTo>
                  <a:lnTo>
                    <a:pt x="46032" y="2146"/>
                  </a:lnTo>
                  <a:lnTo>
                    <a:pt x="49646" y="2130"/>
                  </a:lnTo>
                  <a:lnTo>
                    <a:pt x="51556" y="1666"/>
                  </a:lnTo>
                  <a:lnTo>
                    <a:pt x="51738" y="753"/>
                  </a:lnTo>
                  <a:lnTo>
                    <a:pt x="52210" y="479"/>
                  </a:lnTo>
                  <a:lnTo>
                    <a:pt x="52963" y="837"/>
                  </a:lnTo>
                  <a:lnTo>
                    <a:pt x="53678" y="692"/>
                  </a:lnTo>
                  <a:lnTo>
                    <a:pt x="54340" y="38"/>
                  </a:lnTo>
                  <a:lnTo>
                    <a:pt x="55010" y="0"/>
                  </a:lnTo>
                  <a:lnTo>
                    <a:pt x="55672" y="563"/>
                  </a:lnTo>
                  <a:lnTo>
                    <a:pt x="58700" y="730"/>
                  </a:lnTo>
                  <a:lnTo>
                    <a:pt x="64102" y="510"/>
                  </a:lnTo>
                  <a:lnTo>
                    <a:pt x="69086" y="2184"/>
                  </a:lnTo>
                  <a:lnTo>
                    <a:pt x="73666" y="5752"/>
                  </a:lnTo>
                  <a:lnTo>
                    <a:pt x="76032" y="8134"/>
                  </a:lnTo>
                  <a:lnTo>
                    <a:pt x="76177" y="9328"/>
                  </a:lnTo>
                  <a:lnTo>
                    <a:pt x="76938" y="10530"/>
                  </a:lnTo>
                  <a:lnTo>
                    <a:pt x="78307" y="11740"/>
                  </a:lnTo>
                  <a:lnTo>
                    <a:pt x="79555" y="11961"/>
                  </a:lnTo>
                  <a:lnTo>
                    <a:pt x="80696" y="11200"/>
                  </a:lnTo>
                  <a:lnTo>
                    <a:pt x="81587" y="11284"/>
                  </a:lnTo>
                  <a:lnTo>
                    <a:pt x="82226" y="12212"/>
                  </a:lnTo>
                  <a:lnTo>
                    <a:pt x="83535" y="12402"/>
                  </a:lnTo>
                  <a:lnTo>
                    <a:pt x="84988" y="11831"/>
                  </a:lnTo>
                  <a:lnTo>
                    <a:pt x="86022" y="12029"/>
                  </a:lnTo>
                  <a:lnTo>
                    <a:pt x="86213" y="12577"/>
                  </a:lnTo>
                  <a:lnTo>
                    <a:pt x="86456" y="12874"/>
                  </a:lnTo>
                  <a:lnTo>
                    <a:pt x="87156" y="13003"/>
                  </a:lnTo>
                  <a:lnTo>
                    <a:pt x="88099" y="13703"/>
                  </a:lnTo>
                  <a:lnTo>
                    <a:pt x="89431" y="15597"/>
                  </a:lnTo>
                  <a:lnTo>
                    <a:pt x="90512" y="18238"/>
                  </a:lnTo>
                  <a:lnTo>
                    <a:pt x="91341" y="21624"/>
                  </a:lnTo>
                  <a:lnTo>
                    <a:pt x="92444" y="23465"/>
                  </a:lnTo>
                  <a:lnTo>
                    <a:pt x="93806" y="23761"/>
                  </a:lnTo>
                  <a:lnTo>
                    <a:pt x="94605" y="24454"/>
                  </a:lnTo>
                  <a:lnTo>
                    <a:pt x="94757" y="25260"/>
                  </a:lnTo>
                  <a:lnTo>
                    <a:pt x="95160" y="25808"/>
                  </a:lnTo>
                  <a:lnTo>
                    <a:pt x="95815" y="26113"/>
                  </a:lnTo>
                  <a:lnTo>
                    <a:pt x="96971" y="25930"/>
                  </a:lnTo>
                  <a:lnTo>
                    <a:pt x="98326" y="27071"/>
                  </a:lnTo>
                  <a:lnTo>
                    <a:pt x="99786" y="29552"/>
                  </a:lnTo>
                  <a:lnTo>
                    <a:pt x="100015" y="30662"/>
                  </a:lnTo>
                  <a:lnTo>
                    <a:pt x="99786" y="31264"/>
                  </a:lnTo>
                  <a:lnTo>
                    <a:pt x="99870" y="31705"/>
                  </a:lnTo>
                  <a:lnTo>
                    <a:pt x="100844" y="32123"/>
                  </a:lnTo>
                  <a:lnTo>
                    <a:pt x="101757" y="32930"/>
                  </a:lnTo>
                  <a:lnTo>
                    <a:pt x="102503" y="34147"/>
                  </a:lnTo>
                  <a:lnTo>
                    <a:pt x="104116" y="35228"/>
                  </a:lnTo>
                  <a:lnTo>
                    <a:pt x="106596" y="36179"/>
                  </a:lnTo>
                  <a:lnTo>
                    <a:pt x="108384" y="37594"/>
                  </a:lnTo>
                  <a:lnTo>
                    <a:pt x="109480" y="39473"/>
                  </a:lnTo>
                  <a:lnTo>
                    <a:pt x="111747" y="4105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19" name="Freeform: Shape 2318">
              <a:extLst>
                <a:ext uri="{FF2B5EF4-FFF2-40B4-BE49-F238E27FC236}">
                  <a16:creationId xmlns:a16="http://schemas.microsoft.com/office/drawing/2014/main" id="{424A06B9-AF87-4437-D2B2-E338FFCD528C}"/>
                </a:ext>
              </a:extLst>
            </p:cNvPr>
            <p:cNvSpPr/>
            <p:nvPr/>
          </p:nvSpPr>
          <p:spPr>
            <a:xfrm>
              <a:off x="10448596" y="4748172"/>
              <a:ext cx="222626" cy="292039"/>
            </a:xfrm>
            <a:custGeom>
              <a:avLst/>
              <a:gdLst>
                <a:gd name="csX0" fmla="*/ 12135 w 222626"/>
                <a:gd name="csY0" fmla="*/ 292039 h 292039"/>
                <a:gd name="csX1" fmla="*/ 12234 w 222626"/>
                <a:gd name="csY1" fmla="*/ 290297 h 292039"/>
                <a:gd name="csX2" fmla="*/ 11900 w 222626"/>
                <a:gd name="csY2" fmla="*/ 289429 h 292039"/>
                <a:gd name="csX3" fmla="*/ 9876 w 222626"/>
                <a:gd name="csY3" fmla="*/ 286820 h 292039"/>
                <a:gd name="csX4" fmla="*/ 6095 w 222626"/>
                <a:gd name="csY4" fmla="*/ 281966 h 292039"/>
                <a:gd name="csX5" fmla="*/ 3234 w 222626"/>
                <a:gd name="csY5" fmla="*/ 278291 h 292039"/>
                <a:gd name="csX6" fmla="*/ 304 w 222626"/>
                <a:gd name="csY6" fmla="*/ 274539 h 292039"/>
                <a:gd name="csX7" fmla="*/ 289 w 222626"/>
                <a:gd name="csY7" fmla="*/ 271534 h 292039"/>
                <a:gd name="csX8" fmla="*/ 259 w 222626"/>
                <a:gd name="csY8" fmla="*/ 262594 h 292039"/>
                <a:gd name="csX9" fmla="*/ 183 w 222626"/>
                <a:gd name="csY9" fmla="*/ 244721 h 292039"/>
                <a:gd name="csX10" fmla="*/ 122 w 222626"/>
                <a:gd name="csY10" fmla="*/ 226842 h 292039"/>
                <a:gd name="csX11" fmla="*/ 46 w 222626"/>
                <a:gd name="csY11" fmla="*/ 208961 h 292039"/>
                <a:gd name="csX12" fmla="*/ 7 w 222626"/>
                <a:gd name="csY12" fmla="*/ 200014 h 292039"/>
                <a:gd name="csX13" fmla="*/ 0 w 222626"/>
                <a:gd name="csY13" fmla="*/ 196354 h 292039"/>
                <a:gd name="csX14" fmla="*/ 304 w 222626"/>
                <a:gd name="csY14" fmla="*/ 195760 h 292039"/>
                <a:gd name="csX15" fmla="*/ 3645 w 222626"/>
                <a:gd name="csY15" fmla="*/ 192481 h 292039"/>
                <a:gd name="csX16" fmla="*/ 8058 w 222626"/>
                <a:gd name="csY16" fmla="*/ 188129 h 292039"/>
                <a:gd name="csX17" fmla="*/ 13855 w 222626"/>
                <a:gd name="csY17" fmla="*/ 179874 h 292039"/>
                <a:gd name="csX18" fmla="*/ 17005 w 222626"/>
                <a:gd name="csY18" fmla="*/ 175377 h 292039"/>
                <a:gd name="csX19" fmla="*/ 19638 w 222626"/>
                <a:gd name="csY19" fmla="*/ 171641 h 292039"/>
                <a:gd name="csX20" fmla="*/ 20300 w 222626"/>
                <a:gd name="csY20" fmla="*/ 170500 h 292039"/>
                <a:gd name="csX21" fmla="*/ 22628 w 222626"/>
                <a:gd name="csY21" fmla="*/ 168233 h 292039"/>
                <a:gd name="csX22" fmla="*/ 26988 w 222626"/>
                <a:gd name="csY22" fmla="*/ 166878 h 292039"/>
                <a:gd name="csX23" fmla="*/ 29696 w 222626"/>
                <a:gd name="csY23" fmla="*/ 166650 h 292039"/>
                <a:gd name="csX24" fmla="*/ 39017 w 222626"/>
                <a:gd name="csY24" fmla="*/ 164954 h 292039"/>
                <a:gd name="csX25" fmla="*/ 40401 w 222626"/>
                <a:gd name="csY25" fmla="*/ 164269 h 292039"/>
                <a:gd name="csX26" fmla="*/ 41216 w 222626"/>
                <a:gd name="csY26" fmla="*/ 163485 h 292039"/>
                <a:gd name="csX27" fmla="*/ 41992 w 222626"/>
                <a:gd name="csY27" fmla="*/ 161697 h 292039"/>
                <a:gd name="csX28" fmla="*/ 43803 w 222626"/>
                <a:gd name="csY28" fmla="*/ 159186 h 292039"/>
                <a:gd name="csX29" fmla="*/ 46146 w 222626"/>
                <a:gd name="csY29" fmla="*/ 157452 h 292039"/>
                <a:gd name="csX30" fmla="*/ 50597 w 222626"/>
                <a:gd name="csY30" fmla="*/ 155199 h 292039"/>
                <a:gd name="csX31" fmla="*/ 54957 w 222626"/>
                <a:gd name="csY31" fmla="*/ 153289 h 292039"/>
                <a:gd name="csX32" fmla="*/ 55923 w 222626"/>
                <a:gd name="csY32" fmla="*/ 152978 h 292039"/>
                <a:gd name="csX33" fmla="*/ 61173 w 222626"/>
                <a:gd name="csY33" fmla="*/ 151776 h 292039"/>
                <a:gd name="csX34" fmla="*/ 62459 w 222626"/>
                <a:gd name="csY34" fmla="*/ 151365 h 292039"/>
                <a:gd name="csX35" fmla="*/ 64581 w 222626"/>
                <a:gd name="csY35" fmla="*/ 150946 h 292039"/>
                <a:gd name="csX36" fmla="*/ 65419 w 222626"/>
                <a:gd name="csY36" fmla="*/ 150931 h 292039"/>
                <a:gd name="csX37" fmla="*/ 72708 w 222626"/>
                <a:gd name="csY37" fmla="*/ 151349 h 292039"/>
                <a:gd name="csX38" fmla="*/ 78414 w 222626"/>
                <a:gd name="csY38" fmla="*/ 151684 h 292039"/>
                <a:gd name="csX39" fmla="*/ 84280 w 222626"/>
                <a:gd name="csY39" fmla="*/ 152019 h 292039"/>
                <a:gd name="csX40" fmla="*/ 84904 w 222626"/>
                <a:gd name="csY40" fmla="*/ 151760 h 292039"/>
                <a:gd name="csX41" fmla="*/ 89005 w 222626"/>
                <a:gd name="csY41" fmla="*/ 147302 h 292039"/>
                <a:gd name="csX42" fmla="*/ 95533 w 222626"/>
                <a:gd name="csY42" fmla="*/ 140188 h 292039"/>
                <a:gd name="csX43" fmla="*/ 99703 w 222626"/>
                <a:gd name="csY43" fmla="*/ 135653 h 292039"/>
                <a:gd name="csX44" fmla="*/ 106140 w 222626"/>
                <a:gd name="csY44" fmla="*/ 128638 h 292039"/>
                <a:gd name="csX45" fmla="*/ 111085 w 222626"/>
                <a:gd name="csY45" fmla="*/ 123571 h 292039"/>
                <a:gd name="csX46" fmla="*/ 116556 w 222626"/>
                <a:gd name="csY46" fmla="*/ 117971 h 292039"/>
                <a:gd name="csX47" fmla="*/ 121874 w 222626"/>
                <a:gd name="csY47" fmla="*/ 112842 h 292039"/>
                <a:gd name="csX48" fmla="*/ 128258 w 222626"/>
                <a:gd name="csY48" fmla="*/ 106672 h 292039"/>
                <a:gd name="csX49" fmla="*/ 132290 w 222626"/>
                <a:gd name="csY49" fmla="*/ 102784 h 292039"/>
                <a:gd name="csX50" fmla="*/ 138544 w 222626"/>
                <a:gd name="csY50" fmla="*/ 96743 h 292039"/>
                <a:gd name="csX51" fmla="*/ 144502 w 222626"/>
                <a:gd name="csY51" fmla="*/ 90983 h 292039"/>
                <a:gd name="csX52" fmla="*/ 149767 w 222626"/>
                <a:gd name="csY52" fmla="*/ 85893 h 292039"/>
                <a:gd name="csX53" fmla="*/ 142501 w 222626"/>
                <a:gd name="csY53" fmla="*/ 85893 h 292039"/>
                <a:gd name="csX54" fmla="*/ 135402 w 222626"/>
                <a:gd name="csY54" fmla="*/ 85893 h 292039"/>
                <a:gd name="csX55" fmla="*/ 128410 w 222626"/>
                <a:gd name="csY55" fmla="*/ 85893 h 292039"/>
                <a:gd name="csX56" fmla="*/ 127162 w 222626"/>
                <a:gd name="csY56" fmla="*/ 85277 h 292039"/>
                <a:gd name="csX57" fmla="*/ 121288 w 222626"/>
                <a:gd name="csY57" fmla="*/ 83298 h 292039"/>
                <a:gd name="csX58" fmla="*/ 113847 w 222626"/>
                <a:gd name="csY58" fmla="*/ 80795 h 292039"/>
                <a:gd name="csX59" fmla="*/ 104610 w 222626"/>
                <a:gd name="csY59" fmla="*/ 77691 h 292039"/>
                <a:gd name="csX60" fmla="*/ 98029 w 222626"/>
                <a:gd name="csY60" fmla="*/ 75484 h 292039"/>
                <a:gd name="csX61" fmla="*/ 91014 w 222626"/>
                <a:gd name="csY61" fmla="*/ 73164 h 292039"/>
                <a:gd name="csX62" fmla="*/ 83900 w 222626"/>
                <a:gd name="csY62" fmla="*/ 70820 h 292039"/>
                <a:gd name="csX63" fmla="*/ 78315 w 222626"/>
                <a:gd name="csY63" fmla="*/ 68979 h 292039"/>
                <a:gd name="csX64" fmla="*/ 71353 w 222626"/>
                <a:gd name="csY64" fmla="*/ 66681 h 292039"/>
                <a:gd name="csX65" fmla="*/ 65304 w 222626"/>
                <a:gd name="csY65" fmla="*/ 64680 h 292039"/>
                <a:gd name="csX66" fmla="*/ 64475 w 222626"/>
                <a:gd name="csY66" fmla="*/ 64193 h 292039"/>
                <a:gd name="csX67" fmla="*/ 61120 w 222626"/>
                <a:gd name="csY67" fmla="*/ 61142 h 292039"/>
                <a:gd name="csX68" fmla="*/ 56714 w 222626"/>
                <a:gd name="csY68" fmla="*/ 57132 h 292039"/>
                <a:gd name="csX69" fmla="*/ 55870 w 222626"/>
                <a:gd name="csY69" fmla="*/ 57064 h 292039"/>
                <a:gd name="csX70" fmla="*/ 53770 w 222626"/>
                <a:gd name="csY70" fmla="*/ 56227 h 292039"/>
                <a:gd name="csX71" fmla="*/ 51883 w 222626"/>
                <a:gd name="csY71" fmla="*/ 54059 h 292039"/>
                <a:gd name="csX72" fmla="*/ 49935 w 222626"/>
                <a:gd name="csY72" fmla="*/ 51289 h 292039"/>
                <a:gd name="csX73" fmla="*/ 48132 w 222626"/>
                <a:gd name="csY73" fmla="*/ 47820 h 292039"/>
                <a:gd name="csX74" fmla="*/ 47348 w 222626"/>
                <a:gd name="csY74" fmla="*/ 45461 h 292039"/>
                <a:gd name="csX75" fmla="*/ 44936 w 222626"/>
                <a:gd name="csY75" fmla="*/ 44464 h 292039"/>
                <a:gd name="csX76" fmla="*/ 43780 w 222626"/>
                <a:gd name="csY76" fmla="*/ 42600 h 292039"/>
                <a:gd name="csX77" fmla="*/ 41596 w 222626"/>
                <a:gd name="csY77" fmla="*/ 39838 h 292039"/>
                <a:gd name="csX78" fmla="*/ 40082 w 222626"/>
                <a:gd name="csY78" fmla="*/ 38499 h 292039"/>
                <a:gd name="csX79" fmla="*/ 39542 w 222626"/>
                <a:gd name="csY79" fmla="*/ 37327 h 292039"/>
                <a:gd name="csX80" fmla="*/ 38842 w 222626"/>
                <a:gd name="csY80" fmla="*/ 34908 h 292039"/>
                <a:gd name="csX81" fmla="*/ 37594 w 222626"/>
                <a:gd name="csY81" fmla="*/ 32268 h 292039"/>
                <a:gd name="csX82" fmla="*/ 36399 w 222626"/>
                <a:gd name="csY82" fmla="*/ 30639 h 292039"/>
                <a:gd name="csX83" fmla="*/ 36125 w 222626"/>
                <a:gd name="csY83" fmla="*/ 29932 h 292039"/>
                <a:gd name="csX84" fmla="*/ 36194 w 222626"/>
                <a:gd name="csY84" fmla="*/ 29476 h 292039"/>
                <a:gd name="csX85" fmla="*/ 38408 w 222626"/>
                <a:gd name="csY85" fmla="*/ 25899 h 292039"/>
                <a:gd name="csX86" fmla="*/ 39405 w 222626"/>
                <a:gd name="csY86" fmla="*/ 24621 h 292039"/>
                <a:gd name="csX87" fmla="*/ 40538 w 222626"/>
                <a:gd name="csY87" fmla="*/ 23389 h 292039"/>
                <a:gd name="csX88" fmla="*/ 41459 w 222626"/>
                <a:gd name="csY88" fmla="*/ 22156 h 292039"/>
                <a:gd name="csX89" fmla="*/ 41816 w 222626"/>
                <a:gd name="csY89" fmla="*/ 21312 h 292039"/>
                <a:gd name="csX90" fmla="*/ 44503 w 222626"/>
                <a:gd name="csY90" fmla="*/ 17096 h 292039"/>
                <a:gd name="csX91" fmla="*/ 46869 w 222626"/>
                <a:gd name="csY91" fmla="*/ 13383 h 292039"/>
                <a:gd name="csX92" fmla="*/ 48718 w 222626"/>
                <a:gd name="csY92" fmla="*/ 10485 h 292039"/>
                <a:gd name="csX93" fmla="*/ 52887 w 222626"/>
                <a:gd name="csY93" fmla="*/ 13802 h 292039"/>
                <a:gd name="csX94" fmla="*/ 56943 w 222626"/>
                <a:gd name="csY94" fmla="*/ 20528 h 292039"/>
                <a:gd name="csX95" fmla="*/ 61667 w 222626"/>
                <a:gd name="csY95" fmla="*/ 25960 h 292039"/>
                <a:gd name="csX96" fmla="*/ 68196 w 222626"/>
                <a:gd name="csY96" fmla="*/ 30997 h 292039"/>
                <a:gd name="csX97" fmla="*/ 70782 w 222626"/>
                <a:gd name="csY97" fmla="*/ 32701 h 292039"/>
                <a:gd name="csX98" fmla="*/ 73073 w 222626"/>
                <a:gd name="csY98" fmla="*/ 33599 h 292039"/>
                <a:gd name="csX99" fmla="*/ 84950 w 222626"/>
                <a:gd name="csY99" fmla="*/ 33462 h 292039"/>
                <a:gd name="csX100" fmla="*/ 93380 w 222626"/>
                <a:gd name="csY100" fmla="*/ 28867 h 292039"/>
                <a:gd name="csX101" fmla="*/ 101034 w 222626"/>
                <a:gd name="csY101" fmla="*/ 25534 h 292039"/>
                <a:gd name="csX102" fmla="*/ 103606 w 222626"/>
                <a:gd name="csY102" fmla="*/ 24842 h 292039"/>
                <a:gd name="csX103" fmla="*/ 108049 w 222626"/>
                <a:gd name="csY103" fmla="*/ 25755 h 292039"/>
                <a:gd name="csX104" fmla="*/ 112949 w 222626"/>
                <a:gd name="csY104" fmla="*/ 26029 h 292039"/>
                <a:gd name="csX105" fmla="*/ 117355 w 222626"/>
                <a:gd name="csY105" fmla="*/ 27041 h 292039"/>
                <a:gd name="csX106" fmla="*/ 119592 w 222626"/>
                <a:gd name="csY106" fmla="*/ 26782 h 292039"/>
                <a:gd name="csX107" fmla="*/ 128311 w 222626"/>
                <a:gd name="csY107" fmla="*/ 22909 h 292039"/>
                <a:gd name="csX108" fmla="*/ 133789 w 222626"/>
                <a:gd name="csY108" fmla="*/ 19135 h 292039"/>
                <a:gd name="csX109" fmla="*/ 137525 w 222626"/>
                <a:gd name="csY109" fmla="*/ 17530 h 292039"/>
                <a:gd name="csX110" fmla="*/ 138993 w 222626"/>
                <a:gd name="csY110" fmla="*/ 17515 h 292039"/>
                <a:gd name="csX111" fmla="*/ 144091 w 222626"/>
                <a:gd name="csY111" fmla="*/ 18877 h 292039"/>
                <a:gd name="csX112" fmla="*/ 150642 w 222626"/>
                <a:gd name="csY112" fmla="*/ 18283 h 292039"/>
                <a:gd name="csX113" fmla="*/ 159605 w 222626"/>
                <a:gd name="csY113" fmla="*/ 15027 h 292039"/>
                <a:gd name="csX114" fmla="*/ 162458 w 222626"/>
                <a:gd name="csY114" fmla="*/ 14365 h 292039"/>
                <a:gd name="csX115" fmla="*/ 164634 w 222626"/>
                <a:gd name="csY115" fmla="*/ 14319 h 292039"/>
                <a:gd name="csX116" fmla="*/ 169511 w 222626"/>
                <a:gd name="csY116" fmla="*/ 15788 h 292039"/>
                <a:gd name="csX117" fmla="*/ 170272 w 222626"/>
                <a:gd name="csY117" fmla="*/ 15711 h 292039"/>
                <a:gd name="csX118" fmla="*/ 172912 w 222626"/>
                <a:gd name="csY118" fmla="*/ 15438 h 292039"/>
                <a:gd name="csX119" fmla="*/ 179874 w 222626"/>
                <a:gd name="csY119" fmla="*/ 13885 h 292039"/>
                <a:gd name="csX120" fmla="*/ 185299 w 222626"/>
                <a:gd name="csY120" fmla="*/ 11542 h 292039"/>
                <a:gd name="csX121" fmla="*/ 195289 w 222626"/>
                <a:gd name="csY121" fmla="*/ 9845 h 292039"/>
                <a:gd name="csX122" fmla="*/ 202890 w 222626"/>
                <a:gd name="csY122" fmla="*/ 5554 h 292039"/>
                <a:gd name="csX123" fmla="*/ 204222 w 222626"/>
                <a:gd name="csY123" fmla="*/ 3477 h 292039"/>
                <a:gd name="csX124" fmla="*/ 206519 w 222626"/>
                <a:gd name="csY124" fmla="*/ 860 h 292039"/>
                <a:gd name="csX125" fmla="*/ 209852 w 222626"/>
                <a:gd name="csY125" fmla="*/ 0 h 292039"/>
                <a:gd name="csX126" fmla="*/ 218373 w 222626"/>
                <a:gd name="csY126" fmla="*/ 3074 h 292039"/>
                <a:gd name="csX127" fmla="*/ 219735 w 222626"/>
                <a:gd name="csY127" fmla="*/ 3317 h 292039"/>
                <a:gd name="csX128" fmla="*/ 219241 w 222626"/>
                <a:gd name="csY128" fmla="*/ 5174 h 292039"/>
                <a:gd name="csX129" fmla="*/ 218944 w 222626"/>
                <a:gd name="csY129" fmla="*/ 7068 h 292039"/>
                <a:gd name="csX130" fmla="*/ 217202 w 222626"/>
                <a:gd name="csY130" fmla="*/ 10370 h 292039"/>
                <a:gd name="csX131" fmla="*/ 216084 w 222626"/>
                <a:gd name="csY131" fmla="*/ 14038 h 292039"/>
                <a:gd name="csX132" fmla="*/ 216905 w 222626"/>
                <a:gd name="csY132" fmla="*/ 19638 h 292039"/>
                <a:gd name="csX133" fmla="*/ 217301 w 222626"/>
                <a:gd name="csY133" fmla="*/ 28707 h 292039"/>
                <a:gd name="csX134" fmla="*/ 217095 w 222626"/>
                <a:gd name="csY134" fmla="*/ 30023 h 292039"/>
                <a:gd name="csX135" fmla="*/ 216532 w 222626"/>
                <a:gd name="csY135" fmla="*/ 31317 h 292039"/>
                <a:gd name="csX136" fmla="*/ 216296 w 222626"/>
                <a:gd name="csY136" fmla="*/ 32344 h 292039"/>
                <a:gd name="csX137" fmla="*/ 215376 w 222626"/>
                <a:gd name="csY137" fmla="*/ 32701 h 292039"/>
                <a:gd name="csX138" fmla="*/ 214973 w 222626"/>
                <a:gd name="csY138" fmla="*/ 33287 h 292039"/>
                <a:gd name="csX139" fmla="*/ 215642 w 222626"/>
                <a:gd name="csY139" fmla="*/ 33516 h 292039"/>
                <a:gd name="csX140" fmla="*/ 218305 w 222626"/>
                <a:gd name="csY140" fmla="*/ 32534 h 292039"/>
                <a:gd name="csX141" fmla="*/ 218259 w 222626"/>
                <a:gd name="csY141" fmla="*/ 31446 h 292039"/>
                <a:gd name="csX142" fmla="*/ 218412 w 222626"/>
                <a:gd name="csY142" fmla="*/ 30913 h 292039"/>
                <a:gd name="csX143" fmla="*/ 220603 w 222626"/>
                <a:gd name="csY143" fmla="*/ 32123 h 292039"/>
                <a:gd name="csX144" fmla="*/ 222170 w 222626"/>
                <a:gd name="csY144" fmla="*/ 32625 h 292039"/>
                <a:gd name="csX145" fmla="*/ 222627 w 222626"/>
                <a:gd name="csY145" fmla="*/ 33767 h 292039"/>
                <a:gd name="csX146" fmla="*/ 222505 w 222626"/>
                <a:gd name="csY146" fmla="*/ 34543 h 292039"/>
                <a:gd name="csX147" fmla="*/ 220017 w 222626"/>
                <a:gd name="csY147" fmla="*/ 34185 h 292039"/>
                <a:gd name="csX148" fmla="*/ 218746 w 222626"/>
                <a:gd name="csY148" fmla="*/ 33584 h 292039"/>
                <a:gd name="csX149" fmla="*/ 215056 w 222626"/>
                <a:gd name="csY149" fmla="*/ 34573 h 292039"/>
                <a:gd name="csX150" fmla="*/ 212797 w 222626"/>
                <a:gd name="csY150" fmla="*/ 35638 h 292039"/>
                <a:gd name="csX151" fmla="*/ 212119 w 222626"/>
                <a:gd name="csY151" fmla="*/ 37419 h 292039"/>
                <a:gd name="csX152" fmla="*/ 211594 w 222626"/>
                <a:gd name="csY152" fmla="*/ 44510 h 292039"/>
                <a:gd name="csX153" fmla="*/ 210719 w 222626"/>
                <a:gd name="csY153" fmla="*/ 49105 h 292039"/>
                <a:gd name="csX154" fmla="*/ 210552 w 222626"/>
                <a:gd name="csY154" fmla="*/ 55185 h 292039"/>
                <a:gd name="csX155" fmla="*/ 207562 w 222626"/>
                <a:gd name="csY155" fmla="*/ 59202 h 292039"/>
                <a:gd name="csX156" fmla="*/ 206557 w 222626"/>
                <a:gd name="csY156" fmla="*/ 62032 h 292039"/>
                <a:gd name="csX157" fmla="*/ 202114 w 222626"/>
                <a:gd name="csY157" fmla="*/ 67708 h 292039"/>
                <a:gd name="csX158" fmla="*/ 199801 w 222626"/>
                <a:gd name="csY158" fmla="*/ 72547 h 292039"/>
                <a:gd name="csX159" fmla="*/ 199040 w 222626"/>
                <a:gd name="csY159" fmla="*/ 74914 h 292039"/>
                <a:gd name="csX160" fmla="*/ 195137 w 222626"/>
                <a:gd name="csY160" fmla="*/ 81548 h 292039"/>
                <a:gd name="csX161" fmla="*/ 189773 w 222626"/>
                <a:gd name="csY161" fmla="*/ 86631 h 292039"/>
                <a:gd name="csX162" fmla="*/ 187840 w 222626"/>
                <a:gd name="csY162" fmla="*/ 93121 h 292039"/>
                <a:gd name="csX163" fmla="*/ 185923 w 222626"/>
                <a:gd name="csY163" fmla="*/ 97192 h 292039"/>
                <a:gd name="csX164" fmla="*/ 183755 w 222626"/>
                <a:gd name="csY164" fmla="*/ 100874 h 292039"/>
                <a:gd name="csX165" fmla="*/ 179022 w 222626"/>
                <a:gd name="csY165" fmla="*/ 107433 h 292039"/>
                <a:gd name="csX166" fmla="*/ 176602 w 222626"/>
                <a:gd name="csY166" fmla="*/ 111983 h 292039"/>
                <a:gd name="csX167" fmla="*/ 173567 w 222626"/>
                <a:gd name="csY167" fmla="*/ 119880 h 292039"/>
                <a:gd name="csX168" fmla="*/ 172631 w 222626"/>
                <a:gd name="csY168" fmla="*/ 124872 h 292039"/>
                <a:gd name="csX169" fmla="*/ 164086 w 222626"/>
                <a:gd name="csY169" fmla="*/ 139358 h 292039"/>
                <a:gd name="csX170" fmla="*/ 155222 w 222626"/>
                <a:gd name="csY170" fmla="*/ 150893 h 292039"/>
                <a:gd name="csX171" fmla="*/ 149706 w 222626"/>
                <a:gd name="csY171" fmla="*/ 160594 h 292039"/>
                <a:gd name="csX172" fmla="*/ 139800 w 222626"/>
                <a:gd name="csY172" fmla="*/ 171839 h 292039"/>
                <a:gd name="csX173" fmla="*/ 126295 w 222626"/>
                <a:gd name="csY173" fmla="*/ 186349 h 292039"/>
                <a:gd name="csX174" fmla="*/ 108613 w 222626"/>
                <a:gd name="csY174" fmla="*/ 203559 h 292039"/>
                <a:gd name="csX175" fmla="*/ 103819 w 222626"/>
                <a:gd name="csY175" fmla="*/ 207067 h 292039"/>
                <a:gd name="csX176" fmla="*/ 84470 w 222626"/>
                <a:gd name="csY176" fmla="*/ 217681 h 292039"/>
                <a:gd name="csX177" fmla="*/ 71924 w 222626"/>
                <a:gd name="csY177" fmla="*/ 226568 h 292039"/>
                <a:gd name="csX178" fmla="*/ 65518 w 222626"/>
                <a:gd name="csY178" fmla="*/ 232616 h 292039"/>
                <a:gd name="csX179" fmla="*/ 58791 w 222626"/>
                <a:gd name="csY179" fmla="*/ 237881 h 292039"/>
                <a:gd name="csX180" fmla="*/ 53450 w 222626"/>
                <a:gd name="csY180" fmla="*/ 242895 h 292039"/>
                <a:gd name="csX181" fmla="*/ 37312 w 222626"/>
                <a:gd name="csY181" fmla="*/ 259802 h 292039"/>
                <a:gd name="csX182" fmla="*/ 35654 w 222626"/>
                <a:gd name="csY182" fmla="*/ 261392 h 292039"/>
                <a:gd name="csX183" fmla="*/ 34086 w 222626"/>
                <a:gd name="csY183" fmla="*/ 262891 h 292039"/>
                <a:gd name="csX184" fmla="*/ 32055 w 222626"/>
                <a:gd name="csY184" fmla="*/ 265759 h 292039"/>
                <a:gd name="csX185" fmla="*/ 30640 w 222626"/>
                <a:gd name="csY185" fmla="*/ 266893 h 292039"/>
                <a:gd name="csX186" fmla="*/ 26790 w 222626"/>
                <a:gd name="csY186" fmla="*/ 271732 h 292039"/>
                <a:gd name="csX187" fmla="*/ 24378 w 222626"/>
                <a:gd name="csY187" fmla="*/ 274235 h 292039"/>
                <a:gd name="csX188" fmla="*/ 21684 w 222626"/>
                <a:gd name="csY188" fmla="*/ 276716 h 292039"/>
                <a:gd name="csX189" fmla="*/ 20535 w 222626"/>
                <a:gd name="csY189" fmla="*/ 278466 h 292039"/>
                <a:gd name="csX190" fmla="*/ 19729 w 222626"/>
                <a:gd name="csY190" fmla="*/ 280482 h 292039"/>
                <a:gd name="csX191" fmla="*/ 18824 w 222626"/>
                <a:gd name="csY191" fmla="*/ 281600 h 292039"/>
                <a:gd name="csX192" fmla="*/ 16397 w 222626"/>
                <a:gd name="csY192" fmla="*/ 286409 h 292039"/>
                <a:gd name="csX193" fmla="*/ 14251 w 222626"/>
                <a:gd name="csY193" fmla="*/ 289559 h 2920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Lst>
              <a:rect l="l" t="t" r="r" b="b"/>
              <a:pathLst>
                <a:path w="222626" h="292039">
                  <a:moveTo>
                    <a:pt x="12135" y="292039"/>
                  </a:moveTo>
                  <a:lnTo>
                    <a:pt x="12234" y="290297"/>
                  </a:lnTo>
                  <a:lnTo>
                    <a:pt x="11900" y="289429"/>
                  </a:lnTo>
                  <a:lnTo>
                    <a:pt x="9876" y="286820"/>
                  </a:lnTo>
                  <a:lnTo>
                    <a:pt x="6095" y="281966"/>
                  </a:lnTo>
                  <a:lnTo>
                    <a:pt x="3234" y="278291"/>
                  </a:lnTo>
                  <a:lnTo>
                    <a:pt x="304" y="274539"/>
                  </a:lnTo>
                  <a:lnTo>
                    <a:pt x="289" y="271534"/>
                  </a:lnTo>
                  <a:lnTo>
                    <a:pt x="259" y="262594"/>
                  </a:lnTo>
                  <a:lnTo>
                    <a:pt x="183" y="244721"/>
                  </a:lnTo>
                  <a:lnTo>
                    <a:pt x="122" y="226842"/>
                  </a:lnTo>
                  <a:lnTo>
                    <a:pt x="46" y="208961"/>
                  </a:lnTo>
                  <a:lnTo>
                    <a:pt x="7" y="200014"/>
                  </a:lnTo>
                  <a:lnTo>
                    <a:pt x="0" y="196354"/>
                  </a:lnTo>
                  <a:lnTo>
                    <a:pt x="304" y="195760"/>
                  </a:lnTo>
                  <a:lnTo>
                    <a:pt x="3645" y="192481"/>
                  </a:lnTo>
                  <a:lnTo>
                    <a:pt x="8058" y="188129"/>
                  </a:lnTo>
                  <a:lnTo>
                    <a:pt x="13855" y="179874"/>
                  </a:lnTo>
                  <a:lnTo>
                    <a:pt x="17005" y="175377"/>
                  </a:lnTo>
                  <a:lnTo>
                    <a:pt x="19638" y="171641"/>
                  </a:lnTo>
                  <a:lnTo>
                    <a:pt x="20300" y="170500"/>
                  </a:lnTo>
                  <a:lnTo>
                    <a:pt x="22628" y="168233"/>
                  </a:lnTo>
                  <a:lnTo>
                    <a:pt x="26988" y="166878"/>
                  </a:lnTo>
                  <a:lnTo>
                    <a:pt x="29696" y="166650"/>
                  </a:lnTo>
                  <a:lnTo>
                    <a:pt x="39017" y="164954"/>
                  </a:lnTo>
                  <a:lnTo>
                    <a:pt x="40401" y="164269"/>
                  </a:lnTo>
                  <a:lnTo>
                    <a:pt x="41216" y="163485"/>
                  </a:lnTo>
                  <a:lnTo>
                    <a:pt x="41992" y="161697"/>
                  </a:lnTo>
                  <a:lnTo>
                    <a:pt x="43803" y="159186"/>
                  </a:lnTo>
                  <a:lnTo>
                    <a:pt x="46146" y="157452"/>
                  </a:lnTo>
                  <a:lnTo>
                    <a:pt x="50597" y="155199"/>
                  </a:lnTo>
                  <a:lnTo>
                    <a:pt x="54957" y="153289"/>
                  </a:lnTo>
                  <a:lnTo>
                    <a:pt x="55923" y="152978"/>
                  </a:lnTo>
                  <a:lnTo>
                    <a:pt x="61173" y="151776"/>
                  </a:lnTo>
                  <a:lnTo>
                    <a:pt x="62459" y="151365"/>
                  </a:lnTo>
                  <a:lnTo>
                    <a:pt x="64581" y="150946"/>
                  </a:lnTo>
                  <a:lnTo>
                    <a:pt x="65419" y="150931"/>
                  </a:lnTo>
                  <a:lnTo>
                    <a:pt x="72708" y="151349"/>
                  </a:lnTo>
                  <a:lnTo>
                    <a:pt x="78414" y="151684"/>
                  </a:lnTo>
                  <a:lnTo>
                    <a:pt x="84280" y="152019"/>
                  </a:lnTo>
                  <a:lnTo>
                    <a:pt x="84904" y="151760"/>
                  </a:lnTo>
                  <a:lnTo>
                    <a:pt x="89005" y="147302"/>
                  </a:lnTo>
                  <a:lnTo>
                    <a:pt x="95533" y="140188"/>
                  </a:lnTo>
                  <a:lnTo>
                    <a:pt x="99703" y="135653"/>
                  </a:lnTo>
                  <a:lnTo>
                    <a:pt x="106140" y="128638"/>
                  </a:lnTo>
                  <a:lnTo>
                    <a:pt x="111085" y="123571"/>
                  </a:lnTo>
                  <a:lnTo>
                    <a:pt x="116556" y="117971"/>
                  </a:lnTo>
                  <a:lnTo>
                    <a:pt x="121874" y="112842"/>
                  </a:lnTo>
                  <a:lnTo>
                    <a:pt x="128258" y="106672"/>
                  </a:lnTo>
                  <a:lnTo>
                    <a:pt x="132290" y="102784"/>
                  </a:lnTo>
                  <a:lnTo>
                    <a:pt x="138544" y="96743"/>
                  </a:lnTo>
                  <a:lnTo>
                    <a:pt x="144502" y="90983"/>
                  </a:lnTo>
                  <a:lnTo>
                    <a:pt x="149767" y="85893"/>
                  </a:lnTo>
                  <a:lnTo>
                    <a:pt x="142501" y="85893"/>
                  </a:lnTo>
                  <a:lnTo>
                    <a:pt x="135402" y="85893"/>
                  </a:lnTo>
                  <a:lnTo>
                    <a:pt x="128410" y="85893"/>
                  </a:lnTo>
                  <a:lnTo>
                    <a:pt x="127162" y="85277"/>
                  </a:lnTo>
                  <a:lnTo>
                    <a:pt x="121288" y="83298"/>
                  </a:lnTo>
                  <a:lnTo>
                    <a:pt x="113847" y="80795"/>
                  </a:lnTo>
                  <a:lnTo>
                    <a:pt x="104610" y="77691"/>
                  </a:lnTo>
                  <a:lnTo>
                    <a:pt x="98029" y="75484"/>
                  </a:lnTo>
                  <a:lnTo>
                    <a:pt x="91014" y="73164"/>
                  </a:lnTo>
                  <a:lnTo>
                    <a:pt x="83900" y="70820"/>
                  </a:lnTo>
                  <a:lnTo>
                    <a:pt x="78315" y="68979"/>
                  </a:lnTo>
                  <a:lnTo>
                    <a:pt x="71353" y="66681"/>
                  </a:lnTo>
                  <a:lnTo>
                    <a:pt x="65304" y="64680"/>
                  </a:lnTo>
                  <a:lnTo>
                    <a:pt x="64475" y="64193"/>
                  </a:lnTo>
                  <a:lnTo>
                    <a:pt x="61120" y="61142"/>
                  </a:lnTo>
                  <a:lnTo>
                    <a:pt x="56714" y="57132"/>
                  </a:lnTo>
                  <a:lnTo>
                    <a:pt x="55870" y="57064"/>
                  </a:lnTo>
                  <a:lnTo>
                    <a:pt x="53770" y="56227"/>
                  </a:lnTo>
                  <a:lnTo>
                    <a:pt x="51883" y="54059"/>
                  </a:lnTo>
                  <a:lnTo>
                    <a:pt x="49935" y="51289"/>
                  </a:lnTo>
                  <a:lnTo>
                    <a:pt x="48132" y="47820"/>
                  </a:lnTo>
                  <a:lnTo>
                    <a:pt x="47348" y="45461"/>
                  </a:lnTo>
                  <a:lnTo>
                    <a:pt x="44936" y="44464"/>
                  </a:lnTo>
                  <a:lnTo>
                    <a:pt x="43780" y="42600"/>
                  </a:lnTo>
                  <a:lnTo>
                    <a:pt x="41596" y="39838"/>
                  </a:lnTo>
                  <a:lnTo>
                    <a:pt x="40082" y="38499"/>
                  </a:lnTo>
                  <a:lnTo>
                    <a:pt x="39542" y="37327"/>
                  </a:lnTo>
                  <a:lnTo>
                    <a:pt x="38842" y="34908"/>
                  </a:lnTo>
                  <a:lnTo>
                    <a:pt x="37594" y="32268"/>
                  </a:lnTo>
                  <a:lnTo>
                    <a:pt x="36399" y="30639"/>
                  </a:lnTo>
                  <a:lnTo>
                    <a:pt x="36125" y="29932"/>
                  </a:lnTo>
                  <a:lnTo>
                    <a:pt x="36194" y="29476"/>
                  </a:lnTo>
                  <a:lnTo>
                    <a:pt x="38408" y="25899"/>
                  </a:lnTo>
                  <a:lnTo>
                    <a:pt x="39405" y="24621"/>
                  </a:lnTo>
                  <a:lnTo>
                    <a:pt x="40538" y="23389"/>
                  </a:lnTo>
                  <a:lnTo>
                    <a:pt x="41459" y="22156"/>
                  </a:lnTo>
                  <a:lnTo>
                    <a:pt x="41816" y="21312"/>
                  </a:lnTo>
                  <a:lnTo>
                    <a:pt x="44503" y="17096"/>
                  </a:lnTo>
                  <a:lnTo>
                    <a:pt x="46869" y="13383"/>
                  </a:lnTo>
                  <a:lnTo>
                    <a:pt x="48718" y="10485"/>
                  </a:lnTo>
                  <a:lnTo>
                    <a:pt x="52887" y="13802"/>
                  </a:lnTo>
                  <a:lnTo>
                    <a:pt x="56943" y="20528"/>
                  </a:lnTo>
                  <a:lnTo>
                    <a:pt x="61667" y="25960"/>
                  </a:lnTo>
                  <a:lnTo>
                    <a:pt x="68196" y="30997"/>
                  </a:lnTo>
                  <a:lnTo>
                    <a:pt x="70782" y="32701"/>
                  </a:lnTo>
                  <a:lnTo>
                    <a:pt x="73073" y="33599"/>
                  </a:lnTo>
                  <a:lnTo>
                    <a:pt x="84950" y="33462"/>
                  </a:lnTo>
                  <a:lnTo>
                    <a:pt x="93380" y="28867"/>
                  </a:lnTo>
                  <a:lnTo>
                    <a:pt x="101034" y="25534"/>
                  </a:lnTo>
                  <a:lnTo>
                    <a:pt x="103606" y="24842"/>
                  </a:lnTo>
                  <a:lnTo>
                    <a:pt x="108049" y="25755"/>
                  </a:lnTo>
                  <a:lnTo>
                    <a:pt x="112949" y="26029"/>
                  </a:lnTo>
                  <a:lnTo>
                    <a:pt x="117355" y="27041"/>
                  </a:lnTo>
                  <a:lnTo>
                    <a:pt x="119592" y="26782"/>
                  </a:lnTo>
                  <a:lnTo>
                    <a:pt x="128311" y="22909"/>
                  </a:lnTo>
                  <a:lnTo>
                    <a:pt x="133789" y="19135"/>
                  </a:lnTo>
                  <a:lnTo>
                    <a:pt x="137525" y="17530"/>
                  </a:lnTo>
                  <a:lnTo>
                    <a:pt x="138993" y="17515"/>
                  </a:lnTo>
                  <a:lnTo>
                    <a:pt x="144091" y="18877"/>
                  </a:lnTo>
                  <a:lnTo>
                    <a:pt x="150642" y="18283"/>
                  </a:lnTo>
                  <a:lnTo>
                    <a:pt x="159605" y="15027"/>
                  </a:lnTo>
                  <a:lnTo>
                    <a:pt x="162458" y="14365"/>
                  </a:lnTo>
                  <a:lnTo>
                    <a:pt x="164634" y="14319"/>
                  </a:lnTo>
                  <a:lnTo>
                    <a:pt x="169511" y="15788"/>
                  </a:lnTo>
                  <a:lnTo>
                    <a:pt x="170272" y="15711"/>
                  </a:lnTo>
                  <a:lnTo>
                    <a:pt x="172912" y="15438"/>
                  </a:lnTo>
                  <a:lnTo>
                    <a:pt x="179874" y="13885"/>
                  </a:lnTo>
                  <a:lnTo>
                    <a:pt x="185299" y="11542"/>
                  </a:lnTo>
                  <a:lnTo>
                    <a:pt x="195289" y="9845"/>
                  </a:lnTo>
                  <a:lnTo>
                    <a:pt x="202890" y="5554"/>
                  </a:lnTo>
                  <a:lnTo>
                    <a:pt x="204222" y="3477"/>
                  </a:lnTo>
                  <a:lnTo>
                    <a:pt x="206519" y="860"/>
                  </a:lnTo>
                  <a:lnTo>
                    <a:pt x="209852" y="0"/>
                  </a:lnTo>
                  <a:lnTo>
                    <a:pt x="218373" y="3074"/>
                  </a:lnTo>
                  <a:lnTo>
                    <a:pt x="219735" y="3317"/>
                  </a:lnTo>
                  <a:lnTo>
                    <a:pt x="219241" y="5174"/>
                  </a:lnTo>
                  <a:lnTo>
                    <a:pt x="218944" y="7068"/>
                  </a:lnTo>
                  <a:lnTo>
                    <a:pt x="217202" y="10370"/>
                  </a:lnTo>
                  <a:lnTo>
                    <a:pt x="216084" y="14038"/>
                  </a:lnTo>
                  <a:lnTo>
                    <a:pt x="216905" y="19638"/>
                  </a:lnTo>
                  <a:lnTo>
                    <a:pt x="217301" y="28707"/>
                  </a:lnTo>
                  <a:lnTo>
                    <a:pt x="217095" y="30023"/>
                  </a:lnTo>
                  <a:lnTo>
                    <a:pt x="216532" y="31317"/>
                  </a:lnTo>
                  <a:lnTo>
                    <a:pt x="216296" y="32344"/>
                  </a:lnTo>
                  <a:lnTo>
                    <a:pt x="215376" y="32701"/>
                  </a:lnTo>
                  <a:lnTo>
                    <a:pt x="214973" y="33287"/>
                  </a:lnTo>
                  <a:lnTo>
                    <a:pt x="215642" y="33516"/>
                  </a:lnTo>
                  <a:lnTo>
                    <a:pt x="218305" y="32534"/>
                  </a:lnTo>
                  <a:lnTo>
                    <a:pt x="218259" y="31446"/>
                  </a:lnTo>
                  <a:lnTo>
                    <a:pt x="218412" y="30913"/>
                  </a:lnTo>
                  <a:lnTo>
                    <a:pt x="220603" y="32123"/>
                  </a:lnTo>
                  <a:lnTo>
                    <a:pt x="222170" y="32625"/>
                  </a:lnTo>
                  <a:lnTo>
                    <a:pt x="222627" y="33767"/>
                  </a:lnTo>
                  <a:lnTo>
                    <a:pt x="222505" y="34543"/>
                  </a:lnTo>
                  <a:lnTo>
                    <a:pt x="220017" y="34185"/>
                  </a:lnTo>
                  <a:lnTo>
                    <a:pt x="218746" y="33584"/>
                  </a:lnTo>
                  <a:lnTo>
                    <a:pt x="215056" y="34573"/>
                  </a:lnTo>
                  <a:lnTo>
                    <a:pt x="212797" y="35638"/>
                  </a:lnTo>
                  <a:lnTo>
                    <a:pt x="212119" y="37419"/>
                  </a:lnTo>
                  <a:lnTo>
                    <a:pt x="211594" y="44510"/>
                  </a:lnTo>
                  <a:lnTo>
                    <a:pt x="210719" y="49105"/>
                  </a:lnTo>
                  <a:lnTo>
                    <a:pt x="210552" y="55185"/>
                  </a:lnTo>
                  <a:lnTo>
                    <a:pt x="207562" y="59202"/>
                  </a:lnTo>
                  <a:lnTo>
                    <a:pt x="206557" y="62032"/>
                  </a:lnTo>
                  <a:lnTo>
                    <a:pt x="202114" y="67708"/>
                  </a:lnTo>
                  <a:lnTo>
                    <a:pt x="199801" y="72547"/>
                  </a:lnTo>
                  <a:lnTo>
                    <a:pt x="199040" y="74914"/>
                  </a:lnTo>
                  <a:lnTo>
                    <a:pt x="195137" y="81548"/>
                  </a:lnTo>
                  <a:lnTo>
                    <a:pt x="189773" y="86631"/>
                  </a:lnTo>
                  <a:lnTo>
                    <a:pt x="187840" y="93121"/>
                  </a:lnTo>
                  <a:lnTo>
                    <a:pt x="185923" y="97192"/>
                  </a:lnTo>
                  <a:lnTo>
                    <a:pt x="183755" y="100874"/>
                  </a:lnTo>
                  <a:lnTo>
                    <a:pt x="179022" y="107433"/>
                  </a:lnTo>
                  <a:lnTo>
                    <a:pt x="176602" y="111983"/>
                  </a:lnTo>
                  <a:lnTo>
                    <a:pt x="173567" y="119880"/>
                  </a:lnTo>
                  <a:lnTo>
                    <a:pt x="172631" y="124872"/>
                  </a:lnTo>
                  <a:lnTo>
                    <a:pt x="164086" y="139358"/>
                  </a:lnTo>
                  <a:lnTo>
                    <a:pt x="155222" y="150893"/>
                  </a:lnTo>
                  <a:lnTo>
                    <a:pt x="149706" y="160594"/>
                  </a:lnTo>
                  <a:lnTo>
                    <a:pt x="139800" y="171839"/>
                  </a:lnTo>
                  <a:lnTo>
                    <a:pt x="126295" y="186349"/>
                  </a:lnTo>
                  <a:lnTo>
                    <a:pt x="108613" y="203559"/>
                  </a:lnTo>
                  <a:lnTo>
                    <a:pt x="103819" y="207067"/>
                  </a:lnTo>
                  <a:lnTo>
                    <a:pt x="84470" y="217681"/>
                  </a:lnTo>
                  <a:lnTo>
                    <a:pt x="71924" y="226568"/>
                  </a:lnTo>
                  <a:lnTo>
                    <a:pt x="65518" y="232616"/>
                  </a:lnTo>
                  <a:lnTo>
                    <a:pt x="58791" y="237881"/>
                  </a:lnTo>
                  <a:lnTo>
                    <a:pt x="53450" y="242895"/>
                  </a:lnTo>
                  <a:lnTo>
                    <a:pt x="37312" y="259802"/>
                  </a:lnTo>
                  <a:lnTo>
                    <a:pt x="35654" y="261392"/>
                  </a:lnTo>
                  <a:lnTo>
                    <a:pt x="34086" y="262891"/>
                  </a:lnTo>
                  <a:lnTo>
                    <a:pt x="32055" y="265759"/>
                  </a:lnTo>
                  <a:lnTo>
                    <a:pt x="30640" y="266893"/>
                  </a:lnTo>
                  <a:lnTo>
                    <a:pt x="26790" y="271732"/>
                  </a:lnTo>
                  <a:lnTo>
                    <a:pt x="24378" y="274235"/>
                  </a:lnTo>
                  <a:lnTo>
                    <a:pt x="21684" y="276716"/>
                  </a:lnTo>
                  <a:lnTo>
                    <a:pt x="20535" y="278466"/>
                  </a:lnTo>
                  <a:lnTo>
                    <a:pt x="19729" y="280482"/>
                  </a:lnTo>
                  <a:lnTo>
                    <a:pt x="18824" y="281600"/>
                  </a:lnTo>
                  <a:lnTo>
                    <a:pt x="16397" y="286409"/>
                  </a:lnTo>
                  <a:lnTo>
                    <a:pt x="14251" y="28955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0" name="Freeform: Shape 2319">
              <a:extLst>
                <a:ext uri="{FF2B5EF4-FFF2-40B4-BE49-F238E27FC236}">
                  <a16:creationId xmlns:a16="http://schemas.microsoft.com/office/drawing/2014/main" id="{4676248B-C9F8-AC47-C9E7-CCE8C8B53BE2}"/>
                </a:ext>
              </a:extLst>
            </p:cNvPr>
            <p:cNvSpPr/>
            <p:nvPr/>
          </p:nvSpPr>
          <p:spPr>
            <a:xfrm>
              <a:off x="8334213" y="4876893"/>
              <a:ext cx="86775" cy="88274"/>
            </a:xfrm>
            <a:custGeom>
              <a:avLst/>
              <a:gdLst>
                <a:gd name="csX0" fmla="*/ 83238 w 86775"/>
                <a:gd name="csY0" fmla="*/ 13520 h 88274"/>
                <a:gd name="csX1" fmla="*/ 81442 w 86775"/>
                <a:gd name="csY1" fmla="*/ 15027 h 88274"/>
                <a:gd name="csX2" fmla="*/ 79487 w 86775"/>
                <a:gd name="csY2" fmla="*/ 17172 h 88274"/>
                <a:gd name="csX3" fmla="*/ 76915 w 86775"/>
                <a:gd name="csY3" fmla="*/ 20878 h 88274"/>
                <a:gd name="csX4" fmla="*/ 77029 w 86775"/>
                <a:gd name="csY4" fmla="*/ 22042 h 88274"/>
                <a:gd name="csX5" fmla="*/ 76466 w 86775"/>
                <a:gd name="csY5" fmla="*/ 22985 h 88274"/>
                <a:gd name="csX6" fmla="*/ 76329 w 86775"/>
                <a:gd name="csY6" fmla="*/ 24644 h 88274"/>
                <a:gd name="csX7" fmla="*/ 76512 w 86775"/>
                <a:gd name="csY7" fmla="*/ 26508 h 88274"/>
                <a:gd name="csX8" fmla="*/ 77174 w 86775"/>
                <a:gd name="csY8" fmla="*/ 27725 h 88274"/>
                <a:gd name="csX9" fmla="*/ 77478 w 86775"/>
                <a:gd name="csY9" fmla="*/ 30039 h 88274"/>
                <a:gd name="csX10" fmla="*/ 76968 w 86775"/>
                <a:gd name="csY10" fmla="*/ 32123 h 88274"/>
                <a:gd name="csX11" fmla="*/ 77166 w 86775"/>
                <a:gd name="csY11" fmla="*/ 33341 h 88274"/>
                <a:gd name="csX12" fmla="*/ 77683 w 86775"/>
                <a:gd name="csY12" fmla="*/ 35258 h 88274"/>
                <a:gd name="csX13" fmla="*/ 78109 w 86775"/>
                <a:gd name="csY13" fmla="*/ 37312 h 88274"/>
                <a:gd name="csX14" fmla="*/ 78064 w 86775"/>
                <a:gd name="csY14" fmla="*/ 38134 h 88274"/>
                <a:gd name="csX15" fmla="*/ 78688 w 86775"/>
                <a:gd name="csY15" fmla="*/ 38811 h 88274"/>
                <a:gd name="csX16" fmla="*/ 79266 w 86775"/>
                <a:gd name="csY16" fmla="*/ 39465 h 88274"/>
                <a:gd name="csX17" fmla="*/ 79083 w 86775"/>
                <a:gd name="csY17" fmla="*/ 41291 h 88274"/>
                <a:gd name="csX18" fmla="*/ 81115 w 86775"/>
                <a:gd name="csY18" fmla="*/ 44548 h 88274"/>
                <a:gd name="csX19" fmla="*/ 82355 w 86775"/>
                <a:gd name="csY19" fmla="*/ 45963 h 88274"/>
                <a:gd name="csX20" fmla="*/ 84166 w 86775"/>
                <a:gd name="csY20" fmla="*/ 47348 h 88274"/>
                <a:gd name="csX21" fmla="*/ 84820 w 86775"/>
                <a:gd name="csY21" fmla="*/ 48695 h 88274"/>
                <a:gd name="csX22" fmla="*/ 85840 w 86775"/>
                <a:gd name="csY22" fmla="*/ 50323 h 88274"/>
                <a:gd name="csX23" fmla="*/ 86449 w 86775"/>
                <a:gd name="csY23" fmla="*/ 50513 h 88274"/>
                <a:gd name="csX24" fmla="*/ 86776 w 86775"/>
                <a:gd name="csY24" fmla="*/ 51167 h 88274"/>
                <a:gd name="csX25" fmla="*/ 86441 w 86775"/>
                <a:gd name="csY25" fmla="*/ 52423 h 88274"/>
                <a:gd name="csX26" fmla="*/ 86372 w 86775"/>
                <a:gd name="csY26" fmla="*/ 54165 h 88274"/>
                <a:gd name="csX27" fmla="*/ 85223 w 86775"/>
                <a:gd name="csY27" fmla="*/ 56189 h 88274"/>
                <a:gd name="csX28" fmla="*/ 82560 w 86775"/>
                <a:gd name="csY28" fmla="*/ 59894 h 88274"/>
                <a:gd name="csX29" fmla="*/ 82233 w 86775"/>
                <a:gd name="csY29" fmla="*/ 60754 h 88274"/>
                <a:gd name="csX30" fmla="*/ 82926 w 86775"/>
                <a:gd name="csY30" fmla="*/ 63828 h 88274"/>
                <a:gd name="csX31" fmla="*/ 82560 w 86775"/>
                <a:gd name="csY31" fmla="*/ 66354 h 88274"/>
                <a:gd name="csX32" fmla="*/ 82401 w 86775"/>
                <a:gd name="csY32" fmla="*/ 67564 h 88274"/>
                <a:gd name="csX33" fmla="*/ 81092 w 86775"/>
                <a:gd name="csY33" fmla="*/ 69778 h 88274"/>
                <a:gd name="csX34" fmla="*/ 77988 w 86775"/>
                <a:gd name="csY34" fmla="*/ 75127 h 88274"/>
                <a:gd name="csX35" fmla="*/ 76207 w 86775"/>
                <a:gd name="csY35" fmla="*/ 76093 h 88274"/>
                <a:gd name="csX36" fmla="*/ 75127 w 86775"/>
                <a:gd name="csY36" fmla="*/ 77638 h 88274"/>
                <a:gd name="csX37" fmla="*/ 74435 w 86775"/>
                <a:gd name="csY37" fmla="*/ 77653 h 88274"/>
                <a:gd name="csX38" fmla="*/ 73659 w 86775"/>
                <a:gd name="csY38" fmla="*/ 77797 h 88274"/>
                <a:gd name="csX39" fmla="*/ 73415 w 86775"/>
                <a:gd name="csY39" fmla="*/ 77988 h 88274"/>
                <a:gd name="csX40" fmla="*/ 72441 w 86775"/>
                <a:gd name="csY40" fmla="*/ 77972 h 88274"/>
                <a:gd name="csX41" fmla="*/ 71680 w 86775"/>
                <a:gd name="csY41" fmla="*/ 77288 h 88274"/>
                <a:gd name="csX42" fmla="*/ 71559 w 86775"/>
                <a:gd name="csY42" fmla="*/ 76481 h 88274"/>
                <a:gd name="csX43" fmla="*/ 71155 w 86775"/>
                <a:gd name="csY43" fmla="*/ 75553 h 88274"/>
                <a:gd name="csX44" fmla="*/ 70197 w 86775"/>
                <a:gd name="csY44" fmla="*/ 75271 h 88274"/>
                <a:gd name="csX45" fmla="*/ 68386 w 86775"/>
                <a:gd name="csY45" fmla="*/ 75598 h 88274"/>
                <a:gd name="csX46" fmla="*/ 67861 w 86775"/>
                <a:gd name="csY46" fmla="*/ 75363 h 88274"/>
                <a:gd name="csX47" fmla="*/ 66788 w 86775"/>
                <a:gd name="csY47" fmla="*/ 74374 h 88274"/>
                <a:gd name="csX48" fmla="*/ 65898 w 86775"/>
                <a:gd name="csY48" fmla="*/ 73286 h 88274"/>
                <a:gd name="csX49" fmla="*/ 65669 w 86775"/>
                <a:gd name="csY49" fmla="*/ 72236 h 88274"/>
                <a:gd name="csX50" fmla="*/ 65099 w 86775"/>
                <a:gd name="csY50" fmla="*/ 72334 h 88274"/>
                <a:gd name="csX51" fmla="*/ 63722 w 86775"/>
                <a:gd name="csY51" fmla="*/ 73286 h 88274"/>
                <a:gd name="csX52" fmla="*/ 62778 w 86775"/>
                <a:gd name="csY52" fmla="*/ 73476 h 88274"/>
                <a:gd name="csX53" fmla="*/ 62040 w 86775"/>
                <a:gd name="csY53" fmla="*/ 73232 h 88274"/>
                <a:gd name="csX54" fmla="*/ 61211 w 86775"/>
                <a:gd name="csY54" fmla="*/ 73301 h 88274"/>
                <a:gd name="csX55" fmla="*/ 59111 w 86775"/>
                <a:gd name="csY55" fmla="*/ 74320 h 88274"/>
                <a:gd name="csX56" fmla="*/ 57871 w 86775"/>
                <a:gd name="csY56" fmla="*/ 74548 h 88274"/>
                <a:gd name="csX57" fmla="*/ 56988 w 86775"/>
                <a:gd name="csY57" fmla="*/ 75576 h 88274"/>
                <a:gd name="csX58" fmla="*/ 51152 w 86775"/>
                <a:gd name="csY58" fmla="*/ 76040 h 88274"/>
                <a:gd name="csX59" fmla="*/ 49615 w 86775"/>
                <a:gd name="csY59" fmla="*/ 76306 h 88274"/>
                <a:gd name="csX60" fmla="*/ 46131 w 86775"/>
                <a:gd name="csY60" fmla="*/ 74541 h 88274"/>
                <a:gd name="csX61" fmla="*/ 45233 w 86775"/>
                <a:gd name="csY61" fmla="*/ 73963 h 88274"/>
                <a:gd name="csX62" fmla="*/ 44776 w 86775"/>
                <a:gd name="csY62" fmla="*/ 73879 h 88274"/>
                <a:gd name="csX63" fmla="*/ 44388 w 86775"/>
                <a:gd name="csY63" fmla="*/ 73970 h 88274"/>
                <a:gd name="csX64" fmla="*/ 44008 w 86775"/>
                <a:gd name="csY64" fmla="*/ 74366 h 88274"/>
                <a:gd name="csX65" fmla="*/ 43430 w 86775"/>
                <a:gd name="csY65" fmla="*/ 76588 h 88274"/>
                <a:gd name="csX66" fmla="*/ 42905 w 86775"/>
                <a:gd name="csY66" fmla="*/ 77189 h 88274"/>
                <a:gd name="csX67" fmla="*/ 41992 w 86775"/>
                <a:gd name="csY67" fmla="*/ 77683 h 88274"/>
                <a:gd name="csX68" fmla="*/ 41101 w 86775"/>
                <a:gd name="csY68" fmla="*/ 78566 h 88274"/>
                <a:gd name="csX69" fmla="*/ 40926 w 86775"/>
                <a:gd name="csY69" fmla="*/ 79426 h 88274"/>
                <a:gd name="csX70" fmla="*/ 42296 w 86775"/>
                <a:gd name="csY70" fmla="*/ 79905 h 88274"/>
                <a:gd name="csX71" fmla="*/ 43437 w 86775"/>
                <a:gd name="csY71" fmla="*/ 81571 h 88274"/>
                <a:gd name="csX72" fmla="*/ 44677 w 86775"/>
                <a:gd name="csY72" fmla="*/ 82910 h 88274"/>
                <a:gd name="csX73" fmla="*/ 45674 w 86775"/>
                <a:gd name="csY73" fmla="*/ 84082 h 88274"/>
                <a:gd name="csX74" fmla="*/ 45537 w 86775"/>
                <a:gd name="csY74" fmla="*/ 85421 h 88274"/>
                <a:gd name="csX75" fmla="*/ 45370 w 86775"/>
                <a:gd name="csY75" fmla="*/ 87316 h 88274"/>
                <a:gd name="csX76" fmla="*/ 44647 w 86775"/>
                <a:gd name="csY76" fmla="*/ 87962 h 88274"/>
                <a:gd name="csX77" fmla="*/ 43437 w 86775"/>
                <a:gd name="csY77" fmla="*/ 88274 h 88274"/>
                <a:gd name="csX78" fmla="*/ 39017 w 86775"/>
                <a:gd name="csY78" fmla="*/ 87361 h 88274"/>
                <a:gd name="csX79" fmla="*/ 35623 w 86775"/>
                <a:gd name="csY79" fmla="*/ 86540 h 88274"/>
                <a:gd name="csX80" fmla="*/ 34200 w 86775"/>
                <a:gd name="csY80" fmla="*/ 86365 h 88274"/>
                <a:gd name="csX81" fmla="*/ 33554 w 86775"/>
                <a:gd name="csY81" fmla="*/ 86152 h 88274"/>
                <a:gd name="csX82" fmla="*/ 32709 w 86775"/>
                <a:gd name="csY82" fmla="*/ 85459 h 88274"/>
                <a:gd name="csX83" fmla="*/ 31850 w 86775"/>
                <a:gd name="csY83" fmla="*/ 84820 h 88274"/>
                <a:gd name="csX84" fmla="*/ 30472 w 86775"/>
                <a:gd name="csY84" fmla="*/ 84584 h 88274"/>
                <a:gd name="csX85" fmla="*/ 28829 w 86775"/>
                <a:gd name="csY85" fmla="*/ 84151 h 88274"/>
                <a:gd name="csX86" fmla="*/ 27611 w 86775"/>
                <a:gd name="csY86" fmla="*/ 82484 h 88274"/>
                <a:gd name="csX87" fmla="*/ 26356 w 86775"/>
                <a:gd name="csY87" fmla="*/ 80118 h 88274"/>
                <a:gd name="csX88" fmla="*/ 25915 w 86775"/>
                <a:gd name="csY88" fmla="*/ 79045 h 88274"/>
                <a:gd name="csX89" fmla="*/ 24933 w 86775"/>
                <a:gd name="csY89" fmla="*/ 78010 h 88274"/>
                <a:gd name="csX90" fmla="*/ 23975 w 86775"/>
                <a:gd name="csY90" fmla="*/ 76534 h 88274"/>
                <a:gd name="csX91" fmla="*/ 23678 w 86775"/>
                <a:gd name="csY91" fmla="*/ 75226 h 88274"/>
                <a:gd name="csX92" fmla="*/ 22955 w 86775"/>
                <a:gd name="csY92" fmla="*/ 74031 h 88274"/>
                <a:gd name="csX93" fmla="*/ 22574 w 86775"/>
                <a:gd name="csY93" fmla="*/ 73628 h 88274"/>
                <a:gd name="csX94" fmla="*/ 22011 w 86775"/>
                <a:gd name="csY94" fmla="*/ 72000 h 88274"/>
                <a:gd name="csX95" fmla="*/ 21890 w 86775"/>
                <a:gd name="csY95" fmla="*/ 71391 h 88274"/>
                <a:gd name="csX96" fmla="*/ 21616 w 86775"/>
                <a:gd name="csY96" fmla="*/ 71315 h 88274"/>
                <a:gd name="csX97" fmla="*/ 21220 w 86775"/>
                <a:gd name="csY97" fmla="*/ 70790 h 88274"/>
                <a:gd name="csX98" fmla="*/ 20444 w 86775"/>
                <a:gd name="csY98" fmla="*/ 69048 h 88274"/>
                <a:gd name="csX99" fmla="*/ 20269 w 86775"/>
                <a:gd name="csY99" fmla="*/ 68614 h 88274"/>
                <a:gd name="csX100" fmla="*/ 19927 w 86775"/>
                <a:gd name="csY100" fmla="*/ 68462 h 88274"/>
                <a:gd name="csX101" fmla="*/ 19021 w 86775"/>
                <a:gd name="csY101" fmla="*/ 67237 h 88274"/>
                <a:gd name="csX102" fmla="*/ 18299 w 86775"/>
                <a:gd name="csY102" fmla="*/ 66811 h 88274"/>
                <a:gd name="csX103" fmla="*/ 18032 w 86775"/>
                <a:gd name="csY103" fmla="*/ 66179 h 88274"/>
                <a:gd name="csX104" fmla="*/ 18093 w 86775"/>
                <a:gd name="csY104" fmla="*/ 64475 h 88274"/>
                <a:gd name="csX105" fmla="*/ 17705 w 86775"/>
                <a:gd name="csY105" fmla="*/ 63630 h 88274"/>
                <a:gd name="csX106" fmla="*/ 17591 w 86775"/>
                <a:gd name="csY106" fmla="*/ 62025 h 88274"/>
                <a:gd name="csX107" fmla="*/ 17568 w 86775"/>
                <a:gd name="csY107" fmla="*/ 61386 h 88274"/>
                <a:gd name="csX108" fmla="*/ 17195 w 86775"/>
                <a:gd name="csY108" fmla="*/ 60671 h 88274"/>
                <a:gd name="csX109" fmla="*/ 16579 w 86775"/>
                <a:gd name="csY109" fmla="*/ 60206 h 88274"/>
                <a:gd name="csX110" fmla="*/ 16472 w 86775"/>
                <a:gd name="csY110" fmla="*/ 59042 h 88274"/>
                <a:gd name="csX111" fmla="*/ 16320 w 86775"/>
                <a:gd name="csY111" fmla="*/ 56181 h 88274"/>
                <a:gd name="csX112" fmla="*/ 16024 w 86775"/>
                <a:gd name="csY112" fmla="*/ 55679 h 88274"/>
                <a:gd name="csX113" fmla="*/ 13421 w 86775"/>
                <a:gd name="csY113" fmla="*/ 55717 h 88274"/>
                <a:gd name="csX114" fmla="*/ 13163 w 86775"/>
                <a:gd name="csY114" fmla="*/ 55999 h 88274"/>
                <a:gd name="csX115" fmla="*/ 12037 w 86775"/>
                <a:gd name="csY115" fmla="*/ 56166 h 88274"/>
                <a:gd name="csX116" fmla="*/ 10781 w 86775"/>
                <a:gd name="csY116" fmla="*/ 56197 h 88274"/>
                <a:gd name="csX117" fmla="*/ 9640 w 86775"/>
                <a:gd name="csY117" fmla="*/ 55816 h 88274"/>
                <a:gd name="csX118" fmla="*/ 8704 w 86775"/>
                <a:gd name="csY118" fmla="*/ 55314 h 88274"/>
                <a:gd name="csX119" fmla="*/ 8499 w 86775"/>
                <a:gd name="csY119" fmla="*/ 54690 h 88274"/>
                <a:gd name="csX120" fmla="*/ 8643 w 86775"/>
                <a:gd name="csY120" fmla="*/ 52704 h 88274"/>
                <a:gd name="csX121" fmla="*/ 7129 w 86775"/>
                <a:gd name="csY121" fmla="*/ 51198 h 88274"/>
                <a:gd name="csX122" fmla="*/ 4732 w 86775"/>
                <a:gd name="csY122" fmla="*/ 49334 h 88274"/>
                <a:gd name="csX123" fmla="*/ 4010 w 86775"/>
                <a:gd name="csY123" fmla="*/ 46967 h 88274"/>
                <a:gd name="csX124" fmla="*/ 3127 w 86775"/>
                <a:gd name="csY124" fmla="*/ 45491 h 88274"/>
                <a:gd name="csX125" fmla="*/ 472 w 86775"/>
                <a:gd name="csY125" fmla="*/ 42402 h 88274"/>
                <a:gd name="csX126" fmla="*/ 0 w 86775"/>
                <a:gd name="csY126" fmla="*/ 40287 h 88274"/>
                <a:gd name="csX127" fmla="*/ 0 w 86775"/>
                <a:gd name="csY127" fmla="*/ 38788 h 88274"/>
                <a:gd name="csX128" fmla="*/ 928 w 86775"/>
                <a:gd name="csY128" fmla="*/ 37419 h 88274"/>
                <a:gd name="csX129" fmla="*/ 2229 w 86775"/>
                <a:gd name="csY129" fmla="*/ 34999 h 88274"/>
                <a:gd name="csX130" fmla="*/ 2769 w 86775"/>
                <a:gd name="csY130" fmla="*/ 32808 h 88274"/>
                <a:gd name="csX131" fmla="*/ 3165 w 86775"/>
                <a:gd name="csY131" fmla="*/ 31667 h 88274"/>
                <a:gd name="csX132" fmla="*/ 3835 w 86775"/>
                <a:gd name="csY132" fmla="*/ 30168 h 88274"/>
                <a:gd name="csX133" fmla="*/ 4443 w 86775"/>
                <a:gd name="csY133" fmla="*/ 28228 h 88274"/>
                <a:gd name="csX134" fmla="*/ 3979 w 86775"/>
                <a:gd name="csY134" fmla="*/ 27033 h 88274"/>
                <a:gd name="csX135" fmla="*/ 3188 w 86775"/>
                <a:gd name="csY135" fmla="*/ 25869 h 88274"/>
                <a:gd name="csX136" fmla="*/ 2929 w 86775"/>
                <a:gd name="csY136" fmla="*/ 24986 h 88274"/>
                <a:gd name="csX137" fmla="*/ 3698 w 86775"/>
                <a:gd name="csY137" fmla="*/ 23708 h 88274"/>
                <a:gd name="csX138" fmla="*/ 4466 w 86775"/>
                <a:gd name="csY138" fmla="*/ 22803 h 88274"/>
                <a:gd name="csX139" fmla="*/ 5341 w 86775"/>
                <a:gd name="csY139" fmla="*/ 22681 h 88274"/>
                <a:gd name="csX140" fmla="*/ 6452 w 86775"/>
                <a:gd name="csY140" fmla="*/ 22133 h 88274"/>
                <a:gd name="csX141" fmla="*/ 7327 w 86775"/>
                <a:gd name="csY141" fmla="*/ 21357 h 88274"/>
                <a:gd name="csX142" fmla="*/ 8659 w 86775"/>
                <a:gd name="csY142" fmla="*/ 21152 h 88274"/>
                <a:gd name="csX143" fmla="*/ 10317 w 86775"/>
                <a:gd name="csY143" fmla="*/ 21068 h 88274"/>
                <a:gd name="csX144" fmla="*/ 13711 w 86775"/>
                <a:gd name="csY144" fmla="*/ 21068 h 88274"/>
                <a:gd name="csX145" fmla="*/ 15445 w 86775"/>
                <a:gd name="csY145" fmla="*/ 20733 h 88274"/>
                <a:gd name="csX146" fmla="*/ 15985 w 86775"/>
                <a:gd name="csY146" fmla="*/ 20109 h 88274"/>
                <a:gd name="csX147" fmla="*/ 15902 w 86775"/>
                <a:gd name="csY147" fmla="*/ 18907 h 88274"/>
                <a:gd name="csX148" fmla="*/ 16762 w 86775"/>
                <a:gd name="csY148" fmla="*/ 17819 h 88274"/>
                <a:gd name="csX149" fmla="*/ 17667 w 86775"/>
                <a:gd name="csY149" fmla="*/ 17363 h 88274"/>
                <a:gd name="csX150" fmla="*/ 18032 w 86775"/>
                <a:gd name="csY150" fmla="*/ 17005 h 88274"/>
                <a:gd name="csX151" fmla="*/ 18085 w 86775"/>
                <a:gd name="csY151" fmla="*/ 16602 h 88274"/>
                <a:gd name="csX152" fmla="*/ 17850 w 86775"/>
                <a:gd name="csY152" fmla="*/ 16236 h 88274"/>
                <a:gd name="csX153" fmla="*/ 17485 w 86775"/>
                <a:gd name="csY153" fmla="*/ 15993 h 88274"/>
                <a:gd name="csX154" fmla="*/ 16541 w 86775"/>
                <a:gd name="csY154" fmla="*/ 15909 h 88274"/>
                <a:gd name="csX155" fmla="*/ 15712 w 86775"/>
                <a:gd name="csY155" fmla="*/ 14022 h 88274"/>
                <a:gd name="csX156" fmla="*/ 16282 w 86775"/>
                <a:gd name="csY156" fmla="*/ 13201 h 88274"/>
                <a:gd name="csX157" fmla="*/ 17013 w 86775"/>
                <a:gd name="csY157" fmla="*/ 11687 h 88274"/>
                <a:gd name="csX158" fmla="*/ 17218 w 86775"/>
                <a:gd name="csY158" fmla="*/ 10827 h 88274"/>
                <a:gd name="csX159" fmla="*/ 18352 w 86775"/>
                <a:gd name="csY159" fmla="*/ 9488 h 88274"/>
                <a:gd name="csX160" fmla="*/ 18626 w 86775"/>
                <a:gd name="csY160" fmla="*/ 9899 h 88274"/>
                <a:gd name="csX161" fmla="*/ 19501 w 86775"/>
                <a:gd name="csY161" fmla="*/ 7449 h 88274"/>
                <a:gd name="csX162" fmla="*/ 19607 w 86775"/>
                <a:gd name="csY162" fmla="*/ 5455 h 88274"/>
                <a:gd name="csX163" fmla="*/ 20277 w 86775"/>
                <a:gd name="csY163" fmla="*/ 3492 h 88274"/>
                <a:gd name="csX164" fmla="*/ 21304 w 86775"/>
                <a:gd name="csY164" fmla="*/ 1164 h 88274"/>
                <a:gd name="csX165" fmla="*/ 23153 w 86775"/>
                <a:gd name="csY165" fmla="*/ 7 h 88274"/>
                <a:gd name="csX166" fmla="*/ 33919 w 86775"/>
                <a:gd name="csY166" fmla="*/ 1187 h 88274"/>
                <a:gd name="csX167" fmla="*/ 38834 w 86775"/>
                <a:gd name="csY167" fmla="*/ 2298 h 88274"/>
                <a:gd name="csX168" fmla="*/ 45157 w 86775"/>
                <a:gd name="csY168" fmla="*/ 4215 h 88274"/>
                <a:gd name="csX169" fmla="*/ 46055 w 86775"/>
                <a:gd name="csY169" fmla="*/ 6269 h 88274"/>
                <a:gd name="csX170" fmla="*/ 46100 w 86775"/>
                <a:gd name="csY170" fmla="*/ 4215 h 88274"/>
                <a:gd name="csX171" fmla="*/ 45788 w 86775"/>
                <a:gd name="csY171" fmla="*/ 2145 h 88274"/>
                <a:gd name="csX172" fmla="*/ 47538 w 86775"/>
                <a:gd name="csY172" fmla="*/ 677 h 88274"/>
                <a:gd name="csX173" fmla="*/ 51373 w 86775"/>
                <a:gd name="csY173" fmla="*/ 160 h 88274"/>
                <a:gd name="csX174" fmla="*/ 57117 w 86775"/>
                <a:gd name="csY174" fmla="*/ 867 h 88274"/>
                <a:gd name="csX175" fmla="*/ 62055 w 86775"/>
                <a:gd name="csY175" fmla="*/ 0 h 88274"/>
                <a:gd name="csX176" fmla="*/ 68774 w 86775"/>
                <a:gd name="csY176" fmla="*/ 106 h 88274"/>
                <a:gd name="csX177" fmla="*/ 78969 w 86775"/>
                <a:gd name="csY177" fmla="*/ 1780 h 88274"/>
                <a:gd name="csX178" fmla="*/ 83535 w 86775"/>
                <a:gd name="csY178" fmla="*/ 2921 h 88274"/>
                <a:gd name="csX179" fmla="*/ 85414 w 86775"/>
                <a:gd name="csY179" fmla="*/ 3956 h 88274"/>
                <a:gd name="csX180" fmla="*/ 85771 w 86775"/>
                <a:gd name="csY180" fmla="*/ 5813 h 88274"/>
                <a:gd name="csX181" fmla="*/ 85596 w 86775"/>
                <a:gd name="csY181" fmla="*/ 8194 h 88274"/>
                <a:gd name="csX182" fmla="*/ 84851 w 86775"/>
                <a:gd name="csY182" fmla="*/ 10469 h 88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Lst>
              <a:rect l="l" t="t" r="r" b="b"/>
              <a:pathLst>
                <a:path w="86775" h="88274">
                  <a:moveTo>
                    <a:pt x="83238" y="13520"/>
                  </a:moveTo>
                  <a:lnTo>
                    <a:pt x="81442" y="15027"/>
                  </a:lnTo>
                  <a:lnTo>
                    <a:pt x="79487" y="17172"/>
                  </a:lnTo>
                  <a:lnTo>
                    <a:pt x="76915" y="20878"/>
                  </a:lnTo>
                  <a:lnTo>
                    <a:pt x="77029" y="22042"/>
                  </a:lnTo>
                  <a:lnTo>
                    <a:pt x="76466" y="22985"/>
                  </a:lnTo>
                  <a:lnTo>
                    <a:pt x="76329" y="24644"/>
                  </a:lnTo>
                  <a:lnTo>
                    <a:pt x="76512" y="26508"/>
                  </a:lnTo>
                  <a:lnTo>
                    <a:pt x="77174" y="27725"/>
                  </a:lnTo>
                  <a:lnTo>
                    <a:pt x="77478" y="30039"/>
                  </a:lnTo>
                  <a:lnTo>
                    <a:pt x="76968" y="32123"/>
                  </a:lnTo>
                  <a:lnTo>
                    <a:pt x="77166" y="33341"/>
                  </a:lnTo>
                  <a:lnTo>
                    <a:pt x="77683" y="35258"/>
                  </a:lnTo>
                  <a:lnTo>
                    <a:pt x="78109" y="37312"/>
                  </a:lnTo>
                  <a:lnTo>
                    <a:pt x="78064" y="38134"/>
                  </a:lnTo>
                  <a:lnTo>
                    <a:pt x="78688" y="38811"/>
                  </a:lnTo>
                  <a:lnTo>
                    <a:pt x="79266" y="39465"/>
                  </a:lnTo>
                  <a:lnTo>
                    <a:pt x="79083" y="41291"/>
                  </a:lnTo>
                  <a:lnTo>
                    <a:pt x="81115" y="44548"/>
                  </a:lnTo>
                  <a:lnTo>
                    <a:pt x="82355" y="45963"/>
                  </a:lnTo>
                  <a:lnTo>
                    <a:pt x="84166" y="47348"/>
                  </a:lnTo>
                  <a:lnTo>
                    <a:pt x="84820" y="48695"/>
                  </a:lnTo>
                  <a:lnTo>
                    <a:pt x="85840" y="50323"/>
                  </a:lnTo>
                  <a:lnTo>
                    <a:pt x="86449" y="50513"/>
                  </a:lnTo>
                  <a:lnTo>
                    <a:pt x="86776" y="51167"/>
                  </a:lnTo>
                  <a:lnTo>
                    <a:pt x="86441" y="52423"/>
                  </a:lnTo>
                  <a:lnTo>
                    <a:pt x="86372" y="54165"/>
                  </a:lnTo>
                  <a:lnTo>
                    <a:pt x="85223" y="56189"/>
                  </a:lnTo>
                  <a:lnTo>
                    <a:pt x="82560" y="59894"/>
                  </a:lnTo>
                  <a:lnTo>
                    <a:pt x="82233" y="60754"/>
                  </a:lnTo>
                  <a:lnTo>
                    <a:pt x="82926" y="63828"/>
                  </a:lnTo>
                  <a:lnTo>
                    <a:pt x="82560" y="66354"/>
                  </a:lnTo>
                  <a:lnTo>
                    <a:pt x="82401" y="67564"/>
                  </a:lnTo>
                  <a:lnTo>
                    <a:pt x="81092" y="69778"/>
                  </a:lnTo>
                  <a:lnTo>
                    <a:pt x="77988" y="75127"/>
                  </a:lnTo>
                  <a:lnTo>
                    <a:pt x="76207" y="76093"/>
                  </a:lnTo>
                  <a:lnTo>
                    <a:pt x="75127" y="77638"/>
                  </a:lnTo>
                  <a:lnTo>
                    <a:pt x="74435" y="77653"/>
                  </a:lnTo>
                  <a:lnTo>
                    <a:pt x="73659" y="77797"/>
                  </a:lnTo>
                  <a:lnTo>
                    <a:pt x="73415" y="77988"/>
                  </a:lnTo>
                  <a:lnTo>
                    <a:pt x="72441" y="77972"/>
                  </a:lnTo>
                  <a:lnTo>
                    <a:pt x="71680" y="77288"/>
                  </a:lnTo>
                  <a:lnTo>
                    <a:pt x="71559" y="76481"/>
                  </a:lnTo>
                  <a:lnTo>
                    <a:pt x="71155" y="75553"/>
                  </a:lnTo>
                  <a:lnTo>
                    <a:pt x="70197" y="75271"/>
                  </a:lnTo>
                  <a:lnTo>
                    <a:pt x="68386" y="75598"/>
                  </a:lnTo>
                  <a:lnTo>
                    <a:pt x="67861" y="75363"/>
                  </a:lnTo>
                  <a:lnTo>
                    <a:pt x="66788" y="74374"/>
                  </a:lnTo>
                  <a:lnTo>
                    <a:pt x="65898" y="73286"/>
                  </a:lnTo>
                  <a:lnTo>
                    <a:pt x="65669" y="72236"/>
                  </a:lnTo>
                  <a:lnTo>
                    <a:pt x="65099" y="72334"/>
                  </a:lnTo>
                  <a:lnTo>
                    <a:pt x="63722" y="73286"/>
                  </a:lnTo>
                  <a:lnTo>
                    <a:pt x="62778" y="73476"/>
                  </a:lnTo>
                  <a:lnTo>
                    <a:pt x="62040" y="73232"/>
                  </a:lnTo>
                  <a:lnTo>
                    <a:pt x="61211" y="73301"/>
                  </a:lnTo>
                  <a:lnTo>
                    <a:pt x="59111" y="74320"/>
                  </a:lnTo>
                  <a:lnTo>
                    <a:pt x="57871" y="74548"/>
                  </a:lnTo>
                  <a:lnTo>
                    <a:pt x="56988" y="75576"/>
                  </a:lnTo>
                  <a:lnTo>
                    <a:pt x="51152" y="76040"/>
                  </a:lnTo>
                  <a:lnTo>
                    <a:pt x="49615" y="76306"/>
                  </a:lnTo>
                  <a:lnTo>
                    <a:pt x="46131" y="74541"/>
                  </a:lnTo>
                  <a:lnTo>
                    <a:pt x="45233" y="73963"/>
                  </a:lnTo>
                  <a:lnTo>
                    <a:pt x="44776" y="73879"/>
                  </a:lnTo>
                  <a:lnTo>
                    <a:pt x="44388" y="73970"/>
                  </a:lnTo>
                  <a:lnTo>
                    <a:pt x="44008" y="74366"/>
                  </a:lnTo>
                  <a:lnTo>
                    <a:pt x="43430" y="76588"/>
                  </a:lnTo>
                  <a:lnTo>
                    <a:pt x="42905" y="77189"/>
                  </a:lnTo>
                  <a:lnTo>
                    <a:pt x="41992" y="77683"/>
                  </a:lnTo>
                  <a:lnTo>
                    <a:pt x="41101" y="78566"/>
                  </a:lnTo>
                  <a:lnTo>
                    <a:pt x="40926" y="79426"/>
                  </a:lnTo>
                  <a:lnTo>
                    <a:pt x="42296" y="79905"/>
                  </a:lnTo>
                  <a:lnTo>
                    <a:pt x="43437" y="81571"/>
                  </a:lnTo>
                  <a:lnTo>
                    <a:pt x="44677" y="82910"/>
                  </a:lnTo>
                  <a:lnTo>
                    <a:pt x="45674" y="84082"/>
                  </a:lnTo>
                  <a:lnTo>
                    <a:pt x="45537" y="85421"/>
                  </a:lnTo>
                  <a:lnTo>
                    <a:pt x="45370" y="87316"/>
                  </a:lnTo>
                  <a:lnTo>
                    <a:pt x="44647" y="87962"/>
                  </a:lnTo>
                  <a:lnTo>
                    <a:pt x="43437" y="88274"/>
                  </a:lnTo>
                  <a:lnTo>
                    <a:pt x="39017" y="87361"/>
                  </a:lnTo>
                  <a:lnTo>
                    <a:pt x="35623" y="86540"/>
                  </a:lnTo>
                  <a:lnTo>
                    <a:pt x="34200" y="86365"/>
                  </a:lnTo>
                  <a:lnTo>
                    <a:pt x="33554" y="86152"/>
                  </a:lnTo>
                  <a:lnTo>
                    <a:pt x="32709" y="85459"/>
                  </a:lnTo>
                  <a:lnTo>
                    <a:pt x="31850" y="84820"/>
                  </a:lnTo>
                  <a:lnTo>
                    <a:pt x="30472" y="84584"/>
                  </a:lnTo>
                  <a:lnTo>
                    <a:pt x="28829" y="84151"/>
                  </a:lnTo>
                  <a:lnTo>
                    <a:pt x="27611" y="82484"/>
                  </a:lnTo>
                  <a:lnTo>
                    <a:pt x="26356" y="80118"/>
                  </a:lnTo>
                  <a:lnTo>
                    <a:pt x="25915" y="79045"/>
                  </a:lnTo>
                  <a:lnTo>
                    <a:pt x="24933" y="78010"/>
                  </a:lnTo>
                  <a:lnTo>
                    <a:pt x="23975" y="76534"/>
                  </a:lnTo>
                  <a:lnTo>
                    <a:pt x="23678" y="75226"/>
                  </a:lnTo>
                  <a:lnTo>
                    <a:pt x="22955" y="74031"/>
                  </a:lnTo>
                  <a:lnTo>
                    <a:pt x="22574" y="73628"/>
                  </a:lnTo>
                  <a:lnTo>
                    <a:pt x="22011" y="72000"/>
                  </a:lnTo>
                  <a:lnTo>
                    <a:pt x="21890" y="71391"/>
                  </a:lnTo>
                  <a:lnTo>
                    <a:pt x="21616" y="71315"/>
                  </a:lnTo>
                  <a:lnTo>
                    <a:pt x="21220" y="70790"/>
                  </a:lnTo>
                  <a:lnTo>
                    <a:pt x="20444" y="69048"/>
                  </a:lnTo>
                  <a:lnTo>
                    <a:pt x="20269" y="68614"/>
                  </a:lnTo>
                  <a:lnTo>
                    <a:pt x="19927" y="68462"/>
                  </a:lnTo>
                  <a:lnTo>
                    <a:pt x="19021" y="67237"/>
                  </a:lnTo>
                  <a:lnTo>
                    <a:pt x="18299" y="66811"/>
                  </a:lnTo>
                  <a:lnTo>
                    <a:pt x="18032" y="66179"/>
                  </a:lnTo>
                  <a:lnTo>
                    <a:pt x="18093" y="64475"/>
                  </a:lnTo>
                  <a:lnTo>
                    <a:pt x="17705" y="63630"/>
                  </a:lnTo>
                  <a:lnTo>
                    <a:pt x="17591" y="62025"/>
                  </a:lnTo>
                  <a:lnTo>
                    <a:pt x="17568" y="61386"/>
                  </a:lnTo>
                  <a:lnTo>
                    <a:pt x="17195" y="60671"/>
                  </a:lnTo>
                  <a:lnTo>
                    <a:pt x="16579" y="60206"/>
                  </a:lnTo>
                  <a:lnTo>
                    <a:pt x="16472" y="59042"/>
                  </a:lnTo>
                  <a:lnTo>
                    <a:pt x="16320" y="56181"/>
                  </a:lnTo>
                  <a:lnTo>
                    <a:pt x="16024" y="55679"/>
                  </a:lnTo>
                  <a:lnTo>
                    <a:pt x="13421" y="55717"/>
                  </a:lnTo>
                  <a:lnTo>
                    <a:pt x="13163" y="55999"/>
                  </a:lnTo>
                  <a:lnTo>
                    <a:pt x="12037" y="56166"/>
                  </a:lnTo>
                  <a:lnTo>
                    <a:pt x="10781" y="56197"/>
                  </a:lnTo>
                  <a:lnTo>
                    <a:pt x="9640" y="55816"/>
                  </a:lnTo>
                  <a:lnTo>
                    <a:pt x="8704" y="55314"/>
                  </a:lnTo>
                  <a:lnTo>
                    <a:pt x="8499" y="54690"/>
                  </a:lnTo>
                  <a:lnTo>
                    <a:pt x="8643" y="52704"/>
                  </a:lnTo>
                  <a:lnTo>
                    <a:pt x="7129" y="51198"/>
                  </a:lnTo>
                  <a:lnTo>
                    <a:pt x="4732" y="49334"/>
                  </a:lnTo>
                  <a:lnTo>
                    <a:pt x="4010" y="46967"/>
                  </a:lnTo>
                  <a:lnTo>
                    <a:pt x="3127" y="45491"/>
                  </a:lnTo>
                  <a:lnTo>
                    <a:pt x="472" y="42402"/>
                  </a:lnTo>
                  <a:lnTo>
                    <a:pt x="0" y="40287"/>
                  </a:lnTo>
                  <a:lnTo>
                    <a:pt x="0" y="38788"/>
                  </a:lnTo>
                  <a:lnTo>
                    <a:pt x="928" y="37419"/>
                  </a:lnTo>
                  <a:lnTo>
                    <a:pt x="2229" y="34999"/>
                  </a:lnTo>
                  <a:lnTo>
                    <a:pt x="2769" y="32808"/>
                  </a:lnTo>
                  <a:lnTo>
                    <a:pt x="3165" y="31667"/>
                  </a:lnTo>
                  <a:lnTo>
                    <a:pt x="3835" y="30168"/>
                  </a:lnTo>
                  <a:lnTo>
                    <a:pt x="4443" y="28228"/>
                  </a:lnTo>
                  <a:lnTo>
                    <a:pt x="3979" y="27033"/>
                  </a:lnTo>
                  <a:lnTo>
                    <a:pt x="3188" y="25869"/>
                  </a:lnTo>
                  <a:lnTo>
                    <a:pt x="2929" y="24986"/>
                  </a:lnTo>
                  <a:lnTo>
                    <a:pt x="3698" y="23708"/>
                  </a:lnTo>
                  <a:lnTo>
                    <a:pt x="4466" y="22803"/>
                  </a:lnTo>
                  <a:lnTo>
                    <a:pt x="5341" y="22681"/>
                  </a:lnTo>
                  <a:lnTo>
                    <a:pt x="6452" y="22133"/>
                  </a:lnTo>
                  <a:lnTo>
                    <a:pt x="7327" y="21357"/>
                  </a:lnTo>
                  <a:lnTo>
                    <a:pt x="8659" y="21152"/>
                  </a:lnTo>
                  <a:lnTo>
                    <a:pt x="10317" y="21068"/>
                  </a:lnTo>
                  <a:lnTo>
                    <a:pt x="13711" y="21068"/>
                  </a:lnTo>
                  <a:lnTo>
                    <a:pt x="15445" y="20733"/>
                  </a:lnTo>
                  <a:lnTo>
                    <a:pt x="15985" y="20109"/>
                  </a:lnTo>
                  <a:lnTo>
                    <a:pt x="15902" y="18907"/>
                  </a:lnTo>
                  <a:lnTo>
                    <a:pt x="16762" y="17819"/>
                  </a:lnTo>
                  <a:lnTo>
                    <a:pt x="17667" y="17363"/>
                  </a:lnTo>
                  <a:lnTo>
                    <a:pt x="18032" y="17005"/>
                  </a:lnTo>
                  <a:lnTo>
                    <a:pt x="18085" y="16602"/>
                  </a:lnTo>
                  <a:lnTo>
                    <a:pt x="17850" y="16236"/>
                  </a:lnTo>
                  <a:lnTo>
                    <a:pt x="17485" y="15993"/>
                  </a:lnTo>
                  <a:lnTo>
                    <a:pt x="16541" y="15909"/>
                  </a:lnTo>
                  <a:lnTo>
                    <a:pt x="15712" y="14022"/>
                  </a:lnTo>
                  <a:lnTo>
                    <a:pt x="16282" y="13201"/>
                  </a:lnTo>
                  <a:lnTo>
                    <a:pt x="17013" y="11687"/>
                  </a:lnTo>
                  <a:lnTo>
                    <a:pt x="17218" y="10827"/>
                  </a:lnTo>
                  <a:lnTo>
                    <a:pt x="18352" y="9488"/>
                  </a:lnTo>
                  <a:lnTo>
                    <a:pt x="18626" y="9899"/>
                  </a:lnTo>
                  <a:lnTo>
                    <a:pt x="19501" y="7449"/>
                  </a:lnTo>
                  <a:lnTo>
                    <a:pt x="19607" y="5455"/>
                  </a:lnTo>
                  <a:lnTo>
                    <a:pt x="20277" y="3492"/>
                  </a:lnTo>
                  <a:lnTo>
                    <a:pt x="21304" y="1164"/>
                  </a:lnTo>
                  <a:lnTo>
                    <a:pt x="23153" y="7"/>
                  </a:lnTo>
                  <a:lnTo>
                    <a:pt x="33919" y="1187"/>
                  </a:lnTo>
                  <a:lnTo>
                    <a:pt x="38834" y="2298"/>
                  </a:lnTo>
                  <a:lnTo>
                    <a:pt x="45157" y="4215"/>
                  </a:lnTo>
                  <a:lnTo>
                    <a:pt x="46055" y="6269"/>
                  </a:lnTo>
                  <a:lnTo>
                    <a:pt x="46100" y="4215"/>
                  </a:lnTo>
                  <a:lnTo>
                    <a:pt x="45788" y="2145"/>
                  </a:lnTo>
                  <a:lnTo>
                    <a:pt x="47538" y="677"/>
                  </a:lnTo>
                  <a:lnTo>
                    <a:pt x="51373" y="160"/>
                  </a:lnTo>
                  <a:lnTo>
                    <a:pt x="57117" y="867"/>
                  </a:lnTo>
                  <a:lnTo>
                    <a:pt x="62055" y="0"/>
                  </a:lnTo>
                  <a:lnTo>
                    <a:pt x="68774" y="106"/>
                  </a:lnTo>
                  <a:lnTo>
                    <a:pt x="78969" y="1780"/>
                  </a:lnTo>
                  <a:lnTo>
                    <a:pt x="83535" y="2921"/>
                  </a:lnTo>
                  <a:lnTo>
                    <a:pt x="85414" y="3956"/>
                  </a:lnTo>
                  <a:lnTo>
                    <a:pt x="85771" y="5813"/>
                  </a:lnTo>
                  <a:lnTo>
                    <a:pt x="85596" y="8194"/>
                  </a:lnTo>
                  <a:lnTo>
                    <a:pt x="84851" y="1046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1" name="Freeform: Shape 2320">
              <a:extLst>
                <a:ext uri="{FF2B5EF4-FFF2-40B4-BE49-F238E27FC236}">
                  <a16:creationId xmlns:a16="http://schemas.microsoft.com/office/drawing/2014/main" id="{3F9A2DEC-7D1D-03CC-20C9-B3F07192234B}"/>
                </a:ext>
              </a:extLst>
            </p:cNvPr>
            <p:cNvSpPr/>
            <p:nvPr/>
          </p:nvSpPr>
          <p:spPr>
            <a:xfrm>
              <a:off x="10089494" y="4742975"/>
              <a:ext cx="237471" cy="187185"/>
            </a:xfrm>
            <a:custGeom>
              <a:avLst/>
              <a:gdLst>
                <a:gd name="csX0" fmla="*/ 209518 w 237471"/>
                <a:gd name="csY0" fmla="*/ 51404 h 187185"/>
                <a:gd name="csX1" fmla="*/ 208140 w 237471"/>
                <a:gd name="csY1" fmla="*/ 54150 h 187185"/>
                <a:gd name="csX2" fmla="*/ 207699 w 237471"/>
                <a:gd name="csY2" fmla="*/ 56105 h 187185"/>
                <a:gd name="csX3" fmla="*/ 207562 w 237471"/>
                <a:gd name="csY3" fmla="*/ 57749 h 187185"/>
                <a:gd name="csX4" fmla="*/ 207646 w 237471"/>
                <a:gd name="csY4" fmla="*/ 58700 h 187185"/>
                <a:gd name="csX5" fmla="*/ 207798 w 237471"/>
                <a:gd name="csY5" fmla="*/ 59309 h 187185"/>
                <a:gd name="csX6" fmla="*/ 207866 w 237471"/>
                <a:gd name="csY6" fmla="*/ 59453 h 187185"/>
                <a:gd name="csX7" fmla="*/ 207927 w 237471"/>
                <a:gd name="csY7" fmla="*/ 59552 h 187185"/>
                <a:gd name="csX8" fmla="*/ 207988 w 237471"/>
                <a:gd name="csY8" fmla="*/ 59621 h 187185"/>
                <a:gd name="csX9" fmla="*/ 208057 w 237471"/>
                <a:gd name="csY9" fmla="*/ 59643 h 187185"/>
                <a:gd name="csX10" fmla="*/ 212028 w 237471"/>
                <a:gd name="csY10" fmla="*/ 59659 h 187185"/>
                <a:gd name="csX11" fmla="*/ 212051 w 237471"/>
                <a:gd name="csY11" fmla="*/ 59659 h 187185"/>
                <a:gd name="csX12" fmla="*/ 212051 w 237471"/>
                <a:gd name="csY12" fmla="*/ 59659 h 187185"/>
                <a:gd name="csX13" fmla="*/ 212028 w 237471"/>
                <a:gd name="csY13" fmla="*/ 60534 h 187185"/>
                <a:gd name="csX14" fmla="*/ 212188 w 237471"/>
                <a:gd name="csY14" fmla="*/ 64886 h 187185"/>
                <a:gd name="csX15" fmla="*/ 212325 w 237471"/>
                <a:gd name="csY15" fmla="*/ 68690 h 187185"/>
                <a:gd name="csX16" fmla="*/ 212553 w 237471"/>
                <a:gd name="csY16" fmla="*/ 74906 h 187185"/>
                <a:gd name="csX17" fmla="*/ 212561 w 237471"/>
                <a:gd name="csY17" fmla="*/ 76527 h 187185"/>
                <a:gd name="csX18" fmla="*/ 212408 w 237471"/>
                <a:gd name="csY18" fmla="*/ 78543 h 187185"/>
                <a:gd name="csX19" fmla="*/ 211937 w 237471"/>
                <a:gd name="csY19" fmla="*/ 79342 h 187185"/>
                <a:gd name="csX20" fmla="*/ 210811 w 237471"/>
                <a:gd name="csY20" fmla="*/ 80483 h 187185"/>
                <a:gd name="csX21" fmla="*/ 209388 w 237471"/>
                <a:gd name="csY21" fmla="*/ 81526 h 187185"/>
                <a:gd name="csX22" fmla="*/ 205797 w 237471"/>
                <a:gd name="csY22" fmla="*/ 81792 h 187185"/>
                <a:gd name="csX23" fmla="*/ 202799 w 237471"/>
                <a:gd name="csY23" fmla="*/ 81754 h 187185"/>
                <a:gd name="csX24" fmla="*/ 200676 w 237471"/>
                <a:gd name="csY24" fmla="*/ 81526 h 187185"/>
                <a:gd name="csX25" fmla="*/ 197770 w 237471"/>
                <a:gd name="csY25" fmla="*/ 81434 h 187185"/>
                <a:gd name="csX26" fmla="*/ 195038 w 237471"/>
                <a:gd name="csY26" fmla="*/ 81655 h 187185"/>
                <a:gd name="csX27" fmla="*/ 194034 w 237471"/>
                <a:gd name="csY27" fmla="*/ 82538 h 187185"/>
                <a:gd name="csX28" fmla="*/ 192558 w 237471"/>
                <a:gd name="csY28" fmla="*/ 85649 h 187185"/>
                <a:gd name="csX29" fmla="*/ 190427 w 237471"/>
                <a:gd name="csY29" fmla="*/ 90161 h 187185"/>
                <a:gd name="csX30" fmla="*/ 189301 w 237471"/>
                <a:gd name="csY30" fmla="*/ 92071 h 187185"/>
                <a:gd name="csX31" fmla="*/ 189012 w 237471"/>
                <a:gd name="csY31" fmla="*/ 93182 h 187185"/>
                <a:gd name="csX32" fmla="*/ 189347 w 237471"/>
                <a:gd name="csY32" fmla="*/ 93844 h 187185"/>
                <a:gd name="csX33" fmla="*/ 190755 w 237471"/>
                <a:gd name="csY33" fmla="*/ 94803 h 187185"/>
                <a:gd name="csX34" fmla="*/ 193859 w 237471"/>
                <a:gd name="csY34" fmla="*/ 96157 h 187185"/>
                <a:gd name="csX35" fmla="*/ 197412 w 237471"/>
                <a:gd name="csY35" fmla="*/ 96948 h 187185"/>
                <a:gd name="csX36" fmla="*/ 200060 w 237471"/>
                <a:gd name="csY36" fmla="*/ 97291 h 187185"/>
                <a:gd name="csX37" fmla="*/ 201863 w 237471"/>
                <a:gd name="csY37" fmla="*/ 97663 h 187185"/>
                <a:gd name="csX38" fmla="*/ 203256 w 237471"/>
                <a:gd name="csY38" fmla="*/ 98074 h 187185"/>
                <a:gd name="csX39" fmla="*/ 208300 w 237471"/>
                <a:gd name="csY39" fmla="*/ 101529 h 187185"/>
                <a:gd name="csX40" fmla="*/ 209913 w 237471"/>
                <a:gd name="csY40" fmla="*/ 103134 h 187185"/>
                <a:gd name="csX41" fmla="*/ 210818 w 237471"/>
                <a:gd name="csY41" fmla="*/ 104557 h 187185"/>
                <a:gd name="csX42" fmla="*/ 211031 w 237471"/>
                <a:gd name="csY42" fmla="*/ 106071 h 187185"/>
                <a:gd name="csX43" fmla="*/ 211754 w 237471"/>
                <a:gd name="csY43" fmla="*/ 107600 h 187185"/>
                <a:gd name="csX44" fmla="*/ 214669 w 237471"/>
                <a:gd name="csY44" fmla="*/ 110621 h 187185"/>
                <a:gd name="csX45" fmla="*/ 216350 w 237471"/>
                <a:gd name="csY45" fmla="*/ 112363 h 187185"/>
                <a:gd name="csX46" fmla="*/ 220725 w 237471"/>
                <a:gd name="csY46" fmla="*/ 114600 h 187185"/>
                <a:gd name="csX47" fmla="*/ 222406 w 237471"/>
                <a:gd name="csY47" fmla="*/ 117134 h 187185"/>
                <a:gd name="csX48" fmla="*/ 224027 w 237471"/>
                <a:gd name="csY48" fmla="*/ 118359 h 187185"/>
                <a:gd name="csX49" fmla="*/ 225564 w 237471"/>
                <a:gd name="csY49" fmla="*/ 119683 h 187185"/>
                <a:gd name="csX50" fmla="*/ 226386 w 237471"/>
                <a:gd name="csY50" fmla="*/ 121653 h 187185"/>
                <a:gd name="csX51" fmla="*/ 228280 w 237471"/>
                <a:gd name="csY51" fmla="*/ 127367 h 187185"/>
                <a:gd name="csX52" fmla="*/ 229558 w 237471"/>
                <a:gd name="csY52" fmla="*/ 130365 h 187185"/>
                <a:gd name="csX53" fmla="*/ 230867 w 237471"/>
                <a:gd name="csY53" fmla="*/ 132815 h 187185"/>
                <a:gd name="csX54" fmla="*/ 231384 w 237471"/>
                <a:gd name="csY54" fmla="*/ 136794 h 187185"/>
                <a:gd name="csX55" fmla="*/ 232419 w 237471"/>
                <a:gd name="csY55" fmla="*/ 138575 h 187185"/>
                <a:gd name="csX56" fmla="*/ 233484 w 237471"/>
                <a:gd name="csY56" fmla="*/ 140743 h 187185"/>
                <a:gd name="csX57" fmla="*/ 235249 w 237471"/>
                <a:gd name="csY57" fmla="*/ 142706 h 187185"/>
                <a:gd name="csX58" fmla="*/ 237129 w 237471"/>
                <a:gd name="csY58" fmla="*/ 144197 h 187185"/>
                <a:gd name="csX59" fmla="*/ 237471 w 237471"/>
                <a:gd name="csY59" fmla="*/ 144601 h 187185"/>
                <a:gd name="csX60" fmla="*/ 233545 w 237471"/>
                <a:gd name="csY60" fmla="*/ 148443 h 187185"/>
                <a:gd name="csX61" fmla="*/ 229140 w 237471"/>
                <a:gd name="csY61" fmla="*/ 152749 h 187185"/>
                <a:gd name="csX62" fmla="*/ 224050 w 237471"/>
                <a:gd name="csY62" fmla="*/ 157741 h 187185"/>
                <a:gd name="csX63" fmla="*/ 218503 w 237471"/>
                <a:gd name="csY63" fmla="*/ 163158 h 187185"/>
                <a:gd name="csX64" fmla="*/ 214159 w 237471"/>
                <a:gd name="csY64" fmla="*/ 167449 h 187185"/>
                <a:gd name="csX65" fmla="*/ 209875 w 237471"/>
                <a:gd name="csY65" fmla="*/ 171679 h 187185"/>
                <a:gd name="csX66" fmla="*/ 204869 w 237471"/>
                <a:gd name="csY66" fmla="*/ 176678 h 187185"/>
                <a:gd name="csX67" fmla="*/ 201171 w 237471"/>
                <a:gd name="csY67" fmla="*/ 180368 h 187185"/>
                <a:gd name="csX68" fmla="*/ 200554 w 237471"/>
                <a:gd name="csY68" fmla="*/ 180886 h 187185"/>
                <a:gd name="csX69" fmla="*/ 199482 w 237471"/>
                <a:gd name="csY69" fmla="*/ 181571 h 187185"/>
                <a:gd name="csX70" fmla="*/ 195959 w 237471"/>
                <a:gd name="csY70" fmla="*/ 181586 h 187185"/>
                <a:gd name="csX71" fmla="*/ 192322 w 237471"/>
                <a:gd name="csY71" fmla="*/ 181152 h 187185"/>
                <a:gd name="csX72" fmla="*/ 188974 w 237471"/>
                <a:gd name="csY72" fmla="*/ 178908 h 187185"/>
                <a:gd name="csX73" fmla="*/ 185573 w 237471"/>
                <a:gd name="csY73" fmla="*/ 180650 h 187185"/>
                <a:gd name="csX74" fmla="*/ 183420 w 237471"/>
                <a:gd name="csY74" fmla="*/ 181198 h 187185"/>
                <a:gd name="csX75" fmla="*/ 182134 w 237471"/>
                <a:gd name="csY75" fmla="*/ 181396 h 187185"/>
                <a:gd name="csX76" fmla="*/ 179098 w 237471"/>
                <a:gd name="csY76" fmla="*/ 181677 h 187185"/>
                <a:gd name="csX77" fmla="*/ 174845 w 237471"/>
                <a:gd name="csY77" fmla="*/ 182613 h 187185"/>
                <a:gd name="csX78" fmla="*/ 172920 w 237471"/>
                <a:gd name="csY78" fmla="*/ 183777 h 187185"/>
                <a:gd name="csX79" fmla="*/ 171878 w 237471"/>
                <a:gd name="csY79" fmla="*/ 184698 h 187185"/>
                <a:gd name="csX80" fmla="*/ 171018 w 237471"/>
                <a:gd name="csY80" fmla="*/ 186394 h 187185"/>
                <a:gd name="csX81" fmla="*/ 170584 w 237471"/>
                <a:gd name="csY81" fmla="*/ 186569 h 187185"/>
                <a:gd name="csX82" fmla="*/ 169801 w 237471"/>
                <a:gd name="csY82" fmla="*/ 186372 h 187185"/>
                <a:gd name="csX83" fmla="*/ 168712 w 237471"/>
                <a:gd name="csY83" fmla="*/ 185687 h 187185"/>
                <a:gd name="csX84" fmla="*/ 166437 w 237471"/>
                <a:gd name="csY84" fmla="*/ 184705 h 187185"/>
                <a:gd name="csX85" fmla="*/ 165289 w 237471"/>
                <a:gd name="csY85" fmla="*/ 182545 h 187185"/>
                <a:gd name="csX86" fmla="*/ 164239 w 237471"/>
                <a:gd name="csY86" fmla="*/ 181244 h 187185"/>
                <a:gd name="csX87" fmla="*/ 163364 w 237471"/>
                <a:gd name="csY87" fmla="*/ 180559 h 187185"/>
                <a:gd name="csX88" fmla="*/ 159757 w 237471"/>
                <a:gd name="csY88" fmla="*/ 182712 h 187185"/>
                <a:gd name="csX89" fmla="*/ 158007 w 237471"/>
                <a:gd name="csY89" fmla="*/ 183214 h 187185"/>
                <a:gd name="csX90" fmla="*/ 156577 w 237471"/>
                <a:gd name="csY90" fmla="*/ 183153 h 187185"/>
                <a:gd name="csX91" fmla="*/ 153960 w 237471"/>
                <a:gd name="csY91" fmla="*/ 181943 h 187185"/>
                <a:gd name="csX92" fmla="*/ 151068 w 237471"/>
                <a:gd name="csY92" fmla="*/ 180909 h 187185"/>
                <a:gd name="csX93" fmla="*/ 149577 w 237471"/>
                <a:gd name="csY93" fmla="*/ 180916 h 187185"/>
                <a:gd name="csX94" fmla="*/ 147348 w 237471"/>
                <a:gd name="csY94" fmla="*/ 182210 h 187185"/>
                <a:gd name="csX95" fmla="*/ 144814 w 237471"/>
                <a:gd name="csY95" fmla="*/ 184142 h 187185"/>
                <a:gd name="csX96" fmla="*/ 143513 w 237471"/>
                <a:gd name="csY96" fmla="*/ 186052 h 187185"/>
                <a:gd name="csX97" fmla="*/ 142881 w 237471"/>
                <a:gd name="csY97" fmla="*/ 187186 h 187185"/>
                <a:gd name="csX98" fmla="*/ 142417 w 237471"/>
                <a:gd name="csY98" fmla="*/ 186280 h 187185"/>
                <a:gd name="csX99" fmla="*/ 141991 w 237471"/>
                <a:gd name="csY99" fmla="*/ 185436 h 187185"/>
                <a:gd name="csX100" fmla="*/ 141139 w 237471"/>
                <a:gd name="csY100" fmla="*/ 184355 h 187185"/>
                <a:gd name="csX101" fmla="*/ 139914 w 237471"/>
                <a:gd name="csY101" fmla="*/ 183929 h 187185"/>
                <a:gd name="csX102" fmla="*/ 138803 w 237471"/>
                <a:gd name="csY102" fmla="*/ 184142 h 187185"/>
                <a:gd name="csX103" fmla="*/ 137502 w 237471"/>
                <a:gd name="csY103" fmla="*/ 184355 h 187185"/>
                <a:gd name="csX104" fmla="*/ 136916 w 237471"/>
                <a:gd name="csY104" fmla="*/ 183739 h 187185"/>
                <a:gd name="csX105" fmla="*/ 136794 w 237471"/>
                <a:gd name="csY105" fmla="*/ 182255 h 187185"/>
                <a:gd name="csX106" fmla="*/ 136437 w 237471"/>
                <a:gd name="csY106" fmla="*/ 180886 h 187185"/>
                <a:gd name="csX107" fmla="*/ 135829 w 237471"/>
                <a:gd name="csY107" fmla="*/ 179859 h 187185"/>
                <a:gd name="csX108" fmla="*/ 133957 w 237471"/>
                <a:gd name="csY108" fmla="*/ 178832 h 187185"/>
                <a:gd name="csX109" fmla="*/ 129133 w 237471"/>
                <a:gd name="csY109" fmla="*/ 176747 h 187185"/>
                <a:gd name="csX110" fmla="*/ 125428 w 237471"/>
                <a:gd name="csY110" fmla="*/ 172585 h 187185"/>
                <a:gd name="csX111" fmla="*/ 123564 w 237471"/>
                <a:gd name="csY111" fmla="*/ 170652 h 187185"/>
                <a:gd name="csX112" fmla="*/ 122201 w 237471"/>
                <a:gd name="csY112" fmla="*/ 169404 h 187185"/>
                <a:gd name="csX113" fmla="*/ 120269 w 237471"/>
                <a:gd name="csY113" fmla="*/ 166133 h 187185"/>
                <a:gd name="csX114" fmla="*/ 118070 w 237471"/>
                <a:gd name="csY114" fmla="*/ 163881 h 187185"/>
                <a:gd name="csX115" fmla="*/ 115407 w 237471"/>
                <a:gd name="csY115" fmla="*/ 162831 h 187185"/>
                <a:gd name="csX116" fmla="*/ 113649 w 237471"/>
                <a:gd name="csY116" fmla="*/ 163348 h 187185"/>
                <a:gd name="csX117" fmla="*/ 111839 w 237471"/>
                <a:gd name="csY117" fmla="*/ 165760 h 187185"/>
                <a:gd name="csX118" fmla="*/ 108422 w 237471"/>
                <a:gd name="csY118" fmla="*/ 168027 h 187185"/>
                <a:gd name="csX119" fmla="*/ 106855 w 237471"/>
                <a:gd name="csY119" fmla="*/ 168103 h 187185"/>
                <a:gd name="csX120" fmla="*/ 104846 w 237471"/>
                <a:gd name="csY120" fmla="*/ 166879 h 187185"/>
                <a:gd name="csX121" fmla="*/ 102320 w 237471"/>
                <a:gd name="csY121" fmla="*/ 166003 h 187185"/>
                <a:gd name="csX122" fmla="*/ 97793 w 237471"/>
                <a:gd name="csY122" fmla="*/ 165623 h 187185"/>
                <a:gd name="csX123" fmla="*/ 95921 w 237471"/>
                <a:gd name="csY123" fmla="*/ 166696 h 187185"/>
                <a:gd name="csX124" fmla="*/ 93472 w 237471"/>
                <a:gd name="csY124" fmla="*/ 168431 h 187185"/>
                <a:gd name="csX125" fmla="*/ 91394 w 237471"/>
                <a:gd name="csY125" fmla="*/ 169466 h 187185"/>
                <a:gd name="csX126" fmla="*/ 90108 w 237471"/>
                <a:gd name="csY126" fmla="*/ 169587 h 187185"/>
                <a:gd name="csX127" fmla="*/ 88906 w 237471"/>
                <a:gd name="csY127" fmla="*/ 169169 h 187185"/>
                <a:gd name="csX128" fmla="*/ 87545 w 237471"/>
                <a:gd name="csY128" fmla="*/ 168948 h 187185"/>
                <a:gd name="csX129" fmla="*/ 86365 w 237471"/>
                <a:gd name="csY129" fmla="*/ 168910 h 187185"/>
                <a:gd name="csX130" fmla="*/ 83945 w 237471"/>
                <a:gd name="csY130" fmla="*/ 167327 h 187185"/>
                <a:gd name="csX131" fmla="*/ 82690 w 237471"/>
                <a:gd name="csY131" fmla="*/ 166163 h 187185"/>
                <a:gd name="csX132" fmla="*/ 81853 w 237471"/>
                <a:gd name="csY132" fmla="*/ 165045 h 187185"/>
                <a:gd name="csX133" fmla="*/ 80483 w 237471"/>
                <a:gd name="csY133" fmla="*/ 164284 h 187185"/>
                <a:gd name="csX134" fmla="*/ 78886 w 237471"/>
                <a:gd name="csY134" fmla="*/ 163645 h 187185"/>
                <a:gd name="csX135" fmla="*/ 77744 w 237471"/>
                <a:gd name="csY135" fmla="*/ 162648 h 187185"/>
                <a:gd name="csX136" fmla="*/ 77174 w 237471"/>
                <a:gd name="csY136" fmla="*/ 161400 h 187185"/>
                <a:gd name="csX137" fmla="*/ 76269 w 237471"/>
                <a:gd name="csY137" fmla="*/ 159802 h 187185"/>
                <a:gd name="csX138" fmla="*/ 75097 w 237471"/>
                <a:gd name="csY138" fmla="*/ 158365 h 187185"/>
                <a:gd name="csX139" fmla="*/ 71399 w 237471"/>
                <a:gd name="csY139" fmla="*/ 155778 h 187185"/>
                <a:gd name="csX140" fmla="*/ 70296 w 237471"/>
                <a:gd name="csY140" fmla="*/ 154248 h 187185"/>
                <a:gd name="csX141" fmla="*/ 69520 w 237471"/>
                <a:gd name="csY141" fmla="*/ 152757 h 187185"/>
                <a:gd name="csX142" fmla="*/ 68013 w 237471"/>
                <a:gd name="csY142" fmla="*/ 151114 h 187185"/>
                <a:gd name="csX143" fmla="*/ 66392 w 237471"/>
                <a:gd name="csY143" fmla="*/ 148915 h 187185"/>
                <a:gd name="csX144" fmla="*/ 65875 w 237471"/>
                <a:gd name="csY144" fmla="*/ 145696 h 187185"/>
                <a:gd name="csX145" fmla="*/ 65807 w 237471"/>
                <a:gd name="csY145" fmla="*/ 143102 h 187185"/>
                <a:gd name="csX146" fmla="*/ 65464 w 237471"/>
                <a:gd name="csY146" fmla="*/ 141900 h 187185"/>
                <a:gd name="csX147" fmla="*/ 64780 w 237471"/>
                <a:gd name="csY147" fmla="*/ 140698 h 187185"/>
                <a:gd name="csX148" fmla="*/ 63980 w 237471"/>
                <a:gd name="csY148" fmla="*/ 139678 h 187185"/>
                <a:gd name="csX149" fmla="*/ 62695 w 237471"/>
                <a:gd name="csY149" fmla="*/ 138537 h 187185"/>
                <a:gd name="csX150" fmla="*/ 59682 w 237471"/>
                <a:gd name="csY150" fmla="*/ 136870 h 187185"/>
                <a:gd name="csX151" fmla="*/ 56562 w 237471"/>
                <a:gd name="csY151" fmla="*/ 134938 h 187185"/>
                <a:gd name="csX152" fmla="*/ 55071 w 237471"/>
                <a:gd name="csY152" fmla="*/ 133812 h 187185"/>
                <a:gd name="csX153" fmla="*/ 52233 w 237471"/>
                <a:gd name="csY153" fmla="*/ 133401 h 187185"/>
                <a:gd name="csX154" fmla="*/ 50536 w 237471"/>
                <a:gd name="csY154" fmla="*/ 132298 h 187185"/>
                <a:gd name="csX155" fmla="*/ 49113 w 237471"/>
                <a:gd name="csY155" fmla="*/ 129870 h 187185"/>
                <a:gd name="csX156" fmla="*/ 48543 w 237471"/>
                <a:gd name="csY156" fmla="*/ 127930 h 187185"/>
                <a:gd name="csX157" fmla="*/ 47105 w 237471"/>
                <a:gd name="csY157" fmla="*/ 126416 h 187185"/>
                <a:gd name="csX158" fmla="*/ 46489 w 237471"/>
                <a:gd name="csY158" fmla="*/ 125321 h 187185"/>
                <a:gd name="csX159" fmla="*/ 46146 w 237471"/>
                <a:gd name="csY159" fmla="*/ 124057 h 187185"/>
                <a:gd name="csX160" fmla="*/ 47287 w 237471"/>
                <a:gd name="csY160" fmla="*/ 120215 h 187185"/>
                <a:gd name="csX161" fmla="*/ 45637 w 237471"/>
                <a:gd name="csY161" fmla="*/ 118853 h 187185"/>
                <a:gd name="csX162" fmla="*/ 43179 w 237471"/>
                <a:gd name="csY162" fmla="*/ 117088 h 187185"/>
                <a:gd name="csX163" fmla="*/ 41413 w 237471"/>
                <a:gd name="csY163" fmla="*/ 115156 h 187185"/>
                <a:gd name="csX164" fmla="*/ 40341 w 237471"/>
                <a:gd name="csY164" fmla="*/ 113383 h 187185"/>
                <a:gd name="csX165" fmla="*/ 37183 w 237471"/>
                <a:gd name="csY165" fmla="*/ 111039 h 187185"/>
                <a:gd name="csX166" fmla="*/ 30305 w 237471"/>
                <a:gd name="csY166" fmla="*/ 107532 h 187185"/>
                <a:gd name="csX167" fmla="*/ 26333 w 237471"/>
                <a:gd name="csY167" fmla="*/ 105295 h 187185"/>
                <a:gd name="csX168" fmla="*/ 24165 w 237471"/>
                <a:gd name="csY168" fmla="*/ 103286 h 187185"/>
                <a:gd name="csX169" fmla="*/ 22270 w 237471"/>
                <a:gd name="csY169" fmla="*/ 101316 h 187185"/>
                <a:gd name="csX170" fmla="*/ 22080 w 237471"/>
                <a:gd name="csY170" fmla="*/ 100509 h 187185"/>
                <a:gd name="csX171" fmla="*/ 23305 w 237471"/>
                <a:gd name="csY171" fmla="*/ 98546 h 187185"/>
                <a:gd name="csX172" fmla="*/ 23488 w 237471"/>
                <a:gd name="csY172" fmla="*/ 96926 h 187185"/>
                <a:gd name="csX173" fmla="*/ 22483 w 237471"/>
                <a:gd name="csY173" fmla="*/ 95145 h 187185"/>
                <a:gd name="csX174" fmla="*/ 18360 w 237471"/>
                <a:gd name="csY174" fmla="*/ 91782 h 187185"/>
                <a:gd name="csX175" fmla="*/ 15073 w 237471"/>
                <a:gd name="csY175" fmla="*/ 88084 h 187185"/>
                <a:gd name="csX176" fmla="*/ 12585 w 237471"/>
                <a:gd name="csY176" fmla="*/ 86928 h 187185"/>
                <a:gd name="csX177" fmla="*/ 6589 w 237471"/>
                <a:gd name="csY177" fmla="*/ 85901 h 187185"/>
                <a:gd name="csX178" fmla="*/ 4870 w 237471"/>
                <a:gd name="csY178" fmla="*/ 85490 h 187185"/>
                <a:gd name="csX179" fmla="*/ 3074 w 237471"/>
                <a:gd name="csY179" fmla="*/ 84782 h 187185"/>
                <a:gd name="csX180" fmla="*/ 1301 w 237471"/>
                <a:gd name="csY180" fmla="*/ 83116 h 187185"/>
                <a:gd name="csX181" fmla="*/ 700 w 237471"/>
                <a:gd name="csY181" fmla="*/ 81145 h 187185"/>
                <a:gd name="csX182" fmla="*/ 1567 w 237471"/>
                <a:gd name="csY182" fmla="*/ 77988 h 187185"/>
                <a:gd name="csX183" fmla="*/ 1012 w 237471"/>
                <a:gd name="csY183" fmla="*/ 77021 h 187185"/>
                <a:gd name="csX184" fmla="*/ 0 w 237471"/>
                <a:gd name="csY184" fmla="*/ 76755 h 187185"/>
                <a:gd name="csX185" fmla="*/ 0 w 237471"/>
                <a:gd name="csY185" fmla="*/ 76755 h 187185"/>
                <a:gd name="csX186" fmla="*/ 274 w 237471"/>
                <a:gd name="csY186" fmla="*/ 76101 h 187185"/>
                <a:gd name="csX187" fmla="*/ 1408 w 237471"/>
                <a:gd name="csY187" fmla="*/ 74564 h 187185"/>
                <a:gd name="csX188" fmla="*/ 3257 w 237471"/>
                <a:gd name="csY188" fmla="*/ 73567 h 187185"/>
                <a:gd name="csX189" fmla="*/ 8210 w 237471"/>
                <a:gd name="csY189" fmla="*/ 72007 h 187185"/>
                <a:gd name="csX190" fmla="*/ 8484 w 237471"/>
                <a:gd name="csY190" fmla="*/ 71406 h 187185"/>
                <a:gd name="csX191" fmla="*/ 8583 w 237471"/>
                <a:gd name="csY191" fmla="*/ 69436 h 187185"/>
                <a:gd name="csX192" fmla="*/ 8986 w 237471"/>
                <a:gd name="csY192" fmla="*/ 68469 h 187185"/>
                <a:gd name="csX193" fmla="*/ 10690 w 237471"/>
                <a:gd name="csY193" fmla="*/ 65730 h 187185"/>
                <a:gd name="csX194" fmla="*/ 10934 w 237471"/>
                <a:gd name="csY194" fmla="*/ 64642 h 187185"/>
                <a:gd name="csX195" fmla="*/ 11010 w 237471"/>
                <a:gd name="csY195" fmla="*/ 62314 h 187185"/>
                <a:gd name="csX196" fmla="*/ 11238 w 237471"/>
                <a:gd name="csY196" fmla="*/ 61211 h 187185"/>
                <a:gd name="csX197" fmla="*/ 11732 w 237471"/>
                <a:gd name="csY197" fmla="*/ 60427 h 187185"/>
                <a:gd name="csX198" fmla="*/ 13087 w 237471"/>
                <a:gd name="csY198" fmla="*/ 59073 h 187185"/>
                <a:gd name="csX199" fmla="*/ 13559 w 237471"/>
                <a:gd name="csY199" fmla="*/ 58244 h 187185"/>
                <a:gd name="csX200" fmla="*/ 13764 w 237471"/>
                <a:gd name="csY200" fmla="*/ 56456 h 187185"/>
                <a:gd name="csX201" fmla="*/ 13620 w 237471"/>
                <a:gd name="csY201" fmla="*/ 52925 h 187185"/>
                <a:gd name="csX202" fmla="*/ 14312 w 237471"/>
                <a:gd name="csY202" fmla="*/ 51525 h 187185"/>
                <a:gd name="csX203" fmla="*/ 17431 w 237471"/>
                <a:gd name="csY203" fmla="*/ 48314 h 187185"/>
                <a:gd name="csX204" fmla="*/ 18268 w 237471"/>
                <a:gd name="csY204" fmla="*/ 46876 h 187185"/>
                <a:gd name="csX205" fmla="*/ 18550 w 237471"/>
                <a:gd name="csY205" fmla="*/ 45591 h 187185"/>
                <a:gd name="csX206" fmla="*/ 18519 w 237471"/>
                <a:gd name="csY206" fmla="*/ 44282 h 187185"/>
                <a:gd name="csX207" fmla="*/ 18710 w 237471"/>
                <a:gd name="csY207" fmla="*/ 42988 h 187185"/>
                <a:gd name="csX208" fmla="*/ 19638 w 237471"/>
                <a:gd name="csY208" fmla="*/ 41740 h 187185"/>
                <a:gd name="csX209" fmla="*/ 20429 w 237471"/>
                <a:gd name="csY209" fmla="*/ 41352 h 187185"/>
                <a:gd name="csX210" fmla="*/ 22727 w 237471"/>
                <a:gd name="csY210" fmla="*/ 40957 h 187185"/>
                <a:gd name="csX211" fmla="*/ 24294 w 237471"/>
                <a:gd name="csY211" fmla="*/ 41208 h 187185"/>
                <a:gd name="csX212" fmla="*/ 35250 w 237471"/>
                <a:gd name="csY212" fmla="*/ 39009 h 187185"/>
                <a:gd name="csX213" fmla="*/ 36536 w 237471"/>
                <a:gd name="csY213" fmla="*/ 39306 h 187185"/>
                <a:gd name="csX214" fmla="*/ 37107 w 237471"/>
                <a:gd name="csY214" fmla="*/ 40607 h 187185"/>
                <a:gd name="csX215" fmla="*/ 37054 w 237471"/>
                <a:gd name="csY215" fmla="*/ 42692 h 187185"/>
                <a:gd name="csX216" fmla="*/ 37244 w 237471"/>
                <a:gd name="csY216" fmla="*/ 43703 h 187185"/>
                <a:gd name="csX217" fmla="*/ 37830 w 237471"/>
                <a:gd name="csY217" fmla="*/ 44419 h 187185"/>
                <a:gd name="csX218" fmla="*/ 39573 w 237471"/>
                <a:gd name="csY218" fmla="*/ 45408 h 187185"/>
                <a:gd name="csX219" fmla="*/ 40774 w 237471"/>
                <a:gd name="csY219" fmla="*/ 47067 h 187185"/>
                <a:gd name="csX220" fmla="*/ 41421 w 237471"/>
                <a:gd name="csY220" fmla="*/ 47675 h 187185"/>
                <a:gd name="csX221" fmla="*/ 43179 w 237471"/>
                <a:gd name="csY221" fmla="*/ 48809 h 187185"/>
                <a:gd name="csX222" fmla="*/ 51328 w 237471"/>
                <a:gd name="csY222" fmla="*/ 58274 h 187185"/>
                <a:gd name="csX223" fmla="*/ 53625 w 237471"/>
                <a:gd name="csY223" fmla="*/ 59172 h 187185"/>
                <a:gd name="csX224" fmla="*/ 55855 w 237471"/>
                <a:gd name="csY224" fmla="*/ 58845 h 187185"/>
                <a:gd name="csX225" fmla="*/ 60283 w 237471"/>
                <a:gd name="csY225" fmla="*/ 56882 h 187185"/>
                <a:gd name="csX226" fmla="*/ 62497 w 237471"/>
                <a:gd name="csY226" fmla="*/ 56387 h 187185"/>
                <a:gd name="csX227" fmla="*/ 77988 w 237471"/>
                <a:gd name="csY227" fmla="*/ 56943 h 187185"/>
                <a:gd name="csX228" fmla="*/ 79723 w 237471"/>
                <a:gd name="csY228" fmla="*/ 56646 h 187185"/>
                <a:gd name="csX229" fmla="*/ 79829 w 237471"/>
                <a:gd name="csY229" fmla="*/ 56691 h 187185"/>
                <a:gd name="csX230" fmla="*/ 82188 w 237471"/>
                <a:gd name="csY230" fmla="*/ 61439 h 187185"/>
                <a:gd name="csX231" fmla="*/ 83306 w 237471"/>
                <a:gd name="csY231" fmla="*/ 62520 h 187185"/>
                <a:gd name="csX232" fmla="*/ 100296 w 237471"/>
                <a:gd name="csY232" fmla="*/ 62573 h 187185"/>
                <a:gd name="csX233" fmla="*/ 99977 w 237471"/>
                <a:gd name="csY233" fmla="*/ 61218 h 187185"/>
                <a:gd name="csX234" fmla="*/ 100190 w 237471"/>
                <a:gd name="csY234" fmla="*/ 59712 h 187185"/>
                <a:gd name="csX235" fmla="*/ 102176 w 237471"/>
                <a:gd name="csY235" fmla="*/ 57772 h 187185"/>
                <a:gd name="csX236" fmla="*/ 103180 w 237471"/>
                <a:gd name="csY236" fmla="*/ 56806 h 187185"/>
                <a:gd name="csX237" fmla="*/ 103180 w 237471"/>
                <a:gd name="csY237" fmla="*/ 56813 h 187185"/>
                <a:gd name="csX238" fmla="*/ 103606 w 237471"/>
                <a:gd name="csY238" fmla="*/ 56463 h 187185"/>
                <a:gd name="csX239" fmla="*/ 106231 w 237471"/>
                <a:gd name="csY239" fmla="*/ 55071 h 187185"/>
                <a:gd name="csX240" fmla="*/ 108795 w 237471"/>
                <a:gd name="csY240" fmla="*/ 54142 h 187185"/>
                <a:gd name="csX241" fmla="*/ 113725 w 237471"/>
                <a:gd name="csY241" fmla="*/ 53054 h 187185"/>
                <a:gd name="csX242" fmla="*/ 115521 w 237471"/>
                <a:gd name="csY242" fmla="*/ 51335 h 187185"/>
                <a:gd name="csX243" fmla="*/ 116518 w 237471"/>
                <a:gd name="csY243" fmla="*/ 49767 h 187185"/>
                <a:gd name="csX244" fmla="*/ 116548 w 237471"/>
                <a:gd name="csY244" fmla="*/ 46671 h 187185"/>
                <a:gd name="csX245" fmla="*/ 117202 w 237471"/>
                <a:gd name="csY245" fmla="*/ 46161 h 187185"/>
                <a:gd name="csX246" fmla="*/ 118374 w 237471"/>
                <a:gd name="csY246" fmla="*/ 45446 h 187185"/>
                <a:gd name="csX247" fmla="*/ 124073 w 237471"/>
                <a:gd name="csY247" fmla="*/ 42676 h 187185"/>
                <a:gd name="csX248" fmla="*/ 125039 w 237471"/>
                <a:gd name="csY248" fmla="*/ 42091 h 187185"/>
                <a:gd name="csX249" fmla="*/ 135113 w 237471"/>
                <a:gd name="csY249" fmla="*/ 48520 h 187185"/>
                <a:gd name="csX250" fmla="*/ 140759 w 237471"/>
                <a:gd name="csY250" fmla="*/ 53610 h 187185"/>
                <a:gd name="csX251" fmla="*/ 141101 w 237471"/>
                <a:gd name="csY251" fmla="*/ 53861 h 187185"/>
                <a:gd name="csX252" fmla="*/ 141398 w 237471"/>
                <a:gd name="csY252" fmla="*/ 53952 h 187185"/>
                <a:gd name="csX253" fmla="*/ 141695 w 237471"/>
                <a:gd name="csY253" fmla="*/ 53777 h 187185"/>
                <a:gd name="csX254" fmla="*/ 141946 w 237471"/>
                <a:gd name="csY254" fmla="*/ 53541 h 187185"/>
                <a:gd name="csX255" fmla="*/ 142356 w 237471"/>
                <a:gd name="csY255" fmla="*/ 53389 h 187185"/>
                <a:gd name="csX256" fmla="*/ 142630 w 237471"/>
                <a:gd name="csY256" fmla="*/ 53321 h 187185"/>
                <a:gd name="csX257" fmla="*/ 145050 w 237471"/>
                <a:gd name="csY257" fmla="*/ 53252 h 187185"/>
                <a:gd name="csX258" fmla="*/ 149623 w 237471"/>
                <a:gd name="csY258" fmla="*/ 53001 h 187185"/>
                <a:gd name="csX259" fmla="*/ 151129 w 237471"/>
                <a:gd name="csY259" fmla="*/ 52392 h 187185"/>
                <a:gd name="csX260" fmla="*/ 160313 w 237471"/>
                <a:gd name="csY260" fmla="*/ 43300 h 187185"/>
                <a:gd name="csX261" fmla="*/ 162648 w 237471"/>
                <a:gd name="csY261" fmla="*/ 40401 h 187185"/>
                <a:gd name="csX262" fmla="*/ 163235 w 237471"/>
                <a:gd name="csY262" fmla="*/ 39808 h 187185"/>
                <a:gd name="csX263" fmla="*/ 164566 w 237471"/>
                <a:gd name="csY263" fmla="*/ 37746 h 187185"/>
                <a:gd name="csX264" fmla="*/ 165966 w 237471"/>
                <a:gd name="csY264" fmla="*/ 34185 h 187185"/>
                <a:gd name="csX265" fmla="*/ 166248 w 237471"/>
                <a:gd name="csY265" fmla="*/ 33782 h 187185"/>
                <a:gd name="csX266" fmla="*/ 176314 w 237471"/>
                <a:gd name="csY266" fmla="*/ 25245 h 187185"/>
                <a:gd name="csX267" fmla="*/ 176663 w 237471"/>
                <a:gd name="csY267" fmla="*/ 24568 h 187185"/>
                <a:gd name="csX268" fmla="*/ 176762 w 237471"/>
                <a:gd name="csY268" fmla="*/ 24028 h 187185"/>
                <a:gd name="csX269" fmla="*/ 175241 w 237471"/>
                <a:gd name="csY269" fmla="*/ 21152 h 187185"/>
                <a:gd name="csX270" fmla="*/ 174913 w 237471"/>
                <a:gd name="csY270" fmla="*/ 19691 h 187185"/>
                <a:gd name="csX271" fmla="*/ 174853 w 237471"/>
                <a:gd name="csY271" fmla="*/ 17439 h 187185"/>
                <a:gd name="csX272" fmla="*/ 175149 w 237471"/>
                <a:gd name="csY272" fmla="*/ 13939 h 187185"/>
                <a:gd name="csX273" fmla="*/ 175043 w 237471"/>
                <a:gd name="csY273" fmla="*/ 11725 h 187185"/>
                <a:gd name="csX274" fmla="*/ 175005 w 237471"/>
                <a:gd name="csY274" fmla="*/ 11466 h 187185"/>
                <a:gd name="csX275" fmla="*/ 174906 w 237471"/>
                <a:gd name="csY275" fmla="*/ 11124 h 187185"/>
                <a:gd name="csX276" fmla="*/ 174837 w 237471"/>
                <a:gd name="csY276" fmla="*/ 10994 h 187185"/>
                <a:gd name="csX277" fmla="*/ 169222 w 237471"/>
                <a:gd name="csY277" fmla="*/ 4695 h 187185"/>
                <a:gd name="csX278" fmla="*/ 183412 w 237471"/>
                <a:gd name="csY278" fmla="*/ 4634 h 187185"/>
                <a:gd name="csX279" fmla="*/ 183443 w 237471"/>
                <a:gd name="csY279" fmla="*/ 4109 h 187185"/>
                <a:gd name="csX280" fmla="*/ 183428 w 237471"/>
                <a:gd name="csY280" fmla="*/ 3835 h 187185"/>
                <a:gd name="csX281" fmla="*/ 183390 w 237471"/>
                <a:gd name="csY281" fmla="*/ 3584 h 187185"/>
                <a:gd name="csX282" fmla="*/ 183123 w 237471"/>
                <a:gd name="csY282" fmla="*/ 2830 h 187185"/>
                <a:gd name="csX283" fmla="*/ 182963 w 237471"/>
                <a:gd name="csY283" fmla="*/ 1819 h 187185"/>
                <a:gd name="csX284" fmla="*/ 182956 w 237471"/>
                <a:gd name="csY284" fmla="*/ 1545 h 187185"/>
                <a:gd name="csX285" fmla="*/ 182979 w 237471"/>
                <a:gd name="csY285" fmla="*/ 1263 h 187185"/>
                <a:gd name="csX286" fmla="*/ 183055 w 237471"/>
                <a:gd name="csY286" fmla="*/ 746 h 187185"/>
                <a:gd name="csX287" fmla="*/ 183062 w 237471"/>
                <a:gd name="csY287" fmla="*/ 464 h 187185"/>
                <a:gd name="csX288" fmla="*/ 183047 w 237471"/>
                <a:gd name="csY288" fmla="*/ 327 h 187185"/>
                <a:gd name="csX289" fmla="*/ 183024 w 237471"/>
                <a:gd name="csY289" fmla="*/ 205 h 187185"/>
                <a:gd name="csX290" fmla="*/ 183032 w 237471"/>
                <a:gd name="csY290" fmla="*/ 91 h 187185"/>
                <a:gd name="csX291" fmla="*/ 183093 w 237471"/>
                <a:gd name="csY291" fmla="*/ 0 h 187185"/>
                <a:gd name="csX292" fmla="*/ 193288 w 237471"/>
                <a:gd name="csY292" fmla="*/ 129 h 187185"/>
                <a:gd name="csX293" fmla="*/ 193151 w 237471"/>
                <a:gd name="csY293" fmla="*/ 1917 h 187185"/>
                <a:gd name="csX294" fmla="*/ 191919 w 237471"/>
                <a:gd name="csY294" fmla="*/ 6110 h 187185"/>
                <a:gd name="csX295" fmla="*/ 191942 w 237471"/>
                <a:gd name="csY295" fmla="*/ 8620 h 187185"/>
                <a:gd name="csX296" fmla="*/ 191645 w 237471"/>
                <a:gd name="csY296" fmla="*/ 11496 h 187185"/>
                <a:gd name="csX297" fmla="*/ 191576 w 237471"/>
                <a:gd name="csY297" fmla="*/ 11725 h 187185"/>
                <a:gd name="csX298" fmla="*/ 191295 w 237471"/>
                <a:gd name="csY298" fmla="*/ 12349 h 187185"/>
                <a:gd name="csX299" fmla="*/ 191052 w 237471"/>
                <a:gd name="csY299" fmla="*/ 12699 h 187185"/>
                <a:gd name="csX300" fmla="*/ 190770 w 237471"/>
                <a:gd name="csY300" fmla="*/ 13041 h 187185"/>
                <a:gd name="csX301" fmla="*/ 190694 w 237471"/>
                <a:gd name="csY301" fmla="*/ 13170 h 187185"/>
                <a:gd name="csX302" fmla="*/ 190602 w 237471"/>
                <a:gd name="csY302" fmla="*/ 13383 h 187185"/>
                <a:gd name="csX303" fmla="*/ 190595 w 237471"/>
                <a:gd name="csY303" fmla="*/ 13695 h 187185"/>
                <a:gd name="csX304" fmla="*/ 192710 w 237471"/>
                <a:gd name="csY304" fmla="*/ 29734 h 187185"/>
                <a:gd name="csX305" fmla="*/ 192626 w 237471"/>
                <a:gd name="csY305" fmla="*/ 30137 h 187185"/>
                <a:gd name="csX306" fmla="*/ 192550 w 237471"/>
                <a:gd name="csY306" fmla="*/ 30396 h 187185"/>
                <a:gd name="csX307" fmla="*/ 191987 w 237471"/>
                <a:gd name="csY307" fmla="*/ 31401 h 187185"/>
                <a:gd name="csX308" fmla="*/ 191843 w 237471"/>
                <a:gd name="csY308" fmla="*/ 31728 h 187185"/>
                <a:gd name="csX309" fmla="*/ 191812 w 237471"/>
                <a:gd name="csY309" fmla="*/ 31979 h 187185"/>
                <a:gd name="csX310" fmla="*/ 192041 w 237471"/>
                <a:gd name="csY310" fmla="*/ 32154 h 187185"/>
                <a:gd name="csX311" fmla="*/ 196735 w 237471"/>
                <a:gd name="csY311" fmla="*/ 33889 h 187185"/>
                <a:gd name="csX312" fmla="*/ 196963 w 237471"/>
                <a:gd name="csY312" fmla="*/ 33995 h 187185"/>
                <a:gd name="csX313" fmla="*/ 197146 w 237471"/>
                <a:gd name="csY313" fmla="*/ 34132 h 187185"/>
                <a:gd name="csX314" fmla="*/ 198835 w 237471"/>
                <a:gd name="csY314" fmla="*/ 36194 h 187185"/>
                <a:gd name="csX315" fmla="*/ 208079 w 237471"/>
                <a:gd name="csY315" fmla="*/ 43780 h 187185"/>
                <a:gd name="csX316" fmla="*/ 208399 w 237471"/>
                <a:gd name="csY316" fmla="*/ 44160 h 187185"/>
                <a:gd name="csX317" fmla="*/ 209358 w 237471"/>
                <a:gd name="csY317" fmla="*/ 46542 h 187185"/>
                <a:gd name="csX318" fmla="*/ 209464 w 237471"/>
                <a:gd name="csY318" fmla="*/ 46907 h 187185"/>
                <a:gd name="csX319" fmla="*/ 209494 w 237471"/>
                <a:gd name="csY319" fmla="*/ 47470 h 187185"/>
                <a:gd name="csX320" fmla="*/ 209472 w 237471"/>
                <a:gd name="csY320" fmla="*/ 47911 h 187185"/>
                <a:gd name="csX321" fmla="*/ 209236 w 237471"/>
                <a:gd name="csY321" fmla="*/ 49341 h 187185"/>
                <a:gd name="csX322" fmla="*/ 209312 w 237471"/>
                <a:gd name="csY322" fmla="*/ 49981 h 187185"/>
                <a:gd name="csX323" fmla="*/ 209472 w 237471"/>
                <a:gd name="csY323" fmla="*/ 50407 h 187185"/>
                <a:gd name="csX324" fmla="*/ 209601 w 237471"/>
                <a:gd name="csY324" fmla="*/ 50901 h 187185"/>
                <a:gd name="csX325" fmla="*/ 209601 w 237471"/>
                <a:gd name="csY325" fmla="*/ 51046 h 187185"/>
                <a:gd name="csX326" fmla="*/ 209586 w 237471"/>
                <a:gd name="csY326" fmla="*/ 51175 h 1871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Lst>
              <a:rect l="l" t="t" r="r" b="b"/>
              <a:pathLst>
                <a:path w="237471" h="187185">
                  <a:moveTo>
                    <a:pt x="209518" y="51404"/>
                  </a:moveTo>
                  <a:lnTo>
                    <a:pt x="208140" y="54150"/>
                  </a:lnTo>
                  <a:lnTo>
                    <a:pt x="207699" y="56105"/>
                  </a:lnTo>
                  <a:lnTo>
                    <a:pt x="207562" y="57749"/>
                  </a:lnTo>
                  <a:lnTo>
                    <a:pt x="207646" y="58700"/>
                  </a:lnTo>
                  <a:lnTo>
                    <a:pt x="207798" y="59309"/>
                  </a:lnTo>
                  <a:lnTo>
                    <a:pt x="207866" y="59453"/>
                  </a:lnTo>
                  <a:lnTo>
                    <a:pt x="207927" y="59552"/>
                  </a:lnTo>
                  <a:lnTo>
                    <a:pt x="207988" y="59621"/>
                  </a:lnTo>
                  <a:lnTo>
                    <a:pt x="208057" y="59643"/>
                  </a:lnTo>
                  <a:lnTo>
                    <a:pt x="212028" y="59659"/>
                  </a:lnTo>
                  <a:lnTo>
                    <a:pt x="212051" y="59659"/>
                  </a:lnTo>
                  <a:lnTo>
                    <a:pt x="212051" y="59659"/>
                  </a:lnTo>
                  <a:lnTo>
                    <a:pt x="212028" y="60534"/>
                  </a:lnTo>
                  <a:lnTo>
                    <a:pt x="212188" y="64886"/>
                  </a:lnTo>
                  <a:lnTo>
                    <a:pt x="212325" y="68690"/>
                  </a:lnTo>
                  <a:lnTo>
                    <a:pt x="212553" y="74906"/>
                  </a:lnTo>
                  <a:lnTo>
                    <a:pt x="212561" y="76527"/>
                  </a:lnTo>
                  <a:lnTo>
                    <a:pt x="212408" y="78543"/>
                  </a:lnTo>
                  <a:lnTo>
                    <a:pt x="211937" y="79342"/>
                  </a:lnTo>
                  <a:lnTo>
                    <a:pt x="210811" y="80483"/>
                  </a:lnTo>
                  <a:lnTo>
                    <a:pt x="209388" y="81526"/>
                  </a:lnTo>
                  <a:lnTo>
                    <a:pt x="205797" y="81792"/>
                  </a:lnTo>
                  <a:lnTo>
                    <a:pt x="202799" y="81754"/>
                  </a:lnTo>
                  <a:lnTo>
                    <a:pt x="200676" y="81526"/>
                  </a:lnTo>
                  <a:lnTo>
                    <a:pt x="197770" y="81434"/>
                  </a:lnTo>
                  <a:lnTo>
                    <a:pt x="195038" y="81655"/>
                  </a:lnTo>
                  <a:lnTo>
                    <a:pt x="194034" y="82538"/>
                  </a:lnTo>
                  <a:lnTo>
                    <a:pt x="192558" y="85649"/>
                  </a:lnTo>
                  <a:lnTo>
                    <a:pt x="190427" y="90161"/>
                  </a:lnTo>
                  <a:lnTo>
                    <a:pt x="189301" y="92071"/>
                  </a:lnTo>
                  <a:lnTo>
                    <a:pt x="189012" y="93182"/>
                  </a:lnTo>
                  <a:lnTo>
                    <a:pt x="189347" y="93844"/>
                  </a:lnTo>
                  <a:lnTo>
                    <a:pt x="190755" y="94803"/>
                  </a:lnTo>
                  <a:lnTo>
                    <a:pt x="193859" y="96157"/>
                  </a:lnTo>
                  <a:lnTo>
                    <a:pt x="197412" y="96948"/>
                  </a:lnTo>
                  <a:lnTo>
                    <a:pt x="200060" y="97291"/>
                  </a:lnTo>
                  <a:lnTo>
                    <a:pt x="201863" y="97663"/>
                  </a:lnTo>
                  <a:lnTo>
                    <a:pt x="203256" y="98074"/>
                  </a:lnTo>
                  <a:lnTo>
                    <a:pt x="208300" y="101529"/>
                  </a:lnTo>
                  <a:lnTo>
                    <a:pt x="209913" y="103134"/>
                  </a:lnTo>
                  <a:lnTo>
                    <a:pt x="210818" y="104557"/>
                  </a:lnTo>
                  <a:lnTo>
                    <a:pt x="211031" y="106071"/>
                  </a:lnTo>
                  <a:lnTo>
                    <a:pt x="211754" y="107600"/>
                  </a:lnTo>
                  <a:lnTo>
                    <a:pt x="214669" y="110621"/>
                  </a:lnTo>
                  <a:lnTo>
                    <a:pt x="216350" y="112363"/>
                  </a:lnTo>
                  <a:lnTo>
                    <a:pt x="220725" y="114600"/>
                  </a:lnTo>
                  <a:lnTo>
                    <a:pt x="222406" y="117134"/>
                  </a:lnTo>
                  <a:lnTo>
                    <a:pt x="224027" y="118359"/>
                  </a:lnTo>
                  <a:lnTo>
                    <a:pt x="225564" y="119683"/>
                  </a:lnTo>
                  <a:lnTo>
                    <a:pt x="226386" y="121653"/>
                  </a:lnTo>
                  <a:lnTo>
                    <a:pt x="228280" y="127367"/>
                  </a:lnTo>
                  <a:lnTo>
                    <a:pt x="229558" y="130365"/>
                  </a:lnTo>
                  <a:lnTo>
                    <a:pt x="230867" y="132815"/>
                  </a:lnTo>
                  <a:lnTo>
                    <a:pt x="231384" y="136794"/>
                  </a:lnTo>
                  <a:lnTo>
                    <a:pt x="232419" y="138575"/>
                  </a:lnTo>
                  <a:lnTo>
                    <a:pt x="233484" y="140743"/>
                  </a:lnTo>
                  <a:lnTo>
                    <a:pt x="235249" y="142706"/>
                  </a:lnTo>
                  <a:lnTo>
                    <a:pt x="237129" y="144197"/>
                  </a:lnTo>
                  <a:lnTo>
                    <a:pt x="237471" y="144601"/>
                  </a:lnTo>
                  <a:lnTo>
                    <a:pt x="233545" y="148443"/>
                  </a:lnTo>
                  <a:lnTo>
                    <a:pt x="229140" y="152749"/>
                  </a:lnTo>
                  <a:lnTo>
                    <a:pt x="224050" y="157741"/>
                  </a:lnTo>
                  <a:lnTo>
                    <a:pt x="218503" y="163158"/>
                  </a:lnTo>
                  <a:lnTo>
                    <a:pt x="214159" y="167449"/>
                  </a:lnTo>
                  <a:lnTo>
                    <a:pt x="209875" y="171679"/>
                  </a:lnTo>
                  <a:lnTo>
                    <a:pt x="204869" y="176678"/>
                  </a:lnTo>
                  <a:lnTo>
                    <a:pt x="201171" y="180368"/>
                  </a:lnTo>
                  <a:lnTo>
                    <a:pt x="200554" y="180886"/>
                  </a:lnTo>
                  <a:lnTo>
                    <a:pt x="199482" y="181571"/>
                  </a:lnTo>
                  <a:lnTo>
                    <a:pt x="195959" y="181586"/>
                  </a:lnTo>
                  <a:lnTo>
                    <a:pt x="192322" y="181152"/>
                  </a:lnTo>
                  <a:lnTo>
                    <a:pt x="188974" y="178908"/>
                  </a:lnTo>
                  <a:lnTo>
                    <a:pt x="185573" y="180650"/>
                  </a:lnTo>
                  <a:lnTo>
                    <a:pt x="183420" y="181198"/>
                  </a:lnTo>
                  <a:lnTo>
                    <a:pt x="182134" y="181396"/>
                  </a:lnTo>
                  <a:lnTo>
                    <a:pt x="179098" y="181677"/>
                  </a:lnTo>
                  <a:lnTo>
                    <a:pt x="174845" y="182613"/>
                  </a:lnTo>
                  <a:lnTo>
                    <a:pt x="172920" y="183777"/>
                  </a:lnTo>
                  <a:lnTo>
                    <a:pt x="171878" y="184698"/>
                  </a:lnTo>
                  <a:lnTo>
                    <a:pt x="171018" y="186394"/>
                  </a:lnTo>
                  <a:lnTo>
                    <a:pt x="170584" y="186569"/>
                  </a:lnTo>
                  <a:lnTo>
                    <a:pt x="169801" y="186372"/>
                  </a:lnTo>
                  <a:lnTo>
                    <a:pt x="168712" y="185687"/>
                  </a:lnTo>
                  <a:lnTo>
                    <a:pt x="166437" y="184705"/>
                  </a:lnTo>
                  <a:lnTo>
                    <a:pt x="165289" y="182545"/>
                  </a:lnTo>
                  <a:lnTo>
                    <a:pt x="164239" y="181244"/>
                  </a:lnTo>
                  <a:lnTo>
                    <a:pt x="163364" y="180559"/>
                  </a:lnTo>
                  <a:lnTo>
                    <a:pt x="159757" y="182712"/>
                  </a:lnTo>
                  <a:lnTo>
                    <a:pt x="158007" y="183214"/>
                  </a:lnTo>
                  <a:lnTo>
                    <a:pt x="156577" y="183153"/>
                  </a:lnTo>
                  <a:lnTo>
                    <a:pt x="153960" y="181943"/>
                  </a:lnTo>
                  <a:lnTo>
                    <a:pt x="151068" y="180909"/>
                  </a:lnTo>
                  <a:lnTo>
                    <a:pt x="149577" y="180916"/>
                  </a:lnTo>
                  <a:lnTo>
                    <a:pt x="147348" y="182210"/>
                  </a:lnTo>
                  <a:lnTo>
                    <a:pt x="144814" y="184142"/>
                  </a:lnTo>
                  <a:lnTo>
                    <a:pt x="143513" y="186052"/>
                  </a:lnTo>
                  <a:lnTo>
                    <a:pt x="142881" y="187186"/>
                  </a:lnTo>
                  <a:lnTo>
                    <a:pt x="142417" y="186280"/>
                  </a:lnTo>
                  <a:lnTo>
                    <a:pt x="141991" y="185436"/>
                  </a:lnTo>
                  <a:lnTo>
                    <a:pt x="141139" y="184355"/>
                  </a:lnTo>
                  <a:lnTo>
                    <a:pt x="139914" y="183929"/>
                  </a:lnTo>
                  <a:lnTo>
                    <a:pt x="138803" y="184142"/>
                  </a:lnTo>
                  <a:lnTo>
                    <a:pt x="137502" y="184355"/>
                  </a:lnTo>
                  <a:lnTo>
                    <a:pt x="136916" y="183739"/>
                  </a:lnTo>
                  <a:lnTo>
                    <a:pt x="136794" y="182255"/>
                  </a:lnTo>
                  <a:lnTo>
                    <a:pt x="136437" y="180886"/>
                  </a:lnTo>
                  <a:lnTo>
                    <a:pt x="135829" y="179859"/>
                  </a:lnTo>
                  <a:lnTo>
                    <a:pt x="133957" y="178832"/>
                  </a:lnTo>
                  <a:lnTo>
                    <a:pt x="129133" y="176747"/>
                  </a:lnTo>
                  <a:lnTo>
                    <a:pt x="125428" y="172585"/>
                  </a:lnTo>
                  <a:lnTo>
                    <a:pt x="123564" y="170652"/>
                  </a:lnTo>
                  <a:lnTo>
                    <a:pt x="122201" y="169404"/>
                  </a:lnTo>
                  <a:lnTo>
                    <a:pt x="120269" y="166133"/>
                  </a:lnTo>
                  <a:lnTo>
                    <a:pt x="118070" y="163881"/>
                  </a:lnTo>
                  <a:lnTo>
                    <a:pt x="115407" y="162831"/>
                  </a:lnTo>
                  <a:lnTo>
                    <a:pt x="113649" y="163348"/>
                  </a:lnTo>
                  <a:lnTo>
                    <a:pt x="111839" y="165760"/>
                  </a:lnTo>
                  <a:lnTo>
                    <a:pt x="108422" y="168027"/>
                  </a:lnTo>
                  <a:lnTo>
                    <a:pt x="106855" y="168103"/>
                  </a:lnTo>
                  <a:lnTo>
                    <a:pt x="104846" y="166879"/>
                  </a:lnTo>
                  <a:lnTo>
                    <a:pt x="102320" y="166003"/>
                  </a:lnTo>
                  <a:lnTo>
                    <a:pt x="97793" y="165623"/>
                  </a:lnTo>
                  <a:lnTo>
                    <a:pt x="95921" y="166696"/>
                  </a:lnTo>
                  <a:lnTo>
                    <a:pt x="93472" y="168431"/>
                  </a:lnTo>
                  <a:lnTo>
                    <a:pt x="91394" y="169466"/>
                  </a:lnTo>
                  <a:lnTo>
                    <a:pt x="90108" y="169587"/>
                  </a:lnTo>
                  <a:lnTo>
                    <a:pt x="88906" y="169169"/>
                  </a:lnTo>
                  <a:lnTo>
                    <a:pt x="87545" y="168948"/>
                  </a:lnTo>
                  <a:lnTo>
                    <a:pt x="86365" y="168910"/>
                  </a:lnTo>
                  <a:lnTo>
                    <a:pt x="83945" y="167327"/>
                  </a:lnTo>
                  <a:lnTo>
                    <a:pt x="82690" y="166163"/>
                  </a:lnTo>
                  <a:lnTo>
                    <a:pt x="81853" y="165045"/>
                  </a:lnTo>
                  <a:lnTo>
                    <a:pt x="80483" y="164284"/>
                  </a:lnTo>
                  <a:lnTo>
                    <a:pt x="78886" y="163645"/>
                  </a:lnTo>
                  <a:lnTo>
                    <a:pt x="77744" y="162648"/>
                  </a:lnTo>
                  <a:lnTo>
                    <a:pt x="77174" y="161400"/>
                  </a:lnTo>
                  <a:lnTo>
                    <a:pt x="76269" y="159802"/>
                  </a:lnTo>
                  <a:lnTo>
                    <a:pt x="75097" y="158365"/>
                  </a:lnTo>
                  <a:lnTo>
                    <a:pt x="71399" y="155778"/>
                  </a:lnTo>
                  <a:lnTo>
                    <a:pt x="70296" y="154248"/>
                  </a:lnTo>
                  <a:lnTo>
                    <a:pt x="69520" y="152757"/>
                  </a:lnTo>
                  <a:lnTo>
                    <a:pt x="68013" y="151114"/>
                  </a:lnTo>
                  <a:lnTo>
                    <a:pt x="66392" y="148915"/>
                  </a:lnTo>
                  <a:lnTo>
                    <a:pt x="65875" y="145696"/>
                  </a:lnTo>
                  <a:lnTo>
                    <a:pt x="65807" y="143102"/>
                  </a:lnTo>
                  <a:lnTo>
                    <a:pt x="65464" y="141900"/>
                  </a:lnTo>
                  <a:lnTo>
                    <a:pt x="64780" y="140698"/>
                  </a:lnTo>
                  <a:lnTo>
                    <a:pt x="63980" y="139678"/>
                  </a:lnTo>
                  <a:lnTo>
                    <a:pt x="62695" y="138537"/>
                  </a:lnTo>
                  <a:lnTo>
                    <a:pt x="59682" y="136870"/>
                  </a:lnTo>
                  <a:lnTo>
                    <a:pt x="56562" y="134938"/>
                  </a:lnTo>
                  <a:lnTo>
                    <a:pt x="55071" y="133812"/>
                  </a:lnTo>
                  <a:lnTo>
                    <a:pt x="52233" y="133401"/>
                  </a:lnTo>
                  <a:lnTo>
                    <a:pt x="50536" y="132298"/>
                  </a:lnTo>
                  <a:lnTo>
                    <a:pt x="49113" y="129870"/>
                  </a:lnTo>
                  <a:lnTo>
                    <a:pt x="48543" y="127930"/>
                  </a:lnTo>
                  <a:lnTo>
                    <a:pt x="47105" y="126416"/>
                  </a:lnTo>
                  <a:lnTo>
                    <a:pt x="46489" y="125321"/>
                  </a:lnTo>
                  <a:lnTo>
                    <a:pt x="46146" y="124057"/>
                  </a:lnTo>
                  <a:lnTo>
                    <a:pt x="47287" y="120215"/>
                  </a:lnTo>
                  <a:lnTo>
                    <a:pt x="45637" y="118853"/>
                  </a:lnTo>
                  <a:lnTo>
                    <a:pt x="43179" y="117088"/>
                  </a:lnTo>
                  <a:lnTo>
                    <a:pt x="41413" y="115156"/>
                  </a:lnTo>
                  <a:lnTo>
                    <a:pt x="40341" y="113383"/>
                  </a:lnTo>
                  <a:lnTo>
                    <a:pt x="37183" y="111039"/>
                  </a:lnTo>
                  <a:lnTo>
                    <a:pt x="30305" y="107532"/>
                  </a:lnTo>
                  <a:lnTo>
                    <a:pt x="26333" y="105295"/>
                  </a:lnTo>
                  <a:lnTo>
                    <a:pt x="24165" y="103286"/>
                  </a:lnTo>
                  <a:lnTo>
                    <a:pt x="22270" y="101316"/>
                  </a:lnTo>
                  <a:lnTo>
                    <a:pt x="22080" y="100509"/>
                  </a:lnTo>
                  <a:lnTo>
                    <a:pt x="23305" y="98546"/>
                  </a:lnTo>
                  <a:lnTo>
                    <a:pt x="23488" y="96926"/>
                  </a:lnTo>
                  <a:lnTo>
                    <a:pt x="22483" y="95145"/>
                  </a:lnTo>
                  <a:lnTo>
                    <a:pt x="18360" y="91782"/>
                  </a:lnTo>
                  <a:lnTo>
                    <a:pt x="15073" y="88084"/>
                  </a:lnTo>
                  <a:lnTo>
                    <a:pt x="12585" y="86928"/>
                  </a:lnTo>
                  <a:lnTo>
                    <a:pt x="6589" y="85901"/>
                  </a:lnTo>
                  <a:lnTo>
                    <a:pt x="4870" y="85490"/>
                  </a:lnTo>
                  <a:lnTo>
                    <a:pt x="3074" y="84782"/>
                  </a:lnTo>
                  <a:lnTo>
                    <a:pt x="1301" y="83116"/>
                  </a:lnTo>
                  <a:lnTo>
                    <a:pt x="700" y="81145"/>
                  </a:lnTo>
                  <a:lnTo>
                    <a:pt x="1567" y="77988"/>
                  </a:lnTo>
                  <a:lnTo>
                    <a:pt x="1012" y="77021"/>
                  </a:lnTo>
                  <a:lnTo>
                    <a:pt x="0" y="76755"/>
                  </a:lnTo>
                  <a:lnTo>
                    <a:pt x="0" y="76755"/>
                  </a:lnTo>
                  <a:lnTo>
                    <a:pt x="274" y="76101"/>
                  </a:lnTo>
                  <a:lnTo>
                    <a:pt x="1408" y="74564"/>
                  </a:lnTo>
                  <a:lnTo>
                    <a:pt x="3257" y="73567"/>
                  </a:lnTo>
                  <a:lnTo>
                    <a:pt x="8210" y="72007"/>
                  </a:lnTo>
                  <a:lnTo>
                    <a:pt x="8484" y="71406"/>
                  </a:lnTo>
                  <a:lnTo>
                    <a:pt x="8583" y="69436"/>
                  </a:lnTo>
                  <a:lnTo>
                    <a:pt x="8986" y="68469"/>
                  </a:lnTo>
                  <a:lnTo>
                    <a:pt x="10690" y="65730"/>
                  </a:lnTo>
                  <a:lnTo>
                    <a:pt x="10934" y="64642"/>
                  </a:lnTo>
                  <a:lnTo>
                    <a:pt x="11010" y="62314"/>
                  </a:lnTo>
                  <a:lnTo>
                    <a:pt x="11238" y="61211"/>
                  </a:lnTo>
                  <a:lnTo>
                    <a:pt x="11732" y="60427"/>
                  </a:lnTo>
                  <a:lnTo>
                    <a:pt x="13087" y="59073"/>
                  </a:lnTo>
                  <a:lnTo>
                    <a:pt x="13559" y="58244"/>
                  </a:lnTo>
                  <a:lnTo>
                    <a:pt x="13764" y="56456"/>
                  </a:lnTo>
                  <a:lnTo>
                    <a:pt x="13620" y="52925"/>
                  </a:lnTo>
                  <a:lnTo>
                    <a:pt x="14312" y="51525"/>
                  </a:lnTo>
                  <a:lnTo>
                    <a:pt x="17431" y="48314"/>
                  </a:lnTo>
                  <a:lnTo>
                    <a:pt x="18268" y="46876"/>
                  </a:lnTo>
                  <a:lnTo>
                    <a:pt x="18550" y="45591"/>
                  </a:lnTo>
                  <a:lnTo>
                    <a:pt x="18519" y="44282"/>
                  </a:lnTo>
                  <a:lnTo>
                    <a:pt x="18710" y="42988"/>
                  </a:lnTo>
                  <a:lnTo>
                    <a:pt x="19638" y="41740"/>
                  </a:lnTo>
                  <a:lnTo>
                    <a:pt x="20429" y="41352"/>
                  </a:lnTo>
                  <a:lnTo>
                    <a:pt x="22727" y="40957"/>
                  </a:lnTo>
                  <a:lnTo>
                    <a:pt x="24294" y="41208"/>
                  </a:lnTo>
                  <a:lnTo>
                    <a:pt x="35250" y="39009"/>
                  </a:lnTo>
                  <a:lnTo>
                    <a:pt x="36536" y="39306"/>
                  </a:lnTo>
                  <a:lnTo>
                    <a:pt x="37107" y="40607"/>
                  </a:lnTo>
                  <a:lnTo>
                    <a:pt x="37054" y="42692"/>
                  </a:lnTo>
                  <a:lnTo>
                    <a:pt x="37244" y="43703"/>
                  </a:lnTo>
                  <a:lnTo>
                    <a:pt x="37830" y="44419"/>
                  </a:lnTo>
                  <a:lnTo>
                    <a:pt x="39573" y="45408"/>
                  </a:lnTo>
                  <a:lnTo>
                    <a:pt x="40774" y="47067"/>
                  </a:lnTo>
                  <a:lnTo>
                    <a:pt x="41421" y="47675"/>
                  </a:lnTo>
                  <a:lnTo>
                    <a:pt x="43179" y="48809"/>
                  </a:lnTo>
                  <a:lnTo>
                    <a:pt x="51328" y="58274"/>
                  </a:lnTo>
                  <a:lnTo>
                    <a:pt x="53625" y="59172"/>
                  </a:lnTo>
                  <a:lnTo>
                    <a:pt x="55855" y="58845"/>
                  </a:lnTo>
                  <a:lnTo>
                    <a:pt x="60283" y="56882"/>
                  </a:lnTo>
                  <a:lnTo>
                    <a:pt x="62497" y="56387"/>
                  </a:lnTo>
                  <a:lnTo>
                    <a:pt x="77988" y="56943"/>
                  </a:lnTo>
                  <a:lnTo>
                    <a:pt x="79723" y="56646"/>
                  </a:lnTo>
                  <a:lnTo>
                    <a:pt x="79829" y="56691"/>
                  </a:lnTo>
                  <a:lnTo>
                    <a:pt x="82188" y="61439"/>
                  </a:lnTo>
                  <a:lnTo>
                    <a:pt x="83306" y="62520"/>
                  </a:lnTo>
                  <a:lnTo>
                    <a:pt x="100296" y="62573"/>
                  </a:lnTo>
                  <a:lnTo>
                    <a:pt x="99977" y="61218"/>
                  </a:lnTo>
                  <a:lnTo>
                    <a:pt x="100190" y="59712"/>
                  </a:lnTo>
                  <a:lnTo>
                    <a:pt x="102176" y="57772"/>
                  </a:lnTo>
                  <a:lnTo>
                    <a:pt x="103180" y="56806"/>
                  </a:lnTo>
                  <a:lnTo>
                    <a:pt x="103180" y="56813"/>
                  </a:lnTo>
                  <a:lnTo>
                    <a:pt x="103606" y="56463"/>
                  </a:lnTo>
                  <a:lnTo>
                    <a:pt x="106231" y="55071"/>
                  </a:lnTo>
                  <a:lnTo>
                    <a:pt x="108795" y="54142"/>
                  </a:lnTo>
                  <a:lnTo>
                    <a:pt x="113725" y="53054"/>
                  </a:lnTo>
                  <a:lnTo>
                    <a:pt x="115521" y="51335"/>
                  </a:lnTo>
                  <a:lnTo>
                    <a:pt x="116518" y="49767"/>
                  </a:lnTo>
                  <a:lnTo>
                    <a:pt x="116548" y="46671"/>
                  </a:lnTo>
                  <a:lnTo>
                    <a:pt x="117202" y="46161"/>
                  </a:lnTo>
                  <a:lnTo>
                    <a:pt x="118374" y="45446"/>
                  </a:lnTo>
                  <a:lnTo>
                    <a:pt x="124073" y="42676"/>
                  </a:lnTo>
                  <a:lnTo>
                    <a:pt x="125039" y="42091"/>
                  </a:lnTo>
                  <a:lnTo>
                    <a:pt x="135113" y="48520"/>
                  </a:lnTo>
                  <a:lnTo>
                    <a:pt x="140759" y="53610"/>
                  </a:lnTo>
                  <a:lnTo>
                    <a:pt x="141101" y="53861"/>
                  </a:lnTo>
                  <a:lnTo>
                    <a:pt x="141398" y="53952"/>
                  </a:lnTo>
                  <a:lnTo>
                    <a:pt x="141695" y="53777"/>
                  </a:lnTo>
                  <a:lnTo>
                    <a:pt x="141946" y="53541"/>
                  </a:lnTo>
                  <a:lnTo>
                    <a:pt x="142356" y="53389"/>
                  </a:lnTo>
                  <a:lnTo>
                    <a:pt x="142630" y="53321"/>
                  </a:lnTo>
                  <a:lnTo>
                    <a:pt x="145050" y="53252"/>
                  </a:lnTo>
                  <a:lnTo>
                    <a:pt x="149623" y="53001"/>
                  </a:lnTo>
                  <a:lnTo>
                    <a:pt x="151129" y="52392"/>
                  </a:lnTo>
                  <a:lnTo>
                    <a:pt x="160313" y="43300"/>
                  </a:lnTo>
                  <a:lnTo>
                    <a:pt x="162648" y="40401"/>
                  </a:lnTo>
                  <a:lnTo>
                    <a:pt x="163235" y="39808"/>
                  </a:lnTo>
                  <a:lnTo>
                    <a:pt x="164566" y="37746"/>
                  </a:lnTo>
                  <a:lnTo>
                    <a:pt x="165966" y="34185"/>
                  </a:lnTo>
                  <a:lnTo>
                    <a:pt x="166248" y="33782"/>
                  </a:lnTo>
                  <a:lnTo>
                    <a:pt x="176314" y="25245"/>
                  </a:lnTo>
                  <a:lnTo>
                    <a:pt x="176663" y="24568"/>
                  </a:lnTo>
                  <a:lnTo>
                    <a:pt x="176762" y="24028"/>
                  </a:lnTo>
                  <a:lnTo>
                    <a:pt x="175241" y="21152"/>
                  </a:lnTo>
                  <a:lnTo>
                    <a:pt x="174913" y="19691"/>
                  </a:lnTo>
                  <a:lnTo>
                    <a:pt x="174853" y="17439"/>
                  </a:lnTo>
                  <a:lnTo>
                    <a:pt x="175149" y="13939"/>
                  </a:lnTo>
                  <a:lnTo>
                    <a:pt x="175043" y="11725"/>
                  </a:lnTo>
                  <a:lnTo>
                    <a:pt x="175005" y="11466"/>
                  </a:lnTo>
                  <a:lnTo>
                    <a:pt x="174906" y="11124"/>
                  </a:lnTo>
                  <a:lnTo>
                    <a:pt x="174837" y="10994"/>
                  </a:lnTo>
                  <a:lnTo>
                    <a:pt x="169222" y="4695"/>
                  </a:lnTo>
                  <a:lnTo>
                    <a:pt x="183412" y="4634"/>
                  </a:lnTo>
                  <a:lnTo>
                    <a:pt x="183443" y="4109"/>
                  </a:lnTo>
                  <a:lnTo>
                    <a:pt x="183428" y="3835"/>
                  </a:lnTo>
                  <a:lnTo>
                    <a:pt x="183390" y="3584"/>
                  </a:lnTo>
                  <a:lnTo>
                    <a:pt x="183123" y="2830"/>
                  </a:lnTo>
                  <a:lnTo>
                    <a:pt x="182963" y="1819"/>
                  </a:lnTo>
                  <a:lnTo>
                    <a:pt x="182956" y="1545"/>
                  </a:lnTo>
                  <a:lnTo>
                    <a:pt x="182979" y="1263"/>
                  </a:lnTo>
                  <a:lnTo>
                    <a:pt x="183055" y="746"/>
                  </a:lnTo>
                  <a:lnTo>
                    <a:pt x="183062" y="464"/>
                  </a:lnTo>
                  <a:lnTo>
                    <a:pt x="183047" y="327"/>
                  </a:lnTo>
                  <a:lnTo>
                    <a:pt x="183024" y="205"/>
                  </a:lnTo>
                  <a:lnTo>
                    <a:pt x="183032" y="91"/>
                  </a:lnTo>
                  <a:lnTo>
                    <a:pt x="183093" y="0"/>
                  </a:lnTo>
                  <a:lnTo>
                    <a:pt x="193288" y="129"/>
                  </a:lnTo>
                  <a:lnTo>
                    <a:pt x="193151" y="1917"/>
                  </a:lnTo>
                  <a:lnTo>
                    <a:pt x="191919" y="6110"/>
                  </a:lnTo>
                  <a:lnTo>
                    <a:pt x="191942" y="8620"/>
                  </a:lnTo>
                  <a:lnTo>
                    <a:pt x="191645" y="11496"/>
                  </a:lnTo>
                  <a:lnTo>
                    <a:pt x="191576" y="11725"/>
                  </a:lnTo>
                  <a:lnTo>
                    <a:pt x="191295" y="12349"/>
                  </a:lnTo>
                  <a:lnTo>
                    <a:pt x="191052" y="12699"/>
                  </a:lnTo>
                  <a:lnTo>
                    <a:pt x="190770" y="13041"/>
                  </a:lnTo>
                  <a:lnTo>
                    <a:pt x="190694" y="13170"/>
                  </a:lnTo>
                  <a:lnTo>
                    <a:pt x="190602" y="13383"/>
                  </a:lnTo>
                  <a:lnTo>
                    <a:pt x="190595" y="13695"/>
                  </a:lnTo>
                  <a:lnTo>
                    <a:pt x="192710" y="29734"/>
                  </a:lnTo>
                  <a:lnTo>
                    <a:pt x="192626" y="30137"/>
                  </a:lnTo>
                  <a:lnTo>
                    <a:pt x="192550" y="30396"/>
                  </a:lnTo>
                  <a:lnTo>
                    <a:pt x="191987" y="31401"/>
                  </a:lnTo>
                  <a:lnTo>
                    <a:pt x="191843" y="31728"/>
                  </a:lnTo>
                  <a:lnTo>
                    <a:pt x="191812" y="31979"/>
                  </a:lnTo>
                  <a:lnTo>
                    <a:pt x="192041" y="32154"/>
                  </a:lnTo>
                  <a:lnTo>
                    <a:pt x="196735" y="33889"/>
                  </a:lnTo>
                  <a:lnTo>
                    <a:pt x="196963" y="33995"/>
                  </a:lnTo>
                  <a:lnTo>
                    <a:pt x="197146" y="34132"/>
                  </a:lnTo>
                  <a:lnTo>
                    <a:pt x="198835" y="36194"/>
                  </a:lnTo>
                  <a:lnTo>
                    <a:pt x="208079" y="43780"/>
                  </a:lnTo>
                  <a:lnTo>
                    <a:pt x="208399" y="44160"/>
                  </a:lnTo>
                  <a:lnTo>
                    <a:pt x="209358" y="46542"/>
                  </a:lnTo>
                  <a:lnTo>
                    <a:pt x="209464" y="46907"/>
                  </a:lnTo>
                  <a:lnTo>
                    <a:pt x="209494" y="47470"/>
                  </a:lnTo>
                  <a:lnTo>
                    <a:pt x="209472" y="47911"/>
                  </a:lnTo>
                  <a:lnTo>
                    <a:pt x="209236" y="49341"/>
                  </a:lnTo>
                  <a:lnTo>
                    <a:pt x="209312" y="49981"/>
                  </a:lnTo>
                  <a:lnTo>
                    <a:pt x="209472" y="50407"/>
                  </a:lnTo>
                  <a:lnTo>
                    <a:pt x="209601" y="50901"/>
                  </a:lnTo>
                  <a:lnTo>
                    <a:pt x="209601" y="51046"/>
                  </a:lnTo>
                  <a:lnTo>
                    <a:pt x="209586" y="5117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2" name="Freeform: Shape 2321">
              <a:extLst>
                <a:ext uri="{FF2B5EF4-FFF2-40B4-BE49-F238E27FC236}">
                  <a16:creationId xmlns:a16="http://schemas.microsoft.com/office/drawing/2014/main" id="{5CB308BA-9194-ADC0-D4C5-F6E0E8107FF8}"/>
                </a:ext>
              </a:extLst>
            </p:cNvPr>
            <p:cNvSpPr/>
            <p:nvPr/>
          </p:nvSpPr>
          <p:spPr>
            <a:xfrm>
              <a:off x="9711980" y="4968203"/>
              <a:ext cx="21030" cy="35037"/>
            </a:xfrm>
            <a:custGeom>
              <a:avLst/>
              <a:gdLst>
                <a:gd name="csX0" fmla="*/ 20414 w 21030"/>
                <a:gd name="csY0" fmla="*/ 2792 h 35037"/>
                <a:gd name="csX1" fmla="*/ 19623 w 21030"/>
                <a:gd name="csY1" fmla="*/ 3348 h 35037"/>
                <a:gd name="csX2" fmla="*/ 18679 w 21030"/>
                <a:gd name="csY2" fmla="*/ 2876 h 35037"/>
                <a:gd name="csX3" fmla="*/ 18428 w 21030"/>
                <a:gd name="csY3" fmla="*/ 2031 h 35037"/>
                <a:gd name="csX4" fmla="*/ 19645 w 21030"/>
                <a:gd name="csY4" fmla="*/ 403 h 35037"/>
                <a:gd name="csX5" fmla="*/ 20223 w 21030"/>
                <a:gd name="csY5" fmla="*/ 0 h 35037"/>
                <a:gd name="csX6" fmla="*/ 20703 w 21030"/>
                <a:gd name="csY6" fmla="*/ 342 h 35037"/>
                <a:gd name="csX7" fmla="*/ 20992 w 21030"/>
                <a:gd name="csY7" fmla="*/ 791 h 35037"/>
                <a:gd name="csX8" fmla="*/ 21030 w 21030"/>
                <a:gd name="csY8" fmla="*/ 1446 h 35037"/>
                <a:gd name="csX9" fmla="*/ 20414 w 21030"/>
                <a:gd name="csY9" fmla="*/ 2792 h 35037"/>
                <a:gd name="csX10" fmla="*/ 4101 w 21030"/>
                <a:gd name="csY10" fmla="*/ 33485 h 35037"/>
                <a:gd name="csX11" fmla="*/ 1894 w 21030"/>
                <a:gd name="csY11" fmla="*/ 35037 h 35037"/>
                <a:gd name="csX12" fmla="*/ 1103 w 21030"/>
                <a:gd name="csY12" fmla="*/ 34634 h 35037"/>
                <a:gd name="csX13" fmla="*/ 616 w 21030"/>
                <a:gd name="csY13" fmla="*/ 33554 h 35037"/>
                <a:gd name="csX14" fmla="*/ 0 w 21030"/>
                <a:gd name="csY14" fmla="*/ 31218 h 35037"/>
                <a:gd name="csX15" fmla="*/ 198 w 21030"/>
                <a:gd name="csY15" fmla="*/ 30100 h 35037"/>
                <a:gd name="csX16" fmla="*/ 1194 w 21030"/>
                <a:gd name="csY16" fmla="*/ 28821 h 35037"/>
                <a:gd name="csX17" fmla="*/ 3363 w 21030"/>
                <a:gd name="csY17" fmla="*/ 27551 h 35037"/>
                <a:gd name="csX18" fmla="*/ 4664 w 21030"/>
                <a:gd name="csY18" fmla="*/ 27459 h 35037"/>
                <a:gd name="csX19" fmla="*/ 6003 w 21030"/>
                <a:gd name="csY19" fmla="*/ 29133 h 35037"/>
                <a:gd name="csX20" fmla="*/ 6011 w 21030"/>
                <a:gd name="csY20" fmla="*/ 30876 h 35037"/>
                <a:gd name="csX21" fmla="*/ 4101 w 21030"/>
                <a:gd name="csY21" fmla="*/ 33485 h 3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1030" h="35037">
                  <a:moveTo>
                    <a:pt x="20414" y="2792"/>
                  </a:moveTo>
                  <a:lnTo>
                    <a:pt x="19623" y="3348"/>
                  </a:lnTo>
                  <a:lnTo>
                    <a:pt x="18679" y="2876"/>
                  </a:lnTo>
                  <a:lnTo>
                    <a:pt x="18428" y="2031"/>
                  </a:lnTo>
                  <a:lnTo>
                    <a:pt x="19645" y="403"/>
                  </a:lnTo>
                  <a:lnTo>
                    <a:pt x="20223" y="0"/>
                  </a:lnTo>
                  <a:lnTo>
                    <a:pt x="20703" y="342"/>
                  </a:lnTo>
                  <a:lnTo>
                    <a:pt x="20992" y="791"/>
                  </a:lnTo>
                  <a:lnTo>
                    <a:pt x="21030" y="1446"/>
                  </a:lnTo>
                  <a:lnTo>
                    <a:pt x="20414" y="2792"/>
                  </a:lnTo>
                  <a:close/>
                  <a:moveTo>
                    <a:pt x="4101" y="33485"/>
                  </a:moveTo>
                  <a:lnTo>
                    <a:pt x="1894" y="35037"/>
                  </a:lnTo>
                  <a:lnTo>
                    <a:pt x="1103" y="34634"/>
                  </a:lnTo>
                  <a:lnTo>
                    <a:pt x="616" y="33554"/>
                  </a:lnTo>
                  <a:lnTo>
                    <a:pt x="0" y="31218"/>
                  </a:lnTo>
                  <a:lnTo>
                    <a:pt x="198" y="30100"/>
                  </a:lnTo>
                  <a:lnTo>
                    <a:pt x="1194" y="28821"/>
                  </a:lnTo>
                  <a:lnTo>
                    <a:pt x="3363" y="27551"/>
                  </a:lnTo>
                  <a:lnTo>
                    <a:pt x="4664" y="27459"/>
                  </a:lnTo>
                  <a:lnTo>
                    <a:pt x="6003" y="29133"/>
                  </a:lnTo>
                  <a:lnTo>
                    <a:pt x="6011" y="30876"/>
                  </a:lnTo>
                  <a:lnTo>
                    <a:pt x="4101" y="3348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3" name="Freeform: Shape 2322">
              <a:extLst>
                <a:ext uri="{FF2B5EF4-FFF2-40B4-BE49-F238E27FC236}">
                  <a16:creationId xmlns:a16="http://schemas.microsoft.com/office/drawing/2014/main" id="{B05349F9-F2CE-9214-4307-CE894D5EE7FE}"/>
                </a:ext>
              </a:extLst>
            </p:cNvPr>
            <p:cNvSpPr/>
            <p:nvPr/>
          </p:nvSpPr>
          <p:spPr>
            <a:xfrm>
              <a:off x="7649799" y="4694828"/>
              <a:ext cx="51053" cy="27687"/>
            </a:xfrm>
            <a:custGeom>
              <a:avLst/>
              <a:gdLst>
                <a:gd name="csX0" fmla="*/ 15879 w 51053"/>
                <a:gd name="csY0" fmla="*/ 327 h 27687"/>
                <a:gd name="csX1" fmla="*/ 16419 w 51053"/>
                <a:gd name="csY1" fmla="*/ 434 h 27687"/>
                <a:gd name="csX2" fmla="*/ 19988 w 51053"/>
                <a:gd name="csY2" fmla="*/ 1552 h 27687"/>
                <a:gd name="csX3" fmla="*/ 21045 w 51053"/>
                <a:gd name="csY3" fmla="*/ 1331 h 27687"/>
                <a:gd name="csX4" fmla="*/ 22400 w 51053"/>
                <a:gd name="csY4" fmla="*/ 2229 h 27687"/>
                <a:gd name="csX5" fmla="*/ 23046 w 51053"/>
                <a:gd name="csY5" fmla="*/ 2937 h 27687"/>
                <a:gd name="csX6" fmla="*/ 23617 w 51053"/>
                <a:gd name="csY6" fmla="*/ 3911 h 27687"/>
                <a:gd name="csX7" fmla="*/ 26432 w 51053"/>
                <a:gd name="csY7" fmla="*/ 5851 h 27687"/>
                <a:gd name="csX8" fmla="*/ 26904 w 51053"/>
                <a:gd name="csY8" fmla="*/ 6703 h 27687"/>
                <a:gd name="csX9" fmla="*/ 29011 w 51053"/>
                <a:gd name="csY9" fmla="*/ 7852 h 27687"/>
                <a:gd name="csX10" fmla="*/ 29864 w 51053"/>
                <a:gd name="csY10" fmla="*/ 8735 h 27687"/>
                <a:gd name="csX11" fmla="*/ 30761 w 51053"/>
                <a:gd name="csY11" fmla="*/ 9092 h 27687"/>
                <a:gd name="csX12" fmla="*/ 32519 w 51053"/>
                <a:gd name="csY12" fmla="*/ 9435 h 27687"/>
                <a:gd name="csX13" fmla="*/ 34025 w 51053"/>
                <a:gd name="csY13" fmla="*/ 9899 h 27687"/>
                <a:gd name="csX14" fmla="*/ 34200 w 51053"/>
                <a:gd name="csY14" fmla="*/ 10218 h 27687"/>
                <a:gd name="csX15" fmla="*/ 34345 w 51053"/>
                <a:gd name="csY15" fmla="*/ 11527 h 27687"/>
                <a:gd name="csX16" fmla="*/ 34665 w 51053"/>
                <a:gd name="csY16" fmla="*/ 12623 h 27687"/>
                <a:gd name="csX17" fmla="*/ 35380 w 51053"/>
                <a:gd name="csY17" fmla="*/ 12691 h 27687"/>
                <a:gd name="csX18" fmla="*/ 36247 w 51053"/>
                <a:gd name="csY18" fmla="*/ 12158 h 27687"/>
                <a:gd name="csX19" fmla="*/ 39078 w 51053"/>
                <a:gd name="csY19" fmla="*/ 10690 h 27687"/>
                <a:gd name="csX20" fmla="*/ 41748 w 51053"/>
                <a:gd name="csY20" fmla="*/ 9709 h 27687"/>
                <a:gd name="csX21" fmla="*/ 43255 w 51053"/>
                <a:gd name="csY21" fmla="*/ 10294 h 27687"/>
                <a:gd name="csX22" fmla="*/ 44145 w 51053"/>
                <a:gd name="csY22" fmla="*/ 11519 h 27687"/>
                <a:gd name="csX23" fmla="*/ 45164 w 51053"/>
                <a:gd name="csY23" fmla="*/ 12067 h 27687"/>
                <a:gd name="csX24" fmla="*/ 47280 w 51053"/>
                <a:gd name="csY24" fmla="*/ 11732 h 27687"/>
                <a:gd name="csX25" fmla="*/ 49197 w 51053"/>
                <a:gd name="csY25" fmla="*/ 11839 h 27687"/>
                <a:gd name="csX26" fmla="*/ 50703 w 51053"/>
                <a:gd name="csY26" fmla="*/ 12912 h 27687"/>
                <a:gd name="csX27" fmla="*/ 51053 w 51053"/>
                <a:gd name="csY27" fmla="*/ 13528 h 27687"/>
                <a:gd name="csX28" fmla="*/ 50125 w 51053"/>
                <a:gd name="csY28" fmla="*/ 17089 h 27687"/>
                <a:gd name="csX29" fmla="*/ 49790 w 51053"/>
                <a:gd name="csY29" fmla="*/ 18603 h 27687"/>
                <a:gd name="csX30" fmla="*/ 49631 w 51053"/>
                <a:gd name="csY30" fmla="*/ 19889 h 27687"/>
                <a:gd name="csX31" fmla="*/ 50171 w 51053"/>
                <a:gd name="csY31" fmla="*/ 20231 h 27687"/>
                <a:gd name="csX32" fmla="*/ 50703 w 51053"/>
                <a:gd name="csY32" fmla="*/ 20726 h 27687"/>
                <a:gd name="csX33" fmla="*/ 50589 w 51053"/>
                <a:gd name="csY33" fmla="*/ 21418 h 27687"/>
                <a:gd name="csX34" fmla="*/ 48938 w 51053"/>
                <a:gd name="csY34" fmla="*/ 22559 h 27687"/>
                <a:gd name="csX35" fmla="*/ 48421 w 51053"/>
                <a:gd name="csY35" fmla="*/ 22848 h 27687"/>
                <a:gd name="csX36" fmla="*/ 48801 w 51053"/>
                <a:gd name="csY36" fmla="*/ 25040 h 27687"/>
                <a:gd name="csX37" fmla="*/ 47576 w 51053"/>
                <a:gd name="csY37" fmla="*/ 26371 h 27687"/>
                <a:gd name="csX38" fmla="*/ 46450 w 51053"/>
                <a:gd name="csY38" fmla="*/ 27322 h 27687"/>
                <a:gd name="csX39" fmla="*/ 44472 w 51053"/>
                <a:gd name="csY39" fmla="*/ 27581 h 27687"/>
                <a:gd name="csX40" fmla="*/ 41117 w 51053"/>
                <a:gd name="csY40" fmla="*/ 27688 h 27687"/>
                <a:gd name="csX41" fmla="*/ 36065 w 51053"/>
                <a:gd name="csY41" fmla="*/ 26607 h 27687"/>
                <a:gd name="csX42" fmla="*/ 32336 w 51053"/>
                <a:gd name="csY42" fmla="*/ 25131 h 27687"/>
                <a:gd name="csX43" fmla="*/ 30335 w 51053"/>
                <a:gd name="csY43" fmla="*/ 25123 h 27687"/>
                <a:gd name="csX44" fmla="*/ 30967 w 51053"/>
                <a:gd name="csY44" fmla="*/ 25610 h 27687"/>
                <a:gd name="csX45" fmla="*/ 32557 w 51053"/>
                <a:gd name="csY45" fmla="*/ 25922 h 27687"/>
                <a:gd name="csX46" fmla="*/ 34642 w 51053"/>
                <a:gd name="csY46" fmla="*/ 26957 h 27687"/>
                <a:gd name="csX47" fmla="*/ 34041 w 51053"/>
                <a:gd name="csY47" fmla="*/ 27246 h 27687"/>
                <a:gd name="csX48" fmla="*/ 26455 w 51053"/>
                <a:gd name="csY48" fmla="*/ 25085 h 27687"/>
                <a:gd name="csX49" fmla="*/ 17690 w 51053"/>
                <a:gd name="csY49" fmla="*/ 20832 h 27687"/>
                <a:gd name="csX50" fmla="*/ 12448 w 51053"/>
                <a:gd name="csY50" fmla="*/ 20155 h 27687"/>
                <a:gd name="csX51" fmla="*/ 6444 w 51053"/>
                <a:gd name="csY51" fmla="*/ 19044 h 27687"/>
                <a:gd name="csX52" fmla="*/ 2899 w 51053"/>
                <a:gd name="csY52" fmla="*/ 16358 h 27687"/>
                <a:gd name="csX53" fmla="*/ 236 w 51053"/>
                <a:gd name="csY53" fmla="*/ 15194 h 27687"/>
                <a:gd name="csX54" fmla="*/ 0 w 51053"/>
                <a:gd name="csY54" fmla="*/ 14175 h 27687"/>
                <a:gd name="csX55" fmla="*/ 30 w 51053"/>
                <a:gd name="csY55" fmla="*/ 13049 h 27687"/>
                <a:gd name="csX56" fmla="*/ 1232 w 51053"/>
                <a:gd name="csY56" fmla="*/ 11535 h 27687"/>
                <a:gd name="csX57" fmla="*/ 3485 w 51053"/>
                <a:gd name="csY57" fmla="*/ 9496 h 27687"/>
                <a:gd name="csX58" fmla="*/ 4984 w 51053"/>
                <a:gd name="csY58" fmla="*/ 8438 h 27687"/>
                <a:gd name="csX59" fmla="*/ 5684 w 51053"/>
                <a:gd name="csY59" fmla="*/ 8232 h 27687"/>
                <a:gd name="csX60" fmla="*/ 6673 w 51053"/>
                <a:gd name="csY60" fmla="*/ 8339 h 27687"/>
                <a:gd name="csX61" fmla="*/ 7616 w 51053"/>
                <a:gd name="csY61" fmla="*/ 7746 h 27687"/>
                <a:gd name="csX62" fmla="*/ 8430 w 51053"/>
                <a:gd name="csY62" fmla="*/ 6346 h 27687"/>
                <a:gd name="csX63" fmla="*/ 9282 w 51053"/>
                <a:gd name="csY63" fmla="*/ 5440 h 27687"/>
                <a:gd name="csX64" fmla="*/ 11443 w 51053"/>
                <a:gd name="csY64" fmla="*/ 4519 h 27687"/>
                <a:gd name="csX65" fmla="*/ 11938 w 51053"/>
                <a:gd name="csY65" fmla="*/ 4154 h 27687"/>
                <a:gd name="csX66" fmla="*/ 11770 w 51053"/>
                <a:gd name="csY66" fmla="*/ 3371 h 27687"/>
                <a:gd name="csX67" fmla="*/ 11299 w 51053"/>
                <a:gd name="csY67" fmla="*/ 1841 h 27687"/>
                <a:gd name="csX68" fmla="*/ 11375 w 51053"/>
                <a:gd name="csY68" fmla="*/ 898 h 27687"/>
                <a:gd name="csX69" fmla="*/ 12075 w 51053"/>
                <a:gd name="csY69" fmla="*/ 464 h 27687"/>
                <a:gd name="csX70" fmla="*/ 12927 w 51053"/>
                <a:gd name="csY70" fmla="*/ 380 h 27687"/>
                <a:gd name="csX71" fmla="*/ 14677 w 51053"/>
                <a:gd name="csY71" fmla="*/ 0 h 27687"/>
                <a:gd name="csX72" fmla="*/ 15438 w 51053"/>
                <a:gd name="csY72" fmla="*/ 76 h 27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51053" h="27687">
                  <a:moveTo>
                    <a:pt x="15879" y="327"/>
                  </a:moveTo>
                  <a:lnTo>
                    <a:pt x="16419" y="434"/>
                  </a:lnTo>
                  <a:lnTo>
                    <a:pt x="19988" y="1552"/>
                  </a:lnTo>
                  <a:lnTo>
                    <a:pt x="21045" y="1331"/>
                  </a:lnTo>
                  <a:lnTo>
                    <a:pt x="22400" y="2229"/>
                  </a:lnTo>
                  <a:lnTo>
                    <a:pt x="23046" y="2937"/>
                  </a:lnTo>
                  <a:lnTo>
                    <a:pt x="23617" y="3911"/>
                  </a:lnTo>
                  <a:lnTo>
                    <a:pt x="26432" y="5851"/>
                  </a:lnTo>
                  <a:lnTo>
                    <a:pt x="26904" y="6703"/>
                  </a:lnTo>
                  <a:lnTo>
                    <a:pt x="29011" y="7852"/>
                  </a:lnTo>
                  <a:lnTo>
                    <a:pt x="29864" y="8735"/>
                  </a:lnTo>
                  <a:lnTo>
                    <a:pt x="30761" y="9092"/>
                  </a:lnTo>
                  <a:lnTo>
                    <a:pt x="32519" y="9435"/>
                  </a:lnTo>
                  <a:lnTo>
                    <a:pt x="34025" y="9899"/>
                  </a:lnTo>
                  <a:lnTo>
                    <a:pt x="34200" y="10218"/>
                  </a:lnTo>
                  <a:lnTo>
                    <a:pt x="34345" y="11527"/>
                  </a:lnTo>
                  <a:lnTo>
                    <a:pt x="34665" y="12623"/>
                  </a:lnTo>
                  <a:lnTo>
                    <a:pt x="35380" y="12691"/>
                  </a:lnTo>
                  <a:lnTo>
                    <a:pt x="36247" y="12158"/>
                  </a:lnTo>
                  <a:lnTo>
                    <a:pt x="39078" y="10690"/>
                  </a:lnTo>
                  <a:lnTo>
                    <a:pt x="41748" y="9709"/>
                  </a:lnTo>
                  <a:lnTo>
                    <a:pt x="43255" y="10294"/>
                  </a:lnTo>
                  <a:lnTo>
                    <a:pt x="44145" y="11519"/>
                  </a:lnTo>
                  <a:lnTo>
                    <a:pt x="45164" y="12067"/>
                  </a:lnTo>
                  <a:lnTo>
                    <a:pt x="47280" y="11732"/>
                  </a:lnTo>
                  <a:lnTo>
                    <a:pt x="49197" y="11839"/>
                  </a:lnTo>
                  <a:lnTo>
                    <a:pt x="50703" y="12912"/>
                  </a:lnTo>
                  <a:lnTo>
                    <a:pt x="51053" y="13528"/>
                  </a:lnTo>
                  <a:lnTo>
                    <a:pt x="50125" y="17089"/>
                  </a:lnTo>
                  <a:lnTo>
                    <a:pt x="49790" y="18603"/>
                  </a:lnTo>
                  <a:lnTo>
                    <a:pt x="49631" y="19889"/>
                  </a:lnTo>
                  <a:lnTo>
                    <a:pt x="50171" y="20231"/>
                  </a:lnTo>
                  <a:lnTo>
                    <a:pt x="50703" y="20726"/>
                  </a:lnTo>
                  <a:lnTo>
                    <a:pt x="50589" y="21418"/>
                  </a:lnTo>
                  <a:lnTo>
                    <a:pt x="48938" y="22559"/>
                  </a:lnTo>
                  <a:lnTo>
                    <a:pt x="48421" y="22848"/>
                  </a:lnTo>
                  <a:lnTo>
                    <a:pt x="48801" y="25040"/>
                  </a:lnTo>
                  <a:lnTo>
                    <a:pt x="47576" y="26371"/>
                  </a:lnTo>
                  <a:lnTo>
                    <a:pt x="46450" y="27322"/>
                  </a:lnTo>
                  <a:lnTo>
                    <a:pt x="44472" y="27581"/>
                  </a:lnTo>
                  <a:lnTo>
                    <a:pt x="41117" y="27688"/>
                  </a:lnTo>
                  <a:lnTo>
                    <a:pt x="36065" y="26607"/>
                  </a:lnTo>
                  <a:lnTo>
                    <a:pt x="32336" y="25131"/>
                  </a:lnTo>
                  <a:lnTo>
                    <a:pt x="30335" y="25123"/>
                  </a:lnTo>
                  <a:lnTo>
                    <a:pt x="30967" y="25610"/>
                  </a:lnTo>
                  <a:lnTo>
                    <a:pt x="32557" y="25922"/>
                  </a:lnTo>
                  <a:lnTo>
                    <a:pt x="34642" y="26957"/>
                  </a:lnTo>
                  <a:lnTo>
                    <a:pt x="34041" y="27246"/>
                  </a:lnTo>
                  <a:lnTo>
                    <a:pt x="26455" y="25085"/>
                  </a:lnTo>
                  <a:lnTo>
                    <a:pt x="17690" y="20832"/>
                  </a:lnTo>
                  <a:lnTo>
                    <a:pt x="12448" y="20155"/>
                  </a:lnTo>
                  <a:lnTo>
                    <a:pt x="6444" y="19044"/>
                  </a:lnTo>
                  <a:lnTo>
                    <a:pt x="2899" y="16358"/>
                  </a:lnTo>
                  <a:lnTo>
                    <a:pt x="236" y="15194"/>
                  </a:lnTo>
                  <a:lnTo>
                    <a:pt x="0" y="14175"/>
                  </a:lnTo>
                  <a:lnTo>
                    <a:pt x="30" y="13049"/>
                  </a:lnTo>
                  <a:lnTo>
                    <a:pt x="1232" y="11535"/>
                  </a:lnTo>
                  <a:lnTo>
                    <a:pt x="3485" y="9496"/>
                  </a:lnTo>
                  <a:lnTo>
                    <a:pt x="4984" y="8438"/>
                  </a:lnTo>
                  <a:lnTo>
                    <a:pt x="5684" y="8232"/>
                  </a:lnTo>
                  <a:lnTo>
                    <a:pt x="6673" y="8339"/>
                  </a:lnTo>
                  <a:lnTo>
                    <a:pt x="7616" y="7746"/>
                  </a:lnTo>
                  <a:lnTo>
                    <a:pt x="8430" y="6346"/>
                  </a:lnTo>
                  <a:lnTo>
                    <a:pt x="9282" y="5440"/>
                  </a:lnTo>
                  <a:lnTo>
                    <a:pt x="11443" y="4519"/>
                  </a:lnTo>
                  <a:lnTo>
                    <a:pt x="11938" y="4154"/>
                  </a:lnTo>
                  <a:lnTo>
                    <a:pt x="11770" y="3371"/>
                  </a:lnTo>
                  <a:lnTo>
                    <a:pt x="11299" y="1841"/>
                  </a:lnTo>
                  <a:lnTo>
                    <a:pt x="11375" y="898"/>
                  </a:lnTo>
                  <a:lnTo>
                    <a:pt x="12075" y="464"/>
                  </a:lnTo>
                  <a:lnTo>
                    <a:pt x="12927" y="380"/>
                  </a:lnTo>
                  <a:lnTo>
                    <a:pt x="14677" y="0"/>
                  </a:lnTo>
                  <a:lnTo>
                    <a:pt x="15438" y="7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4" name="Freeform: Shape 2323">
              <a:extLst>
                <a:ext uri="{FF2B5EF4-FFF2-40B4-BE49-F238E27FC236}">
                  <a16:creationId xmlns:a16="http://schemas.microsoft.com/office/drawing/2014/main" id="{C76D1944-52C9-7A47-5007-39D9AB7D6E8F}"/>
                </a:ext>
              </a:extLst>
            </p:cNvPr>
            <p:cNvSpPr/>
            <p:nvPr/>
          </p:nvSpPr>
          <p:spPr>
            <a:xfrm>
              <a:off x="8225943" y="4614398"/>
              <a:ext cx="2419" cy="1110"/>
            </a:xfrm>
            <a:custGeom>
              <a:avLst/>
              <a:gdLst>
                <a:gd name="csX0" fmla="*/ 30 w 2419"/>
                <a:gd name="csY0" fmla="*/ 0 h 1110"/>
                <a:gd name="csX1" fmla="*/ 2419 w 2419"/>
                <a:gd name="csY1" fmla="*/ 0 h 1110"/>
                <a:gd name="csX2" fmla="*/ 2397 w 2419"/>
                <a:gd name="csY2" fmla="*/ 525 h 1110"/>
                <a:gd name="csX3" fmla="*/ 2168 w 2419"/>
                <a:gd name="csY3" fmla="*/ 1111 h 1110"/>
                <a:gd name="csX4" fmla="*/ 730 w 2419"/>
                <a:gd name="csY4" fmla="*/ 616 h 1110"/>
                <a:gd name="csX5" fmla="*/ 0 w 2419"/>
                <a:gd name="csY5" fmla="*/ 99 h 1110"/>
              </a:gdLst>
              <a:ahLst/>
              <a:cxnLst>
                <a:cxn ang="0">
                  <a:pos x="csX0" y="csY0"/>
                </a:cxn>
                <a:cxn ang="0">
                  <a:pos x="csX1" y="csY1"/>
                </a:cxn>
                <a:cxn ang="0">
                  <a:pos x="csX2" y="csY2"/>
                </a:cxn>
                <a:cxn ang="0">
                  <a:pos x="csX3" y="csY3"/>
                </a:cxn>
                <a:cxn ang="0">
                  <a:pos x="csX4" y="csY4"/>
                </a:cxn>
                <a:cxn ang="0">
                  <a:pos x="csX5" y="csY5"/>
                </a:cxn>
              </a:cxnLst>
              <a:rect l="l" t="t" r="r" b="b"/>
              <a:pathLst>
                <a:path w="2419" h="1110">
                  <a:moveTo>
                    <a:pt x="30" y="0"/>
                  </a:moveTo>
                  <a:lnTo>
                    <a:pt x="2419" y="0"/>
                  </a:lnTo>
                  <a:lnTo>
                    <a:pt x="2397" y="525"/>
                  </a:lnTo>
                  <a:lnTo>
                    <a:pt x="2168" y="1111"/>
                  </a:lnTo>
                  <a:lnTo>
                    <a:pt x="730" y="616"/>
                  </a:lnTo>
                  <a:lnTo>
                    <a:pt x="0" y="9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5" name="Freeform: Shape 2324">
              <a:extLst>
                <a:ext uri="{FF2B5EF4-FFF2-40B4-BE49-F238E27FC236}">
                  <a16:creationId xmlns:a16="http://schemas.microsoft.com/office/drawing/2014/main" id="{9721CAC8-29D5-5530-A673-CBA990FF8518}"/>
                </a:ext>
              </a:extLst>
            </p:cNvPr>
            <p:cNvSpPr/>
            <p:nvPr/>
          </p:nvSpPr>
          <p:spPr>
            <a:xfrm>
              <a:off x="10337556" y="4149743"/>
              <a:ext cx="140819" cy="129003"/>
            </a:xfrm>
            <a:custGeom>
              <a:avLst/>
              <a:gdLst>
                <a:gd name="csX0" fmla="*/ 140819 w 140819"/>
                <a:gd name="csY0" fmla="*/ 5037 h 129003"/>
                <a:gd name="csX1" fmla="*/ 140819 w 140819"/>
                <a:gd name="csY1" fmla="*/ 5394 h 129003"/>
                <a:gd name="csX2" fmla="*/ 140629 w 140819"/>
                <a:gd name="csY2" fmla="*/ 6315 h 129003"/>
                <a:gd name="csX3" fmla="*/ 138217 w 140819"/>
                <a:gd name="csY3" fmla="*/ 8963 h 129003"/>
                <a:gd name="csX4" fmla="*/ 134946 w 140819"/>
                <a:gd name="csY4" fmla="*/ 12554 h 129003"/>
                <a:gd name="csX5" fmla="*/ 132595 w 140819"/>
                <a:gd name="csY5" fmla="*/ 14821 h 129003"/>
                <a:gd name="csX6" fmla="*/ 128638 w 140819"/>
                <a:gd name="csY6" fmla="*/ 18626 h 129003"/>
                <a:gd name="csX7" fmla="*/ 125678 w 140819"/>
                <a:gd name="csY7" fmla="*/ 19440 h 129003"/>
                <a:gd name="csX8" fmla="*/ 120702 w 140819"/>
                <a:gd name="csY8" fmla="*/ 20809 h 129003"/>
                <a:gd name="csX9" fmla="*/ 119363 w 140819"/>
                <a:gd name="csY9" fmla="*/ 22133 h 129003"/>
                <a:gd name="csX10" fmla="*/ 118115 w 140819"/>
                <a:gd name="csY10" fmla="*/ 24279 h 129003"/>
                <a:gd name="csX11" fmla="*/ 117385 w 140819"/>
                <a:gd name="csY11" fmla="*/ 27208 h 129003"/>
                <a:gd name="csX12" fmla="*/ 117172 w 140819"/>
                <a:gd name="csY12" fmla="*/ 29034 h 129003"/>
                <a:gd name="csX13" fmla="*/ 117043 w 140819"/>
                <a:gd name="csY13" fmla="*/ 32443 h 129003"/>
                <a:gd name="csX14" fmla="*/ 118207 w 140819"/>
                <a:gd name="csY14" fmla="*/ 35981 h 129003"/>
                <a:gd name="csX15" fmla="*/ 119325 w 140819"/>
                <a:gd name="csY15" fmla="*/ 39367 h 129003"/>
                <a:gd name="csX16" fmla="*/ 119469 w 140819"/>
                <a:gd name="csY16" fmla="*/ 41604 h 129003"/>
                <a:gd name="csX17" fmla="*/ 119356 w 140819"/>
                <a:gd name="csY17" fmla="*/ 43802 h 129003"/>
                <a:gd name="csX18" fmla="*/ 118275 w 140819"/>
                <a:gd name="csY18" fmla="*/ 46153 h 129003"/>
                <a:gd name="csX19" fmla="*/ 117096 w 140819"/>
                <a:gd name="csY19" fmla="*/ 49372 h 129003"/>
                <a:gd name="csX20" fmla="*/ 116418 w 140819"/>
                <a:gd name="csY20" fmla="*/ 53001 h 129003"/>
                <a:gd name="csX21" fmla="*/ 116061 w 140819"/>
                <a:gd name="csY21" fmla="*/ 59780 h 129003"/>
                <a:gd name="csX22" fmla="*/ 116053 w 140819"/>
                <a:gd name="csY22" fmla="*/ 65540 h 129003"/>
                <a:gd name="csX23" fmla="*/ 115955 w 140819"/>
                <a:gd name="csY23" fmla="*/ 66476 h 129003"/>
                <a:gd name="csX24" fmla="*/ 113908 w 140819"/>
                <a:gd name="csY24" fmla="*/ 70524 h 129003"/>
                <a:gd name="csX25" fmla="*/ 111519 w 140819"/>
                <a:gd name="csY25" fmla="*/ 75256 h 129003"/>
                <a:gd name="csX26" fmla="*/ 110408 w 140819"/>
                <a:gd name="csY26" fmla="*/ 76344 h 129003"/>
                <a:gd name="csX27" fmla="*/ 105166 w 140819"/>
                <a:gd name="csY27" fmla="*/ 77752 h 129003"/>
                <a:gd name="csX28" fmla="*/ 99444 w 140819"/>
                <a:gd name="csY28" fmla="*/ 81206 h 129003"/>
                <a:gd name="csX29" fmla="*/ 93045 w 140819"/>
                <a:gd name="csY29" fmla="*/ 85064 h 129003"/>
                <a:gd name="csX30" fmla="*/ 87240 w 140819"/>
                <a:gd name="csY30" fmla="*/ 88556 h 129003"/>
                <a:gd name="csX31" fmla="*/ 81145 w 140819"/>
                <a:gd name="csY31" fmla="*/ 92216 h 129003"/>
                <a:gd name="csX32" fmla="*/ 74823 w 140819"/>
                <a:gd name="csY32" fmla="*/ 96005 h 129003"/>
                <a:gd name="csX33" fmla="*/ 70303 w 140819"/>
                <a:gd name="csY33" fmla="*/ 98706 h 129003"/>
                <a:gd name="csX34" fmla="*/ 64254 w 140819"/>
                <a:gd name="csY34" fmla="*/ 102320 h 129003"/>
                <a:gd name="csX35" fmla="*/ 58746 w 140819"/>
                <a:gd name="csY35" fmla="*/ 105767 h 129003"/>
                <a:gd name="csX36" fmla="*/ 53168 w 140819"/>
                <a:gd name="csY36" fmla="*/ 109259 h 129003"/>
                <a:gd name="csX37" fmla="*/ 48923 w 140819"/>
                <a:gd name="csY37" fmla="*/ 111899 h 129003"/>
                <a:gd name="csX38" fmla="*/ 42486 w 140819"/>
                <a:gd name="csY38" fmla="*/ 116076 h 129003"/>
                <a:gd name="csX39" fmla="*/ 38712 w 140819"/>
                <a:gd name="csY39" fmla="*/ 118526 h 129003"/>
                <a:gd name="csX40" fmla="*/ 33166 w 140819"/>
                <a:gd name="csY40" fmla="*/ 122117 h 129003"/>
                <a:gd name="csX41" fmla="*/ 28281 w 140819"/>
                <a:gd name="csY41" fmla="*/ 125275 h 129003"/>
                <a:gd name="csX42" fmla="*/ 22506 w 140819"/>
                <a:gd name="csY42" fmla="*/ 129003 h 129003"/>
                <a:gd name="csX43" fmla="*/ 15263 w 140819"/>
                <a:gd name="csY43" fmla="*/ 127900 h 129003"/>
                <a:gd name="csX44" fmla="*/ 12973 w 140819"/>
                <a:gd name="csY44" fmla="*/ 127253 h 129003"/>
                <a:gd name="csX45" fmla="*/ 11101 w 140819"/>
                <a:gd name="csY45" fmla="*/ 125480 h 129003"/>
                <a:gd name="csX46" fmla="*/ 9724 w 140819"/>
                <a:gd name="csY46" fmla="*/ 124529 h 129003"/>
                <a:gd name="csX47" fmla="*/ 6300 w 140819"/>
                <a:gd name="csY47" fmla="*/ 123555 h 129003"/>
                <a:gd name="csX48" fmla="*/ 4101 w 140819"/>
                <a:gd name="csY48" fmla="*/ 120200 h 129003"/>
                <a:gd name="csX49" fmla="*/ 2784 w 140819"/>
                <a:gd name="csY49" fmla="*/ 119013 h 129003"/>
                <a:gd name="csX50" fmla="*/ 487 w 140819"/>
                <a:gd name="csY50" fmla="*/ 118480 h 129003"/>
                <a:gd name="csX51" fmla="*/ 791 w 140819"/>
                <a:gd name="csY51" fmla="*/ 117278 h 129003"/>
                <a:gd name="csX52" fmla="*/ 1978 w 140819"/>
                <a:gd name="csY52" fmla="*/ 115254 h 129003"/>
                <a:gd name="csX53" fmla="*/ 3180 w 140819"/>
                <a:gd name="csY53" fmla="*/ 113048 h 129003"/>
                <a:gd name="csX54" fmla="*/ 2511 w 140819"/>
                <a:gd name="csY54" fmla="*/ 111823 h 129003"/>
                <a:gd name="csX55" fmla="*/ 2290 w 140819"/>
                <a:gd name="csY55" fmla="*/ 110773 h 129003"/>
                <a:gd name="csX56" fmla="*/ 2214 w 140819"/>
                <a:gd name="csY56" fmla="*/ 109525 h 129003"/>
                <a:gd name="csX57" fmla="*/ 3036 w 140819"/>
                <a:gd name="csY57" fmla="*/ 108331 h 129003"/>
                <a:gd name="csX58" fmla="*/ 2648 w 140819"/>
                <a:gd name="csY58" fmla="*/ 106885 h 129003"/>
                <a:gd name="csX59" fmla="*/ 2016 w 140819"/>
                <a:gd name="csY59" fmla="*/ 105439 h 129003"/>
                <a:gd name="csX60" fmla="*/ 1552 w 140819"/>
                <a:gd name="csY60" fmla="*/ 104709 h 129003"/>
                <a:gd name="csX61" fmla="*/ 1552 w 140819"/>
                <a:gd name="csY61" fmla="*/ 103378 h 129003"/>
                <a:gd name="csX62" fmla="*/ 1857 w 140819"/>
                <a:gd name="csY62" fmla="*/ 102358 h 129003"/>
                <a:gd name="csX63" fmla="*/ 2237 w 140819"/>
                <a:gd name="csY63" fmla="*/ 100798 h 129003"/>
                <a:gd name="csX64" fmla="*/ 3211 w 140819"/>
                <a:gd name="csY64" fmla="*/ 99946 h 129003"/>
                <a:gd name="csX65" fmla="*/ 3462 w 140819"/>
                <a:gd name="csY65" fmla="*/ 99056 h 129003"/>
                <a:gd name="csX66" fmla="*/ 4337 w 140819"/>
                <a:gd name="csY66" fmla="*/ 98181 h 129003"/>
                <a:gd name="csX67" fmla="*/ 5501 w 140819"/>
                <a:gd name="csY67" fmla="*/ 97466 h 129003"/>
                <a:gd name="csX68" fmla="*/ 5767 w 140819"/>
                <a:gd name="csY68" fmla="*/ 96895 h 129003"/>
                <a:gd name="csX69" fmla="*/ 5600 w 140819"/>
                <a:gd name="csY69" fmla="*/ 96568 h 129003"/>
                <a:gd name="csX70" fmla="*/ 4428 w 140819"/>
                <a:gd name="csY70" fmla="*/ 95921 h 129003"/>
                <a:gd name="csX71" fmla="*/ 3797 w 140819"/>
                <a:gd name="csY71" fmla="*/ 94787 h 129003"/>
                <a:gd name="csX72" fmla="*/ 4360 w 140819"/>
                <a:gd name="csY72" fmla="*/ 93136 h 129003"/>
                <a:gd name="csX73" fmla="*/ 4733 w 140819"/>
                <a:gd name="csY73" fmla="*/ 92619 h 129003"/>
                <a:gd name="csX74" fmla="*/ 5432 w 140819"/>
                <a:gd name="csY74" fmla="*/ 91812 h 129003"/>
                <a:gd name="csX75" fmla="*/ 7000 w 140819"/>
                <a:gd name="csY75" fmla="*/ 90595 h 129003"/>
                <a:gd name="csX76" fmla="*/ 8225 w 140819"/>
                <a:gd name="csY76" fmla="*/ 90397 h 129003"/>
                <a:gd name="csX77" fmla="*/ 9282 w 140819"/>
                <a:gd name="csY77" fmla="*/ 90390 h 129003"/>
                <a:gd name="csX78" fmla="*/ 11078 w 140819"/>
                <a:gd name="csY78" fmla="*/ 90496 h 129003"/>
                <a:gd name="csX79" fmla="*/ 12470 w 140819"/>
                <a:gd name="csY79" fmla="*/ 90717 h 129003"/>
                <a:gd name="csX80" fmla="*/ 12828 w 140819"/>
                <a:gd name="csY80" fmla="*/ 90397 h 129003"/>
                <a:gd name="csX81" fmla="*/ 12775 w 140819"/>
                <a:gd name="csY81" fmla="*/ 89994 h 129003"/>
                <a:gd name="csX82" fmla="*/ 11055 w 140819"/>
                <a:gd name="csY82" fmla="*/ 88997 h 129003"/>
                <a:gd name="csX83" fmla="*/ 10964 w 140819"/>
                <a:gd name="csY83" fmla="*/ 88198 h 129003"/>
                <a:gd name="csX84" fmla="*/ 11390 w 140819"/>
                <a:gd name="csY84" fmla="*/ 87346 h 129003"/>
                <a:gd name="csX85" fmla="*/ 12607 w 140819"/>
                <a:gd name="csY85" fmla="*/ 85992 h 129003"/>
                <a:gd name="csX86" fmla="*/ 14061 w 140819"/>
                <a:gd name="csY86" fmla="*/ 85003 h 129003"/>
                <a:gd name="csX87" fmla="*/ 14799 w 140819"/>
                <a:gd name="csY87" fmla="*/ 84828 h 129003"/>
                <a:gd name="csX88" fmla="*/ 16458 w 140819"/>
                <a:gd name="csY88" fmla="*/ 82834 h 129003"/>
                <a:gd name="csX89" fmla="*/ 17522 w 140819"/>
                <a:gd name="csY89" fmla="*/ 80605 h 129003"/>
                <a:gd name="csX90" fmla="*/ 15795 w 140819"/>
                <a:gd name="csY90" fmla="*/ 75173 h 129003"/>
                <a:gd name="csX91" fmla="*/ 14761 w 140819"/>
                <a:gd name="csY91" fmla="*/ 74297 h 129003"/>
                <a:gd name="csX92" fmla="*/ 13072 w 140819"/>
                <a:gd name="csY92" fmla="*/ 73552 h 129003"/>
                <a:gd name="csX93" fmla="*/ 12075 w 140819"/>
                <a:gd name="csY93" fmla="*/ 73438 h 129003"/>
                <a:gd name="csX94" fmla="*/ 11998 w 140819"/>
                <a:gd name="csY94" fmla="*/ 73080 h 129003"/>
                <a:gd name="csX95" fmla="*/ 13330 w 140819"/>
                <a:gd name="csY95" fmla="*/ 71703 h 129003"/>
                <a:gd name="csX96" fmla="*/ 14273 w 140819"/>
                <a:gd name="csY96" fmla="*/ 70493 h 129003"/>
                <a:gd name="csX97" fmla="*/ 13231 w 140819"/>
                <a:gd name="csY97" fmla="*/ 69352 h 129003"/>
                <a:gd name="csX98" fmla="*/ 11352 w 140819"/>
                <a:gd name="csY98" fmla="*/ 68812 h 129003"/>
                <a:gd name="csX99" fmla="*/ 10660 w 140819"/>
                <a:gd name="csY99" fmla="*/ 69999 h 129003"/>
                <a:gd name="csX100" fmla="*/ 8255 w 140819"/>
                <a:gd name="csY100" fmla="*/ 70105 h 129003"/>
                <a:gd name="csX101" fmla="*/ 4527 w 140819"/>
                <a:gd name="csY101" fmla="*/ 70090 h 129003"/>
                <a:gd name="csX102" fmla="*/ 2883 w 140819"/>
                <a:gd name="csY102" fmla="*/ 64323 h 129003"/>
                <a:gd name="csX103" fmla="*/ 2633 w 140819"/>
                <a:gd name="csY103" fmla="*/ 61820 h 129003"/>
                <a:gd name="csX104" fmla="*/ 2678 w 140819"/>
                <a:gd name="csY104" fmla="*/ 58921 h 129003"/>
                <a:gd name="csX105" fmla="*/ 3812 w 140819"/>
                <a:gd name="csY105" fmla="*/ 54675 h 129003"/>
                <a:gd name="csX106" fmla="*/ 3279 w 140819"/>
                <a:gd name="csY106" fmla="*/ 52705 h 129003"/>
                <a:gd name="csX107" fmla="*/ 3234 w 140819"/>
                <a:gd name="csY107" fmla="*/ 51373 h 129003"/>
                <a:gd name="csX108" fmla="*/ 2945 w 140819"/>
                <a:gd name="csY108" fmla="*/ 49547 h 129003"/>
                <a:gd name="csX109" fmla="*/ 0 w 140819"/>
                <a:gd name="csY109" fmla="*/ 45606 h 129003"/>
                <a:gd name="csX110" fmla="*/ 1605 w 140819"/>
                <a:gd name="csY110" fmla="*/ 38332 h 129003"/>
                <a:gd name="csX111" fmla="*/ 2739 w 140819"/>
                <a:gd name="csY111" fmla="*/ 36567 h 129003"/>
                <a:gd name="csX112" fmla="*/ 4337 w 140819"/>
                <a:gd name="csY112" fmla="*/ 36734 h 129003"/>
                <a:gd name="csX113" fmla="*/ 7746 w 140819"/>
                <a:gd name="csY113" fmla="*/ 38804 h 129003"/>
                <a:gd name="csX114" fmla="*/ 8308 w 140819"/>
                <a:gd name="csY114" fmla="*/ 38743 h 129003"/>
                <a:gd name="csX115" fmla="*/ 9343 w 140819"/>
                <a:gd name="csY115" fmla="*/ 36019 h 129003"/>
                <a:gd name="csX116" fmla="*/ 10348 w 140819"/>
                <a:gd name="csY116" fmla="*/ 35098 h 129003"/>
                <a:gd name="csX117" fmla="*/ 12448 w 140819"/>
                <a:gd name="csY117" fmla="*/ 34284 h 129003"/>
                <a:gd name="csX118" fmla="*/ 13048 w 140819"/>
                <a:gd name="csY118" fmla="*/ 29871 h 129003"/>
                <a:gd name="csX119" fmla="*/ 14030 w 140819"/>
                <a:gd name="csY119" fmla="*/ 29027 h 129003"/>
                <a:gd name="csX120" fmla="*/ 15217 w 140819"/>
                <a:gd name="csY120" fmla="*/ 28570 h 129003"/>
                <a:gd name="csX121" fmla="*/ 17043 w 140819"/>
                <a:gd name="csY121" fmla="*/ 28479 h 129003"/>
                <a:gd name="csX122" fmla="*/ 18626 w 140819"/>
                <a:gd name="csY122" fmla="*/ 28220 h 129003"/>
                <a:gd name="csX123" fmla="*/ 18725 w 140819"/>
                <a:gd name="csY123" fmla="*/ 27444 h 129003"/>
                <a:gd name="csX124" fmla="*/ 16503 w 140819"/>
                <a:gd name="csY124" fmla="*/ 22323 h 129003"/>
                <a:gd name="csX125" fmla="*/ 16701 w 140819"/>
                <a:gd name="csY125" fmla="*/ 21022 h 129003"/>
                <a:gd name="csX126" fmla="*/ 17774 w 140819"/>
                <a:gd name="csY126" fmla="*/ 15864 h 129003"/>
                <a:gd name="csX127" fmla="*/ 18451 w 140819"/>
                <a:gd name="csY127" fmla="*/ 13840 h 129003"/>
                <a:gd name="csX128" fmla="*/ 19098 w 140819"/>
                <a:gd name="csY128" fmla="*/ 13178 h 129003"/>
                <a:gd name="csX129" fmla="*/ 21616 w 140819"/>
                <a:gd name="csY129" fmla="*/ 13437 h 129003"/>
                <a:gd name="csX130" fmla="*/ 25139 w 140819"/>
                <a:gd name="csY130" fmla="*/ 14350 h 129003"/>
                <a:gd name="csX131" fmla="*/ 26075 w 140819"/>
                <a:gd name="csY131" fmla="*/ 15833 h 129003"/>
                <a:gd name="csX132" fmla="*/ 27802 w 140819"/>
                <a:gd name="csY132" fmla="*/ 17157 h 129003"/>
                <a:gd name="csX133" fmla="*/ 30381 w 140819"/>
                <a:gd name="csY133" fmla="*/ 17066 h 129003"/>
                <a:gd name="csX134" fmla="*/ 33371 w 140819"/>
                <a:gd name="csY134" fmla="*/ 17317 h 129003"/>
                <a:gd name="csX135" fmla="*/ 35700 w 140819"/>
                <a:gd name="csY135" fmla="*/ 17401 h 129003"/>
                <a:gd name="csX136" fmla="*/ 37564 w 140819"/>
                <a:gd name="csY136" fmla="*/ 16473 h 129003"/>
                <a:gd name="csX137" fmla="*/ 41771 w 140819"/>
                <a:gd name="csY137" fmla="*/ 14738 h 129003"/>
                <a:gd name="csX138" fmla="*/ 43848 w 140819"/>
                <a:gd name="csY138" fmla="*/ 14159 h 129003"/>
                <a:gd name="csX139" fmla="*/ 45743 w 140819"/>
                <a:gd name="csY139" fmla="*/ 13391 h 129003"/>
                <a:gd name="csX140" fmla="*/ 51830 w 140819"/>
                <a:gd name="csY140" fmla="*/ 10545 h 129003"/>
                <a:gd name="csX141" fmla="*/ 54272 w 140819"/>
                <a:gd name="csY141" fmla="*/ 10766 h 129003"/>
                <a:gd name="csX142" fmla="*/ 55938 w 140819"/>
                <a:gd name="csY142" fmla="*/ 11139 h 129003"/>
                <a:gd name="csX143" fmla="*/ 57217 w 140819"/>
                <a:gd name="csY143" fmla="*/ 11595 h 129003"/>
                <a:gd name="csX144" fmla="*/ 60077 w 140819"/>
                <a:gd name="csY144" fmla="*/ 13536 h 129003"/>
                <a:gd name="csX145" fmla="*/ 62443 w 140819"/>
                <a:gd name="csY145" fmla="*/ 15499 h 129003"/>
                <a:gd name="csX146" fmla="*/ 64110 w 140819"/>
                <a:gd name="csY146" fmla="*/ 16084 h 129003"/>
                <a:gd name="csX147" fmla="*/ 67092 w 140819"/>
                <a:gd name="csY147" fmla="*/ 16039 h 129003"/>
                <a:gd name="csX148" fmla="*/ 71406 w 140819"/>
                <a:gd name="csY148" fmla="*/ 16419 h 129003"/>
                <a:gd name="csX149" fmla="*/ 76702 w 140819"/>
                <a:gd name="csY149" fmla="*/ 16389 h 129003"/>
                <a:gd name="csX150" fmla="*/ 79798 w 140819"/>
                <a:gd name="csY150" fmla="*/ 15841 h 129003"/>
                <a:gd name="csX151" fmla="*/ 83748 w 140819"/>
                <a:gd name="csY151" fmla="*/ 14875 h 129003"/>
                <a:gd name="csX152" fmla="*/ 90793 w 140819"/>
                <a:gd name="csY152" fmla="*/ 12554 h 129003"/>
                <a:gd name="csX153" fmla="*/ 100060 w 140819"/>
                <a:gd name="csY153" fmla="*/ 7692 h 129003"/>
                <a:gd name="csX154" fmla="*/ 105508 w 140819"/>
                <a:gd name="csY154" fmla="*/ 5326 h 129003"/>
                <a:gd name="csX155" fmla="*/ 107859 w 140819"/>
                <a:gd name="csY155" fmla="*/ 5044 h 129003"/>
                <a:gd name="csX156" fmla="*/ 110918 w 140819"/>
                <a:gd name="csY156" fmla="*/ 5022 h 129003"/>
                <a:gd name="csX157" fmla="*/ 113976 w 140819"/>
                <a:gd name="csY157" fmla="*/ 5638 h 129003"/>
                <a:gd name="csX158" fmla="*/ 117446 w 140819"/>
                <a:gd name="csY158" fmla="*/ 6079 h 129003"/>
                <a:gd name="csX159" fmla="*/ 119051 w 140819"/>
                <a:gd name="csY159" fmla="*/ 6041 h 129003"/>
                <a:gd name="csX160" fmla="*/ 122802 w 140819"/>
                <a:gd name="csY160" fmla="*/ 5554 h 129003"/>
                <a:gd name="csX161" fmla="*/ 127672 w 140819"/>
                <a:gd name="csY161" fmla="*/ 4565 h 129003"/>
                <a:gd name="csX162" fmla="*/ 130730 w 140819"/>
                <a:gd name="csY162" fmla="*/ 3759 h 129003"/>
                <a:gd name="csX163" fmla="*/ 134428 w 140819"/>
                <a:gd name="csY163" fmla="*/ 2435 h 129003"/>
                <a:gd name="csX164" fmla="*/ 136734 w 140819"/>
                <a:gd name="csY164" fmla="*/ 228 h 129003"/>
                <a:gd name="csX165" fmla="*/ 137479 w 140819"/>
                <a:gd name="csY165" fmla="*/ 0 h 129003"/>
                <a:gd name="csX166" fmla="*/ 138438 w 140819"/>
                <a:gd name="csY166" fmla="*/ 403 h 129003"/>
                <a:gd name="csX167" fmla="*/ 138887 w 140819"/>
                <a:gd name="csY167" fmla="*/ 555 h 129003"/>
                <a:gd name="csX168" fmla="*/ 139830 w 140819"/>
                <a:gd name="csY168" fmla="*/ 1803 h 1290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Lst>
              <a:rect l="l" t="t" r="r" b="b"/>
              <a:pathLst>
                <a:path w="140819" h="129003">
                  <a:moveTo>
                    <a:pt x="140819" y="5037"/>
                  </a:moveTo>
                  <a:lnTo>
                    <a:pt x="140819" y="5394"/>
                  </a:lnTo>
                  <a:lnTo>
                    <a:pt x="140629" y="6315"/>
                  </a:lnTo>
                  <a:lnTo>
                    <a:pt x="138217" y="8963"/>
                  </a:lnTo>
                  <a:lnTo>
                    <a:pt x="134946" y="12554"/>
                  </a:lnTo>
                  <a:lnTo>
                    <a:pt x="132595" y="14821"/>
                  </a:lnTo>
                  <a:lnTo>
                    <a:pt x="128638" y="18626"/>
                  </a:lnTo>
                  <a:lnTo>
                    <a:pt x="125678" y="19440"/>
                  </a:lnTo>
                  <a:lnTo>
                    <a:pt x="120702" y="20809"/>
                  </a:lnTo>
                  <a:lnTo>
                    <a:pt x="119363" y="22133"/>
                  </a:lnTo>
                  <a:lnTo>
                    <a:pt x="118115" y="24279"/>
                  </a:lnTo>
                  <a:lnTo>
                    <a:pt x="117385" y="27208"/>
                  </a:lnTo>
                  <a:lnTo>
                    <a:pt x="117172" y="29034"/>
                  </a:lnTo>
                  <a:lnTo>
                    <a:pt x="117043" y="32443"/>
                  </a:lnTo>
                  <a:lnTo>
                    <a:pt x="118207" y="35981"/>
                  </a:lnTo>
                  <a:lnTo>
                    <a:pt x="119325" y="39367"/>
                  </a:lnTo>
                  <a:lnTo>
                    <a:pt x="119469" y="41604"/>
                  </a:lnTo>
                  <a:lnTo>
                    <a:pt x="119356" y="43802"/>
                  </a:lnTo>
                  <a:lnTo>
                    <a:pt x="118275" y="46153"/>
                  </a:lnTo>
                  <a:lnTo>
                    <a:pt x="117096" y="49372"/>
                  </a:lnTo>
                  <a:lnTo>
                    <a:pt x="116418" y="53001"/>
                  </a:lnTo>
                  <a:lnTo>
                    <a:pt x="116061" y="59780"/>
                  </a:lnTo>
                  <a:lnTo>
                    <a:pt x="116053" y="65540"/>
                  </a:lnTo>
                  <a:lnTo>
                    <a:pt x="115955" y="66476"/>
                  </a:lnTo>
                  <a:lnTo>
                    <a:pt x="113908" y="70524"/>
                  </a:lnTo>
                  <a:lnTo>
                    <a:pt x="111519" y="75256"/>
                  </a:lnTo>
                  <a:lnTo>
                    <a:pt x="110408" y="76344"/>
                  </a:lnTo>
                  <a:lnTo>
                    <a:pt x="105166" y="77752"/>
                  </a:lnTo>
                  <a:lnTo>
                    <a:pt x="99444" y="81206"/>
                  </a:lnTo>
                  <a:lnTo>
                    <a:pt x="93045" y="85064"/>
                  </a:lnTo>
                  <a:lnTo>
                    <a:pt x="87240" y="88556"/>
                  </a:lnTo>
                  <a:lnTo>
                    <a:pt x="81145" y="92216"/>
                  </a:lnTo>
                  <a:lnTo>
                    <a:pt x="74823" y="96005"/>
                  </a:lnTo>
                  <a:lnTo>
                    <a:pt x="70303" y="98706"/>
                  </a:lnTo>
                  <a:lnTo>
                    <a:pt x="64254" y="102320"/>
                  </a:lnTo>
                  <a:lnTo>
                    <a:pt x="58746" y="105767"/>
                  </a:lnTo>
                  <a:lnTo>
                    <a:pt x="53168" y="109259"/>
                  </a:lnTo>
                  <a:lnTo>
                    <a:pt x="48923" y="111899"/>
                  </a:lnTo>
                  <a:lnTo>
                    <a:pt x="42486" y="116076"/>
                  </a:lnTo>
                  <a:lnTo>
                    <a:pt x="38712" y="118526"/>
                  </a:lnTo>
                  <a:lnTo>
                    <a:pt x="33166" y="122117"/>
                  </a:lnTo>
                  <a:lnTo>
                    <a:pt x="28281" y="125275"/>
                  </a:lnTo>
                  <a:lnTo>
                    <a:pt x="22506" y="129003"/>
                  </a:lnTo>
                  <a:lnTo>
                    <a:pt x="15263" y="127900"/>
                  </a:lnTo>
                  <a:lnTo>
                    <a:pt x="12973" y="127253"/>
                  </a:lnTo>
                  <a:lnTo>
                    <a:pt x="11101" y="125480"/>
                  </a:lnTo>
                  <a:lnTo>
                    <a:pt x="9724" y="124529"/>
                  </a:lnTo>
                  <a:lnTo>
                    <a:pt x="6300" y="123555"/>
                  </a:lnTo>
                  <a:lnTo>
                    <a:pt x="4101" y="120200"/>
                  </a:lnTo>
                  <a:lnTo>
                    <a:pt x="2784" y="119013"/>
                  </a:lnTo>
                  <a:lnTo>
                    <a:pt x="487" y="118480"/>
                  </a:lnTo>
                  <a:lnTo>
                    <a:pt x="791" y="117278"/>
                  </a:lnTo>
                  <a:lnTo>
                    <a:pt x="1978" y="115254"/>
                  </a:lnTo>
                  <a:lnTo>
                    <a:pt x="3180" y="113048"/>
                  </a:lnTo>
                  <a:lnTo>
                    <a:pt x="2511" y="111823"/>
                  </a:lnTo>
                  <a:lnTo>
                    <a:pt x="2290" y="110773"/>
                  </a:lnTo>
                  <a:lnTo>
                    <a:pt x="2214" y="109525"/>
                  </a:lnTo>
                  <a:lnTo>
                    <a:pt x="3036" y="108331"/>
                  </a:lnTo>
                  <a:lnTo>
                    <a:pt x="2648" y="106885"/>
                  </a:lnTo>
                  <a:lnTo>
                    <a:pt x="2016" y="105439"/>
                  </a:lnTo>
                  <a:lnTo>
                    <a:pt x="1552" y="104709"/>
                  </a:lnTo>
                  <a:lnTo>
                    <a:pt x="1552" y="103378"/>
                  </a:lnTo>
                  <a:lnTo>
                    <a:pt x="1857" y="102358"/>
                  </a:lnTo>
                  <a:lnTo>
                    <a:pt x="2237" y="100798"/>
                  </a:lnTo>
                  <a:lnTo>
                    <a:pt x="3211" y="99946"/>
                  </a:lnTo>
                  <a:lnTo>
                    <a:pt x="3462" y="99056"/>
                  </a:lnTo>
                  <a:lnTo>
                    <a:pt x="4337" y="98181"/>
                  </a:lnTo>
                  <a:lnTo>
                    <a:pt x="5501" y="97466"/>
                  </a:lnTo>
                  <a:lnTo>
                    <a:pt x="5767" y="96895"/>
                  </a:lnTo>
                  <a:lnTo>
                    <a:pt x="5600" y="96568"/>
                  </a:lnTo>
                  <a:lnTo>
                    <a:pt x="4428" y="95921"/>
                  </a:lnTo>
                  <a:lnTo>
                    <a:pt x="3797" y="94787"/>
                  </a:lnTo>
                  <a:lnTo>
                    <a:pt x="4360" y="93136"/>
                  </a:lnTo>
                  <a:lnTo>
                    <a:pt x="4733" y="92619"/>
                  </a:lnTo>
                  <a:lnTo>
                    <a:pt x="5432" y="91812"/>
                  </a:lnTo>
                  <a:lnTo>
                    <a:pt x="7000" y="90595"/>
                  </a:lnTo>
                  <a:lnTo>
                    <a:pt x="8225" y="90397"/>
                  </a:lnTo>
                  <a:lnTo>
                    <a:pt x="9282" y="90390"/>
                  </a:lnTo>
                  <a:lnTo>
                    <a:pt x="11078" y="90496"/>
                  </a:lnTo>
                  <a:lnTo>
                    <a:pt x="12470" y="90717"/>
                  </a:lnTo>
                  <a:lnTo>
                    <a:pt x="12828" y="90397"/>
                  </a:lnTo>
                  <a:lnTo>
                    <a:pt x="12775" y="89994"/>
                  </a:lnTo>
                  <a:lnTo>
                    <a:pt x="11055" y="88997"/>
                  </a:lnTo>
                  <a:lnTo>
                    <a:pt x="10964" y="88198"/>
                  </a:lnTo>
                  <a:lnTo>
                    <a:pt x="11390" y="87346"/>
                  </a:lnTo>
                  <a:lnTo>
                    <a:pt x="12607" y="85992"/>
                  </a:lnTo>
                  <a:lnTo>
                    <a:pt x="14061" y="85003"/>
                  </a:lnTo>
                  <a:lnTo>
                    <a:pt x="14799" y="84828"/>
                  </a:lnTo>
                  <a:lnTo>
                    <a:pt x="16458" y="82834"/>
                  </a:lnTo>
                  <a:lnTo>
                    <a:pt x="17522" y="80605"/>
                  </a:lnTo>
                  <a:lnTo>
                    <a:pt x="15795" y="75173"/>
                  </a:lnTo>
                  <a:lnTo>
                    <a:pt x="14761" y="74297"/>
                  </a:lnTo>
                  <a:lnTo>
                    <a:pt x="13072" y="73552"/>
                  </a:lnTo>
                  <a:lnTo>
                    <a:pt x="12075" y="73438"/>
                  </a:lnTo>
                  <a:lnTo>
                    <a:pt x="11998" y="73080"/>
                  </a:lnTo>
                  <a:lnTo>
                    <a:pt x="13330" y="71703"/>
                  </a:lnTo>
                  <a:lnTo>
                    <a:pt x="14273" y="70493"/>
                  </a:lnTo>
                  <a:lnTo>
                    <a:pt x="13231" y="69352"/>
                  </a:lnTo>
                  <a:lnTo>
                    <a:pt x="11352" y="68812"/>
                  </a:lnTo>
                  <a:lnTo>
                    <a:pt x="10660" y="69999"/>
                  </a:lnTo>
                  <a:lnTo>
                    <a:pt x="8255" y="70105"/>
                  </a:lnTo>
                  <a:lnTo>
                    <a:pt x="4527" y="70090"/>
                  </a:lnTo>
                  <a:lnTo>
                    <a:pt x="2883" y="64323"/>
                  </a:lnTo>
                  <a:lnTo>
                    <a:pt x="2633" y="61820"/>
                  </a:lnTo>
                  <a:lnTo>
                    <a:pt x="2678" y="58921"/>
                  </a:lnTo>
                  <a:lnTo>
                    <a:pt x="3812" y="54675"/>
                  </a:lnTo>
                  <a:lnTo>
                    <a:pt x="3279" y="52705"/>
                  </a:lnTo>
                  <a:lnTo>
                    <a:pt x="3234" y="51373"/>
                  </a:lnTo>
                  <a:lnTo>
                    <a:pt x="2945" y="49547"/>
                  </a:lnTo>
                  <a:lnTo>
                    <a:pt x="0" y="45606"/>
                  </a:lnTo>
                  <a:lnTo>
                    <a:pt x="1605" y="38332"/>
                  </a:lnTo>
                  <a:lnTo>
                    <a:pt x="2739" y="36567"/>
                  </a:lnTo>
                  <a:lnTo>
                    <a:pt x="4337" y="36734"/>
                  </a:lnTo>
                  <a:lnTo>
                    <a:pt x="7746" y="38804"/>
                  </a:lnTo>
                  <a:lnTo>
                    <a:pt x="8308" y="38743"/>
                  </a:lnTo>
                  <a:lnTo>
                    <a:pt x="9343" y="36019"/>
                  </a:lnTo>
                  <a:lnTo>
                    <a:pt x="10348" y="35098"/>
                  </a:lnTo>
                  <a:lnTo>
                    <a:pt x="12448" y="34284"/>
                  </a:lnTo>
                  <a:lnTo>
                    <a:pt x="13048" y="29871"/>
                  </a:lnTo>
                  <a:lnTo>
                    <a:pt x="14030" y="29027"/>
                  </a:lnTo>
                  <a:lnTo>
                    <a:pt x="15217" y="28570"/>
                  </a:lnTo>
                  <a:lnTo>
                    <a:pt x="17043" y="28479"/>
                  </a:lnTo>
                  <a:lnTo>
                    <a:pt x="18626" y="28220"/>
                  </a:lnTo>
                  <a:lnTo>
                    <a:pt x="18725" y="27444"/>
                  </a:lnTo>
                  <a:lnTo>
                    <a:pt x="16503" y="22323"/>
                  </a:lnTo>
                  <a:lnTo>
                    <a:pt x="16701" y="21022"/>
                  </a:lnTo>
                  <a:lnTo>
                    <a:pt x="17774" y="15864"/>
                  </a:lnTo>
                  <a:lnTo>
                    <a:pt x="18451" y="13840"/>
                  </a:lnTo>
                  <a:lnTo>
                    <a:pt x="19098" y="13178"/>
                  </a:lnTo>
                  <a:lnTo>
                    <a:pt x="21616" y="13437"/>
                  </a:lnTo>
                  <a:lnTo>
                    <a:pt x="25139" y="14350"/>
                  </a:lnTo>
                  <a:lnTo>
                    <a:pt x="26075" y="15833"/>
                  </a:lnTo>
                  <a:lnTo>
                    <a:pt x="27802" y="17157"/>
                  </a:lnTo>
                  <a:lnTo>
                    <a:pt x="30381" y="17066"/>
                  </a:lnTo>
                  <a:lnTo>
                    <a:pt x="33371" y="17317"/>
                  </a:lnTo>
                  <a:lnTo>
                    <a:pt x="35700" y="17401"/>
                  </a:lnTo>
                  <a:lnTo>
                    <a:pt x="37564" y="16473"/>
                  </a:lnTo>
                  <a:lnTo>
                    <a:pt x="41771" y="14738"/>
                  </a:lnTo>
                  <a:lnTo>
                    <a:pt x="43848" y="14159"/>
                  </a:lnTo>
                  <a:lnTo>
                    <a:pt x="45743" y="13391"/>
                  </a:lnTo>
                  <a:lnTo>
                    <a:pt x="51830" y="10545"/>
                  </a:lnTo>
                  <a:lnTo>
                    <a:pt x="54272" y="10766"/>
                  </a:lnTo>
                  <a:lnTo>
                    <a:pt x="55938" y="11139"/>
                  </a:lnTo>
                  <a:lnTo>
                    <a:pt x="57217" y="11595"/>
                  </a:lnTo>
                  <a:lnTo>
                    <a:pt x="60077" y="13536"/>
                  </a:lnTo>
                  <a:lnTo>
                    <a:pt x="62443" y="15499"/>
                  </a:lnTo>
                  <a:lnTo>
                    <a:pt x="64110" y="16084"/>
                  </a:lnTo>
                  <a:lnTo>
                    <a:pt x="67092" y="16039"/>
                  </a:lnTo>
                  <a:lnTo>
                    <a:pt x="71406" y="16419"/>
                  </a:lnTo>
                  <a:lnTo>
                    <a:pt x="76702" y="16389"/>
                  </a:lnTo>
                  <a:lnTo>
                    <a:pt x="79798" y="15841"/>
                  </a:lnTo>
                  <a:lnTo>
                    <a:pt x="83748" y="14875"/>
                  </a:lnTo>
                  <a:lnTo>
                    <a:pt x="90793" y="12554"/>
                  </a:lnTo>
                  <a:lnTo>
                    <a:pt x="100060" y="7692"/>
                  </a:lnTo>
                  <a:lnTo>
                    <a:pt x="105508" y="5326"/>
                  </a:lnTo>
                  <a:lnTo>
                    <a:pt x="107859" y="5044"/>
                  </a:lnTo>
                  <a:lnTo>
                    <a:pt x="110918" y="5022"/>
                  </a:lnTo>
                  <a:lnTo>
                    <a:pt x="113976" y="5638"/>
                  </a:lnTo>
                  <a:lnTo>
                    <a:pt x="117446" y="6079"/>
                  </a:lnTo>
                  <a:lnTo>
                    <a:pt x="119051" y="6041"/>
                  </a:lnTo>
                  <a:lnTo>
                    <a:pt x="122802" y="5554"/>
                  </a:lnTo>
                  <a:lnTo>
                    <a:pt x="127672" y="4565"/>
                  </a:lnTo>
                  <a:lnTo>
                    <a:pt x="130730" y="3759"/>
                  </a:lnTo>
                  <a:lnTo>
                    <a:pt x="134428" y="2435"/>
                  </a:lnTo>
                  <a:lnTo>
                    <a:pt x="136734" y="228"/>
                  </a:lnTo>
                  <a:lnTo>
                    <a:pt x="137479" y="0"/>
                  </a:lnTo>
                  <a:lnTo>
                    <a:pt x="138438" y="403"/>
                  </a:lnTo>
                  <a:lnTo>
                    <a:pt x="138887" y="555"/>
                  </a:lnTo>
                  <a:lnTo>
                    <a:pt x="139830" y="1803"/>
                  </a:lnTo>
                  <a:close/>
                </a:path>
              </a:pathLst>
            </a:custGeom>
            <a:solidFill>
              <a:srgbClr val="2562E8"/>
            </a:solidFill>
            <a:ln w="6168" cap="flat">
              <a:solidFill>
                <a:srgbClr val="2562E8"/>
              </a:solidFill>
              <a:prstDash val="solid"/>
              <a:miter/>
            </a:ln>
          </p:spPr>
          <p:txBody>
            <a:bodyPr/>
            <a:lstStyle/>
            <a:p>
              <a:endParaRPr lang="en-US"/>
            </a:p>
          </p:txBody>
        </p:sp>
        <p:sp>
          <p:nvSpPr>
            <p:cNvPr id="2326" name="Freeform: Shape 2325">
              <a:extLst>
                <a:ext uri="{FF2B5EF4-FFF2-40B4-BE49-F238E27FC236}">
                  <a16:creationId xmlns:a16="http://schemas.microsoft.com/office/drawing/2014/main" id="{19BA6CCC-0A9B-43A1-A06B-5309627BED2B}"/>
                </a:ext>
              </a:extLst>
            </p:cNvPr>
            <p:cNvSpPr/>
            <p:nvPr/>
          </p:nvSpPr>
          <p:spPr>
            <a:xfrm>
              <a:off x="10231280" y="5569873"/>
              <a:ext cx="28304" cy="37198"/>
            </a:xfrm>
            <a:custGeom>
              <a:avLst/>
              <a:gdLst>
                <a:gd name="csX0" fmla="*/ 24789 w 28304"/>
                <a:gd name="csY0" fmla="*/ 5067 h 37198"/>
                <a:gd name="csX1" fmla="*/ 25215 w 28304"/>
                <a:gd name="csY1" fmla="*/ 5410 h 37198"/>
                <a:gd name="csX2" fmla="*/ 27185 w 28304"/>
                <a:gd name="csY2" fmla="*/ 6498 h 37198"/>
                <a:gd name="csX3" fmla="*/ 27360 w 28304"/>
                <a:gd name="csY3" fmla="*/ 8673 h 37198"/>
                <a:gd name="csX4" fmla="*/ 27170 w 28304"/>
                <a:gd name="csY4" fmla="*/ 11154 h 37198"/>
                <a:gd name="csX5" fmla="*/ 26774 w 28304"/>
                <a:gd name="csY5" fmla="*/ 12721 h 37198"/>
                <a:gd name="csX6" fmla="*/ 26927 w 28304"/>
                <a:gd name="csY6" fmla="*/ 14281 h 37198"/>
                <a:gd name="csX7" fmla="*/ 27558 w 28304"/>
                <a:gd name="csY7" fmla="*/ 16716 h 37198"/>
                <a:gd name="csX8" fmla="*/ 28159 w 28304"/>
                <a:gd name="csY8" fmla="*/ 18382 h 37198"/>
                <a:gd name="csX9" fmla="*/ 28304 w 28304"/>
                <a:gd name="csY9" fmla="*/ 25976 h 37198"/>
                <a:gd name="csX10" fmla="*/ 27634 w 28304"/>
                <a:gd name="csY10" fmla="*/ 25625 h 37198"/>
                <a:gd name="csX11" fmla="*/ 26425 w 28304"/>
                <a:gd name="csY11" fmla="*/ 25298 h 37198"/>
                <a:gd name="csX12" fmla="*/ 25778 w 28304"/>
                <a:gd name="csY12" fmla="*/ 25450 h 37198"/>
                <a:gd name="csX13" fmla="*/ 25192 w 28304"/>
                <a:gd name="csY13" fmla="*/ 28867 h 37198"/>
                <a:gd name="csX14" fmla="*/ 24736 w 28304"/>
                <a:gd name="csY14" fmla="*/ 33942 h 37198"/>
                <a:gd name="csX15" fmla="*/ 25009 w 28304"/>
                <a:gd name="csY15" fmla="*/ 37099 h 37198"/>
                <a:gd name="csX16" fmla="*/ 20399 w 28304"/>
                <a:gd name="csY16" fmla="*/ 37198 h 37198"/>
                <a:gd name="csX17" fmla="*/ 14571 w 28304"/>
                <a:gd name="csY17" fmla="*/ 36856 h 37198"/>
                <a:gd name="csX18" fmla="*/ 10394 w 28304"/>
                <a:gd name="csY18" fmla="*/ 35486 h 37198"/>
                <a:gd name="csX19" fmla="*/ 5889 w 28304"/>
                <a:gd name="csY19" fmla="*/ 32481 h 37198"/>
                <a:gd name="csX20" fmla="*/ 3219 w 28304"/>
                <a:gd name="csY20" fmla="*/ 27794 h 37198"/>
                <a:gd name="csX21" fmla="*/ 2047 w 28304"/>
                <a:gd name="csY21" fmla="*/ 24857 h 37198"/>
                <a:gd name="csX22" fmla="*/ 411 w 28304"/>
                <a:gd name="csY22" fmla="*/ 24690 h 37198"/>
                <a:gd name="csX23" fmla="*/ 144 w 28304"/>
                <a:gd name="csY23" fmla="*/ 24187 h 37198"/>
                <a:gd name="csX24" fmla="*/ 0 w 28304"/>
                <a:gd name="csY24" fmla="*/ 20604 h 37198"/>
                <a:gd name="csX25" fmla="*/ 31 w 28304"/>
                <a:gd name="csY25" fmla="*/ 16853 h 37198"/>
                <a:gd name="csX26" fmla="*/ 342 w 28304"/>
                <a:gd name="csY26" fmla="*/ 15856 h 37198"/>
                <a:gd name="csX27" fmla="*/ 3371 w 28304"/>
                <a:gd name="csY27" fmla="*/ 11238 h 37198"/>
                <a:gd name="csX28" fmla="*/ 5250 w 28304"/>
                <a:gd name="csY28" fmla="*/ 8377 h 37198"/>
                <a:gd name="csX29" fmla="*/ 6422 w 28304"/>
                <a:gd name="csY29" fmla="*/ 5615 h 37198"/>
                <a:gd name="csX30" fmla="*/ 8971 w 28304"/>
                <a:gd name="csY30" fmla="*/ 2366 h 37198"/>
                <a:gd name="csX31" fmla="*/ 11694 w 28304"/>
                <a:gd name="csY31" fmla="*/ 297 h 37198"/>
                <a:gd name="csX32" fmla="*/ 12706 w 28304"/>
                <a:gd name="csY32" fmla="*/ 0 h 37198"/>
                <a:gd name="csX33" fmla="*/ 13406 w 28304"/>
                <a:gd name="csY33" fmla="*/ 84 h 37198"/>
                <a:gd name="csX34" fmla="*/ 18215 w 28304"/>
                <a:gd name="csY34" fmla="*/ 2929 h 37198"/>
                <a:gd name="csX35" fmla="*/ 23145 w 28304"/>
                <a:gd name="csY35" fmla="*/ 5630 h 37198"/>
                <a:gd name="csX36" fmla="*/ 24226 w 28304"/>
                <a:gd name="csY36" fmla="*/ 5326 h 37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8304" h="37198">
                  <a:moveTo>
                    <a:pt x="24789" y="5067"/>
                  </a:moveTo>
                  <a:lnTo>
                    <a:pt x="25215" y="5410"/>
                  </a:lnTo>
                  <a:lnTo>
                    <a:pt x="27185" y="6498"/>
                  </a:lnTo>
                  <a:lnTo>
                    <a:pt x="27360" y="8673"/>
                  </a:lnTo>
                  <a:lnTo>
                    <a:pt x="27170" y="11154"/>
                  </a:lnTo>
                  <a:lnTo>
                    <a:pt x="26774" y="12721"/>
                  </a:lnTo>
                  <a:lnTo>
                    <a:pt x="26927" y="14281"/>
                  </a:lnTo>
                  <a:lnTo>
                    <a:pt x="27558" y="16716"/>
                  </a:lnTo>
                  <a:lnTo>
                    <a:pt x="28159" y="18382"/>
                  </a:lnTo>
                  <a:lnTo>
                    <a:pt x="28304" y="25976"/>
                  </a:lnTo>
                  <a:lnTo>
                    <a:pt x="27634" y="25625"/>
                  </a:lnTo>
                  <a:lnTo>
                    <a:pt x="26425" y="25298"/>
                  </a:lnTo>
                  <a:lnTo>
                    <a:pt x="25778" y="25450"/>
                  </a:lnTo>
                  <a:lnTo>
                    <a:pt x="25192" y="28867"/>
                  </a:lnTo>
                  <a:lnTo>
                    <a:pt x="24736" y="33942"/>
                  </a:lnTo>
                  <a:lnTo>
                    <a:pt x="25009" y="37099"/>
                  </a:lnTo>
                  <a:lnTo>
                    <a:pt x="20399" y="37198"/>
                  </a:lnTo>
                  <a:lnTo>
                    <a:pt x="14571" y="36856"/>
                  </a:lnTo>
                  <a:lnTo>
                    <a:pt x="10394" y="35486"/>
                  </a:lnTo>
                  <a:lnTo>
                    <a:pt x="5889" y="32481"/>
                  </a:lnTo>
                  <a:lnTo>
                    <a:pt x="3219" y="27794"/>
                  </a:lnTo>
                  <a:lnTo>
                    <a:pt x="2047" y="24857"/>
                  </a:lnTo>
                  <a:lnTo>
                    <a:pt x="411" y="24690"/>
                  </a:lnTo>
                  <a:lnTo>
                    <a:pt x="144" y="24187"/>
                  </a:lnTo>
                  <a:lnTo>
                    <a:pt x="0" y="20604"/>
                  </a:lnTo>
                  <a:lnTo>
                    <a:pt x="31" y="16853"/>
                  </a:lnTo>
                  <a:lnTo>
                    <a:pt x="342" y="15856"/>
                  </a:lnTo>
                  <a:lnTo>
                    <a:pt x="3371" y="11238"/>
                  </a:lnTo>
                  <a:lnTo>
                    <a:pt x="5250" y="8377"/>
                  </a:lnTo>
                  <a:lnTo>
                    <a:pt x="6422" y="5615"/>
                  </a:lnTo>
                  <a:lnTo>
                    <a:pt x="8971" y="2366"/>
                  </a:lnTo>
                  <a:lnTo>
                    <a:pt x="11694" y="297"/>
                  </a:lnTo>
                  <a:lnTo>
                    <a:pt x="12706" y="0"/>
                  </a:lnTo>
                  <a:lnTo>
                    <a:pt x="13406" y="84"/>
                  </a:lnTo>
                  <a:lnTo>
                    <a:pt x="18215" y="2929"/>
                  </a:lnTo>
                  <a:lnTo>
                    <a:pt x="23145" y="5630"/>
                  </a:lnTo>
                  <a:lnTo>
                    <a:pt x="24226" y="532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7" name="Freeform: Shape 2326">
              <a:extLst>
                <a:ext uri="{FF2B5EF4-FFF2-40B4-BE49-F238E27FC236}">
                  <a16:creationId xmlns:a16="http://schemas.microsoft.com/office/drawing/2014/main" id="{3EAF9D44-0EA1-45CA-186D-C6B22E93E674}"/>
                </a:ext>
              </a:extLst>
            </p:cNvPr>
            <p:cNvSpPr/>
            <p:nvPr/>
          </p:nvSpPr>
          <p:spPr>
            <a:xfrm>
              <a:off x="8029117" y="4526656"/>
              <a:ext cx="15064" cy="4580"/>
            </a:xfrm>
            <a:custGeom>
              <a:avLst/>
              <a:gdLst>
                <a:gd name="csX0" fmla="*/ 9868 w 15064"/>
                <a:gd name="csY0" fmla="*/ 2549 h 4580"/>
                <a:gd name="csX1" fmla="*/ 9495 w 15064"/>
                <a:gd name="csY1" fmla="*/ 2792 h 4580"/>
                <a:gd name="csX2" fmla="*/ 8255 w 15064"/>
                <a:gd name="csY2" fmla="*/ 2001 h 4580"/>
                <a:gd name="csX3" fmla="*/ 8080 w 15064"/>
                <a:gd name="csY3" fmla="*/ 1369 h 4580"/>
                <a:gd name="csX4" fmla="*/ 7639 w 15064"/>
                <a:gd name="csY4" fmla="*/ 1339 h 4580"/>
                <a:gd name="csX5" fmla="*/ 6901 w 15064"/>
                <a:gd name="csY5" fmla="*/ 769 h 4580"/>
                <a:gd name="csX6" fmla="*/ 7076 w 15064"/>
                <a:gd name="csY6" fmla="*/ 30 h 4580"/>
                <a:gd name="csX7" fmla="*/ 8765 w 15064"/>
                <a:gd name="csY7" fmla="*/ 0 h 4580"/>
                <a:gd name="csX8" fmla="*/ 9442 w 15064"/>
                <a:gd name="csY8" fmla="*/ 2047 h 4580"/>
                <a:gd name="csX9" fmla="*/ 9868 w 15064"/>
                <a:gd name="csY9" fmla="*/ 2549 h 4580"/>
                <a:gd name="csX10" fmla="*/ 14540 w 15064"/>
                <a:gd name="csY10" fmla="*/ 4268 h 4580"/>
                <a:gd name="csX11" fmla="*/ 14456 w 15064"/>
                <a:gd name="csY11" fmla="*/ 4580 h 4580"/>
                <a:gd name="csX12" fmla="*/ 13246 w 15064"/>
                <a:gd name="csY12" fmla="*/ 3698 h 4580"/>
                <a:gd name="csX13" fmla="*/ 10926 w 15064"/>
                <a:gd name="csY13" fmla="*/ 3690 h 4580"/>
                <a:gd name="csX14" fmla="*/ 10561 w 15064"/>
                <a:gd name="csY14" fmla="*/ 2480 h 4580"/>
                <a:gd name="csX15" fmla="*/ 11451 w 15064"/>
                <a:gd name="csY15" fmla="*/ 2282 h 4580"/>
                <a:gd name="csX16" fmla="*/ 14395 w 15064"/>
                <a:gd name="csY16" fmla="*/ 2709 h 4580"/>
                <a:gd name="csX17" fmla="*/ 15065 w 15064"/>
                <a:gd name="csY17" fmla="*/ 3759 h 4580"/>
                <a:gd name="csX18" fmla="*/ 14540 w 15064"/>
                <a:gd name="csY18" fmla="*/ 4268 h 4580"/>
                <a:gd name="csX19" fmla="*/ 198 w 15064"/>
                <a:gd name="csY19" fmla="*/ 2305 h 4580"/>
                <a:gd name="csX20" fmla="*/ 2640 w 15064"/>
                <a:gd name="csY20" fmla="*/ 3568 h 4580"/>
                <a:gd name="csX21" fmla="*/ 4108 w 15064"/>
                <a:gd name="csY21" fmla="*/ 3378 h 4580"/>
                <a:gd name="csX22" fmla="*/ 4230 w 15064"/>
                <a:gd name="csY22" fmla="*/ 3652 h 4580"/>
                <a:gd name="csX23" fmla="*/ 3439 w 15064"/>
                <a:gd name="csY23" fmla="*/ 3941 h 4580"/>
                <a:gd name="csX24" fmla="*/ 3241 w 15064"/>
                <a:gd name="csY24" fmla="*/ 4177 h 4580"/>
                <a:gd name="csX25" fmla="*/ 890 w 15064"/>
                <a:gd name="csY25" fmla="*/ 4504 h 4580"/>
                <a:gd name="csX26" fmla="*/ 152 w 15064"/>
                <a:gd name="csY26" fmla="*/ 4443 h 4580"/>
                <a:gd name="csX27" fmla="*/ 0 w 15064"/>
                <a:gd name="csY27" fmla="*/ 3591 h 4580"/>
                <a:gd name="csX28" fmla="*/ 198 w 15064"/>
                <a:gd name="csY28" fmla="*/ 2305 h 45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5064" h="4580">
                  <a:moveTo>
                    <a:pt x="9868" y="2549"/>
                  </a:moveTo>
                  <a:lnTo>
                    <a:pt x="9495" y="2792"/>
                  </a:lnTo>
                  <a:lnTo>
                    <a:pt x="8255" y="2001"/>
                  </a:lnTo>
                  <a:lnTo>
                    <a:pt x="8080" y="1369"/>
                  </a:lnTo>
                  <a:lnTo>
                    <a:pt x="7639" y="1339"/>
                  </a:lnTo>
                  <a:lnTo>
                    <a:pt x="6901" y="769"/>
                  </a:lnTo>
                  <a:lnTo>
                    <a:pt x="7076" y="30"/>
                  </a:lnTo>
                  <a:lnTo>
                    <a:pt x="8765" y="0"/>
                  </a:lnTo>
                  <a:lnTo>
                    <a:pt x="9442" y="2047"/>
                  </a:lnTo>
                  <a:lnTo>
                    <a:pt x="9868" y="2549"/>
                  </a:lnTo>
                  <a:close/>
                  <a:moveTo>
                    <a:pt x="14540" y="4268"/>
                  </a:moveTo>
                  <a:lnTo>
                    <a:pt x="14456" y="4580"/>
                  </a:lnTo>
                  <a:lnTo>
                    <a:pt x="13246" y="3698"/>
                  </a:lnTo>
                  <a:lnTo>
                    <a:pt x="10926" y="3690"/>
                  </a:lnTo>
                  <a:lnTo>
                    <a:pt x="10561" y="2480"/>
                  </a:lnTo>
                  <a:lnTo>
                    <a:pt x="11451" y="2282"/>
                  </a:lnTo>
                  <a:lnTo>
                    <a:pt x="14395" y="2709"/>
                  </a:lnTo>
                  <a:lnTo>
                    <a:pt x="15065" y="3759"/>
                  </a:lnTo>
                  <a:lnTo>
                    <a:pt x="14540" y="4268"/>
                  </a:lnTo>
                  <a:close/>
                  <a:moveTo>
                    <a:pt x="198" y="2305"/>
                  </a:moveTo>
                  <a:lnTo>
                    <a:pt x="2640" y="3568"/>
                  </a:lnTo>
                  <a:lnTo>
                    <a:pt x="4108" y="3378"/>
                  </a:lnTo>
                  <a:lnTo>
                    <a:pt x="4230" y="3652"/>
                  </a:lnTo>
                  <a:lnTo>
                    <a:pt x="3439" y="3941"/>
                  </a:lnTo>
                  <a:lnTo>
                    <a:pt x="3241" y="4177"/>
                  </a:lnTo>
                  <a:lnTo>
                    <a:pt x="890" y="4504"/>
                  </a:lnTo>
                  <a:lnTo>
                    <a:pt x="152" y="4443"/>
                  </a:lnTo>
                  <a:lnTo>
                    <a:pt x="0" y="3591"/>
                  </a:lnTo>
                  <a:lnTo>
                    <a:pt x="198" y="230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8" name="Freeform: Shape 2327">
              <a:extLst>
                <a:ext uri="{FF2B5EF4-FFF2-40B4-BE49-F238E27FC236}">
                  <a16:creationId xmlns:a16="http://schemas.microsoft.com/office/drawing/2014/main" id="{BAFAAE82-E509-82EA-FB3E-99A422A1E5D0}"/>
                </a:ext>
              </a:extLst>
            </p:cNvPr>
            <p:cNvSpPr/>
            <p:nvPr/>
          </p:nvSpPr>
          <p:spPr>
            <a:xfrm>
              <a:off x="9861032" y="4492288"/>
              <a:ext cx="224962" cy="352945"/>
            </a:xfrm>
            <a:custGeom>
              <a:avLst/>
              <a:gdLst>
                <a:gd name="csX0" fmla="*/ 224894 w 224962"/>
                <a:gd name="csY0" fmla="*/ 90101 h 352945"/>
                <a:gd name="csX1" fmla="*/ 224902 w 224962"/>
                <a:gd name="csY1" fmla="*/ 100129 h 352945"/>
                <a:gd name="csX2" fmla="*/ 224909 w 224962"/>
                <a:gd name="csY2" fmla="*/ 110134 h 352945"/>
                <a:gd name="csX3" fmla="*/ 224917 w 224962"/>
                <a:gd name="csY3" fmla="*/ 120109 h 352945"/>
                <a:gd name="csX4" fmla="*/ 224925 w 224962"/>
                <a:gd name="csY4" fmla="*/ 130061 h 352945"/>
                <a:gd name="csX5" fmla="*/ 224932 w 224962"/>
                <a:gd name="csY5" fmla="*/ 139990 h 352945"/>
                <a:gd name="csX6" fmla="*/ 224940 w 224962"/>
                <a:gd name="csY6" fmla="*/ 149889 h 352945"/>
                <a:gd name="csX7" fmla="*/ 224947 w 224962"/>
                <a:gd name="csY7" fmla="*/ 159764 h 352945"/>
                <a:gd name="csX8" fmla="*/ 224955 w 224962"/>
                <a:gd name="csY8" fmla="*/ 169625 h 352945"/>
                <a:gd name="csX9" fmla="*/ 224963 w 224962"/>
                <a:gd name="csY9" fmla="*/ 172882 h 352945"/>
                <a:gd name="csX10" fmla="*/ 224689 w 224962"/>
                <a:gd name="csY10" fmla="*/ 174175 h 352945"/>
                <a:gd name="csX11" fmla="*/ 224574 w 224962"/>
                <a:gd name="csY11" fmla="*/ 174358 h 352945"/>
                <a:gd name="csX12" fmla="*/ 224156 w 224962"/>
                <a:gd name="csY12" fmla="*/ 174578 h 352945"/>
                <a:gd name="csX13" fmla="*/ 219081 w 224962"/>
                <a:gd name="csY13" fmla="*/ 173665 h 352945"/>
                <a:gd name="csX14" fmla="*/ 216860 w 224962"/>
                <a:gd name="csY14" fmla="*/ 173642 h 352945"/>
                <a:gd name="csX15" fmla="*/ 213740 w 224962"/>
                <a:gd name="csY15" fmla="*/ 174343 h 352945"/>
                <a:gd name="csX16" fmla="*/ 209159 w 224962"/>
                <a:gd name="csY16" fmla="*/ 174715 h 352945"/>
                <a:gd name="csX17" fmla="*/ 206207 w 224962"/>
                <a:gd name="csY17" fmla="*/ 174601 h 352945"/>
                <a:gd name="csX18" fmla="*/ 204153 w 224962"/>
                <a:gd name="csY18" fmla="*/ 176290 h 352945"/>
                <a:gd name="csX19" fmla="*/ 202547 w 224962"/>
                <a:gd name="csY19" fmla="*/ 178329 h 352945"/>
                <a:gd name="csX20" fmla="*/ 203309 w 224962"/>
                <a:gd name="csY20" fmla="*/ 183214 h 352945"/>
                <a:gd name="csX21" fmla="*/ 203134 w 224962"/>
                <a:gd name="csY21" fmla="*/ 184819 h 352945"/>
                <a:gd name="csX22" fmla="*/ 202517 w 224962"/>
                <a:gd name="csY22" fmla="*/ 186493 h 352945"/>
                <a:gd name="csX23" fmla="*/ 201125 w 224962"/>
                <a:gd name="csY23" fmla="*/ 187931 h 352945"/>
                <a:gd name="csX24" fmla="*/ 199732 w 224962"/>
                <a:gd name="csY24" fmla="*/ 189080 h 352945"/>
                <a:gd name="csX25" fmla="*/ 198903 w 224962"/>
                <a:gd name="csY25" fmla="*/ 190085 h 352945"/>
                <a:gd name="csX26" fmla="*/ 197876 w 224962"/>
                <a:gd name="csY26" fmla="*/ 192291 h 352945"/>
                <a:gd name="csX27" fmla="*/ 197108 w 224962"/>
                <a:gd name="csY27" fmla="*/ 193318 h 352945"/>
                <a:gd name="csX28" fmla="*/ 197176 w 224962"/>
                <a:gd name="csY28" fmla="*/ 194703 h 352945"/>
                <a:gd name="csX29" fmla="*/ 196933 w 224962"/>
                <a:gd name="csY29" fmla="*/ 196149 h 352945"/>
                <a:gd name="csX30" fmla="*/ 196096 w 224962"/>
                <a:gd name="csY30" fmla="*/ 196910 h 352945"/>
                <a:gd name="csX31" fmla="*/ 193973 w 224962"/>
                <a:gd name="csY31" fmla="*/ 197457 h 352945"/>
                <a:gd name="csX32" fmla="*/ 192596 w 224962"/>
                <a:gd name="csY32" fmla="*/ 198104 h 352945"/>
                <a:gd name="csX33" fmla="*/ 191493 w 224962"/>
                <a:gd name="csY33" fmla="*/ 199162 h 352945"/>
                <a:gd name="csX34" fmla="*/ 190754 w 224962"/>
                <a:gd name="csY34" fmla="*/ 199922 h 352945"/>
                <a:gd name="csX35" fmla="*/ 191143 w 224962"/>
                <a:gd name="csY35" fmla="*/ 200934 h 352945"/>
                <a:gd name="csX36" fmla="*/ 191683 w 224962"/>
                <a:gd name="csY36" fmla="*/ 202319 h 352945"/>
                <a:gd name="csX37" fmla="*/ 191987 w 224962"/>
                <a:gd name="csY37" fmla="*/ 204488 h 352945"/>
                <a:gd name="csX38" fmla="*/ 192200 w 224962"/>
                <a:gd name="csY38" fmla="*/ 205758 h 352945"/>
                <a:gd name="csX39" fmla="*/ 193250 w 224962"/>
                <a:gd name="csY39" fmla="*/ 206793 h 352945"/>
                <a:gd name="csX40" fmla="*/ 193889 w 224962"/>
                <a:gd name="csY40" fmla="*/ 207531 h 352945"/>
                <a:gd name="csX41" fmla="*/ 194110 w 224962"/>
                <a:gd name="csY41" fmla="*/ 208436 h 352945"/>
                <a:gd name="csX42" fmla="*/ 193501 w 224962"/>
                <a:gd name="csY42" fmla="*/ 209190 h 352945"/>
                <a:gd name="csX43" fmla="*/ 190899 w 224962"/>
                <a:gd name="csY43" fmla="*/ 210757 h 352945"/>
                <a:gd name="csX44" fmla="*/ 189857 w 224962"/>
                <a:gd name="csY44" fmla="*/ 211343 h 352945"/>
                <a:gd name="csX45" fmla="*/ 188662 w 224962"/>
                <a:gd name="csY45" fmla="*/ 212142 h 352945"/>
                <a:gd name="csX46" fmla="*/ 188206 w 224962"/>
                <a:gd name="csY46" fmla="*/ 212438 h 352945"/>
                <a:gd name="csX47" fmla="*/ 186304 w 224962"/>
                <a:gd name="csY47" fmla="*/ 213930 h 352945"/>
                <a:gd name="csX48" fmla="*/ 185345 w 224962"/>
                <a:gd name="csY48" fmla="*/ 215254 h 352945"/>
                <a:gd name="csX49" fmla="*/ 184881 w 224962"/>
                <a:gd name="csY49" fmla="*/ 216349 h 352945"/>
                <a:gd name="csX50" fmla="*/ 184903 w 224962"/>
                <a:gd name="csY50" fmla="*/ 217871 h 352945"/>
                <a:gd name="csX51" fmla="*/ 185870 w 224962"/>
                <a:gd name="csY51" fmla="*/ 220138 h 352945"/>
                <a:gd name="csX52" fmla="*/ 186927 w 224962"/>
                <a:gd name="csY52" fmla="*/ 222063 h 352945"/>
                <a:gd name="csX53" fmla="*/ 187330 w 224962"/>
                <a:gd name="csY53" fmla="*/ 223517 h 352945"/>
                <a:gd name="csX54" fmla="*/ 187574 w 224962"/>
                <a:gd name="csY54" fmla="*/ 225107 h 352945"/>
                <a:gd name="csX55" fmla="*/ 187483 w 224962"/>
                <a:gd name="csY55" fmla="*/ 226613 h 352945"/>
                <a:gd name="csX56" fmla="*/ 186935 w 224962"/>
                <a:gd name="csY56" fmla="*/ 227930 h 352945"/>
                <a:gd name="csX57" fmla="*/ 185984 w 224962"/>
                <a:gd name="csY57" fmla="*/ 229109 h 352945"/>
                <a:gd name="csX58" fmla="*/ 182400 w 224962"/>
                <a:gd name="csY58" fmla="*/ 231338 h 352945"/>
                <a:gd name="csX59" fmla="*/ 180643 w 224962"/>
                <a:gd name="csY59" fmla="*/ 233773 h 352945"/>
                <a:gd name="csX60" fmla="*/ 179227 w 224962"/>
                <a:gd name="csY60" fmla="*/ 236740 h 352945"/>
                <a:gd name="csX61" fmla="*/ 178878 w 224962"/>
                <a:gd name="csY61" fmla="*/ 238353 h 352945"/>
                <a:gd name="csX62" fmla="*/ 179258 w 224962"/>
                <a:gd name="csY62" fmla="*/ 239434 h 352945"/>
                <a:gd name="csX63" fmla="*/ 180011 w 224962"/>
                <a:gd name="csY63" fmla="*/ 240339 h 352945"/>
                <a:gd name="csX64" fmla="*/ 181069 w 224962"/>
                <a:gd name="csY64" fmla="*/ 240803 h 352945"/>
                <a:gd name="csX65" fmla="*/ 182621 w 224962"/>
                <a:gd name="csY65" fmla="*/ 240940 h 352945"/>
                <a:gd name="csX66" fmla="*/ 185193 w 224962"/>
                <a:gd name="csY66" fmla="*/ 240446 h 352945"/>
                <a:gd name="csX67" fmla="*/ 187589 w 224962"/>
                <a:gd name="csY67" fmla="*/ 240118 h 352945"/>
                <a:gd name="csX68" fmla="*/ 190131 w 224962"/>
                <a:gd name="csY68" fmla="*/ 241184 h 352945"/>
                <a:gd name="csX69" fmla="*/ 191455 w 224962"/>
                <a:gd name="csY69" fmla="*/ 243664 h 352945"/>
                <a:gd name="csX70" fmla="*/ 190945 w 224962"/>
                <a:gd name="csY70" fmla="*/ 245475 h 352945"/>
                <a:gd name="csX71" fmla="*/ 191903 w 224962"/>
                <a:gd name="csY71" fmla="*/ 248762 h 352945"/>
                <a:gd name="csX72" fmla="*/ 192755 w 224962"/>
                <a:gd name="csY72" fmla="*/ 252726 h 352945"/>
                <a:gd name="csX73" fmla="*/ 192695 w 224962"/>
                <a:gd name="csY73" fmla="*/ 254057 h 352945"/>
                <a:gd name="csX74" fmla="*/ 193067 w 224962"/>
                <a:gd name="csY74" fmla="*/ 254560 h 352945"/>
                <a:gd name="csX75" fmla="*/ 194657 w 224962"/>
                <a:gd name="csY75" fmla="*/ 254818 h 352945"/>
                <a:gd name="csX76" fmla="*/ 195015 w 224962"/>
                <a:gd name="csY76" fmla="*/ 255747 h 352945"/>
                <a:gd name="csX77" fmla="*/ 194490 w 224962"/>
                <a:gd name="csY77" fmla="*/ 262693 h 352945"/>
                <a:gd name="csX78" fmla="*/ 195228 w 224962"/>
                <a:gd name="csY78" fmla="*/ 264633 h 352945"/>
                <a:gd name="csX79" fmla="*/ 196294 w 224962"/>
                <a:gd name="csY79" fmla="*/ 266018 h 352945"/>
                <a:gd name="csX80" fmla="*/ 197495 w 224962"/>
                <a:gd name="csY80" fmla="*/ 266741 h 352945"/>
                <a:gd name="csX81" fmla="*/ 198713 w 224962"/>
                <a:gd name="csY81" fmla="*/ 267669 h 352945"/>
                <a:gd name="csX82" fmla="*/ 199337 w 224962"/>
                <a:gd name="csY82" fmla="*/ 268308 h 352945"/>
                <a:gd name="csX83" fmla="*/ 200737 w 224962"/>
                <a:gd name="csY83" fmla="*/ 268460 h 352945"/>
                <a:gd name="csX84" fmla="*/ 202312 w 224962"/>
                <a:gd name="csY84" fmla="*/ 269724 h 352945"/>
                <a:gd name="csX85" fmla="*/ 202738 w 224962"/>
                <a:gd name="csY85" fmla="*/ 271405 h 352945"/>
                <a:gd name="csX86" fmla="*/ 202632 w 224962"/>
                <a:gd name="csY86" fmla="*/ 273033 h 352945"/>
                <a:gd name="csX87" fmla="*/ 201719 w 224962"/>
                <a:gd name="csY87" fmla="*/ 276548 h 352945"/>
                <a:gd name="csX88" fmla="*/ 200973 w 224962"/>
                <a:gd name="csY88" fmla="*/ 278914 h 352945"/>
                <a:gd name="csX89" fmla="*/ 200060 w 224962"/>
                <a:gd name="csY89" fmla="*/ 278755 h 352945"/>
                <a:gd name="csX90" fmla="*/ 198203 w 224962"/>
                <a:gd name="csY90" fmla="*/ 278169 h 352945"/>
                <a:gd name="csX91" fmla="*/ 195936 w 224962"/>
                <a:gd name="csY91" fmla="*/ 277667 h 352945"/>
                <a:gd name="csX92" fmla="*/ 193151 w 224962"/>
                <a:gd name="csY92" fmla="*/ 277264 h 352945"/>
                <a:gd name="csX93" fmla="*/ 190504 w 224962"/>
                <a:gd name="csY93" fmla="*/ 278230 h 352945"/>
                <a:gd name="csX94" fmla="*/ 187642 w 224962"/>
                <a:gd name="csY94" fmla="*/ 279470 h 352945"/>
                <a:gd name="csX95" fmla="*/ 186745 w 224962"/>
                <a:gd name="csY95" fmla="*/ 280391 h 352945"/>
                <a:gd name="csX96" fmla="*/ 185946 w 224962"/>
                <a:gd name="csY96" fmla="*/ 280939 h 352945"/>
                <a:gd name="csX97" fmla="*/ 184683 w 224962"/>
                <a:gd name="csY97" fmla="*/ 280847 h 352945"/>
                <a:gd name="csX98" fmla="*/ 183526 w 224962"/>
                <a:gd name="csY98" fmla="*/ 281007 h 352945"/>
                <a:gd name="csX99" fmla="*/ 182902 w 224962"/>
                <a:gd name="csY99" fmla="*/ 281890 h 352945"/>
                <a:gd name="csX100" fmla="*/ 181852 w 224962"/>
                <a:gd name="csY100" fmla="*/ 282871 h 352945"/>
                <a:gd name="csX101" fmla="*/ 177729 w 224962"/>
                <a:gd name="csY101" fmla="*/ 284895 h 352945"/>
                <a:gd name="csX102" fmla="*/ 176861 w 224962"/>
                <a:gd name="csY102" fmla="*/ 285633 h 352945"/>
                <a:gd name="csX103" fmla="*/ 176344 w 224962"/>
                <a:gd name="csY103" fmla="*/ 286363 h 352945"/>
                <a:gd name="csX104" fmla="*/ 176344 w 224962"/>
                <a:gd name="csY104" fmla="*/ 287162 h 352945"/>
                <a:gd name="csX105" fmla="*/ 176762 w 224962"/>
                <a:gd name="csY105" fmla="*/ 288806 h 352945"/>
                <a:gd name="csX106" fmla="*/ 176755 w 224962"/>
                <a:gd name="csY106" fmla="*/ 290852 h 352945"/>
                <a:gd name="csX107" fmla="*/ 175834 w 224962"/>
                <a:gd name="csY107" fmla="*/ 292511 h 352945"/>
                <a:gd name="csX108" fmla="*/ 174769 w 224962"/>
                <a:gd name="csY108" fmla="*/ 293622 h 352945"/>
                <a:gd name="csX109" fmla="*/ 173544 w 224962"/>
                <a:gd name="csY109" fmla="*/ 294048 h 352945"/>
                <a:gd name="csX110" fmla="*/ 172532 w 224962"/>
                <a:gd name="csY110" fmla="*/ 294284 h 352945"/>
                <a:gd name="csX111" fmla="*/ 171862 w 224962"/>
                <a:gd name="csY111" fmla="*/ 294969 h 352945"/>
                <a:gd name="csX112" fmla="*/ 169709 w 224962"/>
                <a:gd name="csY112" fmla="*/ 298727 h 352945"/>
                <a:gd name="csX113" fmla="*/ 168781 w 224962"/>
                <a:gd name="csY113" fmla="*/ 299420 h 352945"/>
                <a:gd name="csX114" fmla="*/ 166887 w 224962"/>
                <a:gd name="csY114" fmla="*/ 299305 h 352945"/>
                <a:gd name="csX115" fmla="*/ 161454 w 224962"/>
                <a:gd name="csY115" fmla="*/ 304928 h 352945"/>
                <a:gd name="csX116" fmla="*/ 160914 w 224962"/>
                <a:gd name="csY116" fmla="*/ 306587 h 352945"/>
                <a:gd name="csX117" fmla="*/ 158928 w 224962"/>
                <a:gd name="csY117" fmla="*/ 308938 h 352945"/>
                <a:gd name="csX118" fmla="*/ 156417 w 224962"/>
                <a:gd name="csY118" fmla="*/ 311548 h 352945"/>
                <a:gd name="csX119" fmla="*/ 154172 w 224962"/>
                <a:gd name="csY119" fmla="*/ 312811 h 352945"/>
                <a:gd name="csX120" fmla="*/ 153990 w 224962"/>
                <a:gd name="csY120" fmla="*/ 313298 h 352945"/>
                <a:gd name="csX121" fmla="*/ 153389 w 224962"/>
                <a:gd name="csY121" fmla="*/ 313792 h 352945"/>
                <a:gd name="csX122" fmla="*/ 152004 w 224962"/>
                <a:gd name="csY122" fmla="*/ 314355 h 352945"/>
                <a:gd name="csX123" fmla="*/ 147211 w 224962"/>
                <a:gd name="csY123" fmla="*/ 317536 h 352945"/>
                <a:gd name="csX124" fmla="*/ 141451 w 224962"/>
                <a:gd name="csY124" fmla="*/ 317406 h 352945"/>
                <a:gd name="csX125" fmla="*/ 138910 w 224962"/>
                <a:gd name="csY125" fmla="*/ 318654 h 352945"/>
                <a:gd name="csX126" fmla="*/ 136437 w 224962"/>
                <a:gd name="csY126" fmla="*/ 319202 h 352945"/>
                <a:gd name="csX127" fmla="*/ 132815 w 224962"/>
                <a:gd name="csY127" fmla="*/ 319818 h 352945"/>
                <a:gd name="csX128" fmla="*/ 131735 w 224962"/>
                <a:gd name="csY128" fmla="*/ 319757 h 352945"/>
                <a:gd name="csX129" fmla="*/ 127093 w 224962"/>
                <a:gd name="csY129" fmla="*/ 320016 h 352945"/>
                <a:gd name="csX130" fmla="*/ 121654 w 224962"/>
                <a:gd name="csY130" fmla="*/ 319925 h 352945"/>
                <a:gd name="csX131" fmla="*/ 119569 w 224962"/>
                <a:gd name="csY131" fmla="*/ 320374 h 352945"/>
                <a:gd name="csX132" fmla="*/ 117613 w 224962"/>
                <a:gd name="csY132" fmla="*/ 321576 h 352945"/>
                <a:gd name="csX133" fmla="*/ 116160 w 224962"/>
                <a:gd name="csY133" fmla="*/ 322633 h 352945"/>
                <a:gd name="csX134" fmla="*/ 115955 w 224962"/>
                <a:gd name="csY134" fmla="*/ 322991 h 352945"/>
                <a:gd name="csX135" fmla="*/ 116168 w 224962"/>
                <a:gd name="csY135" fmla="*/ 323432 h 352945"/>
                <a:gd name="csX136" fmla="*/ 116114 w 224962"/>
                <a:gd name="csY136" fmla="*/ 323782 h 352945"/>
                <a:gd name="csX137" fmla="*/ 119919 w 224962"/>
                <a:gd name="csY137" fmla="*/ 326377 h 352945"/>
                <a:gd name="csX138" fmla="*/ 120870 w 224962"/>
                <a:gd name="csY138" fmla="*/ 327647 h 352945"/>
                <a:gd name="csX139" fmla="*/ 119911 w 224962"/>
                <a:gd name="csY139" fmla="*/ 328880 h 352945"/>
                <a:gd name="csX140" fmla="*/ 119455 w 224962"/>
                <a:gd name="csY140" fmla="*/ 329063 h 352945"/>
                <a:gd name="csX141" fmla="*/ 119401 w 224962"/>
                <a:gd name="csY141" fmla="*/ 329139 h 352945"/>
                <a:gd name="csX142" fmla="*/ 118778 w 224962"/>
                <a:gd name="csY142" fmla="*/ 330112 h 352945"/>
                <a:gd name="csX143" fmla="*/ 116548 w 224962"/>
                <a:gd name="csY143" fmla="*/ 333034 h 352945"/>
                <a:gd name="csX144" fmla="*/ 113155 w 224962"/>
                <a:gd name="csY144" fmla="*/ 336489 h 352945"/>
                <a:gd name="csX145" fmla="*/ 111420 w 224962"/>
                <a:gd name="csY145" fmla="*/ 337478 h 352945"/>
                <a:gd name="csX146" fmla="*/ 110727 w 224962"/>
                <a:gd name="csY146" fmla="*/ 338124 h 352945"/>
                <a:gd name="csX147" fmla="*/ 109822 w 224962"/>
                <a:gd name="csY147" fmla="*/ 340415 h 352945"/>
                <a:gd name="csX148" fmla="*/ 109244 w 224962"/>
                <a:gd name="csY148" fmla="*/ 340734 h 352945"/>
                <a:gd name="csX149" fmla="*/ 106908 w 224962"/>
                <a:gd name="csY149" fmla="*/ 341031 h 352945"/>
                <a:gd name="csX150" fmla="*/ 102297 w 224962"/>
                <a:gd name="csY150" fmla="*/ 341282 h 352945"/>
                <a:gd name="csX151" fmla="*/ 95914 w 224962"/>
                <a:gd name="csY151" fmla="*/ 342028 h 352945"/>
                <a:gd name="csX152" fmla="*/ 92087 w 224962"/>
                <a:gd name="csY152" fmla="*/ 342279 h 352945"/>
                <a:gd name="csX153" fmla="*/ 89705 w 224962"/>
                <a:gd name="csY153" fmla="*/ 342066 h 352945"/>
                <a:gd name="csX154" fmla="*/ 86357 w 224962"/>
                <a:gd name="csY154" fmla="*/ 343648 h 352945"/>
                <a:gd name="csX155" fmla="*/ 85163 w 224962"/>
                <a:gd name="csY155" fmla="*/ 344051 h 352945"/>
                <a:gd name="csX156" fmla="*/ 84432 w 224962"/>
                <a:gd name="csY156" fmla="*/ 344188 h 352945"/>
                <a:gd name="csX157" fmla="*/ 81115 w 224962"/>
                <a:gd name="csY157" fmla="*/ 345718 h 352945"/>
                <a:gd name="csX158" fmla="*/ 78361 w 224962"/>
                <a:gd name="csY158" fmla="*/ 348099 h 352945"/>
                <a:gd name="csX159" fmla="*/ 77379 w 224962"/>
                <a:gd name="csY159" fmla="*/ 348548 h 352945"/>
                <a:gd name="csX160" fmla="*/ 73499 w 224962"/>
                <a:gd name="csY160" fmla="*/ 349560 h 352945"/>
                <a:gd name="csX161" fmla="*/ 71954 w 224962"/>
                <a:gd name="csY161" fmla="*/ 351196 h 352945"/>
                <a:gd name="csX162" fmla="*/ 71247 w 224962"/>
                <a:gd name="csY162" fmla="*/ 351333 h 352945"/>
                <a:gd name="csX163" fmla="*/ 68759 w 224962"/>
                <a:gd name="csY163" fmla="*/ 349172 h 352945"/>
                <a:gd name="csX164" fmla="*/ 67062 w 224962"/>
                <a:gd name="csY164" fmla="*/ 347217 h 352945"/>
                <a:gd name="csX165" fmla="*/ 66233 w 224962"/>
                <a:gd name="csY165" fmla="*/ 345231 h 352945"/>
                <a:gd name="csX166" fmla="*/ 66134 w 224962"/>
                <a:gd name="csY166" fmla="*/ 344599 h 352945"/>
                <a:gd name="csX167" fmla="*/ 65662 w 224962"/>
                <a:gd name="csY167" fmla="*/ 344713 h 352945"/>
                <a:gd name="csX168" fmla="*/ 64300 w 224962"/>
                <a:gd name="csY168" fmla="*/ 345596 h 352945"/>
                <a:gd name="csX169" fmla="*/ 63121 w 224962"/>
                <a:gd name="csY169" fmla="*/ 346593 h 352945"/>
                <a:gd name="csX170" fmla="*/ 62580 w 224962"/>
                <a:gd name="csY170" fmla="*/ 348495 h 352945"/>
                <a:gd name="csX171" fmla="*/ 58571 w 224962"/>
                <a:gd name="csY171" fmla="*/ 349773 h 352945"/>
                <a:gd name="csX172" fmla="*/ 55139 w 224962"/>
                <a:gd name="csY172" fmla="*/ 350876 h 352945"/>
                <a:gd name="csX173" fmla="*/ 53579 w 224962"/>
                <a:gd name="csY173" fmla="*/ 352261 h 352945"/>
                <a:gd name="csX174" fmla="*/ 51175 w 224962"/>
                <a:gd name="csY174" fmla="*/ 352946 h 352945"/>
                <a:gd name="csX175" fmla="*/ 48109 w 224962"/>
                <a:gd name="csY175" fmla="*/ 352664 h 352945"/>
                <a:gd name="csX176" fmla="*/ 45720 w 224962"/>
                <a:gd name="csY176" fmla="*/ 352101 h 352945"/>
                <a:gd name="csX177" fmla="*/ 43384 w 224962"/>
                <a:gd name="csY177" fmla="*/ 351911 h 352945"/>
                <a:gd name="csX178" fmla="*/ 44503 w 224962"/>
                <a:gd name="csY178" fmla="*/ 350184 h 352945"/>
                <a:gd name="csX179" fmla="*/ 44936 w 224962"/>
                <a:gd name="csY179" fmla="*/ 348898 h 352945"/>
                <a:gd name="csX180" fmla="*/ 45043 w 224962"/>
                <a:gd name="csY180" fmla="*/ 347323 h 352945"/>
                <a:gd name="csX181" fmla="*/ 44875 w 224962"/>
                <a:gd name="csY181" fmla="*/ 346258 h 352945"/>
                <a:gd name="csX182" fmla="*/ 43475 w 224962"/>
                <a:gd name="csY182" fmla="*/ 345725 h 352945"/>
                <a:gd name="csX183" fmla="*/ 42593 w 224962"/>
                <a:gd name="csY183" fmla="*/ 344888 h 352945"/>
                <a:gd name="csX184" fmla="*/ 40584 w 224962"/>
                <a:gd name="csY184" fmla="*/ 339920 h 352945"/>
                <a:gd name="csX185" fmla="*/ 38522 w 224962"/>
                <a:gd name="csY185" fmla="*/ 334807 h 352945"/>
                <a:gd name="csX186" fmla="*/ 35615 w 224962"/>
                <a:gd name="csY186" fmla="*/ 329770 h 352945"/>
                <a:gd name="csX187" fmla="*/ 32451 w 224962"/>
                <a:gd name="csY187" fmla="*/ 326552 h 352945"/>
                <a:gd name="csX188" fmla="*/ 30160 w 224962"/>
                <a:gd name="csY188" fmla="*/ 324589 h 352945"/>
                <a:gd name="csX189" fmla="*/ 29430 w 224962"/>
                <a:gd name="csY189" fmla="*/ 324338 h 352945"/>
                <a:gd name="csX190" fmla="*/ 28251 w 224962"/>
                <a:gd name="csY190" fmla="*/ 323721 h 352945"/>
                <a:gd name="csX191" fmla="*/ 27429 w 224962"/>
                <a:gd name="csY191" fmla="*/ 323151 h 352945"/>
                <a:gd name="csX192" fmla="*/ 23229 w 224962"/>
                <a:gd name="csY192" fmla="*/ 319727 h 352945"/>
                <a:gd name="csX193" fmla="*/ 18877 w 224962"/>
                <a:gd name="csY193" fmla="*/ 315892 h 352945"/>
                <a:gd name="csX194" fmla="*/ 17758 w 224962"/>
                <a:gd name="csY194" fmla="*/ 314142 h 352945"/>
                <a:gd name="csX195" fmla="*/ 15582 w 224962"/>
                <a:gd name="csY195" fmla="*/ 311533 h 352945"/>
                <a:gd name="csX196" fmla="*/ 13148 w 224962"/>
                <a:gd name="csY196" fmla="*/ 308839 h 352945"/>
                <a:gd name="csX197" fmla="*/ 11885 w 224962"/>
                <a:gd name="csY197" fmla="*/ 307614 h 352945"/>
                <a:gd name="csX198" fmla="*/ 11299 w 224962"/>
                <a:gd name="csY198" fmla="*/ 305400 h 352945"/>
                <a:gd name="csX199" fmla="*/ 12973 w 224962"/>
                <a:gd name="csY199" fmla="*/ 303399 h 352945"/>
                <a:gd name="csX200" fmla="*/ 14768 w 224962"/>
                <a:gd name="csY200" fmla="*/ 300873 h 352945"/>
                <a:gd name="csX201" fmla="*/ 16975 w 224962"/>
                <a:gd name="csY201" fmla="*/ 299191 h 352945"/>
                <a:gd name="csX202" fmla="*/ 19835 w 224962"/>
                <a:gd name="csY202" fmla="*/ 299077 h 352945"/>
                <a:gd name="csX203" fmla="*/ 24545 w 224962"/>
                <a:gd name="csY203" fmla="*/ 299770 h 352945"/>
                <a:gd name="csX204" fmla="*/ 29628 w 224962"/>
                <a:gd name="csY204" fmla="*/ 300013 h 352945"/>
                <a:gd name="csX205" fmla="*/ 34664 w 224962"/>
                <a:gd name="csY205" fmla="*/ 299488 h 352945"/>
                <a:gd name="csX206" fmla="*/ 35966 w 224962"/>
                <a:gd name="csY206" fmla="*/ 299123 h 352945"/>
                <a:gd name="csX207" fmla="*/ 37259 w 224962"/>
                <a:gd name="csY207" fmla="*/ 299153 h 352945"/>
                <a:gd name="csX208" fmla="*/ 39968 w 224962"/>
                <a:gd name="csY208" fmla="*/ 299739 h 352945"/>
                <a:gd name="csX209" fmla="*/ 44685 w 224962"/>
                <a:gd name="csY209" fmla="*/ 299610 h 352945"/>
                <a:gd name="csX210" fmla="*/ 47120 w 224962"/>
                <a:gd name="csY210" fmla="*/ 298590 h 352945"/>
                <a:gd name="csX211" fmla="*/ 44495 w 224962"/>
                <a:gd name="csY211" fmla="*/ 296848 h 352945"/>
                <a:gd name="csX212" fmla="*/ 41672 w 224962"/>
                <a:gd name="csY212" fmla="*/ 294086 h 352945"/>
                <a:gd name="csX213" fmla="*/ 39032 w 224962"/>
                <a:gd name="csY213" fmla="*/ 291058 h 352945"/>
                <a:gd name="csX214" fmla="*/ 37427 w 224962"/>
                <a:gd name="csY214" fmla="*/ 288311 h 352945"/>
                <a:gd name="csX215" fmla="*/ 35958 w 224962"/>
                <a:gd name="csY215" fmla="*/ 284773 h 352945"/>
                <a:gd name="csX216" fmla="*/ 34604 w 224962"/>
                <a:gd name="csY216" fmla="*/ 280398 h 352945"/>
                <a:gd name="csX217" fmla="*/ 33775 w 224962"/>
                <a:gd name="csY217" fmla="*/ 274722 h 352945"/>
                <a:gd name="csX218" fmla="*/ 33896 w 224962"/>
                <a:gd name="csY218" fmla="*/ 271504 h 352945"/>
                <a:gd name="csX219" fmla="*/ 34322 w 224962"/>
                <a:gd name="csY219" fmla="*/ 269214 h 352945"/>
                <a:gd name="csX220" fmla="*/ 35738 w 224962"/>
                <a:gd name="csY220" fmla="*/ 265470 h 352945"/>
                <a:gd name="csX221" fmla="*/ 34801 w 224962"/>
                <a:gd name="csY221" fmla="*/ 263279 h 352945"/>
                <a:gd name="csX222" fmla="*/ 35007 w 224962"/>
                <a:gd name="csY222" fmla="*/ 261506 h 352945"/>
                <a:gd name="csX223" fmla="*/ 34870 w 224962"/>
                <a:gd name="csY223" fmla="*/ 258881 h 352945"/>
                <a:gd name="csX224" fmla="*/ 34414 w 224962"/>
                <a:gd name="csY224" fmla="*/ 257542 h 352945"/>
                <a:gd name="csX225" fmla="*/ 32580 w 224962"/>
                <a:gd name="csY225" fmla="*/ 253182 h 352945"/>
                <a:gd name="csX226" fmla="*/ 32207 w 224962"/>
                <a:gd name="csY226" fmla="*/ 252703 h 352945"/>
                <a:gd name="csX227" fmla="*/ 30587 w 224962"/>
                <a:gd name="csY227" fmla="*/ 249683 h 352945"/>
                <a:gd name="csX228" fmla="*/ 29871 w 224962"/>
                <a:gd name="csY228" fmla="*/ 244630 h 352945"/>
                <a:gd name="csX229" fmla="*/ 28038 w 224962"/>
                <a:gd name="csY229" fmla="*/ 241290 h 352945"/>
                <a:gd name="csX230" fmla="*/ 25093 w 224962"/>
                <a:gd name="csY230" fmla="*/ 239677 h 352945"/>
                <a:gd name="csX231" fmla="*/ 23419 w 224962"/>
                <a:gd name="csY231" fmla="*/ 237707 h 352945"/>
                <a:gd name="csX232" fmla="*/ 22803 w 224962"/>
                <a:gd name="csY232" fmla="*/ 234237 h 352945"/>
                <a:gd name="csX233" fmla="*/ 21639 w 224962"/>
                <a:gd name="csY233" fmla="*/ 233324 h 352945"/>
                <a:gd name="csX234" fmla="*/ 17013 w 224962"/>
                <a:gd name="csY234" fmla="*/ 232114 h 352945"/>
                <a:gd name="csX235" fmla="*/ 13148 w 224962"/>
                <a:gd name="csY235" fmla="*/ 232084 h 352945"/>
                <a:gd name="csX236" fmla="*/ 10340 w 224962"/>
                <a:gd name="csY236" fmla="*/ 228166 h 352945"/>
                <a:gd name="csX237" fmla="*/ 6734 w 224962"/>
                <a:gd name="csY237" fmla="*/ 223121 h 352945"/>
                <a:gd name="csX238" fmla="*/ 3378 w 224962"/>
                <a:gd name="csY238" fmla="*/ 218434 h 352945"/>
                <a:gd name="csX239" fmla="*/ 1232 w 224962"/>
                <a:gd name="csY239" fmla="*/ 209030 h 352945"/>
                <a:gd name="csX240" fmla="*/ 0 w 224962"/>
                <a:gd name="csY240" fmla="*/ 203643 h 352945"/>
                <a:gd name="csX241" fmla="*/ 1392 w 224962"/>
                <a:gd name="csY241" fmla="*/ 202007 h 352945"/>
                <a:gd name="csX242" fmla="*/ 4147 w 224962"/>
                <a:gd name="csY242" fmla="*/ 198165 h 352945"/>
                <a:gd name="csX243" fmla="*/ 7662 w 224962"/>
                <a:gd name="csY243" fmla="*/ 190800 h 352945"/>
                <a:gd name="csX244" fmla="*/ 15582 w 224962"/>
                <a:gd name="csY244" fmla="*/ 179395 h 352945"/>
                <a:gd name="csX245" fmla="*/ 19638 w 224962"/>
                <a:gd name="csY245" fmla="*/ 173544 h 352945"/>
                <a:gd name="csX246" fmla="*/ 27725 w 224962"/>
                <a:gd name="csY246" fmla="*/ 164794 h 352945"/>
                <a:gd name="csX247" fmla="*/ 37663 w 224962"/>
                <a:gd name="csY247" fmla="*/ 154020 h 352945"/>
                <a:gd name="csX248" fmla="*/ 43262 w 224962"/>
                <a:gd name="csY248" fmla="*/ 147933 h 352945"/>
                <a:gd name="csX249" fmla="*/ 44168 w 224962"/>
                <a:gd name="csY249" fmla="*/ 136825 h 352945"/>
                <a:gd name="csX250" fmla="*/ 45126 w 224962"/>
                <a:gd name="csY250" fmla="*/ 125047 h 352945"/>
                <a:gd name="csX251" fmla="*/ 45849 w 224962"/>
                <a:gd name="csY251" fmla="*/ 116122 h 352945"/>
                <a:gd name="csX252" fmla="*/ 46747 w 224962"/>
                <a:gd name="csY252" fmla="*/ 105508 h 352945"/>
                <a:gd name="csX253" fmla="*/ 47508 w 224962"/>
                <a:gd name="csY253" fmla="*/ 96621 h 352945"/>
                <a:gd name="csX254" fmla="*/ 48056 w 224962"/>
                <a:gd name="csY254" fmla="*/ 90131 h 352945"/>
                <a:gd name="csX255" fmla="*/ 48832 w 224962"/>
                <a:gd name="csY255" fmla="*/ 80917 h 352945"/>
                <a:gd name="csX256" fmla="*/ 49494 w 224962"/>
                <a:gd name="csY256" fmla="*/ 79144 h 352945"/>
                <a:gd name="csX257" fmla="*/ 53397 w 224962"/>
                <a:gd name="csY257" fmla="*/ 71893 h 352945"/>
                <a:gd name="csX258" fmla="*/ 53701 w 224962"/>
                <a:gd name="csY258" fmla="*/ 70919 h 352945"/>
                <a:gd name="csX259" fmla="*/ 52979 w 224962"/>
                <a:gd name="csY259" fmla="*/ 69702 h 352945"/>
                <a:gd name="csX260" fmla="*/ 47409 w 224962"/>
                <a:gd name="csY260" fmla="*/ 63524 h 352945"/>
                <a:gd name="csX261" fmla="*/ 45674 w 224962"/>
                <a:gd name="csY261" fmla="*/ 62147 h 352945"/>
                <a:gd name="csX262" fmla="*/ 44670 w 224962"/>
                <a:gd name="csY262" fmla="*/ 58928 h 352945"/>
                <a:gd name="csX263" fmla="*/ 46100 w 224962"/>
                <a:gd name="csY263" fmla="*/ 57125 h 352945"/>
                <a:gd name="csX264" fmla="*/ 39405 w 224962"/>
                <a:gd name="csY264" fmla="*/ 46716 h 352945"/>
                <a:gd name="csX265" fmla="*/ 37746 w 224962"/>
                <a:gd name="csY265" fmla="*/ 45438 h 352945"/>
                <a:gd name="csX266" fmla="*/ 37016 w 224962"/>
                <a:gd name="csY266" fmla="*/ 44168 h 352945"/>
                <a:gd name="csX267" fmla="*/ 36932 w 224962"/>
                <a:gd name="csY267" fmla="*/ 42281 h 352945"/>
                <a:gd name="csX268" fmla="*/ 36810 w 224962"/>
                <a:gd name="csY268" fmla="*/ 35053 h 352945"/>
                <a:gd name="csX269" fmla="*/ 35030 w 224962"/>
                <a:gd name="csY269" fmla="*/ 23678 h 352945"/>
                <a:gd name="csX270" fmla="*/ 32687 w 224962"/>
                <a:gd name="csY270" fmla="*/ 10378 h 352945"/>
                <a:gd name="csX271" fmla="*/ 40554 w 224962"/>
                <a:gd name="csY271" fmla="*/ 6581 h 352945"/>
                <a:gd name="csX272" fmla="*/ 46526 w 224962"/>
                <a:gd name="csY272" fmla="*/ 3690 h 352945"/>
                <a:gd name="csX273" fmla="*/ 54150 w 224962"/>
                <a:gd name="csY273" fmla="*/ 0 h 352945"/>
                <a:gd name="csX274" fmla="*/ 61211 w 224962"/>
                <a:gd name="csY274" fmla="*/ 3782 h 352945"/>
                <a:gd name="csX275" fmla="*/ 71445 w 224962"/>
                <a:gd name="csY275" fmla="*/ 9244 h 352945"/>
                <a:gd name="csX276" fmla="*/ 81678 w 224962"/>
                <a:gd name="csY276" fmla="*/ 14692 h 352945"/>
                <a:gd name="csX277" fmla="*/ 91904 w 224962"/>
                <a:gd name="csY277" fmla="*/ 20140 h 352945"/>
                <a:gd name="csX278" fmla="*/ 102138 w 224962"/>
                <a:gd name="csY278" fmla="*/ 25580 h 352945"/>
                <a:gd name="csX279" fmla="*/ 112363 w 224962"/>
                <a:gd name="csY279" fmla="*/ 31005 h 352945"/>
                <a:gd name="csX280" fmla="*/ 122597 w 224962"/>
                <a:gd name="csY280" fmla="*/ 36415 h 352945"/>
                <a:gd name="csX281" fmla="*/ 132823 w 224962"/>
                <a:gd name="csY281" fmla="*/ 41824 h 352945"/>
                <a:gd name="csX282" fmla="*/ 143056 w 224962"/>
                <a:gd name="csY282" fmla="*/ 47226 h 352945"/>
                <a:gd name="csX283" fmla="*/ 153282 w 224962"/>
                <a:gd name="csY283" fmla="*/ 52613 h 352945"/>
                <a:gd name="csX284" fmla="*/ 163516 w 224962"/>
                <a:gd name="csY284" fmla="*/ 57993 h 352945"/>
                <a:gd name="csX285" fmla="*/ 173742 w 224962"/>
                <a:gd name="csY285" fmla="*/ 63364 h 352945"/>
                <a:gd name="csX286" fmla="*/ 183975 w 224962"/>
                <a:gd name="csY286" fmla="*/ 68728 h 352945"/>
                <a:gd name="csX287" fmla="*/ 194201 w 224962"/>
                <a:gd name="csY287" fmla="*/ 74085 h 352945"/>
                <a:gd name="csX288" fmla="*/ 204435 w 224962"/>
                <a:gd name="csY288" fmla="*/ 79433 h 352945"/>
                <a:gd name="csX289" fmla="*/ 214661 w 224962"/>
                <a:gd name="csY289" fmla="*/ 84767 h 3529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Lst>
              <a:rect l="l" t="t" r="r" b="b"/>
              <a:pathLst>
                <a:path w="224962" h="352945">
                  <a:moveTo>
                    <a:pt x="224894" y="90101"/>
                  </a:moveTo>
                  <a:lnTo>
                    <a:pt x="224902" y="100129"/>
                  </a:lnTo>
                  <a:lnTo>
                    <a:pt x="224909" y="110134"/>
                  </a:lnTo>
                  <a:lnTo>
                    <a:pt x="224917" y="120109"/>
                  </a:lnTo>
                  <a:lnTo>
                    <a:pt x="224925" y="130061"/>
                  </a:lnTo>
                  <a:lnTo>
                    <a:pt x="224932" y="139990"/>
                  </a:lnTo>
                  <a:lnTo>
                    <a:pt x="224940" y="149889"/>
                  </a:lnTo>
                  <a:lnTo>
                    <a:pt x="224947" y="159764"/>
                  </a:lnTo>
                  <a:lnTo>
                    <a:pt x="224955" y="169625"/>
                  </a:lnTo>
                  <a:lnTo>
                    <a:pt x="224963" y="172882"/>
                  </a:lnTo>
                  <a:lnTo>
                    <a:pt x="224689" y="174175"/>
                  </a:lnTo>
                  <a:lnTo>
                    <a:pt x="224574" y="174358"/>
                  </a:lnTo>
                  <a:lnTo>
                    <a:pt x="224156" y="174578"/>
                  </a:lnTo>
                  <a:lnTo>
                    <a:pt x="219081" y="173665"/>
                  </a:lnTo>
                  <a:lnTo>
                    <a:pt x="216860" y="173642"/>
                  </a:lnTo>
                  <a:lnTo>
                    <a:pt x="213740" y="174343"/>
                  </a:lnTo>
                  <a:lnTo>
                    <a:pt x="209159" y="174715"/>
                  </a:lnTo>
                  <a:lnTo>
                    <a:pt x="206207" y="174601"/>
                  </a:lnTo>
                  <a:lnTo>
                    <a:pt x="204153" y="176290"/>
                  </a:lnTo>
                  <a:lnTo>
                    <a:pt x="202547" y="178329"/>
                  </a:lnTo>
                  <a:lnTo>
                    <a:pt x="203309" y="183214"/>
                  </a:lnTo>
                  <a:lnTo>
                    <a:pt x="203134" y="184819"/>
                  </a:lnTo>
                  <a:lnTo>
                    <a:pt x="202517" y="186493"/>
                  </a:lnTo>
                  <a:lnTo>
                    <a:pt x="201125" y="187931"/>
                  </a:lnTo>
                  <a:lnTo>
                    <a:pt x="199732" y="189080"/>
                  </a:lnTo>
                  <a:lnTo>
                    <a:pt x="198903" y="190085"/>
                  </a:lnTo>
                  <a:lnTo>
                    <a:pt x="197876" y="192291"/>
                  </a:lnTo>
                  <a:lnTo>
                    <a:pt x="197108" y="193318"/>
                  </a:lnTo>
                  <a:lnTo>
                    <a:pt x="197176" y="194703"/>
                  </a:lnTo>
                  <a:lnTo>
                    <a:pt x="196933" y="196149"/>
                  </a:lnTo>
                  <a:lnTo>
                    <a:pt x="196096" y="196910"/>
                  </a:lnTo>
                  <a:lnTo>
                    <a:pt x="193973" y="197457"/>
                  </a:lnTo>
                  <a:lnTo>
                    <a:pt x="192596" y="198104"/>
                  </a:lnTo>
                  <a:lnTo>
                    <a:pt x="191493" y="199162"/>
                  </a:lnTo>
                  <a:lnTo>
                    <a:pt x="190754" y="199922"/>
                  </a:lnTo>
                  <a:lnTo>
                    <a:pt x="191143" y="200934"/>
                  </a:lnTo>
                  <a:lnTo>
                    <a:pt x="191683" y="202319"/>
                  </a:lnTo>
                  <a:lnTo>
                    <a:pt x="191987" y="204488"/>
                  </a:lnTo>
                  <a:lnTo>
                    <a:pt x="192200" y="205758"/>
                  </a:lnTo>
                  <a:lnTo>
                    <a:pt x="193250" y="206793"/>
                  </a:lnTo>
                  <a:lnTo>
                    <a:pt x="193889" y="207531"/>
                  </a:lnTo>
                  <a:lnTo>
                    <a:pt x="194110" y="208436"/>
                  </a:lnTo>
                  <a:lnTo>
                    <a:pt x="193501" y="209190"/>
                  </a:lnTo>
                  <a:lnTo>
                    <a:pt x="190899" y="210757"/>
                  </a:lnTo>
                  <a:lnTo>
                    <a:pt x="189857" y="211343"/>
                  </a:lnTo>
                  <a:lnTo>
                    <a:pt x="188662" y="212142"/>
                  </a:lnTo>
                  <a:lnTo>
                    <a:pt x="188206" y="212438"/>
                  </a:lnTo>
                  <a:lnTo>
                    <a:pt x="186304" y="213930"/>
                  </a:lnTo>
                  <a:lnTo>
                    <a:pt x="185345" y="215254"/>
                  </a:lnTo>
                  <a:lnTo>
                    <a:pt x="184881" y="216349"/>
                  </a:lnTo>
                  <a:lnTo>
                    <a:pt x="184903" y="217871"/>
                  </a:lnTo>
                  <a:lnTo>
                    <a:pt x="185870" y="220138"/>
                  </a:lnTo>
                  <a:lnTo>
                    <a:pt x="186927" y="222063"/>
                  </a:lnTo>
                  <a:lnTo>
                    <a:pt x="187330" y="223517"/>
                  </a:lnTo>
                  <a:lnTo>
                    <a:pt x="187574" y="225107"/>
                  </a:lnTo>
                  <a:lnTo>
                    <a:pt x="187483" y="226613"/>
                  </a:lnTo>
                  <a:lnTo>
                    <a:pt x="186935" y="227930"/>
                  </a:lnTo>
                  <a:lnTo>
                    <a:pt x="185984" y="229109"/>
                  </a:lnTo>
                  <a:lnTo>
                    <a:pt x="182400" y="231338"/>
                  </a:lnTo>
                  <a:lnTo>
                    <a:pt x="180643" y="233773"/>
                  </a:lnTo>
                  <a:lnTo>
                    <a:pt x="179227" y="236740"/>
                  </a:lnTo>
                  <a:lnTo>
                    <a:pt x="178878" y="238353"/>
                  </a:lnTo>
                  <a:lnTo>
                    <a:pt x="179258" y="239434"/>
                  </a:lnTo>
                  <a:lnTo>
                    <a:pt x="180011" y="240339"/>
                  </a:lnTo>
                  <a:lnTo>
                    <a:pt x="181069" y="240803"/>
                  </a:lnTo>
                  <a:lnTo>
                    <a:pt x="182621" y="240940"/>
                  </a:lnTo>
                  <a:lnTo>
                    <a:pt x="185193" y="240446"/>
                  </a:lnTo>
                  <a:lnTo>
                    <a:pt x="187589" y="240118"/>
                  </a:lnTo>
                  <a:lnTo>
                    <a:pt x="190131" y="241184"/>
                  </a:lnTo>
                  <a:lnTo>
                    <a:pt x="191455" y="243664"/>
                  </a:lnTo>
                  <a:lnTo>
                    <a:pt x="190945" y="245475"/>
                  </a:lnTo>
                  <a:lnTo>
                    <a:pt x="191903" y="248762"/>
                  </a:lnTo>
                  <a:lnTo>
                    <a:pt x="192755" y="252726"/>
                  </a:lnTo>
                  <a:lnTo>
                    <a:pt x="192695" y="254057"/>
                  </a:lnTo>
                  <a:lnTo>
                    <a:pt x="193067" y="254560"/>
                  </a:lnTo>
                  <a:lnTo>
                    <a:pt x="194657" y="254818"/>
                  </a:lnTo>
                  <a:lnTo>
                    <a:pt x="195015" y="255747"/>
                  </a:lnTo>
                  <a:lnTo>
                    <a:pt x="194490" y="262693"/>
                  </a:lnTo>
                  <a:lnTo>
                    <a:pt x="195228" y="264633"/>
                  </a:lnTo>
                  <a:lnTo>
                    <a:pt x="196294" y="266018"/>
                  </a:lnTo>
                  <a:lnTo>
                    <a:pt x="197495" y="266741"/>
                  </a:lnTo>
                  <a:lnTo>
                    <a:pt x="198713" y="267669"/>
                  </a:lnTo>
                  <a:lnTo>
                    <a:pt x="199337" y="268308"/>
                  </a:lnTo>
                  <a:lnTo>
                    <a:pt x="200737" y="268460"/>
                  </a:lnTo>
                  <a:lnTo>
                    <a:pt x="202312" y="269724"/>
                  </a:lnTo>
                  <a:lnTo>
                    <a:pt x="202738" y="271405"/>
                  </a:lnTo>
                  <a:lnTo>
                    <a:pt x="202632" y="273033"/>
                  </a:lnTo>
                  <a:lnTo>
                    <a:pt x="201719" y="276548"/>
                  </a:lnTo>
                  <a:lnTo>
                    <a:pt x="200973" y="278914"/>
                  </a:lnTo>
                  <a:lnTo>
                    <a:pt x="200060" y="278755"/>
                  </a:lnTo>
                  <a:lnTo>
                    <a:pt x="198203" y="278169"/>
                  </a:lnTo>
                  <a:lnTo>
                    <a:pt x="195936" y="277667"/>
                  </a:lnTo>
                  <a:lnTo>
                    <a:pt x="193151" y="277264"/>
                  </a:lnTo>
                  <a:lnTo>
                    <a:pt x="190504" y="278230"/>
                  </a:lnTo>
                  <a:lnTo>
                    <a:pt x="187642" y="279470"/>
                  </a:lnTo>
                  <a:lnTo>
                    <a:pt x="186745" y="280391"/>
                  </a:lnTo>
                  <a:lnTo>
                    <a:pt x="185946" y="280939"/>
                  </a:lnTo>
                  <a:lnTo>
                    <a:pt x="184683" y="280847"/>
                  </a:lnTo>
                  <a:lnTo>
                    <a:pt x="183526" y="281007"/>
                  </a:lnTo>
                  <a:lnTo>
                    <a:pt x="182902" y="281890"/>
                  </a:lnTo>
                  <a:lnTo>
                    <a:pt x="181852" y="282871"/>
                  </a:lnTo>
                  <a:lnTo>
                    <a:pt x="177729" y="284895"/>
                  </a:lnTo>
                  <a:lnTo>
                    <a:pt x="176861" y="285633"/>
                  </a:lnTo>
                  <a:lnTo>
                    <a:pt x="176344" y="286363"/>
                  </a:lnTo>
                  <a:lnTo>
                    <a:pt x="176344" y="287162"/>
                  </a:lnTo>
                  <a:lnTo>
                    <a:pt x="176762" y="288806"/>
                  </a:lnTo>
                  <a:lnTo>
                    <a:pt x="176755" y="290852"/>
                  </a:lnTo>
                  <a:lnTo>
                    <a:pt x="175834" y="292511"/>
                  </a:lnTo>
                  <a:lnTo>
                    <a:pt x="174769" y="293622"/>
                  </a:lnTo>
                  <a:lnTo>
                    <a:pt x="173544" y="294048"/>
                  </a:lnTo>
                  <a:lnTo>
                    <a:pt x="172532" y="294284"/>
                  </a:lnTo>
                  <a:lnTo>
                    <a:pt x="171862" y="294969"/>
                  </a:lnTo>
                  <a:lnTo>
                    <a:pt x="169709" y="298727"/>
                  </a:lnTo>
                  <a:lnTo>
                    <a:pt x="168781" y="299420"/>
                  </a:lnTo>
                  <a:lnTo>
                    <a:pt x="166887" y="299305"/>
                  </a:lnTo>
                  <a:lnTo>
                    <a:pt x="161454" y="304928"/>
                  </a:lnTo>
                  <a:lnTo>
                    <a:pt x="160914" y="306587"/>
                  </a:lnTo>
                  <a:lnTo>
                    <a:pt x="158928" y="308938"/>
                  </a:lnTo>
                  <a:lnTo>
                    <a:pt x="156417" y="311548"/>
                  </a:lnTo>
                  <a:lnTo>
                    <a:pt x="154172" y="312811"/>
                  </a:lnTo>
                  <a:lnTo>
                    <a:pt x="153990" y="313298"/>
                  </a:lnTo>
                  <a:lnTo>
                    <a:pt x="153389" y="313792"/>
                  </a:lnTo>
                  <a:lnTo>
                    <a:pt x="152004" y="314355"/>
                  </a:lnTo>
                  <a:lnTo>
                    <a:pt x="147211" y="317536"/>
                  </a:lnTo>
                  <a:lnTo>
                    <a:pt x="141451" y="317406"/>
                  </a:lnTo>
                  <a:lnTo>
                    <a:pt x="138910" y="318654"/>
                  </a:lnTo>
                  <a:lnTo>
                    <a:pt x="136437" y="319202"/>
                  </a:lnTo>
                  <a:lnTo>
                    <a:pt x="132815" y="319818"/>
                  </a:lnTo>
                  <a:lnTo>
                    <a:pt x="131735" y="319757"/>
                  </a:lnTo>
                  <a:lnTo>
                    <a:pt x="127093" y="320016"/>
                  </a:lnTo>
                  <a:lnTo>
                    <a:pt x="121654" y="319925"/>
                  </a:lnTo>
                  <a:lnTo>
                    <a:pt x="119569" y="320374"/>
                  </a:lnTo>
                  <a:lnTo>
                    <a:pt x="117613" y="321576"/>
                  </a:lnTo>
                  <a:lnTo>
                    <a:pt x="116160" y="322633"/>
                  </a:lnTo>
                  <a:lnTo>
                    <a:pt x="115955" y="322991"/>
                  </a:lnTo>
                  <a:lnTo>
                    <a:pt x="116168" y="323432"/>
                  </a:lnTo>
                  <a:lnTo>
                    <a:pt x="116114" y="323782"/>
                  </a:lnTo>
                  <a:lnTo>
                    <a:pt x="119919" y="326377"/>
                  </a:lnTo>
                  <a:lnTo>
                    <a:pt x="120870" y="327647"/>
                  </a:lnTo>
                  <a:lnTo>
                    <a:pt x="119911" y="328880"/>
                  </a:lnTo>
                  <a:lnTo>
                    <a:pt x="119455" y="329063"/>
                  </a:lnTo>
                  <a:lnTo>
                    <a:pt x="119401" y="329139"/>
                  </a:lnTo>
                  <a:lnTo>
                    <a:pt x="118778" y="330112"/>
                  </a:lnTo>
                  <a:lnTo>
                    <a:pt x="116548" y="333034"/>
                  </a:lnTo>
                  <a:lnTo>
                    <a:pt x="113155" y="336489"/>
                  </a:lnTo>
                  <a:lnTo>
                    <a:pt x="111420" y="337478"/>
                  </a:lnTo>
                  <a:lnTo>
                    <a:pt x="110727" y="338124"/>
                  </a:lnTo>
                  <a:lnTo>
                    <a:pt x="109822" y="340415"/>
                  </a:lnTo>
                  <a:lnTo>
                    <a:pt x="109244" y="340734"/>
                  </a:lnTo>
                  <a:lnTo>
                    <a:pt x="106908" y="341031"/>
                  </a:lnTo>
                  <a:lnTo>
                    <a:pt x="102297" y="341282"/>
                  </a:lnTo>
                  <a:lnTo>
                    <a:pt x="95914" y="342028"/>
                  </a:lnTo>
                  <a:lnTo>
                    <a:pt x="92087" y="342279"/>
                  </a:lnTo>
                  <a:lnTo>
                    <a:pt x="89705" y="342066"/>
                  </a:lnTo>
                  <a:lnTo>
                    <a:pt x="86357" y="343648"/>
                  </a:lnTo>
                  <a:lnTo>
                    <a:pt x="85163" y="344051"/>
                  </a:lnTo>
                  <a:lnTo>
                    <a:pt x="84432" y="344188"/>
                  </a:lnTo>
                  <a:lnTo>
                    <a:pt x="81115" y="345718"/>
                  </a:lnTo>
                  <a:lnTo>
                    <a:pt x="78361" y="348099"/>
                  </a:lnTo>
                  <a:lnTo>
                    <a:pt x="77379" y="348548"/>
                  </a:lnTo>
                  <a:lnTo>
                    <a:pt x="73499" y="349560"/>
                  </a:lnTo>
                  <a:lnTo>
                    <a:pt x="71954" y="351196"/>
                  </a:lnTo>
                  <a:lnTo>
                    <a:pt x="71247" y="351333"/>
                  </a:lnTo>
                  <a:lnTo>
                    <a:pt x="68759" y="349172"/>
                  </a:lnTo>
                  <a:lnTo>
                    <a:pt x="67062" y="347217"/>
                  </a:lnTo>
                  <a:lnTo>
                    <a:pt x="66233" y="345231"/>
                  </a:lnTo>
                  <a:lnTo>
                    <a:pt x="66134" y="344599"/>
                  </a:lnTo>
                  <a:lnTo>
                    <a:pt x="65662" y="344713"/>
                  </a:lnTo>
                  <a:lnTo>
                    <a:pt x="64300" y="345596"/>
                  </a:lnTo>
                  <a:lnTo>
                    <a:pt x="63121" y="346593"/>
                  </a:lnTo>
                  <a:lnTo>
                    <a:pt x="62580" y="348495"/>
                  </a:lnTo>
                  <a:lnTo>
                    <a:pt x="58571" y="349773"/>
                  </a:lnTo>
                  <a:lnTo>
                    <a:pt x="55139" y="350876"/>
                  </a:lnTo>
                  <a:lnTo>
                    <a:pt x="53579" y="352261"/>
                  </a:lnTo>
                  <a:lnTo>
                    <a:pt x="51175" y="352946"/>
                  </a:lnTo>
                  <a:lnTo>
                    <a:pt x="48109" y="352664"/>
                  </a:lnTo>
                  <a:lnTo>
                    <a:pt x="45720" y="352101"/>
                  </a:lnTo>
                  <a:lnTo>
                    <a:pt x="43384" y="351911"/>
                  </a:lnTo>
                  <a:lnTo>
                    <a:pt x="44503" y="350184"/>
                  </a:lnTo>
                  <a:lnTo>
                    <a:pt x="44936" y="348898"/>
                  </a:lnTo>
                  <a:lnTo>
                    <a:pt x="45043" y="347323"/>
                  </a:lnTo>
                  <a:lnTo>
                    <a:pt x="44875" y="346258"/>
                  </a:lnTo>
                  <a:lnTo>
                    <a:pt x="43475" y="345725"/>
                  </a:lnTo>
                  <a:lnTo>
                    <a:pt x="42593" y="344888"/>
                  </a:lnTo>
                  <a:lnTo>
                    <a:pt x="40584" y="339920"/>
                  </a:lnTo>
                  <a:lnTo>
                    <a:pt x="38522" y="334807"/>
                  </a:lnTo>
                  <a:lnTo>
                    <a:pt x="35615" y="329770"/>
                  </a:lnTo>
                  <a:lnTo>
                    <a:pt x="32451" y="326552"/>
                  </a:lnTo>
                  <a:lnTo>
                    <a:pt x="30160" y="324589"/>
                  </a:lnTo>
                  <a:lnTo>
                    <a:pt x="29430" y="324338"/>
                  </a:lnTo>
                  <a:lnTo>
                    <a:pt x="28251" y="323721"/>
                  </a:lnTo>
                  <a:lnTo>
                    <a:pt x="27429" y="323151"/>
                  </a:lnTo>
                  <a:lnTo>
                    <a:pt x="23229" y="319727"/>
                  </a:lnTo>
                  <a:lnTo>
                    <a:pt x="18877" y="315892"/>
                  </a:lnTo>
                  <a:lnTo>
                    <a:pt x="17758" y="314142"/>
                  </a:lnTo>
                  <a:lnTo>
                    <a:pt x="15582" y="311533"/>
                  </a:lnTo>
                  <a:lnTo>
                    <a:pt x="13148" y="308839"/>
                  </a:lnTo>
                  <a:lnTo>
                    <a:pt x="11885" y="307614"/>
                  </a:lnTo>
                  <a:lnTo>
                    <a:pt x="11299" y="305400"/>
                  </a:lnTo>
                  <a:lnTo>
                    <a:pt x="12973" y="303399"/>
                  </a:lnTo>
                  <a:lnTo>
                    <a:pt x="14768" y="300873"/>
                  </a:lnTo>
                  <a:lnTo>
                    <a:pt x="16975" y="299191"/>
                  </a:lnTo>
                  <a:lnTo>
                    <a:pt x="19835" y="299077"/>
                  </a:lnTo>
                  <a:lnTo>
                    <a:pt x="24545" y="299770"/>
                  </a:lnTo>
                  <a:lnTo>
                    <a:pt x="29628" y="300013"/>
                  </a:lnTo>
                  <a:lnTo>
                    <a:pt x="34664" y="299488"/>
                  </a:lnTo>
                  <a:lnTo>
                    <a:pt x="35966" y="299123"/>
                  </a:lnTo>
                  <a:lnTo>
                    <a:pt x="37259" y="299153"/>
                  </a:lnTo>
                  <a:lnTo>
                    <a:pt x="39968" y="299739"/>
                  </a:lnTo>
                  <a:lnTo>
                    <a:pt x="44685" y="299610"/>
                  </a:lnTo>
                  <a:lnTo>
                    <a:pt x="47120" y="298590"/>
                  </a:lnTo>
                  <a:lnTo>
                    <a:pt x="44495" y="296848"/>
                  </a:lnTo>
                  <a:lnTo>
                    <a:pt x="41672" y="294086"/>
                  </a:lnTo>
                  <a:lnTo>
                    <a:pt x="39032" y="291058"/>
                  </a:lnTo>
                  <a:lnTo>
                    <a:pt x="37427" y="288311"/>
                  </a:lnTo>
                  <a:lnTo>
                    <a:pt x="35958" y="284773"/>
                  </a:lnTo>
                  <a:lnTo>
                    <a:pt x="34604" y="280398"/>
                  </a:lnTo>
                  <a:lnTo>
                    <a:pt x="33775" y="274722"/>
                  </a:lnTo>
                  <a:lnTo>
                    <a:pt x="33896" y="271504"/>
                  </a:lnTo>
                  <a:lnTo>
                    <a:pt x="34322" y="269214"/>
                  </a:lnTo>
                  <a:lnTo>
                    <a:pt x="35738" y="265470"/>
                  </a:lnTo>
                  <a:lnTo>
                    <a:pt x="34801" y="263279"/>
                  </a:lnTo>
                  <a:lnTo>
                    <a:pt x="35007" y="261506"/>
                  </a:lnTo>
                  <a:lnTo>
                    <a:pt x="34870" y="258881"/>
                  </a:lnTo>
                  <a:lnTo>
                    <a:pt x="34414" y="257542"/>
                  </a:lnTo>
                  <a:lnTo>
                    <a:pt x="32580" y="253182"/>
                  </a:lnTo>
                  <a:lnTo>
                    <a:pt x="32207" y="252703"/>
                  </a:lnTo>
                  <a:lnTo>
                    <a:pt x="30587" y="249683"/>
                  </a:lnTo>
                  <a:lnTo>
                    <a:pt x="29871" y="244630"/>
                  </a:lnTo>
                  <a:lnTo>
                    <a:pt x="28038" y="241290"/>
                  </a:lnTo>
                  <a:lnTo>
                    <a:pt x="25093" y="239677"/>
                  </a:lnTo>
                  <a:lnTo>
                    <a:pt x="23419" y="237707"/>
                  </a:lnTo>
                  <a:lnTo>
                    <a:pt x="22803" y="234237"/>
                  </a:lnTo>
                  <a:lnTo>
                    <a:pt x="21639" y="233324"/>
                  </a:lnTo>
                  <a:lnTo>
                    <a:pt x="17013" y="232114"/>
                  </a:lnTo>
                  <a:lnTo>
                    <a:pt x="13148" y="232084"/>
                  </a:lnTo>
                  <a:lnTo>
                    <a:pt x="10340" y="228166"/>
                  </a:lnTo>
                  <a:lnTo>
                    <a:pt x="6734" y="223121"/>
                  </a:lnTo>
                  <a:lnTo>
                    <a:pt x="3378" y="218434"/>
                  </a:lnTo>
                  <a:lnTo>
                    <a:pt x="1232" y="209030"/>
                  </a:lnTo>
                  <a:lnTo>
                    <a:pt x="0" y="203643"/>
                  </a:lnTo>
                  <a:lnTo>
                    <a:pt x="1392" y="202007"/>
                  </a:lnTo>
                  <a:lnTo>
                    <a:pt x="4147" y="198165"/>
                  </a:lnTo>
                  <a:lnTo>
                    <a:pt x="7662" y="190800"/>
                  </a:lnTo>
                  <a:lnTo>
                    <a:pt x="15582" y="179395"/>
                  </a:lnTo>
                  <a:lnTo>
                    <a:pt x="19638" y="173544"/>
                  </a:lnTo>
                  <a:lnTo>
                    <a:pt x="27725" y="164794"/>
                  </a:lnTo>
                  <a:lnTo>
                    <a:pt x="37663" y="154020"/>
                  </a:lnTo>
                  <a:lnTo>
                    <a:pt x="43262" y="147933"/>
                  </a:lnTo>
                  <a:lnTo>
                    <a:pt x="44168" y="136825"/>
                  </a:lnTo>
                  <a:lnTo>
                    <a:pt x="45126" y="125047"/>
                  </a:lnTo>
                  <a:lnTo>
                    <a:pt x="45849" y="116122"/>
                  </a:lnTo>
                  <a:lnTo>
                    <a:pt x="46747" y="105508"/>
                  </a:lnTo>
                  <a:lnTo>
                    <a:pt x="47508" y="96621"/>
                  </a:lnTo>
                  <a:lnTo>
                    <a:pt x="48056" y="90131"/>
                  </a:lnTo>
                  <a:lnTo>
                    <a:pt x="48832" y="80917"/>
                  </a:lnTo>
                  <a:lnTo>
                    <a:pt x="49494" y="79144"/>
                  </a:lnTo>
                  <a:lnTo>
                    <a:pt x="53397" y="71893"/>
                  </a:lnTo>
                  <a:lnTo>
                    <a:pt x="53701" y="70919"/>
                  </a:lnTo>
                  <a:lnTo>
                    <a:pt x="52979" y="69702"/>
                  </a:lnTo>
                  <a:lnTo>
                    <a:pt x="47409" y="63524"/>
                  </a:lnTo>
                  <a:lnTo>
                    <a:pt x="45674" y="62147"/>
                  </a:lnTo>
                  <a:lnTo>
                    <a:pt x="44670" y="58928"/>
                  </a:lnTo>
                  <a:lnTo>
                    <a:pt x="46100" y="57125"/>
                  </a:lnTo>
                  <a:lnTo>
                    <a:pt x="39405" y="46716"/>
                  </a:lnTo>
                  <a:lnTo>
                    <a:pt x="37746" y="45438"/>
                  </a:lnTo>
                  <a:lnTo>
                    <a:pt x="37016" y="44168"/>
                  </a:lnTo>
                  <a:lnTo>
                    <a:pt x="36932" y="42281"/>
                  </a:lnTo>
                  <a:lnTo>
                    <a:pt x="36810" y="35053"/>
                  </a:lnTo>
                  <a:lnTo>
                    <a:pt x="35030" y="23678"/>
                  </a:lnTo>
                  <a:lnTo>
                    <a:pt x="32687" y="10378"/>
                  </a:lnTo>
                  <a:lnTo>
                    <a:pt x="40554" y="6581"/>
                  </a:lnTo>
                  <a:lnTo>
                    <a:pt x="46526" y="3690"/>
                  </a:lnTo>
                  <a:lnTo>
                    <a:pt x="54150" y="0"/>
                  </a:lnTo>
                  <a:lnTo>
                    <a:pt x="61211" y="3782"/>
                  </a:lnTo>
                  <a:lnTo>
                    <a:pt x="71445" y="9244"/>
                  </a:lnTo>
                  <a:lnTo>
                    <a:pt x="81678" y="14692"/>
                  </a:lnTo>
                  <a:lnTo>
                    <a:pt x="91904" y="20140"/>
                  </a:lnTo>
                  <a:lnTo>
                    <a:pt x="102138" y="25580"/>
                  </a:lnTo>
                  <a:lnTo>
                    <a:pt x="112363" y="31005"/>
                  </a:lnTo>
                  <a:lnTo>
                    <a:pt x="122597" y="36415"/>
                  </a:lnTo>
                  <a:lnTo>
                    <a:pt x="132823" y="41824"/>
                  </a:lnTo>
                  <a:lnTo>
                    <a:pt x="143056" y="47226"/>
                  </a:lnTo>
                  <a:lnTo>
                    <a:pt x="153282" y="52613"/>
                  </a:lnTo>
                  <a:lnTo>
                    <a:pt x="163516" y="57993"/>
                  </a:lnTo>
                  <a:lnTo>
                    <a:pt x="173742" y="63364"/>
                  </a:lnTo>
                  <a:lnTo>
                    <a:pt x="183975" y="68728"/>
                  </a:lnTo>
                  <a:lnTo>
                    <a:pt x="194201" y="74085"/>
                  </a:lnTo>
                  <a:lnTo>
                    <a:pt x="204435" y="79433"/>
                  </a:lnTo>
                  <a:lnTo>
                    <a:pt x="214661" y="8476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29" name="Freeform: Shape 2328">
              <a:extLst>
                <a:ext uri="{FF2B5EF4-FFF2-40B4-BE49-F238E27FC236}">
                  <a16:creationId xmlns:a16="http://schemas.microsoft.com/office/drawing/2014/main" id="{FD0B21CD-8D46-4E29-7382-BABCAE43C138}"/>
                </a:ext>
              </a:extLst>
            </p:cNvPr>
            <p:cNvSpPr/>
            <p:nvPr/>
          </p:nvSpPr>
          <p:spPr>
            <a:xfrm>
              <a:off x="9571937" y="4766964"/>
              <a:ext cx="39891" cy="107881"/>
            </a:xfrm>
            <a:custGeom>
              <a:avLst/>
              <a:gdLst>
                <a:gd name="csX0" fmla="*/ 21159 w 39891"/>
                <a:gd name="csY0" fmla="*/ 2648 h 107881"/>
                <a:gd name="csX1" fmla="*/ 20612 w 39891"/>
                <a:gd name="csY1" fmla="*/ 4976 h 107881"/>
                <a:gd name="csX2" fmla="*/ 19478 w 39891"/>
                <a:gd name="csY2" fmla="*/ 7852 h 107881"/>
                <a:gd name="csX3" fmla="*/ 18747 w 39891"/>
                <a:gd name="csY3" fmla="*/ 8765 h 107881"/>
                <a:gd name="csX4" fmla="*/ 18230 w 39891"/>
                <a:gd name="csY4" fmla="*/ 15750 h 107881"/>
                <a:gd name="csX5" fmla="*/ 18588 w 39891"/>
                <a:gd name="csY5" fmla="*/ 16328 h 107881"/>
                <a:gd name="csX6" fmla="*/ 18846 w 39891"/>
                <a:gd name="csY6" fmla="*/ 16503 h 107881"/>
                <a:gd name="csX7" fmla="*/ 22392 w 39891"/>
                <a:gd name="csY7" fmla="*/ 18862 h 107881"/>
                <a:gd name="csX8" fmla="*/ 27041 w 39891"/>
                <a:gd name="csY8" fmla="*/ 21958 h 107881"/>
                <a:gd name="csX9" fmla="*/ 30328 w 39891"/>
                <a:gd name="csY9" fmla="*/ 24142 h 107881"/>
                <a:gd name="csX10" fmla="*/ 30602 w 39891"/>
                <a:gd name="csY10" fmla="*/ 24880 h 107881"/>
                <a:gd name="csX11" fmla="*/ 30655 w 39891"/>
                <a:gd name="csY11" fmla="*/ 29460 h 107881"/>
                <a:gd name="csX12" fmla="*/ 30693 w 39891"/>
                <a:gd name="csY12" fmla="*/ 33394 h 107881"/>
                <a:gd name="csX13" fmla="*/ 31370 w 39891"/>
                <a:gd name="csY13" fmla="*/ 35639 h 107881"/>
                <a:gd name="csX14" fmla="*/ 31515 w 39891"/>
                <a:gd name="csY14" fmla="*/ 37822 h 107881"/>
                <a:gd name="csX15" fmla="*/ 32344 w 39891"/>
                <a:gd name="csY15" fmla="*/ 39466 h 107881"/>
                <a:gd name="csX16" fmla="*/ 35372 w 39891"/>
                <a:gd name="csY16" fmla="*/ 42638 h 107881"/>
                <a:gd name="csX17" fmla="*/ 36095 w 39891"/>
                <a:gd name="csY17" fmla="*/ 44510 h 107881"/>
                <a:gd name="csX18" fmla="*/ 36179 w 39891"/>
                <a:gd name="csY18" fmla="*/ 50506 h 107881"/>
                <a:gd name="csX19" fmla="*/ 36232 w 39891"/>
                <a:gd name="csY19" fmla="*/ 55048 h 107881"/>
                <a:gd name="csX20" fmla="*/ 36620 w 39891"/>
                <a:gd name="csY20" fmla="*/ 61234 h 107881"/>
                <a:gd name="csX21" fmla="*/ 36620 w 39891"/>
                <a:gd name="csY21" fmla="*/ 66392 h 107881"/>
                <a:gd name="csX22" fmla="*/ 36620 w 39891"/>
                <a:gd name="csY22" fmla="*/ 72905 h 107881"/>
                <a:gd name="csX23" fmla="*/ 36620 w 39891"/>
                <a:gd name="csY23" fmla="*/ 80544 h 107881"/>
                <a:gd name="csX24" fmla="*/ 36620 w 39891"/>
                <a:gd name="csY24" fmla="*/ 88495 h 107881"/>
                <a:gd name="csX25" fmla="*/ 34619 w 39891"/>
                <a:gd name="csY25" fmla="*/ 88594 h 107881"/>
                <a:gd name="csX26" fmla="*/ 35715 w 39891"/>
                <a:gd name="csY26" fmla="*/ 91067 h 107881"/>
                <a:gd name="csX27" fmla="*/ 35897 w 39891"/>
                <a:gd name="csY27" fmla="*/ 93304 h 107881"/>
                <a:gd name="csX28" fmla="*/ 36156 w 39891"/>
                <a:gd name="csY28" fmla="*/ 94034 h 107881"/>
                <a:gd name="csX29" fmla="*/ 35616 w 39891"/>
                <a:gd name="csY29" fmla="*/ 95115 h 107881"/>
                <a:gd name="csX30" fmla="*/ 36065 w 39891"/>
                <a:gd name="csY30" fmla="*/ 96766 h 107881"/>
                <a:gd name="csX31" fmla="*/ 36932 w 39891"/>
                <a:gd name="csY31" fmla="*/ 97374 h 107881"/>
                <a:gd name="csX32" fmla="*/ 39154 w 39891"/>
                <a:gd name="csY32" fmla="*/ 100692 h 107881"/>
                <a:gd name="csX33" fmla="*/ 39892 w 39891"/>
                <a:gd name="csY33" fmla="*/ 103499 h 107881"/>
                <a:gd name="csX34" fmla="*/ 36331 w 39891"/>
                <a:gd name="csY34" fmla="*/ 104435 h 107881"/>
                <a:gd name="csX35" fmla="*/ 36574 w 39891"/>
                <a:gd name="csY35" fmla="*/ 105158 h 107881"/>
                <a:gd name="csX36" fmla="*/ 29917 w 39891"/>
                <a:gd name="csY36" fmla="*/ 106649 h 107881"/>
                <a:gd name="csX37" fmla="*/ 27284 w 39891"/>
                <a:gd name="csY37" fmla="*/ 107882 h 107881"/>
                <a:gd name="csX38" fmla="*/ 27231 w 39891"/>
                <a:gd name="csY38" fmla="*/ 106695 h 107881"/>
                <a:gd name="csX39" fmla="*/ 26265 w 39891"/>
                <a:gd name="csY39" fmla="*/ 106482 h 107881"/>
                <a:gd name="csX40" fmla="*/ 25085 w 39891"/>
                <a:gd name="csY40" fmla="*/ 106079 h 107881"/>
                <a:gd name="csX41" fmla="*/ 24348 w 39891"/>
                <a:gd name="csY41" fmla="*/ 105462 h 107881"/>
                <a:gd name="csX42" fmla="*/ 23328 w 39891"/>
                <a:gd name="csY42" fmla="*/ 104055 h 107881"/>
                <a:gd name="csX43" fmla="*/ 22963 w 39891"/>
                <a:gd name="csY43" fmla="*/ 102951 h 107881"/>
                <a:gd name="csX44" fmla="*/ 21410 w 39891"/>
                <a:gd name="csY44" fmla="*/ 102777 h 107881"/>
                <a:gd name="csX45" fmla="*/ 19493 w 39891"/>
                <a:gd name="csY45" fmla="*/ 101544 h 107881"/>
                <a:gd name="csX46" fmla="*/ 17667 w 39891"/>
                <a:gd name="csY46" fmla="*/ 100129 h 107881"/>
                <a:gd name="csX47" fmla="*/ 17028 w 39891"/>
                <a:gd name="csY47" fmla="*/ 98714 h 107881"/>
                <a:gd name="csX48" fmla="*/ 17211 w 39891"/>
                <a:gd name="csY48" fmla="*/ 98067 h 107881"/>
                <a:gd name="csX49" fmla="*/ 16921 w 39891"/>
                <a:gd name="csY49" fmla="*/ 97390 h 107881"/>
                <a:gd name="csX50" fmla="*/ 16298 w 39891"/>
                <a:gd name="csY50" fmla="*/ 97139 h 107881"/>
                <a:gd name="csX51" fmla="*/ 14654 w 39891"/>
                <a:gd name="csY51" fmla="*/ 93943 h 107881"/>
                <a:gd name="csX52" fmla="*/ 13627 w 39891"/>
                <a:gd name="csY52" fmla="*/ 92657 h 107881"/>
                <a:gd name="csX53" fmla="*/ 13155 w 39891"/>
                <a:gd name="csY53" fmla="*/ 91622 h 107881"/>
                <a:gd name="csX54" fmla="*/ 13323 w 39891"/>
                <a:gd name="csY54" fmla="*/ 90823 h 107881"/>
                <a:gd name="csX55" fmla="*/ 13094 w 39891"/>
                <a:gd name="csY55" fmla="*/ 89743 h 107881"/>
                <a:gd name="csX56" fmla="*/ 13414 w 39891"/>
                <a:gd name="csY56" fmla="*/ 88868 h 107881"/>
                <a:gd name="csX57" fmla="*/ 14304 w 39891"/>
                <a:gd name="csY57" fmla="*/ 88351 h 107881"/>
                <a:gd name="csX58" fmla="*/ 14578 w 39891"/>
                <a:gd name="csY58" fmla="*/ 87712 h 107881"/>
                <a:gd name="csX59" fmla="*/ 14662 w 39891"/>
                <a:gd name="csY59" fmla="*/ 86365 h 107881"/>
                <a:gd name="csX60" fmla="*/ 15156 w 39891"/>
                <a:gd name="csY60" fmla="*/ 83595 h 107881"/>
                <a:gd name="csX61" fmla="*/ 15483 w 39891"/>
                <a:gd name="csY61" fmla="*/ 80872 h 107881"/>
                <a:gd name="csX62" fmla="*/ 14547 w 39891"/>
                <a:gd name="csY62" fmla="*/ 80126 h 107881"/>
                <a:gd name="csX63" fmla="*/ 13406 w 39891"/>
                <a:gd name="csY63" fmla="*/ 79913 h 107881"/>
                <a:gd name="csX64" fmla="*/ 12813 w 39891"/>
                <a:gd name="csY64" fmla="*/ 79129 h 107881"/>
                <a:gd name="csX65" fmla="*/ 12585 w 39891"/>
                <a:gd name="csY65" fmla="*/ 77851 h 107881"/>
                <a:gd name="csX66" fmla="*/ 12607 w 39891"/>
                <a:gd name="csY66" fmla="*/ 76740 h 107881"/>
                <a:gd name="csX67" fmla="*/ 14852 w 39891"/>
                <a:gd name="csY67" fmla="*/ 72860 h 107881"/>
                <a:gd name="csX68" fmla="*/ 14388 w 39891"/>
                <a:gd name="csY68" fmla="*/ 63912 h 107881"/>
                <a:gd name="csX69" fmla="*/ 14723 w 39891"/>
                <a:gd name="csY69" fmla="*/ 62550 h 107881"/>
                <a:gd name="csX70" fmla="*/ 15750 w 39891"/>
                <a:gd name="csY70" fmla="*/ 61607 h 107881"/>
                <a:gd name="csX71" fmla="*/ 16617 w 39891"/>
                <a:gd name="csY71" fmla="*/ 60519 h 107881"/>
                <a:gd name="csX72" fmla="*/ 16579 w 39891"/>
                <a:gd name="csY72" fmla="*/ 59430 h 107881"/>
                <a:gd name="csX73" fmla="*/ 15088 w 39891"/>
                <a:gd name="csY73" fmla="*/ 56760 h 107881"/>
                <a:gd name="csX74" fmla="*/ 12250 w 39891"/>
                <a:gd name="csY74" fmla="*/ 54706 h 107881"/>
                <a:gd name="csX75" fmla="*/ 10797 w 39891"/>
                <a:gd name="csY75" fmla="*/ 53047 h 107881"/>
                <a:gd name="csX76" fmla="*/ 10013 w 39891"/>
                <a:gd name="csY76" fmla="*/ 51556 h 107881"/>
                <a:gd name="csX77" fmla="*/ 9884 w 39891"/>
                <a:gd name="csY77" fmla="*/ 50757 h 107881"/>
                <a:gd name="csX78" fmla="*/ 11603 w 39891"/>
                <a:gd name="csY78" fmla="*/ 49585 h 107881"/>
                <a:gd name="csX79" fmla="*/ 12364 w 39891"/>
                <a:gd name="csY79" fmla="*/ 48779 h 107881"/>
                <a:gd name="csX80" fmla="*/ 12463 w 39891"/>
                <a:gd name="csY80" fmla="*/ 47843 h 107881"/>
                <a:gd name="csX81" fmla="*/ 11763 w 39891"/>
                <a:gd name="csY81" fmla="*/ 46146 h 107881"/>
                <a:gd name="csX82" fmla="*/ 11885 w 39891"/>
                <a:gd name="csY82" fmla="*/ 43110 h 107881"/>
                <a:gd name="csX83" fmla="*/ 12546 w 39891"/>
                <a:gd name="csY83" fmla="*/ 40835 h 107881"/>
                <a:gd name="csX84" fmla="*/ 13224 w 39891"/>
                <a:gd name="csY84" fmla="*/ 37891 h 107881"/>
                <a:gd name="csX85" fmla="*/ 13155 w 39891"/>
                <a:gd name="csY85" fmla="*/ 37031 h 107881"/>
                <a:gd name="csX86" fmla="*/ 11489 w 39891"/>
                <a:gd name="csY86" fmla="*/ 35266 h 107881"/>
                <a:gd name="csX87" fmla="*/ 10583 w 39891"/>
                <a:gd name="csY87" fmla="*/ 35030 h 107881"/>
                <a:gd name="csX88" fmla="*/ 9853 w 39891"/>
                <a:gd name="csY88" fmla="*/ 35152 h 107881"/>
                <a:gd name="csX89" fmla="*/ 8111 w 39891"/>
                <a:gd name="csY89" fmla="*/ 36308 h 107881"/>
                <a:gd name="csX90" fmla="*/ 7479 w 39891"/>
                <a:gd name="csY90" fmla="*/ 36430 h 107881"/>
                <a:gd name="csX91" fmla="*/ 7084 w 39891"/>
                <a:gd name="csY91" fmla="*/ 36095 h 107881"/>
                <a:gd name="csX92" fmla="*/ 6909 w 39891"/>
                <a:gd name="csY92" fmla="*/ 35631 h 107881"/>
                <a:gd name="csX93" fmla="*/ 7525 w 39891"/>
                <a:gd name="csY93" fmla="*/ 34939 h 107881"/>
                <a:gd name="csX94" fmla="*/ 7297 w 39891"/>
                <a:gd name="csY94" fmla="*/ 34079 h 107881"/>
                <a:gd name="csX95" fmla="*/ 7814 w 39891"/>
                <a:gd name="csY95" fmla="*/ 33326 h 107881"/>
                <a:gd name="csX96" fmla="*/ 8917 w 39891"/>
                <a:gd name="csY96" fmla="*/ 32983 h 107881"/>
                <a:gd name="csX97" fmla="*/ 9244 w 39891"/>
                <a:gd name="csY97" fmla="*/ 32603 h 107881"/>
                <a:gd name="csX98" fmla="*/ 7753 w 39891"/>
                <a:gd name="csY98" fmla="*/ 32245 h 107881"/>
                <a:gd name="csX99" fmla="*/ 7578 w 39891"/>
                <a:gd name="csY99" fmla="*/ 31728 h 107881"/>
                <a:gd name="csX100" fmla="*/ 7685 w 39891"/>
                <a:gd name="csY100" fmla="*/ 31233 h 107881"/>
                <a:gd name="csX101" fmla="*/ 8118 w 39891"/>
                <a:gd name="csY101" fmla="*/ 31134 h 107881"/>
                <a:gd name="csX102" fmla="*/ 8582 w 39891"/>
                <a:gd name="csY102" fmla="*/ 31165 h 107881"/>
                <a:gd name="csX103" fmla="*/ 8841 w 39891"/>
                <a:gd name="csY103" fmla="*/ 30807 h 107881"/>
                <a:gd name="csX104" fmla="*/ 9077 w 39891"/>
                <a:gd name="csY104" fmla="*/ 28304 h 107881"/>
                <a:gd name="csX105" fmla="*/ 9252 w 39891"/>
                <a:gd name="csY105" fmla="*/ 27429 h 107881"/>
                <a:gd name="csX106" fmla="*/ 9442 w 39891"/>
                <a:gd name="csY106" fmla="*/ 25694 h 107881"/>
                <a:gd name="csX107" fmla="*/ 9670 w 39891"/>
                <a:gd name="csY107" fmla="*/ 18984 h 107881"/>
                <a:gd name="csX108" fmla="*/ 10013 w 39891"/>
                <a:gd name="csY108" fmla="*/ 18291 h 107881"/>
                <a:gd name="csX109" fmla="*/ 10066 w 39891"/>
                <a:gd name="csY109" fmla="*/ 17789 h 107881"/>
                <a:gd name="csX110" fmla="*/ 9016 w 39891"/>
                <a:gd name="csY110" fmla="*/ 17462 h 107881"/>
                <a:gd name="csX111" fmla="*/ 6543 w 39891"/>
                <a:gd name="csY111" fmla="*/ 15659 h 107881"/>
                <a:gd name="csX112" fmla="*/ 5098 w 39891"/>
                <a:gd name="csY112" fmla="*/ 14274 h 107881"/>
                <a:gd name="csX113" fmla="*/ 3835 w 39891"/>
                <a:gd name="csY113" fmla="*/ 12858 h 107881"/>
                <a:gd name="csX114" fmla="*/ 2777 w 39891"/>
                <a:gd name="csY114" fmla="*/ 11923 h 107881"/>
                <a:gd name="csX115" fmla="*/ 700 w 39891"/>
                <a:gd name="csY115" fmla="*/ 10485 h 107881"/>
                <a:gd name="csX116" fmla="*/ 91 w 39891"/>
                <a:gd name="csY116" fmla="*/ 9564 h 107881"/>
                <a:gd name="csX117" fmla="*/ 0 w 39891"/>
                <a:gd name="csY117" fmla="*/ 8651 h 107881"/>
                <a:gd name="csX118" fmla="*/ 632 w 39891"/>
                <a:gd name="csY118" fmla="*/ 6810 h 107881"/>
                <a:gd name="csX119" fmla="*/ 1636 w 39891"/>
                <a:gd name="csY119" fmla="*/ 4854 h 107881"/>
                <a:gd name="csX120" fmla="*/ 2130 w 39891"/>
                <a:gd name="csY120" fmla="*/ 2047 h 107881"/>
                <a:gd name="csX121" fmla="*/ 1826 w 39891"/>
                <a:gd name="csY121" fmla="*/ 1301 h 107881"/>
                <a:gd name="csX122" fmla="*/ 464 w 39891"/>
                <a:gd name="csY122" fmla="*/ 0 h 107881"/>
                <a:gd name="csX123" fmla="*/ 5326 w 39891"/>
                <a:gd name="csY123" fmla="*/ 997 h 107881"/>
                <a:gd name="csX124" fmla="*/ 12265 w 39891"/>
                <a:gd name="csY124" fmla="*/ 2678 h 107881"/>
                <a:gd name="csX125" fmla="*/ 12410 w 39891"/>
                <a:gd name="csY125" fmla="*/ 2975 h 107881"/>
                <a:gd name="csX126" fmla="*/ 12455 w 39891"/>
                <a:gd name="csY126" fmla="*/ 3477 h 107881"/>
                <a:gd name="csX127" fmla="*/ 13657 w 39891"/>
                <a:gd name="csY127" fmla="*/ 3462 h 107881"/>
                <a:gd name="csX128" fmla="*/ 15659 w 39891"/>
                <a:gd name="csY128" fmla="*/ 2869 h 1078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Lst>
              <a:rect l="l" t="t" r="r" b="b"/>
              <a:pathLst>
                <a:path w="39891" h="107881">
                  <a:moveTo>
                    <a:pt x="21159" y="2648"/>
                  </a:moveTo>
                  <a:lnTo>
                    <a:pt x="20612" y="4976"/>
                  </a:lnTo>
                  <a:lnTo>
                    <a:pt x="19478" y="7852"/>
                  </a:lnTo>
                  <a:lnTo>
                    <a:pt x="18747" y="8765"/>
                  </a:lnTo>
                  <a:lnTo>
                    <a:pt x="18230" y="15750"/>
                  </a:lnTo>
                  <a:lnTo>
                    <a:pt x="18588" y="16328"/>
                  </a:lnTo>
                  <a:lnTo>
                    <a:pt x="18846" y="16503"/>
                  </a:lnTo>
                  <a:lnTo>
                    <a:pt x="22392" y="18862"/>
                  </a:lnTo>
                  <a:lnTo>
                    <a:pt x="27041" y="21958"/>
                  </a:lnTo>
                  <a:lnTo>
                    <a:pt x="30328" y="24142"/>
                  </a:lnTo>
                  <a:lnTo>
                    <a:pt x="30602" y="24880"/>
                  </a:lnTo>
                  <a:lnTo>
                    <a:pt x="30655" y="29460"/>
                  </a:lnTo>
                  <a:lnTo>
                    <a:pt x="30693" y="33394"/>
                  </a:lnTo>
                  <a:lnTo>
                    <a:pt x="31370" y="35639"/>
                  </a:lnTo>
                  <a:lnTo>
                    <a:pt x="31515" y="37822"/>
                  </a:lnTo>
                  <a:lnTo>
                    <a:pt x="32344" y="39466"/>
                  </a:lnTo>
                  <a:lnTo>
                    <a:pt x="35372" y="42638"/>
                  </a:lnTo>
                  <a:lnTo>
                    <a:pt x="36095" y="44510"/>
                  </a:lnTo>
                  <a:lnTo>
                    <a:pt x="36179" y="50506"/>
                  </a:lnTo>
                  <a:lnTo>
                    <a:pt x="36232" y="55048"/>
                  </a:lnTo>
                  <a:lnTo>
                    <a:pt x="36620" y="61234"/>
                  </a:lnTo>
                  <a:lnTo>
                    <a:pt x="36620" y="66392"/>
                  </a:lnTo>
                  <a:lnTo>
                    <a:pt x="36620" y="72905"/>
                  </a:lnTo>
                  <a:lnTo>
                    <a:pt x="36620" y="80544"/>
                  </a:lnTo>
                  <a:lnTo>
                    <a:pt x="36620" y="88495"/>
                  </a:lnTo>
                  <a:lnTo>
                    <a:pt x="34619" y="88594"/>
                  </a:lnTo>
                  <a:lnTo>
                    <a:pt x="35715" y="91067"/>
                  </a:lnTo>
                  <a:lnTo>
                    <a:pt x="35897" y="93304"/>
                  </a:lnTo>
                  <a:lnTo>
                    <a:pt x="36156" y="94034"/>
                  </a:lnTo>
                  <a:lnTo>
                    <a:pt x="35616" y="95115"/>
                  </a:lnTo>
                  <a:lnTo>
                    <a:pt x="36065" y="96766"/>
                  </a:lnTo>
                  <a:lnTo>
                    <a:pt x="36932" y="97374"/>
                  </a:lnTo>
                  <a:lnTo>
                    <a:pt x="39154" y="100692"/>
                  </a:lnTo>
                  <a:lnTo>
                    <a:pt x="39892" y="103499"/>
                  </a:lnTo>
                  <a:lnTo>
                    <a:pt x="36331" y="104435"/>
                  </a:lnTo>
                  <a:lnTo>
                    <a:pt x="36574" y="105158"/>
                  </a:lnTo>
                  <a:lnTo>
                    <a:pt x="29917" y="106649"/>
                  </a:lnTo>
                  <a:lnTo>
                    <a:pt x="27284" y="107882"/>
                  </a:lnTo>
                  <a:lnTo>
                    <a:pt x="27231" y="106695"/>
                  </a:lnTo>
                  <a:lnTo>
                    <a:pt x="26265" y="106482"/>
                  </a:lnTo>
                  <a:lnTo>
                    <a:pt x="25085" y="106079"/>
                  </a:lnTo>
                  <a:lnTo>
                    <a:pt x="24348" y="105462"/>
                  </a:lnTo>
                  <a:lnTo>
                    <a:pt x="23328" y="104055"/>
                  </a:lnTo>
                  <a:lnTo>
                    <a:pt x="22963" y="102951"/>
                  </a:lnTo>
                  <a:lnTo>
                    <a:pt x="21410" y="102777"/>
                  </a:lnTo>
                  <a:lnTo>
                    <a:pt x="19493" y="101544"/>
                  </a:lnTo>
                  <a:lnTo>
                    <a:pt x="17667" y="100129"/>
                  </a:lnTo>
                  <a:lnTo>
                    <a:pt x="17028" y="98714"/>
                  </a:lnTo>
                  <a:lnTo>
                    <a:pt x="17211" y="98067"/>
                  </a:lnTo>
                  <a:lnTo>
                    <a:pt x="16921" y="97390"/>
                  </a:lnTo>
                  <a:lnTo>
                    <a:pt x="16298" y="97139"/>
                  </a:lnTo>
                  <a:lnTo>
                    <a:pt x="14654" y="93943"/>
                  </a:lnTo>
                  <a:lnTo>
                    <a:pt x="13627" y="92657"/>
                  </a:lnTo>
                  <a:lnTo>
                    <a:pt x="13155" y="91622"/>
                  </a:lnTo>
                  <a:lnTo>
                    <a:pt x="13323" y="90823"/>
                  </a:lnTo>
                  <a:lnTo>
                    <a:pt x="13094" y="89743"/>
                  </a:lnTo>
                  <a:lnTo>
                    <a:pt x="13414" y="88868"/>
                  </a:lnTo>
                  <a:lnTo>
                    <a:pt x="14304" y="88351"/>
                  </a:lnTo>
                  <a:lnTo>
                    <a:pt x="14578" y="87712"/>
                  </a:lnTo>
                  <a:lnTo>
                    <a:pt x="14662" y="86365"/>
                  </a:lnTo>
                  <a:lnTo>
                    <a:pt x="15156" y="83595"/>
                  </a:lnTo>
                  <a:lnTo>
                    <a:pt x="15483" y="80872"/>
                  </a:lnTo>
                  <a:lnTo>
                    <a:pt x="14547" y="80126"/>
                  </a:lnTo>
                  <a:lnTo>
                    <a:pt x="13406" y="79913"/>
                  </a:lnTo>
                  <a:lnTo>
                    <a:pt x="12813" y="79129"/>
                  </a:lnTo>
                  <a:lnTo>
                    <a:pt x="12585" y="77851"/>
                  </a:lnTo>
                  <a:lnTo>
                    <a:pt x="12607" y="76740"/>
                  </a:lnTo>
                  <a:lnTo>
                    <a:pt x="14852" y="72860"/>
                  </a:lnTo>
                  <a:lnTo>
                    <a:pt x="14388" y="63912"/>
                  </a:lnTo>
                  <a:lnTo>
                    <a:pt x="14723" y="62550"/>
                  </a:lnTo>
                  <a:lnTo>
                    <a:pt x="15750" y="61607"/>
                  </a:lnTo>
                  <a:lnTo>
                    <a:pt x="16617" y="60519"/>
                  </a:lnTo>
                  <a:lnTo>
                    <a:pt x="16579" y="59430"/>
                  </a:lnTo>
                  <a:lnTo>
                    <a:pt x="15088" y="56760"/>
                  </a:lnTo>
                  <a:lnTo>
                    <a:pt x="12250" y="54706"/>
                  </a:lnTo>
                  <a:lnTo>
                    <a:pt x="10797" y="53047"/>
                  </a:lnTo>
                  <a:lnTo>
                    <a:pt x="10013" y="51556"/>
                  </a:lnTo>
                  <a:lnTo>
                    <a:pt x="9884" y="50757"/>
                  </a:lnTo>
                  <a:lnTo>
                    <a:pt x="11603" y="49585"/>
                  </a:lnTo>
                  <a:lnTo>
                    <a:pt x="12364" y="48779"/>
                  </a:lnTo>
                  <a:lnTo>
                    <a:pt x="12463" y="47843"/>
                  </a:lnTo>
                  <a:lnTo>
                    <a:pt x="11763" y="46146"/>
                  </a:lnTo>
                  <a:lnTo>
                    <a:pt x="11885" y="43110"/>
                  </a:lnTo>
                  <a:lnTo>
                    <a:pt x="12546" y="40835"/>
                  </a:lnTo>
                  <a:lnTo>
                    <a:pt x="13224" y="37891"/>
                  </a:lnTo>
                  <a:lnTo>
                    <a:pt x="13155" y="37031"/>
                  </a:lnTo>
                  <a:lnTo>
                    <a:pt x="11489" y="35266"/>
                  </a:lnTo>
                  <a:lnTo>
                    <a:pt x="10583" y="35030"/>
                  </a:lnTo>
                  <a:lnTo>
                    <a:pt x="9853" y="35152"/>
                  </a:lnTo>
                  <a:lnTo>
                    <a:pt x="8111" y="36308"/>
                  </a:lnTo>
                  <a:lnTo>
                    <a:pt x="7479" y="36430"/>
                  </a:lnTo>
                  <a:lnTo>
                    <a:pt x="7084" y="36095"/>
                  </a:lnTo>
                  <a:lnTo>
                    <a:pt x="6909" y="35631"/>
                  </a:lnTo>
                  <a:lnTo>
                    <a:pt x="7525" y="34939"/>
                  </a:lnTo>
                  <a:lnTo>
                    <a:pt x="7297" y="34079"/>
                  </a:lnTo>
                  <a:lnTo>
                    <a:pt x="7814" y="33326"/>
                  </a:lnTo>
                  <a:lnTo>
                    <a:pt x="8917" y="32983"/>
                  </a:lnTo>
                  <a:lnTo>
                    <a:pt x="9244" y="32603"/>
                  </a:lnTo>
                  <a:lnTo>
                    <a:pt x="7753" y="32245"/>
                  </a:lnTo>
                  <a:lnTo>
                    <a:pt x="7578" y="31728"/>
                  </a:lnTo>
                  <a:lnTo>
                    <a:pt x="7685" y="31233"/>
                  </a:lnTo>
                  <a:lnTo>
                    <a:pt x="8118" y="31134"/>
                  </a:lnTo>
                  <a:lnTo>
                    <a:pt x="8582" y="31165"/>
                  </a:lnTo>
                  <a:lnTo>
                    <a:pt x="8841" y="30807"/>
                  </a:lnTo>
                  <a:lnTo>
                    <a:pt x="9077" y="28304"/>
                  </a:lnTo>
                  <a:lnTo>
                    <a:pt x="9252" y="27429"/>
                  </a:lnTo>
                  <a:lnTo>
                    <a:pt x="9442" y="25694"/>
                  </a:lnTo>
                  <a:lnTo>
                    <a:pt x="9670" y="18984"/>
                  </a:lnTo>
                  <a:lnTo>
                    <a:pt x="10013" y="18291"/>
                  </a:lnTo>
                  <a:lnTo>
                    <a:pt x="10066" y="17789"/>
                  </a:lnTo>
                  <a:lnTo>
                    <a:pt x="9016" y="17462"/>
                  </a:lnTo>
                  <a:lnTo>
                    <a:pt x="6543" y="15659"/>
                  </a:lnTo>
                  <a:lnTo>
                    <a:pt x="5098" y="14274"/>
                  </a:lnTo>
                  <a:lnTo>
                    <a:pt x="3835" y="12858"/>
                  </a:lnTo>
                  <a:lnTo>
                    <a:pt x="2777" y="11923"/>
                  </a:lnTo>
                  <a:lnTo>
                    <a:pt x="700" y="10485"/>
                  </a:lnTo>
                  <a:lnTo>
                    <a:pt x="91" y="9564"/>
                  </a:lnTo>
                  <a:lnTo>
                    <a:pt x="0" y="8651"/>
                  </a:lnTo>
                  <a:lnTo>
                    <a:pt x="632" y="6810"/>
                  </a:lnTo>
                  <a:lnTo>
                    <a:pt x="1636" y="4854"/>
                  </a:lnTo>
                  <a:lnTo>
                    <a:pt x="2130" y="2047"/>
                  </a:lnTo>
                  <a:lnTo>
                    <a:pt x="1826" y="1301"/>
                  </a:lnTo>
                  <a:lnTo>
                    <a:pt x="464" y="0"/>
                  </a:lnTo>
                  <a:lnTo>
                    <a:pt x="5326" y="997"/>
                  </a:lnTo>
                  <a:lnTo>
                    <a:pt x="12265" y="2678"/>
                  </a:lnTo>
                  <a:lnTo>
                    <a:pt x="12410" y="2975"/>
                  </a:lnTo>
                  <a:lnTo>
                    <a:pt x="12455" y="3477"/>
                  </a:lnTo>
                  <a:lnTo>
                    <a:pt x="13657" y="3462"/>
                  </a:lnTo>
                  <a:lnTo>
                    <a:pt x="15659" y="286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30" name="Freeform: Shape 2329">
              <a:extLst>
                <a:ext uri="{FF2B5EF4-FFF2-40B4-BE49-F238E27FC236}">
                  <a16:creationId xmlns:a16="http://schemas.microsoft.com/office/drawing/2014/main" id="{D661CA92-55EB-3EDE-121E-C21B685CE04B}"/>
                </a:ext>
              </a:extLst>
            </p:cNvPr>
            <p:cNvSpPr/>
            <p:nvPr/>
          </p:nvSpPr>
          <p:spPr>
            <a:xfrm>
              <a:off x="11653154" y="4561343"/>
              <a:ext cx="176518" cy="323097"/>
            </a:xfrm>
            <a:custGeom>
              <a:avLst/>
              <a:gdLst>
                <a:gd name="csX0" fmla="*/ 58662 w 176518"/>
                <a:gd name="csY0" fmla="*/ 2534 h 323097"/>
                <a:gd name="csX1" fmla="*/ 58502 w 176518"/>
                <a:gd name="csY1" fmla="*/ 3865 h 323097"/>
                <a:gd name="csX2" fmla="*/ 59027 w 176518"/>
                <a:gd name="csY2" fmla="*/ 4147 h 323097"/>
                <a:gd name="csX3" fmla="*/ 59766 w 176518"/>
                <a:gd name="csY3" fmla="*/ 3523 h 323097"/>
                <a:gd name="csX4" fmla="*/ 60701 w 176518"/>
                <a:gd name="csY4" fmla="*/ 2009 h 323097"/>
                <a:gd name="csX5" fmla="*/ 61729 w 176518"/>
                <a:gd name="csY5" fmla="*/ 1157 h 323097"/>
                <a:gd name="csX6" fmla="*/ 62839 w 176518"/>
                <a:gd name="csY6" fmla="*/ 966 h 323097"/>
                <a:gd name="csX7" fmla="*/ 64019 w 176518"/>
                <a:gd name="csY7" fmla="*/ 2001 h 323097"/>
                <a:gd name="csX8" fmla="*/ 65266 w 176518"/>
                <a:gd name="csY8" fmla="*/ 4253 h 323097"/>
                <a:gd name="csX9" fmla="*/ 66545 w 176518"/>
                <a:gd name="csY9" fmla="*/ 5532 h 323097"/>
                <a:gd name="csX10" fmla="*/ 67146 w 176518"/>
                <a:gd name="csY10" fmla="*/ 5676 h 323097"/>
                <a:gd name="csX11" fmla="*/ 67579 w 176518"/>
                <a:gd name="csY11" fmla="*/ 6703 h 323097"/>
                <a:gd name="csX12" fmla="*/ 67648 w 176518"/>
                <a:gd name="csY12" fmla="*/ 7692 h 323097"/>
                <a:gd name="csX13" fmla="*/ 67039 w 176518"/>
                <a:gd name="csY13" fmla="*/ 9777 h 323097"/>
                <a:gd name="csX14" fmla="*/ 66012 w 176518"/>
                <a:gd name="csY14" fmla="*/ 12196 h 323097"/>
                <a:gd name="csX15" fmla="*/ 64544 w 176518"/>
                <a:gd name="csY15" fmla="*/ 15194 h 323097"/>
                <a:gd name="csX16" fmla="*/ 65023 w 176518"/>
                <a:gd name="csY16" fmla="*/ 17713 h 323097"/>
                <a:gd name="csX17" fmla="*/ 67024 w 176518"/>
                <a:gd name="csY17" fmla="*/ 19767 h 323097"/>
                <a:gd name="csX18" fmla="*/ 69405 w 176518"/>
                <a:gd name="csY18" fmla="*/ 20977 h 323097"/>
                <a:gd name="csX19" fmla="*/ 71932 w 176518"/>
                <a:gd name="csY19" fmla="*/ 20642 h 323097"/>
                <a:gd name="csX20" fmla="*/ 73278 w 176518"/>
                <a:gd name="csY20" fmla="*/ 20026 h 323097"/>
                <a:gd name="csX21" fmla="*/ 74381 w 176518"/>
                <a:gd name="csY21" fmla="*/ 19059 h 323097"/>
                <a:gd name="csX22" fmla="*/ 75401 w 176518"/>
                <a:gd name="csY22" fmla="*/ 18603 h 323097"/>
                <a:gd name="csX23" fmla="*/ 76695 w 176518"/>
                <a:gd name="csY23" fmla="*/ 18481 h 323097"/>
                <a:gd name="csX24" fmla="*/ 80712 w 176518"/>
                <a:gd name="csY24" fmla="*/ 19189 h 323097"/>
                <a:gd name="csX25" fmla="*/ 81937 w 176518"/>
                <a:gd name="csY25" fmla="*/ 19889 h 323097"/>
                <a:gd name="csX26" fmla="*/ 82120 w 176518"/>
                <a:gd name="csY26" fmla="*/ 21281 h 323097"/>
                <a:gd name="csX27" fmla="*/ 81625 w 176518"/>
                <a:gd name="csY27" fmla="*/ 24850 h 323097"/>
                <a:gd name="csX28" fmla="*/ 82249 w 176518"/>
                <a:gd name="csY28" fmla="*/ 27467 h 323097"/>
                <a:gd name="csX29" fmla="*/ 83383 w 176518"/>
                <a:gd name="csY29" fmla="*/ 30221 h 323097"/>
                <a:gd name="csX30" fmla="*/ 83520 w 176518"/>
                <a:gd name="csY30" fmla="*/ 32732 h 323097"/>
                <a:gd name="csX31" fmla="*/ 82112 w 176518"/>
                <a:gd name="csY31" fmla="*/ 36863 h 323097"/>
                <a:gd name="csX32" fmla="*/ 80940 w 176518"/>
                <a:gd name="csY32" fmla="*/ 40774 h 323097"/>
                <a:gd name="csX33" fmla="*/ 79677 w 176518"/>
                <a:gd name="csY33" fmla="*/ 42676 h 323097"/>
                <a:gd name="csX34" fmla="*/ 78696 w 176518"/>
                <a:gd name="csY34" fmla="*/ 43902 h 323097"/>
                <a:gd name="csX35" fmla="*/ 78406 w 176518"/>
                <a:gd name="csY35" fmla="*/ 44731 h 323097"/>
                <a:gd name="csX36" fmla="*/ 78490 w 176518"/>
                <a:gd name="csY36" fmla="*/ 45514 h 323097"/>
                <a:gd name="csX37" fmla="*/ 79388 w 176518"/>
                <a:gd name="csY37" fmla="*/ 46686 h 323097"/>
                <a:gd name="csX38" fmla="*/ 80346 w 176518"/>
                <a:gd name="csY38" fmla="*/ 48200 h 323097"/>
                <a:gd name="csX39" fmla="*/ 80582 w 176518"/>
                <a:gd name="csY39" fmla="*/ 49646 h 323097"/>
                <a:gd name="csX40" fmla="*/ 80476 w 176518"/>
                <a:gd name="csY40" fmla="*/ 51419 h 323097"/>
                <a:gd name="csX41" fmla="*/ 79822 w 176518"/>
                <a:gd name="csY41" fmla="*/ 53853 h 323097"/>
                <a:gd name="csX42" fmla="*/ 77387 w 176518"/>
                <a:gd name="csY42" fmla="*/ 59126 h 323097"/>
                <a:gd name="csX43" fmla="*/ 75454 w 176518"/>
                <a:gd name="csY43" fmla="*/ 63881 h 323097"/>
                <a:gd name="csX44" fmla="*/ 76466 w 176518"/>
                <a:gd name="csY44" fmla="*/ 64832 h 323097"/>
                <a:gd name="csX45" fmla="*/ 78383 w 176518"/>
                <a:gd name="csY45" fmla="*/ 65525 h 323097"/>
                <a:gd name="csX46" fmla="*/ 79654 w 176518"/>
                <a:gd name="csY46" fmla="*/ 66202 h 323097"/>
                <a:gd name="csX47" fmla="*/ 80986 w 176518"/>
                <a:gd name="csY47" fmla="*/ 65768 h 323097"/>
                <a:gd name="csX48" fmla="*/ 83808 w 176518"/>
                <a:gd name="csY48" fmla="*/ 62961 h 323097"/>
                <a:gd name="csX49" fmla="*/ 86236 w 176518"/>
                <a:gd name="csY49" fmla="*/ 60876 h 323097"/>
                <a:gd name="csX50" fmla="*/ 89256 w 176518"/>
                <a:gd name="csY50" fmla="*/ 58791 h 323097"/>
                <a:gd name="csX51" fmla="*/ 89431 w 176518"/>
                <a:gd name="csY51" fmla="*/ 58609 h 323097"/>
                <a:gd name="csX52" fmla="*/ 92079 w 176518"/>
                <a:gd name="csY52" fmla="*/ 57072 h 323097"/>
                <a:gd name="csX53" fmla="*/ 93289 w 176518"/>
                <a:gd name="csY53" fmla="*/ 55657 h 323097"/>
                <a:gd name="csX54" fmla="*/ 93943 w 176518"/>
                <a:gd name="csY54" fmla="*/ 53853 h 323097"/>
                <a:gd name="csX55" fmla="*/ 94879 w 176518"/>
                <a:gd name="csY55" fmla="*/ 53161 h 323097"/>
                <a:gd name="csX56" fmla="*/ 96089 w 176518"/>
                <a:gd name="csY56" fmla="*/ 53564 h 323097"/>
                <a:gd name="csX57" fmla="*/ 97625 w 176518"/>
                <a:gd name="csY57" fmla="*/ 52781 h 323097"/>
                <a:gd name="csX58" fmla="*/ 99490 w 176518"/>
                <a:gd name="csY58" fmla="*/ 50802 h 323097"/>
                <a:gd name="csX59" fmla="*/ 100920 w 176518"/>
                <a:gd name="csY59" fmla="*/ 49889 h 323097"/>
                <a:gd name="csX60" fmla="*/ 101917 w 176518"/>
                <a:gd name="csY60" fmla="*/ 50041 h 323097"/>
                <a:gd name="csX61" fmla="*/ 103697 w 176518"/>
                <a:gd name="csY61" fmla="*/ 51267 h 323097"/>
                <a:gd name="csX62" fmla="*/ 106269 w 176518"/>
                <a:gd name="csY62" fmla="*/ 53564 h 323097"/>
                <a:gd name="csX63" fmla="*/ 108552 w 176518"/>
                <a:gd name="csY63" fmla="*/ 54934 h 323097"/>
                <a:gd name="csX64" fmla="*/ 110553 w 176518"/>
                <a:gd name="csY64" fmla="*/ 55375 h 323097"/>
                <a:gd name="csX65" fmla="*/ 111534 w 176518"/>
                <a:gd name="csY65" fmla="*/ 56227 h 323097"/>
                <a:gd name="csX66" fmla="*/ 111481 w 176518"/>
                <a:gd name="csY66" fmla="*/ 57498 h 323097"/>
                <a:gd name="csX67" fmla="*/ 111930 w 176518"/>
                <a:gd name="csY67" fmla="*/ 58304 h 323097"/>
                <a:gd name="csX68" fmla="*/ 112866 w 176518"/>
                <a:gd name="csY68" fmla="*/ 58647 h 323097"/>
                <a:gd name="csX69" fmla="*/ 113284 w 176518"/>
                <a:gd name="csY69" fmla="*/ 58510 h 323097"/>
                <a:gd name="csX70" fmla="*/ 113177 w 176518"/>
                <a:gd name="csY70" fmla="*/ 57894 h 323097"/>
                <a:gd name="csX71" fmla="*/ 114083 w 176518"/>
                <a:gd name="csY71" fmla="*/ 56988 h 323097"/>
                <a:gd name="csX72" fmla="*/ 116000 w 176518"/>
                <a:gd name="csY72" fmla="*/ 55801 h 323097"/>
                <a:gd name="csX73" fmla="*/ 117948 w 176518"/>
                <a:gd name="csY73" fmla="*/ 55101 h 323097"/>
                <a:gd name="csX74" fmla="*/ 119926 w 176518"/>
                <a:gd name="csY74" fmla="*/ 54896 h 323097"/>
                <a:gd name="csX75" fmla="*/ 121212 w 176518"/>
                <a:gd name="csY75" fmla="*/ 53952 h 323097"/>
                <a:gd name="csX76" fmla="*/ 122057 w 176518"/>
                <a:gd name="csY76" fmla="*/ 51502 h 323097"/>
                <a:gd name="csX77" fmla="*/ 123282 w 176518"/>
                <a:gd name="csY77" fmla="*/ 49638 h 323097"/>
                <a:gd name="csX78" fmla="*/ 124378 w 176518"/>
                <a:gd name="csY78" fmla="*/ 48794 h 323097"/>
                <a:gd name="csX79" fmla="*/ 125732 w 176518"/>
                <a:gd name="csY79" fmla="*/ 48368 h 323097"/>
                <a:gd name="csX80" fmla="*/ 126089 w 176518"/>
                <a:gd name="csY80" fmla="*/ 47774 h 323097"/>
                <a:gd name="csX81" fmla="*/ 125435 w 176518"/>
                <a:gd name="csY81" fmla="*/ 47013 h 323097"/>
                <a:gd name="csX82" fmla="*/ 125496 w 176518"/>
                <a:gd name="csY82" fmla="*/ 46237 h 323097"/>
                <a:gd name="csX83" fmla="*/ 126280 w 176518"/>
                <a:gd name="csY83" fmla="*/ 45454 h 323097"/>
                <a:gd name="csX84" fmla="*/ 127961 w 176518"/>
                <a:gd name="csY84" fmla="*/ 45119 h 323097"/>
                <a:gd name="csX85" fmla="*/ 130548 w 176518"/>
                <a:gd name="csY85" fmla="*/ 45233 h 323097"/>
                <a:gd name="csX86" fmla="*/ 133568 w 176518"/>
                <a:gd name="csY86" fmla="*/ 46024 h 323097"/>
                <a:gd name="csX87" fmla="*/ 137038 w 176518"/>
                <a:gd name="csY87" fmla="*/ 47500 h 323097"/>
                <a:gd name="csX88" fmla="*/ 139313 w 176518"/>
                <a:gd name="csY88" fmla="*/ 47980 h 323097"/>
                <a:gd name="csX89" fmla="*/ 140401 w 176518"/>
                <a:gd name="csY89" fmla="*/ 47447 h 323097"/>
                <a:gd name="csX90" fmla="*/ 142516 w 176518"/>
                <a:gd name="csY90" fmla="*/ 49730 h 323097"/>
                <a:gd name="csX91" fmla="*/ 145666 w 176518"/>
                <a:gd name="csY91" fmla="*/ 54827 h 323097"/>
                <a:gd name="csX92" fmla="*/ 148360 w 176518"/>
                <a:gd name="csY92" fmla="*/ 58677 h 323097"/>
                <a:gd name="csX93" fmla="*/ 150619 w 176518"/>
                <a:gd name="csY93" fmla="*/ 61279 h 323097"/>
                <a:gd name="csX94" fmla="*/ 152993 w 176518"/>
                <a:gd name="csY94" fmla="*/ 63273 h 323097"/>
                <a:gd name="csX95" fmla="*/ 155481 w 176518"/>
                <a:gd name="csY95" fmla="*/ 64665 h 323097"/>
                <a:gd name="csX96" fmla="*/ 157269 w 176518"/>
                <a:gd name="csY96" fmla="*/ 66560 h 323097"/>
                <a:gd name="csX97" fmla="*/ 158898 w 176518"/>
                <a:gd name="csY97" fmla="*/ 70151 h 323097"/>
                <a:gd name="csX98" fmla="*/ 157680 w 176518"/>
                <a:gd name="csY98" fmla="*/ 75104 h 323097"/>
                <a:gd name="csX99" fmla="*/ 157353 w 176518"/>
                <a:gd name="csY99" fmla="*/ 79388 h 323097"/>
                <a:gd name="csX100" fmla="*/ 157505 w 176518"/>
                <a:gd name="csY100" fmla="*/ 84630 h 323097"/>
                <a:gd name="csX101" fmla="*/ 158974 w 176518"/>
                <a:gd name="csY101" fmla="*/ 88647 h 323097"/>
                <a:gd name="csX102" fmla="*/ 161758 w 176518"/>
                <a:gd name="csY102" fmla="*/ 91440 h 323097"/>
                <a:gd name="csX103" fmla="*/ 163379 w 176518"/>
                <a:gd name="csY103" fmla="*/ 93692 h 323097"/>
                <a:gd name="csX104" fmla="*/ 163835 w 176518"/>
                <a:gd name="csY104" fmla="*/ 95411 h 323097"/>
                <a:gd name="csX105" fmla="*/ 166004 w 176518"/>
                <a:gd name="csY105" fmla="*/ 96887 h 323097"/>
                <a:gd name="csX106" fmla="*/ 169892 w 176518"/>
                <a:gd name="csY106" fmla="*/ 98113 h 323097"/>
                <a:gd name="csX107" fmla="*/ 171512 w 176518"/>
                <a:gd name="csY107" fmla="*/ 99223 h 323097"/>
                <a:gd name="csX108" fmla="*/ 170851 w 176518"/>
                <a:gd name="csY108" fmla="*/ 100220 h 323097"/>
                <a:gd name="csX109" fmla="*/ 170797 w 176518"/>
                <a:gd name="csY109" fmla="*/ 101376 h 323097"/>
                <a:gd name="csX110" fmla="*/ 171345 w 176518"/>
                <a:gd name="csY110" fmla="*/ 102693 h 323097"/>
                <a:gd name="csX111" fmla="*/ 172699 w 176518"/>
                <a:gd name="csY111" fmla="*/ 103789 h 323097"/>
                <a:gd name="csX112" fmla="*/ 174837 w 176518"/>
                <a:gd name="csY112" fmla="*/ 104648 h 323097"/>
                <a:gd name="csX113" fmla="*/ 176116 w 176518"/>
                <a:gd name="csY113" fmla="*/ 105561 h 323097"/>
                <a:gd name="csX114" fmla="*/ 176519 w 176518"/>
                <a:gd name="csY114" fmla="*/ 106520 h 323097"/>
                <a:gd name="csX115" fmla="*/ 176473 w 176518"/>
                <a:gd name="csY115" fmla="*/ 108080 h 323097"/>
                <a:gd name="csX116" fmla="*/ 175979 w 176518"/>
                <a:gd name="csY116" fmla="*/ 110233 h 323097"/>
                <a:gd name="csX117" fmla="*/ 175089 w 176518"/>
                <a:gd name="csY117" fmla="*/ 111884 h 323097"/>
                <a:gd name="csX118" fmla="*/ 173795 w 176518"/>
                <a:gd name="csY118" fmla="*/ 113033 h 323097"/>
                <a:gd name="csX119" fmla="*/ 173635 w 176518"/>
                <a:gd name="csY119" fmla="*/ 113946 h 323097"/>
                <a:gd name="csX120" fmla="*/ 173301 w 176518"/>
                <a:gd name="csY120" fmla="*/ 115331 h 323097"/>
                <a:gd name="csX121" fmla="*/ 173301 w 176518"/>
                <a:gd name="csY121" fmla="*/ 118169 h 323097"/>
                <a:gd name="csX122" fmla="*/ 174221 w 176518"/>
                <a:gd name="csY122" fmla="*/ 120056 h 323097"/>
                <a:gd name="csX123" fmla="*/ 174503 w 176518"/>
                <a:gd name="csY123" fmla="*/ 122452 h 323097"/>
                <a:gd name="csX124" fmla="*/ 174000 w 176518"/>
                <a:gd name="csY124" fmla="*/ 124408 h 323097"/>
                <a:gd name="csX125" fmla="*/ 173513 w 176518"/>
                <a:gd name="csY125" fmla="*/ 128402 h 323097"/>
                <a:gd name="csX126" fmla="*/ 173453 w 176518"/>
                <a:gd name="csY126" fmla="*/ 129947 h 323097"/>
                <a:gd name="csX127" fmla="*/ 172989 w 176518"/>
                <a:gd name="csY127" fmla="*/ 131278 h 323097"/>
                <a:gd name="csX128" fmla="*/ 171862 w 176518"/>
                <a:gd name="csY128" fmla="*/ 132556 h 323097"/>
                <a:gd name="csX129" fmla="*/ 170135 w 176518"/>
                <a:gd name="csY129" fmla="*/ 133759 h 323097"/>
                <a:gd name="csX130" fmla="*/ 168035 w 176518"/>
                <a:gd name="csY130" fmla="*/ 134831 h 323097"/>
                <a:gd name="csX131" fmla="*/ 166750 w 176518"/>
                <a:gd name="csY131" fmla="*/ 135303 h 323097"/>
                <a:gd name="csX132" fmla="*/ 166445 w 176518"/>
                <a:gd name="csY132" fmla="*/ 135524 h 323097"/>
                <a:gd name="csX133" fmla="*/ 165524 w 176518"/>
                <a:gd name="csY133" fmla="*/ 136733 h 323097"/>
                <a:gd name="csX134" fmla="*/ 164414 w 176518"/>
                <a:gd name="csY134" fmla="*/ 137905 h 323097"/>
                <a:gd name="csX135" fmla="*/ 163554 w 176518"/>
                <a:gd name="csY135" fmla="*/ 137905 h 323097"/>
                <a:gd name="csX136" fmla="*/ 162907 w 176518"/>
                <a:gd name="csY136" fmla="*/ 137312 h 323097"/>
                <a:gd name="csX137" fmla="*/ 162451 w 176518"/>
                <a:gd name="csY137" fmla="*/ 136543 h 323097"/>
                <a:gd name="csX138" fmla="*/ 162185 w 176518"/>
                <a:gd name="csY138" fmla="*/ 134862 h 323097"/>
                <a:gd name="csX139" fmla="*/ 160244 w 176518"/>
                <a:gd name="csY139" fmla="*/ 134032 h 323097"/>
                <a:gd name="csX140" fmla="*/ 158114 w 176518"/>
                <a:gd name="csY140" fmla="*/ 133507 h 323097"/>
                <a:gd name="csX141" fmla="*/ 153777 w 176518"/>
                <a:gd name="csY141" fmla="*/ 134337 h 323097"/>
                <a:gd name="csX142" fmla="*/ 150269 w 176518"/>
                <a:gd name="csY142" fmla="*/ 134786 h 323097"/>
                <a:gd name="csX143" fmla="*/ 146336 w 176518"/>
                <a:gd name="csY143" fmla="*/ 134215 h 323097"/>
                <a:gd name="csX144" fmla="*/ 142638 w 176518"/>
                <a:gd name="csY144" fmla="*/ 134930 h 323097"/>
                <a:gd name="csX145" fmla="*/ 141093 w 176518"/>
                <a:gd name="csY145" fmla="*/ 135037 h 323097"/>
                <a:gd name="csX146" fmla="*/ 139321 w 176518"/>
                <a:gd name="csY146" fmla="*/ 134923 h 323097"/>
                <a:gd name="csX147" fmla="*/ 137601 w 176518"/>
                <a:gd name="csY147" fmla="*/ 134938 h 323097"/>
                <a:gd name="csX148" fmla="*/ 135965 w 176518"/>
                <a:gd name="csY148" fmla="*/ 134679 h 323097"/>
                <a:gd name="csX149" fmla="*/ 132952 w 176518"/>
                <a:gd name="csY149" fmla="*/ 133652 h 323097"/>
                <a:gd name="csX150" fmla="*/ 131796 w 176518"/>
                <a:gd name="csY150" fmla="*/ 133736 h 323097"/>
                <a:gd name="csX151" fmla="*/ 129369 w 176518"/>
                <a:gd name="csY151" fmla="*/ 134588 h 323097"/>
                <a:gd name="csX152" fmla="*/ 126827 w 176518"/>
                <a:gd name="csY152" fmla="*/ 135181 h 323097"/>
                <a:gd name="csX153" fmla="*/ 124392 w 176518"/>
                <a:gd name="csY153" fmla="*/ 135592 h 323097"/>
                <a:gd name="csX154" fmla="*/ 120794 w 176518"/>
                <a:gd name="csY154" fmla="*/ 137342 h 323097"/>
                <a:gd name="csX155" fmla="*/ 118191 w 176518"/>
                <a:gd name="csY155" fmla="*/ 139876 h 323097"/>
                <a:gd name="csX156" fmla="*/ 117423 w 176518"/>
                <a:gd name="csY156" fmla="*/ 141664 h 323097"/>
                <a:gd name="csX157" fmla="*/ 116130 w 176518"/>
                <a:gd name="csY157" fmla="*/ 143467 h 323097"/>
                <a:gd name="csX158" fmla="*/ 114342 w 176518"/>
                <a:gd name="csY158" fmla="*/ 146320 h 323097"/>
                <a:gd name="csX159" fmla="*/ 112021 w 176518"/>
                <a:gd name="csY159" fmla="*/ 149052 h 323097"/>
                <a:gd name="csX160" fmla="*/ 110408 w 176518"/>
                <a:gd name="csY160" fmla="*/ 150299 h 323097"/>
                <a:gd name="csX161" fmla="*/ 110857 w 176518"/>
                <a:gd name="csY161" fmla="*/ 151038 h 323097"/>
                <a:gd name="csX162" fmla="*/ 110454 w 176518"/>
                <a:gd name="csY162" fmla="*/ 151920 h 323097"/>
                <a:gd name="csX163" fmla="*/ 107928 w 176518"/>
                <a:gd name="csY163" fmla="*/ 152316 h 323097"/>
                <a:gd name="csX164" fmla="*/ 105957 w 176518"/>
                <a:gd name="csY164" fmla="*/ 152476 h 323097"/>
                <a:gd name="csX165" fmla="*/ 105600 w 176518"/>
                <a:gd name="csY165" fmla="*/ 152917 h 323097"/>
                <a:gd name="csX166" fmla="*/ 105835 w 176518"/>
                <a:gd name="csY166" fmla="*/ 158410 h 323097"/>
                <a:gd name="csX167" fmla="*/ 106528 w 176518"/>
                <a:gd name="csY167" fmla="*/ 160487 h 323097"/>
                <a:gd name="csX168" fmla="*/ 107798 w 176518"/>
                <a:gd name="csY168" fmla="*/ 162991 h 323097"/>
                <a:gd name="csX169" fmla="*/ 108628 w 176518"/>
                <a:gd name="csY169" fmla="*/ 164368 h 323097"/>
                <a:gd name="csX170" fmla="*/ 109252 w 176518"/>
                <a:gd name="csY170" fmla="*/ 168431 h 323097"/>
                <a:gd name="csX171" fmla="*/ 109434 w 176518"/>
                <a:gd name="csY171" fmla="*/ 171877 h 323097"/>
                <a:gd name="csX172" fmla="*/ 112212 w 176518"/>
                <a:gd name="csY172" fmla="*/ 174053 h 323097"/>
                <a:gd name="csX173" fmla="*/ 113779 w 176518"/>
                <a:gd name="csY173" fmla="*/ 175712 h 323097"/>
                <a:gd name="csX174" fmla="*/ 114897 w 176518"/>
                <a:gd name="csY174" fmla="*/ 177173 h 323097"/>
                <a:gd name="csX175" fmla="*/ 114509 w 176518"/>
                <a:gd name="csY175" fmla="*/ 178101 h 323097"/>
                <a:gd name="csX176" fmla="*/ 113840 w 176518"/>
                <a:gd name="csY176" fmla="*/ 180878 h 323097"/>
                <a:gd name="csX177" fmla="*/ 114486 w 176518"/>
                <a:gd name="csY177" fmla="*/ 184477 h 323097"/>
                <a:gd name="csX178" fmla="*/ 118367 w 176518"/>
                <a:gd name="csY178" fmla="*/ 192238 h 323097"/>
                <a:gd name="csX179" fmla="*/ 118701 w 176518"/>
                <a:gd name="csY179" fmla="*/ 192786 h 323097"/>
                <a:gd name="csX180" fmla="*/ 118237 w 176518"/>
                <a:gd name="csY180" fmla="*/ 192847 h 323097"/>
                <a:gd name="csX181" fmla="*/ 117629 w 176518"/>
                <a:gd name="csY181" fmla="*/ 191355 h 323097"/>
                <a:gd name="csX182" fmla="*/ 115658 w 176518"/>
                <a:gd name="csY182" fmla="*/ 188837 h 323097"/>
                <a:gd name="csX183" fmla="*/ 115049 w 176518"/>
                <a:gd name="csY183" fmla="*/ 186151 h 323097"/>
                <a:gd name="csX184" fmla="*/ 112736 w 176518"/>
                <a:gd name="csY184" fmla="*/ 183191 h 323097"/>
                <a:gd name="csX185" fmla="*/ 111443 w 176518"/>
                <a:gd name="csY185" fmla="*/ 182020 h 323097"/>
                <a:gd name="csX186" fmla="*/ 111025 w 176518"/>
                <a:gd name="csY186" fmla="*/ 183001 h 323097"/>
                <a:gd name="csX187" fmla="*/ 110286 w 176518"/>
                <a:gd name="csY187" fmla="*/ 184051 h 323097"/>
                <a:gd name="csX188" fmla="*/ 108019 w 176518"/>
                <a:gd name="csY188" fmla="*/ 182529 h 323097"/>
                <a:gd name="csX189" fmla="*/ 106071 w 176518"/>
                <a:gd name="csY189" fmla="*/ 180939 h 323097"/>
                <a:gd name="csX190" fmla="*/ 104283 w 176518"/>
                <a:gd name="csY190" fmla="*/ 177858 h 323097"/>
                <a:gd name="csX191" fmla="*/ 104055 w 176518"/>
                <a:gd name="csY191" fmla="*/ 178573 h 323097"/>
                <a:gd name="csX192" fmla="*/ 103652 w 176518"/>
                <a:gd name="csY192" fmla="*/ 179220 h 323097"/>
                <a:gd name="csX193" fmla="*/ 101613 w 176518"/>
                <a:gd name="csY193" fmla="*/ 176800 h 323097"/>
                <a:gd name="csX194" fmla="*/ 99482 w 176518"/>
                <a:gd name="csY194" fmla="*/ 174868 h 323097"/>
                <a:gd name="csX195" fmla="*/ 97565 w 176518"/>
                <a:gd name="csY195" fmla="*/ 174175 h 323097"/>
                <a:gd name="csX196" fmla="*/ 96386 w 176518"/>
                <a:gd name="csY196" fmla="*/ 173536 h 323097"/>
                <a:gd name="csX197" fmla="*/ 95244 w 176518"/>
                <a:gd name="csY197" fmla="*/ 172509 h 323097"/>
                <a:gd name="csX198" fmla="*/ 92855 w 176518"/>
                <a:gd name="csY198" fmla="*/ 171444 h 323097"/>
                <a:gd name="csX199" fmla="*/ 86905 w 176518"/>
                <a:gd name="csY199" fmla="*/ 172981 h 323097"/>
                <a:gd name="csX200" fmla="*/ 79335 w 176518"/>
                <a:gd name="csY200" fmla="*/ 171786 h 323097"/>
                <a:gd name="csX201" fmla="*/ 76421 w 176518"/>
                <a:gd name="csY201" fmla="*/ 172927 h 323097"/>
                <a:gd name="csX202" fmla="*/ 75226 w 176518"/>
                <a:gd name="csY202" fmla="*/ 172220 h 323097"/>
                <a:gd name="csX203" fmla="*/ 74488 w 176518"/>
                <a:gd name="csY203" fmla="*/ 170903 h 323097"/>
                <a:gd name="csX204" fmla="*/ 75195 w 176518"/>
                <a:gd name="csY204" fmla="*/ 168651 h 323097"/>
                <a:gd name="csX205" fmla="*/ 75355 w 176518"/>
                <a:gd name="csY205" fmla="*/ 163934 h 323097"/>
                <a:gd name="csX206" fmla="*/ 76261 w 176518"/>
                <a:gd name="csY206" fmla="*/ 160617 h 323097"/>
                <a:gd name="csX207" fmla="*/ 75835 w 176518"/>
                <a:gd name="csY207" fmla="*/ 158091 h 323097"/>
                <a:gd name="csX208" fmla="*/ 76276 w 176518"/>
                <a:gd name="csY208" fmla="*/ 156904 h 323097"/>
                <a:gd name="csX209" fmla="*/ 76611 w 176518"/>
                <a:gd name="csY209" fmla="*/ 155283 h 323097"/>
                <a:gd name="csX210" fmla="*/ 75416 w 176518"/>
                <a:gd name="csY210" fmla="*/ 154621 h 323097"/>
                <a:gd name="csX211" fmla="*/ 70068 w 176518"/>
                <a:gd name="csY211" fmla="*/ 153335 h 323097"/>
                <a:gd name="csX212" fmla="*/ 68942 w 176518"/>
                <a:gd name="csY212" fmla="*/ 152316 h 323097"/>
                <a:gd name="csX213" fmla="*/ 67511 w 176518"/>
                <a:gd name="csY213" fmla="*/ 153487 h 323097"/>
                <a:gd name="csX214" fmla="*/ 61089 w 176518"/>
                <a:gd name="csY214" fmla="*/ 154142 h 323097"/>
                <a:gd name="csX215" fmla="*/ 58670 w 176518"/>
                <a:gd name="csY215" fmla="*/ 155123 h 323097"/>
                <a:gd name="csX216" fmla="*/ 56433 w 176518"/>
                <a:gd name="csY216" fmla="*/ 157010 h 323097"/>
                <a:gd name="csX217" fmla="*/ 55855 w 176518"/>
                <a:gd name="csY217" fmla="*/ 159399 h 323097"/>
                <a:gd name="csX218" fmla="*/ 57148 w 176518"/>
                <a:gd name="csY218" fmla="*/ 160974 h 323097"/>
                <a:gd name="csX219" fmla="*/ 57977 w 176518"/>
                <a:gd name="csY219" fmla="*/ 163706 h 323097"/>
                <a:gd name="csX220" fmla="*/ 55672 w 176518"/>
                <a:gd name="csY220" fmla="*/ 169671 h 323097"/>
                <a:gd name="csX221" fmla="*/ 55284 w 176518"/>
                <a:gd name="csY221" fmla="*/ 171444 h 323097"/>
                <a:gd name="csX222" fmla="*/ 56174 w 176518"/>
                <a:gd name="csY222" fmla="*/ 178733 h 323097"/>
                <a:gd name="csX223" fmla="*/ 55816 w 176518"/>
                <a:gd name="csY223" fmla="*/ 182727 h 323097"/>
                <a:gd name="csX224" fmla="*/ 54561 w 176518"/>
                <a:gd name="csY224" fmla="*/ 185405 h 323097"/>
                <a:gd name="csX225" fmla="*/ 52575 w 176518"/>
                <a:gd name="csY225" fmla="*/ 187810 h 323097"/>
                <a:gd name="csX226" fmla="*/ 51753 w 176518"/>
                <a:gd name="csY226" fmla="*/ 191880 h 323097"/>
                <a:gd name="csX227" fmla="*/ 50194 w 176518"/>
                <a:gd name="csY227" fmla="*/ 193767 h 323097"/>
                <a:gd name="csX228" fmla="*/ 48102 w 176518"/>
                <a:gd name="csY228" fmla="*/ 198074 h 323097"/>
                <a:gd name="csX229" fmla="*/ 46687 w 176518"/>
                <a:gd name="csY229" fmla="*/ 203438 h 323097"/>
                <a:gd name="csX230" fmla="*/ 45682 w 176518"/>
                <a:gd name="csY230" fmla="*/ 205918 h 323097"/>
                <a:gd name="csX231" fmla="*/ 45096 w 176518"/>
                <a:gd name="csY231" fmla="*/ 210483 h 323097"/>
                <a:gd name="csX232" fmla="*/ 40782 w 176518"/>
                <a:gd name="csY232" fmla="*/ 217399 h 323097"/>
                <a:gd name="csX233" fmla="*/ 39770 w 176518"/>
                <a:gd name="csY233" fmla="*/ 221303 h 323097"/>
                <a:gd name="csX234" fmla="*/ 38226 w 176518"/>
                <a:gd name="csY234" fmla="*/ 222779 h 323097"/>
                <a:gd name="csX235" fmla="*/ 38766 w 176518"/>
                <a:gd name="csY235" fmla="*/ 223943 h 323097"/>
                <a:gd name="csX236" fmla="*/ 38857 w 176518"/>
                <a:gd name="csY236" fmla="*/ 225890 h 323097"/>
                <a:gd name="csX237" fmla="*/ 38317 w 176518"/>
                <a:gd name="csY237" fmla="*/ 231087 h 323097"/>
                <a:gd name="csX238" fmla="*/ 38142 w 176518"/>
                <a:gd name="csY238" fmla="*/ 235394 h 323097"/>
                <a:gd name="csX239" fmla="*/ 38796 w 176518"/>
                <a:gd name="csY239" fmla="*/ 237699 h 323097"/>
                <a:gd name="csX240" fmla="*/ 40858 w 176518"/>
                <a:gd name="csY240" fmla="*/ 242272 h 323097"/>
                <a:gd name="csX241" fmla="*/ 40371 w 176518"/>
                <a:gd name="csY241" fmla="*/ 243596 h 323097"/>
                <a:gd name="csX242" fmla="*/ 40128 w 176518"/>
                <a:gd name="csY242" fmla="*/ 245483 h 323097"/>
                <a:gd name="csX243" fmla="*/ 41870 w 176518"/>
                <a:gd name="csY243" fmla="*/ 246335 h 323097"/>
                <a:gd name="csX244" fmla="*/ 43118 w 176518"/>
                <a:gd name="csY244" fmla="*/ 246586 h 323097"/>
                <a:gd name="csX245" fmla="*/ 50163 w 176518"/>
                <a:gd name="csY245" fmla="*/ 244425 h 323097"/>
                <a:gd name="csX246" fmla="*/ 52545 w 176518"/>
                <a:gd name="csY246" fmla="*/ 244980 h 323097"/>
                <a:gd name="csX247" fmla="*/ 53443 w 176518"/>
                <a:gd name="csY247" fmla="*/ 246997 h 323097"/>
                <a:gd name="csX248" fmla="*/ 54021 w 176518"/>
                <a:gd name="csY248" fmla="*/ 248754 h 323097"/>
                <a:gd name="csX249" fmla="*/ 55216 w 176518"/>
                <a:gd name="csY249" fmla="*/ 258235 h 323097"/>
                <a:gd name="csX250" fmla="*/ 55832 w 176518"/>
                <a:gd name="csY250" fmla="*/ 259992 h 323097"/>
                <a:gd name="csX251" fmla="*/ 57255 w 176518"/>
                <a:gd name="csY251" fmla="*/ 261666 h 323097"/>
                <a:gd name="csX252" fmla="*/ 58815 w 176518"/>
                <a:gd name="csY252" fmla="*/ 263446 h 323097"/>
                <a:gd name="csX253" fmla="*/ 59347 w 176518"/>
                <a:gd name="csY253" fmla="*/ 263127 h 323097"/>
                <a:gd name="csX254" fmla="*/ 59446 w 176518"/>
                <a:gd name="csY254" fmla="*/ 262465 h 323097"/>
                <a:gd name="csX255" fmla="*/ 59552 w 176518"/>
                <a:gd name="csY255" fmla="*/ 261719 h 323097"/>
                <a:gd name="csX256" fmla="*/ 60945 w 176518"/>
                <a:gd name="csY256" fmla="*/ 263515 h 323097"/>
                <a:gd name="csX257" fmla="*/ 62033 w 176518"/>
                <a:gd name="csY257" fmla="*/ 266863 h 323097"/>
                <a:gd name="csX258" fmla="*/ 65746 w 176518"/>
                <a:gd name="csY258" fmla="*/ 284553 h 323097"/>
                <a:gd name="csX259" fmla="*/ 66819 w 176518"/>
                <a:gd name="csY259" fmla="*/ 286797 h 323097"/>
                <a:gd name="csX260" fmla="*/ 67709 w 176518"/>
                <a:gd name="csY260" fmla="*/ 289163 h 323097"/>
                <a:gd name="csX261" fmla="*/ 65441 w 176518"/>
                <a:gd name="csY261" fmla="*/ 288014 h 323097"/>
                <a:gd name="csX262" fmla="*/ 64833 w 176518"/>
                <a:gd name="csY262" fmla="*/ 284088 h 323097"/>
                <a:gd name="csX263" fmla="*/ 64186 w 176518"/>
                <a:gd name="csY263" fmla="*/ 282437 h 323097"/>
                <a:gd name="csX264" fmla="*/ 63387 w 176518"/>
                <a:gd name="csY264" fmla="*/ 282194 h 323097"/>
                <a:gd name="csX265" fmla="*/ 62124 w 176518"/>
                <a:gd name="csY265" fmla="*/ 282224 h 323097"/>
                <a:gd name="csX266" fmla="*/ 62040 w 176518"/>
                <a:gd name="csY266" fmla="*/ 281524 h 323097"/>
                <a:gd name="csX267" fmla="*/ 62991 w 176518"/>
                <a:gd name="csY267" fmla="*/ 280246 h 323097"/>
                <a:gd name="csX268" fmla="*/ 62839 w 176518"/>
                <a:gd name="csY268" fmla="*/ 278709 h 323097"/>
                <a:gd name="csX269" fmla="*/ 61538 w 176518"/>
                <a:gd name="csY269" fmla="*/ 277446 h 323097"/>
                <a:gd name="csX270" fmla="*/ 59438 w 176518"/>
                <a:gd name="csY270" fmla="*/ 278451 h 323097"/>
                <a:gd name="csX271" fmla="*/ 59499 w 176518"/>
                <a:gd name="csY271" fmla="*/ 281205 h 323097"/>
                <a:gd name="csX272" fmla="*/ 60435 w 176518"/>
                <a:gd name="csY272" fmla="*/ 283312 h 323097"/>
                <a:gd name="csX273" fmla="*/ 63996 w 176518"/>
                <a:gd name="csY273" fmla="*/ 288030 h 323097"/>
                <a:gd name="csX274" fmla="*/ 65107 w 176518"/>
                <a:gd name="csY274" fmla="*/ 290000 h 323097"/>
                <a:gd name="csX275" fmla="*/ 66522 w 176518"/>
                <a:gd name="csY275" fmla="*/ 290563 h 323097"/>
                <a:gd name="csX276" fmla="*/ 68584 w 176518"/>
                <a:gd name="csY276" fmla="*/ 290251 h 323097"/>
                <a:gd name="csX277" fmla="*/ 71049 w 176518"/>
                <a:gd name="csY277" fmla="*/ 292260 h 323097"/>
                <a:gd name="csX278" fmla="*/ 72989 w 176518"/>
                <a:gd name="csY278" fmla="*/ 294124 h 323097"/>
                <a:gd name="csX279" fmla="*/ 77805 w 176518"/>
                <a:gd name="csY279" fmla="*/ 296977 h 323097"/>
                <a:gd name="csX280" fmla="*/ 80719 w 176518"/>
                <a:gd name="csY280" fmla="*/ 296673 h 323097"/>
                <a:gd name="csX281" fmla="*/ 83869 w 176518"/>
                <a:gd name="csY281" fmla="*/ 295965 h 323097"/>
                <a:gd name="csX282" fmla="*/ 85977 w 176518"/>
                <a:gd name="csY282" fmla="*/ 296148 h 323097"/>
                <a:gd name="csX283" fmla="*/ 88047 w 176518"/>
                <a:gd name="csY283" fmla="*/ 296878 h 323097"/>
                <a:gd name="csX284" fmla="*/ 90535 w 176518"/>
                <a:gd name="csY284" fmla="*/ 299260 h 323097"/>
                <a:gd name="csX285" fmla="*/ 94483 w 176518"/>
                <a:gd name="csY285" fmla="*/ 305225 h 323097"/>
                <a:gd name="csX286" fmla="*/ 100935 w 176518"/>
                <a:gd name="csY286" fmla="*/ 310186 h 323097"/>
                <a:gd name="csX287" fmla="*/ 100235 w 176518"/>
                <a:gd name="csY287" fmla="*/ 311418 h 323097"/>
                <a:gd name="csX288" fmla="*/ 99954 w 176518"/>
                <a:gd name="csY288" fmla="*/ 313298 h 323097"/>
                <a:gd name="csX289" fmla="*/ 97413 w 176518"/>
                <a:gd name="csY289" fmla="*/ 315801 h 323097"/>
                <a:gd name="csX290" fmla="*/ 97002 w 176518"/>
                <a:gd name="csY290" fmla="*/ 317247 h 323097"/>
                <a:gd name="csX291" fmla="*/ 96074 w 176518"/>
                <a:gd name="csY291" fmla="*/ 319080 h 323097"/>
                <a:gd name="csX292" fmla="*/ 94308 w 176518"/>
                <a:gd name="csY292" fmla="*/ 320062 h 323097"/>
                <a:gd name="csX293" fmla="*/ 92787 w 176518"/>
                <a:gd name="csY293" fmla="*/ 320244 h 323097"/>
                <a:gd name="csX294" fmla="*/ 91912 w 176518"/>
                <a:gd name="csY294" fmla="*/ 320069 h 323097"/>
                <a:gd name="csX295" fmla="*/ 91303 w 176518"/>
                <a:gd name="csY295" fmla="*/ 319704 h 323097"/>
                <a:gd name="csX296" fmla="*/ 90268 w 176518"/>
                <a:gd name="csY296" fmla="*/ 317969 h 323097"/>
                <a:gd name="csX297" fmla="*/ 89743 w 176518"/>
                <a:gd name="csY297" fmla="*/ 317444 h 323097"/>
                <a:gd name="csX298" fmla="*/ 89302 w 176518"/>
                <a:gd name="csY298" fmla="*/ 317323 h 323097"/>
                <a:gd name="csX299" fmla="*/ 86053 w 176518"/>
                <a:gd name="csY299" fmla="*/ 318517 h 323097"/>
                <a:gd name="csX300" fmla="*/ 82911 w 176518"/>
                <a:gd name="csY300" fmla="*/ 319841 h 323097"/>
                <a:gd name="csX301" fmla="*/ 82333 w 176518"/>
                <a:gd name="csY301" fmla="*/ 321028 h 323097"/>
                <a:gd name="csX302" fmla="*/ 81495 w 176518"/>
                <a:gd name="csY302" fmla="*/ 322413 h 323097"/>
                <a:gd name="csX303" fmla="*/ 80582 w 176518"/>
                <a:gd name="csY303" fmla="*/ 322961 h 323097"/>
                <a:gd name="csX304" fmla="*/ 79860 w 176518"/>
                <a:gd name="csY304" fmla="*/ 323097 h 323097"/>
                <a:gd name="csX305" fmla="*/ 79167 w 176518"/>
                <a:gd name="csY305" fmla="*/ 322283 h 323097"/>
                <a:gd name="csX306" fmla="*/ 77965 w 176518"/>
                <a:gd name="csY306" fmla="*/ 321226 h 323097"/>
                <a:gd name="csX307" fmla="*/ 77037 w 176518"/>
                <a:gd name="csY307" fmla="*/ 320237 h 323097"/>
                <a:gd name="csX308" fmla="*/ 77273 w 176518"/>
                <a:gd name="csY308" fmla="*/ 318639 h 323097"/>
                <a:gd name="csX309" fmla="*/ 79038 w 176518"/>
                <a:gd name="csY309" fmla="*/ 316288 h 323097"/>
                <a:gd name="csX310" fmla="*/ 79266 w 176518"/>
                <a:gd name="csY310" fmla="*/ 314644 h 323097"/>
                <a:gd name="csX311" fmla="*/ 79046 w 176518"/>
                <a:gd name="csY311" fmla="*/ 311814 h 323097"/>
                <a:gd name="csX312" fmla="*/ 78566 w 176518"/>
                <a:gd name="csY312" fmla="*/ 310186 h 323097"/>
                <a:gd name="csX313" fmla="*/ 78057 w 176518"/>
                <a:gd name="csY313" fmla="*/ 310133 h 323097"/>
                <a:gd name="csX314" fmla="*/ 77189 w 176518"/>
                <a:gd name="csY314" fmla="*/ 309866 h 323097"/>
                <a:gd name="csX315" fmla="*/ 74739 w 176518"/>
                <a:gd name="csY315" fmla="*/ 310133 h 323097"/>
                <a:gd name="csX316" fmla="*/ 73514 w 176518"/>
                <a:gd name="csY316" fmla="*/ 308291 h 323097"/>
                <a:gd name="csX317" fmla="*/ 73035 w 176518"/>
                <a:gd name="csY317" fmla="*/ 306267 h 323097"/>
                <a:gd name="csX318" fmla="*/ 72198 w 176518"/>
                <a:gd name="csY318" fmla="*/ 305545 h 323097"/>
                <a:gd name="csX319" fmla="*/ 71368 w 176518"/>
                <a:gd name="csY319" fmla="*/ 305103 h 323097"/>
                <a:gd name="csX320" fmla="*/ 69535 w 176518"/>
                <a:gd name="csY320" fmla="*/ 305803 h 323097"/>
                <a:gd name="csX321" fmla="*/ 68127 w 176518"/>
                <a:gd name="csY321" fmla="*/ 305385 h 323097"/>
                <a:gd name="csX322" fmla="*/ 63463 w 176518"/>
                <a:gd name="csY322" fmla="*/ 303627 h 323097"/>
                <a:gd name="csX323" fmla="*/ 61675 w 176518"/>
                <a:gd name="csY323" fmla="*/ 300789 h 323097"/>
                <a:gd name="csX324" fmla="*/ 60717 w 176518"/>
                <a:gd name="csY324" fmla="*/ 300705 h 323097"/>
                <a:gd name="csX325" fmla="*/ 59872 w 176518"/>
                <a:gd name="csY325" fmla="*/ 301018 h 323097"/>
                <a:gd name="csX326" fmla="*/ 59537 w 176518"/>
                <a:gd name="csY326" fmla="*/ 301664 h 323097"/>
                <a:gd name="csX327" fmla="*/ 59043 w 176518"/>
                <a:gd name="csY327" fmla="*/ 304928 h 323097"/>
                <a:gd name="csX328" fmla="*/ 58639 w 176518"/>
                <a:gd name="csY328" fmla="*/ 305925 h 323097"/>
                <a:gd name="csX329" fmla="*/ 53291 w 176518"/>
                <a:gd name="csY329" fmla="*/ 299351 h 323097"/>
                <a:gd name="csX330" fmla="*/ 49608 w 176518"/>
                <a:gd name="csY330" fmla="*/ 296643 h 323097"/>
                <a:gd name="csX331" fmla="*/ 50125 w 176518"/>
                <a:gd name="csY331" fmla="*/ 291735 h 323097"/>
                <a:gd name="csX332" fmla="*/ 49007 w 176518"/>
                <a:gd name="csY332" fmla="*/ 290784 h 323097"/>
                <a:gd name="csX333" fmla="*/ 47607 w 176518"/>
                <a:gd name="csY333" fmla="*/ 290693 h 323097"/>
                <a:gd name="csX334" fmla="*/ 46550 w 176518"/>
                <a:gd name="csY334" fmla="*/ 289331 h 323097"/>
                <a:gd name="csX335" fmla="*/ 47485 w 176518"/>
                <a:gd name="csY335" fmla="*/ 286409 h 323097"/>
                <a:gd name="csX336" fmla="*/ 46040 w 176518"/>
                <a:gd name="csY336" fmla="*/ 286964 h 323097"/>
                <a:gd name="csX337" fmla="*/ 44039 w 176518"/>
                <a:gd name="csY337" fmla="*/ 286858 h 323097"/>
                <a:gd name="csX338" fmla="*/ 42395 w 176518"/>
                <a:gd name="csY338" fmla="*/ 286051 h 323097"/>
                <a:gd name="csX339" fmla="*/ 41155 w 176518"/>
                <a:gd name="csY339" fmla="*/ 282004 h 323097"/>
                <a:gd name="csX340" fmla="*/ 40363 w 176518"/>
                <a:gd name="csY340" fmla="*/ 280771 h 323097"/>
                <a:gd name="csX341" fmla="*/ 38652 w 176518"/>
                <a:gd name="csY341" fmla="*/ 278648 h 323097"/>
                <a:gd name="csX342" fmla="*/ 36392 w 176518"/>
                <a:gd name="csY342" fmla="*/ 278648 h 323097"/>
                <a:gd name="csX343" fmla="*/ 35639 w 176518"/>
                <a:gd name="csY343" fmla="*/ 277629 h 323097"/>
                <a:gd name="csX344" fmla="*/ 35821 w 176518"/>
                <a:gd name="csY344" fmla="*/ 275012 h 323097"/>
                <a:gd name="csX345" fmla="*/ 34170 w 176518"/>
                <a:gd name="csY345" fmla="*/ 273406 h 323097"/>
                <a:gd name="csX346" fmla="*/ 32002 w 176518"/>
                <a:gd name="csY346" fmla="*/ 272097 h 323097"/>
                <a:gd name="csX347" fmla="*/ 30222 w 176518"/>
                <a:gd name="csY347" fmla="*/ 271329 h 323097"/>
                <a:gd name="csX348" fmla="*/ 28403 w 176518"/>
                <a:gd name="csY348" fmla="*/ 267106 h 323097"/>
                <a:gd name="csX349" fmla="*/ 26973 w 176518"/>
                <a:gd name="csY349" fmla="*/ 266071 h 323097"/>
                <a:gd name="csX350" fmla="*/ 25755 w 176518"/>
                <a:gd name="csY350" fmla="*/ 265227 h 323097"/>
                <a:gd name="csX351" fmla="*/ 24059 w 176518"/>
                <a:gd name="csY351" fmla="*/ 265798 h 323097"/>
                <a:gd name="csX352" fmla="*/ 23503 w 176518"/>
                <a:gd name="csY352" fmla="*/ 267319 h 323097"/>
                <a:gd name="csX353" fmla="*/ 22377 w 176518"/>
                <a:gd name="csY353" fmla="*/ 268788 h 323097"/>
                <a:gd name="csX354" fmla="*/ 21091 w 176518"/>
                <a:gd name="csY354" fmla="*/ 268605 h 323097"/>
                <a:gd name="csX355" fmla="*/ 19912 w 176518"/>
                <a:gd name="csY355" fmla="*/ 267768 h 323097"/>
                <a:gd name="csX356" fmla="*/ 18474 w 176518"/>
                <a:gd name="csY356" fmla="*/ 263545 h 323097"/>
                <a:gd name="csX357" fmla="*/ 18238 w 176518"/>
                <a:gd name="csY357" fmla="*/ 260958 h 323097"/>
                <a:gd name="csX358" fmla="*/ 18557 w 176518"/>
                <a:gd name="csY358" fmla="*/ 256150 h 323097"/>
                <a:gd name="csX359" fmla="*/ 20353 w 176518"/>
                <a:gd name="csY359" fmla="*/ 251836 h 323097"/>
                <a:gd name="csX360" fmla="*/ 21319 w 176518"/>
                <a:gd name="csY360" fmla="*/ 244927 h 323097"/>
                <a:gd name="csX361" fmla="*/ 22849 w 176518"/>
                <a:gd name="csY361" fmla="*/ 240583 h 323097"/>
                <a:gd name="csX362" fmla="*/ 23922 w 176518"/>
                <a:gd name="csY362" fmla="*/ 239107 h 323097"/>
                <a:gd name="csX363" fmla="*/ 25390 w 176518"/>
                <a:gd name="csY363" fmla="*/ 233164 h 323097"/>
                <a:gd name="csX364" fmla="*/ 28395 w 176518"/>
                <a:gd name="csY364" fmla="*/ 225563 h 323097"/>
                <a:gd name="csX365" fmla="*/ 28738 w 176518"/>
                <a:gd name="csY365" fmla="*/ 223935 h 323097"/>
                <a:gd name="csX366" fmla="*/ 29346 w 176518"/>
                <a:gd name="csY366" fmla="*/ 222109 h 323097"/>
                <a:gd name="csX367" fmla="*/ 29803 w 176518"/>
                <a:gd name="csY367" fmla="*/ 220382 h 323097"/>
                <a:gd name="csX368" fmla="*/ 29955 w 176518"/>
                <a:gd name="csY368" fmla="*/ 217658 h 323097"/>
                <a:gd name="csX369" fmla="*/ 29567 w 176518"/>
                <a:gd name="csY369" fmla="*/ 216228 h 323097"/>
                <a:gd name="csX370" fmla="*/ 29567 w 176518"/>
                <a:gd name="csY370" fmla="*/ 215421 h 323097"/>
                <a:gd name="csX371" fmla="*/ 30198 w 176518"/>
                <a:gd name="csY371" fmla="*/ 214394 h 323097"/>
                <a:gd name="csX372" fmla="*/ 32336 w 176518"/>
                <a:gd name="csY372" fmla="*/ 212667 h 323097"/>
                <a:gd name="csX373" fmla="*/ 35296 w 176518"/>
                <a:gd name="csY373" fmla="*/ 209821 h 323097"/>
                <a:gd name="csX374" fmla="*/ 38811 w 176518"/>
                <a:gd name="csY374" fmla="*/ 205819 h 323097"/>
                <a:gd name="csX375" fmla="*/ 42418 w 176518"/>
                <a:gd name="csY375" fmla="*/ 199671 h 323097"/>
                <a:gd name="csX376" fmla="*/ 44206 w 176518"/>
                <a:gd name="csY376" fmla="*/ 196103 h 323097"/>
                <a:gd name="csX377" fmla="*/ 44959 w 176518"/>
                <a:gd name="csY377" fmla="*/ 194840 h 323097"/>
                <a:gd name="csX378" fmla="*/ 45750 w 176518"/>
                <a:gd name="csY378" fmla="*/ 194444 h 323097"/>
                <a:gd name="csX379" fmla="*/ 46983 w 176518"/>
                <a:gd name="csY379" fmla="*/ 193220 h 323097"/>
                <a:gd name="csX380" fmla="*/ 47828 w 176518"/>
                <a:gd name="csY380" fmla="*/ 191865 h 323097"/>
                <a:gd name="csX381" fmla="*/ 47873 w 176518"/>
                <a:gd name="csY381" fmla="*/ 191180 h 323097"/>
                <a:gd name="csX382" fmla="*/ 45918 w 176518"/>
                <a:gd name="csY382" fmla="*/ 184492 h 323097"/>
                <a:gd name="csX383" fmla="*/ 44632 w 176518"/>
                <a:gd name="csY383" fmla="*/ 182309 h 323097"/>
                <a:gd name="csX384" fmla="*/ 43985 w 176518"/>
                <a:gd name="csY384" fmla="*/ 179729 h 323097"/>
                <a:gd name="csX385" fmla="*/ 43635 w 176518"/>
                <a:gd name="csY385" fmla="*/ 177865 h 323097"/>
                <a:gd name="csX386" fmla="*/ 43164 w 176518"/>
                <a:gd name="csY386" fmla="*/ 176153 h 323097"/>
                <a:gd name="csX387" fmla="*/ 43392 w 176518"/>
                <a:gd name="csY387" fmla="*/ 174540 h 323097"/>
                <a:gd name="csX388" fmla="*/ 42684 w 176518"/>
                <a:gd name="csY388" fmla="*/ 173536 h 323097"/>
                <a:gd name="csX389" fmla="*/ 41086 w 176518"/>
                <a:gd name="csY389" fmla="*/ 172266 h 323097"/>
                <a:gd name="csX390" fmla="*/ 39428 w 176518"/>
                <a:gd name="csY390" fmla="*/ 170371 h 323097"/>
                <a:gd name="csX391" fmla="*/ 38439 w 176518"/>
                <a:gd name="csY391" fmla="*/ 167274 h 323097"/>
                <a:gd name="csX392" fmla="*/ 38439 w 176518"/>
                <a:gd name="csY392" fmla="*/ 165547 h 323097"/>
                <a:gd name="csX393" fmla="*/ 37381 w 176518"/>
                <a:gd name="csY393" fmla="*/ 164033 h 323097"/>
                <a:gd name="csX394" fmla="*/ 37024 w 176518"/>
                <a:gd name="csY394" fmla="*/ 162450 h 323097"/>
                <a:gd name="csX395" fmla="*/ 37663 w 176518"/>
                <a:gd name="csY395" fmla="*/ 160936 h 323097"/>
                <a:gd name="csX396" fmla="*/ 38492 w 176518"/>
                <a:gd name="csY396" fmla="*/ 159628 h 323097"/>
                <a:gd name="csX397" fmla="*/ 38393 w 176518"/>
                <a:gd name="csY397" fmla="*/ 153875 h 323097"/>
                <a:gd name="csX398" fmla="*/ 38058 w 176518"/>
                <a:gd name="csY398" fmla="*/ 152156 h 323097"/>
                <a:gd name="csX399" fmla="*/ 37647 w 176518"/>
                <a:gd name="csY399" fmla="*/ 149082 h 323097"/>
                <a:gd name="csX400" fmla="*/ 36567 w 176518"/>
                <a:gd name="csY400" fmla="*/ 146762 h 323097"/>
                <a:gd name="csX401" fmla="*/ 35038 w 176518"/>
                <a:gd name="csY401" fmla="*/ 144045 h 323097"/>
                <a:gd name="csX402" fmla="*/ 33303 w 176518"/>
                <a:gd name="csY402" fmla="*/ 141801 h 323097"/>
                <a:gd name="csX403" fmla="*/ 28768 w 176518"/>
                <a:gd name="csY403" fmla="*/ 137738 h 323097"/>
                <a:gd name="csX404" fmla="*/ 25534 w 176518"/>
                <a:gd name="csY404" fmla="*/ 135022 h 323097"/>
                <a:gd name="csX405" fmla="*/ 23937 w 176518"/>
                <a:gd name="csY405" fmla="*/ 132541 h 323097"/>
                <a:gd name="csX406" fmla="*/ 21905 w 176518"/>
                <a:gd name="csY406" fmla="*/ 129688 h 323097"/>
                <a:gd name="csX407" fmla="*/ 20452 w 176518"/>
                <a:gd name="csY407" fmla="*/ 127634 h 323097"/>
                <a:gd name="csX408" fmla="*/ 18618 w 176518"/>
                <a:gd name="csY408" fmla="*/ 125039 h 323097"/>
                <a:gd name="csX409" fmla="*/ 17683 w 176518"/>
                <a:gd name="csY409" fmla="*/ 121501 h 323097"/>
                <a:gd name="csX410" fmla="*/ 17165 w 176518"/>
                <a:gd name="csY410" fmla="*/ 117727 h 323097"/>
                <a:gd name="csX411" fmla="*/ 17447 w 176518"/>
                <a:gd name="csY411" fmla="*/ 116480 h 323097"/>
                <a:gd name="csX412" fmla="*/ 18322 w 176518"/>
                <a:gd name="csY412" fmla="*/ 115658 h 323097"/>
                <a:gd name="csX413" fmla="*/ 19470 w 176518"/>
                <a:gd name="csY413" fmla="*/ 114996 h 323097"/>
                <a:gd name="csX414" fmla="*/ 20399 w 176518"/>
                <a:gd name="csY414" fmla="*/ 114844 h 323097"/>
                <a:gd name="csX415" fmla="*/ 23016 w 176518"/>
                <a:gd name="csY415" fmla="*/ 113109 h 323097"/>
                <a:gd name="csX416" fmla="*/ 24835 w 176518"/>
                <a:gd name="csY416" fmla="*/ 113261 h 323097"/>
                <a:gd name="csX417" fmla="*/ 25261 w 176518"/>
                <a:gd name="csY417" fmla="*/ 112888 h 323097"/>
                <a:gd name="csX418" fmla="*/ 25436 w 176518"/>
                <a:gd name="csY418" fmla="*/ 112097 h 323097"/>
                <a:gd name="csX419" fmla="*/ 25200 w 176518"/>
                <a:gd name="csY419" fmla="*/ 108658 h 323097"/>
                <a:gd name="csX420" fmla="*/ 25283 w 176518"/>
                <a:gd name="csY420" fmla="*/ 104055 h 323097"/>
                <a:gd name="csX421" fmla="*/ 25618 w 176518"/>
                <a:gd name="csY421" fmla="*/ 100304 h 323097"/>
                <a:gd name="csX422" fmla="*/ 26014 w 176518"/>
                <a:gd name="csY422" fmla="*/ 97831 h 323097"/>
                <a:gd name="csX423" fmla="*/ 30838 w 176518"/>
                <a:gd name="csY423" fmla="*/ 94955 h 323097"/>
                <a:gd name="csX424" fmla="*/ 31850 w 176518"/>
                <a:gd name="csY424" fmla="*/ 93707 h 323097"/>
                <a:gd name="csX425" fmla="*/ 32336 w 176518"/>
                <a:gd name="csY425" fmla="*/ 92360 h 323097"/>
                <a:gd name="csX426" fmla="*/ 32336 w 176518"/>
                <a:gd name="csY426" fmla="*/ 91173 h 323097"/>
                <a:gd name="csX427" fmla="*/ 31926 w 176518"/>
                <a:gd name="csY427" fmla="*/ 90238 h 323097"/>
                <a:gd name="csX428" fmla="*/ 31203 w 176518"/>
                <a:gd name="csY428" fmla="*/ 89720 h 323097"/>
                <a:gd name="csX429" fmla="*/ 28084 w 176518"/>
                <a:gd name="csY429" fmla="*/ 92201 h 323097"/>
                <a:gd name="csX430" fmla="*/ 27475 w 176518"/>
                <a:gd name="csY430" fmla="*/ 91653 h 323097"/>
                <a:gd name="csX431" fmla="*/ 26044 w 176518"/>
                <a:gd name="csY431" fmla="*/ 87575 h 323097"/>
                <a:gd name="csX432" fmla="*/ 25428 w 176518"/>
                <a:gd name="csY432" fmla="*/ 86327 h 323097"/>
                <a:gd name="csX433" fmla="*/ 24538 w 176518"/>
                <a:gd name="csY433" fmla="*/ 84835 h 323097"/>
                <a:gd name="csX434" fmla="*/ 23579 w 176518"/>
                <a:gd name="csY434" fmla="*/ 82751 h 323097"/>
                <a:gd name="csX435" fmla="*/ 23427 w 176518"/>
                <a:gd name="csY435" fmla="*/ 79144 h 323097"/>
                <a:gd name="csX436" fmla="*/ 22735 w 176518"/>
                <a:gd name="csY436" fmla="*/ 77356 h 323097"/>
                <a:gd name="csX437" fmla="*/ 18839 w 176518"/>
                <a:gd name="csY437" fmla="*/ 73544 h 323097"/>
                <a:gd name="csX438" fmla="*/ 17097 w 176518"/>
                <a:gd name="csY438" fmla="*/ 71490 h 323097"/>
                <a:gd name="csX439" fmla="*/ 14715 w 176518"/>
                <a:gd name="csY439" fmla="*/ 68523 h 323097"/>
                <a:gd name="csX440" fmla="*/ 11862 w 176518"/>
                <a:gd name="csY440" fmla="*/ 64962 h 323097"/>
                <a:gd name="csX441" fmla="*/ 8948 w 176518"/>
                <a:gd name="csY441" fmla="*/ 61667 h 323097"/>
                <a:gd name="csX442" fmla="*/ 7578 w 176518"/>
                <a:gd name="csY442" fmla="*/ 59560 h 323097"/>
                <a:gd name="csX443" fmla="*/ 7099 w 176518"/>
                <a:gd name="csY443" fmla="*/ 59081 h 323097"/>
                <a:gd name="csX444" fmla="*/ 6939 w 176518"/>
                <a:gd name="csY444" fmla="*/ 58266 h 323097"/>
                <a:gd name="csX445" fmla="*/ 7822 w 176518"/>
                <a:gd name="csY445" fmla="*/ 55999 h 323097"/>
                <a:gd name="csX446" fmla="*/ 7381 w 176518"/>
                <a:gd name="csY446" fmla="*/ 53716 h 323097"/>
                <a:gd name="csX447" fmla="*/ 5935 w 176518"/>
                <a:gd name="csY447" fmla="*/ 50673 h 323097"/>
                <a:gd name="csX448" fmla="*/ 5311 w 176518"/>
                <a:gd name="csY448" fmla="*/ 48786 h 323097"/>
                <a:gd name="csX449" fmla="*/ 5516 w 176518"/>
                <a:gd name="csY449" fmla="*/ 48063 h 323097"/>
                <a:gd name="csX450" fmla="*/ 4816 w 176518"/>
                <a:gd name="csY450" fmla="*/ 47782 h 323097"/>
                <a:gd name="csX451" fmla="*/ 3196 w 176518"/>
                <a:gd name="csY451" fmla="*/ 47941 h 323097"/>
                <a:gd name="csX452" fmla="*/ 1643 w 176518"/>
                <a:gd name="csY452" fmla="*/ 46511 h 323097"/>
                <a:gd name="csX453" fmla="*/ 145 w 176518"/>
                <a:gd name="csY453" fmla="*/ 43498 h 323097"/>
                <a:gd name="csX454" fmla="*/ 0 w 176518"/>
                <a:gd name="csY454" fmla="*/ 42966 h 323097"/>
                <a:gd name="csX455" fmla="*/ 487 w 176518"/>
                <a:gd name="csY455" fmla="*/ 42973 h 323097"/>
                <a:gd name="csX456" fmla="*/ 2367 w 176518"/>
                <a:gd name="csY456" fmla="*/ 43491 h 323097"/>
                <a:gd name="csX457" fmla="*/ 3006 w 176518"/>
                <a:gd name="csY457" fmla="*/ 43414 h 323097"/>
                <a:gd name="csX458" fmla="*/ 4337 w 176518"/>
                <a:gd name="csY458" fmla="*/ 42722 h 323097"/>
                <a:gd name="csX459" fmla="*/ 6353 w 176518"/>
                <a:gd name="csY459" fmla="*/ 41992 h 323097"/>
                <a:gd name="csX460" fmla="*/ 7548 w 176518"/>
                <a:gd name="csY460" fmla="*/ 41748 h 323097"/>
                <a:gd name="csX461" fmla="*/ 7943 w 176518"/>
                <a:gd name="csY461" fmla="*/ 41391 h 323097"/>
                <a:gd name="csX462" fmla="*/ 8111 w 176518"/>
                <a:gd name="csY462" fmla="*/ 40660 h 323097"/>
                <a:gd name="csX463" fmla="*/ 7084 w 176518"/>
                <a:gd name="csY463" fmla="*/ 33691 h 323097"/>
                <a:gd name="csX464" fmla="*/ 7259 w 176518"/>
                <a:gd name="csY464" fmla="*/ 32237 h 323097"/>
                <a:gd name="csX465" fmla="*/ 9168 w 176518"/>
                <a:gd name="csY465" fmla="*/ 29225 h 323097"/>
                <a:gd name="csX466" fmla="*/ 8955 w 176518"/>
                <a:gd name="csY466" fmla="*/ 26181 h 323097"/>
                <a:gd name="csX467" fmla="*/ 9442 w 176518"/>
                <a:gd name="csY467" fmla="*/ 21814 h 323097"/>
                <a:gd name="csX468" fmla="*/ 11573 w 176518"/>
                <a:gd name="csY468" fmla="*/ 18824 h 323097"/>
                <a:gd name="csX469" fmla="*/ 13171 w 176518"/>
                <a:gd name="csY469" fmla="*/ 17446 h 323097"/>
                <a:gd name="csX470" fmla="*/ 13673 w 176518"/>
                <a:gd name="csY470" fmla="*/ 15286 h 323097"/>
                <a:gd name="csX471" fmla="*/ 14403 w 176518"/>
                <a:gd name="csY471" fmla="*/ 14829 h 323097"/>
                <a:gd name="csX472" fmla="*/ 15727 w 176518"/>
                <a:gd name="csY472" fmla="*/ 14997 h 323097"/>
                <a:gd name="csX473" fmla="*/ 18459 w 176518"/>
                <a:gd name="csY473" fmla="*/ 16610 h 323097"/>
                <a:gd name="csX474" fmla="*/ 19623 w 176518"/>
                <a:gd name="csY474" fmla="*/ 16686 h 323097"/>
                <a:gd name="csX475" fmla="*/ 21281 w 176518"/>
                <a:gd name="csY475" fmla="*/ 16640 h 323097"/>
                <a:gd name="csX476" fmla="*/ 23062 w 176518"/>
                <a:gd name="csY476" fmla="*/ 16518 h 323097"/>
                <a:gd name="csX477" fmla="*/ 23891 w 176518"/>
                <a:gd name="csY477" fmla="*/ 16366 h 323097"/>
                <a:gd name="csX478" fmla="*/ 29590 w 176518"/>
                <a:gd name="csY478" fmla="*/ 14791 h 323097"/>
                <a:gd name="csX479" fmla="*/ 30845 w 176518"/>
                <a:gd name="csY479" fmla="*/ 14624 h 323097"/>
                <a:gd name="csX480" fmla="*/ 32048 w 176518"/>
                <a:gd name="csY480" fmla="*/ 14821 h 323097"/>
                <a:gd name="csX481" fmla="*/ 32922 w 176518"/>
                <a:gd name="csY481" fmla="*/ 14746 h 323097"/>
                <a:gd name="csX482" fmla="*/ 33797 w 176518"/>
                <a:gd name="csY482" fmla="*/ 14023 h 323097"/>
                <a:gd name="csX483" fmla="*/ 34422 w 176518"/>
                <a:gd name="csY483" fmla="*/ 12752 h 323097"/>
                <a:gd name="csX484" fmla="*/ 35137 w 176518"/>
                <a:gd name="csY484" fmla="*/ 8674 h 323097"/>
                <a:gd name="csX485" fmla="*/ 35547 w 176518"/>
                <a:gd name="csY485" fmla="*/ 7951 h 323097"/>
                <a:gd name="csX486" fmla="*/ 36286 w 176518"/>
                <a:gd name="csY486" fmla="*/ 7373 h 323097"/>
                <a:gd name="csX487" fmla="*/ 37495 w 176518"/>
                <a:gd name="csY487" fmla="*/ 6985 h 323097"/>
                <a:gd name="csX488" fmla="*/ 38910 w 176518"/>
                <a:gd name="csY488" fmla="*/ 7015 h 323097"/>
                <a:gd name="csX489" fmla="*/ 40759 w 176518"/>
                <a:gd name="csY489" fmla="*/ 7799 h 323097"/>
                <a:gd name="csX490" fmla="*/ 41916 w 176518"/>
                <a:gd name="csY490" fmla="*/ 7829 h 323097"/>
                <a:gd name="csX491" fmla="*/ 43225 w 176518"/>
                <a:gd name="csY491" fmla="*/ 7502 h 323097"/>
                <a:gd name="csX492" fmla="*/ 44335 w 176518"/>
                <a:gd name="csY492" fmla="*/ 6939 h 323097"/>
                <a:gd name="csX493" fmla="*/ 45073 w 176518"/>
                <a:gd name="csY493" fmla="*/ 6224 h 323097"/>
                <a:gd name="csX494" fmla="*/ 45408 w 176518"/>
                <a:gd name="csY494" fmla="*/ 5364 h 323097"/>
                <a:gd name="csX495" fmla="*/ 45111 w 176518"/>
                <a:gd name="csY495" fmla="*/ 3713 h 323097"/>
                <a:gd name="csX496" fmla="*/ 44267 w 176518"/>
                <a:gd name="csY496" fmla="*/ 1643 h 323097"/>
                <a:gd name="csX497" fmla="*/ 44503 w 176518"/>
                <a:gd name="csY497" fmla="*/ 1392 h 323097"/>
                <a:gd name="csX498" fmla="*/ 46055 w 176518"/>
                <a:gd name="csY498" fmla="*/ 1849 h 323097"/>
                <a:gd name="csX499" fmla="*/ 48337 w 176518"/>
                <a:gd name="csY499" fmla="*/ 2359 h 323097"/>
                <a:gd name="csX500" fmla="*/ 50080 w 176518"/>
                <a:gd name="csY500" fmla="*/ 2245 h 323097"/>
                <a:gd name="csX501" fmla="*/ 51213 w 176518"/>
                <a:gd name="csY501" fmla="*/ 1887 h 323097"/>
                <a:gd name="csX502" fmla="*/ 52324 w 176518"/>
                <a:gd name="csY502" fmla="*/ 906 h 323097"/>
                <a:gd name="csX503" fmla="*/ 53724 w 176518"/>
                <a:gd name="csY503" fmla="*/ 0 h 323097"/>
                <a:gd name="csX504" fmla="*/ 55086 w 176518"/>
                <a:gd name="csY504" fmla="*/ 205 h 323097"/>
                <a:gd name="csX505" fmla="*/ 56144 w 176518"/>
                <a:gd name="csY505" fmla="*/ 1012 h 323097"/>
                <a:gd name="csX506" fmla="*/ 58662 w 176518"/>
                <a:gd name="csY506" fmla="*/ 2534 h 323097"/>
                <a:gd name="csX507" fmla="*/ 107867 w 176518"/>
                <a:gd name="csY507" fmla="*/ 186722 h 323097"/>
                <a:gd name="csX508" fmla="*/ 107935 w 176518"/>
                <a:gd name="csY508" fmla="*/ 187239 h 323097"/>
                <a:gd name="csX509" fmla="*/ 106825 w 176518"/>
                <a:gd name="csY509" fmla="*/ 186843 h 323097"/>
                <a:gd name="csX510" fmla="*/ 106436 w 176518"/>
                <a:gd name="csY510" fmla="*/ 187026 h 323097"/>
                <a:gd name="csX511" fmla="*/ 105196 w 176518"/>
                <a:gd name="csY511" fmla="*/ 186882 h 323097"/>
                <a:gd name="csX512" fmla="*/ 104588 w 176518"/>
                <a:gd name="csY512" fmla="*/ 183876 h 323097"/>
                <a:gd name="csX513" fmla="*/ 104679 w 176518"/>
                <a:gd name="csY513" fmla="*/ 183168 h 323097"/>
                <a:gd name="csX514" fmla="*/ 105561 w 176518"/>
                <a:gd name="csY514" fmla="*/ 183389 h 323097"/>
                <a:gd name="csX515" fmla="*/ 106825 w 176518"/>
                <a:gd name="csY515" fmla="*/ 184880 h 323097"/>
                <a:gd name="csX516" fmla="*/ 107471 w 176518"/>
                <a:gd name="csY516" fmla="*/ 185915 h 323097"/>
                <a:gd name="csX517" fmla="*/ 107867 w 176518"/>
                <a:gd name="csY517" fmla="*/ 186722 h 323097"/>
                <a:gd name="csX518" fmla="*/ 111702 w 176518"/>
                <a:gd name="csY518" fmla="*/ 193486 h 323097"/>
                <a:gd name="csX519" fmla="*/ 111351 w 176518"/>
                <a:gd name="csY519" fmla="*/ 195746 h 323097"/>
                <a:gd name="csX520" fmla="*/ 110134 w 176518"/>
                <a:gd name="csY520" fmla="*/ 194817 h 323097"/>
                <a:gd name="csX521" fmla="*/ 110423 w 176518"/>
                <a:gd name="csY521" fmla="*/ 193676 h 323097"/>
                <a:gd name="csX522" fmla="*/ 110903 w 176518"/>
                <a:gd name="csY522" fmla="*/ 193158 h 323097"/>
                <a:gd name="csX523" fmla="*/ 111702 w 176518"/>
                <a:gd name="csY523" fmla="*/ 193486 h 323097"/>
                <a:gd name="csX524" fmla="*/ 57635 w 176518"/>
                <a:gd name="csY524" fmla="*/ 236231 h 323097"/>
                <a:gd name="csX525" fmla="*/ 57430 w 176518"/>
                <a:gd name="csY525" fmla="*/ 236588 h 323097"/>
                <a:gd name="csX526" fmla="*/ 56600 w 176518"/>
                <a:gd name="csY526" fmla="*/ 235903 h 323097"/>
                <a:gd name="csX527" fmla="*/ 56014 w 176518"/>
                <a:gd name="csY527" fmla="*/ 235127 h 323097"/>
                <a:gd name="csX528" fmla="*/ 55703 w 176518"/>
                <a:gd name="csY528" fmla="*/ 234138 h 323097"/>
                <a:gd name="csX529" fmla="*/ 56981 w 176518"/>
                <a:gd name="csY529" fmla="*/ 234176 h 323097"/>
                <a:gd name="csX530" fmla="*/ 57612 w 176518"/>
                <a:gd name="csY530" fmla="*/ 235089 h 323097"/>
                <a:gd name="csX531" fmla="*/ 57635 w 176518"/>
                <a:gd name="csY531" fmla="*/ 236231 h 323097"/>
                <a:gd name="csX532" fmla="*/ 57559 w 176518"/>
                <a:gd name="csY532" fmla="*/ 238612 h 323097"/>
                <a:gd name="csX533" fmla="*/ 57658 w 176518"/>
                <a:gd name="csY533" fmla="*/ 239829 h 323097"/>
                <a:gd name="csX534" fmla="*/ 57194 w 176518"/>
                <a:gd name="csY534" fmla="*/ 241290 h 323097"/>
                <a:gd name="csX535" fmla="*/ 55246 w 176518"/>
                <a:gd name="csY535" fmla="*/ 242150 h 323097"/>
                <a:gd name="csX536" fmla="*/ 54577 w 176518"/>
                <a:gd name="csY536" fmla="*/ 240978 h 323097"/>
                <a:gd name="csX537" fmla="*/ 54752 w 176518"/>
                <a:gd name="csY537" fmla="*/ 239175 h 323097"/>
                <a:gd name="csX538" fmla="*/ 55048 w 176518"/>
                <a:gd name="csY538" fmla="*/ 238719 h 323097"/>
                <a:gd name="csX539" fmla="*/ 56958 w 176518"/>
                <a:gd name="csY539" fmla="*/ 238810 h 323097"/>
                <a:gd name="csX540" fmla="*/ 57559 w 176518"/>
                <a:gd name="csY540" fmla="*/ 238612 h 323097"/>
                <a:gd name="csX541" fmla="*/ 19912 w 176518"/>
                <a:gd name="csY541" fmla="*/ 250109 h 323097"/>
                <a:gd name="csX542" fmla="*/ 18702 w 176518"/>
                <a:gd name="csY542" fmla="*/ 250337 h 323097"/>
                <a:gd name="csX543" fmla="*/ 18862 w 176518"/>
                <a:gd name="csY543" fmla="*/ 249165 h 323097"/>
                <a:gd name="csX544" fmla="*/ 19181 w 176518"/>
                <a:gd name="csY544" fmla="*/ 248427 h 323097"/>
                <a:gd name="csX545" fmla="*/ 19767 w 176518"/>
                <a:gd name="csY545" fmla="*/ 248229 h 323097"/>
                <a:gd name="csX546" fmla="*/ 20011 w 176518"/>
                <a:gd name="csY546" fmla="*/ 249492 h 323097"/>
                <a:gd name="csX547" fmla="*/ 19912 w 176518"/>
                <a:gd name="csY547" fmla="*/ 250109 h 323097"/>
                <a:gd name="csX548" fmla="*/ 22080 w 176518"/>
                <a:gd name="csY548" fmla="*/ 274760 h 323097"/>
                <a:gd name="csX549" fmla="*/ 21852 w 176518"/>
                <a:gd name="csY549" fmla="*/ 276335 h 323097"/>
                <a:gd name="csX550" fmla="*/ 20977 w 176518"/>
                <a:gd name="csY550" fmla="*/ 276313 h 323097"/>
                <a:gd name="csX551" fmla="*/ 20087 w 176518"/>
                <a:gd name="csY551" fmla="*/ 277324 h 323097"/>
                <a:gd name="csX552" fmla="*/ 19668 w 176518"/>
                <a:gd name="csY552" fmla="*/ 277461 h 323097"/>
                <a:gd name="csX553" fmla="*/ 18946 w 176518"/>
                <a:gd name="csY553" fmla="*/ 274251 h 323097"/>
                <a:gd name="csX554" fmla="*/ 19775 w 176518"/>
                <a:gd name="csY554" fmla="*/ 269746 h 323097"/>
                <a:gd name="csX555" fmla="*/ 20224 w 176518"/>
                <a:gd name="csY555" fmla="*/ 269107 h 323097"/>
                <a:gd name="csX556" fmla="*/ 20840 w 176518"/>
                <a:gd name="csY556" fmla="*/ 270302 h 323097"/>
                <a:gd name="csX557" fmla="*/ 22628 w 176518"/>
                <a:gd name="csY557" fmla="*/ 270834 h 323097"/>
                <a:gd name="csX558" fmla="*/ 21852 w 176518"/>
                <a:gd name="csY558" fmla="*/ 273429 h 323097"/>
                <a:gd name="csX559" fmla="*/ 22080 w 176518"/>
                <a:gd name="csY559" fmla="*/ 274760 h 323097"/>
                <a:gd name="csX560" fmla="*/ 25976 w 176518"/>
                <a:gd name="csY560" fmla="*/ 274076 h 323097"/>
                <a:gd name="csX561" fmla="*/ 25725 w 176518"/>
                <a:gd name="csY561" fmla="*/ 274433 h 323097"/>
                <a:gd name="csX562" fmla="*/ 24637 w 176518"/>
                <a:gd name="csY562" fmla="*/ 270332 h 323097"/>
                <a:gd name="csX563" fmla="*/ 26242 w 176518"/>
                <a:gd name="csY563" fmla="*/ 271435 h 323097"/>
                <a:gd name="csX564" fmla="*/ 25976 w 176518"/>
                <a:gd name="csY564" fmla="*/ 274076 h 323097"/>
                <a:gd name="csX565" fmla="*/ 36369 w 176518"/>
                <a:gd name="csY565" fmla="*/ 281395 h 323097"/>
                <a:gd name="csX566" fmla="*/ 36925 w 176518"/>
                <a:gd name="csY566" fmla="*/ 283974 h 323097"/>
                <a:gd name="csX567" fmla="*/ 36141 w 176518"/>
                <a:gd name="csY567" fmla="*/ 283449 h 323097"/>
                <a:gd name="csX568" fmla="*/ 35494 w 176518"/>
                <a:gd name="csY568" fmla="*/ 282323 h 323097"/>
                <a:gd name="csX569" fmla="*/ 35502 w 176518"/>
                <a:gd name="csY569" fmla="*/ 280672 h 323097"/>
                <a:gd name="csX570" fmla="*/ 35661 w 176518"/>
                <a:gd name="csY570" fmla="*/ 280444 h 323097"/>
                <a:gd name="csX571" fmla="*/ 36369 w 176518"/>
                <a:gd name="csY571" fmla="*/ 281395 h 323097"/>
                <a:gd name="csX572" fmla="*/ 48847 w 176518"/>
                <a:gd name="csY572" fmla="*/ 304266 h 323097"/>
                <a:gd name="csX573" fmla="*/ 48444 w 176518"/>
                <a:gd name="csY573" fmla="*/ 304396 h 323097"/>
                <a:gd name="csX574" fmla="*/ 47645 w 176518"/>
                <a:gd name="csY574" fmla="*/ 302668 h 323097"/>
                <a:gd name="csX575" fmla="*/ 48657 w 176518"/>
                <a:gd name="csY575" fmla="*/ 300165 h 323097"/>
                <a:gd name="csX576" fmla="*/ 49669 w 176518"/>
                <a:gd name="csY576" fmla="*/ 303232 h 323097"/>
                <a:gd name="csX577" fmla="*/ 48847 w 176518"/>
                <a:gd name="csY577" fmla="*/ 304266 h 3230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Lst>
              <a:rect l="l" t="t" r="r" b="b"/>
              <a:pathLst>
                <a:path w="176518" h="323097">
                  <a:moveTo>
                    <a:pt x="58662" y="2534"/>
                  </a:moveTo>
                  <a:lnTo>
                    <a:pt x="58502" y="3865"/>
                  </a:lnTo>
                  <a:lnTo>
                    <a:pt x="59027" y="4147"/>
                  </a:lnTo>
                  <a:lnTo>
                    <a:pt x="59766" y="3523"/>
                  </a:lnTo>
                  <a:lnTo>
                    <a:pt x="60701" y="2009"/>
                  </a:lnTo>
                  <a:lnTo>
                    <a:pt x="61729" y="1157"/>
                  </a:lnTo>
                  <a:lnTo>
                    <a:pt x="62839" y="966"/>
                  </a:lnTo>
                  <a:lnTo>
                    <a:pt x="64019" y="2001"/>
                  </a:lnTo>
                  <a:lnTo>
                    <a:pt x="65266" y="4253"/>
                  </a:lnTo>
                  <a:lnTo>
                    <a:pt x="66545" y="5532"/>
                  </a:lnTo>
                  <a:lnTo>
                    <a:pt x="67146" y="5676"/>
                  </a:lnTo>
                  <a:lnTo>
                    <a:pt x="67579" y="6703"/>
                  </a:lnTo>
                  <a:lnTo>
                    <a:pt x="67648" y="7692"/>
                  </a:lnTo>
                  <a:lnTo>
                    <a:pt x="67039" y="9777"/>
                  </a:lnTo>
                  <a:lnTo>
                    <a:pt x="66012" y="12196"/>
                  </a:lnTo>
                  <a:lnTo>
                    <a:pt x="64544" y="15194"/>
                  </a:lnTo>
                  <a:lnTo>
                    <a:pt x="65023" y="17713"/>
                  </a:lnTo>
                  <a:lnTo>
                    <a:pt x="67024" y="19767"/>
                  </a:lnTo>
                  <a:lnTo>
                    <a:pt x="69405" y="20977"/>
                  </a:lnTo>
                  <a:lnTo>
                    <a:pt x="71932" y="20642"/>
                  </a:lnTo>
                  <a:lnTo>
                    <a:pt x="73278" y="20026"/>
                  </a:lnTo>
                  <a:lnTo>
                    <a:pt x="74381" y="19059"/>
                  </a:lnTo>
                  <a:lnTo>
                    <a:pt x="75401" y="18603"/>
                  </a:lnTo>
                  <a:lnTo>
                    <a:pt x="76695" y="18481"/>
                  </a:lnTo>
                  <a:lnTo>
                    <a:pt x="80712" y="19189"/>
                  </a:lnTo>
                  <a:lnTo>
                    <a:pt x="81937" y="19889"/>
                  </a:lnTo>
                  <a:lnTo>
                    <a:pt x="82120" y="21281"/>
                  </a:lnTo>
                  <a:lnTo>
                    <a:pt x="81625" y="24850"/>
                  </a:lnTo>
                  <a:lnTo>
                    <a:pt x="82249" y="27467"/>
                  </a:lnTo>
                  <a:lnTo>
                    <a:pt x="83383" y="30221"/>
                  </a:lnTo>
                  <a:lnTo>
                    <a:pt x="83520" y="32732"/>
                  </a:lnTo>
                  <a:lnTo>
                    <a:pt x="82112" y="36863"/>
                  </a:lnTo>
                  <a:lnTo>
                    <a:pt x="80940" y="40774"/>
                  </a:lnTo>
                  <a:lnTo>
                    <a:pt x="79677" y="42676"/>
                  </a:lnTo>
                  <a:lnTo>
                    <a:pt x="78696" y="43902"/>
                  </a:lnTo>
                  <a:lnTo>
                    <a:pt x="78406" y="44731"/>
                  </a:lnTo>
                  <a:lnTo>
                    <a:pt x="78490" y="45514"/>
                  </a:lnTo>
                  <a:lnTo>
                    <a:pt x="79388" y="46686"/>
                  </a:lnTo>
                  <a:lnTo>
                    <a:pt x="80346" y="48200"/>
                  </a:lnTo>
                  <a:lnTo>
                    <a:pt x="80582" y="49646"/>
                  </a:lnTo>
                  <a:lnTo>
                    <a:pt x="80476" y="51419"/>
                  </a:lnTo>
                  <a:lnTo>
                    <a:pt x="79822" y="53853"/>
                  </a:lnTo>
                  <a:lnTo>
                    <a:pt x="77387" y="59126"/>
                  </a:lnTo>
                  <a:lnTo>
                    <a:pt x="75454" y="63881"/>
                  </a:lnTo>
                  <a:lnTo>
                    <a:pt x="76466" y="64832"/>
                  </a:lnTo>
                  <a:lnTo>
                    <a:pt x="78383" y="65525"/>
                  </a:lnTo>
                  <a:lnTo>
                    <a:pt x="79654" y="66202"/>
                  </a:lnTo>
                  <a:lnTo>
                    <a:pt x="80986" y="65768"/>
                  </a:lnTo>
                  <a:lnTo>
                    <a:pt x="83808" y="62961"/>
                  </a:lnTo>
                  <a:lnTo>
                    <a:pt x="86236" y="60876"/>
                  </a:lnTo>
                  <a:lnTo>
                    <a:pt x="89256" y="58791"/>
                  </a:lnTo>
                  <a:lnTo>
                    <a:pt x="89431" y="58609"/>
                  </a:lnTo>
                  <a:lnTo>
                    <a:pt x="92079" y="57072"/>
                  </a:lnTo>
                  <a:lnTo>
                    <a:pt x="93289" y="55657"/>
                  </a:lnTo>
                  <a:lnTo>
                    <a:pt x="93943" y="53853"/>
                  </a:lnTo>
                  <a:lnTo>
                    <a:pt x="94879" y="53161"/>
                  </a:lnTo>
                  <a:lnTo>
                    <a:pt x="96089" y="53564"/>
                  </a:lnTo>
                  <a:lnTo>
                    <a:pt x="97625" y="52781"/>
                  </a:lnTo>
                  <a:lnTo>
                    <a:pt x="99490" y="50802"/>
                  </a:lnTo>
                  <a:lnTo>
                    <a:pt x="100920" y="49889"/>
                  </a:lnTo>
                  <a:lnTo>
                    <a:pt x="101917" y="50041"/>
                  </a:lnTo>
                  <a:lnTo>
                    <a:pt x="103697" y="51267"/>
                  </a:lnTo>
                  <a:lnTo>
                    <a:pt x="106269" y="53564"/>
                  </a:lnTo>
                  <a:lnTo>
                    <a:pt x="108552" y="54934"/>
                  </a:lnTo>
                  <a:lnTo>
                    <a:pt x="110553" y="55375"/>
                  </a:lnTo>
                  <a:lnTo>
                    <a:pt x="111534" y="56227"/>
                  </a:lnTo>
                  <a:lnTo>
                    <a:pt x="111481" y="57498"/>
                  </a:lnTo>
                  <a:lnTo>
                    <a:pt x="111930" y="58304"/>
                  </a:lnTo>
                  <a:lnTo>
                    <a:pt x="112866" y="58647"/>
                  </a:lnTo>
                  <a:lnTo>
                    <a:pt x="113284" y="58510"/>
                  </a:lnTo>
                  <a:lnTo>
                    <a:pt x="113177" y="57894"/>
                  </a:lnTo>
                  <a:lnTo>
                    <a:pt x="114083" y="56988"/>
                  </a:lnTo>
                  <a:lnTo>
                    <a:pt x="116000" y="55801"/>
                  </a:lnTo>
                  <a:lnTo>
                    <a:pt x="117948" y="55101"/>
                  </a:lnTo>
                  <a:lnTo>
                    <a:pt x="119926" y="54896"/>
                  </a:lnTo>
                  <a:lnTo>
                    <a:pt x="121212" y="53952"/>
                  </a:lnTo>
                  <a:lnTo>
                    <a:pt x="122057" y="51502"/>
                  </a:lnTo>
                  <a:lnTo>
                    <a:pt x="123282" y="49638"/>
                  </a:lnTo>
                  <a:lnTo>
                    <a:pt x="124378" y="48794"/>
                  </a:lnTo>
                  <a:lnTo>
                    <a:pt x="125732" y="48368"/>
                  </a:lnTo>
                  <a:lnTo>
                    <a:pt x="126089" y="47774"/>
                  </a:lnTo>
                  <a:lnTo>
                    <a:pt x="125435" y="47013"/>
                  </a:lnTo>
                  <a:lnTo>
                    <a:pt x="125496" y="46237"/>
                  </a:lnTo>
                  <a:lnTo>
                    <a:pt x="126280" y="45454"/>
                  </a:lnTo>
                  <a:lnTo>
                    <a:pt x="127961" y="45119"/>
                  </a:lnTo>
                  <a:lnTo>
                    <a:pt x="130548" y="45233"/>
                  </a:lnTo>
                  <a:lnTo>
                    <a:pt x="133568" y="46024"/>
                  </a:lnTo>
                  <a:lnTo>
                    <a:pt x="137038" y="47500"/>
                  </a:lnTo>
                  <a:lnTo>
                    <a:pt x="139313" y="47980"/>
                  </a:lnTo>
                  <a:lnTo>
                    <a:pt x="140401" y="47447"/>
                  </a:lnTo>
                  <a:lnTo>
                    <a:pt x="142516" y="49730"/>
                  </a:lnTo>
                  <a:lnTo>
                    <a:pt x="145666" y="54827"/>
                  </a:lnTo>
                  <a:lnTo>
                    <a:pt x="148360" y="58677"/>
                  </a:lnTo>
                  <a:lnTo>
                    <a:pt x="150619" y="61279"/>
                  </a:lnTo>
                  <a:lnTo>
                    <a:pt x="152993" y="63273"/>
                  </a:lnTo>
                  <a:lnTo>
                    <a:pt x="155481" y="64665"/>
                  </a:lnTo>
                  <a:lnTo>
                    <a:pt x="157269" y="66560"/>
                  </a:lnTo>
                  <a:lnTo>
                    <a:pt x="158898" y="70151"/>
                  </a:lnTo>
                  <a:lnTo>
                    <a:pt x="157680" y="75104"/>
                  </a:lnTo>
                  <a:lnTo>
                    <a:pt x="157353" y="79388"/>
                  </a:lnTo>
                  <a:lnTo>
                    <a:pt x="157505" y="84630"/>
                  </a:lnTo>
                  <a:lnTo>
                    <a:pt x="158974" y="88647"/>
                  </a:lnTo>
                  <a:lnTo>
                    <a:pt x="161758" y="91440"/>
                  </a:lnTo>
                  <a:lnTo>
                    <a:pt x="163379" y="93692"/>
                  </a:lnTo>
                  <a:lnTo>
                    <a:pt x="163835" y="95411"/>
                  </a:lnTo>
                  <a:lnTo>
                    <a:pt x="166004" y="96887"/>
                  </a:lnTo>
                  <a:lnTo>
                    <a:pt x="169892" y="98113"/>
                  </a:lnTo>
                  <a:lnTo>
                    <a:pt x="171512" y="99223"/>
                  </a:lnTo>
                  <a:lnTo>
                    <a:pt x="170851" y="100220"/>
                  </a:lnTo>
                  <a:lnTo>
                    <a:pt x="170797" y="101376"/>
                  </a:lnTo>
                  <a:lnTo>
                    <a:pt x="171345" y="102693"/>
                  </a:lnTo>
                  <a:lnTo>
                    <a:pt x="172699" y="103789"/>
                  </a:lnTo>
                  <a:lnTo>
                    <a:pt x="174837" y="104648"/>
                  </a:lnTo>
                  <a:lnTo>
                    <a:pt x="176116" y="105561"/>
                  </a:lnTo>
                  <a:lnTo>
                    <a:pt x="176519" y="106520"/>
                  </a:lnTo>
                  <a:lnTo>
                    <a:pt x="176473" y="108080"/>
                  </a:lnTo>
                  <a:lnTo>
                    <a:pt x="175979" y="110233"/>
                  </a:lnTo>
                  <a:lnTo>
                    <a:pt x="175089" y="111884"/>
                  </a:lnTo>
                  <a:lnTo>
                    <a:pt x="173795" y="113033"/>
                  </a:lnTo>
                  <a:lnTo>
                    <a:pt x="173635" y="113946"/>
                  </a:lnTo>
                  <a:lnTo>
                    <a:pt x="173301" y="115331"/>
                  </a:lnTo>
                  <a:lnTo>
                    <a:pt x="173301" y="118169"/>
                  </a:lnTo>
                  <a:lnTo>
                    <a:pt x="174221" y="120056"/>
                  </a:lnTo>
                  <a:lnTo>
                    <a:pt x="174503" y="122452"/>
                  </a:lnTo>
                  <a:lnTo>
                    <a:pt x="174000" y="124408"/>
                  </a:lnTo>
                  <a:lnTo>
                    <a:pt x="173513" y="128402"/>
                  </a:lnTo>
                  <a:lnTo>
                    <a:pt x="173453" y="129947"/>
                  </a:lnTo>
                  <a:lnTo>
                    <a:pt x="172989" y="131278"/>
                  </a:lnTo>
                  <a:lnTo>
                    <a:pt x="171862" y="132556"/>
                  </a:lnTo>
                  <a:lnTo>
                    <a:pt x="170135" y="133759"/>
                  </a:lnTo>
                  <a:lnTo>
                    <a:pt x="168035" y="134831"/>
                  </a:lnTo>
                  <a:lnTo>
                    <a:pt x="166750" y="135303"/>
                  </a:lnTo>
                  <a:lnTo>
                    <a:pt x="166445" y="135524"/>
                  </a:lnTo>
                  <a:lnTo>
                    <a:pt x="165524" y="136733"/>
                  </a:lnTo>
                  <a:lnTo>
                    <a:pt x="164414" y="137905"/>
                  </a:lnTo>
                  <a:lnTo>
                    <a:pt x="163554" y="137905"/>
                  </a:lnTo>
                  <a:lnTo>
                    <a:pt x="162907" y="137312"/>
                  </a:lnTo>
                  <a:lnTo>
                    <a:pt x="162451" y="136543"/>
                  </a:lnTo>
                  <a:lnTo>
                    <a:pt x="162185" y="134862"/>
                  </a:lnTo>
                  <a:lnTo>
                    <a:pt x="160244" y="134032"/>
                  </a:lnTo>
                  <a:lnTo>
                    <a:pt x="158114" y="133507"/>
                  </a:lnTo>
                  <a:lnTo>
                    <a:pt x="153777" y="134337"/>
                  </a:lnTo>
                  <a:lnTo>
                    <a:pt x="150269" y="134786"/>
                  </a:lnTo>
                  <a:lnTo>
                    <a:pt x="146336" y="134215"/>
                  </a:lnTo>
                  <a:lnTo>
                    <a:pt x="142638" y="134930"/>
                  </a:lnTo>
                  <a:lnTo>
                    <a:pt x="141093" y="135037"/>
                  </a:lnTo>
                  <a:lnTo>
                    <a:pt x="139321" y="134923"/>
                  </a:lnTo>
                  <a:lnTo>
                    <a:pt x="137601" y="134938"/>
                  </a:lnTo>
                  <a:lnTo>
                    <a:pt x="135965" y="134679"/>
                  </a:lnTo>
                  <a:lnTo>
                    <a:pt x="132952" y="133652"/>
                  </a:lnTo>
                  <a:lnTo>
                    <a:pt x="131796" y="133736"/>
                  </a:lnTo>
                  <a:lnTo>
                    <a:pt x="129369" y="134588"/>
                  </a:lnTo>
                  <a:lnTo>
                    <a:pt x="126827" y="135181"/>
                  </a:lnTo>
                  <a:lnTo>
                    <a:pt x="124392" y="135592"/>
                  </a:lnTo>
                  <a:lnTo>
                    <a:pt x="120794" y="137342"/>
                  </a:lnTo>
                  <a:lnTo>
                    <a:pt x="118191" y="139876"/>
                  </a:lnTo>
                  <a:lnTo>
                    <a:pt x="117423" y="141664"/>
                  </a:lnTo>
                  <a:lnTo>
                    <a:pt x="116130" y="143467"/>
                  </a:lnTo>
                  <a:lnTo>
                    <a:pt x="114342" y="146320"/>
                  </a:lnTo>
                  <a:lnTo>
                    <a:pt x="112021" y="149052"/>
                  </a:lnTo>
                  <a:lnTo>
                    <a:pt x="110408" y="150299"/>
                  </a:lnTo>
                  <a:lnTo>
                    <a:pt x="110857" y="151038"/>
                  </a:lnTo>
                  <a:lnTo>
                    <a:pt x="110454" y="151920"/>
                  </a:lnTo>
                  <a:lnTo>
                    <a:pt x="107928" y="152316"/>
                  </a:lnTo>
                  <a:lnTo>
                    <a:pt x="105957" y="152476"/>
                  </a:lnTo>
                  <a:lnTo>
                    <a:pt x="105600" y="152917"/>
                  </a:lnTo>
                  <a:lnTo>
                    <a:pt x="105835" y="158410"/>
                  </a:lnTo>
                  <a:lnTo>
                    <a:pt x="106528" y="160487"/>
                  </a:lnTo>
                  <a:lnTo>
                    <a:pt x="107798" y="162991"/>
                  </a:lnTo>
                  <a:lnTo>
                    <a:pt x="108628" y="164368"/>
                  </a:lnTo>
                  <a:lnTo>
                    <a:pt x="109252" y="168431"/>
                  </a:lnTo>
                  <a:lnTo>
                    <a:pt x="109434" y="171877"/>
                  </a:lnTo>
                  <a:lnTo>
                    <a:pt x="112212" y="174053"/>
                  </a:lnTo>
                  <a:lnTo>
                    <a:pt x="113779" y="175712"/>
                  </a:lnTo>
                  <a:lnTo>
                    <a:pt x="114897" y="177173"/>
                  </a:lnTo>
                  <a:lnTo>
                    <a:pt x="114509" y="178101"/>
                  </a:lnTo>
                  <a:lnTo>
                    <a:pt x="113840" y="180878"/>
                  </a:lnTo>
                  <a:lnTo>
                    <a:pt x="114486" y="184477"/>
                  </a:lnTo>
                  <a:lnTo>
                    <a:pt x="118367" y="192238"/>
                  </a:lnTo>
                  <a:lnTo>
                    <a:pt x="118701" y="192786"/>
                  </a:lnTo>
                  <a:lnTo>
                    <a:pt x="118237" y="192847"/>
                  </a:lnTo>
                  <a:lnTo>
                    <a:pt x="117629" y="191355"/>
                  </a:lnTo>
                  <a:lnTo>
                    <a:pt x="115658" y="188837"/>
                  </a:lnTo>
                  <a:lnTo>
                    <a:pt x="115049" y="186151"/>
                  </a:lnTo>
                  <a:lnTo>
                    <a:pt x="112736" y="183191"/>
                  </a:lnTo>
                  <a:lnTo>
                    <a:pt x="111443" y="182020"/>
                  </a:lnTo>
                  <a:lnTo>
                    <a:pt x="111025" y="183001"/>
                  </a:lnTo>
                  <a:lnTo>
                    <a:pt x="110286" y="184051"/>
                  </a:lnTo>
                  <a:lnTo>
                    <a:pt x="108019" y="182529"/>
                  </a:lnTo>
                  <a:lnTo>
                    <a:pt x="106071" y="180939"/>
                  </a:lnTo>
                  <a:lnTo>
                    <a:pt x="104283" y="177858"/>
                  </a:lnTo>
                  <a:lnTo>
                    <a:pt x="104055" y="178573"/>
                  </a:lnTo>
                  <a:lnTo>
                    <a:pt x="103652" y="179220"/>
                  </a:lnTo>
                  <a:lnTo>
                    <a:pt x="101613" y="176800"/>
                  </a:lnTo>
                  <a:lnTo>
                    <a:pt x="99482" y="174868"/>
                  </a:lnTo>
                  <a:lnTo>
                    <a:pt x="97565" y="174175"/>
                  </a:lnTo>
                  <a:lnTo>
                    <a:pt x="96386" y="173536"/>
                  </a:lnTo>
                  <a:lnTo>
                    <a:pt x="95244" y="172509"/>
                  </a:lnTo>
                  <a:lnTo>
                    <a:pt x="92855" y="171444"/>
                  </a:lnTo>
                  <a:lnTo>
                    <a:pt x="86905" y="172981"/>
                  </a:lnTo>
                  <a:lnTo>
                    <a:pt x="79335" y="171786"/>
                  </a:lnTo>
                  <a:lnTo>
                    <a:pt x="76421" y="172927"/>
                  </a:lnTo>
                  <a:lnTo>
                    <a:pt x="75226" y="172220"/>
                  </a:lnTo>
                  <a:lnTo>
                    <a:pt x="74488" y="170903"/>
                  </a:lnTo>
                  <a:lnTo>
                    <a:pt x="75195" y="168651"/>
                  </a:lnTo>
                  <a:lnTo>
                    <a:pt x="75355" y="163934"/>
                  </a:lnTo>
                  <a:lnTo>
                    <a:pt x="76261" y="160617"/>
                  </a:lnTo>
                  <a:lnTo>
                    <a:pt x="75835" y="158091"/>
                  </a:lnTo>
                  <a:lnTo>
                    <a:pt x="76276" y="156904"/>
                  </a:lnTo>
                  <a:lnTo>
                    <a:pt x="76611" y="155283"/>
                  </a:lnTo>
                  <a:lnTo>
                    <a:pt x="75416" y="154621"/>
                  </a:lnTo>
                  <a:lnTo>
                    <a:pt x="70068" y="153335"/>
                  </a:lnTo>
                  <a:lnTo>
                    <a:pt x="68942" y="152316"/>
                  </a:lnTo>
                  <a:lnTo>
                    <a:pt x="67511" y="153487"/>
                  </a:lnTo>
                  <a:lnTo>
                    <a:pt x="61089" y="154142"/>
                  </a:lnTo>
                  <a:lnTo>
                    <a:pt x="58670" y="155123"/>
                  </a:lnTo>
                  <a:lnTo>
                    <a:pt x="56433" y="157010"/>
                  </a:lnTo>
                  <a:lnTo>
                    <a:pt x="55855" y="159399"/>
                  </a:lnTo>
                  <a:lnTo>
                    <a:pt x="57148" y="160974"/>
                  </a:lnTo>
                  <a:lnTo>
                    <a:pt x="57977" y="163706"/>
                  </a:lnTo>
                  <a:lnTo>
                    <a:pt x="55672" y="169671"/>
                  </a:lnTo>
                  <a:lnTo>
                    <a:pt x="55284" y="171444"/>
                  </a:lnTo>
                  <a:lnTo>
                    <a:pt x="56174" y="178733"/>
                  </a:lnTo>
                  <a:lnTo>
                    <a:pt x="55816" y="182727"/>
                  </a:lnTo>
                  <a:lnTo>
                    <a:pt x="54561" y="185405"/>
                  </a:lnTo>
                  <a:lnTo>
                    <a:pt x="52575" y="187810"/>
                  </a:lnTo>
                  <a:lnTo>
                    <a:pt x="51753" y="191880"/>
                  </a:lnTo>
                  <a:lnTo>
                    <a:pt x="50194" y="193767"/>
                  </a:lnTo>
                  <a:lnTo>
                    <a:pt x="48102" y="198074"/>
                  </a:lnTo>
                  <a:lnTo>
                    <a:pt x="46687" y="203438"/>
                  </a:lnTo>
                  <a:lnTo>
                    <a:pt x="45682" y="205918"/>
                  </a:lnTo>
                  <a:lnTo>
                    <a:pt x="45096" y="210483"/>
                  </a:lnTo>
                  <a:lnTo>
                    <a:pt x="40782" y="217399"/>
                  </a:lnTo>
                  <a:lnTo>
                    <a:pt x="39770" y="221303"/>
                  </a:lnTo>
                  <a:lnTo>
                    <a:pt x="38226" y="222779"/>
                  </a:lnTo>
                  <a:lnTo>
                    <a:pt x="38766" y="223943"/>
                  </a:lnTo>
                  <a:lnTo>
                    <a:pt x="38857" y="225890"/>
                  </a:lnTo>
                  <a:lnTo>
                    <a:pt x="38317" y="231087"/>
                  </a:lnTo>
                  <a:lnTo>
                    <a:pt x="38142" y="235394"/>
                  </a:lnTo>
                  <a:lnTo>
                    <a:pt x="38796" y="237699"/>
                  </a:lnTo>
                  <a:lnTo>
                    <a:pt x="40858" y="242272"/>
                  </a:lnTo>
                  <a:lnTo>
                    <a:pt x="40371" y="243596"/>
                  </a:lnTo>
                  <a:lnTo>
                    <a:pt x="40128" y="245483"/>
                  </a:lnTo>
                  <a:lnTo>
                    <a:pt x="41870" y="246335"/>
                  </a:lnTo>
                  <a:lnTo>
                    <a:pt x="43118" y="246586"/>
                  </a:lnTo>
                  <a:lnTo>
                    <a:pt x="50163" y="244425"/>
                  </a:lnTo>
                  <a:lnTo>
                    <a:pt x="52545" y="244980"/>
                  </a:lnTo>
                  <a:lnTo>
                    <a:pt x="53443" y="246997"/>
                  </a:lnTo>
                  <a:lnTo>
                    <a:pt x="54021" y="248754"/>
                  </a:lnTo>
                  <a:lnTo>
                    <a:pt x="55216" y="258235"/>
                  </a:lnTo>
                  <a:lnTo>
                    <a:pt x="55832" y="259992"/>
                  </a:lnTo>
                  <a:lnTo>
                    <a:pt x="57255" y="261666"/>
                  </a:lnTo>
                  <a:lnTo>
                    <a:pt x="58815" y="263446"/>
                  </a:lnTo>
                  <a:lnTo>
                    <a:pt x="59347" y="263127"/>
                  </a:lnTo>
                  <a:lnTo>
                    <a:pt x="59446" y="262465"/>
                  </a:lnTo>
                  <a:lnTo>
                    <a:pt x="59552" y="261719"/>
                  </a:lnTo>
                  <a:lnTo>
                    <a:pt x="60945" y="263515"/>
                  </a:lnTo>
                  <a:lnTo>
                    <a:pt x="62033" y="266863"/>
                  </a:lnTo>
                  <a:lnTo>
                    <a:pt x="65746" y="284553"/>
                  </a:lnTo>
                  <a:lnTo>
                    <a:pt x="66819" y="286797"/>
                  </a:lnTo>
                  <a:lnTo>
                    <a:pt x="67709" y="289163"/>
                  </a:lnTo>
                  <a:lnTo>
                    <a:pt x="65441" y="288014"/>
                  </a:lnTo>
                  <a:lnTo>
                    <a:pt x="64833" y="284088"/>
                  </a:lnTo>
                  <a:lnTo>
                    <a:pt x="64186" y="282437"/>
                  </a:lnTo>
                  <a:lnTo>
                    <a:pt x="63387" y="282194"/>
                  </a:lnTo>
                  <a:lnTo>
                    <a:pt x="62124" y="282224"/>
                  </a:lnTo>
                  <a:lnTo>
                    <a:pt x="62040" y="281524"/>
                  </a:lnTo>
                  <a:lnTo>
                    <a:pt x="62991" y="280246"/>
                  </a:lnTo>
                  <a:lnTo>
                    <a:pt x="62839" y="278709"/>
                  </a:lnTo>
                  <a:lnTo>
                    <a:pt x="61538" y="277446"/>
                  </a:lnTo>
                  <a:lnTo>
                    <a:pt x="59438" y="278451"/>
                  </a:lnTo>
                  <a:lnTo>
                    <a:pt x="59499" y="281205"/>
                  </a:lnTo>
                  <a:lnTo>
                    <a:pt x="60435" y="283312"/>
                  </a:lnTo>
                  <a:lnTo>
                    <a:pt x="63996" y="288030"/>
                  </a:lnTo>
                  <a:lnTo>
                    <a:pt x="65107" y="290000"/>
                  </a:lnTo>
                  <a:lnTo>
                    <a:pt x="66522" y="290563"/>
                  </a:lnTo>
                  <a:lnTo>
                    <a:pt x="68584" y="290251"/>
                  </a:lnTo>
                  <a:lnTo>
                    <a:pt x="71049" y="292260"/>
                  </a:lnTo>
                  <a:lnTo>
                    <a:pt x="72989" y="294124"/>
                  </a:lnTo>
                  <a:lnTo>
                    <a:pt x="77805" y="296977"/>
                  </a:lnTo>
                  <a:lnTo>
                    <a:pt x="80719" y="296673"/>
                  </a:lnTo>
                  <a:lnTo>
                    <a:pt x="83869" y="295965"/>
                  </a:lnTo>
                  <a:lnTo>
                    <a:pt x="85977" y="296148"/>
                  </a:lnTo>
                  <a:lnTo>
                    <a:pt x="88047" y="296878"/>
                  </a:lnTo>
                  <a:lnTo>
                    <a:pt x="90535" y="299260"/>
                  </a:lnTo>
                  <a:lnTo>
                    <a:pt x="94483" y="305225"/>
                  </a:lnTo>
                  <a:lnTo>
                    <a:pt x="100935" y="310186"/>
                  </a:lnTo>
                  <a:lnTo>
                    <a:pt x="100235" y="311418"/>
                  </a:lnTo>
                  <a:lnTo>
                    <a:pt x="99954" y="313298"/>
                  </a:lnTo>
                  <a:lnTo>
                    <a:pt x="97413" y="315801"/>
                  </a:lnTo>
                  <a:lnTo>
                    <a:pt x="97002" y="317247"/>
                  </a:lnTo>
                  <a:lnTo>
                    <a:pt x="96074" y="319080"/>
                  </a:lnTo>
                  <a:lnTo>
                    <a:pt x="94308" y="320062"/>
                  </a:lnTo>
                  <a:lnTo>
                    <a:pt x="92787" y="320244"/>
                  </a:lnTo>
                  <a:lnTo>
                    <a:pt x="91912" y="320069"/>
                  </a:lnTo>
                  <a:lnTo>
                    <a:pt x="91303" y="319704"/>
                  </a:lnTo>
                  <a:lnTo>
                    <a:pt x="90268" y="317969"/>
                  </a:lnTo>
                  <a:lnTo>
                    <a:pt x="89743" y="317444"/>
                  </a:lnTo>
                  <a:lnTo>
                    <a:pt x="89302" y="317323"/>
                  </a:lnTo>
                  <a:lnTo>
                    <a:pt x="86053" y="318517"/>
                  </a:lnTo>
                  <a:lnTo>
                    <a:pt x="82911" y="319841"/>
                  </a:lnTo>
                  <a:lnTo>
                    <a:pt x="82333" y="321028"/>
                  </a:lnTo>
                  <a:lnTo>
                    <a:pt x="81495" y="322413"/>
                  </a:lnTo>
                  <a:lnTo>
                    <a:pt x="80582" y="322961"/>
                  </a:lnTo>
                  <a:lnTo>
                    <a:pt x="79860" y="323097"/>
                  </a:lnTo>
                  <a:lnTo>
                    <a:pt x="79167" y="322283"/>
                  </a:lnTo>
                  <a:lnTo>
                    <a:pt x="77965" y="321226"/>
                  </a:lnTo>
                  <a:lnTo>
                    <a:pt x="77037" y="320237"/>
                  </a:lnTo>
                  <a:lnTo>
                    <a:pt x="77273" y="318639"/>
                  </a:lnTo>
                  <a:lnTo>
                    <a:pt x="79038" y="316288"/>
                  </a:lnTo>
                  <a:lnTo>
                    <a:pt x="79266" y="314644"/>
                  </a:lnTo>
                  <a:lnTo>
                    <a:pt x="79046" y="311814"/>
                  </a:lnTo>
                  <a:lnTo>
                    <a:pt x="78566" y="310186"/>
                  </a:lnTo>
                  <a:lnTo>
                    <a:pt x="78057" y="310133"/>
                  </a:lnTo>
                  <a:lnTo>
                    <a:pt x="77189" y="309866"/>
                  </a:lnTo>
                  <a:lnTo>
                    <a:pt x="74739" y="310133"/>
                  </a:lnTo>
                  <a:lnTo>
                    <a:pt x="73514" y="308291"/>
                  </a:lnTo>
                  <a:lnTo>
                    <a:pt x="73035" y="306267"/>
                  </a:lnTo>
                  <a:lnTo>
                    <a:pt x="72198" y="305545"/>
                  </a:lnTo>
                  <a:lnTo>
                    <a:pt x="71368" y="305103"/>
                  </a:lnTo>
                  <a:lnTo>
                    <a:pt x="69535" y="305803"/>
                  </a:lnTo>
                  <a:lnTo>
                    <a:pt x="68127" y="305385"/>
                  </a:lnTo>
                  <a:lnTo>
                    <a:pt x="63463" y="303627"/>
                  </a:lnTo>
                  <a:lnTo>
                    <a:pt x="61675" y="300789"/>
                  </a:lnTo>
                  <a:lnTo>
                    <a:pt x="60717" y="300705"/>
                  </a:lnTo>
                  <a:lnTo>
                    <a:pt x="59872" y="301018"/>
                  </a:lnTo>
                  <a:lnTo>
                    <a:pt x="59537" y="301664"/>
                  </a:lnTo>
                  <a:lnTo>
                    <a:pt x="59043" y="304928"/>
                  </a:lnTo>
                  <a:lnTo>
                    <a:pt x="58639" y="305925"/>
                  </a:lnTo>
                  <a:lnTo>
                    <a:pt x="53291" y="299351"/>
                  </a:lnTo>
                  <a:lnTo>
                    <a:pt x="49608" y="296643"/>
                  </a:lnTo>
                  <a:lnTo>
                    <a:pt x="50125" y="291735"/>
                  </a:lnTo>
                  <a:lnTo>
                    <a:pt x="49007" y="290784"/>
                  </a:lnTo>
                  <a:lnTo>
                    <a:pt x="47607" y="290693"/>
                  </a:lnTo>
                  <a:lnTo>
                    <a:pt x="46550" y="289331"/>
                  </a:lnTo>
                  <a:lnTo>
                    <a:pt x="47485" y="286409"/>
                  </a:lnTo>
                  <a:lnTo>
                    <a:pt x="46040" y="286964"/>
                  </a:lnTo>
                  <a:lnTo>
                    <a:pt x="44039" y="286858"/>
                  </a:lnTo>
                  <a:lnTo>
                    <a:pt x="42395" y="286051"/>
                  </a:lnTo>
                  <a:lnTo>
                    <a:pt x="41155" y="282004"/>
                  </a:lnTo>
                  <a:lnTo>
                    <a:pt x="40363" y="280771"/>
                  </a:lnTo>
                  <a:lnTo>
                    <a:pt x="38652" y="278648"/>
                  </a:lnTo>
                  <a:lnTo>
                    <a:pt x="36392" y="278648"/>
                  </a:lnTo>
                  <a:lnTo>
                    <a:pt x="35639" y="277629"/>
                  </a:lnTo>
                  <a:lnTo>
                    <a:pt x="35821" y="275012"/>
                  </a:lnTo>
                  <a:lnTo>
                    <a:pt x="34170" y="273406"/>
                  </a:lnTo>
                  <a:lnTo>
                    <a:pt x="32002" y="272097"/>
                  </a:lnTo>
                  <a:lnTo>
                    <a:pt x="30222" y="271329"/>
                  </a:lnTo>
                  <a:lnTo>
                    <a:pt x="28403" y="267106"/>
                  </a:lnTo>
                  <a:lnTo>
                    <a:pt x="26973" y="266071"/>
                  </a:lnTo>
                  <a:lnTo>
                    <a:pt x="25755" y="265227"/>
                  </a:lnTo>
                  <a:lnTo>
                    <a:pt x="24059" y="265798"/>
                  </a:lnTo>
                  <a:lnTo>
                    <a:pt x="23503" y="267319"/>
                  </a:lnTo>
                  <a:lnTo>
                    <a:pt x="22377" y="268788"/>
                  </a:lnTo>
                  <a:lnTo>
                    <a:pt x="21091" y="268605"/>
                  </a:lnTo>
                  <a:lnTo>
                    <a:pt x="19912" y="267768"/>
                  </a:lnTo>
                  <a:lnTo>
                    <a:pt x="18474" y="263545"/>
                  </a:lnTo>
                  <a:lnTo>
                    <a:pt x="18238" y="260958"/>
                  </a:lnTo>
                  <a:lnTo>
                    <a:pt x="18557" y="256150"/>
                  </a:lnTo>
                  <a:lnTo>
                    <a:pt x="20353" y="251836"/>
                  </a:lnTo>
                  <a:lnTo>
                    <a:pt x="21319" y="244927"/>
                  </a:lnTo>
                  <a:lnTo>
                    <a:pt x="22849" y="240583"/>
                  </a:lnTo>
                  <a:lnTo>
                    <a:pt x="23922" y="239107"/>
                  </a:lnTo>
                  <a:lnTo>
                    <a:pt x="25390" y="233164"/>
                  </a:lnTo>
                  <a:lnTo>
                    <a:pt x="28395" y="225563"/>
                  </a:lnTo>
                  <a:lnTo>
                    <a:pt x="28738" y="223935"/>
                  </a:lnTo>
                  <a:lnTo>
                    <a:pt x="29346" y="222109"/>
                  </a:lnTo>
                  <a:lnTo>
                    <a:pt x="29803" y="220382"/>
                  </a:lnTo>
                  <a:lnTo>
                    <a:pt x="29955" y="217658"/>
                  </a:lnTo>
                  <a:lnTo>
                    <a:pt x="29567" y="216228"/>
                  </a:lnTo>
                  <a:lnTo>
                    <a:pt x="29567" y="215421"/>
                  </a:lnTo>
                  <a:lnTo>
                    <a:pt x="30198" y="214394"/>
                  </a:lnTo>
                  <a:lnTo>
                    <a:pt x="32336" y="212667"/>
                  </a:lnTo>
                  <a:lnTo>
                    <a:pt x="35296" y="209821"/>
                  </a:lnTo>
                  <a:lnTo>
                    <a:pt x="38811" y="205819"/>
                  </a:lnTo>
                  <a:lnTo>
                    <a:pt x="42418" y="199671"/>
                  </a:lnTo>
                  <a:lnTo>
                    <a:pt x="44206" y="196103"/>
                  </a:lnTo>
                  <a:lnTo>
                    <a:pt x="44959" y="194840"/>
                  </a:lnTo>
                  <a:lnTo>
                    <a:pt x="45750" y="194444"/>
                  </a:lnTo>
                  <a:lnTo>
                    <a:pt x="46983" y="193220"/>
                  </a:lnTo>
                  <a:lnTo>
                    <a:pt x="47828" y="191865"/>
                  </a:lnTo>
                  <a:lnTo>
                    <a:pt x="47873" y="191180"/>
                  </a:lnTo>
                  <a:lnTo>
                    <a:pt x="45918" y="184492"/>
                  </a:lnTo>
                  <a:lnTo>
                    <a:pt x="44632" y="182309"/>
                  </a:lnTo>
                  <a:lnTo>
                    <a:pt x="43985" y="179729"/>
                  </a:lnTo>
                  <a:lnTo>
                    <a:pt x="43635" y="177865"/>
                  </a:lnTo>
                  <a:lnTo>
                    <a:pt x="43164" y="176153"/>
                  </a:lnTo>
                  <a:lnTo>
                    <a:pt x="43392" y="174540"/>
                  </a:lnTo>
                  <a:lnTo>
                    <a:pt x="42684" y="173536"/>
                  </a:lnTo>
                  <a:lnTo>
                    <a:pt x="41086" y="172266"/>
                  </a:lnTo>
                  <a:lnTo>
                    <a:pt x="39428" y="170371"/>
                  </a:lnTo>
                  <a:lnTo>
                    <a:pt x="38439" y="167274"/>
                  </a:lnTo>
                  <a:lnTo>
                    <a:pt x="38439" y="165547"/>
                  </a:lnTo>
                  <a:lnTo>
                    <a:pt x="37381" y="164033"/>
                  </a:lnTo>
                  <a:lnTo>
                    <a:pt x="37024" y="162450"/>
                  </a:lnTo>
                  <a:lnTo>
                    <a:pt x="37663" y="160936"/>
                  </a:lnTo>
                  <a:lnTo>
                    <a:pt x="38492" y="159628"/>
                  </a:lnTo>
                  <a:lnTo>
                    <a:pt x="38393" y="153875"/>
                  </a:lnTo>
                  <a:lnTo>
                    <a:pt x="38058" y="152156"/>
                  </a:lnTo>
                  <a:lnTo>
                    <a:pt x="37647" y="149082"/>
                  </a:lnTo>
                  <a:lnTo>
                    <a:pt x="36567" y="146762"/>
                  </a:lnTo>
                  <a:lnTo>
                    <a:pt x="35038" y="144045"/>
                  </a:lnTo>
                  <a:lnTo>
                    <a:pt x="33303" y="141801"/>
                  </a:lnTo>
                  <a:lnTo>
                    <a:pt x="28768" y="137738"/>
                  </a:lnTo>
                  <a:lnTo>
                    <a:pt x="25534" y="135022"/>
                  </a:lnTo>
                  <a:lnTo>
                    <a:pt x="23937" y="132541"/>
                  </a:lnTo>
                  <a:lnTo>
                    <a:pt x="21905" y="129688"/>
                  </a:lnTo>
                  <a:lnTo>
                    <a:pt x="20452" y="127634"/>
                  </a:lnTo>
                  <a:lnTo>
                    <a:pt x="18618" y="125039"/>
                  </a:lnTo>
                  <a:lnTo>
                    <a:pt x="17683" y="121501"/>
                  </a:lnTo>
                  <a:lnTo>
                    <a:pt x="17165" y="117727"/>
                  </a:lnTo>
                  <a:lnTo>
                    <a:pt x="17447" y="116480"/>
                  </a:lnTo>
                  <a:lnTo>
                    <a:pt x="18322" y="115658"/>
                  </a:lnTo>
                  <a:lnTo>
                    <a:pt x="19470" y="114996"/>
                  </a:lnTo>
                  <a:lnTo>
                    <a:pt x="20399" y="114844"/>
                  </a:lnTo>
                  <a:lnTo>
                    <a:pt x="23016" y="113109"/>
                  </a:lnTo>
                  <a:lnTo>
                    <a:pt x="24835" y="113261"/>
                  </a:lnTo>
                  <a:lnTo>
                    <a:pt x="25261" y="112888"/>
                  </a:lnTo>
                  <a:lnTo>
                    <a:pt x="25436" y="112097"/>
                  </a:lnTo>
                  <a:lnTo>
                    <a:pt x="25200" y="108658"/>
                  </a:lnTo>
                  <a:lnTo>
                    <a:pt x="25283" y="104055"/>
                  </a:lnTo>
                  <a:lnTo>
                    <a:pt x="25618" y="100304"/>
                  </a:lnTo>
                  <a:lnTo>
                    <a:pt x="26014" y="97831"/>
                  </a:lnTo>
                  <a:lnTo>
                    <a:pt x="30838" y="94955"/>
                  </a:lnTo>
                  <a:lnTo>
                    <a:pt x="31850" y="93707"/>
                  </a:lnTo>
                  <a:lnTo>
                    <a:pt x="32336" y="92360"/>
                  </a:lnTo>
                  <a:lnTo>
                    <a:pt x="32336" y="91173"/>
                  </a:lnTo>
                  <a:lnTo>
                    <a:pt x="31926" y="90238"/>
                  </a:lnTo>
                  <a:lnTo>
                    <a:pt x="31203" y="89720"/>
                  </a:lnTo>
                  <a:lnTo>
                    <a:pt x="28084" y="92201"/>
                  </a:lnTo>
                  <a:lnTo>
                    <a:pt x="27475" y="91653"/>
                  </a:lnTo>
                  <a:lnTo>
                    <a:pt x="26044" y="87575"/>
                  </a:lnTo>
                  <a:lnTo>
                    <a:pt x="25428" y="86327"/>
                  </a:lnTo>
                  <a:lnTo>
                    <a:pt x="24538" y="84835"/>
                  </a:lnTo>
                  <a:lnTo>
                    <a:pt x="23579" y="82751"/>
                  </a:lnTo>
                  <a:lnTo>
                    <a:pt x="23427" y="79144"/>
                  </a:lnTo>
                  <a:lnTo>
                    <a:pt x="22735" y="77356"/>
                  </a:lnTo>
                  <a:lnTo>
                    <a:pt x="18839" y="73544"/>
                  </a:lnTo>
                  <a:lnTo>
                    <a:pt x="17097" y="71490"/>
                  </a:lnTo>
                  <a:lnTo>
                    <a:pt x="14715" y="68523"/>
                  </a:lnTo>
                  <a:lnTo>
                    <a:pt x="11862" y="64962"/>
                  </a:lnTo>
                  <a:lnTo>
                    <a:pt x="8948" y="61667"/>
                  </a:lnTo>
                  <a:lnTo>
                    <a:pt x="7578" y="59560"/>
                  </a:lnTo>
                  <a:lnTo>
                    <a:pt x="7099" y="59081"/>
                  </a:lnTo>
                  <a:lnTo>
                    <a:pt x="6939" y="58266"/>
                  </a:lnTo>
                  <a:lnTo>
                    <a:pt x="7822" y="55999"/>
                  </a:lnTo>
                  <a:lnTo>
                    <a:pt x="7381" y="53716"/>
                  </a:lnTo>
                  <a:lnTo>
                    <a:pt x="5935" y="50673"/>
                  </a:lnTo>
                  <a:lnTo>
                    <a:pt x="5311" y="48786"/>
                  </a:lnTo>
                  <a:lnTo>
                    <a:pt x="5516" y="48063"/>
                  </a:lnTo>
                  <a:lnTo>
                    <a:pt x="4816" y="47782"/>
                  </a:lnTo>
                  <a:lnTo>
                    <a:pt x="3196" y="47941"/>
                  </a:lnTo>
                  <a:lnTo>
                    <a:pt x="1643" y="46511"/>
                  </a:lnTo>
                  <a:lnTo>
                    <a:pt x="145" y="43498"/>
                  </a:lnTo>
                  <a:lnTo>
                    <a:pt x="0" y="42966"/>
                  </a:lnTo>
                  <a:lnTo>
                    <a:pt x="487" y="42973"/>
                  </a:lnTo>
                  <a:lnTo>
                    <a:pt x="2367" y="43491"/>
                  </a:lnTo>
                  <a:lnTo>
                    <a:pt x="3006" y="43414"/>
                  </a:lnTo>
                  <a:lnTo>
                    <a:pt x="4337" y="42722"/>
                  </a:lnTo>
                  <a:lnTo>
                    <a:pt x="6353" y="41992"/>
                  </a:lnTo>
                  <a:lnTo>
                    <a:pt x="7548" y="41748"/>
                  </a:lnTo>
                  <a:lnTo>
                    <a:pt x="7943" y="41391"/>
                  </a:lnTo>
                  <a:lnTo>
                    <a:pt x="8111" y="40660"/>
                  </a:lnTo>
                  <a:lnTo>
                    <a:pt x="7084" y="33691"/>
                  </a:lnTo>
                  <a:lnTo>
                    <a:pt x="7259" y="32237"/>
                  </a:lnTo>
                  <a:lnTo>
                    <a:pt x="9168" y="29225"/>
                  </a:lnTo>
                  <a:lnTo>
                    <a:pt x="8955" y="26181"/>
                  </a:lnTo>
                  <a:lnTo>
                    <a:pt x="9442" y="21814"/>
                  </a:lnTo>
                  <a:lnTo>
                    <a:pt x="11573" y="18824"/>
                  </a:lnTo>
                  <a:lnTo>
                    <a:pt x="13171" y="17446"/>
                  </a:lnTo>
                  <a:lnTo>
                    <a:pt x="13673" y="15286"/>
                  </a:lnTo>
                  <a:lnTo>
                    <a:pt x="14403" y="14829"/>
                  </a:lnTo>
                  <a:lnTo>
                    <a:pt x="15727" y="14997"/>
                  </a:lnTo>
                  <a:lnTo>
                    <a:pt x="18459" y="16610"/>
                  </a:lnTo>
                  <a:lnTo>
                    <a:pt x="19623" y="16686"/>
                  </a:lnTo>
                  <a:lnTo>
                    <a:pt x="21281" y="16640"/>
                  </a:lnTo>
                  <a:lnTo>
                    <a:pt x="23062" y="16518"/>
                  </a:lnTo>
                  <a:lnTo>
                    <a:pt x="23891" y="16366"/>
                  </a:lnTo>
                  <a:lnTo>
                    <a:pt x="29590" y="14791"/>
                  </a:lnTo>
                  <a:lnTo>
                    <a:pt x="30845" y="14624"/>
                  </a:lnTo>
                  <a:lnTo>
                    <a:pt x="32048" y="14821"/>
                  </a:lnTo>
                  <a:lnTo>
                    <a:pt x="32922" y="14746"/>
                  </a:lnTo>
                  <a:lnTo>
                    <a:pt x="33797" y="14023"/>
                  </a:lnTo>
                  <a:lnTo>
                    <a:pt x="34422" y="12752"/>
                  </a:lnTo>
                  <a:lnTo>
                    <a:pt x="35137" y="8674"/>
                  </a:lnTo>
                  <a:lnTo>
                    <a:pt x="35547" y="7951"/>
                  </a:lnTo>
                  <a:lnTo>
                    <a:pt x="36286" y="7373"/>
                  </a:lnTo>
                  <a:lnTo>
                    <a:pt x="37495" y="6985"/>
                  </a:lnTo>
                  <a:lnTo>
                    <a:pt x="38910" y="7015"/>
                  </a:lnTo>
                  <a:lnTo>
                    <a:pt x="40759" y="7799"/>
                  </a:lnTo>
                  <a:lnTo>
                    <a:pt x="41916" y="7829"/>
                  </a:lnTo>
                  <a:lnTo>
                    <a:pt x="43225" y="7502"/>
                  </a:lnTo>
                  <a:lnTo>
                    <a:pt x="44335" y="6939"/>
                  </a:lnTo>
                  <a:lnTo>
                    <a:pt x="45073" y="6224"/>
                  </a:lnTo>
                  <a:lnTo>
                    <a:pt x="45408" y="5364"/>
                  </a:lnTo>
                  <a:lnTo>
                    <a:pt x="45111" y="3713"/>
                  </a:lnTo>
                  <a:lnTo>
                    <a:pt x="44267" y="1643"/>
                  </a:lnTo>
                  <a:lnTo>
                    <a:pt x="44503" y="1392"/>
                  </a:lnTo>
                  <a:lnTo>
                    <a:pt x="46055" y="1849"/>
                  </a:lnTo>
                  <a:lnTo>
                    <a:pt x="48337" y="2359"/>
                  </a:lnTo>
                  <a:lnTo>
                    <a:pt x="50080" y="2245"/>
                  </a:lnTo>
                  <a:lnTo>
                    <a:pt x="51213" y="1887"/>
                  </a:lnTo>
                  <a:lnTo>
                    <a:pt x="52324" y="906"/>
                  </a:lnTo>
                  <a:lnTo>
                    <a:pt x="53724" y="0"/>
                  </a:lnTo>
                  <a:lnTo>
                    <a:pt x="55086" y="205"/>
                  </a:lnTo>
                  <a:lnTo>
                    <a:pt x="56144" y="1012"/>
                  </a:lnTo>
                  <a:lnTo>
                    <a:pt x="58662" y="2534"/>
                  </a:lnTo>
                  <a:close/>
                  <a:moveTo>
                    <a:pt x="107867" y="186722"/>
                  </a:moveTo>
                  <a:lnTo>
                    <a:pt x="107935" y="187239"/>
                  </a:lnTo>
                  <a:lnTo>
                    <a:pt x="106825" y="186843"/>
                  </a:lnTo>
                  <a:lnTo>
                    <a:pt x="106436" y="187026"/>
                  </a:lnTo>
                  <a:lnTo>
                    <a:pt x="105196" y="186882"/>
                  </a:lnTo>
                  <a:lnTo>
                    <a:pt x="104588" y="183876"/>
                  </a:lnTo>
                  <a:lnTo>
                    <a:pt x="104679" y="183168"/>
                  </a:lnTo>
                  <a:lnTo>
                    <a:pt x="105561" y="183389"/>
                  </a:lnTo>
                  <a:lnTo>
                    <a:pt x="106825" y="184880"/>
                  </a:lnTo>
                  <a:lnTo>
                    <a:pt x="107471" y="185915"/>
                  </a:lnTo>
                  <a:lnTo>
                    <a:pt x="107867" y="186722"/>
                  </a:lnTo>
                  <a:close/>
                  <a:moveTo>
                    <a:pt x="111702" y="193486"/>
                  </a:moveTo>
                  <a:lnTo>
                    <a:pt x="111351" y="195746"/>
                  </a:lnTo>
                  <a:lnTo>
                    <a:pt x="110134" y="194817"/>
                  </a:lnTo>
                  <a:lnTo>
                    <a:pt x="110423" y="193676"/>
                  </a:lnTo>
                  <a:lnTo>
                    <a:pt x="110903" y="193158"/>
                  </a:lnTo>
                  <a:lnTo>
                    <a:pt x="111702" y="193486"/>
                  </a:lnTo>
                  <a:close/>
                  <a:moveTo>
                    <a:pt x="57635" y="236231"/>
                  </a:moveTo>
                  <a:lnTo>
                    <a:pt x="57430" y="236588"/>
                  </a:lnTo>
                  <a:lnTo>
                    <a:pt x="56600" y="235903"/>
                  </a:lnTo>
                  <a:lnTo>
                    <a:pt x="56014" y="235127"/>
                  </a:lnTo>
                  <a:lnTo>
                    <a:pt x="55703" y="234138"/>
                  </a:lnTo>
                  <a:lnTo>
                    <a:pt x="56981" y="234176"/>
                  </a:lnTo>
                  <a:lnTo>
                    <a:pt x="57612" y="235089"/>
                  </a:lnTo>
                  <a:lnTo>
                    <a:pt x="57635" y="236231"/>
                  </a:lnTo>
                  <a:close/>
                  <a:moveTo>
                    <a:pt x="57559" y="238612"/>
                  </a:moveTo>
                  <a:lnTo>
                    <a:pt x="57658" y="239829"/>
                  </a:lnTo>
                  <a:lnTo>
                    <a:pt x="57194" y="241290"/>
                  </a:lnTo>
                  <a:lnTo>
                    <a:pt x="55246" y="242150"/>
                  </a:lnTo>
                  <a:lnTo>
                    <a:pt x="54577" y="240978"/>
                  </a:lnTo>
                  <a:lnTo>
                    <a:pt x="54752" y="239175"/>
                  </a:lnTo>
                  <a:lnTo>
                    <a:pt x="55048" y="238719"/>
                  </a:lnTo>
                  <a:lnTo>
                    <a:pt x="56958" y="238810"/>
                  </a:lnTo>
                  <a:lnTo>
                    <a:pt x="57559" y="238612"/>
                  </a:lnTo>
                  <a:close/>
                  <a:moveTo>
                    <a:pt x="19912" y="250109"/>
                  </a:moveTo>
                  <a:lnTo>
                    <a:pt x="18702" y="250337"/>
                  </a:lnTo>
                  <a:lnTo>
                    <a:pt x="18862" y="249165"/>
                  </a:lnTo>
                  <a:lnTo>
                    <a:pt x="19181" y="248427"/>
                  </a:lnTo>
                  <a:lnTo>
                    <a:pt x="19767" y="248229"/>
                  </a:lnTo>
                  <a:lnTo>
                    <a:pt x="20011" y="249492"/>
                  </a:lnTo>
                  <a:lnTo>
                    <a:pt x="19912" y="250109"/>
                  </a:lnTo>
                  <a:close/>
                  <a:moveTo>
                    <a:pt x="22080" y="274760"/>
                  </a:moveTo>
                  <a:lnTo>
                    <a:pt x="21852" y="276335"/>
                  </a:lnTo>
                  <a:lnTo>
                    <a:pt x="20977" y="276313"/>
                  </a:lnTo>
                  <a:lnTo>
                    <a:pt x="20087" y="277324"/>
                  </a:lnTo>
                  <a:lnTo>
                    <a:pt x="19668" y="277461"/>
                  </a:lnTo>
                  <a:lnTo>
                    <a:pt x="18946" y="274251"/>
                  </a:lnTo>
                  <a:lnTo>
                    <a:pt x="19775" y="269746"/>
                  </a:lnTo>
                  <a:lnTo>
                    <a:pt x="20224" y="269107"/>
                  </a:lnTo>
                  <a:lnTo>
                    <a:pt x="20840" y="270302"/>
                  </a:lnTo>
                  <a:lnTo>
                    <a:pt x="22628" y="270834"/>
                  </a:lnTo>
                  <a:lnTo>
                    <a:pt x="21852" y="273429"/>
                  </a:lnTo>
                  <a:lnTo>
                    <a:pt x="22080" y="274760"/>
                  </a:lnTo>
                  <a:close/>
                  <a:moveTo>
                    <a:pt x="25976" y="274076"/>
                  </a:moveTo>
                  <a:lnTo>
                    <a:pt x="25725" y="274433"/>
                  </a:lnTo>
                  <a:lnTo>
                    <a:pt x="24637" y="270332"/>
                  </a:lnTo>
                  <a:lnTo>
                    <a:pt x="26242" y="271435"/>
                  </a:lnTo>
                  <a:lnTo>
                    <a:pt x="25976" y="274076"/>
                  </a:lnTo>
                  <a:close/>
                  <a:moveTo>
                    <a:pt x="36369" y="281395"/>
                  </a:moveTo>
                  <a:lnTo>
                    <a:pt x="36925" y="283974"/>
                  </a:lnTo>
                  <a:lnTo>
                    <a:pt x="36141" y="283449"/>
                  </a:lnTo>
                  <a:lnTo>
                    <a:pt x="35494" y="282323"/>
                  </a:lnTo>
                  <a:lnTo>
                    <a:pt x="35502" y="280672"/>
                  </a:lnTo>
                  <a:lnTo>
                    <a:pt x="35661" y="280444"/>
                  </a:lnTo>
                  <a:lnTo>
                    <a:pt x="36369" y="281395"/>
                  </a:lnTo>
                  <a:close/>
                  <a:moveTo>
                    <a:pt x="48847" y="304266"/>
                  </a:moveTo>
                  <a:lnTo>
                    <a:pt x="48444" y="304396"/>
                  </a:lnTo>
                  <a:lnTo>
                    <a:pt x="47645" y="302668"/>
                  </a:lnTo>
                  <a:lnTo>
                    <a:pt x="48657" y="300165"/>
                  </a:lnTo>
                  <a:lnTo>
                    <a:pt x="49669" y="303232"/>
                  </a:lnTo>
                  <a:lnTo>
                    <a:pt x="48847" y="304266"/>
                  </a:lnTo>
                  <a:close/>
                </a:path>
              </a:pathLst>
            </a:custGeom>
            <a:solidFill>
              <a:srgbClr val="2562E8"/>
            </a:solidFill>
            <a:ln w="6168" cap="flat">
              <a:solidFill>
                <a:srgbClr val="2562E8"/>
              </a:solidFill>
              <a:prstDash val="solid"/>
              <a:miter/>
            </a:ln>
          </p:spPr>
          <p:txBody>
            <a:bodyPr/>
            <a:lstStyle/>
            <a:p>
              <a:endParaRPr lang="en-US"/>
            </a:p>
          </p:txBody>
        </p:sp>
        <p:sp>
          <p:nvSpPr>
            <p:cNvPr id="2331" name="Freeform: Shape 2330">
              <a:extLst>
                <a:ext uri="{FF2B5EF4-FFF2-40B4-BE49-F238E27FC236}">
                  <a16:creationId xmlns:a16="http://schemas.microsoft.com/office/drawing/2014/main" id="{D891FF0B-978C-EAFE-7ADF-57A1B51332D8}"/>
                </a:ext>
              </a:extLst>
            </p:cNvPr>
            <p:cNvSpPr/>
            <p:nvPr/>
          </p:nvSpPr>
          <p:spPr>
            <a:xfrm>
              <a:off x="11012048" y="4047165"/>
              <a:ext cx="165859" cy="118883"/>
            </a:xfrm>
            <a:custGeom>
              <a:avLst/>
              <a:gdLst>
                <a:gd name="csX0" fmla="*/ 77007 w 165859"/>
                <a:gd name="csY0" fmla="*/ 22323 h 118883"/>
                <a:gd name="csX1" fmla="*/ 77075 w 165859"/>
                <a:gd name="csY1" fmla="*/ 22833 h 118883"/>
                <a:gd name="csX2" fmla="*/ 76763 w 165859"/>
                <a:gd name="csY2" fmla="*/ 23754 h 118883"/>
                <a:gd name="csX3" fmla="*/ 72327 w 165859"/>
                <a:gd name="csY3" fmla="*/ 25321 h 118883"/>
                <a:gd name="csX4" fmla="*/ 70311 w 165859"/>
                <a:gd name="csY4" fmla="*/ 26645 h 118883"/>
                <a:gd name="csX5" fmla="*/ 69877 w 165859"/>
                <a:gd name="csY5" fmla="*/ 28996 h 118883"/>
                <a:gd name="csX6" fmla="*/ 69345 w 165859"/>
                <a:gd name="csY6" fmla="*/ 29673 h 118883"/>
                <a:gd name="csX7" fmla="*/ 68447 w 165859"/>
                <a:gd name="csY7" fmla="*/ 30229 h 118883"/>
                <a:gd name="csX8" fmla="*/ 67557 w 165859"/>
                <a:gd name="csY8" fmla="*/ 30358 h 118883"/>
                <a:gd name="csX9" fmla="*/ 66195 w 165859"/>
                <a:gd name="csY9" fmla="*/ 27596 h 118883"/>
                <a:gd name="csX10" fmla="*/ 64643 w 165859"/>
                <a:gd name="csY10" fmla="*/ 27026 h 118883"/>
                <a:gd name="csX11" fmla="*/ 62413 w 165859"/>
                <a:gd name="csY11" fmla="*/ 26052 h 118883"/>
                <a:gd name="csX12" fmla="*/ 58084 w 165859"/>
                <a:gd name="csY12" fmla="*/ 24165 h 118883"/>
                <a:gd name="csX13" fmla="*/ 55847 w 165859"/>
                <a:gd name="csY13" fmla="*/ 23343 h 118883"/>
                <a:gd name="csX14" fmla="*/ 51548 w 165859"/>
                <a:gd name="csY14" fmla="*/ 24575 h 118883"/>
                <a:gd name="csX15" fmla="*/ 46526 w 165859"/>
                <a:gd name="csY15" fmla="*/ 26265 h 118883"/>
                <a:gd name="csX16" fmla="*/ 45743 w 165859"/>
                <a:gd name="csY16" fmla="*/ 27292 h 118883"/>
                <a:gd name="csX17" fmla="*/ 45210 w 165859"/>
                <a:gd name="csY17" fmla="*/ 28395 h 118883"/>
                <a:gd name="csX18" fmla="*/ 45264 w 165859"/>
                <a:gd name="csY18" fmla="*/ 29232 h 118883"/>
                <a:gd name="csX19" fmla="*/ 45629 w 165859"/>
                <a:gd name="csY19" fmla="*/ 30350 h 118883"/>
                <a:gd name="csX20" fmla="*/ 45377 w 165859"/>
                <a:gd name="csY20" fmla="*/ 31203 h 118883"/>
                <a:gd name="csX21" fmla="*/ 44434 w 165859"/>
                <a:gd name="csY21" fmla="*/ 31477 h 118883"/>
                <a:gd name="csX22" fmla="*/ 43011 w 165859"/>
                <a:gd name="csY22" fmla="*/ 30442 h 118883"/>
                <a:gd name="csX23" fmla="*/ 41771 w 165859"/>
                <a:gd name="csY23" fmla="*/ 29841 h 118883"/>
                <a:gd name="csX24" fmla="*/ 41163 w 165859"/>
                <a:gd name="csY24" fmla="*/ 31256 h 118883"/>
                <a:gd name="csX25" fmla="*/ 40432 w 165859"/>
                <a:gd name="csY25" fmla="*/ 33767 h 118883"/>
                <a:gd name="csX26" fmla="*/ 40097 w 165859"/>
                <a:gd name="csY26" fmla="*/ 35593 h 118883"/>
                <a:gd name="csX27" fmla="*/ 41193 w 165859"/>
                <a:gd name="csY27" fmla="*/ 38225 h 118883"/>
                <a:gd name="csX28" fmla="*/ 41566 w 165859"/>
                <a:gd name="csY28" fmla="*/ 42113 h 118883"/>
                <a:gd name="csX29" fmla="*/ 43574 w 165859"/>
                <a:gd name="csY29" fmla="*/ 41908 h 118883"/>
                <a:gd name="csX30" fmla="*/ 45103 w 165859"/>
                <a:gd name="csY30" fmla="*/ 41916 h 118883"/>
                <a:gd name="csX31" fmla="*/ 47995 w 165859"/>
                <a:gd name="csY31" fmla="*/ 40767 h 118883"/>
                <a:gd name="csX32" fmla="*/ 49448 w 165859"/>
                <a:gd name="csY32" fmla="*/ 40736 h 118883"/>
                <a:gd name="csX33" fmla="*/ 51693 w 165859"/>
                <a:gd name="csY33" fmla="*/ 41238 h 118883"/>
                <a:gd name="csX34" fmla="*/ 55627 w 165859"/>
                <a:gd name="csY34" fmla="*/ 41337 h 118883"/>
                <a:gd name="csX35" fmla="*/ 58730 w 165859"/>
                <a:gd name="csY35" fmla="*/ 41132 h 118883"/>
                <a:gd name="csX36" fmla="*/ 59484 w 165859"/>
                <a:gd name="csY36" fmla="*/ 41216 h 118883"/>
                <a:gd name="csX37" fmla="*/ 60222 w 165859"/>
                <a:gd name="csY37" fmla="*/ 40477 h 118883"/>
                <a:gd name="csX38" fmla="*/ 61036 w 165859"/>
                <a:gd name="csY38" fmla="*/ 40736 h 118883"/>
                <a:gd name="csX39" fmla="*/ 61797 w 165859"/>
                <a:gd name="csY39" fmla="*/ 41626 h 118883"/>
                <a:gd name="csX40" fmla="*/ 64939 w 165859"/>
                <a:gd name="csY40" fmla="*/ 40546 h 118883"/>
                <a:gd name="csX41" fmla="*/ 67275 w 165859"/>
                <a:gd name="csY41" fmla="*/ 40394 h 118883"/>
                <a:gd name="csX42" fmla="*/ 68706 w 165859"/>
                <a:gd name="csY42" fmla="*/ 40713 h 118883"/>
                <a:gd name="csX43" fmla="*/ 69550 w 165859"/>
                <a:gd name="csY43" fmla="*/ 41033 h 118883"/>
                <a:gd name="csX44" fmla="*/ 71064 w 165859"/>
                <a:gd name="csY44" fmla="*/ 43605 h 118883"/>
                <a:gd name="csX45" fmla="*/ 72221 w 165859"/>
                <a:gd name="csY45" fmla="*/ 45195 h 118883"/>
                <a:gd name="csX46" fmla="*/ 73636 w 165859"/>
                <a:gd name="csY46" fmla="*/ 45705 h 118883"/>
                <a:gd name="csX47" fmla="*/ 78026 w 165859"/>
                <a:gd name="csY47" fmla="*/ 45233 h 118883"/>
                <a:gd name="csX48" fmla="*/ 79312 w 165859"/>
                <a:gd name="csY48" fmla="*/ 42988 h 118883"/>
                <a:gd name="csX49" fmla="*/ 80438 w 165859"/>
                <a:gd name="csY49" fmla="*/ 42433 h 118883"/>
                <a:gd name="csX50" fmla="*/ 82249 w 165859"/>
                <a:gd name="csY50" fmla="*/ 42265 h 118883"/>
                <a:gd name="csX51" fmla="*/ 83740 w 165859"/>
                <a:gd name="csY51" fmla="*/ 41832 h 118883"/>
                <a:gd name="csX52" fmla="*/ 84927 w 165859"/>
                <a:gd name="csY52" fmla="*/ 40911 h 118883"/>
                <a:gd name="csX53" fmla="*/ 86547 w 165859"/>
                <a:gd name="csY53" fmla="*/ 40105 h 118883"/>
                <a:gd name="csX54" fmla="*/ 87963 w 165859"/>
                <a:gd name="csY54" fmla="*/ 39945 h 118883"/>
                <a:gd name="csX55" fmla="*/ 88663 w 165859"/>
                <a:gd name="csY55" fmla="*/ 40538 h 118883"/>
                <a:gd name="csX56" fmla="*/ 88967 w 165859"/>
                <a:gd name="csY56" fmla="*/ 41322 h 118883"/>
                <a:gd name="csX57" fmla="*/ 88724 w 165859"/>
                <a:gd name="csY57" fmla="*/ 42334 h 118883"/>
                <a:gd name="csX58" fmla="*/ 88670 w 165859"/>
                <a:gd name="csY58" fmla="*/ 43392 h 118883"/>
                <a:gd name="csX59" fmla="*/ 89583 w 165859"/>
                <a:gd name="csY59" fmla="*/ 44099 h 118883"/>
                <a:gd name="csX60" fmla="*/ 92277 w 165859"/>
                <a:gd name="csY60" fmla="*/ 44267 h 118883"/>
                <a:gd name="csX61" fmla="*/ 93547 w 165859"/>
                <a:gd name="csY61" fmla="*/ 44929 h 118883"/>
                <a:gd name="csX62" fmla="*/ 93623 w 165859"/>
                <a:gd name="csY62" fmla="*/ 46176 h 118883"/>
                <a:gd name="csX63" fmla="*/ 93418 w 165859"/>
                <a:gd name="csY63" fmla="*/ 48132 h 118883"/>
                <a:gd name="csX64" fmla="*/ 94544 w 165859"/>
                <a:gd name="csY64" fmla="*/ 48923 h 118883"/>
                <a:gd name="csX65" fmla="*/ 95130 w 165859"/>
                <a:gd name="csY65" fmla="*/ 48991 h 118883"/>
                <a:gd name="csX66" fmla="*/ 99079 w 165859"/>
                <a:gd name="csY66" fmla="*/ 46922 h 118883"/>
                <a:gd name="csX67" fmla="*/ 100190 w 165859"/>
                <a:gd name="csY67" fmla="*/ 46892 h 118883"/>
                <a:gd name="csX68" fmla="*/ 101072 w 165859"/>
                <a:gd name="csY68" fmla="*/ 48033 h 118883"/>
                <a:gd name="csX69" fmla="*/ 102419 w 165859"/>
                <a:gd name="csY69" fmla="*/ 49402 h 118883"/>
                <a:gd name="csX70" fmla="*/ 104184 w 165859"/>
                <a:gd name="csY70" fmla="*/ 50863 h 118883"/>
                <a:gd name="csX71" fmla="*/ 104610 w 165859"/>
                <a:gd name="csY71" fmla="*/ 50635 h 118883"/>
                <a:gd name="csX72" fmla="*/ 105402 w 165859"/>
                <a:gd name="csY72" fmla="*/ 49045 h 118883"/>
                <a:gd name="csX73" fmla="*/ 106908 w 165859"/>
                <a:gd name="csY73" fmla="*/ 47310 h 118883"/>
                <a:gd name="csX74" fmla="*/ 109739 w 165859"/>
                <a:gd name="csY74" fmla="*/ 46739 h 118883"/>
                <a:gd name="csX75" fmla="*/ 111298 w 165859"/>
                <a:gd name="csY75" fmla="*/ 46199 h 118883"/>
                <a:gd name="csX76" fmla="*/ 112934 w 165859"/>
                <a:gd name="csY76" fmla="*/ 45956 h 118883"/>
                <a:gd name="csX77" fmla="*/ 117895 w 165859"/>
                <a:gd name="csY77" fmla="*/ 46656 h 118883"/>
                <a:gd name="csX78" fmla="*/ 119538 w 165859"/>
                <a:gd name="csY78" fmla="*/ 46747 h 118883"/>
                <a:gd name="csX79" fmla="*/ 122955 w 165859"/>
                <a:gd name="csY79" fmla="*/ 46610 h 118883"/>
                <a:gd name="csX80" fmla="*/ 125640 w 165859"/>
                <a:gd name="csY80" fmla="*/ 46260 h 118883"/>
                <a:gd name="csX81" fmla="*/ 127801 w 165859"/>
                <a:gd name="csY81" fmla="*/ 45218 h 118883"/>
                <a:gd name="csX82" fmla="*/ 128897 w 165859"/>
                <a:gd name="csY82" fmla="*/ 44381 h 118883"/>
                <a:gd name="csX83" fmla="*/ 130670 w 165859"/>
                <a:gd name="csY83" fmla="*/ 43894 h 118883"/>
                <a:gd name="csX84" fmla="*/ 132914 w 165859"/>
                <a:gd name="csY84" fmla="*/ 43977 h 118883"/>
                <a:gd name="csX85" fmla="*/ 134109 w 165859"/>
                <a:gd name="csY85" fmla="*/ 44221 h 118883"/>
                <a:gd name="csX86" fmla="*/ 134215 w 165859"/>
                <a:gd name="csY86" fmla="*/ 45651 h 118883"/>
                <a:gd name="csX87" fmla="*/ 133934 w 165859"/>
                <a:gd name="csY87" fmla="*/ 48368 h 118883"/>
                <a:gd name="csX88" fmla="*/ 133591 w 165859"/>
                <a:gd name="csY88" fmla="*/ 50254 h 118883"/>
                <a:gd name="csX89" fmla="*/ 135364 w 165859"/>
                <a:gd name="csY89" fmla="*/ 53671 h 118883"/>
                <a:gd name="csX90" fmla="*/ 136498 w 165859"/>
                <a:gd name="csY90" fmla="*/ 55314 h 118883"/>
                <a:gd name="csX91" fmla="*/ 137609 w 165859"/>
                <a:gd name="csY91" fmla="*/ 56478 h 118883"/>
                <a:gd name="csX92" fmla="*/ 137814 w 165859"/>
                <a:gd name="csY92" fmla="*/ 57399 h 118883"/>
                <a:gd name="csX93" fmla="*/ 137586 w 165859"/>
                <a:gd name="csY93" fmla="*/ 58145 h 118883"/>
                <a:gd name="csX94" fmla="*/ 136208 w 165859"/>
                <a:gd name="csY94" fmla="*/ 58875 h 118883"/>
                <a:gd name="csX95" fmla="*/ 135714 w 165859"/>
                <a:gd name="csY95" fmla="*/ 59651 h 118883"/>
                <a:gd name="csX96" fmla="*/ 135486 w 165859"/>
                <a:gd name="csY96" fmla="*/ 60526 h 118883"/>
                <a:gd name="csX97" fmla="*/ 135935 w 165859"/>
                <a:gd name="csY97" fmla="*/ 61538 h 118883"/>
                <a:gd name="csX98" fmla="*/ 136726 w 165859"/>
                <a:gd name="csY98" fmla="*/ 64764 h 118883"/>
                <a:gd name="csX99" fmla="*/ 137746 w 165859"/>
                <a:gd name="csY99" fmla="*/ 67267 h 118883"/>
                <a:gd name="csX100" fmla="*/ 139184 w 165859"/>
                <a:gd name="csY100" fmla="*/ 68469 h 118883"/>
                <a:gd name="csX101" fmla="*/ 141337 w 165859"/>
                <a:gd name="csY101" fmla="*/ 69261 h 118883"/>
                <a:gd name="csX102" fmla="*/ 142516 w 165859"/>
                <a:gd name="csY102" fmla="*/ 69093 h 118883"/>
                <a:gd name="csX103" fmla="*/ 143360 w 165859"/>
                <a:gd name="csY103" fmla="*/ 67222 h 118883"/>
                <a:gd name="csX104" fmla="*/ 144776 w 165859"/>
                <a:gd name="csY104" fmla="*/ 65791 h 118883"/>
                <a:gd name="csX105" fmla="*/ 145970 w 165859"/>
                <a:gd name="csY105" fmla="*/ 65890 h 118883"/>
                <a:gd name="csX106" fmla="*/ 147895 w 165859"/>
                <a:gd name="csY106" fmla="*/ 65829 h 118883"/>
                <a:gd name="csX107" fmla="*/ 152947 w 165859"/>
                <a:gd name="csY107" fmla="*/ 67450 h 118883"/>
                <a:gd name="csX108" fmla="*/ 157878 w 165859"/>
                <a:gd name="csY108" fmla="*/ 69900 h 118883"/>
                <a:gd name="csX109" fmla="*/ 159308 w 165859"/>
                <a:gd name="csY109" fmla="*/ 71254 h 118883"/>
                <a:gd name="csX110" fmla="*/ 159811 w 165859"/>
                <a:gd name="csY110" fmla="*/ 72776 h 118883"/>
                <a:gd name="csX111" fmla="*/ 158449 w 165859"/>
                <a:gd name="csY111" fmla="*/ 76291 h 118883"/>
                <a:gd name="csX112" fmla="*/ 158509 w 165859"/>
                <a:gd name="csY112" fmla="*/ 78528 h 118883"/>
                <a:gd name="csX113" fmla="*/ 158821 w 165859"/>
                <a:gd name="csY113" fmla="*/ 80917 h 118883"/>
                <a:gd name="csX114" fmla="*/ 159948 w 165859"/>
                <a:gd name="csY114" fmla="*/ 82682 h 118883"/>
                <a:gd name="csX115" fmla="*/ 160982 w 165859"/>
                <a:gd name="csY115" fmla="*/ 85710 h 118883"/>
                <a:gd name="csX116" fmla="*/ 161180 w 165859"/>
                <a:gd name="csY116" fmla="*/ 88214 h 118883"/>
                <a:gd name="csX117" fmla="*/ 161629 w 165859"/>
                <a:gd name="csY117" fmla="*/ 88959 h 118883"/>
                <a:gd name="csX118" fmla="*/ 161994 w 165859"/>
                <a:gd name="csY118" fmla="*/ 89834 h 118883"/>
                <a:gd name="csX119" fmla="*/ 161446 w 165859"/>
                <a:gd name="csY119" fmla="*/ 92124 h 118883"/>
                <a:gd name="csX120" fmla="*/ 161058 w 165859"/>
                <a:gd name="csY120" fmla="*/ 94430 h 118883"/>
                <a:gd name="csX121" fmla="*/ 161522 w 165859"/>
                <a:gd name="csY121" fmla="*/ 95198 h 118883"/>
                <a:gd name="csX122" fmla="*/ 163029 w 165859"/>
                <a:gd name="csY122" fmla="*/ 96332 h 118883"/>
                <a:gd name="csX123" fmla="*/ 165403 w 165859"/>
                <a:gd name="csY123" fmla="*/ 98455 h 118883"/>
                <a:gd name="csX124" fmla="*/ 165859 w 165859"/>
                <a:gd name="csY124" fmla="*/ 100205 h 118883"/>
                <a:gd name="csX125" fmla="*/ 165015 w 165859"/>
                <a:gd name="csY125" fmla="*/ 101315 h 118883"/>
                <a:gd name="csX126" fmla="*/ 163508 w 165859"/>
                <a:gd name="csY126" fmla="*/ 102670 h 118883"/>
                <a:gd name="csX127" fmla="*/ 161576 w 165859"/>
                <a:gd name="csY127" fmla="*/ 103834 h 118883"/>
                <a:gd name="csX128" fmla="*/ 161005 w 165859"/>
                <a:gd name="csY128" fmla="*/ 104321 h 118883"/>
                <a:gd name="csX129" fmla="*/ 160663 w 165859"/>
                <a:gd name="csY129" fmla="*/ 104047 h 118883"/>
                <a:gd name="csX130" fmla="*/ 159704 w 165859"/>
                <a:gd name="csY130" fmla="*/ 102868 h 118883"/>
                <a:gd name="csX131" fmla="*/ 157574 w 165859"/>
                <a:gd name="csY131" fmla="*/ 100965 h 118883"/>
                <a:gd name="csX132" fmla="*/ 156059 w 165859"/>
                <a:gd name="csY132" fmla="*/ 99961 h 118883"/>
                <a:gd name="csX133" fmla="*/ 153168 w 165859"/>
                <a:gd name="csY133" fmla="*/ 100281 h 118883"/>
                <a:gd name="csX134" fmla="*/ 151472 w 165859"/>
                <a:gd name="csY134" fmla="*/ 99931 h 118883"/>
                <a:gd name="csX135" fmla="*/ 149425 w 165859"/>
                <a:gd name="csY135" fmla="*/ 99307 h 118883"/>
                <a:gd name="csX136" fmla="*/ 147515 w 165859"/>
                <a:gd name="csY136" fmla="*/ 99398 h 118883"/>
                <a:gd name="csX137" fmla="*/ 146313 w 165859"/>
                <a:gd name="csY137" fmla="*/ 100547 h 118883"/>
                <a:gd name="csX138" fmla="*/ 145537 w 165859"/>
                <a:gd name="csY138" fmla="*/ 101696 h 118883"/>
                <a:gd name="csX139" fmla="*/ 143627 w 165859"/>
                <a:gd name="csY139" fmla="*/ 102046 h 118883"/>
                <a:gd name="csX140" fmla="*/ 140880 w 165859"/>
                <a:gd name="csY140" fmla="*/ 102928 h 118883"/>
                <a:gd name="csX141" fmla="*/ 136619 w 165859"/>
                <a:gd name="csY141" fmla="*/ 104306 h 118883"/>
                <a:gd name="csX142" fmla="*/ 134565 w 165859"/>
                <a:gd name="csY142" fmla="*/ 104100 h 118883"/>
                <a:gd name="csX143" fmla="*/ 134010 w 165859"/>
                <a:gd name="csY143" fmla="*/ 103507 h 118883"/>
                <a:gd name="csX144" fmla="*/ 134474 w 165859"/>
                <a:gd name="csY144" fmla="*/ 102716 h 118883"/>
                <a:gd name="csX145" fmla="*/ 135927 w 165859"/>
                <a:gd name="csY145" fmla="*/ 101688 h 118883"/>
                <a:gd name="csX146" fmla="*/ 136285 w 165859"/>
                <a:gd name="csY146" fmla="*/ 100448 h 118883"/>
                <a:gd name="csX147" fmla="*/ 136003 w 165859"/>
                <a:gd name="csY147" fmla="*/ 99299 h 118883"/>
                <a:gd name="csX148" fmla="*/ 134641 w 165859"/>
                <a:gd name="csY148" fmla="*/ 98987 h 118883"/>
                <a:gd name="csX149" fmla="*/ 134124 w 165859"/>
                <a:gd name="csY149" fmla="*/ 98805 h 118883"/>
                <a:gd name="csX150" fmla="*/ 133523 w 165859"/>
                <a:gd name="csY150" fmla="*/ 98569 h 118883"/>
                <a:gd name="csX151" fmla="*/ 130890 w 165859"/>
                <a:gd name="csY151" fmla="*/ 97884 h 118883"/>
                <a:gd name="csX152" fmla="*/ 128790 w 165859"/>
                <a:gd name="csY152" fmla="*/ 98135 h 118883"/>
                <a:gd name="csX153" fmla="*/ 125130 w 165859"/>
                <a:gd name="csY153" fmla="*/ 99573 h 118883"/>
                <a:gd name="csX154" fmla="*/ 118389 w 165859"/>
                <a:gd name="csY154" fmla="*/ 103347 h 118883"/>
                <a:gd name="csX155" fmla="*/ 115430 w 165859"/>
                <a:gd name="csY155" fmla="*/ 105881 h 118883"/>
                <a:gd name="csX156" fmla="*/ 113299 w 165859"/>
                <a:gd name="csY156" fmla="*/ 109708 h 118883"/>
                <a:gd name="csX157" fmla="*/ 106923 w 165859"/>
                <a:gd name="csY157" fmla="*/ 110940 h 118883"/>
                <a:gd name="csX158" fmla="*/ 102541 w 165859"/>
                <a:gd name="csY158" fmla="*/ 113132 h 118883"/>
                <a:gd name="csX159" fmla="*/ 98021 w 165859"/>
                <a:gd name="csY159" fmla="*/ 116692 h 118883"/>
                <a:gd name="csX160" fmla="*/ 95031 w 165859"/>
                <a:gd name="csY160" fmla="*/ 118610 h 118883"/>
                <a:gd name="csX161" fmla="*/ 93578 w 165859"/>
                <a:gd name="csY161" fmla="*/ 118884 h 118883"/>
                <a:gd name="csX162" fmla="*/ 92125 w 165859"/>
                <a:gd name="csY162" fmla="*/ 118541 h 118883"/>
                <a:gd name="csX163" fmla="*/ 90671 w 165859"/>
                <a:gd name="csY163" fmla="*/ 117590 h 118883"/>
                <a:gd name="csX164" fmla="*/ 89248 w 165859"/>
                <a:gd name="csY164" fmla="*/ 114608 h 118883"/>
                <a:gd name="csX165" fmla="*/ 87986 w 165859"/>
                <a:gd name="csY165" fmla="*/ 110088 h 118883"/>
                <a:gd name="csX166" fmla="*/ 87156 w 165859"/>
                <a:gd name="csY166" fmla="*/ 107090 h 118883"/>
                <a:gd name="csX167" fmla="*/ 87628 w 165859"/>
                <a:gd name="csY167" fmla="*/ 103241 h 118883"/>
                <a:gd name="csX168" fmla="*/ 88161 w 165859"/>
                <a:gd name="csY168" fmla="*/ 98850 h 118883"/>
                <a:gd name="csX169" fmla="*/ 88701 w 165859"/>
                <a:gd name="csY169" fmla="*/ 94377 h 118883"/>
                <a:gd name="csX170" fmla="*/ 89576 w 165859"/>
                <a:gd name="csY170" fmla="*/ 89195 h 118883"/>
                <a:gd name="csX171" fmla="*/ 90306 w 165859"/>
                <a:gd name="csY171" fmla="*/ 87346 h 118883"/>
                <a:gd name="csX172" fmla="*/ 90344 w 165859"/>
                <a:gd name="csY172" fmla="*/ 86114 h 118883"/>
                <a:gd name="csX173" fmla="*/ 89697 w 165859"/>
                <a:gd name="csY173" fmla="*/ 85490 h 118883"/>
                <a:gd name="csX174" fmla="*/ 88328 w 165859"/>
                <a:gd name="csY174" fmla="*/ 85520 h 118883"/>
                <a:gd name="csX175" fmla="*/ 86235 w 165859"/>
                <a:gd name="csY175" fmla="*/ 86213 h 118883"/>
                <a:gd name="csX176" fmla="*/ 84752 w 165859"/>
                <a:gd name="csY176" fmla="*/ 86334 h 118883"/>
                <a:gd name="csX177" fmla="*/ 83869 w 165859"/>
                <a:gd name="csY177" fmla="*/ 85885 h 118883"/>
                <a:gd name="csX178" fmla="*/ 83961 w 165859"/>
                <a:gd name="csY178" fmla="*/ 83473 h 118883"/>
                <a:gd name="csX179" fmla="*/ 85026 w 165859"/>
                <a:gd name="csY179" fmla="*/ 79083 h 118883"/>
                <a:gd name="csX180" fmla="*/ 83390 w 165859"/>
                <a:gd name="csY180" fmla="*/ 75386 h 118883"/>
                <a:gd name="csX181" fmla="*/ 79038 w 165859"/>
                <a:gd name="csY181" fmla="*/ 72373 h 118883"/>
                <a:gd name="csX182" fmla="*/ 75340 w 165859"/>
                <a:gd name="csY182" fmla="*/ 71323 h 118883"/>
                <a:gd name="csX183" fmla="*/ 72289 w 165859"/>
                <a:gd name="csY183" fmla="*/ 72243 h 118883"/>
                <a:gd name="csX184" fmla="*/ 69725 w 165859"/>
                <a:gd name="csY184" fmla="*/ 74632 h 118883"/>
                <a:gd name="csX185" fmla="*/ 67656 w 165859"/>
                <a:gd name="csY185" fmla="*/ 78490 h 118883"/>
                <a:gd name="csX186" fmla="*/ 65502 w 165859"/>
                <a:gd name="csY186" fmla="*/ 81640 h 118883"/>
                <a:gd name="csX187" fmla="*/ 63273 w 165859"/>
                <a:gd name="csY187" fmla="*/ 84082 h 118883"/>
                <a:gd name="csX188" fmla="*/ 61675 w 165859"/>
                <a:gd name="csY188" fmla="*/ 85261 h 118883"/>
                <a:gd name="csX189" fmla="*/ 61165 w 165859"/>
                <a:gd name="csY189" fmla="*/ 85718 h 118883"/>
                <a:gd name="csX190" fmla="*/ 60846 w 165859"/>
                <a:gd name="csY190" fmla="*/ 86753 h 118883"/>
                <a:gd name="csX191" fmla="*/ 62025 w 165859"/>
                <a:gd name="csY191" fmla="*/ 90001 h 118883"/>
                <a:gd name="csX192" fmla="*/ 61949 w 165859"/>
                <a:gd name="csY192" fmla="*/ 92718 h 118883"/>
                <a:gd name="csX193" fmla="*/ 60610 w 165859"/>
                <a:gd name="csY193" fmla="*/ 94917 h 118883"/>
                <a:gd name="csX194" fmla="*/ 59141 w 165859"/>
                <a:gd name="csY194" fmla="*/ 95959 h 118883"/>
                <a:gd name="csX195" fmla="*/ 57536 w 165859"/>
                <a:gd name="csY195" fmla="*/ 95860 h 118883"/>
                <a:gd name="csX196" fmla="*/ 56258 w 165859"/>
                <a:gd name="csY196" fmla="*/ 95350 h 118883"/>
                <a:gd name="csX197" fmla="*/ 55314 w 165859"/>
                <a:gd name="csY197" fmla="*/ 94430 h 118883"/>
                <a:gd name="csX198" fmla="*/ 52758 w 165859"/>
                <a:gd name="csY198" fmla="*/ 94179 h 118883"/>
                <a:gd name="csX199" fmla="*/ 48588 w 165859"/>
                <a:gd name="csY199" fmla="*/ 94597 h 118883"/>
                <a:gd name="csX200" fmla="*/ 45735 w 165859"/>
                <a:gd name="csY200" fmla="*/ 95693 h 118883"/>
                <a:gd name="csX201" fmla="*/ 44198 w 165859"/>
                <a:gd name="csY201" fmla="*/ 97473 h 118883"/>
                <a:gd name="csX202" fmla="*/ 43749 w 165859"/>
                <a:gd name="csY202" fmla="*/ 99817 h 118883"/>
                <a:gd name="csX203" fmla="*/ 44396 w 165859"/>
                <a:gd name="csY203" fmla="*/ 102716 h 118883"/>
                <a:gd name="csX204" fmla="*/ 44077 w 165859"/>
                <a:gd name="csY204" fmla="*/ 104937 h 118883"/>
                <a:gd name="csX205" fmla="*/ 42775 w 165859"/>
                <a:gd name="csY205" fmla="*/ 106482 h 118883"/>
                <a:gd name="csX206" fmla="*/ 41710 w 165859"/>
                <a:gd name="csY206" fmla="*/ 107364 h 118883"/>
                <a:gd name="csX207" fmla="*/ 40881 w 165859"/>
                <a:gd name="csY207" fmla="*/ 107593 h 118883"/>
                <a:gd name="csX208" fmla="*/ 39070 w 165859"/>
                <a:gd name="csY208" fmla="*/ 106261 h 118883"/>
                <a:gd name="csX209" fmla="*/ 36293 w 165859"/>
                <a:gd name="csY209" fmla="*/ 103370 h 118883"/>
                <a:gd name="csX210" fmla="*/ 34383 w 165859"/>
                <a:gd name="csY210" fmla="*/ 101802 h 118883"/>
                <a:gd name="csX211" fmla="*/ 33341 w 165859"/>
                <a:gd name="csY211" fmla="*/ 101567 h 118883"/>
                <a:gd name="csX212" fmla="*/ 32778 w 165859"/>
                <a:gd name="csY212" fmla="*/ 101726 h 118883"/>
                <a:gd name="csX213" fmla="*/ 32139 w 165859"/>
                <a:gd name="csY213" fmla="*/ 102031 h 118883"/>
                <a:gd name="csX214" fmla="*/ 31774 w 165859"/>
                <a:gd name="csY214" fmla="*/ 102403 h 118883"/>
                <a:gd name="csX215" fmla="*/ 31462 w 165859"/>
                <a:gd name="csY215" fmla="*/ 103263 h 118883"/>
                <a:gd name="csX216" fmla="*/ 30571 w 165859"/>
                <a:gd name="csY216" fmla="*/ 103606 h 118883"/>
                <a:gd name="csX217" fmla="*/ 29316 w 165859"/>
                <a:gd name="csY217" fmla="*/ 103332 h 118883"/>
                <a:gd name="csX218" fmla="*/ 28167 w 165859"/>
                <a:gd name="csY218" fmla="*/ 103590 h 118883"/>
                <a:gd name="csX219" fmla="*/ 27475 w 165859"/>
                <a:gd name="csY219" fmla="*/ 104496 h 118883"/>
                <a:gd name="csX220" fmla="*/ 25542 w 165859"/>
                <a:gd name="csY220" fmla="*/ 105592 h 118883"/>
                <a:gd name="csX221" fmla="*/ 22133 w 165859"/>
                <a:gd name="csY221" fmla="*/ 106817 h 118883"/>
                <a:gd name="csX222" fmla="*/ 20269 w 165859"/>
                <a:gd name="csY222" fmla="*/ 108125 h 118883"/>
                <a:gd name="csX223" fmla="*/ 19957 w 165859"/>
                <a:gd name="csY223" fmla="*/ 109517 h 118883"/>
                <a:gd name="csX224" fmla="*/ 19455 w 165859"/>
                <a:gd name="csY224" fmla="*/ 110141 h 118883"/>
                <a:gd name="csX225" fmla="*/ 18405 w 165859"/>
                <a:gd name="csY225" fmla="*/ 109913 h 118883"/>
                <a:gd name="csX226" fmla="*/ 15331 w 165859"/>
                <a:gd name="csY226" fmla="*/ 111823 h 118883"/>
                <a:gd name="csX227" fmla="*/ 12980 w 165859"/>
                <a:gd name="csY227" fmla="*/ 111229 h 118883"/>
                <a:gd name="csX228" fmla="*/ 10340 w 165859"/>
                <a:gd name="csY228" fmla="*/ 108772 h 118883"/>
                <a:gd name="csX229" fmla="*/ 8879 w 165859"/>
                <a:gd name="csY229" fmla="*/ 106748 h 118883"/>
                <a:gd name="csX230" fmla="*/ 8727 w 165859"/>
                <a:gd name="csY230" fmla="*/ 105896 h 118883"/>
                <a:gd name="csX231" fmla="*/ 9556 w 165859"/>
                <a:gd name="csY231" fmla="*/ 103956 h 118883"/>
                <a:gd name="csX232" fmla="*/ 9906 w 165859"/>
                <a:gd name="csY232" fmla="*/ 97481 h 118883"/>
                <a:gd name="csX233" fmla="*/ 10964 w 165859"/>
                <a:gd name="csY233" fmla="*/ 95236 h 118883"/>
                <a:gd name="csX234" fmla="*/ 14106 w 165859"/>
                <a:gd name="csY234" fmla="*/ 91204 h 118883"/>
                <a:gd name="csX235" fmla="*/ 15742 w 165859"/>
                <a:gd name="csY235" fmla="*/ 88122 h 118883"/>
                <a:gd name="csX236" fmla="*/ 17591 w 165859"/>
                <a:gd name="csY236" fmla="*/ 85611 h 118883"/>
                <a:gd name="csX237" fmla="*/ 18923 w 165859"/>
                <a:gd name="csY237" fmla="*/ 84775 h 118883"/>
                <a:gd name="csX238" fmla="*/ 20155 w 165859"/>
                <a:gd name="csY238" fmla="*/ 82796 h 118883"/>
                <a:gd name="csX239" fmla="*/ 21159 w 165859"/>
                <a:gd name="csY239" fmla="*/ 80529 h 118883"/>
                <a:gd name="csX240" fmla="*/ 21441 w 165859"/>
                <a:gd name="csY240" fmla="*/ 79099 h 118883"/>
                <a:gd name="csX241" fmla="*/ 21350 w 165859"/>
                <a:gd name="csY241" fmla="*/ 77980 h 118883"/>
                <a:gd name="csX242" fmla="*/ 20984 w 165859"/>
                <a:gd name="csY242" fmla="*/ 77257 h 118883"/>
                <a:gd name="csX243" fmla="*/ 19242 w 165859"/>
                <a:gd name="csY243" fmla="*/ 75720 h 118883"/>
                <a:gd name="csX244" fmla="*/ 16952 w 165859"/>
                <a:gd name="csY244" fmla="*/ 73324 h 118883"/>
                <a:gd name="csX245" fmla="*/ 15734 w 165859"/>
                <a:gd name="csY245" fmla="*/ 70866 h 118883"/>
                <a:gd name="csX246" fmla="*/ 15073 w 165859"/>
                <a:gd name="csY246" fmla="*/ 67731 h 118883"/>
                <a:gd name="csX247" fmla="*/ 14898 w 165859"/>
                <a:gd name="csY247" fmla="*/ 65540 h 118883"/>
                <a:gd name="csX248" fmla="*/ 17043 w 165859"/>
                <a:gd name="csY248" fmla="*/ 59506 h 118883"/>
                <a:gd name="csX249" fmla="*/ 16701 w 165859"/>
                <a:gd name="csY249" fmla="*/ 58495 h 118883"/>
                <a:gd name="csX250" fmla="*/ 16085 w 165859"/>
                <a:gd name="csY250" fmla="*/ 57559 h 118883"/>
                <a:gd name="csX251" fmla="*/ 14821 w 165859"/>
                <a:gd name="csY251" fmla="*/ 56965 h 118883"/>
                <a:gd name="csX252" fmla="*/ 13018 w 165859"/>
                <a:gd name="csY252" fmla="*/ 56714 h 118883"/>
                <a:gd name="csX253" fmla="*/ 11223 w 165859"/>
                <a:gd name="csY253" fmla="*/ 56988 h 118883"/>
                <a:gd name="csX254" fmla="*/ 8933 w 165859"/>
                <a:gd name="csY254" fmla="*/ 57011 h 118883"/>
                <a:gd name="csX255" fmla="*/ 7350 w 165859"/>
                <a:gd name="csY255" fmla="*/ 56669 h 118883"/>
                <a:gd name="csX256" fmla="*/ 6970 w 165859"/>
                <a:gd name="csY256" fmla="*/ 56288 h 118883"/>
                <a:gd name="csX257" fmla="*/ 6772 w 165859"/>
                <a:gd name="csY257" fmla="*/ 53534 h 118883"/>
                <a:gd name="csX258" fmla="*/ 6369 w 165859"/>
                <a:gd name="csY258" fmla="*/ 52933 h 118883"/>
                <a:gd name="csX259" fmla="*/ 5691 w 165859"/>
                <a:gd name="csY259" fmla="*/ 52408 h 118883"/>
                <a:gd name="csX260" fmla="*/ 1073 w 165859"/>
                <a:gd name="csY260" fmla="*/ 51137 h 118883"/>
                <a:gd name="csX261" fmla="*/ 168 w 165859"/>
                <a:gd name="csY261" fmla="*/ 50589 h 118883"/>
                <a:gd name="csX262" fmla="*/ 0 w 165859"/>
                <a:gd name="csY262" fmla="*/ 49889 h 118883"/>
                <a:gd name="csX263" fmla="*/ 1636 w 165859"/>
                <a:gd name="csY263" fmla="*/ 43742 h 118883"/>
                <a:gd name="csX264" fmla="*/ 2343 w 165859"/>
                <a:gd name="csY264" fmla="*/ 43277 h 118883"/>
                <a:gd name="csX265" fmla="*/ 3036 w 165859"/>
                <a:gd name="csY265" fmla="*/ 42273 h 118883"/>
                <a:gd name="csX266" fmla="*/ 4124 w 165859"/>
                <a:gd name="csY266" fmla="*/ 41200 h 118883"/>
                <a:gd name="csX267" fmla="*/ 7890 w 165859"/>
                <a:gd name="csY267" fmla="*/ 39443 h 118883"/>
                <a:gd name="csX268" fmla="*/ 11938 w 165859"/>
                <a:gd name="csY268" fmla="*/ 40204 h 118883"/>
                <a:gd name="csX269" fmla="*/ 15537 w 165859"/>
                <a:gd name="csY269" fmla="*/ 41018 h 118883"/>
                <a:gd name="csX270" fmla="*/ 19128 w 165859"/>
                <a:gd name="csY270" fmla="*/ 41459 h 118883"/>
                <a:gd name="csX271" fmla="*/ 20368 w 165859"/>
                <a:gd name="csY271" fmla="*/ 41756 h 118883"/>
                <a:gd name="csX272" fmla="*/ 22415 w 165859"/>
                <a:gd name="csY272" fmla="*/ 41999 h 118883"/>
                <a:gd name="csX273" fmla="*/ 23792 w 165859"/>
                <a:gd name="csY273" fmla="*/ 41786 h 118883"/>
                <a:gd name="csX274" fmla="*/ 24728 w 165859"/>
                <a:gd name="csY274" fmla="*/ 41063 h 118883"/>
                <a:gd name="csX275" fmla="*/ 26417 w 165859"/>
                <a:gd name="csY275" fmla="*/ 39070 h 118883"/>
                <a:gd name="csX276" fmla="*/ 26934 w 165859"/>
                <a:gd name="csY276" fmla="*/ 36072 h 118883"/>
                <a:gd name="csX277" fmla="*/ 27543 w 165859"/>
                <a:gd name="csY277" fmla="*/ 33424 h 118883"/>
                <a:gd name="csX278" fmla="*/ 28570 w 165859"/>
                <a:gd name="csY278" fmla="*/ 33219 h 118883"/>
                <a:gd name="csX279" fmla="*/ 29605 w 165859"/>
                <a:gd name="csY279" fmla="*/ 33500 h 118883"/>
                <a:gd name="csX280" fmla="*/ 30092 w 165859"/>
                <a:gd name="csY280" fmla="*/ 32968 h 118883"/>
                <a:gd name="csX281" fmla="*/ 30297 w 165859"/>
                <a:gd name="csY281" fmla="*/ 32237 h 118883"/>
                <a:gd name="csX282" fmla="*/ 30503 w 165859"/>
                <a:gd name="csY282" fmla="*/ 31614 h 118883"/>
                <a:gd name="csX283" fmla="*/ 30929 w 165859"/>
                <a:gd name="csY283" fmla="*/ 31477 h 118883"/>
                <a:gd name="csX284" fmla="*/ 31675 w 165859"/>
                <a:gd name="csY284" fmla="*/ 32161 h 118883"/>
                <a:gd name="csX285" fmla="*/ 32101 w 165859"/>
                <a:gd name="csY285" fmla="*/ 31979 h 118883"/>
                <a:gd name="csX286" fmla="*/ 32451 w 165859"/>
                <a:gd name="csY286" fmla="*/ 31515 h 118883"/>
                <a:gd name="csX287" fmla="*/ 32344 w 165859"/>
                <a:gd name="csY287" fmla="*/ 30967 h 118883"/>
                <a:gd name="csX288" fmla="*/ 31507 w 165859"/>
                <a:gd name="csY288" fmla="*/ 30039 h 118883"/>
                <a:gd name="csX289" fmla="*/ 30754 w 165859"/>
                <a:gd name="csY289" fmla="*/ 28585 h 118883"/>
                <a:gd name="csX290" fmla="*/ 30830 w 165859"/>
                <a:gd name="csY290" fmla="*/ 28083 h 118883"/>
                <a:gd name="csX291" fmla="*/ 31081 w 165859"/>
                <a:gd name="csY291" fmla="*/ 27558 h 118883"/>
                <a:gd name="csX292" fmla="*/ 33295 w 165859"/>
                <a:gd name="csY292" fmla="*/ 27063 h 118883"/>
                <a:gd name="csX293" fmla="*/ 34307 w 165859"/>
                <a:gd name="csY293" fmla="*/ 26972 h 118883"/>
                <a:gd name="csX294" fmla="*/ 34657 w 165859"/>
                <a:gd name="csY294" fmla="*/ 26455 h 118883"/>
                <a:gd name="csX295" fmla="*/ 34528 w 165859"/>
                <a:gd name="csY295" fmla="*/ 25633 h 118883"/>
                <a:gd name="csX296" fmla="*/ 33691 w 165859"/>
                <a:gd name="csY296" fmla="*/ 25169 h 118883"/>
                <a:gd name="csX297" fmla="*/ 30663 w 165859"/>
                <a:gd name="csY297" fmla="*/ 25420 h 118883"/>
                <a:gd name="csX298" fmla="*/ 27566 w 165859"/>
                <a:gd name="csY298" fmla="*/ 25367 h 118883"/>
                <a:gd name="csX299" fmla="*/ 27193 w 165859"/>
                <a:gd name="csY299" fmla="*/ 24865 h 118883"/>
                <a:gd name="csX300" fmla="*/ 27368 w 165859"/>
                <a:gd name="csY300" fmla="*/ 24309 h 118883"/>
                <a:gd name="csX301" fmla="*/ 27840 w 165859"/>
                <a:gd name="csY301" fmla="*/ 23876 h 118883"/>
                <a:gd name="csX302" fmla="*/ 34231 w 165859"/>
                <a:gd name="csY302" fmla="*/ 22765 h 118883"/>
                <a:gd name="csX303" fmla="*/ 37617 w 165859"/>
                <a:gd name="csY303" fmla="*/ 23153 h 118883"/>
                <a:gd name="csX304" fmla="*/ 40135 w 165859"/>
                <a:gd name="csY304" fmla="*/ 23739 h 118883"/>
                <a:gd name="csX305" fmla="*/ 41125 w 165859"/>
                <a:gd name="csY305" fmla="*/ 23450 h 118883"/>
                <a:gd name="csX306" fmla="*/ 39953 w 165859"/>
                <a:gd name="csY306" fmla="*/ 20939 h 118883"/>
                <a:gd name="csX307" fmla="*/ 41550 w 165859"/>
                <a:gd name="csY307" fmla="*/ 20703 h 118883"/>
                <a:gd name="csX308" fmla="*/ 41756 w 165859"/>
                <a:gd name="csY308" fmla="*/ 19843 h 118883"/>
                <a:gd name="csX309" fmla="*/ 39664 w 165859"/>
                <a:gd name="csY309" fmla="*/ 13155 h 118883"/>
                <a:gd name="csX310" fmla="*/ 40812 w 165859"/>
                <a:gd name="csY310" fmla="*/ 12562 h 118883"/>
                <a:gd name="csX311" fmla="*/ 41961 w 165859"/>
                <a:gd name="csY311" fmla="*/ 11245 h 118883"/>
                <a:gd name="csX312" fmla="*/ 41862 w 165859"/>
                <a:gd name="csY312" fmla="*/ 8742 h 118883"/>
                <a:gd name="csX313" fmla="*/ 42882 w 165859"/>
                <a:gd name="csY313" fmla="*/ 7525 h 118883"/>
                <a:gd name="csX314" fmla="*/ 44092 w 165859"/>
                <a:gd name="csY314" fmla="*/ 6688 h 118883"/>
                <a:gd name="csX315" fmla="*/ 45887 w 165859"/>
                <a:gd name="csY315" fmla="*/ 7532 h 118883"/>
                <a:gd name="csX316" fmla="*/ 48672 w 165859"/>
                <a:gd name="csY316" fmla="*/ 10005 h 118883"/>
                <a:gd name="csX317" fmla="*/ 49570 w 165859"/>
                <a:gd name="csY317" fmla="*/ 10485 h 118883"/>
                <a:gd name="csX318" fmla="*/ 50468 w 165859"/>
                <a:gd name="csY318" fmla="*/ 10622 h 118883"/>
                <a:gd name="csX319" fmla="*/ 51761 w 165859"/>
                <a:gd name="csY319" fmla="*/ 9853 h 118883"/>
                <a:gd name="csX320" fmla="*/ 56722 w 165859"/>
                <a:gd name="csY320" fmla="*/ 7411 h 118883"/>
                <a:gd name="csX321" fmla="*/ 59506 w 165859"/>
                <a:gd name="csY321" fmla="*/ 6034 h 118883"/>
                <a:gd name="csX322" fmla="*/ 62839 w 165859"/>
                <a:gd name="csY322" fmla="*/ 4033 h 118883"/>
                <a:gd name="csX323" fmla="*/ 63410 w 165859"/>
                <a:gd name="csY323" fmla="*/ 3256 h 118883"/>
                <a:gd name="csX324" fmla="*/ 64551 w 165859"/>
                <a:gd name="csY324" fmla="*/ 205 h 118883"/>
                <a:gd name="csX325" fmla="*/ 65175 w 165859"/>
                <a:gd name="csY325" fmla="*/ 0 h 118883"/>
                <a:gd name="csX326" fmla="*/ 66020 w 165859"/>
                <a:gd name="csY326" fmla="*/ 327 h 118883"/>
                <a:gd name="csX327" fmla="*/ 68942 w 165859"/>
                <a:gd name="csY327" fmla="*/ 3485 h 118883"/>
                <a:gd name="csX328" fmla="*/ 70630 w 165859"/>
                <a:gd name="csY328" fmla="*/ 5509 h 118883"/>
                <a:gd name="csX329" fmla="*/ 70630 w 165859"/>
                <a:gd name="csY329" fmla="*/ 6201 h 118883"/>
                <a:gd name="csX330" fmla="*/ 70151 w 165859"/>
                <a:gd name="csY330" fmla="*/ 6718 h 118883"/>
                <a:gd name="csX331" fmla="*/ 70242 w 165859"/>
                <a:gd name="csY331" fmla="*/ 7220 h 118883"/>
                <a:gd name="csX332" fmla="*/ 72632 w 165859"/>
                <a:gd name="csY332" fmla="*/ 8316 h 118883"/>
                <a:gd name="csX333" fmla="*/ 72632 w 165859"/>
                <a:gd name="csY333" fmla="*/ 8811 h 118883"/>
                <a:gd name="csX334" fmla="*/ 72091 w 165859"/>
                <a:gd name="csY334" fmla="*/ 9762 h 118883"/>
                <a:gd name="csX335" fmla="*/ 71802 w 165859"/>
                <a:gd name="csY335" fmla="*/ 10287 h 118883"/>
                <a:gd name="csX336" fmla="*/ 71505 w 165859"/>
                <a:gd name="csY336" fmla="*/ 10507 h 118883"/>
                <a:gd name="csX337" fmla="*/ 68310 w 165859"/>
                <a:gd name="csY337" fmla="*/ 13262 h 118883"/>
                <a:gd name="csX338" fmla="*/ 64764 w 165859"/>
                <a:gd name="csY338" fmla="*/ 16320 h 118883"/>
                <a:gd name="csX339" fmla="*/ 64643 w 165859"/>
                <a:gd name="csY339" fmla="*/ 16716 h 118883"/>
                <a:gd name="csX340" fmla="*/ 64483 w 165859"/>
                <a:gd name="csY340" fmla="*/ 17477 h 118883"/>
                <a:gd name="csX341" fmla="*/ 64521 w 165859"/>
                <a:gd name="csY341" fmla="*/ 18253 h 118883"/>
                <a:gd name="csX342" fmla="*/ 65091 w 165859"/>
                <a:gd name="csY342" fmla="*/ 18892 h 118883"/>
                <a:gd name="csX343" fmla="*/ 66620 w 165859"/>
                <a:gd name="csY343" fmla="*/ 19341 h 118883"/>
                <a:gd name="csX344" fmla="*/ 67983 w 165859"/>
                <a:gd name="csY344" fmla="*/ 19919 h 118883"/>
                <a:gd name="csX345" fmla="*/ 68675 w 165859"/>
                <a:gd name="csY345" fmla="*/ 21517 h 118883"/>
                <a:gd name="csX346" fmla="*/ 69466 w 165859"/>
                <a:gd name="csY346" fmla="*/ 22993 h 118883"/>
                <a:gd name="csX347" fmla="*/ 70539 w 165859"/>
                <a:gd name="csY347" fmla="*/ 23358 h 118883"/>
                <a:gd name="csX348" fmla="*/ 75797 w 165859"/>
                <a:gd name="csY348" fmla="*/ 22422 h 118883"/>
                <a:gd name="csX349" fmla="*/ 77007 w 165859"/>
                <a:gd name="csY349" fmla="*/ 22323 h 118883"/>
                <a:gd name="csX350" fmla="*/ 70486 w 165859"/>
                <a:gd name="csY350" fmla="*/ 2785 h 118883"/>
                <a:gd name="csX351" fmla="*/ 69847 w 165859"/>
                <a:gd name="csY351" fmla="*/ 2846 h 118883"/>
                <a:gd name="csX352" fmla="*/ 68698 w 165859"/>
                <a:gd name="csY352" fmla="*/ 1514 h 118883"/>
                <a:gd name="csX353" fmla="*/ 68295 w 165859"/>
                <a:gd name="csY353" fmla="*/ 578 h 118883"/>
                <a:gd name="csX354" fmla="*/ 68766 w 165859"/>
                <a:gd name="csY354" fmla="*/ 297 h 118883"/>
                <a:gd name="csX355" fmla="*/ 69756 w 165859"/>
                <a:gd name="csY355" fmla="*/ 943 h 118883"/>
                <a:gd name="csX356" fmla="*/ 70417 w 165859"/>
                <a:gd name="csY356" fmla="*/ 2092 h 118883"/>
                <a:gd name="csX357" fmla="*/ 70486 w 165859"/>
                <a:gd name="csY357" fmla="*/ 2785 h 118883"/>
                <a:gd name="csX358" fmla="*/ 71536 w 165859"/>
                <a:gd name="csY358" fmla="*/ 33812 h 118883"/>
                <a:gd name="csX359" fmla="*/ 69619 w 165859"/>
                <a:gd name="csY359" fmla="*/ 34878 h 118883"/>
                <a:gd name="csX360" fmla="*/ 68500 w 165859"/>
                <a:gd name="csY360" fmla="*/ 34764 h 118883"/>
                <a:gd name="csX361" fmla="*/ 67633 w 165859"/>
                <a:gd name="csY361" fmla="*/ 33729 h 118883"/>
                <a:gd name="csX362" fmla="*/ 67001 w 165859"/>
                <a:gd name="csY362" fmla="*/ 32762 h 118883"/>
                <a:gd name="csX363" fmla="*/ 66864 w 165859"/>
                <a:gd name="csY363" fmla="*/ 32214 h 118883"/>
                <a:gd name="csX364" fmla="*/ 67184 w 165859"/>
                <a:gd name="csY364" fmla="*/ 32222 h 118883"/>
                <a:gd name="csX365" fmla="*/ 68660 w 165859"/>
                <a:gd name="csY365" fmla="*/ 32664 h 118883"/>
                <a:gd name="csX366" fmla="*/ 70729 w 165859"/>
                <a:gd name="csY366" fmla="*/ 32968 h 118883"/>
                <a:gd name="csX367" fmla="*/ 71460 w 165859"/>
                <a:gd name="csY367" fmla="*/ 33234 h 118883"/>
                <a:gd name="csX368" fmla="*/ 71536 w 165859"/>
                <a:gd name="csY368" fmla="*/ 33812 h 1188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Lst>
              <a:rect l="l" t="t" r="r" b="b"/>
              <a:pathLst>
                <a:path w="165859" h="118883">
                  <a:moveTo>
                    <a:pt x="77007" y="22323"/>
                  </a:moveTo>
                  <a:lnTo>
                    <a:pt x="77075" y="22833"/>
                  </a:lnTo>
                  <a:lnTo>
                    <a:pt x="76763" y="23754"/>
                  </a:lnTo>
                  <a:lnTo>
                    <a:pt x="72327" y="25321"/>
                  </a:lnTo>
                  <a:lnTo>
                    <a:pt x="70311" y="26645"/>
                  </a:lnTo>
                  <a:lnTo>
                    <a:pt x="69877" y="28996"/>
                  </a:lnTo>
                  <a:lnTo>
                    <a:pt x="69345" y="29673"/>
                  </a:lnTo>
                  <a:lnTo>
                    <a:pt x="68447" y="30229"/>
                  </a:lnTo>
                  <a:lnTo>
                    <a:pt x="67557" y="30358"/>
                  </a:lnTo>
                  <a:lnTo>
                    <a:pt x="66195" y="27596"/>
                  </a:lnTo>
                  <a:lnTo>
                    <a:pt x="64643" y="27026"/>
                  </a:lnTo>
                  <a:lnTo>
                    <a:pt x="62413" y="26052"/>
                  </a:lnTo>
                  <a:lnTo>
                    <a:pt x="58084" y="24165"/>
                  </a:lnTo>
                  <a:lnTo>
                    <a:pt x="55847" y="23343"/>
                  </a:lnTo>
                  <a:lnTo>
                    <a:pt x="51548" y="24575"/>
                  </a:lnTo>
                  <a:lnTo>
                    <a:pt x="46526" y="26265"/>
                  </a:lnTo>
                  <a:lnTo>
                    <a:pt x="45743" y="27292"/>
                  </a:lnTo>
                  <a:lnTo>
                    <a:pt x="45210" y="28395"/>
                  </a:lnTo>
                  <a:lnTo>
                    <a:pt x="45264" y="29232"/>
                  </a:lnTo>
                  <a:lnTo>
                    <a:pt x="45629" y="30350"/>
                  </a:lnTo>
                  <a:lnTo>
                    <a:pt x="45377" y="31203"/>
                  </a:lnTo>
                  <a:lnTo>
                    <a:pt x="44434" y="31477"/>
                  </a:lnTo>
                  <a:lnTo>
                    <a:pt x="43011" y="30442"/>
                  </a:lnTo>
                  <a:lnTo>
                    <a:pt x="41771" y="29841"/>
                  </a:lnTo>
                  <a:lnTo>
                    <a:pt x="41163" y="31256"/>
                  </a:lnTo>
                  <a:lnTo>
                    <a:pt x="40432" y="33767"/>
                  </a:lnTo>
                  <a:lnTo>
                    <a:pt x="40097" y="35593"/>
                  </a:lnTo>
                  <a:lnTo>
                    <a:pt x="41193" y="38225"/>
                  </a:lnTo>
                  <a:lnTo>
                    <a:pt x="41566" y="42113"/>
                  </a:lnTo>
                  <a:lnTo>
                    <a:pt x="43574" y="41908"/>
                  </a:lnTo>
                  <a:lnTo>
                    <a:pt x="45103" y="41916"/>
                  </a:lnTo>
                  <a:lnTo>
                    <a:pt x="47995" y="40767"/>
                  </a:lnTo>
                  <a:lnTo>
                    <a:pt x="49448" y="40736"/>
                  </a:lnTo>
                  <a:lnTo>
                    <a:pt x="51693" y="41238"/>
                  </a:lnTo>
                  <a:lnTo>
                    <a:pt x="55627" y="41337"/>
                  </a:lnTo>
                  <a:lnTo>
                    <a:pt x="58730" y="41132"/>
                  </a:lnTo>
                  <a:lnTo>
                    <a:pt x="59484" y="41216"/>
                  </a:lnTo>
                  <a:lnTo>
                    <a:pt x="60222" y="40477"/>
                  </a:lnTo>
                  <a:lnTo>
                    <a:pt x="61036" y="40736"/>
                  </a:lnTo>
                  <a:lnTo>
                    <a:pt x="61797" y="41626"/>
                  </a:lnTo>
                  <a:lnTo>
                    <a:pt x="64939" y="40546"/>
                  </a:lnTo>
                  <a:lnTo>
                    <a:pt x="67275" y="40394"/>
                  </a:lnTo>
                  <a:lnTo>
                    <a:pt x="68706" y="40713"/>
                  </a:lnTo>
                  <a:lnTo>
                    <a:pt x="69550" y="41033"/>
                  </a:lnTo>
                  <a:lnTo>
                    <a:pt x="71064" y="43605"/>
                  </a:lnTo>
                  <a:lnTo>
                    <a:pt x="72221" y="45195"/>
                  </a:lnTo>
                  <a:lnTo>
                    <a:pt x="73636" y="45705"/>
                  </a:lnTo>
                  <a:lnTo>
                    <a:pt x="78026" y="45233"/>
                  </a:lnTo>
                  <a:lnTo>
                    <a:pt x="79312" y="42988"/>
                  </a:lnTo>
                  <a:lnTo>
                    <a:pt x="80438" y="42433"/>
                  </a:lnTo>
                  <a:lnTo>
                    <a:pt x="82249" y="42265"/>
                  </a:lnTo>
                  <a:lnTo>
                    <a:pt x="83740" y="41832"/>
                  </a:lnTo>
                  <a:lnTo>
                    <a:pt x="84927" y="40911"/>
                  </a:lnTo>
                  <a:lnTo>
                    <a:pt x="86547" y="40105"/>
                  </a:lnTo>
                  <a:lnTo>
                    <a:pt x="87963" y="39945"/>
                  </a:lnTo>
                  <a:lnTo>
                    <a:pt x="88663" y="40538"/>
                  </a:lnTo>
                  <a:lnTo>
                    <a:pt x="88967" y="41322"/>
                  </a:lnTo>
                  <a:lnTo>
                    <a:pt x="88724" y="42334"/>
                  </a:lnTo>
                  <a:lnTo>
                    <a:pt x="88670" y="43392"/>
                  </a:lnTo>
                  <a:lnTo>
                    <a:pt x="89583" y="44099"/>
                  </a:lnTo>
                  <a:lnTo>
                    <a:pt x="92277" y="44267"/>
                  </a:lnTo>
                  <a:lnTo>
                    <a:pt x="93547" y="44929"/>
                  </a:lnTo>
                  <a:lnTo>
                    <a:pt x="93623" y="46176"/>
                  </a:lnTo>
                  <a:lnTo>
                    <a:pt x="93418" y="48132"/>
                  </a:lnTo>
                  <a:lnTo>
                    <a:pt x="94544" y="48923"/>
                  </a:lnTo>
                  <a:lnTo>
                    <a:pt x="95130" y="48991"/>
                  </a:lnTo>
                  <a:lnTo>
                    <a:pt x="99079" y="46922"/>
                  </a:lnTo>
                  <a:lnTo>
                    <a:pt x="100190" y="46892"/>
                  </a:lnTo>
                  <a:lnTo>
                    <a:pt x="101072" y="48033"/>
                  </a:lnTo>
                  <a:lnTo>
                    <a:pt x="102419" y="49402"/>
                  </a:lnTo>
                  <a:lnTo>
                    <a:pt x="104184" y="50863"/>
                  </a:lnTo>
                  <a:lnTo>
                    <a:pt x="104610" y="50635"/>
                  </a:lnTo>
                  <a:lnTo>
                    <a:pt x="105402" y="49045"/>
                  </a:lnTo>
                  <a:lnTo>
                    <a:pt x="106908" y="47310"/>
                  </a:lnTo>
                  <a:lnTo>
                    <a:pt x="109739" y="46739"/>
                  </a:lnTo>
                  <a:lnTo>
                    <a:pt x="111298" y="46199"/>
                  </a:lnTo>
                  <a:lnTo>
                    <a:pt x="112934" y="45956"/>
                  </a:lnTo>
                  <a:lnTo>
                    <a:pt x="117895" y="46656"/>
                  </a:lnTo>
                  <a:lnTo>
                    <a:pt x="119538" y="46747"/>
                  </a:lnTo>
                  <a:lnTo>
                    <a:pt x="122955" y="46610"/>
                  </a:lnTo>
                  <a:lnTo>
                    <a:pt x="125640" y="46260"/>
                  </a:lnTo>
                  <a:lnTo>
                    <a:pt x="127801" y="45218"/>
                  </a:lnTo>
                  <a:lnTo>
                    <a:pt x="128897" y="44381"/>
                  </a:lnTo>
                  <a:lnTo>
                    <a:pt x="130670" y="43894"/>
                  </a:lnTo>
                  <a:lnTo>
                    <a:pt x="132914" y="43977"/>
                  </a:lnTo>
                  <a:lnTo>
                    <a:pt x="134109" y="44221"/>
                  </a:lnTo>
                  <a:lnTo>
                    <a:pt x="134215" y="45651"/>
                  </a:lnTo>
                  <a:lnTo>
                    <a:pt x="133934" y="48368"/>
                  </a:lnTo>
                  <a:lnTo>
                    <a:pt x="133591" y="50254"/>
                  </a:lnTo>
                  <a:lnTo>
                    <a:pt x="135364" y="53671"/>
                  </a:lnTo>
                  <a:lnTo>
                    <a:pt x="136498" y="55314"/>
                  </a:lnTo>
                  <a:lnTo>
                    <a:pt x="137609" y="56478"/>
                  </a:lnTo>
                  <a:lnTo>
                    <a:pt x="137814" y="57399"/>
                  </a:lnTo>
                  <a:lnTo>
                    <a:pt x="137586" y="58145"/>
                  </a:lnTo>
                  <a:lnTo>
                    <a:pt x="136208" y="58875"/>
                  </a:lnTo>
                  <a:lnTo>
                    <a:pt x="135714" y="59651"/>
                  </a:lnTo>
                  <a:lnTo>
                    <a:pt x="135486" y="60526"/>
                  </a:lnTo>
                  <a:lnTo>
                    <a:pt x="135935" y="61538"/>
                  </a:lnTo>
                  <a:lnTo>
                    <a:pt x="136726" y="64764"/>
                  </a:lnTo>
                  <a:lnTo>
                    <a:pt x="137746" y="67267"/>
                  </a:lnTo>
                  <a:lnTo>
                    <a:pt x="139184" y="68469"/>
                  </a:lnTo>
                  <a:lnTo>
                    <a:pt x="141337" y="69261"/>
                  </a:lnTo>
                  <a:lnTo>
                    <a:pt x="142516" y="69093"/>
                  </a:lnTo>
                  <a:lnTo>
                    <a:pt x="143360" y="67222"/>
                  </a:lnTo>
                  <a:lnTo>
                    <a:pt x="144776" y="65791"/>
                  </a:lnTo>
                  <a:lnTo>
                    <a:pt x="145970" y="65890"/>
                  </a:lnTo>
                  <a:lnTo>
                    <a:pt x="147895" y="65829"/>
                  </a:lnTo>
                  <a:lnTo>
                    <a:pt x="152947" y="67450"/>
                  </a:lnTo>
                  <a:lnTo>
                    <a:pt x="157878" y="69900"/>
                  </a:lnTo>
                  <a:lnTo>
                    <a:pt x="159308" y="71254"/>
                  </a:lnTo>
                  <a:lnTo>
                    <a:pt x="159811" y="72776"/>
                  </a:lnTo>
                  <a:lnTo>
                    <a:pt x="158449" y="76291"/>
                  </a:lnTo>
                  <a:lnTo>
                    <a:pt x="158509" y="78528"/>
                  </a:lnTo>
                  <a:lnTo>
                    <a:pt x="158821" y="80917"/>
                  </a:lnTo>
                  <a:lnTo>
                    <a:pt x="159948" y="82682"/>
                  </a:lnTo>
                  <a:lnTo>
                    <a:pt x="160982" y="85710"/>
                  </a:lnTo>
                  <a:lnTo>
                    <a:pt x="161180" y="88214"/>
                  </a:lnTo>
                  <a:lnTo>
                    <a:pt x="161629" y="88959"/>
                  </a:lnTo>
                  <a:lnTo>
                    <a:pt x="161994" y="89834"/>
                  </a:lnTo>
                  <a:lnTo>
                    <a:pt x="161446" y="92124"/>
                  </a:lnTo>
                  <a:lnTo>
                    <a:pt x="161058" y="94430"/>
                  </a:lnTo>
                  <a:lnTo>
                    <a:pt x="161522" y="95198"/>
                  </a:lnTo>
                  <a:lnTo>
                    <a:pt x="163029" y="96332"/>
                  </a:lnTo>
                  <a:lnTo>
                    <a:pt x="165403" y="98455"/>
                  </a:lnTo>
                  <a:lnTo>
                    <a:pt x="165859" y="100205"/>
                  </a:lnTo>
                  <a:lnTo>
                    <a:pt x="165015" y="101315"/>
                  </a:lnTo>
                  <a:lnTo>
                    <a:pt x="163508" y="102670"/>
                  </a:lnTo>
                  <a:lnTo>
                    <a:pt x="161576" y="103834"/>
                  </a:lnTo>
                  <a:lnTo>
                    <a:pt x="161005" y="104321"/>
                  </a:lnTo>
                  <a:lnTo>
                    <a:pt x="160663" y="104047"/>
                  </a:lnTo>
                  <a:lnTo>
                    <a:pt x="159704" y="102868"/>
                  </a:lnTo>
                  <a:lnTo>
                    <a:pt x="157574" y="100965"/>
                  </a:lnTo>
                  <a:lnTo>
                    <a:pt x="156059" y="99961"/>
                  </a:lnTo>
                  <a:lnTo>
                    <a:pt x="153168" y="100281"/>
                  </a:lnTo>
                  <a:lnTo>
                    <a:pt x="151472" y="99931"/>
                  </a:lnTo>
                  <a:lnTo>
                    <a:pt x="149425" y="99307"/>
                  </a:lnTo>
                  <a:lnTo>
                    <a:pt x="147515" y="99398"/>
                  </a:lnTo>
                  <a:lnTo>
                    <a:pt x="146313" y="100547"/>
                  </a:lnTo>
                  <a:lnTo>
                    <a:pt x="145537" y="101696"/>
                  </a:lnTo>
                  <a:lnTo>
                    <a:pt x="143627" y="102046"/>
                  </a:lnTo>
                  <a:lnTo>
                    <a:pt x="140880" y="102928"/>
                  </a:lnTo>
                  <a:lnTo>
                    <a:pt x="136619" y="104306"/>
                  </a:lnTo>
                  <a:lnTo>
                    <a:pt x="134565" y="104100"/>
                  </a:lnTo>
                  <a:lnTo>
                    <a:pt x="134010" y="103507"/>
                  </a:lnTo>
                  <a:lnTo>
                    <a:pt x="134474" y="102716"/>
                  </a:lnTo>
                  <a:lnTo>
                    <a:pt x="135927" y="101688"/>
                  </a:lnTo>
                  <a:lnTo>
                    <a:pt x="136285" y="100448"/>
                  </a:lnTo>
                  <a:lnTo>
                    <a:pt x="136003" y="99299"/>
                  </a:lnTo>
                  <a:lnTo>
                    <a:pt x="134641" y="98987"/>
                  </a:lnTo>
                  <a:lnTo>
                    <a:pt x="134124" y="98805"/>
                  </a:lnTo>
                  <a:lnTo>
                    <a:pt x="133523" y="98569"/>
                  </a:lnTo>
                  <a:lnTo>
                    <a:pt x="130890" y="97884"/>
                  </a:lnTo>
                  <a:lnTo>
                    <a:pt x="128790" y="98135"/>
                  </a:lnTo>
                  <a:lnTo>
                    <a:pt x="125130" y="99573"/>
                  </a:lnTo>
                  <a:lnTo>
                    <a:pt x="118389" y="103347"/>
                  </a:lnTo>
                  <a:lnTo>
                    <a:pt x="115430" y="105881"/>
                  </a:lnTo>
                  <a:lnTo>
                    <a:pt x="113299" y="109708"/>
                  </a:lnTo>
                  <a:lnTo>
                    <a:pt x="106923" y="110940"/>
                  </a:lnTo>
                  <a:lnTo>
                    <a:pt x="102541" y="113132"/>
                  </a:lnTo>
                  <a:lnTo>
                    <a:pt x="98021" y="116692"/>
                  </a:lnTo>
                  <a:lnTo>
                    <a:pt x="95031" y="118610"/>
                  </a:lnTo>
                  <a:lnTo>
                    <a:pt x="93578" y="118884"/>
                  </a:lnTo>
                  <a:lnTo>
                    <a:pt x="92125" y="118541"/>
                  </a:lnTo>
                  <a:lnTo>
                    <a:pt x="90671" y="117590"/>
                  </a:lnTo>
                  <a:lnTo>
                    <a:pt x="89248" y="114608"/>
                  </a:lnTo>
                  <a:lnTo>
                    <a:pt x="87986" y="110088"/>
                  </a:lnTo>
                  <a:lnTo>
                    <a:pt x="87156" y="107090"/>
                  </a:lnTo>
                  <a:lnTo>
                    <a:pt x="87628" y="103241"/>
                  </a:lnTo>
                  <a:lnTo>
                    <a:pt x="88161" y="98850"/>
                  </a:lnTo>
                  <a:lnTo>
                    <a:pt x="88701" y="94377"/>
                  </a:lnTo>
                  <a:lnTo>
                    <a:pt x="89576" y="89195"/>
                  </a:lnTo>
                  <a:lnTo>
                    <a:pt x="90306" y="87346"/>
                  </a:lnTo>
                  <a:lnTo>
                    <a:pt x="90344" y="86114"/>
                  </a:lnTo>
                  <a:lnTo>
                    <a:pt x="89697" y="85490"/>
                  </a:lnTo>
                  <a:lnTo>
                    <a:pt x="88328" y="85520"/>
                  </a:lnTo>
                  <a:lnTo>
                    <a:pt x="86235" y="86213"/>
                  </a:lnTo>
                  <a:lnTo>
                    <a:pt x="84752" y="86334"/>
                  </a:lnTo>
                  <a:lnTo>
                    <a:pt x="83869" y="85885"/>
                  </a:lnTo>
                  <a:lnTo>
                    <a:pt x="83961" y="83473"/>
                  </a:lnTo>
                  <a:lnTo>
                    <a:pt x="85026" y="79083"/>
                  </a:lnTo>
                  <a:lnTo>
                    <a:pt x="83390" y="75386"/>
                  </a:lnTo>
                  <a:lnTo>
                    <a:pt x="79038" y="72373"/>
                  </a:lnTo>
                  <a:lnTo>
                    <a:pt x="75340" y="71323"/>
                  </a:lnTo>
                  <a:lnTo>
                    <a:pt x="72289" y="72243"/>
                  </a:lnTo>
                  <a:lnTo>
                    <a:pt x="69725" y="74632"/>
                  </a:lnTo>
                  <a:lnTo>
                    <a:pt x="67656" y="78490"/>
                  </a:lnTo>
                  <a:lnTo>
                    <a:pt x="65502" y="81640"/>
                  </a:lnTo>
                  <a:lnTo>
                    <a:pt x="63273" y="84082"/>
                  </a:lnTo>
                  <a:lnTo>
                    <a:pt x="61675" y="85261"/>
                  </a:lnTo>
                  <a:lnTo>
                    <a:pt x="61165" y="85718"/>
                  </a:lnTo>
                  <a:lnTo>
                    <a:pt x="60846" y="86753"/>
                  </a:lnTo>
                  <a:lnTo>
                    <a:pt x="62025" y="90001"/>
                  </a:lnTo>
                  <a:lnTo>
                    <a:pt x="61949" y="92718"/>
                  </a:lnTo>
                  <a:lnTo>
                    <a:pt x="60610" y="94917"/>
                  </a:lnTo>
                  <a:lnTo>
                    <a:pt x="59141" y="95959"/>
                  </a:lnTo>
                  <a:lnTo>
                    <a:pt x="57536" y="95860"/>
                  </a:lnTo>
                  <a:lnTo>
                    <a:pt x="56258" y="95350"/>
                  </a:lnTo>
                  <a:lnTo>
                    <a:pt x="55314" y="94430"/>
                  </a:lnTo>
                  <a:lnTo>
                    <a:pt x="52758" y="94179"/>
                  </a:lnTo>
                  <a:lnTo>
                    <a:pt x="48588" y="94597"/>
                  </a:lnTo>
                  <a:lnTo>
                    <a:pt x="45735" y="95693"/>
                  </a:lnTo>
                  <a:lnTo>
                    <a:pt x="44198" y="97473"/>
                  </a:lnTo>
                  <a:lnTo>
                    <a:pt x="43749" y="99817"/>
                  </a:lnTo>
                  <a:lnTo>
                    <a:pt x="44396" y="102716"/>
                  </a:lnTo>
                  <a:lnTo>
                    <a:pt x="44077" y="104937"/>
                  </a:lnTo>
                  <a:lnTo>
                    <a:pt x="42775" y="106482"/>
                  </a:lnTo>
                  <a:lnTo>
                    <a:pt x="41710" y="107364"/>
                  </a:lnTo>
                  <a:lnTo>
                    <a:pt x="40881" y="107593"/>
                  </a:lnTo>
                  <a:lnTo>
                    <a:pt x="39070" y="106261"/>
                  </a:lnTo>
                  <a:lnTo>
                    <a:pt x="36293" y="103370"/>
                  </a:lnTo>
                  <a:lnTo>
                    <a:pt x="34383" y="101802"/>
                  </a:lnTo>
                  <a:lnTo>
                    <a:pt x="33341" y="101567"/>
                  </a:lnTo>
                  <a:lnTo>
                    <a:pt x="32778" y="101726"/>
                  </a:lnTo>
                  <a:lnTo>
                    <a:pt x="32139" y="102031"/>
                  </a:lnTo>
                  <a:lnTo>
                    <a:pt x="31774" y="102403"/>
                  </a:lnTo>
                  <a:lnTo>
                    <a:pt x="31462" y="103263"/>
                  </a:lnTo>
                  <a:lnTo>
                    <a:pt x="30571" y="103606"/>
                  </a:lnTo>
                  <a:lnTo>
                    <a:pt x="29316" y="103332"/>
                  </a:lnTo>
                  <a:lnTo>
                    <a:pt x="28167" y="103590"/>
                  </a:lnTo>
                  <a:lnTo>
                    <a:pt x="27475" y="104496"/>
                  </a:lnTo>
                  <a:lnTo>
                    <a:pt x="25542" y="105592"/>
                  </a:lnTo>
                  <a:lnTo>
                    <a:pt x="22133" y="106817"/>
                  </a:lnTo>
                  <a:lnTo>
                    <a:pt x="20269" y="108125"/>
                  </a:lnTo>
                  <a:lnTo>
                    <a:pt x="19957" y="109517"/>
                  </a:lnTo>
                  <a:lnTo>
                    <a:pt x="19455" y="110141"/>
                  </a:lnTo>
                  <a:lnTo>
                    <a:pt x="18405" y="109913"/>
                  </a:lnTo>
                  <a:lnTo>
                    <a:pt x="15331" y="111823"/>
                  </a:lnTo>
                  <a:lnTo>
                    <a:pt x="12980" y="111229"/>
                  </a:lnTo>
                  <a:lnTo>
                    <a:pt x="10340" y="108772"/>
                  </a:lnTo>
                  <a:lnTo>
                    <a:pt x="8879" y="106748"/>
                  </a:lnTo>
                  <a:lnTo>
                    <a:pt x="8727" y="105896"/>
                  </a:lnTo>
                  <a:lnTo>
                    <a:pt x="9556" y="103956"/>
                  </a:lnTo>
                  <a:lnTo>
                    <a:pt x="9906" y="97481"/>
                  </a:lnTo>
                  <a:lnTo>
                    <a:pt x="10964" y="95236"/>
                  </a:lnTo>
                  <a:lnTo>
                    <a:pt x="14106" y="91204"/>
                  </a:lnTo>
                  <a:lnTo>
                    <a:pt x="15742" y="88122"/>
                  </a:lnTo>
                  <a:lnTo>
                    <a:pt x="17591" y="85611"/>
                  </a:lnTo>
                  <a:lnTo>
                    <a:pt x="18923" y="84775"/>
                  </a:lnTo>
                  <a:lnTo>
                    <a:pt x="20155" y="82796"/>
                  </a:lnTo>
                  <a:lnTo>
                    <a:pt x="21159" y="80529"/>
                  </a:lnTo>
                  <a:lnTo>
                    <a:pt x="21441" y="79099"/>
                  </a:lnTo>
                  <a:lnTo>
                    <a:pt x="21350" y="77980"/>
                  </a:lnTo>
                  <a:lnTo>
                    <a:pt x="20984" y="77257"/>
                  </a:lnTo>
                  <a:lnTo>
                    <a:pt x="19242" y="75720"/>
                  </a:lnTo>
                  <a:lnTo>
                    <a:pt x="16952" y="73324"/>
                  </a:lnTo>
                  <a:lnTo>
                    <a:pt x="15734" y="70866"/>
                  </a:lnTo>
                  <a:lnTo>
                    <a:pt x="15073" y="67731"/>
                  </a:lnTo>
                  <a:lnTo>
                    <a:pt x="14898" y="65540"/>
                  </a:lnTo>
                  <a:lnTo>
                    <a:pt x="17043" y="59506"/>
                  </a:lnTo>
                  <a:lnTo>
                    <a:pt x="16701" y="58495"/>
                  </a:lnTo>
                  <a:lnTo>
                    <a:pt x="16085" y="57559"/>
                  </a:lnTo>
                  <a:lnTo>
                    <a:pt x="14821" y="56965"/>
                  </a:lnTo>
                  <a:lnTo>
                    <a:pt x="13018" y="56714"/>
                  </a:lnTo>
                  <a:lnTo>
                    <a:pt x="11223" y="56988"/>
                  </a:lnTo>
                  <a:lnTo>
                    <a:pt x="8933" y="57011"/>
                  </a:lnTo>
                  <a:lnTo>
                    <a:pt x="7350" y="56669"/>
                  </a:lnTo>
                  <a:lnTo>
                    <a:pt x="6970" y="56288"/>
                  </a:lnTo>
                  <a:lnTo>
                    <a:pt x="6772" y="53534"/>
                  </a:lnTo>
                  <a:lnTo>
                    <a:pt x="6369" y="52933"/>
                  </a:lnTo>
                  <a:lnTo>
                    <a:pt x="5691" y="52408"/>
                  </a:lnTo>
                  <a:lnTo>
                    <a:pt x="1073" y="51137"/>
                  </a:lnTo>
                  <a:lnTo>
                    <a:pt x="168" y="50589"/>
                  </a:lnTo>
                  <a:lnTo>
                    <a:pt x="0" y="49889"/>
                  </a:lnTo>
                  <a:lnTo>
                    <a:pt x="1636" y="43742"/>
                  </a:lnTo>
                  <a:lnTo>
                    <a:pt x="2343" y="43277"/>
                  </a:lnTo>
                  <a:lnTo>
                    <a:pt x="3036" y="42273"/>
                  </a:lnTo>
                  <a:lnTo>
                    <a:pt x="4124" y="41200"/>
                  </a:lnTo>
                  <a:lnTo>
                    <a:pt x="7890" y="39443"/>
                  </a:lnTo>
                  <a:lnTo>
                    <a:pt x="11938" y="40204"/>
                  </a:lnTo>
                  <a:lnTo>
                    <a:pt x="15537" y="41018"/>
                  </a:lnTo>
                  <a:lnTo>
                    <a:pt x="19128" y="41459"/>
                  </a:lnTo>
                  <a:lnTo>
                    <a:pt x="20368" y="41756"/>
                  </a:lnTo>
                  <a:lnTo>
                    <a:pt x="22415" y="41999"/>
                  </a:lnTo>
                  <a:lnTo>
                    <a:pt x="23792" y="41786"/>
                  </a:lnTo>
                  <a:lnTo>
                    <a:pt x="24728" y="41063"/>
                  </a:lnTo>
                  <a:lnTo>
                    <a:pt x="26417" y="39070"/>
                  </a:lnTo>
                  <a:lnTo>
                    <a:pt x="26934" y="36072"/>
                  </a:lnTo>
                  <a:lnTo>
                    <a:pt x="27543" y="33424"/>
                  </a:lnTo>
                  <a:lnTo>
                    <a:pt x="28570" y="33219"/>
                  </a:lnTo>
                  <a:lnTo>
                    <a:pt x="29605" y="33500"/>
                  </a:lnTo>
                  <a:lnTo>
                    <a:pt x="30092" y="32968"/>
                  </a:lnTo>
                  <a:lnTo>
                    <a:pt x="30297" y="32237"/>
                  </a:lnTo>
                  <a:lnTo>
                    <a:pt x="30503" y="31614"/>
                  </a:lnTo>
                  <a:lnTo>
                    <a:pt x="30929" y="31477"/>
                  </a:lnTo>
                  <a:lnTo>
                    <a:pt x="31675" y="32161"/>
                  </a:lnTo>
                  <a:lnTo>
                    <a:pt x="32101" y="31979"/>
                  </a:lnTo>
                  <a:lnTo>
                    <a:pt x="32451" y="31515"/>
                  </a:lnTo>
                  <a:lnTo>
                    <a:pt x="32344" y="30967"/>
                  </a:lnTo>
                  <a:lnTo>
                    <a:pt x="31507" y="30039"/>
                  </a:lnTo>
                  <a:lnTo>
                    <a:pt x="30754" y="28585"/>
                  </a:lnTo>
                  <a:lnTo>
                    <a:pt x="30830" y="28083"/>
                  </a:lnTo>
                  <a:lnTo>
                    <a:pt x="31081" y="27558"/>
                  </a:lnTo>
                  <a:lnTo>
                    <a:pt x="33295" y="27063"/>
                  </a:lnTo>
                  <a:lnTo>
                    <a:pt x="34307" y="26972"/>
                  </a:lnTo>
                  <a:lnTo>
                    <a:pt x="34657" y="26455"/>
                  </a:lnTo>
                  <a:lnTo>
                    <a:pt x="34528" y="25633"/>
                  </a:lnTo>
                  <a:lnTo>
                    <a:pt x="33691" y="25169"/>
                  </a:lnTo>
                  <a:lnTo>
                    <a:pt x="30663" y="25420"/>
                  </a:lnTo>
                  <a:lnTo>
                    <a:pt x="27566" y="25367"/>
                  </a:lnTo>
                  <a:lnTo>
                    <a:pt x="27193" y="24865"/>
                  </a:lnTo>
                  <a:lnTo>
                    <a:pt x="27368" y="24309"/>
                  </a:lnTo>
                  <a:lnTo>
                    <a:pt x="27840" y="23876"/>
                  </a:lnTo>
                  <a:lnTo>
                    <a:pt x="34231" y="22765"/>
                  </a:lnTo>
                  <a:lnTo>
                    <a:pt x="37617" y="23153"/>
                  </a:lnTo>
                  <a:lnTo>
                    <a:pt x="40135" y="23739"/>
                  </a:lnTo>
                  <a:lnTo>
                    <a:pt x="41125" y="23450"/>
                  </a:lnTo>
                  <a:lnTo>
                    <a:pt x="39953" y="20939"/>
                  </a:lnTo>
                  <a:lnTo>
                    <a:pt x="41550" y="20703"/>
                  </a:lnTo>
                  <a:lnTo>
                    <a:pt x="41756" y="19843"/>
                  </a:lnTo>
                  <a:lnTo>
                    <a:pt x="39664" y="13155"/>
                  </a:lnTo>
                  <a:lnTo>
                    <a:pt x="40812" y="12562"/>
                  </a:lnTo>
                  <a:lnTo>
                    <a:pt x="41961" y="11245"/>
                  </a:lnTo>
                  <a:lnTo>
                    <a:pt x="41862" y="8742"/>
                  </a:lnTo>
                  <a:lnTo>
                    <a:pt x="42882" y="7525"/>
                  </a:lnTo>
                  <a:lnTo>
                    <a:pt x="44092" y="6688"/>
                  </a:lnTo>
                  <a:lnTo>
                    <a:pt x="45887" y="7532"/>
                  </a:lnTo>
                  <a:lnTo>
                    <a:pt x="48672" y="10005"/>
                  </a:lnTo>
                  <a:lnTo>
                    <a:pt x="49570" y="10485"/>
                  </a:lnTo>
                  <a:lnTo>
                    <a:pt x="50468" y="10622"/>
                  </a:lnTo>
                  <a:lnTo>
                    <a:pt x="51761" y="9853"/>
                  </a:lnTo>
                  <a:lnTo>
                    <a:pt x="56722" y="7411"/>
                  </a:lnTo>
                  <a:lnTo>
                    <a:pt x="59506" y="6034"/>
                  </a:lnTo>
                  <a:lnTo>
                    <a:pt x="62839" y="4033"/>
                  </a:lnTo>
                  <a:lnTo>
                    <a:pt x="63410" y="3256"/>
                  </a:lnTo>
                  <a:lnTo>
                    <a:pt x="64551" y="205"/>
                  </a:lnTo>
                  <a:lnTo>
                    <a:pt x="65175" y="0"/>
                  </a:lnTo>
                  <a:lnTo>
                    <a:pt x="66020" y="327"/>
                  </a:lnTo>
                  <a:lnTo>
                    <a:pt x="68942" y="3485"/>
                  </a:lnTo>
                  <a:lnTo>
                    <a:pt x="70630" y="5509"/>
                  </a:lnTo>
                  <a:lnTo>
                    <a:pt x="70630" y="6201"/>
                  </a:lnTo>
                  <a:lnTo>
                    <a:pt x="70151" y="6718"/>
                  </a:lnTo>
                  <a:lnTo>
                    <a:pt x="70242" y="7220"/>
                  </a:lnTo>
                  <a:lnTo>
                    <a:pt x="72632" y="8316"/>
                  </a:lnTo>
                  <a:lnTo>
                    <a:pt x="72632" y="8811"/>
                  </a:lnTo>
                  <a:lnTo>
                    <a:pt x="72091" y="9762"/>
                  </a:lnTo>
                  <a:lnTo>
                    <a:pt x="71802" y="10287"/>
                  </a:lnTo>
                  <a:lnTo>
                    <a:pt x="71505" y="10507"/>
                  </a:lnTo>
                  <a:lnTo>
                    <a:pt x="68310" y="13262"/>
                  </a:lnTo>
                  <a:lnTo>
                    <a:pt x="64764" y="16320"/>
                  </a:lnTo>
                  <a:lnTo>
                    <a:pt x="64643" y="16716"/>
                  </a:lnTo>
                  <a:lnTo>
                    <a:pt x="64483" y="17477"/>
                  </a:lnTo>
                  <a:lnTo>
                    <a:pt x="64521" y="18253"/>
                  </a:lnTo>
                  <a:lnTo>
                    <a:pt x="65091" y="18892"/>
                  </a:lnTo>
                  <a:lnTo>
                    <a:pt x="66620" y="19341"/>
                  </a:lnTo>
                  <a:lnTo>
                    <a:pt x="67983" y="19919"/>
                  </a:lnTo>
                  <a:lnTo>
                    <a:pt x="68675" y="21517"/>
                  </a:lnTo>
                  <a:lnTo>
                    <a:pt x="69466" y="22993"/>
                  </a:lnTo>
                  <a:lnTo>
                    <a:pt x="70539" y="23358"/>
                  </a:lnTo>
                  <a:lnTo>
                    <a:pt x="75797" y="22422"/>
                  </a:lnTo>
                  <a:lnTo>
                    <a:pt x="77007" y="22323"/>
                  </a:lnTo>
                  <a:close/>
                  <a:moveTo>
                    <a:pt x="70486" y="2785"/>
                  </a:moveTo>
                  <a:lnTo>
                    <a:pt x="69847" y="2846"/>
                  </a:lnTo>
                  <a:lnTo>
                    <a:pt x="68698" y="1514"/>
                  </a:lnTo>
                  <a:lnTo>
                    <a:pt x="68295" y="578"/>
                  </a:lnTo>
                  <a:lnTo>
                    <a:pt x="68766" y="297"/>
                  </a:lnTo>
                  <a:lnTo>
                    <a:pt x="69756" y="943"/>
                  </a:lnTo>
                  <a:lnTo>
                    <a:pt x="70417" y="2092"/>
                  </a:lnTo>
                  <a:lnTo>
                    <a:pt x="70486" y="2785"/>
                  </a:lnTo>
                  <a:close/>
                  <a:moveTo>
                    <a:pt x="71536" y="33812"/>
                  </a:moveTo>
                  <a:lnTo>
                    <a:pt x="69619" y="34878"/>
                  </a:lnTo>
                  <a:lnTo>
                    <a:pt x="68500" y="34764"/>
                  </a:lnTo>
                  <a:lnTo>
                    <a:pt x="67633" y="33729"/>
                  </a:lnTo>
                  <a:lnTo>
                    <a:pt x="67001" y="32762"/>
                  </a:lnTo>
                  <a:lnTo>
                    <a:pt x="66864" y="32214"/>
                  </a:lnTo>
                  <a:lnTo>
                    <a:pt x="67184" y="32222"/>
                  </a:lnTo>
                  <a:lnTo>
                    <a:pt x="68660" y="32664"/>
                  </a:lnTo>
                  <a:lnTo>
                    <a:pt x="70729" y="32968"/>
                  </a:lnTo>
                  <a:lnTo>
                    <a:pt x="71460" y="33234"/>
                  </a:lnTo>
                  <a:lnTo>
                    <a:pt x="71536" y="3381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32" name="Freeform: Shape 2331">
              <a:extLst>
                <a:ext uri="{FF2B5EF4-FFF2-40B4-BE49-F238E27FC236}">
                  <a16:creationId xmlns:a16="http://schemas.microsoft.com/office/drawing/2014/main" id="{E3C61E26-FAB4-F719-4E53-056B313B7820}"/>
                </a:ext>
              </a:extLst>
            </p:cNvPr>
            <p:cNvSpPr/>
            <p:nvPr/>
          </p:nvSpPr>
          <p:spPr>
            <a:xfrm>
              <a:off x="12222457" y="5177492"/>
              <a:ext cx="69610" cy="29452"/>
            </a:xfrm>
            <a:custGeom>
              <a:avLst/>
              <a:gdLst>
                <a:gd name="csX0" fmla="*/ 34376 w 69610"/>
                <a:gd name="csY0" fmla="*/ 0 h 29452"/>
                <a:gd name="csX1" fmla="*/ 32945 w 69610"/>
                <a:gd name="csY1" fmla="*/ 3682 h 29452"/>
                <a:gd name="csX2" fmla="*/ 31401 w 69610"/>
                <a:gd name="csY2" fmla="*/ 2899 h 29452"/>
                <a:gd name="csX3" fmla="*/ 33044 w 69610"/>
                <a:gd name="csY3" fmla="*/ 829 h 29452"/>
                <a:gd name="csX4" fmla="*/ 33835 w 69610"/>
                <a:gd name="csY4" fmla="*/ 213 h 29452"/>
                <a:gd name="csX5" fmla="*/ 34376 w 69610"/>
                <a:gd name="csY5" fmla="*/ 0 h 29452"/>
                <a:gd name="csX6" fmla="*/ 22026 w 69610"/>
                <a:gd name="csY6" fmla="*/ 29453 h 29452"/>
                <a:gd name="csX7" fmla="*/ 21289 w 69610"/>
                <a:gd name="csY7" fmla="*/ 26653 h 29452"/>
                <a:gd name="csX8" fmla="*/ 20505 w 69610"/>
                <a:gd name="csY8" fmla="*/ 25451 h 29452"/>
                <a:gd name="csX9" fmla="*/ 19896 w 69610"/>
                <a:gd name="csY9" fmla="*/ 24766 h 29452"/>
                <a:gd name="csX10" fmla="*/ 19691 w 69610"/>
                <a:gd name="csY10" fmla="*/ 23914 h 29452"/>
                <a:gd name="csX11" fmla="*/ 19721 w 69610"/>
                <a:gd name="csY11" fmla="*/ 23039 h 29452"/>
                <a:gd name="csX12" fmla="*/ 20094 w 69610"/>
                <a:gd name="csY12" fmla="*/ 22635 h 29452"/>
                <a:gd name="csX13" fmla="*/ 22727 w 69610"/>
                <a:gd name="csY13" fmla="*/ 22521 h 29452"/>
                <a:gd name="csX14" fmla="*/ 23769 w 69610"/>
                <a:gd name="csY14" fmla="*/ 21083 h 29452"/>
                <a:gd name="csX15" fmla="*/ 23761 w 69610"/>
                <a:gd name="csY15" fmla="*/ 19356 h 29452"/>
                <a:gd name="csX16" fmla="*/ 23237 w 69610"/>
                <a:gd name="csY16" fmla="*/ 18770 h 29452"/>
                <a:gd name="csX17" fmla="*/ 22727 w 69610"/>
                <a:gd name="csY17" fmla="*/ 18527 h 29452"/>
                <a:gd name="csX18" fmla="*/ 20018 w 69610"/>
                <a:gd name="csY18" fmla="*/ 19820 h 29452"/>
                <a:gd name="csX19" fmla="*/ 19235 w 69610"/>
                <a:gd name="csY19" fmla="*/ 19584 h 29452"/>
                <a:gd name="csX20" fmla="*/ 18770 w 69610"/>
                <a:gd name="csY20" fmla="*/ 19113 h 29452"/>
                <a:gd name="csX21" fmla="*/ 18923 w 69610"/>
                <a:gd name="csY21" fmla="*/ 17203 h 29452"/>
                <a:gd name="csX22" fmla="*/ 21159 w 69610"/>
                <a:gd name="csY22" fmla="*/ 15415 h 29452"/>
                <a:gd name="csX23" fmla="*/ 23054 w 69610"/>
                <a:gd name="csY23" fmla="*/ 12174 h 29452"/>
                <a:gd name="csX24" fmla="*/ 24385 w 69610"/>
                <a:gd name="csY24" fmla="*/ 10880 h 29452"/>
                <a:gd name="csX25" fmla="*/ 27482 w 69610"/>
                <a:gd name="csY25" fmla="*/ 9670 h 29452"/>
                <a:gd name="csX26" fmla="*/ 28737 w 69610"/>
                <a:gd name="csY26" fmla="*/ 9328 h 29452"/>
                <a:gd name="csX27" fmla="*/ 37761 w 69610"/>
                <a:gd name="csY27" fmla="*/ 7540 h 29452"/>
                <a:gd name="csX28" fmla="*/ 39914 w 69610"/>
                <a:gd name="csY28" fmla="*/ 7418 h 29452"/>
                <a:gd name="csX29" fmla="*/ 45629 w 69610"/>
                <a:gd name="csY29" fmla="*/ 7472 h 29452"/>
                <a:gd name="csX30" fmla="*/ 53283 w 69610"/>
                <a:gd name="csY30" fmla="*/ 7084 h 29452"/>
                <a:gd name="csX31" fmla="*/ 55170 w 69610"/>
                <a:gd name="csY31" fmla="*/ 6840 h 29452"/>
                <a:gd name="csX32" fmla="*/ 57620 w 69610"/>
                <a:gd name="csY32" fmla="*/ 6049 h 29452"/>
                <a:gd name="csX33" fmla="*/ 60001 w 69610"/>
                <a:gd name="csY33" fmla="*/ 5075 h 29452"/>
                <a:gd name="csX34" fmla="*/ 61256 w 69610"/>
                <a:gd name="csY34" fmla="*/ 4306 h 29452"/>
                <a:gd name="csX35" fmla="*/ 62580 w 69610"/>
                <a:gd name="csY35" fmla="*/ 3751 h 29452"/>
                <a:gd name="csX36" fmla="*/ 64551 w 69610"/>
                <a:gd name="csY36" fmla="*/ 4451 h 29452"/>
                <a:gd name="csX37" fmla="*/ 67884 w 69610"/>
                <a:gd name="csY37" fmla="*/ 4976 h 29452"/>
                <a:gd name="csX38" fmla="*/ 68781 w 69610"/>
                <a:gd name="csY38" fmla="*/ 5440 h 29452"/>
                <a:gd name="csX39" fmla="*/ 69611 w 69610"/>
                <a:gd name="csY39" fmla="*/ 6079 h 29452"/>
                <a:gd name="csX40" fmla="*/ 65738 w 69610"/>
                <a:gd name="csY40" fmla="*/ 9488 h 29452"/>
                <a:gd name="csX41" fmla="*/ 61477 w 69610"/>
                <a:gd name="csY41" fmla="*/ 12318 h 29452"/>
                <a:gd name="csX42" fmla="*/ 58852 w 69610"/>
                <a:gd name="csY42" fmla="*/ 13170 h 29452"/>
                <a:gd name="csX43" fmla="*/ 56143 w 69610"/>
                <a:gd name="csY43" fmla="*/ 13748 h 29452"/>
                <a:gd name="csX44" fmla="*/ 54074 w 69610"/>
                <a:gd name="csY44" fmla="*/ 14844 h 29452"/>
                <a:gd name="csX45" fmla="*/ 52332 w 69610"/>
                <a:gd name="csY45" fmla="*/ 16556 h 29452"/>
                <a:gd name="csX46" fmla="*/ 50102 w 69610"/>
                <a:gd name="csY46" fmla="*/ 17515 h 29452"/>
                <a:gd name="csX47" fmla="*/ 47592 w 69610"/>
                <a:gd name="csY47" fmla="*/ 17842 h 29452"/>
                <a:gd name="csX48" fmla="*/ 45438 w 69610"/>
                <a:gd name="csY48" fmla="*/ 18352 h 29452"/>
                <a:gd name="csX49" fmla="*/ 43491 w 69610"/>
                <a:gd name="csY49" fmla="*/ 19356 h 29452"/>
                <a:gd name="csX50" fmla="*/ 40789 w 69610"/>
                <a:gd name="csY50" fmla="*/ 21083 h 29452"/>
                <a:gd name="csX51" fmla="*/ 39686 w 69610"/>
                <a:gd name="csY51" fmla="*/ 21258 h 29452"/>
                <a:gd name="csX52" fmla="*/ 38530 w 69610"/>
                <a:gd name="csY52" fmla="*/ 21220 h 29452"/>
                <a:gd name="csX53" fmla="*/ 36285 w 69610"/>
                <a:gd name="csY53" fmla="*/ 21882 h 29452"/>
                <a:gd name="csX54" fmla="*/ 29293 w 69610"/>
                <a:gd name="csY54" fmla="*/ 24347 h 29452"/>
                <a:gd name="csX55" fmla="*/ 25070 w 69610"/>
                <a:gd name="csY55" fmla="*/ 27094 h 29452"/>
                <a:gd name="csX56" fmla="*/ 22026 w 69610"/>
                <a:gd name="csY56" fmla="*/ 29453 h 29452"/>
                <a:gd name="csX57" fmla="*/ 0 w 69610"/>
                <a:gd name="csY57" fmla="*/ 25793 h 29452"/>
                <a:gd name="csX58" fmla="*/ 3454 w 69610"/>
                <a:gd name="csY58" fmla="*/ 23959 h 29452"/>
                <a:gd name="csX59" fmla="*/ 8711 w 69610"/>
                <a:gd name="csY59" fmla="*/ 22544 h 29452"/>
                <a:gd name="csX60" fmla="*/ 8575 w 69610"/>
                <a:gd name="csY60" fmla="*/ 23579 h 29452"/>
                <a:gd name="csX61" fmla="*/ 8042 w 69610"/>
                <a:gd name="csY61" fmla="*/ 25207 h 29452"/>
                <a:gd name="csX62" fmla="*/ 7251 w 69610"/>
                <a:gd name="csY62" fmla="*/ 25976 h 29452"/>
                <a:gd name="csX63" fmla="*/ 6049 w 69610"/>
                <a:gd name="csY63" fmla="*/ 27353 h 29452"/>
                <a:gd name="csX64" fmla="*/ 5257 w 69610"/>
                <a:gd name="csY64" fmla="*/ 27657 h 29452"/>
                <a:gd name="csX65" fmla="*/ 2107 w 69610"/>
                <a:gd name="csY65" fmla="*/ 27353 h 29452"/>
                <a:gd name="csX66" fmla="*/ 1696 w 69610"/>
                <a:gd name="csY66" fmla="*/ 27551 h 29452"/>
                <a:gd name="csX67" fmla="*/ 1156 w 69610"/>
                <a:gd name="csY67" fmla="*/ 27406 h 29452"/>
                <a:gd name="csX68" fmla="*/ 358 w 69610"/>
                <a:gd name="csY68" fmla="*/ 26523 h 29452"/>
                <a:gd name="csX69" fmla="*/ 0 w 69610"/>
                <a:gd name="csY69" fmla="*/ 25793 h 294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69610" h="29452">
                  <a:moveTo>
                    <a:pt x="34376" y="0"/>
                  </a:moveTo>
                  <a:lnTo>
                    <a:pt x="32945" y="3682"/>
                  </a:lnTo>
                  <a:lnTo>
                    <a:pt x="31401" y="2899"/>
                  </a:lnTo>
                  <a:lnTo>
                    <a:pt x="33044" y="829"/>
                  </a:lnTo>
                  <a:lnTo>
                    <a:pt x="33835" y="213"/>
                  </a:lnTo>
                  <a:lnTo>
                    <a:pt x="34376" y="0"/>
                  </a:lnTo>
                  <a:close/>
                  <a:moveTo>
                    <a:pt x="22026" y="29453"/>
                  </a:moveTo>
                  <a:lnTo>
                    <a:pt x="21289" y="26653"/>
                  </a:lnTo>
                  <a:lnTo>
                    <a:pt x="20505" y="25451"/>
                  </a:lnTo>
                  <a:lnTo>
                    <a:pt x="19896" y="24766"/>
                  </a:lnTo>
                  <a:lnTo>
                    <a:pt x="19691" y="23914"/>
                  </a:lnTo>
                  <a:lnTo>
                    <a:pt x="19721" y="23039"/>
                  </a:lnTo>
                  <a:lnTo>
                    <a:pt x="20094" y="22635"/>
                  </a:lnTo>
                  <a:lnTo>
                    <a:pt x="22727" y="22521"/>
                  </a:lnTo>
                  <a:lnTo>
                    <a:pt x="23769" y="21083"/>
                  </a:lnTo>
                  <a:lnTo>
                    <a:pt x="23761" y="19356"/>
                  </a:lnTo>
                  <a:lnTo>
                    <a:pt x="23237" y="18770"/>
                  </a:lnTo>
                  <a:lnTo>
                    <a:pt x="22727" y="18527"/>
                  </a:lnTo>
                  <a:lnTo>
                    <a:pt x="20018" y="19820"/>
                  </a:lnTo>
                  <a:lnTo>
                    <a:pt x="19235" y="19584"/>
                  </a:lnTo>
                  <a:lnTo>
                    <a:pt x="18770" y="19113"/>
                  </a:lnTo>
                  <a:lnTo>
                    <a:pt x="18923" y="17203"/>
                  </a:lnTo>
                  <a:lnTo>
                    <a:pt x="21159" y="15415"/>
                  </a:lnTo>
                  <a:lnTo>
                    <a:pt x="23054" y="12174"/>
                  </a:lnTo>
                  <a:lnTo>
                    <a:pt x="24385" y="10880"/>
                  </a:lnTo>
                  <a:lnTo>
                    <a:pt x="27482" y="9670"/>
                  </a:lnTo>
                  <a:lnTo>
                    <a:pt x="28737" y="9328"/>
                  </a:lnTo>
                  <a:lnTo>
                    <a:pt x="37761" y="7540"/>
                  </a:lnTo>
                  <a:lnTo>
                    <a:pt x="39914" y="7418"/>
                  </a:lnTo>
                  <a:lnTo>
                    <a:pt x="45629" y="7472"/>
                  </a:lnTo>
                  <a:lnTo>
                    <a:pt x="53283" y="7084"/>
                  </a:lnTo>
                  <a:lnTo>
                    <a:pt x="55170" y="6840"/>
                  </a:lnTo>
                  <a:lnTo>
                    <a:pt x="57620" y="6049"/>
                  </a:lnTo>
                  <a:lnTo>
                    <a:pt x="60001" y="5075"/>
                  </a:lnTo>
                  <a:lnTo>
                    <a:pt x="61256" y="4306"/>
                  </a:lnTo>
                  <a:lnTo>
                    <a:pt x="62580" y="3751"/>
                  </a:lnTo>
                  <a:lnTo>
                    <a:pt x="64551" y="4451"/>
                  </a:lnTo>
                  <a:lnTo>
                    <a:pt x="67884" y="4976"/>
                  </a:lnTo>
                  <a:lnTo>
                    <a:pt x="68781" y="5440"/>
                  </a:lnTo>
                  <a:lnTo>
                    <a:pt x="69611" y="6079"/>
                  </a:lnTo>
                  <a:lnTo>
                    <a:pt x="65738" y="9488"/>
                  </a:lnTo>
                  <a:lnTo>
                    <a:pt x="61477" y="12318"/>
                  </a:lnTo>
                  <a:lnTo>
                    <a:pt x="58852" y="13170"/>
                  </a:lnTo>
                  <a:lnTo>
                    <a:pt x="56143" y="13748"/>
                  </a:lnTo>
                  <a:lnTo>
                    <a:pt x="54074" y="14844"/>
                  </a:lnTo>
                  <a:lnTo>
                    <a:pt x="52332" y="16556"/>
                  </a:lnTo>
                  <a:lnTo>
                    <a:pt x="50102" y="17515"/>
                  </a:lnTo>
                  <a:lnTo>
                    <a:pt x="47592" y="17842"/>
                  </a:lnTo>
                  <a:lnTo>
                    <a:pt x="45438" y="18352"/>
                  </a:lnTo>
                  <a:lnTo>
                    <a:pt x="43491" y="19356"/>
                  </a:lnTo>
                  <a:lnTo>
                    <a:pt x="40789" y="21083"/>
                  </a:lnTo>
                  <a:lnTo>
                    <a:pt x="39686" y="21258"/>
                  </a:lnTo>
                  <a:lnTo>
                    <a:pt x="38530" y="21220"/>
                  </a:lnTo>
                  <a:lnTo>
                    <a:pt x="36285" y="21882"/>
                  </a:lnTo>
                  <a:lnTo>
                    <a:pt x="29293" y="24347"/>
                  </a:lnTo>
                  <a:lnTo>
                    <a:pt x="25070" y="27094"/>
                  </a:lnTo>
                  <a:lnTo>
                    <a:pt x="22026" y="29453"/>
                  </a:lnTo>
                  <a:close/>
                  <a:moveTo>
                    <a:pt x="0" y="25793"/>
                  </a:moveTo>
                  <a:lnTo>
                    <a:pt x="3454" y="23959"/>
                  </a:lnTo>
                  <a:lnTo>
                    <a:pt x="8711" y="22544"/>
                  </a:lnTo>
                  <a:lnTo>
                    <a:pt x="8575" y="23579"/>
                  </a:lnTo>
                  <a:lnTo>
                    <a:pt x="8042" y="25207"/>
                  </a:lnTo>
                  <a:lnTo>
                    <a:pt x="7251" y="25976"/>
                  </a:lnTo>
                  <a:lnTo>
                    <a:pt x="6049" y="27353"/>
                  </a:lnTo>
                  <a:lnTo>
                    <a:pt x="5257" y="27657"/>
                  </a:lnTo>
                  <a:lnTo>
                    <a:pt x="2107" y="27353"/>
                  </a:lnTo>
                  <a:lnTo>
                    <a:pt x="1696" y="27551"/>
                  </a:lnTo>
                  <a:lnTo>
                    <a:pt x="1156" y="27406"/>
                  </a:lnTo>
                  <a:lnTo>
                    <a:pt x="358" y="26523"/>
                  </a:lnTo>
                  <a:lnTo>
                    <a:pt x="0" y="25793"/>
                  </a:lnTo>
                  <a:close/>
                </a:path>
              </a:pathLst>
            </a:custGeom>
            <a:solidFill>
              <a:srgbClr val="2562E8"/>
            </a:solidFill>
            <a:ln w="6168" cap="flat">
              <a:solidFill>
                <a:srgbClr val="2562E8"/>
              </a:solidFill>
              <a:prstDash val="solid"/>
              <a:miter/>
            </a:ln>
          </p:spPr>
          <p:txBody>
            <a:bodyPr/>
            <a:lstStyle/>
            <a:p>
              <a:endParaRPr lang="en-US"/>
            </a:p>
          </p:txBody>
        </p:sp>
        <p:sp>
          <p:nvSpPr>
            <p:cNvPr id="2333" name="Freeform: Shape 2332">
              <a:extLst>
                <a:ext uri="{FF2B5EF4-FFF2-40B4-BE49-F238E27FC236}">
                  <a16:creationId xmlns:a16="http://schemas.microsoft.com/office/drawing/2014/main" id="{E59DF0DB-FB31-19F7-7098-797620E56003}"/>
                </a:ext>
              </a:extLst>
            </p:cNvPr>
            <p:cNvSpPr/>
            <p:nvPr/>
          </p:nvSpPr>
          <p:spPr>
            <a:xfrm>
              <a:off x="10694741" y="3997344"/>
              <a:ext cx="301869" cy="208459"/>
            </a:xfrm>
            <a:custGeom>
              <a:avLst/>
              <a:gdLst>
                <a:gd name="csX0" fmla="*/ 299603 w 301869"/>
                <a:gd name="csY0" fmla="*/ 151030 h 208459"/>
                <a:gd name="csX1" fmla="*/ 298522 w 301869"/>
                <a:gd name="csY1" fmla="*/ 151129 h 208459"/>
                <a:gd name="csX2" fmla="*/ 295928 w 301869"/>
                <a:gd name="csY2" fmla="*/ 150505 h 208459"/>
                <a:gd name="csX3" fmla="*/ 290761 w 301869"/>
                <a:gd name="csY3" fmla="*/ 149257 h 208459"/>
                <a:gd name="csX4" fmla="*/ 286325 w 301869"/>
                <a:gd name="csY4" fmla="*/ 146754 h 208459"/>
                <a:gd name="csX5" fmla="*/ 283427 w 301869"/>
                <a:gd name="csY5" fmla="*/ 145118 h 208459"/>
                <a:gd name="csX6" fmla="*/ 282970 w 301869"/>
                <a:gd name="csY6" fmla="*/ 145339 h 208459"/>
                <a:gd name="csX7" fmla="*/ 281669 w 301869"/>
                <a:gd name="csY7" fmla="*/ 146457 h 208459"/>
                <a:gd name="csX8" fmla="*/ 280779 w 301869"/>
                <a:gd name="csY8" fmla="*/ 147834 h 208459"/>
                <a:gd name="csX9" fmla="*/ 280071 w 301869"/>
                <a:gd name="csY9" fmla="*/ 150497 h 208459"/>
                <a:gd name="csX10" fmla="*/ 278938 w 301869"/>
                <a:gd name="csY10" fmla="*/ 153632 h 208459"/>
                <a:gd name="csX11" fmla="*/ 273574 w 301869"/>
                <a:gd name="csY11" fmla="*/ 153754 h 208459"/>
                <a:gd name="csX12" fmla="*/ 269001 w 301869"/>
                <a:gd name="csY12" fmla="*/ 153989 h 208459"/>
                <a:gd name="csX13" fmla="*/ 266049 w 301869"/>
                <a:gd name="csY13" fmla="*/ 155176 h 208459"/>
                <a:gd name="csX14" fmla="*/ 263157 w 301869"/>
                <a:gd name="csY14" fmla="*/ 156812 h 208459"/>
                <a:gd name="csX15" fmla="*/ 262435 w 301869"/>
                <a:gd name="csY15" fmla="*/ 158753 h 208459"/>
                <a:gd name="csX16" fmla="*/ 261811 w 301869"/>
                <a:gd name="csY16" fmla="*/ 161271 h 208459"/>
                <a:gd name="csX17" fmla="*/ 260122 w 301869"/>
                <a:gd name="csY17" fmla="*/ 166970 h 208459"/>
                <a:gd name="csX18" fmla="*/ 258592 w 301869"/>
                <a:gd name="csY18" fmla="*/ 172159 h 208459"/>
                <a:gd name="csX19" fmla="*/ 257801 w 301869"/>
                <a:gd name="csY19" fmla="*/ 175514 h 208459"/>
                <a:gd name="csX20" fmla="*/ 256637 w 301869"/>
                <a:gd name="csY20" fmla="*/ 177812 h 208459"/>
                <a:gd name="csX21" fmla="*/ 253365 w 301869"/>
                <a:gd name="csY21" fmla="*/ 180833 h 208459"/>
                <a:gd name="csX22" fmla="*/ 249660 w 301869"/>
                <a:gd name="csY22" fmla="*/ 182864 h 208459"/>
                <a:gd name="csX23" fmla="*/ 247689 w 301869"/>
                <a:gd name="csY23" fmla="*/ 183815 h 208459"/>
                <a:gd name="csX24" fmla="*/ 246822 w 301869"/>
                <a:gd name="csY24" fmla="*/ 185002 h 208459"/>
                <a:gd name="csX25" fmla="*/ 246632 w 301869"/>
                <a:gd name="csY25" fmla="*/ 186121 h 208459"/>
                <a:gd name="csX26" fmla="*/ 245932 w 301869"/>
                <a:gd name="csY26" fmla="*/ 186463 h 208459"/>
                <a:gd name="csX27" fmla="*/ 244403 w 301869"/>
                <a:gd name="csY27" fmla="*/ 186265 h 208459"/>
                <a:gd name="csX28" fmla="*/ 242789 w 301869"/>
                <a:gd name="csY28" fmla="*/ 186455 h 208459"/>
                <a:gd name="csX29" fmla="*/ 239244 w 301869"/>
                <a:gd name="csY29" fmla="*/ 187627 h 208459"/>
                <a:gd name="csX30" fmla="*/ 235409 w 301869"/>
                <a:gd name="csY30" fmla="*/ 189065 h 208459"/>
                <a:gd name="csX31" fmla="*/ 230814 w 301869"/>
                <a:gd name="csY31" fmla="*/ 190495 h 208459"/>
                <a:gd name="csX32" fmla="*/ 228188 w 301869"/>
                <a:gd name="csY32" fmla="*/ 190495 h 208459"/>
                <a:gd name="csX33" fmla="*/ 227146 w 301869"/>
                <a:gd name="csY33" fmla="*/ 190815 h 208459"/>
                <a:gd name="csX34" fmla="*/ 226682 w 301869"/>
                <a:gd name="csY34" fmla="*/ 191538 h 208459"/>
                <a:gd name="csX35" fmla="*/ 227146 w 301869"/>
                <a:gd name="csY35" fmla="*/ 192900 h 208459"/>
                <a:gd name="csX36" fmla="*/ 227595 w 301869"/>
                <a:gd name="csY36" fmla="*/ 193912 h 208459"/>
                <a:gd name="csX37" fmla="*/ 227998 w 301869"/>
                <a:gd name="csY37" fmla="*/ 195220 h 208459"/>
                <a:gd name="csX38" fmla="*/ 226918 w 301869"/>
                <a:gd name="csY38" fmla="*/ 196278 h 208459"/>
                <a:gd name="csX39" fmla="*/ 226165 w 301869"/>
                <a:gd name="csY39" fmla="*/ 198096 h 208459"/>
                <a:gd name="csX40" fmla="*/ 225579 w 301869"/>
                <a:gd name="csY40" fmla="*/ 201292 h 208459"/>
                <a:gd name="csX41" fmla="*/ 223950 w 301869"/>
                <a:gd name="csY41" fmla="*/ 202243 h 208459"/>
                <a:gd name="csX42" fmla="*/ 221333 w 301869"/>
                <a:gd name="csY42" fmla="*/ 203795 h 208459"/>
                <a:gd name="csX43" fmla="*/ 218450 w 301869"/>
                <a:gd name="csY43" fmla="*/ 205834 h 208459"/>
                <a:gd name="csX44" fmla="*/ 217704 w 301869"/>
                <a:gd name="csY44" fmla="*/ 206253 h 208459"/>
                <a:gd name="csX45" fmla="*/ 216045 w 301869"/>
                <a:gd name="csY45" fmla="*/ 206831 h 208459"/>
                <a:gd name="csX46" fmla="*/ 214394 w 301869"/>
                <a:gd name="csY46" fmla="*/ 206656 h 208459"/>
                <a:gd name="csX47" fmla="*/ 212895 w 301869"/>
                <a:gd name="csY47" fmla="*/ 206359 h 208459"/>
                <a:gd name="csX48" fmla="*/ 211267 w 301869"/>
                <a:gd name="csY48" fmla="*/ 206884 h 208459"/>
                <a:gd name="csX49" fmla="*/ 209578 w 301869"/>
                <a:gd name="csY49" fmla="*/ 208459 h 208459"/>
                <a:gd name="csX50" fmla="*/ 208794 w 301869"/>
                <a:gd name="csY50" fmla="*/ 207980 h 208459"/>
                <a:gd name="csX51" fmla="*/ 208399 w 301869"/>
                <a:gd name="csY51" fmla="*/ 206390 h 208459"/>
                <a:gd name="csX52" fmla="*/ 207554 w 301869"/>
                <a:gd name="csY52" fmla="*/ 205355 h 208459"/>
                <a:gd name="csX53" fmla="*/ 204914 w 301869"/>
                <a:gd name="csY53" fmla="*/ 203019 h 208459"/>
                <a:gd name="csX54" fmla="*/ 202654 w 301869"/>
                <a:gd name="csY54" fmla="*/ 201353 h 208459"/>
                <a:gd name="csX55" fmla="*/ 201680 w 301869"/>
                <a:gd name="csY55" fmla="*/ 201239 h 208459"/>
                <a:gd name="csX56" fmla="*/ 199611 w 301869"/>
                <a:gd name="csY56" fmla="*/ 201672 h 208459"/>
                <a:gd name="csX57" fmla="*/ 197016 w 301869"/>
                <a:gd name="csY57" fmla="*/ 201984 h 208459"/>
                <a:gd name="csX58" fmla="*/ 194909 w 301869"/>
                <a:gd name="csY58" fmla="*/ 201650 h 208459"/>
                <a:gd name="csX59" fmla="*/ 193235 w 301869"/>
                <a:gd name="csY59" fmla="*/ 200980 h 208459"/>
                <a:gd name="csX60" fmla="*/ 190655 w 301869"/>
                <a:gd name="csY60" fmla="*/ 198682 h 208459"/>
                <a:gd name="csX61" fmla="*/ 189712 w 301869"/>
                <a:gd name="csY61" fmla="*/ 197442 h 208459"/>
                <a:gd name="csX62" fmla="*/ 189004 w 301869"/>
                <a:gd name="csY62" fmla="*/ 196491 h 208459"/>
                <a:gd name="csX63" fmla="*/ 187247 w 301869"/>
                <a:gd name="csY63" fmla="*/ 196750 h 208459"/>
                <a:gd name="csX64" fmla="*/ 186752 w 301869"/>
                <a:gd name="csY64" fmla="*/ 195715 h 208459"/>
                <a:gd name="csX65" fmla="*/ 186684 w 301869"/>
                <a:gd name="csY65" fmla="*/ 194498 h 208459"/>
                <a:gd name="csX66" fmla="*/ 187171 w 301869"/>
                <a:gd name="csY66" fmla="*/ 193029 h 208459"/>
                <a:gd name="csX67" fmla="*/ 187026 w 301869"/>
                <a:gd name="csY67" fmla="*/ 190252 h 208459"/>
                <a:gd name="csX68" fmla="*/ 186037 w 301869"/>
                <a:gd name="csY68" fmla="*/ 188258 h 208459"/>
                <a:gd name="csX69" fmla="*/ 184911 w 301869"/>
                <a:gd name="csY69" fmla="*/ 187391 h 208459"/>
                <a:gd name="csX70" fmla="*/ 185055 w 301869"/>
                <a:gd name="csY70" fmla="*/ 186782 h 208459"/>
                <a:gd name="csX71" fmla="*/ 185550 w 301869"/>
                <a:gd name="csY71" fmla="*/ 185390 h 208459"/>
                <a:gd name="csX72" fmla="*/ 186181 w 301869"/>
                <a:gd name="csY72" fmla="*/ 184173 h 208459"/>
                <a:gd name="csX73" fmla="*/ 186174 w 301869"/>
                <a:gd name="csY73" fmla="*/ 181768 h 208459"/>
                <a:gd name="csX74" fmla="*/ 185383 w 301869"/>
                <a:gd name="csY74" fmla="*/ 179159 h 208459"/>
                <a:gd name="csX75" fmla="*/ 185071 w 301869"/>
                <a:gd name="csY75" fmla="*/ 175377 h 208459"/>
                <a:gd name="csX76" fmla="*/ 185268 w 301869"/>
                <a:gd name="csY76" fmla="*/ 171687 h 208459"/>
                <a:gd name="csX77" fmla="*/ 184196 w 301869"/>
                <a:gd name="csY77" fmla="*/ 169823 h 208459"/>
                <a:gd name="csX78" fmla="*/ 175400 w 301869"/>
                <a:gd name="csY78" fmla="*/ 169815 h 208459"/>
                <a:gd name="csX79" fmla="*/ 167578 w 301869"/>
                <a:gd name="csY79" fmla="*/ 169960 h 208459"/>
                <a:gd name="csX80" fmla="*/ 167137 w 301869"/>
                <a:gd name="csY80" fmla="*/ 169534 h 208459"/>
                <a:gd name="csX81" fmla="*/ 164094 w 301869"/>
                <a:gd name="csY81" fmla="*/ 164870 h 208459"/>
                <a:gd name="csX82" fmla="*/ 161629 w 301869"/>
                <a:gd name="csY82" fmla="*/ 161324 h 208459"/>
                <a:gd name="csX83" fmla="*/ 159194 w 301869"/>
                <a:gd name="csY83" fmla="*/ 159232 h 208459"/>
                <a:gd name="csX84" fmla="*/ 153617 w 301869"/>
                <a:gd name="csY84" fmla="*/ 156653 h 208459"/>
                <a:gd name="csX85" fmla="*/ 150946 w 301869"/>
                <a:gd name="csY85" fmla="*/ 155572 h 208459"/>
                <a:gd name="csX86" fmla="*/ 148656 w 301869"/>
                <a:gd name="csY86" fmla="*/ 153601 h 208459"/>
                <a:gd name="csX87" fmla="*/ 146784 w 301869"/>
                <a:gd name="csY87" fmla="*/ 151433 h 208459"/>
                <a:gd name="csX88" fmla="*/ 146305 w 301869"/>
                <a:gd name="csY88" fmla="*/ 148466 h 208459"/>
                <a:gd name="csX89" fmla="*/ 145925 w 301869"/>
                <a:gd name="csY89" fmla="*/ 147492 h 208459"/>
                <a:gd name="csX90" fmla="*/ 145384 w 301869"/>
                <a:gd name="csY90" fmla="*/ 146701 h 208459"/>
                <a:gd name="csX91" fmla="*/ 144799 w 301869"/>
                <a:gd name="csY91" fmla="*/ 146351 h 208459"/>
                <a:gd name="csX92" fmla="*/ 144084 w 301869"/>
                <a:gd name="csY92" fmla="*/ 146427 h 208459"/>
                <a:gd name="csX93" fmla="*/ 137601 w 301869"/>
                <a:gd name="csY93" fmla="*/ 142972 h 208459"/>
                <a:gd name="csX94" fmla="*/ 134999 w 301869"/>
                <a:gd name="csY94" fmla="*/ 142059 h 208459"/>
                <a:gd name="csX95" fmla="*/ 132549 w 301869"/>
                <a:gd name="csY95" fmla="*/ 142790 h 208459"/>
                <a:gd name="csX96" fmla="*/ 131468 w 301869"/>
                <a:gd name="csY96" fmla="*/ 142919 h 208459"/>
                <a:gd name="csX97" fmla="*/ 129338 w 301869"/>
                <a:gd name="csY97" fmla="*/ 141938 h 208459"/>
                <a:gd name="csX98" fmla="*/ 126888 w 301869"/>
                <a:gd name="csY98" fmla="*/ 143269 h 208459"/>
                <a:gd name="csX99" fmla="*/ 125846 w 301869"/>
                <a:gd name="csY99" fmla="*/ 143353 h 208459"/>
                <a:gd name="csX100" fmla="*/ 124385 w 301869"/>
                <a:gd name="csY100" fmla="*/ 143033 h 208459"/>
                <a:gd name="csX101" fmla="*/ 123175 w 301869"/>
                <a:gd name="csY101" fmla="*/ 142539 h 208459"/>
                <a:gd name="csX102" fmla="*/ 119911 w 301869"/>
                <a:gd name="csY102" fmla="*/ 139381 h 208459"/>
                <a:gd name="csX103" fmla="*/ 117172 w 301869"/>
                <a:gd name="csY103" fmla="*/ 138110 h 208459"/>
                <a:gd name="csX104" fmla="*/ 115201 w 301869"/>
                <a:gd name="csY104" fmla="*/ 137296 h 208459"/>
                <a:gd name="csX105" fmla="*/ 111404 w 301869"/>
                <a:gd name="csY105" fmla="*/ 136094 h 208459"/>
                <a:gd name="csX106" fmla="*/ 107364 w 301869"/>
                <a:gd name="csY106" fmla="*/ 135470 h 208459"/>
                <a:gd name="csX107" fmla="*/ 105287 w 301869"/>
                <a:gd name="csY107" fmla="*/ 134953 h 208459"/>
                <a:gd name="csX108" fmla="*/ 103796 w 301869"/>
                <a:gd name="csY108" fmla="*/ 134261 h 208459"/>
                <a:gd name="csX109" fmla="*/ 103408 w 301869"/>
                <a:gd name="csY109" fmla="*/ 133812 h 208459"/>
                <a:gd name="csX110" fmla="*/ 103431 w 301869"/>
                <a:gd name="csY110" fmla="*/ 132655 h 208459"/>
                <a:gd name="csX111" fmla="*/ 103317 w 301869"/>
                <a:gd name="csY111" fmla="*/ 131133 h 208459"/>
                <a:gd name="csX112" fmla="*/ 102822 w 301869"/>
                <a:gd name="csY112" fmla="*/ 130023 h 208459"/>
                <a:gd name="csX113" fmla="*/ 101795 w 301869"/>
                <a:gd name="csY113" fmla="*/ 128691 h 208459"/>
                <a:gd name="csX114" fmla="*/ 100372 w 301869"/>
                <a:gd name="csY114" fmla="*/ 127694 h 208459"/>
                <a:gd name="csX115" fmla="*/ 97922 w 301869"/>
                <a:gd name="csY115" fmla="*/ 127869 h 208459"/>
                <a:gd name="csX116" fmla="*/ 94247 w 301869"/>
                <a:gd name="csY116" fmla="*/ 127786 h 208459"/>
                <a:gd name="csX117" fmla="*/ 91432 w 301869"/>
                <a:gd name="csY117" fmla="*/ 126789 h 208459"/>
                <a:gd name="csX118" fmla="*/ 89195 w 301869"/>
                <a:gd name="csY118" fmla="*/ 126614 h 208459"/>
                <a:gd name="csX119" fmla="*/ 86501 w 301869"/>
                <a:gd name="csY119" fmla="*/ 126804 h 208459"/>
                <a:gd name="csX120" fmla="*/ 84295 w 301869"/>
                <a:gd name="csY120" fmla="*/ 126804 h 208459"/>
                <a:gd name="csX121" fmla="*/ 82720 w 301869"/>
                <a:gd name="csY121" fmla="*/ 127535 h 208459"/>
                <a:gd name="csX122" fmla="*/ 81807 w 301869"/>
                <a:gd name="csY122" fmla="*/ 128387 h 208459"/>
                <a:gd name="csX123" fmla="*/ 81229 w 301869"/>
                <a:gd name="csY123" fmla="*/ 130989 h 208459"/>
                <a:gd name="csX124" fmla="*/ 80696 w 301869"/>
                <a:gd name="csY124" fmla="*/ 131377 h 208459"/>
                <a:gd name="csX125" fmla="*/ 79776 w 301869"/>
                <a:gd name="csY125" fmla="*/ 131567 h 208459"/>
                <a:gd name="csX126" fmla="*/ 78551 w 301869"/>
                <a:gd name="csY126" fmla="*/ 131430 h 208459"/>
                <a:gd name="csX127" fmla="*/ 75964 w 301869"/>
                <a:gd name="csY127" fmla="*/ 131453 h 208459"/>
                <a:gd name="csX128" fmla="*/ 71498 w 301869"/>
                <a:gd name="csY128" fmla="*/ 130989 h 208459"/>
                <a:gd name="csX129" fmla="*/ 65890 w 301869"/>
                <a:gd name="csY129" fmla="*/ 130852 h 208459"/>
                <a:gd name="csX130" fmla="*/ 61667 w 301869"/>
                <a:gd name="csY130" fmla="*/ 132168 h 208459"/>
                <a:gd name="csX131" fmla="*/ 58335 w 301869"/>
                <a:gd name="csY131" fmla="*/ 134055 h 208459"/>
                <a:gd name="csX132" fmla="*/ 55154 w 301869"/>
                <a:gd name="csY132" fmla="*/ 136178 h 208459"/>
                <a:gd name="csX133" fmla="*/ 51411 w 301869"/>
                <a:gd name="csY133" fmla="*/ 139526 h 208459"/>
                <a:gd name="csX134" fmla="*/ 50308 w 301869"/>
                <a:gd name="csY134" fmla="*/ 141017 h 208459"/>
                <a:gd name="csX135" fmla="*/ 48101 w 301869"/>
                <a:gd name="csY135" fmla="*/ 146944 h 208459"/>
                <a:gd name="csX136" fmla="*/ 47120 w 301869"/>
                <a:gd name="csY136" fmla="*/ 147796 h 208459"/>
                <a:gd name="csX137" fmla="*/ 45841 w 301869"/>
                <a:gd name="csY137" fmla="*/ 148473 h 208459"/>
                <a:gd name="csX138" fmla="*/ 44548 w 301869"/>
                <a:gd name="csY138" fmla="*/ 148595 h 208459"/>
                <a:gd name="csX139" fmla="*/ 41976 w 301869"/>
                <a:gd name="csY139" fmla="*/ 149470 h 208459"/>
                <a:gd name="csX140" fmla="*/ 38583 w 301869"/>
                <a:gd name="csY140" fmla="*/ 150916 h 208459"/>
                <a:gd name="csX141" fmla="*/ 36278 w 301869"/>
                <a:gd name="csY141" fmla="*/ 151479 h 208459"/>
                <a:gd name="csX142" fmla="*/ 30351 w 301869"/>
                <a:gd name="csY142" fmla="*/ 151182 h 208459"/>
                <a:gd name="csX143" fmla="*/ 30001 w 301869"/>
                <a:gd name="csY143" fmla="*/ 149303 h 208459"/>
                <a:gd name="csX144" fmla="*/ 28935 w 301869"/>
                <a:gd name="csY144" fmla="*/ 142440 h 208459"/>
                <a:gd name="csX145" fmla="*/ 28418 w 301869"/>
                <a:gd name="csY145" fmla="*/ 135486 h 208459"/>
                <a:gd name="csX146" fmla="*/ 28449 w 301869"/>
                <a:gd name="csY146" fmla="*/ 132275 h 208459"/>
                <a:gd name="csX147" fmla="*/ 29072 w 301869"/>
                <a:gd name="csY147" fmla="*/ 125815 h 208459"/>
                <a:gd name="csX148" fmla="*/ 29019 w 301869"/>
                <a:gd name="csY148" fmla="*/ 122551 h 208459"/>
                <a:gd name="csX149" fmla="*/ 28768 w 301869"/>
                <a:gd name="csY149" fmla="*/ 119591 h 208459"/>
                <a:gd name="csX150" fmla="*/ 29011 w 301869"/>
                <a:gd name="csY150" fmla="*/ 116685 h 208459"/>
                <a:gd name="csX151" fmla="*/ 29491 w 301869"/>
                <a:gd name="csY151" fmla="*/ 113413 h 208459"/>
                <a:gd name="csX152" fmla="*/ 29734 w 301869"/>
                <a:gd name="csY152" fmla="*/ 110081 h 208459"/>
                <a:gd name="csX153" fmla="*/ 29376 w 301869"/>
                <a:gd name="csY153" fmla="*/ 107752 h 208459"/>
                <a:gd name="csX154" fmla="*/ 28235 w 301869"/>
                <a:gd name="csY154" fmla="*/ 105873 h 208459"/>
                <a:gd name="csX155" fmla="*/ 26295 w 301869"/>
                <a:gd name="csY155" fmla="*/ 103545 h 208459"/>
                <a:gd name="csX156" fmla="*/ 25991 w 301869"/>
                <a:gd name="csY156" fmla="*/ 102160 h 208459"/>
                <a:gd name="csX157" fmla="*/ 25877 w 301869"/>
                <a:gd name="csY157" fmla="*/ 100623 h 208459"/>
                <a:gd name="csX158" fmla="*/ 24020 w 301869"/>
                <a:gd name="csY158" fmla="*/ 100448 h 208459"/>
                <a:gd name="csX159" fmla="*/ 22346 w 301869"/>
                <a:gd name="csY159" fmla="*/ 98858 h 208459"/>
                <a:gd name="csX160" fmla="*/ 20969 w 301869"/>
                <a:gd name="csY160" fmla="*/ 97991 h 208459"/>
                <a:gd name="csX161" fmla="*/ 18002 w 301869"/>
                <a:gd name="csY161" fmla="*/ 97024 h 208459"/>
                <a:gd name="csX162" fmla="*/ 16526 w 301869"/>
                <a:gd name="csY162" fmla="*/ 96979 h 208459"/>
                <a:gd name="csX163" fmla="*/ 15164 w 301869"/>
                <a:gd name="csY163" fmla="*/ 97686 h 208459"/>
                <a:gd name="csX164" fmla="*/ 14167 w 301869"/>
                <a:gd name="csY164" fmla="*/ 99109 h 208459"/>
                <a:gd name="csX165" fmla="*/ 13467 w 301869"/>
                <a:gd name="csY165" fmla="*/ 96864 h 208459"/>
                <a:gd name="csX166" fmla="*/ 13490 w 301869"/>
                <a:gd name="csY166" fmla="*/ 94513 h 208459"/>
                <a:gd name="csX167" fmla="*/ 15856 w 301869"/>
                <a:gd name="csY167" fmla="*/ 89652 h 208459"/>
                <a:gd name="csX168" fmla="*/ 17340 w 301869"/>
                <a:gd name="csY168" fmla="*/ 91074 h 208459"/>
                <a:gd name="csX169" fmla="*/ 19143 w 301869"/>
                <a:gd name="csY169" fmla="*/ 91645 h 208459"/>
                <a:gd name="csX170" fmla="*/ 21441 w 301869"/>
                <a:gd name="csY170" fmla="*/ 91729 h 208459"/>
                <a:gd name="csX171" fmla="*/ 23701 w 301869"/>
                <a:gd name="csY171" fmla="*/ 91356 h 208459"/>
                <a:gd name="csX172" fmla="*/ 23259 w 301869"/>
                <a:gd name="csY172" fmla="*/ 89690 h 208459"/>
                <a:gd name="csX173" fmla="*/ 22209 w 301869"/>
                <a:gd name="csY173" fmla="*/ 88739 h 208459"/>
                <a:gd name="csX174" fmla="*/ 20901 w 301869"/>
                <a:gd name="csY174" fmla="*/ 87993 h 208459"/>
                <a:gd name="csX175" fmla="*/ 20436 w 301869"/>
                <a:gd name="csY175" fmla="*/ 85786 h 208459"/>
                <a:gd name="csX176" fmla="*/ 20596 w 301869"/>
                <a:gd name="csY176" fmla="*/ 83496 h 208459"/>
                <a:gd name="csX177" fmla="*/ 21212 w 301869"/>
                <a:gd name="csY177" fmla="*/ 81328 h 208459"/>
                <a:gd name="csX178" fmla="*/ 20505 w 301869"/>
                <a:gd name="csY178" fmla="*/ 80453 h 208459"/>
                <a:gd name="csX179" fmla="*/ 19440 w 301869"/>
                <a:gd name="csY179" fmla="*/ 79913 h 208459"/>
                <a:gd name="csX180" fmla="*/ 16967 w 301869"/>
                <a:gd name="csY180" fmla="*/ 79973 h 208459"/>
                <a:gd name="csX181" fmla="*/ 13764 w 301869"/>
                <a:gd name="csY181" fmla="*/ 79403 h 208459"/>
                <a:gd name="csX182" fmla="*/ 10538 w 301869"/>
                <a:gd name="csY182" fmla="*/ 79152 h 208459"/>
                <a:gd name="csX183" fmla="*/ 9777 w 301869"/>
                <a:gd name="csY183" fmla="*/ 81708 h 208459"/>
                <a:gd name="csX184" fmla="*/ 11557 w 301869"/>
                <a:gd name="csY184" fmla="*/ 85056 h 208459"/>
                <a:gd name="csX185" fmla="*/ 10051 w 301869"/>
                <a:gd name="csY185" fmla="*/ 83412 h 208459"/>
                <a:gd name="csX186" fmla="*/ 8620 w 301869"/>
                <a:gd name="csY186" fmla="*/ 81237 h 208459"/>
                <a:gd name="csX187" fmla="*/ 6627 w 301869"/>
                <a:gd name="csY187" fmla="*/ 77310 h 208459"/>
                <a:gd name="csX188" fmla="*/ 5341 w 301869"/>
                <a:gd name="csY188" fmla="*/ 72700 h 208459"/>
                <a:gd name="csX189" fmla="*/ 5113 w 301869"/>
                <a:gd name="csY189" fmla="*/ 67708 h 208459"/>
                <a:gd name="csX190" fmla="*/ 6201 w 301869"/>
                <a:gd name="csY190" fmla="*/ 63577 h 208459"/>
                <a:gd name="csX191" fmla="*/ 7601 w 301869"/>
                <a:gd name="csY191" fmla="*/ 59681 h 208459"/>
                <a:gd name="csX192" fmla="*/ 8438 w 301869"/>
                <a:gd name="csY192" fmla="*/ 54683 h 208459"/>
                <a:gd name="csX193" fmla="*/ 9594 w 301869"/>
                <a:gd name="csY193" fmla="*/ 49767 h 208459"/>
                <a:gd name="csX194" fmla="*/ 10743 w 301869"/>
                <a:gd name="csY194" fmla="*/ 51974 h 208459"/>
                <a:gd name="csX195" fmla="*/ 12067 w 301869"/>
                <a:gd name="csY195" fmla="*/ 53952 h 208459"/>
                <a:gd name="csX196" fmla="*/ 13893 w 301869"/>
                <a:gd name="csY196" fmla="*/ 55771 h 208459"/>
                <a:gd name="csX197" fmla="*/ 14898 w 301869"/>
                <a:gd name="csY197" fmla="*/ 56204 h 208459"/>
                <a:gd name="csX198" fmla="*/ 17911 w 301869"/>
                <a:gd name="csY198" fmla="*/ 56958 h 208459"/>
                <a:gd name="csX199" fmla="*/ 19851 w 301869"/>
                <a:gd name="csY199" fmla="*/ 56676 h 208459"/>
                <a:gd name="csX200" fmla="*/ 21913 w 301869"/>
                <a:gd name="csY200" fmla="*/ 55596 h 208459"/>
                <a:gd name="csX201" fmla="*/ 23944 w 301869"/>
                <a:gd name="csY201" fmla="*/ 55946 h 208459"/>
                <a:gd name="csX202" fmla="*/ 25626 w 301869"/>
                <a:gd name="csY202" fmla="*/ 57970 h 208459"/>
                <a:gd name="csX203" fmla="*/ 27117 w 301869"/>
                <a:gd name="csY203" fmla="*/ 60237 h 208459"/>
                <a:gd name="csX204" fmla="*/ 29384 w 301869"/>
                <a:gd name="csY204" fmla="*/ 60716 h 208459"/>
                <a:gd name="csX205" fmla="*/ 34056 w 301869"/>
                <a:gd name="csY205" fmla="*/ 59080 h 208459"/>
                <a:gd name="csX206" fmla="*/ 36278 w 301869"/>
                <a:gd name="csY206" fmla="*/ 58708 h 208459"/>
                <a:gd name="csX207" fmla="*/ 38210 w 301869"/>
                <a:gd name="csY207" fmla="*/ 59461 h 208459"/>
                <a:gd name="csX208" fmla="*/ 39207 w 301869"/>
                <a:gd name="csY208" fmla="*/ 59598 h 208459"/>
                <a:gd name="csX209" fmla="*/ 40219 w 301869"/>
                <a:gd name="csY209" fmla="*/ 59468 h 208459"/>
                <a:gd name="csX210" fmla="*/ 39344 w 301869"/>
                <a:gd name="csY210" fmla="*/ 57460 h 208459"/>
                <a:gd name="csX211" fmla="*/ 38986 w 301869"/>
                <a:gd name="csY211" fmla="*/ 55504 h 208459"/>
                <a:gd name="csX212" fmla="*/ 40158 w 301869"/>
                <a:gd name="csY212" fmla="*/ 54470 h 208459"/>
                <a:gd name="csX213" fmla="*/ 43840 w 301869"/>
                <a:gd name="csY213" fmla="*/ 55573 h 208459"/>
                <a:gd name="csX214" fmla="*/ 46191 w 301869"/>
                <a:gd name="csY214" fmla="*/ 54842 h 208459"/>
                <a:gd name="csX215" fmla="*/ 46792 w 301869"/>
                <a:gd name="csY215" fmla="*/ 54432 h 208459"/>
                <a:gd name="csX216" fmla="*/ 47318 w 301869"/>
                <a:gd name="csY216" fmla="*/ 53922 h 208459"/>
                <a:gd name="csX217" fmla="*/ 47599 w 301869"/>
                <a:gd name="csY217" fmla="*/ 52233 h 208459"/>
                <a:gd name="csX218" fmla="*/ 47485 w 301869"/>
                <a:gd name="csY218" fmla="*/ 50490 h 208459"/>
                <a:gd name="csX219" fmla="*/ 47181 w 301869"/>
                <a:gd name="csY219" fmla="*/ 48854 h 208459"/>
                <a:gd name="csX220" fmla="*/ 46496 w 301869"/>
                <a:gd name="csY220" fmla="*/ 47416 h 208459"/>
                <a:gd name="csX221" fmla="*/ 44799 w 301869"/>
                <a:gd name="csY221" fmla="*/ 45400 h 208459"/>
                <a:gd name="csX222" fmla="*/ 38233 w 301869"/>
                <a:gd name="csY222" fmla="*/ 40584 h 208459"/>
                <a:gd name="csX223" fmla="*/ 36019 w 301869"/>
                <a:gd name="csY223" fmla="*/ 38659 h 208459"/>
                <a:gd name="csX224" fmla="*/ 34178 w 301869"/>
                <a:gd name="csY224" fmla="*/ 36163 h 208459"/>
                <a:gd name="csX225" fmla="*/ 33006 w 301869"/>
                <a:gd name="csY225" fmla="*/ 32641 h 208459"/>
                <a:gd name="csX226" fmla="*/ 32055 w 301869"/>
                <a:gd name="csY226" fmla="*/ 28958 h 208459"/>
                <a:gd name="csX227" fmla="*/ 31172 w 301869"/>
                <a:gd name="csY227" fmla="*/ 26219 h 208459"/>
                <a:gd name="csX228" fmla="*/ 28882 w 301869"/>
                <a:gd name="csY228" fmla="*/ 19843 h 208459"/>
                <a:gd name="csX229" fmla="*/ 27992 w 301869"/>
                <a:gd name="csY229" fmla="*/ 19082 h 208459"/>
                <a:gd name="csX230" fmla="*/ 26873 w 301869"/>
                <a:gd name="csY230" fmla="*/ 18747 h 208459"/>
                <a:gd name="csX231" fmla="*/ 24157 w 301869"/>
                <a:gd name="csY231" fmla="*/ 18550 h 208459"/>
                <a:gd name="csX232" fmla="*/ 21403 w 301869"/>
                <a:gd name="csY232" fmla="*/ 19014 h 208459"/>
                <a:gd name="csX233" fmla="*/ 16899 w 301869"/>
                <a:gd name="csY233" fmla="*/ 20117 h 208459"/>
                <a:gd name="csX234" fmla="*/ 14319 w 301869"/>
                <a:gd name="csY234" fmla="*/ 19775 h 208459"/>
                <a:gd name="csX235" fmla="*/ 13125 w 301869"/>
                <a:gd name="csY235" fmla="*/ 20452 h 208459"/>
                <a:gd name="csX236" fmla="*/ 10172 w 301869"/>
                <a:gd name="csY236" fmla="*/ 23145 h 208459"/>
                <a:gd name="csX237" fmla="*/ 8788 w 301869"/>
                <a:gd name="csY237" fmla="*/ 25443 h 208459"/>
                <a:gd name="csX238" fmla="*/ 6855 w 301869"/>
                <a:gd name="csY238" fmla="*/ 30693 h 208459"/>
                <a:gd name="csX239" fmla="*/ 8316 w 301869"/>
                <a:gd name="csY239" fmla="*/ 32382 h 208459"/>
                <a:gd name="csX240" fmla="*/ 8286 w 301869"/>
                <a:gd name="csY240" fmla="*/ 33493 h 208459"/>
                <a:gd name="csX241" fmla="*/ 7175 w 301869"/>
                <a:gd name="csY241" fmla="*/ 41208 h 208459"/>
                <a:gd name="csX242" fmla="*/ 7852 w 301869"/>
                <a:gd name="csY242" fmla="*/ 44944 h 208459"/>
                <a:gd name="csX243" fmla="*/ 7609 w 301869"/>
                <a:gd name="csY243" fmla="*/ 45218 h 208459"/>
                <a:gd name="csX244" fmla="*/ 7083 w 301869"/>
                <a:gd name="csY244" fmla="*/ 44350 h 208459"/>
                <a:gd name="csX245" fmla="*/ 5410 w 301869"/>
                <a:gd name="csY245" fmla="*/ 40546 h 208459"/>
                <a:gd name="csX246" fmla="*/ 2465 w 301869"/>
                <a:gd name="csY246" fmla="*/ 35889 h 208459"/>
                <a:gd name="csX247" fmla="*/ 0 w 301869"/>
                <a:gd name="csY247" fmla="*/ 28745 h 208459"/>
                <a:gd name="csX248" fmla="*/ 4329 w 301869"/>
                <a:gd name="csY248" fmla="*/ 24058 h 208459"/>
                <a:gd name="csX249" fmla="*/ 8034 w 301869"/>
                <a:gd name="csY249" fmla="*/ 20726 h 208459"/>
                <a:gd name="csX250" fmla="*/ 11063 w 301869"/>
                <a:gd name="csY250" fmla="*/ 18717 h 208459"/>
                <a:gd name="csX251" fmla="*/ 11991 w 301869"/>
                <a:gd name="csY251" fmla="*/ 18230 h 208459"/>
                <a:gd name="csX252" fmla="*/ 16138 w 301869"/>
                <a:gd name="csY252" fmla="*/ 16564 h 208459"/>
                <a:gd name="csX253" fmla="*/ 21486 w 301869"/>
                <a:gd name="csY253" fmla="*/ 15057 h 208459"/>
                <a:gd name="csX254" fmla="*/ 25436 w 301869"/>
                <a:gd name="csY254" fmla="*/ 13946 h 208459"/>
                <a:gd name="csX255" fmla="*/ 30579 w 301869"/>
                <a:gd name="csY255" fmla="*/ 12995 h 208459"/>
                <a:gd name="csX256" fmla="*/ 32268 w 301869"/>
                <a:gd name="csY256" fmla="*/ 12820 h 208459"/>
                <a:gd name="csX257" fmla="*/ 34741 w 301869"/>
                <a:gd name="csY257" fmla="*/ 12835 h 208459"/>
                <a:gd name="csX258" fmla="*/ 36750 w 301869"/>
                <a:gd name="csY258" fmla="*/ 13726 h 208459"/>
                <a:gd name="csX259" fmla="*/ 37959 w 301869"/>
                <a:gd name="csY259" fmla="*/ 14426 h 208459"/>
                <a:gd name="csX260" fmla="*/ 42250 w 301869"/>
                <a:gd name="csY260" fmla="*/ 17294 h 208459"/>
                <a:gd name="csX261" fmla="*/ 46625 w 301869"/>
                <a:gd name="csY261" fmla="*/ 20216 h 208459"/>
                <a:gd name="csX262" fmla="*/ 50384 w 301869"/>
                <a:gd name="csY262" fmla="*/ 23450 h 208459"/>
                <a:gd name="csX263" fmla="*/ 51449 w 301869"/>
                <a:gd name="csY263" fmla="*/ 24766 h 208459"/>
                <a:gd name="csX264" fmla="*/ 52042 w 301869"/>
                <a:gd name="csY264" fmla="*/ 26341 h 208459"/>
                <a:gd name="csX265" fmla="*/ 52491 w 301869"/>
                <a:gd name="csY265" fmla="*/ 27885 h 208459"/>
                <a:gd name="csX266" fmla="*/ 55679 w 301869"/>
                <a:gd name="csY266" fmla="*/ 32770 h 208459"/>
                <a:gd name="csX267" fmla="*/ 56973 w 301869"/>
                <a:gd name="csY267" fmla="*/ 34999 h 208459"/>
                <a:gd name="csX268" fmla="*/ 58837 w 301869"/>
                <a:gd name="csY268" fmla="*/ 37898 h 208459"/>
                <a:gd name="csX269" fmla="*/ 60336 w 301869"/>
                <a:gd name="csY269" fmla="*/ 39313 h 208459"/>
                <a:gd name="csX270" fmla="*/ 61797 w 301869"/>
                <a:gd name="csY270" fmla="*/ 41056 h 208459"/>
                <a:gd name="csX271" fmla="*/ 62778 w 301869"/>
                <a:gd name="csY271" fmla="*/ 42486 h 208459"/>
                <a:gd name="csX272" fmla="*/ 63897 w 301869"/>
                <a:gd name="csY272" fmla="*/ 43163 h 208459"/>
                <a:gd name="csX273" fmla="*/ 65145 w 301869"/>
                <a:gd name="csY273" fmla="*/ 43429 h 208459"/>
                <a:gd name="csX274" fmla="*/ 67990 w 301869"/>
                <a:gd name="csY274" fmla="*/ 42973 h 208459"/>
                <a:gd name="csX275" fmla="*/ 71414 w 301869"/>
                <a:gd name="csY275" fmla="*/ 42068 h 208459"/>
                <a:gd name="csX276" fmla="*/ 73460 w 301869"/>
                <a:gd name="csY276" fmla="*/ 41687 h 208459"/>
                <a:gd name="csX277" fmla="*/ 74373 w 301869"/>
                <a:gd name="csY277" fmla="*/ 41740 h 208459"/>
                <a:gd name="csX278" fmla="*/ 80019 w 301869"/>
                <a:gd name="csY278" fmla="*/ 42060 h 208459"/>
                <a:gd name="csX279" fmla="*/ 85102 w 301869"/>
                <a:gd name="csY279" fmla="*/ 42349 h 208459"/>
                <a:gd name="csX280" fmla="*/ 91371 w 301869"/>
                <a:gd name="csY280" fmla="*/ 42707 h 208459"/>
                <a:gd name="csX281" fmla="*/ 93235 w 301869"/>
                <a:gd name="csY281" fmla="*/ 43041 h 208459"/>
                <a:gd name="csX282" fmla="*/ 95472 w 301869"/>
                <a:gd name="csY282" fmla="*/ 43354 h 208459"/>
                <a:gd name="csX283" fmla="*/ 96583 w 301869"/>
                <a:gd name="csY283" fmla="*/ 43399 h 208459"/>
                <a:gd name="csX284" fmla="*/ 97572 w 301869"/>
                <a:gd name="csY284" fmla="*/ 42159 h 208459"/>
                <a:gd name="csX285" fmla="*/ 98226 w 301869"/>
                <a:gd name="csY285" fmla="*/ 41482 h 208459"/>
                <a:gd name="csX286" fmla="*/ 98736 w 301869"/>
                <a:gd name="csY286" fmla="*/ 40942 h 208459"/>
                <a:gd name="csX287" fmla="*/ 98630 w 301869"/>
                <a:gd name="csY287" fmla="*/ 40333 h 208459"/>
                <a:gd name="csX288" fmla="*/ 97839 w 301869"/>
                <a:gd name="csY288" fmla="*/ 39816 h 208459"/>
                <a:gd name="csX289" fmla="*/ 96591 w 301869"/>
                <a:gd name="csY289" fmla="*/ 38096 h 208459"/>
                <a:gd name="csX290" fmla="*/ 95876 w 301869"/>
                <a:gd name="csY290" fmla="*/ 31880 h 208459"/>
                <a:gd name="csX291" fmla="*/ 95427 w 301869"/>
                <a:gd name="csY291" fmla="*/ 26539 h 208459"/>
                <a:gd name="csX292" fmla="*/ 96910 w 301869"/>
                <a:gd name="csY292" fmla="*/ 24872 h 208459"/>
                <a:gd name="csX293" fmla="*/ 98622 w 301869"/>
                <a:gd name="csY293" fmla="*/ 23663 h 208459"/>
                <a:gd name="csX294" fmla="*/ 101080 w 301869"/>
                <a:gd name="csY294" fmla="*/ 20018 h 208459"/>
                <a:gd name="csX295" fmla="*/ 102404 w 301869"/>
                <a:gd name="csY295" fmla="*/ 18892 h 208459"/>
                <a:gd name="csX296" fmla="*/ 104344 w 301869"/>
                <a:gd name="csY296" fmla="*/ 17956 h 208459"/>
                <a:gd name="csX297" fmla="*/ 110842 w 301869"/>
                <a:gd name="csY297" fmla="*/ 17713 h 208459"/>
                <a:gd name="csX298" fmla="*/ 113581 w 301869"/>
                <a:gd name="csY298" fmla="*/ 16997 h 208459"/>
                <a:gd name="csX299" fmla="*/ 114463 w 301869"/>
                <a:gd name="csY299" fmla="*/ 15818 h 208459"/>
                <a:gd name="csX300" fmla="*/ 115901 w 301869"/>
                <a:gd name="csY300" fmla="*/ 12820 h 208459"/>
                <a:gd name="csX301" fmla="*/ 116380 w 301869"/>
                <a:gd name="csY301" fmla="*/ 10378 h 208459"/>
                <a:gd name="csX302" fmla="*/ 117187 w 301869"/>
                <a:gd name="csY302" fmla="*/ 9259 h 208459"/>
                <a:gd name="csX303" fmla="*/ 118153 w 301869"/>
                <a:gd name="csY303" fmla="*/ 8430 h 208459"/>
                <a:gd name="csX304" fmla="*/ 119150 w 301869"/>
                <a:gd name="csY304" fmla="*/ 8461 h 208459"/>
                <a:gd name="csX305" fmla="*/ 121075 w 301869"/>
                <a:gd name="csY305" fmla="*/ 9176 h 208459"/>
                <a:gd name="csX306" fmla="*/ 122536 w 301869"/>
                <a:gd name="csY306" fmla="*/ 9579 h 208459"/>
                <a:gd name="csX307" fmla="*/ 123578 w 301869"/>
                <a:gd name="csY307" fmla="*/ 10119 h 208459"/>
                <a:gd name="csX308" fmla="*/ 124529 w 301869"/>
                <a:gd name="csY308" fmla="*/ 10987 h 208459"/>
                <a:gd name="csX309" fmla="*/ 125450 w 301869"/>
                <a:gd name="csY309" fmla="*/ 12486 h 208459"/>
                <a:gd name="csX310" fmla="*/ 125594 w 301869"/>
                <a:gd name="csY310" fmla="*/ 13475 h 208459"/>
                <a:gd name="csX311" fmla="*/ 126021 w 301869"/>
                <a:gd name="csY311" fmla="*/ 14045 h 208459"/>
                <a:gd name="csX312" fmla="*/ 126759 w 301869"/>
                <a:gd name="csY312" fmla="*/ 14053 h 208459"/>
                <a:gd name="csX313" fmla="*/ 127307 w 301869"/>
                <a:gd name="csY313" fmla="*/ 14061 h 208459"/>
                <a:gd name="csX314" fmla="*/ 127679 w 301869"/>
                <a:gd name="csY314" fmla="*/ 13848 h 208459"/>
                <a:gd name="csX315" fmla="*/ 127915 w 301869"/>
                <a:gd name="csY315" fmla="*/ 13345 h 208459"/>
                <a:gd name="csX316" fmla="*/ 127732 w 301869"/>
                <a:gd name="csY316" fmla="*/ 12676 h 208459"/>
                <a:gd name="csX317" fmla="*/ 126477 w 301869"/>
                <a:gd name="csY317" fmla="*/ 10759 h 208459"/>
                <a:gd name="csX318" fmla="*/ 123715 w 301869"/>
                <a:gd name="csY318" fmla="*/ 7281 h 208459"/>
                <a:gd name="csX319" fmla="*/ 121912 w 301869"/>
                <a:gd name="csY319" fmla="*/ 5859 h 208459"/>
                <a:gd name="csX320" fmla="*/ 121014 w 301869"/>
                <a:gd name="csY320" fmla="*/ 5090 h 208459"/>
                <a:gd name="csX321" fmla="*/ 120793 w 301869"/>
                <a:gd name="csY321" fmla="*/ 4360 h 208459"/>
                <a:gd name="csX322" fmla="*/ 121965 w 301869"/>
                <a:gd name="csY322" fmla="*/ 3256 h 208459"/>
                <a:gd name="csX323" fmla="*/ 123099 w 301869"/>
                <a:gd name="csY323" fmla="*/ 2625 h 208459"/>
                <a:gd name="csX324" fmla="*/ 125092 w 301869"/>
                <a:gd name="csY324" fmla="*/ 3097 h 208459"/>
                <a:gd name="csX325" fmla="*/ 127748 w 301869"/>
                <a:gd name="csY325" fmla="*/ 3355 h 208459"/>
                <a:gd name="csX326" fmla="*/ 128919 w 301869"/>
                <a:gd name="csY326" fmla="*/ 2800 h 208459"/>
                <a:gd name="csX327" fmla="*/ 130129 w 301869"/>
                <a:gd name="csY327" fmla="*/ 0 h 208459"/>
                <a:gd name="csX328" fmla="*/ 133142 w 301869"/>
                <a:gd name="csY328" fmla="*/ 2967 h 208459"/>
                <a:gd name="csX329" fmla="*/ 136277 w 301869"/>
                <a:gd name="csY329" fmla="*/ 6285 h 208459"/>
                <a:gd name="csX330" fmla="*/ 137426 w 301869"/>
                <a:gd name="csY330" fmla="*/ 6901 h 208459"/>
                <a:gd name="csX331" fmla="*/ 139670 w 301869"/>
                <a:gd name="csY331" fmla="*/ 7251 h 208459"/>
                <a:gd name="csX332" fmla="*/ 141535 w 301869"/>
                <a:gd name="csY332" fmla="*/ 7373 h 208459"/>
                <a:gd name="csX333" fmla="*/ 142318 w 301869"/>
                <a:gd name="csY333" fmla="*/ 7730 h 208459"/>
                <a:gd name="csX334" fmla="*/ 143155 w 301869"/>
                <a:gd name="csY334" fmla="*/ 8590 h 208459"/>
                <a:gd name="csX335" fmla="*/ 144814 w 301869"/>
                <a:gd name="csY335" fmla="*/ 12212 h 208459"/>
                <a:gd name="csX336" fmla="*/ 146472 w 301869"/>
                <a:gd name="csY336" fmla="*/ 13163 h 208459"/>
                <a:gd name="csX337" fmla="*/ 148534 w 301869"/>
                <a:gd name="csY337" fmla="*/ 13848 h 208459"/>
                <a:gd name="csX338" fmla="*/ 155192 w 301869"/>
                <a:gd name="csY338" fmla="*/ 13787 h 208459"/>
                <a:gd name="csX339" fmla="*/ 157239 w 301869"/>
                <a:gd name="csY339" fmla="*/ 13969 h 208459"/>
                <a:gd name="csX340" fmla="*/ 158905 w 301869"/>
                <a:gd name="csY340" fmla="*/ 15666 h 208459"/>
                <a:gd name="csX341" fmla="*/ 159947 w 301869"/>
                <a:gd name="csY341" fmla="*/ 16366 h 208459"/>
                <a:gd name="csX342" fmla="*/ 160396 w 301869"/>
                <a:gd name="csY342" fmla="*/ 16967 h 208459"/>
                <a:gd name="csX343" fmla="*/ 160282 w 301869"/>
                <a:gd name="csY343" fmla="*/ 17713 h 208459"/>
                <a:gd name="csX344" fmla="*/ 159871 w 301869"/>
                <a:gd name="csY344" fmla="*/ 18664 h 208459"/>
                <a:gd name="csX345" fmla="*/ 159818 w 301869"/>
                <a:gd name="csY345" fmla="*/ 20490 h 208459"/>
                <a:gd name="csX346" fmla="*/ 159711 w 301869"/>
                <a:gd name="csY346" fmla="*/ 21905 h 208459"/>
                <a:gd name="csX347" fmla="*/ 159179 w 301869"/>
                <a:gd name="csY347" fmla="*/ 22574 h 208459"/>
                <a:gd name="csX348" fmla="*/ 159019 w 301869"/>
                <a:gd name="csY348" fmla="*/ 23198 h 208459"/>
                <a:gd name="csX349" fmla="*/ 159460 w 301869"/>
                <a:gd name="csY349" fmla="*/ 23746 h 208459"/>
                <a:gd name="csX350" fmla="*/ 162542 w 301869"/>
                <a:gd name="csY350" fmla="*/ 25085 h 208459"/>
                <a:gd name="csX351" fmla="*/ 163584 w 301869"/>
                <a:gd name="csY351" fmla="*/ 26523 h 208459"/>
                <a:gd name="csX352" fmla="*/ 164368 w 301869"/>
                <a:gd name="csY352" fmla="*/ 27163 h 208459"/>
                <a:gd name="csX353" fmla="*/ 164551 w 301869"/>
                <a:gd name="csY353" fmla="*/ 28060 h 208459"/>
                <a:gd name="csX354" fmla="*/ 164033 w 301869"/>
                <a:gd name="csY354" fmla="*/ 28654 h 208459"/>
                <a:gd name="csX355" fmla="*/ 162587 w 301869"/>
                <a:gd name="csY355" fmla="*/ 28357 h 208459"/>
                <a:gd name="csX356" fmla="*/ 161880 w 301869"/>
                <a:gd name="csY356" fmla="*/ 29300 h 208459"/>
                <a:gd name="csX357" fmla="*/ 161880 w 301869"/>
                <a:gd name="csY357" fmla="*/ 30990 h 208459"/>
                <a:gd name="csX358" fmla="*/ 162915 w 301869"/>
                <a:gd name="csY358" fmla="*/ 32572 h 208459"/>
                <a:gd name="csX359" fmla="*/ 163219 w 301869"/>
                <a:gd name="csY359" fmla="*/ 34018 h 208459"/>
                <a:gd name="csX360" fmla="*/ 162534 w 301869"/>
                <a:gd name="csY360" fmla="*/ 35410 h 208459"/>
                <a:gd name="csX361" fmla="*/ 161735 w 301869"/>
                <a:gd name="csY361" fmla="*/ 37373 h 208459"/>
                <a:gd name="csX362" fmla="*/ 161712 w 301869"/>
                <a:gd name="csY362" fmla="*/ 38758 h 208459"/>
                <a:gd name="csX363" fmla="*/ 162184 w 301869"/>
                <a:gd name="csY363" fmla="*/ 39549 h 208459"/>
                <a:gd name="csX364" fmla="*/ 164551 w 301869"/>
                <a:gd name="csY364" fmla="*/ 40980 h 208459"/>
                <a:gd name="csX365" fmla="*/ 169990 w 301869"/>
                <a:gd name="csY365" fmla="*/ 44586 h 208459"/>
                <a:gd name="csX366" fmla="*/ 171246 w 301869"/>
                <a:gd name="csY366" fmla="*/ 44738 h 208459"/>
                <a:gd name="csX367" fmla="*/ 176397 w 301869"/>
                <a:gd name="csY367" fmla="*/ 43901 h 208459"/>
                <a:gd name="csX368" fmla="*/ 178793 w 301869"/>
                <a:gd name="csY368" fmla="*/ 43818 h 208459"/>
                <a:gd name="csX369" fmla="*/ 180209 w 301869"/>
                <a:gd name="csY369" fmla="*/ 44381 h 208459"/>
                <a:gd name="csX370" fmla="*/ 184196 w 301869"/>
                <a:gd name="csY370" fmla="*/ 44890 h 208459"/>
                <a:gd name="csX371" fmla="*/ 185459 w 301869"/>
                <a:gd name="csY371" fmla="*/ 45469 h 208459"/>
                <a:gd name="csX372" fmla="*/ 186813 w 301869"/>
                <a:gd name="csY372" fmla="*/ 45507 h 208459"/>
                <a:gd name="csX373" fmla="*/ 188654 w 301869"/>
                <a:gd name="csY373" fmla="*/ 45339 h 208459"/>
                <a:gd name="csX374" fmla="*/ 189902 w 301869"/>
                <a:gd name="csY374" fmla="*/ 43726 h 208459"/>
                <a:gd name="csX375" fmla="*/ 190541 w 301869"/>
                <a:gd name="csY375" fmla="*/ 43361 h 208459"/>
                <a:gd name="csX376" fmla="*/ 191104 w 301869"/>
                <a:gd name="csY376" fmla="*/ 43095 h 208459"/>
                <a:gd name="csX377" fmla="*/ 192238 w 301869"/>
                <a:gd name="csY377" fmla="*/ 43057 h 208459"/>
                <a:gd name="csX378" fmla="*/ 195388 w 301869"/>
                <a:gd name="csY378" fmla="*/ 44084 h 208459"/>
                <a:gd name="csX379" fmla="*/ 198713 w 301869"/>
                <a:gd name="csY379" fmla="*/ 46245 h 208459"/>
                <a:gd name="csX380" fmla="*/ 200904 w 301869"/>
                <a:gd name="csY380" fmla="*/ 48215 h 208459"/>
                <a:gd name="csX381" fmla="*/ 201992 w 301869"/>
                <a:gd name="csY381" fmla="*/ 49996 h 208459"/>
                <a:gd name="csX382" fmla="*/ 203362 w 301869"/>
                <a:gd name="csY382" fmla="*/ 53846 h 208459"/>
                <a:gd name="csX383" fmla="*/ 205020 w 301869"/>
                <a:gd name="csY383" fmla="*/ 59758 h 208459"/>
                <a:gd name="csX384" fmla="*/ 207014 w 301869"/>
                <a:gd name="csY384" fmla="*/ 63737 h 208459"/>
                <a:gd name="csX385" fmla="*/ 209357 w 301869"/>
                <a:gd name="csY385" fmla="*/ 65799 h 208459"/>
                <a:gd name="csX386" fmla="*/ 211001 w 301869"/>
                <a:gd name="csY386" fmla="*/ 69588 h 208459"/>
                <a:gd name="csX387" fmla="*/ 212431 w 301869"/>
                <a:gd name="csY387" fmla="*/ 77828 h 208459"/>
                <a:gd name="csX388" fmla="*/ 213314 w 301869"/>
                <a:gd name="csY388" fmla="*/ 79509 h 208459"/>
                <a:gd name="csX389" fmla="*/ 214219 w 301869"/>
                <a:gd name="csY389" fmla="*/ 80384 h 208459"/>
                <a:gd name="csX390" fmla="*/ 216897 w 301869"/>
                <a:gd name="csY390" fmla="*/ 82758 h 208459"/>
                <a:gd name="csX391" fmla="*/ 222368 w 301869"/>
                <a:gd name="csY391" fmla="*/ 86684 h 208459"/>
                <a:gd name="csX392" fmla="*/ 225594 w 301869"/>
                <a:gd name="csY392" fmla="*/ 88997 h 208459"/>
                <a:gd name="csX393" fmla="*/ 230585 w 301869"/>
                <a:gd name="csY393" fmla="*/ 92680 h 208459"/>
                <a:gd name="csX394" fmla="*/ 235165 w 301869"/>
                <a:gd name="csY394" fmla="*/ 96050 h 208459"/>
                <a:gd name="csX395" fmla="*/ 239753 w 301869"/>
                <a:gd name="csY395" fmla="*/ 101239 h 208459"/>
                <a:gd name="csX396" fmla="*/ 240666 w 301869"/>
                <a:gd name="csY396" fmla="*/ 102000 h 208459"/>
                <a:gd name="csX397" fmla="*/ 244699 w 301869"/>
                <a:gd name="csY397" fmla="*/ 104800 h 208459"/>
                <a:gd name="csX398" fmla="*/ 249188 w 301869"/>
                <a:gd name="csY398" fmla="*/ 107661 h 208459"/>
                <a:gd name="csX399" fmla="*/ 252331 w 301869"/>
                <a:gd name="csY399" fmla="*/ 107014 h 208459"/>
                <a:gd name="csX400" fmla="*/ 257063 w 301869"/>
                <a:gd name="csY400" fmla="*/ 111412 h 208459"/>
                <a:gd name="csX401" fmla="*/ 258988 w 301869"/>
                <a:gd name="csY401" fmla="*/ 113040 h 208459"/>
                <a:gd name="csX402" fmla="*/ 259802 w 301869"/>
                <a:gd name="csY402" fmla="*/ 113596 h 208459"/>
                <a:gd name="csX403" fmla="*/ 263234 w 301869"/>
                <a:gd name="csY403" fmla="*/ 115330 h 208459"/>
                <a:gd name="csX404" fmla="*/ 268697 w 301869"/>
                <a:gd name="csY404" fmla="*/ 118952 h 208459"/>
                <a:gd name="csX405" fmla="*/ 275590 w 301869"/>
                <a:gd name="csY405" fmla="*/ 124126 h 208459"/>
                <a:gd name="csX406" fmla="*/ 280155 w 301869"/>
                <a:gd name="csY406" fmla="*/ 127116 h 208459"/>
                <a:gd name="csX407" fmla="*/ 281387 w 301869"/>
                <a:gd name="csY407" fmla="*/ 127466 h 208459"/>
                <a:gd name="csX408" fmla="*/ 282620 w 301869"/>
                <a:gd name="csY408" fmla="*/ 127451 h 208459"/>
                <a:gd name="csX409" fmla="*/ 283937 w 301869"/>
                <a:gd name="csY409" fmla="*/ 126812 h 208459"/>
                <a:gd name="csX410" fmla="*/ 285367 w 301869"/>
                <a:gd name="csY410" fmla="*/ 126310 h 208459"/>
                <a:gd name="csX411" fmla="*/ 287802 w 301869"/>
                <a:gd name="csY411" fmla="*/ 126972 h 208459"/>
                <a:gd name="csX412" fmla="*/ 290442 w 301869"/>
                <a:gd name="csY412" fmla="*/ 128166 h 208459"/>
                <a:gd name="csX413" fmla="*/ 292123 w 301869"/>
                <a:gd name="csY413" fmla="*/ 129072 h 208459"/>
                <a:gd name="csX414" fmla="*/ 294056 w 301869"/>
                <a:gd name="csY414" fmla="*/ 130380 h 208459"/>
                <a:gd name="csX415" fmla="*/ 295585 w 301869"/>
                <a:gd name="csY415" fmla="*/ 131628 h 208459"/>
                <a:gd name="csX416" fmla="*/ 296742 w 301869"/>
                <a:gd name="csY416" fmla="*/ 132199 h 208459"/>
                <a:gd name="csX417" fmla="*/ 300690 w 301869"/>
                <a:gd name="csY417" fmla="*/ 133287 h 208459"/>
                <a:gd name="csX418" fmla="*/ 301368 w 301869"/>
                <a:gd name="csY418" fmla="*/ 133933 h 208459"/>
                <a:gd name="csX419" fmla="*/ 301802 w 301869"/>
                <a:gd name="csY419" fmla="*/ 134656 h 208459"/>
                <a:gd name="csX420" fmla="*/ 301870 w 301869"/>
                <a:gd name="csY420" fmla="*/ 135410 h 208459"/>
                <a:gd name="csX421" fmla="*/ 299648 w 301869"/>
                <a:gd name="csY421" fmla="*/ 139351 h 208459"/>
                <a:gd name="csX422" fmla="*/ 299351 w 301869"/>
                <a:gd name="csY422" fmla="*/ 144365 h 208459"/>
                <a:gd name="csX423" fmla="*/ 299336 w 301869"/>
                <a:gd name="csY423" fmla="*/ 148131 h 208459"/>
                <a:gd name="csX424" fmla="*/ 299603 w 301869"/>
                <a:gd name="csY424" fmla="*/ 151030 h 208459"/>
                <a:gd name="csX425" fmla="*/ 13193 w 301869"/>
                <a:gd name="csY425" fmla="*/ 111732 h 208459"/>
                <a:gd name="csX426" fmla="*/ 12995 w 301869"/>
                <a:gd name="csY426" fmla="*/ 113010 h 208459"/>
                <a:gd name="csX427" fmla="*/ 11839 w 301869"/>
                <a:gd name="csY427" fmla="*/ 109160 h 208459"/>
                <a:gd name="csX428" fmla="*/ 11261 w 301869"/>
                <a:gd name="csY428" fmla="*/ 104907 h 208459"/>
                <a:gd name="csX429" fmla="*/ 11998 w 301869"/>
                <a:gd name="csY429" fmla="*/ 103705 h 208459"/>
                <a:gd name="csX430" fmla="*/ 12828 w 301869"/>
                <a:gd name="csY430" fmla="*/ 103773 h 208459"/>
                <a:gd name="csX431" fmla="*/ 12037 w 301869"/>
                <a:gd name="csY431" fmla="*/ 105310 h 208459"/>
                <a:gd name="csX432" fmla="*/ 13193 w 301869"/>
                <a:gd name="csY432" fmla="*/ 111732 h 208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Lst>
              <a:rect l="l" t="t" r="r" b="b"/>
              <a:pathLst>
                <a:path w="301869" h="208459">
                  <a:moveTo>
                    <a:pt x="299603" y="151030"/>
                  </a:moveTo>
                  <a:lnTo>
                    <a:pt x="298522" y="151129"/>
                  </a:lnTo>
                  <a:lnTo>
                    <a:pt x="295928" y="150505"/>
                  </a:lnTo>
                  <a:lnTo>
                    <a:pt x="290761" y="149257"/>
                  </a:lnTo>
                  <a:lnTo>
                    <a:pt x="286325" y="146754"/>
                  </a:lnTo>
                  <a:lnTo>
                    <a:pt x="283427" y="145118"/>
                  </a:lnTo>
                  <a:lnTo>
                    <a:pt x="282970" y="145339"/>
                  </a:lnTo>
                  <a:lnTo>
                    <a:pt x="281669" y="146457"/>
                  </a:lnTo>
                  <a:lnTo>
                    <a:pt x="280779" y="147834"/>
                  </a:lnTo>
                  <a:lnTo>
                    <a:pt x="280071" y="150497"/>
                  </a:lnTo>
                  <a:lnTo>
                    <a:pt x="278938" y="153632"/>
                  </a:lnTo>
                  <a:lnTo>
                    <a:pt x="273574" y="153754"/>
                  </a:lnTo>
                  <a:lnTo>
                    <a:pt x="269001" y="153989"/>
                  </a:lnTo>
                  <a:lnTo>
                    <a:pt x="266049" y="155176"/>
                  </a:lnTo>
                  <a:lnTo>
                    <a:pt x="263157" y="156812"/>
                  </a:lnTo>
                  <a:lnTo>
                    <a:pt x="262435" y="158753"/>
                  </a:lnTo>
                  <a:lnTo>
                    <a:pt x="261811" y="161271"/>
                  </a:lnTo>
                  <a:lnTo>
                    <a:pt x="260122" y="166970"/>
                  </a:lnTo>
                  <a:lnTo>
                    <a:pt x="258592" y="172159"/>
                  </a:lnTo>
                  <a:lnTo>
                    <a:pt x="257801" y="175514"/>
                  </a:lnTo>
                  <a:lnTo>
                    <a:pt x="256637" y="177812"/>
                  </a:lnTo>
                  <a:lnTo>
                    <a:pt x="253365" y="180833"/>
                  </a:lnTo>
                  <a:lnTo>
                    <a:pt x="249660" y="182864"/>
                  </a:lnTo>
                  <a:lnTo>
                    <a:pt x="247689" y="183815"/>
                  </a:lnTo>
                  <a:lnTo>
                    <a:pt x="246822" y="185002"/>
                  </a:lnTo>
                  <a:lnTo>
                    <a:pt x="246632" y="186121"/>
                  </a:lnTo>
                  <a:lnTo>
                    <a:pt x="245932" y="186463"/>
                  </a:lnTo>
                  <a:lnTo>
                    <a:pt x="244403" y="186265"/>
                  </a:lnTo>
                  <a:lnTo>
                    <a:pt x="242789" y="186455"/>
                  </a:lnTo>
                  <a:lnTo>
                    <a:pt x="239244" y="187627"/>
                  </a:lnTo>
                  <a:lnTo>
                    <a:pt x="235409" y="189065"/>
                  </a:lnTo>
                  <a:lnTo>
                    <a:pt x="230814" y="190495"/>
                  </a:lnTo>
                  <a:lnTo>
                    <a:pt x="228188" y="190495"/>
                  </a:lnTo>
                  <a:lnTo>
                    <a:pt x="227146" y="190815"/>
                  </a:lnTo>
                  <a:lnTo>
                    <a:pt x="226682" y="191538"/>
                  </a:lnTo>
                  <a:lnTo>
                    <a:pt x="227146" y="192900"/>
                  </a:lnTo>
                  <a:lnTo>
                    <a:pt x="227595" y="193912"/>
                  </a:lnTo>
                  <a:lnTo>
                    <a:pt x="227998" y="195220"/>
                  </a:lnTo>
                  <a:lnTo>
                    <a:pt x="226918" y="196278"/>
                  </a:lnTo>
                  <a:lnTo>
                    <a:pt x="226165" y="198096"/>
                  </a:lnTo>
                  <a:lnTo>
                    <a:pt x="225579" y="201292"/>
                  </a:lnTo>
                  <a:lnTo>
                    <a:pt x="223950" y="202243"/>
                  </a:lnTo>
                  <a:lnTo>
                    <a:pt x="221333" y="203795"/>
                  </a:lnTo>
                  <a:lnTo>
                    <a:pt x="218450" y="205834"/>
                  </a:lnTo>
                  <a:lnTo>
                    <a:pt x="217704" y="206253"/>
                  </a:lnTo>
                  <a:lnTo>
                    <a:pt x="216045" y="206831"/>
                  </a:lnTo>
                  <a:lnTo>
                    <a:pt x="214394" y="206656"/>
                  </a:lnTo>
                  <a:lnTo>
                    <a:pt x="212895" y="206359"/>
                  </a:lnTo>
                  <a:lnTo>
                    <a:pt x="211267" y="206884"/>
                  </a:lnTo>
                  <a:lnTo>
                    <a:pt x="209578" y="208459"/>
                  </a:lnTo>
                  <a:lnTo>
                    <a:pt x="208794" y="207980"/>
                  </a:lnTo>
                  <a:lnTo>
                    <a:pt x="208399" y="206390"/>
                  </a:lnTo>
                  <a:lnTo>
                    <a:pt x="207554" y="205355"/>
                  </a:lnTo>
                  <a:lnTo>
                    <a:pt x="204914" y="203019"/>
                  </a:lnTo>
                  <a:lnTo>
                    <a:pt x="202654" y="201353"/>
                  </a:lnTo>
                  <a:lnTo>
                    <a:pt x="201680" y="201239"/>
                  </a:lnTo>
                  <a:lnTo>
                    <a:pt x="199611" y="201672"/>
                  </a:lnTo>
                  <a:lnTo>
                    <a:pt x="197016" y="201984"/>
                  </a:lnTo>
                  <a:lnTo>
                    <a:pt x="194909" y="201650"/>
                  </a:lnTo>
                  <a:lnTo>
                    <a:pt x="193235" y="200980"/>
                  </a:lnTo>
                  <a:lnTo>
                    <a:pt x="190655" y="198682"/>
                  </a:lnTo>
                  <a:lnTo>
                    <a:pt x="189712" y="197442"/>
                  </a:lnTo>
                  <a:lnTo>
                    <a:pt x="189004" y="196491"/>
                  </a:lnTo>
                  <a:lnTo>
                    <a:pt x="187247" y="196750"/>
                  </a:lnTo>
                  <a:lnTo>
                    <a:pt x="186752" y="195715"/>
                  </a:lnTo>
                  <a:lnTo>
                    <a:pt x="186684" y="194498"/>
                  </a:lnTo>
                  <a:lnTo>
                    <a:pt x="187171" y="193029"/>
                  </a:lnTo>
                  <a:lnTo>
                    <a:pt x="187026" y="190252"/>
                  </a:lnTo>
                  <a:lnTo>
                    <a:pt x="186037" y="188258"/>
                  </a:lnTo>
                  <a:lnTo>
                    <a:pt x="184911" y="187391"/>
                  </a:lnTo>
                  <a:lnTo>
                    <a:pt x="185055" y="186782"/>
                  </a:lnTo>
                  <a:lnTo>
                    <a:pt x="185550" y="185390"/>
                  </a:lnTo>
                  <a:lnTo>
                    <a:pt x="186181" y="184173"/>
                  </a:lnTo>
                  <a:lnTo>
                    <a:pt x="186174" y="181768"/>
                  </a:lnTo>
                  <a:lnTo>
                    <a:pt x="185383" y="179159"/>
                  </a:lnTo>
                  <a:lnTo>
                    <a:pt x="185071" y="175377"/>
                  </a:lnTo>
                  <a:lnTo>
                    <a:pt x="185268" y="171687"/>
                  </a:lnTo>
                  <a:lnTo>
                    <a:pt x="184196" y="169823"/>
                  </a:lnTo>
                  <a:lnTo>
                    <a:pt x="175400" y="169815"/>
                  </a:lnTo>
                  <a:lnTo>
                    <a:pt x="167578" y="169960"/>
                  </a:lnTo>
                  <a:lnTo>
                    <a:pt x="167137" y="169534"/>
                  </a:lnTo>
                  <a:lnTo>
                    <a:pt x="164094" y="164870"/>
                  </a:lnTo>
                  <a:lnTo>
                    <a:pt x="161629" y="161324"/>
                  </a:lnTo>
                  <a:lnTo>
                    <a:pt x="159194" y="159232"/>
                  </a:lnTo>
                  <a:lnTo>
                    <a:pt x="153617" y="156653"/>
                  </a:lnTo>
                  <a:lnTo>
                    <a:pt x="150946" y="155572"/>
                  </a:lnTo>
                  <a:lnTo>
                    <a:pt x="148656" y="153601"/>
                  </a:lnTo>
                  <a:lnTo>
                    <a:pt x="146784" y="151433"/>
                  </a:lnTo>
                  <a:lnTo>
                    <a:pt x="146305" y="148466"/>
                  </a:lnTo>
                  <a:lnTo>
                    <a:pt x="145925" y="147492"/>
                  </a:lnTo>
                  <a:lnTo>
                    <a:pt x="145384" y="146701"/>
                  </a:lnTo>
                  <a:lnTo>
                    <a:pt x="144799" y="146351"/>
                  </a:lnTo>
                  <a:lnTo>
                    <a:pt x="144084" y="146427"/>
                  </a:lnTo>
                  <a:lnTo>
                    <a:pt x="137601" y="142972"/>
                  </a:lnTo>
                  <a:lnTo>
                    <a:pt x="134999" y="142059"/>
                  </a:lnTo>
                  <a:lnTo>
                    <a:pt x="132549" y="142790"/>
                  </a:lnTo>
                  <a:lnTo>
                    <a:pt x="131468" y="142919"/>
                  </a:lnTo>
                  <a:lnTo>
                    <a:pt x="129338" y="141938"/>
                  </a:lnTo>
                  <a:lnTo>
                    <a:pt x="126888" y="143269"/>
                  </a:lnTo>
                  <a:lnTo>
                    <a:pt x="125846" y="143353"/>
                  </a:lnTo>
                  <a:lnTo>
                    <a:pt x="124385" y="143033"/>
                  </a:lnTo>
                  <a:lnTo>
                    <a:pt x="123175" y="142539"/>
                  </a:lnTo>
                  <a:lnTo>
                    <a:pt x="119911" y="139381"/>
                  </a:lnTo>
                  <a:lnTo>
                    <a:pt x="117172" y="138110"/>
                  </a:lnTo>
                  <a:lnTo>
                    <a:pt x="115201" y="137296"/>
                  </a:lnTo>
                  <a:lnTo>
                    <a:pt x="111404" y="136094"/>
                  </a:lnTo>
                  <a:lnTo>
                    <a:pt x="107364" y="135470"/>
                  </a:lnTo>
                  <a:lnTo>
                    <a:pt x="105287" y="134953"/>
                  </a:lnTo>
                  <a:lnTo>
                    <a:pt x="103796" y="134261"/>
                  </a:lnTo>
                  <a:lnTo>
                    <a:pt x="103408" y="133812"/>
                  </a:lnTo>
                  <a:lnTo>
                    <a:pt x="103431" y="132655"/>
                  </a:lnTo>
                  <a:lnTo>
                    <a:pt x="103317" y="131133"/>
                  </a:lnTo>
                  <a:lnTo>
                    <a:pt x="102822" y="130023"/>
                  </a:lnTo>
                  <a:lnTo>
                    <a:pt x="101795" y="128691"/>
                  </a:lnTo>
                  <a:lnTo>
                    <a:pt x="100372" y="127694"/>
                  </a:lnTo>
                  <a:lnTo>
                    <a:pt x="97922" y="127869"/>
                  </a:lnTo>
                  <a:lnTo>
                    <a:pt x="94247" y="127786"/>
                  </a:lnTo>
                  <a:lnTo>
                    <a:pt x="91432" y="126789"/>
                  </a:lnTo>
                  <a:lnTo>
                    <a:pt x="89195" y="126614"/>
                  </a:lnTo>
                  <a:lnTo>
                    <a:pt x="86501" y="126804"/>
                  </a:lnTo>
                  <a:lnTo>
                    <a:pt x="84295" y="126804"/>
                  </a:lnTo>
                  <a:lnTo>
                    <a:pt x="82720" y="127535"/>
                  </a:lnTo>
                  <a:lnTo>
                    <a:pt x="81807" y="128387"/>
                  </a:lnTo>
                  <a:lnTo>
                    <a:pt x="81229" y="130989"/>
                  </a:lnTo>
                  <a:lnTo>
                    <a:pt x="80696" y="131377"/>
                  </a:lnTo>
                  <a:lnTo>
                    <a:pt x="79776" y="131567"/>
                  </a:lnTo>
                  <a:lnTo>
                    <a:pt x="78551" y="131430"/>
                  </a:lnTo>
                  <a:lnTo>
                    <a:pt x="75964" y="131453"/>
                  </a:lnTo>
                  <a:lnTo>
                    <a:pt x="71498" y="130989"/>
                  </a:lnTo>
                  <a:lnTo>
                    <a:pt x="65890" y="130852"/>
                  </a:lnTo>
                  <a:lnTo>
                    <a:pt x="61667" y="132168"/>
                  </a:lnTo>
                  <a:lnTo>
                    <a:pt x="58335" y="134055"/>
                  </a:lnTo>
                  <a:lnTo>
                    <a:pt x="55154" y="136178"/>
                  </a:lnTo>
                  <a:lnTo>
                    <a:pt x="51411" y="139526"/>
                  </a:lnTo>
                  <a:lnTo>
                    <a:pt x="50308" y="141017"/>
                  </a:lnTo>
                  <a:lnTo>
                    <a:pt x="48101" y="146944"/>
                  </a:lnTo>
                  <a:lnTo>
                    <a:pt x="47120" y="147796"/>
                  </a:lnTo>
                  <a:lnTo>
                    <a:pt x="45841" y="148473"/>
                  </a:lnTo>
                  <a:lnTo>
                    <a:pt x="44548" y="148595"/>
                  </a:lnTo>
                  <a:lnTo>
                    <a:pt x="41976" y="149470"/>
                  </a:lnTo>
                  <a:lnTo>
                    <a:pt x="38583" y="150916"/>
                  </a:lnTo>
                  <a:lnTo>
                    <a:pt x="36278" y="151479"/>
                  </a:lnTo>
                  <a:lnTo>
                    <a:pt x="30351" y="151182"/>
                  </a:lnTo>
                  <a:lnTo>
                    <a:pt x="30001" y="149303"/>
                  </a:lnTo>
                  <a:lnTo>
                    <a:pt x="28935" y="142440"/>
                  </a:lnTo>
                  <a:lnTo>
                    <a:pt x="28418" y="135486"/>
                  </a:lnTo>
                  <a:lnTo>
                    <a:pt x="28449" y="132275"/>
                  </a:lnTo>
                  <a:lnTo>
                    <a:pt x="29072" y="125815"/>
                  </a:lnTo>
                  <a:lnTo>
                    <a:pt x="29019" y="122551"/>
                  </a:lnTo>
                  <a:lnTo>
                    <a:pt x="28768" y="119591"/>
                  </a:lnTo>
                  <a:lnTo>
                    <a:pt x="29011" y="116685"/>
                  </a:lnTo>
                  <a:lnTo>
                    <a:pt x="29491" y="113413"/>
                  </a:lnTo>
                  <a:lnTo>
                    <a:pt x="29734" y="110081"/>
                  </a:lnTo>
                  <a:lnTo>
                    <a:pt x="29376" y="107752"/>
                  </a:lnTo>
                  <a:lnTo>
                    <a:pt x="28235" y="105873"/>
                  </a:lnTo>
                  <a:lnTo>
                    <a:pt x="26295" y="103545"/>
                  </a:lnTo>
                  <a:lnTo>
                    <a:pt x="25991" y="102160"/>
                  </a:lnTo>
                  <a:lnTo>
                    <a:pt x="25877" y="100623"/>
                  </a:lnTo>
                  <a:lnTo>
                    <a:pt x="24020" y="100448"/>
                  </a:lnTo>
                  <a:lnTo>
                    <a:pt x="22346" y="98858"/>
                  </a:lnTo>
                  <a:lnTo>
                    <a:pt x="20969" y="97991"/>
                  </a:lnTo>
                  <a:lnTo>
                    <a:pt x="18002" y="97024"/>
                  </a:lnTo>
                  <a:lnTo>
                    <a:pt x="16526" y="96979"/>
                  </a:lnTo>
                  <a:lnTo>
                    <a:pt x="15164" y="97686"/>
                  </a:lnTo>
                  <a:lnTo>
                    <a:pt x="14167" y="99109"/>
                  </a:lnTo>
                  <a:lnTo>
                    <a:pt x="13467" y="96864"/>
                  </a:lnTo>
                  <a:lnTo>
                    <a:pt x="13490" y="94513"/>
                  </a:lnTo>
                  <a:lnTo>
                    <a:pt x="15856" y="89652"/>
                  </a:lnTo>
                  <a:lnTo>
                    <a:pt x="17340" y="91074"/>
                  </a:lnTo>
                  <a:lnTo>
                    <a:pt x="19143" y="91645"/>
                  </a:lnTo>
                  <a:lnTo>
                    <a:pt x="21441" y="91729"/>
                  </a:lnTo>
                  <a:lnTo>
                    <a:pt x="23701" y="91356"/>
                  </a:lnTo>
                  <a:lnTo>
                    <a:pt x="23259" y="89690"/>
                  </a:lnTo>
                  <a:lnTo>
                    <a:pt x="22209" y="88739"/>
                  </a:lnTo>
                  <a:lnTo>
                    <a:pt x="20901" y="87993"/>
                  </a:lnTo>
                  <a:lnTo>
                    <a:pt x="20436" y="85786"/>
                  </a:lnTo>
                  <a:lnTo>
                    <a:pt x="20596" y="83496"/>
                  </a:lnTo>
                  <a:lnTo>
                    <a:pt x="21212" y="81328"/>
                  </a:lnTo>
                  <a:lnTo>
                    <a:pt x="20505" y="80453"/>
                  </a:lnTo>
                  <a:lnTo>
                    <a:pt x="19440" y="79913"/>
                  </a:lnTo>
                  <a:lnTo>
                    <a:pt x="16967" y="79973"/>
                  </a:lnTo>
                  <a:lnTo>
                    <a:pt x="13764" y="79403"/>
                  </a:lnTo>
                  <a:lnTo>
                    <a:pt x="10538" y="79152"/>
                  </a:lnTo>
                  <a:lnTo>
                    <a:pt x="9777" y="81708"/>
                  </a:lnTo>
                  <a:lnTo>
                    <a:pt x="11557" y="85056"/>
                  </a:lnTo>
                  <a:lnTo>
                    <a:pt x="10051" y="83412"/>
                  </a:lnTo>
                  <a:lnTo>
                    <a:pt x="8620" y="81237"/>
                  </a:lnTo>
                  <a:lnTo>
                    <a:pt x="6627" y="77310"/>
                  </a:lnTo>
                  <a:lnTo>
                    <a:pt x="5341" y="72700"/>
                  </a:lnTo>
                  <a:lnTo>
                    <a:pt x="5113" y="67708"/>
                  </a:lnTo>
                  <a:lnTo>
                    <a:pt x="6201" y="63577"/>
                  </a:lnTo>
                  <a:lnTo>
                    <a:pt x="7601" y="59681"/>
                  </a:lnTo>
                  <a:lnTo>
                    <a:pt x="8438" y="54683"/>
                  </a:lnTo>
                  <a:lnTo>
                    <a:pt x="9594" y="49767"/>
                  </a:lnTo>
                  <a:lnTo>
                    <a:pt x="10743" y="51974"/>
                  </a:lnTo>
                  <a:lnTo>
                    <a:pt x="12067" y="53952"/>
                  </a:lnTo>
                  <a:lnTo>
                    <a:pt x="13893" y="55771"/>
                  </a:lnTo>
                  <a:lnTo>
                    <a:pt x="14898" y="56204"/>
                  </a:lnTo>
                  <a:lnTo>
                    <a:pt x="17911" y="56958"/>
                  </a:lnTo>
                  <a:lnTo>
                    <a:pt x="19851" y="56676"/>
                  </a:lnTo>
                  <a:lnTo>
                    <a:pt x="21913" y="55596"/>
                  </a:lnTo>
                  <a:lnTo>
                    <a:pt x="23944" y="55946"/>
                  </a:lnTo>
                  <a:lnTo>
                    <a:pt x="25626" y="57970"/>
                  </a:lnTo>
                  <a:lnTo>
                    <a:pt x="27117" y="60237"/>
                  </a:lnTo>
                  <a:lnTo>
                    <a:pt x="29384" y="60716"/>
                  </a:lnTo>
                  <a:lnTo>
                    <a:pt x="34056" y="59080"/>
                  </a:lnTo>
                  <a:lnTo>
                    <a:pt x="36278" y="58708"/>
                  </a:lnTo>
                  <a:lnTo>
                    <a:pt x="38210" y="59461"/>
                  </a:lnTo>
                  <a:lnTo>
                    <a:pt x="39207" y="59598"/>
                  </a:lnTo>
                  <a:lnTo>
                    <a:pt x="40219" y="59468"/>
                  </a:lnTo>
                  <a:lnTo>
                    <a:pt x="39344" y="57460"/>
                  </a:lnTo>
                  <a:lnTo>
                    <a:pt x="38986" y="55504"/>
                  </a:lnTo>
                  <a:lnTo>
                    <a:pt x="40158" y="54470"/>
                  </a:lnTo>
                  <a:lnTo>
                    <a:pt x="43840" y="55573"/>
                  </a:lnTo>
                  <a:lnTo>
                    <a:pt x="46191" y="54842"/>
                  </a:lnTo>
                  <a:lnTo>
                    <a:pt x="46792" y="54432"/>
                  </a:lnTo>
                  <a:lnTo>
                    <a:pt x="47318" y="53922"/>
                  </a:lnTo>
                  <a:lnTo>
                    <a:pt x="47599" y="52233"/>
                  </a:lnTo>
                  <a:lnTo>
                    <a:pt x="47485" y="50490"/>
                  </a:lnTo>
                  <a:lnTo>
                    <a:pt x="47181" y="48854"/>
                  </a:lnTo>
                  <a:lnTo>
                    <a:pt x="46496" y="47416"/>
                  </a:lnTo>
                  <a:lnTo>
                    <a:pt x="44799" y="45400"/>
                  </a:lnTo>
                  <a:lnTo>
                    <a:pt x="38233" y="40584"/>
                  </a:lnTo>
                  <a:lnTo>
                    <a:pt x="36019" y="38659"/>
                  </a:lnTo>
                  <a:lnTo>
                    <a:pt x="34178" y="36163"/>
                  </a:lnTo>
                  <a:lnTo>
                    <a:pt x="33006" y="32641"/>
                  </a:lnTo>
                  <a:lnTo>
                    <a:pt x="32055" y="28958"/>
                  </a:lnTo>
                  <a:lnTo>
                    <a:pt x="31172" y="26219"/>
                  </a:lnTo>
                  <a:lnTo>
                    <a:pt x="28882" y="19843"/>
                  </a:lnTo>
                  <a:lnTo>
                    <a:pt x="27992" y="19082"/>
                  </a:lnTo>
                  <a:lnTo>
                    <a:pt x="26873" y="18747"/>
                  </a:lnTo>
                  <a:lnTo>
                    <a:pt x="24157" y="18550"/>
                  </a:lnTo>
                  <a:lnTo>
                    <a:pt x="21403" y="19014"/>
                  </a:lnTo>
                  <a:lnTo>
                    <a:pt x="16899" y="20117"/>
                  </a:lnTo>
                  <a:lnTo>
                    <a:pt x="14319" y="19775"/>
                  </a:lnTo>
                  <a:lnTo>
                    <a:pt x="13125" y="20452"/>
                  </a:lnTo>
                  <a:lnTo>
                    <a:pt x="10172" y="23145"/>
                  </a:lnTo>
                  <a:lnTo>
                    <a:pt x="8788" y="25443"/>
                  </a:lnTo>
                  <a:lnTo>
                    <a:pt x="6855" y="30693"/>
                  </a:lnTo>
                  <a:lnTo>
                    <a:pt x="8316" y="32382"/>
                  </a:lnTo>
                  <a:lnTo>
                    <a:pt x="8286" y="33493"/>
                  </a:lnTo>
                  <a:lnTo>
                    <a:pt x="7175" y="41208"/>
                  </a:lnTo>
                  <a:lnTo>
                    <a:pt x="7852" y="44944"/>
                  </a:lnTo>
                  <a:lnTo>
                    <a:pt x="7609" y="45218"/>
                  </a:lnTo>
                  <a:lnTo>
                    <a:pt x="7083" y="44350"/>
                  </a:lnTo>
                  <a:lnTo>
                    <a:pt x="5410" y="40546"/>
                  </a:lnTo>
                  <a:lnTo>
                    <a:pt x="2465" y="35889"/>
                  </a:lnTo>
                  <a:lnTo>
                    <a:pt x="0" y="28745"/>
                  </a:lnTo>
                  <a:lnTo>
                    <a:pt x="4329" y="24058"/>
                  </a:lnTo>
                  <a:lnTo>
                    <a:pt x="8034" y="20726"/>
                  </a:lnTo>
                  <a:lnTo>
                    <a:pt x="11063" y="18717"/>
                  </a:lnTo>
                  <a:lnTo>
                    <a:pt x="11991" y="18230"/>
                  </a:lnTo>
                  <a:lnTo>
                    <a:pt x="16138" y="16564"/>
                  </a:lnTo>
                  <a:lnTo>
                    <a:pt x="21486" y="15057"/>
                  </a:lnTo>
                  <a:lnTo>
                    <a:pt x="25436" y="13946"/>
                  </a:lnTo>
                  <a:lnTo>
                    <a:pt x="30579" y="12995"/>
                  </a:lnTo>
                  <a:lnTo>
                    <a:pt x="32268" y="12820"/>
                  </a:lnTo>
                  <a:lnTo>
                    <a:pt x="34741" y="12835"/>
                  </a:lnTo>
                  <a:lnTo>
                    <a:pt x="36750" y="13726"/>
                  </a:lnTo>
                  <a:lnTo>
                    <a:pt x="37959" y="14426"/>
                  </a:lnTo>
                  <a:lnTo>
                    <a:pt x="42250" y="17294"/>
                  </a:lnTo>
                  <a:lnTo>
                    <a:pt x="46625" y="20216"/>
                  </a:lnTo>
                  <a:lnTo>
                    <a:pt x="50384" y="23450"/>
                  </a:lnTo>
                  <a:lnTo>
                    <a:pt x="51449" y="24766"/>
                  </a:lnTo>
                  <a:lnTo>
                    <a:pt x="52042" y="26341"/>
                  </a:lnTo>
                  <a:lnTo>
                    <a:pt x="52491" y="27885"/>
                  </a:lnTo>
                  <a:lnTo>
                    <a:pt x="55679" y="32770"/>
                  </a:lnTo>
                  <a:lnTo>
                    <a:pt x="56973" y="34999"/>
                  </a:lnTo>
                  <a:lnTo>
                    <a:pt x="58837" y="37898"/>
                  </a:lnTo>
                  <a:lnTo>
                    <a:pt x="60336" y="39313"/>
                  </a:lnTo>
                  <a:lnTo>
                    <a:pt x="61797" y="41056"/>
                  </a:lnTo>
                  <a:lnTo>
                    <a:pt x="62778" y="42486"/>
                  </a:lnTo>
                  <a:lnTo>
                    <a:pt x="63897" y="43163"/>
                  </a:lnTo>
                  <a:lnTo>
                    <a:pt x="65145" y="43429"/>
                  </a:lnTo>
                  <a:lnTo>
                    <a:pt x="67990" y="42973"/>
                  </a:lnTo>
                  <a:lnTo>
                    <a:pt x="71414" y="42068"/>
                  </a:lnTo>
                  <a:lnTo>
                    <a:pt x="73460" y="41687"/>
                  </a:lnTo>
                  <a:lnTo>
                    <a:pt x="74373" y="41740"/>
                  </a:lnTo>
                  <a:lnTo>
                    <a:pt x="80019" y="42060"/>
                  </a:lnTo>
                  <a:lnTo>
                    <a:pt x="85102" y="42349"/>
                  </a:lnTo>
                  <a:lnTo>
                    <a:pt x="91371" y="42707"/>
                  </a:lnTo>
                  <a:lnTo>
                    <a:pt x="93235" y="43041"/>
                  </a:lnTo>
                  <a:lnTo>
                    <a:pt x="95472" y="43354"/>
                  </a:lnTo>
                  <a:lnTo>
                    <a:pt x="96583" y="43399"/>
                  </a:lnTo>
                  <a:lnTo>
                    <a:pt x="97572" y="42159"/>
                  </a:lnTo>
                  <a:lnTo>
                    <a:pt x="98226" y="41482"/>
                  </a:lnTo>
                  <a:lnTo>
                    <a:pt x="98736" y="40942"/>
                  </a:lnTo>
                  <a:lnTo>
                    <a:pt x="98630" y="40333"/>
                  </a:lnTo>
                  <a:lnTo>
                    <a:pt x="97839" y="39816"/>
                  </a:lnTo>
                  <a:lnTo>
                    <a:pt x="96591" y="38096"/>
                  </a:lnTo>
                  <a:lnTo>
                    <a:pt x="95876" y="31880"/>
                  </a:lnTo>
                  <a:lnTo>
                    <a:pt x="95427" y="26539"/>
                  </a:lnTo>
                  <a:lnTo>
                    <a:pt x="96910" y="24872"/>
                  </a:lnTo>
                  <a:lnTo>
                    <a:pt x="98622" y="23663"/>
                  </a:lnTo>
                  <a:lnTo>
                    <a:pt x="101080" y="20018"/>
                  </a:lnTo>
                  <a:lnTo>
                    <a:pt x="102404" y="18892"/>
                  </a:lnTo>
                  <a:lnTo>
                    <a:pt x="104344" y="17956"/>
                  </a:lnTo>
                  <a:lnTo>
                    <a:pt x="110842" y="17713"/>
                  </a:lnTo>
                  <a:lnTo>
                    <a:pt x="113581" y="16997"/>
                  </a:lnTo>
                  <a:lnTo>
                    <a:pt x="114463" y="15818"/>
                  </a:lnTo>
                  <a:lnTo>
                    <a:pt x="115901" y="12820"/>
                  </a:lnTo>
                  <a:lnTo>
                    <a:pt x="116380" y="10378"/>
                  </a:lnTo>
                  <a:lnTo>
                    <a:pt x="117187" y="9259"/>
                  </a:lnTo>
                  <a:lnTo>
                    <a:pt x="118153" y="8430"/>
                  </a:lnTo>
                  <a:lnTo>
                    <a:pt x="119150" y="8461"/>
                  </a:lnTo>
                  <a:lnTo>
                    <a:pt x="121075" y="9176"/>
                  </a:lnTo>
                  <a:lnTo>
                    <a:pt x="122536" y="9579"/>
                  </a:lnTo>
                  <a:lnTo>
                    <a:pt x="123578" y="10119"/>
                  </a:lnTo>
                  <a:lnTo>
                    <a:pt x="124529" y="10987"/>
                  </a:lnTo>
                  <a:lnTo>
                    <a:pt x="125450" y="12486"/>
                  </a:lnTo>
                  <a:lnTo>
                    <a:pt x="125594" y="13475"/>
                  </a:lnTo>
                  <a:lnTo>
                    <a:pt x="126021" y="14045"/>
                  </a:lnTo>
                  <a:lnTo>
                    <a:pt x="126759" y="14053"/>
                  </a:lnTo>
                  <a:lnTo>
                    <a:pt x="127307" y="14061"/>
                  </a:lnTo>
                  <a:lnTo>
                    <a:pt x="127679" y="13848"/>
                  </a:lnTo>
                  <a:lnTo>
                    <a:pt x="127915" y="13345"/>
                  </a:lnTo>
                  <a:lnTo>
                    <a:pt x="127732" y="12676"/>
                  </a:lnTo>
                  <a:lnTo>
                    <a:pt x="126477" y="10759"/>
                  </a:lnTo>
                  <a:lnTo>
                    <a:pt x="123715" y="7281"/>
                  </a:lnTo>
                  <a:lnTo>
                    <a:pt x="121912" y="5859"/>
                  </a:lnTo>
                  <a:lnTo>
                    <a:pt x="121014" y="5090"/>
                  </a:lnTo>
                  <a:lnTo>
                    <a:pt x="120793" y="4360"/>
                  </a:lnTo>
                  <a:lnTo>
                    <a:pt x="121965" y="3256"/>
                  </a:lnTo>
                  <a:lnTo>
                    <a:pt x="123099" y="2625"/>
                  </a:lnTo>
                  <a:lnTo>
                    <a:pt x="125092" y="3097"/>
                  </a:lnTo>
                  <a:lnTo>
                    <a:pt x="127748" y="3355"/>
                  </a:lnTo>
                  <a:lnTo>
                    <a:pt x="128919" y="2800"/>
                  </a:lnTo>
                  <a:lnTo>
                    <a:pt x="130129" y="0"/>
                  </a:lnTo>
                  <a:lnTo>
                    <a:pt x="133142" y="2967"/>
                  </a:lnTo>
                  <a:lnTo>
                    <a:pt x="136277" y="6285"/>
                  </a:lnTo>
                  <a:lnTo>
                    <a:pt x="137426" y="6901"/>
                  </a:lnTo>
                  <a:lnTo>
                    <a:pt x="139670" y="7251"/>
                  </a:lnTo>
                  <a:lnTo>
                    <a:pt x="141535" y="7373"/>
                  </a:lnTo>
                  <a:lnTo>
                    <a:pt x="142318" y="7730"/>
                  </a:lnTo>
                  <a:lnTo>
                    <a:pt x="143155" y="8590"/>
                  </a:lnTo>
                  <a:lnTo>
                    <a:pt x="144814" y="12212"/>
                  </a:lnTo>
                  <a:lnTo>
                    <a:pt x="146472" y="13163"/>
                  </a:lnTo>
                  <a:lnTo>
                    <a:pt x="148534" y="13848"/>
                  </a:lnTo>
                  <a:lnTo>
                    <a:pt x="155192" y="13787"/>
                  </a:lnTo>
                  <a:lnTo>
                    <a:pt x="157239" y="13969"/>
                  </a:lnTo>
                  <a:lnTo>
                    <a:pt x="158905" y="15666"/>
                  </a:lnTo>
                  <a:lnTo>
                    <a:pt x="159947" y="16366"/>
                  </a:lnTo>
                  <a:lnTo>
                    <a:pt x="160396" y="16967"/>
                  </a:lnTo>
                  <a:lnTo>
                    <a:pt x="160282" y="17713"/>
                  </a:lnTo>
                  <a:lnTo>
                    <a:pt x="159871" y="18664"/>
                  </a:lnTo>
                  <a:lnTo>
                    <a:pt x="159818" y="20490"/>
                  </a:lnTo>
                  <a:lnTo>
                    <a:pt x="159711" y="21905"/>
                  </a:lnTo>
                  <a:lnTo>
                    <a:pt x="159179" y="22574"/>
                  </a:lnTo>
                  <a:lnTo>
                    <a:pt x="159019" y="23198"/>
                  </a:lnTo>
                  <a:lnTo>
                    <a:pt x="159460" y="23746"/>
                  </a:lnTo>
                  <a:lnTo>
                    <a:pt x="162542" y="25085"/>
                  </a:lnTo>
                  <a:lnTo>
                    <a:pt x="163584" y="26523"/>
                  </a:lnTo>
                  <a:lnTo>
                    <a:pt x="164368" y="27163"/>
                  </a:lnTo>
                  <a:lnTo>
                    <a:pt x="164551" y="28060"/>
                  </a:lnTo>
                  <a:lnTo>
                    <a:pt x="164033" y="28654"/>
                  </a:lnTo>
                  <a:lnTo>
                    <a:pt x="162587" y="28357"/>
                  </a:lnTo>
                  <a:lnTo>
                    <a:pt x="161880" y="29300"/>
                  </a:lnTo>
                  <a:lnTo>
                    <a:pt x="161880" y="30990"/>
                  </a:lnTo>
                  <a:lnTo>
                    <a:pt x="162915" y="32572"/>
                  </a:lnTo>
                  <a:lnTo>
                    <a:pt x="163219" y="34018"/>
                  </a:lnTo>
                  <a:lnTo>
                    <a:pt x="162534" y="35410"/>
                  </a:lnTo>
                  <a:lnTo>
                    <a:pt x="161735" y="37373"/>
                  </a:lnTo>
                  <a:lnTo>
                    <a:pt x="161712" y="38758"/>
                  </a:lnTo>
                  <a:lnTo>
                    <a:pt x="162184" y="39549"/>
                  </a:lnTo>
                  <a:lnTo>
                    <a:pt x="164551" y="40980"/>
                  </a:lnTo>
                  <a:lnTo>
                    <a:pt x="169990" y="44586"/>
                  </a:lnTo>
                  <a:lnTo>
                    <a:pt x="171246" y="44738"/>
                  </a:lnTo>
                  <a:lnTo>
                    <a:pt x="176397" y="43901"/>
                  </a:lnTo>
                  <a:lnTo>
                    <a:pt x="178793" y="43818"/>
                  </a:lnTo>
                  <a:lnTo>
                    <a:pt x="180209" y="44381"/>
                  </a:lnTo>
                  <a:lnTo>
                    <a:pt x="184196" y="44890"/>
                  </a:lnTo>
                  <a:lnTo>
                    <a:pt x="185459" y="45469"/>
                  </a:lnTo>
                  <a:lnTo>
                    <a:pt x="186813" y="45507"/>
                  </a:lnTo>
                  <a:lnTo>
                    <a:pt x="188654" y="45339"/>
                  </a:lnTo>
                  <a:lnTo>
                    <a:pt x="189902" y="43726"/>
                  </a:lnTo>
                  <a:lnTo>
                    <a:pt x="190541" y="43361"/>
                  </a:lnTo>
                  <a:lnTo>
                    <a:pt x="191104" y="43095"/>
                  </a:lnTo>
                  <a:lnTo>
                    <a:pt x="192238" y="43057"/>
                  </a:lnTo>
                  <a:lnTo>
                    <a:pt x="195388" y="44084"/>
                  </a:lnTo>
                  <a:lnTo>
                    <a:pt x="198713" y="46245"/>
                  </a:lnTo>
                  <a:lnTo>
                    <a:pt x="200904" y="48215"/>
                  </a:lnTo>
                  <a:lnTo>
                    <a:pt x="201992" y="49996"/>
                  </a:lnTo>
                  <a:lnTo>
                    <a:pt x="203362" y="53846"/>
                  </a:lnTo>
                  <a:lnTo>
                    <a:pt x="205020" y="59758"/>
                  </a:lnTo>
                  <a:lnTo>
                    <a:pt x="207014" y="63737"/>
                  </a:lnTo>
                  <a:lnTo>
                    <a:pt x="209357" y="65799"/>
                  </a:lnTo>
                  <a:lnTo>
                    <a:pt x="211001" y="69588"/>
                  </a:lnTo>
                  <a:lnTo>
                    <a:pt x="212431" y="77828"/>
                  </a:lnTo>
                  <a:lnTo>
                    <a:pt x="213314" y="79509"/>
                  </a:lnTo>
                  <a:lnTo>
                    <a:pt x="214219" y="80384"/>
                  </a:lnTo>
                  <a:lnTo>
                    <a:pt x="216897" y="82758"/>
                  </a:lnTo>
                  <a:lnTo>
                    <a:pt x="222368" y="86684"/>
                  </a:lnTo>
                  <a:lnTo>
                    <a:pt x="225594" y="88997"/>
                  </a:lnTo>
                  <a:lnTo>
                    <a:pt x="230585" y="92680"/>
                  </a:lnTo>
                  <a:lnTo>
                    <a:pt x="235165" y="96050"/>
                  </a:lnTo>
                  <a:lnTo>
                    <a:pt x="239753" y="101239"/>
                  </a:lnTo>
                  <a:lnTo>
                    <a:pt x="240666" y="102000"/>
                  </a:lnTo>
                  <a:lnTo>
                    <a:pt x="244699" y="104800"/>
                  </a:lnTo>
                  <a:lnTo>
                    <a:pt x="249188" y="107661"/>
                  </a:lnTo>
                  <a:lnTo>
                    <a:pt x="252331" y="107014"/>
                  </a:lnTo>
                  <a:lnTo>
                    <a:pt x="257063" y="111412"/>
                  </a:lnTo>
                  <a:lnTo>
                    <a:pt x="258988" y="113040"/>
                  </a:lnTo>
                  <a:lnTo>
                    <a:pt x="259802" y="113596"/>
                  </a:lnTo>
                  <a:lnTo>
                    <a:pt x="263234" y="115330"/>
                  </a:lnTo>
                  <a:lnTo>
                    <a:pt x="268697" y="118952"/>
                  </a:lnTo>
                  <a:lnTo>
                    <a:pt x="275590" y="124126"/>
                  </a:lnTo>
                  <a:lnTo>
                    <a:pt x="280155" y="127116"/>
                  </a:lnTo>
                  <a:lnTo>
                    <a:pt x="281387" y="127466"/>
                  </a:lnTo>
                  <a:lnTo>
                    <a:pt x="282620" y="127451"/>
                  </a:lnTo>
                  <a:lnTo>
                    <a:pt x="283937" y="126812"/>
                  </a:lnTo>
                  <a:lnTo>
                    <a:pt x="285367" y="126310"/>
                  </a:lnTo>
                  <a:lnTo>
                    <a:pt x="287802" y="126972"/>
                  </a:lnTo>
                  <a:lnTo>
                    <a:pt x="290442" y="128166"/>
                  </a:lnTo>
                  <a:lnTo>
                    <a:pt x="292123" y="129072"/>
                  </a:lnTo>
                  <a:lnTo>
                    <a:pt x="294056" y="130380"/>
                  </a:lnTo>
                  <a:lnTo>
                    <a:pt x="295585" y="131628"/>
                  </a:lnTo>
                  <a:lnTo>
                    <a:pt x="296742" y="132199"/>
                  </a:lnTo>
                  <a:lnTo>
                    <a:pt x="300690" y="133287"/>
                  </a:lnTo>
                  <a:lnTo>
                    <a:pt x="301368" y="133933"/>
                  </a:lnTo>
                  <a:lnTo>
                    <a:pt x="301802" y="134656"/>
                  </a:lnTo>
                  <a:lnTo>
                    <a:pt x="301870" y="135410"/>
                  </a:lnTo>
                  <a:lnTo>
                    <a:pt x="299648" y="139351"/>
                  </a:lnTo>
                  <a:lnTo>
                    <a:pt x="299351" y="144365"/>
                  </a:lnTo>
                  <a:lnTo>
                    <a:pt x="299336" y="148131"/>
                  </a:lnTo>
                  <a:lnTo>
                    <a:pt x="299603" y="151030"/>
                  </a:lnTo>
                  <a:close/>
                  <a:moveTo>
                    <a:pt x="13193" y="111732"/>
                  </a:moveTo>
                  <a:lnTo>
                    <a:pt x="12995" y="113010"/>
                  </a:lnTo>
                  <a:lnTo>
                    <a:pt x="11839" y="109160"/>
                  </a:lnTo>
                  <a:lnTo>
                    <a:pt x="11261" y="104907"/>
                  </a:lnTo>
                  <a:lnTo>
                    <a:pt x="11998" y="103705"/>
                  </a:lnTo>
                  <a:lnTo>
                    <a:pt x="12828" y="103773"/>
                  </a:lnTo>
                  <a:lnTo>
                    <a:pt x="12037" y="105310"/>
                  </a:lnTo>
                  <a:lnTo>
                    <a:pt x="13193" y="11173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34" name="Freeform: Shape 2333">
              <a:extLst>
                <a:ext uri="{FF2B5EF4-FFF2-40B4-BE49-F238E27FC236}">
                  <a16:creationId xmlns:a16="http://schemas.microsoft.com/office/drawing/2014/main" id="{2DFDF885-5A27-5241-A4CE-C2E61315BEEF}"/>
                </a:ext>
              </a:extLst>
            </p:cNvPr>
            <p:cNvSpPr/>
            <p:nvPr/>
          </p:nvSpPr>
          <p:spPr>
            <a:xfrm>
              <a:off x="9733893" y="4148564"/>
              <a:ext cx="86303" cy="182088"/>
            </a:xfrm>
            <a:custGeom>
              <a:avLst/>
              <a:gdLst>
                <a:gd name="csX0" fmla="*/ 85634 w 86303"/>
                <a:gd name="csY0" fmla="*/ 108331 h 182088"/>
                <a:gd name="csX1" fmla="*/ 85589 w 86303"/>
                <a:gd name="csY1" fmla="*/ 109000 h 182088"/>
                <a:gd name="csX2" fmla="*/ 84835 w 86303"/>
                <a:gd name="csY2" fmla="*/ 113816 h 182088"/>
                <a:gd name="csX3" fmla="*/ 84668 w 86303"/>
                <a:gd name="csY3" fmla="*/ 115544 h 182088"/>
                <a:gd name="csX4" fmla="*/ 84554 w 86303"/>
                <a:gd name="csY4" fmla="*/ 118473 h 182088"/>
                <a:gd name="csX5" fmla="*/ 84554 w 86303"/>
                <a:gd name="csY5" fmla="*/ 121988 h 182088"/>
                <a:gd name="csX6" fmla="*/ 86258 w 86303"/>
                <a:gd name="csY6" fmla="*/ 124955 h 182088"/>
                <a:gd name="csX7" fmla="*/ 86304 w 86303"/>
                <a:gd name="csY7" fmla="*/ 126256 h 182088"/>
                <a:gd name="csX8" fmla="*/ 85642 w 86303"/>
                <a:gd name="csY8" fmla="*/ 127763 h 182088"/>
                <a:gd name="csX9" fmla="*/ 82500 w 86303"/>
                <a:gd name="csY9" fmla="*/ 129482 h 182088"/>
                <a:gd name="csX10" fmla="*/ 78444 w 86303"/>
                <a:gd name="csY10" fmla="*/ 131704 h 182088"/>
                <a:gd name="csX11" fmla="*/ 74960 w 86303"/>
                <a:gd name="csY11" fmla="*/ 133812 h 182088"/>
                <a:gd name="csX12" fmla="*/ 71140 w 86303"/>
                <a:gd name="csY12" fmla="*/ 136125 h 182088"/>
                <a:gd name="csX13" fmla="*/ 69968 w 86303"/>
                <a:gd name="csY13" fmla="*/ 137616 h 182088"/>
                <a:gd name="csX14" fmla="*/ 68074 w 86303"/>
                <a:gd name="csY14" fmla="*/ 138765 h 182088"/>
                <a:gd name="csX15" fmla="*/ 66491 w 86303"/>
                <a:gd name="csY15" fmla="*/ 139914 h 182088"/>
                <a:gd name="csX16" fmla="*/ 66202 w 86303"/>
                <a:gd name="csY16" fmla="*/ 141017 h 182088"/>
                <a:gd name="csX17" fmla="*/ 65091 w 86303"/>
                <a:gd name="csY17" fmla="*/ 143094 h 182088"/>
                <a:gd name="csX18" fmla="*/ 63646 w 86303"/>
                <a:gd name="csY18" fmla="*/ 144753 h 182088"/>
                <a:gd name="csX19" fmla="*/ 60016 w 86303"/>
                <a:gd name="csY19" fmla="*/ 145536 h 182088"/>
                <a:gd name="csX20" fmla="*/ 59347 w 86303"/>
                <a:gd name="csY20" fmla="*/ 146031 h 182088"/>
                <a:gd name="csX21" fmla="*/ 57665 w 86303"/>
                <a:gd name="csY21" fmla="*/ 148527 h 182088"/>
                <a:gd name="csX22" fmla="*/ 56889 w 86303"/>
                <a:gd name="csY22" fmla="*/ 149500 h 182088"/>
                <a:gd name="csX23" fmla="*/ 55930 w 86303"/>
                <a:gd name="csY23" fmla="*/ 151547 h 182088"/>
                <a:gd name="csX24" fmla="*/ 57163 w 86303"/>
                <a:gd name="csY24" fmla="*/ 156843 h 182088"/>
                <a:gd name="csX25" fmla="*/ 58670 w 86303"/>
                <a:gd name="csY25" fmla="*/ 162275 h 182088"/>
                <a:gd name="csX26" fmla="*/ 58966 w 86303"/>
                <a:gd name="csY26" fmla="*/ 164535 h 182088"/>
                <a:gd name="csX27" fmla="*/ 58943 w 86303"/>
                <a:gd name="csY27" fmla="*/ 166414 h 182088"/>
                <a:gd name="csX28" fmla="*/ 58099 w 86303"/>
                <a:gd name="csY28" fmla="*/ 168438 h 182088"/>
                <a:gd name="csX29" fmla="*/ 56166 w 86303"/>
                <a:gd name="csY29" fmla="*/ 171330 h 182088"/>
                <a:gd name="csX30" fmla="*/ 54751 w 86303"/>
                <a:gd name="csY30" fmla="*/ 173452 h 182088"/>
                <a:gd name="csX31" fmla="*/ 52035 w 86303"/>
                <a:gd name="csY31" fmla="*/ 177264 h 182088"/>
                <a:gd name="csX32" fmla="*/ 51236 w 86303"/>
                <a:gd name="csY32" fmla="*/ 178208 h 182088"/>
                <a:gd name="csX33" fmla="*/ 49364 w 86303"/>
                <a:gd name="csY33" fmla="*/ 179318 h 182088"/>
                <a:gd name="csX34" fmla="*/ 45750 w 86303"/>
                <a:gd name="csY34" fmla="*/ 180787 h 182088"/>
                <a:gd name="csX35" fmla="*/ 43201 w 86303"/>
                <a:gd name="csY35" fmla="*/ 182088 h 182088"/>
                <a:gd name="csX36" fmla="*/ 41908 w 86303"/>
                <a:gd name="csY36" fmla="*/ 176275 h 182088"/>
                <a:gd name="csX37" fmla="*/ 40797 w 86303"/>
                <a:gd name="csY37" fmla="*/ 171307 h 182088"/>
                <a:gd name="csX38" fmla="*/ 39884 w 86303"/>
                <a:gd name="csY38" fmla="*/ 167198 h 182088"/>
                <a:gd name="csX39" fmla="*/ 38279 w 86303"/>
                <a:gd name="csY39" fmla="*/ 159947 h 182088"/>
                <a:gd name="csX40" fmla="*/ 36909 w 86303"/>
                <a:gd name="csY40" fmla="*/ 153769 h 182088"/>
                <a:gd name="csX41" fmla="*/ 35547 w 86303"/>
                <a:gd name="csY41" fmla="*/ 147598 h 182088"/>
                <a:gd name="csX42" fmla="*/ 34307 w 86303"/>
                <a:gd name="csY42" fmla="*/ 141983 h 182088"/>
                <a:gd name="csX43" fmla="*/ 33059 w 86303"/>
                <a:gd name="csY43" fmla="*/ 136315 h 182088"/>
                <a:gd name="csX44" fmla="*/ 32527 w 86303"/>
                <a:gd name="csY44" fmla="*/ 135486 h 182088"/>
                <a:gd name="csX45" fmla="*/ 28791 w 86303"/>
                <a:gd name="csY45" fmla="*/ 132807 h 182088"/>
                <a:gd name="csX46" fmla="*/ 25352 w 86303"/>
                <a:gd name="csY46" fmla="*/ 130335 h 182088"/>
                <a:gd name="csX47" fmla="*/ 21768 w 86303"/>
                <a:gd name="csY47" fmla="*/ 127519 h 182088"/>
                <a:gd name="csX48" fmla="*/ 17888 w 86303"/>
                <a:gd name="csY48" fmla="*/ 124468 h 182088"/>
                <a:gd name="csX49" fmla="*/ 17264 w 86303"/>
                <a:gd name="csY49" fmla="*/ 120618 h 182088"/>
                <a:gd name="csX50" fmla="*/ 15270 w 86303"/>
                <a:gd name="csY50" fmla="*/ 114790 h 182088"/>
                <a:gd name="csX51" fmla="*/ 13170 w 86303"/>
                <a:gd name="csY51" fmla="*/ 111534 h 182088"/>
                <a:gd name="csX52" fmla="*/ 12379 w 86303"/>
                <a:gd name="csY52" fmla="*/ 110682 h 182088"/>
                <a:gd name="csX53" fmla="*/ 8141 w 86303"/>
                <a:gd name="csY53" fmla="*/ 108574 h 182088"/>
                <a:gd name="csX54" fmla="*/ 5699 w 86303"/>
                <a:gd name="csY54" fmla="*/ 107022 h 182088"/>
                <a:gd name="csX55" fmla="*/ 5029 w 86303"/>
                <a:gd name="csY55" fmla="*/ 106117 h 182088"/>
                <a:gd name="csX56" fmla="*/ 4558 w 86303"/>
                <a:gd name="csY56" fmla="*/ 103735 h 182088"/>
                <a:gd name="csX57" fmla="*/ 2815 w 86303"/>
                <a:gd name="csY57" fmla="*/ 98987 h 182088"/>
                <a:gd name="csX58" fmla="*/ 829 w 86303"/>
                <a:gd name="csY58" fmla="*/ 94666 h 182088"/>
                <a:gd name="csX59" fmla="*/ 99 w 86303"/>
                <a:gd name="csY59" fmla="*/ 91736 h 182088"/>
                <a:gd name="csX60" fmla="*/ 0 w 86303"/>
                <a:gd name="csY60" fmla="*/ 88046 h 182088"/>
                <a:gd name="csX61" fmla="*/ 388 w 86303"/>
                <a:gd name="csY61" fmla="*/ 85375 h 182088"/>
                <a:gd name="csX62" fmla="*/ 1255 w 86303"/>
                <a:gd name="csY62" fmla="*/ 84234 h 182088"/>
                <a:gd name="csX63" fmla="*/ 5394 w 86303"/>
                <a:gd name="csY63" fmla="*/ 80902 h 182088"/>
                <a:gd name="csX64" fmla="*/ 7312 w 86303"/>
                <a:gd name="csY64" fmla="*/ 76892 h 182088"/>
                <a:gd name="csX65" fmla="*/ 9686 w 86303"/>
                <a:gd name="csY65" fmla="*/ 75386 h 182088"/>
                <a:gd name="csX66" fmla="*/ 11740 w 86303"/>
                <a:gd name="csY66" fmla="*/ 74252 h 182088"/>
                <a:gd name="csX67" fmla="*/ 13406 w 86303"/>
                <a:gd name="csY67" fmla="*/ 72928 h 182088"/>
                <a:gd name="csX68" fmla="*/ 14882 w 86303"/>
                <a:gd name="csY68" fmla="*/ 70805 h 182088"/>
                <a:gd name="csX69" fmla="*/ 16008 w 86303"/>
                <a:gd name="csY69" fmla="*/ 68538 h 182088"/>
                <a:gd name="csX70" fmla="*/ 16199 w 86303"/>
                <a:gd name="csY70" fmla="*/ 66080 h 182088"/>
                <a:gd name="csX71" fmla="*/ 16670 w 86303"/>
                <a:gd name="csY71" fmla="*/ 62177 h 182088"/>
                <a:gd name="csX72" fmla="*/ 17423 w 86303"/>
                <a:gd name="csY72" fmla="*/ 59446 h 182088"/>
                <a:gd name="csX73" fmla="*/ 19174 w 86303"/>
                <a:gd name="csY73" fmla="*/ 56349 h 182088"/>
                <a:gd name="csX74" fmla="*/ 18436 w 86303"/>
                <a:gd name="csY74" fmla="*/ 53853 h 182088"/>
                <a:gd name="csX75" fmla="*/ 17507 w 86303"/>
                <a:gd name="csY75" fmla="*/ 51160 h 182088"/>
                <a:gd name="csX76" fmla="*/ 17774 w 86303"/>
                <a:gd name="csY76" fmla="*/ 46481 h 182088"/>
                <a:gd name="csX77" fmla="*/ 17538 w 86303"/>
                <a:gd name="csY77" fmla="*/ 44578 h 182088"/>
                <a:gd name="csX78" fmla="*/ 16784 w 86303"/>
                <a:gd name="csY78" fmla="*/ 42897 h 182088"/>
                <a:gd name="csX79" fmla="*/ 16016 w 86303"/>
                <a:gd name="csY79" fmla="*/ 40736 h 182088"/>
                <a:gd name="csX80" fmla="*/ 15993 w 86303"/>
                <a:gd name="csY80" fmla="*/ 38933 h 182088"/>
                <a:gd name="csX81" fmla="*/ 16731 w 86303"/>
                <a:gd name="csY81" fmla="*/ 34193 h 182088"/>
                <a:gd name="csX82" fmla="*/ 17294 w 86303"/>
                <a:gd name="csY82" fmla="*/ 30564 h 182088"/>
                <a:gd name="csX83" fmla="*/ 18192 w 86303"/>
                <a:gd name="csY83" fmla="*/ 25839 h 182088"/>
                <a:gd name="csX84" fmla="*/ 17873 w 86303"/>
                <a:gd name="csY84" fmla="*/ 24515 h 182088"/>
                <a:gd name="csX85" fmla="*/ 17203 w 86303"/>
                <a:gd name="csY85" fmla="*/ 23526 h 182088"/>
                <a:gd name="csX86" fmla="*/ 15194 w 86303"/>
                <a:gd name="csY86" fmla="*/ 22483 h 182088"/>
                <a:gd name="csX87" fmla="*/ 15171 w 86303"/>
                <a:gd name="csY87" fmla="*/ 21852 h 182088"/>
                <a:gd name="csX88" fmla="*/ 15658 w 86303"/>
                <a:gd name="csY88" fmla="*/ 21152 h 182088"/>
                <a:gd name="csX89" fmla="*/ 18626 w 86303"/>
                <a:gd name="csY89" fmla="*/ 18839 h 182088"/>
                <a:gd name="csX90" fmla="*/ 20216 w 86303"/>
                <a:gd name="csY90" fmla="*/ 15438 h 182088"/>
                <a:gd name="csX91" fmla="*/ 21547 w 86303"/>
                <a:gd name="csY91" fmla="*/ 14730 h 182088"/>
                <a:gd name="csX92" fmla="*/ 23571 w 86303"/>
                <a:gd name="csY92" fmla="*/ 13497 h 182088"/>
                <a:gd name="csX93" fmla="*/ 23495 w 86303"/>
                <a:gd name="csY93" fmla="*/ 12174 h 182088"/>
                <a:gd name="csX94" fmla="*/ 23039 w 86303"/>
                <a:gd name="csY94" fmla="*/ 10751 h 182088"/>
                <a:gd name="csX95" fmla="*/ 28311 w 86303"/>
                <a:gd name="csY95" fmla="*/ 9145 h 182088"/>
                <a:gd name="csX96" fmla="*/ 33333 w 86303"/>
                <a:gd name="csY96" fmla="*/ 4930 h 182088"/>
                <a:gd name="csX97" fmla="*/ 35106 w 86303"/>
                <a:gd name="csY97" fmla="*/ 3896 h 182088"/>
                <a:gd name="csX98" fmla="*/ 46762 w 86303"/>
                <a:gd name="csY98" fmla="*/ 0 h 182088"/>
                <a:gd name="csX99" fmla="*/ 48276 w 86303"/>
                <a:gd name="csY99" fmla="*/ 266 h 182088"/>
                <a:gd name="csX100" fmla="*/ 49973 w 86303"/>
                <a:gd name="csY100" fmla="*/ 837 h 182088"/>
                <a:gd name="csX101" fmla="*/ 49486 w 86303"/>
                <a:gd name="csY101" fmla="*/ 2290 h 182088"/>
                <a:gd name="csX102" fmla="*/ 48816 w 86303"/>
                <a:gd name="csY102" fmla="*/ 3439 h 182088"/>
                <a:gd name="csX103" fmla="*/ 49806 w 86303"/>
                <a:gd name="csY103" fmla="*/ 5471 h 182088"/>
                <a:gd name="csX104" fmla="*/ 51221 w 86303"/>
                <a:gd name="csY104" fmla="*/ 4230 h 182088"/>
                <a:gd name="csX105" fmla="*/ 50863 w 86303"/>
                <a:gd name="csY105" fmla="*/ 3401 h 182088"/>
                <a:gd name="csX106" fmla="*/ 50779 w 86303"/>
                <a:gd name="csY106" fmla="*/ 2298 h 182088"/>
                <a:gd name="csX107" fmla="*/ 53176 w 86303"/>
                <a:gd name="csY107" fmla="*/ 2199 h 182088"/>
                <a:gd name="csX108" fmla="*/ 55299 w 86303"/>
                <a:gd name="csY108" fmla="*/ 2374 h 182088"/>
                <a:gd name="csX109" fmla="*/ 57627 w 86303"/>
                <a:gd name="csY109" fmla="*/ 3583 h 182088"/>
                <a:gd name="csX110" fmla="*/ 57467 w 86303"/>
                <a:gd name="csY110" fmla="*/ 8172 h 182088"/>
                <a:gd name="csX111" fmla="*/ 60572 w 86303"/>
                <a:gd name="csY111" fmla="*/ 12653 h 182088"/>
                <a:gd name="csX112" fmla="*/ 59697 w 86303"/>
                <a:gd name="csY112" fmla="*/ 14882 h 182088"/>
                <a:gd name="csX113" fmla="*/ 62238 w 86303"/>
                <a:gd name="csY113" fmla="*/ 16199 h 182088"/>
                <a:gd name="csX114" fmla="*/ 64498 w 86303"/>
                <a:gd name="csY114" fmla="*/ 14616 h 182088"/>
                <a:gd name="csX115" fmla="*/ 65631 w 86303"/>
                <a:gd name="csY115" fmla="*/ 12280 h 182088"/>
                <a:gd name="csX116" fmla="*/ 69793 w 86303"/>
                <a:gd name="csY116" fmla="*/ 10926 h 182088"/>
                <a:gd name="csX117" fmla="*/ 73750 w 86303"/>
                <a:gd name="csY117" fmla="*/ 7487 h 182088"/>
                <a:gd name="csX118" fmla="*/ 75941 w 86303"/>
                <a:gd name="csY118" fmla="*/ 7137 h 182088"/>
                <a:gd name="csX119" fmla="*/ 76436 w 86303"/>
                <a:gd name="csY119" fmla="*/ 9960 h 182088"/>
                <a:gd name="csX120" fmla="*/ 77493 w 86303"/>
                <a:gd name="csY120" fmla="*/ 12425 h 182088"/>
                <a:gd name="csX121" fmla="*/ 75994 w 86303"/>
                <a:gd name="csY121" fmla="*/ 13292 h 182088"/>
                <a:gd name="csX122" fmla="*/ 74092 w 86303"/>
                <a:gd name="csY122" fmla="*/ 15910 h 182088"/>
                <a:gd name="csX123" fmla="*/ 70478 w 86303"/>
                <a:gd name="csY123" fmla="*/ 22529 h 182088"/>
                <a:gd name="csX124" fmla="*/ 67153 w 86303"/>
                <a:gd name="csY124" fmla="*/ 24469 h 182088"/>
                <a:gd name="csX125" fmla="*/ 64658 w 86303"/>
                <a:gd name="csY125" fmla="*/ 27010 h 182088"/>
                <a:gd name="csX126" fmla="*/ 63851 w 86303"/>
                <a:gd name="csY126" fmla="*/ 28814 h 182088"/>
                <a:gd name="csX127" fmla="*/ 63608 w 86303"/>
                <a:gd name="csY127" fmla="*/ 30913 h 182088"/>
                <a:gd name="csX128" fmla="*/ 64231 w 86303"/>
                <a:gd name="csY128" fmla="*/ 34672 h 182088"/>
                <a:gd name="csX129" fmla="*/ 66050 w 86303"/>
                <a:gd name="csY129" fmla="*/ 38484 h 182088"/>
                <a:gd name="csX130" fmla="*/ 68150 w 86303"/>
                <a:gd name="csY130" fmla="*/ 40782 h 182088"/>
                <a:gd name="csX131" fmla="*/ 70174 w 86303"/>
                <a:gd name="csY131" fmla="*/ 41497 h 182088"/>
                <a:gd name="csX132" fmla="*/ 74883 w 86303"/>
                <a:gd name="csY132" fmla="*/ 45119 h 182088"/>
                <a:gd name="csX133" fmla="*/ 74807 w 86303"/>
                <a:gd name="csY133" fmla="*/ 47264 h 182088"/>
                <a:gd name="csX134" fmla="*/ 75462 w 86303"/>
                <a:gd name="csY134" fmla="*/ 49813 h 182088"/>
                <a:gd name="csX135" fmla="*/ 75713 w 86303"/>
                <a:gd name="csY135" fmla="*/ 52910 h 182088"/>
                <a:gd name="csX136" fmla="*/ 77349 w 86303"/>
                <a:gd name="csY136" fmla="*/ 55383 h 182088"/>
                <a:gd name="csX137" fmla="*/ 73849 w 86303"/>
                <a:gd name="csY137" fmla="*/ 60754 h 182088"/>
                <a:gd name="csX138" fmla="*/ 71931 w 86303"/>
                <a:gd name="csY138" fmla="*/ 64627 h 182088"/>
                <a:gd name="csX139" fmla="*/ 68188 w 86303"/>
                <a:gd name="csY139" fmla="*/ 69953 h 182088"/>
                <a:gd name="csX140" fmla="*/ 64855 w 86303"/>
                <a:gd name="csY140" fmla="*/ 73407 h 182088"/>
                <a:gd name="csX141" fmla="*/ 57719 w 86303"/>
                <a:gd name="csY141" fmla="*/ 78528 h 182088"/>
                <a:gd name="csX142" fmla="*/ 55969 w 86303"/>
                <a:gd name="csY142" fmla="*/ 80225 h 182088"/>
                <a:gd name="csX143" fmla="*/ 54827 w 86303"/>
                <a:gd name="csY143" fmla="*/ 81982 h 182088"/>
                <a:gd name="csX144" fmla="*/ 54302 w 86303"/>
                <a:gd name="csY144" fmla="*/ 83816 h 182088"/>
                <a:gd name="csX145" fmla="*/ 54492 w 86303"/>
                <a:gd name="csY145" fmla="*/ 85969 h 182088"/>
                <a:gd name="csX146" fmla="*/ 56843 w 86303"/>
                <a:gd name="csY146" fmla="*/ 91257 h 182088"/>
                <a:gd name="csX147" fmla="*/ 59971 w 86303"/>
                <a:gd name="csY147" fmla="*/ 94369 h 182088"/>
                <a:gd name="csX148" fmla="*/ 63151 w 86303"/>
                <a:gd name="csY148" fmla="*/ 96050 h 182088"/>
                <a:gd name="csX149" fmla="*/ 68682 w 86303"/>
                <a:gd name="csY149" fmla="*/ 95373 h 182088"/>
                <a:gd name="csX150" fmla="*/ 68492 w 86303"/>
                <a:gd name="csY150" fmla="*/ 97405 h 182088"/>
                <a:gd name="csX151" fmla="*/ 68888 w 86303"/>
                <a:gd name="csY151" fmla="*/ 99832 h 182088"/>
                <a:gd name="csX152" fmla="*/ 71133 w 86303"/>
                <a:gd name="csY152" fmla="*/ 99718 h 182088"/>
                <a:gd name="csX153" fmla="*/ 72639 w 86303"/>
                <a:gd name="csY153" fmla="*/ 99337 h 182088"/>
                <a:gd name="csX154" fmla="*/ 73910 w 86303"/>
                <a:gd name="csY154" fmla="*/ 96971 h 182088"/>
                <a:gd name="csX155" fmla="*/ 76611 w 86303"/>
                <a:gd name="csY155" fmla="*/ 98592 h 182088"/>
                <a:gd name="csX156" fmla="*/ 78018 w 86303"/>
                <a:gd name="csY156" fmla="*/ 103522 h 182088"/>
                <a:gd name="csX157" fmla="*/ 80308 w 86303"/>
                <a:gd name="csY157" fmla="*/ 105059 h 182088"/>
                <a:gd name="csX158" fmla="*/ 80575 w 86303"/>
                <a:gd name="csY158" fmla="*/ 105630 h 182088"/>
                <a:gd name="csX159" fmla="*/ 79768 w 86303"/>
                <a:gd name="csY159" fmla="*/ 106010 h 182088"/>
                <a:gd name="csX160" fmla="*/ 79137 w 86303"/>
                <a:gd name="csY160" fmla="*/ 106573 h 182088"/>
                <a:gd name="csX161" fmla="*/ 79814 w 86303"/>
                <a:gd name="csY161" fmla="*/ 106976 h 182088"/>
                <a:gd name="csX162" fmla="*/ 82028 w 86303"/>
                <a:gd name="csY162" fmla="*/ 107585 h 182088"/>
                <a:gd name="csX163" fmla="*/ 83367 w 86303"/>
                <a:gd name="csY163" fmla="*/ 107197 h 182088"/>
                <a:gd name="csX164" fmla="*/ 85634 w 86303"/>
                <a:gd name="csY164" fmla="*/ 108331 h 182088"/>
                <a:gd name="csX165" fmla="*/ 80795 w 86303"/>
                <a:gd name="csY165" fmla="*/ 68051 h 182088"/>
                <a:gd name="csX166" fmla="*/ 77501 w 86303"/>
                <a:gd name="csY166" fmla="*/ 69915 h 182088"/>
                <a:gd name="csX167" fmla="*/ 78132 w 86303"/>
                <a:gd name="csY167" fmla="*/ 68294 h 182088"/>
                <a:gd name="csX168" fmla="*/ 80308 w 86303"/>
                <a:gd name="csY168" fmla="*/ 66331 h 182088"/>
                <a:gd name="csX169" fmla="*/ 80871 w 86303"/>
                <a:gd name="csY169" fmla="*/ 66803 h 182088"/>
                <a:gd name="csX170" fmla="*/ 80795 w 86303"/>
                <a:gd name="csY170" fmla="*/ 68051 h 182088"/>
                <a:gd name="csX171" fmla="*/ 73955 w 86303"/>
                <a:gd name="csY171" fmla="*/ 94574 h 182088"/>
                <a:gd name="csX172" fmla="*/ 73392 w 86303"/>
                <a:gd name="csY172" fmla="*/ 94696 h 182088"/>
                <a:gd name="csX173" fmla="*/ 72357 w 86303"/>
                <a:gd name="csY173" fmla="*/ 95388 h 182088"/>
                <a:gd name="csX174" fmla="*/ 71810 w 86303"/>
                <a:gd name="csY174" fmla="*/ 95465 h 182088"/>
                <a:gd name="csX175" fmla="*/ 70257 w 86303"/>
                <a:gd name="csY175" fmla="*/ 94681 h 182088"/>
                <a:gd name="csX176" fmla="*/ 69664 w 86303"/>
                <a:gd name="csY176" fmla="*/ 94689 h 182088"/>
                <a:gd name="csX177" fmla="*/ 68918 w 86303"/>
                <a:gd name="csY177" fmla="*/ 94141 h 182088"/>
                <a:gd name="csX178" fmla="*/ 69170 w 86303"/>
                <a:gd name="csY178" fmla="*/ 91158 h 182088"/>
                <a:gd name="csX179" fmla="*/ 69413 w 86303"/>
                <a:gd name="csY179" fmla="*/ 90314 h 182088"/>
                <a:gd name="csX180" fmla="*/ 73187 w 86303"/>
                <a:gd name="csY180" fmla="*/ 90199 h 182088"/>
                <a:gd name="csX181" fmla="*/ 75234 w 86303"/>
                <a:gd name="csY181" fmla="*/ 91987 h 182088"/>
                <a:gd name="csX182" fmla="*/ 75568 w 86303"/>
                <a:gd name="csY182" fmla="*/ 92459 h 182088"/>
                <a:gd name="csX183" fmla="*/ 75652 w 86303"/>
                <a:gd name="csY183" fmla="*/ 92969 h 182088"/>
                <a:gd name="csX184" fmla="*/ 74701 w 86303"/>
                <a:gd name="csY184" fmla="*/ 93966 h 182088"/>
                <a:gd name="csX185" fmla="*/ 73955 w 86303"/>
                <a:gd name="csY185" fmla="*/ 94574 h 1820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Lst>
              <a:rect l="l" t="t" r="r" b="b"/>
              <a:pathLst>
                <a:path w="86303" h="182088">
                  <a:moveTo>
                    <a:pt x="85634" y="108331"/>
                  </a:moveTo>
                  <a:lnTo>
                    <a:pt x="85589" y="109000"/>
                  </a:lnTo>
                  <a:lnTo>
                    <a:pt x="84835" y="113816"/>
                  </a:lnTo>
                  <a:lnTo>
                    <a:pt x="84668" y="115544"/>
                  </a:lnTo>
                  <a:lnTo>
                    <a:pt x="84554" y="118473"/>
                  </a:lnTo>
                  <a:lnTo>
                    <a:pt x="84554" y="121988"/>
                  </a:lnTo>
                  <a:lnTo>
                    <a:pt x="86258" y="124955"/>
                  </a:lnTo>
                  <a:lnTo>
                    <a:pt x="86304" y="126256"/>
                  </a:lnTo>
                  <a:lnTo>
                    <a:pt x="85642" y="127763"/>
                  </a:lnTo>
                  <a:lnTo>
                    <a:pt x="82500" y="129482"/>
                  </a:lnTo>
                  <a:lnTo>
                    <a:pt x="78444" y="131704"/>
                  </a:lnTo>
                  <a:lnTo>
                    <a:pt x="74960" y="133812"/>
                  </a:lnTo>
                  <a:lnTo>
                    <a:pt x="71140" y="136125"/>
                  </a:lnTo>
                  <a:lnTo>
                    <a:pt x="69968" y="137616"/>
                  </a:lnTo>
                  <a:lnTo>
                    <a:pt x="68074" y="138765"/>
                  </a:lnTo>
                  <a:lnTo>
                    <a:pt x="66491" y="139914"/>
                  </a:lnTo>
                  <a:lnTo>
                    <a:pt x="66202" y="141017"/>
                  </a:lnTo>
                  <a:lnTo>
                    <a:pt x="65091" y="143094"/>
                  </a:lnTo>
                  <a:lnTo>
                    <a:pt x="63646" y="144753"/>
                  </a:lnTo>
                  <a:lnTo>
                    <a:pt x="60016" y="145536"/>
                  </a:lnTo>
                  <a:lnTo>
                    <a:pt x="59347" y="146031"/>
                  </a:lnTo>
                  <a:lnTo>
                    <a:pt x="57665" y="148527"/>
                  </a:lnTo>
                  <a:lnTo>
                    <a:pt x="56889" y="149500"/>
                  </a:lnTo>
                  <a:lnTo>
                    <a:pt x="55930" y="151547"/>
                  </a:lnTo>
                  <a:lnTo>
                    <a:pt x="57163" y="156843"/>
                  </a:lnTo>
                  <a:lnTo>
                    <a:pt x="58670" y="162275"/>
                  </a:lnTo>
                  <a:lnTo>
                    <a:pt x="58966" y="164535"/>
                  </a:lnTo>
                  <a:lnTo>
                    <a:pt x="58943" y="166414"/>
                  </a:lnTo>
                  <a:lnTo>
                    <a:pt x="58099" y="168438"/>
                  </a:lnTo>
                  <a:lnTo>
                    <a:pt x="56166" y="171330"/>
                  </a:lnTo>
                  <a:lnTo>
                    <a:pt x="54751" y="173452"/>
                  </a:lnTo>
                  <a:lnTo>
                    <a:pt x="52035" y="177264"/>
                  </a:lnTo>
                  <a:lnTo>
                    <a:pt x="51236" y="178208"/>
                  </a:lnTo>
                  <a:lnTo>
                    <a:pt x="49364" y="179318"/>
                  </a:lnTo>
                  <a:lnTo>
                    <a:pt x="45750" y="180787"/>
                  </a:lnTo>
                  <a:lnTo>
                    <a:pt x="43201" y="182088"/>
                  </a:lnTo>
                  <a:lnTo>
                    <a:pt x="41908" y="176275"/>
                  </a:lnTo>
                  <a:lnTo>
                    <a:pt x="40797" y="171307"/>
                  </a:lnTo>
                  <a:lnTo>
                    <a:pt x="39884" y="167198"/>
                  </a:lnTo>
                  <a:lnTo>
                    <a:pt x="38279" y="159947"/>
                  </a:lnTo>
                  <a:lnTo>
                    <a:pt x="36909" y="153769"/>
                  </a:lnTo>
                  <a:lnTo>
                    <a:pt x="35547" y="147598"/>
                  </a:lnTo>
                  <a:lnTo>
                    <a:pt x="34307" y="141983"/>
                  </a:lnTo>
                  <a:lnTo>
                    <a:pt x="33059" y="136315"/>
                  </a:lnTo>
                  <a:lnTo>
                    <a:pt x="32527" y="135486"/>
                  </a:lnTo>
                  <a:lnTo>
                    <a:pt x="28791" y="132807"/>
                  </a:lnTo>
                  <a:lnTo>
                    <a:pt x="25352" y="130335"/>
                  </a:lnTo>
                  <a:lnTo>
                    <a:pt x="21768" y="127519"/>
                  </a:lnTo>
                  <a:lnTo>
                    <a:pt x="17888" y="124468"/>
                  </a:lnTo>
                  <a:lnTo>
                    <a:pt x="17264" y="120618"/>
                  </a:lnTo>
                  <a:lnTo>
                    <a:pt x="15270" y="114790"/>
                  </a:lnTo>
                  <a:lnTo>
                    <a:pt x="13170" y="111534"/>
                  </a:lnTo>
                  <a:lnTo>
                    <a:pt x="12379" y="110682"/>
                  </a:lnTo>
                  <a:lnTo>
                    <a:pt x="8141" y="108574"/>
                  </a:lnTo>
                  <a:lnTo>
                    <a:pt x="5699" y="107022"/>
                  </a:lnTo>
                  <a:lnTo>
                    <a:pt x="5029" y="106117"/>
                  </a:lnTo>
                  <a:lnTo>
                    <a:pt x="4558" y="103735"/>
                  </a:lnTo>
                  <a:lnTo>
                    <a:pt x="2815" y="98987"/>
                  </a:lnTo>
                  <a:lnTo>
                    <a:pt x="829" y="94666"/>
                  </a:lnTo>
                  <a:lnTo>
                    <a:pt x="99" y="91736"/>
                  </a:lnTo>
                  <a:lnTo>
                    <a:pt x="0" y="88046"/>
                  </a:lnTo>
                  <a:lnTo>
                    <a:pt x="388" y="85375"/>
                  </a:lnTo>
                  <a:lnTo>
                    <a:pt x="1255" y="84234"/>
                  </a:lnTo>
                  <a:lnTo>
                    <a:pt x="5394" y="80902"/>
                  </a:lnTo>
                  <a:lnTo>
                    <a:pt x="7312" y="76892"/>
                  </a:lnTo>
                  <a:lnTo>
                    <a:pt x="9686" y="75386"/>
                  </a:lnTo>
                  <a:lnTo>
                    <a:pt x="11740" y="74252"/>
                  </a:lnTo>
                  <a:lnTo>
                    <a:pt x="13406" y="72928"/>
                  </a:lnTo>
                  <a:lnTo>
                    <a:pt x="14882" y="70805"/>
                  </a:lnTo>
                  <a:lnTo>
                    <a:pt x="16008" y="68538"/>
                  </a:lnTo>
                  <a:lnTo>
                    <a:pt x="16199" y="66080"/>
                  </a:lnTo>
                  <a:lnTo>
                    <a:pt x="16670" y="62177"/>
                  </a:lnTo>
                  <a:lnTo>
                    <a:pt x="17423" y="59446"/>
                  </a:lnTo>
                  <a:lnTo>
                    <a:pt x="19174" y="56349"/>
                  </a:lnTo>
                  <a:lnTo>
                    <a:pt x="18436" y="53853"/>
                  </a:lnTo>
                  <a:lnTo>
                    <a:pt x="17507" y="51160"/>
                  </a:lnTo>
                  <a:lnTo>
                    <a:pt x="17774" y="46481"/>
                  </a:lnTo>
                  <a:lnTo>
                    <a:pt x="17538" y="44578"/>
                  </a:lnTo>
                  <a:lnTo>
                    <a:pt x="16784" y="42897"/>
                  </a:lnTo>
                  <a:lnTo>
                    <a:pt x="16016" y="40736"/>
                  </a:lnTo>
                  <a:lnTo>
                    <a:pt x="15993" y="38933"/>
                  </a:lnTo>
                  <a:lnTo>
                    <a:pt x="16731" y="34193"/>
                  </a:lnTo>
                  <a:lnTo>
                    <a:pt x="17294" y="30564"/>
                  </a:lnTo>
                  <a:lnTo>
                    <a:pt x="18192" y="25839"/>
                  </a:lnTo>
                  <a:lnTo>
                    <a:pt x="17873" y="24515"/>
                  </a:lnTo>
                  <a:lnTo>
                    <a:pt x="17203" y="23526"/>
                  </a:lnTo>
                  <a:lnTo>
                    <a:pt x="15194" y="22483"/>
                  </a:lnTo>
                  <a:lnTo>
                    <a:pt x="15171" y="21852"/>
                  </a:lnTo>
                  <a:lnTo>
                    <a:pt x="15658" y="21152"/>
                  </a:lnTo>
                  <a:lnTo>
                    <a:pt x="18626" y="18839"/>
                  </a:lnTo>
                  <a:lnTo>
                    <a:pt x="20216" y="15438"/>
                  </a:lnTo>
                  <a:lnTo>
                    <a:pt x="21547" y="14730"/>
                  </a:lnTo>
                  <a:lnTo>
                    <a:pt x="23571" y="13497"/>
                  </a:lnTo>
                  <a:lnTo>
                    <a:pt x="23495" y="12174"/>
                  </a:lnTo>
                  <a:lnTo>
                    <a:pt x="23039" y="10751"/>
                  </a:lnTo>
                  <a:lnTo>
                    <a:pt x="28311" y="9145"/>
                  </a:lnTo>
                  <a:lnTo>
                    <a:pt x="33333" y="4930"/>
                  </a:lnTo>
                  <a:lnTo>
                    <a:pt x="35106" y="3896"/>
                  </a:lnTo>
                  <a:lnTo>
                    <a:pt x="46762" y="0"/>
                  </a:lnTo>
                  <a:lnTo>
                    <a:pt x="48276" y="266"/>
                  </a:lnTo>
                  <a:lnTo>
                    <a:pt x="49973" y="837"/>
                  </a:lnTo>
                  <a:lnTo>
                    <a:pt x="49486" y="2290"/>
                  </a:lnTo>
                  <a:lnTo>
                    <a:pt x="48816" y="3439"/>
                  </a:lnTo>
                  <a:lnTo>
                    <a:pt x="49806" y="5471"/>
                  </a:lnTo>
                  <a:lnTo>
                    <a:pt x="51221" y="4230"/>
                  </a:lnTo>
                  <a:lnTo>
                    <a:pt x="50863" y="3401"/>
                  </a:lnTo>
                  <a:lnTo>
                    <a:pt x="50779" y="2298"/>
                  </a:lnTo>
                  <a:lnTo>
                    <a:pt x="53176" y="2199"/>
                  </a:lnTo>
                  <a:lnTo>
                    <a:pt x="55299" y="2374"/>
                  </a:lnTo>
                  <a:lnTo>
                    <a:pt x="57627" y="3583"/>
                  </a:lnTo>
                  <a:lnTo>
                    <a:pt x="57467" y="8172"/>
                  </a:lnTo>
                  <a:lnTo>
                    <a:pt x="60572" y="12653"/>
                  </a:lnTo>
                  <a:lnTo>
                    <a:pt x="59697" y="14882"/>
                  </a:lnTo>
                  <a:lnTo>
                    <a:pt x="62238" y="16199"/>
                  </a:lnTo>
                  <a:lnTo>
                    <a:pt x="64498" y="14616"/>
                  </a:lnTo>
                  <a:lnTo>
                    <a:pt x="65631" y="12280"/>
                  </a:lnTo>
                  <a:lnTo>
                    <a:pt x="69793" y="10926"/>
                  </a:lnTo>
                  <a:lnTo>
                    <a:pt x="73750" y="7487"/>
                  </a:lnTo>
                  <a:lnTo>
                    <a:pt x="75941" y="7137"/>
                  </a:lnTo>
                  <a:lnTo>
                    <a:pt x="76436" y="9960"/>
                  </a:lnTo>
                  <a:lnTo>
                    <a:pt x="77493" y="12425"/>
                  </a:lnTo>
                  <a:lnTo>
                    <a:pt x="75994" y="13292"/>
                  </a:lnTo>
                  <a:lnTo>
                    <a:pt x="74092" y="15910"/>
                  </a:lnTo>
                  <a:lnTo>
                    <a:pt x="70478" y="22529"/>
                  </a:lnTo>
                  <a:lnTo>
                    <a:pt x="67153" y="24469"/>
                  </a:lnTo>
                  <a:lnTo>
                    <a:pt x="64658" y="27010"/>
                  </a:lnTo>
                  <a:lnTo>
                    <a:pt x="63851" y="28814"/>
                  </a:lnTo>
                  <a:lnTo>
                    <a:pt x="63608" y="30913"/>
                  </a:lnTo>
                  <a:lnTo>
                    <a:pt x="64231" y="34672"/>
                  </a:lnTo>
                  <a:lnTo>
                    <a:pt x="66050" y="38484"/>
                  </a:lnTo>
                  <a:lnTo>
                    <a:pt x="68150" y="40782"/>
                  </a:lnTo>
                  <a:lnTo>
                    <a:pt x="70174" y="41497"/>
                  </a:lnTo>
                  <a:lnTo>
                    <a:pt x="74883" y="45119"/>
                  </a:lnTo>
                  <a:lnTo>
                    <a:pt x="74807" y="47264"/>
                  </a:lnTo>
                  <a:lnTo>
                    <a:pt x="75462" y="49813"/>
                  </a:lnTo>
                  <a:lnTo>
                    <a:pt x="75713" y="52910"/>
                  </a:lnTo>
                  <a:lnTo>
                    <a:pt x="77349" y="55383"/>
                  </a:lnTo>
                  <a:lnTo>
                    <a:pt x="73849" y="60754"/>
                  </a:lnTo>
                  <a:lnTo>
                    <a:pt x="71931" y="64627"/>
                  </a:lnTo>
                  <a:lnTo>
                    <a:pt x="68188" y="69953"/>
                  </a:lnTo>
                  <a:lnTo>
                    <a:pt x="64855" y="73407"/>
                  </a:lnTo>
                  <a:lnTo>
                    <a:pt x="57719" y="78528"/>
                  </a:lnTo>
                  <a:lnTo>
                    <a:pt x="55969" y="80225"/>
                  </a:lnTo>
                  <a:lnTo>
                    <a:pt x="54827" y="81982"/>
                  </a:lnTo>
                  <a:lnTo>
                    <a:pt x="54302" y="83816"/>
                  </a:lnTo>
                  <a:lnTo>
                    <a:pt x="54492" y="85969"/>
                  </a:lnTo>
                  <a:lnTo>
                    <a:pt x="56843" y="91257"/>
                  </a:lnTo>
                  <a:lnTo>
                    <a:pt x="59971" y="94369"/>
                  </a:lnTo>
                  <a:lnTo>
                    <a:pt x="63151" y="96050"/>
                  </a:lnTo>
                  <a:lnTo>
                    <a:pt x="68682" y="95373"/>
                  </a:lnTo>
                  <a:lnTo>
                    <a:pt x="68492" y="97405"/>
                  </a:lnTo>
                  <a:lnTo>
                    <a:pt x="68888" y="99832"/>
                  </a:lnTo>
                  <a:lnTo>
                    <a:pt x="71133" y="99718"/>
                  </a:lnTo>
                  <a:lnTo>
                    <a:pt x="72639" y="99337"/>
                  </a:lnTo>
                  <a:lnTo>
                    <a:pt x="73910" y="96971"/>
                  </a:lnTo>
                  <a:lnTo>
                    <a:pt x="76611" y="98592"/>
                  </a:lnTo>
                  <a:lnTo>
                    <a:pt x="78018" y="103522"/>
                  </a:lnTo>
                  <a:lnTo>
                    <a:pt x="80308" y="105059"/>
                  </a:lnTo>
                  <a:lnTo>
                    <a:pt x="80575" y="105630"/>
                  </a:lnTo>
                  <a:lnTo>
                    <a:pt x="79768" y="106010"/>
                  </a:lnTo>
                  <a:lnTo>
                    <a:pt x="79137" y="106573"/>
                  </a:lnTo>
                  <a:lnTo>
                    <a:pt x="79814" y="106976"/>
                  </a:lnTo>
                  <a:lnTo>
                    <a:pt x="82028" y="107585"/>
                  </a:lnTo>
                  <a:lnTo>
                    <a:pt x="83367" y="107197"/>
                  </a:lnTo>
                  <a:lnTo>
                    <a:pt x="85634" y="108331"/>
                  </a:lnTo>
                  <a:close/>
                  <a:moveTo>
                    <a:pt x="80795" y="68051"/>
                  </a:moveTo>
                  <a:lnTo>
                    <a:pt x="77501" y="69915"/>
                  </a:lnTo>
                  <a:lnTo>
                    <a:pt x="78132" y="68294"/>
                  </a:lnTo>
                  <a:lnTo>
                    <a:pt x="80308" y="66331"/>
                  </a:lnTo>
                  <a:lnTo>
                    <a:pt x="80871" y="66803"/>
                  </a:lnTo>
                  <a:lnTo>
                    <a:pt x="80795" y="68051"/>
                  </a:lnTo>
                  <a:close/>
                  <a:moveTo>
                    <a:pt x="73955" y="94574"/>
                  </a:moveTo>
                  <a:lnTo>
                    <a:pt x="73392" y="94696"/>
                  </a:lnTo>
                  <a:lnTo>
                    <a:pt x="72357" y="95388"/>
                  </a:lnTo>
                  <a:lnTo>
                    <a:pt x="71810" y="95465"/>
                  </a:lnTo>
                  <a:lnTo>
                    <a:pt x="70257" y="94681"/>
                  </a:lnTo>
                  <a:lnTo>
                    <a:pt x="69664" y="94689"/>
                  </a:lnTo>
                  <a:lnTo>
                    <a:pt x="68918" y="94141"/>
                  </a:lnTo>
                  <a:lnTo>
                    <a:pt x="69170" y="91158"/>
                  </a:lnTo>
                  <a:lnTo>
                    <a:pt x="69413" y="90314"/>
                  </a:lnTo>
                  <a:lnTo>
                    <a:pt x="73187" y="90199"/>
                  </a:lnTo>
                  <a:lnTo>
                    <a:pt x="75234" y="91987"/>
                  </a:lnTo>
                  <a:lnTo>
                    <a:pt x="75568" y="92459"/>
                  </a:lnTo>
                  <a:lnTo>
                    <a:pt x="75652" y="92969"/>
                  </a:lnTo>
                  <a:lnTo>
                    <a:pt x="74701" y="93966"/>
                  </a:lnTo>
                  <a:lnTo>
                    <a:pt x="73955" y="94574"/>
                  </a:lnTo>
                  <a:close/>
                </a:path>
              </a:pathLst>
            </a:custGeom>
            <a:solidFill>
              <a:srgbClr val="2562E8"/>
            </a:solidFill>
            <a:ln w="6168" cap="flat">
              <a:solidFill>
                <a:srgbClr val="2562E8"/>
              </a:solidFill>
              <a:prstDash val="solid"/>
              <a:miter/>
            </a:ln>
          </p:spPr>
          <p:txBody>
            <a:bodyPr/>
            <a:lstStyle/>
            <a:p>
              <a:endParaRPr lang="en-US"/>
            </a:p>
          </p:txBody>
        </p:sp>
        <p:sp>
          <p:nvSpPr>
            <p:cNvPr id="2335" name="Freeform: Shape 2334">
              <a:extLst>
                <a:ext uri="{FF2B5EF4-FFF2-40B4-BE49-F238E27FC236}">
                  <a16:creationId xmlns:a16="http://schemas.microsoft.com/office/drawing/2014/main" id="{6BF06C76-E6C3-3E4F-9003-89954ADD588B}"/>
                </a:ext>
              </a:extLst>
            </p:cNvPr>
            <p:cNvSpPr/>
            <p:nvPr/>
          </p:nvSpPr>
          <p:spPr>
            <a:xfrm>
              <a:off x="10121983" y="4017065"/>
              <a:ext cx="408899" cy="171496"/>
            </a:xfrm>
            <a:custGeom>
              <a:avLst/>
              <a:gdLst>
                <a:gd name="csX0" fmla="*/ 50087 w 408899"/>
                <a:gd name="csY0" fmla="*/ 3576 h 171496"/>
                <a:gd name="csX1" fmla="*/ 49509 w 408899"/>
                <a:gd name="csY1" fmla="*/ 6840 h 171496"/>
                <a:gd name="csX2" fmla="*/ 50856 w 408899"/>
                <a:gd name="csY2" fmla="*/ 10431 h 171496"/>
                <a:gd name="csX3" fmla="*/ 54006 w 408899"/>
                <a:gd name="csY3" fmla="*/ 15400 h 171496"/>
                <a:gd name="csX4" fmla="*/ 57179 w 408899"/>
                <a:gd name="csY4" fmla="*/ 17903 h 171496"/>
                <a:gd name="csX5" fmla="*/ 69999 w 408899"/>
                <a:gd name="csY5" fmla="*/ 24081 h 171496"/>
                <a:gd name="csX6" fmla="*/ 72358 w 408899"/>
                <a:gd name="csY6" fmla="*/ 24606 h 171496"/>
                <a:gd name="csX7" fmla="*/ 71825 w 408899"/>
                <a:gd name="csY7" fmla="*/ 27132 h 171496"/>
                <a:gd name="csX8" fmla="*/ 71049 w 408899"/>
                <a:gd name="csY8" fmla="*/ 29369 h 171496"/>
                <a:gd name="csX9" fmla="*/ 70204 w 408899"/>
                <a:gd name="csY9" fmla="*/ 30860 h 171496"/>
                <a:gd name="csX10" fmla="*/ 66446 w 408899"/>
                <a:gd name="csY10" fmla="*/ 31819 h 171496"/>
                <a:gd name="csX11" fmla="*/ 56083 w 408899"/>
                <a:gd name="csY11" fmla="*/ 29072 h 171496"/>
                <a:gd name="csX12" fmla="*/ 53458 w 408899"/>
                <a:gd name="csY12" fmla="*/ 28814 h 171496"/>
                <a:gd name="csX13" fmla="*/ 51609 w 408899"/>
                <a:gd name="csY13" fmla="*/ 29361 h 171496"/>
                <a:gd name="csX14" fmla="*/ 48185 w 408899"/>
                <a:gd name="csY14" fmla="*/ 31355 h 171496"/>
                <a:gd name="csX15" fmla="*/ 44388 w 408899"/>
                <a:gd name="csY15" fmla="*/ 30716 h 171496"/>
                <a:gd name="csX16" fmla="*/ 39093 w 408899"/>
                <a:gd name="csY16" fmla="*/ 31842 h 171496"/>
                <a:gd name="csX17" fmla="*/ 37617 w 408899"/>
                <a:gd name="csY17" fmla="*/ 35593 h 171496"/>
                <a:gd name="csX18" fmla="*/ 33942 w 408899"/>
                <a:gd name="csY18" fmla="*/ 39876 h 171496"/>
                <a:gd name="csX19" fmla="*/ 27893 w 408899"/>
                <a:gd name="csY19" fmla="*/ 43331 h 171496"/>
                <a:gd name="csX20" fmla="*/ 23572 w 408899"/>
                <a:gd name="csY20" fmla="*/ 45180 h 171496"/>
                <a:gd name="csX21" fmla="*/ 17074 w 408899"/>
                <a:gd name="csY21" fmla="*/ 51784 h 171496"/>
                <a:gd name="csX22" fmla="*/ 14129 w 408899"/>
                <a:gd name="csY22" fmla="*/ 55626 h 171496"/>
                <a:gd name="csX23" fmla="*/ 12889 w 408899"/>
                <a:gd name="csY23" fmla="*/ 56372 h 171496"/>
                <a:gd name="csX24" fmla="*/ 11413 w 408899"/>
                <a:gd name="csY24" fmla="*/ 56965 h 171496"/>
                <a:gd name="csX25" fmla="*/ 11907 w 408899"/>
                <a:gd name="csY25" fmla="*/ 55117 h 171496"/>
                <a:gd name="csX26" fmla="*/ 12638 w 408899"/>
                <a:gd name="csY26" fmla="*/ 53427 h 171496"/>
                <a:gd name="csX27" fmla="*/ 12470 w 408899"/>
                <a:gd name="csY27" fmla="*/ 52149 h 171496"/>
                <a:gd name="csX28" fmla="*/ 12501 w 408899"/>
                <a:gd name="csY28" fmla="*/ 50293 h 171496"/>
                <a:gd name="csX29" fmla="*/ 14662 w 408899"/>
                <a:gd name="csY29" fmla="*/ 48185 h 171496"/>
                <a:gd name="csX30" fmla="*/ 16632 w 408899"/>
                <a:gd name="csY30" fmla="*/ 46656 h 171496"/>
                <a:gd name="csX31" fmla="*/ 22453 w 408899"/>
                <a:gd name="csY31" fmla="*/ 43879 h 171496"/>
                <a:gd name="csX32" fmla="*/ 23990 w 408899"/>
                <a:gd name="csY32" fmla="*/ 41566 h 171496"/>
                <a:gd name="csX33" fmla="*/ 19425 w 408899"/>
                <a:gd name="csY33" fmla="*/ 41619 h 171496"/>
                <a:gd name="csX34" fmla="*/ 14783 w 408899"/>
                <a:gd name="csY34" fmla="*/ 42129 h 171496"/>
                <a:gd name="csX35" fmla="*/ 11869 w 408899"/>
                <a:gd name="csY35" fmla="*/ 41802 h 171496"/>
                <a:gd name="csX36" fmla="*/ 9328 w 408899"/>
                <a:gd name="csY36" fmla="*/ 41992 h 171496"/>
                <a:gd name="csX37" fmla="*/ 8529 w 408899"/>
                <a:gd name="csY37" fmla="*/ 39968 h 171496"/>
                <a:gd name="csX38" fmla="*/ 7913 w 408899"/>
                <a:gd name="csY38" fmla="*/ 38751 h 171496"/>
                <a:gd name="csX39" fmla="*/ 8575 w 408899"/>
                <a:gd name="csY39" fmla="*/ 38370 h 171496"/>
                <a:gd name="csX40" fmla="*/ 9412 w 408899"/>
                <a:gd name="csY40" fmla="*/ 38104 h 171496"/>
                <a:gd name="csX41" fmla="*/ 10903 w 408899"/>
                <a:gd name="csY41" fmla="*/ 35943 h 171496"/>
                <a:gd name="csX42" fmla="*/ 12235 w 408899"/>
                <a:gd name="csY42" fmla="*/ 34353 h 171496"/>
                <a:gd name="csX43" fmla="*/ 14152 w 408899"/>
                <a:gd name="csY43" fmla="*/ 32344 h 171496"/>
                <a:gd name="csX44" fmla="*/ 14639 w 408899"/>
                <a:gd name="csY44" fmla="*/ 31142 h 171496"/>
                <a:gd name="csX45" fmla="*/ 14639 w 408899"/>
                <a:gd name="csY45" fmla="*/ 30023 h 171496"/>
                <a:gd name="csX46" fmla="*/ 14175 w 408899"/>
                <a:gd name="csY46" fmla="*/ 29247 h 171496"/>
                <a:gd name="csX47" fmla="*/ 14084 w 408899"/>
                <a:gd name="csY47" fmla="*/ 28319 h 171496"/>
                <a:gd name="csX48" fmla="*/ 14023 w 408899"/>
                <a:gd name="csY48" fmla="*/ 27018 h 171496"/>
                <a:gd name="csX49" fmla="*/ 14129 w 408899"/>
                <a:gd name="csY49" fmla="*/ 24317 h 171496"/>
                <a:gd name="csX50" fmla="*/ 18527 w 408899"/>
                <a:gd name="csY50" fmla="*/ 21365 h 171496"/>
                <a:gd name="csX51" fmla="*/ 19934 w 408899"/>
                <a:gd name="csY51" fmla="*/ 21053 h 171496"/>
                <a:gd name="csX52" fmla="*/ 20414 w 408899"/>
                <a:gd name="csY52" fmla="*/ 19699 h 171496"/>
                <a:gd name="csX53" fmla="*/ 20094 w 408899"/>
                <a:gd name="csY53" fmla="*/ 16564 h 171496"/>
                <a:gd name="csX54" fmla="*/ 19485 w 408899"/>
                <a:gd name="csY54" fmla="*/ 14030 h 171496"/>
                <a:gd name="csX55" fmla="*/ 18694 w 408899"/>
                <a:gd name="csY55" fmla="*/ 13863 h 171496"/>
                <a:gd name="csX56" fmla="*/ 17637 w 408899"/>
                <a:gd name="csY56" fmla="*/ 13125 h 171496"/>
                <a:gd name="csX57" fmla="*/ 16944 w 408899"/>
                <a:gd name="csY57" fmla="*/ 12265 h 171496"/>
                <a:gd name="csX58" fmla="*/ 15833 w 408899"/>
                <a:gd name="csY58" fmla="*/ 11329 h 171496"/>
                <a:gd name="csX59" fmla="*/ 13924 w 408899"/>
                <a:gd name="csY59" fmla="*/ 10751 h 171496"/>
                <a:gd name="csX60" fmla="*/ 13863 w 408899"/>
                <a:gd name="csY60" fmla="*/ 9952 h 171496"/>
                <a:gd name="csX61" fmla="*/ 14061 w 408899"/>
                <a:gd name="csY61" fmla="*/ 9153 h 171496"/>
                <a:gd name="csX62" fmla="*/ 14768 w 408899"/>
                <a:gd name="csY62" fmla="*/ 8331 h 171496"/>
                <a:gd name="csX63" fmla="*/ 17994 w 408899"/>
                <a:gd name="csY63" fmla="*/ 7624 h 171496"/>
                <a:gd name="csX64" fmla="*/ 18375 w 408899"/>
                <a:gd name="csY64" fmla="*/ 7046 h 171496"/>
                <a:gd name="csX65" fmla="*/ 18808 w 408899"/>
                <a:gd name="csY65" fmla="*/ 5615 h 171496"/>
                <a:gd name="csX66" fmla="*/ 19448 w 408899"/>
                <a:gd name="csY66" fmla="*/ 4154 h 171496"/>
                <a:gd name="csX67" fmla="*/ 20208 w 408899"/>
                <a:gd name="csY67" fmla="*/ 3675 h 171496"/>
                <a:gd name="csX68" fmla="*/ 21570 w 408899"/>
                <a:gd name="csY68" fmla="*/ 3721 h 171496"/>
                <a:gd name="csX69" fmla="*/ 24157 w 408899"/>
                <a:gd name="csY69" fmla="*/ 3386 h 171496"/>
                <a:gd name="csX70" fmla="*/ 25960 w 408899"/>
                <a:gd name="csY70" fmla="*/ 2907 h 171496"/>
                <a:gd name="csX71" fmla="*/ 27748 w 408899"/>
                <a:gd name="csY71" fmla="*/ 1902 h 171496"/>
                <a:gd name="csX72" fmla="*/ 28669 w 408899"/>
                <a:gd name="csY72" fmla="*/ 989 h 171496"/>
                <a:gd name="csX73" fmla="*/ 32550 w 408899"/>
                <a:gd name="csY73" fmla="*/ 464 h 171496"/>
                <a:gd name="csX74" fmla="*/ 33638 w 408899"/>
                <a:gd name="csY74" fmla="*/ 0 h 171496"/>
                <a:gd name="csX75" fmla="*/ 34718 w 408899"/>
                <a:gd name="csY75" fmla="*/ 396 h 171496"/>
                <a:gd name="csX76" fmla="*/ 36171 w 408899"/>
                <a:gd name="csY76" fmla="*/ 1956 h 171496"/>
                <a:gd name="csX77" fmla="*/ 38560 w 408899"/>
                <a:gd name="csY77" fmla="*/ 4193 h 171496"/>
                <a:gd name="csX78" fmla="*/ 39839 w 408899"/>
                <a:gd name="csY78" fmla="*/ 4938 h 171496"/>
                <a:gd name="csX79" fmla="*/ 40797 w 408899"/>
                <a:gd name="csY79" fmla="*/ 4596 h 171496"/>
                <a:gd name="csX80" fmla="*/ 42532 w 408899"/>
                <a:gd name="csY80" fmla="*/ 3782 h 171496"/>
                <a:gd name="csX81" fmla="*/ 44190 w 408899"/>
                <a:gd name="csY81" fmla="*/ 3782 h 171496"/>
                <a:gd name="csX82" fmla="*/ 45530 w 408899"/>
                <a:gd name="csY82" fmla="*/ 3926 h 171496"/>
                <a:gd name="csX83" fmla="*/ 46177 w 408899"/>
                <a:gd name="csY83" fmla="*/ 3218 h 171496"/>
                <a:gd name="csX84" fmla="*/ 47189 w 408899"/>
                <a:gd name="csY84" fmla="*/ 3066 h 171496"/>
                <a:gd name="csX85" fmla="*/ 50087 w 408899"/>
                <a:gd name="csY85" fmla="*/ 3576 h 171496"/>
                <a:gd name="csX86" fmla="*/ 338262 w 408899"/>
                <a:gd name="csY86" fmla="*/ 16450 h 171496"/>
                <a:gd name="csX87" fmla="*/ 339677 w 408899"/>
                <a:gd name="csY87" fmla="*/ 17020 h 171496"/>
                <a:gd name="csX88" fmla="*/ 342355 w 408899"/>
                <a:gd name="csY88" fmla="*/ 17751 h 171496"/>
                <a:gd name="csX89" fmla="*/ 344014 w 408899"/>
                <a:gd name="csY89" fmla="*/ 18633 h 171496"/>
                <a:gd name="csX90" fmla="*/ 344957 w 408899"/>
                <a:gd name="csY90" fmla="*/ 18869 h 171496"/>
                <a:gd name="csX91" fmla="*/ 347141 w 408899"/>
                <a:gd name="csY91" fmla="*/ 17074 h 171496"/>
                <a:gd name="csX92" fmla="*/ 350382 w 408899"/>
                <a:gd name="csY92" fmla="*/ 17119 h 171496"/>
                <a:gd name="csX93" fmla="*/ 353236 w 408899"/>
                <a:gd name="csY93" fmla="*/ 17325 h 171496"/>
                <a:gd name="csX94" fmla="*/ 354704 w 408899"/>
                <a:gd name="csY94" fmla="*/ 17660 h 171496"/>
                <a:gd name="csX95" fmla="*/ 356507 w 408899"/>
                <a:gd name="csY95" fmla="*/ 18253 h 171496"/>
                <a:gd name="csX96" fmla="*/ 358683 w 408899"/>
                <a:gd name="csY96" fmla="*/ 18656 h 171496"/>
                <a:gd name="csX97" fmla="*/ 359573 w 408899"/>
                <a:gd name="csY97" fmla="*/ 17797 h 171496"/>
                <a:gd name="csX98" fmla="*/ 360844 w 408899"/>
                <a:gd name="csY98" fmla="*/ 15263 h 171496"/>
                <a:gd name="csX99" fmla="*/ 361339 w 408899"/>
                <a:gd name="csY99" fmla="*/ 14943 h 171496"/>
                <a:gd name="csX100" fmla="*/ 361688 w 408899"/>
                <a:gd name="csY100" fmla="*/ 14715 h 171496"/>
                <a:gd name="csX101" fmla="*/ 363302 w 408899"/>
                <a:gd name="csY101" fmla="*/ 14517 h 171496"/>
                <a:gd name="csX102" fmla="*/ 364831 w 408899"/>
                <a:gd name="csY102" fmla="*/ 14707 h 171496"/>
                <a:gd name="csX103" fmla="*/ 365554 w 408899"/>
                <a:gd name="csY103" fmla="*/ 15141 h 171496"/>
                <a:gd name="csX104" fmla="*/ 366277 w 408899"/>
                <a:gd name="csY104" fmla="*/ 17173 h 171496"/>
                <a:gd name="csX105" fmla="*/ 368095 w 408899"/>
                <a:gd name="csY105" fmla="*/ 17895 h 171496"/>
                <a:gd name="csX106" fmla="*/ 371306 w 408899"/>
                <a:gd name="csY106" fmla="*/ 21129 h 171496"/>
                <a:gd name="csX107" fmla="*/ 373269 w 408899"/>
                <a:gd name="csY107" fmla="*/ 22423 h 171496"/>
                <a:gd name="csX108" fmla="*/ 373748 w 408899"/>
                <a:gd name="csY108" fmla="*/ 22963 h 171496"/>
                <a:gd name="csX109" fmla="*/ 373101 w 408899"/>
                <a:gd name="csY109" fmla="*/ 23617 h 171496"/>
                <a:gd name="csX110" fmla="*/ 373360 w 408899"/>
                <a:gd name="csY110" fmla="*/ 24424 h 171496"/>
                <a:gd name="csX111" fmla="*/ 374479 w 408899"/>
                <a:gd name="csY111" fmla="*/ 25474 h 171496"/>
                <a:gd name="csX112" fmla="*/ 376053 w 408899"/>
                <a:gd name="csY112" fmla="*/ 25869 h 171496"/>
                <a:gd name="csX113" fmla="*/ 377758 w 408899"/>
                <a:gd name="csY113" fmla="*/ 25725 h 171496"/>
                <a:gd name="csX114" fmla="*/ 378686 w 408899"/>
                <a:gd name="csY114" fmla="*/ 26105 h 171496"/>
                <a:gd name="csX115" fmla="*/ 379348 w 408899"/>
                <a:gd name="csY115" fmla="*/ 26698 h 171496"/>
                <a:gd name="csX116" fmla="*/ 379523 w 408899"/>
                <a:gd name="csY116" fmla="*/ 27536 h 171496"/>
                <a:gd name="csX117" fmla="*/ 379477 w 408899"/>
                <a:gd name="csY117" fmla="*/ 28068 h 171496"/>
                <a:gd name="csX118" fmla="*/ 379812 w 408899"/>
                <a:gd name="csY118" fmla="*/ 29263 h 171496"/>
                <a:gd name="csX119" fmla="*/ 381144 w 408899"/>
                <a:gd name="csY119" fmla="*/ 30952 h 171496"/>
                <a:gd name="csX120" fmla="*/ 382726 w 408899"/>
                <a:gd name="csY120" fmla="*/ 31986 h 171496"/>
                <a:gd name="csX121" fmla="*/ 383578 w 408899"/>
                <a:gd name="csY121" fmla="*/ 33090 h 171496"/>
                <a:gd name="csX122" fmla="*/ 384963 w 408899"/>
                <a:gd name="csY122" fmla="*/ 36886 h 171496"/>
                <a:gd name="csX123" fmla="*/ 385526 w 408899"/>
                <a:gd name="csY123" fmla="*/ 38979 h 171496"/>
                <a:gd name="csX124" fmla="*/ 385313 w 408899"/>
                <a:gd name="csY124" fmla="*/ 40995 h 171496"/>
                <a:gd name="csX125" fmla="*/ 384354 w 408899"/>
                <a:gd name="csY125" fmla="*/ 43057 h 171496"/>
                <a:gd name="csX126" fmla="*/ 382254 w 408899"/>
                <a:gd name="csY126" fmla="*/ 45621 h 171496"/>
                <a:gd name="csX127" fmla="*/ 382772 w 408899"/>
                <a:gd name="csY127" fmla="*/ 46694 h 171496"/>
                <a:gd name="csX128" fmla="*/ 383244 w 408899"/>
                <a:gd name="csY128" fmla="*/ 48109 h 171496"/>
                <a:gd name="csX129" fmla="*/ 383084 w 408899"/>
                <a:gd name="csY129" fmla="*/ 49136 h 171496"/>
                <a:gd name="csX130" fmla="*/ 384575 w 408899"/>
                <a:gd name="csY130" fmla="*/ 52408 h 171496"/>
                <a:gd name="csX131" fmla="*/ 385252 w 408899"/>
                <a:gd name="csY131" fmla="*/ 54439 h 171496"/>
                <a:gd name="csX132" fmla="*/ 384689 w 408899"/>
                <a:gd name="csY132" fmla="*/ 54911 h 171496"/>
                <a:gd name="csX133" fmla="*/ 384324 w 408899"/>
                <a:gd name="csY133" fmla="*/ 55558 h 171496"/>
                <a:gd name="csX134" fmla="*/ 387002 w 408899"/>
                <a:gd name="csY134" fmla="*/ 57118 h 171496"/>
                <a:gd name="csX135" fmla="*/ 390213 w 408899"/>
                <a:gd name="csY135" fmla="*/ 58426 h 171496"/>
                <a:gd name="csX136" fmla="*/ 391567 w 408899"/>
                <a:gd name="csY136" fmla="*/ 58677 h 171496"/>
                <a:gd name="csX137" fmla="*/ 395250 w 408899"/>
                <a:gd name="csY137" fmla="*/ 58076 h 171496"/>
                <a:gd name="csX138" fmla="*/ 397624 w 408899"/>
                <a:gd name="csY138" fmla="*/ 57947 h 171496"/>
                <a:gd name="csX139" fmla="*/ 399983 w 408899"/>
                <a:gd name="csY139" fmla="*/ 59187 h 171496"/>
                <a:gd name="csX140" fmla="*/ 403414 w 408899"/>
                <a:gd name="csY140" fmla="*/ 62192 h 171496"/>
                <a:gd name="csX141" fmla="*/ 407119 w 408899"/>
                <a:gd name="csY141" fmla="*/ 66103 h 171496"/>
                <a:gd name="csX142" fmla="*/ 407857 w 408899"/>
                <a:gd name="csY142" fmla="*/ 67290 h 171496"/>
                <a:gd name="csX143" fmla="*/ 408177 w 408899"/>
                <a:gd name="csY143" fmla="*/ 67815 h 171496"/>
                <a:gd name="csX144" fmla="*/ 408900 w 408899"/>
                <a:gd name="csY144" fmla="*/ 68759 h 171496"/>
                <a:gd name="csX145" fmla="*/ 408146 w 408899"/>
                <a:gd name="csY145" fmla="*/ 68743 h 171496"/>
                <a:gd name="csX146" fmla="*/ 406929 w 408899"/>
                <a:gd name="csY146" fmla="*/ 67899 h 171496"/>
                <a:gd name="csX147" fmla="*/ 403985 w 408899"/>
                <a:gd name="csY147" fmla="*/ 65494 h 171496"/>
                <a:gd name="csX148" fmla="*/ 402478 w 408899"/>
                <a:gd name="csY148" fmla="*/ 66529 h 171496"/>
                <a:gd name="csX149" fmla="*/ 401177 w 408899"/>
                <a:gd name="csY149" fmla="*/ 68310 h 171496"/>
                <a:gd name="csX150" fmla="*/ 399754 w 408899"/>
                <a:gd name="csY150" fmla="*/ 75059 h 171496"/>
                <a:gd name="csX151" fmla="*/ 398605 w 408899"/>
                <a:gd name="csY151" fmla="*/ 75774 h 171496"/>
                <a:gd name="csX152" fmla="*/ 396574 w 408899"/>
                <a:gd name="csY152" fmla="*/ 75758 h 171496"/>
                <a:gd name="csX153" fmla="*/ 394086 w 408899"/>
                <a:gd name="csY153" fmla="*/ 75523 h 171496"/>
                <a:gd name="csX154" fmla="*/ 392374 w 408899"/>
                <a:gd name="csY154" fmla="*/ 75857 h 171496"/>
                <a:gd name="csX155" fmla="*/ 391933 w 408899"/>
                <a:gd name="csY155" fmla="*/ 76283 h 171496"/>
                <a:gd name="csX156" fmla="*/ 392161 w 408899"/>
                <a:gd name="csY156" fmla="*/ 77006 h 171496"/>
                <a:gd name="csX157" fmla="*/ 392671 w 408899"/>
                <a:gd name="csY157" fmla="*/ 78117 h 171496"/>
                <a:gd name="csX158" fmla="*/ 393028 w 408899"/>
                <a:gd name="csY158" fmla="*/ 79517 h 171496"/>
                <a:gd name="csX159" fmla="*/ 393135 w 408899"/>
                <a:gd name="csY159" fmla="*/ 80658 h 171496"/>
                <a:gd name="csX160" fmla="*/ 394033 w 408899"/>
                <a:gd name="csY160" fmla="*/ 81693 h 171496"/>
                <a:gd name="csX161" fmla="*/ 395242 w 408899"/>
                <a:gd name="csY161" fmla="*/ 82675 h 171496"/>
                <a:gd name="csX162" fmla="*/ 395295 w 408899"/>
                <a:gd name="csY162" fmla="*/ 83679 h 171496"/>
                <a:gd name="csX163" fmla="*/ 395113 w 408899"/>
                <a:gd name="csY163" fmla="*/ 85102 h 171496"/>
                <a:gd name="csX164" fmla="*/ 394831 w 408899"/>
                <a:gd name="csY164" fmla="*/ 86182 h 171496"/>
                <a:gd name="csX165" fmla="*/ 394527 w 408899"/>
                <a:gd name="csY165" fmla="*/ 86799 h 171496"/>
                <a:gd name="csX166" fmla="*/ 395090 w 408899"/>
                <a:gd name="csY166" fmla="*/ 88442 h 171496"/>
                <a:gd name="csX167" fmla="*/ 396406 w 408899"/>
                <a:gd name="csY167" fmla="*/ 90382 h 171496"/>
                <a:gd name="csX168" fmla="*/ 397244 w 408899"/>
                <a:gd name="csY168" fmla="*/ 91128 h 171496"/>
                <a:gd name="csX169" fmla="*/ 396931 w 408899"/>
                <a:gd name="csY169" fmla="*/ 94818 h 171496"/>
                <a:gd name="csX170" fmla="*/ 397426 w 408899"/>
                <a:gd name="csY170" fmla="*/ 96454 h 171496"/>
                <a:gd name="csX171" fmla="*/ 397806 w 408899"/>
                <a:gd name="csY171" fmla="*/ 98706 h 171496"/>
                <a:gd name="csX172" fmla="*/ 397654 w 408899"/>
                <a:gd name="csY172" fmla="*/ 102449 h 171496"/>
                <a:gd name="csX173" fmla="*/ 397814 w 408899"/>
                <a:gd name="csY173" fmla="*/ 103370 h 171496"/>
                <a:gd name="csX174" fmla="*/ 398263 w 408899"/>
                <a:gd name="csY174" fmla="*/ 103682 h 171496"/>
                <a:gd name="csX175" fmla="*/ 399465 w 408899"/>
                <a:gd name="csY175" fmla="*/ 103827 h 171496"/>
                <a:gd name="csX176" fmla="*/ 400637 w 408899"/>
                <a:gd name="csY176" fmla="*/ 104169 h 171496"/>
                <a:gd name="csX177" fmla="*/ 401048 w 408899"/>
                <a:gd name="csY177" fmla="*/ 104785 h 171496"/>
                <a:gd name="csX178" fmla="*/ 401040 w 408899"/>
                <a:gd name="csY178" fmla="*/ 105234 h 171496"/>
                <a:gd name="csX179" fmla="*/ 399572 w 408899"/>
                <a:gd name="csY179" fmla="*/ 106946 h 171496"/>
                <a:gd name="csX180" fmla="*/ 399396 w 408899"/>
                <a:gd name="csY180" fmla="*/ 108163 h 171496"/>
                <a:gd name="csX181" fmla="*/ 398887 w 408899"/>
                <a:gd name="csY181" fmla="*/ 109875 h 171496"/>
                <a:gd name="csX182" fmla="*/ 398469 w 408899"/>
                <a:gd name="csY182" fmla="*/ 110880 h 171496"/>
                <a:gd name="csX183" fmla="*/ 397159 w 408899"/>
                <a:gd name="csY183" fmla="*/ 112782 h 171496"/>
                <a:gd name="csX184" fmla="*/ 396331 w 408899"/>
                <a:gd name="csY184" fmla="*/ 114714 h 171496"/>
                <a:gd name="csX185" fmla="*/ 395950 w 408899"/>
                <a:gd name="csY185" fmla="*/ 116305 h 171496"/>
                <a:gd name="csX186" fmla="*/ 396201 w 408899"/>
                <a:gd name="csY186" fmla="*/ 117058 h 171496"/>
                <a:gd name="csX187" fmla="*/ 398620 w 408899"/>
                <a:gd name="csY187" fmla="*/ 117286 h 171496"/>
                <a:gd name="csX188" fmla="*/ 399929 w 408899"/>
                <a:gd name="csY188" fmla="*/ 118427 h 171496"/>
                <a:gd name="csX189" fmla="*/ 403421 w 408899"/>
                <a:gd name="csY189" fmla="*/ 120702 h 171496"/>
                <a:gd name="csX190" fmla="*/ 404038 w 408899"/>
                <a:gd name="csY190" fmla="*/ 121623 h 171496"/>
                <a:gd name="csX191" fmla="*/ 403087 w 408899"/>
                <a:gd name="csY191" fmla="*/ 123023 h 171496"/>
                <a:gd name="csX192" fmla="*/ 403102 w 408899"/>
                <a:gd name="csY192" fmla="*/ 123609 h 171496"/>
                <a:gd name="csX193" fmla="*/ 403558 w 408899"/>
                <a:gd name="csY193" fmla="*/ 124354 h 171496"/>
                <a:gd name="csX194" fmla="*/ 403771 w 408899"/>
                <a:gd name="csY194" fmla="*/ 125655 h 171496"/>
                <a:gd name="csX195" fmla="*/ 403688 w 408899"/>
                <a:gd name="csY195" fmla="*/ 127093 h 171496"/>
                <a:gd name="csX196" fmla="*/ 403703 w 408899"/>
                <a:gd name="csY196" fmla="*/ 128996 h 171496"/>
                <a:gd name="csX197" fmla="*/ 404342 w 408899"/>
                <a:gd name="csY197" fmla="*/ 129308 h 171496"/>
                <a:gd name="csX198" fmla="*/ 406716 w 408899"/>
                <a:gd name="csY198" fmla="*/ 131088 h 171496"/>
                <a:gd name="csX199" fmla="*/ 408405 w 408899"/>
                <a:gd name="csY199" fmla="*/ 132868 h 171496"/>
                <a:gd name="csX200" fmla="*/ 408459 w 408899"/>
                <a:gd name="csY200" fmla="*/ 133424 h 171496"/>
                <a:gd name="csX201" fmla="*/ 407644 w 408899"/>
                <a:gd name="csY201" fmla="*/ 134831 h 171496"/>
                <a:gd name="csX202" fmla="*/ 407819 w 408899"/>
                <a:gd name="csY202" fmla="*/ 136452 h 171496"/>
                <a:gd name="csX203" fmla="*/ 407789 w 408899"/>
                <a:gd name="csY203" fmla="*/ 136825 h 171496"/>
                <a:gd name="csX204" fmla="*/ 407058 w 408899"/>
                <a:gd name="csY204" fmla="*/ 136216 h 171496"/>
                <a:gd name="csX205" fmla="*/ 405742 w 408899"/>
                <a:gd name="csY205" fmla="*/ 135996 h 171496"/>
                <a:gd name="csX206" fmla="*/ 404388 w 408899"/>
                <a:gd name="csY206" fmla="*/ 135927 h 171496"/>
                <a:gd name="csX207" fmla="*/ 403536 w 408899"/>
                <a:gd name="csY207" fmla="*/ 136406 h 171496"/>
                <a:gd name="csX208" fmla="*/ 402044 w 408899"/>
                <a:gd name="csY208" fmla="*/ 137677 h 171496"/>
                <a:gd name="csX209" fmla="*/ 400036 w 408899"/>
                <a:gd name="csY209" fmla="*/ 139062 h 171496"/>
                <a:gd name="csX210" fmla="*/ 398407 w 408899"/>
                <a:gd name="csY210" fmla="*/ 140332 h 171496"/>
                <a:gd name="csX211" fmla="*/ 397472 w 408899"/>
                <a:gd name="csY211" fmla="*/ 141207 h 171496"/>
                <a:gd name="csX212" fmla="*/ 396696 w 408899"/>
                <a:gd name="csY212" fmla="*/ 141063 h 171496"/>
                <a:gd name="csX213" fmla="*/ 396095 w 408899"/>
                <a:gd name="csY213" fmla="*/ 140302 h 171496"/>
                <a:gd name="csX214" fmla="*/ 395760 w 408899"/>
                <a:gd name="csY214" fmla="*/ 139237 h 171496"/>
                <a:gd name="csX215" fmla="*/ 395904 w 408899"/>
                <a:gd name="csY215" fmla="*/ 135212 h 171496"/>
                <a:gd name="csX216" fmla="*/ 395547 w 408899"/>
                <a:gd name="csY216" fmla="*/ 133949 h 171496"/>
                <a:gd name="csX217" fmla="*/ 394786 w 408899"/>
                <a:gd name="csY217" fmla="*/ 133066 h 171496"/>
                <a:gd name="csX218" fmla="*/ 393888 w 408899"/>
                <a:gd name="csY218" fmla="*/ 132564 h 171496"/>
                <a:gd name="csX219" fmla="*/ 392823 w 408899"/>
                <a:gd name="csY219" fmla="*/ 132283 h 171496"/>
                <a:gd name="csX220" fmla="*/ 391720 w 408899"/>
                <a:gd name="csY220" fmla="*/ 132252 h 171496"/>
                <a:gd name="csX221" fmla="*/ 390160 w 408899"/>
                <a:gd name="csY221" fmla="*/ 133431 h 171496"/>
                <a:gd name="csX222" fmla="*/ 387946 w 408899"/>
                <a:gd name="csY222" fmla="*/ 134656 h 171496"/>
                <a:gd name="csX223" fmla="*/ 384514 w 408899"/>
                <a:gd name="csY223" fmla="*/ 134557 h 171496"/>
                <a:gd name="csX224" fmla="*/ 382209 w 408899"/>
                <a:gd name="csY224" fmla="*/ 134329 h 171496"/>
                <a:gd name="csX225" fmla="*/ 381098 w 408899"/>
                <a:gd name="csY225" fmla="*/ 134101 h 171496"/>
                <a:gd name="csX226" fmla="*/ 376632 w 408899"/>
                <a:gd name="csY226" fmla="*/ 132229 h 171496"/>
                <a:gd name="csX227" fmla="*/ 375704 w 408899"/>
                <a:gd name="csY227" fmla="*/ 132184 h 171496"/>
                <a:gd name="csX228" fmla="*/ 374037 w 408899"/>
                <a:gd name="csY228" fmla="*/ 131423 h 171496"/>
                <a:gd name="csX229" fmla="*/ 372059 w 408899"/>
                <a:gd name="csY229" fmla="*/ 130822 h 171496"/>
                <a:gd name="csX230" fmla="*/ 368726 w 408899"/>
                <a:gd name="csY230" fmla="*/ 131963 h 171496"/>
                <a:gd name="csX231" fmla="*/ 367289 w 408899"/>
                <a:gd name="csY231" fmla="*/ 131689 h 171496"/>
                <a:gd name="csX232" fmla="*/ 365272 w 408899"/>
                <a:gd name="csY232" fmla="*/ 130700 h 171496"/>
                <a:gd name="csX233" fmla="*/ 364557 w 408899"/>
                <a:gd name="csY233" fmla="*/ 130966 h 171496"/>
                <a:gd name="csX234" fmla="*/ 362305 w 408899"/>
                <a:gd name="csY234" fmla="*/ 133979 h 171496"/>
                <a:gd name="csX235" fmla="*/ 358470 w 408899"/>
                <a:gd name="csY235" fmla="*/ 137198 h 171496"/>
                <a:gd name="csX236" fmla="*/ 356400 w 408899"/>
                <a:gd name="csY236" fmla="*/ 137738 h 171496"/>
                <a:gd name="csX237" fmla="*/ 355419 w 408899"/>
                <a:gd name="csY237" fmla="*/ 134504 h 171496"/>
                <a:gd name="csX238" fmla="*/ 354468 w 408899"/>
                <a:gd name="csY238" fmla="*/ 133249 h 171496"/>
                <a:gd name="csX239" fmla="*/ 354019 w 408899"/>
                <a:gd name="csY239" fmla="*/ 133097 h 171496"/>
                <a:gd name="csX240" fmla="*/ 353061 w 408899"/>
                <a:gd name="csY240" fmla="*/ 132693 h 171496"/>
                <a:gd name="csX241" fmla="*/ 352315 w 408899"/>
                <a:gd name="csY241" fmla="*/ 132922 h 171496"/>
                <a:gd name="csX242" fmla="*/ 350009 w 408899"/>
                <a:gd name="csY242" fmla="*/ 135128 h 171496"/>
                <a:gd name="csX243" fmla="*/ 346312 w 408899"/>
                <a:gd name="csY243" fmla="*/ 136452 h 171496"/>
                <a:gd name="csX244" fmla="*/ 343253 w 408899"/>
                <a:gd name="csY244" fmla="*/ 137258 h 171496"/>
                <a:gd name="csX245" fmla="*/ 338383 w 408899"/>
                <a:gd name="csY245" fmla="*/ 138240 h 171496"/>
                <a:gd name="csX246" fmla="*/ 334625 w 408899"/>
                <a:gd name="csY246" fmla="*/ 138727 h 171496"/>
                <a:gd name="csX247" fmla="*/ 333027 w 408899"/>
                <a:gd name="csY247" fmla="*/ 138765 h 171496"/>
                <a:gd name="csX248" fmla="*/ 329558 w 408899"/>
                <a:gd name="csY248" fmla="*/ 138324 h 171496"/>
                <a:gd name="csX249" fmla="*/ 326499 w 408899"/>
                <a:gd name="csY249" fmla="*/ 137707 h 171496"/>
                <a:gd name="csX250" fmla="*/ 323440 w 408899"/>
                <a:gd name="csY250" fmla="*/ 137730 h 171496"/>
                <a:gd name="csX251" fmla="*/ 321089 w 408899"/>
                <a:gd name="csY251" fmla="*/ 138012 h 171496"/>
                <a:gd name="csX252" fmla="*/ 315641 w 408899"/>
                <a:gd name="csY252" fmla="*/ 140378 h 171496"/>
                <a:gd name="csX253" fmla="*/ 306374 w 408899"/>
                <a:gd name="csY253" fmla="*/ 145240 h 171496"/>
                <a:gd name="csX254" fmla="*/ 299329 w 408899"/>
                <a:gd name="csY254" fmla="*/ 147560 h 171496"/>
                <a:gd name="csX255" fmla="*/ 295380 w 408899"/>
                <a:gd name="csY255" fmla="*/ 148527 h 171496"/>
                <a:gd name="csX256" fmla="*/ 292283 w 408899"/>
                <a:gd name="csY256" fmla="*/ 149075 h 171496"/>
                <a:gd name="csX257" fmla="*/ 286988 w 408899"/>
                <a:gd name="csY257" fmla="*/ 149105 h 171496"/>
                <a:gd name="csX258" fmla="*/ 282673 w 408899"/>
                <a:gd name="csY258" fmla="*/ 148732 h 171496"/>
                <a:gd name="csX259" fmla="*/ 279683 w 408899"/>
                <a:gd name="csY259" fmla="*/ 148770 h 171496"/>
                <a:gd name="csX260" fmla="*/ 278025 w 408899"/>
                <a:gd name="csY260" fmla="*/ 148184 h 171496"/>
                <a:gd name="csX261" fmla="*/ 275658 w 408899"/>
                <a:gd name="csY261" fmla="*/ 146221 h 171496"/>
                <a:gd name="csX262" fmla="*/ 272798 w 408899"/>
                <a:gd name="csY262" fmla="*/ 144281 h 171496"/>
                <a:gd name="csX263" fmla="*/ 271519 w 408899"/>
                <a:gd name="csY263" fmla="*/ 143825 h 171496"/>
                <a:gd name="csX264" fmla="*/ 269853 w 408899"/>
                <a:gd name="csY264" fmla="*/ 143452 h 171496"/>
                <a:gd name="csX265" fmla="*/ 267418 w 408899"/>
                <a:gd name="csY265" fmla="*/ 143231 h 171496"/>
                <a:gd name="csX266" fmla="*/ 261331 w 408899"/>
                <a:gd name="csY266" fmla="*/ 146077 h 171496"/>
                <a:gd name="csX267" fmla="*/ 259437 w 408899"/>
                <a:gd name="csY267" fmla="*/ 146853 h 171496"/>
                <a:gd name="csX268" fmla="*/ 257352 w 408899"/>
                <a:gd name="csY268" fmla="*/ 147431 h 171496"/>
                <a:gd name="csX269" fmla="*/ 253145 w 408899"/>
                <a:gd name="csY269" fmla="*/ 149166 h 171496"/>
                <a:gd name="csX270" fmla="*/ 251281 w 408899"/>
                <a:gd name="csY270" fmla="*/ 150094 h 171496"/>
                <a:gd name="csX271" fmla="*/ 248945 w 408899"/>
                <a:gd name="csY271" fmla="*/ 150010 h 171496"/>
                <a:gd name="csX272" fmla="*/ 245962 w 408899"/>
                <a:gd name="csY272" fmla="*/ 149767 h 171496"/>
                <a:gd name="csX273" fmla="*/ 243375 w 408899"/>
                <a:gd name="csY273" fmla="*/ 149851 h 171496"/>
                <a:gd name="csX274" fmla="*/ 241648 w 408899"/>
                <a:gd name="csY274" fmla="*/ 148534 h 171496"/>
                <a:gd name="csX275" fmla="*/ 240712 w 408899"/>
                <a:gd name="csY275" fmla="*/ 147051 h 171496"/>
                <a:gd name="csX276" fmla="*/ 237190 w 408899"/>
                <a:gd name="csY276" fmla="*/ 146138 h 171496"/>
                <a:gd name="csX277" fmla="*/ 234671 w 408899"/>
                <a:gd name="csY277" fmla="*/ 145871 h 171496"/>
                <a:gd name="csX278" fmla="*/ 234024 w 408899"/>
                <a:gd name="csY278" fmla="*/ 146533 h 171496"/>
                <a:gd name="csX279" fmla="*/ 233355 w 408899"/>
                <a:gd name="csY279" fmla="*/ 148557 h 171496"/>
                <a:gd name="csX280" fmla="*/ 232282 w 408899"/>
                <a:gd name="csY280" fmla="*/ 153723 h 171496"/>
                <a:gd name="csX281" fmla="*/ 232084 w 408899"/>
                <a:gd name="csY281" fmla="*/ 155017 h 171496"/>
                <a:gd name="csX282" fmla="*/ 234306 w 408899"/>
                <a:gd name="csY282" fmla="*/ 160137 h 171496"/>
                <a:gd name="csX283" fmla="*/ 234207 w 408899"/>
                <a:gd name="csY283" fmla="*/ 160914 h 171496"/>
                <a:gd name="csX284" fmla="*/ 232624 w 408899"/>
                <a:gd name="csY284" fmla="*/ 161180 h 171496"/>
                <a:gd name="csX285" fmla="*/ 230806 w 408899"/>
                <a:gd name="csY285" fmla="*/ 161271 h 171496"/>
                <a:gd name="csX286" fmla="*/ 229619 w 408899"/>
                <a:gd name="csY286" fmla="*/ 161728 h 171496"/>
                <a:gd name="csX287" fmla="*/ 228637 w 408899"/>
                <a:gd name="csY287" fmla="*/ 162572 h 171496"/>
                <a:gd name="csX288" fmla="*/ 228044 w 408899"/>
                <a:gd name="csY288" fmla="*/ 166985 h 171496"/>
                <a:gd name="csX289" fmla="*/ 225936 w 408899"/>
                <a:gd name="csY289" fmla="*/ 167792 h 171496"/>
                <a:gd name="csX290" fmla="*/ 224932 w 408899"/>
                <a:gd name="csY290" fmla="*/ 168712 h 171496"/>
                <a:gd name="csX291" fmla="*/ 223897 w 408899"/>
                <a:gd name="csY291" fmla="*/ 171436 h 171496"/>
                <a:gd name="csX292" fmla="*/ 223335 w 408899"/>
                <a:gd name="csY292" fmla="*/ 171497 h 171496"/>
                <a:gd name="csX293" fmla="*/ 219926 w 408899"/>
                <a:gd name="csY293" fmla="*/ 169435 h 171496"/>
                <a:gd name="csX294" fmla="*/ 218328 w 408899"/>
                <a:gd name="csY294" fmla="*/ 169268 h 171496"/>
                <a:gd name="csX295" fmla="*/ 219705 w 408899"/>
                <a:gd name="csY295" fmla="*/ 167130 h 171496"/>
                <a:gd name="csX296" fmla="*/ 218214 w 408899"/>
                <a:gd name="csY296" fmla="*/ 162892 h 171496"/>
                <a:gd name="csX297" fmla="*/ 216586 w 408899"/>
                <a:gd name="csY297" fmla="*/ 158920 h 171496"/>
                <a:gd name="csX298" fmla="*/ 218123 w 408899"/>
                <a:gd name="csY298" fmla="*/ 156379 h 171496"/>
                <a:gd name="csX299" fmla="*/ 221303 w 408899"/>
                <a:gd name="csY299" fmla="*/ 153305 h 171496"/>
                <a:gd name="csX300" fmla="*/ 224643 w 408899"/>
                <a:gd name="csY300" fmla="*/ 149699 h 171496"/>
                <a:gd name="csX301" fmla="*/ 224643 w 408899"/>
                <a:gd name="csY301" fmla="*/ 147469 h 171496"/>
                <a:gd name="csX302" fmla="*/ 224468 w 408899"/>
                <a:gd name="csY302" fmla="*/ 145765 h 171496"/>
                <a:gd name="csX303" fmla="*/ 223509 w 408899"/>
                <a:gd name="csY303" fmla="*/ 144586 h 171496"/>
                <a:gd name="csX304" fmla="*/ 221668 w 408899"/>
                <a:gd name="csY304" fmla="*/ 143018 h 171496"/>
                <a:gd name="csX305" fmla="*/ 218587 w 408899"/>
                <a:gd name="csY305" fmla="*/ 144692 h 171496"/>
                <a:gd name="csX306" fmla="*/ 216388 w 408899"/>
                <a:gd name="csY306" fmla="*/ 146541 h 171496"/>
                <a:gd name="csX307" fmla="*/ 214949 w 408899"/>
                <a:gd name="csY307" fmla="*/ 146914 h 171496"/>
                <a:gd name="csX308" fmla="*/ 213390 w 408899"/>
                <a:gd name="csY308" fmla="*/ 147964 h 171496"/>
                <a:gd name="csX309" fmla="*/ 212629 w 408899"/>
                <a:gd name="csY309" fmla="*/ 149866 h 171496"/>
                <a:gd name="csX310" fmla="*/ 210742 w 408899"/>
                <a:gd name="csY310" fmla="*/ 151342 h 171496"/>
                <a:gd name="csX311" fmla="*/ 207661 w 408899"/>
                <a:gd name="csY311" fmla="*/ 151920 h 171496"/>
                <a:gd name="csX312" fmla="*/ 203027 w 408899"/>
                <a:gd name="csY312" fmla="*/ 150338 h 171496"/>
                <a:gd name="csX313" fmla="*/ 198051 w 408899"/>
                <a:gd name="csY313" fmla="*/ 147933 h 171496"/>
                <a:gd name="csX314" fmla="*/ 195236 w 408899"/>
                <a:gd name="csY314" fmla="*/ 145978 h 171496"/>
                <a:gd name="csX315" fmla="*/ 192938 w 408899"/>
                <a:gd name="csY315" fmla="*/ 145506 h 171496"/>
                <a:gd name="csX316" fmla="*/ 190754 w 408899"/>
                <a:gd name="csY316" fmla="*/ 146366 h 171496"/>
                <a:gd name="csX317" fmla="*/ 184310 w 408899"/>
                <a:gd name="csY317" fmla="*/ 151144 h 171496"/>
                <a:gd name="csX318" fmla="*/ 178413 w 408899"/>
                <a:gd name="csY318" fmla="*/ 158114 h 171496"/>
                <a:gd name="csX319" fmla="*/ 176953 w 408899"/>
                <a:gd name="csY319" fmla="*/ 159316 h 171496"/>
                <a:gd name="csX320" fmla="*/ 171398 w 408899"/>
                <a:gd name="csY320" fmla="*/ 162306 h 171496"/>
                <a:gd name="csX321" fmla="*/ 167731 w 408899"/>
                <a:gd name="csY321" fmla="*/ 163303 h 171496"/>
                <a:gd name="csX322" fmla="*/ 166004 w 408899"/>
                <a:gd name="csY322" fmla="*/ 163074 h 171496"/>
                <a:gd name="csX323" fmla="*/ 158692 w 408899"/>
                <a:gd name="csY323" fmla="*/ 164383 h 171496"/>
                <a:gd name="csX324" fmla="*/ 155063 w 408899"/>
                <a:gd name="csY324" fmla="*/ 164573 h 171496"/>
                <a:gd name="csX325" fmla="*/ 152187 w 408899"/>
                <a:gd name="csY325" fmla="*/ 166148 h 171496"/>
                <a:gd name="csX326" fmla="*/ 146609 w 408899"/>
                <a:gd name="csY326" fmla="*/ 164444 h 171496"/>
                <a:gd name="csX327" fmla="*/ 143277 w 408899"/>
                <a:gd name="csY327" fmla="*/ 162260 h 171496"/>
                <a:gd name="csX328" fmla="*/ 141268 w 408899"/>
                <a:gd name="csY328" fmla="*/ 160039 h 171496"/>
                <a:gd name="csX329" fmla="*/ 137997 w 408899"/>
                <a:gd name="csY329" fmla="*/ 155253 h 171496"/>
                <a:gd name="csX330" fmla="*/ 135676 w 408899"/>
                <a:gd name="csY330" fmla="*/ 152978 h 171496"/>
                <a:gd name="csX331" fmla="*/ 130464 w 408899"/>
                <a:gd name="csY331" fmla="*/ 150923 h 171496"/>
                <a:gd name="csX332" fmla="*/ 121380 w 408899"/>
                <a:gd name="csY332" fmla="*/ 145932 h 171496"/>
                <a:gd name="csX333" fmla="*/ 118990 w 408899"/>
                <a:gd name="csY333" fmla="*/ 145384 h 171496"/>
                <a:gd name="csX334" fmla="*/ 112789 w 408899"/>
                <a:gd name="csY334" fmla="*/ 144669 h 171496"/>
                <a:gd name="csX335" fmla="*/ 106254 w 408899"/>
                <a:gd name="csY335" fmla="*/ 144213 h 171496"/>
                <a:gd name="csX336" fmla="*/ 104930 w 408899"/>
                <a:gd name="csY336" fmla="*/ 146031 h 171496"/>
                <a:gd name="csX337" fmla="*/ 104427 w 408899"/>
                <a:gd name="csY337" fmla="*/ 153221 h 171496"/>
                <a:gd name="csX338" fmla="*/ 103309 w 408899"/>
                <a:gd name="csY338" fmla="*/ 155192 h 171496"/>
                <a:gd name="csX339" fmla="*/ 102830 w 408899"/>
                <a:gd name="csY339" fmla="*/ 158912 h 171496"/>
                <a:gd name="csX340" fmla="*/ 102031 w 408899"/>
                <a:gd name="csY340" fmla="*/ 159978 h 171496"/>
                <a:gd name="csX341" fmla="*/ 100775 w 408899"/>
                <a:gd name="csY341" fmla="*/ 160678 h 171496"/>
                <a:gd name="csX342" fmla="*/ 98812 w 408899"/>
                <a:gd name="csY342" fmla="*/ 159506 h 171496"/>
                <a:gd name="csX343" fmla="*/ 97450 w 408899"/>
                <a:gd name="csY343" fmla="*/ 158989 h 171496"/>
                <a:gd name="csX344" fmla="*/ 94278 w 408899"/>
                <a:gd name="csY344" fmla="*/ 160518 h 171496"/>
                <a:gd name="csX345" fmla="*/ 88001 w 408899"/>
                <a:gd name="csY345" fmla="*/ 162656 h 171496"/>
                <a:gd name="csX346" fmla="*/ 85862 w 408899"/>
                <a:gd name="csY346" fmla="*/ 162960 h 171496"/>
                <a:gd name="csX347" fmla="*/ 78589 w 408899"/>
                <a:gd name="csY347" fmla="*/ 160267 h 171496"/>
                <a:gd name="csX348" fmla="*/ 75926 w 408899"/>
                <a:gd name="csY348" fmla="*/ 158532 h 171496"/>
                <a:gd name="csX349" fmla="*/ 74206 w 408899"/>
                <a:gd name="csY349" fmla="*/ 156615 h 171496"/>
                <a:gd name="csX350" fmla="*/ 73628 w 408899"/>
                <a:gd name="csY350" fmla="*/ 153366 h 171496"/>
                <a:gd name="csX351" fmla="*/ 72547 w 408899"/>
                <a:gd name="csY351" fmla="*/ 151517 h 171496"/>
                <a:gd name="csX352" fmla="*/ 72388 w 408899"/>
                <a:gd name="csY352" fmla="*/ 150246 h 171496"/>
                <a:gd name="csX353" fmla="*/ 71962 w 408899"/>
                <a:gd name="csY353" fmla="*/ 148786 h 171496"/>
                <a:gd name="csX354" fmla="*/ 70493 w 408899"/>
                <a:gd name="csY354" fmla="*/ 148207 h 171496"/>
                <a:gd name="csX355" fmla="*/ 68918 w 408899"/>
                <a:gd name="csY355" fmla="*/ 149318 h 171496"/>
                <a:gd name="csX356" fmla="*/ 67229 w 408899"/>
                <a:gd name="csY356" fmla="*/ 149272 h 171496"/>
                <a:gd name="csX357" fmla="*/ 65114 w 408899"/>
                <a:gd name="csY357" fmla="*/ 148595 h 171496"/>
                <a:gd name="csX358" fmla="*/ 60115 w 408899"/>
                <a:gd name="csY358" fmla="*/ 145864 h 171496"/>
                <a:gd name="csX359" fmla="*/ 56280 w 408899"/>
                <a:gd name="csY359" fmla="*/ 145643 h 171496"/>
                <a:gd name="csX360" fmla="*/ 53968 w 408899"/>
                <a:gd name="csY360" fmla="*/ 148976 h 171496"/>
                <a:gd name="csX361" fmla="*/ 52172 w 408899"/>
                <a:gd name="csY361" fmla="*/ 150033 h 171496"/>
                <a:gd name="csX362" fmla="*/ 50209 w 408899"/>
                <a:gd name="csY362" fmla="*/ 150353 h 171496"/>
                <a:gd name="csX363" fmla="*/ 50095 w 408899"/>
                <a:gd name="csY363" fmla="*/ 149409 h 171496"/>
                <a:gd name="csX364" fmla="*/ 51586 w 408899"/>
                <a:gd name="csY364" fmla="*/ 147249 h 171496"/>
                <a:gd name="csX365" fmla="*/ 45598 w 408899"/>
                <a:gd name="csY365" fmla="*/ 147644 h 171496"/>
                <a:gd name="csX366" fmla="*/ 42441 w 408899"/>
                <a:gd name="csY366" fmla="*/ 149288 h 171496"/>
                <a:gd name="csX367" fmla="*/ 39976 w 408899"/>
                <a:gd name="csY367" fmla="*/ 149029 h 171496"/>
                <a:gd name="csX368" fmla="*/ 38126 w 408899"/>
                <a:gd name="csY368" fmla="*/ 148291 h 171496"/>
                <a:gd name="csX369" fmla="*/ 38400 w 408899"/>
                <a:gd name="csY369" fmla="*/ 147385 h 171496"/>
                <a:gd name="csX370" fmla="*/ 40272 w 408899"/>
                <a:gd name="csY370" fmla="*/ 147051 h 171496"/>
                <a:gd name="csX371" fmla="*/ 41901 w 408899"/>
                <a:gd name="csY371" fmla="*/ 146313 h 171496"/>
                <a:gd name="csX372" fmla="*/ 48383 w 408899"/>
                <a:gd name="csY372" fmla="*/ 145712 h 171496"/>
                <a:gd name="csX373" fmla="*/ 49897 w 408899"/>
                <a:gd name="csY373" fmla="*/ 145111 h 171496"/>
                <a:gd name="csX374" fmla="*/ 51556 w 408899"/>
                <a:gd name="csY374" fmla="*/ 142759 h 171496"/>
                <a:gd name="csX375" fmla="*/ 54569 w 408899"/>
                <a:gd name="csY375" fmla="*/ 140736 h 171496"/>
                <a:gd name="csX376" fmla="*/ 54957 w 408899"/>
                <a:gd name="csY376" fmla="*/ 139868 h 171496"/>
                <a:gd name="csX377" fmla="*/ 52636 w 408899"/>
                <a:gd name="csY377" fmla="*/ 139861 h 171496"/>
                <a:gd name="csX378" fmla="*/ 42699 w 408899"/>
                <a:gd name="csY378" fmla="*/ 140447 h 171496"/>
                <a:gd name="csX379" fmla="*/ 35882 w 408899"/>
                <a:gd name="csY379" fmla="*/ 140127 h 171496"/>
                <a:gd name="csX380" fmla="*/ 35075 w 408899"/>
                <a:gd name="csY380" fmla="*/ 141131 h 171496"/>
                <a:gd name="csX381" fmla="*/ 34048 w 408899"/>
                <a:gd name="csY381" fmla="*/ 141276 h 171496"/>
                <a:gd name="csX382" fmla="*/ 33767 w 408899"/>
                <a:gd name="csY382" fmla="*/ 138544 h 171496"/>
                <a:gd name="csX383" fmla="*/ 34847 w 408899"/>
                <a:gd name="csY383" fmla="*/ 137274 h 171496"/>
                <a:gd name="csX384" fmla="*/ 36293 w 408899"/>
                <a:gd name="csY384" fmla="*/ 137395 h 171496"/>
                <a:gd name="csX385" fmla="*/ 39861 w 408899"/>
                <a:gd name="csY385" fmla="*/ 136292 h 171496"/>
                <a:gd name="csX386" fmla="*/ 39542 w 408899"/>
                <a:gd name="csY386" fmla="*/ 134017 h 171496"/>
                <a:gd name="csX387" fmla="*/ 36993 w 408899"/>
                <a:gd name="csY387" fmla="*/ 132480 h 171496"/>
                <a:gd name="csX388" fmla="*/ 36476 w 408899"/>
                <a:gd name="csY388" fmla="*/ 131567 h 171496"/>
                <a:gd name="csX389" fmla="*/ 34619 w 408899"/>
                <a:gd name="csY389" fmla="*/ 131354 h 171496"/>
                <a:gd name="csX390" fmla="*/ 33120 w 408899"/>
                <a:gd name="csY390" fmla="*/ 130266 h 171496"/>
                <a:gd name="csX391" fmla="*/ 32793 w 408899"/>
                <a:gd name="csY391" fmla="*/ 127527 h 171496"/>
                <a:gd name="csX392" fmla="*/ 31598 w 408899"/>
                <a:gd name="csY392" fmla="*/ 124514 h 171496"/>
                <a:gd name="csX393" fmla="*/ 29894 w 408899"/>
                <a:gd name="csY393" fmla="*/ 123061 h 171496"/>
                <a:gd name="csX394" fmla="*/ 30107 w 408899"/>
                <a:gd name="csY394" fmla="*/ 122262 h 171496"/>
                <a:gd name="csX395" fmla="*/ 33234 w 408899"/>
                <a:gd name="csY395" fmla="*/ 121242 h 171496"/>
                <a:gd name="csX396" fmla="*/ 33881 w 408899"/>
                <a:gd name="csY396" fmla="*/ 117020 h 171496"/>
                <a:gd name="csX397" fmla="*/ 33402 w 408899"/>
                <a:gd name="csY397" fmla="*/ 114425 h 171496"/>
                <a:gd name="csX398" fmla="*/ 31827 w 408899"/>
                <a:gd name="csY398" fmla="*/ 114205 h 171496"/>
                <a:gd name="csX399" fmla="*/ 27239 w 408899"/>
                <a:gd name="csY399" fmla="*/ 112150 h 171496"/>
                <a:gd name="csX400" fmla="*/ 25846 w 408899"/>
                <a:gd name="csY400" fmla="*/ 112371 h 171496"/>
                <a:gd name="csX401" fmla="*/ 24325 w 408899"/>
                <a:gd name="csY401" fmla="*/ 110111 h 171496"/>
                <a:gd name="csX402" fmla="*/ 21661 w 408899"/>
                <a:gd name="csY402" fmla="*/ 108490 h 171496"/>
                <a:gd name="csX403" fmla="*/ 20345 w 408899"/>
                <a:gd name="csY403" fmla="*/ 109084 h 171496"/>
                <a:gd name="csX404" fmla="*/ 19516 w 408899"/>
                <a:gd name="csY404" fmla="*/ 109822 h 171496"/>
                <a:gd name="csX405" fmla="*/ 18284 w 408899"/>
                <a:gd name="csY405" fmla="*/ 109472 h 171496"/>
                <a:gd name="csX406" fmla="*/ 16222 w 408899"/>
                <a:gd name="csY406" fmla="*/ 108064 h 171496"/>
                <a:gd name="csX407" fmla="*/ 14190 w 408899"/>
                <a:gd name="csY407" fmla="*/ 107304 h 171496"/>
                <a:gd name="csX408" fmla="*/ 13292 w 408899"/>
                <a:gd name="csY408" fmla="*/ 106360 h 171496"/>
                <a:gd name="csX409" fmla="*/ 14418 w 408899"/>
                <a:gd name="csY409" fmla="*/ 103842 h 171496"/>
                <a:gd name="csX410" fmla="*/ 15970 w 408899"/>
                <a:gd name="csY410" fmla="*/ 103903 h 171496"/>
                <a:gd name="csX411" fmla="*/ 16252 w 408899"/>
                <a:gd name="csY411" fmla="*/ 101932 h 171496"/>
                <a:gd name="csX412" fmla="*/ 15027 w 408899"/>
                <a:gd name="csY412" fmla="*/ 98638 h 171496"/>
                <a:gd name="csX413" fmla="*/ 15149 w 408899"/>
                <a:gd name="csY413" fmla="*/ 96941 h 171496"/>
                <a:gd name="csX414" fmla="*/ 16503 w 408899"/>
                <a:gd name="csY414" fmla="*/ 96477 h 171496"/>
                <a:gd name="csX415" fmla="*/ 18048 w 408899"/>
                <a:gd name="csY415" fmla="*/ 96796 h 171496"/>
                <a:gd name="csX416" fmla="*/ 19607 w 408899"/>
                <a:gd name="csY416" fmla="*/ 98767 h 171496"/>
                <a:gd name="csX417" fmla="*/ 20117 w 408899"/>
                <a:gd name="csY417" fmla="*/ 100669 h 171496"/>
                <a:gd name="csX418" fmla="*/ 19790 w 408899"/>
                <a:gd name="csY418" fmla="*/ 102525 h 171496"/>
                <a:gd name="csX419" fmla="*/ 20779 w 408899"/>
                <a:gd name="csY419" fmla="*/ 104321 h 171496"/>
                <a:gd name="csX420" fmla="*/ 21486 w 408899"/>
                <a:gd name="csY420" fmla="*/ 104778 h 171496"/>
                <a:gd name="csX421" fmla="*/ 21958 w 408899"/>
                <a:gd name="csY421" fmla="*/ 102883 h 171496"/>
                <a:gd name="csX422" fmla="*/ 22620 w 408899"/>
                <a:gd name="csY422" fmla="*/ 102525 h 171496"/>
                <a:gd name="csX423" fmla="*/ 23533 w 408899"/>
                <a:gd name="csY423" fmla="*/ 103347 h 171496"/>
                <a:gd name="csX424" fmla="*/ 25489 w 408899"/>
                <a:gd name="csY424" fmla="*/ 103758 h 171496"/>
                <a:gd name="csX425" fmla="*/ 30556 w 408899"/>
                <a:gd name="csY425" fmla="*/ 102602 h 171496"/>
                <a:gd name="csX426" fmla="*/ 31530 w 408899"/>
                <a:gd name="csY426" fmla="*/ 101620 h 171496"/>
                <a:gd name="csX427" fmla="*/ 27817 w 408899"/>
                <a:gd name="csY427" fmla="*/ 101734 h 171496"/>
                <a:gd name="csX428" fmla="*/ 26463 w 408899"/>
                <a:gd name="csY428" fmla="*/ 100813 h 171496"/>
                <a:gd name="csX429" fmla="*/ 24987 w 408899"/>
                <a:gd name="csY429" fmla="*/ 98752 h 171496"/>
                <a:gd name="csX430" fmla="*/ 24081 w 408899"/>
                <a:gd name="csY430" fmla="*/ 96880 h 171496"/>
                <a:gd name="csX431" fmla="*/ 23921 w 408899"/>
                <a:gd name="csY431" fmla="*/ 95959 h 171496"/>
                <a:gd name="csX432" fmla="*/ 23412 w 408899"/>
                <a:gd name="csY432" fmla="*/ 94612 h 171496"/>
                <a:gd name="csX433" fmla="*/ 23975 w 408899"/>
                <a:gd name="csY433" fmla="*/ 93890 h 171496"/>
                <a:gd name="csX434" fmla="*/ 26516 w 408899"/>
                <a:gd name="csY434" fmla="*/ 92809 h 171496"/>
                <a:gd name="csX435" fmla="*/ 28745 w 408899"/>
                <a:gd name="csY435" fmla="*/ 89773 h 171496"/>
                <a:gd name="csX436" fmla="*/ 27810 w 408899"/>
                <a:gd name="csY436" fmla="*/ 88899 h 171496"/>
                <a:gd name="csX437" fmla="*/ 26744 w 408899"/>
                <a:gd name="csY437" fmla="*/ 88480 h 171496"/>
                <a:gd name="csX438" fmla="*/ 25587 w 408899"/>
                <a:gd name="csY438" fmla="*/ 88792 h 171496"/>
                <a:gd name="csX439" fmla="*/ 24492 w 408899"/>
                <a:gd name="csY439" fmla="*/ 87750 h 171496"/>
                <a:gd name="csX440" fmla="*/ 24348 w 408899"/>
                <a:gd name="csY440" fmla="*/ 86304 h 171496"/>
                <a:gd name="csX441" fmla="*/ 25222 w 408899"/>
                <a:gd name="csY441" fmla="*/ 85132 h 171496"/>
                <a:gd name="csX442" fmla="*/ 25314 w 408899"/>
                <a:gd name="csY442" fmla="*/ 83519 h 171496"/>
                <a:gd name="csX443" fmla="*/ 22445 w 408899"/>
                <a:gd name="csY443" fmla="*/ 79540 h 171496"/>
                <a:gd name="csX444" fmla="*/ 21647 w 408899"/>
                <a:gd name="csY444" fmla="*/ 78673 h 171496"/>
                <a:gd name="csX445" fmla="*/ 22270 w 408899"/>
                <a:gd name="csY445" fmla="*/ 77371 h 171496"/>
                <a:gd name="csX446" fmla="*/ 24462 w 408899"/>
                <a:gd name="csY446" fmla="*/ 75188 h 171496"/>
                <a:gd name="csX447" fmla="*/ 26546 w 408899"/>
                <a:gd name="csY447" fmla="*/ 72479 h 171496"/>
                <a:gd name="csX448" fmla="*/ 26295 w 408899"/>
                <a:gd name="csY448" fmla="*/ 71589 h 171496"/>
                <a:gd name="csX449" fmla="*/ 24751 w 408899"/>
                <a:gd name="csY449" fmla="*/ 71224 h 171496"/>
                <a:gd name="csX450" fmla="*/ 17431 w 408899"/>
                <a:gd name="csY450" fmla="*/ 72388 h 171496"/>
                <a:gd name="csX451" fmla="*/ 14586 w 408899"/>
                <a:gd name="csY451" fmla="*/ 73392 h 171496"/>
                <a:gd name="csX452" fmla="*/ 9511 w 408899"/>
                <a:gd name="csY452" fmla="*/ 73856 h 171496"/>
                <a:gd name="csX453" fmla="*/ 9146 w 408899"/>
                <a:gd name="csY453" fmla="*/ 72380 h 171496"/>
                <a:gd name="csX454" fmla="*/ 9259 w 408899"/>
                <a:gd name="csY454" fmla="*/ 71056 h 171496"/>
                <a:gd name="csX455" fmla="*/ 10401 w 408899"/>
                <a:gd name="csY455" fmla="*/ 68637 h 171496"/>
                <a:gd name="csX456" fmla="*/ 10295 w 408899"/>
                <a:gd name="csY456" fmla="*/ 62657 h 171496"/>
                <a:gd name="csX457" fmla="*/ 10972 w 408899"/>
                <a:gd name="csY457" fmla="*/ 59408 h 171496"/>
                <a:gd name="csX458" fmla="*/ 13794 w 408899"/>
                <a:gd name="csY458" fmla="*/ 58434 h 171496"/>
                <a:gd name="csX459" fmla="*/ 17256 w 408899"/>
                <a:gd name="csY459" fmla="*/ 53648 h 171496"/>
                <a:gd name="csX460" fmla="*/ 22864 w 408899"/>
                <a:gd name="csY460" fmla="*/ 47987 h 171496"/>
                <a:gd name="csX461" fmla="*/ 28723 w 408899"/>
                <a:gd name="csY461" fmla="*/ 48094 h 171496"/>
                <a:gd name="csX462" fmla="*/ 31066 w 408899"/>
                <a:gd name="csY462" fmla="*/ 46526 h 171496"/>
                <a:gd name="csX463" fmla="*/ 34543 w 408899"/>
                <a:gd name="csY463" fmla="*/ 46435 h 171496"/>
                <a:gd name="csX464" fmla="*/ 35174 w 408899"/>
                <a:gd name="csY464" fmla="*/ 47569 h 171496"/>
                <a:gd name="csX465" fmla="*/ 35570 w 408899"/>
                <a:gd name="csY465" fmla="*/ 48657 h 171496"/>
                <a:gd name="csX466" fmla="*/ 38621 w 408899"/>
                <a:gd name="csY466" fmla="*/ 50224 h 171496"/>
                <a:gd name="csX467" fmla="*/ 44008 w 408899"/>
                <a:gd name="csY467" fmla="*/ 49973 h 171496"/>
                <a:gd name="csX468" fmla="*/ 45317 w 408899"/>
                <a:gd name="csY468" fmla="*/ 49357 h 171496"/>
                <a:gd name="csX469" fmla="*/ 46587 w 408899"/>
                <a:gd name="csY469" fmla="*/ 48497 h 171496"/>
                <a:gd name="csX470" fmla="*/ 44092 w 408899"/>
                <a:gd name="csY470" fmla="*/ 45712 h 171496"/>
                <a:gd name="csX471" fmla="*/ 44883 w 408899"/>
                <a:gd name="csY471" fmla="*/ 44921 h 171496"/>
                <a:gd name="csX472" fmla="*/ 47143 w 408899"/>
                <a:gd name="csY472" fmla="*/ 44830 h 171496"/>
                <a:gd name="csX473" fmla="*/ 49593 w 408899"/>
                <a:gd name="csY473" fmla="*/ 45484 h 171496"/>
                <a:gd name="csX474" fmla="*/ 49707 w 408899"/>
                <a:gd name="csY474" fmla="*/ 46123 h 171496"/>
                <a:gd name="csX475" fmla="*/ 49060 w 408899"/>
                <a:gd name="csY475" fmla="*/ 46998 h 171496"/>
                <a:gd name="csX476" fmla="*/ 48299 w 408899"/>
                <a:gd name="csY476" fmla="*/ 48528 h 171496"/>
                <a:gd name="csX477" fmla="*/ 49022 w 408899"/>
                <a:gd name="csY477" fmla="*/ 48824 h 171496"/>
                <a:gd name="csX478" fmla="*/ 55992 w 408899"/>
                <a:gd name="csY478" fmla="*/ 47896 h 171496"/>
                <a:gd name="csX479" fmla="*/ 63281 w 408899"/>
                <a:gd name="csY479" fmla="*/ 48642 h 171496"/>
                <a:gd name="csX480" fmla="*/ 65601 w 408899"/>
                <a:gd name="csY480" fmla="*/ 48238 h 171496"/>
                <a:gd name="csX481" fmla="*/ 71330 w 408899"/>
                <a:gd name="csY481" fmla="*/ 48269 h 171496"/>
                <a:gd name="csX482" fmla="*/ 72358 w 408899"/>
                <a:gd name="csY482" fmla="*/ 47310 h 171496"/>
                <a:gd name="csX483" fmla="*/ 70623 w 408899"/>
                <a:gd name="csY483" fmla="*/ 46100 h 171496"/>
                <a:gd name="csX484" fmla="*/ 68926 w 408899"/>
                <a:gd name="csY484" fmla="*/ 45682 h 171496"/>
                <a:gd name="csX485" fmla="*/ 67785 w 408899"/>
                <a:gd name="csY485" fmla="*/ 45096 h 171496"/>
                <a:gd name="csX486" fmla="*/ 66643 w 408899"/>
                <a:gd name="csY486" fmla="*/ 44236 h 171496"/>
                <a:gd name="csX487" fmla="*/ 70280 w 408899"/>
                <a:gd name="csY487" fmla="*/ 41535 h 171496"/>
                <a:gd name="csX488" fmla="*/ 72335 w 408899"/>
                <a:gd name="csY488" fmla="*/ 41018 h 171496"/>
                <a:gd name="csX489" fmla="*/ 82021 w 408899"/>
                <a:gd name="csY489" fmla="*/ 39351 h 171496"/>
                <a:gd name="csX490" fmla="*/ 89226 w 408899"/>
                <a:gd name="csY490" fmla="*/ 38522 h 171496"/>
                <a:gd name="csX491" fmla="*/ 89317 w 408899"/>
                <a:gd name="csY491" fmla="*/ 37898 h 171496"/>
                <a:gd name="csX492" fmla="*/ 88275 w 408899"/>
                <a:gd name="csY492" fmla="*/ 37898 h 171496"/>
                <a:gd name="csX493" fmla="*/ 78970 w 408899"/>
                <a:gd name="csY493" fmla="*/ 36514 h 171496"/>
                <a:gd name="csX494" fmla="*/ 76725 w 408899"/>
                <a:gd name="csY494" fmla="*/ 35448 h 171496"/>
                <a:gd name="csX495" fmla="*/ 73613 w 408899"/>
                <a:gd name="csY495" fmla="*/ 32899 h 171496"/>
                <a:gd name="csX496" fmla="*/ 72936 w 408899"/>
                <a:gd name="csY496" fmla="*/ 32177 h 171496"/>
                <a:gd name="csX497" fmla="*/ 72152 w 408899"/>
                <a:gd name="csY497" fmla="*/ 30929 h 171496"/>
                <a:gd name="csX498" fmla="*/ 72624 w 408899"/>
                <a:gd name="csY498" fmla="*/ 28273 h 171496"/>
                <a:gd name="csX499" fmla="*/ 73202 w 408899"/>
                <a:gd name="csY499" fmla="*/ 26135 h 171496"/>
                <a:gd name="csX500" fmla="*/ 74351 w 408899"/>
                <a:gd name="csY500" fmla="*/ 24895 h 171496"/>
                <a:gd name="csX501" fmla="*/ 78071 w 408899"/>
                <a:gd name="csY501" fmla="*/ 24705 h 171496"/>
                <a:gd name="csX502" fmla="*/ 90824 w 408899"/>
                <a:gd name="csY502" fmla="*/ 26881 h 171496"/>
                <a:gd name="csX503" fmla="*/ 99908 w 408899"/>
                <a:gd name="csY503" fmla="*/ 25580 h 171496"/>
                <a:gd name="csX504" fmla="*/ 109837 w 408899"/>
                <a:gd name="csY504" fmla="*/ 28745 h 171496"/>
                <a:gd name="csX505" fmla="*/ 119340 w 408899"/>
                <a:gd name="csY505" fmla="*/ 28106 h 171496"/>
                <a:gd name="csX506" fmla="*/ 121296 w 408899"/>
                <a:gd name="csY506" fmla="*/ 26683 h 171496"/>
                <a:gd name="csX507" fmla="*/ 123677 w 408899"/>
                <a:gd name="csY507" fmla="*/ 22095 h 171496"/>
                <a:gd name="csX508" fmla="*/ 137099 w 408899"/>
                <a:gd name="csY508" fmla="*/ 14456 h 171496"/>
                <a:gd name="csX509" fmla="*/ 141793 w 408899"/>
                <a:gd name="csY509" fmla="*/ 10462 h 171496"/>
                <a:gd name="csX510" fmla="*/ 146830 w 408899"/>
                <a:gd name="csY510" fmla="*/ 8271 h 171496"/>
                <a:gd name="csX511" fmla="*/ 155466 w 408899"/>
                <a:gd name="csY511" fmla="*/ 5836 h 171496"/>
                <a:gd name="csX512" fmla="*/ 162687 w 408899"/>
                <a:gd name="csY512" fmla="*/ 2610 h 171496"/>
                <a:gd name="csX513" fmla="*/ 164748 w 408899"/>
                <a:gd name="csY513" fmla="*/ 2237 h 171496"/>
                <a:gd name="csX514" fmla="*/ 182081 w 408899"/>
                <a:gd name="csY514" fmla="*/ 3782 h 171496"/>
                <a:gd name="csX515" fmla="*/ 193988 w 408899"/>
                <a:gd name="csY515" fmla="*/ 3979 h 171496"/>
                <a:gd name="csX516" fmla="*/ 199451 w 408899"/>
                <a:gd name="csY516" fmla="*/ 928 h 171496"/>
                <a:gd name="csX517" fmla="*/ 202624 w 408899"/>
                <a:gd name="csY517" fmla="*/ 1956 h 171496"/>
                <a:gd name="csX518" fmla="*/ 202327 w 408899"/>
                <a:gd name="csY518" fmla="*/ 3044 h 171496"/>
                <a:gd name="csX519" fmla="*/ 201749 w 408899"/>
                <a:gd name="csY519" fmla="*/ 3979 h 171496"/>
                <a:gd name="csX520" fmla="*/ 201924 w 408899"/>
                <a:gd name="csY520" fmla="*/ 5859 h 171496"/>
                <a:gd name="csX521" fmla="*/ 203780 w 408899"/>
                <a:gd name="csY521" fmla="*/ 8621 h 171496"/>
                <a:gd name="csX522" fmla="*/ 205675 w 408899"/>
                <a:gd name="csY522" fmla="*/ 10500 h 171496"/>
                <a:gd name="csX523" fmla="*/ 211229 w 408899"/>
                <a:gd name="csY523" fmla="*/ 13193 h 171496"/>
                <a:gd name="csX524" fmla="*/ 218952 w 408899"/>
                <a:gd name="csY524" fmla="*/ 10926 h 171496"/>
                <a:gd name="csX525" fmla="*/ 220199 w 408899"/>
                <a:gd name="csY525" fmla="*/ 11177 h 171496"/>
                <a:gd name="csX526" fmla="*/ 221775 w 408899"/>
                <a:gd name="csY526" fmla="*/ 11808 h 171496"/>
                <a:gd name="csX527" fmla="*/ 224498 w 408899"/>
                <a:gd name="csY527" fmla="*/ 19090 h 171496"/>
                <a:gd name="csX528" fmla="*/ 226614 w 408899"/>
                <a:gd name="csY528" fmla="*/ 21654 h 171496"/>
                <a:gd name="csX529" fmla="*/ 229322 w 408899"/>
                <a:gd name="csY529" fmla="*/ 23396 h 171496"/>
                <a:gd name="csX530" fmla="*/ 231551 w 408899"/>
                <a:gd name="csY530" fmla="*/ 23739 h 171496"/>
                <a:gd name="csX531" fmla="*/ 233203 w 408899"/>
                <a:gd name="csY531" fmla="*/ 21920 h 171496"/>
                <a:gd name="csX532" fmla="*/ 234481 w 408899"/>
                <a:gd name="csY532" fmla="*/ 21190 h 171496"/>
                <a:gd name="csX533" fmla="*/ 237273 w 408899"/>
                <a:gd name="csY533" fmla="*/ 20878 h 171496"/>
                <a:gd name="csX534" fmla="*/ 241846 w 408899"/>
                <a:gd name="csY534" fmla="*/ 23374 h 171496"/>
                <a:gd name="csX535" fmla="*/ 243429 w 408899"/>
                <a:gd name="csY535" fmla="*/ 25945 h 171496"/>
                <a:gd name="csX536" fmla="*/ 251212 w 408899"/>
                <a:gd name="csY536" fmla="*/ 27931 h 171496"/>
                <a:gd name="csX537" fmla="*/ 258357 w 408899"/>
                <a:gd name="csY537" fmla="*/ 28928 h 171496"/>
                <a:gd name="csX538" fmla="*/ 261438 w 408899"/>
                <a:gd name="csY538" fmla="*/ 31104 h 171496"/>
                <a:gd name="csX539" fmla="*/ 271496 w 408899"/>
                <a:gd name="csY539" fmla="*/ 33280 h 171496"/>
                <a:gd name="csX540" fmla="*/ 275255 w 408899"/>
                <a:gd name="csY540" fmla="*/ 32945 h 171496"/>
                <a:gd name="csX541" fmla="*/ 281555 w 408899"/>
                <a:gd name="csY541" fmla="*/ 30662 h 171496"/>
                <a:gd name="csX542" fmla="*/ 293820 w 408899"/>
                <a:gd name="csY542" fmla="*/ 28159 h 171496"/>
                <a:gd name="csX543" fmla="*/ 301969 w 408899"/>
                <a:gd name="csY543" fmla="*/ 31652 h 171496"/>
                <a:gd name="csX544" fmla="*/ 304176 w 408899"/>
                <a:gd name="csY544" fmla="*/ 32108 h 171496"/>
                <a:gd name="csX545" fmla="*/ 306078 w 408899"/>
                <a:gd name="csY545" fmla="*/ 31804 h 171496"/>
                <a:gd name="csX546" fmla="*/ 308817 w 408899"/>
                <a:gd name="csY546" fmla="*/ 32762 h 171496"/>
                <a:gd name="csX547" fmla="*/ 311738 w 408899"/>
                <a:gd name="csY547" fmla="*/ 32245 h 171496"/>
                <a:gd name="csX548" fmla="*/ 320754 w 408899"/>
                <a:gd name="csY548" fmla="*/ 28121 h 171496"/>
                <a:gd name="csX549" fmla="*/ 323577 w 408899"/>
                <a:gd name="csY549" fmla="*/ 25778 h 171496"/>
                <a:gd name="csX550" fmla="*/ 326568 w 408899"/>
                <a:gd name="csY550" fmla="*/ 25177 h 171496"/>
                <a:gd name="csX551" fmla="*/ 329215 w 408899"/>
                <a:gd name="csY551" fmla="*/ 23769 h 171496"/>
                <a:gd name="csX552" fmla="*/ 336276 w 408899"/>
                <a:gd name="csY552" fmla="*/ 19166 h 171496"/>
                <a:gd name="csX553" fmla="*/ 338262 w 408899"/>
                <a:gd name="csY553" fmla="*/ 16450 h 171496"/>
                <a:gd name="csX554" fmla="*/ 6429 w 408899"/>
                <a:gd name="csY554" fmla="*/ 55276 h 171496"/>
                <a:gd name="csX555" fmla="*/ 1522 w 408899"/>
                <a:gd name="csY555" fmla="*/ 56136 h 171496"/>
                <a:gd name="csX556" fmla="*/ 0 w 408899"/>
                <a:gd name="csY556" fmla="*/ 55291 h 171496"/>
                <a:gd name="csX557" fmla="*/ 1537 w 408899"/>
                <a:gd name="csY557" fmla="*/ 53610 h 171496"/>
                <a:gd name="csX558" fmla="*/ 4398 w 408899"/>
                <a:gd name="csY558" fmla="*/ 52568 h 171496"/>
                <a:gd name="csX559" fmla="*/ 5326 w 408899"/>
                <a:gd name="csY559" fmla="*/ 52446 h 171496"/>
                <a:gd name="csX560" fmla="*/ 6581 w 408899"/>
                <a:gd name="csY560" fmla="*/ 54120 h 171496"/>
                <a:gd name="csX561" fmla="*/ 6429 w 408899"/>
                <a:gd name="csY561" fmla="*/ 55276 h 1714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Lst>
              <a:rect l="l" t="t" r="r" b="b"/>
              <a:pathLst>
                <a:path w="408899" h="171496">
                  <a:moveTo>
                    <a:pt x="50087" y="3576"/>
                  </a:moveTo>
                  <a:lnTo>
                    <a:pt x="49509" y="6840"/>
                  </a:lnTo>
                  <a:lnTo>
                    <a:pt x="50856" y="10431"/>
                  </a:lnTo>
                  <a:lnTo>
                    <a:pt x="54006" y="15400"/>
                  </a:lnTo>
                  <a:lnTo>
                    <a:pt x="57179" y="17903"/>
                  </a:lnTo>
                  <a:lnTo>
                    <a:pt x="69999" y="24081"/>
                  </a:lnTo>
                  <a:lnTo>
                    <a:pt x="72358" y="24606"/>
                  </a:lnTo>
                  <a:lnTo>
                    <a:pt x="71825" y="27132"/>
                  </a:lnTo>
                  <a:lnTo>
                    <a:pt x="71049" y="29369"/>
                  </a:lnTo>
                  <a:lnTo>
                    <a:pt x="70204" y="30860"/>
                  </a:lnTo>
                  <a:lnTo>
                    <a:pt x="66446" y="31819"/>
                  </a:lnTo>
                  <a:lnTo>
                    <a:pt x="56083" y="29072"/>
                  </a:lnTo>
                  <a:lnTo>
                    <a:pt x="53458" y="28814"/>
                  </a:lnTo>
                  <a:lnTo>
                    <a:pt x="51609" y="29361"/>
                  </a:lnTo>
                  <a:lnTo>
                    <a:pt x="48185" y="31355"/>
                  </a:lnTo>
                  <a:lnTo>
                    <a:pt x="44388" y="30716"/>
                  </a:lnTo>
                  <a:lnTo>
                    <a:pt x="39093" y="31842"/>
                  </a:lnTo>
                  <a:lnTo>
                    <a:pt x="37617" y="35593"/>
                  </a:lnTo>
                  <a:lnTo>
                    <a:pt x="33942" y="39876"/>
                  </a:lnTo>
                  <a:lnTo>
                    <a:pt x="27893" y="43331"/>
                  </a:lnTo>
                  <a:lnTo>
                    <a:pt x="23572" y="45180"/>
                  </a:lnTo>
                  <a:lnTo>
                    <a:pt x="17074" y="51784"/>
                  </a:lnTo>
                  <a:lnTo>
                    <a:pt x="14129" y="55626"/>
                  </a:lnTo>
                  <a:lnTo>
                    <a:pt x="12889" y="56372"/>
                  </a:lnTo>
                  <a:lnTo>
                    <a:pt x="11413" y="56965"/>
                  </a:lnTo>
                  <a:lnTo>
                    <a:pt x="11907" y="55117"/>
                  </a:lnTo>
                  <a:lnTo>
                    <a:pt x="12638" y="53427"/>
                  </a:lnTo>
                  <a:lnTo>
                    <a:pt x="12470" y="52149"/>
                  </a:lnTo>
                  <a:lnTo>
                    <a:pt x="12501" y="50293"/>
                  </a:lnTo>
                  <a:lnTo>
                    <a:pt x="14662" y="48185"/>
                  </a:lnTo>
                  <a:lnTo>
                    <a:pt x="16632" y="46656"/>
                  </a:lnTo>
                  <a:lnTo>
                    <a:pt x="22453" y="43879"/>
                  </a:lnTo>
                  <a:lnTo>
                    <a:pt x="23990" y="41566"/>
                  </a:lnTo>
                  <a:lnTo>
                    <a:pt x="19425" y="41619"/>
                  </a:lnTo>
                  <a:lnTo>
                    <a:pt x="14783" y="42129"/>
                  </a:lnTo>
                  <a:lnTo>
                    <a:pt x="11869" y="41802"/>
                  </a:lnTo>
                  <a:lnTo>
                    <a:pt x="9328" y="41992"/>
                  </a:lnTo>
                  <a:lnTo>
                    <a:pt x="8529" y="39968"/>
                  </a:lnTo>
                  <a:lnTo>
                    <a:pt x="7913" y="38751"/>
                  </a:lnTo>
                  <a:lnTo>
                    <a:pt x="8575" y="38370"/>
                  </a:lnTo>
                  <a:lnTo>
                    <a:pt x="9412" y="38104"/>
                  </a:lnTo>
                  <a:lnTo>
                    <a:pt x="10903" y="35943"/>
                  </a:lnTo>
                  <a:lnTo>
                    <a:pt x="12235" y="34353"/>
                  </a:lnTo>
                  <a:lnTo>
                    <a:pt x="14152" y="32344"/>
                  </a:lnTo>
                  <a:lnTo>
                    <a:pt x="14639" y="31142"/>
                  </a:lnTo>
                  <a:lnTo>
                    <a:pt x="14639" y="30023"/>
                  </a:lnTo>
                  <a:lnTo>
                    <a:pt x="14175" y="29247"/>
                  </a:lnTo>
                  <a:lnTo>
                    <a:pt x="14084" y="28319"/>
                  </a:lnTo>
                  <a:lnTo>
                    <a:pt x="14023" y="27018"/>
                  </a:lnTo>
                  <a:lnTo>
                    <a:pt x="14129" y="24317"/>
                  </a:lnTo>
                  <a:lnTo>
                    <a:pt x="18527" y="21365"/>
                  </a:lnTo>
                  <a:lnTo>
                    <a:pt x="19934" y="21053"/>
                  </a:lnTo>
                  <a:lnTo>
                    <a:pt x="20414" y="19699"/>
                  </a:lnTo>
                  <a:lnTo>
                    <a:pt x="20094" y="16564"/>
                  </a:lnTo>
                  <a:lnTo>
                    <a:pt x="19485" y="14030"/>
                  </a:lnTo>
                  <a:lnTo>
                    <a:pt x="18694" y="13863"/>
                  </a:lnTo>
                  <a:lnTo>
                    <a:pt x="17637" y="13125"/>
                  </a:lnTo>
                  <a:lnTo>
                    <a:pt x="16944" y="12265"/>
                  </a:lnTo>
                  <a:lnTo>
                    <a:pt x="15833" y="11329"/>
                  </a:lnTo>
                  <a:lnTo>
                    <a:pt x="13924" y="10751"/>
                  </a:lnTo>
                  <a:lnTo>
                    <a:pt x="13863" y="9952"/>
                  </a:lnTo>
                  <a:lnTo>
                    <a:pt x="14061" y="9153"/>
                  </a:lnTo>
                  <a:lnTo>
                    <a:pt x="14768" y="8331"/>
                  </a:lnTo>
                  <a:lnTo>
                    <a:pt x="17994" y="7624"/>
                  </a:lnTo>
                  <a:lnTo>
                    <a:pt x="18375" y="7046"/>
                  </a:lnTo>
                  <a:lnTo>
                    <a:pt x="18808" y="5615"/>
                  </a:lnTo>
                  <a:lnTo>
                    <a:pt x="19448" y="4154"/>
                  </a:lnTo>
                  <a:lnTo>
                    <a:pt x="20208" y="3675"/>
                  </a:lnTo>
                  <a:lnTo>
                    <a:pt x="21570" y="3721"/>
                  </a:lnTo>
                  <a:lnTo>
                    <a:pt x="24157" y="3386"/>
                  </a:lnTo>
                  <a:lnTo>
                    <a:pt x="25960" y="2907"/>
                  </a:lnTo>
                  <a:lnTo>
                    <a:pt x="27748" y="1902"/>
                  </a:lnTo>
                  <a:lnTo>
                    <a:pt x="28669" y="989"/>
                  </a:lnTo>
                  <a:lnTo>
                    <a:pt x="32550" y="464"/>
                  </a:lnTo>
                  <a:lnTo>
                    <a:pt x="33638" y="0"/>
                  </a:lnTo>
                  <a:lnTo>
                    <a:pt x="34718" y="396"/>
                  </a:lnTo>
                  <a:lnTo>
                    <a:pt x="36171" y="1956"/>
                  </a:lnTo>
                  <a:lnTo>
                    <a:pt x="38560" y="4193"/>
                  </a:lnTo>
                  <a:lnTo>
                    <a:pt x="39839" y="4938"/>
                  </a:lnTo>
                  <a:lnTo>
                    <a:pt x="40797" y="4596"/>
                  </a:lnTo>
                  <a:lnTo>
                    <a:pt x="42532" y="3782"/>
                  </a:lnTo>
                  <a:lnTo>
                    <a:pt x="44190" y="3782"/>
                  </a:lnTo>
                  <a:lnTo>
                    <a:pt x="45530" y="3926"/>
                  </a:lnTo>
                  <a:lnTo>
                    <a:pt x="46177" y="3218"/>
                  </a:lnTo>
                  <a:lnTo>
                    <a:pt x="47189" y="3066"/>
                  </a:lnTo>
                  <a:lnTo>
                    <a:pt x="50087" y="3576"/>
                  </a:lnTo>
                  <a:close/>
                  <a:moveTo>
                    <a:pt x="338262" y="16450"/>
                  </a:moveTo>
                  <a:lnTo>
                    <a:pt x="339677" y="17020"/>
                  </a:lnTo>
                  <a:lnTo>
                    <a:pt x="342355" y="17751"/>
                  </a:lnTo>
                  <a:lnTo>
                    <a:pt x="344014" y="18633"/>
                  </a:lnTo>
                  <a:lnTo>
                    <a:pt x="344957" y="18869"/>
                  </a:lnTo>
                  <a:lnTo>
                    <a:pt x="347141" y="17074"/>
                  </a:lnTo>
                  <a:lnTo>
                    <a:pt x="350382" y="17119"/>
                  </a:lnTo>
                  <a:lnTo>
                    <a:pt x="353236" y="17325"/>
                  </a:lnTo>
                  <a:lnTo>
                    <a:pt x="354704" y="17660"/>
                  </a:lnTo>
                  <a:lnTo>
                    <a:pt x="356507" y="18253"/>
                  </a:lnTo>
                  <a:lnTo>
                    <a:pt x="358683" y="18656"/>
                  </a:lnTo>
                  <a:lnTo>
                    <a:pt x="359573" y="17797"/>
                  </a:lnTo>
                  <a:lnTo>
                    <a:pt x="360844" y="15263"/>
                  </a:lnTo>
                  <a:lnTo>
                    <a:pt x="361339" y="14943"/>
                  </a:lnTo>
                  <a:lnTo>
                    <a:pt x="361688" y="14715"/>
                  </a:lnTo>
                  <a:lnTo>
                    <a:pt x="363302" y="14517"/>
                  </a:lnTo>
                  <a:lnTo>
                    <a:pt x="364831" y="14707"/>
                  </a:lnTo>
                  <a:lnTo>
                    <a:pt x="365554" y="15141"/>
                  </a:lnTo>
                  <a:lnTo>
                    <a:pt x="366277" y="17173"/>
                  </a:lnTo>
                  <a:lnTo>
                    <a:pt x="368095" y="17895"/>
                  </a:lnTo>
                  <a:lnTo>
                    <a:pt x="371306" y="21129"/>
                  </a:lnTo>
                  <a:lnTo>
                    <a:pt x="373269" y="22423"/>
                  </a:lnTo>
                  <a:lnTo>
                    <a:pt x="373748" y="22963"/>
                  </a:lnTo>
                  <a:lnTo>
                    <a:pt x="373101" y="23617"/>
                  </a:lnTo>
                  <a:lnTo>
                    <a:pt x="373360" y="24424"/>
                  </a:lnTo>
                  <a:lnTo>
                    <a:pt x="374479" y="25474"/>
                  </a:lnTo>
                  <a:lnTo>
                    <a:pt x="376053" y="25869"/>
                  </a:lnTo>
                  <a:lnTo>
                    <a:pt x="377758" y="25725"/>
                  </a:lnTo>
                  <a:lnTo>
                    <a:pt x="378686" y="26105"/>
                  </a:lnTo>
                  <a:lnTo>
                    <a:pt x="379348" y="26698"/>
                  </a:lnTo>
                  <a:lnTo>
                    <a:pt x="379523" y="27536"/>
                  </a:lnTo>
                  <a:lnTo>
                    <a:pt x="379477" y="28068"/>
                  </a:lnTo>
                  <a:lnTo>
                    <a:pt x="379812" y="29263"/>
                  </a:lnTo>
                  <a:lnTo>
                    <a:pt x="381144" y="30952"/>
                  </a:lnTo>
                  <a:lnTo>
                    <a:pt x="382726" y="31986"/>
                  </a:lnTo>
                  <a:lnTo>
                    <a:pt x="383578" y="33090"/>
                  </a:lnTo>
                  <a:lnTo>
                    <a:pt x="384963" y="36886"/>
                  </a:lnTo>
                  <a:lnTo>
                    <a:pt x="385526" y="38979"/>
                  </a:lnTo>
                  <a:lnTo>
                    <a:pt x="385313" y="40995"/>
                  </a:lnTo>
                  <a:lnTo>
                    <a:pt x="384354" y="43057"/>
                  </a:lnTo>
                  <a:lnTo>
                    <a:pt x="382254" y="45621"/>
                  </a:lnTo>
                  <a:lnTo>
                    <a:pt x="382772" y="46694"/>
                  </a:lnTo>
                  <a:lnTo>
                    <a:pt x="383244" y="48109"/>
                  </a:lnTo>
                  <a:lnTo>
                    <a:pt x="383084" y="49136"/>
                  </a:lnTo>
                  <a:lnTo>
                    <a:pt x="384575" y="52408"/>
                  </a:lnTo>
                  <a:lnTo>
                    <a:pt x="385252" y="54439"/>
                  </a:lnTo>
                  <a:lnTo>
                    <a:pt x="384689" y="54911"/>
                  </a:lnTo>
                  <a:lnTo>
                    <a:pt x="384324" y="55558"/>
                  </a:lnTo>
                  <a:lnTo>
                    <a:pt x="387002" y="57118"/>
                  </a:lnTo>
                  <a:lnTo>
                    <a:pt x="390213" y="58426"/>
                  </a:lnTo>
                  <a:lnTo>
                    <a:pt x="391567" y="58677"/>
                  </a:lnTo>
                  <a:lnTo>
                    <a:pt x="395250" y="58076"/>
                  </a:lnTo>
                  <a:lnTo>
                    <a:pt x="397624" y="57947"/>
                  </a:lnTo>
                  <a:lnTo>
                    <a:pt x="399983" y="59187"/>
                  </a:lnTo>
                  <a:lnTo>
                    <a:pt x="403414" y="62192"/>
                  </a:lnTo>
                  <a:lnTo>
                    <a:pt x="407119" y="66103"/>
                  </a:lnTo>
                  <a:lnTo>
                    <a:pt x="407857" y="67290"/>
                  </a:lnTo>
                  <a:lnTo>
                    <a:pt x="408177" y="67815"/>
                  </a:lnTo>
                  <a:lnTo>
                    <a:pt x="408900" y="68759"/>
                  </a:lnTo>
                  <a:lnTo>
                    <a:pt x="408146" y="68743"/>
                  </a:lnTo>
                  <a:lnTo>
                    <a:pt x="406929" y="67899"/>
                  </a:lnTo>
                  <a:lnTo>
                    <a:pt x="403985" y="65494"/>
                  </a:lnTo>
                  <a:lnTo>
                    <a:pt x="402478" y="66529"/>
                  </a:lnTo>
                  <a:lnTo>
                    <a:pt x="401177" y="68310"/>
                  </a:lnTo>
                  <a:lnTo>
                    <a:pt x="399754" y="75059"/>
                  </a:lnTo>
                  <a:lnTo>
                    <a:pt x="398605" y="75774"/>
                  </a:lnTo>
                  <a:lnTo>
                    <a:pt x="396574" y="75758"/>
                  </a:lnTo>
                  <a:lnTo>
                    <a:pt x="394086" y="75523"/>
                  </a:lnTo>
                  <a:lnTo>
                    <a:pt x="392374" y="75857"/>
                  </a:lnTo>
                  <a:lnTo>
                    <a:pt x="391933" y="76283"/>
                  </a:lnTo>
                  <a:lnTo>
                    <a:pt x="392161" y="77006"/>
                  </a:lnTo>
                  <a:lnTo>
                    <a:pt x="392671" y="78117"/>
                  </a:lnTo>
                  <a:lnTo>
                    <a:pt x="393028" y="79517"/>
                  </a:lnTo>
                  <a:lnTo>
                    <a:pt x="393135" y="80658"/>
                  </a:lnTo>
                  <a:lnTo>
                    <a:pt x="394033" y="81693"/>
                  </a:lnTo>
                  <a:lnTo>
                    <a:pt x="395242" y="82675"/>
                  </a:lnTo>
                  <a:lnTo>
                    <a:pt x="395295" y="83679"/>
                  </a:lnTo>
                  <a:lnTo>
                    <a:pt x="395113" y="85102"/>
                  </a:lnTo>
                  <a:lnTo>
                    <a:pt x="394831" y="86182"/>
                  </a:lnTo>
                  <a:lnTo>
                    <a:pt x="394527" y="86799"/>
                  </a:lnTo>
                  <a:lnTo>
                    <a:pt x="395090" y="88442"/>
                  </a:lnTo>
                  <a:lnTo>
                    <a:pt x="396406" y="90382"/>
                  </a:lnTo>
                  <a:lnTo>
                    <a:pt x="397244" y="91128"/>
                  </a:lnTo>
                  <a:lnTo>
                    <a:pt x="396931" y="94818"/>
                  </a:lnTo>
                  <a:lnTo>
                    <a:pt x="397426" y="96454"/>
                  </a:lnTo>
                  <a:lnTo>
                    <a:pt x="397806" y="98706"/>
                  </a:lnTo>
                  <a:lnTo>
                    <a:pt x="397654" y="102449"/>
                  </a:lnTo>
                  <a:lnTo>
                    <a:pt x="397814" y="103370"/>
                  </a:lnTo>
                  <a:lnTo>
                    <a:pt x="398263" y="103682"/>
                  </a:lnTo>
                  <a:lnTo>
                    <a:pt x="399465" y="103827"/>
                  </a:lnTo>
                  <a:lnTo>
                    <a:pt x="400637" y="104169"/>
                  </a:lnTo>
                  <a:lnTo>
                    <a:pt x="401048" y="104785"/>
                  </a:lnTo>
                  <a:lnTo>
                    <a:pt x="401040" y="105234"/>
                  </a:lnTo>
                  <a:lnTo>
                    <a:pt x="399572" y="106946"/>
                  </a:lnTo>
                  <a:lnTo>
                    <a:pt x="399396" y="108163"/>
                  </a:lnTo>
                  <a:lnTo>
                    <a:pt x="398887" y="109875"/>
                  </a:lnTo>
                  <a:lnTo>
                    <a:pt x="398469" y="110880"/>
                  </a:lnTo>
                  <a:lnTo>
                    <a:pt x="397159" y="112782"/>
                  </a:lnTo>
                  <a:lnTo>
                    <a:pt x="396331" y="114714"/>
                  </a:lnTo>
                  <a:lnTo>
                    <a:pt x="395950" y="116305"/>
                  </a:lnTo>
                  <a:lnTo>
                    <a:pt x="396201" y="117058"/>
                  </a:lnTo>
                  <a:lnTo>
                    <a:pt x="398620" y="117286"/>
                  </a:lnTo>
                  <a:lnTo>
                    <a:pt x="399929" y="118427"/>
                  </a:lnTo>
                  <a:lnTo>
                    <a:pt x="403421" y="120702"/>
                  </a:lnTo>
                  <a:lnTo>
                    <a:pt x="404038" y="121623"/>
                  </a:lnTo>
                  <a:lnTo>
                    <a:pt x="403087" y="123023"/>
                  </a:lnTo>
                  <a:lnTo>
                    <a:pt x="403102" y="123609"/>
                  </a:lnTo>
                  <a:lnTo>
                    <a:pt x="403558" y="124354"/>
                  </a:lnTo>
                  <a:lnTo>
                    <a:pt x="403771" y="125655"/>
                  </a:lnTo>
                  <a:lnTo>
                    <a:pt x="403688" y="127093"/>
                  </a:lnTo>
                  <a:lnTo>
                    <a:pt x="403703" y="128996"/>
                  </a:lnTo>
                  <a:lnTo>
                    <a:pt x="404342" y="129308"/>
                  </a:lnTo>
                  <a:lnTo>
                    <a:pt x="406716" y="131088"/>
                  </a:lnTo>
                  <a:lnTo>
                    <a:pt x="408405" y="132868"/>
                  </a:lnTo>
                  <a:lnTo>
                    <a:pt x="408459" y="133424"/>
                  </a:lnTo>
                  <a:lnTo>
                    <a:pt x="407644" y="134831"/>
                  </a:lnTo>
                  <a:lnTo>
                    <a:pt x="407819" y="136452"/>
                  </a:lnTo>
                  <a:lnTo>
                    <a:pt x="407789" y="136825"/>
                  </a:lnTo>
                  <a:lnTo>
                    <a:pt x="407058" y="136216"/>
                  </a:lnTo>
                  <a:lnTo>
                    <a:pt x="405742" y="135996"/>
                  </a:lnTo>
                  <a:lnTo>
                    <a:pt x="404388" y="135927"/>
                  </a:lnTo>
                  <a:lnTo>
                    <a:pt x="403536" y="136406"/>
                  </a:lnTo>
                  <a:lnTo>
                    <a:pt x="402044" y="137677"/>
                  </a:lnTo>
                  <a:lnTo>
                    <a:pt x="400036" y="139062"/>
                  </a:lnTo>
                  <a:lnTo>
                    <a:pt x="398407" y="140332"/>
                  </a:lnTo>
                  <a:lnTo>
                    <a:pt x="397472" y="141207"/>
                  </a:lnTo>
                  <a:lnTo>
                    <a:pt x="396696" y="141063"/>
                  </a:lnTo>
                  <a:lnTo>
                    <a:pt x="396095" y="140302"/>
                  </a:lnTo>
                  <a:lnTo>
                    <a:pt x="395760" y="139237"/>
                  </a:lnTo>
                  <a:lnTo>
                    <a:pt x="395904" y="135212"/>
                  </a:lnTo>
                  <a:lnTo>
                    <a:pt x="395547" y="133949"/>
                  </a:lnTo>
                  <a:lnTo>
                    <a:pt x="394786" y="133066"/>
                  </a:lnTo>
                  <a:lnTo>
                    <a:pt x="393888" y="132564"/>
                  </a:lnTo>
                  <a:lnTo>
                    <a:pt x="392823" y="132283"/>
                  </a:lnTo>
                  <a:lnTo>
                    <a:pt x="391720" y="132252"/>
                  </a:lnTo>
                  <a:lnTo>
                    <a:pt x="390160" y="133431"/>
                  </a:lnTo>
                  <a:lnTo>
                    <a:pt x="387946" y="134656"/>
                  </a:lnTo>
                  <a:lnTo>
                    <a:pt x="384514" y="134557"/>
                  </a:lnTo>
                  <a:lnTo>
                    <a:pt x="382209" y="134329"/>
                  </a:lnTo>
                  <a:lnTo>
                    <a:pt x="381098" y="134101"/>
                  </a:lnTo>
                  <a:lnTo>
                    <a:pt x="376632" y="132229"/>
                  </a:lnTo>
                  <a:lnTo>
                    <a:pt x="375704" y="132184"/>
                  </a:lnTo>
                  <a:lnTo>
                    <a:pt x="374037" y="131423"/>
                  </a:lnTo>
                  <a:lnTo>
                    <a:pt x="372059" y="130822"/>
                  </a:lnTo>
                  <a:lnTo>
                    <a:pt x="368726" y="131963"/>
                  </a:lnTo>
                  <a:lnTo>
                    <a:pt x="367289" y="131689"/>
                  </a:lnTo>
                  <a:lnTo>
                    <a:pt x="365272" y="130700"/>
                  </a:lnTo>
                  <a:lnTo>
                    <a:pt x="364557" y="130966"/>
                  </a:lnTo>
                  <a:lnTo>
                    <a:pt x="362305" y="133979"/>
                  </a:lnTo>
                  <a:lnTo>
                    <a:pt x="358470" y="137198"/>
                  </a:lnTo>
                  <a:lnTo>
                    <a:pt x="356400" y="137738"/>
                  </a:lnTo>
                  <a:lnTo>
                    <a:pt x="355419" y="134504"/>
                  </a:lnTo>
                  <a:lnTo>
                    <a:pt x="354468" y="133249"/>
                  </a:lnTo>
                  <a:lnTo>
                    <a:pt x="354019" y="133097"/>
                  </a:lnTo>
                  <a:lnTo>
                    <a:pt x="353061" y="132693"/>
                  </a:lnTo>
                  <a:lnTo>
                    <a:pt x="352315" y="132922"/>
                  </a:lnTo>
                  <a:lnTo>
                    <a:pt x="350009" y="135128"/>
                  </a:lnTo>
                  <a:lnTo>
                    <a:pt x="346312" y="136452"/>
                  </a:lnTo>
                  <a:lnTo>
                    <a:pt x="343253" y="137258"/>
                  </a:lnTo>
                  <a:lnTo>
                    <a:pt x="338383" y="138240"/>
                  </a:lnTo>
                  <a:lnTo>
                    <a:pt x="334625" y="138727"/>
                  </a:lnTo>
                  <a:lnTo>
                    <a:pt x="333027" y="138765"/>
                  </a:lnTo>
                  <a:lnTo>
                    <a:pt x="329558" y="138324"/>
                  </a:lnTo>
                  <a:lnTo>
                    <a:pt x="326499" y="137707"/>
                  </a:lnTo>
                  <a:lnTo>
                    <a:pt x="323440" y="137730"/>
                  </a:lnTo>
                  <a:lnTo>
                    <a:pt x="321089" y="138012"/>
                  </a:lnTo>
                  <a:lnTo>
                    <a:pt x="315641" y="140378"/>
                  </a:lnTo>
                  <a:lnTo>
                    <a:pt x="306374" y="145240"/>
                  </a:lnTo>
                  <a:lnTo>
                    <a:pt x="299329" y="147560"/>
                  </a:lnTo>
                  <a:lnTo>
                    <a:pt x="295380" y="148527"/>
                  </a:lnTo>
                  <a:lnTo>
                    <a:pt x="292283" y="149075"/>
                  </a:lnTo>
                  <a:lnTo>
                    <a:pt x="286988" y="149105"/>
                  </a:lnTo>
                  <a:lnTo>
                    <a:pt x="282673" y="148732"/>
                  </a:lnTo>
                  <a:lnTo>
                    <a:pt x="279683" y="148770"/>
                  </a:lnTo>
                  <a:lnTo>
                    <a:pt x="278025" y="148184"/>
                  </a:lnTo>
                  <a:lnTo>
                    <a:pt x="275658" y="146221"/>
                  </a:lnTo>
                  <a:lnTo>
                    <a:pt x="272798" y="144281"/>
                  </a:lnTo>
                  <a:lnTo>
                    <a:pt x="271519" y="143825"/>
                  </a:lnTo>
                  <a:lnTo>
                    <a:pt x="269853" y="143452"/>
                  </a:lnTo>
                  <a:lnTo>
                    <a:pt x="267418" y="143231"/>
                  </a:lnTo>
                  <a:lnTo>
                    <a:pt x="261331" y="146077"/>
                  </a:lnTo>
                  <a:lnTo>
                    <a:pt x="259437" y="146853"/>
                  </a:lnTo>
                  <a:lnTo>
                    <a:pt x="257352" y="147431"/>
                  </a:lnTo>
                  <a:lnTo>
                    <a:pt x="253145" y="149166"/>
                  </a:lnTo>
                  <a:lnTo>
                    <a:pt x="251281" y="150094"/>
                  </a:lnTo>
                  <a:lnTo>
                    <a:pt x="248945" y="150010"/>
                  </a:lnTo>
                  <a:lnTo>
                    <a:pt x="245962" y="149767"/>
                  </a:lnTo>
                  <a:lnTo>
                    <a:pt x="243375" y="149851"/>
                  </a:lnTo>
                  <a:lnTo>
                    <a:pt x="241648" y="148534"/>
                  </a:lnTo>
                  <a:lnTo>
                    <a:pt x="240712" y="147051"/>
                  </a:lnTo>
                  <a:lnTo>
                    <a:pt x="237190" y="146138"/>
                  </a:lnTo>
                  <a:lnTo>
                    <a:pt x="234671" y="145871"/>
                  </a:lnTo>
                  <a:lnTo>
                    <a:pt x="234024" y="146533"/>
                  </a:lnTo>
                  <a:lnTo>
                    <a:pt x="233355" y="148557"/>
                  </a:lnTo>
                  <a:lnTo>
                    <a:pt x="232282" y="153723"/>
                  </a:lnTo>
                  <a:lnTo>
                    <a:pt x="232084" y="155017"/>
                  </a:lnTo>
                  <a:lnTo>
                    <a:pt x="234306" y="160137"/>
                  </a:lnTo>
                  <a:lnTo>
                    <a:pt x="234207" y="160914"/>
                  </a:lnTo>
                  <a:lnTo>
                    <a:pt x="232624" y="161180"/>
                  </a:lnTo>
                  <a:lnTo>
                    <a:pt x="230806" y="161271"/>
                  </a:lnTo>
                  <a:lnTo>
                    <a:pt x="229619" y="161728"/>
                  </a:lnTo>
                  <a:lnTo>
                    <a:pt x="228637" y="162572"/>
                  </a:lnTo>
                  <a:lnTo>
                    <a:pt x="228044" y="166985"/>
                  </a:lnTo>
                  <a:lnTo>
                    <a:pt x="225936" y="167792"/>
                  </a:lnTo>
                  <a:lnTo>
                    <a:pt x="224932" y="168712"/>
                  </a:lnTo>
                  <a:lnTo>
                    <a:pt x="223897" y="171436"/>
                  </a:lnTo>
                  <a:lnTo>
                    <a:pt x="223335" y="171497"/>
                  </a:lnTo>
                  <a:lnTo>
                    <a:pt x="219926" y="169435"/>
                  </a:lnTo>
                  <a:lnTo>
                    <a:pt x="218328" y="169268"/>
                  </a:lnTo>
                  <a:lnTo>
                    <a:pt x="219705" y="167130"/>
                  </a:lnTo>
                  <a:lnTo>
                    <a:pt x="218214" y="162892"/>
                  </a:lnTo>
                  <a:lnTo>
                    <a:pt x="216586" y="158920"/>
                  </a:lnTo>
                  <a:lnTo>
                    <a:pt x="218123" y="156379"/>
                  </a:lnTo>
                  <a:lnTo>
                    <a:pt x="221303" y="153305"/>
                  </a:lnTo>
                  <a:lnTo>
                    <a:pt x="224643" y="149699"/>
                  </a:lnTo>
                  <a:lnTo>
                    <a:pt x="224643" y="147469"/>
                  </a:lnTo>
                  <a:lnTo>
                    <a:pt x="224468" y="145765"/>
                  </a:lnTo>
                  <a:lnTo>
                    <a:pt x="223509" y="144586"/>
                  </a:lnTo>
                  <a:lnTo>
                    <a:pt x="221668" y="143018"/>
                  </a:lnTo>
                  <a:lnTo>
                    <a:pt x="218587" y="144692"/>
                  </a:lnTo>
                  <a:lnTo>
                    <a:pt x="216388" y="146541"/>
                  </a:lnTo>
                  <a:lnTo>
                    <a:pt x="214949" y="146914"/>
                  </a:lnTo>
                  <a:lnTo>
                    <a:pt x="213390" y="147964"/>
                  </a:lnTo>
                  <a:lnTo>
                    <a:pt x="212629" y="149866"/>
                  </a:lnTo>
                  <a:lnTo>
                    <a:pt x="210742" y="151342"/>
                  </a:lnTo>
                  <a:lnTo>
                    <a:pt x="207661" y="151920"/>
                  </a:lnTo>
                  <a:lnTo>
                    <a:pt x="203027" y="150338"/>
                  </a:lnTo>
                  <a:lnTo>
                    <a:pt x="198051" y="147933"/>
                  </a:lnTo>
                  <a:lnTo>
                    <a:pt x="195236" y="145978"/>
                  </a:lnTo>
                  <a:lnTo>
                    <a:pt x="192938" y="145506"/>
                  </a:lnTo>
                  <a:lnTo>
                    <a:pt x="190754" y="146366"/>
                  </a:lnTo>
                  <a:lnTo>
                    <a:pt x="184310" y="151144"/>
                  </a:lnTo>
                  <a:lnTo>
                    <a:pt x="178413" y="158114"/>
                  </a:lnTo>
                  <a:lnTo>
                    <a:pt x="176953" y="159316"/>
                  </a:lnTo>
                  <a:lnTo>
                    <a:pt x="171398" y="162306"/>
                  </a:lnTo>
                  <a:lnTo>
                    <a:pt x="167731" y="163303"/>
                  </a:lnTo>
                  <a:lnTo>
                    <a:pt x="166004" y="163074"/>
                  </a:lnTo>
                  <a:lnTo>
                    <a:pt x="158692" y="164383"/>
                  </a:lnTo>
                  <a:lnTo>
                    <a:pt x="155063" y="164573"/>
                  </a:lnTo>
                  <a:lnTo>
                    <a:pt x="152187" y="166148"/>
                  </a:lnTo>
                  <a:lnTo>
                    <a:pt x="146609" y="164444"/>
                  </a:lnTo>
                  <a:lnTo>
                    <a:pt x="143277" y="162260"/>
                  </a:lnTo>
                  <a:lnTo>
                    <a:pt x="141268" y="160039"/>
                  </a:lnTo>
                  <a:lnTo>
                    <a:pt x="137997" y="155253"/>
                  </a:lnTo>
                  <a:lnTo>
                    <a:pt x="135676" y="152978"/>
                  </a:lnTo>
                  <a:lnTo>
                    <a:pt x="130464" y="150923"/>
                  </a:lnTo>
                  <a:lnTo>
                    <a:pt x="121380" y="145932"/>
                  </a:lnTo>
                  <a:lnTo>
                    <a:pt x="118990" y="145384"/>
                  </a:lnTo>
                  <a:lnTo>
                    <a:pt x="112789" y="144669"/>
                  </a:lnTo>
                  <a:lnTo>
                    <a:pt x="106254" y="144213"/>
                  </a:lnTo>
                  <a:lnTo>
                    <a:pt x="104930" y="146031"/>
                  </a:lnTo>
                  <a:lnTo>
                    <a:pt x="104427" y="153221"/>
                  </a:lnTo>
                  <a:lnTo>
                    <a:pt x="103309" y="155192"/>
                  </a:lnTo>
                  <a:lnTo>
                    <a:pt x="102830" y="158912"/>
                  </a:lnTo>
                  <a:lnTo>
                    <a:pt x="102031" y="159978"/>
                  </a:lnTo>
                  <a:lnTo>
                    <a:pt x="100775" y="160678"/>
                  </a:lnTo>
                  <a:lnTo>
                    <a:pt x="98812" y="159506"/>
                  </a:lnTo>
                  <a:lnTo>
                    <a:pt x="97450" y="158989"/>
                  </a:lnTo>
                  <a:lnTo>
                    <a:pt x="94278" y="160518"/>
                  </a:lnTo>
                  <a:lnTo>
                    <a:pt x="88001" y="162656"/>
                  </a:lnTo>
                  <a:lnTo>
                    <a:pt x="85862" y="162960"/>
                  </a:lnTo>
                  <a:lnTo>
                    <a:pt x="78589" y="160267"/>
                  </a:lnTo>
                  <a:lnTo>
                    <a:pt x="75926" y="158532"/>
                  </a:lnTo>
                  <a:lnTo>
                    <a:pt x="74206" y="156615"/>
                  </a:lnTo>
                  <a:lnTo>
                    <a:pt x="73628" y="153366"/>
                  </a:lnTo>
                  <a:lnTo>
                    <a:pt x="72547" y="151517"/>
                  </a:lnTo>
                  <a:lnTo>
                    <a:pt x="72388" y="150246"/>
                  </a:lnTo>
                  <a:lnTo>
                    <a:pt x="71962" y="148786"/>
                  </a:lnTo>
                  <a:lnTo>
                    <a:pt x="70493" y="148207"/>
                  </a:lnTo>
                  <a:lnTo>
                    <a:pt x="68918" y="149318"/>
                  </a:lnTo>
                  <a:lnTo>
                    <a:pt x="67229" y="149272"/>
                  </a:lnTo>
                  <a:lnTo>
                    <a:pt x="65114" y="148595"/>
                  </a:lnTo>
                  <a:lnTo>
                    <a:pt x="60115" y="145864"/>
                  </a:lnTo>
                  <a:lnTo>
                    <a:pt x="56280" y="145643"/>
                  </a:lnTo>
                  <a:lnTo>
                    <a:pt x="53968" y="148976"/>
                  </a:lnTo>
                  <a:lnTo>
                    <a:pt x="52172" y="150033"/>
                  </a:lnTo>
                  <a:lnTo>
                    <a:pt x="50209" y="150353"/>
                  </a:lnTo>
                  <a:lnTo>
                    <a:pt x="50095" y="149409"/>
                  </a:lnTo>
                  <a:lnTo>
                    <a:pt x="51586" y="147249"/>
                  </a:lnTo>
                  <a:lnTo>
                    <a:pt x="45598" y="147644"/>
                  </a:lnTo>
                  <a:lnTo>
                    <a:pt x="42441" y="149288"/>
                  </a:lnTo>
                  <a:lnTo>
                    <a:pt x="39976" y="149029"/>
                  </a:lnTo>
                  <a:lnTo>
                    <a:pt x="38126" y="148291"/>
                  </a:lnTo>
                  <a:lnTo>
                    <a:pt x="38400" y="147385"/>
                  </a:lnTo>
                  <a:lnTo>
                    <a:pt x="40272" y="147051"/>
                  </a:lnTo>
                  <a:lnTo>
                    <a:pt x="41901" y="146313"/>
                  </a:lnTo>
                  <a:lnTo>
                    <a:pt x="48383" y="145712"/>
                  </a:lnTo>
                  <a:lnTo>
                    <a:pt x="49897" y="145111"/>
                  </a:lnTo>
                  <a:lnTo>
                    <a:pt x="51556" y="142759"/>
                  </a:lnTo>
                  <a:lnTo>
                    <a:pt x="54569" y="140736"/>
                  </a:lnTo>
                  <a:lnTo>
                    <a:pt x="54957" y="139868"/>
                  </a:lnTo>
                  <a:lnTo>
                    <a:pt x="52636" y="139861"/>
                  </a:lnTo>
                  <a:lnTo>
                    <a:pt x="42699" y="140447"/>
                  </a:lnTo>
                  <a:lnTo>
                    <a:pt x="35882" y="140127"/>
                  </a:lnTo>
                  <a:lnTo>
                    <a:pt x="35075" y="141131"/>
                  </a:lnTo>
                  <a:lnTo>
                    <a:pt x="34048" y="141276"/>
                  </a:lnTo>
                  <a:lnTo>
                    <a:pt x="33767" y="138544"/>
                  </a:lnTo>
                  <a:lnTo>
                    <a:pt x="34847" y="137274"/>
                  </a:lnTo>
                  <a:lnTo>
                    <a:pt x="36293" y="137395"/>
                  </a:lnTo>
                  <a:lnTo>
                    <a:pt x="39861" y="136292"/>
                  </a:lnTo>
                  <a:lnTo>
                    <a:pt x="39542" y="134017"/>
                  </a:lnTo>
                  <a:lnTo>
                    <a:pt x="36993" y="132480"/>
                  </a:lnTo>
                  <a:lnTo>
                    <a:pt x="36476" y="131567"/>
                  </a:lnTo>
                  <a:lnTo>
                    <a:pt x="34619" y="131354"/>
                  </a:lnTo>
                  <a:lnTo>
                    <a:pt x="33120" y="130266"/>
                  </a:lnTo>
                  <a:lnTo>
                    <a:pt x="32793" y="127527"/>
                  </a:lnTo>
                  <a:lnTo>
                    <a:pt x="31598" y="124514"/>
                  </a:lnTo>
                  <a:lnTo>
                    <a:pt x="29894" y="123061"/>
                  </a:lnTo>
                  <a:lnTo>
                    <a:pt x="30107" y="122262"/>
                  </a:lnTo>
                  <a:lnTo>
                    <a:pt x="33234" y="121242"/>
                  </a:lnTo>
                  <a:lnTo>
                    <a:pt x="33881" y="117020"/>
                  </a:lnTo>
                  <a:lnTo>
                    <a:pt x="33402" y="114425"/>
                  </a:lnTo>
                  <a:lnTo>
                    <a:pt x="31827" y="114205"/>
                  </a:lnTo>
                  <a:lnTo>
                    <a:pt x="27239" y="112150"/>
                  </a:lnTo>
                  <a:lnTo>
                    <a:pt x="25846" y="112371"/>
                  </a:lnTo>
                  <a:lnTo>
                    <a:pt x="24325" y="110111"/>
                  </a:lnTo>
                  <a:lnTo>
                    <a:pt x="21661" y="108490"/>
                  </a:lnTo>
                  <a:lnTo>
                    <a:pt x="20345" y="109084"/>
                  </a:lnTo>
                  <a:lnTo>
                    <a:pt x="19516" y="109822"/>
                  </a:lnTo>
                  <a:lnTo>
                    <a:pt x="18284" y="109472"/>
                  </a:lnTo>
                  <a:lnTo>
                    <a:pt x="16222" y="108064"/>
                  </a:lnTo>
                  <a:lnTo>
                    <a:pt x="14190" y="107304"/>
                  </a:lnTo>
                  <a:lnTo>
                    <a:pt x="13292" y="106360"/>
                  </a:lnTo>
                  <a:lnTo>
                    <a:pt x="14418" y="103842"/>
                  </a:lnTo>
                  <a:lnTo>
                    <a:pt x="15970" y="103903"/>
                  </a:lnTo>
                  <a:lnTo>
                    <a:pt x="16252" y="101932"/>
                  </a:lnTo>
                  <a:lnTo>
                    <a:pt x="15027" y="98638"/>
                  </a:lnTo>
                  <a:lnTo>
                    <a:pt x="15149" y="96941"/>
                  </a:lnTo>
                  <a:lnTo>
                    <a:pt x="16503" y="96477"/>
                  </a:lnTo>
                  <a:lnTo>
                    <a:pt x="18048" y="96796"/>
                  </a:lnTo>
                  <a:lnTo>
                    <a:pt x="19607" y="98767"/>
                  </a:lnTo>
                  <a:lnTo>
                    <a:pt x="20117" y="100669"/>
                  </a:lnTo>
                  <a:lnTo>
                    <a:pt x="19790" y="102525"/>
                  </a:lnTo>
                  <a:lnTo>
                    <a:pt x="20779" y="104321"/>
                  </a:lnTo>
                  <a:lnTo>
                    <a:pt x="21486" y="104778"/>
                  </a:lnTo>
                  <a:lnTo>
                    <a:pt x="21958" y="102883"/>
                  </a:lnTo>
                  <a:lnTo>
                    <a:pt x="22620" y="102525"/>
                  </a:lnTo>
                  <a:lnTo>
                    <a:pt x="23533" y="103347"/>
                  </a:lnTo>
                  <a:lnTo>
                    <a:pt x="25489" y="103758"/>
                  </a:lnTo>
                  <a:lnTo>
                    <a:pt x="30556" y="102602"/>
                  </a:lnTo>
                  <a:lnTo>
                    <a:pt x="31530" y="101620"/>
                  </a:lnTo>
                  <a:lnTo>
                    <a:pt x="27817" y="101734"/>
                  </a:lnTo>
                  <a:lnTo>
                    <a:pt x="26463" y="100813"/>
                  </a:lnTo>
                  <a:lnTo>
                    <a:pt x="24987" y="98752"/>
                  </a:lnTo>
                  <a:lnTo>
                    <a:pt x="24081" y="96880"/>
                  </a:lnTo>
                  <a:lnTo>
                    <a:pt x="23921" y="95959"/>
                  </a:lnTo>
                  <a:lnTo>
                    <a:pt x="23412" y="94612"/>
                  </a:lnTo>
                  <a:lnTo>
                    <a:pt x="23975" y="93890"/>
                  </a:lnTo>
                  <a:lnTo>
                    <a:pt x="26516" y="92809"/>
                  </a:lnTo>
                  <a:lnTo>
                    <a:pt x="28745" y="89773"/>
                  </a:lnTo>
                  <a:lnTo>
                    <a:pt x="27810" y="88899"/>
                  </a:lnTo>
                  <a:lnTo>
                    <a:pt x="26744" y="88480"/>
                  </a:lnTo>
                  <a:lnTo>
                    <a:pt x="25587" y="88792"/>
                  </a:lnTo>
                  <a:lnTo>
                    <a:pt x="24492" y="87750"/>
                  </a:lnTo>
                  <a:lnTo>
                    <a:pt x="24348" y="86304"/>
                  </a:lnTo>
                  <a:lnTo>
                    <a:pt x="25222" y="85132"/>
                  </a:lnTo>
                  <a:lnTo>
                    <a:pt x="25314" y="83519"/>
                  </a:lnTo>
                  <a:lnTo>
                    <a:pt x="22445" y="79540"/>
                  </a:lnTo>
                  <a:lnTo>
                    <a:pt x="21647" y="78673"/>
                  </a:lnTo>
                  <a:lnTo>
                    <a:pt x="22270" y="77371"/>
                  </a:lnTo>
                  <a:lnTo>
                    <a:pt x="24462" y="75188"/>
                  </a:lnTo>
                  <a:lnTo>
                    <a:pt x="26546" y="72479"/>
                  </a:lnTo>
                  <a:lnTo>
                    <a:pt x="26295" y="71589"/>
                  </a:lnTo>
                  <a:lnTo>
                    <a:pt x="24751" y="71224"/>
                  </a:lnTo>
                  <a:lnTo>
                    <a:pt x="17431" y="72388"/>
                  </a:lnTo>
                  <a:lnTo>
                    <a:pt x="14586" y="73392"/>
                  </a:lnTo>
                  <a:lnTo>
                    <a:pt x="9511" y="73856"/>
                  </a:lnTo>
                  <a:lnTo>
                    <a:pt x="9146" y="72380"/>
                  </a:lnTo>
                  <a:lnTo>
                    <a:pt x="9259" y="71056"/>
                  </a:lnTo>
                  <a:lnTo>
                    <a:pt x="10401" y="68637"/>
                  </a:lnTo>
                  <a:lnTo>
                    <a:pt x="10295" y="62657"/>
                  </a:lnTo>
                  <a:lnTo>
                    <a:pt x="10972" y="59408"/>
                  </a:lnTo>
                  <a:lnTo>
                    <a:pt x="13794" y="58434"/>
                  </a:lnTo>
                  <a:lnTo>
                    <a:pt x="17256" y="53648"/>
                  </a:lnTo>
                  <a:lnTo>
                    <a:pt x="22864" y="47987"/>
                  </a:lnTo>
                  <a:lnTo>
                    <a:pt x="28723" y="48094"/>
                  </a:lnTo>
                  <a:lnTo>
                    <a:pt x="31066" y="46526"/>
                  </a:lnTo>
                  <a:lnTo>
                    <a:pt x="34543" y="46435"/>
                  </a:lnTo>
                  <a:lnTo>
                    <a:pt x="35174" y="47569"/>
                  </a:lnTo>
                  <a:lnTo>
                    <a:pt x="35570" y="48657"/>
                  </a:lnTo>
                  <a:lnTo>
                    <a:pt x="38621" y="50224"/>
                  </a:lnTo>
                  <a:lnTo>
                    <a:pt x="44008" y="49973"/>
                  </a:lnTo>
                  <a:lnTo>
                    <a:pt x="45317" y="49357"/>
                  </a:lnTo>
                  <a:lnTo>
                    <a:pt x="46587" y="48497"/>
                  </a:lnTo>
                  <a:lnTo>
                    <a:pt x="44092" y="45712"/>
                  </a:lnTo>
                  <a:lnTo>
                    <a:pt x="44883" y="44921"/>
                  </a:lnTo>
                  <a:lnTo>
                    <a:pt x="47143" y="44830"/>
                  </a:lnTo>
                  <a:lnTo>
                    <a:pt x="49593" y="45484"/>
                  </a:lnTo>
                  <a:lnTo>
                    <a:pt x="49707" y="46123"/>
                  </a:lnTo>
                  <a:lnTo>
                    <a:pt x="49060" y="46998"/>
                  </a:lnTo>
                  <a:lnTo>
                    <a:pt x="48299" y="48528"/>
                  </a:lnTo>
                  <a:lnTo>
                    <a:pt x="49022" y="48824"/>
                  </a:lnTo>
                  <a:lnTo>
                    <a:pt x="55992" y="47896"/>
                  </a:lnTo>
                  <a:lnTo>
                    <a:pt x="63281" y="48642"/>
                  </a:lnTo>
                  <a:lnTo>
                    <a:pt x="65601" y="48238"/>
                  </a:lnTo>
                  <a:lnTo>
                    <a:pt x="71330" y="48269"/>
                  </a:lnTo>
                  <a:lnTo>
                    <a:pt x="72358" y="47310"/>
                  </a:lnTo>
                  <a:lnTo>
                    <a:pt x="70623" y="46100"/>
                  </a:lnTo>
                  <a:lnTo>
                    <a:pt x="68926" y="45682"/>
                  </a:lnTo>
                  <a:lnTo>
                    <a:pt x="67785" y="45096"/>
                  </a:lnTo>
                  <a:lnTo>
                    <a:pt x="66643" y="44236"/>
                  </a:lnTo>
                  <a:lnTo>
                    <a:pt x="70280" y="41535"/>
                  </a:lnTo>
                  <a:lnTo>
                    <a:pt x="72335" y="41018"/>
                  </a:lnTo>
                  <a:lnTo>
                    <a:pt x="82021" y="39351"/>
                  </a:lnTo>
                  <a:lnTo>
                    <a:pt x="89226" y="38522"/>
                  </a:lnTo>
                  <a:lnTo>
                    <a:pt x="89317" y="37898"/>
                  </a:lnTo>
                  <a:lnTo>
                    <a:pt x="88275" y="37898"/>
                  </a:lnTo>
                  <a:lnTo>
                    <a:pt x="78970" y="36514"/>
                  </a:lnTo>
                  <a:lnTo>
                    <a:pt x="76725" y="35448"/>
                  </a:lnTo>
                  <a:lnTo>
                    <a:pt x="73613" y="32899"/>
                  </a:lnTo>
                  <a:lnTo>
                    <a:pt x="72936" y="32177"/>
                  </a:lnTo>
                  <a:lnTo>
                    <a:pt x="72152" y="30929"/>
                  </a:lnTo>
                  <a:lnTo>
                    <a:pt x="72624" y="28273"/>
                  </a:lnTo>
                  <a:lnTo>
                    <a:pt x="73202" y="26135"/>
                  </a:lnTo>
                  <a:lnTo>
                    <a:pt x="74351" y="24895"/>
                  </a:lnTo>
                  <a:lnTo>
                    <a:pt x="78071" y="24705"/>
                  </a:lnTo>
                  <a:lnTo>
                    <a:pt x="90824" y="26881"/>
                  </a:lnTo>
                  <a:lnTo>
                    <a:pt x="99908" y="25580"/>
                  </a:lnTo>
                  <a:lnTo>
                    <a:pt x="109837" y="28745"/>
                  </a:lnTo>
                  <a:lnTo>
                    <a:pt x="119340" y="28106"/>
                  </a:lnTo>
                  <a:lnTo>
                    <a:pt x="121296" y="26683"/>
                  </a:lnTo>
                  <a:lnTo>
                    <a:pt x="123677" y="22095"/>
                  </a:lnTo>
                  <a:lnTo>
                    <a:pt x="137099" y="14456"/>
                  </a:lnTo>
                  <a:lnTo>
                    <a:pt x="141793" y="10462"/>
                  </a:lnTo>
                  <a:lnTo>
                    <a:pt x="146830" y="8271"/>
                  </a:lnTo>
                  <a:lnTo>
                    <a:pt x="155466" y="5836"/>
                  </a:lnTo>
                  <a:lnTo>
                    <a:pt x="162687" y="2610"/>
                  </a:lnTo>
                  <a:lnTo>
                    <a:pt x="164748" y="2237"/>
                  </a:lnTo>
                  <a:lnTo>
                    <a:pt x="182081" y="3782"/>
                  </a:lnTo>
                  <a:lnTo>
                    <a:pt x="193988" y="3979"/>
                  </a:lnTo>
                  <a:lnTo>
                    <a:pt x="199451" y="928"/>
                  </a:lnTo>
                  <a:lnTo>
                    <a:pt x="202624" y="1956"/>
                  </a:lnTo>
                  <a:lnTo>
                    <a:pt x="202327" y="3044"/>
                  </a:lnTo>
                  <a:lnTo>
                    <a:pt x="201749" y="3979"/>
                  </a:lnTo>
                  <a:lnTo>
                    <a:pt x="201924" y="5859"/>
                  </a:lnTo>
                  <a:lnTo>
                    <a:pt x="203780" y="8621"/>
                  </a:lnTo>
                  <a:lnTo>
                    <a:pt x="205675" y="10500"/>
                  </a:lnTo>
                  <a:lnTo>
                    <a:pt x="211229" y="13193"/>
                  </a:lnTo>
                  <a:lnTo>
                    <a:pt x="218952" y="10926"/>
                  </a:lnTo>
                  <a:lnTo>
                    <a:pt x="220199" y="11177"/>
                  </a:lnTo>
                  <a:lnTo>
                    <a:pt x="221775" y="11808"/>
                  </a:lnTo>
                  <a:lnTo>
                    <a:pt x="224498" y="19090"/>
                  </a:lnTo>
                  <a:lnTo>
                    <a:pt x="226614" y="21654"/>
                  </a:lnTo>
                  <a:lnTo>
                    <a:pt x="229322" y="23396"/>
                  </a:lnTo>
                  <a:lnTo>
                    <a:pt x="231551" y="23739"/>
                  </a:lnTo>
                  <a:lnTo>
                    <a:pt x="233203" y="21920"/>
                  </a:lnTo>
                  <a:lnTo>
                    <a:pt x="234481" y="21190"/>
                  </a:lnTo>
                  <a:lnTo>
                    <a:pt x="237273" y="20878"/>
                  </a:lnTo>
                  <a:lnTo>
                    <a:pt x="241846" y="23374"/>
                  </a:lnTo>
                  <a:lnTo>
                    <a:pt x="243429" y="25945"/>
                  </a:lnTo>
                  <a:lnTo>
                    <a:pt x="251212" y="27931"/>
                  </a:lnTo>
                  <a:lnTo>
                    <a:pt x="258357" y="28928"/>
                  </a:lnTo>
                  <a:lnTo>
                    <a:pt x="261438" y="31104"/>
                  </a:lnTo>
                  <a:lnTo>
                    <a:pt x="271496" y="33280"/>
                  </a:lnTo>
                  <a:lnTo>
                    <a:pt x="275255" y="32945"/>
                  </a:lnTo>
                  <a:lnTo>
                    <a:pt x="281555" y="30662"/>
                  </a:lnTo>
                  <a:lnTo>
                    <a:pt x="293820" y="28159"/>
                  </a:lnTo>
                  <a:lnTo>
                    <a:pt x="301969" y="31652"/>
                  </a:lnTo>
                  <a:lnTo>
                    <a:pt x="304176" y="32108"/>
                  </a:lnTo>
                  <a:lnTo>
                    <a:pt x="306078" y="31804"/>
                  </a:lnTo>
                  <a:lnTo>
                    <a:pt x="308817" y="32762"/>
                  </a:lnTo>
                  <a:lnTo>
                    <a:pt x="311738" y="32245"/>
                  </a:lnTo>
                  <a:lnTo>
                    <a:pt x="320754" y="28121"/>
                  </a:lnTo>
                  <a:lnTo>
                    <a:pt x="323577" y="25778"/>
                  </a:lnTo>
                  <a:lnTo>
                    <a:pt x="326568" y="25177"/>
                  </a:lnTo>
                  <a:lnTo>
                    <a:pt x="329215" y="23769"/>
                  </a:lnTo>
                  <a:lnTo>
                    <a:pt x="336276" y="19166"/>
                  </a:lnTo>
                  <a:lnTo>
                    <a:pt x="338262" y="16450"/>
                  </a:lnTo>
                  <a:close/>
                  <a:moveTo>
                    <a:pt x="6429" y="55276"/>
                  </a:moveTo>
                  <a:lnTo>
                    <a:pt x="1522" y="56136"/>
                  </a:lnTo>
                  <a:lnTo>
                    <a:pt x="0" y="55291"/>
                  </a:lnTo>
                  <a:lnTo>
                    <a:pt x="1537" y="53610"/>
                  </a:lnTo>
                  <a:lnTo>
                    <a:pt x="4398" y="52568"/>
                  </a:lnTo>
                  <a:lnTo>
                    <a:pt x="5326" y="52446"/>
                  </a:lnTo>
                  <a:lnTo>
                    <a:pt x="6581" y="54120"/>
                  </a:lnTo>
                  <a:lnTo>
                    <a:pt x="6429" y="55276"/>
                  </a:lnTo>
                  <a:close/>
                </a:path>
              </a:pathLst>
            </a:custGeom>
            <a:solidFill>
              <a:srgbClr val="2562E8"/>
            </a:solidFill>
            <a:ln w="6168" cap="flat">
              <a:solidFill>
                <a:srgbClr val="2562E8"/>
              </a:solidFill>
              <a:prstDash val="solid"/>
              <a:miter/>
            </a:ln>
          </p:spPr>
          <p:txBody>
            <a:bodyPr/>
            <a:lstStyle/>
            <a:p>
              <a:endParaRPr lang="en-US"/>
            </a:p>
          </p:txBody>
        </p:sp>
        <p:sp>
          <p:nvSpPr>
            <p:cNvPr id="2336" name="Freeform: Shape 2335">
              <a:extLst>
                <a:ext uri="{FF2B5EF4-FFF2-40B4-BE49-F238E27FC236}">
                  <a16:creationId xmlns:a16="http://schemas.microsoft.com/office/drawing/2014/main" id="{519F98B8-8487-CCC6-083E-5EDBED563B54}"/>
                </a:ext>
              </a:extLst>
            </p:cNvPr>
            <p:cNvSpPr/>
            <p:nvPr/>
          </p:nvSpPr>
          <p:spPr>
            <a:xfrm>
              <a:off x="8251964" y="4762438"/>
              <a:ext cx="29475" cy="27215"/>
            </a:xfrm>
            <a:custGeom>
              <a:avLst/>
              <a:gdLst>
                <a:gd name="csX0" fmla="*/ 24553 w 29475"/>
                <a:gd name="csY0" fmla="*/ 3173 h 27215"/>
                <a:gd name="csX1" fmla="*/ 23389 w 29475"/>
                <a:gd name="csY1" fmla="*/ 3386 h 27215"/>
                <a:gd name="csX2" fmla="*/ 23526 w 29475"/>
                <a:gd name="csY2" fmla="*/ 2526 h 27215"/>
                <a:gd name="csX3" fmla="*/ 25565 w 29475"/>
                <a:gd name="csY3" fmla="*/ 1042 h 27215"/>
                <a:gd name="csX4" fmla="*/ 28684 w 29475"/>
                <a:gd name="csY4" fmla="*/ 38 h 27215"/>
                <a:gd name="csX5" fmla="*/ 29476 w 29475"/>
                <a:gd name="csY5" fmla="*/ 0 h 27215"/>
                <a:gd name="csX6" fmla="*/ 29026 w 29475"/>
                <a:gd name="csY6" fmla="*/ 1331 h 27215"/>
                <a:gd name="csX7" fmla="*/ 24553 w 29475"/>
                <a:gd name="csY7" fmla="*/ 3173 h 27215"/>
                <a:gd name="csX8" fmla="*/ 19090 w 29475"/>
                <a:gd name="csY8" fmla="*/ 25717 h 27215"/>
                <a:gd name="csX9" fmla="*/ 15628 w 29475"/>
                <a:gd name="csY9" fmla="*/ 26926 h 27215"/>
                <a:gd name="csX10" fmla="*/ 6604 w 29475"/>
                <a:gd name="csY10" fmla="*/ 27216 h 27215"/>
                <a:gd name="csX11" fmla="*/ 2868 w 29475"/>
                <a:gd name="csY11" fmla="*/ 26774 h 27215"/>
                <a:gd name="csX12" fmla="*/ 0 w 29475"/>
                <a:gd name="csY12" fmla="*/ 27117 h 27215"/>
                <a:gd name="csX13" fmla="*/ 5227 w 29475"/>
                <a:gd name="csY13" fmla="*/ 24477 h 27215"/>
                <a:gd name="csX14" fmla="*/ 5843 w 29475"/>
                <a:gd name="csY14" fmla="*/ 23366 h 27215"/>
                <a:gd name="csX15" fmla="*/ 8065 w 29475"/>
                <a:gd name="csY15" fmla="*/ 23160 h 27215"/>
                <a:gd name="csX16" fmla="*/ 8696 w 29475"/>
                <a:gd name="csY16" fmla="*/ 22826 h 27215"/>
                <a:gd name="csX17" fmla="*/ 9435 w 29475"/>
                <a:gd name="csY17" fmla="*/ 16990 h 27215"/>
                <a:gd name="csX18" fmla="*/ 9145 w 29475"/>
                <a:gd name="csY18" fmla="*/ 15597 h 27215"/>
                <a:gd name="csX19" fmla="*/ 8704 w 29475"/>
                <a:gd name="csY19" fmla="*/ 14829 h 27215"/>
                <a:gd name="csX20" fmla="*/ 7806 w 29475"/>
                <a:gd name="csY20" fmla="*/ 14273 h 27215"/>
                <a:gd name="csX21" fmla="*/ 5790 w 29475"/>
                <a:gd name="csY21" fmla="*/ 13520 h 27215"/>
                <a:gd name="csX22" fmla="*/ 5455 w 29475"/>
                <a:gd name="csY22" fmla="*/ 13117 h 27215"/>
                <a:gd name="csX23" fmla="*/ 6726 w 29475"/>
                <a:gd name="csY23" fmla="*/ 12470 h 27215"/>
                <a:gd name="csX24" fmla="*/ 9435 w 29475"/>
                <a:gd name="csY24" fmla="*/ 12113 h 27215"/>
                <a:gd name="csX25" fmla="*/ 11458 w 29475"/>
                <a:gd name="csY25" fmla="*/ 11413 h 27215"/>
                <a:gd name="csX26" fmla="*/ 15651 w 29475"/>
                <a:gd name="csY26" fmla="*/ 11268 h 27215"/>
                <a:gd name="csX27" fmla="*/ 17690 w 29475"/>
                <a:gd name="csY27" fmla="*/ 10644 h 27215"/>
                <a:gd name="csX28" fmla="*/ 21121 w 29475"/>
                <a:gd name="csY28" fmla="*/ 10469 h 27215"/>
                <a:gd name="csX29" fmla="*/ 19432 w 29475"/>
                <a:gd name="csY29" fmla="*/ 13155 h 27215"/>
                <a:gd name="csX30" fmla="*/ 18641 w 29475"/>
                <a:gd name="csY30" fmla="*/ 14152 h 27215"/>
                <a:gd name="csX31" fmla="*/ 18953 w 29475"/>
                <a:gd name="csY31" fmla="*/ 16564 h 27215"/>
                <a:gd name="csX32" fmla="*/ 18565 w 29475"/>
                <a:gd name="csY32" fmla="*/ 18200 h 27215"/>
                <a:gd name="csX33" fmla="*/ 19014 w 29475"/>
                <a:gd name="csY33" fmla="*/ 20269 h 27215"/>
                <a:gd name="csX34" fmla="*/ 20041 w 29475"/>
                <a:gd name="csY34" fmla="*/ 21631 h 27215"/>
                <a:gd name="csX35" fmla="*/ 19379 w 29475"/>
                <a:gd name="csY35" fmla="*/ 22962 h 27215"/>
                <a:gd name="csX36" fmla="*/ 19280 w 29475"/>
                <a:gd name="csY36" fmla="*/ 24986 h 27215"/>
                <a:gd name="csX37" fmla="*/ 19090 w 29475"/>
                <a:gd name="csY37" fmla="*/ 25717 h 272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29475" h="27215">
                  <a:moveTo>
                    <a:pt x="24553" y="3173"/>
                  </a:moveTo>
                  <a:lnTo>
                    <a:pt x="23389" y="3386"/>
                  </a:lnTo>
                  <a:lnTo>
                    <a:pt x="23526" y="2526"/>
                  </a:lnTo>
                  <a:lnTo>
                    <a:pt x="25565" y="1042"/>
                  </a:lnTo>
                  <a:lnTo>
                    <a:pt x="28684" y="38"/>
                  </a:lnTo>
                  <a:lnTo>
                    <a:pt x="29476" y="0"/>
                  </a:lnTo>
                  <a:lnTo>
                    <a:pt x="29026" y="1331"/>
                  </a:lnTo>
                  <a:lnTo>
                    <a:pt x="24553" y="3173"/>
                  </a:lnTo>
                  <a:close/>
                  <a:moveTo>
                    <a:pt x="19090" y="25717"/>
                  </a:moveTo>
                  <a:lnTo>
                    <a:pt x="15628" y="26926"/>
                  </a:lnTo>
                  <a:lnTo>
                    <a:pt x="6604" y="27216"/>
                  </a:lnTo>
                  <a:lnTo>
                    <a:pt x="2868" y="26774"/>
                  </a:lnTo>
                  <a:lnTo>
                    <a:pt x="0" y="27117"/>
                  </a:lnTo>
                  <a:lnTo>
                    <a:pt x="5227" y="24477"/>
                  </a:lnTo>
                  <a:lnTo>
                    <a:pt x="5843" y="23366"/>
                  </a:lnTo>
                  <a:lnTo>
                    <a:pt x="8065" y="23160"/>
                  </a:lnTo>
                  <a:lnTo>
                    <a:pt x="8696" y="22826"/>
                  </a:lnTo>
                  <a:lnTo>
                    <a:pt x="9435" y="16990"/>
                  </a:lnTo>
                  <a:lnTo>
                    <a:pt x="9145" y="15597"/>
                  </a:lnTo>
                  <a:lnTo>
                    <a:pt x="8704" y="14829"/>
                  </a:lnTo>
                  <a:lnTo>
                    <a:pt x="7806" y="14273"/>
                  </a:lnTo>
                  <a:lnTo>
                    <a:pt x="5790" y="13520"/>
                  </a:lnTo>
                  <a:lnTo>
                    <a:pt x="5455" y="13117"/>
                  </a:lnTo>
                  <a:lnTo>
                    <a:pt x="6726" y="12470"/>
                  </a:lnTo>
                  <a:lnTo>
                    <a:pt x="9435" y="12113"/>
                  </a:lnTo>
                  <a:lnTo>
                    <a:pt x="11458" y="11413"/>
                  </a:lnTo>
                  <a:lnTo>
                    <a:pt x="15651" y="11268"/>
                  </a:lnTo>
                  <a:lnTo>
                    <a:pt x="17690" y="10644"/>
                  </a:lnTo>
                  <a:lnTo>
                    <a:pt x="21121" y="10469"/>
                  </a:lnTo>
                  <a:lnTo>
                    <a:pt x="19432" y="13155"/>
                  </a:lnTo>
                  <a:lnTo>
                    <a:pt x="18641" y="14152"/>
                  </a:lnTo>
                  <a:lnTo>
                    <a:pt x="18953" y="16564"/>
                  </a:lnTo>
                  <a:lnTo>
                    <a:pt x="18565" y="18200"/>
                  </a:lnTo>
                  <a:lnTo>
                    <a:pt x="19014" y="20269"/>
                  </a:lnTo>
                  <a:lnTo>
                    <a:pt x="20041" y="21631"/>
                  </a:lnTo>
                  <a:lnTo>
                    <a:pt x="19379" y="22962"/>
                  </a:lnTo>
                  <a:lnTo>
                    <a:pt x="19280" y="24986"/>
                  </a:lnTo>
                  <a:lnTo>
                    <a:pt x="19090" y="2571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37" name="Freeform: Shape 2336">
              <a:extLst>
                <a:ext uri="{FF2B5EF4-FFF2-40B4-BE49-F238E27FC236}">
                  <a16:creationId xmlns:a16="http://schemas.microsoft.com/office/drawing/2014/main" id="{8039FB94-4331-08DC-55CD-8AE1AB139A6D}"/>
                </a:ext>
              </a:extLst>
            </p:cNvPr>
            <p:cNvSpPr/>
            <p:nvPr/>
          </p:nvSpPr>
          <p:spPr>
            <a:xfrm>
              <a:off x="12099693" y="4449604"/>
              <a:ext cx="77789" cy="77660"/>
            </a:xfrm>
            <a:custGeom>
              <a:avLst/>
              <a:gdLst>
                <a:gd name="csX0" fmla="*/ 58122 w 77789"/>
                <a:gd name="csY0" fmla="*/ 61713 h 77660"/>
                <a:gd name="csX1" fmla="*/ 56798 w 77789"/>
                <a:gd name="csY1" fmla="*/ 64407 h 77660"/>
                <a:gd name="csX2" fmla="*/ 55733 w 77789"/>
                <a:gd name="csY2" fmla="*/ 67252 h 77660"/>
                <a:gd name="csX3" fmla="*/ 55307 w 77789"/>
                <a:gd name="csY3" fmla="*/ 69938 h 77660"/>
                <a:gd name="csX4" fmla="*/ 55329 w 77789"/>
                <a:gd name="csY4" fmla="*/ 72700 h 77660"/>
                <a:gd name="csX5" fmla="*/ 55025 w 77789"/>
                <a:gd name="csY5" fmla="*/ 75196 h 77660"/>
                <a:gd name="csX6" fmla="*/ 54508 w 77789"/>
                <a:gd name="csY6" fmla="*/ 77661 h 77660"/>
                <a:gd name="csX7" fmla="*/ 52438 w 77789"/>
                <a:gd name="csY7" fmla="*/ 76953 h 77660"/>
                <a:gd name="csX8" fmla="*/ 51320 w 77789"/>
                <a:gd name="csY8" fmla="*/ 75188 h 77660"/>
                <a:gd name="csX9" fmla="*/ 51061 w 77789"/>
                <a:gd name="csY9" fmla="*/ 72289 h 77660"/>
                <a:gd name="csX10" fmla="*/ 49562 w 77789"/>
                <a:gd name="csY10" fmla="*/ 68789 h 77660"/>
                <a:gd name="csX11" fmla="*/ 48999 w 77789"/>
                <a:gd name="csY11" fmla="*/ 67785 h 77660"/>
                <a:gd name="csX12" fmla="*/ 46830 w 77789"/>
                <a:gd name="csY12" fmla="*/ 65822 h 77660"/>
                <a:gd name="csX13" fmla="*/ 44860 w 77789"/>
                <a:gd name="csY13" fmla="*/ 64848 h 77660"/>
                <a:gd name="csX14" fmla="*/ 43338 w 77789"/>
                <a:gd name="csY14" fmla="*/ 63395 h 77660"/>
                <a:gd name="csX15" fmla="*/ 43536 w 77789"/>
                <a:gd name="csY15" fmla="*/ 63516 h 77660"/>
                <a:gd name="csX16" fmla="*/ 42410 w 77789"/>
                <a:gd name="csY16" fmla="*/ 61561 h 77660"/>
                <a:gd name="csX17" fmla="*/ 41558 w 77789"/>
                <a:gd name="csY17" fmla="*/ 59484 h 77660"/>
                <a:gd name="csX18" fmla="*/ 39801 w 77789"/>
                <a:gd name="csY18" fmla="*/ 53564 h 77660"/>
                <a:gd name="csX19" fmla="*/ 39192 w 77789"/>
                <a:gd name="csY19" fmla="*/ 52134 h 77660"/>
                <a:gd name="csX20" fmla="*/ 38378 w 77789"/>
                <a:gd name="csY20" fmla="*/ 50825 h 77660"/>
                <a:gd name="csX21" fmla="*/ 38149 w 77789"/>
                <a:gd name="csY21" fmla="*/ 49532 h 77660"/>
                <a:gd name="csX22" fmla="*/ 38423 w 77789"/>
                <a:gd name="csY22" fmla="*/ 48094 h 77660"/>
                <a:gd name="csX23" fmla="*/ 39192 w 77789"/>
                <a:gd name="csY23" fmla="*/ 45941 h 77660"/>
                <a:gd name="csX24" fmla="*/ 39656 w 77789"/>
                <a:gd name="csY24" fmla="*/ 43772 h 77660"/>
                <a:gd name="csX25" fmla="*/ 39283 w 77789"/>
                <a:gd name="csY25" fmla="*/ 40820 h 77660"/>
                <a:gd name="csX26" fmla="*/ 39428 w 77789"/>
                <a:gd name="csY26" fmla="*/ 37898 h 77660"/>
                <a:gd name="csX27" fmla="*/ 39998 w 77789"/>
                <a:gd name="csY27" fmla="*/ 36597 h 77660"/>
                <a:gd name="csX28" fmla="*/ 50049 w 77789"/>
                <a:gd name="csY28" fmla="*/ 18702 h 77660"/>
                <a:gd name="csX29" fmla="*/ 52773 w 77789"/>
                <a:gd name="csY29" fmla="*/ 14875 h 77660"/>
                <a:gd name="csX30" fmla="*/ 54454 w 77789"/>
                <a:gd name="csY30" fmla="*/ 12995 h 77660"/>
                <a:gd name="csX31" fmla="*/ 55862 w 77789"/>
                <a:gd name="csY31" fmla="*/ 10873 h 77660"/>
                <a:gd name="csX32" fmla="*/ 57193 w 77789"/>
                <a:gd name="csY32" fmla="*/ 8187 h 77660"/>
                <a:gd name="csX33" fmla="*/ 58829 w 77789"/>
                <a:gd name="csY33" fmla="*/ 5729 h 77660"/>
                <a:gd name="csX34" fmla="*/ 59994 w 77789"/>
                <a:gd name="csY34" fmla="*/ 4969 h 77660"/>
                <a:gd name="csX35" fmla="*/ 65768 w 77789"/>
                <a:gd name="csY35" fmla="*/ 2762 h 77660"/>
                <a:gd name="csX36" fmla="*/ 67556 w 77789"/>
                <a:gd name="csY36" fmla="*/ 654 h 77660"/>
                <a:gd name="csX37" fmla="*/ 68994 w 77789"/>
                <a:gd name="csY37" fmla="*/ 0 h 77660"/>
                <a:gd name="csX38" fmla="*/ 70630 w 77789"/>
                <a:gd name="csY38" fmla="*/ 38 h 77660"/>
                <a:gd name="csX39" fmla="*/ 71688 w 77789"/>
                <a:gd name="csY39" fmla="*/ 1043 h 77660"/>
                <a:gd name="csX40" fmla="*/ 72632 w 77789"/>
                <a:gd name="csY40" fmla="*/ 2237 h 77660"/>
                <a:gd name="csX41" fmla="*/ 73621 w 77789"/>
                <a:gd name="csY41" fmla="*/ 2876 h 77660"/>
                <a:gd name="csX42" fmla="*/ 76169 w 77789"/>
                <a:gd name="csY42" fmla="*/ 4040 h 77660"/>
                <a:gd name="csX43" fmla="*/ 77288 w 77789"/>
                <a:gd name="csY43" fmla="*/ 5166 h 77660"/>
                <a:gd name="csX44" fmla="*/ 77790 w 77789"/>
                <a:gd name="csY44" fmla="*/ 7099 h 77660"/>
                <a:gd name="csX45" fmla="*/ 76238 w 77789"/>
                <a:gd name="csY45" fmla="*/ 8940 h 77660"/>
                <a:gd name="csX46" fmla="*/ 75462 w 77789"/>
                <a:gd name="csY46" fmla="*/ 10599 h 77660"/>
                <a:gd name="csX47" fmla="*/ 75317 w 77789"/>
                <a:gd name="csY47" fmla="*/ 12425 h 77660"/>
                <a:gd name="csX48" fmla="*/ 75591 w 77789"/>
                <a:gd name="csY48" fmla="*/ 14898 h 77660"/>
                <a:gd name="csX49" fmla="*/ 75629 w 77789"/>
                <a:gd name="csY49" fmla="*/ 17378 h 77660"/>
                <a:gd name="csX50" fmla="*/ 73682 w 77789"/>
                <a:gd name="csY50" fmla="*/ 23183 h 77660"/>
                <a:gd name="csX51" fmla="*/ 71604 w 77789"/>
                <a:gd name="csY51" fmla="*/ 26797 h 77660"/>
                <a:gd name="csX52" fmla="*/ 71041 w 77789"/>
                <a:gd name="csY52" fmla="*/ 28593 h 77660"/>
                <a:gd name="csX53" fmla="*/ 70409 w 77789"/>
                <a:gd name="csY53" fmla="*/ 33052 h 77660"/>
                <a:gd name="csX54" fmla="*/ 69185 w 77789"/>
                <a:gd name="csY54" fmla="*/ 37518 h 77660"/>
                <a:gd name="csX55" fmla="*/ 68142 w 77789"/>
                <a:gd name="csY55" fmla="*/ 43171 h 77660"/>
                <a:gd name="csX56" fmla="*/ 66438 w 77789"/>
                <a:gd name="csY56" fmla="*/ 48992 h 77660"/>
                <a:gd name="csX57" fmla="*/ 65472 w 77789"/>
                <a:gd name="csY57" fmla="*/ 51419 h 77660"/>
                <a:gd name="csX58" fmla="*/ 64270 w 77789"/>
                <a:gd name="csY58" fmla="*/ 53739 h 77660"/>
                <a:gd name="csX59" fmla="*/ 61393 w 77789"/>
                <a:gd name="csY59" fmla="*/ 58122 h 77660"/>
                <a:gd name="csX60" fmla="*/ 58122 w 77789"/>
                <a:gd name="csY60" fmla="*/ 61713 h 77660"/>
                <a:gd name="csX61" fmla="*/ 2572 w 77789"/>
                <a:gd name="csY61" fmla="*/ 17660 h 77660"/>
                <a:gd name="csX62" fmla="*/ 3500 w 77789"/>
                <a:gd name="csY62" fmla="*/ 19212 h 77660"/>
                <a:gd name="csX63" fmla="*/ 3104 w 77789"/>
                <a:gd name="csY63" fmla="*/ 20170 h 77660"/>
                <a:gd name="csX64" fmla="*/ 167 w 77789"/>
                <a:gd name="csY64" fmla="*/ 19661 h 77660"/>
                <a:gd name="csX65" fmla="*/ 0 w 77789"/>
                <a:gd name="csY65" fmla="*/ 18725 h 77660"/>
                <a:gd name="csX66" fmla="*/ 1111 w 77789"/>
                <a:gd name="csY66" fmla="*/ 18892 h 77660"/>
                <a:gd name="csX67" fmla="*/ 2572 w 77789"/>
                <a:gd name="csY67" fmla="*/ 17660 h 776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77789" h="77660">
                  <a:moveTo>
                    <a:pt x="58122" y="61713"/>
                  </a:moveTo>
                  <a:lnTo>
                    <a:pt x="56798" y="64407"/>
                  </a:lnTo>
                  <a:lnTo>
                    <a:pt x="55733" y="67252"/>
                  </a:lnTo>
                  <a:lnTo>
                    <a:pt x="55307" y="69938"/>
                  </a:lnTo>
                  <a:lnTo>
                    <a:pt x="55329" y="72700"/>
                  </a:lnTo>
                  <a:lnTo>
                    <a:pt x="55025" y="75196"/>
                  </a:lnTo>
                  <a:lnTo>
                    <a:pt x="54508" y="77661"/>
                  </a:lnTo>
                  <a:lnTo>
                    <a:pt x="52438" y="76953"/>
                  </a:lnTo>
                  <a:lnTo>
                    <a:pt x="51320" y="75188"/>
                  </a:lnTo>
                  <a:lnTo>
                    <a:pt x="51061" y="72289"/>
                  </a:lnTo>
                  <a:lnTo>
                    <a:pt x="49562" y="68789"/>
                  </a:lnTo>
                  <a:lnTo>
                    <a:pt x="48999" y="67785"/>
                  </a:lnTo>
                  <a:lnTo>
                    <a:pt x="46830" y="65822"/>
                  </a:lnTo>
                  <a:lnTo>
                    <a:pt x="44860" y="64848"/>
                  </a:lnTo>
                  <a:lnTo>
                    <a:pt x="43338" y="63395"/>
                  </a:lnTo>
                  <a:lnTo>
                    <a:pt x="43536" y="63516"/>
                  </a:lnTo>
                  <a:lnTo>
                    <a:pt x="42410" y="61561"/>
                  </a:lnTo>
                  <a:lnTo>
                    <a:pt x="41558" y="59484"/>
                  </a:lnTo>
                  <a:lnTo>
                    <a:pt x="39801" y="53564"/>
                  </a:lnTo>
                  <a:lnTo>
                    <a:pt x="39192" y="52134"/>
                  </a:lnTo>
                  <a:lnTo>
                    <a:pt x="38378" y="50825"/>
                  </a:lnTo>
                  <a:lnTo>
                    <a:pt x="38149" y="49532"/>
                  </a:lnTo>
                  <a:lnTo>
                    <a:pt x="38423" y="48094"/>
                  </a:lnTo>
                  <a:lnTo>
                    <a:pt x="39192" y="45941"/>
                  </a:lnTo>
                  <a:lnTo>
                    <a:pt x="39656" y="43772"/>
                  </a:lnTo>
                  <a:lnTo>
                    <a:pt x="39283" y="40820"/>
                  </a:lnTo>
                  <a:lnTo>
                    <a:pt x="39428" y="37898"/>
                  </a:lnTo>
                  <a:lnTo>
                    <a:pt x="39998" y="36597"/>
                  </a:lnTo>
                  <a:lnTo>
                    <a:pt x="50049" y="18702"/>
                  </a:lnTo>
                  <a:lnTo>
                    <a:pt x="52773" y="14875"/>
                  </a:lnTo>
                  <a:lnTo>
                    <a:pt x="54454" y="12995"/>
                  </a:lnTo>
                  <a:lnTo>
                    <a:pt x="55862" y="10873"/>
                  </a:lnTo>
                  <a:lnTo>
                    <a:pt x="57193" y="8187"/>
                  </a:lnTo>
                  <a:lnTo>
                    <a:pt x="58829" y="5729"/>
                  </a:lnTo>
                  <a:lnTo>
                    <a:pt x="59994" y="4969"/>
                  </a:lnTo>
                  <a:lnTo>
                    <a:pt x="65768" y="2762"/>
                  </a:lnTo>
                  <a:lnTo>
                    <a:pt x="67556" y="654"/>
                  </a:lnTo>
                  <a:lnTo>
                    <a:pt x="68994" y="0"/>
                  </a:lnTo>
                  <a:lnTo>
                    <a:pt x="70630" y="38"/>
                  </a:lnTo>
                  <a:lnTo>
                    <a:pt x="71688" y="1043"/>
                  </a:lnTo>
                  <a:lnTo>
                    <a:pt x="72632" y="2237"/>
                  </a:lnTo>
                  <a:lnTo>
                    <a:pt x="73621" y="2876"/>
                  </a:lnTo>
                  <a:lnTo>
                    <a:pt x="76169" y="4040"/>
                  </a:lnTo>
                  <a:lnTo>
                    <a:pt x="77288" y="5166"/>
                  </a:lnTo>
                  <a:lnTo>
                    <a:pt x="77790" y="7099"/>
                  </a:lnTo>
                  <a:lnTo>
                    <a:pt x="76238" y="8940"/>
                  </a:lnTo>
                  <a:lnTo>
                    <a:pt x="75462" y="10599"/>
                  </a:lnTo>
                  <a:lnTo>
                    <a:pt x="75317" y="12425"/>
                  </a:lnTo>
                  <a:lnTo>
                    <a:pt x="75591" y="14898"/>
                  </a:lnTo>
                  <a:lnTo>
                    <a:pt x="75629" y="17378"/>
                  </a:lnTo>
                  <a:lnTo>
                    <a:pt x="73682" y="23183"/>
                  </a:lnTo>
                  <a:lnTo>
                    <a:pt x="71604" y="26797"/>
                  </a:lnTo>
                  <a:lnTo>
                    <a:pt x="71041" y="28593"/>
                  </a:lnTo>
                  <a:lnTo>
                    <a:pt x="70409" y="33052"/>
                  </a:lnTo>
                  <a:lnTo>
                    <a:pt x="69185" y="37518"/>
                  </a:lnTo>
                  <a:lnTo>
                    <a:pt x="68142" y="43171"/>
                  </a:lnTo>
                  <a:lnTo>
                    <a:pt x="66438" y="48992"/>
                  </a:lnTo>
                  <a:lnTo>
                    <a:pt x="65472" y="51419"/>
                  </a:lnTo>
                  <a:lnTo>
                    <a:pt x="64270" y="53739"/>
                  </a:lnTo>
                  <a:lnTo>
                    <a:pt x="61393" y="58122"/>
                  </a:lnTo>
                  <a:lnTo>
                    <a:pt x="58122" y="61713"/>
                  </a:lnTo>
                  <a:close/>
                  <a:moveTo>
                    <a:pt x="2572" y="17660"/>
                  </a:moveTo>
                  <a:lnTo>
                    <a:pt x="3500" y="19212"/>
                  </a:lnTo>
                  <a:lnTo>
                    <a:pt x="3104" y="20170"/>
                  </a:lnTo>
                  <a:lnTo>
                    <a:pt x="167" y="19661"/>
                  </a:lnTo>
                  <a:lnTo>
                    <a:pt x="0" y="18725"/>
                  </a:lnTo>
                  <a:lnTo>
                    <a:pt x="1111" y="18892"/>
                  </a:lnTo>
                  <a:lnTo>
                    <a:pt x="2572" y="17660"/>
                  </a:lnTo>
                  <a:close/>
                </a:path>
              </a:pathLst>
            </a:custGeom>
            <a:solidFill>
              <a:srgbClr val="2562E8"/>
            </a:solidFill>
            <a:ln w="6168" cap="flat">
              <a:solidFill>
                <a:srgbClr val="2562E8"/>
              </a:solidFill>
              <a:prstDash val="solid"/>
              <a:miter/>
            </a:ln>
          </p:spPr>
          <p:txBody>
            <a:bodyPr/>
            <a:lstStyle/>
            <a:p>
              <a:endParaRPr lang="en-US"/>
            </a:p>
          </p:txBody>
        </p:sp>
        <p:sp>
          <p:nvSpPr>
            <p:cNvPr id="2338" name="Freeform: Shape 2337">
              <a:extLst>
                <a:ext uri="{FF2B5EF4-FFF2-40B4-BE49-F238E27FC236}">
                  <a16:creationId xmlns:a16="http://schemas.microsoft.com/office/drawing/2014/main" id="{1CF3F124-E909-7216-82F2-4A04B619AE80}"/>
                </a:ext>
              </a:extLst>
            </p:cNvPr>
            <p:cNvSpPr/>
            <p:nvPr/>
          </p:nvSpPr>
          <p:spPr>
            <a:xfrm>
              <a:off x="10200054" y="5025397"/>
              <a:ext cx="237851" cy="229146"/>
            </a:xfrm>
            <a:custGeom>
              <a:avLst/>
              <a:gdLst>
                <a:gd name="csX0" fmla="*/ 221782 w 237851"/>
                <a:gd name="csY0" fmla="*/ 148610 h 229146"/>
                <a:gd name="csX1" fmla="*/ 220626 w 237851"/>
                <a:gd name="csY1" fmla="*/ 148892 h 229146"/>
                <a:gd name="csX2" fmla="*/ 220177 w 237851"/>
                <a:gd name="csY2" fmla="*/ 148618 h 229146"/>
                <a:gd name="csX3" fmla="*/ 219469 w 237851"/>
                <a:gd name="csY3" fmla="*/ 147720 h 229146"/>
                <a:gd name="csX4" fmla="*/ 220702 w 237851"/>
                <a:gd name="csY4" fmla="*/ 146959 h 229146"/>
                <a:gd name="csX5" fmla="*/ 221896 w 237851"/>
                <a:gd name="csY5" fmla="*/ 145483 h 229146"/>
                <a:gd name="csX6" fmla="*/ 224673 w 237851"/>
                <a:gd name="csY6" fmla="*/ 143315 h 229146"/>
                <a:gd name="csX7" fmla="*/ 225624 w 237851"/>
                <a:gd name="csY7" fmla="*/ 141884 h 229146"/>
                <a:gd name="csX8" fmla="*/ 225967 w 237851"/>
                <a:gd name="csY8" fmla="*/ 141580 h 229146"/>
                <a:gd name="csX9" fmla="*/ 225769 w 237851"/>
                <a:gd name="csY9" fmla="*/ 143269 h 229146"/>
                <a:gd name="csX10" fmla="*/ 224202 w 237851"/>
                <a:gd name="csY10" fmla="*/ 146959 h 229146"/>
                <a:gd name="csX11" fmla="*/ 222863 w 237851"/>
                <a:gd name="csY11" fmla="*/ 147203 h 229146"/>
                <a:gd name="csX12" fmla="*/ 221782 w 237851"/>
                <a:gd name="csY12" fmla="*/ 148610 h 229146"/>
                <a:gd name="csX13" fmla="*/ 217194 w 237851"/>
                <a:gd name="csY13" fmla="*/ 110073 h 229146"/>
                <a:gd name="csX14" fmla="*/ 218830 w 237851"/>
                <a:gd name="csY14" fmla="*/ 114616 h 229146"/>
                <a:gd name="csX15" fmla="*/ 218625 w 237851"/>
                <a:gd name="csY15" fmla="*/ 115468 h 229146"/>
                <a:gd name="csX16" fmla="*/ 217468 w 237851"/>
                <a:gd name="csY16" fmla="*/ 115985 h 229146"/>
                <a:gd name="csX17" fmla="*/ 216867 w 237851"/>
                <a:gd name="csY17" fmla="*/ 116031 h 229146"/>
                <a:gd name="csX18" fmla="*/ 216152 w 237851"/>
                <a:gd name="csY18" fmla="*/ 115300 h 229146"/>
                <a:gd name="csX19" fmla="*/ 215650 w 237851"/>
                <a:gd name="csY19" fmla="*/ 113771 h 229146"/>
                <a:gd name="csX20" fmla="*/ 214775 w 237851"/>
                <a:gd name="csY20" fmla="*/ 114136 h 229146"/>
                <a:gd name="csX21" fmla="*/ 213284 w 237851"/>
                <a:gd name="csY21" fmla="*/ 112302 h 229146"/>
                <a:gd name="csX22" fmla="*/ 211807 w 237851"/>
                <a:gd name="csY22" fmla="*/ 112211 h 229146"/>
                <a:gd name="csX23" fmla="*/ 210499 w 237851"/>
                <a:gd name="csY23" fmla="*/ 110027 h 229146"/>
                <a:gd name="csX24" fmla="*/ 211009 w 237851"/>
                <a:gd name="csY24" fmla="*/ 108125 h 229146"/>
                <a:gd name="csX25" fmla="*/ 210712 w 237851"/>
                <a:gd name="csY25" fmla="*/ 104876 h 229146"/>
                <a:gd name="csX26" fmla="*/ 212302 w 237851"/>
                <a:gd name="csY26" fmla="*/ 103218 h 229146"/>
                <a:gd name="csX27" fmla="*/ 213200 w 237851"/>
                <a:gd name="csY27" fmla="*/ 100418 h 229146"/>
                <a:gd name="csX28" fmla="*/ 214235 w 237851"/>
                <a:gd name="csY28" fmla="*/ 102328 h 229146"/>
                <a:gd name="csX29" fmla="*/ 214470 w 237851"/>
                <a:gd name="csY29" fmla="*/ 105310 h 229146"/>
                <a:gd name="csX30" fmla="*/ 215863 w 237851"/>
                <a:gd name="csY30" fmla="*/ 108810 h 229146"/>
                <a:gd name="csX31" fmla="*/ 217027 w 237851"/>
                <a:gd name="csY31" fmla="*/ 109891 h 229146"/>
                <a:gd name="csX32" fmla="*/ 217194 w 237851"/>
                <a:gd name="csY32" fmla="*/ 110073 h 229146"/>
                <a:gd name="csX33" fmla="*/ 225062 w 237851"/>
                <a:gd name="csY33" fmla="*/ 83040 h 229146"/>
                <a:gd name="csX34" fmla="*/ 225191 w 237851"/>
                <a:gd name="csY34" fmla="*/ 84113 h 229146"/>
                <a:gd name="csX35" fmla="*/ 224864 w 237851"/>
                <a:gd name="csY35" fmla="*/ 85125 h 229146"/>
                <a:gd name="csX36" fmla="*/ 224932 w 237851"/>
                <a:gd name="csY36" fmla="*/ 88343 h 229146"/>
                <a:gd name="csX37" fmla="*/ 224803 w 237851"/>
                <a:gd name="csY37" fmla="*/ 90481 h 229146"/>
                <a:gd name="csX38" fmla="*/ 223585 w 237851"/>
                <a:gd name="csY38" fmla="*/ 93441 h 229146"/>
                <a:gd name="csX39" fmla="*/ 222589 w 237851"/>
                <a:gd name="csY39" fmla="*/ 94498 h 229146"/>
                <a:gd name="csX40" fmla="*/ 221698 w 237851"/>
                <a:gd name="csY40" fmla="*/ 94186 h 229146"/>
                <a:gd name="csX41" fmla="*/ 220968 w 237851"/>
                <a:gd name="csY41" fmla="*/ 93699 h 229146"/>
                <a:gd name="csX42" fmla="*/ 220398 w 237851"/>
                <a:gd name="csY42" fmla="*/ 92885 h 229146"/>
                <a:gd name="csX43" fmla="*/ 221554 w 237851"/>
                <a:gd name="csY43" fmla="*/ 87461 h 229146"/>
                <a:gd name="csX44" fmla="*/ 220961 w 237851"/>
                <a:gd name="csY44" fmla="*/ 83489 h 229146"/>
                <a:gd name="csX45" fmla="*/ 223251 w 237851"/>
                <a:gd name="csY45" fmla="*/ 83869 h 229146"/>
                <a:gd name="csX46" fmla="*/ 225062 w 237851"/>
                <a:gd name="csY46" fmla="*/ 83040 h 229146"/>
                <a:gd name="csX47" fmla="*/ 32002 w 237851"/>
                <a:gd name="csY47" fmla="*/ 46 h 229146"/>
                <a:gd name="csX48" fmla="*/ 32451 w 237851"/>
                <a:gd name="csY48" fmla="*/ 107 h 229146"/>
                <a:gd name="csX49" fmla="*/ 34688 w 237851"/>
                <a:gd name="csY49" fmla="*/ 107 h 229146"/>
                <a:gd name="csX50" fmla="*/ 38484 w 237851"/>
                <a:gd name="csY50" fmla="*/ 107 h 229146"/>
                <a:gd name="csX51" fmla="*/ 42281 w 237851"/>
                <a:gd name="csY51" fmla="*/ 107 h 229146"/>
                <a:gd name="csX52" fmla="*/ 46078 w 237851"/>
                <a:gd name="csY52" fmla="*/ 107 h 229146"/>
                <a:gd name="csX53" fmla="*/ 49874 w 237851"/>
                <a:gd name="csY53" fmla="*/ 107 h 229146"/>
                <a:gd name="csX54" fmla="*/ 53671 w 237851"/>
                <a:gd name="csY54" fmla="*/ 107 h 229146"/>
                <a:gd name="csX55" fmla="*/ 57468 w 237851"/>
                <a:gd name="csY55" fmla="*/ 107 h 229146"/>
                <a:gd name="csX56" fmla="*/ 61264 w 237851"/>
                <a:gd name="csY56" fmla="*/ 107 h 229146"/>
                <a:gd name="csX57" fmla="*/ 65061 w 237851"/>
                <a:gd name="csY57" fmla="*/ 107 h 229146"/>
                <a:gd name="csX58" fmla="*/ 68857 w 237851"/>
                <a:gd name="csY58" fmla="*/ 107 h 229146"/>
                <a:gd name="csX59" fmla="*/ 72654 w 237851"/>
                <a:gd name="csY59" fmla="*/ 107 h 229146"/>
                <a:gd name="csX60" fmla="*/ 76451 w 237851"/>
                <a:gd name="csY60" fmla="*/ 107 h 229146"/>
                <a:gd name="csX61" fmla="*/ 80248 w 237851"/>
                <a:gd name="csY61" fmla="*/ 107 h 229146"/>
                <a:gd name="csX62" fmla="*/ 84044 w 237851"/>
                <a:gd name="csY62" fmla="*/ 107 h 229146"/>
                <a:gd name="csX63" fmla="*/ 87841 w 237851"/>
                <a:gd name="csY63" fmla="*/ 107 h 229146"/>
                <a:gd name="csX64" fmla="*/ 91638 w 237851"/>
                <a:gd name="csY64" fmla="*/ 107 h 229146"/>
                <a:gd name="csX65" fmla="*/ 95435 w 237851"/>
                <a:gd name="csY65" fmla="*/ 107 h 229146"/>
                <a:gd name="csX66" fmla="*/ 97770 w 237851"/>
                <a:gd name="csY66" fmla="*/ 107 h 229146"/>
                <a:gd name="csX67" fmla="*/ 99399 w 237851"/>
                <a:gd name="csY67" fmla="*/ 107 h 229146"/>
                <a:gd name="csX68" fmla="*/ 100935 w 237851"/>
                <a:gd name="csY68" fmla="*/ 906 h 229146"/>
                <a:gd name="csX69" fmla="*/ 102647 w 237851"/>
                <a:gd name="csY69" fmla="*/ 1857 h 229146"/>
                <a:gd name="csX70" fmla="*/ 107205 w 237851"/>
                <a:gd name="csY70" fmla="*/ 4383 h 229146"/>
                <a:gd name="csX71" fmla="*/ 111755 w 237851"/>
                <a:gd name="csY71" fmla="*/ 6909 h 229146"/>
                <a:gd name="csX72" fmla="*/ 116305 w 237851"/>
                <a:gd name="csY72" fmla="*/ 9435 h 229146"/>
                <a:gd name="csX73" fmla="*/ 120855 w 237851"/>
                <a:gd name="csY73" fmla="*/ 11961 h 229146"/>
                <a:gd name="csX74" fmla="*/ 125404 w 237851"/>
                <a:gd name="csY74" fmla="*/ 14487 h 229146"/>
                <a:gd name="csX75" fmla="*/ 129962 w 237851"/>
                <a:gd name="csY75" fmla="*/ 17013 h 229146"/>
                <a:gd name="csX76" fmla="*/ 134512 w 237851"/>
                <a:gd name="csY76" fmla="*/ 19539 h 229146"/>
                <a:gd name="csX77" fmla="*/ 139070 w 237851"/>
                <a:gd name="csY77" fmla="*/ 22065 h 229146"/>
                <a:gd name="csX78" fmla="*/ 143620 w 237851"/>
                <a:gd name="csY78" fmla="*/ 24591 h 229146"/>
                <a:gd name="csX79" fmla="*/ 148169 w 237851"/>
                <a:gd name="csY79" fmla="*/ 27117 h 229146"/>
                <a:gd name="csX80" fmla="*/ 152719 w 237851"/>
                <a:gd name="csY80" fmla="*/ 29643 h 229146"/>
                <a:gd name="csX81" fmla="*/ 157269 w 237851"/>
                <a:gd name="csY81" fmla="*/ 32169 h 229146"/>
                <a:gd name="csX82" fmla="*/ 161827 w 237851"/>
                <a:gd name="csY82" fmla="*/ 34695 h 229146"/>
                <a:gd name="csX83" fmla="*/ 166377 w 237851"/>
                <a:gd name="csY83" fmla="*/ 37221 h 229146"/>
                <a:gd name="csX84" fmla="*/ 170927 w 237851"/>
                <a:gd name="csY84" fmla="*/ 39747 h 229146"/>
                <a:gd name="csX85" fmla="*/ 175476 w 237851"/>
                <a:gd name="csY85" fmla="*/ 42273 h 229146"/>
                <a:gd name="csX86" fmla="*/ 177652 w 237851"/>
                <a:gd name="csY86" fmla="*/ 43483 h 229146"/>
                <a:gd name="csX87" fmla="*/ 177980 w 237851"/>
                <a:gd name="csY87" fmla="*/ 44008 h 229146"/>
                <a:gd name="csX88" fmla="*/ 178353 w 237851"/>
                <a:gd name="csY88" fmla="*/ 46313 h 229146"/>
                <a:gd name="csX89" fmla="*/ 178589 w 237851"/>
                <a:gd name="csY89" fmla="*/ 47751 h 229146"/>
                <a:gd name="csX90" fmla="*/ 178459 w 237851"/>
                <a:gd name="csY90" fmla="*/ 49022 h 229146"/>
                <a:gd name="csX91" fmla="*/ 177249 w 237851"/>
                <a:gd name="csY91" fmla="*/ 51175 h 229146"/>
                <a:gd name="csX92" fmla="*/ 176899 w 237851"/>
                <a:gd name="csY92" fmla="*/ 52301 h 229146"/>
                <a:gd name="csX93" fmla="*/ 176892 w 237851"/>
                <a:gd name="csY93" fmla="*/ 53085 h 229146"/>
                <a:gd name="csX94" fmla="*/ 177189 w 237851"/>
                <a:gd name="csY94" fmla="*/ 53397 h 229146"/>
                <a:gd name="csX95" fmla="*/ 178216 w 237851"/>
                <a:gd name="csY95" fmla="*/ 53511 h 229146"/>
                <a:gd name="csX96" fmla="*/ 179091 w 237851"/>
                <a:gd name="csY96" fmla="*/ 54021 h 229146"/>
                <a:gd name="csX97" fmla="*/ 179410 w 237851"/>
                <a:gd name="csY97" fmla="*/ 54424 h 229146"/>
                <a:gd name="csX98" fmla="*/ 180080 w 237851"/>
                <a:gd name="csY98" fmla="*/ 56045 h 229146"/>
                <a:gd name="csX99" fmla="*/ 180924 w 237851"/>
                <a:gd name="csY99" fmla="*/ 56859 h 229146"/>
                <a:gd name="csX100" fmla="*/ 182849 w 237851"/>
                <a:gd name="csY100" fmla="*/ 58236 h 229146"/>
                <a:gd name="csX101" fmla="*/ 186129 w 237851"/>
                <a:gd name="csY101" fmla="*/ 60587 h 229146"/>
                <a:gd name="csX102" fmla="*/ 189408 w 237851"/>
                <a:gd name="csY102" fmla="*/ 62938 h 229146"/>
                <a:gd name="csX103" fmla="*/ 192687 w 237851"/>
                <a:gd name="csY103" fmla="*/ 65289 h 229146"/>
                <a:gd name="csX104" fmla="*/ 195967 w 237851"/>
                <a:gd name="csY104" fmla="*/ 67640 h 229146"/>
                <a:gd name="csX105" fmla="*/ 199246 w 237851"/>
                <a:gd name="csY105" fmla="*/ 69991 h 229146"/>
                <a:gd name="csX106" fmla="*/ 202525 w 237851"/>
                <a:gd name="csY106" fmla="*/ 72342 h 229146"/>
                <a:gd name="csX107" fmla="*/ 205804 w 237851"/>
                <a:gd name="csY107" fmla="*/ 74693 h 229146"/>
                <a:gd name="csX108" fmla="*/ 209084 w 237851"/>
                <a:gd name="csY108" fmla="*/ 77044 h 229146"/>
                <a:gd name="csX109" fmla="*/ 210674 w 237851"/>
                <a:gd name="csY109" fmla="*/ 78193 h 229146"/>
                <a:gd name="csX110" fmla="*/ 211351 w 237851"/>
                <a:gd name="csY110" fmla="*/ 78513 h 229146"/>
                <a:gd name="csX111" fmla="*/ 210925 w 237851"/>
                <a:gd name="csY111" fmla="*/ 80301 h 229146"/>
                <a:gd name="csX112" fmla="*/ 209244 w 237851"/>
                <a:gd name="csY112" fmla="*/ 84645 h 229146"/>
                <a:gd name="csX113" fmla="*/ 209145 w 237851"/>
                <a:gd name="csY113" fmla="*/ 86456 h 229146"/>
                <a:gd name="csX114" fmla="*/ 208490 w 237851"/>
                <a:gd name="csY114" fmla="*/ 88586 h 229146"/>
                <a:gd name="csX115" fmla="*/ 207859 w 237851"/>
                <a:gd name="csY115" fmla="*/ 89994 h 229146"/>
                <a:gd name="csX116" fmla="*/ 206147 w 237851"/>
                <a:gd name="csY116" fmla="*/ 96111 h 229146"/>
                <a:gd name="csX117" fmla="*/ 204716 w 237851"/>
                <a:gd name="csY117" fmla="*/ 98402 h 229146"/>
                <a:gd name="csX118" fmla="*/ 202761 w 237851"/>
                <a:gd name="csY118" fmla="*/ 103766 h 229146"/>
                <a:gd name="csX119" fmla="*/ 202449 w 237851"/>
                <a:gd name="csY119" fmla="*/ 107874 h 229146"/>
                <a:gd name="csX120" fmla="*/ 203529 w 237851"/>
                <a:gd name="csY120" fmla="*/ 110750 h 229146"/>
                <a:gd name="csX121" fmla="*/ 203925 w 237851"/>
                <a:gd name="csY121" fmla="*/ 113444 h 229146"/>
                <a:gd name="csX122" fmla="*/ 206223 w 237851"/>
                <a:gd name="csY122" fmla="*/ 116092 h 229146"/>
                <a:gd name="csX123" fmla="*/ 208057 w 237851"/>
                <a:gd name="csY123" fmla="*/ 117035 h 229146"/>
                <a:gd name="csX124" fmla="*/ 209296 w 237851"/>
                <a:gd name="csY124" fmla="*/ 118245 h 229146"/>
                <a:gd name="csX125" fmla="*/ 211495 w 237851"/>
                <a:gd name="csY125" fmla="*/ 121007 h 229146"/>
                <a:gd name="csX126" fmla="*/ 212758 w 237851"/>
                <a:gd name="csY126" fmla="*/ 123776 h 229146"/>
                <a:gd name="csX127" fmla="*/ 216707 w 237851"/>
                <a:gd name="csY127" fmla="*/ 125138 h 229146"/>
                <a:gd name="csX128" fmla="*/ 218282 w 237851"/>
                <a:gd name="csY128" fmla="*/ 128250 h 229146"/>
                <a:gd name="csX129" fmla="*/ 217712 w 237851"/>
                <a:gd name="csY129" fmla="*/ 130388 h 229146"/>
                <a:gd name="csX130" fmla="*/ 215878 w 237851"/>
                <a:gd name="csY130" fmla="*/ 132161 h 229146"/>
                <a:gd name="csX131" fmla="*/ 214166 w 237851"/>
                <a:gd name="csY131" fmla="*/ 135029 h 229146"/>
                <a:gd name="csX132" fmla="*/ 212789 w 237851"/>
                <a:gd name="csY132" fmla="*/ 138803 h 229146"/>
                <a:gd name="csX133" fmla="*/ 212758 w 237851"/>
                <a:gd name="csY133" fmla="*/ 144578 h 229146"/>
                <a:gd name="csX134" fmla="*/ 213687 w 237851"/>
                <a:gd name="csY134" fmla="*/ 143703 h 229146"/>
                <a:gd name="csX135" fmla="*/ 215779 w 237851"/>
                <a:gd name="csY135" fmla="*/ 145118 h 229146"/>
                <a:gd name="csX136" fmla="*/ 216045 w 237851"/>
                <a:gd name="csY136" fmla="*/ 149371 h 229146"/>
                <a:gd name="csX137" fmla="*/ 213892 w 237851"/>
                <a:gd name="csY137" fmla="*/ 154325 h 229146"/>
                <a:gd name="csX138" fmla="*/ 213230 w 237851"/>
                <a:gd name="csY138" fmla="*/ 156645 h 229146"/>
                <a:gd name="csX139" fmla="*/ 213124 w 237851"/>
                <a:gd name="csY139" fmla="*/ 158639 h 229146"/>
                <a:gd name="csX140" fmla="*/ 214691 w 237851"/>
                <a:gd name="csY140" fmla="*/ 164581 h 229146"/>
                <a:gd name="csX141" fmla="*/ 217065 w 237851"/>
                <a:gd name="csY141" fmla="*/ 167601 h 229146"/>
                <a:gd name="csX142" fmla="*/ 216844 w 237851"/>
                <a:gd name="csY142" fmla="*/ 168530 h 229146"/>
                <a:gd name="csX143" fmla="*/ 216228 w 237851"/>
                <a:gd name="csY143" fmla="*/ 169321 h 229146"/>
                <a:gd name="csX144" fmla="*/ 220291 w 237851"/>
                <a:gd name="csY144" fmla="*/ 174677 h 229146"/>
                <a:gd name="csX145" fmla="*/ 219956 w 237851"/>
                <a:gd name="csY145" fmla="*/ 179341 h 229146"/>
                <a:gd name="csX146" fmla="*/ 221478 w 237851"/>
                <a:gd name="csY146" fmla="*/ 182978 h 229146"/>
                <a:gd name="csX147" fmla="*/ 222140 w 237851"/>
                <a:gd name="csY147" fmla="*/ 186128 h 229146"/>
                <a:gd name="csX148" fmla="*/ 223144 w 237851"/>
                <a:gd name="csY148" fmla="*/ 188548 h 229146"/>
                <a:gd name="csX149" fmla="*/ 223335 w 237851"/>
                <a:gd name="csY149" fmla="*/ 190214 h 229146"/>
                <a:gd name="csX150" fmla="*/ 222079 w 237851"/>
                <a:gd name="csY150" fmla="*/ 192063 h 229146"/>
                <a:gd name="csX151" fmla="*/ 225039 w 237851"/>
                <a:gd name="csY151" fmla="*/ 192527 h 229146"/>
                <a:gd name="csX152" fmla="*/ 226781 w 237851"/>
                <a:gd name="csY152" fmla="*/ 194041 h 229146"/>
                <a:gd name="csX153" fmla="*/ 227603 w 237851"/>
                <a:gd name="csY153" fmla="*/ 195487 h 229146"/>
                <a:gd name="csX154" fmla="*/ 229741 w 237851"/>
                <a:gd name="csY154" fmla="*/ 195426 h 229146"/>
                <a:gd name="csX155" fmla="*/ 230898 w 237851"/>
                <a:gd name="csY155" fmla="*/ 196415 h 229146"/>
                <a:gd name="csX156" fmla="*/ 232571 w 237851"/>
                <a:gd name="csY156" fmla="*/ 197237 h 229146"/>
                <a:gd name="csX157" fmla="*/ 236261 w 237851"/>
                <a:gd name="csY157" fmla="*/ 199671 h 229146"/>
                <a:gd name="csX158" fmla="*/ 237258 w 237851"/>
                <a:gd name="csY158" fmla="*/ 200897 h 229146"/>
                <a:gd name="csX159" fmla="*/ 237616 w 237851"/>
                <a:gd name="csY159" fmla="*/ 201604 h 229146"/>
                <a:gd name="csX160" fmla="*/ 237851 w 237851"/>
                <a:gd name="csY160" fmla="*/ 202068 h 229146"/>
                <a:gd name="csX161" fmla="*/ 235371 w 237851"/>
                <a:gd name="csY161" fmla="*/ 203955 h 229146"/>
                <a:gd name="csX162" fmla="*/ 231506 w 237851"/>
                <a:gd name="csY162" fmla="*/ 206892 h 229146"/>
                <a:gd name="csX163" fmla="*/ 227710 w 237851"/>
                <a:gd name="csY163" fmla="*/ 209768 h 229146"/>
                <a:gd name="csX164" fmla="*/ 224050 w 237851"/>
                <a:gd name="csY164" fmla="*/ 211746 h 229146"/>
                <a:gd name="csX165" fmla="*/ 221432 w 237851"/>
                <a:gd name="csY165" fmla="*/ 212667 h 229146"/>
                <a:gd name="csX166" fmla="*/ 218633 w 237851"/>
                <a:gd name="csY166" fmla="*/ 213177 h 229146"/>
                <a:gd name="csX167" fmla="*/ 215977 w 237851"/>
                <a:gd name="csY167" fmla="*/ 214386 h 229146"/>
                <a:gd name="csX168" fmla="*/ 213466 w 237851"/>
                <a:gd name="csY168" fmla="*/ 216289 h 229146"/>
                <a:gd name="csX169" fmla="*/ 210248 w 237851"/>
                <a:gd name="csY169" fmla="*/ 217247 h 229146"/>
                <a:gd name="csX170" fmla="*/ 206329 w 237851"/>
                <a:gd name="csY170" fmla="*/ 217255 h 229146"/>
                <a:gd name="csX171" fmla="*/ 202213 w 237851"/>
                <a:gd name="csY171" fmla="*/ 218586 h 229146"/>
                <a:gd name="csX172" fmla="*/ 198127 w 237851"/>
                <a:gd name="csY172" fmla="*/ 221105 h 229146"/>
                <a:gd name="csX173" fmla="*/ 195746 w 237851"/>
                <a:gd name="csY173" fmla="*/ 222573 h 229146"/>
                <a:gd name="csX174" fmla="*/ 191972 w 237851"/>
                <a:gd name="csY174" fmla="*/ 220359 h 229146"/>
                <a:gd name="csX175" fmla="*/ 189012 w 237851"/>
                <a:gd name="csY175" fmla="*/ 219659 h 229146"/>
                <a:gd name="csX176" fmla="*/ 185611 w 237851"/>
                <a:gd name="csY176" fmla="*/ 219735 h 229146"/>
                <a:gd name="csX177" fmla="*/ 183541 w 237851"/>
                <a:gd name="csY177" fmla="*/ 220009 h 229146"/>
                <a:gd name="csX178" fmla="*/ 182796 w 237851"/>
                <a:gd name="csY178" fmla="*/ 220488 h 229146"/>
                <a:gd name="csX179" fmla="*/ 182149 w 237851"/>
                <a:gd name="csY179" fmla="*/ 221843 h 229146"/>
                <a:gd name="csX180" fmla="*/ 181602 w 237851"/>
                <a:gd name="csY180" fmla="*/ 224064 h 229146"/>
                <a:gd name="csX181" fmla="*/ 179372 w 237851"/>
                <a:gd name="csY181" fmla="*/ 226203 h 229146"/>
                <a:gd name="csX182" fmla="*/ 175461 w 237851"/>
                <a:gd name="csY182" fmla="*/ 228249 h 229146"/>
                <a:gd name="csX183" fmla="*/ 171855 w 237851"/>
                <a:gd name="csY183" fmla="*/ 229018 h 229146"/>
                <a:gd name="csX184" fmla="*/ 168553 w 237851"/>
                <a:gd name="csY184" fmla="*/ 228500 h 229146"/>
                <a:gd name="csX185" fmla="*/ 166324 w 237851"/>
                <a:gd name="csY185" fmla="*/ 227648 h 229146"/>
                <a:gd name="csX186" fmla="*/ 165159 w 237851"/>
                <a:gd name="csY186" fmla="*/ 226461 h 229146"/>
                <a:gd name="csX187" fmla="*/ 163447 w 237851"/>
                <a:gd name="csY187" fmla="*/ 225913 h 229146"/>
                <a:gd name="csX188" fmla="*/ 161180 w 237851"/>
                <a:gd name="csY188" fmla="*/ 226012 h 229146"/>
                <a:gd name="csX189" fmla="*/ 159004 w 237851"/>
                <a:gd name="csY189" fmla="*/ 226857 h 229146"/>
                <a:gd name="csX190" fmla="*/ 156927 w 237851"/>
                <a:gd name="csY190" fmla="*/ 228455 h 229146"/>
                <a:gd name="csX191" fmla="*/ 153617 w 237851"/>
                <a:gd name="csY191" fmla="*/ 229147 h 229146"/>
                <a:gd name="csX192" fmla="*/ 149067 w 237851"/>
                <a:gd name="csY192" fmla="*/ 228934 h 229146"/>
                <a:gd name="csX193" fmla="*/ 146625 w 237851"/>
                <a:gd name="csY193" fmla="*/ 228158 h 229146"/>
                <a:gd name="csX194" fmla="*/ 146290 w 237851"/>
                <a:gd name="csY194" fmla="*/ 226826 h 229146"/>
                <a:gd name="csX195" fmla="*/ 144297 w 237851"/>
                <a:gd name="csY195" fmla="*/ 225267 h 229146"/>
                <a:gd name="csX196" fmla="*/ 140652 w 237851"/>
                <a:gd name="csY196" fmla="*/ 223479 h 229146"/>
                <a:gd name="csX197" fmla="*/ 137959 w 237851"/>
                <a:gd name="csY197" fmla="*/ 223441 h 229146"/>
                <a:gd name="csX198" fmla="*/ 136232 w 237851"/>
                <a:gd name="csY198" fmla="*/ 225160 h 229146"/>
                <a:gd name="csX199" fmla="*/ 134656 w 237851"/>
                <a:gd name="csY199" fmla="*/ 226241 h 229146"/>
                <a:gd name="csX200" fmla="*/ 133234 w 237851"/>
                <a:gd name="csY200" fmla="*/ 226682 h 229146"/>
                <a:gd name="csX201" fmla="*/ 131956 w 237851"/>
                <a:gd name="csY201" fmla="*/ 226735 h 229146"/>
                <a:gd name="csX202" fmla="*/ 130822 w 237851"/>
                <a:gd name="csY202" fmla="*/ 226408 h 229146"/>
                <a:gd name="csX203" fmla="*/ 130114 w 237851"/>
                <a:gd name="csY203" fmla="*/ 226271 h 229146"/>
                <a:gd name="csX204" fmla="*/ 125085 w 237851"/>
                <a:gd name="csY204" fmla="*/ 226088 h 229146"/>
                <a:gd name="csX205" fmla="*/ 120322 w 237851"/>
                <a:gd name="csY205" fmla="*/ 226157 h 229146"/>
                <a:gd name="csX206" fmla="*/ 120170 w 237851"/>
                <a:gd name="csY206" fmla="*/ 225411 h 229146"/>
                <a:gd name="csX207" fmla="*/ 119843 w 237851"/>
                <a:gd name="csY207" fmla="*/ 223669 h 229146"/>
                <a:gd name="csX208" fmla="*/ 118854 w 237851"/>
                <a:gd name="csY208" fmla="*/ 222155 h 229146"/>
                <a:gd name="csX209" fmla="*/ 118002 w 237851"/>
                <a:gd name="csY209" fmla="*/ 221249 h 229146"/>
                <a:gd name="csX210" fmla="*/ 116936 w 237851"/>
                <a:gd name="csY210" fmla="*/ 221013 h 229146"/>
                <a:gd name="csX211" fmla="*/ 116358 w 237851"/>
                <a:gd name="csY211" fmla="*/ 221029 h 229146"/>
                <a:gd name="csX212" fmla="*/ 115894 w 237851"/>
                <a:gd name="csY212" fmla="*/ 220329 h 229146"/>
                <a:gd name="csX213" fmla="*/ 115346 w 237851"/>
                <a:gd name="csY213" fmla="*/ 218784 h 229146"/>
                <a:gd name="csX214" fmla="*/ 114540 w 237851"/>
                <a:gd name="csY214" fmla="*/ 217475 h 229146"/>
                <a:gd name="csX215" fmla="*/ 113467 w 237851"/>
                <a:gd name="csY215" fmla="*/ 216387 h 229146"/>
                <a:gd name="csX216" fmla="*/ 112820 w 237851"/>
                <a:gd name="csY216" fmla="*/ 215376 h 229146"/>
                <a:gd name="csX217" fmla="*/ 112599 w 237851"/>
                <a:gd name="csY217" fmla="*/ 214447 h 229146"/>
                <a:gd name="csX218" fmla="*/ 112767 w 237851"/>
                <a:gd name="csY218" fmla="*/ 213428 h 229146"/>
                <a:gd name="csX219" fmla="*/ 113764 w 237851"/>
                <a:gd name="csY219" fmla="*/ 210894 h 229146"/>
                <a:gd name="csX220" fmla="*/ 114083 w 237851"/>
                <a:gd name="csY220" fmla="*/ 209152 h 229146"/>
                <a:gd name="csX221" fmla="*/ 113969 w 237851"/>
                <a:gd name="csY221" fmla="*/ 207371 h 229146"/>
                <a:gd name="csX222" fmla="*/ 113429 w 237851"/>
                <a:gd name="csY222" fmla="*/ 205545 h 229146"/>
                <a:gd name="csX223" fmla="*/ 112303 w 237851"/>
                <a:gd name="csY223" fmla="*/ 203377 h 229146"/>
                <a:gd name="csX224" fmla="*/ 112432 w 237851"/>
                <a:gd name="csY224" fmla="*/ 202753 h 229146"/>
                <a:gd name="csX225" fmla="*/ 112051 w 237851"/>
                <a:gd name="csY225" fmla="*/ 201277 h 229146"/>
                <a:gd name="csX226" fmla="*/ 112014 w 237851"/>
                <a:gd name="csY226" fmla="*/ 200242 h 229146"/>
                <a:gd name="csX227" fmla="*/ 112234 w 237851"/>
                <a:gd name="csY227" fmla="*/ 198949 h 229146"/>
                <a:gd name="csX228" fmla="*/ 112021 w 237851"/>
                <a:gd name="csY228" fmla="*/ 197252 h 229146"/>
                <a:gd name="csX229" fmla="*/ 111047 w 237851"/>
                <a:gd name="csY229" fmla="*/ 193630 h 229146"/>
                <a:gd name="csX230" fmla="*/ 111047 w 237851"/>
                <a:gd name="csY230" fmla="*/ 192702 h 229146"/>
                <a:gd name="csX231" fmla="*/ 110020 w 237851"/>
                <a:gd name="csY231" fmla="*/ 190952 h 229146"/>
                <a:gd name="csX232" fmla="*/ 106855 w 237851"/>
                <a:gd name="csY232" fmla="*/ 186813 h 229146"/>
                <a:gd name="csX233" fmla="*/ 106702 w 237851"/>
                <a:gd name="csY233" fmla="*/ 186273 h 229146"/>
                <a:gd name="csX234" fmla="*/ 101742 w 237851"/>
                <a:gd name="csY234" fmla="*/ 182103 h 229146"/>
                <a:gd name="csX235" fmla="*/ 99756 w 237851"/>
                <a:gd name="csY235" fmla="*/ 181190 h 229146"/>
                <a:gd name="csX236" fmla="*/ 99041 w 237851"/>
                <a:gd name="csY236" fmla="*/ 181974 h 229146"/>
                <a:gd name="csX237" fmla="*/ 98774 w 237851"/>
                <a:gd name="csY237" fmla="*/ 182697 h 229146"/>
                <a:gd name="csX238" fmla="*/ 98980 w 237851"/>
                <a:gd name="csY238" fmla="*/ 184036 h 229146"/>
                <a:gd name="csX239" fmla="*/ 98858 w 237851"/>
                <a:gd name="csY239" fmla="*/ 184698 h 229146"/>
                <a:gd name="csX240" fmla="*/ 98653 w 237851"/>
                <a:gd name="csY240" fmla="*/ 185002 h 229146"/>
                <a:gd name="csX241" fmla="*/ 97474 w 237851"/>
                <a:gd name="csY241" fmla="*/ 184957 h 229146"/>
                <a:gd name="csX242" fmla="*/ 96735 w 237851"/>
                <a:gd name="csY242" fmla="*/ 184804 h 229146"/>
                <a:gd name="csX243" fmla="*/ 94856 w 237851"/>
                <a:gd name="csY243" fmla="*/ 183686 h 229146"/>
                <a:gd name="csX244" fmla="*/ 93395 w 237851"/>
                <a:gd name="csY244" fmla="*/ 183412 h 229146"/>
                <a:gd name="csX245" fmla="*/ 89758 w 237851"/>
                <a:gd name="csY245" fmla="*/ 183610 h 229146"/>
                <a:gd name="csX246" fmla="*/ 88488 w 237851"/>
                <a:gd name="csY246" fmla="*/ 183876 h 229146"/>
                <a:gd name="csX247" fmla="*/ 87491 w 237851"/>
                <a:gd name="csY247" fmla="*/ 183625 h 229146"/>
                <a:gd name="csX248" fmla="*/ 85566 w 237851"/>
                <a:gd name="csY248" fmla="*/ 181715 h 229146"/>
                <a:gd name="csX249" fmla="*/ 83314 w 237851"/>
                <a:gd name="csY249" fmla="*/ 181312 h 229146"/>
                <a:gd name="csX250" fmla="*/ 81290 w 237851"/>
                <a:gd name="csY250" fmla="*/ 181213 h 229146"/>
                <a:gd name="csX251" fmla="*/ 77950 w 237851"/>
                <a:gd name="csY251" fmla="*/ 179045 h 229146"/>
                <a:gd name="csX252" fmla="*/ 77166 w 237851"/>
                <a:gd name="csY252" fmla="*/ 179144 h 229146"/>
                <a:gd name="csX253" fmla="*/ 76793 w 237851"/>
                <a:gd name="csY253" fmla="*/ 179311 h 229146"/>
                <a:gd name="csX254" fmla="*/ 75584 w 237851"/>
                <a:gd name="csY254" fmla="*/ 178740 h 229146"/>
                <a:gd name="csX255" fmla="*/ 73309 w 237851"/>
                <a:gd name="csY255" fmla="*/ 177477 h 229146"/>
                <a:gd name="csX256" fmla="*/ 70143 w 237851"/>
                <a:gd name="csY256" fmla="*/ 176367 h 229146"/>
                <a:gd name="csX257" fmla="*/ 67557 w 237851"/>
                <a:gd name="csY257" fmla="*/ 175126 h 229146"/>
                <a:gd name="csX258" fmla="*/ 66400 w 237851"/>
                <a:gd name="csY258" fmla="*/ 173916 h 229146"/>
                <a:gd name="csX259" fmla="*/ 63973 w 237851"/>
                <a:gd name="csY259" fmla="*/ 173452 h 229146"/>
                <a:gd name="csX260" fmla="*/ 61873 w 237851"/>
                <a:gd name="csY260" fmla="*/ 173254 h 229146"/>
                <a:gd name="csX261" fmla="*/ 59925 w 237851"/>
                <a:gd name="csY261" fmla="*/ 172129 h 229146"/>
                <a:gd name="csX262" fmla="*/ 57909 w 237851"/>
                <a:gd name="csY262" fmla="*/ 171999 h 229146"/>
                <a:gd name="csX263" fmla="*/ 55931 w 237851"/>
                <a:gd name="csY263" fmla="*/ 171710 h 229146"/>
                <a:gd name="csX264" fmla="*/ 55490 w 237851"/>
                <a:gd name="csY264" fmla="*/ 170972 h 229146"/>
                <a:gd name="csX265" fmla="*/ 55421 w 237851"/>
                <a:gd name="csY265" fmla="*/ 169313 h 229146"/>
                <a:gd name="csX266" fmla="*/ 54728 w 237851"/>
                <a:gd name="csY266" fmla="*/ 168880 h 229146"/>
                <a:gd name="csX267" fmla="*/ 53275 w 237851"/>
                <a:gd name="csY267" fmla="*/ 168454 h 229146"/>
                <a:gd name="csX268" fmla="*/ 51708 w 237851"/>
                <a:gd name="csY268" fmla="*/ 168476 h 229146"/>
                <a:gd name="csX269" fmla="*/ 50757 w 237851"/>
                <a:gd name="csY269" fmla="*/ 168712 h 229146"/>
                <a:gd name="csX270" fmla="*/ 50194 w 237851"/>
                <a:gd name="csY270" fmla="*/ 168591 h 229146"/>
                <a:gd name="csX271" fmla="*/ 48893 w 237851"/>
                <a:gd name="csY271" fmla="*/ 167617 h 229146"/>
                <a:gd name="csX272" fmla="*/ 47683 w 237851"/>
                <a:gd name="csY272" fmla="*/ 166376 h 229146"/>
                <a:gd name="csX273" fmla="*/ 47227 w 237851"/>
                <a:gd name="csY273" fmla="*/ 164398 h 229146"/>
                <a:gd name="csX274" fmla="*/ 45401 w 237851"/>
                <a:gd name="csY274" fmla="*/ 163128 h 229146"/>
                <a:gd name="csX275" fmla="*/ 43293 w 237851"/>
                <a:gd name="csY275" fmla="*/ 162123 h 229146"/>
                <a:gd name="csX276" fmla="*/ 37434 w 237851"/>
                <a:gd name="csY276" fmla="*/ 162230 h 229146"/>
                <a:gd name="csX277" fmla="*/ 36514 w 237851"/>
                <a:gd name="csY277" fmla="*/ 161925 h 229146"/>
                <a:gd name="csX278" fmla="*/ 35121 w 237851"/>
                <a:gd name="csY278" fmla="*/ 160921 h 229146"/>
                <a:gd name="csX279" fmla="*/ 33493 w 237851"/>
                <a:gd name="csY279" fmla="*/ 159262 h 229146"/>
                <a:gd name="csX280" fmla="*/ 32185 w 237851"/>
                <a:gd name="csY280" fmla="*/ 157368 h 229146"/>
                <a:gd name="csX281" fmla="*/ 31036 w 237851"/>
                <a:gd name="csY281" fmla="*/ 154804 h 229146"/>
                <a:gd name="csX282" fmla="*/ 30488 w 237851"/>
                <a:gd name="csY282" fmla="*/ 153252 h 229146"/>
                <a:gd name="csX283" fmla="*/ 29841 w 237851"/>
                <a:gd name="csY283" fmla="*/ 151342 h 229146"/>
                <a:gd name="csX284" fmla="*/ 28410 w 237851"/>
                <a:gd name="csY284" fmla="*/ 148481 h 229146"/>
                <a:gd name="csX285" fmla="*/ 26387 w 237851"/>
                <a:gd name="csY285" fmla="*/ 144433 h 229146"/>
                <a:gd name="csX286" fmla="*/ 24819 w 237851"/>
                <a:gd name="csY286" fmla="*/ 141116 h 229146"/>
                <a:gd name="csX287" fmla="*/ 23138 w 237851"/>
                <a:gd name="csY287" fmla="*/ 137555 h 229146"/>
                <a:gd name="csX288" fmla="*/ 22453 w 237851"/>
                <a:gd name="csY288" fmla="*/ 134946 h 229146"/>
                <a:gd name="csX289" fmla="*/ 21144 w 237851"/>
                <a:gd name="csY289" fmla="*/ 132062 h 229146"/>
                <a:gd name="csX290" fmla="*/ 18999 w 237851"/>
                <a:gd name="csY290" fmla="*/ 128516 h 229146"/>
                <a:gd name="csX291" fmla="*/ 17911 w 237851"/>
                <a:gd name="csY291" fmla="*/ 127132 h 229146"/>
                <a:gd name="csX292" fmla="*/ 16724 w 237851"/>
                <a:gd name="csY292" fmla="*/ 125891 h 229146"/>
                <a:gd name="csX293" fmla="*/ 13642 w 237851"/>
                <a:gd name="csY293" fmla="*/ 123502 h 229146"/>
                <a:gd name="csX294" fmla="*/ 10150 w 237851"/>
                <a:gd name="csY294" fmla="*/ 121128 h 229146"/>
                <a:gd name="csX295" fmla="*/ 8255 w 237851"/>
                <a:gd name="csY295" fmla="*/ 119531 h 229146"/>
                <a:gd name="csX296" fmla="*/ 5714 w 237851"/>
                <a:gd name="csY296" fmla="*/ 114775 h 229146"/>
                <a:gd name="csX297" fmla="*/ 4649 w 237851"/>
                <a:gd name="csY297" fmla="*/ 113056 h 229146"/>
                <a:gd name="csX298" fmla="*/ 3911 w 237851"/>
                <a:gd name="csY298" fmla="*/ 110035 h 229146"/>
                <a:gd name="csX299" fmla="*/ 3356 w 237851"/>
                <a:gd name="csY299" fmla="*/ 106900 h 229146"/>
                <a:gd name="csX300" fmla="*/ 3584 w 237851"/>
                <a:gd name="csY300" fmla="*/ 105630 h 229146"/>
                <a:gd name="csX301" fmla="*/ 5836 w 237851"/>
                <a:gd name="csY301" fmla="*/ 101590 h 229146"/>
                <a:gd name="csX302" fmla="*/ 6064 w 237851"/>
                <a:gd name="csY302" fmla="*/ 100456 h 229146"/>
                <a:gd name="csX303" fmla="*/ 5790 w 237851"/>
                <a:gd name="csY303" fmla="*/ 98927 h 229146"/>
                <a:gd name="csX304" fmla="*/ 4679 w 237851"/>
                <a:gd name="csY304" fmla="*/ 95708 h 229146"/>
                <a:gd name="csX305" fmla="*/ 3850 w 237851"/>
                <a:gd name="csY305" fmla="*/ 93608 h 229146"/>
                <a:gd name="csX306" fmla="*/ 3272 w 237851"/>
                <a:gd name="csY306" fmla="*/ 91813 h 229146"/>
                <a:gd name="csX307" fmla="*/ 2070 w 237851"/>
                <a:gd name="csY307" fmla="*/ 88822 h 229146"/>
                <a:gd name="csX308" fmla="*/ 418 w 237851"/>
                <a:gd name="csY308" fmla="*/ 84706 h 229146"/>
                <a:gd name="csX309" fmla="*/ 0 w 237851"/>
                <a:gd name="csY309" fmla="*/ 82910 h 229146"/>
                <a:gd name="csX310" fmla="*/ 53 w 237851"/>
                <a:gd name="csY310" fmla="*/ 81564 h 229146"/>
                <a:gd name="csX311" fmla="*/ 944 w 237851"/>
                <a:gd name="csY311" fmla="*/ 78011 h 229146"/>
                <a:gd name="csX312" fmla="*/ 1727 w 237851"/>
                <a:gd name="csY312" fmla="*/ 74351 h 229146"/>
                <a:gd name="csX313" fmla="*/ 1704 w 237851"/>
                <a:gd name="csY313" fmla="*/ 73347 h 229146"/>
                <a:gd name="csX314" fmla="*/ 8423 w 237851"/>
                <a:gd name="csY314" fmla="*/ 73484 h 229146"/>
                <a:gd name="csX315" fmla="*/ 9526 w 237851"/>
                <a:gd name="csY315" fmla="*/ 72685 h 229146"/>
                <a:gd name="csX316" fmla="*/ 13323 w 237851"/>
                <a:gd name="csY316" fmla="*/ 70326 h 229146"/>
                <a:gd name="csX317" fmla="*/ 17591 w 237851"/>
                <a:gd name="csY317" fmla="*/ 65601 h 229146"/>
                <a:gd name="csX318" fmla="*/ 18443 w 237851"/>
                <a:gd name="csY318" fmla="*/ 63638 h 229146"/>
                <a:gd name="csX319" fmla="*/ 20186 w 237851"/>
                <a:gd name="csY319" fmla="*/ 60610 h 229146"/>
                <a:gd name="csX320" fmla="*/ 21890 w 237851"/>
                <a:gd name="csY320" fmla="*/ 59111 h 229146"/>
                <a:gd name="csX321" fmla="*/ 22544 w 237851"/>
                <a:gd name="csY321" fmla="*/ 58069 h 229146"/>
                <a:gd name="csX322" fmla="*/ 22993 w 237851"/>
                <a:gd name="csY322" fmla="*/ 56433 h 229146"/>
                <a:gd name="csX323" fmla="*/ 23526 w 237851"/>
                <a:gd name="csY323" fmla="*/ 55048 h 229146"/>
                <a:gd name="csX324" fmla="*/ 25763 w 237851"/>
                <a:gd name="csY324" fmla="*/ 53001 h 229146"/>
                <a:gd name="csX325" fmla="*/ 27939 w 237851"/>
                <a:gd name="csY325" fmla="*/ 51426 h 229146"/>
                <a:gd name="csX326" fmla="*/ 27779 w 237851"/>
                <a:gd name="csY326" fmla="*/ 50795 h 229146"/>
                <a:gd name="csX327" fmla="*/ 27490 w 237851"/>
                <a:gd name="csY327" fmla="*/ 50323 h 229146"/>
                <a:gd name="csX328" fmla="*/ 27810 w 237851"/>
                <a:gd name="csY328" fmla="*/ 49920 h 229146"/>
                <a:gd name="csX329" fmla="*/ 28997 w 237851"/>
                <a:gd name="csY329" fmla="*/ 49113 h 229146"/>
                <a:gd name="csX330" fmla="*/ 31309 w 237851"/>
                <a:gd name="csY330" fmla="*/ 48375 h 229146"/>
                <a:gd name="csX331" fmla="*/ 31766 w 237851"/>
                <a:gd name="csY331" fmla="*/ 46800 h 229146"/>
                <a:gd name="csX332" fmla="*/ 31758 w 237851"/>
                <a:gd name="csY332" fmla="*/ 45012 h 229146"/>
                <a:gd name="csX333" fmla="*/ 31385 w 237851"/>
                <a:gd name="csY333" fmla="*/ 44016 h 229146"/>
                <a:gd name="csX334" fmla="*/ 31454 w 237851"/>
                <a:gd name="csY334" fmla="*/ 42867 h 229146"/>
                <a:gd name="csX335" fmla="*/ 31096 w 237851"/>
                <a:gd name="csY335" fmla="*/ 42228 h 229146"/>
                <a:gd name="csX336" fmla="*/ 29582 w 237851"/>
                <a:gd name="csY336" fmla="*/ 42068 h 229146"/>
                <a:gd name="csX337" fmla="*/ 27338 w 237851"/>
                <a:gd name="csY337" fmla="*/ 41178 h 229146"/>
                <a:gd name="csX338" fmla="*/ 25436 w 237851"/>
                <a:gd name="csY338" fmla="*/ 40805 h 229146"/>
                <a:gd name="csX339" fmla="*/ 24165 w 237851"/>
                <a:gd name="csY339" fmla="*/ 40287 h 229146"/>
                <a:gd name="csX340" fmla="*/ 23693 w 237851"/>
                <a:gd name="csY340" fmla="*/ 39892 h 229146"/>
                <a:gd name="csX341" fmla="*/ 23488 w 237851"/>
                <a:gd name="csY341" fmla="*/ 38819 h 229146"/>
                <a:gd name="csX342" fmla="*/ 23860 w 237851"/>
                <a:gd name="csY342" fmla="*/ 37647 h 229146"/>
                <a:gd name="csX343" fmla="*/ 24051 w 237851"/>
                <a:gd name="csY343" fmla="*/ 37313 h 229146"/>
                <a:gd name="csX344" fmla="*/ 24538 w 237851"/>
                <a:gd name="csY344" fmla="*/ 36057 h 229146"/>
                <a:gd name="csX345" fmla="*/ 23709 w 237851"/>
                <a:gd name="csY345" fmla="*/ 35304 h 229146"/>
                <a:gd name="csX346" fmla="*/ 23495 w 237851"/>
                <a:gd name="csY346" fmla="*/ 34939 h 229146"/>
                <a:gd name="csX347" fmla="*/ 23876 w 237851"/>
                <a:gd name="csY347" fmla="*/ 34337 h 229146"/>
                <a:gd name="csX348" fmla="*/ 25831 w 237851"/>
                <a:gd name="csY348" fmla="*/ 30366 h 229146"/>
                <a:gd name="csX349" fmla="*/ 26257 w 237851"/>
                <a:gd name="csY349" fmla="*/ 29810 h 229146"/>
                <a:gd name="csX350" fmla="*/ 27109 w 237851"/>
                <a:gd name="csY350" fmla="*/ 29742 h 229146"/>
                <a:gd name="csX351" fmla="*/ 28456 w 237851"/>
                <a:gd name="csY351" fmla="*/ 29255 h 229146"/>
                <a:gd name="csX352" fmla="*/ 29704 w 237851"/>
                <a:gd name="csY352" fmla="*/ 29034 h 229146"/>
                <a:gd name="csX353" fmla="*/ 30724 w 237851"/>
                <a:gd name="csY353" fmla="*/ 29202 h 229146"/>
                <a:gd name="csX354" fmla="*/ 31477 w 237851"/>
                <a:gd name="csY354" fmla="*/ 29012 h 229146"/>
                <a:gd name="csX355" fmla="*/ 32139 w 237851"/>
                <a:gd name="csY355" fmla="*/ 28502 h 229146"/>
                <a:gd name="csX356" fmla="*/ 32702 w 237851"/>
                <a:gd name="csY356" fmla="*/ 26950 h 229146"/>
                <a:gd name="csX357" fmla="*/ 33166 w 237851"/>
                <a:gd name="csY357" fmla="*/ 24363 h 229146"/>
                <a:gd name="csX358" fmla="*/ 32907 w 237851"/>
                <a:gd name="csY358" fmla="*/ 22255 h 229146"/>
                <a:gd name="csX359" fmla="*/ 31933 w 237851"/>
                <a:gd name="csY359" fmla="*/ 20627 h 229146"/>
                <a:gd name="csX360" fmla="*/ 31667 w 237851"/>
                <a:gd name="csY360" fmla="*/ 18146 h 229146"/>
                <a:gd name="csX361" fmla="*/ 32116 w 237851"/>
                <a:gd name="csY361" fmla="*/ 14814 h 229146"/>
                <a:gd name="csX362" fmla="*/ 31796 w 237851"/>
                <a:gd name="csY362" fmla="*/ 12044 h 229146"/>
                <a:gd name="csX363" fmla="*/ 30716 w 237851"/>
                <a:gd name="csY363" fmla="*/ 9830 h 229146"/>
                <a:gd name="csX364" fmla="*/ 29613 w 237851"/>
                <a:gd name="csY364" fmla="*/ 8514 h 229146"/>
                <a:gd name="csX365" fmla="*/ 27931 w 237851"/>
                <a:gd name="csY365" fmla="*/ 7890 h 229146"/>
                <a:gd name="csX366" fmla="*/ 25283 w 237851"/>
                <a:gd name="csY366" fmla="*/ 4512 h 229146"/>
                <a:gd name="csX367" fmla="*/ 24477 w 237851"/>
                <a:gd name="csY367" fmla="*/ 2876 h 229146"/>
                <a:gd name="csX368" fmla="*/ 24622 w 237851"/>
                <a:gd name="csY368" fmla="*/ 1857 h 229146"/>
                <a:gd name="csX369" fmla="*/ 25321 w 237851"/>
                <a:gd name="csY369" fmla="*/ 1529 h 229146"/>
                <a:gd name="csX370" fmla="*/ 25534 w 237851"/>
                <a:gd name="csY370" fmla="*/ 1431 h 229146"/>
                <a:gd name="csX371" fmla="*/ 27223 w 237851"/>
                <a:gd name="csY371" fmla="*/ 1583 h 229146"/>
                <a:gd name="csX372" fmla="*/ 28806 w 237851"/>
                <a:gd name="csY372" fmla="*/ 1195 h 229146"/>
                <a:gd name="csX373" fmla="*/ 30282 w 237851"/>
                <a:gd name="csY373" fmla="*/ 266 h 229146"/>
                <a:gd name="csX374" fmla="*/ 31713 w 237851"/>
                <a:gd name="csY374" fmla="*/ 0 h 229146"/>
                <a:gd name="csX375" fmla="*/ 32002 w 237851"/>
                <a:gd name="csY375" fmla="*/ 46 h 229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Lst>
              <a:rect l="l" t="t" r="r" b="b"/>
              <a:pathLst>
                <a:path w="237851" h="229146">
                  <a:moveTo>
                    <a:pt x="221782" y="148610"/>
                  </a:moveTo>
                  <a:lnTo>
                    <a:pt x="220626" y="148892"/>
                  </a:lnTo>
                  <a:lnTo>
                    <a:pt x="220177" y="148618"/>
                  </a:lnTo>
                  <a:lnTo>
                    <a:pt x="219469" y="147720"/>
                  </a:lnTo>
                  <a:lnTo>
                    <a:pt x="220702" y="146959"/>
                  </a:lnTo>
                  <a:lnTo>
                    <a:pt x="221896" y="145483"/>
                  </a:lnTo>
                  <a:lnTo>
                    <a:pt x="224673" y="143315"/>
                  </a:lnTo>
                  <a:lnTo>
                    <a:pt x="225624" y="141884"/>
                  </a:lnTo>
                  <a:lnTo>
                    <a:pt x="225967" y="141580"/>
                  </a:lnTo>
                  <a:lnTo>
                    <a:pt x="225769" y="143269"/>
                  </a:lnTo>
                  <a:lnTo>
                    <a:pt x="224202" y="146959"/>
                  </a:lnTo>
                  <a:lnTo>
                    <a:pt x="222863" y="147203"/>
                  </a:lnTo>
                  <a:lnTo>
                    <a:pt x="221782" y="148610"/>
                  </a:lnTo>
                  <a:close/>
                  <a:moveTo>
                    <a:pt x="217194" y="110073"/>
                  </a:moveTo>
                  <a:lnTo>
                    <a:pt x="218830" y="114616"/>
                  </a:lnTo>
                  <a:lnTo>
                    <a:pt x="218625" y="115468"/>
                  </a:lnTo>
                  <a:lnTo>
                    <a:pt x="217468" y="115985"/>
                  </a:lnTo>
                  <a:lnTo>
                    <a:pt x="216867" y="116031"/>
                  </a:lnTo>
                  <a:lnTo>
                    <a:pt x="216152" y="115300"/>
                  </a:lnTo>
                  <a:lnTo>
                    <a:pt x="215650" y="113771"/>
                  </a:lnTo>
                  <a:lnTo>
                    <a:pt x="214775" y="114136"/>
                  </a:lnTo>
                  <a:lnTo>
                    <a:pt x="213284" y="112302"/>
                  </a:lnTo>
                  <a:lnTo>
                    <a:pt x="211807" y="112211"/>
                  </a:lnTo>
                  <a:lnTo>
                    <a:pt x="210499" y="110027"/>
                  </a:lnTo>
                  <a:lnTo>
                    <a:pt x="211009" y="108125"/>
                  </a:lnTo>
                  <a:lnTo>
                    <a:pt x="210712" y="104876"/>
                  </a:lnTo>
                  <a:lnTo>
                    <a:pt x="212302" y="103218"/>
                  </a:lnTo>
                  <a:lnTo>
                    <a:pt x="213200" y="100418"/>
                  </a:lnTo>
                  <a:lnTo>
                    <a:pt x="214235" y="102328"/>
                  </a:lnTo>
                  <a:lnTo>
                    <a:pt x="214470" y="105310"/>
                  </a:lnTo>
                  <a:lnTo>
                    <a:pt x="215863" y="108810"/>
                  </a:lnTo>
                  <a:lnTo>
                    <a:pt x="217027" y="109891"/>
                  </a:lnTo>
                  <a:lnTo>
                    <a:pt x="217194" y="110073"/>
                  </a:lnTo>
                  <a:close/>
                  <a:moveTo>
                    <a:pt x="225062" y="83040"/>
                  </a:moveTo>
                  <a:lnTo>
                    <a:pt x="225191" y="84113"/>
                  </a:lnTo>
                  <a:lnTo>
                    <a:pt x="224864" y="85125"/>
                  </a:lnTo>
                  <a:lnTo>
                    <a:pt x="224932" y="88343"/>
                  </a:lnTo>
                  <a:lnTo>
                    <a:pt x="224803" y="90481"/>
                  </a:lnTo>
                  <a:lnTo>
                    <a:pt x="223585" y="93441"/>
                  </a:lnTo>
                  <a:lnTo>
                    <a:pt x="222589" y="94498"/>
                  </a:lnTo>
                  <a:lnTo>
                    <a:pt x="221698" y="94186"/>
                  </a:lnTo>
                  <a:lnTo>
                    <a:pt x="220968" y="93699"/>
                  </a:lnTo>
                  <a:lnTo>
                    <a:pt x="220398" y="92885"/>
                  </a:lnTo>
                  <a:lnTo>
                    <a:pt x="221554" y="87461"/>
                  </a:lnTo>
                  <a:lnTo>
                    <a:pt x="220961" y="83489"/>
                  </a:lnTo>
                  <a:lnTo>
                    <a:pt x="223251" y="83869"/>
                  </a:lnTo>
                  <a:lnTo>
                    <a:pt x="225062" y="83040"/>
                  </a:lnTo>
                  <a:close/>
                  <a:moveTo>
                    <a:pt x="32002" y="46"/>
                  </a:moveTo>
                  <a:lnTo>
                    <a:pt x="32451" y="107"/>
                  </a:lnTo>
                  <a:lnTo>
                    <a:pt x="34688" y="107"/>
                  </a:lnTo>
                  <a:lnTo>
                    <a:pt x="38484" y="107"/>
                  </a:lnTo>
                  <a:lnTo>
                    <a:pt x="42281" y="107"/>
                  </a:lnTo>
                  <a:lnTo>
                    <a:pt x="46078" y="107"/>
                  </a:lnTo>
                  <a:lnTo>
                    <a:pt x="49874" y="107"/>
                  </a:lnTo>
                  <a:lnTo>
                    <a:pt x="53671" y="107"/>
                  </a:lnTo>
                  <a:lnTo>
                    <a:pt x="57468" y="107"/>
                  </a:lnTo>
                  <a:lnTo>
                    <a:pt x="61264" y="107"/>
                  </a:lnTo>
                  <a:lnTo>
                    <a:pt x="65061" y="107"/>
                  </a:lnTo>
                  <a:lnTo>
                    <a:pt x="68857" y="107"/>
                  </a:lnTo>
                  <a:lnTo>
                    <a:pt x="72654" y="107"/>
                  </a:lnTo>
                  <a:lnTo>
                    <a:pt x="76451" y="107"/>
                  </a:lnTo>
                  <a:lnTo>
                    <a:pt x="80248" y="107"/>
                  </a:lnTo>
                  <a:lnTo>
                    <a:pt x="84044" y="107"/>
                  </a:lnTo>
                  <a:lnTo>
                    <a:pt x="87841" y="107"/>
                  </a:lnTo>
                  <a:lnTo>
                    <a:pt x="91638" y="107"/>
                  </a:lnTo>
                  <a:lnTo>
                    <a:pt x="95435" y="107"/>
                  </a:lnTo>
                  <a:lnTo>
                    <a:pt x="97770" y="107"/>
                  </a:lnTo>
                  <a:lnTo>
                    <a:pt x="99399" y="107"/>
                  </a:lnTo>
                  <a:lnTo>
                    <a:pt x="100935" y="906"/>
                  </a:lnTo>
                  <a:lnTo>
                    <a:pt x="102647" y="1857"/>
                  </a:lnTo>
                  <a:lnTo>
                    <a:pt x="107205" y="4383"/>
                  </a:lnTo>
                  <a:lnTo>
                    <a:pt x="111755" y="6909"/>
                  </a:lnTo>
                  <a:lnTo>
                    <a:pt x="116305" y="9435"/>
                  </a:lnTo>
                  <a:lnTo>
                    <a:pt x="120855" y="11961"/>
                  </a:lnTo>
                  <a:lnTo>
                    <a:pt x="125404" y="14487"/>
                  </a:lnTo>
                  <a:lnTo>
                    <a:pt x="129962" y="17013"/>
                  </a:lnTo>
                  <a:lnTo>
                    <a:pt x="134512" y="19539"/>
                  </a:lnTo>
                  <a:lnTo>
                    <a:pt x="139070" y="22065"/>
                  </a:lnTo>
                  <a:lnTo>
                    <a:pt x="143620" y="24591"/>
                  </a:lnTo>
                  <a:lnTo>
                    <a:pt x="148169" y="27117"/>
                  </a:lnTo>
                  <a:lnTo>
                    <a:pt x="152719" y="29643"/>
                  </a:lnTo>
                  <a:lnTo>
                    <a:pt x="157269" y="32169"/>
                  </a:lnTo>
                  <a:lnTo>
                    <a:pt x="161827" y="34695"/>
                  </a:lnTo>
                  <a:lnTo>
                    <a:pt x="166377" y="37221"/>
                  </a:lnTo>
                  <a:lnTo>
                    <a:pt x="170927" y="39747"/>
                  </a:lnTo>
                  <a:lnTo>
                    <a:pt x="175476" y="42273"/>
                  </a:lnTo>
                  <a:lnTo>
                    <a:pt x="177652" y="43483"/>
                  </a:lnTo>
                  <a:lnTo>
                    <a:pt x="177980" y="44008"/>
                  </a:lnTo>
                  <a:lnTo>
                    <a:pt x="178353" y="46313"/>
                  </a:lnTo>
                  <a:lnTo>
                    <a:pt x="178589" y="47751"/>
                  </a:lnTo>
                  <a:lnTo>
                    <a:pt x="178459" y="49022"/>
                  </a:lnTo>
                  <a:lnTo>
                    <a:pt x="177249" y="51175"/>
                  </a:lnTo>
                  <a:lnTo>
                    <a:pt x="176899" y="52301"/>
                  </a:lnTo>
                  <a:lnTo>
                    <a:pt x="176892" y="53085"/>
                  </a:lnTo>
                  <a:lnTo>
                    <a:pt x="177189" y="53397"/>
                  </a:lnTo>
                  <a:lnTo>
                    <a:pt x="178216" y="53511"/>
                  </a:lnTo>
                  <a:lnTo>
                    <a:pt x="179091" y="54021"/>
                  </a:lnTo>
                  <a:lnTo>
                    <a:pt x="179410" y="54424"/>
                  </a:lnTo>
                  <a:lnTo>
                    <a:pt x="180080" y="56045"/>
                  </a:lnTo>
                  <a:lnTo>
                    <a:pt x="180924" y="56859"/>
                  </a:lnTo>
                  <a:lnTo>
                    <a:pt x="182849" y="58236"/>
                  </a:lnTo>
                  <a:lnTo>
                    <a:pt x="186129" y="60587"/>
                  </a:lnTo>
                  <a:lnTo>
                    <a:pt x="189408" y="62938"/>
                  </a:lnTo>
                  <a:lnTo>
                    <a:pt x="192687" y="65289"/>
                  </a:lnTo>
                  <a:lnTo>
                    <a:pt x="195967" y="67640"/>
                  </a:lnTo>
                  <a:lnTo>
                    <a:pt x="199246" y="69991"/>
                  </a:lnTo>
                  <a:lnTo>
                    <a:pt x="202525" y="72342"/>
                  </a:lnTo>
                  <a:lnTo>
                    <a:pt x="205804" y="74693"/>
                  </a:lnTo>
                  <a:lnTo>
                    <a:pt x="209084" y="77044"/>
                  </a:lnTo>
                  <a:lnTo>
                    <a:pt x="210674" y="78193"/>
                  </a:lnTo>
                  <a:lnTo>
                    <a:pt x="211351" y="78513"/>
                  </a:lnTo>
                  <a:lnTo>
                    <a:pt x="210925" y="80301"/>
                  </a:lnTo>
                  <a:lnTo>
                    <a:pt x="209244" y="84645"/>
                  </a:lnTo>
                  <a:lnTo>
                    <a:pt x="209145" y="86456"/>
                  </a:lnTo>
                  <a:lnTo>
                    <a:pt x="208490" y="88586"/>
                  </a:lnTo>
                  <a:lnTo>
                    <a:pt x="207859" y="89994"/>
                  </a:lnTo>
                  <a:lnTo>
                    <a:pt x="206147" y="96111"/>
                  </a:lnTo>
                  <a:lnTo>
                    <a:pt x="204716" y="98402"/>
                  </a:lnTo>
                  <a:lnTo>
                    <a:pt x="202761" y="103766"/>
                  </a:lnTo>
                  <a:lnTo>
                    <a:pt x="202449" y="107874"/>
                  </a:lnTo>
                  <a:lnTo>
                    <a:pt x="203529" y="110750"/>
                  </a:lnTo>
                  <a:lnTo>
                    <a:pt x="203925" y="113444"/>
                  </a:lnTo>
                  <a:lnTo>
                    <a:pt x="206223" y="116092"/>
                  </a:lnTo>
                  <a:lnTo>
                    <a:pt x="208057" y="117035"/>
                  </a:lnTo>
                  <a:lnTo>
                    <a:pt x="209296" y="118245"/>
                  </a:lnTo>
                  <a:lnTo>
                    <a:pt x="211495" y="121007"/>
                  </a:lnTo>
                  <a:lnTo>
                    <a:pt x="212758" y="123776"/>
                  </a:lnTo>
                  <a:lnTo>
                    <a:pt x="216707" y="125138"/>
                  </a:lnTo>
                  <a:lnTo>
                    <a:pt x="218282" y="128250"/>
                  </a:lnTo>
                  <a:lnTo>
                    <a:pt x="217712" y="130388"/>
                  </a:lnTo>
                  <a:lnTo>
                    <a:pt x="215878" y="132161"/>
                  </a:lnTo>
                  <a:lnTo>
                    <a:pt x="214166" y="135029"/>
                  </a:lnTo>
                  <a:lnTo>
                    <a:pt x="212789" y="138803"/>
                  </a:lnTo>
                  <a:lnTo>
                    <a:pt x="212758" y="144578"/>
                  </a:lnTo>
                  <a:lnTo>
                    <a:pt x="213687" y="143703"/>
                  </a:lnTo>
                  <a:lnTo>
                    <a:pt x="215779" y="145118"/>
                  </a:lnTo>
                  <a:lnTo>
                    <a:pt x="216045" y="149371"/>
                  </a:lnTo>
                  <a:lnTo>
                    <a:pt x="213892" y="154325"/>
                  </a:lnTo>
                  <a:lnTo>
                    <a:pt x="213230" y="156645"/>
                  </a:lnTo>
                  <a:lnTo>
                    <a:pt x="213124" y="158639"/>
                  </a:lnTo>
                  <a:lnTo>
                    <a:pt x="214691" y="164581"/>
                  </a:lnTo>
                  <a:lnTo>
                    <a:pt x="217065" y="167601"/>
                  </a:lnTo>
                  <a:lnTo>
                    <a:pt x="216844" y="168530"/>
                  </a:lnTo>
                  <a:lnTo>
                    <a:pt x="216228" y="169321"/>
                  </a:lnTo>
                  <a:lnTo>
                    <a:pt x="220291" y="174677"/>
                  </a:lnTo>
                  <a:lnTo>
                    <a:pt x="219956" y="179341"/>
                  </a:lnTo>
                  <a:lnTo>
                    <a:pt x="221478" y="182978"/>
                  </a:lnTo>
                  <a:lnTo>
                    <a:pt x="222140" y="186128"/>
                  </a:lnTo>
                  <a:lnTo>
                    <a:pt x="223144" y="188548"/>
                  </a:lnTo>
                  <a:lnTo>
                    <a:pt x="223335" y="190214"/>
                  </a:lnTo>
                  <a:lnTo>
                    <a:pt x="222079" y="192063"/>
                  </a:lnTo>
                  <a:lnTo>
                    <a:pt x="225039" y="192527"/>
                  </a:lnTo>
                  <a:lnTo>
                    <a:pt x="226781" y="194041"/>
                  </a:lnTo>
                  <a:lnTo>
                    <a:pt x="227603" y="195487"/>
                  </a:lnTo>
                  <a:lnTo>
                    <a:pt x="229741" y="195426"/>
                  </a:lnTo>
                  <a:lnTo>
                    <a:pt x="230898" y="196415"/>
                  </a:lnTo>
                  <a:lnTo>
                    <a:pt x="232571" y="197237"/>
                  </a:lnTo>
                  <a:lnTo>
                    <a:pt x="236261" y="199671"/>
                  </a:lnTo>
                  <a:lnTo>
                    <a:pt x="237258" y="200897"/>
                  </a:lnTo>
                  <a:lnTo>
                    <a:pt x="237616" y="201604"/>
                  </a:lnTo>
                  <a:lnTo>
                    <a:pt x="237851" y="202068"/>
                  </a:lnTo>
                  <a:lnTo>
                    <a:pt x="235371" y="203955"/>
                  </a:lnTo>
                  <a:lnTo>
                    <a:pt x="231506" y="206892"/>
                  </a:lnTo>
                  <a:lnTo>
                    <a:pt x="227710" y="209768"/>
                  </a:lnTo>
                  <a:lnTo>
                    <a:pt x="224050" y="211746"/>
                  </a:lnTo>
                  <a:lnTo>
                    <a:pt x="221432" y="212667"/>
                  </a:lnTo>
                  <a:lnTo>
                    <a:pt x="218633" y="213177"/>
                  </a:lnTo>
                  <a:lnTo>
                    <a:pt x="215977" y="214386"/>
                  </a:lnTo>
                  <a:lnTo>
                    <a:pt x="213466" y="216289"/>
                  </a:lnTo>
                  <a:lnTo>
                    <a:pt x="210248" y="217247"/>
                  </a:lnTo>
                  <a:lnTo>
                    <a:pt x="206329" y="217255"/>
                  </a:lnTo>
                  <a:lnTo>
                    <a:pt x="202213" y="218586"/>
                  </a:lnTo>
                  <a:lnTo>
                    <a:pt x="198127" y="221105"/>
                  </a:lnTo>
                  <a:lnTo>
                    <a:pt x="195746" y="222573"/>
                  </a:lnTo>
                  <a:lnTo>
                    <a:pt x="191972" y="220359"/>
                  </a:lnTo>
                  <a:lnTo>
                    <a:pt x="189012" y="219659"/>
                  </a:lnTo>
                  <a:lnTo>
                    <a:pt x="185611" y="219735"/>
                  </a:lnTo>
                  <a:lnTo>
                    <a:pt x="183541" y="220009"/>
                  </a:lnTo>
                  <a:lnTo>
                    <a:pt x="182796" y="220488"/>
                  </a:lnTo>
                  <a:lnTo>
                    <a:pt x="182149" y="221843"/>
                  </a:lnTo>
                  <a:lnTo>
                    <a:pt x="181602" y="224064"/>
                  </a:lnTo>
                  <a:lnTo>
                    <a:pt x="179372" y="226203"/>
                  </a:lnTo>
                  <a:lnTo>
                    <a:pt x="175461" y="228249"/>
                  </a:lnTo>
                  <a:lnTo>
                    <a:pt x="171855" y="229018"/>
                  </a:lnTo>
                  <a:lnTo>
                    <a:pt x="168553" y="228500"/>
                  </a:lnTo>
                  <a:lnTo>
                    <a:pt x="166324" y="227648"/>
                  </a:lnTo>
                  <a:lnTo>
                    <a:pt x="165159" y="226461"/>
                  </a:lnTo>
                  <a:lnTo>
                    <a:pt x="163447" y="225913"/>
                  </a:lnTo>
                  <a:lnTo>
                    <a:pt x="161180" y="226012"/>
                  </a:lnTo>
                  <a:lnTo>
                    <a:pt x="159004" y="226857"/>
                  </a:lnTo>
                  <a:lnTo>
                    <a:pt x="156927" y="228455"/>
                  </a:lnTo>
                  <a:lnTo>
                    <a:pt x="153617" y="229147"/>
                  </a:lnTo>
                  <a:lnTo>
                    <a:pt x="149067" y="228934"/>
                  </a:lnTo>
                  <a:lnTo>
                    <a:pt x="146625" y="228158"/>
                  </a:lnTo>
                  <a:lnTo>
                    <a:pt x="146290" y="226826"/>
                  </a:lnTo>
                  <a:lnTo>
                    <a:pt x="144297" y="225267"/>
                  </a:lnTo>
                  <a:lnTo>
                    <a:pt x="140652" y="223479"/>
                  </a:lnTo>
                  <a:lnTo>
                    <a:pt x="137959" y="223441"/>
                  </a:lnTo>
                  <a:lnTo>
                    <a:pt x="136232" y="225160"/>
                  </a:lnTo>
                  <a:lnTo>
                    <a:pt x="134656" y="226241"/>
                  </a:lnTo>
                  <a:lnTo>
                    <a:pt x="133234" y="226682"/>
                  </a:lnTo>
                  <a:lnTo>
                    <a:pt x="131956" y="226735"/>
                  </a:lnTo>
                  <a:lnTo>
                    <a:pt x="130822" y="226408"/>
                  </a:lnTo>
                  <a:lnTo>
                    <a:pt x="130114" y="226271"/>
                  </a:lnTo>
                  <a:lnTo>
                    <a:pt x="125085" y="226088"/>
                  </a:lnTo>
                  <a:lnTo>
                    <a:pt x="120322" y="226157"/>
                  </a:lnTo>
                  <a:lnTo>
                    <a:pt x="120170" y="225411"/>
                  </a:lnTo>
                  <a:lnTo>
                    <a:pt x="119843" y="223669"/>
                  </a:lnTo>
                  <a:lnTo>
                    <a:pt x="118854" y="222155"/>
                  </a:lnTo>
                  <a:lnTo>
                    <a:pt x="118002" y="221249"/>
                  </a:lnTo>
                  <a:lnTo>
                    <a:pt x="116936" y="221013"/>
                  </a:lnTo>
                  <a:lnTo>
                    <a:pt x="116358" y="221029"/>
                  </a:lnTo>
                  <a:lnTo>
                    <a:pt x="115894" y="220329"/>
                  </a:lnTo>
                  <a:lnTo>
                    <a:pt x="115346" y="218784"/>
                  </a:lnTo>
                  <a:lnTo>
                    <a:pt x="114540" y="217475"/>
                  </a:lnTo>
                  <a:lnTo>
                    <a:pt x="113467" y="216387"/>
                  </a:lnTo>
                  <a:lnTo>
                    <a:pt x="112820" y="215376"/>
                  </a:lnTo>
                  <a:lnTo>
                    <a:pt x="112599" y="214447"/>
                  </a:lnTo>
                  <a:lnTo>
                    <a:pt x="112767" y="213428"/>
                  </a:lnTo>
                  <a:lnTo>
                    <a:pt x="113764" y="210894"/>
                  </a:lnTo>
                  <a:lnTo>
                    <a:pt x="114083" y="209152"/>
                  </a:lnTo>
                  <a:lnTo>
                    <a:pt x="113969" y="207371"/>
                  </a:lnTo>
                  <a:lnTo>
                    <a:pt x="113429" y="205545"/>
                  </a:lnTo>
                  <a:lnTo>
                    <a:pt x="112303" y="203377"/>
                  </a:lnTo>
                  <a:lnTo>
                    <a:pt x="112432" y="202753"/>
                  </a:lnTo>
                  <a:lnTo>
                    <a:pt x="112051" y="201277"/>
                  </a:lnTo>
                  <a:lnTo>
                    <a:pt x="112014" y="200242"/>
                  </a:lnTo>
                  <a:lnTo>
                    <a:pt x="112234" y="198949"/>
                  </a:lnTo>
                  <a:lnTo>
                    <a:pt x="112021" y="197252"/>
                  </a:lnTo>
                  <a:lnTo>
                    <a:pt x="111047" y="193630"/>
                  </a:lnTo>
                  <a:lnTo>
                    <a:pt x="111047" y="192702"/>
                  </a:lnTo>
                  <a:lnTo>
                    <a:pt x="110020" y="190952"/>
                  </a:lnTo>
                  <a:lnTo>
                    <a:pt x="106855" y="186813"/>
                  </a:lnTo>
                  <a:lnTo>
                    <a:pt x="106702" y="186273"/>
                  </a:lnTo>
                  <a:lnTo>
                    <a:pt x="101742" y="182103"/>
                  </a:lnTo>
                  <a:lnTo>
                    <a:pt x="99756" y="181190"/>
                  </a:lnTo>
                  <a:lnTo>
                    <a:pt x="99041" y="181974"/>
                  </a:lnTo>
                  <a:lnTo>
                    <a:pt x="98774" y="182697"/>
                  </a:lnTo>
                  <a:lnTo>
                    <a:pt x="98980" y="184036"/>
                  </a:lnTo>
                  <a:lnTo>
                    <a:pt x="98858" y="184698"/>
                  </a:lnTo>
                  <a:lnTo>
                    <a:pt x="98653" y="185002"/>
                  </a:lnTo>
                  <a:lnTo>
                    <a:pt x="97474" y="184957"/>
                  </a:lnTo>
                  <a:lnTo>
                    <a:pt x="96735" y="184804"/>
                  </a:lnTo>
                  <a:lnTo>
                    <a:pt x="94856" y="183686"/>
                  </a:lnTo>
                  <a:lnTo>
                    <a:pt x="93395" y="183412"/>
                  </a:lnTo>
                  <a:lnTo>
                    <a:pt x="89758" y="183610"/>
                  </a:lnTo>
                  <a:lnTo>
                    <a:pt x="88488" y="183876"/>
                  </a:lnTo>
                  <a:lnTo>
                    <a:pt x="87491" y="183625"/>
                  </a:lnTo>
                  <a:lnTo>
                    <a:pt x="85566" y="181715"/>
                  </a:lnTo>
                  <a:lnTo>
                    <a:pt x="83314" y="181312"/>
                  </a:lnTo>
                  <a:lnTo>
                    <a:pt x="81290" y="181213"/>
                  </a:lnTo>
                  <a:lnTo>
                    <a:pt x="77950" y="179045"/>
                  </a:lnTo>
                  <a:lnTo>
                    <a:pt x="77166" y="179144"/>
                  </a:lnTo>
                  <a:lnTo>
                    <a:pt x="76793" y="179311"/>
                  </a:lnTo>
                  <a:lnTo>
                    <a:pt x="75584" y="178740"/>
                  </a:lnTo>
                  <a:lnTo>
                    <a:pt x="73309" y="177477"/>
                  </a:lnTo>
                  <a:lnTo>
                    <a:pt x="70143" y="176367"/>
                  </a:lnTo>
                  <a:lnTo>
                    <a:pt x="67557" y="175126"/>
                  </a:lnTo>
                  <a:lnTo>
                    <a:pt x="66400" y="173916"/>
                  </a:lnTo>
                  <a:lnTo>
                    <a:pt x="63973" y="173452"/>
                  </a:lnTo>
                  <a:lnTo>
                    <a:pt x="61873" y="173254"/>
                  </a:lnTo>
                  <a:lnTo>
                    <a:pt x="59925" y="172129"/>
                  </a:lnTo>
                  <a:lnTo>
                    <a:pt x="57909" y="171999"/>
                  </a:lnTo>
                  <a:lnTo>
                    <a:pt x="55931" y="171710"/>
                  </a:lnTo>
                  <a:lnTo>
                    <a:pt x="55490" y="170972"/>
                  </a:lnTo>
                  <a:lnTo>
                    <a:pt x="55421" y="169313"/>
                  </a:lnTo>
                  <a:lnTo>
                    <a:pt x="54728" y="168880"/>
                  </a:lnTo>
                  <a:lnTo>
                    <a:pt x="53275" y="168454"/>
                  </a:lnTo>
                  <a:lnTo>
                    <a:pt x="51708" y="168476"/>
                  </a:lnTo>
                  <a:lnTo>
                    <a:pt x="50757" y="168712"/>
                  </a:lnTo>
                  <a:lnTo>
                    <a:pt x="50194" y="168591"/>
                  </a:lnTo>
                  <a:lnTo>
                    <a:pt x="48893" y="167617"/>
                  </a:lnTo>
                  <a:lnTo>
                    <a:pt x="47683" y="166376"/>
                  </a:lnTo>
                  <a:lnTo>
                    <a:pt x="47227" y="164398"/>
                  </a:lnTo>
                  <a:lnTo>
                    <a:pt x="45401" y="163128"/>
                  </a:lnTo>
                  <a:lnTo>
                    <a:pt x="43293" y="162123"/>
                  </a:lnTo>
                  <a:lnTo>
                    <a:pt x="37434" y="162230"/>
                  </a:lnTo>
                  <a:lnTo>
                    <a:pt x="36514" y="161925"/>
                  </a:lnTo>
                  <a:lnTo>
                    <a:pt x="35121" y="160921"/>
                  </a:lnTo>
                  <a:lnTo>
                    <a:pt x="33493" y="159262"/>
                  </a:lnTo>
                  <a:lnTo>
                    <a:pt x="32185" y="157368"/>
                  </a:lnTo>
                  <a:lnTo>
                    <a:pt x="31036" y="154804"/>
                  </a:lnTo>
                  <a:lnTo>
                    <a:pt x="30488" y="153252"/>
                  </a:lnTo>
                  <a:lnTo>
                    <a:pt x="29841" y="151342"/>
                  </a:lnTo>
                  <a:lnTo>
                    <a:pt x="28410" y="148481"/>
                  </a:lnTo>
                  <a:lnTo>
                    <a:pt x="26387" y="144433"/>
                  </a:lnTo>
                  <a:lnTo>
                    <a:pt x="24819" y="141116"/>
                  </a:lnTo>
                  <a:lnTo>
                    <a:pt x="23138" y="137555"/>
                  </a:lnTo>
                  <a:lnTo>
                    <a:pt x="22453" y="134946"/>
                  </a:lnTo>
                  <a:lnTo>
                    <a:pt x="21144" y="132062"/>
                  </a:lnTo>
                  <a:lnTo>
                    <a:pt x="18999" y="128516"/>
                  </a:lnTo>
                  <a:lnTo>
                    <a:pt x="17911" y="127132"/>
                  </a:lnTo>
                  <a:lnTo>
                    <a:pt x="16724" y="125891"/>
                  </a:lnTo>
                  <a:lnTo>
                    <a:pt x="13642" y="123502"/>
                  </a:lnTo>
                  <a:lnTo>
                    <a:pt x="10150" y="121128"/>
                  </a:lnTo>
                  <a:lnTo>
                    <a:pt x="8255" y="119531"/>
                  </a:lnTo>
                  <a:lnTo>
                    <a:pt x="5714" y="114775"/>
                  </a:lnTo>
                  <a:lnTo>
                    <a:pt x="4649" y="113056"/>
                  </a:lnTo>
                  <a:lnTo>
                    <a:pt x="3911" y="110035"/>
                  </a:lnTo>
                  <a:lnTo>
                    <a:pt x="3356" y="106900"/>
                  </a:lnTo>
                  <a:lnTo>
                    <a:pt x="3584" y="105630"/>
                  </a:lnTo>
                  <a:lnTo>
                    <a:pt x="5836" y="101590"/>
                  </a:lnTo>
                  <a:lnTo>
                    <a:pt x="6064" y="100456"/>
                  </a:lnTo>
                  <a:lnTo>
                    <a:pt x="5790" y="98927"/>
                  </a:lnTo>
                  <a:lnTo>
                    <a:pt x="4679" y="95708"/>
                  </a:lnTo>
                  <a:lnTo>
                    <a:pt x="3850" y="93608"/>
                  </a:lnTo>
                  <a:lnTo>
                    <a:pt x="3272" y="91813"/>
                  </a:lnTo>
                  <a:lnTo>
                    <a:pt x="2070" y="88822"/>
                  </a:lnTo>
                  <a:lnTo>
                    <a:pt x="418" y="84706"/>
                  </a:lnTo>
                  <a:lnTo>
                    <a:pt x="0" y="82910"/>
                  </a:lnTo>
                  <a:lnTo>
                    <a:pt x="53" y="81564"/>
                  </a:lnTo>
                  <a:lnTo>
                    <a:pt x="944" y="78011"/>
                  </a:lnTo>
                  <a:lnTo>
                    <a:pt x="1727" y="74351"/>
                  </a:lnTo>
                  <a:lnTo>
                    <a:pt x="1704" y="73347"/>
                  </a:lnTo>
                  <a:lnTo>
                    <a:pt x="8423" y="73484"/>
                  </a:lnTo>
                  <a:lnTo>
                    <a:pt x="9526" y="72685"/>
                  </a:lnTo>
                  <a:lnTo>
                    <a:pt x="13323" y="70326"/>
                  </a:lnTo>
                  <a:lnTo>
                    <a:pt x="17591" y="65601"/>
                  </a:lnTo>
                  <a:lnTo>
                    <a:pt x="18443" y="63638"/>
                  </a:lnTo>
                  <a:lnTo>
                    <a:pt x="20186" y="60610"/>
                  </a:lnTo>
                  <a:lnTo>
                    <a:pt x="21890" y="59111"/>
                  </a:lnTo>
                  <a:lnTo>
                    <a:pt x="22544" y="58069"/>
                  </a:lnTo>
                  <a:lnTo>
                    <a:pt x="22993" y="56433"/>
                  </a:lnTo>
                  <a:lnTo>
                    <a:pt x="23526" y="55048"/>
                  </a:lnTo>
                  <a:lnTo>
                    <a:pt x="25763" y="53001"/>
                  </a:lnTo>
                  <a:lnTo>
                    <a:pt x="27939" y="51426"/>
                  </a:lnTo>
                  <a:lnTo>
                    <a:pt x="27779" y="50795"/>
                  </a:lnTo>
                  <a:lnTo>
                    <a:pt x="27490" y="50323"/>
                  </a:lnTo>
                  <a:lnTo>
                    <a:pt x="27810" y="49920"/>
                  </a:lnTo>
                  <a:lnTo>
                    <a:pt x="28997" y="49113"/>
                  </a:lnTo>
                  <a:lnTo>
                    <a:pt x="31309" y="48375"/>
                  </a:lnTo>
                  <a:lnTo>
                    <a:pt x="31766" y="46800"/>
                  </a:lnTo>
                  <a:lnTo>
                    <a:pt x="31758" y="45012"/>
                  </a:lnTo>
                  <a:lnTo>
                    <a:pt x="31385" y="44016"/>
                  </a:lnTo>
                  <a:lnTo>
                    <a:pt x="31454" y="42867"/>
                  </a:lnTo>
                  <a:lnTo>
                    <a:pt x="31096" y="42228"/>
                  </a:lnTo>
                  <a:lnTo>
                    <a:pt x="29582" y="42068"/>
                  </a:lnTo>
                  <a:lnTo>
                    <a:pt x="27338" y="41178"/>
                  </a:lnTo>
                  <a:lnTo>
                    <a:pt x="25436" y="40805"/>
                  </a:lnTo>
                  <a:lnTo>
                    <a:pt x="24165" y="40287"/>
                  </a:lnTo>
                  <a:lnTo>
                    <a:pt x="23693" y="39892"/>
                  </a:lnTo>
                  <a:lnTo>
                    <a:pt x="23488" y="38819"/>
                  </a:lnTo>
                  <a:lnTo>
                    <a:pt x="23860" y="37647"/>
                  </a:lnTo>
                  <a:lnTo>
                    <a:pt x="24051" y="37313"/>
                  </a:lnTo>
                  <a:lnTo>
                    <a:pt x="24538" y="36057"/>
                  </a:lnTo>
                  <a:lnTo>
                    <a:pt x="23709" y="35304"/>
                  </a:lnTo>
                  <a:lnTo>
                    <a:pt x="23495" y="34939"/>
                  </a:lnTo>
                  <a:lnTo>
                    <a:pt x="23876" y="34337"/>
                  </a:lnTo>
                  <a:lnTo>
                    <a:pt x="25831" y="30366"/>
                  </a:lnTo>
                  <a:lnTo>
                    <a:pt x="26257" y="29810"/>
                  </a:lnTo>
                  <a:lnTo>
                    <a:pt x="27109" y="29742"/>
                  </a:lnTo>
                  <a:lnTo>
                    <a:pt x="28456" y="29255"/>
                  </a:lnTo>
                  <a:lnTo>
                    <a:pt x="29704" y="29034"/>
                  </a:lnTo>
                  <a:lnTo>
                    <a:pt x="30724" y="29202"/>
                  </a:lnTo>
                  <a:lnTo>
                    <a:pt x="31477" y="29012"/>
                  </a:lnTo>
                  <a:lnTo>
                    <a:pt x="32139" y="28502"/>
                  </a:lnTo>
                  <a:lnTo>
                    <a:pt x="32702" y="26950"/>
                  </a:lnTo>
                  <a:lnTo>
                    <a:pt x="33166" y="24363"/>
                  </a:lnTo>
                  <a:lnTo>
                    <a:pt x="32907" y="22255"/>
                  </a:lnTo>
                  <a:lnTo>
                    <a:pt x="31933" y="20627"/>
                  </a:lnTo>
                  <a:lnTo>
                    <a:pt x="31667" y="18146"/>
                  </a:lnTo>
                  <a:lnTo>
                    <a:pt x="32116" y="14814"/>
                  </a:lnTo>
                  <a:lnTo>
                    <a:pt x="31796" y="12044"/>
                  </a:lnTo>
                  <a:lnTo>
                    <a:pt x="30716" y="9830"/>
                  </a:lnTo>
                  <a:lnTo>
                    <a:pt x="29613" y="8514"/>
                  </a:lnTo>
                  <a:lnTo>
                    <a:pt x="27931" y="7890"/>
                  </a:lnTo>
                  <a:lnTo>
                    <a:pt x="25283" y="4512"/>
                  </a:lnTo>
                  <a:lnTo>
                    <a:pt x="24477" y="2876"/>
                  </a:lnTo>
                  <a:lnTo>
                    <a:pt x="24622" y="1857"/>
                  </a:lnTo>
                  <a:lnTo>
                    <a:pt x="25321" y="1529"/>
                  </a:lnTo>
                  <a:lnTo>
                    <a:pt x="25534" y="1431"/>
                  </a:lnTo>
                  <a:lnTo>
                    <a:pt x="27223" y="1583"/>
                  </a:lnTo>
                  <a:lnTo>
                    <a:pt x="28806" y="1195"/>
                  </a:lnTo>
                  <a:lnTo>
                    <a:pt x="30282" y="266"/>
                  </a:lnTo>
                  <a:lnTo>
                    <a:pt x="31713" y="0"/>
                  </a:lnTo>
                  <a:lnTo>
                    <a:pt x="32002" y="46"/>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39" name="Freeform: Shape 2338">
              <a:extLst>
                <a:ext uri="{FF2B5EF4-FFF2-40B4-BE49-F238E27FC236}">
                  <a16:creationId xmlns:a16="http://schemas.microsoft.com/office/drawing/2014/main" id="{EB48D7E2-C8AF-B48B-E0DA-24834AE9D3E4}"/>
                </a:ext>
              </a:extLst>
            </p:cNvPr>
            <p:cNvSpPr/>
            <p:nvPr/>
          </p:nvSpPr>
          <p:spPr>
            <a:xfrm>
              <a:off x="10046407" y="3693998"/>
              <a:ext cx="384339" cy="256050"/>
            </a:xfrm>
            <a:custGeom>
              <a:avLst/>
              <a:gdLst>
                <a:gd name="csX0" fmla="*/ 343466 w 384339"/>
                <a:gd name="csY0" fmla="*/ 173582 h 256050"/>
                <a:gd name="csX1" fmla="*/ 342690 w 384339"/>
                <a:gd name="csY1" fmla="*/ 173932 h 256050"/>
                <a:gd name="csX2" fmla="*/ 335226 w 384339"/>
                <a:gd name="csY2" fmla="*/ 173445 h 256050"/>
                <a:gd name="csX3" fmla="*/ 329131 w 384339"/>
                <a:gd name="csY3" fmla="*/ 174107 h 256050"/>
                <a:gd name="csX4" fmla="*/ 324787 w 384339"/>
                <a:gd name="csY4" fmla="*/ 179029 h 256050"/>
                <a:gd name="csX5" fmla="*/ 322200 w 384339"/>
                <a:gd name="csY5" fmla="*/ 179014 h 256050"/>
                <a:gd name="csX6" fmla="*/ 318555 w 384339"/>
                <a:gd name="csY6" fmla="*/ 180293 h 256050"/>
                <a:gd name="csX7" fmla="*/ 316083 w 384339"/>
                <a:gd name="csY7" fmla="*/ 181883 h 256050"/>
                <a:gd name="csX8" fmla="*/ 313153 w 384339"/>
                <a:gd name="csY8" fmla="*/ 185322 h 256050"/>
                <a:gd name="csX9" fmla="*/ 310886 w 384339"/>
                <a:gd name="csY9" fmla="*/ 183777 h 256050"/>
                <a:gd name="csX10" fmla="*/ 308109 w 384339"/>
                <a:gd name="csY10" fmla="*/ 183823 h 256050"/>
                <a:gd name="csX11" fmla="*/ 305400 w 384339"/>
                <a:gd name="csY11" fmla="*/ 184759 h 256050"/>
                <a:gd name="csX12" fmla="*/ 302144 w 384339"/>
                <a:gd name="csY12" fmla="*/ 187057 h 256050"/>
                <a:gd name="csX13" fmla="*/ 300333 w 384339"/>
                <a:gd name="csY13" fmla="*/ 187460 h 256050"/>
                <a:gd name="csX14" fmla="*/ 296711 w 384339"/>
                <a:gd name="csY14" fmla="*/ 186805 h 256050"/>
                <a:gd name="csX15" fmla="*/ 292488 w 384339"/>
                <a:gd name="csY15" fmla="*/ 188122 h 256050"/>
                <a:gd name="csX16" fmla="*/ 283373 w 384339"/>
                <a:gd name="csY16" fmla="*/ 195631 h 256050"/>
                <a:gd name="csX17" fmla="*/ 280307 w 384339"/>
                <a:gd name="csY17" fmla="*/ 201102 h 256050"/>
                <a:gd name="csX18" fmla="*/ 279189 w 384339"/>
                <a:gd name="csY18" fmla="*/ 202167 h 256050"/>
                <a:gd name="csX19" fmla="*/ 277652 w 384339"/>
                <a:gd name="csY19" fmla="*/ 203499 h 256050"/>
                <a:gd name="csX20" fmla="*/ 276008 w 384339"/>
                <a:gd name="csY20" fmla="*/ 204168 h 256050"/>
                <a:gd name="csX21" fmla="*/ 275141 w 384339"/>
                <a:gd name="csY21" fmla="*/ 204107 h 256050"/>
                <a:gd name="csX22" fmla="*/ 279485 w 384339"/>
                <a:gd name="csY22" fmla="*/ 200227 h 256050"/>
                <a:gd name="csX23" fmla="*/ 280817 w 384339"/>
                <a:gd name="csY23" fmla="*/ 198774 h 256050"/>
                <a:gd name="csX24" fmla="*/ 281045 w 384339"/>
                <a:gd name="csY24" fmla="*/ 197701 h 256050"/>
                <a:gd name="csX25" fmla="*/ 281068 w 384339"/>
                <a:gd name="csY25" fmla="*/ 195958 h 256050"/>
                <a:gd name="csX26" fmla="*/ 279752 w 384339"/>
                <a:gd name="csY26" fmla="*/ 193798 h 256050"/>
                <a:gd name="csX27" fmla="*/ 276198 w 384339"/>
                <a:gd name="csY27" fmla="*/ 199147 h 256050"/>
                <a:gd name="csX28" fmla="*/ 274182 w 384339"/>
                <a:gd name="csY28" fmla="*/ 199922 h 256050"/>
                <a:gd name="csX29" fmla="*/ 271618 w 384339"/>
                <a:gd name="csY29" fmla="*/ 201528 h 256050"/>
                <a:gd name="csX30" fmla="*/ 271489 w 384339"/>
                <a:gd name="csY30" fmla="*/ 205096 h 256050"/>
                <a:gd name="csX31" fmla="*/ 271786 w 384339"/>
                <a:gd name="csY31" fmla="*/ 207744 h 256050"/>
                <a:gd name="csX32" fmla="*/ 272836 w 384339"/>
                <a:gd name="csY32" fmla="*/ 211069 h 256050"/>
                <a:gd name="csX33" fmla="*/ 275316 w 384339"/>
                <a:gd name="csY33" fmla="*/ 216494 h 256050"/>
                <a:gd name="csX34" fmla="*/ 280383 w 384339"/>
                <a:gd name="csY34" fmla="*/ 224217 h 256050"/>
                <a:gd name="csX35" fmla="*/ 282810 w 384339"/>
                <a:gd name="csY35" fmla="*/ 227047 h 256050"/>
                <a:gd name="csX36" fmla="*/ 284591 w 384339"/>
                <a:gd name="csY36" fmla="*/ 228173 h 256050"/>
                <a:gd name="csX37" fmla="*/ 286736 w 384339"/>
                <a:gd name="csY37" fmla="*/ 228333 h 256050"/>
                <a:gd name="csX38" fmla="*/ 290860 w 384339"/>
                <a:gd name="csY38" fmla="*/ 225952 h 256050"/>
                <a:gd name="csX39" fmla="*/ 292618 w 384339"/>
                <a:gd name="csY39" fmla="*/ 225579 h 256050"/>
                <a:gd name="csX40" fmla="*/ 296453 w 384339"/>
                <a:gd name="csY40" fmla="*/ 226484 h 256050"/>
                <a:gd name="csX41" fmla="*/ 297822 w 384339"/>
                <a:gd name="csY41" fmla="*/ 224902 h 256050"/>
                <a:gd name="csX42" fmla="*/ 299815 w 384339"/>
                <a:gd name="csY42" fmla="*/ 224019 h 256050"/>
                <a:gd name="csX43" fmla="*/ 302372 w 384339"/>
                <a:gd name="csY43" fmla="*/ 223905 h 256050"/>
                <a:gd name="csX44" fmla="*/ 305294 w 384339"/>
                <a:gd name="csY44" fmla="*/ 224620 h 256050"/>
                <a:gd name="csX45" fmla="*/ 308459 w 384339"/>
                <a:gd name="csY45" fmla="*/ 225822 h 256050"/>
                <a:gd name="csX46" fmla="*/ 307158 w 384339"/>
                <a:gd name="csY46" fmla="*/ 228538 h 256050"/>
                <a:gd name="csX47" fmla="*/ 305803 w 384339"/>
                <a:gd name="csY47" fmla="*/ 230699 h 256050"/>
                <a:gd name="csX48" fmla="*/ 305324 w 384339"/>
                <a:gd name="csY48" fmla="*/ 233088 h 256050"/>
                <a:gd name="csX49" fmla="*/ 304571 w 384339"/>
                <a:gd name="csY49" fmla="*/ 235744 h 256050"/>
                <a:gd name="csX50" fmla="*/ 301079 w 384339"/>
                <a:gd name="csY50" fmla="*/ 236931 h 256050"/>
                <a:gd name="csX51" fmla="*/ 297343 w 384339"/>
                <a:gd name="csY51" fmla="*/ 236786 h 256050"/>
                <a:gd name="csX52" fmla="*/ 293402 w 384339"/>
                <a:gd name="csY52" fmla="*/ 237555 h 256050"/>
                <a:gd name="csX53" fmla="*/ 291979 w 384339"/>
                <a:gd name="csY53" fmla="*/ 236527 h 256050"/>
                <a:gd name="csX54" fmla="*/ 291035 w 384339"/>
                <a:gd name="csY54" fmla="*/ 235584 h 256050"/>
                <a:gd name="csX55" fmla="*/ 289285 w 384339"/>
                <a:gd name="csY55" fmla="*/ 234640 h 256050"/>
                <a:gd name="csX56" fmla="*/ 286980 w 384339"/>
                <a:gd name="csY56" fmla="*/ 234123 h 256050"/>
                <a:gd name="csX57" fmla="*/ 284910 w 384339"/>
                <a:gd name="csY57" fmla="*/ 234755 h 256050"/>
                <a:gd name="csX58" fmla="*/ 282460 w 384339"/>
                <a:gd name="csY58" fmla="*/ 238369 h 256050"/>
                <a:gd name="csX59" fmla="*/ 278124 w 384339"/>
                <a:gd name="csY59" fmla="*/ 240834 h 256050"/>
                <a:gd name="csX60" fmla="*/ 276693 w 384339"/>
                <a:gd name="csY60" fmla="*/ 243649 h 256050"/>
                <a:gd name="csX61" fmla="*/ 272425 w 384339"/>
                <a:gd name="csY61" fmla="*/ 243017 h 256050"/>
                <a:gd name="csX62" fmla="*/ 268773 w 384339"/>
                <a:gd name="csY62" fmla="*/ 243512 h 256050"/>
                <a:gd name="csX63" fmla="*/ 263500 w 384339"/>
                <a:gd name="csY63" fmla="*/ 246076 h 256050"/>
                <a:gd name="csX64" fmla="*/ 259483 w 384339"/>
                <a:gd name="csY64" fmla="*/ 251554 h 256050"/>
                <a:gd name="csX65" fmla="*/ 255054 w 384339"/>
                <a:gd name="csY65" fmla="*/ 254971 h 256050"/>
                <a:gd name="csX66" fmla="*/ 251547 w 384339"/>
                <a:gd name="csY66" fmla="*/ 256051 h 256050"/>
                <a:gd name="csX67" fmla="*/ 248252 w 384339"/>
                <a:gd name="csY67" fmla="*/ 255716 h 256050"/>
                <a:gd name="csX68" fmla="*/ 246122 w 384339"/>
                <a:gd name="csY68" fmla="*/ 254697 h 256050"/>
                <a:gd name="csX69" fmla="*/ 241739 w 384339"/>
                <a:gd name="csY69" fmla="*/ 251105 h 256050"/>
                <a:gd name="csX70" fmla="*/ 241998 w 384339"/>
                <a:gd name="csY70" fmla="*/ 249820 h 256050"/>
                <a:gd name="csX71" fmla="*/ 242607 w 384339"/>
                <a:gd name="csY71" fmla="*/ 249173 h 256050"/>
                <a:gd name="csX72" fmla="*/ 243436 w 384339"/>
                <a:gd name="csY72" fmla="*/ 247316 h 256050"/>
                <a:gd name="csX73" fmla="*/ 245186 w 384339"/>
                <a:gd name="csY73" fmla="*/ 240499 h 256050"/>
                <a:gd name="csX74" fmla="*/ 244950 w 384339"/>
                <a:gd name="csY74" fmla="*/ 238277 h 256050"/>
                <a:gd name="csX75" fmla="*/ 243969 w 384339"/>
                <a:gd name="csY75" fmla="*/ 234785 h 256050"/>
                <a:gd name="csX76" fmla="*/ 240491 w 384339"/>
                <a:gd name="csY76" fmla="*/ 232061 h 256050"/>
                <a:gd name="csX77" fmla="*/ 237699 w 384339"/>
                <a:gd name="csY77" fmla="*/ 232579 h 256050"/>
                <a:gd name="csX78" fmla="*/ 236109 w 384339"/>
                <a:gd name="csY78" fmla="*/ 231856 h 256050"/>
                <a:gd name="csX79" fmla="*/ 230380 w 384339"/>
                <a:gd name="csY79" fmla="*/ 227214 h 256050"/>
                <a:gd name="csX80" fmla="*/ 227260 w 384339"/>
                <a:gd name="csY80" fmla="*/ 226887 h 256050"/>
                <a:gd name="csX81" fmla="*/ 223814 w 384339"/>
                <a:gd name="csY81" fmla="*/ 227823 h 256050"/>
                <a:gd name="csX82" fmla="*/ 222543 w 384339"/>
                <a:gd name="csY82" fmla="*/ 227146 h 256050"/>
                <a:gd name="csX83" fmla="*/ 221607 w 384339"/>
                <a:gd name="csY83" fmla="*/ 225525 h 256050"/>
                <a:gd name="csX84" fmla="*/ 228440 w 384339"/>
                <a:gd name="csY84" fmla="*/ 219781 h 256050"/>
                <a:gd name="csX85" fmla="*/ 235150 w 384339"/>
                <a:gd name="csY85" fmla="*/ 215026 h 256050"/>
                <a:gd name="csX86" fmla="*/ 238095 w 384339"/>
                <a:gd name="csY86" fmla="*/ 214539 h 256050"/>
                <a:gd name="csX87" fmla="*/ 242067 w 384339"/>
                <a:gd name="csY87" fmla="*/ 212317 h 256050"/>
                <a:gd name="csX88" fmla="*/ 246312 w 384339"/>
                <a:gd name="csY88" fmla="*/ 208984 h 256050"/>
                <a:gd name="csX89" fmla="*/ 245711 w 384339"/>
                <a:gd name="csY89" fmla="*/ 206359 h 256050"/>
                <a:gd name="csX90" fmla="*/ 244798 w 384339"/>
                <a:gd name="csY90" fmla="*/ 204412 h 256050"/>
                <a:gd name="csX91" fmla="*/ 242766 w 384339"/>
                <a:gd name="csY91" fmla="*/ 204944 h 256050"/>
                <a:gd name="csX92" fmla="*/ 241291 w 384339"/>
                <a:gd name="csY92" fmla="*/ 205591 h 256050"/>
                <a:gd name="csX93" fmla="*/ 237737 w 384339"/>
                <a:gd name="csY93" fmla="*/ 203506 h 256050"/>
                <a:gd name="csX94" fmla="*/ 236436 w 384339"/>
                <a:gd name="csY94" fmla="*/ 201969 h 256050"/>
                <a:gd name="csX95" fmla="*/ 230874 w 384339"/>
                <a:gd name="csY95" fmla="*/ 203567 h 256050"/>
                <a:gd name="csX96" fmla="*/ 227778 w 384339"/>
                <a:gd name="csY96" fmla="*/ 203331 h 256050"/>
                <a:gd name="csX97" fmla="*/ 220945 w 384339"/>
                <a:gd name="csY97" fmla="*/ 204800 h 256050"/>
                <a:gd name="csX98" fmla="*/ 217803 w 384339"/>
                <a:gd name="csY98" fmla="*/ 203369 h 256050"/>
                <a:gd name="csX99" fmla="*/ 211526 w 384339"/>
                <a:gd name="csY99" fmla="*/ 199352 h 256050"/>
                <a:gd name="csX100" fmla="*/ 209167 w 384339"/>
                <a:gd name="csY100" fmla="*/ 198545 h 256050"/>
                <a:gd name="csX101" fmla="*/ 207158 w 384339"/>
                <a:gd name="csY101" fmla="*/ 198720 h 256050"/>
                <a:gd name="csX102" fmla="*/ 206063 w 384339"/>
                <a:gd name="csY102" fmla="*/ 197396 h 256050"/>
                <a:gd name="csX103" fmla="*/ 207402 w 384339"/>
                <a:gd name="csY103" fmla="*/ 196735 h 256050"/>
                <a:gd name="csX104" fmla="*/ 208962 w 384339"/>
                <a:gd name="csY104" fmla="*/ 196659 h 256050"/>
                <a:gd name="csX105" fmla="*/ 210582 w 384339"/>
                <a:gd name="csY105" fmla="*/ 196172 h 256050"/>
                <a:gd name="csX106" fmla="*/ 211039 w 384339"/>
                <a:gd name="csY106" fmla="*/ 195472 h 256050"/>
                <a:gd name="csX107" fmla="*/ 210940 w 384339"/>
                <a:gd name="csY107" fmla="*/ 194148 h 256050"/>
                <a:gd name="csX108" fmla="*/ 207676 w 384339"/>
                <a:gd name="csY108" fmla="*/ 193143 h 256050"/>
                <a:gd name="csX109" fmla="*/ 204640 w 384339"/>
                <a:gd name="csY109" fmla="*/ 192854 h 256050"/>
                <a:gd name="csX110" fmla="*/ 202715 w 384339"/>
                <a:gd name="csY110" fmla="*/ 191667 h 256050"/>
                <a:gd name="csX111" fmla="*/ 201247 w 384339"/>
                <a:gd name="csY111" fmla="*/ 190305 h 256050"/>
                <a:gd name="csX112" fmla="*/ 204686 w 384339"/>
                <a:gd name="csY112" fmla="*/ 190282 h 256050"/>
                <a:gd name="csX113" fmla="*/ 208148 w 384339"/>
                <a:gd name="csY113" fmla="*/ 191317 h 256050"/>
                <a:gd name="csX114" fmla="*/ 213557 w 384339"/>
                <a:gd name="csY114" fmla="*/ 191698 h 256050"/>
                <a:gd name="csX115" fmla="*/ 218472 w 384339"/>
                <a:gd name="csY115" fmla="*/ 192763 h 256050"/>
                <a:gd name="csX116" fmla="*/ 219697 w 384339"/>
                <a:gd name="csY116" fmla="*/ 191439 h 256050"/>
                <a:gd name="csX117" fmla="*/ 222551 w 384339"/>
                <a:gd name="csY117" fmla="*/ 189141 h 256050"/>
                <a:gd name="csX118" fmla="*/ 223091 w 384339"/>
                <a:gd name="csY118" fmla="*/ 188411 h 256050"/>
                <a:gd name="csX119" fmla="*/ 218313 w 384339"/>
                <a:gd name="csY119" fmla="*/ 189986 h 256050"/>
                <a:gd name="csX120" fmla="*/ 213466 w 384339"/>
                <a:gd name="csY120" fmla="*/ 188981 h 256050"/>
                <a:gd name="csX121" fmla="*/ 211701 w 384339"/>
                <a:gd name="csY121" fmla="*/ 187582 h 256050"/>
                <a:gd name="csX122" fmla="*/ 210202 w 384339"/>
                <a:gd name="csY122" fmla="*/ 185519 h 256050"/>
                <a:gd name="csX123" fmla="*/ 209570 w 384339"/>
                <a:gd name="csY123" fmla="*/ 183168 h 256050"/>
                <a:gd name="csX124" fmla="*/ 209981 w 384339"/>
                <a:gd name="csY124" fmla="*/ 180977 h 256050"/>
                <a:gd name="csX125" fmla="*/ 209456 w 384339"/>
                <a:gd name="csY125" fmla="*/ 177013 h 256050"/>
                <a:gd name="csX126" fmla="*/ 207858 w 384339"/>
                <a:gd name="csY126" fmla="*/ 173475 h 256050"/>
                <a:gd name="csX127" fmla="*/ 207295 w 384339"/>
                <a:gd name="csY127" fmla="*/ 171535 h 256050"/>
                <a:gd name="csX128" fmla="*/ 205606 w 384339"/>
                <a:gd name="csY128" fmla="*/ 169793 h 256050"/>
                <a:gd name="csX129" fmla="*/ 207265 w 384339"/>
                <a:gd name="csY129" fmla="*/ 173734 h 256050"/>
                <a:gd name="csX130" fmla="*/ 207881 w 384339"/>
                <a:gd name="csY130" fmla="*/ 176351 h 256050"/>
                <a:gd name="csX131" fmla="*/ 208878 w 384339"/>
                <a:gd name="csY131" fmla="*/ 178756 h 256050"/>
                <a:gd name="csX132" fmla="*/ 208642 w 384339"/>
                <a:gd name="csY132" fmla="*/ 185116 h 256050"/>
                <a:gd name="csX133" fmla="*/ 208026 w 384339"/>
                <a:gd name="csY133" fmla="*/ 187346 h 256050"/>
                <a:gd name="csX134" fmla="*/ 206032 w 384339"/>
                <a:gd name="csY134" fmla="*/ 187909 h 256050"/>
                <a:gd name="csX135" fmla="*/ 203415 w 384339"/>
                <a:gd name="csY135" fmla="*/ 187574 h 256050"/>
                <a:gd name="csX136" fmla="*/ 200752 w 384339"/>
                <a:gd name="csY136" fmla="*/ 186882 h 256050"/>
                <a:gd name="csX137" fmla="*/ 201414 w 384339"/>
                <a:gd name="csY137" fmla="*/ 183389 h 256050"/>
                <a:gd name="csX138" fmla="*/ 199991 w 384339"/>
                <a:gd name="csY138" fmla="*/ 184599 h 256050"/>
                <a:gd name="csX139" fmla="*/ 197990 w 384339"/>
                <a:gd name="csY139" fmla="*/ 188000 h 256050"/>
                <a:gd name="csX140" fmla="*/ 196225 w 384339"/>
                <a:gd name="csY140" fmla="*/ 188502 h 256050"/>
                <a:gd name="csX141" fmla="*/ 192306 w 384339"/>
                <a:gd name="csY141" fmla="*/ 188129 h 256050"/>
                <a:gd name="csX142" fmla="*/ 185033 w 384339"/>
                <a:gd name="csY142" fmla="*/ 190374 h 256050"/>
                <a:gd name="csX143" fmla="*/ 184531 w 384339"/>
                <a:gd name="csY143" fmla="*/ 192816 h 256050"/>
                <a:gd name="csX144" fmla="*/ 183435 w 384339"/>
                <a:gd name="csY144" fmla="*/ 196111 h 256050"/>
                <a:gd name="csX145" fmla="*/ 182377 w 384339"/>
                <a:gd name="csY145" fmla="*/ 198028 h 256050"/>
                <a:gd name="csX146" fmla="*/ 182050 w 384339"/>
                <a:gd name="csY146" fmla="*/ 199185 h 256050"/>
                <a:gd name="csX147" fmla="*/ 178953 w 384339"/>
                <a:gd name="csY147" fmla="*/ 204138 h 256050"/>
                <a:gd name="csX148" fmla="*/ 178558 w 384339"/>
                <a:gd name="csY148" fmla="*/ 204609 h 256050"/>
                <a:gd name="csX149" fmla="*/ 172707 w 384339"/>
                <a:gd name="csY149" fmla="*/ 211450 h 256050"/>
                <a:gd name="csX150" fmla="*/ 171961 w 384339"/>
                <a:gd name="csY150" fmla="*/ 211959 h 256050"/>
                <a:gd name="csX151" fmla="*/ 168172 w 384339"/>
                <a:gd name="csY151" fmla="*/ 213550 h 256050"/>
                <a:gd name="csX152" fmla="*/ 165928 w 384339"/>
                <a:gd name="csY152" fmla="*/ 214942 h 256050"/>
                <a:gd name="csX153" fmla="*/ 164208 w 384339"/>
                <a:gd name="csY153" fmla="*/ 215566 h 256050"/>
                <a:gd name="csX154" fmla="*/ 161302 w 384339"/>
                <a:gd name="csY154" fmla="*/ 214873 h 256050"/>
                <a:gd name="csX155" fmla="*/ 160092 w 384339"/>
                <a:gd name="csY155" fmla="*/ 215855 h 256050"/>
                <a:gd name="csX156" fmla="*/ 159521 w 384339"/>
                <a:gd name="csY156" fmla="*/ 217072 h 256050"/>
                <a:gd name="csX157" fmla="*/ 159513 w 384339"/>
                <a:gd name="csY157" fmla="*/ 219591 h 256050"/>
                <a:gd name="csX158" fmla="*/ 160990 w 384339"/>
                <a:gd name="csY158" fmla="*/ 221394 h 256050"/>
                <a:gd name="csX159" fmla="*/ 162199 w 384339"/>
                <a:gd name="csY159" fmla="*/ 227382 h 256050"/>
                <a:gd name="csX160" fmla="*/ 161750 w 384339"/>
                <a:gd name="csY160" fmla="*/ 229908 h 256050"/>
                <a:gd name="csX161" fmla="*/ 160601 w 384339"/>
                <a:gd name="csY161" fmla="*/ 228272 h 256050"/>
                <a:gd name="csX162" fmla="*/ 158798 w 384339"/>
                <a:gd name="csY162" fmla="*/ 226545 h 256050"/>
                <a:gd name="csX163" fmla="*/ 155299 w 384339"/>
                <a:gd name="csY163" fmla="*/ 225069 h 256050"/>
                <a:gd name="csX164" fmla="*/ 151456 w 384339"/>
                <a:gd name="csY164" fmla="*/ 225579 h 256050"/>
                <a:gd name="csX165" fmla="*/ 147264 w 384339"/>
                <a:gd name="csY165" fmla="*/ 228074 h 256050"/>
                <a:gd name="csX166" fmla="*/ 144418 w 384339"/>
                <a:gd name="csY166" fmla="*/ 229003 h 256050"/>
                <a:gd name="csX167" fmla="*/ 142927 w 384339"/>
                <a:gd name="csY167" fmla="*/ 228363 h 256050"/>
                <a:gd name="csX168" fmla="*/ 142014 w 384339"/>
                <a:gd name="csY168" fmla="*/ 228401 h 256050"/>
                <a:gd name="csX169" fmla="*/ 141694 w 384339"/>
                <a:gd name="csY169" fmla="*/ 229117 h 256050"/>
                <a:gd name="csX170" fmla="*/ 141763 w 384339"/>
                <a:gd name="csY170" fmla="*/ 229702 h 256050"/>
                <a:gd name="csX171" fmla="*/ 142219 w 384339"/>
                <a:gd name="csY171" fmla="*/ 230159 h 256050"/>
                <a:gd name="csX172" fmla="*/ 142158 w 384339"/>
                <a:gd name="csY172" fmla="*/ 230486 h 256050"/>
                <a:gd name="csX173" fmla="*/ 141565 w 384339"/>
                <a:gd name="csY173" fmla="*/ 230692 h 256050"/>
                <a:gd name="csX174" fmla="*/ 134961 w 384339"/>
                <a:gd name="csY174" fmla="*/ 228934 h 256050"/>
                <a:gd name="csX175" fmla="*/ 132107 w 384339"/>
                <a:gd name="csY175" fmla="*/ 227268 h 256050"/>
                <a:gd name="csX176" fmla="*/ 129863 w 384339"/>
                <a:gd name="csY176" fmla="*/ 224141 h 256050"/>
                <a:gd name="csX177" fmla="*/ 130981 w 384339"/>
                <a:gd name="csY177" fmla="*/ 223129 h 256050"/>
                <a:gd name="csX178" fmla="*/ 131955 w 384339"/>
                <a:gd name="csY178" fmla="*/ 222680 h 256050"/>
                <a:gd name="csX179" fmla="*/ 135394 w 384339"/>
                <a:gd name="csY179" fmla="*/ 222421 h 256050"/>
                <a:gd name="csX180" fmla="*/ 135988 w 384339"/>
                <a:gd name="csY180" fmla="*/ 222102 h 256050"/>
                <a:gd name="csX181" fmla="*/ 136049 w 384339"/>
                <a:gd name="csY181" fmla="*/ 221379 h 256050"/>
                <a:gd name="csX182" fmla="*/ 136307 w 384339"/>
                <a:gd name="csY182" fmla="*/ 220435 h 256050"/>
                <a:gd name="csX183" fmla="*/ 136216 w 384339"/>
                <a:gd name="csY183" fmla="*/ 219058 h 256050"/>
                <a:gd name="csX184" fmla="*/ 135836 w 384339"/>
                <a:gd name="csY184" fmla="*/ 217597 h 256050"/>
                <a:gd name="csX185" fmla="*/ 137342 w 384339"/>
                <a:gd name="csY185" fmla="*/ 215459 h 256050"/>
                <a:gd name="csX186" fmla="*/ 139587 w 384339"/>
                <a:gd name="csY186" fmla="*/ 213694 h 256050"/>
                <a:gd name="csX187" fmla="*/ 140903 w 384339"/>
                <a:gd name="csY187" fmla="*/ 211921 h 256050"/>
                <a:gd name="csX188" fmla="*/ 141101 w 384339"/>
                <a:gd name="csY188" fmla="*/ 209319 h 256050"/>
                <a:gd name="csX189" fmla="*/ 143467 w 384339"/>
                <a:gd name="csY189" fmla="*/ 208049 h 256050"/>
                <a:gd name="csX190" fmla="*/ 145559 w 384339"/>
                <a:gd name="csY190" fmla="*/ 205865 h 256050"/>
                <a:gd name="csX191" fmla="*/ 146077 w 384339"/>
                <a:gd name="csY191" fmla="*/ 203483 h 256050"/>
                <a:gd name="csX192" fmla="*/ 146815 w 384339"/>
                <a:gd name="csY192" fmla="*/ 201984 h 256050"/>
                <a:gd name="csX193" fmla="*/ 145476 w 384339"/>
                <a:gd name="csY193" fmla="*/ 198538 h 256050"/>
                <a:gd name="csX194" fmla="*/ 145194 w 384339"/>
                <a:gd name="csY194" fmla="*/ 196263 h 256050"/>
                <a:gd name="csX195" fmla="*/ 145134 w 384339"/>
                <a:gd name="csY195" fmla="*/ 194353 h 256050"/>
                <a:gd name="csX196" fmla="*/ 145788 w 384339"/>
                <a:gd name="csY196" fmla="*/ 193295 h 256050"/>
                <a:gd name="csX197" fmla="*/ 147743 w 384339"/>
                <a:gd name="csY197" fmla="*/ 192101 h 256050"/>
                <a:gd name="csX198" fmla="*/ 149797 w 384339"/>
                <a:gd name="csY198" fmla="*/ 191173 h 256050"/>
                <a:gd name="csX199" fmla="*/ 150650 w 384339"/>
                <a:gd name="csY199" fmla="*/ 191264 h 256050"/>
                <a:gd name="csX200" fmla="*/ 150962 w 384339"/>
                <a:gd name="csY200" fmla="*/ 191850 h 256050"/>
                <a:gd name="csX201" fmla="*/ 151038 w 384339"/>
                <a:gd name="csY201" fmla="*/ 195730 h 256050"/>
                <a:gd name="csX202" fmla="*/ 151448 w 384339"/>
                <a:gd name="csY202" fmla="*/ 195806 h 256050"/>
                <a:gd name="csX203" fmla="*/ 152103 w 384339"/>
                <a:gd name="csY203" fmla="*/ 195327 h 256050"/>
                <a:gd name="csX204" fmla="*/ 153175 w 384339"/>
                <a:gd name="csY204" fmla="*/ 193044 h 256050"/>
                <a:gd name="csX205" fmla="*/ 153914 w 384339"/>
                <a:gd name="csY205" fmla="*/ 193706 h 256050"/>
                <a:gd name="csX206" fmla="*/ 155055 w 384339"/>
                <a:gd name="csY206" fmla="*/ 193957 h 256050"/>
                <a:gd name="csX207" fmla="*/ 155907 w 384339"/>
                <a:gd name="csY207" fmla="*/ 193364 h 256050"/>
                <a:gd name="csX208" fmla="*/ 156462 w 384339"/>
                <a:gd name="csY208" fmla="*/ 193432 h 256050"/>
                <a:gd name="csX209" fmla="*/ 157147 w 384339"/>
                <a:gd name="csY209" fmla="*/ 194018 h 256050"/>
                <a:gd name="csX210" fmla="*/ 158517 w 384339"/>
                <a:gd name="csY210" fmla="*/ 194848 h 256050"/>
                <a:gd name="csX211" fmla="*/ 159795 w 384339"/>
                <a:gd name="csY211" fmla="*/ 195122 h 256050"/>
                <a:gd name="csX212" fmla="*/ 160853 w 384339"/>
                <a:gd name="csY212" fmla="*/ 194574 h 256050"/>
                <a:gd name="csX213" fmla="*/ 161758 w 384339"/>
                <a:gd name="csY213" fmla="*/ 193585 h 256050"/>
                <a:gd name="csX214" fmla="*/ 162724 w 384339"/>
                <a:gd name="csY214" fmla="*/ 193919 h 256050"/>
                <a:gd name="csX215" fmla="*/ 164558 w 384339"/>
                <a:gd name="csY215" fmla="*/ 196613 h 256050"/>
                <a:gd name="csX216" fmla="*/ 165410 w 384339"/>
                <a:gd name="csY216" fmla="*/ 196316 h 256050"/>
                <a:gd name="csX217" fmla="*/ 169633 w 384339"/>
                <a:gd name="csY217" fmla="*/ 195776 h 256050"/>
                <a:gd name="csX218" fmla="*/ 170310 w 384339"/>
                <a:gd name="csY218" fmla="*/ 195045 h 256050"/>
                <a:gd name="csX219" fmla="*/ 170812 w 384339"/>
                <a:gd name="csY219" fmla="*/ 194383 h 256050"/>
                <a:gd name="csX220" fmla="*/ 166399 w 384339"/>
                <a:gd name="csY220" fmla="*/ 190807 h 256050"/>
                <a:gd name="csX221" fmla="*/ 166620 w 384339"/>
                <a:gd name="csY221" fmla="*/ 188137 h 256050"/>
                <a:gd name="csX222" fmla="*/ 166787 w 384339"/>
                <a:gd name="csY222" fmla="*/ 185071 h 256050"/>
                <a:gd name="csX223" fmla="*/ 166262 w 384339"/>
                <a:gd name="csY223" fmla="*/ 183245 h 256050"/>
                <a:gd name="csX224" fmla="*/ 165403 w 384339"/>
                <a:gd name="csY224" fmla="*/ 181799 h 256050"/>
                <a:gd name="csX225" fmla="*/ 162032 w 384339"/>
                <a:gd name="csY225" fmla="*/ 180117 h 256050"/>
                <a:gd name="csX226" fmla="*/ 159422 w 384339"/>
                <a:gd name="csY226" fmla="*/ 178375 h 256050"/>
                <a:gd name="csX227" fmla="*/ 158874 w 384339"/>
                <a:gd name="csY227" fmla="*/ 177584 h 256050"/>
                <a:gd name="csX228" fmla="*/ 158806 w 384339"/>
                <a:gd name="csY228" fmla="*/ 176564 h 256050"/>
                <a:gd name="csX229" fmla="*/ 158692 w 384339"/>
                <a:gd name="csY229" fmla="*/ 174982 h 256050"/>
                <a:gd name="csX230" fmla="*/ 157657 w 384339"/>
                <a:gd name="csY230" fmla="*/ 173620 h 256050"/>
                <a:gd name="csX231" fmla="*/ 157573 w 384339"/>
                <a:gd name="csY231" fmla="*/ 172463 h 256050"/>
                <a:gd name="csX232" fmla="*/ 158227 w 384339"/>
                <a:gd name="csY232" fmla="*/ 170660 h 256050"/>
                <a:gd name="csX233" fmla="*/ 158387 w 384339"/>
                <a:gd name="csY233" fmla="*/ 168743 h 256050"/>
                <a:gd name="csX234" fmla="*/ 158167 w 384339"/>
                <a:gd name="csY234" fmla="*/ 167982 h 256050"/>
                <a:gd name="csX235" fmla="*/ 157558 w 384339"/>
                <a:gd name="csY235" fmla="*/ 167358 h 256050"/>
                <a:gd name="csX236" fmla="*/ 156387 w 384339"/>
                <a:gd name="csY236" fmla="*/ 167297 h 256050"/>
                <a:gd name="csX237" fmla="*/ 154842 w 384339"/>
                <a:gd name="csY237" fmla="*/ 166186 h 256050"/>
                <a:gd name="csX238" fmla="*/ 153784 w 384339"/>
                <a:gd name="csY238" fmla="*/ 164687 h 256050"/>
                <a:gd name="csX239" fmla="*/ 150939 w 384339"/>
                <a:gd name="csY239" fmla="*/ 162527 h 256050"/>
                <a:gd name="csX240" fmla="*/ 150071 w 384339"/>
                <a:gd name="csY240" fmla="*/ 162176 h 256050"/>
                <a:gd name="csX241" fmla="*/ 149539 w 384339"/>
                <a:gd name="csY241" fmla="*/ 161104 h 256050"/>
                <a:gd name="csX242" fmla="*/ 149280 w 384339"/>
                <a:gd name="csY242" fmla="*/ 159825 h 256050"/>
                <a:gd name="csX243" fmla="*/ 149881 w 384339"/>
                <a:gd name="csY243" fmla="*/ 158235 h 256050"/>
                <a:gd name="csX244" fmla="*/ 150634 w 384339"/>
                <a:gd name="csY244" fmla="*/ 155778 h 256050"/>
                <a:gd name="csX245" fmla="*/ 151159 w 384339"/>
                <a:gd name="csY245" fmla="*/ 153472 h 256050"/>
                <a:gd name="csX246" fmla="*/ 151167 w 384339"/>
                <a:gd name="csY246" fmla="*/ 152095 h 256050"/>
                <a:gd name="csX247" fmla="*/ 150825 w 384339"/>
                <a:gd name="csY247" fmla="*/ 148687 h 256050"/>
                <a:gd name="csX248" fmla="*/ 149341 w 384339"/>
                <a:gd name="csY248" fmla="*/ 146077 h 256050"/>
                <a:gd name="csX249" fmla="*/ 148649 w 384339"/>
                <a:gd name="csY249" fmla="*/ 145735 h 256050"/>
                <a:gd name="csX250" fmla="*/ 147454 w 384339"/>
                <a:gd name="csY250" fmla="*/ 146465 h 256050"/>
                <a:gd name="csX251" fmla="*/ 146092 w 384339"/>
                <a:gd name="csY251" fmla="*/ 147081 h 256050"/>
                <a:gd name="csX252" fmla="*/ 145019 w 384339"/>
                <a:gd name="csY252" fmla="*/ 146503 h 256050"/>
                <a:gd name="csX253" fmla="*/ 143794 w 384339"/>
                <a:gd name="csY253" fmla="*/ 145088 h 256050"/>
                <a:gd name="csX254" fmla="*/ 141831 w 384339"/>
                <a:gd name="csY254" fmla="*/ 141139 h 256050"/>
                <a:gd name="csX255" fmla="*/ 138156 w 384339"/>
                <a:gd name="csY255" fmla="*/ 140348 h 256050"/>
                <a:gd name="csX256" fmla="*/ 136635 w 384339"/>
                <a:gd name="csY256" fmla="*/ 140157 h 256050"/>
                <a:gd name="csX257" fmla="*/ 135197 w 384339"/>
                <a:gd name="csY257" fmla="*/ 142060 h 256050"/>
                <a:gd name="csX258" fmla="*/ 134747 w 384339"/>
                <a:gd name="csY258" fmla="*/ 141481 h 256050"/>
                <a:gd name="csX259" fmla="*/ 134344 w 384339"/>
                <a:gd name="csY259" fmla="*/ 140264 h 256050"/>
                <a:gd name="csX260" fmla="*/ 133584 w 384339"/>
                <a:gd name="csY260" fmla="*/ 139785 h 256050"/>
                <a:gd name="csX261" fmla="*/ 132579 w 384339"/>
                <a:gd name="csY261" fmla="*/ 140348 h 256050"/>
                <a:gd name="csX262" fmla="*/ 132290 w 384339"/>
                <a:gd name="csY262" fmla="*/ 139807 h 256050"/>
                <a:gd name="csX263" fmla="*/ 132724 w 384339"/>
                <a:gd name="csY263" fmla="*/ 138156 h 256050"/>
                <a:gd name="csX264" fmla="*/ 131529 w 384339"/>
                <a:gd name="csY264" fmla="*/ 137342 h 256050"/>
                <a:gd name="csX265" fmla="*/ 128707 w 384339"/>
                <a:gd name="csY265" fmla="*/ 137357 h 256050"/>
                <a:gd name="csX266" fmla="*/ 127200 w 384339"/>
                <a:gd name="csY266" fmla="*/ 136749 h 256050"/>
                <a:gd name="csX267" fmla="*/ 127025 w 384339"/>
                <a:gd name="csY267" fmla="*/ 135508 h 256050"/>
                <a:gd name="csX268" fmla="*/ 126135 w 384339"/>
                <a:gd name="csY268" fmla="*/ 134694 h 256050"/>
                <a:gd name="csX269" fmla="*/ 124537 w 384339"/>
                <a:gd name="csY269" fmla="*/ 134299 h 256050"/>
                <a:gd name="csX270" fmla="*/ 122977 w 384339"/>
                <a:gd name="csY270" fmla="*/ 133287 h 256050"/>
                <a:gd name="csX271" fmla="*/ 121471 w 384339"/>
                <a:gd name="csY271" fmla="*/ 131651 h 256050"/>
                <a:gd name="csX272" fmla="*/ 119211 w 384339"/>
                <a:gd name="csY272" fmla="*/ 130586 h 256050"/>
                <a:gd name="csX273" fmla="*/ 116206 w 384339"/>
                <a:gd name="csY273" fmla="*/ 130091 h 256050"/>
                <a:gd name="csX274" fmla="*/ 115962 w 384339"/>
                <a:gd name="csY274" fmla="*/ 129916 h 256050"/>
                <a:gd name="csX275" fmla="*/ 115681 w 384339"/>
                <a:gd name="csY275" fmla="*/ 129680 h 256050"/>
                <a:gd name="csX276" fmla="*/ 113740 w 384339"/>
                <a:gd name="csY276" fmla="*/ 130791 h 256050"/>
                <a:gd name="csX277" fmla="*/ 112576 w 384339"/>
                <a:gd name="csY277" fmla="*/ 131674 h 256050"/>
                <a:gd name="csX278" fmla="*/ 111146 w 384339"/>
                <a:gd name="csY278" fmla="*/ 131126 h 256050"/>
                <a:gd name="csX279" fmla="*/ 108833 w 384339"/>
                <a:gd name="csY279" fmla="*/ 133089 h 256050"/>
                <a:gd name="csX280" fmla="*/ 104131 w 384339"/>
                <a:gd name="csY280" fmla="*/ 133188 h 256050"/>
                <a:gd name="csX281" fmla="*/ 101825 w 384339"/>
                <a:gd name="csY281" fmla="*/ 133066 h 256050"/>
                <a:gd name="csX282" fmla="*/ 100684 w 384339"/>
                <a:gd name="csY282" fmla="*/ 132579 h 256050"/>
                <a:gd name="csX283" fmla="*/ 96271 w 384339"/>
                <a:gd name="csY283" fmla="*/ 135562 h 256050"/>
                <a:gd name="csX284" fmla="*/ 95807 w 384339"/>
                <a:gd name="csY284" fmla="*/ 136657 h 256050"/>
                <a:gd name="csX285" fmla="*/ 94818 w 384339"/>
                <a:gd name="csY285" fmla="*/ 137023 h 256050"/>
                <a:gd name="csX286" fmla="*/ 92041 w 384339"/>
                <a:gd name="csY286" fmla="*/ 137616 h 256050"/>
                <a:gd name="csX287" fmla="*/ 89119 w 384339"/>
                <a:gd name="csY287" fmla="*/ 138453 h 256050"/>
                <a:gd name="csX288" fmla="*/ 88503 w 384339"/>
                <a:gd name="csY288" fmla="*/ 141337 h 256050"/>
                <a:gd name="csX289" fmla="*/ 87636 w 384339"/>
                <a:gd name="csY289" fmla="*/ 142896 h 256050"/>
                <a:gd name="csX290" fmla="*/ 86068 w 384339"/>
                <a:gd name="csY290" fmla="*/ 145179 h 256050"/>
                <a:gd name="csX291" fmla="*/ 80643 w 384339"/>
                <a:gd name="csY291" fmla="*/ 145970 h 256050"/>
                <a:gd name="csX292" fmla="*/ 75956 w 384339"/>
                <a:gd name="csY292" fmla="*/ 147081 h 256050"/>
                <a:gd name="csX293" fmla="*/ 71155 w 384339"/>
                <a:gd name="csY293" fmla="*/ 147773 h 256050"/>
                <a:gd name="csX294" fmla="*/ 64863 w 384339"/>
                <a:gd name="csY294" fmla="*/ 150558 h 256050"/>
                <a:gd name="csX295" fmla="*/ 62816 w 384339"/>
                <a:gd name="csY295" fmla="*/ 153008 h 256050"/>
                <a:gd name="csX296" fmla="*/ 60792 w 384339"/>
                <a:gd name="csY296" fmla="*/ 153693 h 256050"/>
                <a:gd name="csX297" fmla="*/ 58959 w 384339"/>
                <a:gd name="csY297" fmla="*/ 153898 h 256050"/>
                <a:gd name="csX298" fmla="*/ 57772 w 384339"/>
                <a:gd name="csY298" fmla="*/ 152529 h 256050"/>
                <a:gd name="csX299" fmla="*/ 53777 w 384339"/>
                <a:gd name="csY299" fmla="*/ 148861 h 256050"/>
                <a:gd name="csX300" fmla="*/ 52240 w 384339"/>
                <a:gd name="csY300" fmla="*/ 147127 h 256050"/>
                <a:gd name="csX301" fmla="*/ 50216 w 384339"/>
                <a:gd name="csY301" fmla="*/ 146617 h 256050"/>
                <a:gd name="csX302" fmla="*/ 48017 w 384339"/>
                <a:gd name="csY302" fmla="*/ 146906 h 256050"/>
                <a:gd name="csX303" fmla="*/ 45902 w 384339"/>
                <a:gd name="csY303" fmla="*/ 147758 h 256050"/>
                <a:gd name="csX304" fmla="*/ 43681 w 384339"/>
                <a:gd name="csY304" fmla="*/ 147918 h 256050"/>
                <a:gd name="csX305" fmla="*/ 41162 w 384339"/>
                <a:gd name="csY305" fmla="*/ 146686 h 256050"/>
                <a:gd name="csX306" fmla="*/ 40896 w 384339"/>
                <a:gd name="csY306" fmla="*/ 146807 h 256050"/>
                <a:gd name="csX307" fmla="*/ 39930 w 384339"/>
                <a:gd name="csY307" fmla="*/ 146975 h 256050"/>
                <a:gd name="csX308" fmla="*/ 33675 w 384339"/>
                <a:gd name="csY308" fmla="*/ 145483 h 256050"/>
                <a:gd name="csX309" fmla="*/ 33097 w 384339"/>
                <a:gd name="csY309" fmla="*/ 145232 h 256050"/>
                <a:gd name="csX310" fmla="*/ 32823 w 384339"/>
                <a:gd name="csY310" fmla="*/ 145171 h 256050"/>
                <a:gd name="csX311" fmla="*/ 31964 w 384339"/>
                <a:gd name="csY311" fmla="*/ 145057 h 256050"/>
                <a:gd name="csX312" fmla="*/ 27254 w 384339"/>
                <a:gd name="csY312" fmla="*/ 145240 h 256050"/>
                <a:gd name="csX313" fmla="*/ 22864 w 384339"/>
                <a:gd name="csY313" fmla="*/ 142227 h 256050"/>
                <a:gd name="csX314" fmla="*/ 21517 w 384339"/>
                <a:gd name="csY314" fmla="*/ 142135 h 256050"/>
                <a:gd name="csX315" fmla="*/ 20474 w 384339"/>
                <a:gd name="csY315" fmla="*/ 143353 h 256050"/>
                <a:gd name="csX316" fmla="*/ 19706 w 384339"/>
                <a:gd name="csY316" fmla="*/ 144707 h 256050"/>
                <a:gd name="csX317" fmla="*/ 16678 w 384339"/>
                <a:gd name="csY317" fmla="*/ 146054 h 256050"/>
                <a:gd name="csX318" fmla="*/ 15902 w 384339"/>
                <a:gd name="csY318" fmla="*/ 146594 h 256050"/>
                <a:gd name="csX319" fmla="*/ 15460 w 384339"/>
                <a:gd name="csY319" fmla="*/ 146176 h 256050"/>
                <a:gd name="csX320" fmla="*/ 15255 w 384339"/>
                <a:gd name="csY320" fmla="*/ 145012 h 256050"/>
                <a:gd name="csX321" fmla="*/ 15483 w 384339"/>
                <a:gd name="csY321" fmla="*/ 143977 h 256050"/>
                <a:gd name="csX322" fmla="*/ 15035 w 384339"/>
                <a:gd name="csY322" fmla="*/ 143003 h 256050"/>
                <a:gd name="csX323" fmla="*/ 13886 w 384339"/>
                <a:gd name="csY323" fmla="*/ 141892 h 256050"/>
                <a:gd name="csX324" fmla="*/ 13604 w 384339"/>
                <a:gd name="csY324" fmla="*/ 141428 h 256050"/>
                <a:gd name="csX325" fmla="*/ 12158 w 384339"/>
                <a:gd name="csY325" fmla="*/ 141512 h 256050"/>
                <a:gd name="csX326" fmla="*/ 11763 w 384339"/>
                <a:gd name="csY326" fmla="*/ 141618 h 256050"/>
                <a:gd name="csX327" fmla="*/ 11618 w 384339"/>
                <a:gd name="csY327" fmla="*/ 141595 h 256050"/>
                <a:gd name="csX328" fmla="*/ 9610 w 384339"/>
                <a:gd name="csY328" fmla="*/ 140652 h 256050"/>
                <a:gd name="csX329" fmla="*/ 8286 w 384339"/>
                <a:gd name="csY329" fmla="*/ 138377 h 256050"/>
                <a:gd name="csX330" fmla="*/ 6224 w 384339"/>
                <a:gd name="csY330" fmla="*/ 137167 h 256050"/>
                <a:gd name="csX331" fmla="*/ 4649 w 384339"/>
                <a:gd name="csY331" fmla="*/ 136756 h 256050"/>
                <a:gd name="csX332" fmla="*/ 3933 w 384339"/>
                <a:gd name="csY332" fmla="*/ 135775 h 256050"/>
                <a:gd name="csX333" fmla="*/ 3469 w 384339"/>
                <a:gd name="csY333" fmla="*/ 134474 h 256050"/>
                <a:gd name="csX334" fmla="*/ 2982 w 384339"/>
                <a:gd name="csY334" fmla="*/ 133492 h 256050"/>
                <a:gd name="csX335" fmla="*/ 2929 w 384339"/>
                <a:gd name="csY335" fmla="*/ 133393 h 256050"/>
                <a:gd name="csX336" fmla="*/ 2595 w 384339"/>
                <a:gd name="csY336" fmla="*/ 131902 h 256050"/>
                <a:gd name="csX337" fmla="*/ 2115 w 384339"/>
                <a:gd name="csY337" fmla="*/ 131750 h 256050"/>
                <a:gd name="csX338" fmla="*/ 2031 w 384339"/>
                <a:gd name="csY338" fmla="*/ 131712 h 256050"/>
                <a:gd name="csX339" fmla="*/ 0 w 384339"/>
                <a:gd name="csY339" fmla="*/ 131970 h 256050"/>
                <a:gd name="csX340" fmla="*/ 236 w 384339"/>
                <a:gd name="csY340" fmla="*/ 126728 h 256050"/>
                <a:gd name="csX341" fmla="*/ 3485 w 384339"/>
                <a:gd name="csY341" fmla="*/ 122947 h 256050"/>
                <a:gd name="csX342" fmla="*/ 4284 w 384339"/>
                <a:gd name="csY342" fmla="*/ 121037 h 256050"/>
                <a:gd name="csX343" fmla="*/ 5501 w 384339"/>
                <a:gd name="csY343" fmla="*/ 116890 h 256050"/>
                <a:gd name="csX344" fmla="*/ 6414 w 384339"/>
                <a:gd name="csY344" fmla="*/ 114943 h 256050"/>
                <a:gd name="csX345" fmla="*/ 7510 w 384339"/>
                <a:gd name="csY345" fmla="*/ 113330 h 256050"/>
                <a:gd name="csX346" fmla="*/ 8385 w 384339"/>
                <a:gd name="csY346" fmla="*/ 111770 h 256050"/>
                <a:gd name="csX347" fmla="*/ 8697 w 384339"/>
                <a:gd name="csY347" fmla="*/ 110431 h 256050"/>
                <a:gd name="csX348" fmla="*/ 9579 w 384339"/>
                <a:gd name="csY348" fmla="*/ 110279 h 256050"/>
                <a:gd name="csX349" fmla="*/ 12166 w 384339"/>
                <a:gd name="csY349" fmla="*/ 111488 h 256050"/>
                <a:gd name="csX350" fmla="*/ 14487 w 384339"/>
                <a:gd name="csY350" fmla="*/ 112112 h 256050"/>
                <a:gd name="csX351" fmla="*/ 15126 w 384339"/>
                <a:gd name="csY351" fmla="*/ 111519 h 256050"/>
                <a:gd name="csX352" fmla="*/ 15392 w 384339"/>
                <a:gd name="csY352" fmla="*/ 110743 h 256050"/>
                <a:gd name="csX353" fmla="*/ 15285 w 384339"/>
                <a:gd name="csY353" fmla="*/ 110142 h 256050"/>
                <a:gd name="csX354" fmla="*/ 13429 w 384339"/>
                <a:gd name="csY354" fmla="*/ 108353 h 256050"/>
                <a:gd name="csX355" fmla="*/ 12265 w 384339"/>
                <a:gd name="csY355" fmla="*/ 107212 h 256050"/>
                <a:gd name="csX356" fmla="*/ 12189 w 384339"/>
                <a:gd name="csY356" fmla="*/ 106512 h 256050"/>
                <a:gd name="csX357" fmla="*/ 12607 w 384339"/>
                <a:gd name="csY357" fmla="*/ 104937 h 256050"/>
                <a:gd name="csX358" fmla="*/ 12836 w 384339"/>
                <a:gd name="csY358" fmla="*/ 103172 h 256050"/>
                <a:gd name="csX359" fmla="*/ 12569 w 384339"/>
                <a:gd name="csY359" fmla="*/ 101255 h 256050"/>
                <a:gd name="csX360" fmla="*/ 11299 w 384339"/>
                <a:gd name="csY360" fmla="*/ 97002 h 256050"/>
                <a:gd name="csX361" fmla="*/ 11063 w 384339"/>
                <a:gd name="csY361" fmla="*/ 95191 h 256050"/>
                <a:gd name="csX362" fmla="*/ 12272 w 384339"/>
                <a:gd name="csY362" fmla="*/ 92984 h 256050"/>
                <a:gd name="csX363" fmla="*/ 16214 w 384339"/>
                <a:gd name="csY363" fmla="*/ 87719 h 256050"/>
                <a:gd name="csX364" fmla="*/ 17530 w 384339"/>
                <a:gd name="csY364" fmla="*/ 85733 h 256050"/>
                <a:gd name="csX365" fmla="*/ 19326 w 384339"/>
                <a:gd name="csY365" fmla="*/ 83337 h 256050"/>
                <a:gd name="csX366" fmla="*/ 24203 w 384339"/>
                <a:gd name="csY366" fmla="*/ 77585 h 256050"/>
                <a:gd name="csX367" fmla="*/ 27276 w 384339"/>
                <a:gd name="csY367" fmla="*/ 74229 h 256050"/>
                <a:gd name="csX368" fmla="*/ 29362 w 384339"/>
                <a:gd name="csY368" fmla="*/ 72365 h 256050"/>
                <a:gd name="csX369" fmla="*/ 32413 w 384339"/>
                <a:gd name="csY369" fmla="*/ 69131 h 256050"/>
                <a:gd name="csX370" fmla="*/ 33751 w 384339"/>
                <a:gd name="csY370" fmla="*/ 67450 h 256050"/>
                <a:gd name="csX371" fmla="*/ 39321 w 384339"/>
                <a:gd name="csY371" fmla="*/ 66354 h 256050"/>
                <a:gd name="csX372" fmla="*/ 40013 w 384339"/>
                <a:gd name="csY372" fmla="*/ 64779 h 256050"/>
                <a:gd name="csX373" fmla="*/ 41033 w 384339"/>
                <a:gd name="csY373" fmla="*/ 63060 h 256050"/>
                <a:gd name="csX374" fmla="*/ 41824 w 384339"/>
                <a:gd name="csY374" fmla="*/ 62322 h 256050"/>
                <a:gd name="csX375" fmla="*/ 41931 w 384339"/>
                <a:gd name="csY375" fmla="*/ 59423 h 256050"/>
                <a:gd name="csX376" fmla="*/ 40896 w 384339"/>
                <a:gd name="csY376" fmla="*/ 55870 h 256050"/>
                <a:gd name="csX377" fmla="*/ 40067 w 384339"/>
                <a:gd name="csY377" fmla="*/ 54614 h 256050"/>
                <a:gd name="csX378" fmla="*/ 39450 w 384339"/>
                <a:gd name="csY378" fmla="*/ 53754 h 256050"/>
                <a:gd name="csX379" fmla="*/ 39854 w 384339"/>
                <a:gd name="csY379" fmla="*/ 52956 h 256050"/>
                <a:gd name="csX380" fmla="*/ 40470 w 384339"/>
                <a:gd name="csY380" fmla="*/ 52727 h 256050"/>
                <a:gd name="csX381" fmla="*/ 41231 w 384339"/>
                <a:gd name="csY381" fmla="*/ 52613 h 256050"/>
                <a:gd name="csX382" fmla="*/ 42174 w 384339"/>
                <a:gd name="csY382" fmla="*/ 51753 h 256050"/>
                <a:gd name="csX383" fmla="*/ 41961 w 384339"/>
                <a:gd name="csY383" fmla="*/ 50818 h 256050"/>
                <a:gd name="csX384" fmla="*/ 39610 w 384339"/>
                <a:gd name="csY384" fmla="*/ 48535 h 256050"/>
                <a:gd name="csX385" fmla="*/ 38590 w 384339"/>
                <a:gd name="csY385" fmla="*/ 46777 h 256050"/>
                <a:gd name="csX386" fmla="*/ 37000 w 384339"/>
                <a:gd name="csY386" fmla="*/ 42243 h 256050"/>
                <a:gd name="csX387" fmla="*/ 33774 w 384339"/>
                <a:gd name="csY387" fmla="*/ 37525 h 256050"/>
                <a:gd name="csX388" fmla="*/ 32755 w 384339"/>
                <a:gd name="csY388" fmla="*/ 35996 h 256050"/>
                <a:gd name="csX389" fmla="*/ 32610 w 384339"/>
                <a:gd name="csY389" fmla="*/ 34551 h 256050"/>
                <a:gd name="csX390" fmla="*/ 33082 w 384339"/>
                <a:gd name="csY390" fmla="*/ 33105 h 256050"/>
                <a:gd name="csX391" fmla="*/ 32633 w 384339"/>
                <a:gd name="csY391" fmla="*/ 31256 h 256050"/>
                <a:gd name="csX392" fmla="*/ 31492 w 384339"/>
                <a:gd name="csY392" fmla="*/ 28897 h 256050"/>
                <a:gd name="csX393" fmla="*/ 31674 w 384339"/>
                <a:gd name="csY393" fmla="*/ 28639 h 256050"/>
                <a:gd name="csX394" fmla="*/ 31560 w 384339"/>
                <a:gd name="csY394" fmla="*/ 25725 h 256050"/>
                <a:gd name="csX395" fmla="*/ 32374 w 384339"/>
                <a:gd name="csY395" fmla="*/ 25093 h 256050"/>
                <a:gd name="csX396" fmla="*/ 33660 w 384339"/>
                <a:gd name="csY396" fmla="*/ 24667 h 256050"/>
                <a:gd name="csX397" fmla="*/ 35471 w 384339"/>
                <a:gd name="csY397" fmla="*/ 24812 h 256050"/>
                <a:gd name="csX398" fmla="*/ 37023 w 384339"/>
                <a:gd name="csY398" fmla="*/ 25260 h 256050"/>
                <a:gd name="csX399" fmla="*/ 38880 w 384339"/>
                <a:gd name="csY399" fmla="*/ 26592 h 256050"/>
                <a:gd name="csX400" fmla="*/ 39458 w 384339"/>
                <a:gd name="csY400" fmla="*/ 26379 h 256050"/>
                <a:gd name="csX401" fmla="*/ 42631 w 384339"/>
                <a:gd name="csY401" fmla="*/ 23868 h 256050"/>
                <a:gd name="csX402" fmla="*/ 45902 w 384339"/>
                <a:gd name="csY402" fmla="*/ 20079 h 256050"/>
                <a:gd name="csX403" fmla="*/ 46838 w 384339"/>
                <a:gd name="csY403" fmla="*/ 17880 h 256050"/>
                <a:gd name="csX404" fmla="*/ 47652 w 384339"/>
                <a:gd name="csY404" fmla="*/ 16876 h 256050"/>
                <a:gd name="csX405" fmla="*/ 50498 w 384339"/>
                <a:gd name="csY405" fmla="*/ 16343 h 256050"/>
                <a:gd name="csX406" fmla="*/ 52979 w 384339"/>
                <a:gd name="csY406" fmla="*/ 16123 h 256050"/>
                <a:gd name="csX407" fmla="*/ 54553 w 384339"/>
                <a:gd name="csY407" fmla="*/ 16161 h 256050"/>
                <a:gd name="csX408" fmla="*/ 58426 w 384339"/>
                <a:gd name="csY408" fmla="*/ 15788 h 256050"/>
                <a:gd name="csX409" fmla="*/ 60716 w 384339"/>
                <a:gd name="csY409" fmla="*/ 15369 h 256050"/>
                <a:gd name="csX410" fmla="*/ 62702 w 384339"/>
                <a:gd name="csY410" fmla="*/ 14700 h 256050"/>
                <a:gd name="csX411" fmla="*/ 66986 w 384339"/>
                <a:gd name="csY411" fmla="*/ 14449 h 256050"/>
                <a:gd name="csX412" fmla="*/ 73666 w 384339"/>
                <a:gd name="csY412" fmla="*/ 14898 h 256050"/>
                <a:gd name="csX413" fmla="*/ 78056 w 384339"/>
                <a:gd name="csY413" fmla="*/ 14928 h 256050"/>
                <a:gd name="csX414" fmla="*/ 81039 w 384339"/>
                <a:gd name="csY414" fmla="*/ 15286 h 256050"/>
                <a:gd name="csX415" fmla="*/ 88335 w 384339"/>
                <a:gd name="csY415" fmla="*/ 17302 h 256050"/>
                <a:gd name="csX416" fmla="*/ 91052 w 384339"/>
                <a:gd name="csY416" fmla="*/ 17667 h 256050"/>
                <a:gd name="csX417" fmla="*/ 92315 w 384339"/>
                <a:gd name="csY417" fmla="*/ 18740 h 256050"/>
                <a:gd name="csX418" fmla="*/ 94742 w 384339"/>
                <a:gd name="csY418" fmla="*/ 19136 h 256050"/>
                <a:gd name="csX419" fmla="*/ 99155 w 384339"/>
                <a:gd name="csY419" fmla="*/ 20208 h 256050"/>
                <a:gd name="csX420" fmla="*/ 102982 w 384339"/>
                <a:gd name="csY420" fmla="*/ 20787 h 256050"/>
                <a:gd name="csX421" fmla="*/ 105569 w 384339"/>
                <a:gd name="csY421" fmla="*/ 20551 h 256050"/>
                <a:gd name="csX422" fmla="*/ 107015 w 384339"/>
                <a:gd name="csY422" fmla="*/ 20855 h 256050"/>
                <a:gd name="csX423" fmla="*/ 109754 w 384339"/>
                <a:gd name="csY423" fmla="*/ 25610 h 256050"/>
                <a:gd name="csX424" fmla="*/ 110316 w 384339"/>
                <a:gd name="csY424" fmla="*/ 26166 h 256050"/>
                <a:gd name="csX425" fmla="*/ 111412 w 384339"/>
                <a:gd name="csY425" fmla="*/ 26280 h 256050"/>
                <a:gd name="csX426" fmla="*/ 113649 w 384339"/>
                <a:gd name="csY426" fmla="*/ 25869 h 256050"/>
                <a:gd name="csX427" fmla="*/ 116829 w 384339"/>
                <a:gd name="csY427" fmla="*/ 26029 h 256050"/>
                <a:gd name="csX428" fmla="*/ 118716 w 384339"/>
                <a:gd name="csY428" fmla="*/ 27026 h 256050"/>
                <a:gd name="csX429" fmla="*/ 118442 w 384339"/>
                <a:gd name="csY429" fmla="*/ 29848 h 256050"/>
                <a:gd name="csX430" fmla="*/ 118937 w 384339"/>
                <a:gd name="csY430" fmla="*/ 30259 h 256050"/>
                <a:gd name="csX431" fmla="*/ 119820 w 384339"/>
                <a:gd name="csY431" fmla="*/ 30100 h 256050"/>
                <a:gd name="csX432" fmla="*/ 120832 w 384339"/>
                <a:gd name="csY432" fmla="*/ 28509 h 256050"/>
                <a:gd name="csX433" fmla="*/ 121684 w 384339"/>
                <a:gd name="csY433" fmla="*/ 26858 h 256050"/>
                <a:gd name="csX434" fmla="*/ 122315 w 384339"/>
                <a:gd name="csY434" fmla="*/ 26341 h 256050"/>
                <a:gd name="csX435" fmla="*/ 125564 w 384339"/>
                <a:gd name="csY435" fmla="*/ 27459 h 256050"/>
                <a:gd name="csX436" fmla="*/ 127048 w 384339"/>
                <a:gd name="csY436" fmla="*/ 27277 h 256050"/>
                <a:gd name="csX437" fmla="*/ 128417 w 384339"/>
                <a:gd name="csY437" fmla="*/ 26021 h 256050"/>
                <a:gd name="csX438" fmla="*/ 129254 w 384339"/>
                <a:gd name="csY438" fmla="*/ 25808 h 256050"/>
                <a:gd name="csX439" fmla="*/ 131560 w 384339"/>
                <a:gd name="csY439" fmla="*/ 26698 h 256050"/>
                <a:gd name="csX440" fmla="*/ 134398 w 384339"/>
                <a:gd name="csY440" fmla="*/ 27322 h 256050"/>
                <a:gd name="csX441" fmla="*/ 136696 w 384339"/>
                <a:gd name="csY441" fmla="*/ 27360 h 256050"/>
                <a:gd name="csX442" fmla="*/ 138126 w 384339"/>
                <a:gd name="csY442" fmla="*/ 28038 h 256050"/>
                <a:gd name="csX443" fmla="*/ 139168 w 384339"/>
                <a:gd name="csY443" fmla="*/ 30982 h 256050"/>
                <a:gd name="csX444" fmla="*/ 140074 w 384339"/>
                <a:gd name="csY444" fmla="*/ 31591 h 256050"/>
                <a:gd name="csX445" fmla="*/ 140948 w 384339"/>
                <a:gd name="csY445" fmla="*/ 31774 h 256050"/>
                <a:gd name="csX446" fmla="*/ 142272 w 384339"/>
                <a:gd name="csY446" fmla="*/ 29141 h 256050"/>
                <a:gd name="csX447" fmla="*/ 143475 w 384339"/>
                <a:gd name="csY447" fmla="*/ 28121 h 256050"/>
                <a:gd name="csX448" fmla="*/ 145141 w 384339"/>
                <a:gd name="csY448" fmla="*/ 27368 h 256050"/>
                <a:gd name="csX449" fmla="*/ 146214 w 384339"/>
                <a:gd name="csY449" fmla="*/ 27041 h 256050"/>
                <a:gd name="csX450" fmla="*/ 146974 w 384339"/>
                <a:gd name="csY450" fmla="*/ 26105 h 256050"/>
                <a:gd name="csX451" fmla="*/ 147994 w 384339"/>
                <a:gd name="csY451" fmla="*/ 25200 h 256050"/>
                <a:gd name="csX452" fmla="*/ 148877 w 384339"/>
                <a:gd name="csY452" fmla="*/ 25123 h 256050"/>
                <a:gd name="csX453" fmla="*/ 149592 w 384339"/>
                <a:gd name="csY453" fmla="*/ 25474 h 256050"/>
                <a:gd name="csX454" fmla="*/ 150414 w 384339"/>
                <a:gd name="csY454" fmla="*/ 26729 h 256050"/>
                <a:gd name="csX455" fmla="*/ 151616 w 384339"/>
                <a:gd name="csY455" fmla="*/ 29590 h 256050"/>
                <a:gd name="csX456" fmla="*/ 153076 w 384339"/>
                <a:gd name="csY456" fmla="*/ 32458 h 256050"/>
                <a:gd name="csX457" fmla="*/ 154096 w 384339"/>
                <a:gd name="csY457" fmla="*/ 33501 h 256050"/>
                <a:gd name="csX458" fmla="*/ 156729 w 384339"/>
                <a:gd name="csY458" fmla="*/ 32618 h 256050"/>
                <a:gd name="csX459" fmla="*/ 158509 w 384339"/>
                <a:gd name="csY459" fmla="*/ 31720 h 256050"/>
                <a:gd name="csX460" fmla="*/ 161773 w 384339"/>
                <a:gd name="csY460" fmla="*/ 31553 h 256050"/>
                <a:gd name="csX461" fmla="*/ 166103 w 384339"/>
                <a:gd name="csY461" fmla="*/ 30921 h 256050"/>
                <a:gd name="csX462" fmla="*/ 169412 w 384339"/>
                <a:gd name="csY462" fmla="*/ 30100 h 256050"/>
                <a:gd name="csX463" fmla="*/ 171482 w 384339"/>
                <a:gd name="csY463" fmla="*/ 30244 h 256050"/>
                <a:gd name="csX464" fmla="*/ 172737 w 384339"/>
                <a:gd name="csY464" fmla="*/ 31157 h 256050"/>
                <a:gd name="csX465" fmla="*/ 174647 w 384339"/>
                <a:gd name="csY465" fmla="*/ 32915 h 256050"/>
                <a:gd name="csX466" fmla="*/ 175164 w 384339"/>
                <a:gd name="csY466" fmla="*/ 35441 h 256050"/>
                <a:gd name="csX467" fmla="*/ 177645 w 384339"/>
                <a:gd name="csY467" fmla="*/ 37183 h 256050"/>
                <a:gd name="csX468" fmla="*/ 179676 w 384339"/>
                <a:gd name="csY468" fmla="*/ 37503 h 256050"/>
                <a:gd name="csX469" fmla="*/ 180369 w 384339"/>
                <a:gd name="csY469" fmla="*/ 35692 h 256050"/>
                <a:gd name="csX470" fmla="*/ 181556 w 384339"/>
                <a:gd name="csY470" fmla="*/ 34429 h 256050"/>
                <a:gd name="csX471" fmla="*/ 181107 w 384339"/>
                <a:gd name="csY471" fmla="*/ 32687 h 256050"/>
                <a:gd name="csX472" fmla="*/ 180909 w 384339"/>
                <a:gd name="csY472" fmla="*/ 30465 h 256050"/>
                <a:gd name="csX473" fmla="*/ 180019 w 384339"/>
                <a:gd name="csY473" fmla="*/ 28403 h 256050"/>
                <a:gd name="csX474" fmla="*/ 179425 w 384339"/>
                <a:gd name="csY474" fmla="*/ 26181 h 256050"/>
                <a:gd name="csX475" fmla="*/ 180513 w 384339"/>
                <a:gd name="csY475" fmla="*/ 23001 h 256050"/>
                <a:gd name="csX476" fmla="*/ 181700 w 384339"/>
                <a:gd name="csY476" fmla="*/ 20216 h 256050"/>
                <a:gd name="csX477" fmla="*/ 182294 w 384339"/>
                <a:gd name="csY477" fmla="*/ 18702 h 256050"/>
                <a:gd name="csX478" fmla="*/ 184173 w 384339"/>
                <a:gd name="csY478" fmla="*/ 15902 h 256050"/>
                <a:gd name="csX479" fmla="*/ 186098 w 384339"/>
                <a:gd name="csY479" fmla="*/ 13901 h 256050"/>
                <a:gd name="csX480" fmla="*/ 188982 w 384339"/>
                <a:gd name="csY480" fmla="*/ 10683 h 256050"/>
                <a:gd name="csX481" fmla="*/ 191089 w 384339"/>
                <a:gd name="csY481" fmla="*/ 9617 h 256050"/>
                <a:gd name="csX482" fmla="*/ 192991 w 384339"/>
                <a:gd name="csY482" fmla="*/ 10104 h 256050"/>
                <a:gd name="csX483" fmla="*/ 194049 w 384339"/>
                <a:gd name="csY483" fmla="*/ 10546 h 256050"/>
                <a:gd name="csX484" fmla="*/ 196780 w 384339"/>
                <a:gd name="csY484" fmla="*/ 8636 h 256050"/>
                <a:gd name="csX485" fmla="*/ 201642 w 384339"/>
                <a:gd name="csY485" fmla="*/ 8537 h 256050"/>
                <a:gd name="csX486" fmla="*/ 205690 w 384339"/>
                <a:gd name="csY486" fmla="*/ 8780 h 256050"/>
                <a:gd name="csX487" fmla="*/ 206101 w 384339"/>
                <a:gd name="csY487" fmla="*/ 8841 h 256050"/>
                <a:gd name="csX488" fmla="*/ 208094 w 384339"/>
                <a:gd name="csY488" fmla="*/ 9830 h 256050"/>
                <a:gd name="csX489" fmla="*/ 210187 w 384339"/>
                <a:gd name="csY489" fmla="*/ 10667 h 256050"/>
                <a:gd name="csX490" fmla="*/ 211632 w 384339"/>
                <a:gd name="csY490" fmla="*/ 10720 h 256050"/>
                <a:gd name="csX491" fmla="*/ 213352 w 384339"/>
                <a:gd name="csY491" fmla="*/ 10530 h 256050"/>
                <a:gd name="csX492" fmla="*/ 215376 w 384339"/>
                <a:gd name="csY492" fmla="*/ 9412 h 256050"/>
                <a:gd name="csX493" fmla="*/ 216783 w 384339"/>
                <a:gd name="csY493" fmla="*/ 8331 h 256050"/>
                <a:gd name="csX494" fmla="*/ 218495 w 384339"/>
                <a:gd name="csY494" fmla="*/ 2838 h 256050"/>
                <a:gd name="csX495" fmla="*/ 219104 w 384339"/>
                <a:gd name="csY495" fmla="*/ 2047 h 256050"/>
                <a:gd name="csX496" fmla="*/ 220047 w 384339"/>
                <a:gd name="csY496" fmla="*/ 1613 h 256050"/>
                <a:gd name="csX497" fmla="*/ 221592 w 384339"/>
                <a:gd name="csY497" fmla="*/ 1568 h 256050"/>
                <a:gd name="csX498" fmla="*/ 224529 w 384339"/>
                <a:gd name="csY498" fmla="*/ 2595 h 256050"/>
                <a:gd name="csX499" fmla="*/ 227968 w 384339"/>
                <a:gd name="csY499" fmla="*/ 3515 h 256050"/>
                <a:gd name="csX500" fmla="*/ 229961 w 384339"/>
                <a:gd name="csY500" fmla="*/ 3386 h 256050"/>
                <a:gd name="csX501" fmla="*/ 235272 w 384339"/>
                <a:gd name="csY501" fmla="*/ 456 h 256050"/>
                <a:gd name="csX502" fmla="*/ 238232 w 384339"/>
                <a:gd name="csY502" fmla="*/ 0 h 256050"/>
                <a:gd name="csX503" fmla="*/ 241747 w 384339"/>
                <a:gd name="csY503" fmla="*/ 685 h 256050"/>
                <a:gd name="csX504" fmla="*/ 245201 w 384339"/>
                <a:gd name="csY504" fmla="*/ 723 h 256050"/>
                <a:gd name="csX505" fmla="*/ 247803 w 384339"/>
                <a:gd name="csY505" fmla="*/ 297 h 256050"/>
                <a:gd name="csX506" fmla="*/ 249592 w 384339"/>
                <a:gd name="csY506" fmla="*/ 1309 h 256050"/>
                <a:gd name="csX507" fmla="*/ 251798 w 384339"/>
                <a:gd name="csY507" fmla="*/ 3546 h 256050"/>
                <a:gd name="csX508" fmla="*/ 253791 w 384339"/>
                <a:gd name="csY508" fmla="*/ 6863 h 256050"/>
                <a:gd name="csX509" fmla="*/ 255876 w 384339"/>
                <a:gd name="csY509" fmla="*/ 12973 h 256050"/>
                <a:gd name="csX510" fmla="*/ 261956 w 384339"/>
                <a:gd name="csY510" fmla="*/ 19843 h 256050"/>
                <a:gd name="csX511" fmla="*/ 262054 w 384339"/>
                <a:gd name="csY511" fmla="*/ 21182 h 256050"/>
                <a:gd name="csX512" fmla="*/ 261560 w 384339"/>
                <a:gd name="csY512" fmla="*/ 22042 h 256050"/>
                <a:gd name="csX513" fmla="*/ 258570 w 384339"/>
                <a:gd name="csY513" fmla="*/ 22871 h 256050"/>
                <a:gd name="csX514" fmla="*/ 256043 w 384339"/>
                <a:gd name="csY514" fmla="*/ 23320 h 256050"/>
                <a:gd name="csX515" fmla="*/ 255922 w 384339"/>
                <a:gd name="csY515" fmla="*/ 24492 h 256050"/>
                <a:gd name="csX516" fmla="*/ 256591 w 384339"/>
                <a:gd name="csY516" fmla="*/ 25763 h 256050"/>
                <a:gd name="csX517" fmla="*/ 257748 w 384339"/>
                <a:gd name="csY517" fmla="*/ 27619 h 256050"/>
                <a:gd name="csX518" fmla="*/ 257923 w 384339"/>
                <a:gd name="csY518" fmla="*/ 30008 h 256050"/>
                <a:gd name="csX519" fmla="*/ 257862 w 384339"/>
                <a:gd name="csY519" fmla="*/ 32200 h 256050"/>
                <a:gd name="csX520" fmla="*/ 258357 w 384339"/>
                <a:gd name="csY520" fmla="*/ 34132 h 256050"/>
                <a:gd name="csX521" fmla="*/ 259323 w 384339"/>
                <a:gd name="csY521" fmla="*/ 34923 h 256050"/>
                <a:gd name="csX522" fmla="*/ 259445 w 384339"/>
                <a:gd name="csY522" fmla="*/ 35890 h 256050"/>
                <a:gd name="csX523" fmla="*/ 258334 w 384339"/>
                <a:gd name="csY523" fmla="*/ 37077 h 256050"/>
                <a:gd name="csX524" fmla="*/ 258022 w 384339"/>
                <a:gd name="csY524" fmla="*/ 37807 h 256050"/>
                <a:gd name="csX525" fmla="*/ 258455 w 384339"/>
                <a:gd name="csY525" fmla="*/ 38203 h 256050"/>
                <a:gd name="csX526" fmla="*/ 263941 w 384339"/>
                <a:gd name="csY526" fmla="*/ 38431 h 256050"/>
                <a:gd name="csX527" fmla="*/ 266627 w 384339"/>
                <a:gd name="csY527" fmla="*/ 39580 h 256050"/>
                <a:gd name="csX528" fmla="*/ 268666 w 384339"/>
                <a:gd name="csY528" fmla="*/ 40630 h 256050"/>
                <a:gd name="csX529" fmla="*/ 269693 w 384339"/>
                <a:gd name="csY529" fmla="*/ 40729 h 256050"/>
                <a:gd name="csX530" fmla="*/ 272006 w 384339"/>
                <a:gd name="csY530" fmla="*/ 40059 h 256050"/>
                <a:gd name="csX531" fmla="*/ 274608 w 384339"/>
                <a:gd name="csY531" fmla="*/ 39633 h 256050"/>
                <a:gd name="csX532" fmla="*/ 276184 w 384339"/>
                <a:gd name="csY532" fmla="*/ 39572 h 256050"/>
                <a:gd name="csX533" fmla="*/ 276792 w 384339"/>
                <a:gd name="csY533" fmla="*/ 40348 h 256050"/>
                <a:gd name="csX534" fmla="*/ 277279 w 384339"/>
                <a:gd name="csY534" fmla="*/ 42380 h 256050"/>
                <a:gd name="csX535" fmla="*/ 278192 w 384339"/>
                <a:gd name="csY535" fmla="*/ 44411 h 256050"/>
                <a:gd name="csX536" fmla="*/ 279044 w 384339"/>
                <a:gd name="csY536" fmla="*/ 44990 h 256050"/>
                <a:gd name="csX537" fmla="*/ 280566 w 384339"/>
                <a:gd name="csY537" fmla="*/ 44891 h 256050"/>
                <a:gd name="csX538" fmla="*/ 281479 w 384339"/>
                <a:gd name="csY538" fmla="*/ 44990 h 256050"/>
                <a:gd name="csX539" fmla="*/ 281966 w 384339"/>
                <a:gd name="csY539" fmla="*/ 45758 h 256050"/>
                <a:gd name="csX540" fmla="*/ 281418 w 384339"/>
                <a:gd name="csY540" fmla="*/ 46914 h 256050"/>
                <a:gd name="csX541" fmla="*/ 281540 w 384339"/>
                <a:gd name="csY541" fmla="*/ 48170 h 256050"/>
                <a:gd name="csX542" fmla="*/ 282209 w 384339"/>
                <a:gd name="csY542" fmla="*/ 49707 h 256050"/>
                <a:gd name="csX543" fmla="*/ 283001 w 384339"/>
                <a:gd name="csY543" fmla="*/ 53260 h 256050"/>
                <a:gd name="csX544" fmla="*/ 283731 w 384339"/>
                <a:gd name="csY544" fmla="*/ 54318 h 256050"/>
                <a:gd name="csX545" fmla="*/ 284218 w 384339"/>
                <a:gd name="csY545" fmla="*/ 55657 h 256050"/>
                <a:gd name="csX546" fmla="*/ 284218 w 384339"/>
                <a:gd name="csY546" fmla="*/ 57194 h 256050"/>
                <a:gd name="csX547" fmla="*/ 283609 w 384339"/>
                <a:gd name="csY547" fmla="*/ 58533 h 256050"/>
                <a:gd name="csX548" fmla="*/ 283183 w 384339"/>
                <a:gd name="csY548" fmla="*/ 59583 h 256050"/>
                <a:gd name="csX549" fmla="*/ 283609 w 384339"/>
                <a:gd name="csY549" fmla="*/ 61972 h 256050"/>
                <a:gd name="csX550" fmla="*/ 285253 w 384339"/>
                <a:gd name="csY550" fmla="*/ 64642 h 256050"/>
                <a:gd name="csX551" fmla="*/ 286470 w 384339"/>
                <a:gd name="csY551" fmla="*/ 65304 h 256050"/>
                <a:gd name="csX552" fmla="*/ 287444 w 384339"/>
                <a:gd name="csY552" fmla="*/ 67686 h 256050"/>
                <a:gd name="csX553" fmla="*/ 289209 w 384339"/>
                <a:gd name="csY553" fmla="*/ 68447 h 256050"/>
                <a:gd name="csX554" fmla="*/ 291827 w 384339"/>
                <a:gd name="csY554" fmla="*/ 66446 h 256050"/>
                <a:gd name="csX555" fmla="*/ 293835 w 384339"/>
                <a:gd name="csY555" fmla="*/ 65396 h 256050"/>
                <a:gd name="csX556" fmla="*/ 296346 w 384339"/>
                <a:gd name="csY556" fmla="*/ 65981 h 256050"/>
                <a:gd name="csX557" fmla="*/ 298667 w 384339"/>
                <a:gd name="csY557" fmla="*/ 66354 h 256050"/>
                <a:gd name="csX558" fmla="*/ 300226 w 384339"/>
                <a:gd name="csY558" fmla="*/ 67716 h 256050"/>
                <a:gd name="csX559" fmla="*/ 301375 w 384339"/>
                <a:gd name="csY559" fmla="*/ 69588 h 256050"/>
                <a:gd name="csX560" fmla="*/ 302715 w 384339"/>
                <a:gd name="csY560" fmla="*/ 70630 h 256050"/>
                <a:gd name="csX561" fmla="*/ 304053 w 384339"/>
                <a:gd name="csY561" fmla="*/ 70082 h 256050"/>
                <a:gd name="csX562" fmla="*/ 306846 w 384339"/>
                <a:gd name="csY562" fmla="*/ 70630 h 256050"/>
                <a:gd name="csX563" fmla="*/ 308124 w 384339"/>
                <a:gd name="csY563" fmla="*/ 72145 h 256050"/>
                <a:gd name="csX564" fmla="*/ 309402 w 384339"/>
                <a:gd name="csY564" fmla="*/ 72997 h 256050"/>
                <a:gd name="csX565" fmla="*/ 311046 w 384339"/>
                <a:gd name="csY565" fmla="*/ 71764 h 256050"/>
                <a:gd name="csX566" fmla="*/ 312385 w 384339"/>
                <a:gd name="csY566" fmla="*/ 70242 h 256050"/>
                <a:gd name="csX567" fmla="*/ 317285 w 384339"/>
                <a:gd name="csY567" fmla="*/ 68652 h 256050"/>
                <a:gd name="csX568" fmla="*/ 320328 w 384339"/>
                <a:gd name="csY568" fmla="*/ 68256 h 256050"/>
                <a:gd name="csX569" fmla="*/ 321181 w 384339"/>
                <a:gd name="csY569" fmla="*/ 67945 h 256050"/>
                <a:gd name="csX570" fmla="*/ 322969 w 384339"/>
                <a:gd name="csY570" fmla="*/ 66803 h 256050"/>
                <a:gd name="csX571" fmla="*/ 324855 w 384339"/>
                <a:gd name="csY571" fmla="*/ 66042 h 256050"/>
                <a:gd name="csX572" fmla="*/ 326552 w 384339"/>
                <a:gd name="csY572" fmla="*/ 66248 h 256050"/>
                <a:gd name="csX573" fmla="*/ 328226 w 384339"/>
                <a:gd name="csY573" fmla="*/ 68614 h 256050"/>
                <a:gd name="csX574" fmla="*/ 329961 w 384339"/>
                <a:gd name="csY574" fmla="*/ 70242 h 256050"/>
                <a:gd name="csX575" fmla="*/ 330448 w 384339"/>
                <a:gd name="csY575" fmla="*/ 72806 h 256050"/>
                <a:gd name="csX576" fmla="*/ 332563 w 384339"/>
                <a:gd name="csY576" fmla="*/ 76321 h 256050"/>
                <a:gd name="csX577" fmla="*/ 337820 w 384339"/>
                <a:gd name="csY577" fmla="*/ 81123 h 256050"/>
                <a:gd name="csX578" fmla="*/ 339882 w 384339"/>
                <a:gd name="csY578" fmla="*/ 82583 h 256050"/>
                <a:gd name="csX579" fmla="*/ 341282 w 384339"/>
                <a:gd name="csY579" fmla="*/ 82325 h 256050"/>
                <a:gd name="csX580" fmla="*/ 342013 w 384339"/>
                <a:gd name="csY580" fmla="*/ 81944 h 256050"/>
                <a:gd name="csX581" fmla="*/ 342355 w 384339"/>
                <a:gd name="csY581" fmla="*/ 81442 h 256050"/>
                <a:gd name="csX582" fmla="*/ 342674 w 384339"/>
                <a:gd name="csY582" fmla="*/ 79091 h 256050"/>
                <a:gd name="csX583" fmla="*/ 343337 w 384339"/>
                <a:gd name="csY583" fmla="*/ 78224 h 256050"/>
                <a:gd name="csX584" fmla="*/ 344402 w 384339"/>
                <a:gd name="csY584" fmla="*/ 78201 h 256050"/>
                <a:gd name="csX585" fmla="*/ 348518 w 384339"/>
                <a:gd name="csY585" fmla="*/ 81123 h 256050"/>
                <a:gd name="csX586" fmla="*/ 350671 w 384339"/>
                <a:gd name="csY586" fmla="*/ 81442 h 256050"/>
                <a:gd name="csX587" fmla="*/ 352718 w 384339"/>
                <a:gd name="csY587" fmla="*/ 81495 h 256050"/>
                <a:gd name="csX588" fmla="*/ 355472 w 384339"/>
                <a:gd name="csY588" fmla="*/ 83763 h 256050"/>
                <a:gd name="csX589" fmla="*/ 358493 w 384339"/>
                <a:gd name="csY589" fmla="*/ 85733 h 256050"/>
                <a:gd name="csX590" fmla="*/ 360829 w 384339"/>
                <a:gd name="csY590" fmla="*/ 85939 h 256050"/>
                <a:gd name="csX591" fmla="*/ 362693 w 384339"/>
                <a:gd name="csY591" fmla="*/ 85163 h 256050"/>
                <a:gd name="csX592" fmla="*/ 363971 w 384339"/>
                <a:gd name="csY592" fmla="*/ 84691 h 256050"/>
                <a:gd name="csX593" fmla="*/ 364762 w 384339"/>
                <a:gd name="csY593" fmla="*/ 85444 h 256050"/>
                <a:gd name="csX594" fmla="*/ 365493 w 384339"/>
                <a:gd name="csY594" fmla="*/ 87141 h 256050"/>
                <a:gd name="csX595" fmla="*/ 366710 w 384339"/>
                <a:gd name="csY595" fmla="*/ 88457 h 256050"/>
                <a:gd name="csX596" fmla="*/ 368110 w 384339"/>
                <a:gd name="csY596" fmla="*/ 88830 h 256050"/>
                <a:gd name="csX597" fmla="*/ 370126 w 384339"/>
                <a:gd name="csY597" fmla="*/ 88914 h 256050"/>
                <a:gd name="csX598" fmla="*/ 373626 w 384339"/>
                <a:gd name="csY598" fmla="*/ 91455 h 256050"/>
                <a:gd name="csX599" fmla="*/ 376913 w 384339"/>
                <a:gd name="csY599" fmla="*/ 94042 h 256050"/>
                <a:gd name="csX600" fmla="*/ 378967 w 384339"/>
                <a:gd name="csY600" fmla="*/ 94186 h 256050"/>
                <a:gd name="csX601" fmla="*/ 380710 w 384339"/>
                <a:gd name="csY601" fmla="*/ 93426 h 256050"/>
                <a:gd name="csX602" fmla="*/ 382247 w 384339"/>
                <a:gd name="csY602" fmla="*/ 93228 h 256050"/>
                <a:gd name="csX603" fmla="*/ 383320 w 384339"/>
                <a:gd name="csY603" fmla="*/ 93882 h 256050"/>
                <a:gd name="csX604" fmla="*/ 383624 w 384339"/>
                <a:gd name="csY604" fmla="*/ 95001 h 256050"/>
                <a:gd name="csX605" fmla="*/ 382833 w 384339"/>
                <a:gd name="csY605" fmla="*/ 96499 h 256050"/>
                <a:gd name="csX606" fmla="*/ 382833 w 384339"/>
                <a:gd name="csY606" fmla="*/ 98645 h 256050"/>
                <a:gd name="csX607" fmla="*/ 384294 w 384339"/>
                <a:gd name="csY607" fmla="*/ 100699 h 256050"/>
                <a:gd name="csX608" fmla="*/ 384339 w 384339"/>
                <a:gd name="csY608" fmla="*/ 102716 h 256050"/>
                <a:gd name="csX609" fmla="*/ 383921 w 384339"/>
                <a:gd name="csY609" fmla="*/ 104534 h 256050"/>
                <a:gd name="csX610" fmla="*/ 383091 w 384339"/>
                <a:gd name="csY610" fmla="*/ 106208 h 256050"/>
                <a:gd name="csX611" fmla="*/ 381090 w 384339"/>
                <a:gd name="csY611" fmla="*/ 108506 h 256050"/>
                <a:gd name="csX612" fmla="*/ 379241 w 384339"/>
                <a:gd name="csY612" fmla="*/ 110644 h 256050"/>
                <a:gd name="csX613" fmla="*/ 376464 w 384339"/>
                <a:gd name="csY613" fmla="*/ 111534 h 256050"/>
                <a:gd name="csX614" fmla="*/ 374905 w 384339"/>
                <a:gd name="csY614" fmla="*/ 112470 h 256050"/>
                <a:gd name="csX615" fmla="*/ 375315 w 384339"/>
                <a:gd name="csY615" fmla="*/ 114037 h 256050"/>
                <a:gd name="csX616" fmla="*/ 376335 w 384339"/>
                <a:gd name="csY616" fmla="*/ 115498 h 256050"/>
                <a:gd name="csX617" fmla="*/ 378693 w 384339"/>
                <a:gd name="csY617" fmla="*/ 116677 h 256050"/>
                <a:gd name="csX618" fmla="*/ 381372 w 384339"/>
                <a:gd name="csY618" fmla="*/ 117537 h 256050"/>
                <a:gd name="csX619" fmla="*/ 381684 w 384339"/>
                <a:gd name="csY619" fmla="*/ 118488 h 256050"/>
                <a:gd name="csX620" fmla="*/ 381273 w 384339"/>
                <a:gd name="csY620" fmla="*/ 118968 h 256050"/>
                <a:gd name="csX621" fmla="*/ 379554 w 384339"/>
                <a:gd name="csY621" fmla="*/ 119409 h 256050"/>
                <a:gd name="csX622" fmla="*/ 377180 w 384339"/>
                <a:gd name="csY622" fmla="*/ 118960 h 256050"/>
                <a:gd name="csX623" fmla="*/ 376388 w 384339"/>
                <a:gd name="csY623" fmla="*/ 119789 h 256050"/>
                <a:gd name="csX624" fmla="*/ 375293 w 384339"/>
                <a:gd name="csY624" fmla="*/ 121166 h 256050"/>
                <a:gd name="csX625" fmla="*/ 374562 w 384339"/>
                <a:gd name="csY625" fmla="*/ 123647 h 256050"/>
                <a:gd name="csX626" fmla="*/ 374014 w 384339"/>
                <a:gd name="csY626" fmla="*/ 125945 h 256050"/>
                <a:gd name="csX627" fmla="*/ 376593 w 384339"/>
                <a:gd name="csY627" fmla="*/ 126568 h 256050"/>
                <a:gd name="csX628" fmla="*/ 378093 w 384339"/>
                <a:gd name="csY628" fmla="*/ 127504 h 256050"/>
                <a:gd name="csX629" fmla="*/ 378564 w 384339"/>
                <a:gd name="csY629" fmla="*/ 129384 h 256050"/>
                <a:gd name="csX630" fmla="*/ 379097 w 384339"/>
                <a:gd name="csY630" fmla="*/ 131476 h 256050"/>
                <a:gd name="csX631" fmla="*/ 379257 w 384339"/>
                <a:gd name="csY631" fmla="*/ 133355 h 256050"/>
                <a:gd name="csX632" fmla="*/ 378405 w 384339"/>
                <a:gd name="csY632" fmla="*/ 134268 h 256050"/>
                <a:gd name="csX633" fmla="*/ 378351 w 384339"/>
                <a:gd name="csY633" fmla="*/ 135204 h 256050"/>
                <a:gd name="csX634" fmla="*/ 378754 w 384339"/>
                <a:gd name="csY634" fmla="*/ 135668 h 256050"/>
                <a:gd name="csX635" fmla="*/ 379865 w 384339"/>
                <a:gd name="csY635" fmla="*/ 135874 h 256050"/>
                <a:gd name="csX636" fmla="*/ 380710 w 384339"/>
                <a:gd name="csY636" fmla="*/ 136292 h 256050"/>
                <a:gd name="csX637" fmla="*/ 380778 w 384339"/>
                <a:gd name="csY637" fmla="*/ 137281 h 256050"/>
                <a:gd name="csX638" fmla="*/ 379158 w 384339"/>
                <a:gd name="csY638" fmla="*/ 139503 h 256050"/>
                <a:gd name="csX639" fmla="*/ 377643 w 384339"/>
                <a:gd name="csY639" fmla="*/ 143749 h 256050"/>
                <a:gd name="csX640" fmla="*/ 376829 w 384339"/>
                <a:gd name="csY640" fmla="*/ 146001 h 256050"/>
                <a:gd name="csX641" fmla="*/ 376890 w 384339"/>
                <a:gd name="csY641" fmla="*/ 148443 h 256050"/>
                <a:gd name="csX642" fmla="*/ 375977 w 384339"/>
                <a:gd name="csY642" fmla="*/ 149797 h 256050"/>
                <a:gd name="csX643" fmla="*/ 374296 w 384339"/>
                <a:gd name="csY643" fmla="*/ 149972 h 256050"/>
                <a:gd name="csX644" fmla="*/ 368589 w 384339"/>
                <a:gd name="csY644" fmla="*/ 150208 h 256050"/>
                <a:gd name="csX645" fmla="*/ 363621 w 384339"/>
                <a:gd name="csY645" fmla="*/ 150087 h 256050"/>
                <a:gd name="csX646" fmla="*/ 361475 w 384339"/>
                <a:gd name="csY646" fmla="*/ 149737 h 256050"/>
                <a:gd name="csX647" fmla="*/ 358112 w 384339"/>
                <a:gd name="csY647" fmla="*/ 149523 h 256050"/>
                <a:gd name="csX648" fmla="*/ 356446 w 384339"/>
                <a:gd name="csY648" fmla="*/ 150102 h 256050"/>
                <a:gd name="csX649" fmla="*/ 354240 w 384339"/>
                <a:gd name="csY649" fmla="*/ 153997 h 256050"/>
                <a:gd name="csX650" fmla="*/ 352566 w 384339"/>
                <a:gd name="csY650" fmla="*/ 155519 h 256050"/>
                <a:gd name="csX651" fmla="*/ 349804 w 384339"/>
                <a:gd name="csY651" fmla="*/ 156896 h 256050"/>
                <a:gd name="csX652" fmla="*/ 346768 w 384339"/>
                <a:gd name="csY652" fmla="*/ 157292 h 256050"/>
                <a:gd name="csX653" fmla="*/ 345026 w 384339"/>
                <a:gd name="csY653" fmla="*/ 158890 h 256050"/>
                <a:gd name="csX654" fmla="*/ 344409 w 384339"/>
                <a:gd name="csY654" fmla="*/ 161400 h 256050"/>
                <a:gd name="csX655" fmla="*/ 344364 w 384339"/>
                <a:gd name="csY655" fmla="*/ 163622 h 256050"/>
                <a:gd name="csX656" fmla="*/ 344082 w 384339"/>
                <a:gd name="csY656" fmla="*/ 164733 h 256050"/>
                <a:gd name="csX657" fmla="*/ 343428 w 384339"/>
                <a:gd name="csY657" fmla="*/ 165707 h 256050"/>
                <a:gd name="csX658" fmla="*/ 343192 w 384339"/>
                <a:gd name="csY658" fmla="*/ 166399 h 256050"/>
                <a:gd name="csX659" fmla="*/ 343337 w 384339"/>
                <a:gd name="csY659" fmla="*/ 167160 h 256050"/>
                <a:gd name="csX660" fmla="*/ 344044 w 384339"/>
                <a:gd name="csY660" fmla="*/ 167434 h 256050"/>
                <a:gd name="csX661" fmla="*/ 344889 w 384339"/>
                <a:gd name="csY661" fmla="*/ 167784 h 256050"/>
                <a:gd name="csX662" fmla="*/ 344889 w 384339"/>
                <a:gd name="csY662" fmla="*/ 168332 h 256050"/>
                <a:gd name="csX663" fmla="*/ 344562 w 384339"/>
                <a:gd name="csY663" fmla="*/ 169024 h 256050"/>
                <a:gd name="csX664" fmla="*/ 343618 w 384339"/>
                <a:gd name="csY664" fmla="*/ 169785 h 256050"/>
                <a:gd name="csX665" fmla="*/ 343192 w 384339"/>
                <a:gd name="csY665" fmla="*/ 170957 h 256050"/>
                <a:gd name="csX666" fmla="*/ 343291 w 384339"/>
                <a:gd name="csY666" fmla="*/ 172204 h 256050"/>
                <a:gd name="csX667" fmla="*/ 343466 w 384339"/>
                <a:gd name="csY667" fmla="*/ 173582 h 256050"/>
                <a:gd name="csX668" fmla="*/ 211031 w 384339"/>
                <a:gd name="csY668" fmla="*/ 201102 h 256050"/>
                <a:gd name="csX669" fmla="*/ 213976 w 384339"/>
                <a:gd name="csY669" fmla="*/ 202616 h 256050"/>
                <a:gd name="csX670" fmla="*/ 210970 w 384339"/>
                <a:gd name="csY670" fmla="*/ 202213 h 256050"/>
                <a:gd name="csX671" fmla="*/ 204373 w 384339"/>
                <a:gd name="csY671" fmla="*/ 200790 h 256050"/>
                <a:gd name="csX672" fmla="*/ 201459 w 384339"/>
                <a:gd name="csY672" fmla="*/ 199443 h 256050"/>
                <a:gd name="csX673" fmla="*/ 200706 w 384339"/>
                <a:gd name="csY673" fmla="*/ 197937 h 256050"/>
                <a:gd name="csX674" fmla="*/ 200280 w 384339"/>
                <a:gd name="csY674" fmla="*/ 195883 h 256050"/>
                <a:gd name="csX675" fmla="*/ 201908 w 384339"/>
                <a:gd name="csY675" fmla="*/ 198036 h 256050"/>
                <a:gd name="csX676" fmla="*/ 203050 w 384339"/>
                <a:gd name="csY676" fmla="*/ 198979 h 256050"/>
                <a:gd name="csX677" fmla="*/ 211031 w 384339"/>
                <a:gd name="csY677" fmla="*/ 201102 h 256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Lst>
              <a:rect l="l" t="t" r="r" b="b"/>
              <a:pathLst>
                <a:path w="384339" h="256050">
                  <a:moveTo>
                    <a:pt x="343466" y="173582"/>
                  </a:moveTo>
                  <a:lnTo>
                    <a:pt x="342690" y="173932"/>
                  </a:lnTo>
                  <a:lnTo>
                    <a:pt x="335226" y="173445"/>
                  </a:lnTo>
                  <a:lnTo>
                    <a:pt x="329131" y="174107"/>
                  </a:lnTo>
                  <a:lnTo>
                    <a:pt x="324787" y="179029"/>
                  </a:lnTo>
                  <a:lnTo>
                    <a:pt x="322200" y="179014"/>
                  </a:lnTo>
                  <a:lnTo>
                    <a:pt x="318555" y="180293"/>
                  </a:lnTo>
                  <a:lnTo>
                    <a:pt x="316083" y="181883"/>
                  </a:lnTo>
                  <a:lnTo>
                    <a:pt x="313153" y="185322"/>
                  </a:lnTo>
                  <a:lnTo>
                    <a:pt x="310886" y="183777"/>
                  </a:lnTo>
                  <a:lnTo>
                    <a:pt x="308109" y="183823"/>
                  </a:lnTo>
                  <a:lnTo>
                    <a:pt x="305400" y="184759"/>
                  </a:lnTo>
                  <a:lnTo>
                    <a:pt x="302144" y="187057"/>
                  </a:lnTo>
                  <a:lnTo>
                    <a:pt x="300333" y="187460"/>
                  </a:lnTo>
                  <a:lnTo>
                    <a:pt x="296711" y="186805"/>
                  </a:lnTo>
                  <a:lnTo>
                    <a:pt x="292488" y="188122"/>
                  </a:lnTo>
                  <a:lnTo>
                    <a:pt x="283373" y="195631"/>
                  </a:lnTo>
                  <a:lnTo>
                    <a:pt x="280307" y="201102"/>
                  </a:lnTo>
                  <a:lnTo>
                    <a:pt x="279189" y="202167"/>
                  </a:lnTo>
                  <a:lnTo>
                    <a:pt x="277652" y="203499"/>
                  </a:lnTo>
                  <a:lnTo>
                    <a:pt x="276008" y="204168"/>
                  </a:lnTo>
                  <a:lnTo>
                    <a:pt x="275141" y="204107"/>
                  </a:lnTo>
                  <a:lnTo>
                    <a:pt x="279485" y="200227"/>
                  </a:lnTo>
                  <a:lnTo>
                    <a:pt x="280817" y="198774"/>
                  </a:lnTo>
                  <a:lnTo>
                    <a:pt x="281045" y="197701"/>
                  </a:lnTo>
                  <a:lnTo>
                    <a:pt x="281068" y="195958"/>
                  </a:lnTo>
                  <a:lnTo>
                    <a:pt x="279752" y="193798"/>
                  </a:lnTo>
                  <a:lnTo>
                    <a:pt x="276198" y="199147"/>
                  </a:lnTo>
                  <a:lnTo>
                    <a:pt x="274182" y="199922"/>
                  </a:lnTo>
                  <a:lnTo>
                    <a:pt x="271618" y="201528"/>
                  </a:lnTo>
                  <a:lnTo>
                    <a:pt x="271489" y="205096"/>
                  </a:lnTo>
                  <a:lnTo>
                    <a:pt x="271786" y="207744"/>
                  </a:lnTo>
                  <a:lnTo>
                    <a:pt x="272836" y="211069"/>
                  </a:lnTo>
                  <a:lnTo>
                    <a:pt x="275316" y="216494"/>
                  </a:lnTo>
                  <a:lnTo>
                    <a:pt x="280383" y="224217"/>
                  </a:lnTo>
                  <a:lnTo>
                    <a:pt x="282810" y="227047"/>
                  </a:lnTo>
                  <a:lnTo>
                    <a:pt x="284591" y="228173"/>
                  </a:lnTo>
                  <a:lnTo>
                    <a:pt x="286736" y="228333"/>
                  </a:lnTo>
                  <a:lnTo>
                    <a:pt x="290860" y="225952"/>
                  </a:lnTo>
                  <a:lnTo>
                    <a:pt x="292618" y="225579"/>
                  </a:lnTo>
                  <a:lnTo>
                    <a:pt x="296453" y="226484"/>
                  </a:lnTo>
                  <a:lnTo>
                    <a:pt x="297822" y="224902"/>
                  </a:lnTo>
                  <a:lnTo>
                    <a:pt x="299815" y="224019"/>
                  </a:lnTo>
                  <a:lnTo>
                    <a:pt x="302372" y="223905"/>
                  </a:lnTo>
                  <a:lnTo>
                    <a:pt x="305294" y="224620"/>
                  </a:lnTo>
                  <a:lnTo>
                    <a:pt x="308459" y="225822"/>
                  </a:lnTo>
                  <a:lnTo>
                    <a:pt x="307158" y="228538"/>
                  </a:lnTo>
                  <a:lnTo>
                    <a:pt x="305803" y="230699"/>
                  </a:lnTo>
                  <a:lnTo>
                    <a:pt x="305324" y="233088"/>
                  </a:lnTo>
                  <a:lnTo>
                    <a:pt x="304571" y="235744"/>
                  </a:lnTo>
                  <a:lnTo>
                    <a:pt x="301079" y="236931"/>
                  </a:lnTo>
                  <a:lnTo>
                    <a:pt x="297343" y="236786"/>
                  </a:lnTo>
                  <a:lnTo>
                    <a:pt x="293402" y="237555"/>
                  </a:lnTo>
                  <a:lnTo>
                    <a:pt x="291979" y="236527"/>
                  </a:lnTo>
                  <a:lnTo>
                    <a:pt x="291035" y="235584"/>
                  </a:lnTo>
                  <a:lnTo>
                    <a:pt x="289285" y="234640"/>
                  </a:lnTo>
                  <a:lnTo>
                    <a:pt x="286980" y="234123"/>
                  </a:lnTo>
                  <a:lnTo>
                    <a:pt x="284910" y="234755"/>
                  </a:lnTo>
                  <a:lnTo>
                    <a:pt x="282460" y="238369"/>
                  </a:lnTo>
                  <a:lnTo>
                    <a:pt x="278124" y="240834"/>
                  </a:lnTo>
                  <a:lnTo>
                    <a:pt x="276693" y="243649"/>
                  </a:lnTo>
                  <a:lnTo>
                    <a:pt x="272425" y="243017"/>
                  </a:lnTo>
                  <a:lnTo>
                    <a:pt x="268773" y="243512"/>
                  </a:lnTo>
                  <a:lnTo>
                    <a:pt x="263500" y="246076"/>
                  </a:lnTo>
                  <a:lnTo>
                    <a:pt x="259483" y="251554"/>
                  </a:lnTo>
                  <a:lnTo>
                    <a:pt x="255054" y="254971"/>
                  </a:lnTo>
                  <a:lnTo>
                    <a:pt x="251547" y="256051"/>
                  </a:lnTo>
                  <a:lnTo>
                    <a:pt x="248252" y="255716"/>
                  </a:lnTo>
                  <a:lnTo>
                    <a:pt x="246122" y="254697"/>
                  </a:lnTo>
                  <a:lnTo>
                    <a:pt x="241739" y="251105"/>
                  </a:lnTo>
                  <a:lnTo>
                    <a:pt x="241998" y="249820"/>
                  </a:lnTo>
                  <a:lnTo>
                    <a:pt x="242607" y="249173"/>
                  </a:lnTo>
                  <a:lnTo>
                    <a:pt x="243436" y="247316"/>
                  </a:lnTo>
                  <a:lnTo>
                    <a:pt x="245186" y="240499"/>
                  </a:lnTo>
                  <a:lnTo>
                    <a:pt x="244950" y="238277"/>
                  </a:lnTo>
                  <a:lnTo>
                    <a:pt x="243969" y="234785"/>
                  </a:lnTo>
                  <a:lnTo>
                    <a:pt x="240491" y="232061"/>
                  </a:lnTo>
                  <a:lnTo>
                    <a:pt x="237699" y="232579"/>
                  </a:lnTo>
                  <a:lnTo>
                    <a:pt x="236109" y="231856"/>
                  </a:lnTo>
                  <a:lnTo>
                    <a:pt x="230380" y="227214"/>
                  </a:lnTo>
                  <a:lnTo>
                    <a:pt x="227260" y="226887"/>
                  </a:lnTo>
                  <a:lnTo>
                    <a:pt x="223814" y="227823"/>
                  </a:lnTo>
                  <a:lnTo>
                    <a:pt x="222543" y="227146"/>
                  </a:lnTo>
                  <a:lnTo>
                    <a:pt x="221607" y="225525"/>
                  </a:lnTo>
                  <a:lnTo>
                    <a:pt x="228440" y="219781"/>
                  </a:lnTo>
                  <a:lnTo>
                    <a:pt x="235150" y="215026"/>
                  </a:lnTo>
                  <a:lnTo>
                    <a:pt x="238095" y="214539"/>
                  </a:lnTo>
                  <a:lnTo>
                    <a:pt x="242067" y="212317"/>
                  </a:lnTo>
                  <a:lnTo>
                    <a:pt x="246312" y="208984"/>
                  </a:lnTo>
                  <a:lnTo>
                    <a:pt x="245711" y="206359"/>
                  </a:lnTo>
                  <a:lnTo>
                    <a:pt x="244798" y="204412"/>
                  </a:lnTo>
                  <a:lnTo>
                    <a:pt x="242766" y="204944"/>
                  </a:lnTo>
                  <a:lnTo>
                    <a:pt x="241291" y="205591"/>
                  </a:lnTo>
                  <a:lnTo>
                    <a:pt x="237737" y="203506"/>
                  </a:lnTo>
                  <a:lnTo>
                    <a:pt x="236436" y="201969"/>
                  </a:lnTo>
                  <a:lnTo>
                    <a:pt x="230874" y="203567"/>
                  </a:lnTo>
                  <a:lnTo>
                    <a:pt x="227778" y="203331"/>
                  </a:lnTo>
                  <a:lnTo>
                    <a:pt x="220945" y="204800"/>
                  </a:lnTo>
                  <a:lnTo>
                    <a:pt x="217803" y="203369"/>
                  </a:lnTo>
                  <a:lnTo>
                    <a:pt x="211526" y="199352"/>
                  </a:lnTo>
                  <a:lnTo>
                    <a:pt x="209167" y="198545"/>
                  </a:lnTo>
                  <a:lnTo>
                    <a:pt x="207158" y="198720"/>
                  </a:lnTo>
                  <a:lnTo>
                    <a:pt x="206063" y="197396"/>
                  </a:lnTo>
                  <a:lnTo>
                    <a:pt x="207402" y="196735"/>
                  </a:lnTo>
                  <a:lnTo>
                    <a:pt x="208962" y="196659"/>
                  </a:lnTo>
                  <a:lnTo>
                    <a:pt x="210582" y="196172"/>
                  </a:lnTo>
                  <a:lnTo>
                    <a:pt x="211039" y="195472"/>
                  </a:lnTo>
                  <a:lnTo>
                    <a:pt x="210940" y="194148"/>
                  </a:lnTo>
                  <a:lnTo>
                    <a:pt x="207676" y="193143"/>
                  </a:lnTo>
                  <a:lnTo>
                    <a:pt x="204640" y="192854"/>
                  </a:lnTo>
                  <a:lnTo>
                    <a:pt x="202715" y="191667"/>
                  </a:lnTo>
                  <a:lnTo>
                    <a:pt x="201247" y="190305"/>
                  </a:lnTo>
                  <a:lnTo>
                    <a:pt x="204686" y="190282"/>
                  </a:lnTo>
                  <a:lnTo>
                    <a:pt x="208148" y="191317"/>
                  </a:lnTo>
                  <a:lnTo>
                    <a:pt x="213557" y="191698"/>
                  </a:lnTo>
                  <a:lnTo>
                    <a:pt x="218472" y="192763"/>
                  </a:lnTo>
                  <a:lnTo>
                    <a:pt x="219697" y="191439"/>
                  </a:lnTo>
                  <a:lnTo>
                    <a:pt x="222551" y="189141"/>
                  </a:lnTo>
                  <a:lnTo>
                    <a:pt x="223091" y="188411"/>
                  </a:lnTo>
                  <a:lnTo>
                    <a:pt x="218313" y="189986"/>
                  </a:lnTo>
                  <a:lnTo>
                    <a:pt x="213466" y="188981"/>
                  </a:lnTo>
                  <a:lnTo>
                    <a:pt x="211701" y="187582"/>
                  </a:lnTo>
                  <a:lnTo>
                    <a:pt x="210202" y="185519"/>
                  </a:lnTo>
                  <a:lnTo>
                    <a:pt x="209570" y="183168"/>
                  </a:lnTo>
                  <a:lnTo>
                    <a:pt x="209981" y="180977"/>
                  </a:lnTo>
                  <a:lnTo>
                    <a:pt x="209456" y="177013"/>
                  </a:lnTo>
                  <a:lnTo>
                    <a:pt x="207858" y="173475"/>
                  </a:lnTo>
                  <a:lnTo>
                    <a:pt x="207295" y="171535"/>
                  </a:lnTo>
                  <a:lnTo>
                    <a:pt x="205606" y="169793"/>
                  </a:lnTo>
                  <a:lnTo>
                    <a:pt x="207265" y="173734"/>
                  </a:lnTo>
                  <a:lnTo>
                    <a:pt x="207881" y="176351"/>
                  </a:lnTo>
                  <a:lnTo>
                    <a:pt x="208878" y="178756"/>
                  </a:lnTo>
                  <a:lnTo>
                    <a:pt x="208642" y="185116"/>
                  </a:lnTo>
                  <a:lnTo>
                    <a:pt x="208026" y="187346"/>
                  </a:lnTo>
                  <a:lnTo>
                    <a:pt x="206032" y="187909"/>
                  </a:lnTo>
                  <a:lnTo>
                    <a:pt x="203415" y="187574"/>
                  </a:lnTo>
                  <a:lnTo>
                    <a:pt x="200752" y="186882"/>
                  </a:lnTo>
                  <a:lnTo>
                    <a:pt x="201414" y="183389"/>
                  </a:lnTo>
                  <a:lnTo>
                    <a:pt x="199991" y="184599"/>
                  </a:lnTo>
                  <a:lnTo>
                    <a:pt x="197990" y="188000"/>
                  </a:lnTo>
                  <a:lnTo>
                    <a:pt x="196225" y="188502"/>
                  </a:lnTo>
                  <a:lnTo>
                    <a:pt x="192306" y="188129"/>
                  </a:lnTo>
                  <a:lnTo>
                    <a:pt x="185033" y="190374"/>
                  </a:lnTo>
                  <a:lnTo>
                    <a:pt x="184531" y="192816"/>
                  </a:lnTo>
                  <a:lnTo>
                    <a:pt x="183435" y="196111"/>
                  </a:lnTo>
                  <a:lnTo>
                    <a:pt x="182377" y="198028"/>
                  </a:lnTo>
                  <a:lnTo>
                    <a:pt x="182050" y="199185"/>
                  </a:lnTo>
                  <a:lnTo>
                    <a:pt x="178953" y="204138"/>
                  </a:lnTo>
                  <a:lnTo>
                    <a:pt x="178558" y="204609"/>
                  </a:lnTo>
                  <a:lnTo>
                    <a:pt x="172707" y="211450"/>
                  </a:lnTo>
                  <a:lnTo>
                    <a:pt x="171961" y="211959"/>
                  </a:lnTo>
                  <a:lnTo>
                    <a:pt x="168172" y="213550"/>
                  </a:lnTo>
                  <a:lnTo>
                    <a:pt x="165928" y="214942"/>
                  </a:lnTo>
                  <a:lnTo>
                    <a:pt x="164208" y="215566"/>
                  </a:lnTo>
                  <a:lnTo>
                    <a:pt x="161302" y="214873"/>
                  </a:lnTo>
                  <a:lnTo>
                    <a:pt x="160092" y="215855"/>
                  </a:lnTo>
                  <a:lnTo>
                    <a:pt x="159521" y="217072"/>
                  </a:lnTo>
                  <a:lnTo>
                    <a:pt x="159513" y="219591"/>
                  </a:lnTo>
                  <a:lnTo>
                    <a:pt x="160990" y="221394"/>
                  </a:lnTo>
                  <a:lnTo>
                    <a:pt x="162199" y="227382"/>
                  </a:lnTo>
                  <a:lnTo>
                    <a:pt x="161750" y="229908"/>
                  </a:lnTo>
                  <a:lnTo>
                    <a:pt x="160601" y="228272"/>
                  </a:lnTo>
                  <a:lnTo>
                    <a:pt x="158798" y="226545"/>
                  </a:lnTo>
                  <a:lnTo>
                    <a:pt x="155299" y="225069"/>
                  </a:lnTo>
                  <a:lnTo>
                    <a:pt x="151456" y="225579"/>
                  </a:lnTo>
                  <a:lnTo>
                    <a:pt x="147264" y="228074"/>
                  </a:lnTo>
                  <a:lnTo>
                    <a:pt x="144418" y="229003"/>
                  </a:lnTo>
                  <a:lnTo>
                    <a:pt x="142927" y="228363"/>
                  </a:lnTo>
                  <a:lnTo>
                    <a:pt x="142014" y="228401"/>
                  </a:lnTo>
                  <a:lnTo>
                    <a:pt x="141694" y="229117"/>
                  </a:lnTo>
                  <a:lnTo>
                    <a:pt x="141763" y="229702"/>
                  </a:lnTo>
                  <a:lnTo>
                    <a:pt x="142219" y="230159"/>
                  </a:lnTo>
                  <a:lnTo>
                    <a:pt x="142158" y="230486"/>
                  </a:lnTo>
                  <a:lnTo>
                    <a:pt x="141565" y="230692"/>
                  </a:lnTo>
                  <a:lnTo>
                    <a:pt x="134961" y="228934"/>
                  </a:lnTo>
                  <a:lnTo>
                    <a:pt x="132107" y="227268"/>
                  </a:lnTo>
                  <a:lnTo>
                    <a:pt x="129863" y="224141"/>
                  </a:lnTo>
                  <a:lnTo>
                    <a:pt x="130981" y="223129"/>
                  </a:lnTo>
                  <a:lnTo>
                    <a:pt x="131955" y="222680"/>
                  </a:lnTo>
                  <a:lnTo>
                    <a:pt x="135394" y="222421"/>
                  </a:lnTo>
                  <a:lnTo>
                    <a:pt x="135988" y="222102"/>
                  </a:lnTo>
                  <a:lnTo>
                    <a:pt x="136049" y="221379"/>
                  </a:lnTo>
                  <a:lnTo>
                    <a:pt x="136307" y="220435"/>
                  </a:lnTo>
                  <a:lnTo>
                    <a:pt x="136216" y="219058"/>
                  </a:lnTo>
                  <a:lnTo>
                    <a:pt x="135836" y="217597"/>
                  </a:lnTo>
                  <a:lnTo>
                    <a:pt x="137342" y="215459"/>
                  </a:lnTo>
                  <a:lnTo>
                    <a:pt x="139587" y="213694"/>
                  </a:lnTo>
                  <a:lnTo>
                    <a:pt x="140903" y="211921"/>
                  </a:lnTo>
                  <a:lnTo>
                    <a:pt x="141101" y="209319"/>
                  </a:lnTo>
                  <a:lnTo>
                    <a:pt x="143467" y="208049"/>
                  </a:lnTo>
                  <a:lnTo>
                    <a:pt x="145559" y="205865"/>
                  </a:lnTo>
                  <a:lnTo>
                    <a:pt x="146077" y="203483"/>
                  </a:lnTo>
                  <a:lnTo>
                    <a:pt x="146815" y="201984"/>
                  </a:lnTo>
                  <a:lnTo>
                    <a:pt x="145476" y="198538"/>
                  </a:lnTo>
                  <a:lnTo>
                    <a:pt x="145194" y="196263"/>
                  </a:lnTo>
                  <a:lnTo>
                    <a:pt x="145134" y="194353"/>
                  </a:lnTo>
                  <a:lnTo>
                    <a:pt x="145788" y="193295"/>
                  </a:lnTo>
                  <a:lnTo>
                    <a:pt x="147743" y="192101"/>
                  </a:lnTo>
                  <a:lnTo>
                    <a:pt x="149797" y="191173"/>
                  </a:lnTo>
                  <a:lnTo>
                    <a:pt x="150650" y="191264"/>
                  </a:lnTo>
                  <a:lnTo>
                    <a:pt x="150962" y="191850"/>
                  </a:lnTo>
                  <a:lnTo>
                    <a:pt x="151038" y="195730"/>
                  </a:lnTo>
                  <a:lnTo>
                    <a:pt x="151448" y="195806"/>
                  </a:lnTo>
                  <a:lnTo>
                    <a:pt x="152103" y="195327"/>
                  </a:lnTo>
                  <a:lnTo>
                    <a:pt x="153175" y="193044"/>
                  </a:lnTo>
                  <a:lnTo>
                    <a:pt x="153914" y="193706"/>
                  </a:lnTo>
                  <a:lnTo>
                    <a:pt x="155055" y="193957"/>
                  </a:lnTo>
                  <a:lnTo>
                    <a:pt x="155907" y="193364"/>
                  </a:lnTo>
                  <a:lnTo>
                    <a:pt x="156462" y="193432"/>
                  </a:lnTo>
                  <a:lnTo>
                    <a:pt x="157147" y="194018"/>
                  </a:lnTo>
                  <a:lnTo>
                    <a:pt x="158517" y="194848"/>
                  </a:lnTo>
                  <a:lnTo>
                    <a:pt x="159795" y="195122"/>
                  </a:lnTo>
                  <a:lnTo>
                    <a:pt x="160853" y="194574"/>
                  </a:lnTo>
                  <a:lnTo>
                    <a:pt x="161758" y="193585"/>
                  </a:lnTo>
                  <a:lnTo>
                    <a:pt x="162724" y="193919"/>
                  </a:lnTo>
                  <a:lnTo>
                    <a:pt x="164558" y="196613"/>
                  </a:lnTo>
                  <a:lnTo>
                    <a:pt x="165410" y="196316"/>
                  </a:lnTo>
                  <a:lnTo>
                    <a:pt x="169633" y="195776"/>
                  </a:lnTo>
                  <a:lnTo>
                    <a:pt x="170310" y="195045"/>
                  </a:lnTo>
                  <a:lnTo>
                    <a:pt x="170812" y="194383"/>
                  </a:lnTo>
                  <a:lnTo>
                    <a:pt x="166399" y="190807"/>
                  </a:lnTo>
                  <a:lnTo>
                    <a:pt x="166620" y="188137"/>
                  </a:lnTo>
                  <a:lnTo>
                    <a:pt x="166787" y="185071"/>
                  </a:lnTo>
                  <a:lnTo>
                    <a:pt x="166262" y="183245"/>
                  </a:lnTo>
                  <a:lnTo>
                    <a:pt x="165403" y="181799"/>
                  </a:lnTo>
                  <a:lnTo>
                    <a:pt x="162032" y="180117"/>
                  </a:lnTo>
                  <a:lnTo>
                    <a:pt x="159422" y="178375"/>
                  </a:lnTo>
                  <a:lnTo>
                    <a:pt x="158874" y="177584"/>
                  </a:lnTo>
                  <a:lnTo>
                    <a:pt x="158806" y="176564"/>
                  </a:lnTo>
                  <a:lnTo>
                    <a:pt x="158692" y="174982"/>
                  </a:lnTo>
                  <a:lnTo>
                    <a:pt x="157657" y="173620"/>
                  </a:lnTo>
                  <a:lnTo>
                    <a:pt x="157573" y="172463"/>
                  </a:lnTo>
                  <a:lnTo>
                    <a:pt x="158227" y="170660"/>
                  </a:lnTo>
                  <a:lnTo>
                    <a:pt x="158387" y="168743"/>
                  </a:lnTo>
                  <a:lnTo>
                    <a:pt x="158167" y="167982"/>
                  </a:lnTo>
                  <a:lnTo>
                    <a:pt x="157558" y="167358"/>
                  </a:lnTo>
                  <a:lnTo>
                    <a:pt x="156387" y="167297"/>
                  </a:lnTo>
                  <a:lnTo>
                    <a:pt x="154842" y="166186"/>
                  </a:lnTo>
                  <a:lnTo>
                    <a:pt x="153784" y="164687"/>
                  </a:lnTo>
                  <a:lnTo>
                    <a:pt x="150939" y="162527"/>
                  </a:lnTo>
                  <a:lnTo>
                    <a:pt x="150071" y="162176"/>
                  </a:lnTo>
                  <a:lnTo>
                    <a:pt x="149539" y="161104"/>
                  </a:lnTo>
                  <a:lnTo>
                    <a:pt x="149280" y="159825"/>
                  </a:lnTo>
                  <a:lnTo>
                    <a:pt x="149881" y="158235"/>
                  </a:lnTo>
                  <a:lnTo>
                    <a:pt x="150634" y="155778"/>
                  </a:lnTo>
                  <a:lnTo>
                    <a:pt x="151159" y="153472"/>
                  </a:lnTo>
                  <a:lnTo>
                    <a:pt x="151167" y="152095"/>
                  </a:lnTo>
                  <a:lnTo>
                    <a:pt x="150825" y="148687"/>
                  </a:lnTo>
                  <a:lnTo>
                    <a:pt x="149341" y="146077"/>
                  </a:lnTo>
                  <a:lnTo>
                    <a:pt x="148649" y="145735"/>
                  </a:lnTo>
                  <a:lnTo>
                    <a:pt x="147454" y="146465"/>
                  </a:lnTo>
                  <a:lnTo>
                    <a:pt x="146092" y="147081"/>
                  </a:lnTo>
                  <a:lnTo>
                    <a:pt x="145019" y="146503"/>
                  </a:lnTo>
                  <a:lnTo>
                    <a:pt x="143794" y="145088"/>
                  </a:lnTo>
                  <a:lnTo>
                    <a:pt x="141831" y="141139"/>
                  </a:lnTo>
                  <a:lnTo>
                    <a:pt x="138156" y="140348"/>
                  </a:lnTo>
                  <a:lnTo>
                    <a:pt x="136635" y="140157"/>
                  </a:lnTo>
                  <a:lnTo>
                    <a:pt x="135197" y="142060"/>
                  </a:lnTo>
                  <a:lnTo>
                    <a:pt x="134747" y="141481"/>
                  </a:lnTo>
                  <a:lnTo>
                    <a:pt x="134344" y="140264"/>
                  </a:lnTo>
                  <a:lnTo>
                    <a:pt x="133584" y="139785"/>
                  </a:lnTo>
                  <a:lnTo>
                    <a:pt x="132579" y="140348"/>
                  </a:lnTo>
                  <a:lnTo>
                    <a:pt x="132290" y="139807"/>
                  </a:lnTo>
                  <a:lnTo>
                    <a:pt x="132724" y="138156"/>
                  </a:lnTo>
                  <a:lnTo>
                    <a:pt x="131529" y="137342"/>
                  </a:lnTo>
                  <a:lnTo>
                    <a:pt x="128707" y="137357"/>
                  </a:lnTo>
                  <a:lnTo>
                    <a:pt x="127200" y="136749"/>
                  </a:lnTo>
                  <a:lnTo>
                    <a:pt x="127025" y="135508"/>
                  </a:lnTo>
                  <a:lnTo>
                    <a:pt x="126135" y="134694"/>
                  </a:lnTo>
                  <a:lnTo>
                    <a:pt x="124537" y="134299"/>
                  </a:lnTo>
                  <a:lnTo>
                    <a:pt x="122977" y="133287"/>
                  </a:lnTo>
                  <a:lnTo>
                    <a:pt x="121471" y="131651"/>
                  </a:lnTo>
                  <a:lnTo>
                    <a:pt x="119211" y="130586"/>
                  </a:lnTo>
                  <a:lnTo>
                    <a:pt x="116206" y="130091"/>
                  </a:lnTo>
                  <a:lnTo>
                    <a:pt x="115962" y="129916"/>
                  </a:lnTo>
                  <a:lnTo>
                    <a:pt x="115681" y="129680"/>
                  </a:lnTo>
                  <a:lnTo>
                    <a:pt x="113740" y="130791"/>
                  </a:lnTo>
                  <a:lnTo>
                    <a:pt x="112576" y="131674"/>
                  </a:lnTo>
                  <a:lnTo>
                    <a:pt x="111146" y="131126"/>
                  </a:lnTo>
                  <a:lnTo>
                    <a:pt x="108833" y="133089"/>
                  </a:lnTo>
                  <a:lnTo>
                    <a:pt x="104131" y="133188"/>
                  </a:lnTo>
                  <a:lnTo>
                    <a:pt x="101825" y="133066"/>
                  </a:lnTo>
                  <a:lnTo>
                    <a:pt x="100684" y="132579"/>
                  </a:lnTo>
                  <a:lnTo>
                    <a:pt x="96271" y="135562"/>
                  </a:lnTo>
                  <a:lnTo>
                    <a:pt x="95807" y="136657"/>
                  </a:lnTo>
                  <a:lnTo>
                    <a:pt x="94818" y="137023"/>
                  </a:lnTo>
                  <a:lnTo>
                    <a:pt x="92041" y="137616"/>
                  </a:lnTo>
                  <a:lnTo>
                    <a:pt x="89119" y="138453"/>
                  </a:lnTo>
                  <a:lnTo>
                    <a:pt x="88503" y="141337"/>
                  </a:lnTo>
                  <a:lnTo>
                    <a:pt x="87636" y="142896"/>
                  </a:lnTo>
                  <a:lnTo>
                    <a:pt x="86068" y="145179"/>
                  </a:lnTo>
                  <a:lnTo>
                    <a:pt x="80643" y="145970"/>
                  </a:lnTo>
                  <a:lnTo>
                    <a:pt x="75956" y="147081"/>
                  </a:lnTo>
                  <a:lnTo>
                    <a:pt x="71155" y="147773"/>
                  </a:lnTo>
                  <a:lnTo>
                    <a:pt x="64863" y="150558"/>
                  </a:lnTo>
                  <a:lnTo>
                    <a:pt x="62816" y="153008"/>
                  </a:lnTo>
                  <a:lnTo>
                    <a:pt x="60792" y="153693"/>
                  </a:lnTo>
                  <a:lnTo>
                    <a:pt x="58959" y="153898"/>
                  </a:lnTo>
                  <a:lnTo>
                    <a:pt x="57772" y="152529"/>
                  </a:lnTo>
                  <a:lnTo>
                    <a:pt x="53777" y="148861"/>
                  </a:lnTo>
                  <a:lnTo>
                    <a:pt x="52240" y="147127"/>
                  </a:lnTo>
                  <a:lnTo>
                    <a:pt x="50216" y="146617"/>
                  </a:lnTo>
                  <a:lnTo>
                    <a:pt x="48017" y="146906"/>
                  </a:lnTo>
                  <a:lnTo>
                    <a:pt x="45902" y="147758"/>
                  </a:lnTo>
                  <a:lnTo>
                    <a:pt x="43681" y="147918"/>
                  </a:lnTo>
                  <a:lnTo>
                    <a:pt x="41162" y="146686"/>
                  </a:lnTo>
                  <a:lnTo>
                    <a:pt x="40896" y="146807"/>
                  </a:lnTo>
                  <a:lnTo>
                    <a:pt x="39930" y="146975"/>
                  </a:lnTo>
                  <a:lnTo>
                    <a:pt x="33675" y="145483"/>
                  </a:lnTo>
                  <a:lnTo>
                    <a:pt x="33097" y="145232"/>
                  </a:lnTo>
                  <a:lnTo>
                    <a:pt x="32823" y="145171"/>
                  </a:lnTo>
                  <a:lnTo>
                    <a:pt x="31964" y="145057"/>
                  </a:lnTo>
                  <a:lnTo>
                    <a:pt x="27254" y="145240"/>
                  </a:lnTo>
                  <a:lnTo>
                    <a:pt x="22864" y="142227"/>
                  </a:lnTo>
                  <a:lnTo>
                    <a:pt x="21517" y="142135"/>
                  </a:lnTo>
                  <a:lnTo>
                    <a:pt x="20474" y="143353"/>
                  </a:lnTo>
                  <a:lnTo>
                    <a:pt x="19706" y="144707"/>
                  </a:lnTo>
                  <a:lnTo>
                    <a:pt x="16678" y="146054"/>
                  </a:lnTo>
                  <a:lnTo>
                    <a:pt x="15902" y="146594"/>
                  </a:lnTo>
                  <a:lnTo>
                    <a:pt x="15460" y="146176"/>
                  </a:lnTo>
                  <a:lnTo>
                    <a:pt x="15255" y="145012"/>
                  </a:lnTo>
                  <a:lnTo>
                    <a:pt x="15483" y="143977"/>
                  </a:lnTo>
                  <a:lnTo>
                    <a:pt x="15035" y="143003"/>
                  </a:lnTo>
                  <a:lnTo>
                    <a:pt x="13886" y="141892"/>
                  </a:lnTo>
                  <a:lnTo>
                    <a:pt x="13604" y="141428"/>
                  </a:lnTo>
                  <a:lnTo>
                    <a:pt x="12158" y="141512"/>
                  </a:lnTo>
                  <a:lnTo>
                    <a:pt x="11763" y="141618"/>
                  </a:lnTo>
                  <a:lnTo>
                    <a:pt x="11618" y="141595"/>
                  </a:lnTo>
                  <a:lnTo>
                    <a:pt x="9610" y="140652"/>
                  </a:lnTo>
                  <a:lnTo>
                    <a:pt x="8286" y="138377"/>
                  </a:lnTo>
                  <a:lnTo>
                    <a:pt x="6224" y="137167"/>
                  </a:lnTo>
                  <a:lnTo>
                    <a:pt x="4649" y="136756"/>
                  </a:lnTo>
                  <a:lnTo>
                    <a:pt x="3933" y="135775"/>
                  </a:lnTo>
                  <a:lnTo>
                    <a:pt x="3469" y="134474"/>
                  </a:lnTo>
                  <a:lnTo>
                    <a:pt x="2982" y="133492"/>
                  </a:lnTo>
                  <a:lnTo>
                    <a:pt x="2929" y="133393"/>
                  </a:lnTo>
                  <a:lnTo>
                    <a:pt x="2595" y="131902"/>
                  </a:lnTo>
                  <a:lnTo>
                    <a:pt x="2115" y="131750"/>
                  </a:lnTo>
                  <a:lnTo>
                    <a:pt x="2031" y="131712"/>
                  </a:lnTo>
                  <a:lnTo>
                    <a:pt x="0" y="131970"/>
                  </a:lnTo>
                  <a:lnTo>
                    <a:pt x="236" y="126728"/>
                  </a:lnTo>
                  <a:lnTo>
                    <a:pt x="3485" y="122947"/>
                  </a:lnTo>
                  <a:lnTo>
                    <a:pt x="4284" y="121037"/>
                  </a:lnTo>
                  <a:lnTo>
                    <a:pt x="5501" y="116890"/>
                  </a:lnTo>
                  <a:lnTo>
                    <a:pt x="6414" y="114943"/>
                  </a:lnTo>
                  <a:lnTo>
                    <a:pt x="7510" y="113330"/>
                  </a:lnTo>
                  <a:lnTo>
                    <a:pt x="8385" y="111770"/>
                  </a:lnTo>
                  <a:lnTo>
                    <a:pt x="8697" y="110431"/>
                  </a:lnTo>
                  <a:lnTo>
                    <a:pt x="9579" y="110279"/>
                  </a:lnTo>
                  <a:lnTo>
                    <a:pt x="12166" y="111488"/>
                  </a:lnTo>
                  <a:lnTo>
                    <a:pt x="14487" y="112112"/>
                  </a:lnTo>
                  <a:lnTo>
                    <a:pt x="15126" y="111519"/>
                  </a:lnTo>
                  <a:lnTo>
                    <a:pt x="15392" y="110743"/>
                  </a:lnTo>
                  <a:lnTo>
                    <a:pt x="15285" y="110142"/>
                  </a:lnTo>
                  <a:lnTo>
                    <a:pt x="13429" y="108353"/>
                  </a:lnTo>
                  <a:lnTo>
                    <a:pt x="12265" y="107212"/>
                  </a:lnTo>
                  <a:lnTo>
                    <a:pt x="12189" y="106512"/>
                  </a:lnTo>
                  <a:lnTo>
                    <a:pt x="12607" y="104937"/>
                  </a:lnTo>
                  <a:lnTo>
                    <a:pt x="12836" y="103172"/>
                  </a:lnTo>
                  <a:lnTo>
                    <a:pt x="12569" y="101255"/>
                  </a:lnTo>
                  <a:lnTo>
                    <a:pt x="11299" y="97002"/>
                  </a:lnTo>
                  <a:lnTo>
                    <a:pt x="11063" y="95191"/>
                  </a:lnTo>
                  <a:lnTo>
                    <a:pt x="12272" y="92984"/>
                  </a:lnTo>
                  <a:lnTo>
                    <a:pt x="16214" y="87719"/>
                  </a:lnTo>
                  <a:lnTo>
                    <a:pt x="17530" y="85733"/>
                  </a:lnTo>
                  <a:lnTo>
                    <a:pt x="19326" y="83337"/>
                  </a:lnTo>
                  <a:lnTo>
                    <a:pt x="24203" y="77585"/>
                  </a:lnTo>
                  <a:lnTo>
                    <a:pt x="27276" y="74229"/>
                  </a:lnTo>
                  <a:lnTo>
                    <a:pt x="29362" y="72365"/>
                  </a:lnTo>
                  <a:lnTo>
                    <a:pt x="32413" y="69131"/>
                  </a:lnTo>
                  <a:lnTo>
                    <a:pt x="33751" y="67450"/>
                  </a:lnTo>
                  <a:lnTo>
                    <a:pt x="39321" y="66354"/>
                  </a:lnTo>
                  <a:lnTo>
                    <a:pt x="40013" y="64779"/>
                  </a:lnTo>
                  <a:lnTo>
                    <a:pt x="41033" y="63060"/>
                  </a:lnTo>
                  <a:lnTo>
                    <a:pt x="41824" y="62322"/>
                  </a:lnTo>
                  <a:lnTo>
                    <a:pt x="41931" y="59423"/>
                  </a:lnTo>
                  <a:lnTo>
                    <a:pt x="40896" y="55870"/>
                  </a:lnTo>
                  <a:lnTo>
                    <a:pt x="40067" y="54614"/>
                  </a:lnTo>
                  <a:lnTo>
                    <a:pt x="39450" y="53754"/>
                  </a:lnTo>
                  <a:lnTo>
                    <a:pt x="39854" y="52956"/>
                  </a:lnTo>
                  <a:lnTo>
                    <a:pt x="40470" y="52727"/>
                  </a:lnTo>
                  <a:lnTo>
                    <a:pt x="41231" y="52613"/>
                  </a:lnTo>
                  <a:lnTo>
                    <a:pt x="42174" y="51753"/>
                  </a:lnTo>
                  <a:lnTo>
                    <a:pt x="41961" y="50818"/>
                  </a:lnTo>
                  <a:lnTo>
                    <a:pt x="39610" y="48535"/>
                  </a:lnTo>
                  <a:lnTo>
                    <a:pt x="38590" y="46777"/>
                  </a:lnTo>
                  <a:lnTo>
                    <a:pt x="37000" y="42243"/>
                  </a:lnTo>
                  <a:lnTo>
                    <a:pt x="33774" y="37525"/>
                  </a:lnTo>
                  <a:lnTo>
                    <a:pt x="32755" y="35996"/>
                  </a:lnTo>
                  <a:lnTo>
                    <a:pt x="32610" y="34551"/>
                  </a:lnTo>
                  <a:lnTo>
                    <a:pt x="33082" y="33105"/>
                  </a:lnTo>
                  <a:lnTo>
                    <a:pt x="32633" y="31256"/>
                  </a:lnTo>
                  <a:lnTo>
                    <a:pt x="31492" y="28897"/>
                  </a:lnTo>
                  <a:lnTo>
                    <a:pt x="31674" y="28639"/>
                  </a:lnTo>
                  <a:lnTo>
                    <a:pt x="31560" y="25725"/>
                  </a:lnTo>
                  <a:lnTo>
                    <a:pt x="32374" y="25093"/>
                  </a:lnTo>
                  <a:lnTo>
                    <a:pt x="33660" y="24667"/>
                  </a:lnTo>
                  <a:lnTo>
                    <a:pt x="35471" y="24812"/>
                  </a:lnTo>
                  <a:lnTo>
                    <a:pt x="37023" y="25260"/>
                  </a:lnTo>
                  <a:lnTo>
                    <a:pt x="38880" y="26592"/>
                  </a:lnTo>
                  <a:lnTo>
                    <a:pt x="39458" y="26379"/>
                  </a:lnTo>
                  <a:lnTo>
                    <a:pt x="42631" y="23868"/>
                  </a:lnTo>
                  <a:lnTo>
                    <a:pt x="45902" y="20079"/>
                  </a:lnTo>
                  <a:lnTo>
                    <a:pt x="46838" y="17880"/>
                  </a:lnTo>
                  <a:lnTo>
                    <a:pt x="47652" y="16876"/>
                  </a:lnTo>
                  <a:lnTo>
                    <a:pt x="50498" y="16343"/>
                  </a:lnTo>
                  <a:lnTo>
                    <a:pt x="52979" y="16123"/>
                  </a:lnTo>
                  <a:lnTo>
                    <a:pt x="54553" y="16161"/>
                  </a:lnTo>
                  <a:lnTo>
                    <a:pt x="58426" y="15788"/>
                  </a:lnTo>
                  <a:lnTo>
                    <a:pt x="60716" y="15369"/>
                  </a:lnTo>
                  <a:lnTo>
                    <a:pt x="62702" y="14700"/>
                  </a:lnTo>
                  <a:lnTo>
                    <a:pt x="66986" y="14449"/>
                  </a:lnTo>
                  <a:lnTo>
                    <a:pt x="73666" y="14898"/>
                  </a:lnTo>
                  <a:lnTo>
                    <a:pt x="78056" y="14928"/>
                  </a:lnTo>
                  <a:lnTo>
                    <a:pt x="81039" y="15286"/>
                  </a:lnTo>
                  <a:lnTo>
                    <a:pt x="88335" y="17302"/>
                  </a:lnTo>
                  <a:lnTo>
                    <a:pt x="91052" y="17667"/>
                  </a:lnTo>
                  <a:lnTo>
                    <a:pt x="92315" y="18740"/>
                  </a:lnTo>
                  <a:lnTo>
                    <a:pt x="94742" y="19136"/>
                  </a:lnTo>
                  <a:lnTo>
                    <a:pt x="99155" y="20208"/>
                  </a:lnTo>
                  <a:lnTo>
                    <a:pt x="102982" y="20787"/>
                  </a:lnTo>
                  <a:lnTo>
                    <a:pt x="105569" y="20551"/>
                  </a:lnTo>
                  <a:lnTo>
                    <a:pt x="107015" y="20855"/>
                  </a:lnTo>
                  <a:lnTo>
                    <a:pt x="109754" y="25610"/>
                  </a:lnTo>
                  <a:lnTo>
                    <a:pt x="110316" y="26166"/>
                  </a:lnTo>
                  <a:lnTo>
                    <a:pt x="111412" y="26280"/>
                  </a:lnTo>
                  <a:lnTo>
                    <a:pt x="113649" y="25869"/>
                  </a:lnTo>
                  <a:lnTo>
                    <a:pt x="116829" y="26029"/>
                  </a:lnTo>
                  <a:lnTo>
                    <a:pt x="118716" y="27026"/>
                  </a:lnTo>
                  <a:lnTo>
                    <a:pt x="118442" y="29848"/>
                  </a:lnTo>
                  <a:lnTo>
                    <a:pt x="118937" y="30259"/>
                  </a:lnTo>
                  <a:lnTo>
                    <a:pt x="119820" y="30100"/>
                  </a:lnTo>
                  <a:lnTo>
                    <a:pt x="120832" y="28509"/>
                  </a:lnTo>
                  <a:lnTo>
                    <a:pt x="121684" y="26858"/>
                  </a:lnTo>
                  <a:lnTo>
                    <a:pt x="122315" y="26341"/>
                  </a:lnTo>
                  <a:lnTo>
                    <a:pt x="125564" y="27459"/>
                  </a:lnTo>
                  <a:lnTo>
                    <a:pt x="127048" y="27277"/>
                  </a:lnTo>
                  <a:lnTo>
                    <a:pt x="128417" y="26021"/>
                  </a:lnTo>
                  <a:lnTo>
                    <a:pt x="129254" y="25808"/>
                  </a:lnTo>
                  <a:lnTo>
                    <a:pt x="131560" y="26698"/>
                  </a:lnTo>
                  <a:lnTo>
                    <a:pt x="134398" y="27322"/>
                  </a:lnTo>
                  <a:lnTo>
                    <a:pt x="136696" y="27360"/>
                  </a:lnTo>
                  <a:lnTo>
                    <a:pt x="138126" y="28038"/>
                  </a:lnTo>
                  <a:lnTo>
                    <a:pt x="139168" y="30982"/>
                  </a:lnTo>
                  <a:lnTo>
                    <a:pt x="140074" y="31591"/>
                  </a:lnTo>
                  <a:lnTo>
                    <a:pt x="140948" y="31774"/>
                  </a:lnTo>
                  <a:lnTo>
                    <a:pt x="142272" y="29141"/>
                  </a:lnTo>
                  <a:lnTo>
                    <a:pt x="143475" y="28121"/>
                  </a:lnTo>
                  <a:lnTo>
                    <a:pt x="145141" y="27368"/>
                  </a:lnTo>
                  <a:lnTo>
                    <a:pt x="146214" y="27041"/>
                  </a:lnTo>
                  <a:lnTo>
                    <a:pt x="146974" y="26105"/>
                  </a:lnTo>
                  <a:lnTo>
                    <a:pt x="147994" y="25200"/>
                  </a:lnTo>
                  <a:lnTo>
                    <a:pt x="148877" y="25123"/>
                  </a:lnTo>
                  <a:lnTo>
                    <a:pt x="149592" y="25474"/>
                  </a:lnTo>
                  <a:lnTo>
                    <a:pt x="150414" y="26729"/>
                  </a:lnTo>
                  <a:lnTo>
                    <a:pt x="151616" y="29590"/>
                  </a:lnTo>
                  <a:lnTo>
                    <a:pt x="153076" y="32458"/>
                  </a:lnTo>
                  <a:lnTo>
                    <a:pt x="154096" y="33501"/>
                  </a:lnTo>
                  <a:lnTo>
                    <a:pt x="156729" y="32618"/>
                  </a:lnTo>
                  <a:lnTo>
                    <a:pt x="158509" y="31720"/>
                  </a:lnTo>
                  <a:lnTo>
                    <a:pt x="161773" y="31553"/>
                  </a:lnTo>
                  <a:lnTo>
                    <a:pt x="166103" y="30921"/>
                  </a:lnTo>
                  <a:lnTo>
                    <a:pt x="169412" y="30100"/>
                  </a:lnTo>
                  <a:lnTo>
                    <a:pt x="171482" y="30244"/>
                  </a:lnTo>
                  <a:lnTo>
                    <a:pt x="172737" y="31157"/>
                  </a:lnTo>
                  <a:lnTo>
                    <a:pt x="174647" y="32915"/>
                  </a:lnTo>
                  <a:lnTo>
                    <a:pt x="175164" y="35441"/>
                  </a:lnTo>
                  <a:lnTo>
                    <a:pt x="177645" y="37183"/>
                  </a:lnTo>
                  <a:lnTo>
                    <a:pt x="179676" y="37503"/>
                  </a:lnTo>
                  <a:lnTo>
                    <a:pt x="180369" y="35692"/>
                  </a:lnTo>
                  <a:lnTo>
                    <a:pt x="181556" y="34429"/>
                  </a:lnTo>
                  <a:lnTo>
                    <a:pt x="181107" y="32687"/>
                  </a:lnTo>
                  <a:lnTo>
                    <a:pt x="180909" y="30465"/>
                  </a:lnTo>
                  <a:lnTo>
                    <a:pt x="180019" y="28403"/>
                  </a:lnTo>
                  <a:lnTo>
                    <a:pt x="179425" y="26181"/>
                  </a:lnTo>
                  <a:lnTo>
                    <a:pt x="180513" y="23001"/>
                  </a:lnTo>
                  <a:lnTo>
                    <a:pt x="181700" y="20216"/>
                  </a:lnTo>
                  <a:lnTo>
                    <a:pt x="182294" y="18702"/>
                  </a:lnTo>
                  <a:lnTo>
                    <a:pt x="184173" y="15902"/>
                  </a:lnTo>
                  <a:lnTo>
                    <a:pt x="186098" y="13901"/>
                  </a:lnTo>
                  <a:lnTo>
                    <a:pt x="188982" y="10683"/>
                  </a:lnTo>
                  <a:lnTo>
                    <a:pt x="191089" y="9617"/>
                  </a:lnTo>
                  <a:lnTo>
                    <a:pt x="192991" y="10104"/>
                  </a:lnTo>
                  <a:lnTo>
                    <a:pt x="194049" y="10546"/>
                  </a:lnTo>
                  <a:lnTo>
                    <a:pt x="196780" y="8636"/>
                  </a:lnTo>
                  <a:lnTo>
                    <a:pt x="201642" y="8537"/>
                  </a:lnTo>
                  <a:lnTo>
                    <a:pt x="205690" y="8780"/>
                  </a:lnTo>
                  <a:lnTo>
                    <a:pt x="206101" y="8841"/>
                  </a:lnTo>
                  <a:lnTo>
                    <a:pt x="208094" y="9830"/>
                  </a:lnTo>
                  <a:lnTo>
                    <a:pt x="210187" y="10667"/>
                  </a:lnTo>
                  <a:lnTo>
                    <a:pt x="211632" y="10720"/>
                  </a:lnTo>
                  <a:lnTo>
                    <a:pt x="213352" y="10530"/>
                  </a:lnTo>
                  <a:lnTo>
                    <a:pt x="215376" y="9412"/>
                  </a:lnTo>
                  <a:lnTo>
                    <a:pt x="216783" y="8331"/>
                  </a:lnTo>
                  <a:lnTo>
                    <a:pt x="218495" y="2838"/>
                  </a:lnTo>
                  <a:lnTo>
                    <a:pt x="219104" y="2047"/>
                  </a:lnTo>
                  <a:lnTo>
                    <a:pt x="220047" y="1613"/>
                  </a:lnTo>
                  <a:lnTo>
                    <a:pt x="221592" y="1568"/>
                  </a:lnTo>
                  <a:lnTo>
                    <a:pt x="224529" y="2595"/>
                  </a:lnTo>
                  <a:lnTo>
                    <a:pt x="227968" y="3515"/>
                  </a:lnTo>
                  <a:lnTo>
                    <a:pt x="229961" y="3386"/>
                  </a:lnTo>
                  <a:lnTo>
                    <a:pt x="235272" y="456"/>
                  </a:lnTo>
                  <a:lnTo>
                    <a:pt x="238232" y="0"/>
                  </a:lnTo>
                  <a:lnTo>
                    <a:pt x="241747" y="685"/>
                  </a:lnTo>
                  <a:lnTo>
                    <a:pt x="245201" y="723"/>
                  </a:lnTo>
                  <a:lnTo>
                    <a:pt x="247803" y="297"/>
                  </a:lnTo>
                  <a:lnTo>
                    <a:pt x="249592" y="1309"/>
                  </a:lnTo>
                  <a:lnTo>
                    <a:pt x="251798" y="3546"/>
                  </a:lnTo>
                  <a:lnTo>
                    <a:pt x="253791" y="6863"/>
                  </a:lnTo>
                  <a:lnTo>
                    <a:pt x="255876" y="12973"/>
                  </a:lnTo>
                  <a:lnTo>
                    <a:pt x="261956" y="19843"/>
                  </a:lnTo>
                  <a:lnTo>
                    <a:pt x="262054" y="21182"/>
                  </a:lnTo>
                  <a:lnTo>
                    <a:pt x="261560" y="22042"/>
                  </a:lnTo>
                  <a:lnTo>
                    <a:pt x="258570" y="22871"/>
                  </a:lnTo>
                  <a:lnTo>
                    <a:pt x="256043" y="23320"/>
                  </a:lnTo>
                  <a:lnTo>
                    <a:pt x="255922" y="24492"/>
                  </a:lnTo>
                  <a:lnTo>
                    <a:pt x="256591" y="25763"/>
                  </a:lnTo>
                  <a:lnTo>
                    <a:pt x="257748" y="27619"/>
                  </a:lnTo>
                  <a:lnTo>
                    <a:pt x="257923" y="30008"/>
                  </a:lnTo>
                  <a:lnTo>
                    <a:pt x="257862" y="32200"/>
                  </a:lnTo>
                  <a:lnTo>
                    <a:pt x="258357" y="34132"/>
                  </a:lnTo>
                  <a:lnTo>
                    <a:pt x="259323" y="34923"/>
                  </a:lnTo>
                  <a:lnTo>
                    <a:pt x="259445" y="35890"/>
                  </a:lnTo>
                  <a:lnTo>
                    <a:pt x="258334" y="37077"/>
                  </a:lnTo>
                  <a:lnTo>
                    <a:pt x="258022" y="37807"/>
                  </a:lnTo>
                  <a:lnTo>
                    <a:pt x="258455" y="38203"/>
                  </a:lnTo>
                  <a:lnTo>
                    <a:pt x="263941" y="38431"/>
                  </a:lnTo>
                  <a:lnTo>
                    <a:pt x="266627" y="39580"/>
                  </a:lnTo>
                  <a:lnTo>
                    <a:pt x="268666" y="40630"/>
                  </a:lnTo>
                  <a:lnTo>
                    <a:pt x="269693" y="40729"/>
                  </a:lnTo>
                  <a:lnTo>
                    <a:pt x="272006" y="40059"/>
                  </a:lnTo>
                  <a:lnTo>
                    <a:pt x="274608" y="39633"/>
                  </a:lnTo>
                  <a:lnTo>
                    <a:pt x="276184" y="39572"/>
                  </a:lnTo>
                  <a:lnTo>
                    <a:pt x="276792" y="40348"/>
                  </a:lnTo>
                  <a:lnTo>
                    <a:pt x="277279" y="42380"/>
                  </a:lnTo>
                  <a:lnTo>
                    <a:pt x="278192" y="44411"/>
                  </a:lnTo>
                  <a:lnTo>
                    <a:pt x="279044" y="44990"/>
                  </a:lnTo>
                  <a:lnTo>
                    <a:pt x="280566" y="44891"/>
                  </a:lnTo>
                  <a:lnTo>
                    <a:pt x="281479" y="44990"/>
                  </a:lnTo>
                  <a:lnTo>
                    <a:pt x="281966" y="45758"/>
                  </a:lnTo>
                  <a:lnTo>
                    <a:pt x="281418" y="46914"/>
                  </a:lnTo>
                  <a:lnTo>
                    <a:pt x="281540" y="48170"/>
                  </a:lnTo>
                  <a:lnTo>
                    <a:pt x="282209" y="49707"/>
                  </a:lnTo>
                  <a:lnTo>
                    <a:pt x="283001" y="53260"/>
                  </a:lnTo>
                  <a:lnTo>
                    <a:pt x="283731" y="54318"/>
                  </a:lnTo>
                  <a:lnTo>
                    <a:pt x="284218" y="55657"/>
                  </a:lnTo>
                  <a:lnTo>
                    <a:pt x="284218" y="57194"/>
                  </a:lnTo>
                  <a:lnTo>
                    <a:pt x="283609" y="58533"/>
                  </a:lnTo>
                  <a:lnTo>
                    <a:pt x="283183" y="59583"/>
                  </a:lnTo>
                  <a:lnTo>
                    <a:pt x="283609" y="61972"/>
                  </a:lnTo>
                  <a:lnTo>
                    <a:pt x="285253" y="64642"/>
                  </a:lnTo>
                  <a:lnTo>
                    <a:pt x="286470" y="65304"/>
                  </a:lnTo>
                  <a:lnTo>
                    <a:pt x="287444" y="67686"/>
                  </a:lnTo>
                  <a:lnTo>
                    <a:pt x="289209" y="68447"/>
                  </a:lnTo>
                  <a:lnTo>
                    <a:pt x="291827" y="66446"/>
                  </a:lnTo>
                  <a:lnTo>
                    <a:pt x="293835" y="65396"/>
                  </a:lnTo>
                  <a:lnTo>
                    <a:pt x="296346" y="65981"/>
                  </a:lnTo>
                  <a:lnTo>
                    <a:pt x="298667" y="66354"/>
                  </a:lnTo>
                  <a:lnTo>
                    <a:pt x="300226" y="67716"/>
                  </a:lnTo>
                  <a:lnTo>
                    <a:pt x="301375" y="69588"/>
                  </a:lnTo>
                  <a:lnTo>
                    <a:pt x="302715" y="70630"/>
                  </a:lnTo>
                  <a:lnTo>
                    <a:pt x="304053" y="70082"/>
                  </a:lnTo>
                  <a:lnTo>
                    <a:pt x="306846" y="70630"/>
                  </a:lnTo>
                  <a:lnTo>
                    <a:pt x="308124" y="72145"/>
                  </a:lnTo>
                  <a:lnTo>
                    <a:pt x="309402" y="72997"/>
                  </a:lnTo>
                  <a:lnTo>
                    <a:pt x="311046" y="71764"/>
                  </a:lnTo>
                  <a:lnTo>
                    <a:pt x="312385" y="70242"/>
                  </a:lnTo>
                  <a:lnTo>
                    <a:pt x="317285" y="68652"/>
                  </a:lnTo>
                  <a:lnTo>
                    <a:pt x="320328" y="68256"/>
                  </a:lnTo>
                  <a:lnTo>
                    <a:pt x="321181" y="67945"/>
                  </a:lnTo>
                  <a:lnTo>
                    <a:pt x="322969" y="66803"/>
                  </a:lnTo>
                  <a:lnTo>
                    <a:pt x="324855" y="66042"/>
                  </a:lnTo>
                  <a:lnTo>
                    <a:pt x="326552" y="66248"/>
                  </a:lnTo>
                  <a:lnTo>
                    <a:pt x="328226" y="68614"/>
                  </a:lnTo>
                  <a:lnTo>
                    <a:pt x="329961" y="70242"/>
                  </a:lnTo>
                  <a:lnTo>
                    <a:pt x="330448" y="72806"/>
                  </a:lnTo>
                  <a:lnTo>
                    <a:pt x="332563" y="76321"/>
                  </a:lnTo>
                  <a:lnTo>
                    <a:pt x="337820" y="81123"/>
                  </a:lnTo>
                  <a:lnTo>
                    <a:pt x="339882" y="82583"/>
                  </a:lnTo>
                  <a:lnTo>
                    <a:pt x="341282" y="82325"/>
                  </a:lnTo>
                  <a:lnTo>
                    <a:pt x="342013" y="81944"/>
                  </a:lnTo>
                  <a:lnTo>
                    <a:pt x="342355" y="81442"/>
                  </a:lnTo>
                  <a:lnTo>
                    <a:pt x="342674" y="79091"/>
                  </a:lnTo>
                  <a:lnTo>
                    <a:pt x="343337" y="78224"/>
                  </a:lnTo>
                  <a:lnTo>
                    <a:pt x="344402" y="78201"/>
                  </a:lnTo>
                  <a:lnTo>
                    <a:pt x="348518" y="81123"/>
                  </a:lnTo>
                  <a:lnTo>
                    <a:pt x="350671" y="81442"/>
                  </a:lnTo>
                  <a:lnTo>
                    <a:pt x="352718" y="81495"/>
                  </a:lnTo>
                  <a:lnTo>
                    <a:pt x="355472" y="83763"/>
                  </a:lnTo>
                  <a:lnTo>
                    <a:pt x="358493" y="85733"/>
                  </a:lnTo>
                  <a:lnTo>
                    <a:pt x="360829" y="85939"/>
                  </a:lnTo>
                  <a:lnTo>
                    <a:pt x="362693" y="85163"/>
                  </a:lnTo>
                  <a:lnTo>
                    <a:pt x="363971" y="84691"/>
                  </a:lnTo>
                  <a:lnTo>
                    <a:pt x="364762" y="85444"/>
                  </a:lnTo>
                  <a:lnTo>
                    <a:pt x="365493" y="87141"/>
                  </a:lnTo>
                  <a:lnTo>
                    <a:pt x="366710" y="88457"/>
                  </a:lnTo>
                  <a:lnTo>
                    <a:pt x="368110" y="88830"/>
                  </a:lnTo>
                  <a:lnTo>
                    <a:pt x="370126" y="88914"/>
                  </a:lnTo>
                  <a:lnTo>
                    <a:pt x="373626" y="91455"/>
                  </a:lnTo>
                  <a:lnTo>
                    <a:pt x="376913" y="94042"/>
                  </a:lnTo>
                  <a:lnTo>
                    <a:pt x="378967" y="94186"/>
                  </a:lnTo>
                  <a:lnTo>
                    <a:pt x="380710" y="93426"/>
                  </a:lnTo>
                  <a:lnTo>
                    <a:pt x="382247" y="93228"/>
                  </a:lnTo>
                  <a:lnTo>
                    <a:pt x="383320" y="93882"/>
                  </a:lnTo>
                  <a:lnTo>
                    <a:pt x="383624" y="95001"/>
                  </a:lnTo>
                  <a:lnTo>
                    <a:pt x="382833" y="96499"/>
                  </a:lnTo>
                  <a:lnTo>
                    <a:pt x="382833" y="98645"/>
                  </a:lnTo>
                  <a:lnTo>
                    <a:pt x="384294" y="100699"/>
                  </a:lnTo>
                  <a:lnTo>
                    <a:pt x="384339" y="102716"/>
                  </a:lnTo>
                  <a:lnTo>
                    <a:pt x="383921" y="104534"/>
                  </a:lnTo>
                  <a:lnTo>
                    <a:pt x="383091" y="106208"/>
                  </a:lnTo>
                  <a:lnTo>
                    <a:pt x="381090" y="108506"/>
                  </a:lnTo>
                  <a:lnTo>
                    <a:pt x="379241" y="110644"/>
                  </a:lnTo>
                  <a:lnTo>
                    <a:pt x="376464" y="111534"/>
                  </a:lnTo>
                  <a:lnTo>
                    <a:pt x="374905" y="112470"/>
                  </a:lnTo>
                  <a:lnTo>
                    <a:pt x="375315" y="114037"/>
                  </a:lnTo>
                  <a:lnTo>
                    <a:pt x="376335" y="115498"/>
                  </a:lnTo>
                  <a:lnTo>
                    <a:pt x="378693" y="116677"/>
                  </a:lnTo>
                  <a:lnTo>
                    <a:pt x="381372" y="117537"/>
                  </a:lnTo>
                  <a:lnTo>
                    <a:pt x="381684" y="118488"/>
                  </a:lnTo>
                  <a:lnTo>
                    <a:pt x="381273" y="118968"/>
                  </a:lnTo>
                  <a:lnTo>
                    <a:pt x="379554" y="119409"/>
                  </a:lnTo>
                  <a:lnTo>
                    <a:pt x="377180" y="118960"/>
                  </a:lnTo>
                  <a:lnTo>
                    <a:pt x="376388" y="119789"/>
                  </a:lnTo>
                  <a:lnTo>
                    <a:pt x="375293" y="121166"/>
                  </a:lnTo>
                  <a:lnTo>
                    <a:pt x="374562" y="123647"/>
                  </a:lnTo>
                  <a:lnTo>
                    <a:pt x="374014" y="125945"/>
                  </a:lnTo>
                  <a:lnTo>
                    <a:pt x="376593" y="126568"/>
                  </a:lnTo>
                  <a:lnTo>
                    <a:pt x="378093" y="127504"/>
                  </a:lnTo>
                  <a:lnTo>
                    <a:pt x="378564" y="129384"/>
                  </a:lnTo>
                  <a:lnTo>
                    <a:pt x="379097" y="131476"/>
                  </a:lnTo>
                  <a:lnTo>
                    <a:pt x="379257" y="133355"/>
                  </a:lnTo>
                  <a:lnTo>
                    <a:pt x="378405" y="134268"/>
                  </a:lnTo>
                  <a:lnTo>
                    <a:pt x="378351" y="135204"/>
                  </a:lnTo>
                  <a:lnTo>
                    <a:pt x="378754" y="135668"/>
                  </a:lnTo>
                  <a:lnTo>
                    <a:pt x="379865" y="135874"/>
                  </a:lnTo>
                  <a:lnTo>
                    <a:pt x="380710" y="136292"/>
                  </a:lnTo>
                  <a:lnTo>
                    <a:pt x="380778" y="137281"/>
                  </a:lnTo>
                  <a:lnTo>
                    <a:pt x="379158" y="139503"/>
                  </a:lnTo>
                  <a:lnTo>
                    <a:pt x="377643" y="143749"/>
                  </a:lnTo>
                  <a:lnTo>
                    <a:pt x="376829" y="146001"/>
                  </a:lnTo>
                  <a:lnTo>
                    <a:pt x="376890" y="148443"/>
                  </a:lnTo>
                  <a:lnTo>
                    <a:pt x="375977" y="149797"/>
                  </a:lnTo>
                  <a:lnTo>
                    <a:pt x="374296" y="149972"/>
                  </a:lnTo>
                  <a:lnTo>
                    <a:pt x="368589" y="150208"/>
                  </a:lnTo>
                  <a:lnTo>
                    <a:pt x="363621" y="150087"/>
                  </a:lnTo>
                  <a:lnTo>
                    <a:pt x="361475" y="149737"/>
                  </a:lnTo>
                  <a:lnTo>
                    <a:pt x="358112" y="149523"/>
                  </a:lnTo>
                  <a:lnTo>
                    <a:pt x="356446" y="150102"/>
                  </a:lnTo>
                  <a:lnTo>
                    <a:pt x="354240" y="153997"/>
                  </a:lnTo>
                  <a:lnTo>
                    <a:pt x="352566" y="155519"/>
                  </a:lnTo>
                  <a:lnTo>
                    <a:pt x="349804" y="156896"/>
                  </a:lnTo>
                  <a:lnTo>
                    <a:pt x="346768" y="157292"/>
                  </a:lnTo>
                  <a:lnTo>
                    <a:pt x="345026" y="158890"/>
                  </a:lnTo>
                  <a:lnTo>
                    <a:pt x="344409" y="161400"/>
                  </a:lnTo>
                  <a:lnTo>
                    <a:pt x="344364" y="163622"/>
                  </a:lnTo>
                  <a:lnTo>
                    <a:pt x="344082" y="164733"/>
                  </a:lnTo>
                  <a:lnTo>
                    <a:pt x="343428" y="165707"/>
                  </a:lnTo>
                  <a:lnTo>
                    <a:pt x="343192" y="166399"/>
                  </a:lnTo>
                  <a:lnTo>
                    <a:pt x="343337" y="167160"/>
                  </a:lnTo>
                  <a:lnTo>
                    <a:pt x="344044" y="167434"/>
                  </a:lnTo>
                  <a:lnTo>
                    <a:pt x="344889" y="167784"/>
                  </a:lnTo>
                  <a:lnTo>
                    <a:pt x="344889" y="168332"/>
                  </a:lnTo>
                  <a:lnTo>
                    <a:pt x="344562" y="169024"/>
                  </a:lnTo>
                  <a:lnTo>
                    <a:pt x="343618" y="169785"/>
                  </a:lnTo>
                  <a:lnTo>
                    <a:pt x="343192" y="170957"/>
                  </a:lnTo>
                  <a:lnTo>
                    <a:pt x="343291" y="172204"/>
                  </a:lnTo>
                  <a:lnTo>
                    <a:pt x="343466" y="173582"/>
                  </a:lnTo>
                  <a:close/>
                  <a:moveTo>
                    <a:pt x="211031" y="201102"/>
                  </a:moveTo>
                  <a:lnTo>
                    <a:pt x="213976" y="202616"/>
                  </a:lnTo>
                  <a:lnTo>
                    <a:pt x="210970" y="202213"/>
                  </a:lnTo>
                  <a:lnTo>
                    <a:pt x="204373" y="200790"/>
                  </a:lnTo>
                  <a:lnTo>
                    <a:pt x="201459" y="199443"/>
                  </a:lnTo>
                  <a:lnTo>
                    <a:pt x="200706" y="197937"/>
                  </a:lnTo>
                  <a:lnTo>
                    <a:pt x="200280" y="195883"/>
                  </a:lnTo>
                  <a:lnTo>
                    <a:pt x="201908" y="198036"/>
                  </a:lnTo>
                  <a:lnTo>
                    <a:pt x="203050" y="198979"/>
                  </a:lnTo>
                  <a:lnTo>
                    <a:pt x="211031" y="201102"/>
                  </a:lnTo>
                  <a:close/>
                </a:path>
              </a:pathLst>
            </a:custGeom>
            <a:solidFill>
              <a:srgbClr val="2562E8"/>
            </a:solidFill>
            <a:ln w="6168" cap="flat">
              <a:solidFill>
                <a:srgbClr val="2562E8"/>
              </a:solidFill>
              <a:prstDash val="solid"/>
              <a:miter/>
            </a:ln>
          </p:spPr>
          <p:txBody>
            <a:bodyPr/>
            <a:lstStyle/>
            <a:p>
              <a:endParaRPr lang="en-US"/>
            </a:p>
          </p:txBody>
        </p:sp>
        <p:sp>
          <p:nvSpPr>
            <p:cNvPr id="2340" name="Freeform: Shape 2339">
              <a:extLst>
                <a:ext uri="{FF2B5EF4-FFF2-40B4-BE49-F238E27FC236}">
                  <a16:creationId xmlns:a16="http://schemas.microsoft.com/office/drawing/2014/main" id="{0709FE93-33B2-214B-350D-5378F1A90FE8}"/>
                </a:ext>
              </a:extLst>
            </p:cNvPr>
            <p:cNvSpPr/>
            <p:nvPr/>
          </p:nvSpPr>
          <p:spPr>
            <a:xfrm>
              <a:off x="10205114" y="4914654"/>
              <a:ext cx="115649" cy="120778"/>
            </a:xfrm>
            <a:custGeom>
              <a:avLst/>
              <a:gdLst>
                <a:gd name="csX0" fmla="*/ 92702 w 115649"/>
                <a:gd name="csY0" fmla="*/ 110849 h 120778"/>
                <a:gd name="csX1" fmla="*/ 90367 w 115649"/>
                <a:gd name="csY1" fmla="*/ 110849 h 120778"/>
                <a:gd name="csX2" fmla="*/ 86570 w 115649"/>
                <a:gd name="csY2" fmla="*/ 110849 h 120778"/>
                <a:gd name="csX3" fmla="*/ 82773 w 115649"/>
                <a:gd name="csY3" fmla="*/ 110849 h 120778"/>
                <a:gd name="csX4" fmla="*/ 78977 w 115649"/>
                <a:gd name="csY4" fmla="*/ 110849 h 120778"/>
                <a:gd name="csX5" fmla="*/ 75180 w 115649"/>
                <a:gd name="csY5" fmla="*/ 110849 h 120778"/>
                <a:gd name="csX6" fmla="*/ 71391 w 115649"/>
                <a:gd name="csY6" fmla="*/ 110849 h 120778"/>
                <a:gd name="csX7" fmla="*/ 67594 w 115649"/>
                <a:gd name="csY7" fmla="*/ 110849 h 120778"/>
                <a:gd name="csX8" fmla="*/ 63797 w 115649"/>
                <a:gd name="csY8" fmla="*/ 110849 h 120778"/>
                <a:gd name="csX9" fmla="*/ 60001 w 115649"/>
                <a:gd name="csY9" fmla="*/ 110849 h 120778"/>
                <a:gd name="csX10" fmla="*/ 56204 w 115649"/>
                <a:gd name="csY10" fmla="*/ 110849 h 120778"/>
                <a:gd name="csX11" fmla="*/ 52408 w 115649"/>
                <a:gd name="csY11" fmla="*/ 110849 h 120778"/>
                <a:gd name="csX12" fmla="*/ 48611 w 115649"/>
                <a:gd name="csY12" fmla="*/ 110849 h 120778"/>
                <a:gd name="csX13" fmla="*/ 44814 w 115649"/>
                <a:gd name="csY13" fmla="*/ 110849 h 120778"/>
                <a:gd name="csX14" fmla="*/ 41025 w 115649"/>
                <a:gd name="csY14" fmla="*/ 110849 h 120778"/>
                <a:gd name="csX15" fmla="*/ 37229 w 115649"/>
                <a:gd name="csY15" fmla="*/ 110849 h 120778"/>
                <a:gd name="csX16" fmla="*/ 33432 w 115649"/>
                <a:gd name="csY16" fmla="*/ 110849 h 120778"/>
                <a:gd name="csX17" fmla="*/ 29635 w 115649"/>
                <a:gd name="csY17" fmla="*/ 110849 h 120778"/>
                <a:gd name="csX18" fmla="*/ 27391 w 115649"/>
                <a:gd name="csY18" fmla="*/ 110849 h 120778"/>
                <a:gd name="csX19" fmla="*/ 26942 w 115649"/>
                <a:gd name="csY19" fmla="*/ 110788 h 120778"/>
                <a:gd name="csX20" fmla="*/ 26630 w 115649"/>
                <a:gd name="csY20" fmla="*/ 110697 h 120778"/>
                <a:gd name="csX21" fmla="*/ 25199 w 115649"/>
                <a:gd name="csY21" fmla="*/ 110963 h 120778"/>
                <a:gd name="csX22" fmla="*/ 23716 w 115649"/>
                <a:gd name="csY22" fmla="*/ 111899 h 120778"/>
                <a:gd name="csX23" fmla="*/ 22141 w 115649"/>
                <a:gd name="csY23" fmla="*/ 112280 h 120778"/>
                <a:gd name="csX24" fmla="*/ 20452 w 115649"/>
                <a:gd name="csY24" fmla="*/ 112135 h 120778"/>
                <a:gd name="csX25" fmla="*/ 20239 w 115649"/>
                <a:gd name="csY25" fmla="*/ 112234 h 120778"/>
                <a:gd name="csX26" fmla="*/ 19386 w 115649"/>
                <a:gd name="csY26" fmla="*/ 112211 h 120778"/>
                <a:gd name="csX27" fmla="*/ 18154 w 115649"/>
                <a:gd name="csY27" fmla="*/ 112143 h 120778"/>
                <a:gd name="csX28" fmla="*/ 17043 w 115649"/>
                <a:gd name="csY28" fmla="*/ 112386 h 120778"/>
                <a:gd name="csX29" fmla="*/ 16198 w 115649"/>
                <a:gd name="csY29" fmla="*/ 113200 h 120778"/>
                <a:gd name="csX30" fmla="*/ 15331 w 115649"/>
                <a:gd name="csY30" fmla="*/ 114600 h 120778"/>
                <a:gd name="csX31" fmla="*/ 13771 w 115649"/>
                <a:gd name="csY31" fmla="*/ 116198 h 120778"/>
                <a:gd name="csX32" fmla="*/ 12554 w 115649"/>
                <a:gd name="csY32" fmla="*/ 117621 h 120778"/>
                <a:gd name="csX33" fmla="*/ 11519 w 115649"/>
                <a:gd name="csY33" fmla="*/ 118625 h 120778"/>
                <a:gd name="csX34" fmla="*/ 9153 w 115649"/>
                <a:gd name="csY34" fmla="*/ 120291 h 120778"/>
                <a:gd name="csX35" fmla="*/ 7859 w 115649"/>
                <a:gd name="csY35" fmla="*/ 120778 h 120778"/>
                <a:gd name="csX36" fmla="*/ 7220 w 115649"/>
                <a:gd name="csY36" fmla="*/ 120702 h 120778"/>
                <a:gd name="csX37" fmla="*/ 6825 w 115649"/>
                <a:gd name="csY37" fmla="*/ 120390 h 120778"/>
                <a:gd name="csX38" fmla="*/ 6079 w 115649"/>
                <a:gd name="csY38" fmla="*/ 118267 h 120778"/>
                <a:gd name="csX39" fmla="*/ 5622 w 115649"/>
                <a:gd name="csY39" fmla="*/ 117925 h 120778"/>
                <a:gd name="csX40" fmla="*/ 1019 w 115649"/>
                <a:gd name="csY40" fmla="*/ 119021 h 120778"/>
                <a:gd name="csX41" fmla="*/ 320 w 115649"/>
                <a:gd name="csY41" fmla="*/ 119036 h 120778"/>
                <a:gd name="csX42" fmla="*/ 380 w 115649"/>
                <a:gd name="csY42" fmla="*/ 118374 h 120778"/>
                <a:gd name="csX43" fmla="*/ 38 w 115649"/>
                <a:gd name="csY43" fmla="*/ 113383 h 120778"/>
                <a:gd name="csX44" fmla="*/ 0 w 115649"/>
                <a:gd name="csY44" fmla="*/ 110324 h 120778"/>
                <a:gd name="csX45" fmla="*/ 601 w 115649"/>
                <a:gd name="csY45" fmla="*/ 108414 h 120778"/>
                <a:gd name="csX46" fmla="*/ 951 w 115649"/>
                <a:gd name="csY46" fmla="*/ 106208 h 120778"/>
                <a:gd name="csX47" fmla="*/ 989 w 115649"/>
                <a:gd name="csY47" fmla="*/ 104260 h 120778"/>
                <a:gd name="csX48" fmla="*/ 1833 w 115649"/>
                <a:gd name="csY48" fmla="*/ 100950 h 120778"/>
                <a:gd name="csX49" fmla="*/ 1521 w 115649"/>
                <a:gd name="csY49" fmla="*/ 98965 h 120778"/>
                <a:gd name="csX50" fmla="*/ 2609 w 115649"/>
                <a:gd name="csY50" fmla="*/ 92003 h 120778"/>
                <a:gd name="csX51" fmla="*/ 2899 w 115649"/>
                <a:gd name="csY51" fmla="*/ 90869 h 120778"/>
                <a:gd name="csX52" fmla="*/ 3325 w 115649"/>
                <a:gd name="csY52" fmla="*/ 87506 h 120778"/>
                <a:gd name="csX53" fmla="*/ 4002 w 115649"/>
                <a:gd name="csY53" fmla="*/ 86471 h 120778"/>
                <a:gd name="csX54" fmla="*/ 4610 w 115649"/>
                <a:gd name="csY54" fmla="*/ 86068 h 120778"/>
                <a:gd name="csX55" fmla="*/ 5394 w 115649"/>
                <a:gd name="csY55" fmla="*/ 84006 h 120778"/>
                <a:gd name="csX56" fmla="*/ 6908 w 115649"/>
                <a:gd name="csY56" fmla="*/ 80704 h 120778"/>
                <a:gd name="csX57" fmla="*/ 7951 w 115649"/>
                <a:gd name="csY57" fmla="*/ 79007 h 120778"/>
                <a:gd name="csX58" fmla="*/ 7722 w 115649"/>
                <a:gd name="csY58" fmla="*/ 75302 h 120778"/>
                <a:gd name="csX59" fmla="*/ 7897 w 115649"/>
                <a:gd name="csY59" fmla="*/ 72776 h 120778"/>
                <a:gd name="csX60" fmla="*/ 8133 w 115649"/>
                <a:gd name="csY60" fmla="*/ 72220 h 120778"/>
                <a:gd name="csX61" fmla="*/ 10363 w 115649"/>
                <a:gd name="csY61" fmla="*/ 71277 h 120778"/>
                <a:gd name="csX62" fmla="*/ 13254 w 115649"/>
                <a:gd name="csY62" fmla="*/ 68949 h 120778"/>
                <a:gd name="csX63" fmla="*/ 14479 w 115649"/>
                <a:gd name="csY63" fmla="*/ 66202 h 120778"/>
                <a:gd name="csX64" fmla="*/ 16206 w 115649"/>
                <a:gd name="csY64" fmla="*/ 64452 h 120778"/>
                <a:gd name="csX65" fmla="*/ 19554 w 115649"/>
                <a:gd name="csY65" fmla="*/ 63318 h 120778"/>
                <a:gd name="csX66" fmla="*/ 19562 w 115649"/>
                <a:gd name="csY66" fmla="*/ 63311 h 120778"/>
                <a:gd name="csX67" fmla="*/ 29483 w 115649"/>
                <a:gd name="csY67" fmla="*/ 53899 h 120778"/>
                <a:gd name="csX68" fmla="*/ 34094 w 115649"/>
                <a:gd name="csY68" fmla="*/ 48824 h 120778"/>
                <a:gd name="csX69" fmla="*/ 36103 w 115649"/>
                <a:gd name="csY69" fmla="*/ 46222 h 120778"/>
                <a:gd name="csX70" fmla="*/ 36171 w 115649"/>
                <a:gd name="csY70" fmla="*/ 45286 h 120778"/>
                <a:gd name="csX71" fmla="*/ 36559 w 115649"/>
                <a:gd name="csY71" fmla="*/ 44061 h 120778"/>
                <a:gd name="csX72" fmla="*/ 35752 w 115649"/>
                <a:gd name="csY72" fmla="*/ 43103 h 120778"/>
                <a:gd name="csX73" fmla="*/ 34794 w 115649"/>
                <a:gd name="csY73" fmla="*/ 42235 h 120778"/>
                <a:gd name="csX74" fmla="*/ 34467 w 115649"/>
                <a:gd name="csY74" fmla="*/ 41429 h 120778"/>
                <a:gd name="csX75" fmla="*/ 33645 w 115649"/>
                <a:gd name="csY75" fmla="*/ 41033 h 120778"/>
                <a:gd name="csX76" fmla="*/ 32458 w 115649"/>
                <a:gd name="csY76" fmla="*/ 41048 h 120778"/>
                <a:gd name="csX77" fmla="*/ 31674 w 115649"/>
                <a:gd name="csY77" fmla="*/ 40462 h 120778"/>
                <a:gd name="csX78" fmla="*/ 30784 w 115649"/>
                <a:gd name="csY78" fmla="*/ 39321 h 120778"/>
                <a:gd name="csX79" fmla="*/ 29894 w 115649"/>
                <a:gd name="csY79" fmla="*/ 38606 h 120778"/>
                <a:gd name="csX80" fmla="*/ 27079 w 115649"/>
                <a:gd name="csY80" fmla="*/ 38667 h 120778"/>
                <a:gd name="csX81" fmla="*/ 24910 w 115649"/>
                <a:gd name="csY81" fmla="*/ 37495 h 120778"/>
                <a:gd name="csX82" fmla="*/ 24941 w 115649"/>
                <a:gd name="csY82" fmla="*/ 35905 h 120778"/>
                <a:gd name="csX83" fmla="*/ 25785 w 115649"/>
                <a:gd name="csY83" fmla="*/ 32770 h 120778"/>
                <a:gd name="csX84" fmla="*/ 27429 w 115649"/>
                <a:gd name="csY84" fmla="*/ 29179 h 120778"/>
                <a:gd name="csX85" fmla="*/ 27520 w 115649"/>
                <a:gd name="csY85" fmla="*/ 28190 h 120778"/>
                <a:gd name="csX86" fmla="*/ 27284 w 115649"/>
                <a:gd name="csY86" fmla="*/ 27345 h 120778"/>
                <a:gd name="csX87" fmla="*/ 26889 w 115649"/>
                <a:gd name="csY87" fmla="*/ 26622 h 120778"/>
                <a:gd name="csX88" fmla="*/ 26150 w 115649"/>
                <a:gd name="csY88" fmla="*/ 25907 h 120778"/>
                <a:gd name="csX89" fmla="*/ 25450 w 115649"/>
                <a:gd name="csY89" fmla="*/ 25047 h 120778"/>
                <a:gd name="csX90" fmla="*/ 25991 w 115649"/>
                <a:gd name="csY90" fmla="*/ 22460 h 120778"/>
                <a:gd name="csX91" fmla="*/ 27026 w 115649"/>
                <a:gd name="csY91" fmla="*/ 19934 h 120778"/>
                <a:gd name="csX92" fmla="*/ 27878 w 115649"/>
                <a:gd name="csY92" fmla="*/ 18664 h 120778"/>
                <a:gd name="csX93" fmla="*/ 28707 w 115649"/>
                <a:gd name="csY93" fmla="*/ 17249 h 120778"/>
                <a:gd name="csX94" fmla="*/ 28471 w 115649"/>
                <a:gd name="csY94" fmla="*/ 16085 h 120778"/>
                <a:gd name="csX95" fmla="*/ 27261 w 115649"/>
                <a:gd name="csY95" fmla="*/ 15506 h 120778"/>
                <a:gd name="csX96" fmla="*/ 27893 w 115649"/>
                <a:gd name="csY96" fmla="*/ 14373 h 120778"/>
                <a:gd name="csX97" fmla="*/ 29194 w 115649"/>
                <a:gd name="csY97" fmla="*/ 12463 h 120778"/>
                <a:gd name="csX98" fmla="*/ 31728 w 115649"/>
                <a:gd name="csY98" fmla="*/ 10530 h 120778"/>
                <a:gd name="csX99" fmla="*/ 33957 w 115649"/>
                <a:gd name="csY99" fmla="*/ 9237 h 120778"/>
                <a:gd name="csX100" fmla="*/ 35448 w 115649"/>
                <a:gd name="csY100" fmla="*/ 9229 h 120778"/>
                <a:gd name="csX101" fmla="*/ 38340 w 115649"/>
                <a:gd name="csY101" fmla="*/ 10264 h 120778"/>
                <a:gd name="csX102" fmla="*/ 40957 w 115649"/>
                <a:gd name="csY102" fmla="*/ 11474 h 120778"/>
                <a:gd name="csX103" fmla="*/ 42387 w 115649"/>
                <a:gd name="csY103" fmla="*/ 11535 h 120778"/>
                <a:gd name="csX104" fmla="*/ 44137 w 115649"/>
                <a:gd name="csY104" fmla="*/ 11033 h 120778"/>
                <a:gd name="csX105" fmla="*/ 47743 w 115649"/>
                <a:gd name="csY105" fmla="*/ 8879 h 120778"/>
                <a:gd name="csX106" fmla="*/ 48618 w 115649"/>
                <a:gd name="csY106" fmla="*/ 9564 h 120778"/>
                <a:gd name="csX107" fmla="*/ 49668 w 115649"/>
                <a:gd name="csY107" fmla="*/ 10865 h 120778"/>
                <a:gd name="csX108" fmla="*/ 50817 w 115649"/>
                <a:gd name="csY108" fmla="*/ 13026 h 120778"/>
                <a:gd name="csX109" fmla="*/ 53092 w 115649"/>
                <a:gd name="csY109" fmla="*/ 14007 h 120778"/>
                <a:gd name="csX110" fmla="*/ 54180 w 115649"/>
                <a:gd name="csY110" fmla="*/ 14692 h 120778"/>
                <a:gd name="csX111" fmla="*/ 54964 w 115649"/>
                <a:gd name="csY111" fmla="*/ 14890 h 120778"/>
                <a:gd name="csX112" fmla="*/ 55398 w 115649"/>
                <a:gd name="csY112" fmla="*/ 14715 h 120778"/>
                <a:gd name="csX113" fmla="*/ 56258 w 115649"/>
                <a:gd name="csY113" fmla="*/ 13018 h 120778"/>
                <a:gd name="csX114" fmla="*/ 57300 w 115649"/>
                <a:gd name="csY114" fmla="*/ 12098 h 120778"/>
                <a:gd name="csX115" fmla="*/ 59225 w 115649"/>
                <a:gd name="csY115" fmla="*/ 10934 h 120778"/>
                <a:gd name="csX116" fmla="*/ 63478 w 115649"/>
                <a:gd name="csY116" fmla="*/ 9998 h 120778"/>
                <a:gd name="csX117" fmla="*/ 66514 w 115649"/>
                <a:gd name="csY117" fmla="*/ 9716 h 120778"/>
                <a:gd name="csX118" fmla="*/ 67800 w 115649"/>
                <a:gd name="csY118" fmla="*/ 9518 h 120778"/>
                <a:gd name="csX119" fmla="*/ 69953 w 115649"/>
                <a:gd name="csY119" fmla="*/ 8971 h 120778"/>
                <a:gd name="csX120" fmla="*/ 73354 w 115649"/>
                <a:gd name="csY120" fmla="*/ 7228 h 120778"/>
                <a:gd name="csX121" fmla="*/ 76702 w 115649"/>
                <a:gd name="csY121" fmla="*/ 9473 h 120778"/>
                <a:gd name="csX122" fmla="*/ 80339 w 115649"/>
                <a:gd name="csY122" fmla="*/ 9906 h 120778"/>
                <a:gd name="csX123" fmla="*/ 83861 w 115649"/>
                <a:gd name="csY123" fmla="*/ 9891 h 120778"/>
                <a:gd name="csX124" fmla="*/ 84934 w 115649"/>
                <a:gd name="csY124" fmla="*/ 9206 h 120778"/>
                <a:gd name="csX125" fmla="*/ 85550 w 115649"/>
                <a:gd name="csY125" fmla="*/ 8689 h 120778"/>
                <a:gd name="csX126" fmla="*/ 89248 w 115649"/>
                <a:gd name="csY126" fmla="*/ 4999 h 120778"/>
                <a:gd name="csX127" fmla="*/ 94255 w 115649"/>
                <a:gd name="csY127" fmla="*/ 0 h 120778"/>
                <a:gd name="csX128" fmla="*/ 97587 w 115649"/>
                <a:gd name="csY128" fmla="*/ 7038 h 120778"/>
                <a:gd name="csX129" fmla="*/ 98736 w 115649"/>
                <a:gd name="csY129" fmla="*/ 7456 h 120778"/>
                <a:gd name="csX130" fmla="*/ 98569 w 115649"/>
                <a:gd name="csY130" fmla="*/ 8065 h 120778"/>
                <a:gd name="csX131" fmla="*/ 98287 w 115649"/>
                <a:gd name="csY131" fmla="*/ 8659 h 120778"/>
                <a:gd name="csX132" fmla="*/ 100471 w 115649"/>
                <a:gd name="csY132" fmla="*/ 10355 h 120778"/>
                <a:gd name="csX133" fmla="*/ 103157 w 115649"/>
                <a:gd name="csY133" fmla="*/ 11245 h 120778"/>
                <a:gd name="csX134" fmla="*/ 104115 w 115649"/>
                <a:gd name="csY134" fmla="*/ 12113 h 120778"/>
                <a:gd name="csX135" fmla="*/ 104199 w 115649"/>
                <a:gd name="csY135" fmla="*/ 13049 h 120778"/>
                <a:gd name="csX136" fmla="*/ 103294 w 115649"/>
                <a:gd name="csY136" fmla="*/ 17165 h 120778"/>
                <a:gd name="csX137" fmla="*/ 103461 w 115649"/>
                <a:gd name="csY137" fmla="*/ 18337 h 120778"/>
                <a:gd name="csX138" fmla="*/ 104329 w 115649"/>
                <a:gd name="csY138" fmla="*/ 22460 h 120778"/>
                <a:gd name="csX139" fmla="*/ 105926 w 115649"/>
                <a:gd name="csY139" fmla="*/ 23381 h 120778"/>
                <a:gd name="csX140" fmla="*/ 107341 w 115649"/>
                <a:gd name="csY140" fmla="*/ 27536 h 120778"/>
                <a:gd name="csX141" fmla="*/ 110210 w 115649"/>
                <a:gd name="csY141" fmla="*/ 29293 h 120778"/>
                <a:gd name="csX142" fmla="*/ 110621 w 115649"/>
                <a:gd name="csY142" fmla="*/ 29795 h 120778"/>
                <a:gd name="csX143" fmla="*/ 111283 w 115649"/>
                <a:gd name="csY143" fmla="*/ 31804 h 120778"/>
                <a:gd name="csX144" fmla="*/ 112158 w 115649"/>
                <a:gd name="csY144" fmla="*/ 34010 h 120778"/>
                <a:gd name="csX145" fmla="*/ 112843 w 115649"/>
                <a:gd name="csY145" fmla="*/ 34520 h 120778"/>
                <a:gd name="csX146" fmla="*/ 113261 w 115649"/>
                <a:gd name="csY146" fmla="*/ 34650 h 120778"/>
                <a:gd name="csX147" fmla="*/ 114105 w 115649"/>
                <a:gd name="csY147" fmla="*/ 36978 h 120778"/>
                <a:gd name="csX148" fmla="*/ 113619 w 115649"/>
                <a:gd name="csY148" fmla="*/ 38294 h 120778"/>
                <a:gd name="csX149" fmla="*/ 114280 w 115649"/>
                <a:gd name="csY149" fmla="*/ 42281 h 120778"/>
                <a:gd name="csX150" fmla="*/ 115353 w 115649"/>
                <a:gd name="csY150" fmla="*/ 45842 h 120778"/>
                <a:gd name="csX151" fmla="*/ 115642 w 115649"/>
                <a:gd name="csY151" fmla="*/ 50095 h 120778"/>
                <a:gd name="csX152" fmla="*/ 115650 w 115649"/>
                <a:gd name="csY152" fmla="*/ 51967 h 120778"/>
                <a:gd name="csX153" fmla="*/ 115612 w 115649"/>
                <a:gd name="csY153" fmla="*/ 53115 h 120778"/>
                <a:gd name="csX154" fmla="*/ 115376 w 115649"/>
                <a:gd name="csY154" fmla="*/ 54728 h 120778"/>
                <a:gd name="csX155" fmla="*/ 114866 w 115649"/>
                <a:gd name="csY155" fmla="*/ 55664 h 120778"/>
                <a:gd name="csX156" fmla="*/ 113953 w 115649"/>
                <a:gd name="csY156" fmla="*/ 56577 h 120778"/>
                <a:gd name="csX157" fmla="*/ 112934 w 115649"/>
                <a:gd name="csY157" fmla="*/ 58008 h 120778"/>
                <a:gd name="csX158" fmla="*/ 112051 w 115649"/>
                <a:gd name="csY158" fmla="*/ 59544 h 120778"/>
                <a:gd name="csX159" fmla="*/ 111496 w 115649"/>
                <a:gd name="csY159" fmla="*/ 60298 h 120778"/>
                <a:gd name="csX160" fmla="*/ 111930 w 115649"/>
                <a:gd name="csY160" fmla="*/ 62596 h 120778"/>
                <a:gd name="csX161" fmla="*/ 111815 w 115649"/>
                <a:gd name="csY161" fmla="*/ 63197 h 120778"/>
                <a:gd name="csX162" fmla="*/ 111587 w 115649"/>
                <a:gd name="csY162" fmla="*/ 63486 h 120778"/>
                <a:gd name="csX163" fmla="*/ 110286 w 115649"/>
                <a:gd name="csY163" fmla="*/ 63836 h 120778"/>
                <a:gd name="csX164" fmla="*/ 108627 w 115649"/>
                <a:gd name="csY164" fmla="*/ 64452 h 120778"/>
                <a:gd name="csX165" fmla="*/ 107623 w 115649"/>
                <a:gd name="csY165" fmla="*/ 65061 h 120778"/>
                <a:gd name="csX166" fmla="*/ 106193 w 115649"/>
                <a:gd name="csY166" fmla="*/ 66233 h 120778"/>
                <a:gd name="csX167" fmla="*/ 105052 w 115649"/>
                <a:gd name="csY167" fmla="*/ 67488 h 120778"/>
                <a:gd name="csX168" fmla="*/ 103537 w 115649"/>
                <a:gd name="csY168" fmla="*/ 71193 h 120778"/>
                <a:gd name="csX169" fmla="*/ 101011 w 115649"/>
                <a:gd name="csY169" fmla="*/ 74085 h 120778"/>
                <a:gd name="csX170" fmla="*/ 100585 w 115649"/>
                <a:gd name="csY170" fmla="*/ 75036 h 120778"/>
                <a:gd name="csX171" fmla="*/ 98204 w 115649"/>
                <a:gd name="csY171" fmla="*/ 76755 h 120778"/>
                <a:gd name="csX172" fmla="*/ 97154 w 115649"/>
                <a:gd name="csY172" fmla="*/ 78878 h 120778"/>
                <a:gd name="csX173" fmla="*/ 96484 w 115649"/>
                <a:gd name="csY173" fmla="*/ 81480 h 120778"/>
                <a:gd name="csX174" fmla="*/ 95564 w 115649"/>
                <a:gd name="csY174" fmla="*/ 83344 h 120778"/>
                <a:gd name="csX175" fmla="*/ 93547 w 115649"/>
                <a:gd name="csY175" fmla="*/ 85908 h 120778"/>
                <a:gd name="csX176" fmla="*/ 93091 w 115649"/>
                <a:gd name="csY176" fmla="*/ 89956 h 120778"/>
                <a:gd name="csX177" fmla="*/ 93152 w 115649"/>
                <a:gd name="csY177" fmla="*/ 98029 h 120778"/>
                <a:gd name="csX178" fmla="*/ 92626 w 115649"/>
                <a:gd name="csY178" fmla="*/ 107235 h 1207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115649" h="120778">
                  <a:moveTo>
                    <a:pt x="92702" y="110849"/>
                  </a:moveTo>
                  <a:lnTo>
                    <a:pt x="90367" y="110849"/>
                  </a:lnTo>
                  <a:lnTo>
                    <a:pt x="86570" y="110849"/>
                  </a:lnTo>
                  <a:lnTo>
                    <a:pt x="82773" y="110849"/>
                  </a:lnTo>
                  <a:lnTo>
                    <a:pt x="78977" y="110849"/>
                  </a:lnTo>
                  <a:lnTo>
                    <a:pt x="75180" y="110849"/>
                  </a:lnTo>
                  <a:lnTo>
                    <a:pt x="71391" y="110849"/>
                  </a:lnTo>
                  <a:lnTo>
                    <a:pt x="67594" y="110849"/>
                  </a:lnTo>
                  <a:lnTo>
                    <a:pt x="63797" y="110849"/>
                  </a:lnTo>
                  <a:lnTo>
                    <a:pt x="60001" y="110849"/>
                  </a:lnTo>
                  <a:lnTo>
                    <a:pt x="56204" y="110849"/>
                  </a:lnTo>
                  <a:lnTo>
                    <a:pt x="52408" y="110849"/>
                  </a:lnTo>
                  <a:lnTo>
                    <a:pt x="48611" y="110849"/>
                  </a:lnTo>
                  <a:lnTo>
                    <a:pt x="44814" y="110849"/>
                  </a:lnTo>
                  <a:lnTo>
                    <a:pt x="41025" y="110849"/>
                  </a:lnTo>
                  <a:lnTo>
                    <a:pt x="37229" y="110849"/>
                  </a:lnTo>
                  <a:lnTo>
                    <a:pt x="33432" y="110849"/>
                  </a:lnTo>
                  <a:lnTo>
                    <a:pt x="29635" y="110849"/>
                  </a:lnTo>
                  <a:lnTo>
                    <a:pt x="27391" y="110849"/>
                  </a:lnTo>
                  <a:lnTo>
                    <a:pt x="26942" y="110788"/>
                  </a:lnTo>
                  <a:lnTo>
                    <a:pt x="26630" y="110697"/>
                  </a:lnTo>
                  <a:lnTo>
                    <a:pt x="25199" y="110963"/>
                  </a:lnTo>
                  <a:lnTo>
                    <a:pt x="23716" y="111899"/>
                  </a:lnTo>
                  <a:lnTo>
                    <a:pt x="22141" y="112280"/>
                  </a:lnTo>
                  <a:lnTo>
                    <a:pt x="20452" y="112135"/>
                  </a:lnTo>
                  <a:lnTo>
                    <a:pt x="20239" y="112234"/>
                  </a:lnTo>
                  <a:lnTo>
                    <a:pt x="19386" y="112211"/>
                  </a:lnTo>
                  <a:lnTo>
                    <a:pt x="18154" y="112143"/>
                  </a:lnTo>
                  <a:lnTo>
                    <a:pt x="17043" y="112386"/>
                  </a:lnTo>
                  <a:lnTo>
                    <a:pt x="16198" y="113200"/>
                  </a:lnTo>
                  <a:lnTo>
                    <a:pt x="15331" y="114600"/>
                  </a:lnTo>
                  <a:lnTo>
                    <a:pt x="13771" y="116198"/>
                  </a:lnTo>
                  <a:lnTo>
                    <a:pt x="12554" y="117621"/>
                  </a:lnTo>
                  <a:lnTo>
                    <a:pt x="11519" y="118625"/>
                  </a:lnTo>
                  <a:lnTo>
                    <a:pt x="9153" y="120291"/>
                  </a:lnTo>
                  <a:lnTo>
                    <a:pt x="7859" y="120778"/>
                  </a:lnTo>
                  <a:lnTo>
                    <a:pt x="7220" y="120702"/>
                  </a:lnTo>
                  <a:lnTo>
                    <a:pt x="6825" y="120390"/>
                  </a:lnTo>
                  <a:lnTo>
                    <a:pt x="6079" y="118267"/>
                  </a:lnTo>
                  <a:lnTo>
                    <a:pt x="5622" y="117925"/>
                  </a:lnTo>
                  <a:lnTo>
                    <a:pt x="1019" y="119021"/>
                  </a:lnTo>
                  <a:lnTo>
                    <a:pt x="320" y="119036"/>
                  </a:lnTo>
                  <a:lnTo>
                    <a:pt x="380" y="118374"/>
                  </a:lnTo>
                  <a:lnTo>
                    <a:pt x="38" y="113383"/>
                  </a:lnTo>
                  <a:lnTo>
                    <a:pt x="0" y="110324"/>
                  </a:lnTo>
                  <a:lnTo>
                    <a:pt x="601" y="108414"/>
                  </a:lnTo>
                  <a:lnTo>
                    <a:pt x="951" y="106208"/>
                  </a:lnTo>
                  <a:lnTo>
                    <a:pt x="989" y="104260"/>
                  </a:lnTo>
                  <a:lnTo>
                    <a:pt x="1833" y="100950"/>
                  </a:lnTo>
                  <a:lnTo>
                    <a:pt x="1521" y="98965"/>
                  </a:lnTo>
                  <a:lnTo>
                    <a:pt x="2609" y="92003"/>
                  </a:lnTo>
                  <a:lnTo>
                    <a:pt x="2899" y="90869"/>
                  </a:lnTo>
                  <a:lnTo>
                    <a:pt x="3325" y="87506"/>
                  </a:lnTo>
                  <a:lnTo>
                    <a:pt x="4002" y="86471"/>
                  </a:lnTo>
                  <a:lnTo>
                    <a:pt x="4610" y="86068"/>
                  </a:lnTo>
                  <a:lnTo>
                    <a:pt x="5394" y="84006"/>
                  </a:lnTo>
                  <a:lnTo>
                    <a:pt x="6908" y="80704"/>
                  </a:lnTo>
                  <a:lnTo>
                    <a:pt x="7951" y="79007"/>
                  </a:lnTo>
                  <a:lnTo>
                    <a:pt x="7722" y="75302"/>
                  </a:lnTo>
                  <a:lnTo>
                    <a:pt x="7897" y="72776"/>
                  </a:lnTo>
                  <a:lnTo>
                    <a:pt x="8133" y="72220"/>
                  </a:lnTo>
                  <a:lnTo>
                    <a:pt x="10363" y="71277"/>
                  </a:lnTo>
                  <a:lnTo>
                    <a:pt x="13254" y="68949"/>
                  </a:lnTo>
                  <a:lnTo>
                    <a:pt x="14479" y="66202"/>
                  </a:lnTo>
                  <a:lnTo>
                    <a:pt x="16206" y="64452"/>
                  </a:lnTo>
                  <a:lnTo>
                    <a:pt x="19554" y="63318"/>
                  </a:lnTo>
                  <a:lnTo>
                    <a:pt x="19562" y="63311"/>
                  </a:lnTo>
                  <a:lnTo>
                    <a:pt x="29483" y="53899"/>
                  </a:lnTo>
                  <a:lnTo>
                    <a:pt x="34094" y="48824"/>
                  </a:lnTo>
                  <a:lnTo>
                    <a:pt x="36103" y="46222"/>
                  </a:lnTo>
                  <a:lnTo>
                    <a:pt x="36171" y="45286"/>
                  </a:lnTo>
                  <a:lnTo>
                    <a:pt x="36559" y="44061"/>
                  </a:lnTo>
                  <a:lnTo>
                    <a:pt x="35752" y="43103"/>
                  </a:lnTo>
                  <a:lnTo>
                    <a:pt x="34794" y="42235"/>
                  </a:lnTo>
                  <a:lnTo>
                    <a:pt x="34467" y="41429"/>
                  </a:lnTo>
                  <a:lnTo>
                    <a:pt x="33645" y="41033"/>
                  </a:lnTo>
                  <a:lnTo>
                    <a:pt x="32458" y="41048"/>
                  </a:lnTo>
                  <a:lnTo>
                    <a:pt x="31674" y="40462"/>
                  </a:lnTo>
                  <a:lnTo>
                    <a:pt x="30784" y="39321"/>
                  </a:lnTo>
                  <a:lnTo>
                    <a:pt x="29894" y="38606"/>
                  </a:lnTo>
                  <a:lnTo>
                    <a:pt x="27079" y="38667"/>
                  </a:lnTo>
                  <a:lnTo>
                    <a:pt x="24910" y="37495"/>
                  </a:lnTo>
                  <a:lnTo>
                    <a:pt x="24941" y="35905"/>
                  </a:lnTo>
                  <a:lnTo>
                    <a:pt x="25785" y="32770"/>
                  </a:lnTo>
                  <a:lnTo>
                    <a:pt x="27429" y="29179"/>
                  </a:lnTo>
                  <a:lnTo>
                    <a:pt x="27520" y="28190"/>
                  </a:lnTo>
                  <a:lnTo>
                    <a:pt x="27284" y="27345"/>
                  </a:lnTo>
                  <a:lnTo>
                    <a:pt x="26889" y="26622"/>
                  </a:lnTo>
                  <a:lnTo>
                    <a:pt x="26150" y="25907"/>
                  </a:lnTo>
                  <a:lnTo>
                    <a:pt x="25450" y="25047"/>
                  </a:lnTo>
                  <a:lnTo>
                    <a:pt x="25991" y="22460"/>
                  </a:lnTo>
                  <a:lnTo>
                    <a:pt x="27026" y="19934"/>
                  </a:lnTo>
                  <a:lnTo>
                    <a:pt x="27878" y="18664"/>
                  </a:lnTo>
                  <a:lnTo>
                    <a:pt x="28707" y="17249"/>
                  </a:lnTo>
                  <a:lnTo>
                    <a:pt x="28471" y="16085"/>
                  </a:lnTo>
                  <a:lnTo>
                    <a:pt x="27261" y="15506"/>
                  </a:lnTo>
                  <a:lnTo>
                    <a:pt x="27893" y="14373"/>
                  </a:lnTo>
                  <a:lnTo>
                    <a:pt x="29194" y="12463"/>
                  </a:lnTo>
                  <a:lnTo>
                    <a:pt x="31728" y="10530"/>
                  </a:lnTo>
                  <a:lnTo>
                    <a:pt x="33957" y="9237"/>
                  </a:lnTo>
                  <a:lnTo>
                    <a:pt x="35448" y="9229"/>
                  </a:lnTo>
                  <a:lnTo>
                    <a:pt x="38340" y="10264"/>
                  </a:lnTo>
                  <a:lnTo>
                    <a:pt x="40957" y="11474"/>
                  </a:lnTo>
                  <a:lnTo>
                    <a:pt x="42387" y="11535"/>
                  </a:lnTo>
                  <a:lnTo>
                    <a:pt x="44137" y="11033"/>
                  </a:lnTo>
                  <a:lnTo>
                    <a:pt x="47743" y="8879"/>
                  </a:lnTo>
                  <a:lnTo>
                    <a:pt x="48618" y="9564"/>
                  </a:lnTo>
                  <a:lnTo>
                    <a:pt x="49668" y="10865"/>
                  </a:lnTo>
                  <a:lnTo>
                    <a:pt x="50817" y="13026"/>
                  </a:lnTo>
                  <a:lnTo>
                    <a:pt x="53092" y="14007"/>
                  </a:lnTo>
                  <a:lnTo>
                    <a:pt x="54180" y="14692"/>
                  </a:lnTo>
                  <a:lnTo>
                    <a:pt x="54964" y="14890"/>
                  </a:lnTo>
                  <a:lnTo>
                    <a:pt x="55398" y="14715"/>
                  </a:lnTo>
                  <a:lnTo>
                    <a:pt x="56258" y="13018"/>
                  </a:lnTo>
                  <a:lnTo>
                    <a:pt x="57300" y="12098"/>
                  </a:lnTo>
                  <a:lnTo>
                    <a:pt x="59225" y="10934"/>
                  </a:lnTo>
                  <a:lnTo>
                    <a:pt x="63478" y="9998"/>
                  </a:lnTo>
                  <a:lnTo>
                    <a:pt x="66514" y="9716"/>
                  </a:lnTo>
                  <a:lnTo>
                    <a:pt x="67800" y="9518"/>
                  </a:lnTo>
                  <a:lnTo>
                    <a:pt x="69953" y="8971"/>
                  </a:lnTo>
                  <a:lnTo>
                    <a:pt x="73354" y="7228"/>
                  </a:lnTo>
                  <a:lnTo>
                    <a:pt x="76702" y="9473"/>
                  </a:lnTo>
                  <a:lnTo>
                    <a:pt x="80339" y="9906"/>
                  </a:lnTo>
                  <a:lnTo>
                    <a:pt x="83861" y="9891"/>
                  </a:lnTo>
                  <a:lnTo>
                    <a:pt x="84934" y="9206"/>
                  </a:lnTo>
                  <a:lnTo>
                    <a:pt x="85550" y="8689"/>
                  </a:lnTo>
                  <a:lnTo>
                    <a:pt x="89248" y="4999"/>
                  </a:lnTo>
                  <a:lnTo>
                    <a:pt x="94255" y="0"/>
                  </a:lnTo>
                  <a:lnTo>
                    <a:pt x="97587" y="7038"/>
                  </a:lnTo>
                  <a:lnTo>
                    <a:pt x="98736" y="7456"/>
                  </a:lnTo>
                  <a:lnTo>
                    <a:pt x="98569" y="8065"/>
                  </a:lnTo>
                  <a:lnTo>
                    <a:pt x="98287" y="8659"/>
                  </a:lnTo>
                  <a:lnTo>
                    <a:pt x="100471" y="10355"/>
                  </a:lnTo>
                  <a:lnTo>
                    <a:pt x="103157" y="11245"/>
                  </a:lnTo>
                  <a:lnTo>
                    <a:pt x="104115" y="12113"/>
                  </a:lnTo>
                  <a:lnTo>
                    <a:pt x="104199" y="13049"/>
                  </a:lnTo>
                  <a:lnTo>
                    <a:pt x="103294" y="17165"/>
                  </a:lnTo>
                  <a:lnTo>
                    <a:pt x="103461" y="18337"/>
                  </a:lnTo>
                  <a:lnTo>
                    <a:pt x="104329" y="22460"/>
                  </a:lnTo>
                  <a:lnTo>
                    <a:pt x="105926" y="23381"/>
                  </a:lnTo>
                  <a:lnTo>
                    <a:pt x="107341" y="27536"/>
                  </a:lnTo>
                  <a:lnTo>
                    <a:pt x="110210" y="29293"/>
                  </a:lnTo>
                  <a:lnTo>
                    <a:pt x="110621" y="29795"/>
                  </a:lnTo>
                  <a:lnTo>
                    <a:pt x="111283" y="31804"/>
                  </a:lnTo>
                  <a:lnTo>
                    <a:pt x="112158" y="34010"/>
                  </a:lnTo>
                  <a:lnTo>
                    <a:pt x="112843" y="34520"/>
                  </a:lnTo>
                  <a:lnTo>
                    <a:pt x="113261" y="34650"/>
                  </a:lnTo>
                  <a:lnTo>
                    <a:pt x="114105" y="36978"/>
                  </a:lnTo>
                  <a:lnTo>
                    <a:pt x="113619" y="38294"/>
                  </a:lnTo>
                  <a:lnTo>
                    <a:pt x="114280" y="42281"/>
                  </a:lnTo>
                  <a:lnTo>
                    <a:pt x="115353" y="45842"/>
                  </a:lnTo>
                  <a:lnTo>
                    <a:pt x="115642" y="50095"/>
                  </a:lnTo>
                  <a:lnTo>
                    <a:pt x="115650" y="51967"/>
                  </a:lnTo>
                  <a:lnTo>
                    <a:pt x="115612" y="53115"/>
                  </a:lnTo>
                  <a:lnTo>
                    <a:pt x="115376" y="54728"/>
                  </a:lnTo>
                  <a:lnTo>
                    <a:pt x="114866" y="55664"/>
                  </a:lnTo>
                  <a:lnTo>
                    <a:pt x="113953" y="56577"/>
                  </a:lnTo>
                  <a:lnTo>
                    <a:pt x="112934" y="58008"/>
                  </a:lnTo>
                  <a:lnTo>
                    <a:pt x="112051" y="59544"/>
                  </a:lnTo>
                  <a:lnTo>
                    <a:pt x="111496" y="60298"/>
                  </a:lnTo>
                  <a:lnTo>
                    <a:pt x="111930" y="62596"/>
                  </a:lnTo>
                  <a:lnTo>
                    <a:pt x="111815" y="63197"/>
                  </a:lnTo>
                  <a:lnTo>
                    <a:pt x="111587" y="63486"/>
                  </a:lnTo>
                  <a:lnTo>
                    <a:pt x="110286" y="63836"/>
                  </a:lnTo>
                  <a:lnTo>
                    <a:pt x="108627" y="64452"/>
                  </a:lnTo>
                  <a:lnTo>
                    <a:pt x="107623" y="65061"/>
                  </a:lnTo>
                  <a:lnTo>
                    <a:pt x="106193" y="66233"/>
                  </a:lnTo>
                  <a:lnTo>
                    <a:pt x="105052" y="67488"/>
                  </a:lnTo>
                  <a:lnTo>
                    <a:pt x="103537" y="71193"/>
                  </a:lnTo>
                  <a:lnTo>
                    <a:pt x="101011" y="74085"/>
                  </a:lnTo>
                  <a:lnTo>
                    <a:pt x="100585" y="75036"/>
                  </a:lnTo>
                  <a:lnTo>
                    <a:pt x="98204" y="76755"/>
                  </a:lnTo>
                  <a:lnTo>
                    <a:pt x="97154" y="78878"/>
                  </a:lnTo>
                  <a:lnTo>
                    <a:pt x="96484" y="81480"/>
                  </a:lnTo>
                  <a:lnTo>
                    <a:pt x="95564" y="83344"/>
                  </a:lnTo>
                  <a:lnTo>
                    <a:pt x="93547" y="85908"/>
                  </a:lnTo>
                  <a:lnTo>
                    <a:pt x="93091" y="89956"/>
                  </a:lnTo>
                  <a:lnTo>
                    <a:pt x="93152" y="98029"/>
                  </a:lnTo>
                  <a:lnTo>
                    <a:pt x="92626" y="10723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1" name="Freeform: Shape 2340">
              <a:extLst>
                <a:ext uri="{FF2B5EF4-FFF2-40B4-BE49-F238E27FC236}">
                  <a16:creationId xmlns:a16="http://schemas.microsoft.com/office/drawing/2014/main" id="{1C5757DB-DFF0-E599-E932-172AB16F9970}"/>
                </a:ext>
              </a:extLst>
            </p:cNvPr>
            <p:cNvSpPr/>
            <p:nvPr/>
          </p:nvSpPr>
          <p:spPr>
            <a:xfrm>
              <a:off x="5963252" y="2797786"/>
              <a:ext cx="2180199" cy="1796578"/>
            </a:xfrm>
            <a:custGeom>
              <a:avLst/>
              <a:gdLst>
                <a:gd name="csX0" fmla="*/ 599746 w 2180199"/>
                <a:gd name="csY0" fmla="*/ 112576 h 1796578"/>
                <a:gd name="csX1" fmla="*/ 599746 w 2180199"/>
                <a:gd name="csY1" fmla="*/ 130380 h 1796578"/>
                <a:gd name="csX2" fmla="*/ 599746 w 2180199"/>
                <a:gd name="csY2" fmla="*/ 147948 h 1796578"/>
                <a:gd name="csX3" fmla="*/ 599746 w 2180199"/>
                <a:gd name="csY3" fmla="*/ 165281 h 1796578"/>
                <a:gd name="csX4" fmla="*/ 599746 w 2180199"/>
                <a:gd name="csY4" fmla="*/ 182392 h 1796578"/>
                <a:gd name="csX5" fmla="*/ 599746 w 2180199"/>
                <a:gd name="csY5" fmla="*/ 199283 h 1796578"/>
                <a:gd name="csX6" fmla="*/ 599746 w 2180199"/>
                <a:gd name="csY6" fmla="*/ 215954 h 1796578"/>
                <a:gd name="csX7" fmla="*/ 599746 w 2180199"/>
                <a:gd name="csY7" fmla="*/ 232419 h 1796578"/>
                <a:gd name="csX8" fmla="*/ 599746 w 2180199"/>
                <a:gd name="csY8" fmla="*/ 248678 h 1796578"/>
                <a:gd name="csX9" fmla="*/ 599746 w 2180199"/>
                <a:gd name="csY9" fmla="*/ 264740 h 1796578"/>
                <a:gd name="csX10" fmla="*/ 599746 w 2180199"/>
                <a:gd name="csY10" fmla="*/ 280611 h 1796578"/>
                <a:gd name="csX11" fmla="*/ 599746 w 2180199"/>
                <a:gd name="csY11" fmla="*/ 296300 h 1796578"/>
                <a:gd name="csX12" fmla="*/ 599746 w 2180199"/>
                <a:gd name="csY12" fmla="*/ 311799 h 1796578"/>
                <a:gd name="csX13" fmla="*/ 599746 w 2180199"/>
                <a:gd name="csY13" fmla="*/ 327122 h 1796578"/>
                <a:gd name="csX14" fmla="*/ 599746 w 2180199"/>
                <a:gd name="csY14" fmla="*/ 342271 h 1796578"/>
                <a:gd name="csX15" fmla="*/ 599746 w 2180199"/>
                <a:gd name="csY15" fmla="*/ 357252 h 1796578"/>
                <a:gd name="csX16" fmla="*/ 599746 w 2180199"/>
                <a:gd name="csY16" fmla="*/ 372066 h 1796578"/>
                <a:gd name="csX17" fmla="*/ 599746 w 2180199"/>
                <a:gd name="csY17" fmla="*/ 386720 h 1796578"/>
                <a:gd name="csX18" fmla="*/ 599746 w 2180199"/>
                <a:gd name="csY18" fmla="*/ 401215 h 1796578"/>
                <a:gd name="csX19" fmla="*/ 599746 w 2180199"/>
                <a:gd name="csY19" fmla="*/ 415557 h 1796578"/>
                <a:gd name="csX20" fmla="*/ 599746 w 2180199"/>
                <a:gd name="csY20" fmla="*/ 429747 h 1796578"/>
                <a:gd name="csX21" fmla="*/ 599746 w 2180199"/>
                <a:gd name="csY21" fmla="*/ 443784 h 1796578"/>
                <a:gd name="csX22" fmla="*/ 599746 w 2180199"/>
                <a:gd name="csY22" fmla="*/ 457685 h 1796578"/>
                <a:gd name="csX23" fmla="*/ 599746 w 2180199"/>
                <a:gd name="csY23" fmla="*/ 471449 h 1796578"/>
                <a:gd name="csX24" fmla="*/ 599746 w 2180199"/>
                <a:gd name="csY24" fmla="*/ 485076 h 1796578"/>
                <a:gd name="csX25" fmla="*/ 599746 w 2180199"/>
                <a:gd name="csY25" fmla="*/ 498566 h 1796578"/>
                <a:gd name="csX26" fmla="*/ 599746 w 2180199"/>
                <a:gd name="csY26" fmla="*/ 511919 h 1796578"/>
                <a:gd name="csX27" fmla="*/ 599746 w 2180199"/>
                <a:gd name="csY27" fmla="*/ 525150 h 1796578"/>
                <a:gd name="csX28" fmla="*/ 599746 w 2180199"/>
                <a:gd name="csY28" fmla="*/ 538252 h 1796578"/>
                <a:gd name="csX29" fmla="*/ 599746 w 2180199"/>
                <a:gd name="csY29" fmla="*/ 551240 h 1796578"/>
                <a:gd name="csX30" fmla="*/ 599746 w 2180199"/>
                <a:gd name="csY30" fmla="*/ 564099 h 1796578"/>
                <a:gd name="csX31" fmla="*/ 599746 w 2180199"/>
                <a:gd name="csY31" fmla="*/ 576843 h 1796578"/>
                <a:gd name="csX32" fmla="*/ 599746 w 2180199"/>
                <a:gd name="csY32" fmla="*/ 589473 h 1796578"/>
                <a:gd name="csX33" fmla="*/ 604858 w 2180199"/>
                <a:gd name="csY33" fmla="*/ 591238 h 1796578"/>
                <a:gd name="csX34" fmla="*/ 609925 w 2180199"/>
                <a:gd name="csY34" fmla="*/ 592988 h 1796578"/>
                <a:gd name="csX35" fmla="*/ 611478 w 2180199"/>
                <a:gd name="csY35" fmla="*/ 589496 h 1796578"/>
                <a:gd name="csX36" fmla="*/ 616940 w 2180199"/>
                <a:gd name="csY36" fmla="*/ 592174 h 1796578"/>
                <a:gd name="csX37" fmla="*/ 621711 w 2180199"/>
                <a:gd name="csY37" fmla="*/ 594510 h 1796578"/>
                <a:gd name="csX38" fmla="*/ 624754 w 2180199"/>
                <a:gd name="csY38" fmla="*/ 591512 h 1796578"/>
                <a:gd name="csX39" fmla="*/ 628049 w 2180199"/>
                <a:gd name="csY39" fmla="*/ 588263 h 1796578"/>
                <a:gd name="csX40" fmla="*/ 632492 w 2180199"/>
                <a:gd name="csY40" fmla="*/ 588035 h 1796578"/>
                <a:gd name="csX41" fmla="*/ 637477 w 2180199"/>
                <a:gd name="csY41" fmla="*/ 587776 h 1796578"/>
                <a:gd name="csX42" fmla="*/ 640801 w 2180199"/>
                <a:gd name="csY42" fmla="*/ 587609 h 1796578"/>
                <a:gd name="csX43" fmla="*/ 640801 w 2180199"/>
                <a:gd name="csY43" fmla="*/ 590379 h 1796578"/>
                <a:gd name="csX44" fmla="*/ 639568 w 2180199"/>
                <a:gd name="csY44" fmla="*/ 594959 h 1796578"/>
                <a:gd name="csX45" fmla="*/ 638542 w 2180199"/>
                <a:gd name="csY45" fmla="*/ 598771 h 1796578"/>
                <a:gd name="csX46" fmla="*/ 641569 w 2180199"/>
                <a:gd name="csY46" fmla="*/ 602628 h 1796578"/>
                <a:gd name="csX47" fmla="*/ 645298 w 2180199"/>
                <a:gd name="csY47" fmla="*/ 604652 h 1796578"/>
                <a:gd name="csX48" fmla="*/ 648783 w 2180199"/>
                <a:gd name="csY48" fmla="*/ 606547 h 1796578"/>
                <a:gd name="csX49" fmla="*/ 650350 w 2180199"/>
                <a:gd name="csY49" fmla="*/ 611766 h 1796578"/>
                <a:gd name="csX50" fmla="*/ 654162 w 2180199"/>
                <a:gd name="csY50" fmla="*/ 615783 h 1796578"/>
                <a:gd name="csX51" fmla="*/ 657060 w 2180199"/>
                <a:gd name="csY51" fmla="*/ 618827 h 1796578"/>
                <a:gd name="csX52" fmla="*/ 659845 w 2180199"/>
                <a:gd name="csY52" fmla="*/ 621741 h 1796578"/>
                <a:gd name="csX53" fmla="*/ 663824 w 2180199"/>
                <a:gd name="csY53" fmla="*/ 625895 h 1796578"/>
                <a:gd name="csX54" fmla="*/ 666609 w 2180199"/>
                <a:gd name="csY54" fmla="*/ 628802 h 1796578"/>
                <a:gd name="csX55" fmla="*/ 670322 w 2180199"/>
                <a:gd name="csY55" fmla="*/ 632659 h 1796578"/>
                <a:gd name="csX56" fmla="*/ 672529 w 2180199"/>
                <a:gd name="csY56" fmla="*/ 634950 h 1796578"/>
                <a:gd name="csX57" fmla="*/ 673586 w 2180199"/>
                <a:gd name="csY57" fmla="*/ 639393 h 1796578"/>
                <a:gd name="csX58" fmla="*/ 674857 w 2180199"/>
                <a:gd name="csY58" fmla="*/ 644711 h 1796578"/>
                <a:gd name="csX59" fmla="*/ 674073 w 2180199"/>
                <a:gd name="csY59" fmla="*/ 647846 h 1796578"/>
                <a:gd name="csX60" fmla="*/ 675831 w 2180199"/>
                <a:gd name="csY60" fmla="*/ 648348 h 1796578"/>
                <a:gd name="csX61" fmla="*/ 679270 w 2180199"/>
                <a:gd name="csY61" fmla="*/ 644833 h 1796578"/>
                <a:gd name="csX62" fmla="*/ 682504 w 2180199"/>
                <a:gd name="csY62" fmla="*/ 642649 h 1796578"/>
                <a:gd name="csX63" fmla="*/ 686499 w 2180199"/>
                <a:gd name="csY63" fmla="*/ 639948 h 1796578"/>
                <a:gd name="csX64" fmla="*/ 689191 w 2180199"/>
                <a:gd name="csY64" fmla="*/ 638122 h 1796578"/>
                <a:gd name="csX65" fmla="*/ 694198 w 2180199"/>
                <a:gd name="csY65" fmla="*/ 638031 h 1796578"/>
                <a:gd name="csX66" fmla="*/ 696587 w 2180199"/>
                <a:gd name="csY66" fmla="*/ 632713 h 1796578"/>
                <a:gd name="csX67" fmla="*/ 696595 w 2180199"/>
                <a:gd name="csY67" fmla="*/ 625218 h 1796578"/>
                <a:gd name="csX68" fmla="*/ 699128 w 2180199"/>
                <a:gd name="csY68" fmla="*/ 625347 h 1796578"/>
                <a:gd name="csX69" fmla="*/ 700619 w 2180199"/>
                <a:gd name="csY69" fmla="*/ 624328 h 1796578"/>
                <a:gd name="csX70" fmla="*/ 701274 w 2180199"/>
                <a:gd name="csY70" fmla="*/ 622114 h 1796578"/>
                <a:gd name="csX71" fmla="*/ 699684 w 2180199"/>
                <a:gd name="csY71" fmla="*/ 619086 h 1796578"/>
                <a:gd name="csX72" fmla="*/ 704478 w 2180199"/>
                <a:gd name="csY72" fmla="*/ 617670 h 1796578"/>
                <a:gd name="csX73" fmla="*/ 707946 w 2180199"/>
                <a:gd name="csY73" fmla="*/ 616643 h 1796578"/>
                <a:gd name="csX74" fmla="*/ 712900 w 2180199"/>
                <a:gd name="csY74" fmla="*/ 613851 h 1796578"/>
                <a:gd name="csX75" fmla="*/ 717739 w 2180199"/>
                <a:gd name="csY75" fmla="*/ 611120 h 1796578"/>
                <a:gd name="csX76" fmla="*/ 720044 w 2180199"/>
                <a:gd name="csY76" fmla="*/ 613235 h 1796578"/>
                <a:gd name="csX77" fmla="*/ 722327 w 2180199"/>
                <a:gd name="csY77" fmla="*/ 615274 h 1796578"/>
                <a:gd name="csX78" fmla="*/ 726808 w 2180199"/>
                <a:gd name="csY78" fmla="*/ 620181 h 1796578"/>
                <a:gd name="csX79" fmla="*/ 727113 w 2180199"/>
                <a:gd name="csY79" fmla="*/ 621361 h 1796578"/>
                <a:gd name="csX80" fmla="*/ 726808 w 2180199"/>
                <a:gd name="csY80" fmla="*/ 623658 h 1796578"/>
                <a:gd name="csX81" fmla="*/ 726367 w 2180199"/>
                <a:gd name="csY81" fmla="*/ 625949 h 1796578"/>
                <a:gd name="csX82" fmla="*/ 729091 w 2180199"/>
                <a:gd name="csY82" fmla="*/ 632355 h 1796578"/>
                <a:gd name="csX83" fmla="*/ 729874 w 2180199"/>
                <a:gd name="csY83" fmla="*/ 633070 h 1796578"/>
                <a:gd name="csX84" fmla="*/ 732111 w 2180199"/>
                <a:gd name="csY84" fmla="*/ 633953 h 1796578"/>
                <a:gd name="csX85" fmla="*/ 734782 w 2180199"/>
                <a:gd name="csY85" fmla="*/ 636068 h 1796578"/>
                <a:gd name="csX86" fmla="*/ 735962 w 2180199"/>
                <a:gd name="csY86" fmla="*/ 637894 h 1796578"/>
                <a:gd name="csX87" fmla="*/ 739826 w 2180199"/>
                <a:gd name="csY87" fmla="*/ 640800 h 1796578"/>
                <a:gd name="csX88" fmla="*/ 740481 w 2180199"/>
                <a:gd name="csY88" fmla="*/ 642003 h 1796578"/>
                <a:gd name="csX89" fmla="*/ 740846 w 2180199"/>
                <a:gd name="csY89" fmla="*/ 643950 h 1796578"/>
                <a:gd name="csX90" fmla="*/ 741477 w 2180199"/>
                <a:gd name="csY90" fmla="*/ 645624 h 1796578"/>
                <a:gd name="csX91" fmla="*/ 742201 w 2180199"/>
                <a:gd name="csY91" fmla="*/ 646819 h 1796578"/>
                <a:gd name="csX92" fmla="*/ 742900 w 2180199"/>
                <a:gd name="csY92" fmla="*/ 648523 h 1796578"/>
                <a:gd name="csX93" fmla="*/ 744574 w 2180199"/>
                <a:gd name="csY93" fmla="*/ 650532 h 1796578"/>
                <a:gd name="csX94" fmla="*/ 747762 w 2180199"/>
                <a:gd name="csY94" fmla="*/ 652769 h 1796578"/>
                <a:gd name="csX95" fmla="*/ 749976 w 2180199"/>
                <a:gd name="csY95" fmla="*/ 654321 h 1796578"/>
                <a:gd name="csX96" fmla="*/ 753074 w 2180199"/>
                <a:gd name="csY96" fmla="*/ 656489 h 1796578"/>
                <a:gd name="csX97" fmla="*/ 756208 w 2180199"/>
                <a:gd name="csY97" fmla="*/ 660910 h 1796578"/>
                <a:gd name="csX98" fmla="*/ 758934 w 2180199"/>
                <a:gd name="csY98" fmla="*/ 664737 h 1796578"/>
                <a:gd name="csX99" fmla="*/ 762038 w 2180199"/>
                <a:gd name="csY99" fmla="*/ 668511 h 1796578"/>
                <a:gd name="csX100" fmla="*/ 761582 w 2180199"/>
                <a:gd name="csY100" fmla="*/ 671516 h 1796578"/>
                <a:gd name="csX101" fmla="*/ 764724 w 2180199"/>
                <a:gd name="csY101" fmla="*/ 676142 h 1796578"/>
                <a:gd name="csX102" fmla="*/ 768034 w 2180199"/>
                <a:gd name="csY102" fmla="*/ 682008 h 1796578"/>
                <a:gd name="csX103" fmla="*/ 770575 w 2180199"/>
                <a:gd name="csY103" fmla="*/ 687190 h 1796578"/>
                <a:gd name="csX104" fmla="*/ 772378 w 2180199"/>
                <a:gd name="csY104" fmla="*/ 690081 h 1796578"/>
                <a:gd name="csX105" fmla="*/ 774547 w 2180199"/>
                <a:gd name="csY105" fmla="*/ 694251 h 1796578"/>
                <a:gd name="csX106" fmla="*/ 777194 w 2180199"/>
                <a:gd name="csY106" fmla="*/ 699341 h 1796578"/>
                <a:gd name="csX107" fmla="*/ 780207 w 2180199"/>
                <a:gd name="csY107" fmla="*/ 705116 h 1796578"/>
                <a:gd name="csX108" fmla="*/ 782513 w 2180199"/>
                <a:gd name="csY108" fmla="*/ 708806 h 1796578"/>
                <a:gd name="csX109" fmla="*/ 785518 w 2180199"/>
                <a:gd name="csY109" fmla="*/ 713957 h 1796578"/>
                <a:gd name="csX110" fmla="*/ 787002 w 2180199"/>
                <a:gd name="csY110" fmla="*/ 717023 h 1796578"/>
                <a:gd name="csX111" fmla="*/ 785990 w 2180199"/>
                <a:gd name="csY111" fmla="*/ 719115 h 1796578"/>
                <a:gd name="csX112" fmla="*/ 784742 w 2180199"/>
                <a:gd name="csY112" fmla="*/ 721702 h 1796578"/>
                <a:gd name="csX113" fmla="*/ 788607 w 2180199"/>
                <a:gd name="csY113" fmla="*/ 722927 h 1796578"/>
                <a:gd name="csX114" fmla="*/ 791285 w 2180199"/>
                <a:gd name="csY114" fmla="*/ 723772 h 1796578"/>
                <a:gd name="csX115" fmla="*/ 790616 w 2180199"/>
                <a:gd name="csY115" fmla="*/ 726633 h 1796578"/>
                <a:gd name="csX116" fmla="*/ 789733 w 2180199"/>
                <a:gd name="csY116" fmla="*/ 730406 h 1796578"/>
                <a:gd name="csX117" fmla="*/ 792761 w 2180199"/>
                <a:gd name="csY117" fmla="*/ 731890 h 1796578"/>
                <a:gd name="csX118" fmla="*/ 794816 w 2180199"/>
                <a:gd name="csY118" fmla="*/ 732902 h 1796578"/>
                <a:gd name="csX119" fmla="*/ 794390 w 2180199"/>
                <a:gd name="csY119" fmla="*/ 734873 h 1796578"/>
                <a:gd name="csX120" fmla="*/ 795523 w 2180199"/>
                <a:gd name="csY120" fmla="*/ 737094 h 1796578"/>
                <a:gd name="csX121" fmla="*/ 795706 w 2180199"/>
                <a:gd name="csY121" fmla="*/ 740769 h 1796578"/>
                <a:gd name="csX122" fmla="*/ 799396 w 2180199"/>
                <a:gd name="csY122" fmla="*/ 740533 h 1796578"/>
                <a:gd name="csX123" fmla="*/ 801024 w 2180199"/>
                <a:gd name="csY123" fmla="*/ 740427 h 1796578"/>
                <a:gd name="csX124" fmla="*/ 803231 w 2180199"/>
                <a:gd name="csY124" fmla="*/ 742055 h 1796578"/>
                <a:gd name="csX125" fmla="*/ 806137 w 2180199"/>
                <a:gd name="csY125" fmla="*/ 744201 h 1796578"/>
                <a:gd name="csX126" fmla="*/ 809051 w 2180199"/>
                <a:gd name="csY126" fmla="*/ 746209 h 1796578"/>
                <a:gd name="csX127" fmla="*/ 811539 w 2180199"/>
                <a:gd name="csY127" fmla="*/ 747921 h 1796578"/>
                <a:gd name="csX128" fmla="*/ 814804 w 2180199"/>
                <a:gd name="csY128" fmla="*/ 748933 h 1796578"/>
                <a:gd name="csX129" fmla="*/ 818828 w 2180199"/>
                <a:gd name="csY129" fmla="*/ 750387 h 1796578"/>
                <a:gd name="csX130" fmla="*/ 820807 w 2180199"/>
                <a:gd name="csY130" fmla="*/ 753354 h 1796578"/>
                <a:gd name="csX131" fmla="*/ 824474 w 2180199"/>
                <a:gd name="csY131" fmla="*/ 754625 h 1796578"/>
                <a:gd name="csX132" fmla="*/ 825844 w 2180199"/>
                <a:gd name="csY132" fmla="*/ 758756 h 1796578"/>
                <a:gd name="csX133" fmla="*/ 830082 w 2180199"/>
                <a:gd name="csY133" fmla="*/ 760270 h 1796578"/>
                <a:gd name="csX134" fmla="*/ 832577 w 2180199"/>
                <a:gd name="csY134" fmla="*/ 759258 h 1796578"/>
                <a:gd name="csX135" fmla="*/ 833475 w 2180199"/>
                <a:gd name="csY135" fmla="*/ 760940 h 1796578"/>
                <a:gd name="csX136" fmla="*/ 834183 w 2180199"/>
                <a:gd name="csY136" fmla="*/ 762872 h 1796578"/>
                <a:gd name="csX137" fmla="*/ 834373 w 2180199"/>
                <a:gd name="csY137" fmla="*/ 765307 h 1796578"/>
                <a:gd name="csX138" fmla="*/ 834137 w 2180199"/>
                <a:gd name="csY138" fmla="*/ 767681 h 1796578"/>
                <a:gd name="csX139" fmla="*/ 833079 w 2180199"/>
                <a:gd name="csY139" fmla="*/ 769659 h 1796578"/>
                <a:gd name="csX140" fmla="*/ 832280 w 2180199"/>
                <a:gd name="csY140" fmla="*/ 771789 h 1796578"/>
                <a:gd name="csX141" fmla="*/ 831748 w 2180199"/>
                <a:gd name="csY141" fmla="*/ 774079 h 1796578"/>
                <a:gd name="csX142" fmla="*/ 831542 w 2180199"/>
                <a:gd name="csY142" fmla="*/ 776530 h 1796578"/>
                <a:gd name="csX143" fmla="*/ 831672 w 2180199"/>
                <a:gd name="csY143" fmla="*/ 779147 h 1796578"/>
                <a:gd name="csX144" fmla="*/ 832098 w 2180199"/>
                <a:gd name="csY144" fmla="*/ 781429 h 1796578"/>
                <a:gd name="csX145" fmla="*/ 833399 w 2180199"/>
                <a:gd name="csY145" fmla="*/ 785645 h 1796578"/>
                <a:gd name="csX146" fmla="*/ 833833 w 2180199"/>
                <a:gd name="csY146" fmla="*/ 788224 h 1796578"/>
                <a:gd name="csX147" fmla="*/ 833886 w 2180199"/>
                <a:gd name="csY147" fmla="*/ 789936 h 1796578"/>
                <a:gd name="csX148" fmla="*/ 831002 w 2180199"/>
                <a:gd name="csY148" fmla="*/ 795947 h 1796578"/>
                <a:gd name="csX149" fmla="*/ 830005 w 2180199"/>
                <a:gd name="csY149" fmla="*/ 798800 h 1796578"/>
                <a:gd name="csX150" fmla="*/ 830097 w 2180199"/>
                <a:gd name="csY150" fmla="*/ 800078 h 1796578"/>
                <a:gd name="csX151" fmla="*/ 827997 w 2180199"/>
                <a:gd name="csY151" fmla="*/ 803045 h 1796578"/>
                <a:gd name="csX152" fmla="*/ 824139 w 2180199"/>
                <a:gd name="csY152" fmla="*/ 807184 h 1796578"/>
                <a:gd name="csX153" fmla="*/ 822389 w 2180199"/>
                <a:gd name="csY153" fmla="*/ 809566 h 1796578"/>
                <a:gd name="csX154" fmla="*/ 821522 w 2180199"/>
                <a:gd name="csY154" fmla="*/ 808775 h 1796578"/>
                <a:gd name="csX155" fmla="*/ 816531 w 2180199"/>
                <a:gd name="csY155" fmla="*/ 808158 h 1796578"/>
                <a:gd name="csX156" fmla="*/ 814720 w 2180199"/>
                <a:gd name="csY156" fmla="*/ 802870 h 1796578"/>
                <a:gd name="csX157" fmla="*/ 813761 w 2180199"/>
                <a:gd name="csY157" fmla="*/ 798754 h 1796578"/>
                <a:gd name="csX158" fmla="*/ 812308 w 2180199"/>
                <a:gd name="csY158" fmla="*/ 795163 h 1796578"/>
                <a:gd name="csX159" fmla="*/ 812346 w 2180199"/>
                <a:gd name="csY159" fmla="*/ 794349 h 1796578"/>
                <a:gd name="csX160" fmla="*/ 813670 w 2180199"/>
                <a:gd name="csY160" fmla="*/ 791945 h 1796578"/>
                <a:gd name="csX161" fmla="*/ 818661 w 2180199"/>
                <a:gd name="csY161" fmla="*/ 789966 h 1796578"/>
                <a:gd name="csX162" fmla="*/ 818707 w 2180199"/>
                <a:gd name="csY162" fmla="*/ 789175 h 1796578"/>
                <a:gd name="csX163" fmla="*/ 816850 w 2180199"/>
                <a:gd name="csY163" fmla="*/ 788650 h 1796578"/>
                <a:gd name="csX164" fmla="*/ 816401 w 2180199"/>
                <a:gd name="csY164" fmla="*/ 787790 h 1796578"/>
                <a:gd name="csX165" fmla="*/ 815892 w 2180199"/>
                <a:gd name="csY165" fmla="*/ 783872 h 1796578"/>
                <a:gd name="csX166" fmla="*/ 816028 w 2180199"/>
                <a:gd name="csY166" fmla="*/ 780425 h 1796578"/>
                <a:gd name="csX167" fmla="*/ 815899 w 2180199"/>
                <a:gd name="csY167" fmla="*/ 778135 h 1796578"/>
                <a:gd name="csX168" fmla="*/ 815070 w 2180199"/>
                <a:gd name="csY168" fmla="*/ 773448 h 1796578"/>
                <a:gd name="csX169" fmla="*/ 813822 w 2180199"/>
                <a:gd name="csY169" fmla="*/ 770572 h 1796578"/>
                <a:gd name="csX170" fmla="*/ 810604 w 2180199"/>
                <a:gd name="csY170" fmla="*/ 764942 h 1796578"/>
                <a:gd name="csX171" fmla="*/ 810330 w 2180199"/>
                <a:gd name="csY171" fmla="*/ 763519 h 1796578"/>
                <a:gd name="csX172" fmla="*/ 811745 w 2180199"/>
                <a:gd name="csY172" fmla="*/ 761731 h 1796578"/>
                <a:gd name="csX173" fmla="*/ 812627 w 2180199"/>
                <a:gd name="csY173" fmla="*/ 760065 h 1796578"/>
                <a:gd name="csX174" fmla="*/ 807187 w 2180199"/>
                <a:gd name="csY174" fmla="*/ 762963 h 1796578"/>
                <a:gd name="csX175" fmla="*/ 799761 w 2180199"/>
                <a:gd name="csY175" fmla="*/ 765999 h 1796578"/>
                <a:gd name="csX176" fmla="*/ 796581 w 2180199"/>
                <a:gd name="csY176" fmla="*/ 768114 h 1796578"/>
                <a:gd name="csX177" fmla="*/ 795911 w 2180199"/>
                <a:gd name="csY177" fmla="*/ 768959 h 1796578"/>
                <a:gd name="csX178" fmla="*/ 795683 w 2180199"/>
                <a:gd name="csY178" fmla="*/ 769674 h 1796578"/>
                <a:gd name="csX179" fmla="*/ 796261 w 2180199"/>
                <a:gd name="csY179" fmla="*/ 771668 h 1796578"/>
                <a:gd name="csX180" fmla="*/ 796170 w 2180199"/>
                <a:gd name="csY180" fmla="*/ 772307 h 1796578"/>
                <a:gd name="csX181" fmla="*/ 795523 w 2180199"/>
                <a:gd name="csY181" fmla="*/ 773486 h 1796578"/>
                <a:gd name="csX182" fmla="*/ 794755 w 2180199"/>
                <a:gd name="csY182" fmla="*/ 776803 h 1796578"/>
                <a:gd name="csX183" fmla="*/ 793142 w 2180199"/>
                <a:gd name="csY183" fmla="*/ 780311 h 1796578"/>
                <a:gd name="csX184" fmla="*/ 792328 w 2180199"/>
                <a:gd name="csY184" fmla="*/ 781034 h 1796578"/>
                <a:gd name="csX185" fmla="*/ 789429 w 2180199"/>
                <a:gd name="csY185" fmla="*/ 779725 h 1796578"/>
                <a:gd name="csX186" fmla="*/ 788653 w 2180199"/>
                <a:gd name="csY186" fmla="*/ 778607 h 1796578"/>
                <a:gd name="csX187" fmla="*/ 787200 w 2180199"/>
                <a:gd name="csY187" fmla="*/ 774019 h 1796578"/>
                <a:gd name="csX188" fmla="*/ 787534 w 2180199"/>
                <a:gd name="csY188" fmla="*/ 772794 h 1796578"/>
                <a:gd name="csX189" fmla="*/ 788592 w 2180199"/>
                <a:gd name="csY189" fmla="*/ 771759 h 1796578"/>
                <a:gd name="csX190" fmla="*/ 790030 w 2180199"/>
                <a:gd name="csY190" fmla="*/ 769530 h 1796578"/>
                <a:gd name="csX191" fmla="*/ 791841 w 2180199"/>
                <a:gd name="csY191" fmla="*/ 766091 h 1796578"/>
                <a:gd name="csX192" fmla="*/ 795303 w 2180199"/>
                <a:gd name="csY192" fmla="*/ 757318 h 1796578"/>
                <a:gd name="csX193" fmla="*/ 797563 w 2180199"/>
                <a:gd name="csY193" fmla="*/ 757280 h 1796578"/>
                <a:gd name="csX194" fmla="*/ 801549 w 2180199"/>
                <a:gd name="csY194" fmla="*/ 755538 h 1796578"/>
                <a:gd name="csX195" fmla="*/ 795295 w 2180199"/>
                <a:gd name="csY195" fmla="*/ 754662 h 1796578"/>
                <a:gd name="csX196" fmla="*/ 794359 w 2180199"/>
                <a:gd name="csY196" fmla="*/ 754206 h 1796578"/>
                <a:gd name="csX197" fmla="*/ 793522 w 2180199"/>
                <a:gd name="csY197" fmla="*/ 753004 h 1796578"/>
                <a:gd name="csX198" fmla="*/ 792777 w 2180199"/>
                <a:gd name="csY198" fmla="*/ 751056 h 1796578"/>
                <a:gd name="csX199" fmla="*/ 791506 w 2180199"/>
                <a:gd name="csY199" fmla="*/ 748888 h 1796578"/>
                <a:gd name="csX200" fmla="*/ 789125 w 2180199"/>
                <a:gd name="csY200" fmla="*/ 748127 h 1796578"/>
                <a:gd name="csX201" fmla="*/ 788082 w 2180199"/>
                <a:gd name="csY201" fmla="*/ 747328 h 1796578"/>
                <a:gd name="csX202" fmla="*/ 786507 w 2180199"/>
                <a:gd name="csY202" fmla="*/ 744688 h 1796578"/>
                <a:gd name="csX203" fmla="*/ 785450 w 2180199"/>
                <a:gd name="csY203" fmla="*/ 743501 h 1796578"/>
                <a:gd name="csX204" fmla="*/ 784871 w 2180199"/>
                <a:gd name="csY204" fmla="*/ 742032 h 1796578"/>
                <a:gd name="csX205" fmla="*/ 784772 w 2180199"/>
                <a:gd name="csY205" fmla="*/ 740282 h 1796578"/>
                <a:gd name="csX206" fmla="*/ 784324 w 2180199"/>
                <a:gd name="csY206" fmla="*/ 739400 h 1796578"/>
                <a:gd name="csX207" fmla="*/ 782688 w 2180199"/>
                <a:gd name="csY207" fmla="*/ 739080 h 1796578"/>
                <a:gd name="csX208" fmla="*/ 781805 w 2180199"/>
                <a:gd name="csY208" fmla="*/ 738479 h 1796578"/>
                <a:gd name="csX209" fmla="*/ 781562 w 2180199"/>
                <a:gd name="csY209" fmla="*/ 733944 h 1796578"/>
                <a:gd name="csX210" fmla="*/ 778305 w 2180199"/>
                <a:gd name="csY210" fmla="*/ 732780 h 1796578"/>
                <a:gd name="csX211" fmla="*/ 776974 w 2180199"/>
                <a:gd name="csY211" fmla="*/ 731776 h 1796578"/>
                <a:gd name="csX212" fmla="*/ 774828 w 2180199"/>
                <a:gd name="csY212" fmla="*/ 728930 h 1796578"/>
                <a:gd name="csX213" fmla="*/ 774235 w 2180199"/>
                <a:gd name="csY213" fmla="*/ 727546 h 1796578"/>
                <a:gd name="csX214" fmla="*/ 774044 w 2180199"/>
                <a:gd name="csY214" fmla="*/ 726389 h 1796578"/>
                <a:gd name="csX215" fmla="*/ 774569 w 2180199"/>
                <a:gd name="csY215" fmla="*/ 723239 h 1796578"/>
                <a:gd name="csX216" fmla="*/ 774349 w 2180199"/>
                <a:gd name="csY216" fmla="*/ 722646 h 1796578"/>
                <a:gd name="csX217" fmla="*/ 772447 w 2180199"/>
                <a:gd name="csY217" fmla="*/ 722965 h 1796578"/>
                <a:gd name="csX218" fmla="*/ 760653 w 2180199"/>
                <a:gd name="csY218" fmla="*/ 718073 h 1796578"/>
                <a:gd name="csX219" fmla="*/ 761277 w 2180199"/>
                <a:gd name="csY219" fmla="*/ 711583 h 1796578"/>
                <a:gd name="csX220" fmla="*/ 759094 w 2180199"/>
                <a:gd name="csY220" fmla="*/ 702978 h 1796578"/>
                <a:gd name="csX221" fmla="*/ 756748 w 2180199"/>
                <a:gd name="csY221" fmla="*/ 699478 h 1796578"/>
                <a:gd name="csX222" fmla="*/ 757213 w 2180199"/>
                <a:gd name="csY222" fmla="*/ 698108 h 1796578"/>
                <a:gd name="csX223" fmla="*/ 757714 w 2180199"/>
                <a:gd name="csY223" fmla="*/ 697385 h 1796578"/>
                <a:gd name="csX224" fmla="*/ 758766 w 2180199"/>
                <a:gd name="csY224" fmla="*/ 697370 h 1796578"/>
                <a:gd name="csX225" fmla="*/ 763293 w 2180199"/>
                <a:gd name="csY225" fmla="*/ 699919 h 1796578"/>
                <a:gd name="csX226" fmla="*/ 767554 w 2180199"/>
                <a:gd name="csY226" fmla="*/ 702932 h 1796578"/>
                <a:gd name="csX227" fmla="*/ 768102 w 2180199"/>
                <a:gd name="csY227" fmla="*/ 702491 h 1796578"/>
                <a:gd name="csX228" fmla="*/ 761292 w 2180199"/>
                <a:gd name="csY228" fmla="*/ 696084 h 1796578"/>
                <a:gd name="csX229" fmla="*/ 759588 w 2180199"/>
                <a:gd name="csY229" fmla="*/ 694167 h 1796578"/>
                <a:gd name="csX230" fmla="*/ 759162 w 2180199"/>
                <a:gd name="csY230" fmla="*/ 691854 h 1796578"/>
                <a:gd name="csX231" fmla="*/ 759139 w 2180199"/>
                <a:gd name="csY231" fmla="*/ 690614 h 1796578"/>
                <a:gd name="csX232" fmla="*/ 759679 w 2180199"/>
                <a:gd name="csY232" fmla="*/ 689967 h 1796578"/>
                <a:gd name="csX233" fmla="*/ 766063 w 2180199"/>
                <a:gd name="csY233" fmla="*/ 690545 h 1796578"/>
                <a:gd name="csX234" fmla="*/ 766443 w 2180199"/>
                <a:gd name="csY234" fmla="*/ 690066 h 1796578"/>
                <a:gd name="csX235" fmla="*/ 759969 w 2180199"/>
                <a:gd name="csY235" fmla="*/ 688179 h 1796578"/>
                <a:gd name="csX236" fmla="*/ 758645 w 2180199"/>
                <a:gd name="csY236" fmla="*/ 688186 h 1796578"/>
                <a:gd name="csX237" fmla="*/ 757227 w 2180199"/>
                <a:gd name="csY237" fmla="*/ 690895 h 1796578"/>
                <a:gd name="csX238" fmla="*/ 756558 w 2180199"/>
                <a:gd name="csY238" fmla="*/ 691534 h 1796578"/>
                <a:gd name="csX239" fmla="*/ 755165 w 2180199"/>
                <a:gd name="csY239" fmla="*/ 691405 h 1796578"/>
                <a:gd name="csX240" fmla="*/ 754694 w 2180199"/>
                <a:gd name="csY240" fmla="*/ 690987 h 1796578"/>
                <a:gd name="csX241" fmla="*/ 753050 w 2180199"/>
                <a:gd name="csY241" fmla="*/ 687707 h 1796578"/>
                <a:gd name="csX242" fmla="*/ 751483 w 2180199"/>
                <a:gd name="csY242" fmla="*/ 685417 h 1796578"/>
                <a:gd name="csX243" fmla="*/ 748569 w 2180199"/>
                <a:gd name="csY243" fmla="*/ 682244 h 1796578"/>
                <a:gd name="csX244" fmla="*/ 748022 w 2180199"/>
                <a:gd name="csY244" fmla="*/ 679977 h 1796578"/>
                <a:gd name="csX245" fmla="*/ 747876 w 2180199"/>
                <a:gd name="csY245" fmla="*/ 676637 h 1796578"/>
                <a:gd name="csX246" fmla="*/ 748264 w 2180199"/>
                <a:gd name="csY246" fmla="*/ 673472 h 1796578"/>
                <a:gd name="csX247" fmla="*/ 750647 w 2180199"/>
                <a:gd name="csY247" fmla="*/ 666213 h 1796578"/>
                <a:gd name="csX248" fmla="*/ 751613 w 2180199"/>
                <a:gd name="csY248" fmla="*/ 664950 h 1796578"/>
                <a:gd name="csX249" fmla="*/ 751863 w 2180199"/>
                <a:gd name="csY249" fmla="*/ 664159 h 1796578"/>
                <a:gd name="csX250" fmla="*/ 751125 w 2180199"/>
                <a:gd name="csY250" fmla="*/ 664280 h 1796578"/>
                <a:gd name="csX251" fmla="*/ 750425 w 2180199"/>
                <a:gd name="csY251" fmla="*/ 664973 h 1796578"/>
                <a:gd name="csX252" fmla="*/ 748455 w 2180199"/>
                <a:gd name="csY252" fmla="*/ 668351 h 1796578"/>
                <a:gd name="csX253" fmla="*/ 746424 w 2180199"/>
                <a:gd name="csY253" fmla="*/ 673875 h 1796578"/>
                <a:gd name="csX254" fmla="*/ 744764 w 2180199"/>
                <a:gd name="csY254" fmla="*/ 675754 h 1796578"/>
                <a:gd name="csX255" fmla="*/ 743722 w 2180199"/>
                <a:gd name="csY255" fmla="*/ 675298 h 1796578"/>
                <a:gd name="csX256" fmla="*/ 742147 w 2180199"/>
                <a:gd name="csY256" fmla="*/ 673053 h 1796578"/>
                <a:gd name="csX257" fmla="*/ 738860 w 2180199"/>
                <a:gd name="csY257" fmla="*/ 670307 h 1796578"/>
                <a:gd name="csX258" fmla="*/ 735056 w 2180199"/>
                <a:gd name="csY258" fmla="*/ 669599 h 1796578"/>
                <a:gd name="csX259" fmla="*/ 732652 w 2180199"/>
                <a:gd name="csY259" fmla="*/ 666784 h 1796578"/>
                <a:gd name="csX260" fmla="*/ 729099 w 2180199"/>
                <a:gd name="csY260" fmla="*/ 658916 h 1796578"/>
                <a:gd name="csX261" fmla="*/ 728619 w 2180199"/>
                <a:gd name="csY261" fmla="*/ 654983 h 1796578"/>
                <a:gd name="csX262" fmla="*/ 728162 w 2180199"/>
                <a:gd name="csY262" fmla="*/ 654016 h 1796578"/>
                <a:gd name="csX263" fmla="*/ 726238 w 2180199"/>
                <a:gd name="csY263" fmla="*/ 652738 h 1796578"/>
                <a:gd name="csX264" fmla="*/ 725051 w 2180199"/>
                <a:gd name="csY264" fmla="*/ 650844 h 1796578"/>
                <a:gd name="csX265" fmla="*/ 723225 w 2180199"/>
                <a:gd name="csY265" fmla="*/ 641181 h 1796578"/>
                <a:gd name="csX266" fmla="*/ 720813 w 2180199"/>
                <a:gd name="csY266" fmla="*/ 634425 h 1796578"/>
                <a:gd name="csX267" fmla="*/ 720212 w 2180199"/>
                <a:gd name="csY267" fmla="*/ 630841 h 1796578"/>
                <a:gd name="csX268" fmla="*/ 720409 w 2180199"/>
                <a:gd name="csY268" fmla="*/ 627280 h 1796578"/>
                <a:gd name="csX269" fmla="*/ 720097 w 2180199"/>
                <a:gd name="csY269" fmla="*/ 626884 h 1796578"/>
                <a:gd name="csX270" fmla="*/ 719269 w 2180199"/>
                <a:gd name="csY270" fmla="*/ 629662 h 1796578"/>
                <a:gd name="csX271" fmla="*/ 719056 w 2180199"/>
                <a:gd name="csY271" fmla="*/ 631107 h 1796578"/>
                <a:gd name="csX272" fmla="*/ 717533 w 2180199"/>
                <a:gd name="csY272" fmla="*/ 631518 h 1796578"/>
                <a:gd name="csX273" fmla="*/ 718964 w 2180199"/>
                <a:gd name="csY273" fmla="*/ 634326 h 1796578"/>
                <a:gd name="csX274" fmla="*/ 719321 w 2180199"/>
                <a:gd name="csY274" fmla="*/ 635726 h 1796578"/>
                <a:gd name="csX275" fmla="*/ 718606 w 2180199"/>
                <a:gd name="csY275" fmla="*/ 635612 h 1796578"/>
                <a:gd name="csX276" fmla="*/ 717146 w 2180199"/>
                <a:gd name="csY276" fmla="*/ 635961 h 1796578"/>
                <a:gd name="csX277" fmla="*/ 719626 w 2180199"/>
                <a:gd name="csY277" fmla="*/ 640732 h 1796578"/>
                <a:gd name="csX278" fmla="*/ 720737 w 2180199"/>
                <a:gd name="csY278" fmla="*/ 648097 h 1796578"/>
                <a:gd name="csX279" fmla="*/ 722380 w 2180199"/>
                <a:gd name="csY279" fmla="*/ 653530 h 1796578"/>
                <a:gd name="csX280" fmla="*/ 723445 w 2180199"/>
                <a:gd name="csY280" fmla="*/ 657920 h 1796578"/>
                <a:gd name="csX281" fmla="*/ 723925 w 2180199"/>
                <a:gd name="csY281" fmla="*/ 661245 h 1796578"/>
                <a:gd name="csX282" fmla="*/ 724624 w 2180199"/>
                <a:gd name="csY282" fmla="*/ 664417 h 1796578"/>
                <a:gd name="csX283" fmla="*/ 726542 w 2180199"/>
                <a:gd name="csY283" fmla="*/ 671394 h 1796578"/>
                <a:gd name="csX284" fmla="*/ 726801 w 2180199"/>
                <a:gd name="csY284" fmla="*/ 672779 h 1796578"/>
                <a:gd name="csX285" fmla="*/ 726573 w 2180199"/>
                <a:gd name="csY285" fmla="*/ 673905 h 1796578"/>
                <a:gd name="csX286" fmla="*/ 725941 w 2180199"/>
                <a:gd name="csY286" fmla="*/ 675244 h 1796578"/>
                <a:gd name="csX287" fmla="*/ 724845 w 2180199"/>
                <a:gd name="csY287" fmla="*/ 675747 h 1796578"/>
                <a:gd name="csX288" fmla="*/ 721406 w 2180199"/>
                <a:gd name="csY288" fmla="*/ 674834 h 1796578"/>
                <a:gd name="csX289" fmla="*/ 720113 w 2180199"/>
                <a:gd name="csY289" fmla="*/ 673114 h 1796578"/>
                <a:gd name="csX290" fmla="*/ 718256 w 2180199"/>
                <a:gd name="csY290" fmla="*/ 669949 h 1796578"/>
                <a:gd name="csX291" fmla="*/ 715654 w 2180199"/>
                <a:gd name="csY291" fmla="*/ 668488 h 1796578"/>
                <a:gd name="csX292" fmla="*/ 709210 w 2180199"/>
                <a:gd name="csY292" fmla="*/ 669211 h 1796578"/>
                <a:gd name="csX293" fmla="*/ 708693 w 2180199"/>
                <a:gd name="csY293" fmla="*/ 668967 h 1796578"/>
                <a:gd name="csX294" fmla="*/ 708715 w 2180199"/>
                <a:gd name="csY294" fmla="*/ 666380 h 1796578"/>
                <a:gd name="csX295" fmla="*/ 709454 w 2180199"/>
                <a:gd name="csY295" fmla="*/ 661762 h 1796578"/>
                <a:gd name="csX296" fmla="*/ 708860 w 2180199"/>
                <a:gd name="csY296" fmla="*/ 659890 h 1796578"/>
                <a:gd name="csX297" fmla="*/ 705528 w 2180199"/>
                <a:gd name="csY297" fmla="*/ 653065 h 1796578"/>
                <a:gd name="csX298" fmla="*/ 705580 w 2180199"/>
                <a:gd name="csY298" fmla="*/ 651726 h 1796578"/>
                <a:gd name="csX299" fmla="*/ 710206 w 2180199"/>
                <a:gd name="csY299" fmla="*/ 648576 h 1796578"/>
                <a:gd name="csX300" fmla="*/ 707962 w 2180199"/>
                <a:gd name="csY300" fmla="*/ 648340 h 1796578"/>
                <a:gd name="csX301" fmla="*/ 706151 w 2180199"/>
                <a:gd name="csY301" fmla="*/ 649573 h 1796578"/>
                <a:gd name="csX302" fmla="*/ 705451 w 2180199"/>
                <a:gd name="csY302" fmla="*/ 648782 h 1796578"/>
                <a:gd name="csX303" fmla="*/ 704355 w 2180199"/>
                <a:gd name="csY303" fmla="*/ 644376 h 1796578"/>
                <a:gd name="csX304" fmla="*/ 703648 w 2180199"/>
                <a:gd name="csY304" fmla="*/ 642733 h 1796578"/>
                <a:gd name="csX305" fmla="*/ 703298 w 2180199"/>
                <a:gd name="csY305" fmla="*/ 642383 h 1796578"/>
                <a:gd name="csX306" fmla="*/ 703101 w 2180199"/>
                <a:gd name="csY306" fmla="*/ 646575 h 1796578"/>
                <a:gd name="csX307" fmla="*/ 703868 w 2180199"/>
                <a:gd name="csY307" fmla="*/ 648774 h 1796578"/>
                <a:gd name="csX308" fmla="*/ 703982 w 2180199"/>
                <a:gd name="csY308" fmla="*/ 650045 h 1796578"/>
                <a:gd name="csX309" fmla="*/ 703861 w 2180199"/>
                <a:gd name="csY309" fmla="*/ 651818 h 1796578"/>
                <a:gd name="csX310" fmla="*/ 703381 w 2180199"/>
                <a:gd name="csY310" fmla="*/ 653088 h 1796578"/>
                <a:gd name="csX311" fmla="*/ 702537 w 2180199"/>
                <a:gd name="csY311" fmla="*/ 653857 h 1796578"/>
                <a:gd name="csX312" fmla="*/ 701692 w 2180199"/>
                <a:gd name="csY312" fmla="*/ 654047 h 1796578"/>
                <a:gd name="csX313" fmla="*/ 700133 w 2180199"/>
                <a:gd name="csY313" fmla="*/ 653164 h 1796578"/>
                <a:gd name="csX314" fmla="*/ 698398 w 2180199"/>
                <a:gd name="csY314" fmla="*/ 651498 h 1796578"/>
                <a:gd name="csX315" fmla="*/ 696884 w 2180199"/>
                <a:gd name="csY315" fmla="*/ 650714 h 1796578"/>
                <a:gd name="csX316" fmla="*/ 696321 w 2180199"/>
                <a:gd name="csY316" fmla="*/ 650052 h 1796578"/>
                <a:gd name="csX317" fmla="*/ 695606 w 2180199"/>
                <a:gd name="csY317" fmla="*/ 648211 h 1796578"/>
                <a:gd name="csX318" fmla="*/ 694434 w 2180199"/>
                <a:gd name="csY318" fmla="*/ 646811 h 1796578"/>
                <a:gd name="csX319" fmla="*/ 688781 w 2180199"/>
                <a:gd name="csY319" fmla="*/ 645038 h 1796578"/>
                <a:gd name="csX320" fmla="*/ 685410 w 2180199"/>
                <a:gd name="csY320" fmla="*/ 642938 h 1796578"/>
                <a:gd name="csX321" fmla="*/ 685129 w 2180199"/>
                <a:gd name="csY321" fmla="*/ 643494 h 1796578"/>
                <a:gd name="csX322" fmla="*/ 686178 w 2180199"/>
                <a:gd name="csY322" fmla="*/ 645731 h 1796578"/>
                <a:gd name="csX323" fmla="*/ 686277 w 2180199"/>
                <a:gd name="csY323" fmla="*/ 647055 h 1796578"/>
                <a:gd name="csX324" fmla="*/ 685425 w 2180199"/>
                <a:gd name="csY324" fmla="*/ 647458 h 1796578"/>
                <a:gd name="csX325" fmla="*/ 683903 w 2180199"/>
                <a:gd name="csY325" fmla="*/ 649581 h 1796578"/>
                <a:gd name="csX326" fmla="*/ 684345 w 2180199"/>
                <a:gd name="csY326" fmla="*/ 649870 h 1796578"/>
                <a:gd name="csX327" fmla="*/ 685950 w 2180199"/>
                <a:gd name="csY327" fmla="*/ 649170 h 1796578"/>
                <a:gd name="csX328" fmla="*/ 687746 w 2180199"/>
                <a:gd name="csY328" fmla="*/ 649254 h 1796578"/>
                <a:gd name="csX329" fmla="*/ 690713 w 2180199"/>
                <a:gd name="csY329" fmla="*/ 650539 h 1796578"/>
                <a:gd name="csX330" fmla="*/ 693407 w 2180199"/>
                <a:gd name="csY330" fmla="*/ 652229 h 1796578"/>
                <a:gd name="csX331" fmla="*/ 694380 w 2180199"/>
                <a:gd name="csY331" fmla="*/ 653172 h 1796578"/>
                <a:gd name="csX332" fmla="*/ 694784 w 2180199"/>
                <a:gd name="csY332" fmla="*/ 654572 h 1796578"/>
                <a:gd name="csX333" fmla="*/ 695118 w 2180199"/>
                <a:gd name="csY333" fmla="*/ 655066 h 1796578"/>
                <a:gd name="csX334" fmla="*/ 697751 w 2180199"/>
                <a:gd name="csY334" fmla="*/ 656695 h 1796578"/>
                <a:gd name="csX335" fmla="*/ 697880 w 2180199"/>
                <a:gd name="csY335" fmla="*/ 657547 h 1796578"/>
                <a:gd name="csX336" fmla="*/ 696184 w 2180199"/>
                <a:gd name="csY336" fmla="*/ 660088 h 1796578"/>
                <a:gd name="csX337" fmla="*/ 699684 w 2180199"/>
                <a:gd name="csY337" fmla="*/ 659807 h 1796578"/>
                <a:gd name="csX338" fmla="*/ 701716 w 2180199"/>
                <a:gd name="csY338" fmla="*/ 660712 h 1796578"/>
                <a:gd name="csX339" fmla="*/ 704317 w 2180199"/>
                <a:gd name="csY339" fmla="*/ 664638 h 1796578"/>
                <a:gd name="csX340" fmla="*/ 705200 w 2180199"/>
                <a:gd name="csY340" fmla="*/ 666822 h 1796578"/>
                <a:gd name="csX341" fmla="*/ 705322 w 2180199"/>
                <a:gd name="csY341" fmla="*/ 669614 h 1796578"/>
                <a:gd name="csX342" fmla="*/ 704782 w 2180199"/>
                <a:gd name="csY342" fmla="*/ 670421 h 1796578"/>
                <a:gd name="csX343" fmla="*/ 703747 w 2180199"/>
                <a:gd name="csY343" fmla="*/ 670984 h 1796578"/>
                <a:gd name="csX344" fmla="*/ 696640 w 2180199"/>
                <a:gd name="csY344" fmla="*/ 671897 h 1796578"/>
                <a:gd name="csX345" fmla="*/ 694076 w 2180199"/>
                <a:gd name="csY345" fmla="*/ 675252 h 1796578"/>
                <a:gd name="csX346" fmla="*/ 693543 w 2180199"/>
                <a:gd name="csY346" fmla="*/ 675298 h 1796578"/>
                <a:gd name="csX347" fmla="*/ 691589 w 2180199"/>
                <a:gd name="csY347" fmla="*/ 674385 h 1796578"/>
                <a:gd name="csX348" fmla="*/ 688042 w 2180199"/>
                <a:gd name="csY348" fmla="*/ 671706 h 1796578"/>
                <a:gd name="csX349" fmla="*/ 683622 w 2180199"/>
                <a:gd name="csY349" fmla="*/ 669158 h 1796578"/>
                <a:gd name="csX350" fmla="*/ 673541 w 2180199"/>
                <a:gd name="csY350" fmla="*/ 661572 h 1796578"/>
                <a:gd name="csX351" fmla="*/ 673267 w 2180199"/>
                <a:gd name="csY351" fmla="*/ 661214 h 1796578"/>
                <a:gd name="csX352" fmla="*/ 673100 w 2180199"/>
                <a:gd name="csY352" fmla="*/ 659746 h 1796578"/>
                <a:gd name="csX353" fmla="*/ 672407 w 2180199"/>
                <a:gd name="csY353" fmla="*/ 658993 h 1796578"/>
                <a:gd name="csX354" fmla="*/ 671037 w 2180199"/>
                <a:gd name="csY354" fmla="*/ 658353 h 1796578"/>
                <a:gd name="csX355" fmla="*/ 669135 w 2180199"/>
                <a:gd name="csY355" fmla="*/ 656421 h 1796578"/>
                <a:gd name="csX356" fmla="*/ 666708 w 2180199"/>
                <a:gd name="csY356" fmla="*/ 653195 h 1796578"/>
                <a:gd name="csX357" fmla="*/ 665209 w 2180199"/>
                <a:gd name="csY357" fmla="*/ 650669 h 1796578"/>
                <a:gd name="csX358" fmla="*/ 664639 w 2180199"/>
                <a:gd name="csY358" fmla="*/ 648850 h 1796578"/>
                <a:gd name="csX359" fmla="*/ 663223 w 2180199"/>
                <a:gd name="csY359" fmla="*/ 646765 h 1796578"/>
                <a:gd name="csX360" fmla="*/ 658658 w 2180199"/>
                <a:gd name="csY360" fmla="*/ 642406 h 1796578"/>
                <a:gd name="csX361" fmla="*/ 656269 w 2180199"/>
                <a:gd name="csY361" fmla="*/ 640732 h 1796578"/>
                <a:gd name="csX362" fmla="*/ 654162 w 2180199"/>
                <a:gd name="csY362" fmla="*/ 639781 h 1796578"/>
                <a:gd name="csX363" fmla="*/ 652328 w 2180199"/>
                <a:gd name="csY363" fmla="*/ 639576 h 1796578"/>
                <a:gd name="csX364" fmla="*/ 651833 w 2180199"/>
                <a:gd name="csY364" fmla="*/ 638990 h 1796578"/>
                <a:gd name="csX365" fmla="*/ 652678 w 2180199"/>
                <a:gd name="csY365" fmla="*/ 638031 h 1796578"/>
                <a:gd name="csX366" fmla="*/ 652808 w 2180199"/>
                <a:gd name="csY366" fmla="*/ 637468 h 1796578"/>
                <a:gd name="csX367" fmla="*/ 648759 w 2180199"/>
                <a:gd name="csY367" fmla="*/ 636563 h 1796578"/>
                <a:gd name="csX368" fmla="*/ 644917 w 2180199"/>
                <a:gd name="csY368" fmla="*/ 634508 h 1796578"/>
                <a:gd name="csX369" fmla="*/ 635171 w 2180199"/>
                <a:gd name="csY369" fmla="*/ 628718 h 1796578"/>
                <a:gd name="csX370" fmla="*/ 630134 w 2180199"/>
                <a:gd name="csY370" fmla="*/ 625081 h 1796578"/>
                <a:gd name="csX371" fmla="*/ 627197 w 2180199"/>
                <a:gd name="csY371" fmla="*/ 623339 h 1796578"/>
                <a:gd name="csX372" fmla="*/ 625941 w 2180199"/>
                <a:gd name="csY372" fmla="*/ 622357 h 1796578"/>
                <a:gd name="csX373" fmla="*/ 625386 w 2180199"/>
                <a:gd name="csY373" fmla="*/ 621558 h 1796578"/>
                <a:gd name="csX374" fmla="*/ 626094 w 2180199"/>
                <a:gd name="csY374" fmla="*/ 620721 h 1796578"/>
                <a:gd name="csX375" fmla="*/ 628057 w 2180199"/>
                <a:gd name="csY375" fmla="*/ 619854 h 1796578"/>
                <a:gd name="csX376" fmla="*/ 629388 w 2180199"/>
                <a:gd name="csY376" fmla="*/ 618865 h 1796578"/>
                <a:gd name="csX377" fmla="*/ 631488 w 2180199"/>
                <a:gd name="csY377" fmla="*/ 615160 h 1796578"/>
                <a:gd name="csX378" fmla="*/ 631648 w 2180199"/>
                <a:gd name="csY378" fmla="*/ 613965 h 1796578"/>
                <a:gd name="csX379" fmla="*/ 630522 w 2180199"/>
                <a:gd name="csY379" fmla="*/ 611264 h 1796578"/>
                <a:gd name="csX380" fmla="*/ 630020 w 2180199"/>
                <a:gd name="csY380" fmla="*/ 608799 h 1796578"/>
                <a:gd name="csX381" fmla="*/ 630042 w 2180199"/>
                <a:gd name="csY381" fmla="*/ 607429 h 1796578"/>
                <a:gd name="csX382" fmla="*/ 630339 w 2180199"/>
                <a:gd name="csY382" fmla="*/ 606060 h 1796578"/>
                <a:gd name="csX383" fmla="*/ 630659 w 2180199"/>
                <a:gd name="csY383" fmla="*/ 605170 h 1796578"/>
                <a:gd name="csX384" fmla="*/ 631550 w 2180199"/>
                <a:gd name="csY384" fmla="*/ 604310 h 1796578"/>
                <a:gd name="csX385" fmla="*/ 632173 w 2180199"/>
                <a:gd name="csY385" fmla="*/ 603876 h 1796578"/>
                <a:gd name="csX386" fmla="*/ 632949 w 2180199"/>
                <a:gd name="csY386" fmla="*/ 604173 h 1796578"/>
                <a:gd name="csX387" fmla="*/ 635422 w 2180199"/>
                <a:gd name="csY387" fmla="*/ 607566 h 1796578"/>
                <a:gd name="csX388" fmla="*/ 635772 w 2180199"/>
                <a:gd name="csY388" fmla="*/ 608799 h 1796578"/>
                <a:gd name="csX389" fmla="*/ 635657 w 2180199"/>
                <a:gd name="csY389" fmla="*/ 613425 h 1796578"/>
                <a:gd name="csX390" fmla="*/ 636365 w 2180199"/>
                <a:gd name="csY390" fmla="*/ 618819 h 1796578"/>
                <a:gd name="csX391" fmla="*/ 636593 w 2180199"/>
                <a:gd name="csY391" fmla="*/ 618424 h 1796578"/>
                <a:gd name="csX392" fmla="*/ 636822 w 2180199"/>
                <a:gd name="csY392" fmla="*/ 616643 h 1796578"/>
                <a:gd name="csX393" fmla="*/ 636966 w 2180199"/>
                <a:gd name="csY393" fmla="*/ 613235 h 1796578"/>
                <a:gd name="csX394" fmla="*/ 637248 w 2180199"/>
                <a:gd name="csY394" fmla="*/ 611591 h 1796578"/>
                <a:gd name="csX395" fmla="*/ 637780 w 2180199"/>
                <a:gd name="csY395" fmla="*/ 609993 h 1796578"/>
                <a:gd name="csX396" fmla="*/ 638678 w 2180199"/>
                <a:gd name="csY396" fmla="*/ 609149 h 1796578"/>
                <a:gd name="csX397" fmla="*/ 641470 w 2180199"/>
                <a:gd name="csY397" fmla="*/ 609636 h 1796578"/>
                <a:gd name="csX398" fmla="*/ 642757 w 2180199"/>
                <a:gd name="csY398" fmla="*/ 609347 h 1796578"/>
                <a:gd name="csX399" fmla="*/ 637324 w 2180199"/>
                <a:gd name="csY399" fmla="*/ 606897 h 1796578"/>
                <a:gd name="csX400" fmla="*/ 633908 w 2180199"/>
                <a:gd name="csY400" fmla="*/ 602294 h 1796578"/>
                <a:gd name="csX401" fmla="*/ 633291 w 2180199"/>
                <a:gd name="csY401" fmla="*/ 601814 h 1796578"/>
                <a:gd name="csX402" fmla="*/ 631420 w 2180199"/>
                <a:gd name="csY402" fmla="*/ 601609 h 1796578"/>
                <a:gd name="csX403" fmla="*/ 629442 w 2180199"/>
                <a:gd name="csY403" fmla="*/ 603473 h 1796578"/>
                <a:gd name="csX404" fmla="*/ 624351 w 2180199"/>
                <a:gd name="csY404" fmla="*/ 609537 h 1796578"/>
                <a:gd name="csX405" fmla="*/ 622921 w 2180199"/>
                <a:gd name="csY405" fmla="*/ 610602 h 1796578"/>
                <a:gd name="csX406" fmla="*/ 616522 w 2180199"/>
                <a:gd name="csY406" fmla="*/ 613950 h 1796578"/>
                <a:gd name="csX407" fmla="*/ 612185 w 2180199"/>
                <a:gd name="csY407" fmla="*/ 614619 h 1796578"/>
                <a:gd name="csX408" fmla="*/ 607300 w 2180199"/>
                <a:gd name="csY408" fmla="*/ 614094 h 1796578"/>
                <a:gd name="csX409" fmla="*/ 603139 w 2180199"/>
                <a:gd name="csY409" fmla="*/ 613006 h 1796578"/>
                <a:gd name="csX410" fmla="*/ 592700 w 2180199"/>
                <a:gd name="csY410" fmla="*/ 607711 h 1796578"/>
                <a:gd name="csX411" fmla="*/ 591071 w 2180199"/>
                <a:gd name="csY411" fmla="*/ 606478 h 1796578"/>
                <a:gd name="csX412" fmla="*/ 593498 w 2180199"/>
                <a:gd name="csY412" fmla="*/ 603191 h 1796578"/>
                <a:gd name="csX413" fmla="*/ 593597 w 2180199"/>
                <a:gd name="csY413" fmla="*/ 602164 h 1796578"/>
                <a:gd name="csX414" fmla="*/ 592753 w 2180199"/>
                <a:gd name="csY414" fmla="*/ 598809 h 1796578"/>
                <a:gd name="csX415" fmla="*/ 592053 w 2180199"/>
                <a:gd name="csY415" fmla="*/ 597850 h 1796578"/>
                <a:gd name="csX416" fmla="*/ 591064 w 2180199"/>
                <a:gd name="csY416" fmla="*/ 597318 h 1796578"/>
                <a:gd name="csX417" fmla="*/ 590782 w 2180199"/>
                <a:gd name="csY417" fmla="*/ 597698 h 1796578"/>
                <a:gd name="csX418" fmla="*/ 590775 w 2180199"/>
                <a:gd name="csY418" fmla="*/ 598695 h 1796578"/>
                <a:gd name="csX419" fmla="*/ 591041 w 2180199"/>
                <a:gd name="csY419" fmla="*/ 600544 h 1796578"/>
                <a:gd name="csX420" fmla="*/ 590243 w 2180199"/>
                <a:gd name="csY420" fmla="*/ 601517 h 1796578"/>
                <a:gd name="csX421" fmla="*/ 588469 w 2180199"/>
                <a:gd name="csY421" fmla="*/ 602567 h 1796578"/>
                <a:gd name="csX422" fmla="*/ 585480 w 2180199"/>
                <a:gd name="csY422" fmla="*/ 603633 h 1796578"/>
                <a:gd name="csX423" fmla="*/ 576212 w 2180199"/>
                <a:gd name="csY423" fmla="*/ 600924 h 1796578"/>
                <a:gd name="csX424" fmla="*/ 566716 w 2180199"/>
                <a:gd name="csY424" fmla="*/ 598679 h 1796578"/>
                <a:gd name="csX425" fmla="*/ 558240 w 2180199"/>
                <a:gd name="csY425" fmla="*/ 598215 h 1796578"/>
                <a:gd name="csX426" fmla="*/ 546273 w 2180199"/>
                <a:gd name="csY426" fmla="*/ 600003 h 1796578"/>
                <a:gd name="csX427" fmla="*/ 539888 w 2180199"/>
                <a:gd name="csY427" fmla="*/ 601799 h 1796578"/>
                <a:gd name="csX428" fmla="*/ 536168 w 2180199"/>
                <a:gd name="csY428" fmla="*/ 601974 h 1796578"/>
                <a:gd name="csX429" fmla="*/ 532584 w 2180199"/>
                <a:gd name="csY429" fmla="*/ 601654 h 1796578"/>
                <a:gd name="csX430" fmla="*/ 532287 w 2180199"/>
                <a:gd name="csY430" fmla="*/ 600399 h 1796578"/>
                <a:gd name="csX431" fmla="*/ 533924 w 2180199"/>
                <a:gd name="csY431" fmla="*/ 599661 h 1796578"/>
                <a:gd name="csX432" fmla="*/ 533832 w 2180199"/>
                <a:gd name="csY432" fmla="*/ 598748 h 1796578"/>
                <a:gd name="csX433" fmla="*/ 531763 w 2180199"/>
                <a:gd name="csY433" fmla="*/ 595902 h 1796578"/>
                <a:gd name="csX434" fmla="*/ 528621 w 2180199"/>
                <a:gd name="csY434" fmla="*/ 594175 h 1796578"/>
                <a:gd name="csX435" fmla="*/ 524406 w 2180199"/>
                <a:gd name="csY435" fmla="*/ 593567 h 1796578"/>
                <a:gd name="csX436" fmla="*/ 521993 w 2180199"/>
                <a:gd name="csY436" fmla="*/ 592730 h 1796578"/>
                <a:gd name="csX437" fmla="*/ 521384 w 2180199"/>
                <a:gd name="csY437" fmla="*/ 591672 h 1796578"/>
                <a:gd name="csX438" fmla="*/ 519893 w 2180199"/>
                <a:gd name="csY438" fmla="*/ 590668 h 1796578"/>
                <a:gd name="csX439" fmla="*/ 517519 w 2180199"/>
                <a:gd name="csY439" fmla="*/ 589709 h 1796578"/>
                <a:gd name="csX440" fmla="*/ 516478 w 2180199"/>
                <a:gd name="csY440" fmla="*/ 587982 h 1796578"/>
                <a:gd name="csX441" fmla="*/ 517306 w 2180199"/>
                <a:gd name="csY441" fmla="*/ 582625 h 1796578"/>
                <a:gd name="csX442" fmla="*/ 518113 w 2180199"/>
                <a:gd name="csY442" fmla="*/ 579407 h 1796578"/>
                <a:gd name="csX443" fmla="*/ 518920 w 2180199"/>
                <a:gd name="csY443" fmla="*/ 577193 h 1796578"/>
                <a:gd name="csX444" fmla="*/ 520958 w 2180199"/>
                <a:gd name="csY444" fmla="*/ 573518 h 1796578"/>
                <a:gd name="csX445" fmla="*/ 520251 w 2180199"/>
                <a:gd name="csY445" fmla="*/ 573792 h 1796578"/>
                <a:gd name="csX446" fmla="*/ 517291 w 2180199"/>
                <a:gd name="csY446" fmla="*/ 576485 h 1796578"/>
                <a:gd name="csX447" fmla="*/ 514712 w 2180199"/>
                <a:gd name="csY447" fmla="*/ 579263 h 1796578"/>
                <a:gd name="csX448" fmla="*/ 512323 w 2180199"/>
                <a:gd name="csY448" fmla="*/ 582869 h 1796578"/>
                <a:gd name="csX449" fmla="*/ 510900 w 2180199"/>
                <a:gd name="csY449" fmla="*/ 584520 h 1796578"/>
                <a:gd name="csX450" fmla="*/ 509074 w 2180199"/>
                <a:gd name="csY450" fmla="*/ 586042 h 1796578"/>
                <a:gd name="csX451" fmla="*/ 506221 w 2180199"/>
                <a:gd name="csY451" fmla="*/ 585684 h 1796578"/>
                <a:gd name="csX452" fmla="*/ 502348 w 2180199"/>
                <a:gd name="csY452" fmla="*/ 583432 h 1796578"/>
                <a:gd name="csX453" fmla="*/ 499031 w 2180199"/>
                <a:gd name="csY453" fmla="*/ 582268 h 1796578"/>
                <a:gd name="csX454" fmla="*/ 496269 w 2180199"/>
                <a:gd name="csY454" fmla="*/ 582199 h 1796578"/>
                <a:gd name="csX455" fmla="*/ 495173 w 2180199"/>
                <a:gd name="csY455" fmla="*/ 581811 h 1796578"/>
                <a:gd name="csX456" fmla="*/ 497060 w 2180199"/>
                <a:gd name="csY456" fmla="*/ 579795 h 1796578"/>
                <a:gd name="csX457" fmla="*/ 498148 w 2180199"/>
                <a:gd name="csY457" fmla="*/ 578174 h 1796578"/>
                <a:gd name="csX458" fmla="*/ 499632 w 2180199"/>
                <a:gd name="csY458" fmla="*/ 575572 h 1796578"/>
                <a:gd name="csX459" fmla="*/ 499959 w 2180199"/>
                <a:gd name="csY459" fmla="*/ 574302 h 1796578"/>
                <a:gd name="csX460" fmla="*/ 489832 w 2180199"/>
                <a:gd name="csY460" fmla="*/ 573883 h 1796578"/>
                <a:gd name="csX461" fmla="*/ 489459 w 2180199"/>
                <a:gd name="csY461" fmla="*/ 572506 h 1796578"/>
                <a:gd name="csX462" fmla="*/ 489444 w 2180199"/>
                <a:gd name="csY462" fmla="*/ 571494 h 1796578"/>
                <a:gd name="csX463" fmla="*/ 489124 w 2180199"/>
                <a:gd name="csY463" fmla="*/ 570657 h 1796578"/>
                <a:gd name="csX464" fmla="*/ 487656 w 2180199"/>
                <a:gd name="csY464" fmla="*/ 570033 h 1796578"/>
                <a:gd name="csX465" fmla="*/ 485601 w 2180199"/>
                <a:gd name="csY465" fmla="*/ 570513 h 1796578"/>
                <a:gd name="csX466" fmla="*/ 482276 w 2180199"/>
                <a:gd name="csY466" fmla="*/ 572141 h 1796578"/>
                <a:gd name="csX467" fmla="*/ 480838 w 2180199"/>
                <a:gd name="csY467" fmla="*/ 570901 h 1796578"/>
                <a:gd name="csX468" fmla="*/ 481348 w 2180199"/>
                <a:gd name="csY468" fmla="*/ 570208 h 1796578"/>
                <a:gd name="csX469" fmla="*/ 482436 w 2180199"/>
                <a:gd name="csY469" fmla="*/ 569699 h 1796578"/>
                <a:gd name="csX470" fmla="*/ 484650 w 2180199"/>
                <a:gd name="csY470" fmla="*/ 567332 h 1796578"/>
                <a:gd name="csX471" fmla="*/ 481660 w 2180199"/>
                <a:gd name="csY471" fmla="*/ 566107 h 1796578"/>
                <a:gd name="csX472" fmla="*/ 480131 w 2180199"/>
                <a:gd name="csY472" fmla="*/ 564700 h 1796578"/>
                <a:gd name="csX473" fmla="*/ 479385 w 2180199"/>
                <a:gd name="csY473" fmla="*/ 563543 h 1796578"/>
                <a:gd name="csX474" fmla="*/ 479438 w 2180199"/>
                <a:gd name="csY474" fmla="*/ 559366 h 1796578"/>
                <a:gd name="csX475" fmla="*/ 480230 w 2180199"/>
                <a:gd name="csY475" fmla="*/ 556680 h 1796578"/>
                <a:gd name="csX476" fmla="*/ 486940 w 2180199"/>
                <a:gd name="csY476" fmla="*/ 554071 h 1796578"/>
                <a:gd name="csX477" fmla="*/ 484818 w 2180199"/>
                <a:gd name="csY477" fmla="*/ 553051 h 1796578"/>
                <a:gd name="csX478" fmla="*/ 480580 w 2180199"/>
                <a:gd name="csY478" fmla="*/ 553401 h 1796578"/>
                <a:gd name="csX479" fmla="*/ 477734 w 2180199"/>
                <a:gd name="csY479" fmla="*/ 555623 h 1796578"/>
                <a:gd name="csX480" fmla="*/ 474356 w 2180199"/>
                <a:gd name="csY480" fmla="*/ 558818 h 1796578"/>
                <a:gd name="csX481" fmla="*/ 472088 w 2180199"/>
                <a:gd name="csY481" fmla="*/ 560013 h 1796578"/>
                <a:gd name="csX482" fmla="*/ 470932 w 2180199"/>
                <a:gd name="csY482" fmla="*/ 559206 h 1796578"/>
                <a:gd name="csX483" fmla="*/ 469403 w 2180199"/>
                <a:gd name="csY483" fmla="*/ 558925 h 1796578"/>
                <a:gd name="csX484" fmla="*/ 467501 w 2180199"/>
                <a:gd name="csY484" fmla="*/ 559176 h 1796578"/>
                <a:gd name="csX485" fmla="*/ 466222 w 2180199"/>
                <a:gd name="csY485" fmla="*/ 559990 h 1796578"/>
                <a:gd name="csX486" fmla="*/ 465568 w 2180199"/>
                <a:gd name="csY486" fmla="*/ 561375 h 1796578"/>
                <a:gd name="csX487" fmla="*/ 464807 w 2180199"/>
                <a:gd name="csY487" fmla="*/ 562311 h 1796578"/>
                <a:gd name="csX488" fmla="*/ 463947 w 2180199"/>
                <a:gd name="csY488" fmla="*/ 562790 h 1796578"/>
                <a:gd name="csX489" fmla="*/ 463323 w 2180199"/>
                <a:gd name="csY489" fmla="*/ 562630 h 1796578"/>
                <a:gd name="csX490" fmla="*/ 462410 w 2180199"/>
                <a:gd name="csY490" fmla="*/ 561215 h 1796578"/>
                <a:gd name="csX491" fmla="*/ 460493 w 2180199"/>
                <a:gd name="csY491" fmla="*/ 560332 h 1796578"/>
                <a:gd name="csX492" fmla="*/ 459550 w 2180199"/>
                <a:gd name="csY492" fmla="*/ 559252 h 1796578"/>
                <a:gd name="csX493" fmla="*/ 459009 w 2180199"/>
                <a:gd name="csY493" fmla="*/ 559929 h 1796578"/>
                <a:gd name="csX494" fmla="*/ 458355 w 2180199"/>
                <a:gd name="csY494" fmla="*/ 561968 h 1796578"/>
                <a:gd name="csX495" fmla="*/ 457663 w 2180199"/>
                <a:gd name="csY495" fmla="*/ 563003 h 1796578"/>
                <a:gd name="csX496" fmla="*/ 454421 w 2180199"/>
                <a:gd name="csY496" fmla="*/ 564061 h 1796578"/>
                <a:gd name="csX497" fmla="*/ 452641 w 2180199"/>
                <a:gd name="csY497" fmla="*/ 563863 h 1796578"/>
                <a:gd name="csX498" fmla="*/ 450511 w 2180199"/>
                <a:gd name="csY498" fmla="*/ 561306 h 1796578"/>
                <a:gd name="csX499" fmla="*/ 450206 w 2180199"/>
                <a:gd name="csY499" fmla="*/ 560416 h 1796578"/>
                <a:gd name="csX500" fmla="*/ 450929 w 2180199"/>
                <a:gd name="csY500" fmla="*/ 558194 h 1796578"/>
                <a:gd name="csX501" fmla="*/ 455608 w 2180199"/>
                <a:gd name="csY501" fmla="*/ 549368 h 1796578"/>
                <a:gd name="csX502" fmla="*/ 455137 w 2180199"/>
                <a:gd name="csY502" fmla="*/ 549422 h 1796578"/>
                <a:gd name="csX503" fmla="*/ 453622 w 2180199"/>
                <a:gd name="csY503" fmla="*/ 550814 h 1796578"/>
                <a:gd name="csX504" fmla="*/ 450602 w 2180199"/>
                <a:gd name="csY504" fmla="*/ 554344 h 1796578"/>
                <a:gd name="csX505" fmla="*/ 449255 w 2180199"/>
                <a:gd name="csY505" fmla="*/ 555394 h 1796578"/>
                <a:gd name="csX506" fmla="*/ 446935 w 2180199"/>
                <a:gd name="csY506" fmla="*/ 555531 h 1796578"/>
                <a:gd name="csX507" fmla="*/ 445854 w 2180199"/>
                <a:gd name="csY507" fmla="*/ 555151 h 1796578"/>
                <a:gd name="csX508" fmla="*/ 444545 w 2180199"/>
                <a:gd name="csY508" fmla="*/ 555440 h 1796578"/>
                <a:gd name="csX509" fmla="*/ 443009 w 2180199"/>
                <a:gd name="csY509" fmla="*/ 556384 h 1796578"/>
                <a:gd name="csX510" fmla="*/ 442012 w 2180199"/>
                <a:gd name="csY510" fmla="*/ 557418 h 1796578"/>
                <a:gd name="csX511" fmla="*/ 441540 w 2180199"/>
                <a:gd name="csY511" fmla="*/ 558537 h 1796578"/>
                <a:gd name="csX512" fmla="*/ 441860 w 2180199"/>
                <a:gd name="csY512" fmla="*/ 558727 h 1796578"/>
                <a:gd name="csX513" fmla="*/ 444173 w 2180199"/>
                <a:gd name="csY513" fmla="*/ 557449 h 1796578"/>
                <a:gd name="csX514" fmla="*/ 445489 w 2180199"/>
                <a:gd name="csY514" fmla="*/ 557106 h 1796578"/>
                <a:gd name="csX515" fmla="*/ 445854 w 2180199"/>
                <a:gd name="csY515" fmla="*/ 557730 h 1796578"/>
                <a:gd name="csX516" fmla="*/ 444051 w 2180199"/>
                <a:gd name="csY516" fmla="*/ 561694 h 1796578"/>
                <a:gd name="csX517" fmla="*/ 442955 w 2180199"/>
                <a:gd name="csY517" fmla="*/ 565476 h 1796578"/>
                <a:gd name="csX518" fmla="*/ 441913 w 2180199"/>
                <a:gd name="csY518" fmla="*/ 566427 h 1796578"/>
                <a:gd name="csX519" fmla="*/ 440254 w 2180199"/>
                <a:gd name="csY519" fmla="*/ 566267 h 1796578"/>
                <a:gd name="csX520" fmla="*/ 438436 w 2180199"/>
                <a:gd name="csY520" fmla="*/ 566640 h 1796578"/>
                <a:gd name="csX521" fmla="*/ 438413 w 2180199"/>
                <a:gd name="csY521" fmla="*/ 567697 h 1796578"/>
                <a:gd name="csX522" fmla="*/ 441799 w 2180199"/>
                <a:gd name="csY522" fmla="*/ 570703 h 1796578"/>
                <a:gd name="csX523" fmla="*/ 443024 w 2180199"/>
                <a:gd name="csY523" fmla="*/ 571129 h 1796578"/>
                <a:gd name="csX524" fmla="*/ 444591 w 2180199"/>
                <a:gd name="csY524" fmla="*/ 572202 h 1796578"/>
                <a:gd name="csX525" fmla="*/ 444835 w 2180199"/>
                <a:gd name="csY525" fmla="*/ 573267 h 1796578"/>
                <a:gd name="csX526" fmla="*/ 444241 w 2180199"/>
                <a:gd name="csY526" fmla="*/ 576135 h 1796578"/>
                <a:gd name="csX527" fmla="*/ 443800 w 2180199"/>
                <a:gd name="csY527" fmla="*/ 577261 h 1796578"/>
                <a:gd name="csX528" fmla="*/ 443085 w 2180199"/>
                <a:gd name="csY528" fmla="*/ 577847 h 1796578"/>
                <a:gd name="csX529" fmla="*/ 440323 w 2180199"/>
                <a:gd name="csY529" fmla="*/ 577748 h 1796578"/>
                <a:gd name="csX530" fmla="*/ 439425 w 2180199"/>
                <a:gd name="csY530" fmla="*/ 578045 h 1796578"/>
                <a:gd name="csX531" fmla="*/ 437568 w 2180199"/>
                <a:gd name="csY531" fmla="*/ 579841 h 1796578"/>
                <a:gd name="csX532" fmla="*/ 436640 w 2180199"/>
                <a:gd name="csY532" fmla="*/ 581324 h 1796578"/>
                <a:gd name="csX533" fmla="*/ 436975 w 2180199"/>
                <a:gd name="csY533" fmla="*/ 581454 h 1796578"/>
                <a:gd name="csX534" fmla="*/ 438580 w 2180199"/>
                <a:gd name="csY534" fmla="*/ 580229 h 1796578"/>
                <a:gd name="csX535" fmla="*/ 440916 w 2180199"/>
                <a:gd name="csY535" fmla="*/ 579574 h 1796578"/>
                <a:gd name="csX536" fmla="*/ 443982 w 2180199"/>
                <a:gd name="csY536" fmla="*/ 579483 h 1796578"/>
                <a:gd name="csX537" fmla="*/ 446265 w 2180199"/>
                <a:gd name="csY537" fmla="*/ 578836 h 1796578"/>
                <a:gd name="csX538" fmla="*/ 447764 w 2180199"/>
                <a:gd name="csY538" fmla="*/ 577619 h 1796578"/>
                <a:gd name="csX539" fmla="*/ 449225 w 2180199"/>
                <a:gd name="csY539" fmla="*/ 577961 h 1796578"/>
                <a:gd name="csX540" fmla="*/ 450648 w 2180199"/>
                <a:gd name="csY540" fmla="*/ 579864 h 1796578"/>
                <a:gd name="csX541" fmla="*/ 451074 w 2180199"/>
                <a:gd name="csY541" fmla="*/ 581530 h 1796578"/>
                <a:gd name="csX542" fmla="*/ 450495 w 2180199"/>
                <a:gd name="csY542" fmla="*/ 582960 h 1796578"/>
                <a:gd name="csX543" fmla="*/ 449324 w 2180199"/>
                <a:gd name="csY543" fmla="*/ 583980 h 1796578"/>
                <a:gd name="csX544" fmla="*/ 447551 w 2180199"/>
                <a:gd name="csY544" fmla="*/ 584588 h 1796578"/>
                <a:gd name="csX545" fmla="*/ 446432 w 2180199"/>
                <a:gd name="csY545" fmla="*/ 585501 h 1796578"/>
                <a:gd name="csX546" fmla="*/ 445961 w 2180199"/>
                <a:gd name="csY546" fmla="*/ 586719 h 1796578"/>
                <a:gd name="csX547" fmla="*/ 445694 w 2180199"/>
                <a:gd name="csY547" fmla="*/ 588522 h 1796578"/>
                <a:gd name="csX548" fmla="*/ 445633 w 2180199"/>
                <a:gd name="csY548" fmla="*/ 590904 h 1796578"/>
                <a:gd name="csX549" fmla="*/ 446082 w 2180199"/>
                <a:gd name="csY549" fmla="*/ 595187 h 1796578"/>
                <a:gd name="csX550" fmla="*/ 445740 w 2180199"/>
                <a:gd name="csY550" fmla="*/ 595765 h 1796578"/>
                <a:gd name="csX551" fmla="*/ 445070 w 2180199"/>
                <a:gd name="csY551" fmla="*/ 596085 h 1796578"/>
                <a:gd name="csX552" fmla="*/ 444081 w 2180199"/>
                <a:gd name="csY552" fmla="*/ 596138 h 1796578"/>
                <a:gd name="csX553" fmla="*/ 443191 w 2180199"/>
                <a:gd name="csY553" fmla="*/ 597143 h 1796578"/>
                <a:gd name="csX554" fmla="*/ 441106 w 2180199"/>
                <a:gd name="csY554" fmla="*/ 602819 h 1796578"/>
                <a:gd name="csX555" fmla="*/ 440368 w 2180199"/>
                <a:gd name="csY555" fmla="*/ 603435 h 1796578"/>
                <a:gd name="csX556" fmla="*/ 439493 w 2180199"/>
                <a:gd name="csY556" fmla="*/ 602826 h 1796578"/>
                <a:gd name="csX557" fmla="*/ 438717 w 2180199"/>
                <a:gd name="csY557" fmla="*/ 602895 h 1796578"/>
                <a:gd name="csX558" fmla="*/ 438040 w 2180199"/>
                <a:gd name="csY558" fmla="*/ 603633 h 1796578"/>
                <a:gd name="csX559" fmla="*/ 436556 w 2180199"/>
                <a:gd name="csY559" fmla="*/ 604196 h 1796578"/>
                <a:gd name="csX560" fmla="*/ 434266 w 2180199"/>
                <a:gd name="csY560" fmla="*/ 604584 h 1796578"/>
                <a:gd name="csX561" fmla="*/ 432303 w 2180199"/>
                <a:gd name="csY561" fmla="*/ 604439 h 1796578"/>
                <a:gd name="csX562" fmla="*/ 428857 w 2180199"/>
                <a:gd name="csY562" fmla="*/ 603214 h 1796578"/>
                <a:gd name="csX563" fmla="*/ 427449 w 2180199"/>
                <a:gd name="csY563" fmla="*/ 602347 h 1796578"/>
                <a:gd name="csX564" fmla="*/ 426353 w 2180199"/>
                <a:gd name="csY564" fmla="*/ 600924 h 1796578"/>
                <a:gd name="csX565" fmla="*/ 423257 w 2180199"/>
                <a:gd name="csY565" fmla="*/ 602431 h 1796578"/>
                <a:gd name="csX566" fmla="*/ 422443 w 2180199"/>
                <a:gd name="csY566" fmla="*/ 601776 h 1796578"/>
                <a:gd name="csX567" fmla="*/ 420518 w 2180199"/>
                <a:gd name="csY567" fmla="*/ 597842 h 1796578"/>
                <a:gd name="csX568" fmla="*/ 420099 w 2180199"/>
                <a:gd name="csY568" fmla="*/ 598078 h 1796578"/>
                <a:gd name="csX569" fmla="*/ 419726 w 2180199"/>
                <a:gd name="csY569" fmla="*/ 602316 h 1796578"/>
                <a:gd name="csX570" fmla="*/ 419140 w 2180199"/>
                <a:gd name="csY570" fmla="*/ 603800 h 1796578"/>
                <a:gd name="csX571" fmla="*/ 417231 w 2180199"/>
                <a:gd name="csY571" fmla="*/ 606859 h 1796578"/>
                <a:gd name="csX572" fmla="*/ 416188 w 2180199"/>
                <a:gd name="csY572" fmla="*/ 612109 h 1796578"/>
                <a:gd name="csX573" fmla="*/ 415869 w 2180199"/>
                <a:gd name="csY573" fmla="*/ 612268 h 1796578"/>
                <a:gd name="csX574" fmla="*/ 415511 w 2180199"/>
                <a:gd name="csY574" fmla="*/ 611508 h 1796578"/>
                <a:gd name="csX575" fmla="*/ 414332 w 2180199"/>
                <a:gd name="csY575" fmla="*/ 606813 h 1796578"/>
                <a:gd name="csX576" fmla="*/ 413708 w 2180199"/>
                <a:gd name="csY576" fmla="*/ 605778 h 1796578"/>
                <a:gd name="csX577" fmla="*/ 411981 w 2180199"/>
                <a:gd name="csY577" fmla="*/ 608487 h 1796578"/>
                <a:gd name="csX578" fmla="*/ 411791 w 2180199"/>
                <a:gd name="csY578" fmla="*/ 609468 h 1796578"/>
                <a:gd name="csX579" fmla="*/ 412247 w 2180199"/>
                <a:gd name="csY579" fmla="*/ 612961 h 1796578"/>
                <a:gd name="csX580" fmla="*/ 411844 w 2180199"/>
                <a:gd name="csY580" fmla="*/ 613486 h 1796578"/>
                <a:gd name="csX581" fmla="*/ 408351 w 2180199"/>
                <a:gd name="csY581" fmla="*/ 611606 h 1796578"/>
                <a:gd name="csX582" fmla="*/ 407492 w 2180199"/>
                <a:gd name="csY582" fmla="*/ 611515 h 1796578"/>
                <a:gd name="csX583" fmla="*/ 407263 w 2180199"/>
                <a:gd name="csY583" fmla="*/ 611835 h 1796578"/>
                <a:gd name="csX584" fmla="*/ 408458 w 2180199"/>
                <a:gd name="csY584" fmla="*/ 614536 h 1796578"/>
                <a:gd name="csX585" fmla="*/ 408321 w 2180199"/>
                <a:gd name="csY585" fmla="*/ 615510 h 1796578"/>
                <a:gd name="csX586" fmla="*/ 403376 w 2180199"/>
                <a:gd name="csY586" fmla="*/ 620714 h 1796578"/>
                <a:gd name="csX587" fmla="*/ 402090 w 2180199"/>
                <a:gd name="csY587" fmla="*/ 620531 h 1796578"/>
                <a:gd name="csX588" fmla="*/ 401283 w 2180199"/>
                <a:gd name="csY588" fmla="*/ 620014 h 1796578"/>
                <a:gd name="csX589" fmla="*/ 400393 w 2180199"/>
                <a:gd name="csY589" fmla="*/ 620098 h 1796578"/>
                <a:gd name="csX590" fmla="*/ 397251 w 2180199"/>
                <a:gd name="csY590" fmla="*/ 622030 h 1796578"/>
                <a:gd name="csX591" fmla="*/ 396383 w 2180199"/>
                <a:gd name="csY591" fmla="*/ 621947 h 1796578"/>
                <a:gd name="csX592" fmla="*/ 395196 w 2180199"/>
                <a:gd name="csY592" fmla="*/ 620805 h 1796578"/>
                <a:gd name="csX593" fmla="*/ 394648 w 2180199"/>
                <a:gd name="csY593" fmla="*/ 620851 h 1796578"/>
                <a:gd name="csX594" fmla="*/ 394352 w 2180199"/>
                <a:gd name="csY594" fmla="*/ 622045 h 1796578"/>
                <a:gd name="csX595" fmla="*/ 394314 w 2180199"/>
                <a:gd name="csY595" fmla="*/ 624374 h 1796578"/>
                <a:gd name="csX596" fmla="*/ 393150 w 2180199"/>
                <a:gd name="csY596" fmla="*/ 626580 h 1796578"/>
                <a:gd name="csX597" fmla="*/ 389406 w 2180199"/>
                <a:gd name="csY597" fmla="*/ 630141 h 1796578"/>
                <a:gd name="csX598" fmla="*/ 388417 w 2180199"/>
                <a:gd name="csY598" fmla="*/ 631777 h 1796578"/>
                <a:gd name="csX599" fmla="*/ 387664 w 2180199"/>
                <a:gd name="csY599" fmla="*/ 634014 h 1796578"/>
                <a:gd name="csX600" fmla="*/ 387101 w 2180199"/>
                <a:gd name="csY600" fmla="*/ 634227 h 1796578"/>
                <a:gd name="csX601" fmla="*/ 384902 w 2180199"/>
                <a:gd name="csY601" fmla="*/ 632789 h 1796578"/>
                <a:gd name="csX602" fmla="*/ 382361 w 2180199"/>
                <a:gd name="csY602" fmla="*/ 631853 h 1796578"/>
                <a:gd name="csX603" fmla="*/ 382011 w 2180199"/>
                <a:gd name="csY603" fmla="*/ 632317 h 1796578"/>
                <a:gd name="csX604" fmla="*/ 382787 w 2180199"/>
                <a:gd name="csY604" fmla="*/ 633679 h 1796578"/>
                <a:gd name="csX605" fmla="*/ 382627 w 2180199"/>
                <a:gd name="csY605" fmla="*/ 634516 h 1796578"/>
                <a:gd name="csX606" fmla="*/ 381524 w 2180199"/>
                <a:gd name="csY606" fmla="*/ 634828 h 1796578"/>
                <a:gd name="csX607" fmla="*/ 380131 w 2180199"/>
                <a:gd name="csY607" fmla="*/ 634706 h 1796578"/>
                <a:gd name="csX608" fmla="*/ 378442 w 2180199"/>
                <a:gd name="csY608" fmla="*/ 634151 h 1796578"/>
                <a:gd name="csX609" fmla="*/ 376076 w 2180199"/>
                <a:gd name="csY609" fmla="*/ 634774 h 1796578"/>
                <a:gd name="csX610" fmla="*/ 373040 w 2180199"/>
                <a:gd name="csY610" fmla="*/ 636578 h 1796578"/>
                <a:gd name="csX611" fmla="*/ 370506 w 2180199"/>
                <a:gd name="csY611" fmla="*/ 636525 h 1796578"/>
                <a:gd name="csX612" fmla="*/ 366969 w 2180199"/>
                <a:gd name="csY612" fmla="*/ 633557 h 1796578"/>
                <a:gd name="csX613" fmla="*/ 365995 w 2180199"/>
                <a:gd name="csY613" fmla="*/ 633336 h 1796578"/>
                <a:gd name="csX614" fmla="*/ 365683 w 2180199"/>
                <a:gd name="csY614" fmla="*/ 632499 h 1796578"/>
                <a:gd name="csX615" fmla="*/ 366375 w 2180199"/>
                <a:gd name="csY615" fmla="*/ 630095 h 1796578"/>
                <a:gd name="csX616" fmla="*/ 367379 w 2180199"/>
                <a:gd name="csY616" fmla="*/ 628269 h 1796578"/>
                <a:gd name="csX617" fmla="*/ 368117 w 2180199"/>
                <a:gd name="csY617" fmla="*/ 627432 h 1796578"/>
                <a:gd name="csX618" fmla="*/ 371473 w 2180199"/>
                <a:gd name="csY618" fmla="*/ 625089 h 1796578"/>
                <a:gd name="csX619" fmla="*/ 375315 w 2180199"/>
                <a:gd name="csY619" fmla="*/ 624229 h 1796578"/>
                <a:gd name="csX620" fmla="*/ 377727 w 2180199"/>
                <a:gd name="csY620" fmla="*/ 622814 h 1796578"/>
                <a:gd name="csX621" fmla="*/ 380664 w 2180199"/>
                <a:gd name="csY621" fmla="*/ 619900 h 1796578"/>
                <a:gd name="csX622" fmla="*/ 382216 w 2180199"/>
                <a:gd name="csY622" fmla="*/ 617709 h 1796578"/>
                <a:gd name="csX623" fmla="*/ 385267 w 2180199"/>
                <a:gd name="csY623" fmla="*/ 612040 h 1796578"/>
                <a:gd name="csX624" fmla="*/ 385039 w 2180199"/>
                <a:gd name="csY624" fmla="*/ 611599 h 1796578"/>
                <a:gd name="csX625" fmla="*/ 384354 w 2180199"/>
                <a:gd name="csY625" fmla="*/ 611287 h 1796578"/>
                <a:gd name="csX626" fmla="*/ 377643 w 2180199"/>
                <a:gd name="csY626" fmla="*/ 616666 h 1796578"/>
                <a:gd name="csX627" fmla="*/ 376654 w 2180199"/>
                <a:gd name="csY627" fmla="*/ 617161 h 1796578"/>
                <a:gd name="csX628" fmla="*/ 375323 w 2180199"/>
                <a:gd name="csY628" fmla="*/ 617123 h 1796578"/>
                <a:gd name="csX629" fmla="*/ 369959 w 2180199"/>
                <a:gd name="csY629" fmla="*/ 615061 h 1796578"/>
                <a:gd name="csX630" fmla="*/ 368825 w 2180199"/>
                <a:gd name="csY630" fmla="*/ 614178 h 1796578"/>
                <a:gd name="csX631" fmla="*/ 368049 w 2180199"/>
                <a:gd name="csY631" fmla="*/ 611591 h 1796578"/>
                <a:gd name="csX632" fmla="*/ 369540 w 2180199"/>
                <a:gd name="csY632" fmla="*/ 605687 h 1796578"/>
                <a:gd name="csX633" fmla="*/ 370583 w 2180199"/>
                <a:gd name="csY633" fmla="*/ 602826 h 1796578"/>
                <a:gd name="csX634" fmla="*/ 373200 w 2180199"/>
                <a:gd name="csY634" fmla="*/ 598398 h 1796578"/>
                <a:gd name="csX635" fmla="*/ 376624 w 2180199"/>
                <a:gd name="csY635" fmla="*/ 593658 h 1796578"/>
                <a:gd name="csX636" fmla="*/ 377811 w 2180199"/>
                <a:gd name="csY636" fmla="*/ 590576 h 1796578"/>
                <a:gd name="csX637" fmla="*/ 379591 w 2180199"/>
                <a:gd name="csY637" fmla="*/ 582298 h 1796578"/>
                <a:gd name="csX638" fmla="*/ 379485 w 2180199"/>
                <a:gd name="csY638" fmla="*/ 578524 h 1796578"/>
                <a:gd name="csX639" fmla="*/ 378686 w 2180199"/>
                <a:gd name="csY639" fmla="*/ 573914 h 1796578"/>
                <a:gd name="csX640" fmla="*/ 378655 w 2180199"/>
                <a:gd name="csY640" fmla="*/ 571167 h 1796578"/>
                <a:gd name="csX641" fmla="*/ 379401 w 2180199"/>
                <a:gd name="csY641" fmla="*/ 570300 h 1796578"/>
                <a:gd name="csX642" fmla="*/ 387261 w 2180199"/>
                <a:gd name="csY642" fmla="*/ 566008 h 1796578"/>
                <a:gd name="csX643" fmla="*/ 390981 w 2180199"/>
                <a:gd name="csY643" fmla="*/ 562782 h 1796578"/>
                <a:gd name="csX644" fmla="*/ 398202 w 2180199"/>
                <a:gd name="csY644" fmla="*/ 558004 h 1796578"/>
                <a:gd name="csX645" fmla="*/ 400165 w 2180199"/>
                <a:gd name="csY645" fmla="*/ 558042 h 1796578"/>
                <a:gd name="csX646" fmla="*/ 401610 w 2180199"/>
                <a:gd name="csY646" fmla="*/ 559686 h 1796578"/>
                <a:gd name="csX647" fmla="*/ 403292 w 2180199"/>
                <a:gd name="csY647" fmla="*/ 561002 h 1796578"/>
                <a:gd name="csX648" fmla="*/ 405209 w 2180199"/>
                <a:gd name="csY648" fmla="*/ 561983 h 1796578"/>
                <a:gd name="csX649" fmla="*/ 407674 w 2180199"/>
                <a:gd name="csY649" fmla="*/ 561884 h 1796578"/>
                <a:gd name="csX650" fmla="*/ 410687 w 2180199"/>
                <a:gd name="csY650" fmla="*/ 560690 h 1796578"/>
                <a:gd name="csX651" fmla="*/ 415466 w 2180199"/>
                <a:gd name="csY651" fmla="*/ 561146 h 1796578"/>
                <a:gd name="csX652" fmla="*/ 425281 w 2180199"/>
                <a:gd name="csY652" fmla="*/ 564289 h 1796578"/>
                <a:gd name="csX653" fmla="*/ 427365 w 2180199"/>
                <a:gd name="csY653" fmla="*/ 564464 h 1796578"/>
                <a:gd name="csX654" fmla="*/ 427449 w 2180199"/>
                <a:gd name="csY654" fmla="*/ 564068 h 1796578"/>
                <a:gd name="csX655" fmla="*/ 425935 w 2180199"/>
                <a:gd name="csY655" fmla="*/ 561869 h 1796578"/>
                <a:gd name="csX656" fmla="*/ 419171 w 2180199"/>
                <a:gd name="csY656" fmla="*/ 560591 h 1796578"/>
                <a:gd name="csX657" fmla="*/ 416318 w 2180199"/>
                <a:gd name="csY657" fmla="*/ 559313 h 1796578"/>
                <a:gd name="csX658" fmla="*/ 408306 w 2180199"/>
                <a:gd name="csY658" fmla="*/ 553675 h 1796578"/>
                <a:gd name="csX659" fmla="*/ 406480 w 2180199"/>
                <a:gd name="csY659" fmla="*/ 551491 h 1796578"/>
                <a:gd name="csX660" fmla="*/ 407218 w 2180199"/>
                <a:gd name="csY660" fmla="*/ 550472 h 1796578"/>
                <a:gd name="csX661" fmla="*/ 409181 w 2180199"/>
                <a:gd name="csY661" fmla="*/ 549627 h 1796578"/>
                <a:gd name="csX662" fmla="*/ 409850 w 2180199"/>
                <a:gd name="csY662" fmla="*/ 548813 h 1796578"/>
                <a:gd name="csX663" fmla="*/ 410132 w 2180199"/>
                <a:gd name="csY663" fmla="*/ 547390 h 1796578"/>
                <a:gd name="csX664" fmla="*/ 411258 w 2180199"/>
                <a:gd name="csY664" fmla="*/ 545450 h 1796578"/>
                <a:gd name="csX665" fmla="*/ 413229 w 2180199"/>
                <a:gd name="csY665" fmla="*/ 542970 h 1796578"/>
                <a:gd name="csX666" fmla="*/ 416242 w 2180199"/>
                <a:gd name="csY666" fmla="*/ 540573 h 1796578"/>
                <a:gd name="csX667" fmla="*/ 421940 w 2180199"/>
                <a:gd name="csY667" fmla="*/ 536997 h 1796578"/>
                <a:gd name="csX668" fmla="*/ 419711 w 2180199"/>
                <a:gd name="csY668" fmla="*/ 536845 h 1796578"/>
                <a:gd name="csX669" fmla="*/ 415610 w 2180199"/>
                <a:gd name="csY669" fmla="*/ 537507 h 1796578"/>
                <a:gd name="csX670" fmla="*/ 414119 w 2180199"/>
                <a:gd name="csY670" fmla="*/ 538184 h 1796578"/>
                <a:gd name="csX671" fmla="*/ 411380 w 2180199"/>
                <a:gd name="csY671" fmla="*/ 540740 h 1796578"/>
                <a:gd name="csX672" fmla="*/ 410315 w 2180199"/>
                <a:gd name="csY672" fmla="*/ 542536 h 1796578"/>
                <a:gd name="csX673" fmla="*/ 408785 w 2180199"/>
                <a:gd name="csY673" fmla="*/ 546036 h 1796578"/>
                <a:gd name="csX674" fmla="*/ 408131 w 2180199"/>
                <a:gd name="csY674" fmla="*/ 546698 h 1796578"/>
                <a:gd name="csX675" fmla="*/ 405285 w 2180199"/>
                <a:gd name="csY675" fmla="*/ 547200 h 1796578"/>
                <a:gd name="csX676" fmla="*/ 397532 w 2180199"/>
                <a:gd name="csY676" fmla="*/ 547550 h 1796578"/>
                <a:gd name="csX677" fmla="*/ 396223 w 2180199"/>
                <a:gd name="csY677" fmla="*/ 545762 h 1796578"/>
                <a:gd name="csX678" fmla="*/ 395501 w 2180199"/>
                <a:gd name="csY678" fmla="*/ 545473 h 1796578"/>
                <a:gd name="csX679" fmla="*/ 394542 w 2180199"/>
                <a:gd name="csY679" fmla="*/ 545724 h 1796578"/>
                <a:gd name="csX680" fmla="*/ 387420 w 2180199"/>
                <a:gd name="csY680" fmla="*/ 550289 h 1796578"/>
                <a:gd name="csX681" fmla="*/ 384871 w 2180199"/>
                <a:gd name="csY681" fmla="*/ 552610 h 1796578"/>
                <a:gd name="csX682" fmla="*/ 383053 w 2180199"/>
                <a:gd name="csY682" fmla="*/ 555257 h 1796578"/>
                <a:gd name="csX683" fmla="*/ 380238 w 2180199"/>
                <a:gd name="csY683" fmla="*/ 557190 h 1796578"/>
                <a:gd name="csX684" fmla="*/ 376434 w 2180199"/>
                <a:gd name="csY684" fmla="*/ 558415 h 1796578"/>
                <a:gd name="csX685" fmla="*/ 373588 w 2180199"/>
                <a:gd name="csY685" fmla="*/ 559929 h 1796578"/>
                <a:gd name="csX686" fmla="*/ 370590 w 2180199"/>
                <a:gd name="csY686" fmla="*/ 562950 h 1796578"/>
                <a:gd name="csX687" fmla="*/ 369571 w 2180199"/>
                <a:gd name="csY687" fmla="*/ 565263 h 1796578"/>
                <a:gd name="csX688" fmla="*/ 369510 w 2180199"/>
                <a:gd name="csY688" fmla="*/ 566351 h 1796578"/>
                <a:gd name="csX689" fmla="*/ 370240 w 2180199"/>
                <a:gd name="csY689" fmla="*/ 569767 h 1796578"/>
                <a:gd name="csX690" fmla="*/ 369495 w 2180199"/>
                <a:gd name="csY690" fmla="*/ 570406 h 1796578"/>
                <a:gd name="csX691" fmla="*/ 367767 w 2180199"/>
                <a:gd name="csY691" fmla="*/ 570672 h 1796578"/>
                <a:gd name="csX692" fmla="*/ 364990 w 2180199"/>
                <a:gd name="csY692" fmla="*/ 572932 h 1796578"/>
                <a:gd name="csX693" fmla="*/ 359124 w 2180199"/>
                <a:gd name="csY693" fmla="*/ 579628 h 1796578"/>
                <a:gd name="csX694" fmla="*/ 358356 w 2180199"/>
                <a:gd name="csY694" fmla="*/ 582047 h 1796578"/>
                <a:gd name="csX695" fmla="*/ 358386 w 2180199"/>
                <a:gd name="csY695" fmla="*/ 582876 h 1796578"/>
                <a:gd name="csX696" fmla="*/ 359337 w 2180199"/>
                <a:gd name="csY696" fmla="*/ 584763 h 1796578"/>
                <a:gd name="csX697" fmla="*/ 358675 w 2180199"/>
                <a:gd name="csY697" fmla="*/ 585988 h 1796578"/>
                <a:gd name="csX698" fmla="*/ 357024 w 2180199"/>
                <a:gd name="csY698" fmla="*/ 587921 h 1796578"/>
                <a:gd name="csX699" fmla="*/ 353349 w 2180199"/>
                <a:gd name="csY699" fmla="*/ 590972 h 1796578"/>
                <a:gd name="csX700" fmla="*/ 350937 w 2180199"/>
                <a:gd name="csY700" fmla="*/ 592129 h 1796578"/>
                <a:gd name="csX701" fmla="*/ 349370 w 2180199"/>
                <a:gd name="csY701" fmla="*/ 592189 h 1796578"/>
                <a:gd name="csX702" fmla="*/ 347863 w 2180199"/>
                <a:gd name="csY702" fmla="*/ 591756 h 1796578"/>
                <a:gd name="csX703" fmla="*/ 345185 w 2180199"/>
                <a:gd name="csY703" fmla="*/ 589793 h 1796578"/>
                <a:gd name="csX704" fmla="*/ 343017 w 2180199"/>
                <a:gd name="csY704" fmla="*/ 589671 h 1796578"/>
                <a:gd name="csX705" fmla="*/ 342880 w 2180199"/>
                <a:gd name="csY705" fmla="*/ 589945 h 1796578"/>
                <a:gd name="csX706" fmla="*/ 345832 w 2180199"/>
                <a:gd name="csY706" fmla="*/ 592045 h 1796578"/>
                <a:gd name="csX707" fmla="*/ 348837 w 2180199"/>
                <a:gd name="csY707" fmla="*/ 594738 h 1796578"/>
                <a:gd name="csX708" fmla="*/ 350709 w 2180199"/>
                <a:gd name="csY708" fmla="*/ 596975 h 1796578"/>
                <a:gd name="csX709" fmla="*/ 351447 w 2180199"/>
                <a:gd name="csY709" fmla="*/ 598748 h 1796578"/>
                <a:gd name="csX710" fmla="*/ 351477 w 2180199"/>
                <a:gd name="csY710" fmla="*/ 600574 h 1796578"/>
                <a:gd name="csX711" fmla="*/ 350800 w 2180199"/>
                <a:gd name="csY711" fmla="*/ 602446 h 1796578"/>
                <a:gd name="csX712" fmla="*/ 348678 w 2180199"/>
                <a:gd name="csY712" fmla="*/ 605695 h 1796578"/>
                <a:gd name="csX713" fmla="*/ 346600 w 2180199"/>
                <a:gd name="csY713" fmla="*/ 606661 h 1796578"/>
                <a:gd name="csX714" fmla="*/ 341282 w 2180199"/>
                <a:gd name="csY714" fmla="*/ 607635 h 1796578"/>
                <a:gd name="csX715" fmla="*/ 339570 w 2180199"/>
                <a:gd name="csY715" fmla="*/ 608411 h 1796578"/>
                <a:gd name="csX716" fmla="*/ 339037 w 2180199"/>
                <a:gd name="csY716" fmla="*/ 609012 h 1796578"/>
                <a:gd name="csX717" fmla="*/ 342690 w 2180199"/>
                <a:gd name="csY717" fmla="*/ 610381 h 1796578"/>
                <a:gd name="csX718" fmla="*/ 343017 w 2180199"/>
                <a:gd name="csY718" fmla="*/ 611081 h 1796578"/>
                <a:gd name="csX719" fmla="*/ 342515 w 2180199"/>
                <a:gd name="csY719" fmla="*/ 613790 h 1796578"/>
                <a:gd name="csX720" fmla="*/ 341548 w 2180199"/>
                <a:gd name="csY720" fmla="*/ 614673 h 1796578"/>
                <a:gd name="csX721" fmla="*/ 338505 w 2180199"/>
                <a:gd name="csY721" fmla="*/ 616286 h 1796578"/>
                <a:gd name="csX722" fmla="*/ 335781 w 2180199"/>
                <a:gd name="csY722" fmla="*/ 616757 h 1796578"/>
                <a:gd name="csX723" fmla="*/ 335363 w 2180199"/>
                <a:gd name="csY723" fmla="*/ 616445 h 1796578"/>
                <a:gd name="csX724" fmla="*/ 335872 w 2180199"/>
                <a:gd name="csY724" fmla="*/ 614323 h 1796578"/>
                <a:gd name="csX725" fmla="*/ 335728 w 2180199"/>
                <a:gd name="csY725" fmla="*/ 613798 h 1796578"/>
                <a:gd name="csX726" fmla="*/ 334701 w 2180199"/>
                <a:gd name="csY726" fmla="*/ 613364 h 1796578"/>
                <a:gd name="csX727" fmla="*/ 333247 w 2180199"/>
                <a:gd name="csY727" fmla="*/ 614171 h 1796578"/>
                <a:gd name="csX728" fmla="*/ 329618 w 2180199"/>
                <a:gd name="csY728" fmla="*/ 617298 h 1796578"/>
                <a:gd name="csX729" fmla="*/ 329230 w 2180199"/>
                <a:gd name="csY729" fmla="*/ 617807 h 1796578"/>
                <a:gd name="csX730" fmla="*/ 330539 w 2180199"/>
                <a:gd name="csY730" fmla="*/ 618644 h 1796578"/>
                <a:gd name="csX731" fmla="*/ 330265 w 2180199"/>
                <a:gd name="csY731" fmla="*/ 619337 h 1796578"/>
                <a:gd name="csX732" fmla="*/ 328302 w 2180199"/>
                <a:gd name="csY732" fmla="*/ 621574 h 1796578"/>
                <a:gd name="csX733" fmla="*/ 327488 w 2180199"/>
                <a:gd name="csY733" fmla="*/ 623065 h 1796578"/>
                <a:gd name="csX734" fmla="*/ 326171 w 2180199"/>
                <a:gd name="csY734" fmla="*/ 624579 h 1796578"/>
                <a:gd name="csX735" fmla="*/ 320313 w 2180199"/>
                <a:gd name="csY735" fmla="*/ 629205 h 1796578"/>
                <a:gd name="csX736" fmla="*/ 320762 w 2180199"/>
                <a:gd name="csY736" fmla="*/ 630331 h 1796578"/>
                <a:gd name="csX737" fmla="*/ 319240 w 2180199"/>
                <a:gd name="csY737" fmla="*/ 634341 h 1796578"/>
                <a:gd name="csX738" fmla="*/ 318388 w 2180199"/>
                <a:gd name="csY738" fmla="*/ 637879 h 1796578"/>
                <a:gd name="csX739" fmla="*/ 319423 w 2180199"/>
                <a:gd name="csY739" fmla="*/ 639362 h 1796578"/>
                <a:gd name="csX740" fmla="*/ 324338 w 2180199"/>
                <a:gd name="csY740" fmla="*/ 641097 h 1796578"/>
                <a:gd name="csX741" fmla="*/ 326719 w 2180199"/>
                <a:gd name="csY741" fmla="*/ 641516 h 1796578"/>
                <a:gd name="csX742" fmla="*/ 329527 w 2180199"/>
                <a:gd name="csY742" fmla="*/ 642726 h 1796578"/>
                <a:gd name="csX743" fmla="*/ 334609 w 2180199"/>
                <a:gd name="csY743" fmla="*/ 645982 h 1796578"/>
                <a:gd name="csX744" fmla="*/ 336306 w 2180199"/>
                <a:gd name="csY744" fmla="*/ 648105 h 1796578"/>
                <a:gd name="csX745" fmla="*/ 336557 w 2180199"/>
                <a:gd name="csY745" fmla="*/ 649101 h 1796578"/>
                <a:gd name="csX746" fmla="*/ 336397 w 2180199"/>
                <a:gd name="csY746" fmla="*/ 650189 h 1796578"/>
                <a:gd name="csX747" fmla="*/ 335789 w 2180199"/>
                <a:gd name="csY747" fmla="*/ 651658 h 1796578"/>
                <a:gd name="csX748" fmla="*/ 334198 w 2180199"/>
                <a:gd name="csY748" fmla="*/ 654427 h 1796578"/>
                <a:gd name="csX749" fmla="*/ 330356 w 2180199"/>
                <a:gd name="csY749" fmla="*/ 658536 h 1796578"/>
                <a:gd name="csX750" fmla="*/ 328621 w 2180199"/>
                <a:gd name="csY750" fmla="*/ 659700 h 1796578"/>
                <a:gd name="csX751" fmla="*/ 325996 w 2180199"/>
                <a:gd name="csY751" fmla="*/ 660613 h 1796578"/>
                <a:gd name="csX752" fmla="*/ 325137 w 2180199"/>
                <a:gd name="csY752" fmla="*/ 661275 h 1796578"/>
                <a:gd name="csX753" fmla="*/ 321766 w 2180199"/>
                <a:gd name="csY753" fmla="*/ 665148 h 1796578"/>
                <a:gd name="csX754" fmla="*/ 320853 w 2180199"/>
                <a:gd name="csY754" fmla="*/ 667233 h 1796578"/>
                <a:gd name="csX755" fmla="*/ 320998 w 2180199"/>
                <a:gd name="csY755" fmla="*/ 669051 h 1796578"/>
                <a:gd name="csX756" fmla="*/ 320351 w 2180199"/>
                <a:gd name="csY756" fmla="*/ 670322 h 1796578"/>
                <a:gd name="csX757" fmla="*/ 316014 w 2180199"/>
                <a:gd name="csY757" fmla="*/ 672817 h 1796578"/>
                <a:gd name="csX758" fmla="*/ 316166 w 2180199"/>
                <a:gd name="csY758" fmla="*/ 673259 h 1796578"/>
                <a:gd name="csX759" fmla="*/ 317741 w 2180199"/>
                <a:gd name="csY759" fmla="*/ 673449 h 1796578"/>
                <a:gd name="csX760" fmla="*/ 317163 w 2180199"/>
                <a:gd name="csY760" fmla="*/ 675648 h 1796578"/>
                <a:gd name="csX761" fmla="*/ 316904 w 2180199"/>
                <a:gd name="csY761" fmla="*/ 678691 h 1796578"/>
                <a:gd name="csX762" fmla="*/ 316151 w 2180199"/>
                <a:gd name="csY762" fmla="*/ 679201 h 1796578"/>
                <a:gd name="csX763" fmla="*/ 313442 w 2180199"/>
                <a:gd name="csY763" fmla="*/ 679178 h 1796578"/>
                <a:gd name="csX764" fmla="*/ 309996 w 2180199"/>
                <a:gd name="csY764" fmla="*/ 680357 h 1796578"/>
                <a:gd name="csX765" fmla="*/ 309752 w 2180199"/>
                <a:gd name="csY765" fmla="*/ 680692 h 1796578"/>
                <a:gd name="csX766" fmla="*/ 309691 w 2180199"/>
                <a:gd name="csY766" fmla="*/ 682876 h 1796578"/>
                <a:gd name="csX767" fmla="*/ 300683 w 2180199"/>
                <a:gd name="csY767" fmla="*/ 684474 h 1796578"/>
                <a:gd name="csX768" fmla="*/ 298712 w 2180199"/>
                <a:gd name="csY768" fmla="*/ 688597 h 1796578"/>
                <a:gd name="csX769" fmla="*/ 297685 w 2180199"/>
                <a:gd name="csY769" fmla="*/ 689860 h 1796578"/>
                <a:gd name="csX770" fmla="*/ 294155 w 2180199"/>
                <a:gd name="csY770" fmla="*/ 692851 h 1796578"/>
                <a:gd name="csX771" fmla="*/ 291994 w 2180199"/>
                <a:gd name="csY771" fmla="*/ 694053 h 1796578"/>
                <a:gd name="csX772" fmla="*/ 289521 w 2180199"/>
                <a:gd name="csY772" fmla="*/ 694783 h 1796578"/>
                <a:gd name="csX773" fmla="*/ 288227 w 2180199"/>
                <a:gd name="csY773" fmla="*/ 695795 h 1796578"/>
                <a:gd name="csX774" fmla="*/ 288106 w 2180199"/>
                <a:gd name="csY774" fmla="*/ 697089 h 1796578"/>
                <a:gd name="csX775" fmla="*/ 287406 w 2180199"/>
                <a:gd name="csY775" fmla="*/ 698207 h 1796578"/>
                <a:gd name="csX776" fmla="*/ 285268 w 2180199"/>
                <a:gd name="csY776" fmla="*/ 700056 h 1796578"/>
                <a:gd name="csX777" fmla="*/ 284218 w 2180199"/>
                <a:gd name="csY777" fmla="*/ 702377 h 1796578"/>
                <a:gd name="csX778" fmla="*/ 283457 w 2180199"/>
                <a:gd name="csY778" fmla="*/ 702742 h 1796578"/>
                <a:gd name="csX779" fmla="*/ 279478 w 2180199"/>
                <a:gd name="csY779" fmla="*/ 703297 h 1796578"/>
                <a:gd name="csX780" fmla="*/ 278686 w 2180199"/>
                <a:gd name="csY780" fmla="*/ 704035 h 1796578"/>
                <a:gd name="csX781" fmla="*/ 278298 w 2180199"/>
                <a:gd name="csY781" fmla="*/ 707162 h 1796578"/>
                <a:gd name="csX782" fmla="*/ 277560 w 2180199"/>
                <a:gd name="csY782" fmla="*/ 707261 h 1796578"/>
                <a:gd name="csX783" fmla="*/ 276145 w 2180199"/>
                <a:gd name="csY783" fmla="*/ 706531 h 1796578"/>
                <a:gd name="csX784" fmla="*/ 274304 w 2180199"/>
                <a:gd name="csY784" fmla="*/ 707094 h 1796578"/>
                <a:gd name="csX785" fmla="*/ 270165 w 2180199"/>
                <a:gd name="csY785" fmla="*/ 710624 h 1796578"/>
                <a:gd name="csX786" fmla="*/ 269259 w 2180199"/>
                <a:gd name="csY786" fmla="*/ 711895 h 1796578"/>
                <a:gd name="csX787" fmla="*/ 269358 w 2180199"/>
                <a:gd name="csY787" fmla="*/ 712572 h 1796578"/>
                <a:gd name="csX788" fmla="*/ 269997 w 2180199"/>
                <a:gd name="csY788" fmla="*/ 713241 h 1796578"/>
                <a:gd name="csX789" fmla="*/ 270979 w 2180199"/>
                <a:gd name="csY789" fmla="*/ 715334 h 1796578"/>
                <a:gd name="csX790" fmla="*/ 270918 w 2180199"/>
                <a:gd name="csY790" fmla="*/ 716742 h 1796578"/>
                <a:gd name="csX791" fmla="*/ 269328 w 2180199"/>
                <a:gd name="csY791" fmla="*/ 720660 h 1796578"/>
                <a:gd name="csX792" fmla="*/ 268765 w 2180199"/>
                <a:gd name="csY792" fmla="*/ 721269 h 1796578"/>
                <a:gd name="csX793" fmla="*/ 266832 w 2180199"/>
                <a:gd name="csY793" fmla="*/ 722235 h 1796578"/>
                <a:gd name="csX794" fmla="*/ 266041 w 2180199"/>
                <a:gd name="csY794" fmla="*/ 724396 h 1796578"/>
                <a:gd name="csX795" fmla="*/ 264260 w 2180199"/>
                <a:gd name="csY795" fmla="*/ 724160 h 1796578"/>
                <a:gd name="csX796" fmla="*/ 262822 w 2180199"/>
                <a:gd name="csY796" fmla="*/ 724571 h 1796578"/>
                <a:gd name="csX797" fmla="*/ 261879 w 2180199"/>
                <a:gd name="csY797" fmla="*/ 726009 h 1796578"/>
                <a:gd name="csX798" fmla="*/ 260859 w 2180199"/>
                <a:gd name="csY798" fmla="*/ 726838 h 1796578"/>
                <a:gd name="csX799" fmla="*/ 259756 w 2180199"/>
                <a:gd name="csY799" fmla="*/ 727051 h 1796578"/>
                <a:gd name="csX800" fmla="*/ 258364 w 2180199"/>
                <a:gd name="csY800" fmla="*/ 728192 h 1796578"/>
                <a:gd name="csX801" fmla="*/ 256698 w 2180199"/>
                <a:gd name="csY801" fmla="*/ 730247 h 1796578"/>
                <a:gd name="csX802" fmla="*/ 255145 w 2180199"/>
                <a:gd name="csY802" fmla="*/ 731555 h 1796578"/>
                <a:gd name="csX803" fmla="*/ 253723 w 2180199"/>
                <a:gd name="csY803" fmla="*/ 732118 h 1796578"/>
                <a:gd name="csX804" fmla="*/ 252338 w 2180199"/>
                <a:gd name="csY804" fmla="*/ 732263 h 1796578"/>
                <a:gd name="csX805" fmla="*/ 250991 w 2180199"/>
                <a:gd name="csY805" fmla="*/ 731974 h 1796578"/>
                <a:gd name="csX806" fmla="*/ 249781 w 2180199"/>
                <a:gd name="csY806" fmla="*/ 732210 h 1796578"/>
                <a:gd name="csX807" fmla="*/ 248709 w 2180199"/>
                <a:gd name="csY807" fmla="*/ 732971 h 1796578"/>
                <a:gd name="csX808" fmla="*/ 247659 w 2180199"/>
                <a:gd name="csY808" fmla="*/ 734158 h 1796578"/>
                <a:gd name="csX809" fmla="*/ 246822 w 2180199"/>
                <a:gd name="csY809" fmla="*/ 737520 h 1796578"/>
                <a:gd name="csX810" fmla="*/ 245764 w 2180199"/>
                <a:gd name="csY810" fmla="*/ 739019 h 1796578"/>
                <a:gd name="csX811" fmla="*/ 245094 w 2180199"/>
                <a:gd name="csY811" fmla="*/ 739278 h 1796578"/>
                <a:gd name="csX812" fmla="*/ 243725 w 2180199"/>
                <a:gd name="csY812" fmla="*/ 739057 h 1796578"/>
                <a:gd name="csX813" fmla="*/ 241655 w 2180199"/>
                <a:gd name="csY813" fmla="*/ 738350 h 1796578"/>
                <a:gd name="csX814" fmla="*/ 239555 w 2180199"/>
                <a:gd name="csY814" fmla="*/ 738601 h 1796578"/>
                <a:gd name="csX815" fmla="*/ 236162 w 2180199"/>
                <a:gd name="csY815" fmla="*/ 740663 h 1796578"/>
                <a:gd name="csX816" fmla="*/ 235082 w 2180199"/>
                <a:gd name="csY816" fmla="*/ 742215 h 1796578"/>
                <a:gd name="csX817" fmla="*/ 237220 w 2180199"/>
                <a:gd name="csY817" fmla="*/ 742557 h 1796578"/>
                <a:gd name="csX818" fmla="*/ 238277 w 2180199"/>
                <a:gd name="csY818" fmla="*/ 742999 h 1796578"/>
                <a:gd name="csX819" fmla="*/ 238254 w 2180199"/>
                <a:gd name="csY819" fmla="*/ 743432 h 1796578"/>
                <a:gd name="csX820" fmla="*/ 237143 w 2180199"/>
                <a:gd name="csY820" fmla="*/ 743851 h 1796578"/>
                <a:gd name="csX821" fmla="*/ 235241 w 2180199"/>
                <a:gd name="csY821" fmla="*/ 743820 h 1796578"/>
                <a:gd name="csX822" fmla="*/ 234100 w 2180199"/>
                <a:gd name="csY822" fmla="*/ 744178 h 1796578"/>
                <a:gd name="csX823" fmla="*/ 232715 w 2180199"/>
                <a:gd name="csY823" fmla="*/ 745060 h 1796578"/>
                <a:gd name="csX824" fmla="*/ 229231 w 2180199"/>
                <a:gd name="csY824" fmla="*/ 746012 h 1796578"/>
                <a:gd name="csX825" fmla="*/ 227907 w 2180199"/>
                <a:gd name="csY825" fmla="*/ 746689 h 1796578"/>
                <a:gd name="csX826" fmla="*/ 225282 w 2180199"/>
                <a:gd name="csY826" fmla="*/ 750554 h 1796578"/>
                <a:gd name="csX827" fmla="*/ 224962 w 2180199"/>
                <a:gd name="csY827" fmla="*/ 751429 h 1796578"/>
                <a:gd name="csX828" fmla="*/ 225297 w 2180199"/>
                <a:gd name="csY828" fmla="*/ 751619 h 1796578"/>
                <a:gd name="csX829" fmla="*/ 226773 w 2180199"/>
                <a:gd name="csY829" fmla="*/ 751216 h 1796578"/>
                <a:gd name="csX830" fmla="*/ 228508 w 2180199"/>
                <a:gd name="csY830" fmla="*/ 751855 h 1796578"/>
                <a:gd name="csX831" fmla="*/ 229406 w 2180199"/>
                <a:gd name="csY831" fmla="*/ 752669 h 1796578"/>
                <a:gd name="csX832" fmla="*/ 229984 w 2180199"/>
                <a:gd name="csY832" fmla="*/ 753674 h 1796578"/>
                <a:gd name="csX833" fmla="*/ 230532 w 2180199"/>
                <a:gd name="csY833" fmla="*/ 755606 h 1796578"/>
                <a:gd name="csX834" fmla="*/ 230866 w 2180199"/>
                <a:gd name="csY834" fmla="*/ 755895 h 1796578"/>
                <a:gd name="csX835" fmla="*/ 227534 w 2180199"/>
                <a:gd name="csY835" fmla="*/ 759136 h 1796578"/>
                <a:gd name="csX836" fmla="*/ 226590 w 2180199"/>
                <a:gd name="csY836" fmla="*/ 760514 h 1796578"/>
                <a:gd name="csX837" fmla="*/ 225982 w 2180199"/>
                <a:gd name="csY837" fmla="*/ 761023 h 1796578"/>
                <a:gd name="csX838" fmla="*/ 225578 w 2180199"/>
                <a:gd name="csY838" fmla="*/ 760628 h 1796578"/>
                <a:gd name="csX839" fmla="*/ 225168 w 2180199"/>
                <a:gd name="csY839" fmla="*/ 757021 h 1796578"/>
                <a:gd name="csX840" fmla="*/ 224917 w 2180199"/>
                <a:gd name="csY840" fmla="*/ 756405 h 1796578"/>
                <a:gd name="csX841" fmla="*/ 224125 w 2180199"/>
                <a:gd name="csY841" fmla="*/ 756344 h 1796578"/>
                <a:gd name="csX842" fmla="*/ 223364 w 2180199"/>
                <a:gd name="csY842" fmla="*/ 757485 h 1796578"/>
                <a:gd name="csX843" fmla="*/ 221698 w 2180199"/>
                <a:gd name="csY843" fmla="*/ 761746 h 1796578"/>
                <a:gd name="csX844" fmla="*/ 219880 w 2180199"/>
                <a:gd name="csY844" fmla="*/ 763892 h 1796578"/>
                <a:gd name="csX845" fmla="*/ 206222 w 2180199"/>
                <a:gd name="csY845" fmla="*/ 769370 h 1796578"/>
                <a:gd name="csX846" fmla="*/ 204259 w 2180199"/>
                <a:gd name="csY846" fmla="*/ 770633 h 1796578"/>
                <a:gd name="csX847" fmla="*/ 203871 w 2180199"/>
                <a:gd name="csY847" fmla="*/ 772961 h 1796578"/>
                <a:gd name="csX848" fmla="*/ 203308 w 2180199"/>
                <a:gd name="csY848" fmla="*/ 774977 h 1796578"/>
                <a:gd name="csX849" fmla="*/ 202403 w 2180199"/>
                <a:gd name="csY849" fmla="*/ 776575 h 1796578"/>
                <a:gd name="csX850" fmla="*/ 201345 w 2180199"/>
                <a:gd name="csY850" fmla="*/ 777587 h 1796578"/>
                <a:gd name="csX851" fmla="*/ 201117 w 2180199"/>
                <a:gd name="csY851" fmla="*/ 776864 h 1796578"/>
                <a:gd name="csX852" fmla="*/ 201223 w 2180199"/>
                <a:gd name="csY852" fmla="*/ 771196 h 1796578"/>
                <a:gd name="csX853" fmla="*/ 200942 w 2180199"/>
                <a:gd name="csY853" fmla="*/ 770070 h 1796578"/>
                <a:gd name="csX854" fmla="*/ 199565 w 2180199"/>
                <a:gd name="csY854" fmla="*/ 769347 h 1796578"/>
                <a:gd name="csX855" fmla="*/ 198956 w 2180199"/>
                <a:gd name="csY855" fmla="*/ 769446 h 1796578"/>
                <a:gd name="csX856" fmla="*/ 198127 w 2180199"/>
                <a:gd name="csY856" fmla="*/ 769766 h 1796578"/>
                <a:gd name="csX857" fmla="*/ 196757 w 2180199"/>
                <a:gd name="csY857" fmla="*/ 770998 h 1796578"/>
                <a:gd name="csX858" fmla="*/ 195920 w 2180199"/>
                <a:gd name="csY858" fmla="*/ 771302 h 1796578"/>
                <a:gd name="csX859" fmla="*/ 194878 w 2180199"/>
                <a:gd name="csY859" fmla="*/ 771204 h 1796578"/>
                <a:gd name="csX860" fmla="*/ 193098 w 2180199"/>
                <a:gd name="csY860" fmla="*/ 772413 h 1796578"/>
                <a:gd name="csX861" fmla="*/ 188867 w 2180199"/>
                <a:gd name="csY861" fmla="*/ 776286 h 1796578"/>
                <a:gd name="csX862" fmla="*/ 186105 w 2180199"/>
                <a:gd name="csY862" fmla="*/ 777245 h 1796578"/>
                <a:gd name="csX863" fmla="*/ 185375 w 2180199"/>
                <a:gd name="csY863" fmla="*/ 778044 h 1796578"/>
                <a:gd name="csX864" fmla="*/ 184195 w 2180199"/>
                <a:gd name="csY864" fmla="*/ 780159 h 1796578"/>
                <a:gd name="csX865" fmla="*/ 183412 w 2180199"/>
                <a:gd name="csY865" fmla="*/ 780935 h 1796578"/>
                <a:gd name="csX866" fmla="*/ 182255 w 2180199"/>
                <a:gd name="csY866" fmla="*/ 781003 h 1796578"/>
                <a:gd name="csX867" fmla="*/ 180718 w 2180199"/>
                <a:gd name="csY867" fmla="*/ 780372 h 1796578"/>
                <a:gd name="csX868" fmla="*/ 179486 w 2180199"/>
                <a:gd name="csY868" fmla="*/ 780821 h 1796578"/>
                <a:gd name="csX869" fmla="*/ 178550 w 2180199"/>
                <a:gd name="csY869" fmla="*/ 782358 h 1796578"/>
                <a:gd name="csX870" fmla="*/ 177599 w 2180199"/>
                <a:gd name="csY870" fmla="*/ 782966 h 1796578"/>
                <a:gd name="csX871" fmla="*/ 174913 w 2180199"/>
                <a:gd name="csY871" fmla="*/ 781833 h 1796578"/>
                <a:gd name="csX872" fmla="*/ 173726 w 2180199"/>
                <a:gd name="csY872" fmla="*/ 782609 h 1796578"/>
                <a:gd name="csX873" fmla="*/ 172189 w 2180199"/>
                <a:gd name="csY873" fmla="*/ 784587 h 1796578"/>
                <a:gd name="csX874" fmla="*/ 170584 w 2180199"/>
                <a:gd name="csY874" fmla="*/ 785888 h 1796578"/>
                <a:gd name="csX875" fmla="*/ 168910 w 2180199"/>
                <a:gd name="csY875" fmla="*/ 786520 h 1796578"/>
                <a:gd name="csX876" fmla="*/ 164558 w 2180199"/>
                <a:gd name="csY876" fmla="*/ 787174 h 1796578"/>
                <a:gd name="csX877" fmla="*/ 162808 w 2180199"/>
                <a:gd name="csY877" fmla="*/ 786755 h 1796578"/>
                <a:gd name="csX878" fmla="*/ 162450 w 2180199"/>
                <a:gd name="csY878" fmla="*/ 786185 h 1796578"/>
                <a:gd name="csX879" fmla="*/ 162534 w 2180199"/>
                <a:gd name="csY879" fmla="*/ 783666 h 1796578"/>
                <a:gd name="csX880" fmla="*/ 163234 w 2180199"/>
                <a:gd name="csY880" fmla="*/ 781848 h 1796578"/>
                <a:gd name="csX881" fmla="*/ 163881 w 2180199"/>
                <a:gd name="csY881" fmla="*/ 780988 h 1796578"/>
                <a:gd name="csX882" fmla="*/ 164748 w 2180199"/>
                <a:gd name="csY882" fmla="*/ 780227 h 1796578"/>
                <a:gd name="csX883" fmla="*/ 166019 w 2180199"/>
                <a:gd name="csY883" fmla="*/ 780136 h 1796578"/>
                <a:gd name="csX884" fmla="*/ 168392 w 2180199"/>
                <a:gd name="csY884" fmla="*/ 780707 h 1796578"/>
                <a:gd name="csX885" fmla="*/ 168119 w 2180199"/>
                <a:gd name="csY885" fmla="*/ 780098 h 1796578"/>
                <a:gd name="csX886" fmla="*/ 167259 w 2180199"/>
                <a:gd name="csY886" fmla="*/ 779375 h 1796578"/>
                <a:gd name="csX887" fmla="*/ 165075 w 2180199"/>
                <a:gd name="csY887" fmla="*/ 778120 h 1796578"/>
                <a:gd name="csX888" fmla="*/ 162907 w 2180199"/>
                <a:gd name="csY888" fmla="*/ 777481 h 1796578"/>
                <a:gd name="csX889" fmla="*/ 161667 w 2180199"/>
                <a:gd name="csY889" fmla="*/ 777891 h 1796578"/>
                <a:gd name="csX890" fmla="*/ 159924 w 2180199"/>
                <a:gd name="csY890" fmla="*/ 778850 h 1796578"/>
                <a:gd name="csX891" fmla="*/ 158737 w 2180199"/>
                <a:gd name="csY891" fmla="*/ 779961 h 1796578"/>
                <a:gd name="csX892" fmla="*/ 158113 w 2180199"/>
                <a:gd name="csY892" fmla="*/ 781224 h 1796578"/>
                <a:gd name="csX893" fmla="*/ 157330 w 2180199"/>
                <a:gd name="csY893" fmla="*/ 785333 h 1796578"/>
                <a:gd name="csX894" fmla="*/ 156873 w 2180199"/>
                <a:gd name="csY894" fmla="*/ 786443 h 1796578"/>
                <a:gd name="csX895" fmla="*/ 151775 w 2180199"/>
                <a:gd name="csY895" fmla="*/ 793649 h 1796578"/>
                <a:gd name="csX896" fmla="*/ 149774 w 2180199"/>
                <a:gd name="csY896" fmla="*/ 795863 h 1796578"/>
                <a:gd name="csX897" fmla="*/ 147796 w 2180199"/>
                <a:gd name="csY897" fmla="*/ 795695 h 1796578"/>
                <a:gd name="csX898" fmla="*/ 146837 w 2180199"/>
                <a:gd name="csY898" fmla="*/ 796532 h 1796578"/>
                <a:gd name="csX899" fmla="*/ 145491 w 2180199"/>
                <a:gd name="csY899" fmla="*/ 798320 h 1796578"/>
                <a:gd name="csX900" fmla="*/ 144243 w 2180199"/>
                <a:gd name="csY900" fmla="*/ 799180 h 1796578"/>
                <a:gd name="csX901" fmla="*/ 143102 w 2180199"/>
                <a:gd name="csY901" fmla="*/ 799104 h 1796578"/>
                <a:gd name="csX902" fmla="*/ 142211 w 2180199"/>
                <a:gd name="csY902" fmla="*/ 798762 h 1796578"/>
                <a:gd name="csX903" fmla="*/ 141580 w 2180199"/>
                <a:gd name="csY903" fmla="*/ 798161 h 1796578"/>
                <a:gd name="csX904" fmla="*/ 141686 w 2180199"/>
                <a:gd name="csY904" fmla="*/ 797598 h 1796578"/>
                <a:gd name="csX905" fmla="*/ 142539 w 2180199"/>
                <a:gd name="csY905" fmla="*/ 797073 h 1796578"/>
                <a:gd name="csX906" fmla="*/ 142234 w 2180199"/>
                <a:gd name="csY906" fmla="*/ 795642 h 1796578"/>
                <a:gd name="csX907" fmla="*/ 140773 w 2180199"/>
                <a:gd name="csY907" fmla="*/ 793284 h 1796578"/>
                <a:gd name="csX908" fmla="*/ 139777 w 2180199"/>
                <a:gd name="csY908" fmla="*/ 792005 h 1796578"/>
                <a:gd name="csX909" fmla="*/ 137882 w 2180199"/>
                <a:gd name="csY909" fmla="*/ 791853 h 1796578"/>
                <a:gd name="csX910" fmla="*/ 137585 w 2180199"/>
                <a:gd name="csY910" fmla="*/ 792926 h 1796578"/>
                <a:gd name="csX911" fmla="*/ 138225 w 2180199"/>
                <a:gd name="csY911" fmla="*/ 798389 h 1796578"/>
                <a:gd name="csX912" fmla="*/ 138126 w 2180199"/>
                <a:gd name="csY912" fmla="*/ 799622 h 1796578"/>
                <a:gd name="csX913" fmla="*/ 136946 w 2180199"/>
                <a:gd name="csY913" fmla="*/ 801174 h 1796578"/>
                <a:gd name="csX914" fmla="*/ 133842 w 2180199"/>
                <a:gd name="csY914" fmla="*/ 802908 h 1796578"/>
                <a:gd name="csX915" fmla="*/ 132876 w 2180199"/>
                <a:gd name="csY915" fmla="*/ 802741 h 1796578"/>
                <a:gd name="csX916" fmla="*/ 130083 w 2180199"/>
                <a:gd name="csY916" fmla="*/ 799325 h 1796578"/>
                <a:gd name="csX917" fmla="*/ 127436 w 2180199"/>
                <a:gd name="csY917" fmla="*/ 798648 h 1796578"/>
                <a:gd name="csX918" fmla="*/ 127261 w 2180199"/>
                <a:gd name="csY918" fmla="*/ 799758 h 1796578"/>
                <a:gd name="csX919" fmla="*/ 127854 w 2180199"/>
                <a:gd name="csY919" fmla="*/ 802033 h 1796578"/>
                <a:gd name="csX920" fmla="*/ 127192 w 2180199"/>
                <a:gd name="csY920" fmla="*/ 804149 h 1796578"/>
                <a:gd name="csX921" fmla="*/ 125282 w 2180199"/>
                <a:gd name="csY921" fmla="*/ 806119 h 1796578"/>
                <a:gd name="csX922" fmla="*/ 123829 w 2180199"/>
                <a:gd name="csY922" fmla="*/ 807070 h 1796578"/>
                <a:gd name="csX923" fmla="*/ 122832 w 2180199"/>
                <a:gd name="csY923" fmla="*/ 807009 h 1796578"/>
                <a:gd name="csX924" fmla="*/ 122779 w 2180199"/>
                <a:gd name="csY924" fmla="*/ 805632 h 1796578"/>
                <a:gd name="csX925" fmla="*/ 123669 w 2180199"/>
                <a:gd name="csY925" fmla="*/ 802931 h 1796578"/>
                <a:gd name="csX926" fmla="*/ 123898 w 2180199"/>
                <a:gd name="csY926" fmla="*/ 800679 h 1796578"/>
                <a:gd name="csX927" fmla="*/ 123464 w 2180199"/>
                <a:gd name="csY927" fmla="*/ 798868 h 1796578"/>
                <a:gd name="csX928" fmla="*/ 123517 w 2180199"/>
                <a:gd name="csY928" fmla="*/ 797484 h 1796578"/>
                <a:gd name="csX929" fmla="*/ 124042 w 2180199"/>
                <a:gd name="csY929" fmla="*/ 796517 h 1796578"/>
                <a:gd name="csX930" fmla="*/ 127550 w 2180199"/>
                <a:gd name="csY930" fmla="*/ 793824 h 1796578"/>
                <a:gd name="csX931" fmla="*/ 129026 w 2180199"/>
                <a:gd name="csY931" fmla="*/ 793421 h 1796578"/>
                <a:gd name="csX932" fmla="*/ 129817 w 2180199"/>
                <a:gd name="csY932" fmla="*/ 794082 h 1796578"/>
                <a:gd name="csX933" fmla="*/ 130799 w 2180199"/>
                <a:gd name="csY933" fmla="*/ 794197 h 1796578"/>
                <a:gd name="csX934" fmla="*/ 131985 w 2180199"/>
                <a:gd name="csY934" fmla="*/ 793755 h 1796578"/>
                <a:gd name="csX935" fmla="*/ 132731 w 2180199"/>
                <a:gd name="csY935" fmla="*/ 792896 h 1796578"/>
                <a:gd name="csX936" fmla="*/ 133043 w 2180199"/>
                <a:gd name="csY936" fmla="*/ 791610 h 1796578"/>
                <a:gd name="csX937" fmla="*/ 134557 w 2180199"/>
                <a:gd name="csY937" fmla="*/ 789966 h 1796578"/>
                <a:gd name="csX938" fmla="*/ 137273 w 2180199"/>
                <a:gd name="csY938" fmla="*/ 787950 h 1796578"/>
                <a:gd name="csX939" fmla="*/ 140385 w 2180199"/>
                <a:gd name="csY939" fmla="*/ 784229 h 1796578"/>
                <a:gd name="csX940" fmla="*/ 143885 w 2180199"/>
                <a:gd name="csY940" fmla="*/ 778782 h 1796578"/>
                <a:gd name="csX941" fmla="*/ 147986 w 2180199"/>
                <a:gd name="csY941" fmla="*/ 774072 h 1796578"/>
                <a:gd name="csX942" fmla="*/ 152696 w 2180199"/>
                <a:gd name="csY942" fmla="*/ 770108 h 1796578"/>
                <a:gd name="csX943" fmla="*/ 157801 w 2180199"/>
                <a:gd name="csY943" fmla="*/ 766950 h 1796578"/>
                <a:gd name="csX944" fmla="*/ 168088 w 2180199"/>
                <a:gd name="csY944" fmla="*/ 762606 h 1796578"/>
                <a:gd name="csX945" fmla="*/ 168879 w 2180199"/>
                <a:gd name="csY945" fmla="*/ 762872 h 1796578"/>
                <a:gd name="csX946" fmla="*/ 167936 w 2180199"/>
                <a:gd name="csY946" fmla="*/ 764287 h 1796578"/>
                <a:gd name="csX947" fmla="*/ 168575 w 2180199"/>
                <a:gd name="csY947" fmla="*/ 765170 h 1796578"/>
                <a:gd name="csX948" fmla="*/ 169587 w 2180199"/>
                <a:gd name="csY948" fmla="*/ 765284 h 1796578"/>
                <a:gd name="csX949" fmla="*/ 173353 w 2180199"/>
                <a:gd name="csY949" fmla="*/ 764584 h 1796578"/>
                <a:gd name="csX950" fmla="*/ 174852 w 2180199"/>
                <a:gd name="csY950" fmla="*/ 763671 h 1796578"/>
                <a:gd name="csX951" fmla="*/ 175293 w 2180199"/>
                <a:gd name="csY951" fmla="*/ 764554 h 1796578"/>
                <a:gd name="csX952" fmla="*/ 174768 w 2180199"/>
                <a:gd name="csY952" fmla="*/ 765665 h 1796578"/>
                <a:gd name="csX953" fmla="*/ 172509 w 2180199"/>
                <a:gd name="csY953" fmla="*/ 766791 h 1796578"/>
                <a:gd name="csX954" fmla="*/ 172570 w 2180199"/>
                <a:gd name="csY954" fmla="*/ 767726 h 1796578"/>
                <a:gd name="csX955" fmla="*/ 175864 w 2180199"/>
                <a:gd name="csY955" fmla="*/ 772101 h 1796578"/>
                <a:gd name="csX956" fmla="*/ 176899 w 2180199"/>
                <a:gd name="csY956" fmla="*/ 772763 h 1796578"/>
                <a:gd name="csX957" fmla="*/ 177759 w 2180199"/>
                <a:gd name="csY957" fmla="*/ 772680 h 1796578"/>
                <a:gd name="csX958" fmla="*/ 178124 w 2180199"/>
                <a:gd name="csY958" fmla="*/ 772117 h 1796578"/>
                <a:gd name="csX959" fmla="*/ 177850 w 2180199"/>
                <a:gd name="csY959" fmla="*/ 768959 h 1796578"/>
                <a:gd name="csX960" fmla="*/ 178961 w 2180199"/>
                <a:gd name="csY960" fmla="*/ 768358 h 1796578"/>
                <a:gd name="csX961" fmla="*/ 181236 w 2180199"/>
                <a:gd name="csY961" fmla="*/ 768206 h 1796578"/>
                <a:gd name="csX962" fmla="*/ 182719 w 2180199"/>
                <a:gd name="csY962" fmla="*/ 768617 h 1796578"/>
                <a:gd name="csX963" fmla="*/ 183412 w 2180199"/>
                <a:gd name="csY963" fmla="*/ 769583 h 1796578"/>
                <a:gd name="csX964" fmla="*/ 184713 w 2180199"/>
                <a:gd name="csY964" fmla="*/ 770382 h 1796578"/>
                <a:gd name="csX965" fmla="*/ 186623 w 2180199"/>
                <a:gd name="csY965" fmla="*/ 771021 h 1796578"/>
                <a:gd name="csX966" fmla="*/ 187810 w 2180199"/>
                <a:gd name="csY966" fmla="*/ 770823 h 1796578"/>
                <a:gd name="csX967" fmla="*/ 188274 w 2180199"/>
                <a:gd name="csY967" fmla="*/ 769796 h 1796578"/>
                <a:gd name="csX968" fmla="*/ 187460 w 2180199"/>
                <a:gd name="csY968" fmla="*/ 768571 h 1796578"/>
                <a:gd name="csX969" fmla="*/ 183800 w 2180199"/>
                <a:gd name="csY969" fmla="*/ 765878 h 1796578"/>
                <a:gd name="csX970" fmla="*/ 182780 w 2180199"/>
                <a:gd name="csY970" fmla="*/ 764752 h 1796578"/>
                <a:gd name="csX971" fmla="*/ 182537 w 2180199"/>
                <a:gd name="csY971" fmla="*/ 763177 h 1796578"/>
                <a:gd name="csX972" fmla="*/ 183054 w 2180199"/>
                <a:gd name="csY972" fmla="*/ 761160 h 1796578"/>
                <a:gd name="csX973" fmla="*/ 184203 w 2180199"/>
                <a:gd name="csY973" fmla="*/ 758163 h 1796578"/>
                <a:gd name="csX974" fmla="*/ 185983 w 2180199"/>
                <a:gd name="csY974" fmla="*/ 754183 h 1796578"/>
                <a:gd name="csX975" fmla="*/ 187596 w 2180199"/>
                <a:gd name="csY975" fmla="*/ 751398 h 1796578"/>
                <a:gd name="csX976" fmla="*/ 190861 w 2180199"/>
                <a:gd name="csY976" fmla="*/ 748233 h 1796578"/>
                <a:gd name="csX977" fmla="*/ 193059 w 2180199"/>
                <a:gd name="csY977" fmla="*/ 746666 h 1796578"/>
                <a:gd name="csX978" fmla="*/ 198637 w 2180199"/>
                <a:gd name="csY978" fmla="*/ 741857 h 1796578"/>
                <a:gd name="csX979" fmla="*/ 209357 w 2180199"/>
                <a:gd name="csY979" fmla="*/ 736942 h 1796578"/>
                <a:gd name="csX980" fmla="*/ 212005 w 2180199"/>
                <a:gd name="csY980" fmla="*/ 733777 h 1796578"/>
                <a:gd name="csX981" fmla="*/ 215604 w 2180199"/>
                <a:gd name="csY981" fmla="*/ 730277 h 1796578"/>
                <a:gd name="csX982" fmla="*/ 217148 w 2180199"/>
                <a:gd name="csY982" fmla="*/ 729417 h 1796578"/>
                <a:gd name="csX983" fmla="*/ 217148 w 2180199"/>
                <a:gd name="csY983" fmla="*/ 730772 h 1796578"/>
                <a:gd name="csX984" fmla="*/ 217643 w 2180199"/>
                <a:gd name="csY984" fmla="*/ 731981 h 1796578"/>
                <a:gd name="csX985" fmla="*/ 220047 w 2180199"/>
                <a:gd name="csY985" fmla="*/ 732788 h 1796578"/>
                <a:gd name="csX986" fmla="*/ 221614 w 2180199"/>
                <a:gd name="csY986" fmla="*/ 733069 h 1796578"/>
                <a:gd name="csX987" fmla="*/ 222337 w 2180199"/>
                <a:gd name="csY987" fmla="*/ 732826 h 1796578"/>
                <a:gd name="csX988" fmla="*/ 222535 w 2180199"/>
                <a:gd name="csY988" fmla="*/ 731540 h 1796578"/>
                <a:gd name="csX989" fmla="*/ 222215 w 2180199"/>
                <a:gd name="csY989" fmla="*/ 729204 h 1796578"/>
                <a:gd name="csX990" fmla="*/ 222132 w 2180199"/>
                <a:gd name="csY990" fmla="*/ 726998 h 1796578"/>
                <a:gd name="csX991" fmla="*/ 222292 w 2180199"/>
                <a:gd name="csY991" fmla="*/ 724921 h 1796578"/>
                <a:gd name="csX992" fmla="*/ 222642 w 2180199"/>
                <a:gd name="csY992" fmla="*/ 723277 h 1796578"/>
                <a:gd name="csX993" fmla="*/ 224247 w 2180199"/>
                <a:gd name="csY993" fmla="*/ 720348 h 1796578"/>
                <a:gd name="csX994" fmla="*/ 226636 w 2180199"/>
                <a:gd name="csY994" fmla="*/ 717008 h 1796578"/>
                <a:gd name="csX995" fmla="*/ 229900 w 2180199"/>
                <a:gd name="csY995" fmla="*/ 713120 h 1796578"/>
                <a:gd name="csX996" fmla="*/ 231962 w 2180199"/>
                <a:gd name="csY996" fmla="*/ 711355 h 1796578"/>
                <a:gd name="csX997" fmla="*/ 233902 w 2180199"/>
                <a:gd name="csY997" fmla="*/ 710411 h 1796578"/>
                <a:gd name="csX998" fmla="*/ 235782 w 2180199"/>
                <a:gd name="csY998" fmla="*/ 708707 h 1796578"/>
                <a:gd name="csX999" fmla="*/ 239015 w 2180199"/>
                <a:gd name="csY999" fmla="*/ 704667 h 1796578"/>
                <a:gd name="csX1000" fmla="*/ 240050 w 2180199"/>
                <a:gd name="csY1000" fmla="*/ 704005 h 1796578"/>
                <a:gd name="csX1001" fmla="*/ 242371 w 2180199"/>
                <a:gd name="csY1001" fmla="*/ 703206 h 1796578"/>
                <a:gd name="csX1002" fmla="*/ 243223 w 2180199"/>
                <a:gd name="csY1002" fmla="*/ 703556 h 1796578"/>
                <a:gd name="csX1003" fmla="*/ 243717 w 2180199"/>
                <a:gd name="csY1003" fmla="*/ 704575 h 1796578"/>
                <a:gd name="csX1004" fmla="*/ 244326 w 2180199"/>
                <a:gd name="csY1004" fmla="*/ 705207 h 1796578"/>
                <a:gd name="csX1005" fmla="*/ 246677 w 2180199"/>
                <a:gd name="csY1005" fmla="*/ 705778 h 1796578"/>
                <a:gd name="csX1006" fmla="*/ 248244 w 2180199"/>
                <a:gd name="csY1006" fmla="*/ 704880 h 1796578"/>
                <a:gd name="csX1007" fmla="*/ 247986 w 2180199"/>
                <a:gd name="csY1007" fmla="*/ 704400 h 1796578"/>
                <a:gd name="csX1008" fmla="*/ 246715 w 2180199"/>
                <a:gd name="csY1008" fmla="*/ 704089 h 1796578"/>
                <a:gd name="csX1009" fmla="*/ 245901 w 2180199"/>
                <a:gd name="csY1009" fmla="*/ 703502 h 1796578"/>
                <a:gd name="csX1010" fmla="*/ 245132 w 2180199"/>
                <a:gd name="csY1010" fmla="*/ 701091 h 1796578"/>
                <a:gd name="csX1011" fmla="*/ 243573 w 2180199"/>
                <a:gd name="csY1011" fmla="*/ 699637 h 1796578"/>
                <a:gd name="csX1012" fmla="*/ 243223 w 2180199"/>
                <a:gd name="csY1012" fmla="*/ 697986 h 1796578"/>
                <a:gd name="csX1013" fmla="*/ 243504 w 2180199"/>
                <a:gd name="csY1013" fmla="*/ 695415 h 1796578"/>
                <a:gd name="csX1014" fmla="*/ 244843 w 2180199"/>
                <a:gd name="csY1014" fmla="*/ 689358 h 1796578"/>
                <a:gd name="csX1015" fmla="*/ 245064 w 2180199"/>
                <a:gd name="csY1015" fmla="*/ 683104 h 1796578"/>
                <a:gd name="csX1016" fmla="*/ 246259 w 2180199"/>
                <a:gd name="csY1016" fmla="*/ 679505 h 1796578"/>
                <a:gd name="csX1017" fmla="*/ 248655 w 2180199"/>
                <a:gd name="csY1017" fmla="*/ 678204 h 1796578"/>
                <a:gd name="csX1018" fmla="*/ 253974 w 2180199"/>
                <a:gd name="csY1018" fmla="*/ 677314 h 1796578"/>
                <a:gd name="csX1019" fmla="*/ 250862 w 2180199"/>
                <a:gd name="csY1019" fmla="*/ 675686 h 1796578"/>
                <a:gd name="csX1020" fmla="*/ 249705 w 2180199"/>
                <a:gd name="csY1020" fmla="*/ 675678 h 1796578"/>
                <a:gd name="csX1021" fmla="*/ 247681 w 2180199"/>
                <a:gd name="csY1021" fmla="*/ 674910 h 1796578"/>
                <a:gd name="csX1022" fmla="*/ 246913 w 2180199"/>
                <a:gd name="csY1022" fmla="*/ 670968 h 1796578"/>
                <a:gd name="csX1023" fmla="*/ 246928 w 2180199"/>
                <a:gd name="csY1023" fmla="*/ 668100 h 1796578"/>
                <a:gd name="csX1024" fmla="*/ 248267 w 2180199"/>
                <a:gd name="csY1024" fmla="*/ 664768 h 1796578"/>
                <a:gd name="csX1025" fmla="*/ 253220 w 2180199"/>
                <a:gd name="csY1025" fmla="*/ 659129 h 1796578"/>
                <a:gd name="csX1026" fmla="*/ 258645 w 2180199"/>
                <a:gd name="csY1026" fmla="*/ 655211 h 1796578"/>
                <a:gd name="csX1027" fmla="*/ 257907 w 2180199"/>
                <a:gd name="csY1027" fmla="*/ 654892 h 1796578"/>
                <a:gd name="csX1028" fmla="*/ 257238 w 2180199"/>
                <a:gd name="csY1028" fmla="*/ 653727 h 1796578"/>
                <a:gd name="csX1029" fmla="*/ 259741 w 2180199"/>
                <a:gd name="csY1029" fmla="*/ 645845 h 1796578"/>
                <a:gd name="csX1030" fmla="*/ 262183 w 2180199"/>
                <a:gd name="csY1030" fmla="*/ 638777 h 1796578"/>
                <a:gd name="csX1031" fmla="*/ 258889 w 2180199"/>
                <a:gd name="csY1031" fmla="*/ 644802 h 1796578"/>
                <a:gd name="csX1032" fmla="*/ 255077 w 2180199"/>
                <a:gd name="csY1032" fmla="*/ 649398 h 1796578"/>
                <a:gd name="csX1033" fmla="*/ 243892 w 2180199"/>
                <a:gd name="csY1033" fmla="*/ 654717 h 1796578"/>
                <a:gd name="csX1034" fmla="*/ 236284 w 2180199"/>
                <a:gd name="csY1034" fmla="*/ 659160 h 1796578"/>
                <a:gd name="csX1035" fmla="*/ 232677 w 2180199"/>
                <a:gd name="csY1035" fmla="*/ 660217 h 1796578"/>
                <a:gd name="csX1036" fmla="*/ 230296 w 2180199"/>
                <a:gd name="csY1036" fmla="*/ 659092 h 1796578"/>
                <a:gd name="csX1037" fmla="*/ 228439 w 2180199"/>
                <a:gd name="csY1037" fmla="*/ 654831 h 1796578"/>
                <a:gd name="csX1038" fmla="*/ 227374 w 2180199"/>
                <a:gd name="csY1038" fmla="*/ 653309 h 1796578"/>
                <a:gd name="csX1039" fmla="*/ 226012 w 2180199"/>
                <a:gd name="csY1039" fmla="*/ 650524 h 1796578"/>
                <a:gd name="csX1040" fmla="*/ 226590 w 2180199"/>
                <a:gd name="csY1040" fmla="*/ 646887 h 1796578"/>
                <a:gd name="csX1041" fmla="*/ 227671 w 2180199"/>
                <a:gd name="csY1041" fmla="*/ 644369 h 1796578"/>
                <a:gd name="csX1042" fmla="*/ 230045 w 2180199"/>
                <a:gd name="csY1042" fmla="*/ 643958 h 1796578"/>
                <a:gd name="csX1043" fmla="*/ 232723 w 2180199"/>
                <a:gd name="csY1043" fmla="*/ 645175 h 1796578"/>
                <a:gd name="csX1044" fmla="*/ 235044 w 2180199"/>
                <a:gd name="csY1044" fmla="*/ 645282 h 1796578"/>
                <a:gd name="csX1045" fmla="*/ 232053 w 2180199"/>
                <a:gd name="csY1045" fmla="*/ 642794 h 1796578"/>
                <a:gd name="csX1046" fmla="*/ 227739 w 2180199"/>
                <a:gd name="csY1046" fmla="*/ 640618 h 1796578"/>
                <a:gd name="csX1047" fmla="*/ 225784 w 2180199"/>
                <a:gd name="csY1047" fmla="*/ 641325 h 1796578"/>
                <a:gd name="csX1048" fmla="*/ 224285 w 2180199"/>
                <a:gd name="csY1048" fmla="*/ 644848 h 1796578"/>
                <a:gd name="csX1049" fmla="*/ 222284 w 2180199"/>
                <a:gd name="csY1049" fmla="*/ 647260 h 1796578"/>
                <a:gd name="csX1050" fmla="*/ 220526 w 2180199"/>
                <a:gd name="csY1050" fmla="*/ 646400 h 1796578"/>
                <a:gd name="csX1051" fmla="*/ 219484 w 2180199"/>
                <a:gd name="csY1051" fmla="*/ 645419 h 1796578"/>
                <a:gd name="csX1052" fmla="*/ 220207 w 2180199"/>
                <a:gd name="csY1052" fmla="*/ 648363 h 1796578"/>
                <a:gd name="csX1053" fmla="*/ 218875 w 2180199"/>
                <a:gd name="csY1053" fmla="*/ 652837 h 1796578"/>
                <a:gd name="csX1054" fmla="*/ 218373 w 2180199"/>
                <a:gd name="csY1054" fmla="*/ 655926 h 1796578"/>
                <a:gd name="csX1055" fmla="*/ 220275 w 2180199"/>
                <a:gd name="csY1055" fmla="*/ 664052 h 1796578"/>
                <a:gd name="csX1056" fmla="*/ 219925 w 2180199"/>
                <a:gd name="csY1056" fmla="*/ 667286 h 1796578"/>
                <a:gd name="csX1057" fmla="*/ 216463 w 2180199"/>
                <a:gd name="csY1057" fmla="*/ 668770 h 1796578"/>
                <a:gd name="csX1058" fmla="*/ 213641 w 2180199"/>
                <a:gd name="csY1058" fmla="*/ 666114 h 1796578"/>
                <a:gd name="csX1059" fmla="*/ 207759 w 2180199"/>
                <a:gd name="csY1059" fmla="*/ 655827 h 1796578"/>
                <a:gd name="csX1060" fmla="*/ 205705 w 2180199"/>
                <a:gd name="csY1060" fmla="*/ 652883 h 1796578"/>
                <a:gd name="csX1061" fmla="*/ 201094 w 2180199"/>
                <a:gd name="csY1061" fmla="*/ 648013 h 1796578"/>
                <a:gd name="csX1062" fmla="*/ 199572 w 2180199"/>
                <a:gd name="csY1062" fmla="*/ 648706 h 1796578"/>
                <a:gd name="csX1063" fmla="*/ 197632 w 2180199"/>
                <a:gd name="csY1063" fmla="*/ 651110 h 1796578"/>
                <a:gd name="csX1064" fmla="*/ 195753 w 2180199"/>
                <a:gd name="csY1064" fmla="*/ 651772 h 1796578"/>
                <a:gd name="csX1065" fmla="*/ 190792 w 2180199"/>
                <a:gd name="csY1065" fmla="*/ 648226 h 1796578"/>
                <a:gd name="csX1066" fmla="*/ 188479 w 2180199"/>
                <a:gd name="csY1066" fmla="*/ 645518 h 1796578"/>
                <a:gd name="csX1067" fmla="*/ 186295 w 2180199"/>
                <a:gd name="csY1067" fmla="*/ 642223 h 1796578"/>
                <a:gd name="csX1068" fmla="*/ 182948 w 2180199"/>
                <a:gd name="csY1068" fmla="*/ 644042 h 1796578"/>
                <a:gd name="csX1069" fmla="*/ 180026 w 2180199"/>
                <a:gd name="csY1069" fmla="*/ 646203 h 1796578"/>
                <a:gd name="csX1070" fmla="*/ 176602 w 2180199"/>
                <a:gd name="csY1070" fmla="*/ 649642 h 1796578"/>
                <a:gd name="csX1071" fmla="*/ 174312 w 2180199"/>
                <a:gd name="csY1071" fmla="*/ 649611 h 1796578"/>
                <a:gd name="csX1072" fmla="*/ 168088 w 2180199"/>
                <a:gd name="csY1072" fmla="*/ 652556 h 1796578"/>
                <a:gd name="csX1073" fmla="*/ 167426 w 2180199"/>
                <a:gd name="csY1073" fmla="*/ 652617 h 1796578"/>
                <a:gd name="csX1074" fmla="*/ 166551 w 2180199"/>
                <a:gd name="csY1074" fmla="*/ 654199 h 1796578"/>
                <a:gd name="csX1075" fmla="*/ 165691 w 2180199"/>
                <a:gd name="csY1075" fmla="*/ 654907 h 1796578"/>
                <a:gd name="csX1076" fmla="*/ 164984 w 2180199"/>
                <a:gd name="csY1076" fmla="*/ 657950 h 1796578"/>
                <a:gd name="csX1077" fmla="*/ 156569 w 2180199"/>
                <a:gd name="csY1077" fmla="*/ 660309 h 1796578"/>
                <a:gd name="csX1078" fmla="*/ 148253 w 2180199"/>
                <a:gd name="csY1078" fmla="*/ 658993 h 1796578"/>
                <a:gd name="csX1079" fmla="*/ 151159 w 2180199"/>
                <a:gd name="csY1079" fmla="*/ 657319 h 1796578"/>
                <a:gd name="csX1080" fmla="*/ 154408 w 2180199"/>
                <a:gd name="csY1080" fmla="*/ 656002 h 1796578"/>
                <a:gd name="csX1081" fmla="*/ 157231 w 2180199"/>
                <a:gd name="csY1081" fmla="*/ 652830 h 1796578"/>
                <a:gd name="csX1082" fmla="*/ 156029 w 2180199"/>
                <a:gd name="csY1082" fmla="*/ 648576 h 1796578"/>
                <a:gd name="csX1083" fmla="*/ 155823 w 2180199"/>
                <a:gd name="csY1083" fmla="*/ 646408 h 1796578"/>
                <a:gd name="csX1084" fmla="*/ 155854 w 2180199"/>
                <a:gd name="csY1084" fmla="*/ 643661 h 1796578"/>
                <a:gd name="csX1085" fmla="*/ 158935 w 2180199"/>
                <a:gd name="csY1085" fmla="*/ 639796 h 1796578"/>
                <a:gd name="csX1086" fmla="*/ 155732 w 2180199"/>
                <a:gd name="csY1086" fmla="*/ 639804 h 1796578"/>
                <a:gd name="csX1087" fmla="*/ 153670 w 2180199"/>
                <a:gd name="csY1087" fmla="*/ 641189 h 1796578"/>
                <a:gd name="csX1088" fmla="*/ 151745 w 2180199"/>
                <a:gd name="csY1088" fmla="*/ 638282 h 1796578"/>
                <a:gd name="csX1089" fmla="*/ 150840 w 2180199"/>
                <a:gd name="csY1089" fmla="*/ 632545 h 1796578"/>
                <a:gd name="csX1090" fmla="*/ 153046 w 2180199"/>
                <a:gd name="csY1090" fmla="*/ 629137 h 1796578"/>
                <a:gd name="csX1091" fmla="*/ 154066 w 2180199"/>
                <a:gd name="csY1091" fmla="*/ 626504 h 1796578"/>
                <a:gd name="csX1092" fmla="*/ 154933 w 2180199"/>
                <a:gd name="csY1092" fmla="*/ 622882 h 1796578"/>
                <a:gd name="csX1093" fmla="*/ 154994 w 2180199"/>
                <a:gd name="csY1093" fmla="*/ 619763 h 1796578"/>
                <a:gd name="csX1094" fmla="*/ 153289 w 2180199"/>
                <a:gd name="csY1094" fmla="*/ 614467 h 1796578"/>
                <a:gd name="csX1095" fmla="*/ 148390 w 2180199"/>
                <a:gd name="csY1095" fmla="*/ 603184 h 1796578"/>
                <a:gd name="csX1096" fmla="*/ 146160 w 2180199"/>
                <a:gd name="csY1096" fmla="*/ 594708 h 1796578"/>
                <a:gd name="csX1097" fmla="*/ 142341 w 2180199"/>
                <a:gd name="csY1097" fmla="*/ 590173 h 1796578"/>
                <a:gd name="csX1098" fmla="*/ 145194 w 2180199"/>
                <a:gd name="csY1098" fmla="*/ 582717 h 1796578"/>
                <a:gd name="csX1099" fmla="*/ 148374 w 2180199"/>
                <a:gd name="csY1099" fmla="*/ 575892 h 1796578"/>
                <a:gd name="csX1100" fmla="*/ 152483 w 2180199"/>
                <a:gd name="csY1100" fmla="*/ 572826 h 1796578"/>
                <a:gd name="csX1101" fmla="*/ 152156 w 2180199"/>
                <a:gd name="csY1101" fmla="*/ 572369 h 1796578"/>
                <a:gd name="csX1102" fmla="*/ 149888 w 2180199"/>
                <a:gd name="csY1102" fmla="*/ 572392 h 1796578"/>
                <a:gd name="csX1103" fmla="*/ 148397 w 2180199"/>
                <a:gd name="csY1103" fmla="*/ 572795 h 1796578"/>
                <a:gd name="csX1104" fmla="*/ 147081 w 2180199"/>
                <a:gd name="csY1104" fmla="*/ 575024 h 1796578"/>
                <a:gd name="csX1105" fmla="*/ 145689 w 2180199"/>
                <a:gd name="csY1105" fmla="*/ 576721 h 1796578"/>
                <a:gd name="csX1106" fmla="*/ 141344 w 2180199"/>
                <a:gd name="csY1106" fmla="*/ 585403 h 1796578"/>
                <a:gd name="csX1107" fmla="*/ 138544 w 2180199"/>
                <a:gd name="csY1107" fmla="*/ 589618 h 1796578"/>
                <a:gd name="csX1108" fmla="*/ 136726 w 2180199"/>
                <a:gd name="csY1108" fmla="*/ 590820 h 1796578"/>
                <a:gd name="csX1109" fmla="*/ 139655 w 2180199"/>
                <a:gd name="csY1109" fmla="*/ 592448 h 1796578"/>
                <a:gd name="csX1110" fmla="*/ 140104 w 2180199"/>
                <a:gd name="csY1110" fmla="*/ 593818 h 1796578"/>
                <a:gd name="csX1111" fmla="*/ 140667 w 2180199"/>
                <a:gd name="csY1111" fmla="*/ 596930 h 1796578"/>
                <a:gd name="csX1112" fmla="*/ 139914 w 2180199"/>
                <a:gd name="csY1112" fmla="*/ 600696 h 1796578"/>
                <a:gd name="csX1113" fmla="*/ 139160 w 2180199"/>
                <a:gd name="csY1113" fmla="*/ 602773 h 1796578"/>
                <a:gd name="csX1114" fmla="*/ 135706 w 2180199"/>
                <a:gd name="csY1114" fmla="*/ 602606 h 1796578"/>
                <a:gd name="csX1115" fmla="*/ 132602 w 2180199"/>
                <a:gd name="csY1115" fmla="*/ 605626 h 1796578"/>
                <a:gd name="csX1116" fmla="*/ 125313 w 2180199"/>
                <a:gd name="csY1116" fmla="*/ 608905 h 1796578"/>
                <a:gd name="csX1117" fmla="*/ 115467 w 2180199"/>
                <a:gd name="csY1117" fmla="*/ 610777 h 1796578"/>
                <a:gd name="csX1118" fmla="*/ 110628 w 2180199"/>
                <a:gd name="csY1118" fmla="*/ 610556 h 1796578"/>
                <a:gd name="csX1119" fmla="*/ 105591 w 2180199"/>
                <a:gd name="csY1119" fmla="*/ 606737 h 1796578"/>
                <a:gd name="csX1120" fmla="*/ 105629 w 2180199"/>
                <a:gd name="csY1120" fmla="*/ 604515 h 1796578"/>
                <a:gd name="csX1121" fmla="*/ 105835 w 2180199"/>
                <a:gd name="csY1121" fmla="*/ 602590 h 1796578"/>
                <a:gd name="csX1122" fmla="*/ 98599 w 2180199"/>
                <a:gd name="csY1122" fmla="*/ 595963 h 1796578"/>
                <a:gd name="csX1123" fmla="*/ 94506 w 2180199"/>
                <a:gd name="csY1123" fmla="*/ 589329 h 1796578"/>
                <a:gd name="csX1124" fmla="*/ 91561 w 2180199"/>
                <a:gd name="csY1124" fmla="*/ 589184 h 1796578"/>
                <a:gd name="csX1125" fmla="*/ 89005 w 2180199"/>
                <a:gd name="csY1125" fmla="*/ 587411 h 1796578"/>
                <a:gd name="csX1126" fmla="*/ 85984 w 2180199"/>
                <a:gd name="csY1126" fmla="*/ 584649 h 1796578"/>
                <a:gd name="csX1127" fmla="*/ 86250 w 2180199"/>
                <a:gd name="csY1127" fmla="*/ 582420 h 1796578"/>
                <a:gd name="csX1128" fmla="*/ 86730 w 2180199"/>
                <a:gd name="csY1128" fmla="*/ 580845 h 1796578"/>
                <a:gd name="csX1129" fmla="*/ 84873 w 2180199"/>
                <a:gd name="csY1129" fmla="*/ 579742 h 1796578"/>
                <a:gd name="csX1130" fmla="*/ 82499 w 2180199"/>
                <a:gd name="csY1130" fmla="*/ 579848 h 1796578"/>
                <a:gd name="csX1131" fmla="*/ 79737 w 2180199"/>
                <a:gd name="csY1131" fmla="*/ 579087 h 1796578"/>
                <a:gd name="csX1132" fmla="*/ 86950 w 2180199"/>
                <a:gd name="csY1132" fmla="*/ 570444 h 1796578"/>
                <a:gd name="csX1133" fmla="*/ 89431 w 2180199"/>
                <a:gd name="csY1133" fmla="*/ 564624 h 1796578"/>
                <a:gd name="csX1134" fmla="*/ 91455 w 2180199"/>
                <a:gd name="csY1134" fmla="*/ 563794 h 1796578"/>
                <a:gd name="csX1135" fmla="*/ 94080 w 2180199"/>
                <a:gd name="csY1135" fmla="*/ 564692 h 1796578"/>
                <a:gd name="csX1136" fmla="*/ 97701 w 2180199"/>
                <a:gd name="csY1136" fmla="*/ 566990 h 1796578"/>
                <a:gd name="csX1137" fmla="*/ 100752 w 2180199"/>
                <a:gd name="csY1137" fmla="*/ 568002 h 1796578"/>
                <a:gd name="csX1138" fmla="*/ 101856 w 2180199"/>
                <a:gd name="csY1138" fmla="*/ 569082 h 1796578"/>
                <a:gd name="csX1139" fmla="*/ 102982 w 2180199"/>
                <a:gd name="csY1139" fmla="*/ 571114 h 1796578"/>
                <a:gd name="csX1140" fmla="*/ 101795 w 2180199"/>
                <a:gd name="csY1140" fmla="*/ 574515 h 1796578"/>
                <a:gd name="csX1141" fmla="*/ 100707 w 2180199"/>
                <a:gd name="csY1141" fmla="*/ 576896 h 1796578"/>
                <a:gd name="csX1142" fmla="*/ 102046 w 2180199"/>
                <a:gd name="csY1142" fmla="*/ 576257 h 1796578"/>
                <a:gd name="csX1143" fmla="*/ 105842 w 2180199"/>
                <a:gd name="csY1143" fmla="*/ 572567 h 1796578"/>
                <a:gd name="csX1144" fmla="*/ 108673 w 2180199"/>
                <a:gd name="csY1144" fmla="*/ 569318 h 1796578"/>
                <a:gd name="csX1145" fmla="*/ 110027 w 2180199"/>
                <a:gd name="csY1145" fmla="*/ 569653 h 1796578"/>
                <a:gd name="csX1146" fmla="*/ 110910 w 2180199"/>
                <a:gd name="csY1146" fmla="*/ 570224 h 1796578"/>
                <a:gd name="csX1147" fmla="*/ 112485 w 2180199"/>
                <a:gd name="csY1147" fmla="*/ 573571 h 1796578"/>
                <a:gd name="csX1148" fmla="*/ 114433 w 2180199"/>
                <a:gd name="csY1148" fmla="*/ 576972 h 1796578"/>
                <a:gd name="csX1149" fmla="*/ 118731 w 2180199"/>
                <a:gd name="csY1149" fmla="*/ 573731 h 1796578"/>
                <a:gd name="csX1150" fmla="*/ 121029 w 2180199"/>
                <a:gd name="csY1150" fmla="*/ 569683 h 1796578"/>
                <a:gd name="csX1151" fmla="*/ 119089 w 2180199"/>
                <a:gd name="csY1151" fmla="*/ 567910 h 1796578"/>
                <a:gd name="csX1152" fmla="*/ 116715 w 2180199"/>
                <a:gd name="csY1152" fmla="*/ 566853 h 1796578"/>
                <a:gd name="csX1153" fmla="*/ 110659 w 2180199"/>
                <a:gd name="csY1153" fmla="*/ 565476 h 1796578"/>
                <a:gd name="csX1154" fmla="*/ 112135 w 2180199"/>
                <a:gd name="csY1154" fmla="*/ 564312 h 1796578"/>
                <a:gd name="csX1155" fmla="*/ 116023 w 2180199"/>
                <a:gd name="csY1155" fmla="*/ 564441 h 1796578"/>
                <a:gd name="csX1156" fmla="*/ 117484 w 2180199"/>
                <a:gd name="csY1156" fmla="*/ 563330 h 1796578"/>
                <a:gd name="csX1157" fmla="*/ 115947 w 2180199"/>
                <a:gd name="csY1157" fmla="*/ 561786 h 1796578"/>
                <a:gd name="csX1158" fmla="*/ 114022 w 2180199"/>
                <a:gd name="csY1158" fmla="*/ 560401 h 1796578"/>
                <a:gd name="csX1159" fmla="*/ 108779 w 2180199"/>
                <a:gd name="csY1159" fmla="*/ 565004 h 1796578"/>
                <a:gd name="csX1160" fmla="*/ 99238 w 2180199"/>
                <a:gd name="csY1160" fmla="*/ 564776 h 1796578"/>
                <a:gd name="csX1161" fmla="*/ 92573 w 2180199"/>
                <a:gd name="csY1161" fmla="*/ 562082 h 1796578"/>
                <a:gd name="csX1162" fmla="*/ 85916 w 2180199"/>
                <a:gd name="csY1162" fmla="*/ 562554 h 1796578"/>
                <a:gd name="csX1163" fmla="*/ 84866 w 2180199"/>
                <a:gd name="csY1163" fmla="*/ 562021 h 1796578"/>
                <a:gd name="csX1164" fmla="*/ 83572 w 2180199"/>
                <a:gd name="csY1164" fmla="*/ 560583 h 1796578"/>
                <a:gd name="csX1165" fmla="*/ 87323 w 2180199"/>
                <a:gd name="csY1165" fmla="*/ 557152 h 1796578"/>
                <a:gd name="csX1166" fmla="*/ 89979 w 2180199"/>
                <a:gd name="csY1166" fmla="*/ 555250 h 1796578"/>
                <a:gd name="csX1167" fmla="*/ 90123 w 2180199"/>
                <a:gd name="csY1167" fmla="*/ 554147 h 1796578"/>
                <a:gd name="csX1168" fmla="*/ 88579 w 2180199"/>
                <a:gd name="csY1168" fmla="*/ 554010 h 1796578"/>
                <a:gd name="csX1169" fmla="*/ 85680 w 2180199"/>
                <a:gd name="csY1169" fmla="*/ 554923 h 1796578"/>
                <a:gd name="csX1170" fmla="*/ 84386 w 2180199"/>
                <a:gd name="csY1170" fmla="*/ 553340 h 1796578"/>
                <a:gd name="csX1171" fmla="*/ 84599 w 2180199"/>
                <a:gd name="csY1171" fmla="*/ 550586 h 1796578"/>
                <a:gd name="csX1172" fmla="*/ 84120 w 2180199"/>
                <a:gd name="csY1172" fmla="*/ 550837 h 1796578"/>
                <a:gd name="csX1173" fmla="*/ 82971 w 2180199"/>
                <a:gd name="csY1173" fmla="*/ 552343 h 1796578"/>
                <a:gd name="csX1174" fmla="*/ 81350 w 2180199"/>
                <a:gd name="csY1174" fmla="*/ 551598 h 1796578"/>
                <a:gd name="csX1175" fmla="*/ 79943 w 2180199"/>
                <a:gd name="csY1175" fmla="*/ 550304 h 1796578"/>
                <a:gd name="csX1176" fmla="*/ 80673 w 2180199"/>
                <a:gd name="csY1176" fmla="*/ 548980 h 1796578"/>
                <a:gd name="csX1177" fmla="*/ 82104 w 2180199"/>
                <a:gd name="csY1177" fmla="*/ 547154 h 1796578"/>
                <a:gd name="csX1178" fmla="*/ 81472 w 2180199"/>
                <a:gd name="csY1178" fmla="*/ 546880 h 1796578"/>
                <a:gd name="csX1179" fmla="*/ 80194 w 2180199"/>
                <a:gd name="csY1179" fmla="*/ 547268 h 1796578"/>
                <a:gd name="csX1180" fmla="*/ 78946 w 2180199"/>
                <a:gd name="csY1180" fmla="*/ 549650 h 1796578"/>
                <a:gd name="csX1181" fmla="*/ 79220 w 2180199"/>
                <a:gd name="csY1181" fmla="*/ 551575 h 1796578"/>
                <a:gd name="csX1182" fmla="*/ 79190 w 2180199"/>
                <a:gd name="csY1182" fmla="*/ 554337 h 1796578"/>
                <a:gd name="csX1183" fmla="*/ 77059 w 2180199"/>
                <a:gd name="csY1183" fmla="*/ 554839 h 1796578"/>
                <a:gd name="csX1184" fmla="*/ 75233 w 2180199"/>
                <a:gd name="csY1184" fmla="*/ 554512 h 1796578"/>
                <a:gd name="csX1185" fmla="*/ 73917 w 2180199"/>
                <a:gd name="csY1185" fmla="*/ 551735 h 1796578"/>
                <a:gd name="csX1186" fmla="*/ 72555 w 2180199"/>
                <a:gd name="csY1186" fmla="*/ 545770 h 1796578"/>
                <a:gd name="csX1187" fmla="*/ 68873 w 2180199"/>
                <a:gd name="csY1187" fmla="*/ 544179 h 1796578"/>
                <a:gd name="csX1188" fmla="*/ 67967 w 2180199"/>
                <a:gd name="csY1188" fmla="*/ 541151 h 1796578"/>
                <a:gd name="csX1189" fmla="*/ 70296 w 2180199"/>
                <a:gd name="csY1189" fmla="*/ 537248 h 1796578"/>
                <a:gd name="csX1190" fmla="*/ 69268 w 2180199"/>
                <a:gd name="csY1190" fmla="*/ 535232 h 1796578"/>
                <a:gd name="csX1191" fmla="*/ 66788 w 2180199"/>
                <a:gd name="csY1191" fmla="*/ 534577 h 1796578"/>
                <a:gd name="csX1192" fmla="*/ 63958 w 2180199"/>
                <a:gd name="csY1192" fmla="*/ 536548 h 1796578"/>
                <a:gd name="csX1193" fmla="*/ 62702 w 2180199"/>
                <a:gd name="csY1193" fmla="*/ 534798 h 1796578"/>
                <a:gd name="csX1194" fmla="*/ 62474 w 2180199"/>
                <a:gd name="csY1194" fmla="*/ 532873 h 1796578"/>
                <a:gd name="csX1195" fmla="*/ 62375 w 2180199"/>
                <a:gd name="csY1195" fmla="*/ 530104 h 1796578"/>
                <a:gd name="csX1196" fmla="*/ 63166 w 2180199"/>
                <a:gd name="csY1196" fmla="*/ 529807 h 1796578"/>
                <a:gd name="csX1197" fmla="*/ 63821 w 2180199"/>
                <a:gd name="csY1197" fmla="*/ 530355 h 1796578"/>
                <a:gd name="csX1198" fmla="*/ 69504 w 2180199"/>
                <a:gd name="csY1198" fmla="*/ 528818 h 1796578"/>
                <a:gd name="csX1199" fmla="*/ 70052 w 2180199"/>
                <a:gd name="csY1199" fmla="*/ 528064 h 1796578"/>
                <a:gd name="csX1200" fmla="*/ 65548 w 2180199"/>
                <a:gd name="csY1200" fmla="*/ 525713 h 1796578"/>
                <a:gd name="csX1201" fmla="*/ 64292 w 2180199"/>
                <a:gd name="csY1201" fmla="*/ 523241 h 1796578"/>
                <a:gd name="csX1202" fmla="*/ 66157 w 2180199"/>
                <a:gd name="csY1202" fmla="*/ 521833 h 1796578"/>
                <a:gd name="csX1203" fmla="*/ 69520 w 2180199"/>
                <a:gd name="csY1203" fmla="*/ 521711 h 1796578"/>
                <a:gd name="csX1204" fmla="*/ 74236 w 2180199"/>
                <a:gd name="csY1204" fmla="*/ 520243 h 1796578"/>
                <a:gd name="csX1205" fmla="*/ 72251 w 2180199"/>
                <a:gd name="csY1205" fmla="*/ 517610 h 1796578"/>
                <a:gd name="csX1206" fmla="*/ 71833 w 2180199"/>
                <a:gd name="csY1206" fmla="*/ 516165 h 1796578"/>
                <a:gd name="csX1207" fmla="*/ 71437 w 2180199"/>
                <a:gd name="csY1207" fmla="*/ 513791 h 1796578"/>
                <a:gd name="csX1208" fmla="*/ 72221 w 2180199"/>
                <a:gd name="csY1208" fmla="*/ 509751 h 1796578"/>
                <a:gd name="csX1209" fmla="*/ 77767 w 2180199"/>
                <a:gd name="csY1209" fmla="*/ 500445 h 1796578"/>
                <a:gd name="csX1210" fmla="*/ 83169 w 2180199"/>
                <a:gd name="csY1210" fmla="*/ 492639 h 1796578"/>
                <a:gd name="csX1211" fmla="*/ 84850 w 2180199"/>
                <a:gd name="csY1211" fmla="*/ 490836 h 1796578"/>
                <a:gd name="csX1212" fmla="*/ 87323 w 2180199"/>
                <a:gd name="csY1212" fmla="*/ 489862 h 1796578"/>
                <a:gd name="csX1213" fmla="*/ 89629 w 2180199"/>
                <a:gd name="csY1213" fmla="*/ 490615 h 1796578"/>
                <a:gd name="csX1214" fmla="*/ 92033 w 2180199"/>
                <a:gd name="csY1214" fmla="*/ 492297 h 1796578"/>
                <a:gd name="csX1215" fmla="*/ 92489 w 2180199"/>
                <a:gd name="csY1215" fmla="*/ 491574 h 1796578"/>
                <a:gd name="csX1216" fmla="*/ 91675 w 2180199"/>
                <a:gd name="csY1216" fmla="*/ 490889 h 1796578"/>
                <a:gd name="csX1217" fmla="*/ 90648 w 2180199"/>
                <a:gd name="csY1217" fmla="*/ 487678 h 1796578"/>
                <a:gd name="csX1218" fmla="*/ 93988 w 2180199"/>
                <a:gd name="csY1218" fmla="*/ 486415 h 1796578"/>
                <a:gd name="csX1219" fmla="*/ 95944 w 2180199"/>
                <a:gd name="csY1219" fmla="*/ 482778 h 1796578"/>
                <a:gd name="csX1220" fmla="*/ 96088 w 2180199"/>
                <a:gd name="csY1220" fmla="*/ 481721 h 1796578"/>
                <a:gd name="csX1221" fmla="*/ 93965 w 2180199"/>
                <a:gd name="csY1221" fmla="*/ 483235 h 1796578"/>
                <a:gd name="csX1222" fmla="*/ 91751 w 2180199"/>
                <a:gd name="csY1222" fmla="*/ 485723 h 1796578"/>
                <a:gd name="csX1223" fmla="*/ 91196 w 2180199"/>
                <a:gd name="csY1223" fmla="*/ 483220 h 1796578"/>
                <a:gd name="csX1224" fmla="*/ 90625 w 2180199"/>
                <a:gd name="csY1224" fmla="*/ 477452 h 1796578"/>
                <a:gd name="csX1225" fmla="*/ 91599 w 2180199"/>
                <a:gd name="csY1225" fmla="*/ 471982 h 1796578"/>
                <a:gd name="csX1226" fmla="*/ 92360 w 2180199"/>
                <a:gd name="csY1226" fmla="*/ 469517 h 1796578"/>
                <a:gd name="csX1227" fmla="*/ 94209 w 2180199"/>
                <a:gd name="csY1227" fmla="*/ 467173 h 1796578"/>
                <a:gd name="csX1228" fmla="*/ 99535 w 2180199"/>
                <a:gd name="csY1228" fmla="*/ 466230 h 1796578"/>
                <a:gd name="csX1229" fmla="*/ 100478 w 2180199"/>
                <a:gd name="csY1229" fmla="*/ 466701 h 1796578"/>
                <a:gd name="csX1230" fmla="*/ 100669 w 2180199"/>
                <a:gd name="csY1230" fmla="*/ 465591 h 1796578"/>
                <a:gd name="csX1231" fmla="*/ 97465 w 2180199"/>
                <a:gd name="csY1231" fmla="*/ 462121 h 1796578"/>
                <a:gd name="csX1232" fmla="*/ 98782 w 2180199"/>
                <a:gd name="csY1232" fmla="*/ 459405 h 1796578"/>
                <a:gd name="csX1233" fmla="*/ 99938 w 2180199"/>
                <a:gd name="csY1233" fmla="*/ 457990 h 1796578"/>
                <a:gd name="csX1234" fmla="*/ 106375 w 2180199"/>
                <a:gd name="csY1234" fmla="*/ 455783 h 1796578"/>
                <a:gd name="csX1235" fmla="*/ 109890 w 2180199"/>
                <a:gd name="csY1235" fmla="*/ 456468 h 1796578"/>
                <a:gd name="csX1236" fmla="*/ 114303 w 2180199"/>
                <a:gd name="csY1236" fmla="*/ 459040 h 1796578"/>
                <a:gd name="csX1237" fmla="*/ 116867 w 2180199"/>
                <a:gd name="csY1237" fmla="*/ 462235 h 1796578"/>
                <a:gd name="csX1238" fmla="*/ 116494 w 2180199"/>
                <a:gd name="csY1238" fmla="*/ 463871 h 1796578"/>
                <a:gd name="csX1239" fmla="*/ 115863 w 2180199"/>
                <a:gd name="csY1239" fmla="*/ 464822 h 1796578"/>
                <a:gd name="csX1240" fmla="*/ 114539 w 2180199"/>
                <a:gd name="csY1240" fmla="*/ 465880 h 1796578"/>
                <a:gd name="csX1241" fmla="*/ 114044 w 2180199"/>
                <a:gd name="csY1241" fmla="*/ 466701 h 1796578"/>
                <a:gd name="csX1242" fmla="*/ 114280 w 2180199"/>
                <a:gd name="csY1242" fmla="*/ 467356 h 1796578"/>
                <a:gd name="csX1243" fmla="*/ 116175 w 2180199"/>
                <a:gd name="csY1243" fmla="*/ 465454 h 1796578"/>
                <a:gd name="csX1244" fmla="*/ 119272 w 2180199"/>
                <a:gd name="csY1244" fmla="*/ 463141 h 1796578"/>
                <a:gd name="csX1245" fmla="*/ 121006 w 2180199"/>
                <a:gd name="csY1245" fmla="*/ 464145 h 1796578"/>
                <a:gd name="csX1246" fmla="*/ 122376 w 2180199"/>
                <a:gd name="csY1246" fmla="*/ 465971 h 1796578"/>
                <a:gd name="csX1247" fmla="*/ 123890 w 2180199"/>
                <a:gd name="csY1247" fmla="*/ 465941 h 1796578"/>
                <a:gd name="csX1248" fmla="*/ 128706 w 2180199"/>
                <a:gd name="csY1248" fmla="*/ 464373 h 1796578"/>
                <a:gd name="csX1249" fmla="*/ 131149 w 2180199"/>
                <a:gd name="csY1249" fmla="*/ 462715 h 1796578"/>
                <a:gd name="csX1250" fmla="*/ 134139 w 2180199"/>
                <a:gd name="csY1250" fmla="*/ 458385 h 1796578"/>
                <a:gd name="csX1251" fmla="*/ 138110 w 2180199"/>
                <a:gd name="csY1251" fmla="*/ 455585 h 1796578"/>
                <a:gd name="csX1252" fmla="*/ 143703 w 2180199"/>
                <a:gd name="csY1252" fmla="*/ 446699 h 1796578"/>
                <a:gd name="csX1253" fmla="*/ 145346 w 2180199"/>
                <a:gd name="csY1253" fmla="*/ 443039 h 1796578"/>
                <a:gd name="csX1254" fmla="*/ 147256 w 2180199"/>
                <a:gd name="csY1254" fmla="*/ 442476 h 1796578"/>
                <a:gd name="csX1255" fmla="*/ 148983 w 2180199"/>
                <a:gd name="csY1255" fmla="*/ 442795 h 1796578"/>
                <a:gd name="csX1256" fmla="*/ 150185 w 2180199"/>
                <a:gd name="csY1256" fmla="*/ 445801 h 1796578"/>
                <a:gd name="csX1257" fmla="*/ 151943 w 2180199"/>
                <a:gd name="csY1257" fmla="*/ 446676 h 1796578"/>
                <a:gd name="csX1258" fmla="*/ 161948 w 2180199"/>
                <a:gd name="csY1258" fmla="*/ 445945 h 1796578"/>
                <a:gd name="csX1259" fmla="*/ 167061 w 2180199"/>
                <a:gd name="csY1259" fmla="*/ 444568 h 1796578"/>
                <a:gd name="csX1260" fmla="*/ 170614 w 2180199"/>
                <a:gd name="csY1260" fmla="*/ 441654 h 1796578"/>
                <a:gd name="csX1261" fmla="*/ 174312 w 2180199"/>
                <a:gd name="csY1261" fmla="*/ 436731 h 1796578"/>
                <a:gd name="csX1262" fmla="*/ 176450 w 2180199"/>
                <a:gd name="csY1262" fmla="*/ 433422 h 1796578"/>
                <a:gd name="csX1263" fmla="*/ 177477 w 2180199"/>
                <a:gd name="csY1263" fmla="*/ 429100 h 1796578"/>
                <a:gd name="csX1264" fmla="*/ 176153 w 2180199"/>
                <a:gd name="csY1264" fmla="*/ 423485 h 1796578"/>
                <a:gd name="csX1265" fmla="*/ 174799 w 2180199"/>
                <a:gd name="csY1265" fmla="*/ 418806 h 1796578"/>
                <a:gd name="csX1266" fmla="*/ 173018 w 2180199"/>
                <a:gd name="csY1266" fmla="*/ 408047 h 1796578"/>
                <a:gd name="csX1267" fmla="*/ 168050 w 2180199"/>
                <a:gd name="csY1267" fmla="*/ 400895 h 1796578"/>
                <a:gd name="csX1268" fmla="*/ 164520 w 2180199"/>
                <a:gd name="csY1268" fmla="*/ 398749 h 1796578"/>
                <a:gd name="csX1269" fmla="*/ 162275 w 2180199"/>
                <a:gd name="csY1269" fmla="*/ 399054 h 1796578"/>
                <a:gd name="csX1270" fmla="*/ 163896 w 2180199"/>
                <a:gd name="csY1270" fmla="*/ 394466 h 1796578"/>
                <a:gd name="csX1271" fmla="*/ 168628 w 2180199"/>
                <a:gd name="csY1271" fmla="*/ 394960 h 1796578"/>
                <a:gd name="csX1272" fmla="*/ 171710 w 2180199"/>
                <a:gd name="csY1272" fmla="*/ 394063 h 1796578"/>
                <a:gd name="csX1273" fmla="*/ 174205 w 2180199"/>
                <a:gd name="csY1273" fmla="*/ 391848 h 1796578"/>
                <a:gd name="csX1274" fmla="*/ 175020 w 2180199"/>
                <a:gd name="csY1274" fmla="*/ 390167 h 1796578"/>
                <a:gd name="csX1275" fmla="*/ 176252 w 2180199"/>
                <a:gd name="csY1275" fmla="*/ 386728 h 1796578"/>
                <a:gd name="csX1276" fmla="*/ 175826 w 2180199"/>
                <a:gd name="csY1276" fmla="*/ 383053 h 1796578"/>
                <a:gd name="csX1277" fmla="*/ 175164 w 2180199"/>
                <a:gd name="csY1277" fmla="*/ 381052 h 1796578"/>
                <a:gd name="csX1278" fmla="*/ 173445 w 2180199"/>
                <a:gd name="csY1278" fmla="*/ 378845 h 1796578"/>
                <a:gd name="csX1279" fmla="*/ 171398 w 2180199"/>
                <a:gd name="csY1279" fmla="*/ 375612 h 1796578"/>
                <a:gd name="csX1280" fmla="*/ 169967 w 2180199"/>
                <a:gd name="csY1280" fmla="*/ 374531 h 1796578"/>
                <a:gd name="csX1281" fmla="*/ 168758 w 2180199"/>
                <a:gd name="csY1281" fmla="*/ 374600 h 1796578"/>
                <a:gd name="csX1282" fmla="*/ 162793 w 2180199"/>
                <a:gd name="csY1282" fmla="*/ 381090 h 1796578"/>
                <a:gd name="csX1283" fmla="*/ 159209 w 2180199"/>
                <a:gd name="csY1283" fmla="*/ 381212 h 1796578"/>
                <a:gd name="csX1284" fmla="*/ 156531 w 2180199"/>
                <a:gd name="csY1284" fmla="*/ 380025 h 1796578"/>
                <a:gd name="csX1285" fmla="*/ 154202 w 2180199"/>
                <a:gd name="csY1285" fmla="*/ 383707 h 1796578"/>
                <a:gd name="csX1286" fmla="*/ 147712 w 2180199"/>
                <a:gd name="csY1286" fmla="*/ 386933 h 1796578"/>
                <a:gd name="csX1287" fmla="*/ 144243 w 2180199"/>
                <a:gd name="csY1287" fmla="*/ 390182 h 1796578"/>
                <a:gd name="csX1288" fmla="*/ 137814 w 2180199"/>
                <a:gd name="csY1288" fmla="*/ 398217 h 1796578"/>
                <a:gd name="csX1289" fmla="*/ 136208 w 2180199"/>
                <a:gd name="csY1289" fmla="*/ 401839 h 1796578"/>
                <a:gd name="csX1290" fmla="*/ 134154 w 2180199"/>
                <a:gd name="csY1290" fmla="*/ 401998 h 1796578"/>
                <a:gd name="csX1291" fmla="*/ 132670 w 2180199"/>
                <a:gd name="csY1291" fmla="*/ 394968 h 1796578"/>
                <a:gd name="csX1292" fmla="*/ 125678 w 2180199"/>
                <a:gd name="csY1292" fmla="*/ 388227 h 1796578"/>
                <a:gd name="csX1293" fmla="*/ 123563 w 2180199"/>
                <a:gd name="csY1293" fmla="*/ 390525 h 1796578"/>
                <a:gd name="csX1294" fmla="*/ 124727 w 2180199"/>
                <a:gd name="csY1294" fmla="*/ 392640 h 1796578"/>
                <a:gd name="csX1295" fmla="*/ 126309 w 2180199"/>
                <a:gd name="csY1295" fmla="*/ 394146 h 1796578"/>
                <a:gd name="csX1296" fmla="*/ 128919 w 2180199"/>
                <a:gd name="csY1296" fmla="*/ 394801 h 1796578"/>
                <a:gd name="csX1297" fmla="*/ 127793 w 2180199"/>
                <a:gd name="csY1297" fmla="*/ 396840 h 1796578"/>
                <a:gd name="csX1298" fmla="*/ 126941 w 2180199"/>
                <a:gd name="csY1298" fmla="*/ 399548 h 1796578"/>
                <a:gd name="csX1299" fmla="*/ 124324 w 2180199"/>
                <a:gd name="csY1299" fmla="*/ 397007 h 1796578"/>
                <a:gd name="csX1300" fmla="*/ 119644 w 2180199"/>
                <a:gd name="csY1300" fmla="*/ 393309 h 1796578"/>
                <a:gd name="csX1301" fmla="*/ 114798 w 2180199"/>
                <a:gd name="csY1301" fmla="*/ 391399 h 1796578"/>
                <a:gd name="csX1302" fmla="*/ 102183 w 2180199"/>
                <a:gd name="csY1302" fmla="*/ 391613 h 1796578"/>
                <a:gd name="csX1303" fmla="*/ 93905 w 2180199"/>
                <a:gd name="csY1303" fmla="*/ 395409 h 1796578"/>
                <a:gd name="csX1304" fmla="*/ 93144 w 2180199"/>
                <a:gd name="csY1304" fmla="*/ 394618 h 1796578"/>
                <a:gd name="csX1305" fmla="*/ 92345 w 2180199"/>
                <a:gd name="csY1305" fmla="*/ 394306 h 1796578"/>
                <a:gd name="csX1306" fmla="*/ 90960 w 2180199"/>
                <a:gd name="csY1306" fmla="*/ 395211 h 1796578"/>
                <a:gd name="csX1307" fmla="*/ 90367 w 2180199"/>
                <a:gd name="csY1307" fmla="*/ 396756 h 1796578"/>
                <a:gd name="csX1308" fmla="*/ 89461 w 2180199"/>
                <a:gd name="csY1308" fmla="*/ 397722 h 1796578"/>
                <a:gd name="csX1309" fmla="*/ 87772 w 2180199"/>
                <a:gd name="csY1309" fmla="*/ 398065 h 1796578"/>
                <a:gd name="csX1310" fmla="*/ 84363 w 2180199"/>
                <a:gd name="csY1310" fmla="*/ 397494 h 1796578"/>
                <a:gd name="csX1311" fmla="*/ 77790 w 2180199"/>
                <a:gd name="csY1311" fmla="*/ 395135 h 1796578"/>
                <a:gd name="csX1312" fmla="*/ 62915 w 2180199"/>
                <a:gd name="csY1312" fmla="*/ 391666 h 1796578"/>
                <a:gd name="csX1313" fmla="*/ 59020 w 2180199"/>
                <a:gd name="csY1313" fmla="*/ 389528 h 1796578"/>
                <a:gd name="csX1314" fmla="*/ 55687 w 2180199"/>
                <a:gd name="csY1314" fmla="*/ 384423 h 1796578"/>
                <a:gd name="csX1315" fmla="*/ 55756 w 2180199"/>
                <a:gd name="csY1315" fmla="*/ 380945 h 1796578"/>
                <a:gd name="csX1316" fmla="*/ 57239 w 2180199"/>
                <a:gd name="csY1316" fmla="*/ 379469 h 1796578"/>
                <a:gd name="csX1317" fmla="*/ 57095 w 2180199"/>
                <a:gd name="csY1317" fmla="*/ 374471 h 1796578"/>
                <a:gd name="csX1318" fmla="*/ 54203 w 2180199"/>
                <a:gd name="csY1318" fmla="*/ 373139 h 1796578"/>
                <a:gd name="csX1319" fmla="*/ 48307 w 2180199"/>
                <a:gd name="csY1319" fmla="*/ 365911 h 1796578"/>
                <a:gd name="csX1320" fmla="*/ 46138 w 2180199"/>
                <a:gd name="csY1320" fmla="*/ 362822 h 1796578"/>
                <a:gd name="csX1321" fmla="*/ 46610 w 2180199"/>
                <a:gd name="csY1321" fmla="*/ 362479 h 1796578"/>
                <a:gd name="csX1322" fmla="*/ 47668 w 2180199"/>
                <a:gd name="csY1322" fmla="*/ 363316 h 1796578"/>
                <a:gd name="csX1323" fmla="*/ 49684 w 2180199"/>
                <a:gd name="csY1323" fmla="*/ 363948 h 1796578"/>
                <a:gd name="csX1324" fmla="*/ 54630 w 2180199"/>
                <a:gd name="csY1324" fmla="*/ 362944 h 1796578"/>
                <a:gd name="csX1325" fmla="*/ 56326 w 2180199"/>
                <a:gd name="csY1325" fmla="*/ 358234 h 1796578"/>
                <a:gd name="csX1326" fmla="*/ 59994 w 2180199"/>
                <a:gd name="csY1326" fmla="*/ 356887 h 1796578"/>
                <a:gd name="csX1327" fmla="*/ 63372 w 2180199"/>
                <a:gd name="csY1327" fmla="*/ 357549 h 1796578"/>
                <a:gd name="csX1328" fmla="*/ 62611 w 2180199"/>
                <a:gd name="csY1328" fmla="*/ 356271 h 1796578"/>
                <a:gd name="csX1329" fmla="*/ 61751 w 2180199"/>
                <a:gd name="csY1329" fmla="*/ 355267 h 1796578"/>
                <a:gd name="csX1330" fmla="*/ 52956 w 2180199"/>
                <a:gd name="csY1330" fmla="*/ 352855 h 1796578"/>
                <a:gd name="csX1331" fmla="*/ 51761 w 2180199"/>
                <a:gd name="csY1331" fmla="*/ 353593 h 1796578"/>
                <a:gd name="csX1332" fmla="*/ 35989 w 2180199"/>
                <a:gd name="csY1332" fmla="*/ 349301 h 1796578"/>
                <a:gd name="csX1333" fmla="*/ 23533 w 2180199"/>
                <a:gd name="csY1333" fmla="*/ 341815 h 1796578"/>
                <a:gd name="csX1334" fmla="*/ 22514 w 2180199"/>
                <a:gd name="csY1334" fmla="*/ 340377 h 1796578"/>
                <a:gd name="csX1335" fmla="*/ 21380 w 2180199"/>
                <a:gd name="csY1335" fmla="*/ 337166 h 1796578"/>
                <a:gd name="csX1336" fmla="*/ 23062 w 2180199"/>
                <a:gd name="csY1336" fmla="*/ 333985 h 1796578"/>
                <a:gd name="csX1337" fmla="*/ 24751 w 2180199"/>
                <a:gd name="csY1337" fmla="*/ 332479 h 1796578"/>
                <a:gd name="csX1338" fmla="*/ 24827 w 2180199"/>
                <a:gd name="csY1338" fmla="*/ 334229 h 1796578"/>
                <a:gd name="csX1339" fmla="*/ 25101 w 2180199"/>
                <a:gd name="csY1339" fmla="*/ 335948 h 1796578"/>
                <a:gd name="csX1340" fmla="*/ 32238 w 2180199"/>
                <a:gd name="csY1340" fmla="*/ 331954 h 1796578"/>
                <a:gd name="csX1341" fmla="*/ 35973 w 2180199"/>
                <a:gd name="csY1341" fmla="*/ 326696 h 1796578"/>
                <a:gd name="csX1342" fmla="*/ 43042 w 2180199"/>
                <a:gd name="csY1342" fmla="*/ 325768 h 1796578"/>
                <a:gd name="csX1343" fmla="*/ 44685 w 2180199"/>
                <a:gd name="csY1343" fmla="*/ 324315 h 1796578"/>
                <a:gd name="csX1344" fmla="*/ 46884 w 2180199"/>
                <a:gd name="csY1344" fmla="*/ 321477 h 1796578"/>
                <a:gd name="csX1345" fmla="*/ 50019 w 2180199"/>
                <a:gd name="csY1345" fmla="*/ 316615 h 1796578"/>
                <a:gd name="csX1346" fmla="*/ 54455 w 2180199"/>
                <a:gd name="csY1346" fmla="*/ 314051 h 1796578"/>
                <a:gd name="csX1347" fmla="*/ 57475 w 2180199"/>
                <a:gd name="csY1347" fmla="*/ 311746 h 1796578"/>
                <a:gd name="csX1348" fmla="*/ 61409 w 2180199"/>
                <a:gd name="csY1348" fmla="*/ 310376 h 1796578"/>
                <a:gd name="csX1349" fmla="*/ 64764 w 2180199"/>
                <a:gd name="csY1349" fmla="*/ 312651 h 1796578"/>
                <a:gd name="csX1350" fmla="*/ 65799 w 2180199"/>
                <a:gd name="csY1350" fmla="*/ 312963 h 1796578"/>
                <a:gd name="csX1351" fmla="*/ 71886 w 2180199"/>
                <a:gd name="csY1351" fmla="*/ 313427 h 1796578"/>
                <a:gd name="csX1352" fmla="*/ 73886 w 2180199"/>
                <a:gd name="csY1352" fmla="*/ 312445 h 1796578"/>
                <a:gd name="csX1353" fmla="*/ 74739 w 2180199"/>
                <a:gd name="csY1353" fmla="*/ 311715 h 1796578"/>
                <a:gd name="csX1354" fmla="*/ 75378 w 2180199"/>
                <a:gd name="csY1354" fmla="*/ 310559 h 1796578"/>
                <a:gd name="csX1355" fmla="*/ 69398 w 2180199"/>
                <a:gd name="csY1355" fmla="*/ 306435 h 1796578"/>
                <a:gd name="csX1356" fmla="*/ 70006 w 2180199"/>
                <a:gd name="csY1356" fmla="*/ 304137 h 1796578"/>
                <a:gd name="csX1357" fmla="*/ 70767 w 2180199"/>
                <a:gd name="csY1357" fmla="*/ 302516 h 1796578"/>
                <a:gd name="csX1358" fmla="*/ 77744 w 2180199"/>
                <a:gd name="csY1358" fmla="*/ 297685 h 1796578"/>
                <a:gd name="csX1359" fmla="*/ 83108 w 2180199"/>
                <a:gd name="csY1359" fmla="*/ 296087 h 1796578"/>
                <a:gd name="csX1360" fmla="*/ 85976 w 2180199"/>
                <a:gd name="csY1360" fmla="*/ 296201 h 1796578"/>
                <a:gd name="csX1361" fmla="*/ 94300 w 2180199"/>
                <a:gd name="csY1361" fmla="*/ 289932 h 1796578"/>
                <a:gd name="csX1362" fmla="*/ 98858 w 2180199"/>
                <a:gd name="csY1362" fmla="*/ 288136 h 1796578"/>
                <a:gd name="csX1363" fmla="*/ 107448 w 2180199"/>
                <a:gd name="csY1363" fmla="*/ 286942 h 1796578"/>
                <a:gd name="csX1364" fmla="*/ 114509 w 2180199"/>
                <a:gd name="csY1364" fmla="*/ 286630 h 1796578"/>
                <a:gd name="csX1365" fmla="*/ 116418 w 2180199"/>
                <a:gd name="csY1365" fmla="*/ 288874 h 1796578"/>
                <a:gd name="csX1366" fmla="*/ 112622 w 2180199"/>
                <a:gd name="csY1366" fmla="*/ 288402 h 1796578"/>
                <a:gd name="csX1367" fmla="*/ 110955 w 2180199"/>
                <a:gd name="csY1367" fmla="*/ 288813 h 1796578"/>
                <a:gd name="csX1368" fmla="*/ 112142 w 2180199"/>
                <a:gd name="csY1368" fmla="*/ 289582 h 1796578"/>
                <a:gd name="csX1369" fmla="*/ 113481 w 2180199"/>
                <a:gd name="csY1369" fmla="*/ 291218 h 1796578"/>
                <a:gd name="csX1370" fmla="*/ 113093 w 2180199"/>
                <a:gd name="csY1370" fmla="*/ 293280 h 1796578"/>
                <a:gd name="csX1371" fmla="*/ 110765 w 2180199"/>
                <a:gd name="csY1371" fmla="*/ 299374 h 1796578"/>
                <a:gd name="csX1372" fmla="*/ 110955 w 2180199"/>
                <a:gd name="csY1372" fmla="*/ 304236 h 1796578"/>
                <a:gd name="csX1373" fmla="*/ 109441 w 2180199"/>
                <a:gd name="csY1373" fmla="*/ 305811 h 1796578"/>
                <a:gd name="csX1374" fmla="*/ 107973 w 2180199"/>
                <a:gd name="csY1374" fmla="*/ 308025 h 1796578"/>
                <a:gd name="csX1375" fmla="*/ 115201 w 2180199"/>
                <a:gd name="csY1375" fmla="*/ 314972 h 1796578"/>
                <a:gd name="csX1376" fmla="*/ 126386 w 2180199"/>
                <a:gd name="csY1376" fmla="*/ 315413 h 1796578"/>
                <a:gd name="csX1377" fmla="*/ 132472 w 2180199"/>
                <a:gd name="csY1377" fmla="*/ 314157 h 1796578"/>
                <a:gd name="csX1378" fmla="*/ 135988 w 2180199"/>
                <a:gd name="csY1378" fmla="*/ 316227 h 1796578"/>
                <a:gd name="csX1379" fmla="*/ 138864 w 2180199"/>
                <a:gd name="csY1379" fmla="*/ 316699 h 1796578"/>
                <a:gd name="csX1380" fmla="*/ 146822 w 2180199"/>
                <a:gd name="csY1380" fmla="*/ 315634 h 1796578"/>
                <a:gd name="csX1381" fmla="*/ 152818 w 2180199"/>
                <a:gd name="csY1381" fmla="*/ 317110 h 1796578"/>
                <a:gd name="csX1382" fmla="*/ 155321 w 2180199"/>
                <a:gd name="csY1382" fmla="*/ 316547 h 1796578"/>
                <a:gd name="csX1383" fmla="*/ 160868 w 2180199"/>
                <a:gd name="csY1383" fmla="*/ 306161 h 1796578"/>
                <a:gd name="csX1384" fmla="*/ 163036 w 2180199"/>
                <a:gd name="csY1384" fmla="*/ 304525 h 1796578"/>
                <a:gd name="csX1385" fmla="*/ 165395 w 2180199"/>
                <a:gd name="csY1385" fmla="*/ 306336 h 1796578"/>
                <a:gd name="csX1386" fmla="*/ 168469 w 2180199"/>
                <a:gd name="csY1386" fmla="*/ 307804 h 1796578"/>
                <a:gd name="csX1387" fmla="*/ 170432 w 2180199"/>
                <a:gd name="csY1387" fmla="*/ 306739 h 1796578"/>
                <a:gd name="csX1388" fmla="*/ 172029 w 2180199"/>
                <a:gd name="csY1388" fmla="*/ 309425 h 1796578"/>
                <a:gd name="csX1389" fmla="*/ 171276 w 2180199"/>
                <a:gd name="csY1389" fmla="*/ 303825 h 1796578"/>
                <a:gd name="csX1390" fmla="*/ 170188 w 2180199"/>
                <a:gd name="csY1390" fmla="*/ 301717 h 1796578"/>
                <a:gd name="csX1391" fmla="*/ 161134 w 2180199"/>
                <a:gd name="csY1391" fmla="*/ 297845 h 1796578"/>
                <a:gd name="csX1392" fmla="*/ 155077 w 2180199"/>
                <a:gd name="csY1392" fmla="*/ 299770 h 1796578"/>
                <a:gd name="csX1393" fmla="*/ 153183 w 2180199"/>
                <a:gd name="csY1393" fmla="*/ 297586 h 1796578"/>
                <a:gd name="csX1394" fmla="*/ 153814 w 2180199"/>
                <a:gd name="csY1394" fmla="*/ 293249 h 1796578"/>
                <a:gd name="csX1395" fmla="*/ 147332 w 2180199"/>
                <a:gd name="csY1395" fmla="*/ 282506 h 1796578"/>
                <a:gd name="csX1396" fmla="*/ 144631 w 2180199"/>
                <a:gd name="csY1396" fmla="*/ 280315 h 1796578"/>
                <a:gd name="csX1397" fmla="*/ 141435 w 2180199"/>
                <a:gd name="csY1397" fmla="*/ 280208 h 1796578"/>
                <a:gd name="csX1398" fmla="*/ 139807 w 2180199"/>
                <a:gd name="csY1398" fmla="*/ 276449 h 1796578"/>
                <a:gd name="csX1399" fmla="*/ 138445 w 2180199"/>
                <a:gd name="csY1399" fmla="*/ 271610 h 1796578"/>
                <a:gd name="csX1400" fmla="*/ 141199 w 2180199"/>
                <a:gd name="csY1400" fmla="*/ 269624 h 1796578"/>
                <a:gd name="csX1401" fmla="*/ 143695 w 2180199"/>
                <a:gd name="csY1401" fmla="*/ 268727 h 1796578"/>
                <a:gd name="csX1402" fmla="*/ 146000 w 2180199"/>
                <a:gd name="csY1402" fmla="*/ 270294 h 1796578"/>
                <a:gd name="csX1403" fmla="*/ 148610 w 2180199"/>
                <a:gd name="csY1403" fmla="*/ 276655 h 1796578"/>
                <a:gd name="csX1404" fmla="*/ 151037 w 2180199"/>
                <a:gd name="csY1404" fmla="*/ 277591 h 1796578"/>
                <a:gd name="csX1405" fmla="*/ 150330 w 2180199"/>
                <a:gd name="csY1405" fmla="*/ 283898 h 1796578"/>
                <a:gd name="csX1406" fmla="*/ 153343 w 2180199"/>
                <a:gd name="csY1406" fmla="*/ 289688 h 1796578"/>
                <a:gd name="csX1407" fmla="*/ 160145 w 2180199"/>
                <a:gd name="csY1407" fmla="*/ 295045 h 1796578"/>
                <a:gd name="csX1408" fmla="*/ 165593 w 2180199"/>
                <a:gd name="csY1408" fmla="*/ 293074 h 1796578"/>
                <a:gd name="csX1409" fmla="*/ 169442 w 2180199"/>
                <a:gd name="csY1409" fmla="*/ 293135 h 1796578"/>
                <a:gd name="csX1410" fmla="*/ 171740 w 2180199"/>
                <a:gd name="csY1410" fmla="*/ 294261 h 1796578"/>
                <a:gd name="csX1411" fmla="*/ 177371 w 2180199"/>
                <a:gd name="csY1411" fmla="*/ 299054 h 1796578"/>
                <a:gd name="csX1412" fmla="*/ 180231 w 2180199"/>
                <a:gd name="csY1412" fmla="*/ 299656 h 1796578"/>
                <a:gd name="csX1413" fmla="*/ 189171 w 2180199"/>
                <a:gd name="csY1413" fmla="*/ 297145 h 1796578"/>
                <a:gd name="csX1414" fmla="*/ 189263 w 2180199"/>
                <a:gd name="csY1414" fmla="*/ 292427 h 1796578"/>
                <a:gd name="csX1415" fmla="*/ 188510 w 2180199"/>
                <a:gd name="csY1415" fmla="*/ 289004 h 1796578"/>
                <a:gd name="csX1416" fmla="*/ 186410 w 2180199"/>
                <a:gd name="csY1416" fmla="*/ 286850 h 1796578"/>
                <a:gd name="csX1417" fmla="*/ 180368 w 2180199"/>
                <a:gd name="csY1417" fmla="*/ 287254 h 1796578"/>
                <a:gd name="csX1418" fmla="*/ 175666 w 2180199"/>
                <a:gd name="csY1418" fmla="*/ 283708 h 1796578"/>
                <a:gd name="csX1419" fmla="*/ 171664 w 2180199"/>
                <a:gd name="csY1419" fmla="*/ 284682 h 1796578"/>
                <a:gd name="csX1420" fmla="*/ 164261 w 2180199"/>
                <a:gd name="csY1420" fmla="*/ 290107 h 1796578"/>
                <a:gd name="csX1421" fmla="*/ 160556 w 2180199"/>
                <a:gd name="csY1421" fmla="*/ 287976 h 1796578"/>
                <a:gd name="csX1422" fmla="*/ 158227 w 2180199"/>
                <a:gd name="csY1422" fmla="*/ 285078 h 1796578"/>
                <a:gd name="csX1423" fmla="*/ 154469 w 2180199"/>
                <a:gd name="csY1423" fmla="*/ 282125 h 1796578"/>
                <a:gd name="csX1424" fmla="*/ 153997 w 2180199"/>
                <a:gd name="csY1424" fmla="*/ 276526 h 1796578"/>
                <a:gd name="csX1425" fmla="*/ 157147 w 2180199"/>
                <a:gd name="csY1425" fmla="*/ 270073 h 1796578"/>
                <a:gd name="csX1426" fmla="*/ 159475 w 2180199"/>
                <a:gd name="csY1426" fmla="*/ 266992 h 1796578"/>
                <a:gd name="csX1427" fmla="*/ 157390 w 2180199"/>
                <a:gd name="csY1427" fmla="*/ 264740 h 1796578"/>
                <a:gd name="csX1428" fmla="*/ 152148 w 2180199"/>
                <a:gd name="csY1428" fmla="*/ 263157 h 1796578"/>
                <a:gd name="csX1429" fmla="*/ 143048 w 2180199"/>
                <a:gd name="csY1429" fmla="*/ 264778 h 1796578"/>
                <a:gd name="csX1430" fmla="*/ 142622 w 2180199"/>
                <a:gd name="csY1430" fmla="*/ 262564 h 1796578"/>
                <a:gd name="csX1431" fmla="*/ 142668 w 2180199"/>
                <a:gd name="csY1431" fmla="*/ 260175 h 1796578"/>
                <a:gd name="csX1432" fmla="*/ 138963 w 2180199"/>
                <a:gd name="csY1432" fmla="*/ 264854 h 1796578"/>
                <a:gd name="csX1433" fmla="*/ 135158 w 2180199"/>
                <a:gd name="csY1433" fmla="*/ 263872 h 1796578"/>
                <a:gd name="csX1434" fmla="*/ 130030 w 2180199"/>
                <a:gd name="csY1434" fmla="*/ 264375 h 1796578"/>
                <a:gd name="csX1435" fmla="*/ 118709 w 2180199"/>
                <a:gd name="csY1435" fmla="*/ 260251 h 1796578"/>
                <a:gd name="csX1436" fmla="*/ 114676 w 2180199"/>
                <a:gd name="csY1436" fmla="*/ 255145 h 1796578"/>
                <a:gd name="csX1437" fmla="*/ 112987 w 2180199"/>
                <a:gd name="csY1437" fmla="*/ 250991 h 1796578"/>
                <a:gd name="csX1438" fmla="*/ 109936 w 2180199"/>
                <a:gd name="csY1438" fmla="*/ 239533 h 1796578"/>
                <a:gd name="csX1439" fmla="*/ 106040 w 2180199"/>
                <a:gd name="csY1439" fmla="*/ 232320 h 1796578"/>
                <a:gd name="csX1440" fmla="*/ 79114 w 2180199"/>
                <a:gd name="csY1440" fmla="*/ 207508 h 1796578"/>
                <a:gd name="csX1441" fmla="*/ 66864 w 2180199"/>
                <a:gd name="csY1441" fmla="*/ 201201 h 1796578"/>
                <a:gd name="csX1442" fmla="*/ 60967 w 2180199"/>
                <a:gd name="csY1442" fmla="*/ 194186 h 1796578"/>
                <a:gd name="csX1443" fmla="*/ 57270 w 2180199"/>
                <a:gd name="csY1443" fmla="*/ 192451 h 1796578"/>
                <a:gd name="csX1444" fmla="*/ 53739 w 2180199"/>
                <a:gd name="csY1444" fmla="*/ 191743 h 1796578"/>
                <a:gd name="csX1445" fmla="*/ 49212 w 2180199"/>
                <a:gd name="csY1445" fmla="*/ 189468 h 1796578"/>
                <a:gd name="csX1446" fmla="*/ 52256 w 2180199"/>
                <a:gd name="csY1446" fmla="*/ 186668 h 1796578"/>
                <a:gd name="csX1447" fmla="*/ 54348 w 2180199"/>
                <a:gd name="csY1447" fmla="*/ 185717 h 1796578"/>
                <a:gd name="csX1448" fmla="*/ 52172 w 2180199"/>
                <a:gd name="csY1448" fmla="*/ 188647 h 1796578"/>
                <a:gd name="csX1449" fmla="*/ 53823 w 2180199"/>
                <a:gd name="csY1449" fmla="*/ 189385 h 1796578"/>
                <a:gd name="csX1450" fmla="*/ 56456 w 2180199"/>
                <a:gd name="csY1450" fmla="*/ 187696 h 1796578"/>
                <a:gd name="csX1451" fmla="*/ 57878 w 2180199"/>
                <a:gd name="csY1451" fmla="*/ 185672 h 1796578"/>
                <a:gd name="csX1452" fmla="*/ 59963 w 2180199"/>
                <a:gd name="csY1452" fmla="*/ 177051 h 1796578"/>
                <a:gd name="csX1453" fmla="*/ 62116 w 2180199"/>
                <a:gd name="csY1453" fmla="*/ 163904 h 1796578"/>
                <a:gd name="csX1454" fmla="*/ 61538 w 2180199"/>
                <a:gd name="csY1454" fmla="*/ 158692 h 1796578"/>
                <a:gd name="csX1455" fmla="*/ 76473 w 2180199"/>
                <a:gd name="csY1455" fmla="*/ 159742 h 1796578"/>
                <a:gd name="csX1456" fmla="*/ 86418 w 2180199"/>
                <a:gd name="csY1456" fmla="*/ 158859 h 1796578"/>
                <a:gd name="csX1457" fmla="*/ 89712 w 2180199"/>
                <a:gd name="csY1457" fmla="*/ 157672 h 1796578"/>
                <a:gd name="csX1458" fmla="*/ 102251 w 2180199"/>
                <a:gd name="csY1458" fmla="*/ 155656 h 1796578"/>
                <a:gd name="csX1459" fmla="*/ 105500 w 2180199"/>
                <a:gd name="csY1459" fmla="*/ 154195 h 1796578"/>
                <a:gd name="csX1460" fmla="*/ 111526 w 2180199"/>
                <a:gd name="csY1460" fmla="*/ 149698 h 1796578"/>
                <a:gd name="csX1461" fmla="*/ 118625 w 2180199"/>
                <a:gd name="csY1461" fmla="*/ 141717 h 1796578"/>
                <a:gd name="csX1462" fmla="*/ 124712 w 2180199"/>
                <a:gd name="csY1462" fmla="*/ 131156 h 1796578"/>
                <a:gd name="csX1463" fmla="*/ 125678 w 2180199"/>
                <a:gd name="csY1463" fmla="*/ 128303 h 1796578"/>
                <a:gd name="csX1464" fmla="*/ 126066 w 2180199"/>
                <a:gd name="csY1464" fmla="*/ 129034 h 1796578"/>
                <a:gd name="csX1465" fmla="*/ 126614 w 2180199"/>
                <a:gd name="csY1465" fmla="*/ 128577 h 1796578"/>
                <a:gd name="csX1466" fmla="*/ 127261 w 2180199"/>
                <a:gd name="csY1466" fmla="*/ 124545 h 1796578"/>
                <a:gd name="csX1467" fmla="*/ 128059 w 2180199"/>
                <a:gd name="csY1467" fmla="*/ 115011 h 1796578"/>
                <a:gd name="csX1468" fmla="*/ 131080 w 2180199"/>
                <a:gd name="csY1468" fmla="*/ 105949 h 1796578"/>
                <a:gd name="csX1469" fmla="*/ 143931 w 2180199"/>
                <a:gd name="csY1469" fmla="*/ 85064 h 1796578"/>
                <a:gd name="csX1470" fmla="*/ 149896 w 2180199"/>
                <a:gd name="csY1470" fmla="*/ 76694 h 1796578"/>
                <a:gd name="csX1471" fmla="*/ 151882 w 2180199"/>
                <a:gd name="csY1471" fmla="*/ 72875 h 1796578"/>
                <a:gd name="csX1472" fmla="*/ 153951 w 2180199"/>
                <a:gd name="csY1472" fmla="*/ 70082 h 1796578"/>
                <a:gd name="csX1473" fmla="*/ 155412 w 2180199"/>
                <a:gd name="csY1473" fmla="*/ 72738 h 1796578"/>
                <a:gd name="csX1474" fmla="*/ 156105 w 2180199"/>
                <a:gd name="csY1474" fmla="*/ 73529 h 1796578"/>
                <a:gd name="csX1475" fmla="*/ 156508 w 2180199"/>
                <a:gd name="csY1475" fmla="*/ 74777 h 1796578"/>
                <a:gd name="csX1476" fmla="*/ 155283 w 2180199"/>
                <a:gd name="csY1476" fmla="*/ 75355 h 1796578"/>
                <a:gd name="csX1477" fmla="*/ 153289 w 2180199"/>
                <a:gd name="csY1477" fmla="*/ 78064 h 1796578"/>
                <a:gd name="csX1478" fmla="*/ 150505 w 2180199"/>
                <a:gd name="csY1478" fmla="*/ 79875 h 1796578"/>
                <a:gd name="csX1479" fmla="*/ 149835 w 2180199"/>
                <a:gd name="csY1479" fmla="*/ 80803 h 1796578"/>
                <a:gd name="csX1480" fmla="*/ 151471 w 2180199"/>
                <a:gd name="csY1480" fmla="*/ 80597 h 1796578"/>
                <a:gd name="csX1481" fmla="*/ 156363 w 2180199"/>
                <a:gd name="csY1481" fmla="*/ 78627 h 1796578"/>
                <a:gd name="csX1482" fmla="*/ 159125 w 2180199"/>
                <a:gd name="csY1482" fmla="*/ 76238 h 1796578"/>
                <a:gd name="csX1483" fmla="*/ 172851 w 2180199"/>
                <a:gd name="csY1483" fmla="*/ 71802 h 1796578"/>
                <a:gd name="csX1484" fmla="*/ 180292 w 2180199"/>
                <a:gd name="csY1484" fmla="*/ 64445 h 1796578"/>
                <a:gd name="csX1485" fmla="*/ 180581 w 2180199"/>
                <a:gd name="csY1485" fmla="*/ 62801 h 1796578"/>
                <a:gd name="csX1486" fmla="*/ 191621 w 2180199"/>
                <a:gd name="csY1486" fmla="*/ 53534 h 1796578"/>
                <a:gd name="csX1487" fmla="*/ 193151 w 2180199"/>
                <a:gd name="csY1487" fmla="*/ 53891 h 1796578"/>
                <a:gd name="csX1488" fmla="*/ 194908 w 2180199"/>
                <a:gd name="csY1488" fmla="*/ 55010 h 1796578"/>
                <a:gd name="csX1489" fmla="*/ 191850 w 2180199"/>
                <a:gd name="csY1489" fmla="*/ 61127 h 1796578"/>
                <a:gd name="csX1490" fmla="*/ 194003 w 2180199"/>
                <a:gd name="csY1490" fmla="*/ 62725 h 1796578"/>
                <a:gd name="csX1491" fmla="*/ 192093 w 2180199"/>
                <a:gd name="csY1491" fmla="*/ 69991 h 1796578"/>
                <a:gd name="csX1492" fmla="*/ 196095 w 2180199"/>
                <a:gd name="csY1492" fmla="*/ 70105 h 1796578"/>
                <a:gd name="csX1493" fmla="*/ 196993 w 2180199"/>
                <a:gd name="csY1493" fmla="*/ 73438 h 1796578"/>
                <a:gd name="csX1494" fmla="*/ 197214 w 2180199"/>
                <a:gd name="csY1494" fmla="*/ 70569 h 1796578"/>
                <a:gd name="csX1495" fmla="*/ 197168 w 2180199"/>
                <a:gd name="csY1495" fmla="*/ 66446 h 1796578"/>
                <a:gd name="csX1496" fmla="*/ 197488 w 2180199"/>
                <a:gd name="csY1496" fmla="*/ 62383 h 1796578"/>
                <a:gd name="csX1497" fmla="*/ 198081 w 2180199"/>
                <a:gd name="csY1497" fmla="*/ 59567 h 1796578"/>
                <a:gd name="csX1498" fmla="*/ 200896 w 2180199"/>
                <a:gd name="csY1498" fmla="*/ 60838 h 1796578"/>
                <a:gd name="csX1499" fmla="*/ 207234 w 2180199"/>
                <a:gd name="csY1499" fmla="*/ 57810 h 1796578"/>
                <a:gd name="csX1500" fmla="*/ 199557 w 2180199"/>
                <a:gd name="csY1500" fmla="*/ 57429 h 1796578"/>
                <a:gd name="csX1501" fmla="*/ 194954 w 2180199"/>
                <a:gd name="csY1501" fmla="*/ 50780 h 1796578"/>
                <a:gd name="csX1502" fmla="*/ 192398 w 2180199"/>
                <a:gd name="csY1502" fmla="*/ 50726 h 1796578"/>
                <a:gd name="csX1503" fmla="*/ 200957 w 2180199"/>
                <a:gd name="csY1503" fmla="*/ 40911 h 1796578"/>
                <a:gd name="csX1504" fmla="*/ 208779 w 2180199"/>
                <a:gd name="csY1504" fmla="*/ 34946 h 1796578"/>
                <a:gd name="csX1505" fmla="*/ 210544 w 2180199"/>
                <a:gd name="csY1505" fmla="*/ 35060 h 1796578"/>
                <a:gd name="csX1506" fmla="*/ 211396 w 2180199"/>
                <a:gd name="csY1506" fmla="*/ 36171 h 1796578"/>
                <a:gd name="csX1507" fmla="*/ 211579 w 2180199"/>
                <a:gd name="csY1507" fmla="*/ 37974 h 1796578"/>
                <a:gd name="csX1508" fmla="*/ 209890 w 2180199"/>
                <a:gd name="csY1508" fmla="*/ 39146 h 1796578"/>
                <a:gd name="csX1509" fmla="*/ 208231 w 2180199"/>
                <a:gd name="csY1509" fmla="*/ 41261 h 1796578"/>
                <a:gd name="csX1510" fmla="*/ 208992 w 2180199"/>
                <a:gd name="csY1510" fmla="*/ 43125 h 1796578"/>
                <a:gd name="csX1511" fmla="*/ 210125 w 2180199"/>
                <a:gd name="csY1511" fmla="*/ 43392 h 1796578"/>
                <a:gd name="csX1512" fmla="*/ 213884 w 2180199"/>
                <a:gd name="csY1512" fmla="*/ 41862 h 1796578"/>
                <a:gd name="csX1513" fmla="*/ 215566 w 2180199"/>
                <a:gd name="csY1513" fmla="*/ 39945 h 1796578"/>
                <a:gd name="csX1514" fmla="*/ 223577 w 2180199"/>
                <a:gd name="csY1514" fmla="*/ 40112 h 1796578"/>
                <a:gd name="csX1515" fmla="*/ 225928 w 2180199"/>
                <a:gd name="csY1515" fmla="*/ 38743 h 1796578"/>
                <a:gd name="csX1516" fmla="*/ 226492 w 2180199"/>
                <a:gd name="csY1516" fmla="*/ 37381 h 1796578"/>
                <a:gd name="csX1517" fmla="*/ 236870 w 2180199"/>
                <a:gd name="csY1517" fmla="*/ 37107 h 1796578"/>
                <a:gd name="csX1518" fmla="*/ 238772 w 2180199"/>
                <a:gd name="csY1518" fmla="*/ 36148 h 1796578"/>
                <a:gd name="csX1519" fmla="*/ 245262 w 2180199"/>
                <a:gd name="csY1519" fmla="*/ 30853 h 1796578"/>
                <a:gd name="csX1520" fmla="*/ 251265 w 2180199"/>
                <a:gd name="csY1520" fmla="*/ 24408 h 1796578"/>
                <a:gd name="csX1521" fmla="*/ 254027 w 2180199"/>
                <a:gd name="csY1521" fmla="*/ 20878 h 1796578"/>
                <a:gd name="csX1522" fmla="*/ 258767 w 2180199"/>
                <a:gd name="csY1522" fmla="*/ 11839 h 1796578"/>
                <a:gd name="csX1523" fmla="*/ 262830 w 2180199"/>
                <a:gd name="csY1523" fmla="*/ 5927 h 1796578"/>
                <a:gd name="csX1524" fmla="*/ 269510 w 2180199"/>
                <a:gd name="csY1524" fmla="*/ 0 h 1796578"/>
                <a:gd name="csX1525" fmla="*/ 271108 w 2180199"/>
                <a:gd name="csY1525" fmla="*/ 738 h 1796578"/>
                <a:gd name="csX1526" fmla="*/ 268940 w 2180199"/>
                <a:gd name="csY1526" fmla="*/ 1917 h 1796578"/>
                <a:gd name="csX1527" fmla="*/ 267433 w 2180199"/>
                <a:gd name="csY1527" fmla="*/ 4428 h 1796578"/>
                <a:gd name="csX1528" fmla="*/ 269510 w 2180199"/>
                <a:gd name="csY1528" fmla="*/ 7761 h 1796578"/>
                <a:gd name="csX1529" fmla="*/ 283579 w 2180199"/>
                <a:gd name="csY1529" fmla="*/ 14601 h 1796578"/>
                <a:gd name="csX1530" fmla="*/ 287117 w 2180199"/>
                <a:gd name="csY1530" fmla="*/ 14974 h 1796578"/>
                <a:gd name="csX1531" fmla="*/ 288532 w 2180199"/>
                <a:gd name="csY1531" fmla="*/ 19052 h 1796578"/>
                <a:gd name="csX1532" fmla="*/ 287352 w 2180199"/>
                <a:gd name="csY1532" fmla="*/ 22970 h 1796578"/>
                <a:gd name="csX1533" fmla="*/ 283723 w 2180199"/>
                <a:gd name="csY1533" fmla="*/ 27307 h 1796578"/>
                <a:gd name="csX1534" fmla="*/ 276419 w 2180199"/>
                <a:gd name="csY1534" fmla="*/ 31735 h 1796578"/>
                <a:gd name="csX1535" fmla="*/ 278656 w 2180199"/>
                <a:gd name="csY1535" fmla="*/ 33402 h 1796578"/>
                <a:gd name="csX1536" fmla="*/ 280117 w 2180199"/>
                <a:gd name="csY1536" fmla="*/ 37328 h 1796578"/>
                <a:gd name="csX1537" fmla="*/ 282278 w 2180199"/>
                <a:gd name="csY1537" fmla="*/ 37807 h 1796578"/>
                <a:gd name="csX1538" fmla="*/ 285785 w 2180199"/>
                <a:gd name="csY1538" fmla="*/ 36331 h 1796578"/>
                <a:gd name="csX1539" fmla="*/ 288532 w 2180199"/>
                <a:gd name="csY1539" fmla="*/ 33919 h 1796578"/>
                <a:gd name="csX1540" fmla="*/ 294215 w 2180199"/>
                <a:gd name="csY1540" fmla="*/ 26029 h 1796578"/>
                <a:gd name="csX1541" fmla="*/ 296003 w 2180199"/>
                <a:gd name="csY1541" fmla="*/ 21608 h 1796578"/>
                <a:gd name="csX1542" fmla="*/ 297342 w 2180199"/>
                <a:gd name="csY1542" fmla="*/ 20490 h 1796578"/>
                <a:gd name="csX1543" fmla="*/ 302105 w 2180199"/>
                <a:gd name="csY1543" fmla="*/ 21555 h 1796578"/>
                <a:gd name="csX1544" fmla="*/ 304799 w 2180199"/>
                <a:gd name="csY1544" fmla="*/ 23830 h 1796578"/>
                <a:gd name="csX1545" fmla="*/ 307873 w 2180199"/>
                <a:gd name="csY1545" fmla="*/ 27855 h 1796578"/>
                <a:gd name="csX1546" fmla="*/ 306747 w 2180199"/>
                <a:gd name="csY1546" fmla="*/ 31735 h 1796578"/>
                <a:gd name="csX1547" fmla="*/ 305491 w 2180199"/>
                <a:gd name="csY1547" fmla="*/ 33919 h 1796578"/>
                <a:gd name="csX1548" fmla="*/ 309471 w 2180199"/>
                <a:gd name="csY1548" fmla="*/ 36932 h 1796578"/>
                <a:gd name="csX1549" fmla="*/ 313884 w 2180199"/>
                <a:gd name="csY1549" fmla="*/ 37563 h 1796578"/>
                <a:gd name="csX1550" fmla="*/ 318091 w 2180199"/>
                <a:gd name="csY1550" fmla="*/ 39983 h 1796578"/>
                <a:gd name="csX1551" fmla="*/ 324003 w 2180199"/>
                <a:gd name="csY1551" fmla="*/ 35030 h 1796578"/>
                <a:gd name="csX1552" fmla="*/ 328637 w 2180199"/>
                <a:gd name="csY1552" fmla="*/ 33972 h 1796578"/>
                <a:gd name="csX1553" fmla="*/ 332981 w 2180199"/>
                <a:gd name="csY1553" fmla="*/ 34132 h 1796578"/>
                <a:gd name="csX1554" fmla="*/ 338634 w 2180199"/>
                <a:gd name="csY1554" fmla="*/ 31423 h 1796578"/>
                <a:gd name="csX1555" fmla="*/ 348198 w 2180199"/>
                <a:gd name="csY1555" fmla="*/ 35114 h 1796578"/>
                <a:gd name="csX1556" fmla="*/ 350633 w 2180199"/>
                <a:gd name="csY1556" fmla="*/ 34155 h 1796578"/>
                <a:gd name="csX1557" fmla="*/ 354468 w 2180199"/>
                <a:gd name="csY1557" fmla="*/ 34794 h 1796578"/>
                <a:gd name="csX1558" fmla="*/ 358546 w 2180199"/>
                <a:gd name="csY1558" fmla="*/ 37016 h 1796578"/>
                <a:gd name="csX1559" fmla="*/ 359984 w 2180199"/>
                <a:gd name="csY1559" fmla="*/ 39382 h 1796578"/>
                <a:gd name="csX1560" fmla="*/ 355617 w 2180199"/>
                <a:gd name="csY1560" fmla="*/ 44381 h 1796578"/>
                <a:gd name="csX1561" fmla="*/ 354909 w 2180199"/>
                <a:gd name="csY1561" fmla="*/ 49517 h 1796578"/>
                <a:gd name="csX1562" fmla="*/ 356431 w 2180199"/>
                <a:gd name="csY1562" fmla="*/ 51655 h 1796578"/>
                <a:gd name="csX1563" fmla="*/ 359193 w 2180199"/>
                <a:gd name="csY1563" fmla="*/ 52020 h 1796578"/>
                <a:gd name="csX1564" fmla="*/ 359543 w 2180199"/>
                <a:gd name="csY1564" fmla="*/ 55010 h 1796578"/>
                <a:gd name="csX1565" fmla="*/ 361262 w 2180199"/>
                <a:gd name="csY1565" fmla="*/ 55756 h 1796578"/>
                <a:gd name="csX1566" fmla="*/ 369890 w 2180199"/>
                <a:gd name="csY1566" fmla="*/ 55535 h 1796578"/>
                <a:gd name="csX1567" fmla="*/ 369228 w 2180199"/>
                <a:gd name="csY1567" fmla="*/ 56958 h 1796578"/>
                <a:gd name="csX1568" fmla="*/ 368810 w 2180199"/>
                <a:gd name="csY1568" fmla="*/ 58670 h 1796578"/>
                <a:gd name="csX1569" fmla="*/ 366139 w 2180199"/>
                <a:gd name="csY1569" fmla="*/ 62451 h 1796578"/>
                <a:gd name="csX1570" fmla="*/ 381516 w 2180199"/>
                <a:gd name="csY1570" fmla="*/ 64574 h 1796578"/>
                <a:gd name="csX1571" fmla="*/ 383578 w 2180199"/>
                <a:gd name="csY1571" fmla="*/ 62482 h 1796578"/>
                <a:gd name="csX1572" fmla="*/ 386758 w 2180199"/>
                <a:gd name="csY1572" fmla="*/ 61652 h 1796578"/>
                <a:gd name="csX1573" fmla="*/ 393515 w 2180199"/>
                <a:gd name="csY1573" fmla="*/ 58761 h 1796578"/>
                <a:gd name="csX1574" fmla="*/ 396056 w 2180199"/>
                <a:gd name="csY1574" fmla="*/ 60024 h 1796578"/>
                <a:gd name="csX1575" fmla="*/ 399054 w 2180199"/>
                <a:gd name="csY1575" fmla="*/ 62976 h 1796578"/>
                <a:gd name="csX1576" fmla="*/ 401823 w 2180199"/>
                <a:gd name="csY1576" fmla="*/ 63592 h 1796578"/>
                <a:gd name="csX1577" fmla="*/ 404410 w 2180199"/>
                <a:gd name="csY1577" fmla="*/ 62991 h 1796578"/>
                <a:gd name="csX1578" fmla="*/ 410436 w 2180199"/>
                <a:gd name="csY1578" fmla="*/ 58776 h 1796578"/>
                <a:gd name="csX1579" fmla="*/ 417398 w 2180199"/>
                <a:gd name="csY1579" fmla="*/ 58571 h 1796578"/>
                <a:gd name="csX1580" fmla="*/ 420251 w 2180199"/>
                <a:gd name="csY1580" fmla="*/ 59948 h 1796578"/>
                <a:gd name="csX1581" fmla="*/ 423264 w 2180199"/>
                <a:gd name="csY1581" fmla="*/ 59347 h 1796578"/>
                <a:gd name="csX1582" fmla="*/ 432334 w 2180199"/>
                <a:gd name="csY1582" fmla="*/ 64171 h 1796578"/>
                <a:gd name="csX1583" fmla="*/ 435674 w 2180199"/>
                <a:gd name="csY1583" fmla="*/ 64734 h 1796578"/>
                <a:gd name="csX1584" fmla="*/ 440140 w 2180199"/>
                <a:gd name="csY1584" fmla="*/ 70980 h 1796578"/>
                <a:gd name="csX1585" fmla="*/ 442446 w 2180199"/>
                <a:gd name="csY1585" fmla="*/ 71163 h 1796578"/>
                <a:gd name="csX1586" fmla="*/ 445055 w 2180199"/>
                <a:gd name="csY1586" fmla="*/ 68515 h 1796578"/>
                <a:gd name="csX1587" fmla="*/ 447323 w 2180199"/>
                <a:gd name="csY1587" fmla="*/ 68599 h 1796578"/>
                <a:gd name="csX1588" fmla="*/ 449537 w 2180199"/>
                <a:gd name="csY1588" fmla="*/ 71132 h 1796578"/>
                <a:gd name="csX1589" fmla="*/ 453158 w 2180199"/>
                <a:gd name="csY1589" fmla="*/ 71909 h 1796578"/>
                <a:gd name="csX1590" fmla="*/ 454847 w 2180199"/>
                <a:gd name="csY1590" fmla="*/ 75895 h 1796578"/>
                <a:gd name="csX1591" fmla="*/ 456666 w 2180199"/>
                <a:gd name="csY1591" fmla="*/ 77341 h 1796578"/>
                <a:gd name="csX1592" fmla="*/ 470384 w 2180199"/>
                <a:gd name="csY1592" fmla="*/ 80293 h 1796578"/>
                <a:gd name="csX1593" fmla="*/ 477179 w 2180199"/>
                <a:gd name="csY1593" fmla="*/ 78946 h 1796578"/>
                <a:gd name="csX1594" fmla="*/ 487077 w 2180199"/>
                <a:gd name="csY1594" fmla="*/ 79296 h 1796578"/>
                <a:gd name="csX1595" fmla="*/ 491849 w 2180199"/>
                <a:gd name="csY1595" fmla="*/ 81183 h 1796578"/>
                <a:gd name="csX1596" fmla="*/ 496854 w 2180199"/>
                <a:gd name="csY1596" fmla="*/ 80940 h 1796578"/>
                <a:gd name="csX1597" fmla="*/ 505034 w 2180199"/>
                <a:gd name="csY1597" fmla="*/ 87780 h 1796578"/>
                <a:gd name="csX1598" fmla="*/ 509370 w 2180199"/>
                <a:gd name="csY1598" fmla="*/ 88845 h 1796578"/>
                <a:gd name="csX1599" fmla="*/ 510215 w 2180199"/>
                <a:gd name="csY1599" fmla="*/ 90420 h 1796578"/>
                <a:gd name="csX1600" fmla="*/ 522564 w 2180199"/>
                <a:gd name="csY1600" fmla="*/ 92079 h 1796578"/>
                <a:gd name="csX1601" fmla="*/ 526885 w 2180199"/>
                <a:gd name="csY1601" fmla="*/ 88526 h 1796578"/>
                <a:gd name="csX1602" fmla="*/ 534418 w 2180199"/>
                <a:gd name="csY1602" fmla="*/ 87582 h 1796578"/>
                <a:gd name="csX1603" fmla="*/ 541198 w 2180199"/>
                <a:gd name="csY1603" fmla="*/ 84584 h 1796578"/>
                <a:gd name="csX1604" fmla="*/ 545039 w 2180199"/>
                <a:gd name="csY1604" fmla="*/ 84615 h 1796578"/>
                <a:gd name="csX1605" fmla="*/ 549513 w 2180199"/>
                <a:gd name="csY1605" fmla="*/ 85360 h 1796578"/>
                <a:gd name="csX1606" fmla="*/ 551233 w 2180199"/>
                <a:gd name="csY1606" fmla="*/ 85003 h 1796578"/>
                <a:gd name="csX1607" fmla="*/ 552473 w 2180199"/>
                <a:gd name="csY1607" fmla="*/ 83694 h 1796578"/>
                <a:gd name="csX1608" fmla="*/ 563376 w 2180199"/>
                <a:gd name="csY1608" fmla="*/ 88853 h 1796578"/>
                <a:gd name="csX1609" fmla="*/ 569478 w 2180199"/>
                <a:gd name="csY1609" fmla="*/ 94727 h 1796578"/>
                <a:gd name="csX1610" fmla="*/ 572149 w 2180199"/>
                <a:gd name="csY1610" fmla="*/ 99048 h 1796578"/>
                <a:gd name="csX1611" fmla="*/ 584916 w 2180199"/>
                <a:gd name="csY1611" fmla="*/ 105204 h 1796578"/>
                <a:gd name="csX1612" fmla="*/ 588606 w 2180199"/>
                <a:gd name="csY1612" fmla="*/ 108635 h 1796578"/>
                <a:gd name="csX1613" fmla="*/ 591132 w 2180199"/>
                <a:gd name="csY1613" fmla="*/ 112409 h 1796578"/>
                <a:gd name="csX1614" fmla="*/ 592616 w 2180199"/>
                <a:gd name="csY1614" fmla="*/ 112812 h 1796578"/>
                <a:gd name="csX1615" fmla="*/ 593658 w 2180199"/>
                <a:gd name="csY1615" fmla="*/ 111709 h 1796578"/>
                <a:gd name="csX1616" fmla="*/ 598117 w 2180199"/>
                <a:gd name="csY1616" fmla="*/ 112028 h 1796578"/>
                <a:gd name="csX1617" fmla="*/ 599746 w 2180199"/>
                <a:gd name="csY1617" fmla="*/ 112576 h 1796578"/>
                <a:gd name="csX1618" fmla="*/ 63608 w 2180199"/>
                <a:gd name="csY1618" fmla="*/ 307401 h 1796578"/>
                <a:gd name="csX1619" fmla="*/ 62786 w 2180199"/>
                <a:gd name="csY1619" fmla="*/ 307698 h 1796578"/>
                <a:gd name="csX1620" fmla="*/ 62832 w 2180199"/>
                <a:gd name="csY1620" fmla="*/ 306891 h 1796578"/>
                <a:gd name="csX1621" fmla="*/ 65266 w 2180199"/>
                <a:gd name="csY1621" fmla="*/ 304738 h 1796578"/>
                <a:gd name="csX1622" fmla="*/ 69755 w 2180199"/>
                <a:gd name="csY1622" fmla="*/ 302067 h 1796578"/>
                <a:gd name="csX1623" fmla="*/ 69588 w 2180199"/>
                <a:gd name="csY1623" fmla="*/ 302646 h 1796578"/>
                <a:gd name="csX1624" fmla="*/ 67191 w 2180199"/>
                <a:gd name="csY1624" fmla="*/ 304715 h 1796578"/>
                <a:gd name="csX1625" fmla="*/ 63608 w 2180199"/>
                <a:gd name="csY1625" fmla="*/ 307401 h 1796578"/>
                <a:gd name="csX1626" fmla="*/ 451796 w 2180199"/>
                <a:gd name="csY1626" fmla="*/ 566655 h 1796578"/>
                <a:gd name="csX1627" fmla="*/ 449095 w 2180199"/>
                <a:gd name="csY1627" fmla="*/ 567013 h 1796578"/>
                <a:gd name="csX1628" fmla="*/ 447855 w 2180199"/>
                <a:gd name="csY1628" fmla="*/ 566457 h 1796578"/>
                <a:gd name="csX1629" fmla="*/ 447680 w 2180199"/>
                <a:gd name="csY1629" fmla="*/ 565856 h 1796578"/>
                <a:gd name="csX1630" fmla="*/ 448190 w 2180199"/>
                <a:gd name="csY1630" fmla="*/ 563642 h 1796578"/>
                <a:gd name="csX1631" fmla="*/ 448152 w 2180199"/>
                <a:gd name="csY1631" fmla="*/ 562706 h 1796578"/>
                <a:gd name="csX1632" fmla="*/ 449514 w 2180199"/>
                <a:gd name="csY1632" fmla="*/ 562356 h 1796578"/>
                <a:gd name="csX1633" fmla="*/ 451081 w 2180199"/>
                <a:gd name="csY1633" fmla="*/ 563406 h 1796578"/>
                <a:gd name="csX1634" fmla="*/ 451538 w 2180199"/>
                <a:gd name="csY1634" fmla="*/ 564494 h 1796578"/>
                <a:gd name="csX1635" fmla="*/ 451796 w 2180199"/>
                <a:gd name="csY1635" fmla="*/ 566655 h 1796578"/>
                <a:gd name="csX1636" fmla="*/ 364458 w 2180199"/>
                <a:gd name="csY1636" fmla="*/ 586818 h 1796578"/>
                <a:gd name="csX1637" fmla="*/ 363431 w 2180199"/>
                <a:gd name="csY1637" fmla="*/ 586978 h 1796578"/>
                <a:gd name="csX1638" fmla="*/ 364808 w 2180199"/>
                <a:gd name="csY1638" fmla="*/ 584847 h 1796578"/>
                <a:gd name="csX1639" fmla="*/ 365766 w 2180199"/>
                <a:gd name="csY1639" fmla="*/ 580685 h 1796578"/>
                <a:gd name="csX1640" fmla="*/ 367052 w 2180199"/>
                <a:gd name="csY1640" fmla="*/ 581264 h 1796578"/>
                <a:gd name="csX1641" fmla="*/ 367311 w 2180199"/>
                <a:gd name="csY1641" fmla="*/ 582024 h 1796578"/>
                <a:gd name="csX1642" fmla="*/ 365188 w 2180199"/>
                <a:gd name="csY1642" fmla="*/ 586293 h 1796578"/>
                <a:gd name="csX1643" fmla="*/ 364458 w 2180199"/>
                <a:gd name="csY1643" fmla="*/ 586818 h 1796578"/>
                <a:gd name="csX1644" fmla="*/ 457609 w 2180199"/>
                <a:gd name="csY1644" fmla="*/ 582991 h 1796578"/>
                <a:gd name="csX1645" fmla="*/ 457602 w 2180199"/>
                <a:gd name="csY1645" fmla="*/ 584124 h 1796578"/>
                <a:gd name="csX1646" fmla="*/ 456932 w 2180199"/>
                <a:gd name="csY1646" fmla="*/ 585220 h 1796578"/>
                <a:gd name="csX1647" fmla="*/ 457571 w 2180199"/>
                <a:gd name="csY1647" fmla="*/ 587221 h 1796578"/>
                <a:gd name="csX1648" fmla="*/ 456460 w 2180199"/>
                <a:gd name="csY1648" fmla="*/ 590652 h 1796578"/>
                <a:gd name="csX1649" fmla="*/ 456034 w 2180199"/>
                <a:gd name="csY1649" fmla="*/ 592828 h 1796578"/>
                <a:gd name="csX1650" fmla="*/ 455441 w 2180199"/>
                <a:gd name="csY1650" fmla="*/ 594198 h 1796578"/>
                <a:gd name="csX1651" fmla="*/ 454847 w 2180199"/>
                <a:gd name="csY1651" fmla="*/ 594723 h 1796578"/>
                <a:gd name="csX1652" fmla="*/ 454246 w 2180199"/>
                <a:gd name="csY1652" fmla="*/ 594411 h 1796578"/>
                <a:gd name="csX1653" fmla="*/ 454117 w 2180199"/>
                <a:gd name="csY1653" fmla="*/ 593658 h 1796578"/>
                <a:gd name="csX1654" fmla="*/ 454467 w 2180199"/>
                <a:gd name="csY1654" fmla="*/ 592456 h 1796578"/>
                <a:gd name="csX1655" fmla="*/ 453059 w 2180199"/>
                <a:gd name="csY1655" fmla="*/ 592494 h 1796578"/>
                <a:gd name="csX1656" fmla="*/ 452626 w 2180199"/>
                <a:gd name="csY1656" fmla="*/ 589496 h 1796578"/>
                <a:gd name="csX1657" fmla="*/ 453409 w 2180199"/>
                <a:gd name="csY1657" fmla="*/ 588545 h 1796578"/>
                <a:gd name="csX1658" fmla="*/ 453691 w 2180199"/>
                <a:gd name="csY1658" fmla="*/ 587267 h 1796578"/>
                <a:gd name="csX1659" fmla="*/ 453782 w 2180199"/>
                <a:gd name="csY1659" fmla="*/ 586399 h 1796578"/>
                <a:gd name="csX1660" fmla="*/ 454703 w 2180199"/>
                <a:gd name="csY1660" fmla="*/ 582572 h 1796578"/>
                <a:gd name="csX1661" fmla="*/ 455030 w 2180199"/>
                <a:gd name="csY1661" fmla="*/ 582306 h 1796578"/>
                <a:gd name="csX1662" fmla="*/ 455137 w 2180199"/>
                <a:gd name="csY1662" fmla="*/ 583219 h 1796578"/>
                <a:gd name="csX1663" fmla="*/ 455433 w 2180199"/>
                <a:gd name="csY1663" fmla="*/ 583485 h 1796578"/>
                <a:gd name="csX1664" fmla="*/ 455920 w 2180199"/>
                <a:gd name="csY1664" fmla="*/ 583112 h 1796578"/>
                <a:gd name="csX1665" fmla="*/ 456651 w 2180199"/>
                <a:gd name="csY1665" fmla="*/ 581408 h 1796578"/>
                <a:gd name="csX1666" fmla="*/ 456963 w 2180199"/>
                <a:gd name="csY1666" fmla="*/ 581210 h 1796578"/>
                <a:gd name="csX1667" fmla="*/ 457609 w 2180199"/>
                <a:gd name="csY1667" fmla="*/ 582991 h 1796578"/>
                <a:gd name="csX1668" fmla="*/ 484612 w 2180199"/>
                <a:gd name="csY1668" fmla="*/ 583029 h 1796578"/>
                <a:gd name="csX1669" fmla="*/ 485092 w 2180199"/>
                <a:gd name="csY1669" fmla="*/ 584216 h 1796578"/>
                <a:gd name="csX1670" fmla="*/ 489200 w 2180199"/>
                <a:gd name="csY1670" fmla="*/ 583926 h 1796578"/>
                <a:gd name="csX1671" fmla="*/ 490380 w 2180199"/>
                <a:gd name="csY1671" fmla="*/ 584140 h 1796578"/>
                <a:gd name="csX1672" fmla="*/ 490851 w 2180199"/>
                <a:gd name="csY1672" fmla="*/ 584687 h 1796578"/>
                <a:gd name="csX1673" fmla="*/ 490296 w 2180199"/>
                <a:gd name="csY1673" fmla="*/ 585486 h 1796578"/>
                <a:gd name="csX1674" fmla="*/ 488713 w 2180199"/>
                <a:gd name="csY1674" fmla="*/ 586544 h 1796578"/>
                <a:gd name="csX1675" fmla="*/ 484087 w 2180199"/>
                <a:gd name="csY1675" fmla="*/ 588400 h 1796578"/>
                <a:gd name="csX1676" fmla="*/ 480329 w 2180199"/>
                <a:gd name="csY1676" fmla="*/ 590835 h 1796578"/>
                <a:gd name="csX1677" fmla="*/ 479842 w 2180199"/>
                <a:gd name="csY1677" fmla="*/ 590607 h 1796578"/>
                <a:gd name="csX1678" fmla="*/ 479157 w 2180199"/>
                <a:gd name="csY1678" fmla="*/ 587944 h 1796578"/>
                <a:gd name="csX1679" fmla="*/ 478464 w 2180199"/>
                <a:gd name="csY1679" fmla="*/ 586863 h 1796578"/>
                <a:gd name="csX1680" fmla="*/ 478038 w 2180199"/>
                <a:gd name="csY1680" fmla="*/ 585357 h 1796578"/>
                <a:gd name="csX1681" fmla="*/ 478038 w 2180199"/>
                <a:gd name="csY1681" fmla="*/ 584794 h 1796578"/>
                <a:gd name="csX1682" fmla="*/ 478731 w 2180199"/>
                <a:gd name="csY1682" fmla="*/ 583752 h 1796578"/>
                <a:gd name="csX1683" fmla="*/ 480108 w 2180199"/>
                <a:gd name="csY1683" fmla="*/ 582230 h 1796578"/>
                <a:gd name="csX1684" fmla="*/ 481082 w 2180199"/>
                <a:gd name="csY1684" fmla="*/ 581682 h 1796578"/>
                <a:gd name="csX1685" fmla="*/ 484612 w 2180199"/>
                <a:gd name="csY1685" fmla="*/ 583029 h 1796578"/>
                <a:gd name="csX1686" fmla="*/ 511843 w 2180199"/>
                <a:gd name="csY1686" fmla="*/ 587883 h 1796578"/>
                <a:gd name="csX1687" fmla="*/ 511158 w 2180199"/>
                <a:gd name="csY1687" fmla="*/ 588933 h 1796578"/>
                <a:gd name="csX1688" fmla="*/ 509295 w 2180199"/>
                <a:gd name="csY1688" fmla="*/ 588560 h 1796578"/>
                <a:gd name="csX1689" fmla="*/ 508298 w 2180199"/>
                <a:gd name="csY1689" fmla="*/ 587891 h 1796578"/>
                <a:gd name="csX1690" fmla="*/ 511631 w 2180199"/>
                <a:gd name="csY1690" fmla="*/ 585121 h 1796578"/>
                <a:gd name="csX1691" fmla="*/ 512178 w 2180199"/>
                <a:gd name="csY1691" fmla="*/ 585676 h 1796578"/>
                <a:gd name="csX1692" fmla="*/ 511843 w 2180199"/>
                <a:gd name="csY1692" fmla="*/ 587883 h 1796578"/>
                <a:gd name="csX1693" fmla="*/ 63060 w 2180199"/>
                <a:gd name="csY1693" fmla="*/ 585882 h 1796578"/>
                <a:gd name="csX1694" fmla="*/ 65023 w 2180199"/>
                <a:gd name="csY1694" fmla="*/ 588020 h 1796578"/>
                <a:gd name="csX1695" fmla="*/ 66065 w 2180199"/>
                <a:gd name="csY1695" fmla="*/ 588142 h 1796578"/>
                <a:gd name="csX1696" fmla="*/ 69352 w 2180199"/>
                <a:gd name="csY1696" fmla="*/ 587495 h 1796578"/>
                <a:gd name="csX1697" fmla="*/ 70562 w 2180199"/>
                <a:gd name="csY1697" fmla="*/ 587951 h 1796578"/>
                <a:gd name="csX1698" fmla="*/ 71726 w 2180199"/>
                <a:gd name="csY1698" fmla="*/ 588872 h 1796578"/>
                <a:gd name="csX1699" fmla="*/ 72449 w 2180199"/>
                <a:gd name="csY1699" fmla="*/ 590280 h 1796578"/>
                <a:gd name="csX1700" fmla="*/ 72586 w 2180199"/>
                <a:gd name="csY1700" fmla="*/ 592745 h 1796578"/>
                <a:gd name="csX1701" fmla="*/ 72053 w 2180199"/>
                <a:gd name="csY1701" fmla="*/ 594944 h 1796578"/>
                <a:gd name="csX1702" fmla="*/ 72213 w 2180199"/>
                <a:gd name="csY1702" fmla="*/ 598040 h 1796578"/>
                <a:gd name="csX1703" fmla="*/ 72099 w 2180199"/>
                <a:gd name="csY1703" fmla="*/ 599372 h 1796578"/>
                <a:gd name="csX1704" fmla="*/ 73841 w 2180199"/>
                <a:gd name="csY1704" fmla="*/ 601122 h 1796578"/>
                <a:gd name="csX1705" fmla="*/ 74389 w 2180199"/>
                <a:gd name="csY1705" fmla="*/ 603488 h 1796578"/>
                <a:gd name="csX1706" fmla="*/ 74670 w 2180199"/>
                <a:gd name="csY1706" fmla="*/ 606029 h 1796578"/>
                <a:gd name="csX1707" fmla="*/ 70881 w 2180199"/>
                <a:gd name="csY1707" fmla="*/ 606874 h 1796578"/>
                <a:gd name="csX1708" fmla="*/ 67092 w 2180199"/>
                <a:gd name="csY1708" fmla="*/ 607011 h 1796578"/>
                <a:gd name="csX1709" fmla="*/ 63821 w 2180199"/>
                <a:gd name="csY1709" fmla="*/ 608730 h 1796578"/>
                <a:gd name="csX1710" fmla="*/ 63151 w 2180199"/>
                <a:gd name="csY1710" fmla="*/ 610001 h 1796578"/>
                <a:gd name="csX1711" fmla="*/ 63676 w 2180199"/>
                <a:gd name="csY1711" fmla="*/ 611880 h 1796578"/>
                <a:gd name="csX1712" fmla="*/ 62778 w 2180199"/>
                <a:gd name="csY1712" fmla="*/ 612360 h 1796578"/>
                <a:gd name="csX1713" fmla="*/ 61949 w 2180199"/>
                <a:gd name="csY1713" fmla="*/ 611949 h 1796578"/>
                <a:gd name="csX1714" fmla="*/ 60366 w 2180199"/>
                <a:gd name="csY1714" fmla="*/ 610206 h 1796578"/>
                <a:gd name="csX1715" fmla="*/ 58632 w 2180199"/>
                <a:gd name="csY1715" fmla="*/ 609377 h 1796578"/>
                <a:gd name="csX1716" fmla="*/ 52552 w 2180199"/>
                <a:gd name="csY1716" fmla="*/ 608091 h 1796578"/>
                <a:gd name="csX1717" fmla="*/ 44921 w 2180199"/>
                <a:gd name="csY1717" fmla="*/ 603016 h 1796578"/>
                <a:gd name="csX1718" fmla="*/ 41634 w 2180199"/>
                <a:gd name="csY1718" fmla="*/ 601966 h 1796578"/>
                <a:gd name="csX1719" fmla="*/ 38302 w 2180199"/>
                <a:gd name="csY1719" fmla="*/ 598238 h 1796578"/>
                <a:gd name="csX1720" fmla="*/ 35289 w 2180199"/>
                <a:gd name="csY1720" fmla="*/ 593483 h 1796578"/>
                <a:gd name="csX1721" fmla="*/ 37252 w 2180199"/>
                <a:gd name="csY1721" fmla="*/ 592714 h 1796578"/>
                <a:gd name="csX1722" fmla="*/ 39230 w 2180199"/>
                <a:gd name="csY1722" fmla="*/ 592326 h 1796578"/>
                <a:gd name="csX1723" fmla="*/ 48101 w 2180199"/>
                <a:gd name="csY1723" fmla="*/ 593034 h 1796578"/>
                <a:gd name="csX1724" fmla="*/ 49212 w 2180199"/>
                <a:gd name="csY1724" fmla="*/ 589618 h 1796578"/>
                <a:gd name="csX1725" fmla="*/ 50354 w 2180199"/>
                <a:gd name="csY1725" fmla="*/ 588766 h 1796578"/>
                <a:gd name="csX1726" fmla="*/ 53169 w 2180199"/>
                <a:gd name="csY1726" fmla="*/ 587799 h 1796578"/>
                <a:gd name="csX1727" fmla="*/ 55801 w 2180199"/>
                <a:gd name="csY1727" fmla="*/ 585897 h 1796578"/>
                <a:gd name="csX1728" fmla="*/ 56981 w 2180199"/>
                <a:gd name="csY1728" fmla="*/ 585943 h 1796578"/>
                <a:gd name="csX1729" fmla="*/ 58183 w 2180199"/>
                <a:gd name="csY1729" fmla="*/ 586673 h 1796578"/>
                <a:gd name="csX1730" fmla="*/ 60678 w 2180199"/>
                <a:gd name="csY1730" fmla="*/ 585540 h 1796578"/>
                <a:gd name="csX1731" fmla="*/ 62002 w 2180199"/>
                <a:gd name="csY1731" fmla="*/ 585296 h 1796578"/>
                <a:gd name="csX1732" fmla="*/ 63060 w 2180199"/>
                <a:gd name="csY1732" fmla="*/ 585882 h 1796578"/>
                <a:gd name="csX1733" fmla="*/ 455958 w 2180199"/>
                <a:gd name="csY1733" fmla="*/ 610267 h 1796578"/>
                <a:gd name="csX1734" fmla="*/ 453600 w 2180199"/>
                <a:gd name="csY1734" fmla="*/ 610884 h 1796578"/>
                <a:gd name="csX1735" fmla="*/ 453044 w 2180199"/>
                <a:gd name="csY1735" fmla="*/ 609628 h 1796578"/>
                <a:gd name="csX1736" fmla="*/ 454284 w 2180199"/>
                <a:gd name="csY1736" fmla="*/ 606501 h 1796578"/>
                <a:gd name="csX1737" fmla="*/ 455274 w 2180199"/>
                <a:gd name="csY1737" fmla="*/ 604728 h 1796578"/>
                <a:gd name="csX1738" fmla="*/ 456012 w 2180199"/>
                <a:gd name="csY1738" fmla="*/ 604310 h 1796578"/>
                <a:gd name="csX1739" fmla="*/ 458720 w 2180199"/>
                <a:gd name="csY1739" fmla="*/ 600772 h 1796578"/>
                <a:gd name="csX1740" fmla="*/ 461726 w 2180199"/>
                <a:gd name="csY1740" fmla="*/ 598193 h 1796578"/>
                <a:gd name="csX1741" fmla="*/ 464488 w 2180199"/>
                <a:gd name="csY1741" fmla="*/ 594411 h 1796578"/>
                <a:gd name="csX1742" fmla="*/ 467287 w 2180199"/>
                <a:gd name="csY1742" fmla="*/ 589001 h 1796578"/>
                <a:gd name="csX1743" fmla="*/ 467805 w 2180199"/>
                <a:gd name="csY1743" fmla="*/ 586978 h 1796578"/>
                <a:gd name="csX1744" fmla="*/ 469106 w 2180199"/>
                <a:gd name="csY1744" fmla="*/ 586764 h 1796578"/>
                <a:gd name="csX1745" fmla="*/ 471244 w 2180199"/>
                <a:gd name="csY1745" fmla="*/ 588096 h 1796578"/>
                <a:gd name="csX1746" fmla="*/ 472568 w 2180199"/>
                <a:gd name="csY1746" fmla="*/ 589968 h 1796578"/>
                <a:gd name="csX1747" fmla="*/ 471952 w 2180199"/>
                <a:gd name="csY1747" fmla="*/ 591451 h 1796578"/>
                <a:gd name="csX1748" fmla="*/ 464868 w 2180199"/>
                <a:gd name="csY1748" fmla="*/ 599121 h 1796578"/>
                <a:gd name="csX1749" fmla="*/ 464274 w 2180199"/>
                <a:gd name="csY1749" fmla="*/ 600118 h 1796578"/>
                <a:gd name="csX1750" fmla="*/ 463635 w 2180199"/>
                <a:gd name="csY1750" fmla="*/ 602712 h 1796578"/>
                <a:gd name="csX1751" fmla="*/ 463049 w 2180199"/>
                <a:gd name="csY1751" fmla="*/ 603617 h 1796578"/>
                <a:gd name="csX1752" fmla="*/ 462114 w 2180199"/>
                <a:gd name="csY1752" fmla="*/ 604028 h 1796578"/>
                <a:gd name="csX1753" fmla="*/ 461436 w 2180199"/>
                <a:gd name="csY1753" fmla="*/ 605154 h 1796578"/>
                <a:gd name="csX1754" fmla="*/ 461010 w 2180199"/>
                <a:gd name="csY1754" fmla="*/ 607003 h 1796578"/>
                <a:gd name="csX1755" fmla="*/ 460135 w 2180199"/>
                <a:gd name="csY1755" fmla="*/ 607970 h 1796578"/>
                <a:gd name="csX1756" fmla="*/ 458812 w 2180199"/>
                <a:gd name="csY1756" fmla="*/ 608053 h 1796578"/>
                <a:gd name="csX1757" fmla="*/ 457899 w 2180199"/>
                <a:gd name="csY1757" fmla="*/ 608563 h 1796578"/>
                <a:gd name="csX1758" fmla="*/ 457389 w 2180199"/>
                <a:gd name="csY1758" fmla="*/ 609499 h 1796578"/>
                <a:gd name="csX1759" fmla="*/ 455958 w 2180199"/>
                <a:gd name="csY1759" fmla="*/ 610267 h 1796578"/>
                <a:gd name="csX1760" fmla="*/ 449849 w 2180199"/>
                <a:gd name="csY1760" fmla="*/ 599539 h 1796578"/>
                <a:gd name="csX1761" fmla="*/ 448730 w 2180199"/>
                <a:gd name="csY1761" fmla="*/ 600848 h 1796578"/>
                <a:gd name="csX1762" fmla="*/ 444507 w 2180199"/>
                <a:gd name="csY1762" fmla="*/ 600057 h 1796578"/>
                <a:gd name="csX1763" fmla="*/ 445382 w 2180199"/>
                <a:gd name="csY1763" fmla="*/ 597477 h 1796578"/>
                <a:gd name="csX1764" fmla="*/ 448608 w 2180199"/>
                <a:gd name="csY1764" fmla="*/ 595849 h 1796578"/>
                <a:gd name="csX1765" fmla="*/ 452139 w 2180199"/>
                <a:gd name="csY1765" fmla="*/ 598383 h 1796578"/>
                <a:gd name="csX1766" fmla="*/ 449849 w 2180199"/>
                <a:gd name="csY1766" fmla="*/ 599539 h 1796578"/>
                <a:gd name="csX1767" fmla="*/ 523652 w 2180199"/>
                <a:gd name="csY1767" fmla="*/ 610054 h 1796578"/>
                <a:gd name="csX1768" fmla="*/ 522625 w 2180199"/>
                <a:gd name="csY1768" fmla="*/ 610298 h 1796578"/>
                <a:gd name="csX1769" fmla="*/ 524162 w 2180199"/>
                <a:gd name="csY1769" fmla="*/ 607513 h 1796578"/>
                <a:gd name="csX1770" fmla="*/ 526223 w 2180199"/>
                <a:gd name="csY1770" fmla="*/ 604432 h 1796578"/>
                <a:gd name="csX1771" fmla="*/ 528164 w 2180199"/>
                <a:gd name="csY1771" fmla="*/ 602499 h 1796578"/>
                <a:gd name="csX1772" fmla="*/ 530690 w 2180199"/>
                <a:gd name="csY1772" fmla="*/ 601693 h 1796578"/>
                <a:gd name="csX1773" fmla="*/ 530408 w 2180199"/>
                <a:gd name="csY1773" fmla="*/ 603100 h 1796578"/>
                <a:gd name="csX1774" fmla="*/ 527114 w 2180199"/>
                <a:gd name="csY1774" fmla="*/ 605702 h 1796578"/>
                <a:gd name="csX1775" fmla="*/ 523652 w 2180199"/>
                <a:gd name="csY1775" fmla="*/ 610054 h 1796578"/>
                <a:gd name="csX1776" fmla="*/ 174457 w 2180199"/>
                <a:gd name="csY1776" fmla="*/ 661732 h 1796578"/>
                <a:gd name="csX1777" fmla="*/ 172889 w 2180199"/>
                <a:gd name="csY1777" fmla="*/ 662386 h 1796578"/>
                <a:gd name="csX1778" fmla="*/ 171230 w 2180199"/>
                <a:gd name="csY1778" fmla="*/ 662059 h 1796578"/>
                <a:gd name="csX1779" fmla="*/ 169922 w 2180199"/>
                <a:gd name="csY1779" fmla="*/ 658003 h 1796578"/>
                <a:gd name="csX1780" fmla="*/ 170926 w 2180199"/>
                <a:gd name="csY1780" fmla="*/ 657874 h 1796578"/>
                <a:gd name="csX1781" fmla="*/ 173026 w 2180199"/>
                <a:gd name="csY1781" fmla="*/ 655196 h 1796578"/>
                <a:gd name="csX1782" fmla="*/ 177675 w 2180199"/>
                <a:gd name="csY1782" fmla="*/ 653028 h 1796578"/>
                <a:gd name="csX1783" fmla="*/ 178816 w 2180199"/>
                <a:gd name="csY1783" fmla="*/ 652784 h 1796578"/>
                <a:gd name="csX1784" fmla="*/ 174457 w 2180199"/>
                <a:gd name="csY1784" fmla="*/ 661732 h 1796578"/>
                <a:gd name="csX1785" fmla="*/ 354529 w 2180199"/>
                <a:gd name="csY1785" fmla="*/ 665490 h 1796578"/>
                <a:gd name="csX1786" fmla="*/ 353897 w 2180199"/>
                <a:gd name="csY1786" fmla="*/ 665749 h 1796578"/>
                <a:gd name="csX1787" fmla="*/ 352337 w 2180199"/>
                <a:gd name="csY1787" fmla="*/ 664501 h 1796578"/>
                <a:gd name="csX1788" fmla="*/ 351310 w 2180199"/>
                <a:gd name="csY1788" fmla="*/ 663177 h 1796578"/>
                <a:gd name="csX1789" fmla="*/ 351987 w 2180199"/>
                <a:gd name="csY1789" fmla="*/ 662165 h 1796578"/>
                <a:gd name="csX1790" fmla="*/ 355008 w 2180199"/>
                <a:gd name="csY1790" fmla="*/ 660035 h 1796578"/>
                <a:gd name="csX1791" fmla="*/ 356453 w 2180199"/>
                <a:gd name="csY1791" fmla="*/ 659997 h 1796578"/>
                <a:gd name="csX1792" fmla="*/ 357047 w 2180199"/>
                <a:gd name="csY1792" fmla="*/ 660332 h 1796578"/>
                <a:gd name="csX1793" fmla="*/ 357283 w 2180199"/>
                <a:gd name="csY1793" fmla="*/ 660994 h 1796578"/>
                <a:gd name="csX1794" fmla="*/ 357169 w 2180199"/>
                <a:gd name="csY1794" fmla="*/ 661975 h 1796578"/>
                <a:gd name="csX1795" fmla="*/ 356522 w 2180199"/>
                <a:gd name="csY1795" fmla="*/ 663200 h 1796578"/>
                <a:gd name="csX1796" fmla="*/ 354529 w 2180199"/>
                <a:gd name="csY1796" fmla="*/ 665490 h 1796578"/>
                <a:gd name="csX1797" fmla="*/ 355997 w 2180199"/>
                <a:gd name="csY1797" fmla="*/ 670565 h 1796578"/>
                <a:gd name="csX1798" fmla="*/ 356773 w 2180199"/>
                <a:gd name="csY1798" fmla="*/ 670892 h 1796578"/>
                <a:gd name="csX1799" fmla="*/ 357580 w 2180199"/>
                <a:gd name="csY1799" fmla="*/ 668473 h 1796578"/>
                <a:gd name="csX1800" fmla="*/ 358150 w 2180199"/>
                <a:gd name="csY1800" fmla="*/ 668397 h 1796578"/>
                <a:gd name="csX1801" fmla="*/ 360676 w 2180199"/>
                <a:gd name="csY1801" fmla="*/ 670443 h 1796578"/>
                <a:gd name="csX1802" fmla="*/ 362228 w 2180199"/>
                <a:gd name="csY1802" fmla="*/ 669987 h 1796578"/>
                <a:gd name="csX1803" fmla="*/ 363225 w 2180199"/>
                <a:gd name="csY1803" fmla="*/ 672505 h 1796578"/>
                <a:gd name="csX1804" fmla="*/ 364123 w 2180199"/>
                <a:gd name="csY1804" fmla="*/ 672734 h 1796578"/>
                <a:gd name="csX1805" fmla="*/ 364952 w 2180199"/>
                <a:gd name="csY1805" fmla="*/ 672429 h 1796578"/>
                <a:gd name="csX1806" fmla="*/ 365454 w 2180199"/>
                <a:gd name="csY1806" fmla="*/ 672604 h 1796578"/>
                <a:gd name="csX1807" fmla="*/ 365279 w 2180199"/>
                <a:gd name="csY1807" fmla="*/ 675260 h 1796578"/>
                <a:gd name="csX1808" fmla="*/ 363431 w 2180199"/>
                <a:gd name="csY1808" fmla="*/ 677946 h 1796578"/>
                <a:gd name="csX1809" fmla="*/ 362571 w 2180199"/>
                <a:gd name="csY1809" fmla="*/ 678623 h 1796578"/>
                <a:gd name="csX1810" fmla="*/ 361369 w 2180199"/>
                <a:gd name="csY1810" fmla="*/ 677930 h 1796578"/>
                <a:gd name="csX1811" fmla="*/ 360920 w 2180199"/>
                <a:gd name="csY1811" fmla="*/ 677672 h 1796578"/>
                <a:gd name="csX1812" fmla="*/ 360128 w 2180199"/>
                <a:gd name="csY1812" fmla="*/ 676485 h 1796578"/>
                <a:gd name="csX1813" fmla="*/ 359527 w 2180199"/>
                <a:gd name="csY1813" fmla="*/ 674986 h 1796578"/>
                <a:gd name="csX1814" fmla="*/ 359170 w 2180199"/>
                <a:gd name="csY1814" fmla="*/ 674963 h 1796578"/>
                <a:gd name="csX1815" fmla="*/ 357762 w 2180199"/>
                <a:gd name="csY1815" fmla="*/ 676728 h 1796578"/>
                <a:gd name="csX1816" fmla="*/ 357793 w 2180199"/>
                <a:gd name="csY1816" fmla="*/ 677603 h 1796578"/>
                <a:gd name="csX1817" fmla="*/ 358378 w 2180199"/>
                <a:gd name="csY1817" fmla="*/ 678912 h 1796578"/>
                <a:gd name="csX1818" fmla="*/ 358295 w 2180199"/>
                <a:gd name="csY1818" fmla="*/ 679726 h 1796578"/>
                <a:gd name="csX1819" fmla="*/ 356758 w 2180199"/>
                <a:gd name="csY1819" fmla="*/ 680114 h 1796578"/>
                <a:gd name="csX1820" fmla="*/ 355251 w 2180199"/>
                <a:gd name="csY1820" fmla="*/ 679908 h 1796578"/>
                <a:gd name="csX1821" fmla="*/ 353410 w 2180199"/>
                <a:gd name="csY1821" fmla="*/ 681050 h 1796578"/>
                <a:gd name="csX1822" fmla="*/ 352969 w 2180199"/>
                <a:gd name="csY1822" fmla="*/ 680342 h 1796578"/>
                <a:gd name="csX1823" fmla="*/ 352687 w 2180199"/>
                <a:gd name="csY1823" fmla="*/ 678341 h 1796578"/>
                <a:gd name="csX1824" fmla="*/ 352117 w 2180199"/>
                <a:gd name="csY1824" fmla="*/ 678569 h 1796578"/>
                <a:gd name="csX1825" fmla="*/ 351249 w 2180199"/>
                <a:gd name="csY1825" fmla="*/ 681019 h 1796578"/>
                <a:gd name="csX1826" fmla="*/ 350298 w 2180199"/>
                <a:gd name="csY1826" fmla="*/ 682572 h 1796578"/>
                <a:gd name="csX1827" fmla="*/ 348571 w 2180199"/>
                <a:gd name="csY1827" fmla="*/ 683857 h 1796578"/>
                <a:gd name="csX1828" fmla="*/ 348191 w 2180199"/>
                <a:gd name="csY1828" fmla="*/ 684481 h 1796578"/>
                <a:gd name="csX1829" fmla="*/ 346928 w 2180199"/>
                <a:gd name="csY1829" fmla="*/ 684565 h 1796578"/>
                <a:gd name="csX1830" fmla="*/ 345056 w 2180199"/>
                <a:gd name="csY1830" fmla="*/ 685371 h 1796578"/>
                <a:gd name="csX1831" fmla="*/ 343899 w 2180199"/>
                <a:gd name="csY1831" fmla="*/ 685234 h 1796578"/>
                <a:gd name="csX1832" fmla="*/ 337006 w 2180199"/>
                <a:gd name="csY1832" fmla="*/ 682579 h 1796578"/>
                <a:gd name="csX1833" fmla="*/ 335385 w 2180199"/>
                <a:gd name="csY1833" fmla="*/ 681605 h 1796578"/>
                <a:gd name="csX1834" fmla="*/ 341054 w 2180199"/>
                <a:gd name="csY1834" fmla="*/ 675495 h 1796578"/>
                <a:gd name="csX1835" fmla="*/ 344036 w 2180199"/>
                <a:gd name="csY1835" fmla="*/ 673122 h 1796578"/>
                <a:gd name="csX1836" fmla="*/ 345763 w 2180199"/>
                <a:gd name="csY1836" fmla="*/ 673251 h 1796578"/>
                <a:gd name="csX1837" fmla="*/ 347491 w 2180199"/>
                <a:gd name="csY1837" fmla="*/ 673989 h 1796578"/>
                <a:gd name="csX1838" fmla="*/ 348404 w 2180199"/>
                <a:gd name="csY1838" fmla="*/ 673867 h 1796578"/>
                <a:gd name="csX1839" fmla="*/ 348472 w 2180199"/>
                <a:gd name="csY1839" fmla="*/ 671151 h 1796578"/>
                <a:gd name="csX1840" fmla="*/ 346867 w 2180199"/>
                <a:gd name="csY1840" fmla="*/ 669120 h 1796578"/>
                <a:gd name="csX1841" fmla="*/ 346928 w 2180199"/>
                <a:gd name="csY1841" fmla="*/ 668275 h 1796578"/>
                <a:gd name="csX1842" fmla="*/ 350481 w 2180199"/>
                <a:gd name="csY1842" fmla="*/ 666883 h 1796578"/>
                <a:gd name="csX1843" fmla="*/ 351812 w 2180199"/>
                <a:gd name="csY1843" fmla="*/ 667080 h 1796578"/>
                <a:gd name="csX1844" fmla="*/ 353281 w 2180199"/>
                <a:gd name="csY1844" fmla="*/ 667796 h 1796578"/>
                <a:gd name="csX1845" fmla="*/ 354673 w 2180199"/>
                <a:gd name="csY1845" fmla="*/ 668952 h 1796578"/>
                <a:gd name="csX1846" fmla="*/ 355997 w 2180199"/>
                <a:gd name="csY1846" fmla="*/ 670565 h 1796578"/>
                <a:gd name="csX1847" fmla="*/ 734736 w 2180199"/>
                <a:gd name="csY1847" fmla="*/ 678608 h 1796578"/>
                <a:gd name="csX1848" fmla="*/ 740161 w 2180199"/>
                <a:gd name="csY1848" fmla="*/ 679528 h 1796578"/>
                <a:gd name="csX1849" fmla="*/ 744133 w 2180199"/>
                <a:gd name="csY1849" fmla="*/ 679323 h 1796578"/>
                <a:gd name="csX1850" fmla="*/ 747762 w 2180199"/>
                <a:gd name="csY1850" fmla="*/ 685349 h 1796578"/>
                <a:gd name="csX1851" fmla="*/ 749991 w 2180199"/>
                <a:gd name="csY1851" fmla="*/ 690195 h 1796578"/>
                <a:gd name="csX1852" fmla="*/ 751301 w 2180199"/>
                <a:gd name="csY1852" fmla="*/ 693581 h 1796578"/>
                <a:gd name="csX1853" fmla="*/ 752046 w 2180199"/>
                <a:gd name="csY1853" fmla="*/ 696845 h 1796578"/>
                <a:gd name="csX1854" fmla="*/ 753042 w 2180199"/>
                <a:gd name="csY1854" fmla="*/ 699988 h 1796578"/>
                <a:gd name="csX1855" fmla="*/ 752951 w 2180199"/>
                <a:gd name="csY1855" fmla="*/ 700429 h 1796578"/>
                <a:gd name="csX1856" fmla="*/ 750860 w 2180199"/>
                <a:gd name="csY1856" fmla="*/ 698314 h 1796578"/>
                <a:gd name="csX1857" fmla="*/ 749352 w 2180199"/>
                <a:gd name="csY1857" fmla="*/ 694015 h 1796578"/>
                <a:gd name="csX1858" fmla="*/ 748584 w 2180199"/>
                <a:gd name="csY1858" fmla="*/ 692333 h 1796578"/>
                <a:gd name="csX1859" fmla="*/ 747823 w 2180199"/>
                <a:gd name="csY1859" fmla="*/ 691572 h 1796578"/>
                <a:gd name="csX1860" fmla="*/ 747024 w 2180199"/>
                <a:gd name="csY1860" fmla="*/ 689982 h 1796578"/>
                <a:gd name="csX1861" fmla="*/ 745465 w 2180199"/>
                <a:gd name="csY1861" fmla="*/ 685858 h 1796578"/>
                <a:gd name="csX1862" fmla="*/ 745411 w 2180199"/>
                <a:gd name="csY1862" fmla="*/ 684694 h 1796578"/>
                <a:gd name="csX1863" fmla="*/ 744719 w 2180199"/>
                <a:gd name="csY1863" fmla="*/ 683614 h 1796578"/>
                <a:gd name="csX1864" fmla="*/ 743920 w 2180199"/>
                <a:gd name="csY1864" fmla="*/ 683165 h 1796578"/>
                <a:gd name="csX1865" fmla="*/ 743014 w 2180199"/>
                <a:gd name="csY1865" fmla="*/ 683340 h 1796578"/>
                <a:gd name="csX1866" fmla="*/ 742702 w 2180199"/>
                <a:gd name="csY1866" fmla="*/ 683758 h 1796578"/>
                <a:gd name="csX1867" fmla="*/ 742840 w 2180199"/>
                <a:gd name="csY1867" fmla="*/ 686611 h 1796578"/>
                <a:gd name="csX1868" fmla="*/ 743555 w 2180199"/>
                <a:gd name="csY1868" fmla="*/ 689777 h 1796578"/>
                <a:gd name="csX1869" fmla="*/ 747474 w 2180199"/>
                <a:gd name="csY1869" fmla="*/ 696670 h 1796578"/>
                <a:gd name="csX1870" fmla="*/ 750090 w 2180199"/>
                <a:gd name="csY1870" fmla="*/ 700581 h 1796578"/>
                <a:gd name="csX1871" fmla="*/ 750608 w 2180199"/>
                <a:gd name="csY1871" fmla="*/ 701874 h 1796578"/>
                <a:gd name="csX1872" fmla="*/ 750950 w 2180199"/>
                <a:gd name="csY1872" fmla="*/ 705435 h 1796578"/>
                <a:gd name="csX1873" fmla="*/ 749824 w 2180199"/>
                <a:gd name="csY1873" fmla="*/ 707041 h 1796578"/>
                <a:gd name="csX1874" fmla="*/ 751209 w 2180199"/>
                <a:gd name="csY1874" fmla="*/ 710312 h 1796578"/>
                <a:gd name="csX1875" fmla="*/ 751156 w 2180199"/>
                <a:gd name="csY1875" fmla="*/ 710951 h 1796578"/>
                <a:gd name="csX1876" fmla="*/ 750851 w 2180199"/>
                <a:gd name="csY1876" fmla="*/ 711575 h 1796578"/>
                <a:gd name="csX1877" fmla="*/ 747123 w 2180199"/>
                <a:gd name="csY1877" fmla="*/ 713021 h 1796578"/>
                <a:gd name="csX1878" fmla="*/ 743707 w 2180199"/>
                <a:gd name="csY1878" fmla="*/ 719054 h 1796578"/>
                <a:gd name="csX1879" fmla="*/ 739963 w 2180199"/>
                <a:gd name="csY1879" fmla="*/ 722577 h 1796578"/>
                <a:gd name="csX1880" fmla="*/ 738236 w 2180199"/>
                <a:gd name="csY1880" fmla="*/ 723140 h 1796578"/>
                <a:gd name="csX1881" fmla="*/ 737407 w 2180199"/>
                <a:gd name="csY1881" fmla="*/ 722555 h 1796578"/>
                <a:gd name="csX1882" fmla="*/ 736623 w 2180199"/>
                <a:gd name="csY1882" fmla="*/ 721208 h 1796578"/>
                <a:gd name="csX1883" fmla="*/ 736159 w 2180199"/>
                <a:gd name="csY1883" fmla="*/ 719405 h 1796578"/>
                <a:gd name="csX1884" fmla="*/ 736022 w 2180199"/>
                <a:gd name="csY1884" fmla="*/ 717145 h 1796578"/>
                <a:gd name="csX1885" fmla="*/ 736958 w 2180199"/>
                <a:gd name="csY1885" fmla="*/ 715714 h 1796578"/>
                <a:gd name="csX1886" fmla="*/ 738808 w 2180199"/>
                <a:gd name="csY1886" fmla="*/ 708273 h 1796578"/>
                <a:gd name="csX1887" fmla="*/ 738860 w 2180199"/>
                <a:gd name="csY1887" fmla="*/ 705823 h 1796578"/>
                <a:gd name="csX1888" fmla="*/ 736555 w 2180199"/>
                <a:gd name="csY1888" fmla="*/ 702415 h 1796578"/>
                <a:gd name="csX1889" fmla="*/ 735162 w 2180199"/>
                <a:gd name="csY1889" fmla="*/ 699622 h 1796578"/>
                <a:gd name="csX1890" fmla="*/ 734409 w 2180199"/>
                <a:gd name="csY1890" fmla="*/ 695719 h 1796578"/>
                <a:gd name="csX1891" fmla="*/ 733146 w 2180199"/>
                <a:gd name="csY1891" fmla="*/ 685341 h 1796578"/>
                <a:gd name="csX1892" fmla="*/ 732560 w 2180199"/>
                <a:gd name="csY1892" fmla="*/ 682008 h 1796578"/>
                <a:gd name="csX1893" fmla="*/ 731739 w 2180199"/>
                <a:gd name="csY1893" fmla="*/ 679224 h 1796578"/>
                <a:gd name="csX1894" fmla="*/ 730674 w 2180199"/>
                <a:gd name="csY1894" fmla="*/ 676994 h 1796578"/>
                <a:gd name="csX1895" fmla="*/ 729874 w 2180199"/>
                <a:gd name="csY1895" fmla="*/ 674537 h 1796578"/>
                <a:gd name="csX1896" fmla="*/ 729327 w 2180199"/>
                <a:gd name="csY1896" fmla="*/ 671851 h 1796578"/>
                <a:gd name="csX1897" fmla="*/ 729532 w 2180199"/>
                <a:gd name="csY1897" fmla="*/ 670809 h 1796578"/>
                <a:gd name="csX1898" fmla="*/ 731381 w 2180199"/>
                <a:gd name="csY1898" fmla="*/ 672209 h 1796578"/>
                <a:gd name="csX1899" fmla="*/ 733603 w 2180199"/>
                <a:gd name="csY1899" fmla="*/ 676058 h 1796578"/>
                <a:gd name="csX1900" fmla="*/ 734736 w 2180199"/>
                <a:gd name="csY1900" fmla="*/ 678608 h 1796578"/>
                <a:gd name="csX1901" fmla="*/ 742581 w 2180199"/>
                <a:gd name="csY1901" fmla="*/ 675891 h 1796578"/>
                <a:gd name="csX1902" fmla="*/ 742429 w 2180199"/>
                <a:gd name="csY1902" fmla="*/ 676896 h 1796578"/>
                <a:gd name="csX1903" fmla="*/ 739514 w 2180199"/>
                <a:gd name="csY1903" fmla="*/ 676797 h 1796578"/>
                <a:gd name="csX1904" fmla="*/ 736578 w 2180199"/>
                <a:gd name="csY1904" fmla="*/ 675321 h 1796578"/>
                <a:gd name="csX1905" fmla="*/ 735133 w 2180199"/>
                <a:gd name="csY1905" fmla="*/ 673380 h 1796578"/>
                <a:gd name="csX1906" fmla="*/ 735421 w 2180199"/>
                <a:gd name="csY1906" fmla="*/ 672505 h 1796578"/>
                <a:gd name="csX1907" fmla="*/ 738153 w 2180199"/>
                <a:gd name="csY1907" fmla="*/ 671691 h 1796578"/>
                <a:gd name="csX1908" fmla="*/ 740739 w 2180199"/>
                <a:gd name="csY1908" fmla="*/ 673532 h 1796578"/>
                <a:gd name="csX1909" fmla="*/ 742581 w 2180199"/>
                <a:gd name="csY1909" fmla="*/ 675891 h 1796578"/>
                <a:gd name="csX1910" fmla="*/ 712314 w 2180199"/>
                <a:gd name="csY1910" fmla="*/ 675267 h 1796578"/>
                <a:gd name="csX1911" fmla="*/ 715366 w 2180199"/>
                <a:gd name="csY1911" fmla="*/ 679208 h 1796578"/>
                <a:gd name="csX1912" fmla="*/ 715388 w 2180199"/>
                <a:gd name="csY1912" fmla="*/ 680114 h 1796578"/>
                <a:gd name="csX1913" fmla="*/ 714764 w 2180199"/>
                <a:gd name="csY1913" fmla="*/ 682815 h 1796578"/>
                <a:gd name="csX1914" fmla="*/ 713105 w 2180199"/>
                <a:gd name="csY1914" fmla="*/ 683576 h 1796578"/>
                <a:gd name="csX1915" fmla="*/ 713577 w 2180199"/>
                <a:gd name="csY1915" fmla="*/ 684649 h 1796578"/>
                <a:gd name="csX1916" fmla="*/ 714809 w 2180199"/>
                <a:gd name="csY1916" fmla="*/ 685455 h 1796578"/>
                <a:gd name="csX1917" fmla="*/ 715692 w 2180199"/>
                <a:gd name="csY1917" fmla="*/ 684786 h 1796578"/>
                <a:gd name="csX1918" fmla="*/ 718910 w 2180199"/>
                <a:gd name="csY1918" fmla="*/ 681004 h 1796578"/>
                <a:gd name="csX1919" fmla="*/ 719900 w 2180199"/>
                <a:gd name="csY1919" fmla="*/ 680213 h 1796578"/>
                <a:gd name="csX1920" fmla="*/ 720501 w 2180199"/>
                <a:gd name="csY1920" fmla="*/ 680129 h 1796578"/>
                <a:gd name="csX1921" fmla="*/ 724427 w 2180199"/>
                <a:gd name="csY1921" fmla="*/ 681270 h 1796578"/>
                <a:gd name="csX1922" fmla="*/ 727858 w 2180199"/>
                <a:gd name="csY1922" fmla="*/ 683074 h 1796578"/>
                <a:gd name="csX1923" fmla="*/ 728870 w 2180199"/>
                <a:gd name="csY1923" fmla="*/ 684512 h 1796578"/>
                <a:gd name="csX1924" fmla="*/ 729441 w 2180199"/>
                <a:gd name="csY1924" fmla="*/ 687030 h 1796578"/>
                <a:gd name="csX1925" fmla="*/ 728528 w 2180199"/>
                <a:gd name="csY1925" fmla="*/ 692463 h 1796578"/>
                <a:gd name="csX1926" fmla="*/ 725713 w 2180199"/>
                <a:gd name="csY1926" fmla="*/ 693406 h 1796578"/>
                <a:gd name="csX1927" fmla="*/ 724381 w 2180199"/>
                <a:gd name="csY1927" fmla="*/ 693307 h 1796578"/>
                <a:gd name="csX1928" fmla="*/ 722959 w 2180199"/>
                <a:gd name="csY1928" fmla="*/ 692516 h 1796578"/>
                <a:gd name="csX1929" fmla="*/ 720668 w 2180199"/>
                <a:gd name="csY1929" fmla="*/ 694403 h 1796578"/>
                <a:gd name="csX1930" fmla="*/ 722570 w 2180199"/>
                <a:gd name="csY1930" fmla="*/ 695841 h 1796578"/>
                <a:gd name="csX1931" fmla="*/ 728353 w 2180199"/>
                <a:gd name="csY1931" fmla="*/ 696168 h 1796578"/>
                <a:gd name="csX1932" fmla="*/ 730103 w 2180199"/>
                <a:gd name="csY1932" fmla="*/ 699211 h 1796578"/>
                <a:gd name="csX1933" fmla="*/ 730605 w 2180199"/>
                <a:gd name="csY1933" fmla="*/ 701555 h 1796578"/>
                <a:gd name="csX1934" fmla="*/ 729357 w 2180199"/>
                <a:gd name="csY1934" fmla="*/ 705846 h 1796578"/>
                <a:gd name="csX1935" fmla="*/ 726078 w 2180199"/>
                <a:gd name="csY1935" fmla="*/ 704659 h 1796578"/>
                <a:gd name="csX1936" fmla="*/ 723187 w 2180199"/>
                <a:gd name="csY1936" fmla="*/ 702171 h 1796578"/>
                <a:gd name="csX1937" fmla="*/ 717260 w 2180199"/>
                <a:gd name="csY1937" fmla="*/ 698641 h 1796578"/>
                <a:gd name="csX1938" fmla="*/ 715837 w 2180199"/>
                <a:gd name="csY1938" fmla="*/ 698481 h 1796578"/>
                <a:gd name="csX1939" fmla="*/ 714886 w 2180199"/>
                <a:gd name="csY1939" fmla="*/ 699105 h 1796578"/>
                <a:gd name="csX1940" fmla="*/ 714628 w 2180199"/>
                <a:gd name="csY1940" fmla="*/ 701243 h 1796578"/>
                <a:gd name="csX1941" fmla="*/ 714688 w 2180199"/>
                <a:gd name="csY1941" fmla="*/ 705869 h 1796578"/>
                <a:gd name="csX1942" fmla="*/ 713105 w 2180199"/>
                <a:gd name="csY1942" fmla="*/ 708266 h 1796578"/>
                <a:gd name="csX1943" fmla="*/ 708433 w 2180199"/>
                <a:gd name="csY1943" fmla="*/ 707208 h 1796578"/>
                <a:gd name="csX1944" fmla="*/ 706601 w 2180199"/>
                <a:gd name="csY1944" fmla="*/ 703708 h 1796578"/>
                <a:gd name="csX1945" fmla="*/ 704889 w 2180199"/>
                <a:gd name="csY1945" fmla="*/ 698154 h 1796578"/>
                <a:gd name="csX1946" fmla="*/ 698444 w 2180199"/>
                <a:gd name="csY1946" fmla="*/ 691542 h 1796578"/>
                <a:gd name="csX1947" fmla="*/ 696701 w 2180199"/>
                <a:gd name="csY1947" fmla="*/ 690218 h 1796578"/>
                <a:gd name="csX1948" fmla="*/ 694380 w 2180199"/>
                <a:gd name="csY1948" fmla="*/ 686246 h 1796578"/>
                <a:gd name="csX1949" fmla="*/ 695309 w 2180199"/>
                <a:gd name="csY1949" fmla="*/ 683089 h 1796578"/>
                <a:gd name="csX1950" fmla="*/ 695583 w 2180199"/>
                <a:gd name="csY1950" fmla="*/ 681263 h 1796578"/>
                <a:gd name="csX1951" fmla="*/ 696823 w 2180199"/>
                <a:gd name="csY1951" fmla="*/ 680776 h 1796578"/>
                <a:gd name="csX1952" fmla="*/ 698634 w 2180199"/>
                <a:gd name="csY1952" fmla="*/ 679361 h 1796578"/>
                <a:gd name="csX1953" fmla="*/ 699646 w 2180199"/>
                <a:gd name="csY1953" fmla="*/ 676294 h 1796578"/>
                <a:gd name="csX1954" fmla="*/ 701274 w 2180199"/>
                <a:gd name="csY1954" fmla="*/ 678775 h 1796578"/>
                <a:gd name="csX1955" fmla="*/ 703450 w 2180199"/>
                <a:gd name="csY1955" fmla="*/ 681156 h 1796578"/>
                <a:gd name="csX1956" fmla="*/ 703480 w 2180199"/>
                <a:gd name="csY1956" fmla="*/ 678919 h 1796578"/>
                <a:gd name="csX1957" fmla="*/ 704507 w 2180199"/>
                <a:gd name="csY1957" fmla="*/ 677131 h 1796578"/>
                <a:gd name="csX1958" fmla="*/ 706645 w 2180199"/>
                <a:gd name="csY1958" fmla="*/ 677200 h 1796578"/>
                <a:gd name="csX1959" fmla="*/ 707651 w 2180199"/>
                <a:gd name="csY1959" fmla="*/ 676827 h 1796578"/>
                <a:gd name="csX1960" fmla="*/ 709050 w 2180199"/>
                <a:gd name="csY1960" fmla="*/ 675153 h 1796578"/>
                <a:gd name="csX1961" fmla="*/ 711074 w 2180199"/>
                <a:gd name="csY1961" fmla="*/ 674286 h 1796578"/>
                <a:gd name="csX1962" fmla="*/ 712314 w 2180199"/>
                <a:gd name="csY1962" fmla="*/ 675267 h 1796578"/>
                <a:gd name="csX1963" fmla="*/ 345725 w 2180199"/>
                <a:gd name="csY1963" fmla="*/ 692189 h 1796578"/>
                <a:gd name="csX1964" fmla="*/ 345878 w 2180199"/>
                <a:gd name="csY1964" fmla="*/ 694387 h 1796578"/>
                <a:gd name="csX1965" fmla="*/ 346745 w 2180199"/>
                <a:gd name="csY1965" fmla="*/ 694121 h 1796578"/>
                <a:gd name="csX1966" fmla="*/ 350032 w 2180199"/>
                <a:gd name="csY1966" fmla="*/ 691861 h 1796578"/>
                <a:gd name="csX1967" fmla="*/ 351744 w 2180199"/>
                <a:gd name="csY1967" fmla="*/ 691200 h 1796578"/>
                <a:gd name="csX1968" fmla="*/ 353973 w 2180199"/>
                <a:gd name="csY1968" fmla="*/ 691093 h 1796578"/>
                <a:gd name="csX1969" fmla="*/ 355738 w 2180199"/>
                <a:gd name="csY1969" fmla="*/ 692128 h 1796578"/>
                <a:gd name="csX1970" fmla="*/ 356096 w 2180199"/>
                <a:gd name="csY1970" fmla="*/ 692919 h 1796578"/>
                <a:gd name="csX1971" fmla="*/ 355936 w 2180199"/>
                <a:gd name="csY1971" fmla="*/ 693862 h 1796578"/>
                <a:gd name="csX1972" fmla="*/ 354521 w 2180199"/>
                <a:gd name="csY1972" fmla="*/ 695772 h 1796578"/>
                <a:gd name="csX1973" fmla="*/ 354582 w 2180199"/>
                <a:gd name="csY1973" fmla="*/ 697012 h 1796578"/>
                <a:gd name="csX1974" fmla="*/ 356103 w 2180199"/>
                <a:gd name="csY1974" fmla="*/ 699295 h 1796578"/>
                <a:gd name="csX1975" fmla="*/ 359839 w 2180199"/>
                <a:gd name="csY1975" fmla="*/ 700535 h 1796578"/>
                <a:gd name="csX1976" fmla="*/ 360296 w 2180199"/>
                <a:gd name="csY1976" fmla="*/ 701220 h 1796578"/>
                <a:gd name="csX1977" fmla="*/ 360281 w 2180199"/>
                <a:gd name="csY1977" fmla="*/ 702042 h 1796578"/>
                <a:gd name="csX1978" fmla="*/ 357709 w 2180199"/>
                <a:gd name="csY1978" fmla="*/ 705808 h 1796578"/>
                <a:gd name="csX1979" fmla="*/ 356765 w 2180199"/>
                <a:gd name="csY1979" fmla="*/ 706683 h 1796578"/>
                <a:gd name="csX1980" fmla="*/ 356096 w 2180199"/>
                <a:gd name="csY1980" fmla="*/ 706896 h 1796578"/>
                <a:gd name="csX1981" fmla="*/ 351424 w 2180199"/>
                <a:gd name="csY1981" fmla="*/ 706219 h 1796578"/>
                <a:gd name="csX1982" fmla="*/ 347148 w 2180199"/>
                <a:gd name="csY1982" fmla="*/ 704986 h 1796578"/>
                <a:gd name="csX1983" fmla="*/ 345421 w 2180199"/>
                <a:gd name="csY1983" fmla="*/ 704773 h 1796578"/>
                <a:gd name="csX1984" fmla="*/ 344805 w 2180199"/>
                <a:gd name="csY1984" fmla="*/ 705176 h 1796578"/>
                <a:gd name="csX1985" fmla="*/ 343595 w 2180199"/>
                <a:gd name="csY1985" fmla="*/ 706333 h 1796578"/>
                <a:gd name="csX1986" fmla="*/ 344462 w 2180199"/>
                <a:gd name="csY1986" fmla="*/ 706675 h 1796578"/>
                <a:gd name="csX1987" fmla="*/ 348206 w 2180199"/>
                <a:gd name="csY1987" fmla="*/ 706949 h 1796578"/>
                <a:gd name="csX1988" fmla="*/ 349530 w 2180199"/>
                <a:gd name="csY1988" fmla="*/ 708631 h 1796578"/>
                <a:gd name="csX1989" fmla="*/ 350108 w 2180199"/>
                <a:gd name="csY1989" fmla="*/ 709871 h 1796578"/>
                <a:gd name="csX1990" fmla="*/ 350397 w 2180199"/>
                <a:gd name="csY1990" fmla="*/ 711233 h 1796578"/>
                <a:gd name="csX1991" fmla="*/ 349651 w 2180199"/>
                <a:gd name="csY1991" fmla="*/ 711788 h 1796578"/>
                <a:gd name="csX1992" fmla="*/ 348054 w 2180199"/>
                <a:gd name="csY1992" fmla="*/ 712199 h 1796578"/>
                <a:gd name="csX1993" fmla="*/ 346136 w 2180199"/>
                <a:gd name="csY1993" fmla="*/ 712192 h 1796578"/>
                <a:gd name="csX1994" fmla="*/ 343762 w 2180199"/>
                <a:gd name="csY1994" fmla="*/ 713721 h 1796578"/>
                <a:gd name="csX1995" fmla="*/ 342454 w 2180199"/>
                <a:gd name="csY1995" fmla="*/ 715471 h 1796578"/>
                <a:gd name="csX1996" fmla="*/ 337698 w 2180199"/>
                <a:gd name="csY1996" fmla="*/ 715912 h 1796578"/>
                <a:gd name="csX1997" fmla="*/ 334077 w 2180199"/>
                <a:gd name="csY1997" fmla="*/ 718240 h 1796578"/>
                <a:gd name="csX1998" fmla="*/ 332806 w 2180199"/>
                <a:gd name="csY1998" fmla="*/ 719389 h 1796578"/>
                <a:gd name="csX1999" fmla="*/ 332357 w 2180199"/>
                <a:gd name="csY1999" fmla="*/ 720759 h 1796578"/>
                <a:gd name="csX2000" fmla="*/ 330988 w 2180199"/>
                <a:gd name="csY2000" fmla="*/ 721748 h 1796578"/>
                <a:gd name="csX2001" fmla="*/ 327906 w 2180199"/>
                <a:gd name="csY2001" fmla="*/ 722745 h 1796578"/>
                <a:gd name="csX2002" fmla="*/ 329747 w 2180199"/>
                <a:gd name="csY2002" fmla="*/ 723635 h 1796578"/>
                <a:gd name="csX2003" fmla="*/ 330037 w 2180199"/>
                <a:gd name="csY2003" fmla="*/ 724388 h 1796578"/>
                <a:gd name="csX2004" fmla="*/ 330067 w 2180199"/>
                <a:gd name="csY2004" fmla="*/ 725431 h 1796578"/>
                <a:gd name="csX2005" fmla="*/ 329816 w 2180199"/>
                <a:gd name="csY2005" fmla="*/ 726328 h 1796578"/>
                <a:gd name="csX2006" fmla="*/ 327381 w 2180199"/>
                <a:gd name="csY2006" fmla="*/ 730323 h 1796578"/>
                <a:gd name="csX2007" fmla="*/ 322786 w 2180199"/>
                <a:gd name="csY2007" fmla="*/ 733602 h 1796578"/>
                <a:gd name="csX2008" fmla="*/ 321621 w 2180199"/>
                <a:gd name="csY2008" fmla="*/ 733450 h 1796578"/>
                <a:gd name="csX2009" fmla="*/ 321119 w 2180199"/>
                <a:gd name="csY2009" fmla="*/ 733039 h 1796578"/>
                <a:gd name="csX2010" fmla="*/ 320708 w 2180199"/>
                <a:gd name="csY2010" fmla="*/ 732415 h 1796578"/>
                <a:gd name="csX2011" fmla="*/ 320693 w 2180199"/>
                <a:gd name="csY2011" fmla="*/ 731784 h 1796578"/>
                <a:gd name="csX2012" fmla="*/ 326620 w 2180199"/>
                <a:gd name="csY2012" fmla="*/ 725195 h 1796578"/>
                <a:gd name="csX2013" fmla="*/ 326384 w 2180199"/>
                <a:gd name="csY2013" fmla="*/ 724875 h 1796578"/>
                <a:gd name="csX2014" fmla="*/ 324771 w 2180199"/>
                <a:gd name="csY2014" fmla="*/ 724654 h 1796578"/>
                <a:gd name="csX2015" fmla="*/ 322223 w 2180199"/>
                <a:gd name="csY2015" fmla="*/ 722836 h 1796578"/>
                <a:gd name="csX2016" fmla="*/ 320419 w 2180199"/>
                <a:gd name="csY2016" fmla="*/ 724008 h 1796578"/>
                <a:gd name="csX2017" fmla="*/ 320008 w 2180199"/>
                <a:gd name="csY2017" fmla="*/ 723962 h 1796578"/>
                <a:gd name="csX2018" fmla="*/ 320488 w 2180199"/>
                <a:gd name="csY2018" fmla="*/ 722402 h 1796578"/>
                <a:gd name="csX2019" fmla="*/ 321659 w 2180199"/>
                <a:gd name="csY2019" fmla="*/ 720546 h 1796578"/>
                <a:gd name="csX2020" fmla="*/ 321454 w 2180199"/>
                <a:gd name="csY2020" fmla="*/ 720021 h 1796578"/>
                <a:gd name="csX2021" fmla="*/ 320807 w 2180199"/>
                <a:gd name="csY2021" fmla="*/ 719557 h 1796578"/>
                <a:gd name="csX2022" fmla="*/ 319324 w 2180199"/>
                <a:gd name="csY2022" fmla="*/ 719275 h 1796578"/>
                <a:gd name="csX2023" fmla="*/ 316995 w 2180199"/>
                <a:gd name="csY2023" fmla="*/ 719184 h 1796578"/>
                <a:gd name="csX2024" fmla="*/ 315268 w 2180199"/>
                <a:gd name="csY2024" fmla="*/ 719625 h 1796578"/>
                <a:gd name="csX2025" fmla="*/ 314150 w 2180199"/>
                <a:gd name="csY2025" fmla="*/ 720599 h 1796578"/>
                <a:gd name="csX2026" fmla="*/ 314059 w 2180199"/>
                <a:gd name="csY2026" fmla="*/ 721010 h 1796578"/>
                <a:gd name="csX2027" fmla="*/ 316440 w 2180199"/>
                <a:gd name="csY2027" fmla="*/ 720896 h 1796578"/>
                <a:gd name="csX2028" fmla="*/ 317087 w 2180199"/>
                <a:gd name="csY2028" fmla="*/ 721390 h 1796578"/>
                <a:gd name="csX2029" fmla="*/ 317726 w 2180199"/>
                <a:gd name="csY2029" fmla="*/ 722311 h 1796578"/>
                <a:gd name="csX2030" fmla="*/ 318114 w 2180199"/>
                <a:gd name="csY2030" fmla="*/ 723376 h 1796578"/>
                <a:gd name="csX2031" fmla="*/ 318258 w 2180199"/>
                <a:gd name="csY2031" fmla="*/ 724586 h 1796578"/>
                <a:gd name="csX2032" fmla="*/ 317756 w 2180199"/>
                <a:gd name="csY2032" fmla="*/ 726207 h 1796578"/>
                <a:gd name="csX2033" fmla="*/ 316623 w 2180199"/>
                <a:gd name="csY2033" fmla="*/ 728238 h 1796578"/>
                <a:gd name="csX2034" fmla="*/ 314956 w 2180199"/>
                <a:gd name="csY2034" fmla="*/ 727880 h 1796578"/>
                <a:gd name="csX2035" fmla="*/ 311540 w 2180199"/>
                <a:gd name="csY2035" fmla="*/ 723353 h 1796578"/>
                <a:gd name="csX2036" fmla="*/ 310034 w 2180199"/>
                <a:gd name="csY2036" fmla="*/ 716703 h 1796578"/>
                <a:gd name="csX2037" fmla="*/ 307112 w 2180199"/>
                <a:gd name="csY2037" fmla="*/ 711606 h 1796578"/>
                <a:gd name="csX2038" fmla="*/ 306983 w 2180199"/>
                <a:gd name="csY2038" fmla="*/ 710381 h 1796578"/>
                <a:gd name="csX2039" fmla="*/ 307812 w 2180199"/>
                <a:gd name="csY2039" fmla="*/ 707223 h 1796578"/>
                <a:gd name="csX2040" fmla="*/ 310756 w 2180199"/>
                <a:gd name="csY2040" fmla="*/ 702727 h 1796578"/>
                <a:gd name="csX2041" fmla="*/ 313922 w 2180199"/>
                <a:gd name="csY2041" fmla="*/ 701494 h 1796578"/>
                <a:gd name="csX2042" fmla="*/ 316174 w 2180199"/>
                <a:gd name="csY2042" fmla="*/ 699599 h 1796578"/>
                <a:gd name="csX2043" fmla="*/ 318357 w 2180199"/>
                <a:gd name="csY2043" fmla="*/ 699029 h 1796578"/>
                <a:gd name="csX2044" fmla="*/ 319704 w 2180199"/>
                <a:gd name="csY2044" fmla="*/ 699074 h 1796578"/>
                <a:gd name="csX2045" fmla="*/ 321553 w 2180199"/>
                <a:gd name="csY2045" fmla="*/ 699889 h 1796578"/>
                <a:gd name="csX2046" fmla="*/ 322299 w 2180199"/>
                <a:gd name="csY2046" fmla="*/ 701616 h 1796578"/>
                <a:gd name="csX2047" fmla="*/ 321850 w 2180199"/>
                <a:gd name="csY2047" fmla="*/ 702422 h 1796578"/>
                <a:gd name="csX2048" fmla="*/ 322017 w 2180199"/>
                <a:gd name="csY2048" fmla="*/ 702848 h 1796578"/>
                <a:gd name="csX2049" fmla="*/ 323311 w 2180199"/>
                <a:gd name="csY2049" fmla="*/ 703883 h 1796578"/>
                <a:gd name="csX2050" fmla="*/ 324711 w 2180199"/>
                <a:gd name="csY2050" fmla="*/ 707497 h 1796578"/>
                <a:gd name="csX2051" fmla="*/ 326339 w 2180199"/>
                <a:gd name="csY2051" fmla="*/ 710693 h 1796578"/>
                <a:gd name="csX2052" fmla="*/ 327427 w 2180199"/>
                <a:gd name="csY2052" fmla="*/ 711986 h 1796578"/>
                <a:gd name="csX2053" fmla="*/ 328857 w 2180199"/>
                <a:gd name="csY2053" fmla="*/ 712785 h 1796578"/>
                <a:gd name="csX2054" fmla="*/ 327381 w 2180199"/>
                <a:gd name="csY2054" fmla="*/ 710350 h 1796578"/>
                <a:gd name="csX2055" fmla="*/ 326506 w 2180199"/>
                <a:gd name="csY2055" fmla="*/ 707330 h 1796578"/>
                <a:gd name="csX2056" fmla="*/ 326065 w 2180199"/>
                <a:gd name="csY2056" fmla="*/ 701289 h 1796578"/>
                <a:gd name="csX2057" fmla="*/ 325639 w 2180199"/>
                <a:gd name="csY2057" fmla="*/ 699683 h 1796578"/>
                <a:gd name="csX2058" fmla="*/ 326468 w 2180199"/>
                <a:gd name="csY2058" fmla="*/ 699257 h 1796578"/>
                <a:gd name="csX2059" fmla="*/ 328804 w 2180199"/>
                <a:gd name="csY2059" fmla="*/ 699493 h 1796578"/>
                <a:gd name="csX2060" fmla="*/ 328743 w 2180199"/>
                <a:gd name="csY2060" fmla="*/ 698587 h 1796578"/>
                <a:gd name="csX2061" fmla="*/ 326278 w 2180199"/>
                <a:gd name="csY2061" fmla="*/ 696541 h 1796578"/>
                <a:gd name="csX2062" fmla="*/ 324764 w 2180199"/>
                <a:gd name="csY2062" fmla="*/ 694844 h 1796578"/>
                <a:gd name="csX2063" fmla="*/ 324193 w 2180199"/>
                <a:gd name="csY2063" fmla="*/ 693505 h 1796578"/>
                <a:gd name="csX2064" fmla="*/ 324224 w 2180199"/>
                <a:gd name="csY2064" fmla="*/ 692341 h 1796578"/>
                <a:gd name="csX2065" fmla="*/ 325570 w 2180199"/>
                <a:gd name="csY2065" fmla="*/ 690621 h 1796578"/>
                <a:gd name="csX2066" fmla="*/ 326331 w 2180199"/>
                <a:gd name="csY2066" fmla="*/ 690134 h 1796578"/>
                <a:gd name="csX2067" fmla="*/ 327122 w 2180199"/>
                <a:gd name="csY2067" fmla="*/ 689921 h 1796578"/>
                <a:gd name="csX2068" fmla="*/ 328690 w 2180199"/>
                <a:gd name="csY2068" fmla="*/ 690286 h 1796578"/>
                <a:gd name="csX2069" fmla="*/ 329390 w 2180199"/>
                <a:gd name="csY2069" fmla="*/ 690827 h 1796578"/>
                <a:gd name="csX2070" fmla="*/ 331398 w 2180199"/>
                <a:gd name="csY2070" fmla="*/ 694692 h 1796578"/>
                <a:gd name="csX2071" fmla="*/ 332342 w 2180199"/>
                <a:gd name="csY2071" fmla="*/ 695894 h 1796578"/>
                <a:gd name="csX2072" fmla="*/ 333126 w 2180199"/>
                <a:gd name="csY2072" fmla="*/ 695894 h 1796578"/>
                <a:gd name="csX2073" fmla="*/ 333848 w 2180199"/>
                <a:gd name="csY2073" fmla="*/ 695255 h 1796578"/>
                <a:gd name="csX2074" fmla="*/ 334518 w 2180199"/>
                <a:gd name="csY2074" fmla="*/ 693977 h 1796578"/>
                <a:gd name="csX2075" fmla="*/ 335210 w 2180199"/>
                <a:gd name="csY2075" fmla="*/ 693208 h 1796578"/>
                <a:gd name="csX2076" fmla="*/ 335918 w 2180199"/>
                <a:gd name="csY2076" fmla="*/ 692957 h 1796578"/>
                <a:gd name="csX2077" fmla="*/ 338155 w 2180199"/>
                <a:gd name="csY2077" fmla="*/ 693528 h 1796578"/>
                <a:gd name="csX2078" fmla="*/ 338901 w 2180199"/>
                <a:gd name="csY2078" fmla="*/ 693315 h 1796578"/>
                <a:gd name="csX2079" fmla="*/ 339266 w 2180199"/>
                <a:gd name="csY2079" fmla="*/ 692349 h 1796578"/>
                <a:gd name="csX2080" fmla="*/ 339250 w 2180199"/>
                <a:gd name="csY2080" fmla="*/ 690614 h 1796578"/>
                <a:gd name="csX2081" fmla="*/ 339806 w 2180199"/>
                <a:gd name="csY2081" fmla="*/ 689990 h 1796578"/>
                <a:gd name="csX2082" fmla="*/ 339943 w 2180199"/>
                <a:gd name="csY2082" fmla="*/ 688711 h 1796578"/>
                <a:gd name="csX2083" fmla="*/ 338725 w 2180199"/>
                <a:gd name="csY2083" fmla="*/ 686825 h 1796578"/>
                <a:gd name="csX2084" fmla="*/ 340125 w 2180199"/>
                <a:gd name="csY2084" fmla="*/ 686246 h 1796578"/>
                <a:gd name="csX2085" fmla="*/ 344767 w 2180199"/>
                <a:gd name="csY2085" fmla="*/ 687684 h 1796578"/>
                <a:gd name="csX2086" fmla="*/ 346753 w 2180199"/>
                <a:gd name="csY2086" fmla="*/ 689259 h 1796578"/>
                <a:gd name="csX2087" fmla="*/ 345725 w 2180199"/>
                <a:gd name="csY2087" fmla="*/ 692189 h 1796578"/>
                <a:gd name="csX2088" fmla="*/ 338414 w 2180199"/>
                <a:gd name="csY2088" fmla="*/ 691146 h 1796578"/>
                <a:gd name="csX2089" fmla="*/ 337812 w 2180199"/>
                <a:gd name="csY2089" fmla="*/ 692257 h 1796578"/>
                <a:gd name="csX2090" fmla="*/ 337249 w 2180199"/>
                <a:gd name="csY2090" fmla="*/ 691968 h 1796578"/>
                <a:gd name="csX2091" fmla="*/ 336055 w 2180199"/>
                <a:gd name="csY2091" fmla="*/ 690667 h 1796578"/>
                <a:gd name="csX2092" fmla="*/ 333620 w 2180199"/>
                <a:gd name="csY2092" fmla="*/ 688765 h 1796578"/>
                <a:gd name="csX2093" fmla="*/ 332509 w 2180199"/>
                <a:gd name="csY2093" fmla="*/ 687464 h 1796578"/>
                <a:gd name="csX2094" fmla="*/ 332441 w 2180199"/>
                <a:gd name="csY2094" fmla="*/ 686908 h 1796578"/>
                <a:gd name="csX2095" fmla="*/ 333278 w 2180199"/>
                <a:gd name="csY2095" fmla="*/ 686292 h 1796578"/>
                <a:gd name="csX2096" fmla="*/ 336139 w 2180199"/>
                <a:gd name="csY2096" fmla="*/ 687829 h 1796578"/>
                <a:gd name="csX2097" fmla="*/ 337356 w 2180199"/>
                <a:gd name="csY2097" fmla="*/ 689229 h 1796578"/>
                <a:gd name="csX2098" fmla="*/ 338414 w 2180199"/>
                <a:gd name="csY2098" fmla="*/ 691146 h 1796578"/>
                <a:gd name="csX2099" fmla="*/ 728559 w 2180199"/>
                <a:gd name="csY2099" fmla="*/ 710982 h 1796578"/>
                <a:gd name="csX2100" fmla="*/ 730370 w 2180199"/>
                <a:gd name="csY2100" fmla="*/ 715311 h 1796578"/>
                <a:gd name="csX2101" fmla="*/ 731685 w 2180199"/>
                <a:gd name="csY2101" fmla="*/ 718659 h 1796578"/>
                <a:gd name="csX2102" fmla="*/ 732857 w 2180199"/>
                <a:gd name="csY2102" fmla="*/ 722676 h 1796578"/>
                <a:gd name="csX2103" fmla="*/ 734813 w 2180199"/>
                <a:gd name="csY2103" fmla="*/ 730962 h 1796578"/>
                <a:gd name="csX2104" fmla="*/ 735725 w 2180199"/>
                <a:gd name="csY2104" fmla="*/ 734081 h 1796578"/>
                <a:gd name="csX2105" fmla="*/ 736015 w 2180199"/>
                <a:gd name="csY2105" fmla="*/ 735786 h 1796578"/>
                <a:gd name="csX2106" fmla="*/ 736228 w 2180199"/>
                <a:gd name="csY2106" fmla="*/ 740237 h 1796578"/>
                <a:gd name="csX2107" fmla="*/ 735931 w 2180199"/>
                <a:gd name="csY2107" fmla="*/ 741195 h 1796578"/>
                <a:gd name="csX2108" fmla="*/ 735345 w 2180199"/>
                <a:gd name="csY2108" fmla="*/ 742070 h 1796578"/>
                <a:gd name="csX2109" fmla="*/ 735232 w 2180199"/>
                <a:gd name="csY2109" fmla="*/ 743341 h 1796578"/>
                <a:gd name="csX2110" fmla="*/ 735771 w 2180199"/>
                <a:gd name="csY2110" fmla="*/ 746719 h 1796578"/>
                <a:gd name="csX2111" fmla="*/ 735801 w 2180199"/>
                <a:gd name="csY2111" fmla="*/ 751840 h 1796578"/>
                <a:gd name="csX2112" fmla="*/ 735292 w 2180199"/>
                <a:gd name="csY2112" fmla="*/ 754716 h 1796578"/>
                <a:gd name="csX2113" fmla="*/ 734691 w 2180199"/>
                <a:gd name="csY2113" fmla="*/ 755150 h 1796578"/>
                <a:gd name="csX2114" fmla="*/ 733231 w 2180199"/>
                <a:gd name="csY2114" fmla="*/ 754206 h 1796578"/>
                <a:gd name="csX2115" fmla="*/ 732028 w 2180199"/>
                <a:gd name="csY2115" fmla="*/ 752646 h 1796578"/>
                <a:gd name="csX2116" fmla="*/ 731145 w 2180199"/>
                <a:gd name="csY2116" fmla="*/ 751026 h 1796578"/>
                <a:gd name="csX2117" fmla="*/ 728961 w 2180199"/>
                <a:gd name="csY2117" fmla="*/ 745890 h 1796578"/>
                <a:gd name="csX2118" fmla="*/ 728315 w 2180199"/>
                <a:gd name="csY2118" fmla="*/ 743493 h 1796578"/>
                <a:gd name="csX2119" fmla="*/ 728277 w 2180199"/>
                <a:gd name="csY2119" fmla="*/ 741766 h 1796578"/>
                <a:gd name="csX2120" fmla="*/ 728611 w 2180199"/>
                <a:gd name="csY2120" fmla="*/ 740503 h 1796578"/>
                <a:gd name="csX2121" fmla="*/ 729327 w 2180199"/>
                <a:gd name="csY2121" fmla="*/ 739719 h 1796578"/>
                <a:gd name="csX2122" fmla="*/ 730568 w 2180199"/>
                <a:gd name="csY2122" fmla="*/ 737619 h 1796578"/>
                <a:gd name="csX2123" fmla="*/ 730392 w 2180199"/>
                <a:gd name="csY2123" fmla="*/ 737285 h 1796578"/>
                <a:gd name="csX2124" fmla="*/ 729448 w 2180199"/>
                <a:gd name="csY2124" fmla="*/ 737756 h 1796578"/>
                <a:gd name="csX2125" fmla="*/ 727524 w 2180199"/>
                <a:gd name="csY2125" fmla="*/ 738023 h 1796578"/>
                <a:gd name="csX2126" fmla="*/ 725827 w 2180199"/>
                <a:gd name="csY2126" fmla="*/ 736364 h 1796578"/>
                <a:gd name="csX2127" fmla="*/ 724503 w 2180199"/>
                <a:gd name="csY2127" fmla="*/ 735489 h 1796578"/>
                <a:gd name="csX2128" fmla="*/ 724770 w 2180199"/>
                <a:gd name="csY2128" fmla="*/ 732491 h 1796578"/>
                <a:gd name="csX2129" fmla="*/ 724419 w 2180199"/>
                <a:gd name="csY2129" fmla="*/ 731647 h 1796578"/>
                <a:gd name="csX2130" fmla="*/ 721818 w 2180199"/>
                <a:gd name="csY2130" fmla="*/ 732575 h 1796578"/>
                <a:gd name="csX2131" fmla="*/ 720844 w 2180199"/>
                <a:gd name="csY2131" fmla="*/ 731738 h 1796578"/>
                <a:gd name="csX2132" fmla="*/ 720631 w 2180199"/>
                <a:gd name="csY2132" fmla="*/ 730612 h 1796578"/>
                <a:gd name="csX2133" fmla="*/ 720676 w 2180199"/>
                <a:gd name="csY2133" fmla="*/ 728930 h 1796578"/>
                <a:gd name="csX2134" fmla="*/ 721171 w 2180199"/>
                <a:gd name="csY2134" fmla="*/ 727454 h 1796578"/>
                <a:gd name="csX2135" fmla="*/ 723635 w 2180199"/>
                <a:gd name="csY2135" fmla="*/ 723719 h 1796578"/>
                <a:gd name="csX2136" fmla="*/ 723385 w 2180199"/>
                <a:gd name="csY2136" fmla="*/ 723026 h 1796578"/>
                <a:gd name="csX2137" fmla="*/ 722182 w 2180199"/>
                <a:gd name="csY2137" fmla="*/ 722874 h 1796578"/>
                <a:gd name="csX2138" fmla="*/ 720600 w 2180199"/>
                <a:gd name="csY2138" fmla="*/ 721596 h 1796578"/>
                <a:gd name="csX2139" fmla="*/ 719877 w 2180199"/>
                <a:gd name="csY2139" fmla="*/ 717396 h 1796578"/>
                <a:gd name="csX2140" fmla="*/ 718172 w 2180199"/>
                <a:gd name="csY2140" fmla="*/ 714999 h 1796578"/>
                <a:gd name="csX2141" fmla="*/ 717168 w 2180199"/>
                <a:gd name="csY2141" fmla="*/ 715220 h 1796578"/>
                <a:gd name="csX2142" fmla="*/ 714886 w 2180199"/>
                <a:gd name="csY2142" fmla="*/ 721991 h 1796578"/>
                <a:gd name="csX2143" fmla="*/ 713759 w 2180199"/>
                <a:gd name="csY2143" fmla="*/ 723468 h 1796578"/>
                <a:gd name="csX2144" fmla="*/ 710549 w 2180199"/>
                <a:gd name="csY2144" fmla="*/ 724419 h 1796578"/>
                <a:gd name="csX2145" fmla="*/ 711203 w 2180199"/>
                <a:gd name="csY2145" fmla="*/ 722539 h 1796578"/>
                <a:gd name="csX2146" fmla="*/ 711507 w 2180199"/>
                <a:gd name="csY2146" fmla="*/ 720858 h 1796578"/>
                <a:gd name="csX2147" fmla="*/ 710366 w 2180199"/>
                <a:gd name="csY2147" fmla="*/ 715752 h 1796578"/>
                <a:gd name="csX2148" fmla="*/ 710336 w 2180199"/>
                <a:gd name="csY2148" fmla="*/ 713782 h 1796578"/>
                <a:gd name="csX2149" fmla="*/ 711096 w 2180199"/>
                <a:gd name="csY2149" fmla="*/ 712328 h 1796578"/>
                <a:gd name="csX2150" fmla="*/ 713364 w 2180199"/>
                <a:gd name="csY2150" fmla="*/ 711720 h 1796578"/>
                <a:gd name="csX2151" fmla="*/ 714566 w 2180199"/>
                <a:gd name="csY2151" fmla="*/ 710860 h 1796578"/>
                <a:gd name="csX2152" fmla="*/ 715502 w 2180199"/>
                <a:gd name="csY2152" fmla="*/ 709452 h 1796578"/>
                <a:gd name="csX2153" fmla="*/ 715738 w 2180199"/>
                <a:gd name="csY2153" fmla="*/ 708083 h 1796578"/>
                <a:gd name="csX2154" fmla="*/ 717495 w 2180199"/>
                <a:gd name="csY2154" fmla="*/ 704446 h 1796578"/>
                <a:gd name="csX2155" fmla="*/ 718318 w 2180199"/>
                <a:gd name="csY2155" fmla="*/ 703738 h 1796578"/>
                <a:gd name="csX2156" fmla="*/ 720508 w 2180199"/>
                <a:gd name="csY2156" fmla="*/ 703784 h 1796578"/>
                <a:gd name="csX2157" fmla="*/ 725111 w 2180199"/>
                <a:gd name="csY2157" fmla="*/ 707809 h 1796578"/>
                <a:gd name="csX2158" fmla="*/ 726511 w 2180199"/>
                <a:gd name="csY2158" fmla="*/ 708403 h 1796578"/>
                <a:gd name="csX2159" fmla="*/ 728559 w 2180199"/>
                <a:gd name="csY2159" fmla="*/ 710982 h 1796578"/>
                <a:gd name="csX2160" fmla="*/ 343397 w 2180199"/>
                <a:gd name="csY2160" fmla="*/ 719907 h 1796578"/>
                <a:gd name="csX2161" fmla="*/ 340681 w 2180199"/>
                <a:gd name="csY2161" fmla="*/ 721170 h 1796578"/>
                <a:gd name="csX2162" fmla="*/ 340202 w 2180199"/>
                <a:gd name="csY2162" fmla="*/ 721116 h 1796578"/>
                <a:gd name="csX2163" fmla="*/ 338528 w 2180199"/>
                <a:gd name="csY2163" fmla="*/ 723673 h 1796578"/>
                <a:gd name="csX2164" fmla="*/ 337249 w 2180199"/>
                <a:gd name="csY2164" fmla="*/ 724776 h 1796578"/>
                <a:gd name="csX2165" fmla="*/ 335560 w 2180199"/>
                <a:gd name="csY2165" fmla="*/ 722760 h 1796578"/>
                <a:gd name="csX2166" fmla="*/ 335994 w 2180199"/>
                <a:gd name="csY2166" fmla="*/ 719625 h 1796578"/>
                <a:gd name="csX2167" fmla="*/ 337470 w 2180199"/>
                <a:gd name="csY2167" fmla="*/ 717540 h 1796578"/>
                <a:gd name="csX2168" fmla="*/ 344942 w 2180199"/>
                <a:gd name="csY2168" fmla="*/ 718240 h 1796578"/>
                <a:gd name="csX2169" fmla="*/ 345520 w 2180199"/>
                <a:gd name="csY2169" fmla="*/ 718826 h 1796578"/>
                <a:gd name="csX2170" fmla="*/ 345535 w 2180199"/>
                <a:gd name="csY2170" fmla="*/ 719321 h 1796578"/>
                <a:gd name="csX2171" fmla="*/ 344987 w 2180199"/>
                <a:gd name="csY2171" fmla="*/ 719732 h 1796578"/>
                <a:gd name="csX2172" fmla="*/ 343397 w 2180199"/>
                <a:gd name="csY2172" fmla="*/ 719907 h 1796578"/>
                <a:gd name="csX2173" fmla="*/ 762799 w 2180199"/>
                <a:gd name="csY2173" fmla="*/ 724662 h 1796578"/>
                <a:gd name="csX2174" fmla="*/ 764222 w 2180199"/>
                <a:gd name="csY2174" fmla="*/ 725887 h 1796578"/>
                <a:gd name="csX2175" fmla="*/ 764998 w 2180199"/>
                <a:gd name="csY2175" fmla="*/ 724601 h 1796578"/>
                <a:gd name="csX2176" fmla="*/ 766436 w 2180199"/>
                <a:gd name="csY2176" fmla="*/ 724662 h 1796578"/>
                <a:gd name="csX2177" fmla="*/ 769114 w 2180199"/>
                <a:gd name="csY2177" fmla="*/ 725803 h 1796578"/>
                <a:gd name="csX2178" fmla="*/ 770704 w 2180199"/>
                <a:gd name="csY2178" fmla="*/ 727515 h 1796578"/>
                <a:gd name="csX2179" fmla="*/ 771602 w 2180199"/>
                <a:gd name="csY2179" fmla="*/ 729471 h 1796578"/>
                <a:gd name="csX2180" fmla="*/ 771678 w 2180199"/>
                <a:gd name="csY2180" fmla="*/ 730635 h 1796578"/>
                <a:gd name="csX2181" fmla="*/ 771404 w 2180199"/>
                <a:gd name="csY2181" fmla="*/ 733275 h 1796578"/>
                <a:gd name="csX2182" fmla="*/ 771602 w 2180199"/>
                <a:gd name="csY2182" fmla="*/ 735976 h 1796578"/>
                <a:gd name="csX2183" fmla="*/ 771488 w 2180199"/>
                <a:gd name="csY2183" fmla="*/ 737376 h 1796578"/>
                <a:gd name="csX2184" fmla="*/ 771130 w 2180199"/>
                <a:gd name="csY2184" fmla="*/ 738532 h 1796578"/>
                <a:gd name="csX2185" fmla="*/ 770529 w 2180199"/>
                <a:gd name="csY2185" fmla="*/ 739445 h 1796578"/>
                <a:gd name="csX2186" fmla="*/ 769875 w 2180199"/>
                <a:gd name="csY2186" fmla="*/ 739560 h 1796578"/>
                <a:gd name="csX2187" fmla="*/ 767798 w 2180199"/>
                <a:gd name="csY2187" fmla="*/ 737140 h 1796578"/>
                <a:gd name="csX2188" fmla="*/ 765416 w 2180199"/>
                <a:gd name="csY2188" fmla="*/ 732765 h 1796578"/>
                <a:gd name="csX2189" fmla="*/ 763605 w 2180199"/>
                <a:gd name="csY2189" fmla="*/ 731434 h 1796578"/>
                <a:gd name="csX2190" fmla="*/ 763529 w 2180199"/>
                <a:gd name="csY2190" fmla="*/ 731890 h 1796578"/>
                <a:gd name="csX2191" fmla="*/ 764024 w 2180199"/>
                <a:gd name="csY2191" fmla="*/ 733146 h 1796578"/>
                <a:gd name="csX2192" fmla="*/ 765508 w 2180199"/>
                <a:gd name="csY2192" fmla="*/ 735504 h 1796578"/>
                <a:gd name="csX2193" fmla="*/ 765774 w 2180199"/>
                <a:gd name="csY2193" fmla="*/ 736920 h 1796578"/>
                <a:gd name="csX2194" fmla="*/ 766816 w 2180199"/>
                <a:gd name="csY2194" fmla="*/ 738647 h 1796578"/>
                <a:gd name="csX2195" fmla="*/ 767280 w 2180199"/>
                <a:gd name="csY2195" fmla="*/ 739948 h 1796578"/>
                <a:gd name="csX2196" fmla="*/ 767547 w 2180199"/>
                <a:gd name="csY2196" fmla="*/ 741660 h 1796578"/>
                <a:gd name="csX2197" fmla="*/ 767539 w 2180199"/>
                <a:gd name="csY2197" fmla="*/ 743151 h 1796578"/>
                <a:gd name="csX2198" fmla="*/ 767250 w 2180199"/>
                <a:gd name="csY2198" fmla="*/ 744429 h 1796578"/>
                <a:gd name="csX2199" fmla="*/ 766771 w 2180199"/>
                <a:gd name="csY2199" fmla="*/ 745243 h 1796578"/>
                <a:gd name="csX2200" fmla="*/ 766093 w 2180199"/>
                <a:gd name="csY2200" fmla="*/ 745601 h 1796578"/>
                <a:gd name="csX2201" fmla="*/ 762457 w 2180199"/>
                <a:gd name="csY2201" fmla="*/ 745243 h 1796578"/>
                <a:gd name="csX2202" fmla="*/ 760288 w 2180199"/>
                <a:gd name="csY2202" fmla="*/ 746095 h 1796578"/>
                <a:gd name="csX2203" fmla="*/ 757752 w 2180199"/>
                <a:gd name="csY2203" fmla="*/ 745616 h 1796578"/>
                <a:gd name="csX2204" fmla="*/ 757144 w 2180199"/>
                <a:gd name="csY2204" fmla="*/ 744840 h 1796578"/>
                <a:gd name="csX2205" fmla="*/ 756763 w 2180199"/>
                <a:gd name="csY2205" fmla="*/ 743577 h 1796578"/>
                <a:gd name="csX2206" fmla="*/ 756574 w 2180199"/>
                <a:gd name="csY2206" fmla="*/ 740503 h 1796578"/>
                <a:gd name="csX2207" fmla="*/ 755934 w 2180199"/>
                <a:gd name="csY2207" fmla="*/ 736090 h 1796578"/>
                <a:gd name="csX2208" fmla="*/ 756086 w 2180199"/>
                <a:gd name="csY2208" fmla="*/ 732689 h 1796578"/>
                <a:gd name="csX2209" fmla="*/ 754451 w 2180199"/>
                <a:gd name="csY2209" fmla="*/ 729607 h 1796578"/>
                <a:gd name="csX2210" fmla="*/ 753050 w 2180199"/>
                <a:gd name="csY2210" fmla="*/ 727743 h 1796578"/>
                <a:gd name="csX2211" fmla="*/ 751034 w 2180199"/>
                <a:gd name="csY2211" fmla="*/ 726077 h 1796578"/>
                <a:gd name="csX2212" fmla="*/ 749711 w 2180199"/>
                <a:gd name="csY2212" fmla="*/ 724419 h 1796578"/>
                <a:gd name="csX2213" fmla="*/ 750075 w 2180199"/>
                <a:gd name="csY2213" fmla="*/ 723095 h 1796578"/>
                <a:gd name="csX2214" fmla="*/ 752138 w 2180199"/>
                <a:gd name="csY2214" fmla="*/ 722105 h 1796578"/>
                <a:gd name="csX2215" fmla="*/ 755516 w 2180199"/>
                <a:gd name="csY2215" fmla="*/ 722341 h 1796578"/>
                <a:gd name="csX2216" fmla="*/ 762799 w 2180199"/>
                <a:gd name="csY2216" fmla="*/ 724662 h 1796578"/>
                <a:gd name="csX2217" fmla="*/ 749490 w 2180199"/>
                <a:gd name="csY2217" fmla="*/ 730848 h 1796578"/>
                <a:gd name="csX2218" fmla="*/ 750875 w 2180199"/>
                <a:gd name="csY2218" fmla="*/ 733541 h 1796578"/>
                <a:gd name="csX2219" fmla="*/ 752883 w 2180199"/>
                <a:gd name="csY2219" fmla="*/ 733320 h 1796578"/>
                <a:gd name="csX2220" fmla="*/ 754009 w 2180199"/>
                <a:gd name="csY2220" fmla="*/ 735360 h 1796578"/>
                <a:gd name="csX2221" fmla="*/ 754861 w 2180199"/>
                <a:gd name="csY2221" fmla="*/ 738403 h 1796578"/>
                <a:gd name="csX2222" fmla="*/ 754238 w 2180199"/>
                <a:gd name="csY2222" fmla="*/ 740351 h 1796578"/>
                <a:gd name="csX2223" fmla="*/ 753347 w 2180199"/>
                <a:gd name="csY2223" fmla="*/ 739917 h 1796578"/>
                <a:gd name="csX2224" fmla="*/ 752358 w 2180199"/>
                <a:gd name="csY2224" fmla="*/ 741043 h 1796578"/>
                <a:gd name="csX2225" fmla="*/ 751749 w 2180199"/>
                <a:gd name="csY2225" fmla="*/ 744779 h 1796578"/>
                <a:gd name="csX2226" fmla="*/ 752031 w 2180199"/>
                <a:gd name="csY2226" fmla="*/ 748515 h 1796578"/>
                <a:gd name="csX2227" fmla="*/ 751726 w 2180199"/>
                <a:gd name="csY2227" fmla="*/ 752228 h 1796578"/>
                <a:gd name="csX2228" fmla="*/ 750577 w 2180199"/>
                <a:gd name="csY2228" fmla="*/ 756002 h 1796578"/>
                <a:gd name="csX2229" fmla="*/ 750342 w 2180199"/>
                <a:gd name="csY2229" fmla="*/ 758528 h 1796578"/>
                <a:gd name="csX2230" fmla="*/ 749893 w 2180199"/>
                <a:gd name="csY2230" fmla="*/ 759281 h 1796578"/>
                <a:gd name="csX2231" fmla="*/ 749399 w 2180199"/>
                <a:gd name="csY2231" fmla="*/ 759540 h 1796578"/>
                <a:gd name="csX2232" fmla="*/ 748760 w 2180199"/>
                <a:gd name="csY2232" fmla="*/ 758855 h 1796578"/>
                <a:gd name="csX2233" fmla="*/ 747831 w 2180199"/>
                <a:gd name="csY2233" fmla="*/ 758322 h 1796578"/>
                <a:gd name="csX2234" fmla="*/ 746659 w 2180199"/>
                <a:gd name="csY2234" fmla="*/ 760445 h 1796578"/>
                <a:gd name="csX2235" fmla="*/ 745228 w 2180199"/>
                <a:gd name="csY2235" fmla="*/ 760460 h 1796578"/>
                <a:gd name="csX2236" fmla="*/ 744042 w 2180199"/>
                <a:gd name="csY2236" fmla="*/ 755629 h 1796578"/>
                <a:gd name="csX2237" fmla="*/ 745099 w 2180199"/>
                <a:gd name="csY2237" fmla="*/ 747548 h 1796578"/>
                <a:gd name="csX2238" fmla="*/ 747474 w 2180199"/>
                <a:gd name="csY2238" fmla="*/ 745898 h 1796578"/>
                <a:gd name="csX2239" fmla="*/ 746058 w 2180199"/>
                <a:gd name="csY2239" fmla="*/ 743691 h 1796578"/>
                <a:gd name="csX2240" fmla="*/ 743075 w 2180199"/>
                <a:gd name="csY2240" fmla="*/ 741119 h 1796578"/>
                <a:gd name="csX2241" fmla="*/ 743326 w 2180199"/>
                <a:gd name="csY2241" fmla="*/ 739689 h 1796578"/>
                <a:gd name="csX2242" fmla="*/ 741059 w 2180199"/>
                <a:gd name="csY2242" fmla="*/ 735542 h 1796578"/>
                <a:gd name="csX2243" fmla="*/ 740930 w 2180199"/>
                <a:gd name="csY2243" fmla="*/ 734553 h 1796578"/>
                <a:gd name="csX2244" fmla="*/ 741287 w 2180199"/>
                <a:gd name="csY2244" fmla="*/ 731084 h 1796578"/>
                <a:gd name="csX2245" fmla="*/ 743402 w 2180199"/>
                <a:gd name="csY2245" fmla="*/ 727979 h 1796578"/>
                <a:gd name="csX2246" fmla="*/ 746202 w 2180199"/>
                <a:gd name="csY2246" fmla="*/ 727432 h 1796578"/>
                <a:gd name="csX2247" fmla="*/ 748158 w 2180199"/>
                <a:gd name="csY2247" fmla="*/ 728763 h 1796578"/>
                <a:gd name="csX2248" fmla="*/ 749253 w 2180199"/>
                <a:gd name="csY2248" fmla="*/ 729897 h 1796578"/>
                <a:gd name="csX2249" fmla="*/ 749490 w 2180199"/>
                <a:gd name="csY2249" fmla="*/ 730848 h 1796578"/>
                <a:gd name="csX2250" fmla="*/ 776023 w 2180199"/>
                <a:gd name="csY2250" fmla="*/ 743235 h 1796578"/>
                <a:gd name="csX2251" fmla="*/ 775794 w 2180199"/>
                <a:gd name="csY2251" fmla="*/ 743798 h 1796578"/>
                <a:gd name="csX2252" fmla="*/ 773078 w 2180199"/>
                <a:gd name="csY2252" fmla="*/ 743744 h 1796578"/>
                <a:gd name="csX2253" fmla="*/ 772097 w 2180199"/>
                <a:gd name="csY2253" fmla="*/ 743280 h 1796578"/>
                <a:gd name="csX2254" fmla="*/ 771731 w 2180199"/>
                <a:gd name="csY2254" fmla="*/ 741629 h 1796578"/>
                <a:gd name="csX2255" fmla="*/ 771982 w 2180199"/>
                <a:gd name="csY2255" fmla="*/ 740100 h 1796578"/>
                <a:gd name="csX2256" fmla="*/ 772614 w 2180199"/>
                <a:gd name="csY2256" fmla="*/ 738913 h 1796578"/>
                <a:gd name="csX2257" fmla="*/ 773382 w 2180199"/>
                <a:gd name="csY2257" fmla="*/ 736623 h 1796578"/>
                <a:gd name="csX2258" fmla="*/ 773984 w 2180199"/>
                <a:gd name="csY2258" fmla="*/ 732803 h 1796578"/>
                <a:gd name="csX2259" fmla="*/ 777963 w 2180199"/>
                <a:gd name="csY2259" fmla="*/ 737079 h 1796578"/>
                <a:gd name="csX2260" fmla="*/ 779188 w 2180199"/>
                <a:gd name="csY2260" fmla="*/ 738981 h 1796578"/>
                <a:gd name="csX2261" fmla="*/ 779842 w 2180199"/>
                <a:gd name="csY2261" fmla="*/ 741302 h 1796578"/>
                <a:gd name="csX2262" fmla="*/ 778427 w 2180199"/>
                <a:gd name="csY2262" fmla="*/ 742169 h 1796578"/>
                <a:gd name="csX2263" fmla="*/ 776715 w 2180199"/>
                <a:gd name="csY2263" fmla="*/ 742588 h 1796578"/>
                <a:gd name="csX2264" fmla="*/ 776023 w 2180199"/>
                <a:gd name="csY2264" fmla="*/ 743235 h 1796578"/>
                <a:gd name="csX2265" fmla="*/ 317741 w 2180199"/>
                <a:gd name="csY2265" fmla="*/ 743653 h 1796578"/>
                <a:gd name="csX2266" fmla="*/ 316691 w 2180199"/>
                <a:gd name="csY2266" fmla="*/ 743737 h 1796578"/>
                <a:gd name="csX2267" fmla="*/ 315109 w 2180199"/>
                <a:gd name="csY2267" fmla="*/ 742717 h 1796578"/>
                <a:gd name="csX2268" fmla="*/ 315322 w 2180199"/>
                <a:gd name="csY2268" fmla="*/ 741492 h 1796578"/>
                <a:gd name="csX2269" fmla="*/ 317574 w 2180199"/>
                <a:gd name="csY2269" fmla="*/ 740016 h 1796578"/>
                <a:gd name="csX2270" fmla="*/ 319849 w 2180199"/>
                <a:gd name="csY2270" fmla="*/ 740244 h 1796578"/>
                <a:gd name="csX2271" fmla="*/ 320016 w 2180199"/>
                <a:gd name="csY2271" fmla="*/ 741066 h 1796578"/>
                <a:gd name="csX2272" fmla="*/ 319909 w 2180199"/>
                <a:gd name="csY2272" fmla="*/ 741994 h 1796578"/>
                <a:gd name="csX2273" fmla="*/ 319727 w 2180199"/>
                <a:gd name="csY2273" fmla="*/ 742527 h 1796578"/>
                <a:gd name="csX2274" fmla="*/ 319004 w 2180199"/>
                <a:gd name="csY2274" fmla="*/ 743082 h 1796578"/>
                <a:gd name="csX2275" fmla="*/ 317741 w 2180199"/>
                <a:gd name="csY2275" fmla="*/ 743653 h 1796578"/>
                <a:gd name="csX2276" fmla="*/ 307614 w 2180199"/>
                <a:gd name="csY2276" fmla="*/ 746704 h 1796578"/>
                <a:gd name="csX2277" fmla="*/ 306153 w 2180199"/>
                <a:gd name="csY2277" fmla="*/ 747617 h 1796578"/>
                <a:gd name="csX2278" fmla="*/ 305674 w 2180199"/>
                <a:gd name="csY2278" fmla="*/ 747297 h 1796578"/>
                <a:gd name="csX2279" fmla="*/ 305605 w 2180199"/>
                <a:gd name="csY2279" fmla="*/ 746544 h 1796578"/>
                <a:gd name="csX2280" fmla="*/ 305948 w 2180199"/>
                <a:gd name="csY2280" fmla="*/ 745342 h 1796578"/>
                <a:gd name="csX2281" fmla="*/ 306625 w 2180199"/>
                <a:gd name="csY2281" fmla="*/ 744140 h 1796578"/>
                <a:gd name="csX2282" fmla="*/ 308877 w 2180199"/>
                <a:gd name="csY2282" fmla="*/ 741857 h 1796578"/>
                <a:gd name="csX2283" fmla="*/ 311144 w 2180199"/>
                <a:gd name="csY2283" fmla="*/ 740343 h 1796578"/>
                <a:gd name="csX2284" fmla="*/ 312301 w 2180199"/>
                <a:gd name="csY2284" fmla="*/ 740434 h 1796578"/>
                <a:gd name="csX2285" fmla="*/ 312697 w 2180199"/>
                <a:gd name="csY2285" fmla="*/ 741401 h 1796578"/>
                <a:gd name="csX2286" fmla="*/ 311281 w 2180199"/>
                <a:gd name="csY2286" fmla="*/ 743402 h 1796578"/>
                <a:gd name="csX2287" fmla="*/ 307614 w 2180199"/>
                <a:gd name="csY2287" fmla="*/ 746704 h 1796578"/>
                <a:gd name="csX2288" fmla="*/ 789574 w 2180199"/>
                <a:gd name="csY2288" fmla="*/ 759228 h 1796578"/>
                <a:gd name="csX2289" fmla="*/ 789132 w 2180199"/>
                <a:gd name="csY2289" fmla="*/ 765566 h 1796578"/>
                <a:gd name="csX2290" fmla="*/ 788288 w 2180199"/>
                <a:gd name="csY2290" fmla="*/ 765208 h 1796578"/>
                <a:gd name="csX2291" fmla="*/ 787481 w 2180199"/>
                <a:gd name="csY2291" fmla="*/ 765200 h 1796578"/>
                <a:gd name="csX2292" fmla="*/ 785838 w 2180199"/>
                <a:gd name="csY2292" fmla="*/ 766098 h 1796578"/>
                <a:gd name="csX2293" fmla="*/ 784103 w 2180199"/>
                <a:gd name="csY2293" fmla="*/ 765703 h 1796578"/>
                <a:gd name="csX2294" fmla="*/ 783289 w 2180199"/>
                <a:gd name="csY2294" fmla="*/ 765003 h 1796578"/>
                <a:gd name="csX2295" fmla="*/ 782992 w 2180199"/>
                <a:gd name="csY2295" fmla="*/ 764188 h 1796578"/>
                <a:gd name="csX2296" fmla="*/ 783304 w 2180199"/>
                <a:gd name="csY2296" fmla="*/ 762302 h 1796578"/>
                <a:gd name="csX2297" fmla="*/ 782345 w 2180199"/>
                <a:gd name="csY2297" fmla="*/ 761252 h 1796578"/>
                <a:gd name="csX2298" fmla="*/ 779104 w 2180199"/>
                <a:gd name="csY2298" fmla="*/ 760871 h 1796578"/>
                <a:gd name="csX2299" fmla="*/ 777887 w 2180199"/>
                <a:gd name="csY2299" fmla="*/ 760422 h 1796578"/>
                <a:gd name="csX2300" fmla="*/ 777217 w 2180199"/>
                <a:gd name="csY2300" fmla="*/ 758436 h 1796578"/>
                <a:gd name="csX2301" fmla="*/ 777057 w 2180199"/>
                <a:gd name="csY2301" fmla="*/ 755834 h 1796578"/>
                <a:gd name="csX2302" fmla="*/ 777567 w 2180199"/>
                <a:gd name="csY2302" fmla="*/ 754860 h 1796578"/>
                <a:gd name="csX2303" fmla="*/ 779203 w 2180199"/>
                <a:gd name="csY2303" fmla="*/ 754176 h 1796578"/>
                <a:gd name="csX2304" fmla="*/ 780474 w 2180199"/>
                <a:gd name="csY2304" fmla="*/ 751003 h 1796578"/>
                <a:gd name="csX2305" fmla="*/ 781181 w 2180199"/>
                <a:gd name="csY2305" fmla="*/ 750577 h 1796578"/>
                <a:gd name="csX2306" fmla="*/ 783875 w 2180199"/>
                <a:gd name="csY2306" fmla="*/ 744277 h 1796578"/>
                <a:gd name="csX2307" fmla="*/ 785229 w 2180199"/>
                <a:gd name="csY2307" fmla="*/ 744718 h 1796578"/>
                <a:gd name="csX2308" fmla="*/ 787595 w 2180199"/>
                <a:gd name="csY2308" fmla="*/ 748553 h 1796578"/>
                <a:gd name="csX2309" fmla="*/ 790563 w 2180199"/>
                <a:gd name="csY2309" fmla="*/ 754077 h 1796578"/>
                <a:gd name="csX2310" fmla="*/ 789574 w 2180199"/>
                <a:gd name="csY2310" fmla="*/ 759228 h 1796578"/>
                <a:gd name="csX2311" fmla="*/ 775323 w 2180199"/>
                <a:gd name="csY2311" fmla="*/ 753955 h 1796578"/>
                <a:gd name="csX2312" fmla="*/ 774227 w 2180199"/>
                <a:gd name="csY2312" fmla="*/ 754077 h 1796578"/>
                <a:gd name="csX2313" fmla="*/ 772934 w 2180199"/>
                <a:gd name="csY2313" fmla="*/ 753491 h 1796578"/>
                <a:gd name="csX2314" fmla="*/ 769867 w 2180199"/>
                <a:gd name="csY2314" fmla="*/ 750364 h 1796578"/>
                <a:gd name="csX2315" fmla="*/ 769814 w 2180199"/>
                <a:gd name="csY2315" fmla="*/ 749443 h 1796578"/>
                <a:gd name="csX2316" fmla="*/ 770255 w 2180199"/>
                <a:gd name="csY2316" fmla="*/ 748393 h 1796578"/>
                <a:gd name="csX2317" fmla="*/ 771998 w 2180199"/>
                <a:gd name="csY2317" fmla="*/ 746476 h 1796578"/>
                <a:gd name="csX2318" fmla="*/ 772713 w 2180199"/>
                <a:gd name="csY2318" fmla="*/ 746012 h 1796578"/>
                <a:gd name="csX2319" fmla="*/ 776898 w 2180199"/>
                <a:gd name="csY2319" fmla="*/ 746217 h 1796578"/>
                <a:gd name="csX2320" fmla="*/ 778237 w 2180199"/>
                <a:gd name="csY2320" fmla="*/ 746727 h 1796578"/>
                <a:gd name="csX2321" fmla="*/ 778541 w 2180199"/>
                <a:gd name="csY2321" fmla="*/ 747625 h 1796578"/>
                <a:gd name="csX2322" fmla="*/ 778473 w 2180199"/>
                <a:gd name="csY2322" fmla="*/ 748538 h 1796578"/>
                <a:gd name="csX2323" fmla="*/ 778031 w 2180199"/>
                <a:gd name="csY2323" fmla="*/ 749458 h 1796578"/>
                <a:gd name="csX2324" fmla="*/ 777932 w 2180199"/>
                <a:gd name="csY2324" fmla="*/ 750417 h 1796578"/>
                <a:gd name="csX2325" fmla="*/ 778168 w 2180199"/>
                <a:gd name="csY2325" fmla="*/ 751421 h 1796578"/>
                <a:gd name="csX2326" fmla="*/ 777681 w 2180199"/>
                <a:gd name="csY2326" fmla="*/ 752418 h 1796578"/>
                <a:gd name="csX2327" fmla="*/ 775323 w 2180199"/>
                <a:gd name="csY2327" fmla="*/ 753955 h 1796578"/>
                <a:gd name="csX2328" fmla="*/ 758531 w 2180199"/>
                <a:gd name="csY2328" fmla="*/ 750425 h 1796578"/>
                <a:gd name="csX2329" fmla="*/ 762578 w 2180199"/>
                <a:gd name="csY2329" fmla="*/ 751246 h 1796578"/>
                <a:gd name="csX2330" fmla="*/ 766284 w 2180199"/>
                <a:gd name="csY2330" fmla="*/ 751163 h 1796578"/>
                <a:gd name="csX2331" fmla="*/ 767554 w 2180199"/>
                <a:gd name="csY2331" fmla="*/ 752745 h 1796578"/>
                <a:gd name="csX2332" fmla="*/ 768391 w 2180199"/>
                <a:gd name="csY2332" fmla="*/ 754411 h 1796578"/>
                <a:gd name="csX2333" fmla="*/ 768878 w 2180199"/>
                <a:gd name="csY2333" fmla="*/ 755979 h 1796578"/>
                <a:gd name="csX2334" fmla="*/ 769015 w 2180199"/>
                <a:gd name="csY2334" fmla="*/ 757447 h 1796578"/>
                <a:gd name="csX2335" fmla="*/ 768916 w 2180199"/>
                <a:gd name="csY2335" fmla="*/ 758482 h 1796578"/>
                <a:gd name="csX2336" fmla="*/ 768467 w 2180199"/>
                <a:gd name="csY2336" fmla="*/ 759593 h 1796578"/>
                <a:gd name="csX2337" fmla="*/ 768566 w 2180199"/>
                <a:gd name="csY2337" fmla="*/ 759966 h 1796578"/>
                <a:gd name="csX2338" fmla="*/ 775810 w 2180199"/>
                <a:gd name="csY2338" fmla="*/ 763595 h 1796578"/>
                <a:gd name="csX2339" fmla="*/ 779226 w 2180199"/>
                <a:gd name="csY2339" fmla="*/ 767399 h 1796578"/>
                <a:gd name="csX2340" fmla="*/ 780588 w 2180199"/>
                <a:gd name="csY2340" fmla="*/ 769393 h 1796578"/>
                <a:gd name="csX2341" fmla="*/ 781379 w 2180199"/>
                <a:gd name="csY2341" fmla="*/ 771074 h 1796578"/>
                <a:gd name="csX2342" fmla="*/ 782809 w 2180199"/>
                <a:gd name="csY2342" fmla="*/ 775282 h 1796578"/>
                <a:gd name="csX2343" fmla="*/ 785822 w 2180199"/>
                <a:gd name="csY2343" fmla="*/ 780151 h 1796578"/>
                <a:gd name="csX2344" fmla="*/ 787405 w 2180199"/>
                <a:gd name="csY2344" fmla="*/ 781627 h 1796578"/>
                <a:gd name="csX2345" fmla="*/ 788303 w 2180199"/>
                <a:gd name="csY2345" fmla="*/ 783065 h 1796578"/>
                <a:gd name="csX2346" fmla="*/ 787801 w 2180199"/>
                <a:gd name="csY2346" fmla="*/ 783119 h 1796578"/>
                <a:gd name="csX2347" fmla="*/ 785678 w 2180199"/>
                <a:gd name="csY2347" fmla="*/ 782053 h 1796578"/>
                <a:gd name="csX2348" fmla="*/ 781082 w 2180199"/>
                <a:gd name="csY2348" fmla="*/ 778797 h 1796578"/>
                <a:gd name="csX2349" fmla="*/ 780702 w 2180199"/>
                <a:gd name="csY2349" fmla="*/ 778926 h 1796578"/>
                <a:gd name="csX2350" fmla="*/ 780283 w 2180199"/>
                <a:gd name="csY2350" fmla="*/ 780691 h 1796578"/>
                <a:gd name="csX2351" fmla="*/ 779568 w 2180199"/>
                <a:gd name="csY2351" fmla="*/ 782236 h 1796578"/>
                <a:gd name="csX2352" fmla="*/ 778511 w 2180199"/>
                <a:gd name="csY2352" fmla="*/ 783347 h 1796578"/>
                <a:gd name="csX2353" fmla="*/ 779355 w 2180199"/>
                <a:gd name="csY2353" fmla="*/ 783674 h 1796578"/>
                <a:gd name="csX2354" fmla="*/ 783061 w 2180199"/>
                <a:gd name="csY2354" fmla="*/ 782974 h 1796578"/>
                <a:gd name="csX2355" fmla="*/ 786180 w 2180199"/>
                <a:gd name="csY2355" fmla="*/ 786139 h 1796578"/>
                <a:gd name="csX2356" fmla="*/ 787390 w 2180199"/>
                <a:gd name="csY2356" fmla="*/ 786710 h 1796578"/>
                <a:gd name="csX2357" fmla="*/ 788562 w 2180199"/>
                <a:gd name="csY2357" fmla="*/ 788977 h 1796578"/>
                <a:gd name="csX2358" fmla="*/ 788600 w 2180199"/>
                <a:gd name="csY2358" fmla="*/ 789845 h 1796578"/>
                <a:gd name="csX2359" fmla="*/ 787915 w 2180199"/>
                <a:gd name="csY2359" fmla="*/ 791518 h 1796578"/>
                <a:gd name="csX2360" fmla="*/ 787390 w 2180199"/>
                <a:gd name="csY2360" fmla="*/ 792203 h 1796578"/>
                <a:gd name="csX2361" fmla="*/ 787565 w 2180199"/>
                <a:gd name="csY2361" fmla="*/ 792667 h 1796578"/>
                <a:gd name="csX2362" fmla="*/ 788432 w 2180199"/>
                <a:gd name="csY2362" fmla="*/ 792903 h 1796578"/>
                <a:gd name="csX2363" fmla="*/ 791871 w 2180199"/>
                <a:gd name="csY2363" fmla="*/ 792431 h 1796578"/>
                <a:gd name="csX2364" fmla="*/ 792488 w 2180199"/>
                <a:gd name="csY2364" fmla="*/ 793253 h 1796578"/>
                <a:gd name="csX2365" fmla="*/ 791978 w 2180199"/>
                <a:gd name="csY2365" fmla="*/ 799766 h 1796578"/>
                <a:gd name="csX2366" fmla="*/ 792465 w 2180199"/>
                <a:gd name="csY2366" fmla="*/ 802155 h 1796578"/>
                <a:gd name="csX2367" fmla="*/ 792457 w 2180199"/>
                <a:gd name="csY2367" fmla="*/ 803243 h 1796578"/>
                <a:gd name="csX2368" fmla="*/ 792061 w 2180199"/>
                <a:gd name="csY2368" fmla="*/ 804681 h 1796578"/>
                <a:gd name="csX2369" fmla="*/ 792046 w 2180199"/>
                <a:gd name="csY2369" fmla="*/ 805899 h 1796578"/>
                <a:gd name="csX2370" fmla="*/ 792358 w 2180199"/>
                <a:gd name="csY2370" fmla="*/ 807146 h 1796578"/>
                <a:gd name="csX2371" fmla="*/ 792396 w 2180199"/>
                <a:gd name="csY2371" fmla="*/ 808257 h 1796578"/>
                <a:gd name="csX2372" fmla="*/ 791521 w 2180199"/>
                <a:gd name="csY2372" fmla="*/ 811156 h 1796578"/>
                <a:gd name="csX2373" fmla="*/ 790601 w 2180199"/>
                <a:gd name="csY2373" fmla="*/ 811643 h 1796578"/>
                <a:gd name="csX2374" fmla="*/ 789117 w 2180199"/>
                <a:gd name="csY2374" fmla="*/ 811666 h 1796578"/>
                <a:gd name="csX2375" fmla="*/ 787945 w 2180199"/>
                <a:gd name="csY2375" fmla="*/ 810844 h 1796578"/>
                <a:gd name="csX2376" fmla="*/ 786302 w 2180199"/>
                <a:gd name="csY2376" fmla="*/ 808348 h 1796578"/>
                <a:gd name="csX2377" fmla="*/ 784704 w 2180199"/>
                <a:gd name="csY2377" fmla="*/ 804468 h 1796578"/>
                <a:gd name="csX2378" fmla="*/ 784088 w 2180199"/>
                <a:gd name="csY2378" fmla="*/ 803913 h 1796578"/>
                <a:gd name="csX2379" fmla="*/ 781988 w 2180199"/>
                <a:gd name="csY2379" fmla="*/ 803327 h 1796578"/>
                <a:gd name="csX2380" fmla="*/ 781607 w 2180199"/>
                <a:gd name="csY2380" fmla="*/ 802863 h 1796578"/>
                <a:gd name="csX2381" fmla="*/ 780268 w 2180199"/>
                <a:gd name="csY2381" fmla="*/ 802779 h 1796578"/>
                <a:gd name="csX2382" fmla="*/ 779317 w 2180199"/>
                <a:gd name="csY2382" fmla="*/ 801181 h 1796578"/>
                <a:gd name="csX2383" fmla="*/ 779431 w 2180199"/>
                <a:gd name="csY2383" fmla="*/ 799081 h 1796578"/>
                <a:gd name="csX2384" fmla="*/ 778610 w 2180199"/>
                <a:gd name="csY2384" fmla="*/ 796928 h 1796578"/>
                <a:gd name="csX2385" fmla="*/ 778708 w 2180199"/>
                <a:gd name="csY2385" fmla="*/ 795969 h 1796578"/>
                <a:gd name="csX2386" fmla="*/ 777788 w 2180199"/>
                <a:gd name="csY2386" fmla="*/ 795566 h 1796578"/>
                <a:gd name="csX2387" fmla="*/ 777012 w 2180199"/>
                <a:gd name="csY2387" fmla="*/ 796175 h 1796578"/>
                <a:gd name="csX2388" fmla="*/ 777415 w 2180199"/>
                <a:gd name="csY2388" fmla="*/ 798282 h 1796578"/>
                <a:gd name="csX2389" fmla="*/ 776959 w 2180199"/>
                <a:gd name="csY2389" fmla="*/ 799911 h 1796578"/>
                <a:gd name="csX2390" fmla="*/ 775292 w 2180199"/>
                <a:gd name="csY2390" fmla="*/ 799226 h 1796578"/>
                <a:gd name="csX2391" fmla="*/ 772507 w 2180199"/>
                <a:gd name="csY2391" fmla="*/ 794006 h 1796578"/>
                <a:gd name="csX2392" fmla="*/ 769342 w 2180199"/>
                <a:gd name="csY2392" fmla="*/ 789807 h 1796578"/>
                <a:gd name="csX2393" fmla="*/ 768102 w 2180199"/>
                <a:gd name="csY2393" fmla="*/ 788810 h 1796578"/>
                <a:gd name="csX2394" fmla="*/ 768429 w 2180199"/>
                <a:gd name="csY2394" fmla="*/ 787585 h 1796578"/>
                <a:gd name="csX2395" fmla="*/ 769989 w 2180199"/>
                <a:gd name="csY2395" fmla="*/ 786938 h 1796578"/>
                <a:gd name="csX2396" fmla="*/ 771252 w 2180199"/>
                <a:gd name="csY2396" fmla="*/ 786991 h 1796578"/>
                <a:gd name="csX2397" fmla="*/ 771511 w 2180199"/>
                <a:gd name="csY2397" fmla="*/ 786261 h 1796578"/>
                <a:gd name="csX2398" fmla="*/ 768871 w 2180199"/>
                <a:gd name="csY2398" fmla="*/ 782183 h 1796578"/>
                <a:gd name="csX2399" fmla="*/ 768962 w 2180199"/>
                <a:gd name="csY2399" fmla="*/ 781026 h 1796578"/>
                <a:gd name="csX2400" fmla="*/ 769921 w 2180199"/>
                <a:gd name="csY2400" fmla="*/ 778964 h 1796578"/>
                <a:gd name="csX2401" fmla="*/ 768718 w 2180199"/>
                <a:gd name="csY2401" fmla="*/ 778105 h 1796578"/>
                <a:gd name="csX2402" fmla="*/ 765424 w 2180199"/>
                <a:gd name="csY2402" fmla="*/ 778751 h 1796578"/>
                <a:gd name="csX2403" fmla="*/ 764260 w 2180199"/>
                <a:gd name="csY2403" fmla="*/ 778318 h 1796578"/>
                <a:gd name="csX2404" fmla="*/ 763309 w 2180199"/>
                <a:gd name="csY2404" fmla="*/ 776659 h 1796578"/>
                <a:gd name="csX2405" fmla="*/ 762753 w 2180199"/>
                <a:gd name="csY2405" fmla="*/ 775221 h 1796578"/>
                <a:gd name="csX2406" fmla="*/ 759900 w 2180199"/>
                <a:gd name="csY2406" fmla="*/ 774962 h 1796578"/>
                <a:gd name="csX2407" fmla="*/ 758820 w 2180199"/>
                <a:gd name="csY2407" fmla="*/ 775137 h 1796578"/>
                <a:gd name="csX2408" fmla="*/ 756953 w 2180199"/>
                <a:gd name="csY2408" fmla="*/ 772954 h 1796578"/>
                <a:gd name="csX2409" fmla="*/ 756109 w 2180199"/>
                <a:gd name="csY2409" fmla="*/ 771576 h 1796578"/>
                <a:gd name="csX2410" fmla="*/ 756444 w 2180199"/>
                <a:gd name="csY2410" fmla="*/ 770869 h 1796578"/>
                <a:gd name="csX2411" fmla="*/ 758156 w 2180199"/>
                <a:gd name="csY2411" fmla="*/ 769629 h 1796578"/>
                <a:gd name="csX2412" fmla="*/ 759162 w 2180199"/>
                <a:gd name="csY2412" fmla="*/ 769804 h 1796578"/>
                <a:gd name="csX2413" fmla="*/ 761087 w 2180199"/>
                <a:gd name="csY2413" fmla="*/ 771127 h 1796578"/>
                <a:gd name="csX2414" fmla="*/ 761840 w 2180199"/>
                <a:gd name="csY2414" fmla="*/ 771082 h 1796578"/>
                <a:gd name="csX2415" fmla="*/ 763750 w 2180199"/>
                <a:gd name="csY2415" fmla="*/ 769324 h 1796578"/>
                <a:gd name="csX2416" fmla="*/ 764039 w 2180199"/>
                <a:gd name="csY2416" fmla="*/ 767742 h 1796578"/>
                <a:gd name="csX2417" fmla="*/ 765470 w 2180199"/>
                <a:gd name="csY2417" fmla="*/ 766433 h 1796578"/>
                <a:gd name="csX2418" fmla="*/ 765241 w 2180199"/>
                <a:gd name="csY2418" fmla="*/ 765056 h 1796578"/>
                <a:gd name="csX2419" fmla="*/ 764450 w 2180199"/>
                <a:gd name="csY2419" fmla="*/ 762705 h 1796578"/>
                <a:gd name="csX2420" fmla="*/ 762700 w 2180199"/>
                <a:gd name="csY2420" fmla="*/ 762050 h 1796578"/>
                <a:gd name="csX2421" fmla="*/ 759124 w 2180199"/>
                <a:gd name="csY2421" fmla="*/ 763451 h 1796578"/>
                <a:gd name="csX2422" fmla="*/ 756010 w 2180199"/>
                <a:gd name="csY2422" fmla="*/ 765604 h 1796578"/>
                <a:gd name="csX2423" fmla="*/ 754762 w 2180199"/>
                <a:gd name="csY2423" fmla="*/ 764767 h 1796578"/>
                <a:gd name="csX2424" fmla="*/ 754488 w 2180199"/>
                <a:gd name="csY2424" fmla="*/ 763451 h 1796578"/>
                <a:gd name="csX2425" fmla="*/ 757821 w 2180199"/>
                <a:gd name="csY2425" fmla="*/ 759859 h 1796578"/>
                <a:gd name="csX2426" fmla="*/ 759284 w 2180199"/>
                <a:gd name="csY2426" fmla="*/ 757873 h 1796578"/>
                <a:gd name="csX2427" fmla="*/ 759002 w 2180199"/>
                <a:gd name="csY2427" fmla="*/ 756694 h 1796578"/>
                <a:gd name="csX2428" fmla="*/ 757927 w 2180199"/>
                <a:gd name="csY2428" fmla="*/ 755165 h 1796578"/>
                <a:gd name="csX2429" fmla="*/ 757837 w 2180199"/>
                <a:gd name="csY2429" fmla="*/ 751338 h 1796578"/>
                <a:gd name="csX2430" fmla="*/ 758531 w 2180199"/>
                <a:gd name="csY2430" fmla="*/ 750425 h 1796578"/>
                <a:gd name="csX2431" fmla="*/ 813769 w 2180199"/>
                <a:gd name="csY2431" fmla="*/ 782746 h 1796578"/>
                <a:gd name="csX2432" fmla="*/ 813023 w 2180199"/>
                <a:gd name="csY2432" fmla="*/ 786869 h 1796578"/>
                <a:gd name="csX2433" fmla="*/ 811555 w 2180199"/>
                <a:gd name="csY2433" fmla="*/ 791077 h 1796578"/>
                <a:gd name="csX2434" fmla="*/ 809310 w 2180199"/>
                <a:gd name="csY2434" fmla="*/ 793337 h 1796578"/>
                <a:gd name="csX2435" fmla="*/ 807728 w 2180199"/>
                <a:gd name="csY2435" fmla="*/ 792835 h 1796578"/>
                <a:gd name="csX2436" fmla="*/ 806563 w 2180199"/>
                <a:gd name="csY2436" fmla="*/ 791009 h 1796578"/>
                <a:gd name="csX2437" fmla="*/ 805483 w 2180199"/>
                <a:gd name="csY2437" fmla="*/ 791108 h 1796578"/>
                <a:gd name="csX2438" fmla="*/ 804334 w 2180199"/>
                <a:gd name="csY2438" fmla="*/ 790735 h 1796578"/>
                <a:gd name="csX2439" fmla="*/ 803687 w 2180199"/>
                <a:gd name="csY2439" fmla="*/ 789221 h 1796578"/>
                <a:gd name="csX2440" fmla="*/ 804296 w 2180199"/>
                <a:gd name="csY2440" fmla="*/ 787265 h 1796578"/>
                <a:gd name="csX2441" fmla="*/ 803756 w 2180199"/>
                <a:gd name="csY2441" fmla="*/ 785751 h 1796578"/>
                <a:gd name="csX2442" fmla="*/ 803185 w 2180199"/>
                <a:gd name="csY2442" fmla="*/ 787075 h 1796578"/>
                <a:gd name="csX2443" fmla="*/ 802173 w 2180199"/>
                <a:gd name="csY2443" fmla="*/ 788285 h 1796578"/>
                <a:gd name="csX2444" fmla="*/ 799624 w 2180199"/>
                <a:gd name="csY2444" fmla="*/ 789867 h 1796578"/>
                <a:gd name="csX2445" fmla="*/ 797867 w 2180199"/>
                <a:gd name="csY2445" fmla="*/ 792880 h 1796578"/>
                <a:gd name="csX2446" fmla="*/ 797038 w 2180199"/>
                <a:gd name="csY2446" fmla="*/ 794843 h 1796578"/>
                <a:gd name="csX2447" fmla="*/ 796003 w 2180199"/>
                <a:gd name="csY2447" fmla="*/ 792705 h 1796578"/>
                <a:gd name="csX2448" fmla="*/ 795341 w 2180199"/>
                <a:gd name="csY2448" fmla="*/ 787630 h 1796578"/>
                <a:gd name="csX2449" fmla="*/ 795257 w 2180199"/>
                <a:gd name="csY2449" fmla="*/ 785470 h 1796578"/>
                <a:gd name="csX2450" fmla="*/ 797106 w 2180199"/>
                <a:gd name="csY2450" fmla="*/ 782206 h 1796578"/>
                <a:gd name="csX2451" fmla="*/ 799495 w 2180199"/>
                <a:gd name="csY2451" fmla="*/ 779101 h 1796578"/>
                <a:gd name="csX2452" fmla="*/ 799974 w 2180199"/>
                <a:gd name="csY2452" fmla="*/ 769796 h 1796578"/>
                <a:gd name="csX2453" fmla="*/ 807568 w 2180199"/>
                <a:gd name="csY2453" fmla="*/ 765094 h 1796578"/>
                <a:gd name="csX2454" fmla="*/ 808275 w 2180199"/>
                <a:gd name="csY2454" fmla="*/ 765337 h 1796578"/>
                <a:gd name="csX2455" fmla="*/ 810741 w 2180199"/>
                <a:gd name="csY2455" fmla="*/ 768845 h 1796578"/>
                <a:gd name="csX2456" fmla="*/ 813365 w 2180199"/>
                <a:gd name="csY2456" fmla="*/ 773737 h 1796578"/>
                <a:gd name="csX2457" fmla="*/ 814043 w 2180199"/>
                <a:gd name="csY2457" fmla="*/ 775936 h 1796578"/>
                <a:gd name="csX2458" fmla="*/ 814058 w 2180199"/>
                <a:gd name="csY2458" fmla="*/ 779763 h 1796578"/>
                <a:gd name="csX2459" fmla="*/ 813769 w 2180199"/>
                <a:gd name="csY2459" fmla="*/ 782746 h 1796578"/>
                <a:gd name="csX2460" fmla="*/ 288752 w 2180199"/>
                <a:gd name="csY2460" fmla="*/ 770207 h 1796578"/>
                <a:gd name="csX2461" fmla="*/ 287923 w 2180199"/>
                <a:gd name="csY2461" fmla="*/ 771401 h 1796578"/>
                <a:gd name="csX2462" fmla="*/ 286302 w 2180199"/>
                <a:gd name="csY2462" fmla="*/ 771318 h 1796578"/>
                <a:gd name="csX2463" fmla="*/ 285397 w 2180199"/>
                <a:gd name="csY2463" fmla="*/ 770930 h 1796578"/>
                <a:gd name="csX2464" fmla="*/ 285093 w 2180199"/>
                <a:gd name="csY2464" fmla="*/ 769880 h 1796578"/>
                <a:gd name="csX2465" fmla="*/ 287588 w 2180199"/>
                <a:gd name="csY2465" fmla="*/ 766715 h 1796578"/>
                <a:gd name="csX2466" fmla="*/ 288159 w 2180199"/>
                <a:gd name="csY2466" fmla="*/ 766288 h 1796578"/>
                <a:gd name="csX2467" fmla="*/ 288608 w 2180199"/>
                <a:gd name="csY2467" fmla="*/ 766410 h 1796578"/>
                <a:gd name="csX2468" fmla="*/ 288806 w 2180199"/>
                <a:gd name="csY2468" fmla="*/ 767719 h 1796578"/>
                <a:gd name="csX2469" fmla="*/ 288752 w 2180199"/>
                <a:gd name="csY2469" fmla="*/ 770207 h 1796578"/>
                <a:gd name="csX2470" fmla="*/ 764108 w 2180199"/>
                <a:gd name="csY2470" fmla="*/ 780691 h 1796578"/>
                <a:gd name="csX2471" fmla="*/ 764579 w 2180199"/>
                <a:gd name="csY2471" fmla="*/ 781749 h 1796578"/>
                <a:gd name="csX2472" fmla="*/ 764610 w 2180199"/>
                <a:gd name="csY2472" fmla="*/ 782419 h 1796578"/>
                <a:gd name="csX2473" fmla="*/ 761521 w 2180199"/>
                <a:gd name="csY2473" fmla="*/ 784914 h 1796578"/>
                <a:gd name="csX2474" fmla="*/ 761467 w 2180199"/>
                <a:gd name="csY2474" fmla="*/ 785431 h 1796578"/>
                <a:gd name="csX2475" fmla="*/ 760745 w 2180199"/>
                <a:gd name="csY2475" fmla="*/ 786968 h 1796578"/>
                <a:gd name="csX2476" fmla="*/ 760098 w 2180199"/>
                <a:gd name="csY2476" fmla="*/ 787531 h 1796578"/>
                <a:gd name="csX2477" fmla="*/ 758949 w 2180199"/>
                <a:gd name="csY2477" fmla="*/ 789198 h 1796578"/>
                <a:gd name="csX2478" fmla="*/ 756748 w 2180199"/>
                <a:gd name="csY2478" fmla="*/ 790993 h 1796578"/>
                <a:gd name="csX2479" fmla="*/ 757075 w 2180199"/>
                <a:gd name="csY2479" fmla="*/ 785599 h 1796578"/>
                <a:gd name="csX2480" fmla="*/ 754892 w 2180199"/>
                <a:gd name="csY2480" fmla="*/ 782457 h 1796578"/>
                <a:gd name="csX2481" fmla="*/ 757091 w 2180199"/>
                <a:gd name="csY2481" fmla="*/ 780866 h 1796578"/>
                <a:gd name="csX2482" fmla="*/ 758531 w 2180199"/>
                <a:gd name="csY2482" fmla="*/ 781323 h 1796578"/>
                <a:gd name="csX2483" fmla="*/ 760920 w 2180199"/>
                <a:gd name="csY2483" fmla="*/ 781506 h 1796578"/>
                <a:gd name="csX2484" fmla="*/ 763248 w 2180199"/>
                <a:gd name="csY2484" fmla="*/ 780121 h 1796578"/>
                <a:gd name="csX2485" fmla="*/ 764108 w 2180199"/>
                <a:gd name="csY2485" fmla="*/ 780691 h 1796578"/>
                <a:gd name="csX2486" fmla="*/ 179448 w 2180199"/>
                <a:gd name="csY2486" fmla="*/ 789289 h 1796578"/>
                <a:gd name="csX2487" fmla="*/ 179775 w 2180199"/>
                <a:gd name="csY2487" fmla="*/ 789312 h 1796578"/>
                <a:gd name="csX2488" fmla="*/ 180429 w 2180199"/>
                <a:gd name="csY2488" fmla="*/ 789023 h 1796578"/>
                <a:gd name="csX2489" fmla="*/ 181814 w 2180199"/>
                <a:gd name="csY2489" fmla="*/ 786915 h 1796578"/>
                <a:gd name="csX2490" fmla="*/ 182271 w 2180199"/>
                <a:gd name="csY2490" fmla="*/ 786824 h 1796578"/>
                <a:gd name="csX2491" fmla="*/ 182278 w 2180199"/>
                <a:gd name="csY2491" fmla="*/ 787471 h 1796578"/>
                <a:gd name="csX2492" fmla="*/ 181624 w 2180199"/>
                <a:gd name="csY2492" fmla="*/ 789556 h 1796578"/>
                <a:gd name="csX2493" fmla="*/ 182735 w 2180199"/>
                <a:gd name="csY2493" fmla="*/ 792340 h 1796578"/>
                <a:gd name="csX2494" fmla="*/ 183769 w 2180199"/>
                <a:gd name="csY2494" fmla="*/ 793672 h 1796578"/>
                <a:gd name="csX2495" fmla="*/ 183663 w 2180199"/>
                <a:gd name="csY2495" fmla="*/ 794143 h 1796578"/>
                <a:gd name="csX2496" fmla="*/ 181068 w 2180199"/>
                <a:gd name="csY2496" fmla="*/ 795102 h 1796578"/>
                <a:gd name="csX2497" fmla="*/ 179090 w 2180199"/>
                <a:gd name="csY2497" fmla="*/ 794410 h 1796578"/>
                <a:gd name="csX2498" fmla="*/ 178048 w 2180199"/>
                <a:gd name="csY2498" fmla="*/ 794653 h 1796578"/>
                <a:gd name="csX2499" fmla="*/ 177097 w 2180199"/>
                <a:gd name="csY2499" fmla="*/ 795620 h 1796578"/>
                <a:gd name="csX2500" fmla="*/ 176450 w 2180199"/>
                <a:gd name="csY2500" fmla="*/ 794547 h 1796578"/>
                <a:gd name="csX2501" fmla="*/ 176001 w 2180199"/>
                <a:gd name="csY2501" fmla="*/ 789411 h 1796578"/>
                <a:gd name="csX2502" fmla="*/ 176153 w 2180199"/>
                <a:gd name="csY2502" fmla="*/ 788513 h 1796578"/>
                <a:gd name="csX2503" fmla="*/ 177234 w 2180199"/>
                <a:gd name="csY2503" fmla="*/ 786725 h 1796578"/>
                <a:gd name="csX2504" fmla="*/ 178626 w 2180199"/>
                <a:gd name="csY2504" fmla="*/ 785918 h 1796578"/>
                <a:gd name="csX2505" fmla="*/ 179227 w 2180199"/>
                <a:gd name="csY2505" fmla="*/ 786154 h 1796578"/>
                <a:gd name="csX2506" fmla="*/ 179729 w 2180199"/>
                <a:gd name="csY2506" fmla="*/ 786869 h 1796578"/>
                <a:gd name="csX2507" fmla="*/ 179859 w 2180199"/>
                <a:gd name="csY2507" fmla="*/ 787615 h 1796578"/>
                <a:gd name="csX2508" fmla="*/ 179448 w 2180199"/>
                <a:gd name="csY2508" fmla="*/ 789289 h 1796578"/>
                <a:gd name="csX2509" fmla="*/ 187041 w 2180199"/>
                <a:gd name="csY2509" fmla="*/ 788429 h 1796578"/>
                <a:gd name="csX2510" fmla="*/ 186744 w 2180199"/>
                <a:gd name="csY2510" fmla="*/ 791381 h 1796578"/>
                <a:gd name="csX2511" fmla="*/ 183807 w 2180199"/>
                <a:gd name="csY2511" fmla="*/ 789502 h 1796578"/>
                <a:gd name="csX2512" fmla="*/ 183024 w 2180199"/>
                <a:gd name="csY2512" fmla="*/ 788566 h 1796578"/>
                <a:gd name="csX2513" fmla="*/ 183549 w 2180199"/>
                <a:gd name="csY2513" fmla="*/ 787874 h 1796578"/>
                <a:gd name="csX2514" fmla="*/ 186341 w 2180199"/>
                <a:gd name="csY2514" fmla="*/ 787699 h 1796578"/>
                <a:gd name="csX2515" fmla="*/ 187041 w 2180199"/>
                <a:gd name="csY2515" fmla="*/ 788429 h 1796578"/>
                <a:gd name="csX2516" fmla="*/ 773557 w 2180199"/>
                <a:gd name="csY2516" fmla="*/ 804940 h 1796578"/>
                <a:gd name="csX2517" fmla="*/ 774082 w 2180199"/>
                <a:gd name="csY2517" fmla="*/ 805442 h 1796578"/>
                <a:gd name="csX2518" fmla="*/ 774615 w 2180199"/>
                <a:gd name="csY2518" fmla="*/ 805092 h 1796578"/>
                <a:gd name="csX2519" fmla="*/ 775482 w 2180199"/>
                <a:gd name="csY2519" fmla="*/ 803776 h 1796578"/>
                <a:gd name="csX2520" fmla="*/ 777012 w 2180199"/>
                <a:gd name="csY2520" fmla="*/ 804034 h 1796578"/>
                <a:gd name="csX2521" fmla="*/ 778123 w 2180199"/>
                <a:gd name="csY2521" fmla="*/ 804476 h 1796578"/>
                <a:gd name="csX2522" fmla="*/ 778800 w 2180199"/>
                <a:gd name="csY2522" fmla="*/ 805024 h 1796578"/>
                <a:gd name="csX2523" fmla="*/ 778442 w 2180199"/>
                <a:gd name="csY2523" fmla="*/ 806941 h 1796578"/>
                <a:gd name="csX2524" fmla="*/ 778168 w 2180199"/>
                <a:gd name="csY2524" fmla="*/ 810060 h 1796578"/>
                <a:gd name="csX2525" fmla="*/ 777537 w 2180199"/>
                <a:gd name="csY2525" fmla="*/ 811164 h 1796578"/>
                <a:gd name="csX2526" fmla="*/ 776913 w 2180199"/>
                <a:gd name="csY2526" fmla="*/ 812716 h 1796578"/>
                <a:gd name="csX2527" fmla="*/ 774744 w 2180199"/>
                <a:gd name="csY2527" fmla="*/ 811795 h 1796578"/>
                <a:gd name="csX2528" fmla="*/ 772987 w 2180199"/>
                <a:gd name="csY2528" fmla="*/ 809817 h 1796578"/>
                <a:gd name="csX2529" fmla="*/ 770438 w 2180199"/>
                <a:gd name="csY2529" fmla="*/ 806408 h 1796578"/>
                <a:gd name="csX2530" fmla="*/ 769015 w 2180199"/>
                <a:gd name="csY2530" fmla="*/ 803943 h 1796578"/>
                <a:gd name="csX2531" fmla="*/ 768901 w 2180199"/>
                <a:gd name="csY2531" fmla="*/ 802901 h 1796578"/>
                <a:gd name="csX2532" fmla="*/ 768003 w 2180199"/>
                <a:gd name="csY2532" fmla="*/ 802148 h 1796578"/>
                <a:gd name="csX2533" fmla="*/ 766253 w 2180199"/>
                <a:gd name="csY2533" fmla="*/ 797887 h 1796578"/>
                <a:gd name="csX2534" fmla="*/ 765264 w 2180199"/>
                <a:gd name="csY2534" fmla="*/ 794508 h 1796578"/>
                <a:gd name="csX2535" fmla="*/ 763689 w 2180199"/>
                <a:gd name="csY2535" fmla="*/ 794120 h 1796578"/>
                <a:gd name="csX2536" fmla="*/ 761703 w 2180199"/>
                <a:gd name="csY2536" fmla="*/ 793177 h 1796578"/>
                <a:gd name="csX2537" fmla="*/ 760935 w 2180199"/>
                <a:gd name="csY2537" fmla="*/ 791321 h 1796578"/>
                <a:gd name="csX2538" fmla="*/ 761467 w 2180199"/>
                <a:gd name="csY2538" fmla="*/ 789692 h 1796578"/>
                <a:gd name="csX2539" fmla="*/ 764298 w 2180199"/>
                <a:gd name="csY2539" fmla="*/ 788871 h 1796578"/>
                <a:gd name="csX2540" fmla="*/ 768551 w 2180199"/>
                <a:gd name="csY2540" fmla="*/ 793055 h 1796578"/>
                <a:gd name="csX2541" fmla="*/ 769198 w 2180199"/>
                <a:gd name="csY2541" fmla="*/ 794828 h 1796578"/>
                <a:gd name="csX2542" fmla="*/ 770720 w 2180199"/>
                <a:gd name="csY2542" fmla="*/ 796898 h 1796578"/>
                <a:gd name="csX2543" fmla="*/ 771009 w 2180199"/>
                <a:gd name="csY2543" fmla="*/ 799781 h 1796578"/>
                <a:gd name="csX2544" fmla="*/ 771785 w 2180199"/>
                <a:gd name="csY2544" fmla="*/ 800907 h 1796578"/>
                <a:gd name="csX2545" fmla="*/ 773557 w 2180199"/>
                <a:gd name="csY2545" fmla="*/ 804940 h 1796578"/>
                <a:gd name="csX2546" fmla="*/ 196788 w 2180199"/>
                <a:gd name="csY2546" fmla="*/ 796236 h 1796578"/>
                <a:gd name="csX2547" fmla="*/ 195487 w 2180199"/>
                <a:gd name="csY2547" fmla="*/ 797050 h 1796578"/>
                <a:gd name="csX2548" fmla="*/ 195076 w 2180199"/>
                <a:gd name="csY2548" fmla="*/ 798084 h 1796578"/>
                <a:gd name="csX2549" fmla="*/ 194087 w 2180199"/>
                <a:gd name="csY2549" fmla="*/ 798526 h 1796578"/>
                <a:gd name="csX2550" fmla="*/ 193257 w 2180199"/>
                <a:gd name="csY2550" fmla="*/ 799370 h 1796578"/>
                <a:gd name="csX2551" fmla="*/ 190457 w 2180199"/>
                <a:gd name="csY2551" fmla="*/ 803190 h 1796578"/>
                <a:gd name="csX2552" fmla="*/ 189232 w 2180199"/>
                <a:gd name="csY2552" fmla="*/ 803890 h 1796578"/>
                <a:gd name="csX2553" fmla="*/ 190587 w 2180199"/>
                <a:gd name="csY2553" fmla="*/ 800634 h 1796578"/>
                <a:gd name="csX2554" fmla="*/ 190800 w 2180199"/>
                <a:gd name="csY2554" fmla="*/ 799599 h 1796578"/>
                <a:gd name="csX2555" fmla="*/ 190823 w 2180199"/>
                <a:gd name="csY2555" fmla="*/ 798906 h 1796578"/>
                <a:gd name="csX2556" fmla="*/ 190404 w 2180199"/>
                <a:gd name="csY2556" fmla="*/ 796441 h 1796578"/>
                <a:gd name="csX2557" fmla="*/ 191218 w 2180199"/>
                <a:gd name="csY2557" fmla="*/ 796548 h 1796578"/>
                <a:gd name="csX2558" fmla="*/ 191888 w 2180199"/>
                <a:gd name="csY2558" fmla="*/ 796038 h 1796578"/>
                <a:gd name="csX2559" fmla="*/ 193242 w 2180199"/>
                <a:gd name="csY2559" fmla="*/ 793847 h 1796578"/>
                <a:gd name="csX2560" fmla="*/ 194459 w 2180199"/>
                <a:gd name="csY2560" fmla="*/ 793656 h 1796578"/>
                <a:gd name="csX2561" fmla="*/ 195768 w 2180199"/>
                <a:gd name="csY2561" fmla="*/ 791047 h 1796578"/>
                <a:gd name="csX2562" fmla="*/ 196476 w 2180199"/>
                <a:gd name="csY2562" fmla="*/ 790841 h 1796578"/>
                <a:gd name="csX2563" fmla="*/ 196826 w 2180199"/>
                <a:gd name="csY2563" fmla="*/ 791191 h 1796578"/>
                <a:gd name="csX2564" fmla="*/ 196247 w 2180199"/>
                <a:gd name="csY2564" fmla="*/ 792774 h 1796578"/>
                <a:gd name="csX2565" fmla="*/ 197503 w 2180199"/>
                <a:gd name="csY2565" fmla="*/ 794227 h 1796578"/>
                <a:gd name="csX2566" fmla="*/ 197183 w 2180199"/>
                <a:gd name="csY2566" fmla="*/ 795635 h 1796578"/>
                <a:gd name="csX2567" fmla="*/ 196788 w 2180199"/>
                <a:gd name="csY2567" fmla="*/ 796236 h 1796578"/>
                <a:gd name="csX2568" fmla="*/ 806069 w 2180199"/>
                <a:gd name="csY2568" fmla="*/ 798062 h 1796578"/>
                <a:gd name="csX2569" fmla="*/ 808253 w 2180199"/>
                <a:gd name="csY2569" fmla="*/ 802908 h 1796578"/>
                <a:gd name="csX2570" fmla="*/ 808367 w 2180199"/>
                <a:gd name="csY2570" fmla="*/ 804605 h 1796578"/>
                <a:gd name="csX2571" fmla="*/ 806290 w 2180199"/>
                <a:gd name="csY2571" fmla="*/ 805199 h 1796578"/>
                <a:gd name="csX2572" fmla="*/ 804654 w 2180199"/>
                <a:gd name="csY2572" fmla="*/ 804955 h 1796578"/>
                <a:gd name="csX2573" fmla="*/ 803809 w 2180199"/>
                <a:gd name="csY2573" fmla="*/ 804400 h 1796578"/>
                <a:gd name="csX2574" fmla="*/ 803589 w 2180199"/>
                <a:gd name="csY2574" fmla="*/ 803608 h 1796578"/>
                <a:gd name="csX2575" fmla="*/ 804121 w 2180199"/>
                <a:gd name="csY2575" fmla="*/ 801159 h 1796578"/>
                <a:gd name="csX2576" fmla="*/ 803041 w 2180199"/>
                <a:gd name="csY2576" fmla="*/ 799721 h 1796578"/>
                <a:gd name="csX2577" fmla="*/ 801793 w 2180199"/>
                <a:gd name="csY2577" fmla="*/ 799226 h 1796578"/>
                <a:gd name="csX2578" fmla="*/ 800682 w 2180199"/>
                <a:gd name="csY2578" fmla="*/ 800070 h 1796578"/>
                <a:gd name="csX2579" fmla="*/ 800621 w 2180199"/>
                <a:gd name="csY2579" fmla="*/ 797651 h 1796578"/>
                <a:gd name="csX2580" fmla="*/ 801458 w 2180199"/>
                <a:gd name="csY2580" fmla="*/ 795909 h 1796578"/>
                <a:gd name="csX2581" fmla="*/ 800994 w 2180199"/>
                <a:gd name="csY2581" fmla="*/ 793542 h 1796578"/>
                <a:gd name="csX2582" fmla="*/ 800979 w 2180199"/>
                <a:gd name="csY2582" fmla="*/ 791754 h 1796578"/>
                <a:gd name="csX2583" fmla="*/ 801260 w 2180199"/>
                <a:gd name="csY2583" fmla="*/ 791184 h 1796578"/>
                <a:gd name="csX2584" fmla="*/ 802386 w 2180199"/>
                <a:gd name="csY2584" fmla="*/ 791237 h 1796578"/>
                <a:gd name="csX2585" fmla="*/ 804692 w 2180199"/>
                <a:gd name="csY2585" fmla="*/ 793086 h 1796578"/>
                <a:gd name="csX2586" fmla="*/ 806069 w 2180199"/>
                <a:gd name="csY2586" fmla="*/ 798062 h 1796578"/>
                <a:gd name="csX2587" fmla="*/ 204427 w 2180199"/>
                <a:gd name="csY2587" fmla="*/ 795376 h 1796578"/>
                <a:gd name="csX2588" fmla="*/ 204313 w 2180199"/>
                <a:gd name="csY2588" fmla="*/ 798343 h 1796578"/>
                <a:gd name="csX2589" fmla="*/ 204001 w 2180199"/>
                <a:gd name="csY2589" fmla="*/ 798807 h 1796578"/>
                <a:gd name="csX2590" fmla="*/ 203430 w 2180199"/>
                <a:gd name="csY2590" fmla="*/ 798016 h 1796578"/>
                <a:gd name="csX2591" fmla="*/ 202228 w 2180199"/>
                <a:gd name="csY2591" fmla="*/ 798899 h 1796578"/>
                <a:gd name="csX2592" fmla="*/ 201573 w 2180199"/>
                <a:gd name="csY2592" fmla="*/ 798260 h 1796578"/>
                <a:gd name="csX2593" fmla="*/ 201855 w 2180199"/>
                <a:gd name="csY2593" fmla="*/ 797225 h 1796578"/>
                <a:gd name="csX2594" fmla="*/ 201764 w 2180199"/>
                <a:gd name="csY2594" fmla="*/ 796418 h 1796578"/>
                <a:gd name="csX2595" fmla="*/ 202654 w 2180199"/>
                <a:gd name="csY2595" fmla="*/ 796350 h 1796578"/>
                <a:gd name="csX2596" fmla="*/ 202867 w 2180199"/>
                <a:gd name="csY2596" fmla="*/ 794874 h 1796578"/>
                <a:gd name="csX2597" fmla="*/ 202707 w 2180199"/>
                <a:gd name="csY2597" fmla="*/ 794250 h 1796578"/>
                <a:gd name="csX2598" fmla="*/ 203148 w 2180199"/>
                <a:gd name="csY2598" fmla="*/ 792918 h 1796578"/>
                <a:gd name="csX2599" fmla="*/ 203780 w 2180199"/>
                <a:gd name="csY2599" fmla="*/ 792606 h 1796578"/>
                <a:gd name="csX2600" fmla="*/ 204427 w 2180199"/>
                <a:gd name="csY2600" fmla="*/ 795376 h 1796578"/>
                <a:gd name="csX2601" fmla="*/ 207698 w 2180199"/>
                <a:gd name="csY2601" fmla="*/ 802049 h 1796578"/>
                <a:gd name="csX2602" fmla="*/ 207006 w 2180199"/>
                <a:gd name="csY2602" fmla="*/ 802239 h 1796578"/>
                <a:gd name="csX2603" fmla="*/ 206435 w 2180199"/>
                <a:gd name="csY2603" fmla="*/ 801836 h 1796578"/>
                <a:gd name="csX2604" fmla="*/ 205644 w 2180199"/>
                <a:gd name="csY2604" fmla="*/ 799728 h 1796578"/>
                <a:gd name="csX2605" fmla="*/ 205576 w 2180199"/>
                <a:gd name="csY2605" fmla="*/ 798838 h 1796578"/>
                <a:gd name="csX2606" fmla="*/ 207105 w 2180199"/>
                <a:gd name="csY2606" fmla="*/ 799500 h 1796578"/>
                <a:gd name="csX2607" fmla="*/ 207683 w 2180199"/>
                <a:gd name="csY2607" fmla="*/ 801037 h 1796578"/>
                <a:gd name="csX2608" fmla="*/ 207698 w 2180199"/>
                <a:gd name="csY2608" fmla="*/ 802049 h 1796578"/>
                <a:gd name="csX2609" fmla="*/ 119850 w 2180199"/>
                <a:gd name="csY2609" fmla="*/ 801744 h 1796578"/>
                <a:gd name="csX2610" fmla="*/ 121919 w 2180199"/>
                <a:gd name="csY2610" fmla="*/ 807869 h 1796578"/>
                <a:gd name="csX2611" fmla="*/ 122817 w 2180199"/>
                <a:gd name="csY2611" fmla="*/ 809064 h 1796578"/>
                <a:gd name="csX2612" fmla="*/ 124149 w 2180199"/>
                <a:gd name="csY2612" fmla="*/ 809710 h 1796578"/>
                <a:gd name="csX2613" fmla="*/ 126020 w 2180199"/>
                <a:gd name="csY2613" fmla="*/ 810365 h 1796578"/>
                <a:gd name="csX2614" fmla="*/ 127131 w 2180199"/>
                <a:gd name="csY2614" fmla="*/ 811270 h 1796578"/>
                <a:gd name="csX2615" fmla="*/ 128105 w 2180199"/>
                <a:gd name="csY2615" fmla="*/ 812647 h 1796578"/>
                <a:gd name="csX2616" fmla="*/ 128234 w 2180199"/>
                <a:gd name="csY2616" fmla="*/ 813279 h 1796578"/>
                <a:gd name="csX2617" fmla="*/ 122368 w 2180199"/>
                <a:gd name="csY2617" fmla="*/ 810821 h 1796578"/>
                <a:gd name="csX2618" fmla="*/ 118678 w 2180199"/>
                <a:gd name="csY2618" fmla="*/ 814413 h 1796578"/>
                <a:gd name="csX2619" fmla="*/ 117567 w 2180199"/>
                <a:gd name="csY2619" fmla="*/ 814884 h 1796578"/>
                <a:gd name="csX2620" fmla="*/ 107098 w 2180199"/>
                <a:gd name="csY2620" fmla="*/ 815052 h 1796578"/>
                <a:gd name="csX2621" fmla="*/ 105005 w 2180199"/>
                <a:gd name="csY2621" fmla="*/ 815714 h 1796578"/>
                <a:gd name="csX2622" fmla="*/ 103651 w 2180199"/>
                <a:gd name="csY2622" fmla="*/ 816878 h 1796578"/>
                <a:gd name="csX2623" fmla="*/ 101262 w 2180199"/>
                <a:gd name="csY2623" fmla="*/ 820142 h 1796578"/>
                <a:gd name="csX2624" fmla="*/ 100045 w 2180199"/>
                <a:gd name="csY2624" fmla="*/ 821412 h 1796578"/>
                <a:gd name="csX2625" fmla="*/ 98766 w 2180199"/>
                <a:gd name="csY2625" fmla="*/ 822166 h 1796578"/>
                <a:gd name="csX2626" fmla="*/ 96050 w 2180199"/>
                <a:gd name="csY2626" fmla="*/ 823003 h 1796578"/>
                <a:gd name="csX2627" fmla="*/ 92786 w 2180199"/>
                <a:gd name="csY2627" fmla="*/ 822888 h 1796578"/>
                <a:gd name="csX2628" fmla="*/ 91082 w 2180199"/>
                <a:gd name="csY2628" fmla="*/ 822462 h 1796578"/>
                <a:gd name="csX2629" fmla="*/ 90169 w 2180199"/>
                <a:gd name="csY2629" fmla="*/ 820910 h 1796578"/>
                <a:gd name="csX2630" fmla="*/ 89362 w 2180199"/>
                <a:gd name="csY2630" fmla="*/ 817852 h 1796578"/>
                <a:gd name="csX2631" fmla="*/ 89362 w 2180199"/>
                <a:gd name="csY2631" fmla="*/ 817000 h 1796578"/>
                <a:gd name="csX2632" fmla="*/ 89705 w 2180199"/>
                <a:gd name="csY2632" fmla="*/ 815531 h 1796578"/>
                <a:gd name="csX2633" fmla="*/ 92611 w 2180199"/>
                <a:gd name="csY2633" fmla="*/ 813507 h 1796578"/>
                <a:gd name="csX2634" fmla="*/ 93577 w 2180199"/>
                <a:gd name="csY2634" fmla="*/ 812434 h 1796578"/>
                <a:gd name="csX2635" fmla="*/ 97344 w 2180199"/>
                <a:gd name="csY2635" fmla="*/ 805457 h 1796578"/>
                <a:gd name="csX2636" fmla="*/ 98439 w 2180199"/>
                <a:gd name="csY2636" fmla="*/ 804499 h 1796578"/>
                <a:gd name="csX2637" fmla="*/ 99596 w 2180199"/>
                <a:gd name="csY2637" fmla="*/ 804263 h 1796578"/>
                <a:gd name="csX2638" fmla="*/ 102814 w 2180199"/>
                <a:gd name="csY2638" fmla="*/ 804750 h 1796578"/>
                <a:gd name="csX2639" fmla="*/ 105561 w 2180199"/>
                <a:gd name="csY2639" fmla="*/ 802703 h 1796578"/>
                <a:gd name="csX2640" fmla="*/ 111480 w 2180199"/>
                <a:gd name="csY2640" fmla="*/ 799584 h 1796578"/>
                <a:gd name="csX2641" fmla="*/ 112781 w 2180199"/>
                <a:gd name="csY2641" fmla="*/ 799211 h 1796578"/>
                <a:gd name="csX2642" fmla="*/ 117042 w 2180199"/>
                <a:gd name="csY2642" fmla="*/ 799142 h 1796578"/>
                <a:gd name="csX2643" fmla="*/ 118206 w 2180199"/>
                <a:gd name="csY2643" fmla="*/ 799629 h 1796578"/>
                <a:gd name="csX2644" fmla="*/ 119104 w 2180199"/>
                <a:gd name="csY2644" fmla="*/ 800504 h 1796578"/>
                <a:gd name="csX2645" fmla="*/ 119850 w 2180199"/>
                <a:gd name="csY2645" fmla="*/ 801744 h 1796578"/>
                <a:gd name="csX2646" fmla="*/ 145004 w 2180199"/>
                <a:gd name="csY2646" fmla="*/ 806698 h 1796578"/>
                <a:gd name="csX2647" fmla="*/ 144494 w 2180199"/>
                <a:gd name="csY2647" fmla="*/ 806865 h 1796578"/>
                <a:gd name="csX2648" fmla="*/ 143026 w 2180199"/>
                <a:gd name="csY2648" fmla="*/ 805731 h 1796578"/>
                <a:gd name="csX2649" fmla="*/ 142493 w 2180199"/>
                <a:gd name="csY2649" fmla="*/ 804887 h 1796578"/>
                <a:gd name="csX2650" fmla="*/ 142105 w 2180199"/>
                <a:gd name="csY2650" fmla="*/ 803563 h 1796578"/>
                <a:gd name="csX2651" fmla="*/ 145103 w 2180199"/>
                <a:gd name="csY2651" fmla="*/ 801661 h 1796578"/>
                <a:gd name="csX2652" fmla="*/ 145727 w 2180199"/>
                <a:gd name="csY2652" fmla="*/ 801638 h 1796578"/>
                <a:gd name="csX2653" fmla="*/ 146290 w 2180199"/>
                <a:gd name="csY2653" fmla="*/ 802711 h 1796578"/>
                <a:gd name="csX2654" fmla="*/ 146389 w 2180199"/>
                <a:gd name="csY2654" fmla="*/ 803548 h 1796578"/>
                <a:gd name="csX2655" fmla="*/ 145559 w 2180199"/>
                <a:gd name="csY2655" fmla="*/ 805952 h 1796578"/>
                <a:gd name="csX2656" fmla="*/ 145004 w 2180199"/>
                <a:gd name="csY2656" fmla="*/ 806698 h 1796578"/>
                <a:gd name="csX2657" fmla="*/ 139533 w 2180199"/>
                <a:gd name="csY2657" fmla="*/ 823102 h 1796578"/>
                <a:gd name="csX2658" fmla="*/ 137684 w 2180199"/>
                <a:gd name="csY2658" fmla="*/ 823900 h 1796578"/>
                <a:gd name="csX2659" fmla="*/ 135721 w 2180199"/>
                <a:gd name="csY2659" fmla="*/ 823064 h 1796578"/>
                <a:gd name="csX2660" fmla="*/ 134040 w 2180199"/>
                <a:gd name="csY2660" fmla="*/ 821519 h 1796578"/>
                <a:gd name="csX2661" fmla="*/ 133850 w 2180199"/>
                <a:gd name="csY2661" fmla="*/ 819678 h 1796578"/>
                <a:gd name="csX2662" fmla="*/ 137593 w 2180199"/>
                <a:gd name="csY2662" fmla="*/ 820872 h 1796578"/>
                <a:gd name="csX2663" fmla="*/ 138392 w 2180199"/>
                <a:gd name="csY2663" fmla="*/ 821435 h 1796578"/>
                <a:gd name="csX2664" fmla="*/ 139533 w 2180199"/>
                <a:gd name="csY2664" fmla="*/ 823102 h 1796578"/>
                <a:gd name="csX2665" fmla="*/ 75324 w 2180199"/>
                <a:gd name="csY2665" fmla="*/ 832757 h 1796578"/>
                <a:gd name="csX2666" fmla="*/ 74389 w 2180199"/>
                <a:gd name="csY2666" fmla="*/ 833031 h 1796578"/>
                <a:gd name="csX2667" fmla="*/ 74168 w 2180199"/>
                <a:gd name="csY2667" fmla="*/ 832658 h 1796578"/>
                <a:gd name="csX2668" fmla="*/ 74054 w 2180199"/>
                <a:gd name="csY2668" fmla="*/ 831060 h 1796578"/>
                <a:gd name="csX2669" fmla="*/ 73339 w 2180199"/>
                <a:gd name="csY2669" fmla="*/ 828519 h 1796578"/>
                <a:gd name="csX2670" fmla="*/ 74701 w 2180199"/>
                <a:gd name="csY2670" fmla="*/ 827598 h 1796578"/>
                <a:gd name="csX2671" fmla="*/ 75553 w 2180199"/>
                <a:gd name="csY2671" fmla="*/ 827385 h 1796578"/>
                <a:gd name="csX2672" fmla="*/ 75910 w 2180199"/>
                <a:gd name="csY2672" fmla="*/ 827773 h 1796578"/>
                <a:gd name="csX2673" fmla="*/ 76892 w 2180199"/>
                <a:gd name="csY2673" fmla="*/ 829675 h 1796578"/>
                <a:gd name="csX2674" fmla="*/ 77873 w 2180199"/>
                <a:gd name="csY2674" fmla="*/ 830178 h 1796578"/>
                <a:gd name="csX2675" fmla="*/ 78596 w 2180199"/>
                <a:gd name="csY2675" fmla="*/ 830581 h 1796578"/>
                <a:gd name="csX2676" fmla="*/ 77326 w 2180199"/>
                <a:gd name="csY2676" fmla="*/ 831159 h 1796578"/>
                <a:gd name="csX2677" fmla="*/ 75324 w 2180199"/>
                <a:gd name="csY2677" fmla="*/ 832757 h 1796578"/>
                <a:gd name="csX2678" fmla="*/ 69345 w 2180199"/>
                <a:gd name="csY2678" fmla="*/ 835153 h 1796578"/>
                <a:gd name="csX2679" fmla="*/ 68538 w 2180199"/>
                <a:gd name="csY2679" fmla="*/ 835793 h 1796578"/>
                <a:gd name="csX2680" fmla="*/ 67891 w 2180199"/>
                <a:gd name="csY2680" fmla="*/ 835929 h 1796578"/>
                <a:gd name="csX2681" fmla="*/ 67404 w 2180199"/>
                <a:gd name="csY2681" fmla="*/ 835572 h 1796578"/>
                <a:gd name="csX2682" fmla="*/ 65175 w 2180199"/>
                <a:gd name="csY2682" fmla="*/ 836006 h 1796578"/>
                <a:gd name="csX2683" fmla="*/ 64741 w 2180199"/>
                <a:gd name="csY2683" fmla="*/ 835747 h 1796578"/>
                <a:gd name="csX2684" fmla="*/ 63760 w 2180199"/>
                <a:gd name="csY2684" fmla="*/ 833578 h 1796578"/>
                <a:gd name="csX2685" fmla="*/ 63699 w 2180199"/>
                <a:gd name="csY2685" fmla="*/ 832460 h 1796578"/>
                <a:gd name="csX2686" fmla="*/ 64087 w 2180199"/>
                <a:gd name="csY2686" fmla="*/ 831577 h 1796578"/>
                <a:gd name="csX2687" fmla="*/ 65076 w 2180199"/>
                <a:gd name="csY2687" fmla="*/ 830771 h 1796578"/>
                <a:gd name="csX2688" fmla="*/ 66674 w 2180199"/>
                <a:gd name="csY2688" fmla="*/ 830048 h 1796578"/>
                <a:gd name="csX2689" fmla="*/ 68249 w 2180199"/>
                <a:gd name="csY2689" fmla="*/ 830200 h 1796578"/>
                <a:gd name="csX2690" fmla="*/ 70988 w 2180199"/>
                <a:gd name="csY2690" fmla="*/ 832201 h 1796578"/>
                <a:gd name="csX2691" fmla="*/ 72274 w 2180199"/>
                <a:gd name="csY2691" fmla="*/ 833373 h 1796578"/>
                <a:gd name="csX2692" fmla="*/ 72517 w 2180199"/>
                <a:gd name="csY2692" fmla="*/ 834096 h 1796578"/>
                <a:gd name="csX2693" fmla="*/ 71559 w 2180199"/>
                <a:gd name="csY2693" fmla="*/ 834781 h 1796578"/>
                <a:gd name="csX2694" fmla="*/ 69345 w 2180199"/>
                <a:gd name="csY2694" fmla="*/ 835153 h 1796578"/>
                <a:gd name="csX2695" fmla="*/ 52819 w 2180199"/>
                <a:gd name="csY2695" fmla="*/ 841301 h 1796578"/>
                <a:gd name="csX2696" fmla="*/ 53739 w 2180199"/>
                <a:gd name="csY2696" fmla="*/ 843021 h 1796578"/>
                <a:gd name="csX2697" fmla="*/ 55330 w 2180199"/>
                <a:gd name="csY2697" fmla="*/ 841933 h 1796578"/>
                <a:gd name="csX2698" fmla="*/ 56501 w 2180199"/>
                <a:gd name="csY2698" fmla="*/ 840441 h 1796578"/>
                <a:gd name="csX2699" fmla="*/ 57414 w 2180199"/>
                <a:gd name="csY2699" fmla="*/ 838517 h 1796578"/>
                <a:gd name="csX2700" fmla="*/ 58008 w 2180199"/>
                <a:gd name="csY2700" fmla="*/ 837756 h 1796578"/>
                <a:gd name="csX2701" fmla="*/ 58791 w 2180199"/>
                <a:gd name="csY2701" fmla="*/ 838775 h 1796578"/>
                <a:gd name="csX2702" fmla="*/ 61028 w 2180199"/>
                <a:gd name="csY2702" fmla="*/ 840160 h 1796578"/>
                <a:gd name="csX2703" fmla="*/ 59141 w 2180199"/>
                <a:gd name="csY2703" fmla="*/ 842290 h 1796578"/>
                <a:gd name="csX2704" fmla="*/ 55520 w 2180199"/>
                <a:gd name="csY2704" fmla="*/ 845471 h 1796578"/>
                <a:gd name="csX2705" fmla="*/ 54302 w 2180199"/>
                <a:gd name="csY2705" fmla="*/ 847601 h 1796578"/>
                <a:gd name="csX2706" fmla="*/ 54226 w 2180199"/>
                <a:gd name="csY2706" fmla="*/ 848522 h 1796578"/>
                <a:gd name="csX2707" fmla="*/ 57741 w 2180199"/>
                <a:gd name="csY2707" fmla="*/ 847822 h 1796578"/>
                <a:gd name="csX2708" fmla="*/ 58723 w 2180199"/>
                <a:gd name="csY2708" fmla="*/ 847921 h 1796578"/>
                <a:gd name="csX2709" fmla="*/ 59347 w 2180199"/>
                <a:gd name="csY2709" fmla="*/ 848651 h 1796578"/>
                <a:gd name="csX2710" fmla="*/ 58388 w 2180199"/>
                <a:gd name="csY2710" fmla="*/ 849511 h 1796578"/>
                <a:gd name="csX2711" fmla="*/ 56478 w 2180199"/>
                <a:gd name="csY2711" fmla="*/ 850294 h 1796578"/>
                <a:gd name="csX2712" fmla="*/ 54820 w 2180199"/>
                <a:gd name="csY2712" fmla="*/ 851809 h 1796578"/>
                <a:gd name="csX2713" fmla="*/ 50970 w 2180199"/>
                <a:gd name="csY2713" fmla="*/ 854426 h 1796578"/>
                <a:gd name="csX2714" fmla="*/ 49517 w 2180199"/>
                <a:gd name="csY2714" fmla="*/ 856602 h 1796578"/>
                <a:gd name="csX2715" fmla="*/ 47797 w 2180199"/>
                <a:gd name="csY2715" fmla="*/ 857431 h 1796578"/>
                <a:gd name="csX2716" fmla="*/ 45454 w 2180199"/>
                <a:gd name="csY2716" fmla="*/ 857629 h 1796578"/>
                <a:gd name="csX2717" fmla="*/ 41330 w 2180199"/>
                <a:gd name="csY2717" fmla="*/ 859044 h 1796578"/>
                <a:gd name="csX2718" fmla="*/ 38827 w 2180199"/>
                <a:gd name="csY2718" fmla="*/ 860376 h 1796578"/>
                <a:gd name="csX2719" fmla="*/ 38195 w 2180199"/>
                <a:gd name="csY2719" fmla="*/ 861091 h 1796578"/>
                <a:gd name="csX2720" fmla="*/ 37404 w 2180199"/>
                <a:gd name="csY2720" fmla="*/ 861418 h 1796578"/>
                <a:gd name="csX2721" fmla="*/ 36460 w 2180199"/>
                <a:gd name="csY2721" fmla="*/ 861380 h 1796578"/>
                <a:gd name="csX2722" fmla="*/ 35448 w 2180199"/>
                <a:gd name="csY2722" fmla="*/ 861966 h 1796578"/>
                <a:gd name="csX2723" fmla="*/ 34353 w 2180199"/>
                <a:gd name="csY2723" fmla="*/ 863168 h 1796578"/>
                <a:gd name="csX2724" fmla="*/ 33440 w 2180199"/>
                <a:gd name="csY2724" fmla="*/ 863731 h 1796578"/>
                <a:gd name="csX2725" fmla="*/ 31948 w 2180199"/>
                <a:gd name="csY2725" fmla="*/ 863861 h 1796578"/>
                <a:gd name="csX2726" fmla="*/ 31172 w 2180199"/>
                <a:gd name="csY2726" fmla="*/ 864332 h 1796578"/>
                <a:gd name="csX2727" fmla="*/ 30305 w 2180199"/>
                <a:gd name="csY2727" fmla="*/ 864317 h 1796578"/>
                <a:gd name="csX2728" fmla="*/ 27923 w 2180199"/>
                <a:gd name="csY2728" fmla="*/ 862879 h 1796578"/>
                <a:gd name="csX2729" fmla="*/ 27330 w 2180199"/>
                <a:gd name="csY2729" fmla="*/ 862042 h 1796578"/>
                <a:gd name="csX2730" fmla="*/ 29438 w 2180199"/>
                <a:gd name="csY2730" fmla="*/ 860361 h 1796578"/>
                <a:gd name="csX2731" fmla="*/ 30959 w 2180199"/>
                <a:gd name="csY2731" fmla="*/ 859798 h 1796578"/>
                <a:gd name="csX2732" fmla="*/ 33280 w 2180199"/>
                <a:gd name="csY2732" fmla="*/ 859546 h 1796578"/>
                <a:gd name="csX2733" fmla="*/ 35555 w 2180199"/>
                <a:gd name="csY2733" fmla="*/ 857987 h 1796578"/>
                <a:gd name="csX2734" fmla="*/ 40242 w 2180199"/>
                <a:gd name="csY2734" fmla="*/ 855925 h 1796578"/>
                <a:gd name="csX2735" fmla="*/ 41695 w 2180199"/>
                <a:gd name="csY2735" fmla="*/ 854799 h 1796578"/>
                <a:gd name="csX2736" fmla="*/ 42631 w 2180199"/>
                <a:gd name="csY2736" fmla="*/ 850865 h 1796578"/>
                <a:gd name="csX2737" fmla="*/ 43696 w 2180199"/>
                <a:gd name="csY2737" fmla="*/ 850195 h 1796578"/>
                <a:gd name="csX2738" fmla="*/ 44267 w 2180199"/>
                <a:gd name="csY2738" fmla="*/ 848621 h 1796578"/>
                <a:gd name="csX2739" fmla="*/ 46861 w 2180199"/>
                <a:gd name="csY2739" fmla="*/ 848666 h 1796578"/>
                <a:gd name="csX2740" fmla="*/ 48048 w 2180199"/>
                <a:gd name="csY2740" fmla="*/ 850431 h 1796578"/>
                <a:gd name="csX2741" fmla="*/ 48467 w 2180199"/>
                <a:gd name="csY2741" fmla="*/ 850675 h 1796578"/>
                <a:gd name="csX2742" fmla="*/ 48672 w 2180199"/>
                <a:gd name="csY2742" fmla="*/ 850508 h 1796578"/>
                <a:gd name="csX2743" fmla="*/ 48786 w 2180199"/>
                <a:gd name="csY2743" fmla="*/ 849092 h 1796578"/>
                <a:gd name="csX2744" fmla="*/ 50118 w 2180199"/>
                <a:gd name="csY2744" fmla="*/ 848103 h 1796578"/>
                <a:gd name="csX2745" fmla="*/ 49349 w 2180199"/>
                <a:gd name="csY2745" fmla="*/ 847373 h 1796578"/>
                <a:gd name="csX2746" fmla="*/ 46952 w 2180199"/>
                <a:gd name="csY2746" fmla="*/ 846460 h 1796578"/>
                <a:gd name="csX2747" fmla="*/ 45172 w 2180199"/>
                <a:gd name="csY2747" fmla="*/ 846026 h 1796578"/>
                <a:gd name="csX2748" fmla="*/ 44008 w 2180199"/>
                <a:gd name="csY2748" fmla="*/ 846079 h 1796578"/>
                <a:gd name="csX2749" fmla="*/ 43065 w 2180199"/>
                <a:gd name="csY2749" fmla="*/ 845570 h 1796578"/>
                <a:gd name="csX2750" fmla="*/ 42334 w 2180199"/>
                <a:gd name="csY2750" fmla="*/ 844489 h 1796578"/>
                <a:gd name="csX2751" fmla="*/ 42007 w 2180199"/>
                <a:gd name="csY2751" fmla="*/ 843416 h 1796578"/>
                <a:gd name="csX2752" fmla="*/ 42068 w 2180199"/>
                <a:gd name="csY2752" fmla="*/ 842351 h 1796578"/>
                <a:gd name="csX2753" fmla="*/ 42661 w 2180199"/>
                <a:gd name="csY2753" fmla="*/ 841157 h 1796578"/>
                <a:gd name="csX2754" fmla="*/ 43780 w 2180199"/>
                <a:gd name="csY2754" fmla="*/ 839833 h 1796578"/>
                <a:gd name="csX2755" fmla="*/ 45058 w 2180199"/>
                <a:gd name="csY2755" fmla="*/ 839079 h 1796578"/>
                <a:gd name="csX2756" fmla="*/ 47820 w 2180199"/>
                <a:gd name="csY2756" fmla="*/ 838539 h 1796578"/>
                <a:gd name="csX2757" fmla="*/ 50270 w 2180199"/>
                <a:gd name="csY2757" fmla="*/ 837657 h 1796578"/>
                <a:gd name="csX2758" fmla="*/ 51563 w 2180199"/>
                <a:gd name="csY2758" fmla="*/ 837520 h 1796578"/>
                <a:gd name="csX2759" fmla="*/ 52545 w 2180199"/>
                <a:gd name="csY2759" fmla="*/ 837893 h 1796578"/>
                <a:gd name="csX2760" fmla="*/ 52819 w 2180199"/>
                <a:gd name="csY2760" fmla="*/ 841301 h 1796578"/>
                <a:gd name="csX2761" fmla="*/ 61477 w 2180199"/>
                <a:gd name="csY2761" fmla="*/ 847715 h 1796578"/>
                <a:gd name="csX2762" fmla="*/ 61173 w 2180199"/>
                <a:gd name="csY2762" fmla="*/ 847822 h 1796578"/>
                <a:gd name="csX2763" fmla="*/ 60625 w 2180199"/>
                <a:gd name="csY2763" fmla="*/ 846932 h 1796578"/>
                <a:gd name="csX2764" fmla="*/ 60602 w 2180199"/>
                <a:gd name="csY2764" fmla="*/ 846117 h 1796578"/>
                <a:gd name="csX2765" fmla="*/ 60952 w 2180199"/>
                <a:gd name="csY2765" fmla="*/ 845524 h 1796578"/>
                <a:gd name="csX2766" fmla="*/ 61949 w 2180199"/>
                <a:gd name="csY2766" fmla="*/ 844139 h 1796578"/>
                <a:gd name="csX2767" fmla="*/ 62657 w 2180199"/>
                <a:gd name="csY2767" fmla="*/ 843652 h 1796578"/>
                <a:gd name="csX2768" fmla="*/ 63532 w 2180199"/>
                <a:gd name="csY2768" fmla="*/ 843401 h 1796578"/>
                <a:gd name="csX2769" fmla="*/ 63767 w 2180199"/>
                <a:gd name="csY2769" fmla="*/ 843774 h 1796578"/>
                <a:gd name="csX2770" fmla="*/ 62999 w 2180199"/>
                <a:gd name="csY2770" fmla="*/ 845410 h 1796578"/>
                <a:gd name="csX2771" fmla="*/ 62040 w 2180199"/>
                <a:gd name="csY2771" fmla="*/ 846513 h 1796578"/>
                <a:gd name="csX2772" fmla="*/ 61477 w 2180199"/>
                <a:gd name="csY2772" fmla="*/ 847715 h 1796578"/>
                <a:gd name="csX2773" fmla="*/ 24013 w 2180199"/>
                <a:gd name="csY2773" fmla="*/ 861266 h 1796578"/>
                <a:gd name="csX2774" fmla="*/ 17477 w 2180199"/>
                <a:gd name="csY2774" fmla="*/ 865078 h 1796578"/>
                <a:gd name="csX2775" fmla="*/ 15354 w 2180199"/>
                <a:gd name="csY2775" fmla="*/ 867863 h 1796578"/>
                <a:gd name="csX2776" fmla="*/ 13733 w 2180199"/>
                <a:gd name="csY2776" fmla="*/ 870541 h 1796578"/>
                <a:gd name="csX2777" fmla="*/ 12463 w 2180199"/>
                <a:gd name="csY2777" fmla="*/ 872002 h 1796578"/>
                <a:gd name="csX2778" fmla="*/ 11535 w 2180199"/>
                <a:gd name="csY2778" fmla="*/ 872253 h 1796578"/>
                <a:gd name="csX2779" fmla="*/ 10500 w 2180199"/>
                <a:gd name="csY2779" fmla="*/ 872960 h 1796578"/>
                <a:gd name="csX2780" fmla="*/ 8339 w 2180199"/>
                <a:gd name="csY2780" fmla="*/ 874825 h 1796578"/>
                <a:gd name="csX2781" fmla="*/ 7426 w 2180199"/>
                <a:gd name="csY2781" fmla="*/ 875053 h 1796578"/>
                <a:gd name="csX2782" fmla="*/ 487 w 2180199"/>
                <a:gd name="csY2782" fmla="*/ 879397 h 1796578"/>
                <a:gd name="csX2783" fmla="*/ 0 w 2180199"/>
                <a:gd name="csY2783" fmla="*/ 879466 h 1796578"/>
                <a:gd name="csX2784" fmla="*/ 335 w 2180199"/>
                <a:gd name="csY2784" fmla="*/ 878332 h 1796578"/>
                <a:gd name="csX2785" fmla="*/ 2450 w 2180199"/>
                <a:gd name="csY2785" fmla="*/ 876727 h 1796578"/>
                <a:gd name="csX2786" fmla="*/ 3835 w 2180199"/>
                <a:gd name="csY2786" fmla="*/ 875258 h 1796578"/>
                <a:gd name="csX2787" fmla="*/ 5394 w 2180199"/>
                <a:gd name="csY2787" fmla="*/ 872839 h 1796578"/>
                <a:gd name="csX2788" fmla="*/ 6254 w 2180199"/>
                <a:gd name="csY2788" fmla="*/ 871941 h 1796578"/>
                <a:gd name="csX2789" fmla="*/ 6528 w 2180199"/>
                <a:gd name="csY2789" fmla="*/ 870724 h 1796578"/>
                <a:gd name="csX2790" fmla="*/ 6642 w 2180199"/>
                <a:gd name="csY2790" fmla="*/ 868258 h 1796578"/>
                <a:gd name="csX2791" fmla="*/ 7030 w 2180199"/>
                <a:gd name="csY2791" fmla="*/ 867322 h 1796578"/>
                <a:gd name="csX2792" fmla="*/ 8522 w 2180199"/>
                <a:gd name="csY2792" fmla="*/ 865466 h 1796578"/>
                <a:gd name="csX2793" fmla="*/ 9610 w 2180199"/>
                <a:gd name="csY2793" fmla="*/ 864454 h 1796578"/>
                <a:gd name="csX2794" fmla="*/ 11040 w 2180199"/>
                <a:gd name="csY2794" fmla="*/ 864104 h 1796578"/>
                <a:gd name="csX2795" fmla="*/ 13931 w 2180199"/>
                <a:gd name="csY2795" fmla="*/ 864416 h 1796578"/>
                <a:gd name="csX2796" fmla="*/ 15133 w 2180199"/>
                <a:gd name="csY2796" fmla="*/ 863465 h 1796578"/>
                <a:gd name="csX2797" fmla="*/ 15506 w 2180199"/>
                <a:gd name="csY2797" fmla="*/ 862750 h 1796578"/>
                <a:gd name="csX2798" fmla="*/ 14776 w 2180199"/>
                <a:gd name="csY2798" fmla="*/ 862095 h 1796578"/>
                <a:gd name="csX2799" fmla="*/ 14608 w 2180199"/>
                <a:gd name="csY2799" fmla="*/ 860962 h 1796578"/>
                <a:gd name="csX2800" fmla="*/ 14799 w 2180199"/>
                <a:gd name="csY2800" fmla="*/ 858999 h 1796578"/>
                <a:gd name="csX2801" fmla="*/ 15636 w 2180199"/>
                <a:gd name="csY2801" fmla="*/ 857256 h 1796578"/>
                <a:gd name="csX2802" fmla="*/ 17119 w 2180199"/>
                <a:gd name="csY2802" fmla="*/ 855735 h 1796578"/>
                <a:gd name="csX2803" fmla="*/ 19143 w 2180199"/>
                <a:gd name="csY2803" fmla="*/ 854548 h 1796578"/>
                <a:gd name="csX2804" fmla="*/ 21700 w 2180199"/>
                <a:gd name="csY2804" fmla="*/ 853696 h 1796578"/>
                <a:gd name="csX2805" fmla="*/ 23571 w 2180199"/>
                <a:gd name="csY2805" fmla="*/ 853658 h 1796578"/>
                <a:gd name="csX2806" fmla="*/ 26934 w 2180199"/>
                <a:gd name="csY2806" fmla="*/ 855453 h 1796578"/>
                <a:gd name="csX2807" fmla="*/ 27429 w 2180199"/>
                <a:gd name="csY2807" fmla="*/ 856275 h 1796578"/>
                <a:gd name="csX2808" fmla="*/ 26600 w 2180199"/>
                <a:gd name="csY2808" fmla="*/ 858070 h 1796578"/>
                <a:gd name="csX2809" fmla="*/ 26128 w 2180199"/>
                <a:gd name="csY2809" fmla="*/ 859760 h 1796578"/>
                <a:gd name="csX2810" fmla="*/ 24013 w 2180199"/>
                <a:gd name="csY2810" fmla="*/ 861266 h 1796578"/>
                <a:gd name="csX2811" fmla="*/ 1616686 w 2180199"/>
                <a:gd name="csY2811" fmla="*/ 1021403 h 1796578"/>
                <a:gd name="csX2812" fmla="*/ 1619242 w 2180199"/>
                <a:gd name="csY2812" fmla="*/ 1021008 h 1796578"/>
                <a:gd name="csX2813" fmla="*/ 1621441 w 2180199"/>
                <a:gd name="csY2813" fmla="*/ 1021122 h 1796578"/>
                <a:gd name="csX2814" fmla="*/ 1623655 w 2180199"/>
                <a:gd name="csY2814" fmla="*/ 1021297 h 1796578"/>
                <a:gd name="csX2815" fmla="*/ 1624835 w 2180199"/>
                <a:gd name="csY2815" fmla="*/ 1021555 h 1796578"/>
                <a:gd name="csX2816" fmla="*/ 1628243 w 2180199"/>
                <a:gd name="csY2816" fmla="*/ 1022971 h 1796578"/>
                <a:gd name="csX2817" fmla="*/ 1630465 w 2180199"/>
                <a:gd name="csY2817" fmla="*/ 1024127 h 1796578"/>
                <a:gd name="csX2818" fmla="*/ 1633653 w 2180199"/>
                <a:gd name="csY2818" fmla="*/ 1026273 h 1796578"/>
                <a:gd name="csX2819" fmla="*/ 1635418 w 2180199"/>
                <a:gd name="csY2819" fmla="*/ 1027224 h 1796578"/>
                <a:gd name="csX2820" fmla="*/ 1636270 w 2180199"/>
                <a:gd name="csY2820" fmla="*/ 1029453 h 1796578"/>
                <a:gd name="csX2821" fmla="*/ 1637259 w 2180199"/>
                <a:gd name="csY2821" fmla="*/ 1032307 h 1796578"/>
                <a:gd name="csX2822" fmla="*/ 1638675 w 2180199"/>
                <a:gd name="csY2822" fmla="*/ 1032307 h 1796578"/>
                <a:gd name="csX2823" fmla="*/ 1639740 w 2180199"/>
                <a:gd name="csY2823" fmla="*/ 1030633 h 1796578"/>
                <a:gd name="csX2824" fmla="*/ 1642448 w 2180199"/>
                <a:gd name="csY2824" fmla="*/ 1030328 h 1796578"/>
                <a:gd name="csX2825" fmla="*/ 1646009 w 2180199"/>
                <a:gd name="csY2825" fmla="*/ 1031500 h 1796578"/>
                <a:gd name="csX2826" fmla="*/ 1649144 w 2180199"/>
                <a:gd name="csY2826" fmla="*/ 1034833 h 1796578"/>
                <a:gd name="csX2827" fmla="*/ 1653648 w 2180199"/>
                <a:gd name="csY2827" fmla="*/ 1037800 h 1796578"/>
                <a:gd name="csX2828" fmla="*/ 1656403 w 2180199"/>
                <a:gd name="csY2828" fmla="*/ 1039276 h 1796578"/>
                <a:gd name="csX2829" fmla="*/ 1659202 w 2180199"/>
                <a:gd name="csY2829" fmla="*/ 1039268 h 1796578"/>
                <a:gd name="csX2830" fmla="*/ 1662756 w 2180199"/>
                <a:gd name="csY2830" fmla="*/ 1037800 h 1796578"/>
                <a:gd name="csX2831" fmla="*/ 1666537 w 2180199"/>
                <a:gd name="csY2831" fmla="*/ 1034954 h 1796578"/>
                <a:gd name="csX2832" fmla="*/ 1669261 w 2180199"/>
                <a:gd name="csY2832" fmla="*/ 1034460 h 1796578"/>
                <a:gd name="csX2833" fmla="*/ 1670874 w 2180199"/>
                <a:gd name="csY2833" fmla="*/ 1034741 h 1796578"/>
                <a:gd name="csX2834" fmla="*/ 1671795 w 2180199"/>
                <a:gd name="csY2834" fmla="*/ 1036955 h 1796578"/>
                <a:gd name="csX2835" fmla="*/ 1672921 w 2180199"/>
                <a:gd name="csY2835" fmla="*/ 1037800 h 1796578"/>
                <a:gd name="csX2836" fmla="*/ 1675858 w 2180199"/>
                <a:gd name="csY2836" fmla="*/ 1037549 h 1796578"/>
                <a:gd name="csX2837" fmla="*/ 1681983 w 2180199"/>
                <a:gd name="csY2837" fmla="*/ 1037975 h 1796578"/>
                <a:gd name="csX2838" fmla="*/ 1686860 w 2180199"/>
                <a:gd name="csY2838" fmla="*/ 1037374 h 1796578"/>
                <a:gd name="csX2839" fmla="*/ 1687970 w 2180199"/>
                <a:gd name="csY2839" fmla="*/ 1038644 h 1796578"/>
                <a:gd name="csX2840" fmla="*/ 1688960 w 2180199"/>
                <a:gd name="csY2840" fmla="*/ 1040645 h 1796578"/>
                <a:gd name="csX2841" fmla="*/ 1690938 w 2180199"/>
                <a:gd name="csY2841" fmla="*/ 1041277 h 1796578"/>
                <a:gd name="csX2842" fmla="*/ 1693624 w 2180199"/>
                <a:gd name="csY2842" fmla="*/ 1040645 h 1796578"/>
                <a:gd name="csX2843" fmla="*/ 1697846 w 2180199"/>
                <a:gd name="csY2843" fmla="*/ 1041079 h 1796578"/>
                <a:gd name="csX2844" fmla="*/ 1697268 w 2180199"/>
                <a:gd name="csY2844" fmla="*/ 1041399 h 1796578"/>
                <a:gd name="csX2845" fmla="*/ 1696644 w 2180199"/>
                <a:gd name="csY2845" fmla="*/ 1041330 h 1796578"/>
                <a:gd name="csX2846" fmla="*/ 1695830 w 2180199"/>
                <a:gd name="csY2846" fmla="*/ 1041810 h 1796578"/>
                <a:gd name="csX2847" fmla="*/ 1694818 w 2180199"/>
                <a:gd name="csY2847" fmla="*/ 1042829 h 1796578"/>
                <a:gd name="csX2848" fmla="*/ 1692482 w 2180199"/>
                <a:gd name="csY2848" fmla="*/ 1044282 h 1796578"/>
                <a:gd name="csX2849" fmla="*/ 1688830 w 2180199"/>
                <a:gd name="csY2849" fmla="*/ 1046177 h 1796578"/>
                <a:gd name="csX2850" fmla="*/ 1684615 w 2180199"/>
                <a:gd name="csY2850" fmla="*/ 1047912 h 1796578"/>
                <a:gd name="csX2851" fmla="*/ 1676071 w 2180199"/>
                <a:gd name="csY2851" fmla="*/ 1051039 h 1796578"/>
                <a:gd name="csX2852" fmla="*/ 1670745 w 2180199"/>
                <a:gd name="csY2852" fmla="*/ 1054280 h 1796578"/>
                <a:gd name="csX2853" fmla="*/ 1668386 w 2180199"/>
                <a:gd name="csY2853" fmla="*/ 1056220 h 1796578"/>
                <a:gd name="csX2854" fmla="*/ 1659218 w 2180199"/>
                <a:gd name="csY2854" fmla="*/ 1065929 h 1796578"/>
                <a:gd name="csX2855" fmla="*/ 1653686 w 2180199"/>
                <a:gd name="csY2855" fmla="*/ 1071080 h 1796578"/>
                <a:gd name="csX2856" fmla="*/ 1644731 w 2180199"/>
                <a:gd name="csY2856" fmla="*/ 1078293 h 1796578"/>
                <a:gd name="csX2857" fmla="*/ 1643879 w 2180199"/>
                <a:gd name="csY2857" fmla="*/ 1079206 h 1796578"/>
                <a:gd name="csX2858" fmla="*/ 1643826 w 2180199"/>
                <a:gd name="csY2858" fmla="*/ 1080058 h 1796578"/>
                <a:gd name="csX2859" fmla="*/ 1644556 w 2180199"/>
                <a:gd name="csY2859" fmla="*/ 1080857 h 1796578"/>
                <a:gd name="csX2860" fmla="*/ 1646382 w 2180199"/>
                <a:gd name="csY2860" fmla="*/ 1082013 h 1796578"/>
                <a:gd name="csX2861" fmla="*/ 1647805 w 2180199"/>
                <a:gd name="csY2861" fmla="*/ 1082158 h 1796578"/>
                <a:gd name="csX2862" fmla="*/ 1649623 w 2180199"/>
                <a:gd name="csY2862" fmla="*/ 1081922 h 1796578"/>
                <a:gd name="csX2863" fmla="*/ 1656813 w 2180199"/>
                <a:gd name="csY2863" fmla="*/ 1079928 h 1796578"/>
                <a:gd name="csX2864" fmla="*/ 1659842 w 2180199"/>
                <a:gd name="csY2864" fmla="*/ 1078544 h 1796578"/>
                <a:gd name="csX2865" fmla="*/ 1662817 w 2180199"/>
                <a:gd name="csY2865" fmla="*/ 1076216 h 1796578"/>
                <a:gd name="csX2866" fmla="*/ 1663121 w 2180199"/>
                <a:gd name="csY2866" fmla="*/ 1076139 h 1796578"/>
                <a:gd name="csX2867" fmla="*/ 1664361 w 2180199"/>
                <a:gd name="csY2867" fmla="*/ 1076565 h 1796578"/>
                <a:gd name="csX2868" fmla="*/ 1664749 w 2180199"/>
                <a:gd name="csY2868" fmla="*/ 1076771 h 1796578"/>
                <a:gd name="csX2869" fmla="*/ 1668614 w 2180199"/>
                <a:gd name="csY2869" fmla="*/ 1074085 h 1796578"/>
                <a:gd name="csX2870" fmla="*/ 1669885 w 2180199"/>
                <a:gd name="csY2870" fmla="*/ 1073743 h 1796578"/>
                <a:gd name="csX2871" fmla="*/ 1670882 w 2180199"/>
                <a:gd name="csY2871" fmla="*/ 1073811 h 1796578"/>
                <a:gd name="csX2872" fmla="*/ 1672122 w 2180199"/>
                <a:gd name="csY2872" fmla="*/ 1074869 h 1796578"/>
                <a:gd name="csX2873" fmla="*/ 1672411 w 2180199"/>
                <a:gd name="csY2873" fmla="*/ 1075508 h 1796578"/>
                <a:gd name="csX2874" fmla="*/ 1671992 w 2180199"/>
                <a:gd name="csY2874" fmla="*/ 1076741 h 1796578"/>
                <a:gd name="csX2875" fmla="*/ 1670882 w 2180199"/>
                <a:gd name="csY2875" fmla="*/ 1078559 h 1796578"/>
                <a:gd name="csX2876" fmla="*/ 1670341 w 2180199"/>
                <a:gd name="csY2876" fmla="*/ 1080088 h 1796578"/>
                <a:gd name="csX2877" fmla="*/ 1670372 w 2180199"/>
                <a:gd name="csY2877" fmla="*/ 1081328 h 1796578"/>
                <a:gd name="csX2878" fmla="*/ 1669892 w 2180199"/>
                <a:gd name="csY2878" fmla="*/ 1082668 h 1796578"/>
                <a:gd name="csX2879" fmla="*/ 1668675 w 2180199"/>
                <a:gd name="csY2879" fmla="*/ 1084486 h 1796578"/>
                <a:gd name="csX2880" fmla="*/ 1669116 w 2180199"/>
                <a:gd name="csY2880" fmla="*/ 1084973 h 1796578"/>
                <a:gd name="csX2881" fmla="*/ 1672380 w 2180199"/>
                <a:gd name="csY2881" fmla="*/ 1083664 h 1796578"/>
                <a:gd name="csX2882" fmla="*/ 1672860 w 2180199"/>
                <a:gd name="csY2882" fmla="*/ 1083154 h 1796578"/>
                <a:gd name="csX2883" fmla="*/ 1672913 w 2180199"/>
                <a:gd name="csY2883" fmla="*/ 1082850 h 1796578"/>
                <a:gd name="csX2884" fmla="*/ 1672715 w 2180199"/>
                <a:gd name="csY2884" fmla="*/ 1082485 h 1796578"/>
                <a:gd name="csX2885" fmla="*/ 1673088 w 2180199"/>
                <a:gd name="csY2885" fmla="*/ 1082318 h 1796578"/>
                <a:gd name="csX2886" fmla="*/ 1675660 w 2180199"/>
                <a:gd name="csY2886" fmla="*/ 1084106 h 1796578"/>
                <a:gd name="csX2887" fmla="*/ 1677372 w 2180199"/>
                <a:gd name="csY2887" fmla="*/ 1085095 h 1796578"/>
                <a:gd name="csX2888" fmla="*/ 1678810 w 2180199"/>
                <a:gd name="csY2888" fmla="*/ 1085567 h 1796578"/>
                <a:gd name="csX2889" fmla="*/ 1681534 w 2180199"/>
                <a:gd name="csY2889" fmla="*/ 1084996 h 1796578"/>
                <a:gd name="csX2890" fmla="*/ 1685543 w 2180199"/>
                <a:gd name="csY2890" fmla="*/ 1083383 h 1796578"/>
                <a:gd name="csX2891" fmla="*/ 1688967 w 2180199"/>
                <a:gd name="csY2891" fmla="*/ 1081420 h 1796578"/>
                <a:gd name="csX2892" fmla="*/ 1691798 w 2180199"/>
                <a:gd name="csY2892" fmla="*/ 1079092 h 1796578"/>
                <a:gd name="csX2893" fmla="*/ 1695328 w 2180199"/>
                <a:gd name="csY2893" fmla="*/ 1077661 h 1796578"/>
                <a:gd name="csX2894" fmla="*/ 1699566 w 2180199"/>
                <a:gd name="csY2894" fmla="*/ 1077136 h 1796578"/>
                <a:gd name="csX2895" fmla="*/ 1702594 w 2180199"/>
                <a:gd name="csY2895" fmla="*/ 1076314 h 1796578"/>
                <a:gd name="csX2896" fmla="*/ 1704420 w 2180199"/>
                <a:gd name="csY2896" fmla="*/ 1075188 h 1796578"/>
                <a:gd name="csX2897" fmla="*/ 1706870 w 2180199"/>
                <a:gd name="csY2897" fmla="*/ 1072989 h 1796578"/>
                <a:gd name="csX2898" fmla="*/ 1708247 w 2180199"/>
                <a:gd name="csY2898" fmla="*/ 1072343 h 1796578"/>
                <a:gd name="csX2899" fmla="*/ 1709982 w 2180199"/>
                <a:gd name="csY2899" fmla="*/ 1072145 h 1796578"/>
                <a:gd name="csX2900" fmla="*/ 1711283 w 2180199"/>
                <a:gd name="csY2900" fmla="*/ 1071293 h 1796578"/>
                <a:gd name="csX2901" fmla="*/ 1712158 w 2180199"/>
                <a:gd name="csY2901" fmla="*/ 1069786 h 1796578"/>
                <a:gd name="csX2902" fmla="*/ 1713817 w 2180199"/>
                <a:gd name="csY2902" fmla="*/ 1068074 h 1796578"/>
                <a:gd name="csX2903" fmla="*/ 1716251 w 2180199"/>
                <a:gd name="csY2903" fmla="*/ 1066157 h 1796578"/>
                <a:gd name="csX2904" fmla="*/ 1717644 w 2180199"/>
                <a:gd name="csY2904" fmla="*/ 1065381 h 1796578"/>
                <a:gd name="csX2905" fmla="*/ 1717986 w 2180199"/>
                <a:gd name="csY2905" fmla="*/ 1065746 h 1796578"/>
                <a:gd name="csX2906" fmla="*/ 1718116 w 2180199"/>
                <a:gd name="csY2906" fmla="*/ 1066423 h 1796578"/>
                <a:gd name="csX2907" fmla="*/ 1718024 w 2180199"/>
                <a:gd name="csY2907" fmla="*/ 1067420 h 1796578"/>
                <a:gd name="csX2908" fmla="*/ 1718633 w 2180199"/>
                <a:gd name="csY2908" fmla="*/ 1068219 h 1796578"/>
                <a:gd name="csX2909" fmla="*/ 1719934 w 2180199"/>
                <a:gd name="csY2909" fmla="*/ 1068835 h 1796578"/>
                <a:gd name="csX2910" fmla="*/ 1720527 w 2180199"/>
                <a:gd name="csY2910" fmla="*/ 1069649 h 1796578"/>
                <a:gd name="csX2911" fmla="*/ 1720413 w 2180199"/>
                <a:gd name="csY2911" fmla="*/ 1070661 h 1796578"/>
                <a:gd name="csX2912" fmla="*/ 1720763 w 2180199"/>
                <a:gd name="csY2912" fmla="*/ 1071521 h 1796578"/>
                <a:gd name="csX2913" fmla="*/ 1721585 w 2180199"/>
                <a:gd name="csY2913" fmla="*/ 1072236 h 1796578"/>
                <a:gd name="csX2914" fmla="*/ 1721798 w 2180199"/>
                <a:gd name="csY2914" fmla="*/ 1073788 h 1796578"/>
                <a:gd name="csX2915" fmla="*/ 1721418 w 2180199"/>
                <a:gd name="csY2915" fmla="*/ 1076170 h 1796578"/>
                <a:gd name="csX2916" fmla="*/ 1721372 w 2180199"/>
                <a:gd name="csY2916" fmla="*/ 1077714 h 1796578"/>
                <a:gd name="csX2917" fmla="*/ 1721661 w 2180199"/>
                <a:gd name="csY2917" fmla="*/ 1078414 h 1796578"/>
                <a:gd name="csX2918" fmla="*/ 1721950 w 2180199"/>
                <a:gd name="csY2918" fmla="*/ 1078810 h 1796578"/>
                <a:gd name="csX2919" fmla="*/ 1722414 w 2180199"/>
                <a:gd name="csY2919" fmla="*/ 1078430 h 1796578"/>
                <a:gd name="csX2920" fmla="*/ 1723000 w 2180199"/>
                <a:gd name="csY2920" fmla="*/ 1077593 h 1796578"/>
                <a:gd name="csX2921" fmla="*/ 1723213 w 2180199"/>
                <a:gd name="csY2921" fmla="*/ 1077075 h 1796578"/>
                <a:gd name="csX2922" fmla="*/ 1723365 w 2180199"/>
                <a:gd name="csY2922" fmla="*/ 1076550 h 1796578"/>
                <a:gd name="csX2923" fmla="*/ 1726926 w 2180199"/>
                <a:gd name="csY2923" fmla="*/ 1074146 h 1796578"/>
                <a:gd name="csX2924" fmla="*/ 1727619 w 2180199"/>
                <a:gd name="csY2924" fmla="*/ 1074024 h 1796578"/>
                <a:gd name="csX2925" fmla="*/ 1728783 w 2180199"/>
                <a:gd name="csY2925" fmla="*/ 1074648 h 1796578"/>
                <a:gd name="csX2926" fmla="*/ 1734170 w 2180199"/>
                <a:gd name="csY2926" fmla="*/ 1075515 h 1796578"/>
                <a:gd name="csX2927" fmla="*/ 1736292 w 2180199"/>
                <a:gd name="csY2927" fmla="*/ 1076132 h 1796578"/>
                <a:gd name="csX2928" fmla="*/ 1738522 w 2180199"/>
                <a:gd name="csY2928" fmla="*/ 1077509 h 1796578"/>
                <a:gd name="csX2929" fmla="*/ 1739283 w 2180199"/>
                <a:gd name="csY2929" fmla="*/ 1078042 h 1796578"/>
                <a:gd name="csX2930" fmla="*/ 1742014 w 2180199"/>
                <a:gd name="csY2930" fmla="*/ 1082485 h 1796578"/>
                <a:gd name="csX2931" fmla="*/ 1743262 w 2180199"/>
                <a:gd name="csY2931" fmla="*/ 1084220 h 1796578"/>
                <a:gd name="csX2932" fmla="*/ 1744038 w 2180199"/>
                <a:gd name="csY2932" fmla="*/ 1084699 h 1796578"/>
                <a:gd name="csX2933" fmla="*/ 1744479 w 2180199"/>
                <a:gd name="csY2933" fmla="*/ 1085376 h 1796578"/>
                <a:gd name="csX2934" fmla="*/ 1744829 w 2180199"/>
                <a:gd name="csY2934" fmla="*/ 1086944 h 1796578"/>
                <a:gd name="csX2935" fmla="*/ 1745255 w 2180199"/>
                <a:gd name="csY2935" fmla="*/ 1087415 h 1796578"/>
                <a:gd name="csX2936" fmla="*/ 1749257 w 2180199"/>
                <a:gd name="csY2936" fmla="*/ 1087750 h 1796578"/>
                <a:gd name="csX2937" fmla="*/ 1751068 w 2180199"/>
                <a:gd name="csY2937" fmla="*/ 1087469 h 1796578"/>
                <a:gd name="csX2938" fmla="*/ 1752172 w 2180199"/>
                <a:gd name="csY2938" fmla="*/ 1086837 h 1796578"/>
                <a:gd name="csX2939" fmla="*/ 1753397 w 2180199"/>
                <a:gd name="csY2939" fmla="*/ 1087248 h 1796578"/>
                <a:gd name="csX2940" fmla="*/ 1754743 w 2180199"/>
                <a:gd name="csY2940" fmla="*/ 1088693 h 1796578"/>
                <a:gd name="csX2941" fmla="*/ 1756067 w 2180199"/>
                <a:gd name="csY2941" fmla="*/ 1089097 h 1796578"/>
                <a:gd name="csX2942" fmla="*/ 1757368 w 2180199"/>
                <a:gd name="csY2942" fmla="*/ 1088465 h 1796578"/>
                <a:gd name="csX2943" fmla="*/ 1758593 w 2180199"/>
                <a:gd name="csY2943" fmla="*/ 1088481 h 1796578"/>
                <a:gd name="csX2944" fmla="*/ 1759742 w 2180199"/>
                <a:gd name="csY2944" fmla="*/ 1089158 h 1796578"/>
                <a:gd name="csX2945" fmla="*/ 1760275 w 2180199"/>
                <a:gd name="csY2945" fmla="*/ 1089645 h 1796578"/>
                <a:gd name="csX2946" fmla="*/ 1760625 w 2180199"/>
                <a:gd name="csY2946" fmla="*/ 1089622 h 1796578"/>
                <a:gd name="csX2947" fmla="*/ 1762900 w 2180199"/>
                <a:gd name="csY2947" fmla="*/ 1087415 h 1796578"/>
                <a:gd name="csX2948" fmla="*/ 1765639 w 2180199"/>
                <a:gd name="csY2948" fmla="*/ 1085452 h 1796578"/>
                <a:gd name="csX2949" fmla="*/ 1769298 w 2180199"/>
                <a:gd name="csY2949" fmla="*/ 1083330 h 1796578"/>
                <a:gd name="csX2950" fmla="*/ 1771421 w 2180199"/>
                <a:gd name="csY2950" fmla="*/ 1082386 h 1796578"/>
                <a:gd name="csX2951" fmla="*/ 1772007 w 2180199"/>
                <a:gd name="csY2951" fmla="*/ 1082614 h 1796578"/>
                <a:gd name="csX2952" fmla="*/ 1775378 w 2180199"/>
                <a:gd name="csY2952" fmla="*/ 1081907 h 1796578"/>
                <a:gd name="csX2953" fmla="*/ 1778413 w 2180199"/>
                <a:gd name="csY2953" fmla="*/ 1081846 h 1796578"/>
                <a:gd name="csX2954" fmla="*/ 1782438 w 2180199"/>
                <a:gd name="csY2954" fmla="*/ 1082272 h 1796578"/>
                <a:gd name="csX2955" fmla="*/ 1786167 w 2180199"/>
                <a:gd name="csY2955" fmla="*/ 1081777 h 1796578"/>
                <a:gd name="csX2956" fmla="*/ 1789598 w 2180199"/>
                <a:gd name="csY2956" fmla="*/ 1080354 h 1796578"/>
                <a:gd name="csX2957" fmla="*/ 1792634 w 2180199"/>
                <a:gd name="csY2957" fmla="*/ 1079563 h 1796578"/>
                <a:gd name="csX2958" fmla="*/ 1795274 w 2180199"/>
                <a:gd name="csY2958" fmla="*/ 1079396 h 1796578"/>
                <a:gd name="csX2959" fmla="*/ 1796271 w 2180199"/>
                <a:gd name="csY2959" fmla="*/ 1079792 h 1796578"/>
                <a:gd name="csX2960" fmla="*/ 1795624 w 2180199"/>
                <a:gd name="csY2960" fmla="*/ 1080758 h 1796578"/>
                <a:gd name="csX2961" fmla="*/ 1795274 w 2180199"/>
                <a:gd name="csY2961" fmla="*/ 1082409 h 1796578"/>
                <a:gd name="csX2962" fmla="*/ 1795228 w 2180199"/>
                <a:gd name="csY2962" fmla="*/ 1084752 h 1796578"/>
                <a:gd name="csX2963" fmla="*/ 1795000 w 2180199"/>
                <a:gd name="csY2963" fmla="*/ 1086228 h 1796578"/>
                <a:gd name="csX2964" fmla="*/ 1794597 w 2180199"/>
                <a:gd name="csY2964" fmla="*/ 1086852 h 1796578"/>
                <a:gd name="csX2965" fmla="*/ 1794551 w 2180199"/>
                <a:gd name="csY2965" fmla="*/ 1087446 h 1796578"/>
                <a:gd name="csX2966" fmla="*/ 1794856 w 2180199"/>
                <a:gd name="csY2966" fmla="*/ 1088009 h 1796578"/>
                <a:gd name="csX2967" fmla="*/ 1797420 w 2180199"/>
                <a:gd name="csY2967" fmla="*/ 1088374 h 1796578"/>
                <a:gd name="csX2968" fmla="*/ 1798766 w 2180199"/>
                <a:gd name="csY2968" fmla="*/ 1089135 h 1796578"/>
                <a:gd name="csX2969" fmla="*/ 1800311 w 2180199"/>
                <a:gd name="csY2969" fmla="*/ 1089165 h 1796578"/>
                <a:gd name="csX2970" fmla="*/ 1802053 w 2180199"/>
                <a:gd name="csY2970" fmla="*/ 1088473 h 1796578"/>
                <a:gd name="csX2971" fmla="*/ 1803385 w 2180199"/>
                <a:gd name="csY2971" fmla="*/ 1088739 h 1796578"/>
                <a:gd name="csX2972" fmla="*/ 1804313 w 2180199"/>
                <a:gd name="csY2972" fmla="*/ 1089949 h 1796578"/>
                <a:gd name="csX2973" fmla="*/ 1805660 w 2180199"/>
                <a:gd name="csY2973" fmla="*/ 1090170 h 1796578"/>
                <a:gd name="csX2974" fmla="*/ 1806968 w 2180199"/>
                <a:gd name="csY2974" fmla="*/ 1089302 h 1796578"/>
                <a:gd name="csX2975" fmla="*/ 1807889 w 2180199"/>
                <a:gd name="csY2975" fmla="*/ 1088488 h 1796578"/>
                <a:gd name="csX2976" fmla="*/ 1808680 w 2180199"/>
                <a:gd name="csY2976" fmla="*/ 1088130 h 1796578"/>
                <a:gd name="csX2977" fmla="*/ 1809297 w 2180199"/>
                <a:gd name="csY2977" fmla="*/ 1088054 h 1796578"/>
                <a:gd name="csX2978" fmla="*/ 1809951 w 2180199"/>
                <a:gd name="csY2978" fmla="*/ 1088465 h 1796578"/>
                <a:gd name="csX2979" fmla="*/ 1810392 w 2180199"/>
                <a:gd name="csY2979" fmla="*/ 1089158 h 1796578"/>
                <a:gd name="csX2980" fmla="*/ 1811503 w 2180199"/>
                <a:gd name="csY2980" fmla="*/ 1091060 h 1796578"/>
                <a:gd name="csX2981" fmla="*/ 1812051 w 2180199"/>
                <a:gd name="csY2981" fmla="*/ 1092346 h 1796578"/>
                <a:gd name="csX2982" fmla="*/ 1812386 w 2180199"/>
                <a:gd name="csY2982" fmla="*/ 1094255 h 1796578"/>
                <a:gd name="csX2983" fmla="*/ 1812622 w 2180199"/>
                <a:gd name="csY2983" fmla="*/ 1094887 h 1796578"/>
                <a:gd name="csX2984" fmla="*/ 1812591 w 2180199"/>
                <a:gd name="csY2984" fmla="*/ 1095998 h 1796578"/>
                <a:gd name="csX2985" fmla="*/ 1811846 w 2180199"/>
                <a:gd name="csY2985" fmla="*/ 1096751 h 1796578"/>
                <a:gd name="csX2986" fmla="*/ 1811648 w 2180199"/>
                <a:gd name="csY2986" fmla="*/ 1097352 h 1796578"/>
                <a:gd name="csX2987" fmla="*/ 1812097 w 2180199"/>
                <a:gd name="csY2987" fmla="*/ 1097953 h 1796578"/>
                <a:gd name="csX2988" fmla="*/ 1814623 w 2180199"/>
                <a:gd name="csY2988" fmla="*/ 1098121 h 1796578"/>
                <a:gd name="csX2989" fmla="*/ 1815772 w 2180199"/>
                <a:gd name="csY2989" fmla="*/ 1098714 h 1796578"/>
                <a:gd name="csX2990" fmla="*/ 1816198 w 2180199"/>
                <a:gd name="csY2990" fmla="*/ 1099376 h 1796578"/>
                <a:gd name="csX2991" fmla="*/ 1815909 w 2180199"/>
                <a:gd name="csY2991" fmla="*/ 1100106 h 1796578"/>
                <a:gd name="csX2992" fmla="*/ 1816068 w 2180199"/>
                <a:gd name="csY2992" fmla="*/ 1100890 h 1796578"/>
                <a:gd name="csX2993" fmla="*/ 1816685 w 2180199"/>
                <a:gd name="csY2993" fmla="*/ 1101712 h 1796578"/>
                <a:gd name="csX2994" fmla="*/ 1818708 w 2180199"/>
                <a:gd name="csY2994" fmla="*/ 1102960 h 1796578"/>
                <a:gd name="csX2995" fmla="*/ 1819203 w 2180199"/>
                <a:gd name="csY2995" fmla="*/ 1103553 h 1796578"/>
                <a:gd name="csX2996" fmla="*/ 1819058 w 2180199"/>
                <a:gd name="csY2996" fmla="*/ 1104185 h 1796578"/>
                <a:gd name="csX2997" fmla="*/ 1818457 w 2180199"/>
                <a:gd name="csY2997" fmla="*/ 1104588 h 1796578"/>
                <a:gd name="csX2998" fmla="*/ 1817400 w 2180199"/>
                <a:gd name="csY2998" fmla="*/ 1104770 h 1796578"/>
                <a:gd name="csX2999" fmla="*/ 1809669 w 2180199"/>
                <a:gd name="csY2999" fmla="*/ 1103599 h 1796578"/>
                <a:gd name="csX3000" fmla="*/ 1807395 w 2180199"/>
                <a:gd name="csY3000" fmla="*/ 1103409 h 1796578"/>
                <a:gd name="csX3001" fmla="*/ 1807060 w 2180199"/>
                <a:gd name="csY3001" fmla="*/ 1103842 h 1796578"/>
                <a:gd name="csX3002" fmla="*/ 1806847 w 2180199"/>
                <a:gd name="csY3002" fmla="*/ 1103903 h 1796578"/>
                <a:gd name="csX3003" fmla="*/ 1806481 w 2180199"/>
                <a:gd name="csY3003" fmla="*/ 1103789 h 1796578"/>
                <a:gd name="csX3004" fmla="*/ 1805820 w 2180199"/>
                <a:gd name="csY3004" fmla="*/ 1103766 h 1796578"/>
                <a:gd name="csX3005" fmla="*/ 1805485 w 2180199"/>
                <a:gd name="csY3005" fmla="*/ 1103485 h 1796578"/>
                <a:gd name="csX3006" fmla="*/ 1805203 w 2180199"/>
                <a:gd name="csY3006" fmla="*/ 1102701 h 1796578"/>
                <a:gd name="csX3007" fmla="*/ 1804534 w 2180199"/>
                <a:gd name="csY3007" fmla="*/ 1102199 h 1796578"/>
                <a:gd name="csX3008" fmla="*/ 1803461 w 2180199"/>
                <a:gd name="csY3008" fmla="*/ 1101978 h 1796578"/>
                <a:gd name="csX3009" fmla="*/ 1802540 w 2180199"/>
                <a:gd name="csY3009" fmla="*/ 1102572 h 1796578"/>
                <a:gd name="csX3010" fmla="*/ 1801467 w 2180199"/>
                <a:gd name="csY3010" fmla="*/ 1104892 h 1796578"/>
                <a:gd name="csX3011" fmla="*/ 1801635 w 2180199"/>
                <a:gd name="csY3011" fmla="*/ 1105326 h 1796578"/>
                <a:gd name="csX3012" fmla="*/ 1801460 w 2180199"/>
                <a:gd name="csY3012" fmla="*/ 1106810 h 1796578"/>
                <a:gd name="csX3013" fmla="*/ 1801734 w 2180199"/>
                <a:gd name="csY3013" fmla="*/ 1107213 h 1796578"/>
                <a:gd name="csX3014" fmla="*/ 1801719 w 2180199"/>
                <a:gd name="csY3014" fmla="*/ 1107547 h 1796578"/>
                <a:gd name="csX3015" fmla="*/ 1801414 w 2180199"/>
                <a:gd name="csY3015" fmla="*/ 1107829 h 1796578"/>
                <a:gd name="csX3016" fmla="*/ 1800783 w 2180199"/>
                <a:gd name="csY3016" fmla="*/ 1107791 h 1796578"/>
                <a:gd name="csX3017" fmla="*/ 1799824 w 2180199"/>
                <a:gd name="csY3017" fmla="*/ 1107441 h 1796578"/>
                <a:gd name="csX3018" fmla="*/ 1796195 w 2180199"/>
                <a:gd name="csY3018" fmla="*/ 1103934 h 1796578"/>
                <a:gd name="csX3019" fmla="*/ 1793448 w 2180199"/>
                <a:gd name="csY3019" fmla="*/ 1102184 h 1796578"/>
                <a:gd name="csX3020" fmla="*/ 1790047 w 2180199"/>
                <a:gd name="csY3020" fmla="*/ 1100898 h 1796578"/>
                <a:gd name="csX3021" fmla="*/ 1787354 w 2180199"/>
                <a:gd name="csY3021" fmla="*/ 1100266 h 1796578"/>
                <a:gd name="csX3022" fmla="*/ 1785375 w 2180199"/>
                <a:gd name="csY3022" fmla="*/ 1100296 h 1796578"/>
                <a:gd name="csX3023" fmla="*/ 1783747 w 2180199"/>
                <a:gd name="csY3023" fmla="*/ 1101202 h 1796578"/>
                <a:gd name="csX3024" fmla="*/ 1782476 w 2180199"/>
                <a:gd name="csY3024" fmla="*/ 1102967 h 1796578"/>
                <a:gd name="csX3025" fmla="*/ 1780491 w 2180199"/>
                <a:gd name="csY3025" fmla="*/ 1103971 h 1796578"/>
                <a:gd name="csX3026" fmla="*/ 1777790 w 2180199"/>
                <a:gd name="csY3026" fmla="*/ 1104215 h 1796578"/>
                <a:gd name="csX3027" fmla="*/ 1776329 w 2180199"/>
                <a:gd name="csY3027" fmla="*/ 1104694 h 1796578"/>
                <a:gd name="csX3028" fmla="*/ 1776100 w 2180199"/>
                <a:gd name="csY3028" fmla="*/ 1105402 h 1796578"/>
                <a:gd name="csX3029" fmla="*/ 1775127 w 2180199"/>
                <a:gd name="csY3029" fmla="*/ 1105417 h 1796578"/>
                <a:gd name="csX3030" fmla="*/ 1773407 w 2180199"/>
                <a:gd name="csY3030" fmla="*/ 1104748 h 1796578"/>
                <a:gd name="csX3031" fmla="*/ 1771634 w 2180199"/>
                <a:gd name="csY3031" fmla="*/ 1104557 h 1796578"/>
                <a:gd name="csX3032" fmla="*/ 1769801 w 2180199"/>
                <a:gd name="csY3032" fmla="*/ 1104854 h 1796578"/>
                <a:gd name="csX3033" fmla="*/ 1768461 w 2180199"/>
                <a:gd name="csY3033" fmla="*/ 1105546 h 1796578"/>
                <a:gd name="csX3034" fmla="*/ 1767039 w 2180199"/>
                <a:gd name="csY3034" fmla="*/ 1107715 h 1796578"/>
                <a:gd name="csX3035" fmla="*/ 1766757 w 2180199"/>
                <a:gd name="csY3035" fmla="*/ 1108780 h 1796578"/>
                <a:gd name="csX3036" fmla="*/ 1765730 w 2180199"/>
                <a:gd name="csY3036" fmla="*/ 1109708 h 1796578"/>
                <a:gd name="csX3037" fmla="*/ 1762999 w 2180199"/>
                <a:gd name="csY3037" fmla="*/ 1111154 h 1796578"/>
                <a:gd name="csX3038" fmla="*/ 1762862 w 2180199"/>
                <a:gd name="csY3038" fmla="*/ 1111687 h 1796578"/>
                <a:gd name="csX3039" fmla="*/ 1761424 w 2180199"/>
                <a:gd name="csY3039" fmla="*/ 1113330 h 1796578"/>
                <a:gd name="csX3040" fmla="*/ 1760967 w 2180199"/>
                <a:gd name="csY3040" fmla="*/ 1114235 h 1796578"/>
                <a:gd name="csX3041" fmla="*/ 1760975 w 2180199"/>
                <a:gd name="csY3041" fmla="*/ 1115126 h 1796578"/>
                <a:gd name="csX3042" fmla="*/ 1760495 w 2180199"/>
                <a:gd name="csY3042" fmla="*/ 1115072 h 1796578"/>
                <a:gd name="csX3043" fmla="*/ 1759529 w 2180199"/>
                <a:gd name="csY3043" fmla="*/ 1114076 h 1796578"/>
                <a:gd name="csX3044" fmla="*/ 1759491 w 2180199"/>
                <a:gd name="csY3044" fmla="*/ 1112737 h 1796578"/>
                <a:gd name="csX3045" fmla="*/ 1760381 w 2180199"/>
                <a:gd name="csY3045" fmla="*/ 1111048 h 1796578"/>
                <a:gd name="csX3046" fmla="*/ 1761180 w 2180199"/>
                <a:gd name="csY3046" fmla="*/ 1110233 h 1796578"/>
                <a:gd name="csX3047" fmla="*/ 1761880 w 2180199"/>
                <a:gd name="csY3047" fmla="*/ 1110287 h 1796578"/>
                <a:gd name="csX3048" fmla="*/ 1762314 w 2180199"/>
                <a:gd name="csY3048" fmla="*/ 1109533 h 1796578"/>
                <a:gd name="csX3049" fmla="*/ 1762481 w 2180199"/>
                <a:gd name="csY3049" fmla="*/ 1107981 h 1796578"/>
                <a:gd name="csX3050" fmla="*/ 1762230 w 2180199"/>
                <a:gd name="csY3050" fmla="*/ 1107205 h 1796578"/>
                <a:gd name="csX3051" fmla="*/ 1760868 w 2180199"/>
                <a:gd name="csY3051" fmla="*/ 1107509 h 1796578"/>
                <a:gd name="csX3052" fmla="*/ 1760153 w 2180199"/>
                <a:gd name="csY3052" fmla="*/ 1108126 h 1796578"/>
                <a:gd name="csX3053" fmla="*/ 1759248 w 2180199"/>
                <a:gd name="csY3053" fmla="*/ 1108263 h 1796578"/>
                <a:gd name="csX3054" fmla="*/ 1758159 w 2180199"/>
                <a:gd name="csY3054" fmla="*/ 1107913 h 1796578"/>
                <a:gd name="csX3055" fmla="*/ 1757201 w 2180199"/>
                <a:gd name="csY3055" fmla="*/ 1108757 h 1796578"/>
                <a:gd name="csX3056" fmla="*/ 1756371 w 2180199"/>
                <a:gd name="csY3056" fmla="*/ 1110804 h 1796578"/>
                <a:gd name="csX3057" fmla="*/ 1755382 w 2180199"/>
                <a:gd name="csY3057" fmla="*/ 1112143 h 1796578"/>
                <a:gd name="csX3058" fmla="*/ 1754233 w 2180199"/>
                <a:gd name="csY3058" fmla="*/ 1112775 h 1796578"/>
                <a:gd name="csX3059" fmla="*/ 1753457 w 2180199"/>
                <a:gd name="csY3059" fmla="*/ 1112075 h 1796578"/>
                <a:gd name="csX3060" fmla="*/ 1753062 w 2180199"/>
                <a:gd name="csY3060" fmla="*/ 1110043 h 1796578"/>
                <a:gd name="csX3061" fmla="*/ 1753062 w 2180199"/>
                <a:gd name="csY3061" fmla="*/ 1108453 h 1796578"/>
                <a:gd name="csX3062" fmla="*/ 1753526 w 2180199"/>
                <a:gd name="csY3062" fmla="*/ 1106528 h 1796578"/>
                <a:gd name="csX3063" fmla="*/ 1753290 w 2180199"/>
                <a:gd name="csY3063" fmla="*/ 1106155 h 1796578"/>
                <a:gd name="csX3064" fmla="*/ 1752803 w 2180199"/>
                <a:gd name="csY3064" fmla="*/ 1106771 h 1796578"/>
                <a:gd name="csX3065" fmla="*/ 1752073 w 2180199"/>
                <a:gd name="csY3065" fmla="*/ 1108377 h 1796578"/>
                <a:gd name="csX3066" fmla="*/ 1751099 w 2180199"/>
                <a:gd name="csY3066" fmla="*/ 1111877 h 1796578"/>
                <a:gd name="csX3067" fmla="*/ 1750475 w 2180199"/>
                <a:gd name="csY3067" fmla="*/ 1113011 h 1796578"/>
                <a:gd name="csX3068" fmla="*/ 1749630 w 2180199"/>
                <a:gd name="csY3068" fmla="*/ 1113490 h 1796578"/>
                <a:gd name="csX3069" fmla="*/ 1748291 w 2180199"/>
                <a:gd name="csY3069" fmla="*/ 1115605 h 1796578"/>
                <a:gd name="csX3070" fmla="*/ 1746465 w 2180199"/>
                <a:gd name="csY3070" fmla="*/ 1119348 h 1796578"/>
                <a:gd name="csX3071" fmla="*/ 1744403 w 2180199"/>
                <a:gd name="csY3071" fmla="*/ 1122978 h 1796578"/>
                <a:gd name="csX3072" fmla="*/ 1742105 w 2180199"/>
                <a:gd name="csY3072" fmla="*/ 1126478 h 1796578"/>
                <a:gd name="csX3073" fmla="*/ 1740721 w 2180199"/>
                <a:gd name="csY3073" fmla="*/ 1128357 h 1796578"/>
                <a:gd name="csX3074" fmla="*/ 1740257 w 2180199"/>
                <a:gd name="csY3074" fmla="*/ 1128623 h 1796578"/>
                <a:gd name="csX3075" fmla="*/ 1740051 w 2180199"/>
                <a:gd name="csY3075" fmla="*/ 1129247 h 1796578"/>
                <a:gd name="csX3076" fmla="*/ 1739937 w 2180199"/>
                <a:gd name="csY3076" fmla="*/ 1131492 h 1796578"/>
                <a:gd name="csX3077" fmla="*/ 1739526 w 2180199"/>
                <a:gd name="csY3077" fmla="*/ 1133013 h 1796578"/>
                <a:gd name="csX3078" fmla="*/ 1738324 w 2180199"/>
                <a:gd name="csY3078" fmla="*/ 1134208 h 1796578"/>
                <a:gd name="csX3079" fmla="*/ 1735182 w 2180199"/>
                <a:gd name="csY3079" fmla="*/ 1135714 h 1796578"/>
                <a:gd name="csX3080" fmla="*/ 1734687 w 2180199"/>
                <a:gd name="csY3080" fmla="*/ 1136742 h 1796578"/>
                <a:gd name="csX3081" fmla="*/ 1734619 w 2180199"/>
                <a:gd name="csY3081" fmla="*/ 1137586 h 1796578"/>
                <a:gd name="csX3082" fmla="*/ 1732595 w 2180199"/>
                <a:gd name="csY3082" fmla="*/ 1141078 h 1796578"/>
                <a:gd name="csX3083" fmla="*/ 1731606 w 2180199"/>
                <a:gd name="csY3083" fmla="*/ 1143217 h 1796578"/>
                <a:gd name="csX3084" fmla="*/ 1730959 w 2180199"/>
                <a:gd name="csY3084" fmla="*/ 1145438 h 1796578"/>
                <a:gd name="csX3085" fmla="*/ 1731164 w 2180199"/>
                <a:gd name="csY3085" fmla="*/ 1146838 h 1796578"/>
                <a:gd name="csX3086" fmla="*/ 1732222 w 2180199"/>
                <a:gd name="csY3086" fmla="*/ 1147409 h 1796578"/>
                <a:gd name="csX3087" fmla="*/ 1733082 w 2180199"/>
                <a:gd name="csY3087" fmla="*/ 1147188 h 1796578"/>
                <a:gd name="csX3088" fmla="*/ 1733736 w 2180199"/>
                <a:gd name="csY3088" fmla="*/ 1146176 h 1796578"/>
                <a:gd name="csX3089" fmla="*/ 1734740 w 2180199"/>
                <a:gd name="csY3089" fmla="*/ 1145256 h 1796578"/>
                <a:gd name="csX3090" fmla="*/ 1736102 w 2180199"/>
                <a:gd name="csY3090" fmla="*/ 1144434 h 1796578"/>
                <a:gd name="csX3091" fmla="*/ 1737091 w 2180199"/>
                <a:gd name="csY3091" fmla="*/ 1143224 h 1796578"/>
                <a:gd name="csX3092" fmla="*/ 1738468 w 2180199"/>
                <a:gd name="csY3092" fmla="*/ 1140279 h 1796578"/>
                <a:gd name="csX3093" fmla="*/ 1740013 w 2180199"/>
                <a:gd name="csY3093" fmla="*/ 1138583 h 1796578"/>
                <a:gd name="csX3094" fmla="*/ 1740835 w 2180199"/>
                <a:gd name="csY3094" fmla="*/ 1138484 h 1796578"/>
                <a:gd name="csX3095" fmla="*/ 1741063 w 2180199"/>
                <a:gd name="csY3095" fmla="*/ 1138530 h 1796578"/>
                <a:gd name="csX3096" fmla="*/ 1742668 w 2180199"/>
                <a:gd name="csY3096" fmla="*/ 1137761 h 1796578"/>
                <a:gd name="csX3097" fmla="*/ 1743962 w 2180199"/>
                <a:gd name="csY3097" fmla="*/ 1138012 h 1796578"/>
                <a:gd name="csX3098" fmla="*/ 1744746 w 2180199"/>
                <a:gd name="csY3098" fmla="*/ 1139169 h 1796578"/>
                <a:gd name="csX3099" fmla="*/ 1745545 w 2180199"/>
                <a:gd name="csY3099" fmla="*/ 1139960 h 1796578"/>
                <a:gd name="csX3100" fmla="*/ 1745719 w 2180199"/>
                <a:gd name="csY3100" fmla="*/ 1140706 h 1796578"/>
                <a:gd name="csX3101" fmla="*/ 1745324 w 2180199"/>
                <a:gd name="csY3101" fmla="*/ 1142364 h 1796578"/>
                <a:gd name="csX3102" fmla="*/ 1744586 w 2180199"/>
                <a:gd name="csY3102" fmla="*/ 1144114 h 1796578"/>
                <a:gd name="csX3103" fmla="*/ 1743513 w 2180199"/>
                <a:gd name="csY3103" fmla="*/ 1145948 h 1796578"/>
                <a:gd name="csX3104" fmla="*/ 1742539 w 2180199"/>
                <a:gd name="csY3104" fmla="*/ 1148695 h 1796578"/>
                <a:gd name="csX3105" fmla="*/ 1741664 w 2180199"/>
                <a:gd name="csY3105" fmla="*/ 1152354 h 1796578"/>
                <a:gd name="csX3106" fmla="*/ 1741481 w 2180199"/>
                <a:gd name="csY3106" fmla="*/ 1155116 h 1796578"/>
                <a:gd name="csX3107" fmla="*/ 1741984 w 2180199"/>
                <a:gd name="csY3107" fmla="*/ 1156980 h 1796578"/>
                <a:gd name="csX3108" fmla="*/ 1741504 w 2180199"/>
                <a:gd name="csY3108" fmla="*/ 1158647 h 1796578"/>
                <a:gd name="csX3109" fmla="*/ 1740043 w 2180199"/>
                <a:gd name="csY3109" fmla="*/ 1160108 h 1796578"/>
                <a:gd name="csX3110" fmla="*/ 1738864 w 2180199"/>
                <a:gd name="csY3110" fmla="*/ 1162063 h 1796578"/>
                <a:gd name="csX3111" fmla="*/ 1737974 w 2180199"/>
                <a:gd name="csY3111" fmla="*/ 1164505 h 1796578"/>
                <a:gd name="csX3112" fmla="*/ 1737472 w 2180199"/>
                <a:gd name="csY3112" fmla="*/ 1166552 h 1796578"/>
                <a:gd name="csX3113" fmla="*/ 1737350 w 2180199"/>
                <a:gd name="csY3113" fmla="*/ 1168211 h 1796578"/>
                <a:gd name="csX3114" fmla="*/ 1737479 w 2180199"/>
                <a:gd name="csY3114" fmla="*/ 1169451 h 1796578"/>
                <a:gd name="csX3115" fmla="*/ 1738027 w 2180199"/>
                <a:gd name="csY3115" fmla="*/ 1171125 h 1796578"/>
                <a:gd name="csX3116" fmla="*/ 1737989 w 2180199"/>
                <a:gd name="csY3116" fmla="*/ 1171969 h 1796578"/>
                <a:gd name="csX3117" fmla="*/ 1736407 w 2180199"/>
                <a:gd name="csY3117" fmla="*/ 1175644 h 1796578"/>
                <a:gd name="csX3118" fmla="*/ 1735836 w 2180199"/>
                <a:gd name="csY3118" fmla="*/ 1177425 h 1796578"/>
                <a:gd name="csX3119" fmla="*/ 1735737 w 2180199"/>
                <a:gd name="csY3119" fmla="*/ 1178832 h 1796578"/>
                <a:gd name="csX3120" fmla="*/ 1735341 w 2180199"/>
                <a:gd name="csY3120" fmla="*/ 1180217 h 1796578"/>
                <a:gd name="csX3121" fmla="*/ 1734132 w 2180199"/>
                <a:gd name="csY3121" fmla="*/ 1183024 h 1796578"/>
                <a:gd name="csX3122" fmla="*/ 1733751 w 2180199"/>
                <a:gd name="csY3122" fmla="*/ 1184584 h 1796578"/>
                <a:gd name="csX3123" fmla="*/ 1733683 w 2180199"/>
                <a:gd name="csY3123" fmla="*/ 1186015 h 1796578"/>
                <a:gd name="csX3124" fmla="*/ 1733957 w 2180199"/>
                <a:gd name="csY3124" fmla="*/ 1188358 h 1796578"/>
                <a:gd name="csX3125" fmla="*/ 1733805 w 2180199"/>
                <a:gd name="csY3125" fmla="*/ 1189149 h 1796578"/>
                <a:gd name="csX3126" fmla="*/ 1733873 w 2180199"/>
                <a:gd name="csY3126" fmla="*/ 1189750 h 1796578"/>
                <a:gd name="csX3127" fmla="*/ 1734170 w 2180199"/>
                <a:gd name="csY3127" fmla="*/ 1190154 h 1796578"/>
                <a:gd name="csX3128" fmla="*/ 1734170 w 2180199"/>
                <a:gd name="csY3128" fmla="*/ 1190892 h 1796578"/>
                <a:gd name="csX3129" fmla="*/ 1733858 w 2180199"/>
                <a:gd name="csY3129" fmla="*/ 1191964 h 1796578"/>
                <a:gd name="csX3130" fmla="*/ 1733979 w 2180199"/>
                <a:gd name="csY3130" fmla="*/ 1192794 h 1796578"/>
                <a:gd name="csX3131" fmla="*/ 1734527 w 2180199"/>
                <a:gd name="csY3131" fmla="*/ 1193387 h 1796578"/>
                <a:gd name="csX3132" fmla="*/ 1734877 w 2180199"/>
                <a:gd name="csY3132" fmla="*/ 1194521 h 1796578"/>
                <a:gd name="csX3133" fmla="*/ 1735037 w 2180199"/>
                <a:gd name="csY3133" fmla="*/ 1196187 h 1796578"/>
                <a:gd name="csX3134" fmla="*/ 1735456 w 2180199"/>
                <a:gd name="csY3134" fmla="*/ 1197580 h 1796578"/>
                <a:gd name="csX3135" fmla="*/ 1736133 w 2180199"/>
                <a:gd name="csY3135" fmla="*/ 1198690 h 1796578"/>
                <a:gd name="csX3136" fmla="*/ 1736254 w 2180199"/>
                <a:gd name="csY3136" fmla="*/ 1200311 h 1796578"/>
                <a:gd name="csX3137" fmla="*/ 1735821 w 2180199"/>
                <a:gd name="csY3137" fmla="*/ 1202426 h 1796578"/>
                <a:gd name="csX3138" fmla="*/ 1735600 w 2180199"/>
                <a:gd name="csY3138" fmla="*/ 1206398 h 1796578"/>
                <a:gd name="csX3139" fmla="*/ 1735593 w 2180199"/>
                <a:gd name="csY3139" fmla="*/ 1212219 h 1796578"/>
                <a:gd name="csX3140" fmla="*/ 1735912 w 2180199"/>
                <a:gd name="csY3140" fmla="*/ 1215947 h 1796578"/>
                <a:gd name="csX3141" fmla="*/ 1736566 w 2180199"/>
                <a:gd name="csY3141" fmla="*/ 1217598 h 1796578"/>
                <a:gd name="csX3142" fmla="*/ 1737297 w 2180199"/>
                <a:gd name="csY3142" fmla="*/ 1218815 h 1796578"/>
                <a:gd name="csX3143" fmla="*/ 1738103 w 2180199"/>
                <a:gd name="csY3143" fmla="*/ 1219599 h 1796578"/>
                <a:gd name="csX3144" fmla="*/ 1739032 w 2180199"/>
                <a:gd name="csY3144" fmla="*/ 1222003 h 1796578"/>
                <a:gd name="csX3145" fmla="*/ 1740082 w 2180199"/>
                <a:gd name="csY3145" fmla="*/ 1226036 h 1796578"/>
                <a:gd name="csX3146" fmla="*/ 1741048 w 2180199"/>
                <a:gd name="csY3146" fmla="*/ 1228699 h 1796578"/>
                <a:gd name="csX3147" fmla="*/ 1741946 w 2180199"/>
                <a:gd name="csY3147" fmla="*/ 1229992 h 1796578"/>
                <a:gd name="csX3148" fmla="*/ 1742752 w 2180199"/>
                <a:gd name="csY3148" fmla="*/ 1230707 h 1796578"/>
                <a:gd name="csX3149" fmla="*/ 1743391 w 2180199"/>
                <a:gd name="csY3149" fmla="*/ 1231126 h 1796578"/>
                <a:gd name="csX3150" fmla="*/ 1743863 w 2180199"/>
                <a:gd name="csY3150" fmla="*/ 1231187 h 1796578"/>
                <a:gd name="csX3151" fmla="*/ 1744129 w 2180199"/>
                <a:gd name="csY3151" fmla="*/ 1231818 h 1796578"/>
                <a:gd name="csX3152" fmla="*/ 1745331 w 2180199"/>
                <a:gd name="csY3152" fmla="*/ 1232198 h 1796578"/>
                <a:gd name="csX3153" fmla="*/ 1747530 w 2180199"/>
                <a:gd name="csY3153" fmla="*/ 1232358 h 1796578"/>
                <a:gd name="csX3154" fmla="*/ 1749554 w 2180199"/>
                <a:gd name="csY3154" fmla="*/ 1232107 h 1796578"/>
                <a:gd name="csX3155" fmla="*/ 1751395 w 2180199"/>
                <a:gd name="csY3155" fmla="*/ 1231453 h 1796578"/>
                <a:gd name="csX3156" fmla="*/ 1757254 w 2180199"/>
                <a:gd name="csY3156" fmla="*/ 1228060 h 1796578"/>
                <a:gd name="csX3157" fmla="*/ 1759529 w 2180199"/>
                <a:gd name="csY3157" fmla="*/ 1226211 h 1796578"/>
                <a:gd name="csX3158" fmla="*/ 1760792 w 2180199"/>
                <a:gd name="csY3158" fmla="*/ 1224552 h 1796578"/>
                <a:gd name="csX3159" fmla="*/ 1762017 w 2180199"/>
                <a:gd name="csY3159" fmla="*/ 1222368 h 1796578"/>
                <a:gd name="csX3160" fmla="*/ 1763196 w 2180199"/>
                <a:gd name="csY3160" fmla="*/ 1219660 h 1796578"/>
                <a:gd name="csX3161" fmla="*/ 1765601 w 2180199"/>
                <a:gd name="csY3161" fmla="*/ 1215597 h 1796578"/>
                <a:gd name="csX3162" fmla="*/ 1766772 w 2180199"/>
                <a:gd name="csY3162" fmla="*/ 1213139 h 1796578"/>
                <a:gd name="csX3163" fmla="*/ 1767898 w 2180199"/>
                <a:gd name="csY3163" fmla="*/ 1210020 h 1796578"/>
                <a:gd name="csX3164" fmla="*/ 1768751 w 2180199"/>
                <a:gd name="csY3164" fmla="*/ 1206748 h 1796578"/>
                <a:gd name="csX3165" fmla="*/ 1769321 w 2180199"/>
                <a:gd name="csY3165" fmla="*/ 1203316 h 1796578"/>
                <a:gd name="csX3166" fmla="*/ 1769595 w 2180199"/>
                <a:gd name="csY3166" fmla="*/ 1199748 h 1796578"/>
                <a:gd name="csX3167" fmla="*/ 1769565 w 2180199"/>
                <a:gd name="csY3167" fmla="*/ 1196050 h 1796578"/>
                <a:gd name="csX3168" fmla="*/ 1768986 w 2180199"/>
                <a:gd name="csY3168" fmla="*/ 1192322 h 1796578"/>
                <a:gd name="csX3169" fmla="*/ 1767868 w 2180199"/>
                <a:gd name="csY3169" fmla="*/ 1188556 h 1796578"/>
                <a:gd name="csX3170" fmla="*/ 1767267 w 2180199"/>
                <a:gd name="csY3170" fmla="*/ 1186631 h 1796578"/>
                <a:gd name="csX3171" fmla="*/ 1767031 w 2180199"/>
                <a:gd name="csY3171" fmla="*/ 1186121 h 1796578"/>
                <a:gd name="csX3172" fmla="*/ 1765007 w 2180199"/>
                <a:gd name="csY3172" fmla="*/ 1181282 h 1796578"/>
                <a:gd name="csX3173" fmla="*/ 1762725 w 2180199"/>
                <a:gd name="csY3173" fmla="*/ 1174526 h 1796578"/>
                <a:gd name="csX3174" fmla="*/ 1762755 w 2180199"/>
                <a:gd name="csY3174" fmla="*/ 1173947 h 1796578"/>
                <a:gd name="csX3175" fmla="*/ 1764885 w 2180199"/>
                <a:gd name="csY3175" fmla="*/ 1169907 h 1796578"/>
                <a:gd name="csX3176" fmla="*/ 1764939 w 2180199"/>
                <a:gd name="csY3176" fmla="*/ 1169360 h 1796578"/>
                <a:gd name="csX3177" fmla="*/ 1764710 w 2180199"/>
                <a:gd name="csY3177" fmla="*/ 1166073 h 1796578"/>
                <a:gd name="csX3178" fmla="*/ 1764254 w 2180199"/>
                <a:gd name="csY3178" fmla="*/ 1164421 h 1796578"/>
                <a:gd name="csX3179" fmla="*/ 1763166 w 2180199"/>
                <a:gd name="csY3179" fmla="*/ 1162200 h 1796578"/>
                <a:gd name="csX3180" fmla="*/ 1763204 w 2180199"/>
                <a:gd name="csY3180" fmla="*/ 1161637 h 1796578"/>
                <a:gd name="csX3181" fmla="*/ 1765418 w 2180199"/>
                <a:gd name="csY3181" fmla="*/ 1158799 h 1796578"/>
                <a:gd name="csX3182" fmla="*/ 1766757 w 2180199"/>
                <a:gd name="csY3182" fmla="*/ 1156638 h 1796578"/>
                <a:gd name="csX3183" fmla="*/ 1767975 w 2180199"/>
                <a:gd name="csY3183" fmla="*/ 1154013 h 1796578"/>
                <a:gd name="csX3184" fmla="*/ 1768766 w 2180199"/>
                <a:gd name="csY3184" fmla="*/ 1150947 h 1796578"/>
                <a:gd name="csX3185" fmla="*/ 1769123 w 2180199"/>
                <a:gd name="csY3185" fmla="*/ 1147439 h 1796578"/>
                <a:gd name="csX3186" fmla="*/ 1769116 w 2180199"/>
                <a:gd name="csY3186" fmla="*/ 1145096 h 1796578"/>
                <a:gd name="csX3187" fmla="*/ 1768728 w 2180199"/>
                <a:gd name="csY3187" fmla="*/ 1143924 h 1796578"/>
                <a:gd name="csX3188" fmla="*/ 1768766 w 2180199"/>
                <a:gd name="csY3188" fmla="*/ 1143019 h 1796578"/>
                <a:gd name="csX3189" fmla="*/ 1769230 w 2180199"/>
                <a:gd name="csY3189" fmla="*/ 1142387 h 1796578"/>
                <a:gd name="csX3190" fmla="*/ 1771604 w 2180199"/>
                <a:gd name="csY3190" fmla="*/ 1141565 h 1796578"/>
                <a:gd name="csX3191" fmla="*/ 1772403 w 2180199"/>
                <a:gd name="csY3191" fmla="*/ 1140173 h 1796578"/>
                <a:gd name="csX3192" fmla="*/ 1772570 w 2180199"/>
                <a:gd name="csY3192" fmla="*/ 1137723 h 1796578"/>
                <a:gd name="csX3193" fmla="*/ 1773057 w 2180199"/>
                <a:gd name="csY3193" fmla="*/ 1136506 h 1796578"/>
                <a:gd name="csX3194" fmla="*/ 1773864 w 2180199"/>
                <a:gd name="csY3194" fmla="*/ 1136529 h 1796578"/>
                <a:gd name="csX3195" fmla="*/ 1774609 w 2180199"/>
                <a:gd name="csY3195" fmla="*/ 1136026 h 1796578"/>
                <a:gd name="csX3196" fmla="*/ 1775294 w 2180199"/>
                <a:gd name="csY3196" fmla="*/ 1134999 h 1796578"/>
                <a:gd name="csX3197" fmla="*/ 1776199 w 2180199"/>
                <a:gd name="csY3197" fmla="*/ 1134702 h 1796578"/>
                <a:gd name="csX3198" fmla="*/ 1777326 w 2180199"/>
                <a:gd name="csY3198" fmla="*/ 1135151 h 1796578"/>
                <a:gd name="csX3199" fmla="*/ 1778900 w 2180199"/>
                <a:gd name="csY3199" fmla="*/ 1133630 h 1796578"/>
                <a:gd name="csX3200" fmla="*/ 1780924 w 2180199"/>
                <a:gd name="csY3200" fmla="*/ 1130137 h 1796578"/>
                <a:gd name="csX3201" fmla="*/ 1782476 w 2180199"/>
                <a:gd name="csY3201" fmla="*/ 1128182 h 1796578"/>
                <a:gd name="csX3202" fmla="*/ 1783564 w 2180199"/>
                <a:gd name="csY3202" fmla="*/ 1127771 h 1796578"/>
                <a:gd name="csX3203" fmla="*/ 1783770 w 2180199"/>
                <a:gd name="csY3203" fmla="*/ 1128091 h 1796578"/>
                <a:gd name="csX3204" fmla="*/ 1783100 w 2180199"/>
                <a:gd name="csY3204" fmla="*/ 1129133 h 1796578"/>
                <a:gd name="csX3205" fmla="*/ 1782895 w 2180199"/>
                <a:gd name="csY3205" fmla="*/ 1130282 h 1796578"/>
                <a:gd name="csX3206" fmla="*/ 1783154 w 2180199"/>
                <a:gd name="csY3206" fmla="*/ 1131530 h 1796578"/>
                <a:gd name="csX3207" fmla="*/ 1782925 w 2180199"/>
                <a:gd name="csY3207" fmla="*/ 1132739 h 1796578"/>
                <a:gd name="csX3208" fmla="*/ 1782423 w 2180199"/>
                <a:gd name="csY3208" fmla="*/ 1134391 h 1796578"/>
                <a:gd name="csX3209" fmla="*/ 1782735 w 2180199"/>
                <a:gd name="csY3209" fmla="*/ 1134908 h 1796578"/>
                <a:gd name="csX3210" fmla="*/ 1781868 w 2180199"/>
                <a:gd name="csY3210" fmla="*/ 1137563 h 1796578"/>
                <a:gd name="csX3211" fmla="*/ 1781830 w 2180199"/>
                <a:gd name="csY3211" fmla="*/ 1138887 h 1796578"/>
                <a:gd name="csX3212" fmla="*/ 1782355 w 2180199"/>
                <a:gd name="csY3212" fmla="*/ 1139891 h 1796578"/>
                <a:gd name="csX3213" fmla="*/ 1782979 w 2180199"/>
                <a:gd name="csY3213" fmla="*/ 1139542 h 1796578"/>
                <a:gd name="csX3214" fmla="*/ 1783701 w 2180199"/>
                <a:gd name="csY3214" fmla="*/ 1137830 h 1796578"/>
                <a:gd name="csX3215" fmla="*/ 1783922 w 2180199"/>
                <a:gd name="csY3215" fmla="*/ 1136917 h 1796578"/>
                <a:gd name="csX3216" fmla="*/ 1783625 w 2180199"/>
                <a:gd name="csY3216" fmla="*/ 1136802 h 1796578"/>
                <a:gd name="csX3217" fmla="*/ 1783739 w 2180199"/>
                <a:gd name="csY3217" fmla="*/ 1136072 h 1796578"/>
                <a:gd name="csX3218" fmla="*/ 1784249 w 2180199"/>
                <a:gd name="csY3218" fmla="*/ 1134733 h 1796578"/>
                <a:gd name="csX3219" fmla="*/ 1784706 w 2180199"/>
                <a:gd name="csY3219" fmla="*/ 1134094 h 1796578"/>
                <a:gd name="csX3220" fmla="*/ 1785101 w 2180199"/>
                <a:gd name="csY3220" fmla="*/ 1134170 h 1796578"/>
                <a:gd name="csX3221" fmla="*/ 1785208 w 2180199"/>
                <a:gd name="csY3221" fmla="*/ 1134900 h 1796578"/>
                <a:gd name="csX3222" fmla="*/ 1785033 w 2180199"/>
                <a:gd name="csY3222" fmla="*/ 1136293 h 1796578"/>
                <a:gd name="csX3223" fmla="*/ 1783884 w 2180199"/>
                <a:gd name="csY3223" fmla="*/ 1139572 h 1796578"/>
                <a:gd name="csX3224" fmla="*/ 1783656 w 2180199"/>
                <a:gd name="csY3224" fmla="*/ 1140569 h 1796578"/>
                <a:gd name="csX3225" fmla="*/ 1783915 w 2180199"/>
                <a:gd name="csY3225" fmla="*/ 1140850 h 1796578"/>
                <a:gd name="csX3226" fmla="*/ 1785299 w 2180199"/>
                <a:gd name="csY3226" fmla="*/ 1138796 h 1796578"/>
                <a:gd name="csX3227" fmla="*/ 1786456 w 2180199"/>
                <a:gd name="csY3227" fmla="*/ 1135524 h 1796578"/>
                <a:gd name="csX3228" fmla="*/ 1787338 w 2180199"/>
                <a:gd name="csY3228" fmla="*/ 1133013 h 1796578"/>
                <a:gd name="csX3229" fmla="*/ 1787498 w 2180199"/>
                <a:gd name="csY3229" fmla="*/ 1131644 h 1796578"/>
                <a:gd name="csX3230" fmla="*/ 1787232 w 2180199"/>
                <a:gd name="csY3230" fmla="*/ 1128106 h 1796578"/>
                <a:gd name="csX3231" fmla="*/ 1787285 w 2180199"/>
                <a:gd name="csY3231" fmla="*/ 1126653 h 1796578"/>
                <a:gd name="csX3232" fmla="*/ 1787620 w 2180199"/>
                <a:gd name="csY3232" fmla="*/ 1125648 h 1796578"/>
                <a:gd name="csX3233" fmla="*/ 1788822 w 2180199"/>
                <a:gd name="csY3233" fmla="*/ 1124515 h 1796578"/>
                <a:gd name="csX3234" fmla="*/ 1790884 w 2180199"/>
                <a:gd name="csY3234" fmla="*/ 1123251 h 1796578"/>
                <a:gd name="csX3235" fmla="*/ 1792923 w 2180199"/>
                <a:gd name="csY3235" fmla="*/ 1122574 h 1796578"/>
                <a:gd name="csX3236" fmla="*/ 1794939 w 2180199"/>
                <a:gd name="csY3236" fmla="*/ 1122491 h 1796578"/>
                <a:gd name="csX3237" fmla="*/ 1796347 w 2180199"/>
                <a:gd name="csY3237" fmla="*/ 1122148 h 1796578"/>
                <a:gd name="csX3238" fmla="*/ 1797146 w 2180199"/>
                <a:gd name="csY3238" fmla="*/ 1121547 h 1796578"/>
                <a:gd name="csX3239" fmla="*/ 1796864 w 2180199"/>
                <a:gd name="csY3239" fmla="*/ 1121060 h 1796578"/>
                <a:gd name="csX3240" fmla="*/ 1795510 w 2180199"/>
                <a:gd name="csY3240" fmla="*/ 1120703 h 1796578"/>
                <a:gd name="csX3241" fmla="*/ 1794475 w 2180199"/>
                <a:gd name="csY3241" fmla="*/ 1119911 h 1796578"/>
                <a:gd name="csX3242" fmla="*/ 1793775 w 2180199"/>
                <a:gd name="csY3242" fmla="*/ 1118687 h 1796578"/>
                <a:gd name="csX3243" fmla="*/ 1793539 w 2180199"/>
                <a:gd name="csY3243" fmla="*/ 1117279 h 1796578"/>
                <a:gd name="csX3244" fmla="*/ 1793775 w 2180199"/>
                <a:gd name="csY3244" fmla="*/ 1115696 h 1796578"/>
                <a:gd name="csX3245" fmla="*/ 1794635 w 2180199"/>
                <a:gd name="csY3245" fmla="*/ 1114136 h 1796578"/>
                <a:gd name="csX3246" fmla="*/ 1796126 w 2180199"/>
                <a:gd name="csY3246" fmla="*/ 1112607 h 1796578"/>
                <a:gd name="csX3247" fmla="*/ 1796598 w 2180199"/>
                <a:gd name="csY3247" fmla="*/ 1111489 h 1796578"/>
                <a:gd name="csX3248" fmla="*/ 1796043 w 2180199"/>
                <a:gd name="csY3248" fmla="*/ 1110766 h 1796578"/>
                <a:gd name="csX3249" fmla="*/ 1796682 w 2180199"/>
                <a:gd name="csY3249" fmla="*/ 1110507 h 1796578"/>
                <a:gd name="csX3250" fmla="*/ 1798508 w 2180199"/>
                <a:gd name="csY3250" fmla="*/ 1110713 h 1796578"/>
                <a:gd name="csX3251" fmla="*/ 1799786 w 2180199"/>
                <a:gd name="csY3251" fmla="*/ 1110515 h 1796578"/>
                <a:gd name="csX3252" fmla="*/ 1800509 w 2180199"/>
                <a:gd name="csY3252" fmla="*/ 1109914 h 1796578"/>
                <a:gd name="csX3253" fmla="*/ 1800707 w 2180199"/>
                <a:gd name="csY3253" fmla="*/ 1109990 h 1796578"/>
                <a:gd name="csX3254" fmla="*/ 1802236 w 2180199"/>
                <a:gd name="csY3254" fmla="*/ 1110560 h 1796578"/>
                <a:gd name="csX3255" fmla="*/ 1804967 w 2180199"/>
                <a:gd name="csY3255" fmla="*/ 1112440 h 1796578"/>
                <a:gd name="csX3256" fmla="*/ 1807562 w 2180199"/>
                <a:gd name="csY3256" fmla="*/ 1113536 h 1796578"/>
                <a:gd name="csX3257" fmla="*/ 1810020 w 2180199"/>
                <a:gd name="csY3257" fmla="*/ 1113847 h 1796578"/>
                <a:gd name="csX3258" fmla="*/ 1811815 w 2180199"/>
                <a:gd name="csY3258" fmla="*/ 1114509 h 1796578"/>
                <a:gd name="csX3259" fmla="*/ 1812941 w 2180199"/>
                <a:gd name="csY3259" fmla="*/ 1115521 h 1796578"/>
                <a:gd name="csX3260" fmla="*/ 1813755 w 2180199"/>
                <a:gd name="csY3260" fmla="*/ 1116655 h 1796578"/>
                <a:gd name="csX3261" fmla="*/ 1814250 w 2180199"/>
                <a:gd name="csY3261" fmla="*/ 1117910 h 1796578"/>
                <a:gd name="csX3262" fmla="*/ 1815422 w 2180199"/>
                <a:gd name="csY3262" fmla="*/ 1118618 h 1796578"/>
                <a:gd name="csX3263" fmla="*/ 1817271 w 2180199"/>
                <a:gd name="csY3263" fmla="*/ 1118778 h 1796578"/>
                <a:gd name="csX3264" fmla="*/ 1818724 w 2180199"/>
                <a:gd name="csY3264" fmla="*/ 1119310 h 1796578"/>
                <a:gd name="csX3265" fmla="*/ 1819781 w 2180199"/>
                <a:gd name="csY3265" fmla="*/ 1120216 h 1796578"/>
                <a:gd name="csX3266" fmla="*/ 1825655 w 2180199"/>
                <a:gd name="csY3266" fmla="*/ 1122552 h 1796578"/>
                <a:gd name="csX3267" fmla="*/ 1828113 w 2180199"/>
                <a:gd name="csY3267" fmla="*/ 1123784 h 1796578"/>
                <a:gd name="csX3268" fmla="*/ 1829467 w 2180199"/>
                <a:gd name="csY3268" fmla="*/ 1124986 h 1796578"/>
                <a:gd name="csX3269" fmla="*/ 1829847 w 2180199"/>
                <a:gd name="csY3269" fmla="*/ 1125762 h 1796578"/>
                <a:gd name="csX3270" fmla="*/ 1829733 w 2180199"/>
                <a:gd name="csY3270" fmla="*/ 1126523 h 1796578"/>
                <a:gd name="csX3271" fmla="*/ 1829870 w 2180199"/>
                <a:gd name="csY3271" fmla="*/ 1127337 h 1796578"/>
                <a:gd name="csX3272" fmla="*/ 1830875 w 2180199"/>
                <a:gd name="csY3272" fmla="*/ 1128920 h 1796578"/>
                <a:gd name="csX3273" fmla="*/ 1831255 w 2180199"/>
                <a:gd name="csY3273" fmla="*/ 1129064 h 1796578"/>
                <a:gd name="csX3274" fmla="*/ 1831491 w 2180199"/>
                <a:gd name="csY3274" fmla="*/ 1129825 h 1796578"/>
                <a:gd name="csX3275" fmla="*/ 1831575 w 2180199"/>
                <a:gd name="csY3275" fmla="*/ 1131210 h 1796578"/>
                <a:gd name="csX3276" fmla="*/ 1831871 w 2180199"/>
                <a:gd name="csY3276" fmla="*/ 1132138 h 1796578"/>
                <a:gd name="csX3277" fmla="*/ 1832373 w 2180199"/>
                <a:gd name="csY3277" fmla="*/ 1132610 h 1796578"/>
                <a:gd name="csX3278" fmla="*/ 1832062 w 2180199"/>
                <a:gd name="csY3278" fmla="*/ 1132800 h 1796578"/>
                <a:gd name="csX3279" fmla="*/ 1830251 w 2180199"/>
                <a:gd name="csY3279" fmla="*/ 1132002 h 1796578"/>
                <a:gd name="csX3280" fmla="*/ 1829224 w 2180199"/>
                <a:gd name="csY3280" fmla="*/ 1132245 h 1796578"/>
                <a:gd name="csX3281" fmla="*/ 1828744 w 2180199"/>
                <a:gd name="csY3281" fmla="*/ 1133280 h 1796578"/>
                <a:gd name="csX3282" fmla="*/ 1828668 w 2180199"/>
                <a:gd name="csY3282" fmla="*/ 1134261 h 1796578"/>
                <a:gd name="csX3283" fmla="*/ 1828995 w 2180199"/>
                <a:gd name="csY3283" fmla="*/ 1135182 h 1796578"/>
                <a:gd name="csX3284" fmla="*/ 1831308 w 2180199"/>
                <a:gd name="csY3284" fmla="*/ 1137951 h 1796578"/>
                <a:gd name="csX3285" fmla="*/ 1831909 w 2180199"/>
                <a:gd name="csY3285" fmla="*/ 1140477 h 1796578"/>
                <a:gd name="csX3286" fmla="*/ 1832023 w 2180199"/>
                <a:gd name="csY3286" fmla="*/ 1143528 h 1796578"/>
                <a:gd name="csX3287" fmla="*/ 1831734 w 2180199"/>
                <a:gd name="csY3287" fmla="*/ 1144715 h 1796578"/>
                <a:gd name="csX3288" fmla="*/ 1831491 w 2180199"/>
                <a:gd name="csY3288" fmla="*/ 1147325 h 1796578"/>
                <a:gd name="csX3289" fmla="*/ 1831293 w 2180199"/>
                <a:gd name="csY3289" fmla="*/ 1151358 h 1796578"/>
                <a:gd name="csX3290" fmla="*/ 1831247 w 2180199"/>
                <a:gd name="csY3290" fmla="*/ 1152735 h 1796578"/>
                <a:gd name="csX3291" fmla="*/ 1830487 w 2180199"/>
                <a:gd name="csY3291" fmla="*/ 1154081 h 1796578"/>
                <a:gd name="csX3292" fmla="*/ 1828425 w 2180199"/>
                <a:gd name="csY3292" fmla="*/ 1156014 h 1796578"/>
                <a:gd name="csX3293" fmla="*/ 1828394 w 2180199"/>
                <a:gd name="csY3293" fmla="*/ 1155649 h 1796578"/>
                <a:gd name="csX3294" fmla="*/ 1827900 w 2180199"/>
                <a:gd name="csY3294" fmla="*/ 1155550 h 1796578"/>
                <a:gd name="csX3295" fmla="*/ 1827367 w 2180199"/>
                <a:gd name="csY3295" fmla="*/ 1155847 h 1796578"/>
                <a:gd name="csX3296" fmla="*/ 1826621 w 2180199"/>
                <a:gd name="csY3296" fmla="*/ 1157498 h 1796578"/>
                <a:gd name="csX3297" fmla="*/ 1825982 w 2180199"/>
                <a:gd name="csY3297" fmla="*/ 1160511 h 1796578"/>
                <a:gd name="csX3298" fmla="*/ 1825206 w 2180199"/>
                <a:gd name="csY3298" fmla="*/ 1162146 h 1796578"/>
                <a:gd name="csX3299" fmla="*/ 1824286 w 2180199"/>
                <a:gd name="csY3299" fmla="*/ 1162405 h 1796578"/>
                <a:gd name="csX3300" fmla="*/ 1823730 w 2180199"/>
                <a:gd name="csY3300" fmla="*/ 1162839 h 1796578"/>
                <a:gd name="csX3301" fmla="*/ 1823548 w 2180199"/>
                <a:gd name="csY3301" fmla="*/ 1163448 h 1796578"/>
                <a:gd name="csX3302" fmla="*/ 1822566 w 2180199"/>
                <a:gd name="csY3302" fmla="*/ 1163858 h 1796578"/>
                <a:gd name="csX3303" fmla="*/ 1820778 w 2180199"/>
                <a:gd name="csY3303" fmla="*/ 1164072 h 1796578"/>
                <a:gd name="csX3304" fmla="*/ 1819553 w 2180199"/>
                <a:gd name="csY3304" fmla="*/ 1164985 h 1796578"/>
                <a:gd name="csX3305" fmla="*/ 1818640 w 2180199"/>
                <a:gd name="csY3305" fmla="*/ 1167556 h 1796578"/>
                <a:gd name="csX3306" fmla="*/ 1818678 w 2180199"/>
                <a:gd name="csY3306" fmla="*/ 1168789 h 1796578"/>
                <a:gd name="csX3307" fmla="*/ 1818252 w 2180199"/>
                <a:gd name="csY3307" fmla="*/ 1170318 h 1796578"/>
                <a:gd name="csX3308" fmla="*/ 1818282 w 2180199"/>
                <a:gd name="csY3308" fmla="*/ 1171627 h 1796578"/>
                <a:gd name="csX3309" fmla="*/ 1818762 w 2180199"/>
                <a:gd name="csY3309" fmla="*/ 1172715 h 1796578"/>
                <a:gd name="csX3310" fmla="*/ 1820207 w 2180199"/>
                <a:gd name="csY3310" fmla="*/ 1173803 h 1796578"/>
                <a:gd name="csX3311" fmla="*/ 1822612 w 2180199"/>
                <a:gd name="csY3311" fmla="*/ 1174891 h 1796578"/>
                <a:gd name="csX3312" fmla="*/ 1824050 w 2180199"/>
                <a:gd name="csY3312" fmla="*/ 1175058 h 1796578"/>
                <a:gd name="csX3313" fmla="*/ 1825039 w 2180199"/>
                <a:gd name="csY3313" fmla="*/ 1174602 h 1796578"/>
                <a:gd name="csX3314" fmla="*/ 1826074 w 2180199"/>
                <a:gd name="csY3314" fmla="*/ 1172821 h 1796578"/>
                <a:gd name="csX3315" fmla="*/ 1827078 w 2180199"/>
                <a:gd name="csY3315" fmla="*/ 1172121 h 1796578"/>
                <a:gd name="csX3316" fmla="*/ 1828303 w 2180199"/>
                <a:gd name="csY3316" fmla="*/ 1171825 h 1796578"/>
                <a:gd name="csX3317" fmla="*/ 1828767 w 2180199"/>
                <a:gd name="csY3317" fmla="*/ 1171018 h 1796578"/>
                <a:gd name="csX3318" fmla="*/ 1830783 w 2180199"/>
                <a:gd name="csY3318" fmla="*/ 1167450 h 1796578"/>
                <a:gd name="csX3319" fmla="*/ 1830783 w 2180199"/>
                <a:gd name="csY3319" fmla="*/ 1166658 h 1796578"/>
                <a:gd name="csX3320" fmla="*/ 1830045 w 2180199"/>
                <a:gd name="csY3320" fmla="*/ 1166354 h 1796578"/>
                <a:gd name="csX3321" fmla="*/ 1830152 w 2180199"/>
                <a:gd name="csY3321" fmla="*/ 1166133 h 1796578"/>
                <a:gd name="csX3322" fmla="*/ 1831103 w 2180199"/>
                <a:gd name="csY3322" fmla="*/ 1165989 h 1796578"/>
                <a:gd name="csX3323" fmla="*/ 1831925 w 2180199"/>
                <a:gd name="csY3323" fmla="*/ 1165510 h 1796578"/>
                <a:gd name="csX3324" fmla="*/ 1832625 w 2180199"/>
                <a:gd name="csY3324" fmla="*/ 1164688 h 1796578"/>
                <a:gd name="csX3325" fmla="*/ 1833849 w 2180199"/>
                <a:gd name="csY3325" fmla="*/ 1164079 h 1796578"/>
                <a:gd name="csX3326" fmla="*/ 1836832 w 2180199"/>
                <a:gd name="csY3326" fmla="*/ 1163143 h 1796578"/>
                <a:gd name="csX3327" fmla="*/ 1838430 w 2180199"/>
                <a:gd name="csY3327" fmla="*/ 1162078 h 1796578"/>
                <a:gd name="csX3328" fmla="*/ 1839442 w 2180199"/>
                <a:gd name="csY3328" fmla="*/ 1161903 h 1796578"/>
                <a:gd name="csX3329" fmla="*/ 1840918 w 2180199"/>
                <a:gd name="csY3329" fmla="*/ 1162474 h 1796578"/>
                <a:gd name="csX3330" fmla="*/ 1842851 w 2180199"/>
                <a:gd name="csY3330" fmla="*/ 1163782 h 1796578"/>
                <a:gd name="csX3331" fmla="*/ 1844380 w 2180199"/>
                <a:gd name="csY3331" fmla="*/ 1165692 h 1796578"/>
                <a:gd name="csX3332" fmla="*/ 1845506 w 2180199"/>
                <a:gd name="csY3332" fmla="*/ 1168195 h 1796578"/>
                <a:gd name="csX3333" fmla="*/ 1846929 w 2180199"/>
                <a:gd name="csY3333" fmla="*/ 1174670 h 1796578"/>
                <a:gd name="csX3334" fmla="*/ 1848648 w 2180199"/>
                <a:gd name="csY3334" fmla="*/ 1185071 h 1796578"/>
                <a:gd name="csX3335" fmla="*/ 1849820 w 2180199"/>
                <a:gd name="csY3335" fmla="*/ 1190869 h 1796578"/>
                <a:gd name="csX3336" fmla="*/ 1850451 w 2180199"/>
                <a:gd name="csY3336" fmla="*/ 1192101 h 1796578"/>
                <a:gd name="csX3337" fmla="*/ 1850763 w 2180199"/>
                <a:gd name="csY3337" fmla="*/ 1192718 h 1796578"/>
                <a:gd name="csX3338" fmla="*/ 1849249 w 2180199"/>
                <a:gd name="csY3338" fmla="*/ 1200790 h 1796578"/>
                <a:gd name="csX3339" fmla="*/ 1848032 w 2180199"/>
                <a:gd name="csY3339" fmla="*/ 1204115 h 1796578"/>
                <a:gd name="csX3340" fmla="*/ 1845901 w 2180199"/>
                <a:gd name="csY3340" fmla="*/ 1206040 h 1796578"/>
                <a:gd name="csX3341" fmla="*/ 1843786 w 2180199"/>
                <a:gd name="csY3341" fmla="*/ 1207904 h 1796578"/>
                <a:gd name="csX3342" fmla="*/ 1841146 w 2180199"/>
                <a:gd name="csY3342" fmla="*/ 1211024 h 1796578"/>
                <a:gd name="csX3343" fmla="*/ 1838247 w 2180199"/>
                <a:gd name="csY3343" fmla="*/ 1212561 h 1796578"/>
                <a:gd name="csX3344" fmla="*/ 1836764 w 2180199"/>
                <a:gd name="csY3344" fmla="*/ 1213466 h 1796578"/>
                <a:gd name="csX3345" fmla="*/ 1836444 w 2180199"/>
                <a:gd name="csY3345" fmla="*/ 1214052 h 1796578"/>
                <a:gd name="csX3346" fmla="*/ 1836086 w 2180199"/>
                <a:gd name="csY3346" fmla="*/ 1213869 h 1796578"/>
                <a:gd name="csX3347" fmla="*/ 1835295 w 2180199"/>
                <a:gd name="csY3347" fmla="*/ 1215559 h 1796578"/>
                <a:gd name="csX3348" fmla="*/ 1834588 w 2180199"/>
                <a:gd name="csY3348" fmla="*/ 1217895 h 1796578"/>
                <a:gd name="csX3349" fmla="*/ 1834306 w 2180199"/>
                <a:gd name="csY3349" fmla="*/ 1219698 h 1796578"/>
                <a:gd name="csX3350" fmla="*/ 1834557 w 2180199"/>
                <a:gd name="csY3350" fmla="*/ 1220687 h 1796578"/>
                <a:gd name="csX3351" fmla="*/ 1833956 w 2180199"/>
                <a:gd name="csY3351" fmla="*/ 1221318 h 1796578"/>
                <a:gd name="csX3352" fmla="*/ 1832868 w 2180199"/>
                <a:gd name="csY3352" fmla="*/ 1222505 h 1796578"/>
                <a:gd name="csX3353" fmla="*/ 1832663 w 2180199"/>
                <a:gd name="csY3353" fmla="*/ 1222939 h 1796578"/>
                <a:gd name="csX3354" fmla="*/ 1832739 w 2180199"/>
                <a:gd name="csY3354" fmla="*/ 1223631 h 1796578"/>
                <a:gd name="csX3355" fmla="*/ 1832510 w 2180199"/>
                <a:gd name="csY3355" fmla="*/ 1223966 h 1796578"/>
                <a:gd name="csX3356" fmla="*/ 1831985 w 2180199"/>
                <a:gd name="csY3356" fmla="*/ 1223951 h 1796578"/>
                <a:gd name="csX3357" fmla="*/ 1831582 w 2180199"/>
                <a:gd name="csY3357" fmla="*/ 1224286 h 1796578"/>
                <a:gd name="csX3358" fmla="*/ 1830601 w 2180199"/>
                <a:gd name="csY3358" fmla="*/ 1225526 h 1796578"/>
                <a:gd name="csX3359" fmla="*/ 1828912 w 2180199"/>
                <a:gd name="csY3359" fmla="*/ 1228767 h 1796578"/>
                <a:gd name="csX3360" fmla="*/ 1828592 w 2180199"/>
                <a:gd name="csY3360" fmla="*/ 1229444 h 1796578"/>
                <a:gd name="csX3361" fmla="*/ 1828874 w 2180199"/>
                <a:gd name="csY3361" fmla="*/ 1229946 h 1796578"/>
                <a:gd name="csX3362" fmla="*/ 1830806 w 2180199"/>
                <a:gd name="csY3362" fmla="*/ 1230258 h 1796578"/>
                <a:gd name="csX3363" fmla="*/ 1832122 w 2180199"/>
                <a:gd name="csY3363" fmla="*/ 1230852 h 1796578"/>
                <a:gd name="csX3364" fmla="*/ 1833150 w 2180199"/>
                <a:gd name="csY3364" fmla="*/ 1231742 h 1796578"/>
                <a:gd name="csX3365" fmla="*/ 1836855 w 2180199"/>
                <a:gd name="csY3365" fmla="*/ 1233484 h 1796578"/>
                <a:gd name="csX3366" fmla="*/ 1837989 w 2180199"/>
                <a:gd name="csY3366" fmla="*/ 1234565 h 1796578"/>
                <a:gd name="csX3367" fmla="*/ 1839115 w 2180199"/>
                <a:gd name="csY3367" fmla="*/ 1235158 h 1796578"/>
                <a:gd name="csX3368" fmla="*/ 1840233 w 2180199"/>
                <a:gd name="csY3368" fmla="*/ 1235265 h 1796578"/>
                <a:gd name="csX3369" fmla="*/ 1841002 w 2180199"/>
                <a:gd name="csY3369" fmla="*/ 1234922 h 1796578"/>
                <a:gd name="csX3370" fmla="*/ 1841412 w 2180199"/>
                <a:gd name="csY3370" fmla="*/ 1234131 h 1796578"/>
                <a:gd name="csX3371" fmla="*/ 1841937 w 2180199"/>
                <a:gd name="csY3371" fmla="*/ 1234078 h 1796578"/>
                <a:gd name="csX3372" fmla="*/ 1842577 w 2180199"/>
                <a:gd name="csY3372" fmla="*/ 1234763 h 1796578"/>
                <a:gd name="csX3373" fmla="*/ 1844661 w 2180199"/>
                <a:gd name="csY3373" fmla="*/ 1235508 h 1796578"/>
                <a:gd name="csX3374" fmla="*/ 1844730 w 2180199"/>
                <a:gd name="csY3374" fmla="*/ 1235744 h 1796578"/>
                <a:gd name="csX3375" fmla="*/ 1838947 w 2180199"/>
                <a:gd name="csY3375" fmla="*/ 1237038 h 1796578"/>
                <a:gd name="csX3376" fmla="*/ 1837737 w 2180199"/>
                <a:gd name="csY3376" fmla="*/ 1237639 h 1796578"/>
                <a:gd name="csX3377" fmla="*/ 1839183 w 2180199"/>
                <a:gd name="csY3377" fmla="*/ 1238057 h 1796578"/>
                <a:gd name="csX3378" fmla="*/ 1840644 w 2180199"/>
                <a:gd name="csY3378" fmla="*/ 1237958 h 1796578"/>
                <a:gd name="csX3379" fmla="*/ 1842112 w 2180199"/>
                <a:gd name="csY3379" fmla="*/ 1237334 h 1796578"/>
                <a:gd name="csX3380" fmla="*/ 1843802 w 2180199"/>
                <a:gd name="csY3380" fmla="*/ 1237365 h 1796578"/>
                <a:gd name="csX3381" fmla="*/ 1845285 w 2180199"/>
                <a:gd name="csY3381" fmla="*/ 1237662 h 1796578"/>
                <a:gd name="csX3382" fmla="*/ 1845757 w 2180199"/>
                <a:gd name="csY3382" fmla="*/ 1237411 h 1796578"/>
                <a:gd name="csX3383" fmla="*/ 1845947 w 2180199"/>
                <a:gd name="csY3383" fmla="*/ 1237281 h 1796578"/>
                <a:gd name="csX3384" fmla="*/ 1848473 w 2180199"/>
                <a:gd name="csY3384" fmla="*/ 1238978 h 1796578"/>
                <a:gd name="csX3385" fmla="*/ 1849417 w 2180199"/>
                <a:gd name="csY3385" fmla="*/ 1239229 h 1796578"/>
                <a:gd name="csX3386" fmla="*/ 1850398 w 2180199"/>
                <a:gd name="csY3386" fmla="*/ 1239039 h 1796578"/>
                <a:gd name="csX3387" fmla="*/ 1851410 w 2180199"/>
                <a:gd name="csY3387" fmla="*/ 1238399 h 1796578"/>
                <a:gd name="csX3388" fmla="*/ 1853639 w 2180199"/>
                <a:gd name="csY3388" fmla="*/ 1237570 h 1796578"/>
                <a:gd name="csX3389" fmla="*/ 1857078 w 2180199"/>
                <a:gd name="csY3389" fmla="*/ 1236543 h 1796578"/>
                <a:gd name="csX3390" fmla="*/ 1860388 w 2180199"/>
                <a:gd name="csY3390" fmla="*/ 1236125 h 1796578"/>
                <a:gd name="csX3391" fmla="*/ 1863569 w 2180199"/>
                <a:gd name="csY3391" fmla="*/ 1236315 h 1796578"/>
                <a:gd name="csX3392" fmla="*/ 1865577 w 2180199"/>
                <a:gd name="csY3392" fmla="*/ 1236026 h 1796578"/>
                <a:gd name="csX3393" fmla="*/ 1867418 w 2180199"/>
                <a:gd name="csY3393" fmla="*/ 1234960 h 1796578"/>
                <a:gd name="csX3394" fmla="*/ 1871482 w 2180199"/>
                <a:gd name="csY3394" fmla="*/ 1231461 h 1796578"/>
                <a:gd name="csX3395" fmla="*/ 1876146 w 2180199"/>
                <a:gd name="csY3395" fmla="*/ 1228638 h 1796578"/>
                <a:gd name="csX3396" fmla="*/ 1883823 w 2180199"/>
                <a:gd name="csY3396" fmla="*/ 1225130 h 1796578"/>
                <a:gd name="csX3397" fmla="*/ 1895235 w 2180199"/>
                <a:gd name="csY3397" fmla="*/ 1220907 h 1796578"/>
                <a:gd name="csX3398" fmla="*/ 1897001 w 2180199"/>
                <a:gd name="csY3398" fmla="*/ 1219926 h 1796578"/>
                <a:gd name="csX3399" fmla="*/ 1898789 w 2180199"/>
                <a:gd name="csY3399" fmla="*/ 1218960 h 1796578"/>
                <a:gd name="csX3400" fmla="*/ 1899717 w 2180199"/>
                <a:gd name="csY3400" fmla="*/ 1218404 h 1796578"/>
                <a:gd name="csX3401" fmla="*/ 1900752 w 2180199"/>
                <a:gd name="csY3401" fmla="*/ 1217902 h 1796578"/>
                <a:gd name="csX3402" fmla="*/ 1908695 w 2180199"/>
                <a:gd name="csY3402" fmla="*/ 1213474 h 1796578"/>
                <a:gd name="csX3403" fmla="*/ 1912788 w 2180199"/>
                <a:gd name="csY3403" fmla="*/ 1210856 h 1796578"/>
                <a:gd name="csX3404" fmla="*/ 1914835 w 2180199"/>
                <a:gd name="csY3404" fmla="*/ 1208954 h 1796578"/>
                <a:gd name="csX3405" fmla="*/ 1916996 w 2180199"/>
                <a:gd name="csY3405" fmla="*/ 1207372 h 1796578"/>
                <a:gd name="csX3406" fmla="*/ 1919263 w 2180199"/>
                <a:gd name="csY3406" fmla="*/ 1206109 h 1796578"/>
                <a:gd name="csX3407" fmla="*/ 1921059 w 2180199"/>
                <a:gd name="csY3407" fmla="*/ 1204488 h 1796578"/>
                <a:gd name="csX3408" fmla="*/ 1922390 w 2180199"/>
                <a:gd name="csY3408" fmla="*/ 1202510 h 1796578"/>
                <a:gd name="csX3409" fmla="*/ 1923859 w 2180199"/>
                <a:gd name="csY3409" fmla="*/ 1201034 h 1796578"/>
                <a:gd name="csX3410" fmla="*/ 1925464 w 2180199"/>
                <a:gd name="csY3410" fmla="*/ 1200068 h 1796578"/>
                <a:gd name="csX3411" fmla="*/ 1926332 w 2180199"/>
                <a:gd name="csY3411" fmla="*/ 1199048 h 1796578"/>
                <a:gd name="csX3412" fmla="*/ 1926453 w 2180199"/>
                <a:gd name="csY3412" fmla="*/ 1197983 h 1796578"/>
                <a:gd name="csX3413" fmla="*/ 1926149 w 2180199"/>
                <a:gd name="csY3413" fmla="*/ 1196537 h 1796578"/>
                <a:gd name="csX3414" fmla="*/ 1925434 w 2180199"/>
                <a:gd name="csY3414" fmla="*/ 1194719 h 1796578"/>
                <a:gd name="csX3415" fmla="*/ 1925335 w 2180199"/>
                <a:gd name="csY3415" fmla="*/ 1193288 h 1796578"/>
                <a:gd name="csX3416" fmla="*/ 1925852 w 2180199"/>
                <a:gd name="csY3416" fmla="*/ 1192238 h 1796578"/>
                <a:gd name="csX3417" fmla="*/ 1925966 w 2180199"/>
                <a:gd name="csY3417" fmla="*/ 1191531 h 1796578"/>
                <a:gd name="csX3418" fmla="*/ 1925677 w 2180199"/>
                <a:gd name="csY3418" fmla="*/ 1191166 h 1796578"/>
                <a:gd name="csX3419" fmla="*/ 1922307 w 2180199"/>
                <a:gd name="csY3419" fmla="*/ 1190123 h 1796578"/>
                <a:gd name="csX3420" fmla="*/ 1922451 w 2180199"/>
                <a:gd name="csY3420" fmla="*/ 1185102 h 1796578"/>
                <a:gd name="csX3421" fmla="*/ 1922406 w 2180199"/>
                <a:gd name="csY3421" fmla="*/ 1184957 h 1796578"/>
                <a:gd name="csX3422" fmla="*/ 1922581 w 2180199"/>
                <a:gd name="csY3422" fmla="*/ 1184896 h 1796578"/>
                <a:gd name="csX3423" fmla="*/ 1930349 w 2180199"/>
                <a:gd name="csY3423" fmla="*/ 1182667 h 1796578"/>
                <a:gd name="csX3424" fmla="*/ 1935302 w 2180199"/>
                <a:gd name="csY3424" fmla="*/ 1181898 h 1796578"/>
                <a:gd name="csX3425" fmla="*/ 1941336 w 2180199"/>
                <a:gd name="csY3425" fmla="*/ 1181693 h 1796578"/>
                <a:gd name="csX3426" fmla="*/ 1948526 w 2180199"/>
                <a:gd name="csY3426" fmla="*/ 1182796 h 1796578"/>
                <a:gd name="csX3427" fmla="*/ 1951318 w 2180199"/>
                <a:gd name="csY3427" fmla="*/ 1183800 h 1796578"/>
                <a:gd name="csX3428" fmla="*/ 1953084 w 2180199"/>
                <a:gd name="csY3428" fmla="*/ 1185079 h 1796578"/>
                <a:gd name="csX3429" fmla="*/ 1955122 w 2180199"/>
                <a:gd name="csY3429" fmla="*/ 1185421 h 1796578"/>
                <a:gd name="csX3430" fmla="*/ 1957436 w 2180199"/>
                <a:gd name="csY3430" fmla="*/ 1184828 h 1796578"/>
                <a:gd name="csX3431" fmla="*/ 1960639 w 2180199"/>
                <a:gd name="csY3431" fmla="*/ 1184630 h 1796578"/>
                <a:gd name="csX3432" fmla="*/ 1964740 w 2180199"/>
                <a:gd name="csY3432" fmla="*/ 1184828 h 1796578"/>
                <a:gd name="csX3433" fmla="*/ 1966931 w 2180199"/>
                <a:gd name="csY3433" fmla="*/ 1185132 h 1796578"/>
                <a:gd name="csX3434" fmla="*/ 1967220 w 2180199"/>
                <a:gd name="csY3434" fmla="*/ 1185535 h 1796578"/>
                <a:gd name="csX3435" fmla="*/ 1967502 w 2180199"/>
                <a:gd name="csY3435" fmla="*/ 1185414 h 1796578"/>
                <a:gd name="csX3436" fmla="*/ 1967783 w 2180199"/>
                <a:gd name="csY3436" fmla="*/ 1184775 h 1796578"/>
                <a:gd name="csX3437" fmla="*/ 1968879 w 2180199"/>
                <a:gd name="csY3437" fmla="*/ 1184067 h 1796578"/>
                <a:gd name="csX3438" fmla="*/ 1971953 w 2180199"/>
                <a:gd name="csY3438" fmla="*/ 1183009 h 1796578"/>
                <a:gd name="csX3439" fmla="*/ 1972364 w 2180199"/>
                <a:gd name="csY3439" fmla="*/ 1183230 h 1796578"/>
                <a:gd name="csX3440" fmla="*/ 1972995 w 2180199"/>
                <a:gd name="csY3440" fmla="*/ 1182697 h 1796578"/>
                <a:gd name="csX3441" fmla="*/ 1973847 w 2180199"/>
                <a:gd name="csY3441" fmla="*/ 1181404 h 1796578"/>
                <a:gd name="csX3442" fmla="*/ 1975415 w 2180199"/>
                <a:gd name="csY3442" fmla="*/ 1179973 h 1796578"/>
                <a:gd name="csX3443" fmla="*/ 1977697 w 2180199"/>
                <a:gd name="csY3443" fmla="*/ 1178406 h 1796578"/>
                <a:gd name="csX3444" fmla="*/ 1979759 w 2180199"/>
                <a:gd name="csY3444" fmla="*/ 1177592 h 1796578"/>
                <a:gd name="csX3445" fmla="*/ 1981608 w 2180199"/>
                <a:gd name="csY3445" fmla="*/ 1177524 h 1796578"/>
                <a:gd name="csX3446" fmla="*/ 1982840 w 2180199"/>
                <a:gd name="csY3446" fmla="*/ 1177143 h 1796578"/>
                <a:gd name="csX3447" fmla="*/ 1983464 w 2180199"/>
                <a:gd name="csY3447" fmla="*/ 1176435 h 1796578"/>
                <a:gd name="csX3448" fmla="*/ 1983655 w 2180199"/>
                <a:gd name="csY3448" fmla="*/ 1175812 h 1796578"/>
                <a:gd name="csX3449" fmla="*/ 1983411 w 2180199"/>
                <a:gd name="csY3449" fmla="*/ 1175271 h 1796578"/>
                <a:gd name="csX3450" fmla="*/ 1983518 w 2180199"/>
                <a:gd name="csY3450" fmla="*/ 1174670 h 1796578"/>
                <a:gd name="csX3451" fmla="*/ 1983624 w 2180199"/>
                <a:gd name="csY3451" fmla="*/ 1174374 h 1796578"/>
                <a:gd name="csX3452" fmla="*/ 1983533 w 2180199"/>
                <a:gd name="csY3452" fmla="*/ 1174130 h 1796578"/>
                <a:gd name="csX3453" fmla="*/ 1983312 w 2180199"/>
                <a:gd name="csY3453" fmla="*/ 1173620 h 1796578"/>
                <a:gd name="csX3454" fmla="*/ 1983137 w 2180199"/>
                <a:gd name="csY3454" fmla="*/ 1171049 h 1796578"/>
                <a:gd name="csX3455" fmla="*/ 1982780 w 2180199"/>
                <a:gd name="csY3455" fmla="*/ 1169839 h 1796578"/>
                <a:gd name="csX3456" fmla="*/ 1982277 w 2180199"/>
                <a:gd name="csY3456" fmla="*/ 1168941 h 1796578"/>
                <a:gd name="csX3457" fmla="*/ 1981638 w 2180199"/>
                <a:gd name="csY3457" fmla="*/ 1168363 h 1796578"/>
                <a:gd name="csX3458" fmla="*/ 1981715 w 2180199"/>
                <a:gd name="csY3458" fmla="*/ 1167762 h 1796578"/>
                <a:gd name="csX3459" fmla="*/ 1982825 w 2180199"/>
                <a:gd name="csY3459" fmla="*/ 1167016 h 1796578"/>
                <a:gd name="csX3460" fmla="*/ 1982742 w 2180199"/>
                <a:gd name="csY3460" fmla="*/ 1167708 h 1796578"/>
                <a:gd name="csX3461" fmla="*/ 1983031 w 2180199"/>
                <a:gd name="csY3461" fmla="*/ 1167921 h 1796578"/>
                <a:gd name="csX3462" fmla="*/ 1983548 w 2180199"/>
                <a:gd name="csY3462" fmla="*/ 1167602 h 1796578"/>
                <a:gd name="csX3463" fmla="*/ 1984735 w 2180199"/>
                <a:gd name="csY3463" fmla="*/ 1166050 h 1796578"/>
                <a:gd name="csX3464" fmla="*/ 1984872 w 2180199"/>
                <a:gd name="csY3464" fmla="*/ 1165464 h 1796578"/>
                <a:gd name="csX3465" fmla="*/ 1985679 w 2180199"/>
                <a:gd name="csY3465" fmla="*/ 1164863 h 1796578"/>
                <a:gd name="csX3466" fmla="*/ 1986280 w 2180199"/>
                <a:gd name="csY3466" fmla="*/ 1163927 h 1796578"/>
                <a:gd name="csX3467" fmla="*/ 1985618 w 2180199"/>
                <a:gd name="csY3467" fmla="*/ 1163790 h 1796578"/>
                <a:gd name="csX3468" fmla="*/ 1984043 w 2180199"/>
                <a:gd name="csY3468" fmla="*/ 1164072 h 1796578"/>
                <a:gd name="csX3469" fmla="*/ 1983685 w 2180199"/>
                <a:gd name="csY3469" fmla="*/ 1163790 h 1796578"/>
                <a:gd name="csX3470" fmla="*/ 1984499 w 2180199"/>
                <a:gd name="csY3470" fmla="*/ 1162542 h 1796578"/>
                <a:gd name="csX3471" fmla="*/ 1984347 w 2180199"/>
                <a:gd name="csY3471" fmla="*/ 1161835 h 1796578"/>
                <a:gd name="csX3472" fmla="*/ 1984088 w 2180199"/>
                <a:gd name="csY3472" fmla="*/ 1161538 h 1796578"/>
                <a:gd name="csX3473" fmla="*/ 1983571 w 2180199"/>
                <a:gd name="csY3473" fmla="*/ 1161416 h 1796578"/>
                <a:gd name="csX3474" fmla="*/ 1981798 w 2180199"/>
                <a:gd name="csY3474" fmla="*/ 1162512 h 1796578"/>
                <a:gd name="csX3475" fmla="*/ 1981250 w 2180199"/>
                <a:gd name="csY3475" fmla="*/ 1162611 h 1796578"/>
                <a:gd name="csX3476" fmla="*/ 1981174 w 2180199"/>
                <a:gd name="csY3476" fmla="*/ 1162032 h 1796578"/>
                <a:gd name="csX3477" fmla="*/ 1980261 w 2180199"/>
                <a:gd name="csY3477" fmla="*/ 1160747 h 1796578"/>
                <a:gd name="csX3478" fmla="*/ 1982711 w 2180199"/>
                <a:gd name="csY3478" fmla="*/ 1158464 h 1796578"/>
                <a:gd name="csX3479" fmla="*/ 1991370 w 2180199"/>
                <a:gd name="csY3479" fmla="*/ 1152096 h 1796578"/>
                <a:gd name="csX3480" fmla="*/ 1992252 w 2180199"/>
                <a:gd name="csY3480" fmla="*/ 1151129 h 1796578"/>
                <a:gd name="csX3481" fmla="*/ 1992579 w 2180199"/>
                <a:gd name="csY3481" fmla="*/ 1150262 h 1796578"/>
                <a:gd name="csX3482" fmla="*/ 1992344 w 2180199"/>
                <a:gd name="csY3482" fmla="*/ 1149501 h 1796578"/>
                <a:gd name="csX3483" fmla="*/ 1992100 w 2180199"/>
                <a:gd name="csY3483" fmla="*/ 1149311 h 1796578"/>
                <a:gd name="csX3484" fmla="*/ 1992230 w 2180199"/>
                <a:gd name="csY3484" fmla="*/ 1149121 h 1796578"/>
                <a:gd name="csX3485" fmla="*/ 2000576 w 2180199"/>
                <a:gd name="csY3485" fmla="*/ 1140888 h 1796578"/>
                <a:gd name="csX3486" fmla="*/ 2005316 w 2180199"/>
                <a:gd name="csY3486" fmla="*/ 1137076 h 1796578"/>
                <a:gd name="csX3487" fmla="*/ 2009227 w 2180199"/>
                <a:gd name="csY3487" fmla="*/ 1134946 h 1796578"/>
                <a:gd name="csX3488" fmla="*/ 2012210 w 2180199"/>
                <a:gd name="csY3488" fmla="*/ 1133934 h 1796578"/>
                <a:gd name="csX3489" fmla="*/ 2014226 w 2180199"/>
                <a:gd name="csY3489" fmla="*/ 1134078 h 1796578"/>
                <a:gd name="csX3490" fmla="*/ 2015367 w 2180199"/>
                <a:gd name="csY3490" fmla="*/ 1133934 h 1796578"/>
                <a:gd name="csX3491" fmla="*/ 2016341 w 2180199"/>
                <a:gd name="csY3491" fmla="*/ 1133934 h 1796578"/>
                <a:gd name="csX3492" fmla="*/ 2021309 w 2180199"/>
                <a:gd name="csY3492" fmla="*/ 1133926 h 1796578"/>
                <a:gd name="csX3493" fmla="*/ 2030196 w 2180199"/>
                <a:gd name="csY3493" fmla="*/ 1133911 h 1796578"/>
                <a:gd name="csX3494" fmla="*/ 2039083 w 2180199"/>
                <a:gd name="csY3494" fmla="*/ 1133904 h 1796578"/>
                <a:gd name="csX3495" fmla="*/ 2047970 w 2180199"/>
                <a:gd name="csY3495" fmla="*/ 1133888 h 1796578"/>
                <a:gd name="csX3496" fmla="*/ 2056849 w 2180199"/>
                <a:gd name="csY3496" fmla="*/ 1133873 h 1796578"/>
                <a:gd name="csX3497" fmla="*/ 2065736 w 2180199"/>
                <a:gd name="csY3497" fmla="*/ 1133858 h 1796578"/>
                <a:gd name="csX3498" fmla="*/ 2074623 w 2180199"/>
                <a:gd name="csY3498" fmla="*/ 1133843 h 1796578"/>
                <a:gd name="csX3499" fmla="*/ 2083502 w 2180199"/>
                <a:gd name="csY3499" fmla="*/ 1133827 h 1796578"/>
                <a:gd name="csX3500" fmla="*/ 2085610 w 2180199"/>
                <a:gd name="csY3500" fmla="*/ 1128014 h 1796578"/>
                <a:gd name="csX3501" fmla="*/ 2087565 w 2180199"/>
                <a:gd name="csY3501" fmla="*/ 1125298 h 1796578"/>
                <a:gd name="csX3502" fmla="*/ 2090251 w 2180199"/>
                <a:gd name="csY3502" fmla="*/ 1126196 h 1796578"/>
                <a:gd name="csX3503" fmla="*/ 2091681 w 2180199"/>
                <a:gd name="csY3503" fmla="*/ 1126120 h 1796578"/>
                <a:gd name="csX3504" fmla="*/ 2093271 w 2180199"/>
                <a:gd name="csY3504" fmla="*/ 1124720 h 1796578"/>
                <a:gd name="csX3505" fmla="*/ 2094557 w 2180199"/>
                <a:gd name="csY3505" fmla="*/ 1123868 h 1796578"/>
                <a:gd name="csX3506" fmla="*/ 2095402 w 2180199"/>
                <a:gd name="csY3506" fmla="*/ 1123997 h 1796578"/>
                <a:gd name="csX3507" fmla="*/ 2096124 w 2180199"/>
                <a:gd name="csY3507" fmla="*/ 1125276 h 1796578"/>
                <a:gd name="csX3508" fmla="*/ 2096726 w 2180199"/>
                <a:gd name="csY3508" fmla="*/ 1126128 h 1796578"/>
                <a:gd name="csX3509" fmla="*/ 2097433 w 2180199"/>
                <a:gd name="csY3509" fmla="*/ 1125876 h 1796578"/>
                <a:gd name="csX3510" fmla="*/ 2098034 w 2180199"/>
                <a:gd name="csY3510" fmla="*/ 1124667 h 1796578"/>
                <a:gd name="csX3511" fmla="*/ 2098011 w 2180199"/>
                <a:gd name="csY3511" fmla="*/ 1122985 h 1796578"/>
                <a:gd name="csX3512" fmla="*/ 2098833 w 2180199"/>
                <a:gd name="csY3512" fmla="*/ 1121814 h 1796578"/>
                <a:gd name="csX3513" fmla="*/ 2099815 w 2180199"/>
                <a:gd name="csY3513" fmla="*/ 1121639 h 1796578"/>
                <a:gd name="csX3514" fmla="*/ 2100720 w 2180199"/>
                <a:gd name="csY3514" fmla="*/ 1121677 h 1796578"/>
                <a:gd name="csX3515" fmla="*/ 2101177 w 2180199"/>
                <a:gd name="csY3515" fmla="*/ 1121106 h 1796578"/>
                <a:gd name="csX3516" fmla="*/ 2101123 w 2180199"/>
                <a:gd name="csY3516" fmla="*/ 1120292 h 1796578"/>
                <a:gd name="csX3517" fmla="*/ 2100804 w 2180199"/>
                <a:gd name="csY3517" fmla="*/ 1118968 h 1796578"/>
                <a:gd name="csX3518" fmla="*/ 2100918 w 2180199"/>
                <a:gd name="csY3518" fmla="*/ 1117378 h 1796578"/>
                <a:gd name="csX3519" fmla="*/ 2103178 w 2180199"/>
                <a:gd name="csY3519" fmla="*/ 1114555 h 1796578"/>
                <a:gd name="csX3520" fmla="*/ 2105947 w 2180199"/>
                <a:gd name="csY3520" fmla="*/ 1112645 h 1796578"/>
                <a:gd name="csX3521" fmla="*/ 2106913 w 2180199"/>
                <a:gd name="csY3521" fmla="*/ 1111687 h 1796578"/>
                <a:gd name="csX3522" fmla="*/ 2107195 w 2180199"/>
                <a:gd name="csY3522" fmla="*/ 1109746 h 1796578"/>
                <a:gd name="csX3523" fmla="*/ 2108785 w 2180199"/>
                <a:gd name="csY3523" fmla="*/ 1107730 h 1796578"/>
                <a:gd name="csX3524" fmla="*/ 2109577 w 2180199"/>
                <a:gd name="csY3524" fmla="*/ 1106566 h 1796578"/>
                <a:gd name="csX3525" fmla="*/ 2109767 w 2180199"/>
                <a:gd name="csY3525" fmla="*/ 1105554 h 1796578"/>
                <a:gd name="csX3526" fmla="*/ 2109356 w 2180199"/>
                <a:gd name="csY3526" fmla="*/ 1104306 h 1796578"/>
                <a:gd name="csX3527" fmla="*/ 2109394 w 2180199"/>
                <a:gd name="csY3527" fmla="*/ 1101925 h 1796578"/>
                <a:gd name="csX3528" fmla="*/ 2109942 w 2180199"/>
                <a:gd name="csY3528" fmla="*/ 1099079 h 1796578"/>
                <a:gd name="csX3529" fmla="*/ 2110596 w 2180199"/>
                <a:gd name="csY3529" fmla="*/ 1095975 h 1796578"/>
                <a:gd name="csX3530" fmla="*/ 2112057 w 2180199"/>
                <a:gd name="csY3530" fmla="*/ 1093175 h 1796578"/>
                <a:gd name="csX3531" fmla="*/ 2114454 w 2180199"/>
                <a:gd name="csY3531" fmla="*/ 1090116 h 1796578"/>
                <a:gd name="csX3532" fmla="*/ 2115077 w 2180199"/>
                <a:gd name="csY3532" fmla="*/ 1086084 h 1796578"/>
                <a:gd name="csX3533" fmla="*/ 2115724 w 2180199"/>
                <a:gd name="csY3533" fmla="*/ 1081823 h 1796578"/>
                <a:gd name="csX3534" fmla="*/ 2118631 w 2180199"/>
                <a:gd name="csY3534" fmla="*/ 1077661 h 1796578"/>
                <a:gd name="csX3535" fmla="*/ 2121925 w 2180199"/>
                <a:gd name="csY3535" fmla="*/ 1072921 h 1796578"/>
                <a:gd name="csX3536" fmla="*/ 2123805 w 2180199"/>
                <a:gd name="csY3536" fmla="*/ 1070220 h 1796578"/>
                <a:gd name="csX3537" fmla="*/ 2127183 w 2180199"/>
                <a:gd name="csY3537" fmla="*/ 1065297 h 1796578"/>
                <a:gd name="csX3538" fmla="*/ 2129587 w 2180199"/>
                <a:gd name="csY3538" fmla="*/ 1061782 h 1796578"/>
                <a:gd name="csX3539" fmla="*/ 2130797 w 2180199"/>
                <a:gd name="csY3539" fmla="*/ 1060169 h 1796578"/>
                <a:gd name="csX3540" fmla="*/ 2132060 w 2180199"/>
                <a:gd name="csY3540" fmla="*/ 1058252 h 1796578"/>
                <a:gd name="csX3541" fmla="*/ 2134122 w 2180199"/>
                <a:gd name="csY3541" fmla="*/ 1058830 h 1796578"/>
                <a:gd name="csX3542" fmla="*/ 2136176 w 2180199"/>
                <a:gd name="csY3542" fmla="*/ 1059400 h 1796578"/>
                <a:gd name="csX3543" fmla="*/ 2135872 w 2180199"/>
                <a:gd name="csY3543" fmla="*/ 1062185 h 1796578"/>
                <a:gd name="csX3544" fmla="*/ 2136207 w 2180199"/>
                <a:gd name="csY3544" fmla="*/ 1064209 h 1796578"/>
                <a:gd name="csX3545" fmla="*/ 2137180 w 2180199"/>
                <a:gd name="csY3545" fmla="*/ 1065373 h 1796578"/>
                <a:gd name="csX3546" fmla="*/ 2138588 w 2180199"/>
                <a:gd name="csY3546" fmla="*/ 1066165 h 1796578"/>
                <a:gd name="csX3547" fmla="*/ 2139653 w 2180199"/>
                <a:gd name="csY3547" fmla="*/ 1066431 h 1796578"/>
                <a:gd name="csX3548" fmla="*/ 2140908 w 2180199"/>
                <a:gd name="csY3548" fmla="*/ 1066416 h 1796578"/>
                <a:gd name="csX3549" fmla="*/ 2144332 w 2180199"/>
                <a:gd name="csY3549" fmla="*/ 1064841 h 1796578"/>
                <a:gd name="csX3550" fmla="*/ 2148350 w 2180199"/>
                <a:gd name="csY3550" fmla="*/ 1063821 h 1796578"/>
                <a:gd name="csX3551" fmla="*/ 2150564 w 2180199"/>
                <a:gd name="csY3551" fmla="*/ 1062870 h 1796578"/>
                <a:gd name="csX3552" fmla="*/ 2150967 w 2180199"/>
                <a:gd name="csY3552" fmla="*/ 1061980 h 1796578"/>
                <a:gd name="csX3553" fmla="*/ 2151971 w 2180199"/>
                <a:gd name="csY3553" fmla="*/ 1061668 h 1796578"/>
                <a:gd name="csX3554" fmla="*/ 2153577 w 2180199"/>
                <a:gd name="csY3554" fmla="*/ 1061934 h 1796578"/>
                <a:gd name="csX3555" fmla="*/ 2156544 w 2180199"/>
                <a:gd name="csY3555" fmla="*/ 1064163 h 1796578"/>
                <a:gd name="csX3556" fmla="*/ 2160006 w 2180199"/>
                <a:gd name="csY3556" fmla="*/ 1067527 h 1796578"/>
                <a:gd name="csX3557" fmla="*/ 2162738 w 2180199"/>
                <a:gd name="csY3557" fmla="*/ 1070182 h 1796578"/>
                <a:gd name="csX3558" fmla="*/ 2162821 w 2180199"/>
                <a:gd name="csY3558" fmla="*/ 1074778 h 1796578"/>
                <a:gd name="csX3559" fmla="*/ 2162875 w 2180199"/>
                <a:gd name="csY3559" fmla="*/ 1079632 h 1796578"/>
                <a:gd name="csX3560" fmla="*/ 2162928 w 2180199"/>
                <a:gd name="csY3560" fmla="*/ 1084729 h 1796578"/>
                <a:gd name="csX3561" fmla="*/ 2162966 w 2180199"/>
                <a:gd name="csY3561" fmla="*/ 1088359 h 1796578"/>
                <a:gd name="csX3562" fmla="*/ 2163034 w 2180199"/>
                <a:gd name="csY3562" fmla="*/ 1093335 h 1796578"/>
                <a:gd name="csX3563" fmla="*/ 2163088 w 2180199"/>
                <a:gd name="csY3563" fmla="*/ 1097276 h 1796578"/>
                <a:gd name="csX3564" fmla="*/ 2163156 w 2180199"/>
                <a:gd name="csY3564" fmla="*/ 1102412 h 1796578"/>
                <a:gd name="csX3565" fmla="*/ 2163194 w 2180199"/>
                <a:gd name="csY3565" fmla="*/ 1105151 h 1796578"/>
                <a:gd name="csX3566" fmla="*/ 2163567 w 2180199"/>
                <a:gd name="csY3566" fmla="*/ 1105942 h 1796578"/>
                <a:gd name="csX3567" fmla="*/ 2163339 w 2180199"/>
                <a:gd name="csY3567" fmla="*/ 1107015 h 1796578"/>
                <a:gd name="csX3568" fmla="*/ 2163240 w 2180199"/>
                <a:gd name="csY3568" fmla="*/ 1107555 h 1796578"/>
                <a:gd name="csX3569" fmla="*/ 2163263 w 2180199"/>
                <a:gd name="csY3569" fmla="*/ 1107989 h 1796578"/>
                <a:gd name="csX3570" fmla="*/ 2163415 w 2180199"/>
                <a:gd name="csY3570" fmla="*/ 1108529 h 1796578"/>
                <a:gd name="csX3571" fmla="*/ 2163392 w 2180199"/>
                <a:gd name="csY3571" fmla="*/ 1109282 h 1796578"/>
                <a:gd name="csX3572" fmla="*/ 2163042 w 2180199"/>
                <a:gd name="csY3572" fmla="*/ 1109959 h 1796578"/>
                <a:gd name="csX3573" fmla="*/ 2162867 w 2180199"/>
                <a:gd name="csY3573" fmla="*/ 1110751 h 1796578"/>
                <a:gd name="csX3574" fmla="*/ 2162821 w 2180199"/>
                <a:gd name="csY3574" fmla="*/ 1112036 h 1796578"/>
                <a:gd name="csX3575" fmla="*/ 2163194 w 2180199"/>
                <a:gd name="csY3575" fmla="*/ 1112828 h 1796578"/>
                <a:gd name="csX3576" fmla="*/ 2163818 w 2180199"/>
                <a:gd name="csY3576" fmla="*/ 1113292 h 1796578"/>
                <a:gd name="csX3577" fmla="*/ 2164343 w 2180199"/>
                <a:gd name="csY3577" fmla="*/ 1113292 h 1796578"/>
                <a:gd name="csX3578" fmla="*/ 2165020 w 2180199"/>
                <a:gd name="csY3578" fmla="*/ 1113756 h 1796578"/>
                <a:gd name="csX3579" fmla="*/ 2165895 w 2180199"/>
                <a:gd name="csY3579" fmla="*/ 1114578 h 1796578"/>
                <a:gd name="csX3580" fmla="*/ 2167227 w 2180199"/>
                <a:gd name="csY3580" fmla="*/ 1115293 h 1796578"/>
                <a:gd name="csX3581" fmla="*/ 2168604 w 2180199"/>
                <a:gd name="csY3581" fmla="*/ 1115544 h 1796578"/>
                <a:gd name="csX3582" fmla="*/ 2169555 w 2180199"/>
                <a:gd name="csY3582" fmla="*/ 1115369 h 1796578"/>
                <a:gd name="csX3583" fmla="*/ 2170704 w 2180199"/>
                <a:gd name="csY3583" fmla="*/ 1115833 h 1796578"/>
                <a:gd name="csX3584" fmla="*/ 2171107 w 2180199"/>
                <a:gd name="csY3584" fmla="*/ 1116975 h 1796578"/>
                <a:gd name="csX3585" fmla="*/ 2170879 w 2180199"/>
                <a:gd name="csY3585" fmla="*/ 1118047 h 1796578"/>
                <a:gd name="csX3586" fmla="*/ 2170232 w 2180199"/>
                <a:gd name="csY3586" fmla="*/ 1118550 h 1796578"/>
                <a:gd name="csX3587" fmla="*/ 2169532 w 2180199"/>
                <a:gd name="csY3587" fmla="*/ 1118938 h 1796578"/>
                <a:gd name="csX3588" fmla="*/ 2169403 w 2180199"/>
                <a:gd name="csY3588" fmla="*/ 1119759 h 1796578"/>
                <a:gd name="csX3589" fmla="*/ 2169753 w 2180199"/>
                <a:gd name="csY3589" fmla="*/ 1120611 h 1796578"/>
                <a:gd name="csX3590" fmla="*/ 2170255 w 2180199"/>
                <a:gd name="csY3590" fmla="*/ 1121357 h 1796578"/>
                <a:gd name="csX3591" fmla="*/ 2170803 w 2180199"/>
                <a:gd name="csY3591" fmla="*/ 1122666 h 1796578"/>
                <a:gd name="csX3592" fmla="*/ 2170574 w 2180199"/>
                <a:gd name="csY3592" fmla="*/ 1123807 h 1796578"/>
                <a:gd name="csX3593" fmla="*/ 2170072 w 2180199"/>
                <a:gd name="csY3593" fmla="*/ 1124766 h 1796578"/>
                <a:gd name="csX3594" fmla="*/ 2169852 w 2180199"/>
                <a:gd name="csY3594" fmla="*/ 1125755 h 1796578"/>
                <a:gd name="csX3595" fmla="*/ 2170278 w 2180199"/>
                <a:gd name="csY3595" fmla="*/ 1126607 h 1796578"/>
                <a:gd name="csX3596" fmla="*/ 2171404 w 2180199"/>
                <a:gd name="csY3596" fmla="*/ 1127741 h 1796578"/>
                <a:gd name="csX3597" fmla="*/ 2172104 w 2180199"/>
                <a:gd name="csY3597" fmla="*/ 1128836 h 1796578"/>
                <a:gd name="csX3598" fmla="*/ 2173207 w 2180199"/>
                <a:gd name="csY3598" fmla="*/ 1129437 h 1796578"/>
                <a:gd name="csX3599" fmla="*/ 2173732 w 2180199"/>
                <a:gd name="csY3599" fmla="*/ 1129011 h 1796578"/>
                <a:gd name="csX3600" fmla="*/ 2174158 w 2180199"/>
                <a:gd name="csY3600" fmla="*/ 1128441 h 1796578"/>
                <a:gd name="csX3601" fmla="*/ 2174607 w 2180199"/>
                <a:gd name="csY3601" fmla="*/ 1128014 h 1796578"/>
                <a:gd name="csX3602" fmla="*/ 2175383 w 2180199"/>
                <a:gd name="csY3602" fmla="*/ 1128266 h 1796578"/>
                <a:gd name="csX3603" fmla="*/ 2176289 w 2180199"/>
                <a:gd name="csY3603" fmla="*/ 1128585 h 1796578"/>
                <a:gd name="csX3604" fmla="*/ 2177270 w 2180199"/>
                <a:gd name="csY3604" fmla="*/ 1128966 h 1796578"/>
                <a:gd name="csX3605" fmla="*/ 2177148 w 2180199"/>
                <a:gd name="csY3605" fmla="*/ 1129886 h 1796578"/>
                <a:gd name="csX3606" fmla="*/ 2177749 w 2180199"/>
                <a:gd name="csY3606" fmla="*/ 1131431 h 1796578"/>
                <a:gd name="csX3607" fmla="*/ 2178213 w 2180199"/>
                <a:gd name="csY3607" fmla="*/ 1134398 h 1796578"/>
                <a:gd name="csX3608" fmla="*/ 2177498 w 2180199"/>
                <a:gd name="csY3608" fmla="*/ 1135745 h 1796578"/>
                <a:gd name="csX3609" fmla="*/ 2177650 w 2180199"/>
                <a:gd name="csY3609" fmla="*/ 1137525 h 1796578"/>
                <a:gd name="csX3610" fmla="*/ 2179629 w 2180199"/>
                <a:gd name="csY3610" fmla="*/ 1138043 h 1796578"/>
                <a:gd name="csX3611" fmla="*/ 2180108 w 2180199"/>
                <a:gd name="csY3611" fmla="*/ 1138591 h 1796578"/>
                <a:gd name="csX3612" fmla="*/ 2180199 w 2180199"/>
                <a:gd name="csY3612" fmla="*/ 1139245 h 1796578"/>
                <a:gd name="csX3613" fmla="*/ 2175839 w 2180199"/>
                <a:gd name="csY3613" fmla="*/ 1143802 h 1796578"/>
                <a:gd name="csX3614" fmla="*/ 2172149 w 2180199"/>
                <a:gd name="csY3614" fmla="*/ 1143171 h 1796578"/>
                <a:gd name="csX3615" fmla="*/ 2170148 w 2180199"/>
                <a:gd name="csY3615" fmla="*/ 1144381 h 1796578"/>
                <a:gd name="csX3616" fmla="*/ 2168056 w 2180199"/>
                <a:gd name="csY3616" fmla="*/ 1144731 h 1796578"/>
                <a:gd name="csX3617" fmla="*/ 2167135 w 2180199"/>
                <a:gd name="csY3617" fmla="*/ 1146762 h 1796578"/>
                <a:gd name="csX3618" fmla="*/ 2165986 w 2180199"/>
                <a:gd name="csY3618" fmla="*/ 1147196 h 1796578"/>
                <a:gd name="csX3619" fmla="*/ 2164411 w 2180199"/>
                <a:gd name="csY3619" fmla="*/ 1147074 h 1796578"/>
                <a:gd name="csX3620" fmla="*/ 2163049 w 2180199"/>
                <a:gd name="csY3620" fmla="*/ 1146503 h 1796578"/>
                <a:gd name="csX3621" fmla="*/ 2162015 w 2180199"/>
                <a:gd name="csY3621" fmla="*/ 1146785 h 1796578"/>
                <a:gd name="csX3622" fmla="*/ 2160561 w 2180199"/>
                <a:gd name="csY3622" fmla="*/ 1150445 h 1796578"/>
                <a:gd name="csX3623" fmla="*/ 2159374 w 2180199"/>
                <a:gd name="csY3623" fmla="*/ 1150125 h 1796578"/>
                <a:gd name="csX3624" fmla="*/ 2158903 w 2180199"/>
                <a:gd name="csY3624" fmla="*/ 1151441 h 1796578"/>
                <a:gd name="csX3625" fmla="*/ 2158279 w 2180199"/>
                <a:gd name="csY3625" fmla="*/ 1152019 h 1796578"/>
                <a:gd name="csX3626" fmla="*/ 2157366 w 2180199"/>
                <a:gd name="csY3626" fmla="*/ 1152506 h 1796578"/>
                <a:gd name="csX3627" fmla="*/ 2156575 w 2180199"/>
                <a:gd name="csY3627" fmla="*/ 1150886 h 1796578"/>
                <a:gd name="csX3628" fmla="*/ 2156072 w 2180199"/>
                <a:gd name="csY3628" fmla="*/ 1149341 h 1796578"/>
                <a:gd name="csX3629" fmla="*/ 2155327 w 2180199"/>
                <a:gd name="csY3629" fmla="*/ 1149007 h 1796578"/>
                <a:gd name="csX3630" fmla="*/ 2154338 w 2180199"/>
                <a:gd name="csY3630" fmla="*/ 1148611 h 1796578"/>
                <a:gd name="csX3631" fmla="*/ 2153326 w 2180199"/>
                <a:gd name="csY3631" fmla="*/ 1148626 h 1796578"/>
                <a:gd name="csX3632" fmla="*/ 2152648 w 2180199"/>
                <a:gd name="csY3632" fmla="*/ 1148847 h 1796578"/>
                <a:gd name="csX3633" fmla="*/ 2151804 w 2180199"/>
                <a:gd name="csY3633" fmla="*/ 1149844 h 1796578"/>
                <a:gd name="csX3634" fmla="*/ 2150587 w 2180199"/>
                <a:gd name="csY3634" fmla="*/ 1150703 h 1796578"/>
                <a:gd name="csX3635" fmla="*/ 2149666 w 2180199"/>
                <a:gd name="csY3635" fmla="*/ 1149988 h 1796578"/>
                <a:gd name="csX3636" fmla="*/ 2148943 w 2180199"/>
                <a:gd name="csY3636" fmla="*/ 1148839 h 1796578"/>
                <a:gd name="csX3637" fmla="*/ 2148327 w 2180199"/>
                <a:gd name="csY3637" fmla="*/ 1150688 h 1796578"/>
                <a:gd name="csX3638" fmla="*/ 2147429 w 2180199"/>
                <a:gd name="csY3638" fmla="*/ 1152636 h 1796578"/>
                <a:gd name="csX3639" fmla="*/ 2147581 w 2180199"/>
                <a:gd name="csY3639" fmla="*/ 1154903 h 1796578"/>
                <a:gd name="csX3640" fmla="*/ 2147193 w 2180199"/>
                <a:gd name="csY3640" fmla="*/ 1156250 h 1796578"/>
                <a:gd name="csX3641" fmla="*/ 2146341 w 2180199"/>
                <a:gd name="csY3641" fmla="*/ 1155892 h 1796578"/>
                <a:gd name="csX3642" fmla="*/ 2145497 w 2180199"/>
                <a:gd name="csY3642" fmla="*/ 1154713 h 1796578"/>
                <a:gd name="csX3643" fmla="*/ 2143123 w 2180199"/>
                <a:gd name="csY3643" fmla="*/ 1153770 h 1796578"/>
                <a:gd name="csX3644" fmla="*/ 2141228 w 2180199"/>
                <a:gd name="csY3644" fmla="*/ 1153853 h 1796578"/>
                <a:gd name="csX3645" fmla="*/ 2141616 w 2180199"/>
                <a:gd name="csY3645" fmla="*/ 1152590 h 1796578"/>
                <a:gd name="csX3646" fmla="*/ 2143404 w 2180199"/>
                <a:gd name="csY3646" fmla="*/ 1150779 h 1796578"/>
                <a:gd name="csX3647" fmla="*/ 2142849 w 2180199"/>
                <a:gd name="csY3647" fmla="*/ 1150429 h 1796578"/>
                <a:gd name="csX3648" fmla="*/ 2141974 w 2180199"/>
                <a:gd name="csY3648" fmla="*/ 1150680 h 1796578"/>
                <a:gd name="csX3649" fmla="*/ 2141593 w 2180199"/>
                <a:gd name="csY3649" fmla="*/ 1150429 h 1796578"/>
                <a:gd name="csX3650" fmla="*/ 2142225 w 2180199"/>
                <a:gd name="csY3650" fmla="*/ 1148778 h 1796578"/>
                <a:gd name="csX3651" fmla="*/ 2142286 w 2180199"/>
                <a:gd name="csY3651" fmla="*/ 1146960 h 1796578"/>
                <a:gd name="csX3652" fmla="*/ 2141487 w 2180199"/>
                <a:gd name="csY3652" fmla="*/ 1147591 h 1796578"/>
                <a:gd name="csX3653" fmla="*/ 2140482 w 2180199"/>
                <a:gd name="csY3653" fmla="*/ 1149509 h 1796578"/>
                <a:gd name="csX3654" fmla="*/ 2138048 w 2180199"/>
                <a:gd name="csY3654" fmla="*/ 1151038 h 1796578"/>
                <a:gd name="csX3655" fmla="*/ 2138162 w 2180199"/>
                <a:gd name="csY3655" fmla="*/ 1153594 h 1796578"/>
                <a:gd name="csX3656" fmla="*/ 2135872 w 2180199"/>
                <a:gd name="csY3656" fmla="*/ 1158814 h 1796578"/>
                <a:gd name="csX3657" fmla="*/ 2135765 w 2180199"/>
                <a:gd name="csY3657" fmla="*/ 1161036 h 1796578"/>
                <a:gd name="csX3658" fmla="*/ 2134297 w 2180199"/>
                <a:gd name="csY3658" fmla="*/ 1162801 h 1796578"/>
                <a:gd name="csX3659" fmla="*/ 2132395 w 2180199"/>
                <a:gd name="csY3659" fmla="*/ 1164323 h 1796578"/>
                <a:gd name="csX3660" fmla="*/ 2129861 w 2180199"/>
                <a:gd name="csY3660" fmla="*/ 1163896 h 1796578"/>
                <a:gd name="csX3661" fmla="*/ 2127928 w 2180199"/>
                <a:gd name="csY3661" fmla="*/ 1165213 h 1796578"/>
                <a:gd name="csX3662" fmla="*/ 2126947 w 2180199"/>
                <a:gd name="csY3662" fmla="*/ 1166727 h 1796578"/>
                <a:gd name="csX3663" fmla="*/ 2126095 w 2180199"/>
                <a:gd name="csY3663" fmla="*/ 1166955 h 1796578"/>
                <a:gd name="csX3664" fmla="*/ 2125653 w 2180199"/>
                <a:gd name="csY3664" fmla="*/ 1165030 h 1796578"/>
                <a:gd name="csX3665" fmla="*/ 2125334 w 2180199"/>
                <a:gd name="csY3665" fmla="*/ 1164437 h 1796578"/>
                <a:gd name="csX3666" fmla="*/ 2124619 w 2180199"/>
                <a:gd name="csY3666" fmla="*/ 1167282 h 1796578"/>
                <a:gd name="csX3667" fmla="*/ 2123896 w 2180199"/>
                <a:gd name="csY3667" fmla="*/ 1167457 h 1796578"/>
                <a:gd name="csX3668" fmla="*/ 2123622 w 2180199"/>
                <a:gd name="csY3668" fmla="*/ 1165441 h 1796578"/>
                <a:gd name="csX3669" fmla="*/ 2123280 w 2180199"/>
                <a:gd name="csY3669" fmla="*/ 1164110 h 1796578"/>
                <a:gd name="csX3670" fmla="*/ 2122290 w 2180199"/>
                <a:gd name="csY3670" fmla="*/ 1165259 h 1796578"/>
                <a:gd name="csX3671" fmla="*/ 2121636 w 2180199"/>
                <a:gd name="csY3671" fmla="*/ 1168302 h 1796578"/>
                <a:gd name="csX3672" fmla="*/ 2120951 w 2180199"/>
                <a:gd name="csY3672" fmla="*/ 1168043 h 1796578"/>
                <a:gd name="csX3673" fmla="*/ 2120731 w 2180199"/>
                <a:gd name="csY3673" fmla="*/ 1166917 h 1796578"/>
                <a:gd name="csX3674" fmla="*/ 2120236 w 2180199"/>
                <a:gd name="csY3674" fmla="*/ 1166575 h 1796578"/>
                <a:gd name="csX3675" fmla="*/ 2120069 w 2180199"/>
                <a:gd name="csY3675" fmla="*/ 1167868 h 1796578"/>
                <a:gd name="csX3676" fmla="*/ 2120312 w 2180199"/>
                <a:gd name="csY3676" fmla="*/ 1169687 h 1796578"/>
                <a:gd name="csX3677" fmla="*/ 2119955 w 2180199"/>
                <a:gd name="csY3677" fmla="*/ 1170653 h 1796578"/>
                <a:gd name="csX3678" fmla="*/ 2119270 w 2180199"/>
                <a:gd name="csY3678" fmla="*/ 1170136 h 1796578"/>
                <a:gd name="csX3679" fmla="*/ 2118585 w 2180199"/>
                <a:gd name="csY3679" fmla="*/ 1169261 h 1796578"/>
                <a:gd name="csX3680" fmla="*/ 2117451 w 2180199"/>
                <a:gd name="csY3680" fmla="*/ 1169922 h 1796578"/>
                <a:gd name="csX3681" fmla="*/ 2116409 w 2180199"/>
                <a:gd name="csY3681" fmla="*/ 1170189 h 1796578"/>
                <a:gd name="csX3682" fmla="*/ 2116409 w 2180199"/>
                <a:gd name="csY3682" fmla="*/ 1169298 h 1796578"/>
                <a:gd name="csX3683" fmla="*/ 2116607 w 2180199"/>
                <a:gd name="csY3683" fmla="*/ 1168203 h 1796578"/>
                <a:gd name="csX3684" fmla="*/ 2114537 w 2180199"/>
                <a:gd name="csY3684" fmla="*/ 1168804 h 1796578"/>
                <a:gd name="csX3685" fmla="*/ 2112049 w 2180199"/>
                <a:gd name="csY3685" fmla="*/ 1170820 h 1796578"/>
                <a:gd name="csX3686" fmla="*/ 2110117 w 2180199"/>
                <a:gd name="csY3686" fmla="*/ 1173605 h 1796578"/>
                <a:gd name="csX3687" fmla="*/ 2110786 w 2180199"/>
                <a:gd name="csY3687" fmla="*/ 1174069 h 1796578"/>
                <a:gd name="csX3688" fmla="*/ 2111540 w 2180199"/>
                <a:gd name="csY3688" fmla="*/ 1174952 h 1796578"/>
                <a:gd name="csX3689" fmla="*/ 2108184 w 2180199"/>
                <a:gd name="csY3689" fmla="*/ 1179235 h 1796578"/>
                <a:gd name="csX3690" fmla="*/ 2104745 w 2180199"/>
                <a:gd name="csY3690" fmla="*/ 1183085 h 1796578"/>
                <a:gd name="csX3691" fmla="*/ 2102150 w 2180199"/>
                <a:gd name="csY3691" fmla="*/ 1189347 h 1796578"/>
                <a:gd name="csX3692" fmla="*/ 2101108 w 2180199"/>
                <a:gd name="csY3692" fmla="*/ 1190078 h 1796578"/>
                <a:gd name="csX3693" fmla="*/ 2100210 w 2180199"/>
                <a:gd name="csY3693" fmla="*/ 1191219 h 1796578"/>
                <a:gd name="csX3694" fmla="*/ 2099259 w 2180199"/>
                <a:gd name="csY3694" fmla="*/ 1194985 h 1796578"/>
                <a:gd name="csX3695" fmla="*/ 2098164 w 2180199"/>
                <a:gd name="csY3695" fmla="*/ 1198325 h 1796578"/>
                <a:gd name="csX3696" fmla="*/ 2098780 w 2180199"/>
                <a:gd name="csY3696" fmla="*/ 1199817 h 1796578"/>
                <a:gd name="csX3697" fmla="*/ 2099183 w 2180199"/>
                <a:gd name="csY3697" fmla="*/ 1201346 h 1796578"/>
                <a:gd name="csX3698" fmla="*/ 2100157 w 2180199"/>
                <a:gd name="csY3698" fmla="*/ 1202852 h 1796578"/>
                <a:gd name="csX3699" fmla="*/ 2100986 w 2180199"/>
                <a:gd name="csY3699" fmla="*/ 1202989 h 1796578"/>
                <a:gd name="csX3700" fmla="*/ 2101884 w 2180199"/>
                <a:gd name="csY3700" fmla="*/ 1202715 h 1796578"/>
                <a:gd name="csX3701" fmla="*/ 2102538 w 2180199"/>
                <a:gd name="csY3701" fmla="*/ 1202776 h 1796578"/>
                <a:gd name="csX3702" fmla="*/ 2102965 w 2180199"/>
                <a:gd name="csY3702" fmla="*/ 1203415 h 1796578"/>
                <a:gd name="csX3703" fmla="*/ 2102782 w 2180199"/>
                <a:gd name="csY3703" fmla="*/ 1204184 h 1796578"/>
                <a:gd name="csX3704" fmla="*/ 2101747 w 2180199"/>
                <a:gd name="csY3704" fmla="*/ 1204374 h 1796578"/>
                <a:gd name="csX3705" fmla="*/ 2099815 w 2180199"/>
                <a:gd name="csY3705" fmla="*/ 1205713 h 1796578"/>
                <a:gd name="csX3706" fmla="*/ 2098118 w 2180199"/>
                <a:gd name="csY3706" fmla="*/ 1206230 h 1796578"/>
                <a:gd name="csX3707" fmla="*/ 2097273 w 2180199"/>
                <a:gd name="csY3707" fmla="*/ 1207844 h 1796578"/>
                <a:gd name="csX3708" fmla="*/ 2096003 w 2180199"/>
                <a:gd name="csY3708" fmla="*/ 1209708 h 1796578"/>
                <a:gd name="csX3709" fmla="*/ 2093530 w 2180199"/>
                <a:gd name="csY3709" fmla="*/ 1212614 h 1796578"/>
                <a:gd name="csX3710" fmla="*/ 2094588 w 2180199"/>
                <a:gd name="csY3710" fmla="*/ 1213512 h 1796578"/>
                <a:gd name="csX3711" fmla="*/ 2098400 w 2180199"/>
                <a:gd name="csY3711" fmla="*/ 1214516 h 1796578"/>
                <a:gd name="csX3712" fmla="*/ 2100104 w 2180199"/>
                <a:gd name="csY3712" fmla="*/ 1215551 h 1796578"/>
                <a:gd name="csX3713" fmla="*/ 2102675 w 2180199"/>
                <a:gd name="csY3713" fmla="*/ 1220953 h 1796578"/>
                <a:gd name="csX3714" fmla="*/ 2102090 w 2180199"/>
                <a:gd name="csY3714" fmla="*/ 1221493 h 1796578"/>
                <a:gd name="csX3715" fmla="*/ 2101854 w 2180199"/>
                <a:gd name="csY3715" fmla="*/ 1222482 h 1796578"/>
                <a:gd name="csX3716" fmla="*/ 2104144 w 2180199"/>
                <a:gd name="csY3716" fmla="*/ 1223867 h 1796578"/>
                <a:gd name="csX3717" fmla="*/ 2104874 w 2180199"/>
                <a:gd name="csY3717" fmla="*/ 1227732 h 1796578"/>
                <a:gd name="csX3718" fmla="*/ 2106754 w 2180199"/>
                <a:gd name="csY3718" fmla="*/ 1229049 h 1796578"/>
                <a:gd name="csX3719" fmla="*/ 2109554 w 2180199"/>
                <a:gd name="csY3719" fmla="*/ 1229855 h 1796578"/>
                <a:gd name="csX3720" fmla="*/ 2112985 w 2180199"/>
                <a:gd name="csY3720" fmla="*/ 1228691 h 1796578"/>
                <a:gd name="csX3721" fmla="*/ 2115838 w 2180199"/>
                <a:gd name="csY3721" fmla="*/ 1227086 h 1796578"/>
                <a:gd name="csX3722" fmla="*/ 2115739 w 2180199"/>
                <a:gd name="csY3722" fmla="*/ 1225769 h 1796578"/>
                <a:gd name="csX3723" fmla="*/ 2113944 w 2180199"/>
                <a:gd name="csY3723" fmla="*/ 1222695 h 1796578"/>
                <a:gd name="csX3724" fmla="*/ 2113510 w 2180199"/>
                <a:gd name="csY3724" fmla="*/ 1221257 h 1796578"/>
                <a:gd name="csX3725" fmla="*/ 2112179 w 2180199"/>
                <a:gd name="csY3725" fmla="*/ 1220322 h 1796578"/>
                <a:gd name="csX3726" fmla="*/ 2111677 w 2180199"/>
                <a:gd name="csY3726" fmla="*/ 1221113 h 1796578"/>
                <a:gd name="csX3727" fmla="*/ 2110817 w 2180199"/>
                <a:gd name="csY3727" fmla="*/ 1220086 h 1796578"/>
                <a:gd name="csX3728" fmla="*/ 2110718 w 2180199"/>
                <a:gd name="csY3728" fmla="*/ 1219507 h 1796578"/>
                <a:gd name="csX3729" fmla="*/ 2111517 w 2180199"/>
                <a:gd name="csY3729" fmla="*/ 1219226 h 1796578"/>
                <a:gd name="csX3730" fmla="*/ 2112453 w 2180199"/>
                <a:gd name="csY3730" fmla="*/ 1219340 h 1796578"/>
                <a:gd name="csX3731" fmla="*/ 2113541 w 2180199"/>
                <a:gd name="csY3731" fmla="*/ 1219880 h 1796578"/>
                <a:gd name="csX3732" fmla="*/ 2116341 w 2180199"/>
                <a:gd name="csY3732" fmla="*/ 1223236 h 1796578"/>
                <a:gd name="csX3733" fmla="*/ 2117117 w 2180199"/>
                <a:gd name="csY3733" fmla="*/ 1227618 h 1796578"/>
                <a:gd name="csX3734" fmla="*/ 2117284 w 2180199"/>
                <a:gd name="csY3734" fmla="*/ 1230395 h 1796578"/>
                <a:gd name="csX3735" fmla="*/ 2116965 w 2180199"/>
                <a:gd name="csY3735" fmla="*/ 1231346 h 1796578"/>
                <a:gd name="csX3736" fmla="*/ 2116150 w 2180199"/>
                <a:gd name="csY3736" fmla="*/ 1231148 h 1796578"/>
                <a:gd name="csX3737" fmla="*/ 2114598 w 2180199"/>
                <a:gd name="csY3737" fmla="*/ 1231339 h 1796578"/>
                <a:gd name="csX3738" fmla="*/ 2107225 w 2180199"/>
                <a:gd name="csY3738" fmla="*/ 1232777 h 1796578"/>
                <a:gd name="csX3739" fmla="*/ 2105590 w 2180199"/>
                <a:gd name="csY3739" fmla="*/ 1234040 h 1796578"/>
                <a:gd name="csX3740" fmla="*/ 2101839 w 2180199"/>
                <a:gd name="csY3740" fmla="*/ 1235409 h 1796578"/>
                <a:gd name="csX3741" fmla="*/ 2101603 w 2180199"/>
                <a:gd name="csY3741" fmla="*/ 1234724 h 1796578"/>
                <a:gd name="csX3742" fmla="*/ 2101877 w 2180199"/>
                <a:gd name="csY3742" fmla="*/ 1233309 h 1796578"/>
                <a:gd name="csX3743" fmla="*/ 2101641 w 2180199"/>
                <a:gd name="csY3743" fmla="*/ 1230403 h 1796578"/>
                <a:gd name="csX3744" fmla="*/ 2100903 w 2180199"/>
                <a:gd name="csY3744" fmla="*/ 1230266 h 1796578"/>
                <a:gd name="csX3745" fmla="*/ 2095067 w 2180199"/>
                <a:gd name="csY3745" fmla="*/ 1235006 h 1796578"/>
                <a:gd name="csX3746" fmla="*/ 2092815 w 2180199"/>
                <a:gd name="csY3746" fmla="*/ 1235303 h 1796578"/>
                <a:gd name="csX3747" fmla="*/ 2090920 w 2180199"/>
                <a:gd name="csY3747" fmla="*/ 1236688 h 1796578"/>
                <a:gd name="csX3748" fmla="*/ 2090494 w 2180199"/>
                <a:gd name="csY3748" fmla="*/ 1235919 h 1796578"/>
                <a:gd name="csX3749" fmla="*/ 2090159 w 2180199"/>
                <a:gd name="csY3749" fmla="*/ 1232374 h 1796578"/>
                <a:gd name="csX3750" fmla="*/ 2091346 w 2180199"/>
                <a:gd name="csY3750" fmla="*/ 1229391 h 1796578"/>
                <a:gd name="csX3751" fmla="*/ 2090715 w 2180199"/>
                <a:gd name="csY3751" fmla="*/ 1229437 h 1796578"/>
                <a:gd name="csX3752" fmla="*/ 2088737 w 2180199"/>
                <a:gd name="csY3752" fmla="*/ 1231225 h 1796578"/>
                <a:gd name="csX3753" fmla="*/ 2087892 w 2180199"/>
                <a:gd name="csY3753" fmla="*/ 1230121 h 1796578"/>
                <a:gd name="csX3754" fmla="*/ 2087466 w 2180199"/>
                <a:gd name="csY3754" fmla="*/ 1228912 h 1796578"/>
                <a:gd name="csX3755" fmla="*/ 2086857 w 2180199"/>
                <a:gd name="csY3755" fmla="*/ 1228227 h 1796578"/>
                <a:gd name="csX3756" fmla="*/ 2086195 w 2180199"/>
                <a:gd name="csY3756" fmla="*/ 1227968 h 1796578"/>
                <a:gd name="csX3757" fmla="*/ 2086766 w 2180199"/>
                <a:gd name="csY3757" fmla="*/ 1230608 h 1796578"/>
                <a:gd name="csX3758" fmla="*/ 2085419 w 2180199"/>
                <a:gd name="csY3758" fmla="*/ 1232587 h 1796578"/>
                <a:gd name="csX3759" fmla="*/ 2085054 w 2180199"/>
                <a:gd name="csY3759" fmla="*/ 1237692 h 1796578"/>
                <a:gd name="csX3760" fmla="*/ 2083365 w 2180199"/>
                <a:gd name="csY3760" fmla="*/ 1239807 h 1796578"/>
                <a:gd name="csX3761" fmla="*/ 2078100 w 2180199"/>
                <a:gd name="csY3761" fmla="*/ 1241169 h 1796578"/>
                <a:gd name="csX3762" fmla="*/ 2074668 w 2180199"/>
                <a:gd name="csY3762" fmla="*/ 1240880 h 1796578"/>
                <a:gd name="csX3763" fmla="*/ 2071594 w 2180199"/>
                <a:gd name="csY3763" fmla="*/ 1241306 h 1796578"/>
                <a:gd name="csX3764" fmla="*/ 2067509 w 2180199"/>
                <a:gd name="csY3764" fmla="*/ 1242280 h 1796578"/>
                <a:gd name="csX3765" fmla="*/ 2065249 w 2180199"/>
                <a:gd name="csY3765" fmla="*/ 1241702 h 1796578"/>
                <a:gd name="csX3766" fmla="*/ 2062936 w 2180199"/>
                <a:gd name="csY3766" fmla="*/ 1242729 h 1796578"/>
                <a:gd name="csX3767" fmla="*/ 2055084 w 2180199"/>
                <a:gd name="csY3767" fmla="*/ 1243010 h 1796578"/>
                <a:gd name="csX3768" fmla="*/ 2053425 w 2180199"/>
                <a:gd name="csY3768" fmla="*/ 1242462 h 1796578"/>
                <a:gd name="csX3769" fmla="*/ 2051310 w 2180199"/>
                <a:gd name="csY3769" fmla="*/ 1244403 h 1796578"/>
                <a:gd name="csX3770" fmla="*/ 2047924 w 2180199"/>
                <a:gd name="csY3770" fmla="*/ 1245551 h 1796578"/>
                <a:gd name="csX3771" fmla="*/ 2039365 w 2180199"/>
                <a:gd name="csY3771" fmla="*/ 1249896 h 1796578"/>
                <a:gd name="csX3772" fmla="*/ 2037478 w 2180199"/>
                <a:gd name="csY3772" fmla="*/ 1251479 h 1796578"/>
                <a:gd name="csX3773" fmla="*/ 2035180 w 2180199"/>
                <a:gd name="csY3773" fmla="*/ 1253936 h 1796578"/>
                <a:gd name="csX3774" fmla="*/ 2033635 w 2180199"/>
                <a:gd name="csY3774" fmla="*/ 1255260 h 1796578"/>
                <a:gd name="csX3775" fmla="*/ 2032365 w 2180199"/>
                <a:gd name="csY3775" fmla="*/ 1255694 h 1796578"/>
                <a:gd name="csX3776" fmla="*/ 2031581 w 2180199"/>
                <a:gd name="csY3776" fmla="*/ 1256797 h 1796578"/>
                <a:gd name="csX3777" fmla="*/ 2030729 w 2180199"/>
                <a:gd name="csY3777" fmla="*/ 1257512 h 1796578"/>
                <a:gd name="csX3778" fmla="*/ 2031551 w 2180199"/>
                <a:gd name="csY3778" fmla="*/ 1255062 h 1796578"/>
                <a:gd name="csX3779" fmla="*/ 2032441 w 2180199"/>
                <a:gd name="csY3779" fmla="*/ 1252993 h 1796578"/>
                <a:gd name="csX3780" fmla="*/ 2033186 w 2180199"/>
                <a:gd name="csY3780" fmla="*/ 1248968 h 1796578"/>
                <a:gd name="csX3781" fmla="*/ 2032966 w 2180199"/>
                <a:gd name="csY3781" fmla="*/ 1245711 h 1796578"/>
                <a:gd name="csX3782" fmla="*/ 2032045 w 2180199"/>
                <a:gd name="csY3782" fmla="*/ 1244372 h 1796578"/>
                <a:gd name="csX3783" fmla="*/ 2031094 w 2180199"/>
                <a:gd name="csY3783" fmla="*/ 1243475 h 1796578"/>
                <a:gd name="csX3784" fmla="*/ 2032205 w 2180199"/>
                <a:gd name="csY3784" fmla="*/ 1246693 h 1796578"/>
                <a:gd name="csX3785" fmla="*/ 2032387 w 2180199"/>
                <a:gd name="csY3785" fmla="*/ 1250634 h 1796578"/>
                <a:gd name="csX3786" fmla="*/ 2031999 w 2180199"/>
                <a:gd name="csY3786" fmla="*/ 1252939 h 1796578"/>
                <a:gd name="csX3787" fmla="*/ 2029899 w 2180199"/>
                <a:gd name="csY3787" fmla="*/ 1257375 h 1796578"/>
                <a:gd name="csX3788" fmla="*/ 2029009 w 2180199"/>
                <a:gd name="csY3788" fmla="*/ 1258402 h 1796578"/>
                <a:gd name="csX3789" fmla="*/ 2027967 w 2180199"/>
                <a:gd name="csY3789" fmla="*/ 1259316 h 1796578"/>
                <a:gd name="csX3790" fmla="*/ 2027176 w 2180199"/>
                <a:gd name="csY3790" fmla="*/ 1259704 h 1796578"/>
                <a:gd name="csX3791" fmla="*/ 2026445 w 2180199"/>
                <a:gd name="csY3791" fmla="*/ 1260411 h 1796578"/>
                <a:gd name="csX3792" fmla="*/ 2025601 w 2180199"/>
                <a:gd name="csY3792" fmla="*/ 1261530 h 1796578"/>
                <a:gd name="csX3793" fmla="*/ 2024802 w 2180199"/>
                <a:gd name="csY3793" fmla="*/ 1263751 h 1796578"/>
                <a:gd name="csX3794" fmla="*/ 2025289 w 2180199"/>
                <a:gd name="csY3794" fmla="*/ 1265775 h 1796578"/>
                <a:gd name="csX3795" fmla="*/ 2029382 w 2180199"/>
                <a:gd name="csY3795" fmla="*/ 1266513 h 1796578"/>
                <a:gd name="csX3796" fmla="*/ 2030485 w 2180199"/>
                <a:gd name="csY3796" fmla="*/ 1265889 h 1796578"/>
                <a:gd name="csX3797" fmla="*/ 2031041 w 2180199"/>
                <a:gd name="csY3797" fmla="*/ 1267335 h 1796578"/>
                <a:gd name="csX3798" fmla="*/ 2031360 w 2180199"/>
                <a:gd name="csY3798" fmla="*/ 1269344 h 1796578"/>
                <a:gd name="csX3799" fmla="*/ 2031048 w 2180199"/>
                <a:gd name="csY3799" fmla="*/ 1271519 h 1796578"/>
                <a:gd name="csX3800" fmla="*/ 2030364 w 2180199"/>
                <a:gd name="csY3800" fmla="*/ 1273726 h 1796578"/>
                <a:gd name="csX3801" fmla="*/ 2029846 w 2180199"/>
                <a:gd name="csY3801" fmla="*/ 1276465 h 1796578"/>
                <a:gd name="csX3802" fmla="*/ 2029405 w 2180199"/>
                <a:gd name="csY3802" fmla="*/ 1280627 h 1796578"/>
                <a:gd name="csX3803" fmla="*/ 2028743 w 2180199"/>
                <a:gd name="csY3803" fmla="*/ 1284363 h 1796578"/>
                <a:gd name="csX3804" fmla="*/ 2028652 w 2180199"/>
                <a:gd name="csY3804" fmla="*/ 1283229 h 1796578"/>
                <a:gd name="csX3805" fmla="*/ 2029070 w 2180199"/>
                <a:gd name="csY3805" fmla="*/ 1278679 h 1796578"/>
                <a:gd name="csX3806" fmla="*/ 2028401 w 2180199"/>
                <a:gd name="csY3806" fmla="*/ 1279159 h 1796578"/>
                <a:gd name="csX3807" fmla="*/ 2027936 w 2180199"/>
                <a:gd name="csY3807" fmla="*/ 1280209 h 1796578"/>
                <a:gd name="csX3808" fmla="*/ 2026689 w 2180199"/>
                <a:gd name="csY3808" fmla="*/ 1286067 h 1796578"/>
                <a:gd name="csX3809" fmla="*/ 2024969 w 2180199"/>
                <a:gd name="csY3809" fmla="*/ 1289179 h 1796578"/>
                <a:gd name="csX3810" fmla="*/ 2023387 w 2180199"/>
                <a:gd name="csY3810" fmla="*/ 1291332 h 1796578"/>
                <a:gd name="csX3811" fmla="*/ 2021751 w 2180199"/>
                <a:gd name="csY3811" fmla="*/ 1290975 h 1796578"/>
                <a:gd name="csX3812" fmla="*/ 2022116 w 2180199"/>
                <a:gd name="csY3812" fmla="*/ 1292687 h 1796578"/>
                <a:gd name="csX3813" fmla="*/ 2021667 w 2180199"/>
                <a:gd name="csY3813" fmla="*/ 1293577 h 1796578"/>
                <a:gd name="csX3814" fmla="*/ 2021287 w 2180199"/>
                <a:gd name="csY3814" fmla="*/ 1295433 h 1796578"/>
                <a:gd name="csX3815" fmla="*/ 2020313 w 2180199"/>
                <a:gd name="csY3815" fmla="*/ 1296658 h 1796578"/>
                <a:gd name="csX3816" fmla="*/ 2019400 w 2180199"/>
                <a:gd name="csY3816" fmla="*/ 1296544 h 1796578"/>
                <a:gd name="csX3817" fmla="*/ 2018091 w 2180199"/>
                <a:gd name="csY3817" fmla="*/ 1297389 h 1796578"/>
                <a:gd name="csX3818" fmla="*/ 2017574 w 2180199"/>
                <a:gd name="csY3818" fmla="*/ 1298035 h 1796578"/>
                <a:gd name="csX3819" fmla="*/ 2017536 w 2180199"/>
                <a:gd name="csY3819" fmla="*/ 1299276 h 1796578"/>
                <a:gd name="csX3820" fmla="*/ 2016653 w 2180199"/>
                <a:gd name="csY3820" fmla="*/ 1300364 h 1796578"/>
                <a:gd name="csX3821" fmla="*/ 2013480 w 2180199"/>
                <a:gd name="csY3821" fmla="*/ 1306009 h 1796578"/>
                <a:gd name="csX3822" fmla="*/ 2010726 w 2180199"/>
                <a:gd name="csY3822" fmla="*/ 1307668 h 1796578"/>
                <a:gd name="csX3823" fmla="*/ 2010072 w 2180199"/>
                <a:gd name="csY3823" fmla="*/ 1307424 h 1796578"/>
                <a:gd name="csX3824" fmla="*/ 2010794 w 2180199"/>
                <a:gd name="csY3824" fmla="*/ 1304761 h 1796578"/>
                <a:gd name="csX3825" fmla="*/ 2011289 w 2180199"/>
                <a:gd name="csY3825" fmla="*/ 1302068 h 1796578"/>
                <a:gd name="csX3826" fmla="*/ 2009615 w 2180199"/>
                <a:gd name="csY3826" fmla="*/ 1300896 h 1796578"/>
                <a:gd name="csX3827" fmla="*/ 2008017 w 2180199"/>
                <a:gd name="csY3827" fmla="*/ 1300272 h 1796578"/>
                <a:gd name="csX3828" fmla="*/ 2006183 w 2180199"/>
                <a:gd name="csY3828" fmla="*/ 1300356 h 1796578"/>
                <a:gd name="csX3829" fmla="*/ 2004152 w 2180199"/>
                <a:gd name="csY3829" fmla="*/ 1298256 h 1796578"/>
                <a:gd name="csX3830" fmla="*/ 2001542 w 2180199"/>
                <a:gd name="csY3830" fmla="*/ 1296734 h 1796578"/>
                <a:gd name="csX3831" fmla="*/ 1997898 w 2180199"/>
                <a:gd name="csY3831" fmla="*/ 1292595 h 1796578"/>
                <a:gd name="csX3832" fmla="*/ 1998004 w 2180199"/>
                <a:gd name="csY3832" fmla="*/ 1291446 h 1796578"/>
                <a:gd name="csX3833" fmla="*/ 1997913 w 2180199"/>
                <a:gd name="csY3833" fmla="*/ 1289514 h 1796578"/>
                <a:gd name="csX3834" fmla="*/ 1999024 w 2180199"/>
                <a:gd name="csY3834" fmla="*/ 1286463 h 1796578"/>
                <a:gd name="csX3835" fmla="*/ 2000081 w 2180199"/>
                <a:gd name="csY3835" fmla="*/ 1284325 h 1796578"/>
                <a:gd name="csX3836" fmla="*/ 2001550 w 2180199"/>
                <a:gd name="csY3836" fmla="*/ 1283214 h 1796578"/>
                <a:gd name="csX3837" fmla="*/ 2005811 w 2180199"/>
                <a:gd name="csY3837" fmla="*/ 1282088 h 1796578"/>
                <a:gd name="csX3838" fmla="*/ 2006876 w 2180199"/>
                <a:gd name="csY3838" fmla="*/ 1280391 h 1796578"/>
                <a:gd name="csX3839" fmla="*/ 2007507 w 2180199"/>
                <a:gd name="csY3839" fmla="*/ 1278961 h 1796578"/>
                <a:gd name="csX3840" fmla="*/ 2005400 w 2180199"/>
                <a:gd name="csY3840" fmla="*/ 1281418 h 1796578"/>
                <a:gd name="csX3841" fmla="*/ 2002242 w 2180199"/>
                <a:gd name="csY3841" fmla="*/ 1282255 h 1796578"/>
                <a:gd name="csX3842" fmla="*/ 2000538 w 2180199"/>
                <a:gd name="csY3842" fmla="*/ 1283176 h 1796578"/>
                <a:gd name="csX3843" fmla="*/ 1999176 w 2180199"/>
                <a:gd name="csY3843" fmla="*/ 1284576 h 1796578"/>
                <a:gd name="csX3844" fmla="*/ 1998370 w 2180199"/>
                <a:gd name="csY3844" fmla="*/ 1286333 h 1796578"/>
                <a:gd name="csX3845" fmla="*/ 1996543 w 2180199"/>
                <a:gd name="csY3845" fmla="*/ 1288449 h 1796578"/>
                <a:gd name="csX3846" fmla="*/ 1996673 w 2180199"/>
                <a:gd name="csY3846" fmla="*/ 1289864 h 1796578"/>
                <a:gd name="csX3847" fmla="*/ 1996977 w 2180199"/>
                <a:gd name="csY3847" fmla="*/ 1290868 h 1796578"/>
                <a:gd name="csX3848" fmla="*/ 1996833 w 2180199"/>
                <a:gd name="csY3848" fmla="*/ 1292968 h 1796578"/>
                <a:gd name="csX3849" fmla="*/ 1997989 w 2180199"/>
                <a:gd name="csY3849" fmla="*/ 1295007 h 1796578"/>
                <a:gd name="csX3850" fmla="*/ 2000272 w 2180199"/>
                <a:gd name="csY3850" fmla="*/ 1298347 h 1796578"/>
                <a:gd name="csX3851" fmla="*/ 2000713 w 2180199"/>
                <a:gd name="csY3851" fmla="*/ 1303521 h 1796578"/>
                <a:gd name="csX3852" fmla="*/ 2002455 w 2180199"/>
                <a:gd name="csY3852" fmla="*/ 1306975 h 1796578"/>
                <a:gd name="csX3853" fmla="*/ 2005134 w 2180199"/>
                <a:gd name="csY3853" fmla="*/ 1310993 h 1796578"/>
                <a:gd name="csX3854" fmla="*/ 2007188 w 2180199"/>
                <a:gd name="csY3854" fmla="*/ 1312134 h 1796578"/>
                <a:gd name="csX3855" fmla="*/ 2007295 w 2180199"/>
                <a:gd name="csY3855" fmla="*/ 1313625 h 1796578"/>
                <a:gd name="csX3856" fmla="*/ 2006343 w 2180199"/>
                <a:gd name="csY3856" fmla="*/ 1316090 h 1796578"/>
                <a:gd name="csX3857" fmla="*/ 2005088 w 2180199"/>
                <a:gd name="csY3857" fmla="*/ 1317217 h 1796578"/>
                <a:gd name="csX3858" fmla="*/ 2006716 w 2180199"/>
                <a:gd name="csY3858" fmla="*/ 1316988 h 1796578"/>
                <a:gd name="csX3859" fmla="*/ 2007523 w 2180199"/>
                <a:gd name="csY3859" fmla="*/ 1317551 h 1796578"/>
                <a:gd name="csX3860" fmla="*/ 2008314 w 2180199"/>
                <a:gd name="csY3860" fmla="*/ 1319606 h 1796578"/>
                <a:gd name="csX3861" fmla="*/ 2008253 w 2180199"/>
                <a:gd name="csY3861" fmla="*/ 1321698 h 1796578"/>
                <a:gd name="csX3862" fmla="*/ 2007987 w 2180199"/>
                <a:gd name="csY3862" fmla="*/ 1322870 h 1796578"/>
                <a:gd name="csX3863" fmla="*/ 2007492 w 2180199"/>
                <a:gd name="csY3863" fmla="*/ 1323341 h 1796578"/>
                <a:gd name="csX3864" fmla="*/ 2007507 w 2180199"/>
                <a:gd name="csY3864" fmla="*/ 1322139 h 1796578"/>
                <a:gd name="csX3865" fmla="*/ 2007158 w 2180199"/>
                <a:gd name="csY3865" fmla="*/ 1321721 h 1796578"/>
                <a:gd name="csX3866" fmla="*/ 2006579 w 2180199"/>
                <a:gd name="csY3866" fmla="*/ 1322238 h 1796578"/>
                <a:gd name="csX3867" fmla="*/ 2006206 w 2180199"/>
                <a:gd name="csY3867" fmla="*/ 1322832 h 1796578"/>
                <a:gd name="csX3868" fmla="*/ 2006047 w 2180199"/>
                <a:gd name="csY3868" fmla="*/ 1325168 h 1796578"/>
                <a:gd name="csX3869" fmla="*/ 2005651 w 2180199"/>
                <a:gd name="csY3869" fmla="*/ 1326332 h 1796578"/>
                <a:gd name="csX3870" fmla="*/ 2004251 w 2180199"/>
                <a:gd name="csY3870" fmla="*/ 1326674 h 1796578"/>
                <a:gd name="csX3871" fmla="*/ 2002828 w 2180199"/>
                <a:gd name="csY3871" fmla="*/ 1329733 h 1796578"/>
                <a:gd name="csX3872" fmla="*/ 2001512 w 2180199"/>
                <a:gd name="csY3872" fmla="*/ 1331468 h 1796578"/>
                <a:gd name="csX3873" fmla="*/ 1996331 w 2180199"/>
                <a:gd name="csY3873" fmla="*/ 1343154 h 1796578"/>
                <a:gd name="csX3874" fmla="*/ 1996528 w 2180199"/>
                <a:gd name="csY3874" fmla="*/ 1345102 h 1796578"/>
                <a:gd name="csX3875" fmla="*/ 1995577 w 2180199"/>
                <a:gd name="csY3875" fmla="*/ 1345726 h 1796578"/>
                <a:gd name="csX3876" fmla="*/ 1994147 w 2180199"/>
                <a:gd name="csY3876" fmla="*/ 1346236 h 1796578"/>
                <a:gd name="csX3877" fmla="*/ 1992694 w 2180199"/>
                <a:gd name="csY3877" fmla="*/ 1347400 h 1796578"/>
                <a:gd name="csX3878" fmla="*/ 1991727 w 2180199"/>
                <a:gd name="csY3878" fmla="*/ 1348678 h 1796578"/>
                <a:gd name="csX3879" fmla="*/ 1990830 w 2180199"/>
                <a:gd name="csY3879" fmla="*/ 1352117 h 1796578"/>
                <a:gd name="csX3880" fmla="*/ 1989110 w 2180199"/>
                <a:gd name="csY3880" fmla="*/ 1355982 h 1796578"/>
                <a:gd name="csX3881" fmla="*/ 1988037 w 2180199"/>
                <a:gd name="csY3881" fmla="*/ 1354377 h 1796578"/>
                <a:gd name="csX3882" fmla="*/ 1987763 w 2180199"/>
                <a:gd name="csY3882" fmla="*/ 1353000 h 1796578"/>
                <a:gd name="csX3883" fmla="*/ 1988242 w 2180199"/>
                <a:gd name="csY3883" fmla="*/ 1349393 h 1796578"/>
                <a:gd name="csX3884" fmla="*/ 1990099 w 2180199"/>
                <a:gd name="csY3884" fmla="*/ 1343481 h 1796578"/>
                <a:gd name="csX3885" fmla="*/ 1992146 w 2180199"/>
                <a:gd name="csY3885" fmla="*/ 1339799 h 1796578"/>
                <a:gd name="csX3886" fmla="*/ 1993706 w 2180199"/>
                <a:gd name="csY3886" fmla="*/ 1338049 h 1796578"/>
                <a:gd name="csX3887" fmla="*/ 1994984 w 2180199"/>
                <a:gd name="csY3887" fmla="*/ 1334473 h 1796578"/>
                <a:gd name="csX3888" fmla="*/ 1993363 w 2180199"/>
                <a:gd name="csY3888" fmla="*/ 1333940 h 1796578"/>
                <a:gd name="csX3889" fmla="*/ 1990890 w 2180199"/>
                <a:gd name="csY3889" fmla="*/ 1334001 h 1796578"/>
                <a:gd name="csX3890" fmla="*/ 1991355 w 2180199"/>
                <a:gd name="csY3890" fmla="*/ 1332350 h 1796578"/>
                <a:gd name="csX3891" fmla="*/ 1992077 w 2180199"/>
                <a:gd name="csY3891" fmla="*/ 1330897 h 1796578"/>
                <a:gd name="csX3892" fmla="*/ 1990792 w 2180199"/>
                <a:gd name="csY3892" fmla="*/ 1329443 h 1796578"/>
                <a:gd name="csX3893" fmla="*/ 1990031 w 2180199"/>
                <a:gd name="csY3893" fmla="*/ 1329261 h 1796578"/>
                <a:gd name="csX3894" fmla="*/ 1989247 w 2180199"/>
                <a:gd name="csY3894" fmla="*/ 1328667 h 1796578"/>
                <a:gd name="csX3895" fmla="*/ 1990168 w 2180199"/>
                <a:gd name="csY3895" fmla="*/ 1327458 h 1796578"/>
                <a:gd name="csX3896" fmla="*/ 1990616 w 2180199"/>
                <a:gd name="csY3896" fmla="*/ 1326180 h 1796578"/>
                <a:gd name="csX3897" fmla="*/ 1990342 w 2180199"/>
                <a:gd name="csY3897" fmla="*/ 1324620 h 1796578"/>
                <a:gd name="csX3898" fmla="*/ 1990731 w 2180199"/>
                <a:gd name="csY3898" fmla="*/ 1323440 h 1796578"/>
                <a:gd name="csX3899" fmla="*/ 1990091 w 2180199"/>
                <a:gd name="csY3899" fmla="*/ 1323615 h 1796578"/>
                <a:gd name="csX3900" fmla="*/ 1989057 w 2180199"/>
                <a:gd name="csY3900" fmla="*/ 1324863 h 1796578"/>
                <a:gd name="csX3901" fmla="*/ 1988418 w 2180199"/>
                <a:gd name="csY3901" fmla="*/ 1325358 h 1796578"/>
                <a:gd name="csX3902" fmla="*/ 1988030 w 2180199"/>
                <a:gd name="csY3902" fmla="*/ 1324254 h 1796578"/>
                <a:gd name="csX3903" fmla="*/ 1987581 w 2180199"/>
                <a:gd name="csY3903" fmla="*/ 1324506 h 1796578"/>
                <a:gd name="csX3904" fmla="*/ 1987291 w 2180199"/>
                <a:gd name="csY3904" fmla="*/ 1325267 h 1796578"/>
                <a:gd name="csX3905" fmla="*/ 1986630 w 2180199"/>
                <a:gd name="csY3905" fmla="*/ 1325677 h 1796578"/>
                <a:gd name="csX3906" fmla="*/ 1985237 w 2180199"/>
                <a:gd name="csY3906" fmla="*/ 1324643 h 1796578"/>
                <a:gd name="csX3907" fmla="*/ 1983206 w 2180199"/>
                <a:gd name="csY3907" fmla="*/ 1323463 h 1796578"/>
                <a:gd name="csX3908" fmla="*/ 1982080 w 2180199"/>
                <a:gd name="csY3908" fmla="*/ 1321424 h 1796578"/>
                <a:gd name="csX3909" fmla="*/ 1981433 w 2180199"/>
                <a:gd name="csY3909" fmla="*/ 1319842 h 1796578"/>
                <a:gd name="csX3910" fmla="*/ 1982087 w 2180199"/>
                <a:gd name="csY3910" fmla="*/ 1316981 h 1796578"/>
                <a:gd name="csX3911" fmla="*/ 1983495 w 2180199"/>
                <a:gd name="csY3911" fmla="*/ 1316471 h 1796578"/>
                <a:gd name="csX3912" fmla="*/ 1985321 w 2180199"/>
                <a:gd name="csY3912" fmla="*/ 1316935 h 1796578"/>
                <a:gd name="csX3913" fmla="*/ 1987710 w 2180199"/>
                <a:gd name="csY3913" fmla="*/ 1316935 h 1796578"/>
                <a:gd name="csX3914" fmla="*/ 1987368 w 2180199"/>
                <a:gd name="csY3914" fmla="*/ 1316304 h 1796578"/>
                <a:gd name="csX3915" fmla="*/ 1986515 w 2180199"/>
                <a:gd name="csY3915" fmla="*/ 1316410 h 1796578"/>
                <a:gd name="csX3916" fmla="*/ 1983997 w 2180199"/>
                <a:gd name="csY3916" fmla="*/ 1314082 h 1796578"/>
                <a:gd name="csX3917" fmla="*/ 1983183 w 2180199"/>
                <a:gd name="csY3917" fmla="*/ 1312674 h 1796578"/>
                <a:gd name="csX3918" fmla="*/ 1981790 w 2180199"/>
                <a:gd name="csY3918" fmla="*/ 1312286 h 1796578"/>
                <a:gd name="csX3919" fmla="*/ 1981159 w 2180199"/>
                <a:gd name="csY3919" fmla="*/ 1313641 h 1796578"/>
                <a:gd name="csX3920" fmla="*/ 1980451 w 2180199"/>
                <a:gd name="csY3920" fmla="*/ 1313998 h 1796578"/>
                <a:gd name="csX3921" fmla="*/ 1981319 w 2180199"/>
                <a:gd name="csY3921" fmla="*/ 1311038 h 1796578"/>
                <a:gd name="csX3922" fmla="*/ 1982460 w 2180199"/>
                <a:gd name="csY3922" fmla="*/ 1310917 h 1796578"/>
                <a:gd name="csX3923" fmla="*/ 1984142 w 2180199"/>
                <a:gd name="csY3923" fmla="*/ 1310095 h 1796578"/>
                <a:gd name="csX3924" fmla="*/ 1983655 w 2180199"/>
                <a:gd name="csY3924" fmla="*/ 1308376 h 1796578"/>
                <a:gd name="csX3925" fmla="*/ 1982589 w 2180199"/>
                <a:gd name="csY3925" fmla="*/ 1307622 h 1796578"/>
                <a:gd name="csX3926" fmla="*/ 1980672 w 2180199"/>
                <a:gd name="csY3926" fmla="*/ 1308566 h 1796578"/>
                <a:gd name="csX3927" fmla="*/ 1980695 w 2180199"/>
                <a:gd name="csY3927" fmla="*/ 1307356 h 1796578"/>
                <a:gd name="csX3928" fmla="*/ 1981053 w 2180199"/>
                <a:gd name="csY3928" fmla="*/ 1305811 h 1796578"/>
                <a:gd name="csX3929" fmla="*/ 1982498 w 2180199"/>
                <a:gd name="csY3929" fmla="*/ 1305811 h 1796578"/>
                <a:gd name="csX3930" fmla="*/ 1983769 w 2180199"/>
                <a:gd name="csY3930" fmla="*/ 1306314 h 1796578"/>
                <a:gd name="csX3931" fmla="*/ 1984849 w 2180199"/>
                <a:gd name="csY3931" fmla="*/ 1303810 h 1796578"/>
                <a:gd name="csX3932" fmla="*/ 1984895 w 2180199"/>
                <a:gd name="csY3932" fmla="*/ 1302692 h 1796578"/>
                <a:gd name="csX3933" fmla="*/ 1983107 w 2180199"/>
                <a:gd name="csY3933" fmla="*/ 1304320 h 1796578"/>
                <a:gd name="csX3934" fmla="*/ 1982703 w 2180199"/>
                <a:gd name="csY3934" fmla="*/ 1300812 h 1796578"/>
                <a:gd name="csX3935" fmla="*/ 1984461 w 2180199"/>
                <a:gd name="csY3935" fmla="*/ 1297427 h 1796578"/>
                <a:gd name="csX3936" fmla="*/ 1986143 w 2180199"/>
                <a:gd name="csY3936" fmla="*/ 1295943 h 1796578"/>
                <a:gd name="csX3937" fmla="*/ 1988242 w 2180199"/>
                <a:gd name="csY3937" fmla="*/ 1295989 h 1796578"/>
                <a:gd name="csX3938" fmla="*/ 1990373 w 2180199"/>
                <a:gd name="csY3938" fmla="*/ 1295753 h 1796578"/>
                <a:gd name="csX3939" fmla="*/ 1989034 w 2180199"/>
                <a:gd name="csY3939" fmla="*/ 1295129 h 1796578"/>
                <a:gd name="csX3940" fmla="*/ 1987657 w 2180199"/>
                <a:gd name="csY3940" fmla="*/ 1294794 h 1796578"/>
                <a:gd name="csX3941" fmla="*/ 1988692 w 2180199"/>
                <a:gd name="csY3941" fmla="*/ 1293447 h 1796578"/>
                <a:gd name="csX3942" fmla="*/ 1989574 w 2180199"/>
                <a:gd name="csY3942" fmla="*/ 1293204 h 1796578"/>
                <a:gd name="csX3943" fmla="*/ 1990441 w 2180199"/>
                <a:gd name="csY3943" fmla="*/ 1292032 h 1796578"/>
                <a:gd name="csX3944" fmla="*/ 1988364 w 2180199"/>
                <a:gd name="csY3944" fmla="*/ 1292207 h 1796578"/>
                <a:gd name="csX3945" fmla="*/ 1988608 w 2180199"/>
                <a:gd name="csY3945" fmla="*/ 1289985 h 1796578"/>
                <a:gd name="csX3946" fmla="*/ 1987596 w 2180199"/>
                <a:gd name="csY3946" fmla="*/ 1290442 h 1796578"/>
                <a:gd name="csX3947" fmla="*/ 1986386 w 2180199"/>
                <a:gd name="csY3947" fmla="*/ 1290647 h 1796578"/>
                <a:gd name="csX3948" fmla="*/ 1985914 w 2180199"/>
                <a:gd name="csY3948" fmla="*/ 1291591 h 1796578"/>
                <a:gd name="csX3949" fmla="*/ 1986006 w 2180199"/>
                <a:gd name="csY3949" fmla="*/ 1293158 h 1796578"/>
                <a:gd name="csX3950" fmla="*/ 1985656 w 2180199"/>
                <a:gd name="csY3950" fmla="*/ 1294185 h 1796578"/>
                <a:gd name="csX3951" fmla="*/ 1984712 w 2180199"/>
                <a:gd name="csY3951" fmla="*/ 1295007 h 1796578"/>
                <a:gd name="csX3952" fmla="*/ 1983122 w 2180199"/>
                <a:gd name="csY3952" fmla="*/ 1295646 h 1796578"/>
                <a:gd name="csX3953" fmla="*/ 1982970 w 2180199"/>
                <a:gd name="csY3953" fmla="*/ 1294536 h 1796578"/>
                <a:gd name="csX3954" fmla="*/ 1982445 w 2180199"/>
                <a:gd name="csY3954" fmla="*/ 1294033 h 1796578"/>
                <a:gd name="csX3955" fmla="*/ 1982247 w 2180199"/>
                <a:gd name="csY3955" fmla="*/ 1296415 h 1796578"/>
                <a:gd name="csX3956" fmla="*/ 1981829 w 2180199"/>
                <a:gd name="csY3956" fmla="*/ 1297221 h 1796578"/>
                <a:gd name="csX3957" fmla="*/ 1980665 w 2180199"/>
                <a:gd name="csY3957" fmla="*/ 1294992 h 1796578"/>
                <a:gd name="csX3958" fmla="*/ 1980314 w 2180199"/>
                <a:gd name="csY3958" fmla="*/ 1295441 h 1796578"/>
                <a:gd name="csX3959" fmla="*/ 1980360 w 2180199"/>
                <a:gd name="csY3959" fmla="*/ 1296072 h 1796578"/>
                <a:gd name="csX3960" fmla="*/ 1980063 w 2180199"/>
                <a:gd name="csY3960" fmla="*/ 1297168 h 1796578"/>
                <a:gd name="csX3961" fmla="*/ 1979067 w 2180199"/>
                <a:gd name="csY3961" fmla="*/ 1297739 h 1796578"/>
                <a:gd name="csX3962" fmla="*/ 1979127 w 2180199"/>
                <a:gd name="csY3962" fmla="*/ 1299139 h 1796578"/>
                <a:gd name="csX3963" fmla="*/ 1978739 w 2180199"/>
                <a:gd name="csY3963" fmla="*/ 1299907 h 1796578"/>
                <a:gd name="csX3964" fmla="*/ 1975551 w 2180199"/>
                <a:gd name="csY3964" fmla="*/ 1298690 h 1796578"/>
                <a:gd name="csX3965" fmla="*/ 1975475 w 2180199"/>
                <a:gd name="csY3965" fmla="*/ 1299100 h 1796578"/>
                <a:gd name="csX3966" fmla="*/ 1977279 w 2180199"/>
                <a:gd name="csY3966" fmla="*/ 1301725 h 1796578"/>
                <a:gd name="csX3967" fmla="*/ 1978595 w 2180199"/>
                <a:gd name="csY3967" fmla="*/ 1302623 h 1796578"/>
                <a:gd name="csX3968" fmla="*/ 1978755 w 2180199"/>
                <a:gd name="csY3968" fmla="*/ 1304054 h 1796578"/>
                <a:gd name="csX3969" fmla="*/ 1977621 w 2180199"/>
                <a:gd name="csY3969" fmla="*/ 1305241 h 1796578"/>
                <a:gd name="csX3970" fmla="*/ 1976061 w 2180199"/>
                <a:gd name="csY3970" fmla="*/ 1304221 h 1796578"/>
                <a:gd name="csX3971" fmla="*/ 1975795 w 2180199"/>
                <a:gd name="csY3971" fmla="*/ 1304297 h 1796578"/>
                <a:gd name="csX3972" fmla="*/ 1976647 w 2180199"/>
                <a:gd name="csY3972" fmla="*/ 1306047 h 1796578"/>
                <a:gd name="csX3973" fmla="*/ 1977180 w 2180199"/>
                <a:gd name="csY3973" fmla="*/ 1307577 h 1796578"/>
                <a:gd name="csX3974" fmla="*/ 1976632 w 2180199"/>
                <a:gd name="csY3974" fmla="*/ 1308855 h 1796578"/>
                <a:gd name="csX3975" fmla="*/ 1976716 w 2180199"/>
                <a:gd name="csY3975" fmla="*/ 1310437 h 1796578"/>
                <a:gd name="csX3976" fmla="*/ 1976594 w 2180199"/>
                <a:gd name="csY3976" fmla="*/ 1311868 h 1796578"/>
                <a:gd name="csX3977" fmla="*/ 1976259 w 2180199"/>
                <a:gd name="csY3977" fmla="*/ 1313116 h 1796578"/>
                <a:gd name="csX3978" fmla="*/ 1977020 w 2180199"/>
                <a:gd name="csY3978" fmla="*/ 1318845 h 1796578"/>
                <a:gd name="csX3979" fmla="*/ 1977933 w 2180199"/>
                <a:gd name="csY3979" fmla="*/ 1320405 h 1796578"/>
                <a:gd name="csX3980" fmla="*/ 1978831 w 2180199"/>
                <a:gd name="csY3980" fmla="*/ 1321888 h 1796578"/>
                <a:gd name="csX3981" fmla="*/ 1979310 w 2180199"/>
                <a:gd name="csY3981" fmla="*/ 1323281 h 1796578"/>
                <a:gd name="csX3982" fmla="*/ 1978359 w 2180199"/>
                <a:gd name="csY3982" fmla="*/ 1323478 h 1796578"/>
                <a:gd name="csX3983" fmla="*/ 1976837 w 2180199"/>
                <a:gd name="csY3983" fmla="*/ 1322337 h 1796578"/>
                <a:gd name="csX3984" fmla="*/ 1975498 w 2180199"/>
                <a:gd name="csY3984" fmla="*/ 1321462 h 1796578"/>
                <a:gd name="csX3985" fmla="*/ 1973908 w 2180199"/>
                <a:gd name="csY3985" fmla="*/ 1318670 h 1796578"/>
                <a:gd name="csX3986" fmla="*/ 1973649 w 2180199"/>
                <a:gd name="csY3986" fmla="*/ 1317551 h 1796578"/>
                <a:gd name="csX3987" fmla="*/ 1973261 w 2180199"/>
                <a:gd name="csY3987" fmla="*/ 1316669 h 1796578"/>
                <a:gd name="csX3988" fmla="*/ 1973444 w 2180199"/>
                <a:gd name="csY3988" fmla="*/ 1318693 h 1796578"/>
                <a:gd name="csX3989" fmla="*/ 1974014 w 2180199"/>
                <a:gd name="csY3989" fmla="*/ 1320952 h 1796578"/>
                <a:gd name="csX3990" fmla="*/ 1978991 w 2180199"/>
                <a:gd name="csY3990" fmla="*/ 1326004 h 1796578"/>
                <a:gd name="csX3991" fmla="*/ 1979911 w 2180199"/>
                <a:gd name="csY3991" fmla="*/ 1327937 h 1796578"/>
                <a:gd name="csX3992" fmla="*/ 1980611 w 2180199"/>
                <a:gd name="csY3992" fmla="*/ 1329459 h 1796578"/>
                <a:gd name="csX3993" fmla="*/ 1980436 w 2180199"/>
                <a:gd name="csY3993" fmla="*/ 1330904 h 1796578"/>
                <a:gd name="csX3994" fmla="*/ 1979135 w 2180199"/>
                <a:gd name="csY3994" fmla="*/ 1329877 h 1796578"/>
                <a:gd name="csX3995" fmla="*/ 1978017 w 2180199"/>
                <a:gd name="csY3995" fmla="*/ 1328569 h 1796578"/>
                <a:gd name="csX3996" fmla="*/ 1975042 w 2180199"/>
                <a:gd name="csY3996" fmla="*/ 1327085 h 1796578"/>
                <a:gd name="csX3997" fmla="*/ 1971291 w 2180199"/>
                <a:gd name="csY3997" fmla="*/ 1326149 h 1796578"/>
                <a:gd name="csX3998" fmla="*/ 1969176 w 2180199"/>
                <a:gd name="csY3998" fmla="*/ 1322695 h 1796578"/>
                <a:gd name="csX3999" fmla="*/ 1969183 w 2180199"/>
                <a:gd name="csY3999" fmla="*/ 1324133 h 1796578"/>
                <a:gd name="csX4000" fmla="*/ 1968711 w 2180199"/>
                <a:gd name="csY4000" fmla="*/ 1325358 h 1796578"/>
                <a:gd name="csX4001" fmla="*/ 1967418 w 2180199"/>
                <a:gd name="csY4001" fmla="*/ 1323866 h 1796578"/>
                <a:gd name="csX4002" fmla="*/ 1966604 w 2180199"/>
                <a:gd name="csY4002" fmla="*/ 1322596 h 1796578"/>
                <a:gd name="csX4003" fmla="*/ 1966330 w 2180199"/>
                <a:gd name="csY4003" fmla="*/ 1321204 h 1796578"/>
                <a:gd name="csX4004" fmla="*/ 1964717 w 2180199"/>
                <a:gd name="csY4004" fmla="*/ 1321295 h 1796578"/>
                <a:gd name="csX4005" fmla="*/ 1963028 w 2180199"/>
                <a:gd name="csY4005" fmla="*/ 1322512 h 1796578"/>
                <a:gd name="csX4006" fmla="*/ 1961392 w 2180199"/>
                <a:gd name="csY4006" fmla="*/ 1322223 h 1796578"/>
                <a:gd name="csX4007" fmla="*/ 1961202 w 2180199"/>
                <a:gd name="csY4007" fmla="*/ 1319857 h 1796578"/>
                <a:gd name="csX4008" fmla="*/ 1961643 w 2180199"/>
                <a:gd name="csY4008" fmla="*/ 1318601 h 1796578"/>
                <a:gd name="csX4009" fmla="*/ 1963477 w 2180199"/>
                <a:gd name="csY4009" fmla="*/ 1315634 h 1796578"/>
                <a:gd name="csX4010" fmla="*/ 1965212 w 2180199"/>
                <a:gd name="csY4010" fmla="*/ 1314112 h 1796578"/>
                <a:gd name="csX4011" fmla="*/ 1965972 w 2180199"/>
                <a:gd name="csY4011" fmla="*/ 1312149 h 1796578"/>
                <a:gd name="csX4012" fmla="*/ 1965714 w 2180199"/>
                <a:gd name="csY4012" fmla="*/ 1309106 h 1796578"/>
                <a:gd name="csX4013" fmla="*/ 1965394 w 2180199"/>
                <a:gd name="csY4013" fmla="*/ 1312203 h 1796578"/>
                <a:gd name="csX4014" fmla="*/ 1964405 w 2180199"/>
                <a:gd name="csY4014" fmla="*/ 1313732 h 1796578"/>
                <a:gd name="csX4015" fmla="*/ 1962845 w 2180199"/>
                <a:gd name="csY4015" fmla="*/ 1314904 h 1796578"/>
                <a:gd name="csX4016" fmla="*/ 1960798 w 2180199"/>
                <a:gd name="csY4016" fmla="*/ 1316988 h 1796578"/>
                <a:gd name="csX4017" fmla="*/ 1960304 w 2180199"/>
                <a:gd name="csY4017" fmla="*/ 1318913 h 1796578"/>
                <a:gd name="csX4018" fmla="*/ 1959665 w 2180199"/>
                <a:gd name="csY4018" fmla="*/ 1322512 h 1796578"/>
                <a:gd name="csX4019" fmla="*/ 1960525 w 2180199"/>
                <a:gd name="csY4019" fmla="*/ 1323730 h 1796578"/>
                <a:gd name="csX4020" fmla="*/ 1961407 w 2180199"/>
                <a:gd name="csY4020" fmla="*/ 1324049 h 1796578"/>
                <a:gd name="csX4021" fmla="*/ 1964009 w 2180199"/>
                <a:gd name="csY4021" fmla="*/ 1323235 h 1796578"/>
                <a:gd name="csX4022" fmla="*/ 1965356 w 2180199"/>
                <a:gd name="csY4022" fmla="*/ 1323600 h 1796578"/>
                <a:gd name="csX4023" fmla="*/ 1968354 w 2180199"/>
                <a:gd name="csY4023" fmla="*/ 1327922 h 1796578"/>
                <a:gd name="csX4024" fmla="*/ 1973939 w 2180199"/>
                <a:gd name="csY4024" fmla="*/ 1329626 h 1796578"/>
                <a:gd name="csX4025" fmla="*/ 1975977 w 2180199"/>
                <a:gd name="csY4025" fmla="*/ 1330691 h 1796578"/>
                <a:gd name="csX4026" fmla="*/ 1977636 w 2180199"/>
                <a:gd name="csY4026" fmla="*/ 1332944 h 1796578"/>
                <a:gd name="csX4027" fmla="*/ 1980132 w 2180199"/>
                <a:gd name="csY4027" fmla="*/ 1334237 h 1796578"/>
                <a:gd name="csX4028" fmla="*/ 1982072 w 2180199"/>
                <a:gd name="csY4028" fmla="*/ 1336116 h 1796578"/>
                <a:gd name="csX4029" fmla="*/ 1982125 w 2180199"/>
                <a:gd name="csY4029" fmla="*/ 1337341 h 1796578"/>
                <a:gd name="csX4030" fmla="*/ 1981456 w 2180199"/>
                <a:gd name="csY4030" fmla="*/ 1338787 h 1796578"/>
                <a:gd name="csX4031" fmla="*/ 1981190 w 2180199"/>
                <a:gd name="csY4031" fmla="*/ 1340742 h 1796578"/>
                <a:gd name="csX4032" fmla="*/ 1980368 w 2180199"/>
                <a:gd name="csY4032" fmla="*/ 1341975 h 1796578"/>
                <a:gd name="csX4033" fmla="*/ 1978397 w 2180199"/>
                <a:gd name="csY4033" fmla="*/ 1342119 h 1796578"/>
                <a:gd name="csX4034" fmla="*/ 1977203 w 2180199"/>
                <a:gd name="csY4034" fmla="*/ 1341800 h 1796578"/>
                <a:gd name="csX4035" fmla="*/ 1970789 w 2180199"/>
                <a:gd name="csY4035" fmla="*/ 1334914 h 1796578"/>
                <a:gd name="csX4036" fmla="*/ 1970020 w 2180199"/>
                <a:gd name="csY4036" fmla="*/ 1334283 h 1796578"/>
                <a:gd name="csX4037" fmla="*/ 1967639 w 2180199"/>
                <a:gd name="csY4037" fmla="*/ 1330669 h 1796578"/>
                <a:gd name="csX4038" fmla="*/ 1964846 w 2180199"/>
                <a:gd name="csY4038" fmla="*/ 1328728 h 1796578"/>
                <a:gd name="csX4039" fmla="*/ 1963979 w 2180199"/>
                <a:gd name="csY4039" fmla="*/ 1328766 h 1796578"/>
                <a:gd name="csX4040" fmla="*/ 1967950 w 2180199"/>
                <a:gd name="csY4040" fmla="*/ 1332350 h 1796578"/>
                <a:gd name="csX4041" fmla="*/ 1969571 w 2180199"/>
                <a:gd name="csY4041" fmla="*/ 1334853 h 1796578"/>
                <a:gd name="csX4042" fmla="*/ 1972424 w 2180199"/>
                <a:gd name="csY4042" fmla="*/ 1338353 h 1796578"/>
                <a:gd name="csX4043" fmla="*/ 1974464 w 2180199"/>
                <a:gd name="csY4043" fmla="*/ 1339837 h 1796578"/>
                <a:gd name="csX4044" fmla="*/ 1975962 w 2180199"/>
                <a:gd name="csY4044" fmla="*/ 1342150 h 1796578"/>
                <a:gd name="csX4045" fmla="*/ 1977362 w 2180199"/>
                <a:gd name="csY4045" fmla="*/ 1343230 h 1796578"/>
                <a:gd name="csX4046" fmla="*/ 1981174 w 2180199"/>
                <a:gd name="csY4046" fmla="*/ 1344767 h 1796578"/>
                <a:gd name="csX4047" fmla="*/ 1979850 w 2180199"/>
                <a:gd name="csY4047" fmla="*/ 1345878 h 1796578"/>
                <a:gd name="csX4048" fmla="*/ 1981966 w 2180199"/>
                <a:gd name="csY4048" fmla="*/ 1346821 h 1796578"/>
                <a:gd name="csX4049" fmla="*/ 1982270 w 2180199"/>
                <a:gd name="csY4049" fmla="*/ 1348549 h 1796578"/>
                <a:gd name="csX4050" fmla="*/ 1982080 w 2180199"/>
                <a:gd name="csY4050" fmla="*/ 1350519 h 1796578"/>
                <a:gd name="csX4051" fmla="*/ 1979143 w 2180199"/>
                <a:gd name="csY4051" fmla="*/ 1349736 h 1796578"/>
                <a:gd name="csX4052" fmla="*/ 1979044 w 2180199"/>
                <a:gd name="csY4052" fmla="*/ 1351189 h 1796578"/>
                <a:gd name="csX4053" fmla="*/ 1979310 w 2180199"/>
                <a:gd name="csY4053" fmla="*/ 1352041 h 1796578"/>
                <a:gd name="csX4054" fmla="*/ 1978017 w 2180199"/>
                <a:gd name="csY4054" fmla="*/ 1352749 h 1796578"/>
                <a:gd name="csX4055" fmla="*/ 1976213 w 2180199"/>
                <a:gd name="csY4055" fmla="*/ 1351790 h 1796578"/>
                <a:gd name="csX4056" fmla="*/ 1971534 w 2180199"/>
                <a:gd name="csY4056" fmla="*/ 1346540 h 1796578"/>
                <a:gd name="csX4057" fmla="*/ 1971572 w 2180199"/>
                <a:gd name="csY4057" fmla="*/ 1347240 h 1796578"/>
                <a:gd name="csX4058" fmla="*/ 1971953 w 2180199"/>
                <a:gd name="csY4058" fmla="*/ 1348054 h 1796578"/>
                <a:gd name="csX4059" fmla="*/ 1974669 w 2180199"/>
                <a:gd name="csY4059" fmla="*/ 1351432 h 1796578"/>
                <a:gd name="csX4060" fmla="*/ 1977096 w 2180199"/>
                <a:gd name="csY4060" fmla="*/ 1353456 h 1796578"/>
                <a:gd name="csX4061" fmla="*/ 1979150 w 2180199"/>
                <a:gd name="csY4061" fmla="*/ 1354369 h 1796578"/>
                <a:gd name="csX4062" fmla="*/ 1980733 w 2180199"/>
                <a:gd name="csY4062" fmla="*/ 1356066 h 1796578"/>
                <a:gd name="csX4063" fmla="*/ 1981296 w 2180199"/>
                <a:gd name="csY4063" fmla="*/ 1357085 h 1796578"/>
                <a:gd name="csX4064" fmla="*/ 1981669 w 2180199"/>
                <a:gd name="csY4064" fmla="*/ 1358638 h 1796578"/>
                <a:gd name="csX4065" fmla="*/ 1980497 w 2180199"/>
                <a:gd name="csY4065" fmla="*/ 1359688 h 1796578"/>
                <a:gd name="csX4066" fmla="*/ 1979158 w 2180199"/>
                <a:gd name="csY4066" fmla="*/ 1360273 h 1796578"/>
                <a:gd name="csX4067" fmla="*/ 1977857 w 2180199"/>
                <a:gd name="csY4067" fmla="*/ 1359223 h 1796578"/>
                <a:gd name="csX4068" fmla="*/ 1976898 w 2180199"/>
                <a:gd name="csY4068" fmla="*/ 1358113 h 1796578"/>
                <a:gd name="csX4069" fmla="*/ 1974859 w 2180199"/>
                <a:gd name="csY4069" fmla="*/ 1356233 h 1796578"/>
                <a:gd name="csX4070" fmla="*/ 1974243 w 2180199"/>
                <a:gd name="csY4070" fmla="*/ 1354126 h 1796578"/>
                <a:gd name="csX4071" fmla="*/ 1972691 w 2180199"/>
                <a:gd name="csY4071" fmla="*/ 1354232 h 1796578"/>
                <a:gd name="csX4072" fmla="*/ 1966208 w 2180199"/>
                <a:gd name="csY4072" fmla="*/ 1351562 h 1796578"/>
                <a:gd name="csX4073" fmla="*/ 1960996 w 2180199"/>
                <a:gd name="csY4073" fmla="*/ 1351250 h 1796578"/>
                <a:gd name="csX4074" fmla="*/ 1961506 w 2180199"/>
                <a:gd name="csY4074" fmla="*/ 1351790 h 1796578"/>
                <a:gd name="csX4075" fmla="*/ 1962160 w 2180199"/>
                <a:gd name="csY4075" fmla="*/ 1352147 h 1796578"/>
                <a:gd name="csX4076" fmla="*/ 1966307 w 2180199"/>
                <a:gd name="csY4076" fmla="*/ 1352802 h 1796578"/>
                <a:gd name="csX4077" fmla="*/ 1967943 w 2180199"/>
                <a:gd name="csY4077" fmla="*/ 1354034 h 1796578"/>
                <a:gd name="csX4078" fmla="*/ 1971352 w 2180199"/>
                <a:gd name="csY4078" fmla="*/ 1355130 h 1796578"/>
                <a:gd name="csX4079" fmla="*/ 1973353 w 2180199"/>
                <a:gd name="csY4079" fmla="*/ 1355427 h 1796578"/>
                <a:gd name="csX4080" fmla="*/ 1974159 w 2180199"/>
                <a:gd name="csY4080" fmla="*/ 1358775 h 1796578"/>
                <a:gd name="csX4081" fmla="*/ 1976921 w 2180199"/>
                <a:gd name="csY4081" fmla="*/ 1361080 h 1796578"/>
                <a:gd name="csX4082" fmla="*/ 1977279 w 2180199"/>
                <a:gd name="csY4082" fmla="*/ 1362784 h 1796578"/>
                <a:gd name="csX4083" fmla="*/ 1979166 w 2180199"/>
                <a:gd name="csY4083" fmla="*/ 1362974 h 1796578"/>
                <a:gd name="csX4084" fmla="*/ 1982483 w 2180199"/>
                <a:gd name="csY4084" fmla="*/ 1361308 h 1796578"/>
                <a:gd name="csX4085" fmla="*/ 1984621 w 2180199"/>
                <a:gd name="csY4085" fmla="*/ 1361894 h 1796578"/>
                <a:gd name="csX4086" fmla="*/ 1987710 w 2180199"/>
                <a:gd name="csY4086" fmla="*/ 1362373 h 1796578"/>
                <a:gd name="csX4087" fmla="*/ 1988418 w 2180199"/>
                <a:gd name="csY4087" fmla="*/ 1363720 h 1796578"/>
                <a:gd name="csX4088" fmla="*/ 1988943 w 2180199"/>
                <a:gd name="csY4088" fmla="*/ 1366277 h 1796578"/>
                <a:gd name="csX4089" fmla="*/ 1990038 w 2180199"/>
                <a:gd name="csY4089" fmla="*/ 1369152 h 1796578"/>
                <a:gd name="csX4090" fmla="*/ 1992869 w 2180199"/>
                <a:gd name="csY4090" fmla="*/ 1380459 h 1796578"/>
                <a:gd name="csX4091" fmla="*/ 1997122 w 2180199"/>
                <a:gd name="csY4091" fmla="*/ 1389658 h 1796578"/>
                <a:gd name="csX4092" fmla="*/ 1997647 w 2180199"/>
                <a:gd name="csY4092" fmla="*/ 1391240 h 1796578"/>
                <a:gd name="csX4093" fmla="*/ 1996658 w 2180199"/>
                <a:gd name="csY4093" fmla="*/ 1389848 h 1796578"/>
                <a:gd name="csX4094" fmla="*/ 1993500 w 2180199"/>
                <a:gd name="csY4094" fmla="*/ 1383761 h 1796578"/>
                <a:gd name="csX4095" fmla="*/ 1991758 w 2180199"/>
                <a:gd name="csY4095" fmla="*/ 1379348 h 1796578"/>
                <a:gd name="csX4096" fmla="*/ 1989970 w 2180199"/>
                <a:gd name="csY4096" fmla="*/ 1371542 h 1796578"/>
                <a:gd name="csX4097" fmla="*/ 1989452 w 2180199"/>
                <a:gd name="csY4097" fmla="*/ 1369792 h 1796578"/>
                <a:gd name="csX4098" fmla="*/ 1988836 w 2180199"/>
                <a:gd name="csY4098" fmla="*/ 1369092 h 1796578"/>
                <a:gd name="csX4099" fmla="*/ 1988433 w 2180199"/>
                <a:gd name="csY4099" fmla="*/ 1369662 h 1796578"/>
                <a:gd name="csX4100" fmla="*/ 1988258 w 2180199"/>
                <a:gd name="csY4100" fmla="*/ 1370659 h 1796578"/>
                <a:gd name="csX4101" fmla="*/ 1988555 w 2180199"/>
                <a:gd name="csY4101" fmla="*/ 1371428 h 1796578"/>
                <a:gd name="csX4102" fmla="*/ 1987847 w 2180199"/>
                <a:gd name="csY4102" fmla="*/ 1373999 h 1796578"/>
                <a:gd name="csX4103" fmla="*/ 1988151 w 2180199"/>
                <a:gd name="csY4103" fmla="*/ 1375179 h 1796578"/>
                <a:gd name="csX4104" fmla="*/ 1989292 w 2180199"/>
                <a:gd name="csY4104" fmla="*/ 1376396 h 1796578"/>
                <a:gd name="csX4105" fmla="*/ 1990540 w 2180199"/>
                <a:gd name="csY4105" fmla="*/ 1379432 h 1796578"/>
                <a:gd name="csX4106" fmla="*/ 1991537 w 2180199"/>
                <a:gd name="csY4106" fmla="*/ 1383517 h 1796578"/>
                <a:gd name="csX4107" fmla="*/ 1990190 w 2180199"/>
                <a:gd name="csY4107" fmla="*/ 1381859 h 1796578"/>
                <a:gd name="csX4108" fmla="*/ 1988760 w 2180199"/>
                <a:gd name="csY4108" fmla="*/ 1380984 h 1796578"/>
                <a:gd name="csX4109" fmla="*/ 1986531 w 2180199"/>
                <a:gd name="csY4109" fmla="*/ 1380314 h 1796578"/>
                <a:gd name="csX4110" fmla="*/ 1984545 w 2180199"/>
                <a:gd name="csY4110" fmla="*/ 1379135 h 1796578"/>
                <a:gd name="csX4111" fmla="*/ 1984689 w 2180199"/>
                <a:gd name="csY4111" fmla="*/ 1380824 h 1796578"/>
                <a:gd name="csX4112" fmla="*/ 1984499 w 2180199"/>
                <a:gd name="csY4112" fmla="*/ 1382650 h 1796578"/>
                <a:gd name="csX4113" fmla="*/ 1982970 w 2180199"/>
                <a:gd name="csY4113" fmla="*/ 1382095 h 1796578"/>
                <a:gd name="csX4114" fmla="*/ 1981927 w 2180199"/>
                <a:gd name="csY4114" fmla="*/ 1381486 h 1796578"/>
                <a:gd name="csX4115" fmla="*/ 1982856 w 2180199"/>
                <a:gd name="csY4115" fmla="*/ 1383426 h 1796578"/>
                <a:gd name="csX4116" fmla="*/ 1980855 w 2180199"/>
                <a:gd name="csY4116" fmla="*/ 1382848 h 1796578"/>
                <a:gd name="csX4117" fmla="*/ 1979516 w 2180199"/>
                <a:gd name="csY4117" fmla="*/ 1382970 h 1796578"/>
                <a:gd name="csX4118" fmla="*/ 1978648 w 2180199"/>
                <a:gd name="csY4118" fmla="*/ 1384697 h 1796578"/>
                <a:gd name="csX4119" fmla="*/ 1977484 w 2180199"/>
                <a:gd name="csY4119" fmla="*/ 1385739 h 1796578"/>
                <a:gd name="csX4120" fmla="*/ 1975765 w 2180199"/>
                <a:gd name="csY4120" fmla="*/ 1386074 h 1796578"/>
                <a:gd name="csX4121" fmla="*/ 1973208 w 2180199"/>
                <a:gd name="csY4121" fmla="*/ 1384499 h 1796578"/>
                <a:gd name="csX4122" fmla="*/ 1972386 w 2180199"/>
                <a:gd name="csY4122" fmla="*/ 1382582 h 1796578"/>
                <a:gd name="csX4123" fmla="*/ 1972044 w 2180199"/>
                <a:gd name="csY4123" fmla="*/ 1380444 h 1796578"/>
                <a:gd name="csX4124" fmla="*/ 1971907 w 2180199"/>
                <a:gd name="csY4124" fmla="*/ 1382970 h 1796578"/>
                <a:gd name="csX4125" fmla="*/ 1972364 w 2180199"/>
                <a:gd name="csY4125" fmla="*/ 1385595 h 1796578"/>
                <a:gd name="csX4126" fmla="*/ 1972204 w 2180199"/>
                <a:gd name="csY4126" fmla="*/ 1387588 h 1796578"/>
                <a:gd name="csX4127" fmla="*/ 1974661 w 2180199"/>
                <a:gd name="csY4127" fmla="*/ 1387953 h 1796578"/>
                <a:gd name="csX4128" fmla="*/ 1976959 w 2180199"/>
                <a:gd name="csY4128" fmla="*/ 1387634 h 1796578"/>
                <a:gd name="csX4129" fmla="*/ 1980063 w 2180199"/>
                <a:gd name="csY4129" fmla="*/ 1387717 h 1796578"/>
                <a:gd name="csX4130" fmla="*/ 1982087 w 2180199"/>
                <a:gd name="csY4130" fmla="*/ 1387345 h 1796578"/>
                <a:gd name="csX4131" fmla="*/ 1983305 w 2180199"/>
                <a:gd name="csY4131" fmla="*/ 1386713 h 1796578"/>
                <a:gd name="csX4132" fmla="*/ 1986226 w 2180199"/>
                <a:gd name="csY4132" fmla="*/ 1387261 h 1796578"/>
                <a:gd name="csX4133" fmla="*/ 1986432 w 2180199"/>
                <a:gd name="csY4133" fmla="*/ 1389665 h 1796578"/>
                <a:gd name="csX4134" fmla="*/ 1986097 w 2180199"/>
                <a:gd name="csY4134" fmla="*/ 1392054 h 1796578"/>
                <a:gd name="csX4135" fmla="*/ 1985930 w 2180199"/>
                <a:gd name="csY4135" fmla="*/ 1394588 h 1796578"/>
                <a:gd name="csX4136" fmla="*/ 1986736 w 2180199"/>
                <a:gd name="csY4136" fmla="*/ 1394573 h 1796578"/>
                <a:gd name="csX4137" fmla="*/ 1987687 w 2180199"/>
                <a:gd name="csY4137" fmla="*/ 1393759 h 1796578"/>
                <a:gd name="csX4138" fmla="*/ 1988167 w 2180199"/>
                <a:gd name="csY4138" fmla="*/ 1389201 h 1796578"/>
                <a:gd name="csX4139" fmla="*/ 1990837 w 2180199"/>
                <a:gd name="csY4139" fmla="*/ 1387512 h 1796578"/>
                <a:gd name="csX4140" fmla="*/ 1991735 w 2180199"/>
                <a:gd name="csY4140" fmla="*/ 1387634 h 1796578"/>
                <a:gd name="csX4141" fmla="*/ 1992587 w 2180199"/>
                <a:gd name="csY4141" fmla="*/ 1389095 h 1796578"/>
                <a:gd name="csX4142" fmla="*/ 1992876 w 2180199"/>
                <a:gd name="csY4142" fmla="*/ 1390578 h 1796578"/>
                <a:gd name="csX4143" fmla="*/ 1993181 w 2180199"/>
                <a:gd name="csY4143" fmla="*/ 1392617 h 1796578"/>
                <a:gd name="csX4144" fmla="*/ 1992557 w 2180199"/>
                <a:gd name="csY4144" fmla="*/ 1395722 h 1796578"/>
                <a:gd name="csX4145" fmla="*/ 1988456 w 2180199"/>
                <a:gd name="csY4145" fmla="*/ 1399343 h 1796578"/>
                <a:gd name="csX4146" fmla="*/ 1985519 w 2180199"/>
                <a:gd name="csY4146" fmla="*/ 1402684 h 1796578"/>
                <a:gd name="csX4147" fmla="*/ 1984012 w 2180199"/>
                <a:gd name="csY4147" fmla="*/ 1403361 h 1796578"/>
                <a:gd name="csX4148" fmla="*/ 1981851 w 2180199"/>
                <a:gd name="csY4148" fmla="*/ 1402973 h 1796578"/>
                <a:gd name="csX4149" fmla="*/ 1979394 w 2180199"/>
                <a:gd name="csY4149" fmla="*/ 1402136 h 1796578"/>
                <a:gd name="csX4150" fmla="*/ 1978184 w 2180199"/>
                <a:gd name="csY4150" fmla="*/ 1401968 h 1796578"/>
                <a:gd name="csX4151" fmla="*/ 1977271 w 2180199"/>
                <a:gd name="csY4151" fmla="*/ 1402250 h 1796578"/>
                <a:gd name="csX4152" fmla="*/ 1976716 w 2180199"/>
                <a:gd name="csY4152" fmla="*/ 1401215 h 1796578"/>
                <a:gd name="csX4153" fmla="*/ 1976358 w 2180199"/>
                <a:gd name="csY4153" fmla="*/ 1399336 h 1796578"/>
                <a:gd name="csX4154" fmla="*/ 1975407 w 2180199"/>
                <a:gd name="csY4154" fmla="*/ 1398712 h 1796578"/>
                <a:gd name="csX4155" fmla="*/ 1974684 w 2180199"/>
                <a:gd name="csY4155" fmla="*/ 1398780 h 1796578"/>
                <a:gd name="csX4156" fmla="*/ 1974197 w 2180199"/>
                <a:gd name="csY4156" fmla="*/ 1400774 h 1796578"/>
                <a:gd name="csX4157" fmla="*/ 1971907 w 2180199"/>
                <a:gd name="csY4157" fmla="*/ 1401344 h 1796578"/>
                <a:gd name="csX4158" fmla="*/ 1968795 w 2180199"/>
                <a:gd name="csY4158" fmla="*/ 1400515 h 1796578"/>
                <a:gd name="csX4159" fmla="*/ 1965531 w 2180199"/>
                <a:gd name="csY4159" fmla="*/ 1398841 h 1796578"/>
                <a:gd name="csX4160" fmla="*/ 1966931 w 2180199"/>
                <a:gd name="csY4160" fmla="*/ 1400637 h 1796578"/>
                <a:gd name="csX4161" fmla="*/ 1975019 w 2180199"/>
                <a:gd name="csY4161" fmla="*/ 1403992 h 1796578"/>
                <a:gd name="csX4162" fmla="*/ 1975932 w 2180199"/>
                <a:gd name="csY4162" fmla="*/ 1404624 h 1796578"/>
                <a:gd name="csX4163" fmla="*/ 1976784 w 2180199"/>
                <a:gd name="csY4163" fmla="*/ 1405537 h 1796578"/>
                <a:gd name="csX4164" fmla="*/ 1975658 w 2180199"/>
                <a:gd name="csY4164" fmla="*/ 1406975 h 1796578"/>
                <a:gd name="csX4165" fmla="*/ 1974768 w 2180199"/>
                <a:gd name="csY4165" fmla="*/ 1408595 h 1796578"/>
                <a:gd name="csX4166" fmla="*/ 1974638 w 2180199"/>
                <a:gd name="csY4166" fmla="*/ 1409866 h 1796578"/>
                <a:gd name="csX4167" fmla="*/ 1974327 w 2180199"/>
                <a:gd name="csY4167" fmla="*/ 1410665 h 1796578"/>
                <a:gd name="csX4168" fmla="*/ 1971100 w 2180199"/>
                <a:gd name="csY4168" fmla="*/ 1412818 h 1796578"/>
                <a:gd name="csX4169" fmla="*/ 1969358 w 2180199"/>
                <a:gd name="csY4169" fmla="*/ 1412438 h 1796578"/>
                <a:gd name="csX4170" fmla="*/ 1964892 w 2180199"/>
                <a:gd name="csY4170" fmla="*/ 1408550 h 1796578"/>
                <a:gd name="csX4171" fmla="*/ 1966931 w 2180199"/>
                <a:gd name="csY4171" fmla="*/ 1411913 h 1796578"/>
                <a:gd name="csX4172" fmla="*/ 1968559 w 2180199"/>
                <a:gd name="csY4172" fmla="*/ 1413335 h 1796578"/>
                <a:gd name="csX4173" fmla="*/ 1971846 w 2180199"/>
                <a:gd name="csY4173" fmla="*/ 1414096 h 1796578"/>
                <a:gd name="csX4174" fmla="*/ 1978002 w 2180199"/>
                <a:gd name="csY4174" fmla="*/ 1412841 h 1796578"/>
                <a:gd name="csX4175" fmla="*/ 1980025 w 2180199"/>
                <a:gd name="csY4175" fmla="*/ 1414211 h 1796578"/>
                <a:gd name="csX4176" fmla="*/ 1978367 w 2180199"/>
                <a:gd name="csY4176" fmla="*/ 1416638 h 1796578"/>
                <a:gd name="csX4177" fmla="*/ 1976723 w 2180199"/>
                <a:gd name="csY4177" fmla="*/ 1418334 h 1796578"/>
                <a:gd name="csX4178" fmla="*/ 1974562 w 2180199"/>
                <a:gd name="csY4178" fmla="*/ 1418525 h 1796578"/>
                <a:gd name="csX4179" fmla="*/ 1972660 w 2180199"/>
                <a:gd name="csY4179" fmla="*/ 1418989 h 1796578"/>
                <a:gd name="csX4180" fmla="*/ 1972097 w 2180199"/>
                <a:gd name="csY4180" fmla="*/ 1420153 h 1796578"/>
                <a:gd name="csX4181" fmla="*/ 1970743 w 2180199"/>
                <a:gd name="csY4181" fmla="*/ 1420229 h 1796578"/>
                <a:gd name="csX4182" fmla="*/ 1968620 w 2180199"/>
                <a:gd name="csY4182" fmla="*/ 1420297 h 1796578"/>
                <a:gd name="csX4183" fmla="*/ 1965341 w 2180199"/>
                <a:gd name="csY4183" fmla="*/ 1420404 h 1796578"/>
                <a:gd name="csX4184" fmla="*/ 1963538 w 2180199"/>
                <a:gd name="csY4184" fmla="*/ 1420130 h 1796578"/>
                <a:gd name="csX4185" fmla="*/ 1961019 w 2180199"/>
                <a:gd name="csY4185" fmla="*/ 1422511 h 1796578"/>
                <a:gd name="csX4186" fmla="*/ 1960068 w 2180199"/>
                <a:gd name="csY4186" fmla="*/ 1422838 h 1796578"/>
                <a:gd name="csX4187" fmla="*/ 1958744 w 2180199"/>
                <a:gd name="csY4187" fmla="*/ 1422390 h 1796578"/>
                <a:gd name="csX4188" fmla="*/ 1958189 w 2180199"/>
                <a:gd name="csY4188" fmla="*/ 1420472 h 1796578"/>
                <a:gd name="csX4189" fmla="*/ 1957595 w 2180199"/>
                <a:gd name="csY4189" fmla="*/ 1419529 h 1796578"/>
                <a:gd name="csX4190" fmla="*/ 1957580 w 2180199"/>
                <a:gd name="csY4190" fmla="*/ 1423112 h 1796578"/>
                <a:gd name="csX4191" fmla="*/ 1957816 w 2180199"/>
                <a:gd name="csY4191" fmla="*/ 1424079 h 1796578"/>
                <a:gd name="csX4192" fmla="*/ 1958295 w 2180199"/>
                <a:gd name="csY4192" fmla="*/ 1424802 h 1796578"/>
                <a:gd name="csX4193" fmla="*/ 1955351 w 2180199"/>
                <a:gd name="csY4193" fmla="*/ 1426742 h 1796578"/>
                <a:gd name="csX4194" fmla="*/ 1952528 w 2180199"/>
                <a:gd name="csY4194" fmla="*/ 1429161 h 1796578"/>
                <a:gd name="csX4195" fmla="*/ 1951516 w 2180199"/>
                <a:gd name="csY4195" fmla="*/ 1429816 h 1796578"/>
                <a:gd name="csX4196" fmla="*/ 1950367 w 2180199"/>
                <a:gd name="csY4196" fmla="*/ 1431025 h 1796578"/>
                <a:gd name="csX4197" fmla="*/ 1948016 w 2180199"/>
                <a:gd name="csY4197" fmla="*/ 1434518 h 1796578"/>
                <a:gd name="csX4198" fmla="*/ 1947438 w 2180199"/>
                <a:gd name="csY4198" fmla="*/ 1437059 h 1796578"/>
                <a:gd name="csX4199" fmla="*/ 1946586 w 2180199"/>
                <a:gd name="csY4199" fmla="*/ 1439889 h 1796578"/>
                <a:gd name="csX4200" fmla="*/ 1946479 w 2180199"/>
                <a:gd name="csY4200" fmla="*/ 1438619 h 1796578"/>
                <a:gd name="csX4201" fmla="*/ 1946624 w 2180199"/>
                <a:gd name="csY4201" fmla="*/ 1436473 h 1796578"/>
                <a:gd name="csX4202" fmla="*/ 1946045 w 2180199"/>
                <a:gd name="csY4202" fmla="*/ 1434016 h 1796578"/>
                <a:gd name="csX4203" fmla="*/ 1945673 w 2180199"/>
                <a:gd name="csY4203" fmla="*/ 1438520 h 1796578"/>
                <a:gd name="csX4204" fmla="*/ 1944760 w 2180199"/>
                <a:gd name="csY4204" fmla="*/ 1440605 h 1796578"/>
                <a:gd name="csX4205" fmla="*/ 1936375 w 2180199"/>
                <a:gd name="csY4205" fmla="*/ 1440460 h 1796578"/>
                <a:gd name="csX4206" fmla="*/ 1932708 w 2180199"/>
                <a:gd name="csY4206" fmla="*/ 1441594 h 1796578"/>
                <a:gd name="csX4207" fmla="*/ 1927077 w 2180199"/>
                <a:gd name="csY4207" fmla="*/ 1445405 h 1796578"/>
                <a:gd name="csX4208" fmla="*/ 1925396 w 2180199"/>
                <a:gd name="csY4208" fmla="*/ 1447079 h 1796578"/>
                <a:gd name="csX4209" fmla="*/ 1920739 w 2180199"/>
                <a:gd name="csY4209" fmla="*/ 1453524 h 1796578"/>
                <a:gd name="csX4210" fmla="*/ 1919552 w 2180199"/>
                <a:gd name="csY4210" fmla="*/ 1457640 h 1796578"/>
                <a:gd name="csX4211" fmla="*/ 1918601 w 2180199"/>
                <a:gd name="csY4211" fmla="*/ 1455913 h 1796578"/>
                <a:gd name="csX4212" fmla="*/ 1918837 w 2180199"/>
                <a:gd name="csY4212" fmla="*/ 1454619 h 1796578"/>
                <a:gd name="csX4213" fmla="*/ 1918852 w 2180199"/>
                <a:gd name="csY4213" fmla="*/ 1453554 h 1796578"/>
                <a:gd name="csX4214" fmla="*/ 1917688 w 2180199"/>
                <a:gd name="csY4214" fmla="*/ 1455723 h 1796578"/>
                <a:gd name="csX4215" fmla="*/ 1918799 w 2180199"/>
                <a:gd name="csY4215" fmla="*/ 1459040 h 1796578"/>
                <a:gd name="csX4216" fmla="*/ 1917803 w 2180199"/>
                <a:gd name="csY4216" fmla="*/ 1460303 h 1796578"/>
                <a:gd name="csX4217" fmla="*/ 1914729 w 2180199"/>
                <a:gd name="csY4217" fmla="*/ 1462662 h 1796578"/>
                <a:gd name="csX4218" fmla="*/ 1913047 w 2180199"/>
                <a:gd name="csY4218" fmla="*/ 1463042 h 1796578"/>
                <a:gd name="csX4219" fmla="*/ 1911160 w 2180199"/>
                <a:gd name="csY4219" fmla="*/ 1463712 h 1796578"/>
                <a:gd name="csX4220" fmla="*/ 1910567 w 2180199"/>
                <a:gd name="csY4220" fmla="*/ 1466032 h 1796578"/>
                <a:gd name="csX4221" fmla="*/ 1908003 w 2180199"/>
                <a:gd name="csY4221" fmla="*/ 1468170 h 1796578"/>
                <a:gd name="csX4222" fmla="*/ 1906511 w 2180199"/>
                <a:gd name="csY4222" fmla="*/ 1469114 h 1796578"/>
                <a:gd name="csX4223" fmla="*/ 1903772 w 2180199"/>
                <a:gd name="csY4223" fmla="*/ 1468543 h 1796578"/>
                <a:gd name="csX4224" fmla="*/ 1904617 w 2180199"/>
                <a:gd name="csY4224" fmla="*/ 1470597 h 1796578"/>
                <a:gd name="csX4225" fmla="*/ 1903612 w 2180199"/>
                <a:gd name="csY4225" fmla="*/ 1472157 h 1796578"/>
                <a:gd name="csX4226" fmla="*/ 1901878 w 2180199"/>
                <a:gd name="csY4226" fmla="*/ 1473352 h 1796578"/>
                <a:gd name="csX4227" fmla="*/ 1899724 w 2180199"/>
                <a:gd name="csY4227" fmla="*/ 1474128 h 1796578"/>
                <a:gd name="csX4228" fmla="*/ 1898492 w 2180199"/>
                <a:gd name="csY4228" fmla="*/ 1474029 h 1796578"/>
                <a:gd name="csX4229" fmla="*/ 1897442 w 2180199"/>
                <a:gd name="csY4229" fmla="*/ 1474440 h 1796578"/>
                <a:gd name="csX4230" fmla="*/ 1896613 w 2180199"/>
                <a:gd name="csY4230" fmla="*/ 1475429 h 1796578"/>
                <a:gd name="csX4231" fmla="*/ 1894596 w 2180199"/>
                <a:gd name="csY4231" fmla="*/ 1476357 h 1796578"/>
                <a:gd name="csX4232" fmla="*/ 1892504 w 2180199"/>
                <a:gd name="csY4232" fmla="*/ 1475840 h 1796578"/>
                <a:gd name="csX4233" fmla="*/ 1890130 w 2180199"/>
                <a:gd name="csY4233" fmla="*/ 1475528 h 1796578"/>
                <a:gd name="csX4234" fmla="*/ 1888806 w 2180199"/>
                <a:gd name="csY4234" fmla="*/ 1476083 h 1796578"/>
                <a:gd name="csX4235" fmla="*/ 1891028 w 2180199"/>
                <a:gd name="csY4235" fmla="*/ 1477004 h 1796578"/>
                <a:gd name="csX4236" fmla="*/ 1892223 w 2180199"/>
                <a:gd name="csY4236" fmla="*/ 1478328 h 1796578"/>
                <a:gd name="csX4237" fmla="*/ 1891979 w 2180199"/>
                <a:gd name="csY4237" fmla="*/ 1480116 h 1796578"/>
                <a:gd name="csX4238" fmla="*/ 1891386 w 2180199"/>
                <a:gd name="csY4238" fmla="*/ 1480801 h 1796578"/>
                <a:gd name="csX4239" fmla="*/ 1889978 w 2180199"/>
                <a:gd name="csY4239" fmla="*/ 1481737 h 1796578"/>
                <a:gd name="csX4240" fmla="*/ 1889362 w 2180199"/>
                <a:gd name="csY4240" fmla="*/ 1481600 h 1796578"/>
                <a:gd name="csX4241" fmla="*/ 1888989 w 2180199"/>
                <a:gd name="csY4241" fmla="*/ 1480762 h 1796578"/>
                <a:gd name="csX4242" fmla="*/ 1888532 w 2180199"/>
                <a:gd name="csY4242" fmla="*/ 1479013 h 1796578"/>
                <a:gd name="csX4243" fmla="*/ 1887878 w 2180199"/>
                <a:gd name="csY4243" fmla="*/ 1479385 h 1796578"/>
                <a:gd name="csX4244" fmla="*/ 1887764 w 2180199"/>
                <a:gd name="csY4244" fmla="*/ 1480199 h 1796578"/>
                <a:gd name="csX4245" fmla="*/ 1887201 w 2180199"/>
                <a:gd name="csY4245" fmla="*/ 1480496 h 1796578"/>
                <a:gd name="csX4246" fmla="*/ 1885207 w 2180199"/>
                <a:gd name="csY4246" fmla="*/ 1477704 h 1796578"/>
                <a:gd name="csX4247" fmla="*/ 1885306 w 2180199"/>
                <a:gd name="csY4247" fmla="*/ 1479834 h 1796578"/>
                <a:gd name="csX4248" fmla="*/ 1885999 w 2180199"/>
                <a:gd name="csY4248" fmla="*/ 1481470 h 1796578"/>
                <a:gd name="csX4249" fmla="*/ 1886668 w 2180199"/>
                <a:gd name="csY4249" fmla="*/ 1482299 h 1796578"/>
                <a:gd name="csX4250" fmla="*/ 1887345 w 2180199"/>
                <a:gd name="csY4250" fmla="*/ 1482787 h 1796578"/>
                <a:gd name="csX4251" fmla="*/ 1887513 w 2180199"/>
                <a:gd name="csY4251" fmla="*/ 1483547 h 1796578"/>
                <a:gd name="csX4252" fmla="*/ 1886151 w 2180199"/>
                <a:gd name="csY4252" fmla="*/ 1485396 h 1796578"/>
                <a:gd name="csX4253" fmla="*/ 1885451 w 2180199"/>
                <a:gd name="csY4253" fmla="*/ 1485807 h 1796578"/>
                <a:gd name="csX4254" fmla="*/ 1884203 w 2180199"/>
                <a:gd name="csY4254" fmla="*/ 1486104 h 1796578"/>
                <a:gd name="csX4255" fmla="*/ 1883503 w 2180199"/>
                <a:gd name="csY4255" fmla="*/ 1487237 h 1796578"/>
                <a:gd name="csX4256" fmla="*/ 1883708 w 2180199"/>
                <a:gd name="csY4256" fmla="*/ 1488219 h 1796578"/>
                <a:gd name="csX4257" fmla="*/ 1882613 w 2180199"/>
                <a:gd name="csY4257" fmla="*/ 1490342 h 1796578"/>
                <a:gd name="csX4258" fmla="*/ 1880003 w 2180199"/>
                <a:gd name="csY4258" fmla="*/ 1491666 h 1796578"/>
                <a:gd name="csX4259" fmla="*/ 1879212 w 2180199"/>
                <a:gd name="csY4259" fmla="*/ 1491612 h 1796578"/>
                <a:gd name="csX4260" fmla="*/ 1878565 w 2180199"/>
                <a:gd name="csY4260" fmla="*/ 1492000 h 1796578"/>
                <a:gd name="csX4261" fmla="*/ 1878945 w 2180199"/>
                <a:gd name="csY4261" fmla="*/ 1492944 h 1796578"/>
                <a:gd name="csX4262" fmla="*/ 1879592 w 2180199"/>
                <a:gd name="csY4262" fmla="*/ 1493629 h 1796578"/>
                <a:gd name="csX4263" fmla="*/ 1879569 w 2180199"/>
                <a:gd name="csY4263" fmla="*/ 1494268 h 1796578"/>
                <a:gd name="csX4264" fmla="*/ 1878885 w 2180199"/>
                <a:gd name="csY4264" fmla="*/ 1495135 h 1796578"/>
                <a:gd name="csX4265" fmla="*/ 1877523 w 2180199"/>
                <a:gd name="csY4265" fmla="*/ 1495379 h 1796578"/>
                <a:gd name="csX4266" fmla="*/ 1876762 w 2180199"/>
                <a:gd name="csY4266" fmla="*/ 1496360 h 1796578"/>
                <a:gd name="csX4267" fmla="*/ 1877005 w 2180199"/>
                <a:gd name="csY4267" fmla="*/ 1497296 h 1796578"/>
                <a:gd name="csX4268" fmla="*/ 1877454 w 2180199"/>
                <a:gd name="csY4268" fmla="*/ 1497813 h 1796578"/>
                <a:gd name="csX4269" fmla="*/ 1877355 w 2180199"/>
                <a:gd name="csY4269" fmla="*/ 1498703 h 1796578"/>
                <a:gd name="csX4270" fmla="*/ 1875811 w 2180199"/>
                <a:gd name="csY4270" fmla="*/ 1499601 h 1796578"/>
                <a:gd name="csX4271" fmla="*/ 1875446 w 2180199"/>
                <a:gd name="csY4271" fmla="*/ 1500484 h 1796578"/>
                <a:gd name="csX4272" fmla="*/ 1876214 w 2180199"/>
                <a:gd name="csY4272" fmla="*/ 1500743 h 1796578"/>
                <a:gd name="csX4273" fmla="*/ 1876808 w 2180199"/>
                <a:gd name="csY4273" fmla="*/ 1500484 h 1796578"/>
                <a:gd name="csX4274" fmla="*/ 1877241 w 2180199"/>
                <a:gd name="csY4274" fmla="*/ 1500674 h 1796578"/>
                <a:gd name="csX4275" fmla="*/ 1876313 w 2180199"/>
                <a:gd name="csY4275" fmla="*/ 1502150 h 1796578"/>
                <a:gd name="csX4276" fmla="*/ 1875484 w 2180199"/>
                <a:gd name="csY4276" fmla="*/ 1503048 h 1796578"/>
                <a:gd name="csX4277" fmla="*/ 1874692 w 2180199"/>
                <a:gd name="csY4277" fmla="*/ 1504661 h 1796578"/>
                <a:gd name="csX4278" fmla="*/ 1872859 w 2180199"/>
                <a:gd name="csY4278" fmla="*/ 1505110 h 1796578"/>
                <a:gd name="csX4279" fmla="*/ 1872927 w 2180199"/>
                <a:gd name="csY4279" fmla="*/ 1505635 h 1796578"/>
                <a:gd name="csX4280" fmla="*/ 1873962 w 2180199"/>
                <a:gd name="csY4280" fmla="*/ 1506099 h 1796578"/>
                <a:gd name="csX4281" fmla="*/ 1874829 w 2180199"/>
                <a:gd name="csY4281" fmla="*/ 1507339 h 1796578"/>
                <a:gd name="csX4282" fmla="*/ 1873201 w 2180199"/>
                <a:gd name="csY4282" fmla="*/ 1509629 h 1796578"/>
                <a:gd name="csX4283" fmla="*/ 1872182 w 2180199"/>
                <a:gd name="csY4283" fmla="*/ 1509439 h 1796578"/>
                <a:gd name="csX4284" fmla="*/ 1871558 w 2180199"/>
                <a:gd name="csY4284" fmla="*/ 1508937 h 1796578"/>
                <a:gd name="csX4285" fmla="*/ 1871162 w 2180199"/>
                <a:gd name="csY4285" fmla="*/ 1510740 h 1796578"/>
                <a:gd name="csX4286" fmla="*/ 1871314 w 2180199"/>
                <a:gd name="csY4286" fmla="*/ 1511699 h 1796578"/>
                <a:gd name="csX4287" fmla="*/ 1870926 w 2180199"/>
                <a:gd name="csY4287" fmla="*/ 1513670 h 1796578"/>
                <a:gd name="csX4288" fmla="*/ 1870302 w 2180199"/>
                <a:gd name="csY4288" fmla="*/ 1516028 h 1796578"/>
                <a:gd name="csX4289" fmla="*/ 1869876 w 2180199"/>
                <a:gd name="csY4289" fmla="*/ 1516994 h 1796578"/>
                <a:gd name="csX4290" fmla="*/ 1869967 w 2180199"/>
                <a:gd name="csY4290" fmla="*/ 1518798 h 1796578"/>
                <a:gd name="csX4291" fmla="*/ 1870234 w 2180199"/>
                <a:gd name="csY4291" fmla="*/ 1520540 h 1796578"/>
                <a:gd name="csX4292" fmla="*/ 1871230 w 2180199"/>
                <a:gd name="csY4292" fmla="*/ 1522777 h 1796578"/>
                <a:gd name="csX4293" fmla="*/ 1872760 w 2180199"/>
                <a:gd name="csY4293" fmla="*/ 1531915 h 1796578"/>
                <a:gd name="csX4294" fmla="*/ 1873802 w 2180199"/>
                <a:gd name="csY4294" fmla="*/ 1535080 h 1796578"/>
                <a:gd name="csX4295" fmla="*/ 1875674 w 2180199"/>
                <a:gd name="csY4295" fmla="*/ 1543602 h 1796578"/>
                <a:gd name="csX4296" fmla="*/ 1878771 w 2180199"/>
                <a:gd name="csY4296" fmla="*/ 1551834 h 1796578"/>
                <a:gd name="csX4297" fmla="*/ 1883138 w 2180199"/>
                <a:gd name="csY4297" fmla="*/ 1561748 h 1796578"/>
                <a:gd name="csX4298" fmla="*/ 1890305 w 2180199"/>
                <a:gd name="csY4298" fmla="*/ 1573709 h 1796578"/>
                <a:gd name="csX4299" fmla="*/ 1891165 w 2180199"/>
                <a:gd name="csY4299" fmla="*/ 1575405 h 1796578"/>
                <a:gd name="csX4300" fmla="*/ 1890229 w 2180199"/>
                <a:gd name="csY4300" fmla="*/ 1576844 h 1796578"/>
                <a:gd name="csX4301" fmla="*/ 1889947 w 2180199"/>
                <a:gd name="csY4301" fmla="*/ 1578335 h 1796578"/>
                <a:gd name="csX4302" fmla="*/ 1889864 w 2180199"/>
                <a:gd name="csY4302" fmla="*/ 1580579 h 1796578"/>
                <a:gd name="csX4303" fmla="*/ 1890123 w 2180199"/>
                <a:gd name="csY4303" fmla="*/ 1582771 h 1796578"/>
                <a:gd name="csX4304" fmla="*/ 1890967 w 2180199"/>
                <a:gd name="csY4304" fmla="*/ 1585441 h 1796578"/>
                <a:gd name="csX4305" fmla="*/ 1892595 w 2180199"/>
                <a:gd name="csY4305" fmla="*/ 1589519 h 1796578"/>
                <a:gd name="csX4306" fmla="*/ 1891682 w 2180199"/>
                <a:gd name="csY4306" fmla="*/ 1588713 h 1796578"/>
                <a:gd name="csX4307" fmla="*/ 1889324 w 2180199"/>
                <a:gd name="csY4307" fmla="*/ 1582854 h 1796578"/>
                <a:gd name="csX4308" fmla="*/ 1889050 w 2180199"/>
                <a:gd name="csY4308" fmla="*/ 1579415 h 1796578"/>
                <a:gd name="csX4309" fmla="*/ 1889384 w 2180199"/>
                <a:gd name="csY4309" fmla="*/ 1574523 h 1796578"/>
                <a:gd name="csX4310" fmla="*/ 1888829 w 2180199"/>
                <a:gd name="csY4310" fmla="*/ 1574645 h 1796578"/>
                <a:gd name="csX4311" fmla="*/ 1888380 w 2180199"/>
                <a:gd name="csY4311" fmla="*/ 1576235 h 1796578"/>
                <a:gd name="csX4312" fmla="*/ 1888129 w 2180199"/>
                <a:gd name="csY4312" fmla="*/ 1578099 h 1796578"/>
                <a:gd name="csX4313" fmla="*/ 1887528 w 2180199"/>
                <a:gd name="csY4313" fmla="*/ 1578822 h 1796578"/>
                <a:gd name="csX4314" fmla="*/ 1886714 w 2180199"/>
                <a:gd name="csY4314" fmla="*/ 1575968 h 1796578"/>
                <a:gd name="csX4315" fmla="*/ 1886775 w 2180199"/>
                <a:gd name="csY4315" fmla="*/ 1574682 h 1796578"/>
                <a:gd name="csX4316" fmla="*/ 1887642 w 2180199"/>
                <a:gd name="csY4316" fmla="*/ 1573176 h 1796578"/>
                <a:gd name="csX4317" fmla="*/ 1887391 w 2180199"/>
                <a:gd name="csY4317" fmla="*/ 1572636 h 1796578"/>
                <a:gd name="csX4318" fmla="*/ 1885983 w 2180199"/>
                <a:gd name="csY4318" fmla="*/ 1571860 h 1796578"/>
                <a:gd name="csX4319" fmla="*/ 1885687 w 2180199"/>
                <a:gd name="csY4319" fmla="*/ 1570650 h 1796578"/>
                <a:gd name="csX4320" fmla="*/ 1885877 w 2180199"/>
                <a:gd name="csY4320" fmla="*/ 1569448 h 1796578"/>
                <a:gd name="csX4321" fmla="*/ 1885078 w 2180199"/>
                <a:gd name="csY4321" fmla="*/ 1568809 h 1796578"/>
                <a:gd name="csX4322" fmla="*/ 1884447 w 2180199"/>
                <a:gd name="csY4322" fmla="*/ 1568839 h 1796578"/>
                <a:gd name="csX4323" fmla="*/ 1884873 w 2180199"/>
                <a:gd name="csY4323" fmla="*/ 1571799 h 1796578"/>
                <a:gd name="csX4324" fmla="*/ 1885535 w 2180199"/>
                <a:gd name="csY4324" fmla="*/ 1573610 h 1796578"/>
                <a:gd name="csX4325" fmla="*/ 1886356 w 2180199"/>
                <a:gd name="csY4325" fmla="*/ 1577954 h 1796578"/>
                <a:gd name="csX4326" fmla="*/ 1887688 w 2180199"/>
                <a:gd name="csY4326" fmla="*/ 1580579 h 1796578"/>
                <a:gd name="csX4327" fmla="*/ 1888464 w 2180199"/>
                <a:gd name="csY4327" fmla="*/ 1582778 h 1796578"/>
                <a:gd name="csX4328" fmla="*/ 1897518 w 2180199"/>
                <a:gd name="csY4328" fmla="*/ 1606136 h 1796578"/>
                <a:gd name="csX4329" fmla="*/ 1899664 w 2180199"/>
                <a:gd name="csY4329" fmla="*/ 1609096 h 1796578"/>
                <a:gd name="csX4330" fmla="*/ 1900455 w 2180199"/>
                <a:gd name="csY4330" fmla="*/ 1611219 h 1796578"/>
                <a:gd name="csX4331" fmla="*/ 1901277 w 2180199"/>
                <a:gd name="csY4331" fmla="*/ 1615655 h 1796578"/>
                <a:gd name="csX4332" fmla="*/ 1901459 w 2180199"/>
                <a:gd name="csY4332" fmla="*/ 1621338 h 1796578"/>
                <a:gd name="csX4333" fmla="*/ 1899983 w 2180199"/>
                <a:gd name="csY4333" fmla="*/ 1631694 h 1796578"/>
                <a:gd name="csX4334" fmla="*/ 1899648 w 2180199"/>
                <a:gd name="csY4334" fmla="*/ 1638731 h 1796578"/>
                <a:gd name="csX4335" fmla="*/ 1899435 w 2180199"/>
                <a:gd name="csY4335" fmla="*/ 1638518 h 1796578"/>
                <a:gd name="csX4336" fmla="*/ 1899291 w 2180199"/>
                <a:gd name="csY4336" fmla="*/ 1637773 h 1796578"/>
                <a:gd name="csX4337" fmla="*/ 1898948 w 2180199"/>
                <a:gd name="csY4337" fmla="*/ 1637674 h 1796578"/>
                <a:gd name="csX4338" fmla="*/ 1897670 w 2180199"/>
                <a:gd name="csY4338" fmla="*/ 1640892 h 1796578"/>
                <a:gd name="csX4339" fmla="*/ 1895928 w 2180199"/>
                <a:gd name="csY4339" fmla="*/ 1643791 h 1796578"/>
                <a:gd name="csX4340" fmla="*/ 1895350 w 2180199"/>
                <a:gd name="csY4340" fmla="*/ 1648295 h 1796578"/>
                <a:gd name="csX4341" fmla="*/ 1894513 w 2180199"/>
                <a:gd name="csY4341" fmla="*/ 1650547 h 1796578"/>
                <a:gd name="csX4342" fmla="*/ 1891994 w 2180199"/>
                <a:gd name="csY4342" fmla="*/ 1652929 h 1796578"/>
                <a:gd name="csX4343" fmla="*/ 1890434 w 2180199"/>
                <a:gd name="csY4343" fmla="*/ 1652868 h 1796578"/>
                <a:gd name="csX4344" fmla="*/ 1886615 w 2180199"/>
                <a:gd name="csY4344" fmla="*/ 1654656 h 1796578"/>
                <a:gd name="csX4345" fmla="*/ 1883929 w 2180199"/>
                <a:gd name="csY4345" fmla="*/ 1654192 h 1796578"/>
                <a:gd name="csX4346" fmla="*/ 1880733 w 2180199"/>
                <a:gd name="csY4346" fmla="*/ 1655196 h 1796578"/>
                <a:gd name="csX4347" fmla="*/ 1878634 w 2180199"/>
                <a:gd name="csY4347" fmla="*/ 1655082 h 1796578"/>
                <a:gd name="csX4348" fmla="*/ 1877416 w 2180199"/>
                <a:gd name="csY4348" fmla="*/ 1652960 h 1796578"/>
                <a:gd name="csX4349" fmla="*/ 1877599 w 2180199"/>
                <a:gd name="csY4349" fmla="*/ 1652008 h 1796578"/>
                <a:gd name="csX4350" fmla="*/ 1878078 w 2180199"/>
                <a:gd name="csY4350" fmla="*/ 1651057 h 1796578"/>
                <a:gd name="csX4351" fmla="*/ 1878900 w 2180199"/>
                <a:gd name="csY4351" fmla="*/ 1650837 h 1796578"/>
                <a:gd name="csX4352" fmla="*/ 1881723 w 2180199"/>
                <a:gd name="csY4352" fmla="*/ 1653066 h 1796578"/>
                <a:gd name="csX4353" fmla="*/ 1882255 w 2180199"/>
                <a:gd name="csY4353" fmla="*/ 1652122 h 1796578"/>
                <a:gd name="csX4354" fmla="*/ 1881403 w 2180199"/>
                <a:gd name="csY4354" fmla="*/ 1651012 h 1796578"/>
                <a:gd name="csX4355" fmla="*/ 1879767 w 2180199"/>
                <a:gd name="csY4355" fmla="*/ 1650388 h 1796578"/>
                <a:gd name="csX4356" fmla="*/ 1878565 w 2180199"/>
                <a:gd name="csY4356" fmla="*/ 1649703 h 1796578"/>
                <a:gd name="csX4357" fmla="*/ 1876138 w 2180199"/>
                <a:gd name="csY4357" fmla="*/ 1644620 h 1796578"/>
                <a:gd name="csX4358" fmla="*/ 1873619 w 2180199"/>
                <a:gd name="csY4358" fmla="*/ 1641128 h 1796578"/>
                <a:gd name="csX4359" fmla="*/ 1873193 w 2180199"/>
                <a:gd name="csY4359" fmla="*/ 1638785 h 1796578"/>
                <a:gd name="csX4360" fmla="*/ 1868849 w 2180199"/>
                <a:gd name="csY4360" fmla="*/ 1637354 h 1796578"/>
                <a:gd name="csX4361" fmla="*/ 1865707 w 2180199"/>
                <a:gd name="csY4361" fmla="*/ 1635186 h 1796578"/>
                <a:gd name="csX4362" fmla="*/ 1863652 w 2180199"/>
                <a:gd name="csY4362" fmla="*/ 1631336 h 1796578"/>
                <a:gd name="csX4363" fmla="*/ 1862473 w 2180199"/>
                <a:gd name="csY4363" fmla="*/ 1624496 h 1796578"/>
                <a:gd name="csX4364" fmla="*/ 1861088 w 2180199"/>
                <a:gd name="csY4364" fmla="*/ 1623727 h 1796578"/>
                <a:gd name="csX4365" fmla="*/ 1860502 w 2180199"/>
                <a:gd name="csY4365" fmla="*/ 1623195 h 1796578"/>
                <a:gd name="csX4366" fmla="*/ 1861857 w 2180199"/>
                <a:gd name="csY4366" fmla="*/ 1620646 h 1796578"/>
                <a:gd name="csX4367" fmla="*/ 1863287 w 2180199"/>
                <a:gd name="csY4367" fmla="*/ 1618508 h 1796578"/>
                <a:gd name="csX4368" fmla="*/ 1862161 w 2180199"/>
                <a:gd name="csY4368" fmla="*/ 1619041 h 1796578"/>
                <a:gd name="csX4369" fmla="*/ 1861332 w 2180199"/>
                <a:gd name="csY4369" fmla="*/ 1619832 h 1796578"/>
                <a:gd name="csX4370" fmla="*/ 1860274 w 2180199"/>
                <a:gd name="csY4370" fmla="*/ 1621719 h 1796578"/>
                <a:gd name="csX4371" fmla="*/ 1859498 w 2180199"/>
                <a:gd name="csY4371" fmla="*/ 1622008 h 1796578"/>
                <a:gd name="csX4372" fmla="*/ 1858790 w 2180199"/>
                <a:gd name="csY4372" fmla="*/ 1621719 h 1796578"/>
                <a:gd name="csX4373" fmla="*/ 1857976 w 2180199"/>
                <a:gd name="csY4373" fmla="*/ 1618097 h 1796578"/>
                <a:gd name="csX4374" fmla="*/ 1858212 w 2180199"/>
                <a:gd name="csY4374" fmla="*/ 1613646 h 1796578"/>
                <a:gd name="csX4375" fmla="*/ 1859353 w 2180199"/>
                <a:gd name="csY4375" fmla="*/ 1611980 h 1796578"/>
                <a:gd name="csX4376" fmla="*/ 1857596 w 2180199"/>
                <a:gd name="csY4376" fmla="*/ 1611934 h 1796578"/>
                <a:gd name="csX4377" fmla="*/ 1855777 w 2180199"/>
                <a:gd name="csY4377" fmla="*/ 1612566 h 1796578"/>
                <a:gd name="csX4378" fmla="*/ 1856044 w 2180199"/>
                <a:gd name="csY4378" fmla="*/ 1614049 h 1796578"/>
                <a:gd name="csX4379" fmla="*/ 1855785 w 2180199"/>
                <a:gd name="csY4379" fmla="*/ 1614863 h 1796578"/>
                <a:gd name="csX4380" fmla="*/ 1854461 w 2180199"/>
                <a:gd name="csY4380" fmla="*/ 1614650 h 1796578"/>
                <a:gd name="csX4381" fmla="*/ 1853449 w 2180199"/>
                <a:gd name="csY4381" fmla="*/ 1614133 h 1796578"/>
                <a:gd name="csX4382" fmla="*/ 1852087 w 2180199"/>
                <a:gd name="csY4382" fmla="*/ 1612581 h 1796578"/>
                <a:gd name="csX4383" fmla="*/ 1850223 w 2180199"/>
                <a:gd name="csY4383" fmla="*/ 1609629 h 1796578"/>
                <a:gd name="csX4384" fmla="*/ 1846396 w 2180199"/>
                <a:gd name="csY4384" fmla="*/ 1601472 h 1796578"/>
                <a:gd name="csX4385" fmla="*/ 1845650 w 2180199"/>
                <a:gd name="csY4385" fmla="*/ 1600324 h 1796578"/>
                <a:gd name="csX4386" fmla="*/ 1844380 w 2180199"/>
                <a:gd name="csY4386" fmla="*/ 1599114 h 1796578"/>
                <a:gd name="csX4387" fmla="*/ 1844981 w 2180199"/>
                <a:gd name="csY4387" fmla="*/ 1598741 h 1796578"/>
                <a:gd name="csX4388" fmla="*/ 1846069 w 2180199"/>
                <a:gd name="csY4388" fmla="*/ 1598520 h 1796578"/>
                <a:gd name="csX4389" fmla="*/ 1848526 w 2180199"/>
                <a:gd name="csY4389" fmla="*/ 1594838 h 1796578"/>
                <a:gd name="csX4390" fmla="*/ 1850451 w 2180199"/>
                <a:gd name="csY4390" fmla="*/ 1592608 h 1796578"/>
                <a:gd name="csX4391" fmla="*/ 1851091 w 2180199"/>
                <a:gd name="csY4391" fmla="*/ 1591064 h 1796578"/>
                <a:gd name="csX4392" fmla="*/ 1850976 w 2180199"/>
                <a:gd name="csY4392" fmla="*/ 1590402 h 1796578"/>
                <a:gd name="csX4393" fmla="*/ 1850124 w 2180199"/>
                <a:gd name="csY4393" fmla="*/ 1589443 h 1796578"/>
                <a:gd name="csX4394" fmla="*/ 1849006 w 2180199"/>
                <a:gd name="csY4394" fmla="*/ 1590280 h 1796578"/>
                <a:gd name="csX4395" fmla="*/ 1848526 w 2180199"/>
                <a:gd name="csY4395" fmla="*/ 1590044 h 1796578"/>
                <a:gd name="csX4396" fmla="*/ 1847263 w 2180199"/>
                <a:gd name="csY4396" fmla="*/ 1588104 h 1796578"/>
                <a:gd name="csX4397" fmla="*/ 1846061 w 2180199"/>
                <a:gd name="csY4397" fmla="*/ 1587556 h 1796578"/>
                <a:gd name="csX4398" fmla="*/ 1845224 w 2180199"/>
                <a:gd name="csY4398" fmla="*/ 1587975 h 1796578"/>
                <a:gd name="csX4399" fmla="*/ 1846107 w 2180199"/>
                <a:gd name="csY4399" fmla="*/ 1589557 h 1796578"/>
                <a:gd name="csX4400" fmla="*/ 1846898 w 2180199"/>
                <a:gd name="csY4400" fmla="*/ 1590151 h 1796578"/>
                <a:gd name="csX4401" fmla="*/ 1846586 w 2180199"/>
                <a:gd name="csY4401" fmla="*/ 1592456 h 1796578"/>
                <a:gd name="csX4402" fmla="*/ 1846267 w 2180199"/>
                <a:gd name="csY4402" fmla="*/ 1593202 h 1796578"/>
                <a:gd name="csX4403" fmla="*/ 1845521 w 2180199"/>
                <a:gd name="csY4403" fmla="*/ 1593864 h 1796578"/>
                <a:gd name="csX4404" fmla="*/ 1844357 w 2180199"/>
                <a:gd name="csY4404" fmla="*/ 1593506 h 1796578"/>
                <a:gd name="csX4405" fmla="*/ 1843771 w 2180199"/>
                <a:gd name="csY4405" fmla="*/ 1594077 h 1796578"/>
                <a:gd name="csX4406" fmla="*/ 1843079 w 2180199"/>
                <a:gd name="csY4406" fmla="*/ 1593476 h 1796578"/>
                <a:gd name="csX4407" fmla="*/ 1842394 w 2180199"/>
                <a:gd name="csY4407" fmla="*/ 1592464 h 1796578"/>
                <a:gd name="csX4408" fmla="*/ 1841625 w 2180199"/>
                <a:gd name="csY4408" fmla="*/ 1590797 h 1796578"/>
                <a:gd name="csX4409" fmla="*/ 1843657 w 2180199"/>
                <a:gd name="csY4409" fmla="*/ 1581393 h 1796578"/>
                <a:gd name="csX4410" fmla="*/ 1845536 w 2180199"/>
                <a:gd name="csY4410" fmla="*/ 1575383 h 1796578"/>
                <a:gd name="csX4411" fmla="*/ 1845749 w 2180199"/>
                <a:gd name="csY4411" fmla="*/ 1568504 h 1796578"/>
                <a:gd name="csX4412" fmla="*/ 1845894 w 2180199"/>
                <a:gd name="csY4412" fmla="*/ 1567485 h 1796578"/>
                <a:gd name="csX4413" fmla="*/ 1845734 w 2180199"/>
                <a:gd name="csY4413" fmla="*/ 1565651 h 1796578"/>
                <a:gd name="csX4414" fmla="*/ 1843216 w 2180199"/>
                <a:gd name="csY4414" fmla="*/ 1561672 h 1796578"/>
                <a:gd name="csX4415" fmla="*/ 1832084 w 2180199"/>
                <a:gd name="csY4415" fmla="*/ 1551925 h 1796578"/>
                <a:gd name="csX4416" fmla="*/ 1823464 w 2180199"/>
                <a:gd name="csY4416" fmla="*/ 1540330 h 1796578"/>
                <a:gd name="csX4417" fmla="*/ 1815992 w 2180199"/>
                <a:gd name="csY4417" fmla="*/ 1535970 h 1796578"/>
                <a:gd name="csX4418" fmla="*/ 1810324 w 2180199"/>
                <a:gd name="csY4418" fmla="*/ 1536929 h 1796578"/>
                <a:gd name="csX4419" fmla="*/ 1809342 w 2180199"/>
                <a:gd name="csY4419" fmla="*/ 1537804 h 1796578"/>
                <a:gd name="csX4420" fmla="*/ 1808924 w 2180199"/>
                <a:gd name="csY4420" fmla="*/ 1538945 h 1796578"/>
                <a:gd name="csX4421" fmla="*/ 1809274 w 2180199"/>
                <a:gd name="csY4421" fmla="*/ 1540246 h 1796578"/>
                <a:gd name="csX4422" fmla="*/ 1808764 w 2180199"/>
                <a:gd name="csY4422" fmla="*/ 1540786 h 1796578"/>
                <a:gd name="csX4423" fmla="*/ 1807242 w 2180199"/>
                <a:gd name="csY4423" fmla="*/ 1540718 h 1796578"/>
                <a:gd name="csX4424" fmla="*/ 1805196 w 2180199"/>
                <a:gd name="csY4424" fmla="*/ 1541022 h 1796578"/>
                <a:gd name="csX4425" fmla="*/ 1799847 w 2180199"/>
                <a:gd name="csY4425" fmla="*/ 1544073 h 1796578"/>
                <a:gd name="csX4426" fmla="*/ 1797960 w 2180199"/>
                <a:gd name="csY4426" fmla="*/ 1543959 h 1796578"/>
                <a:gd name="csX4427" fmla="*/ 1796248 w 2180199"/>
                <a:gd name="csY4427" fmla="*/ 1544750 h 1796578"/>
                <a:gd name="csX4428" fmla="*/ 1794962 w 2180199"/>
                <a:gd name="csY4428" fmla="*/ 1545344 h 1796578"/>
                <a:gd name="csX4429" fmla="*/ 1791614 w 2180199"/>
                <a:gd name="csY4429" fmla="*/ 1545663 h 1796578"/>
                <a:gd name="csX4430" fmla="*/ 1788776 w 2180199"/>
                <a:gd name="csY4430" fmla="*/ 1546341 h 1796578"/>
                <a:gd name="csX4431" fmla="*/ 1787551 w 2180199"/>
                <a:gd name="csY4431" fmla="*/ 1545976 h 1796578"/>
                <a:gd name="csX4432" fmla="*/ 1786753 w 2180199"/>
                <a:gd name="csY4432" fmla="*/ 1544203 h 1796578"/>
                <a:gd name="csX4433" fmla="*/ 1786753 w 2180199"/>
                <a:gd name="csY4433" fmla="*/ 1542369 h 1796578"/>
                <a:gd name="csX4434" fmla="*/ 1787399 w 2180199"/>
                <a:gd name="csY4434" fmla="*/ 1543777 h 1796578"/>
                <a:gd name="csX4435" fmla="*/ 1788404 w 2180199"/>
                <a:gd name="csY4435" fmla="*/ 1544880 h 1796578"/>
                <a:gd name="csX4436" fmla="*/ 1788868 w 2180199"/>
                <a:gd name="csY4436" fmla="*/ 1544439 h 1796578"/>
                <a:gd name="csX4437" fmla="*/ 1789035 w 2180199"/>
                <a:gd name="csY4437" fmla="*/ 1543465 h 1796578"/>
                <a:gd name="csX4438" fmla="*/ 1788038 w 2180199"/>
                <a:gd name="csY4438" fmla="*/ 1541555 h 1796578"/>
                <a:gd name="csX4439" fmla="*/ 1784820 w 2180199"/>
                <a:gd name="csY4439" fmla="*/ 1539105 h 1796578"/>
                <a:gd name="csX4440" fmla="*/ 1781160 w 2180199"/>
                <a:gd name="csY4440" fmla="*/ 1535521 h 1796578"/>
                <a:gd name="csX4441" fmla="*/ 1782279 w 2180199"/>
                <a:gd name="csY4441" fmla="*/ 1535643 h 1796578"/>
                <a:gd name="csX4442" fmla="*/ 1782560 w 2180199"/>
                <a:gd name="csY4442" fmla="*/ 1534875 h 1796578"/>
                <a:gd name="csX4443" fmla="*/ 1781426 w 2180199"/>
                <a:gd name="csY4443" fmla="*/ 1533863 h 1796578"/>
                <a:gd name="csX4444" fmla="*/ 1781906 w 2180199"/>
                <a:gd name="csY4444" fmla="*/ 1532699 h 1796578"/>
                <a:gd name="csX4445" fmla="*/ 1782705 w 2180199"/>
                <a:gd name="csY4445" fmla="*/ 1531474 h 1796578"/>
                <a:gd name="csX4446" fmla="*/ 1781160 w 2180199"/>
                <a:gd name="csY4446" fmla="*/ 1531656 h 1796578"/>
                <a:gd name="csX4447" fmla="*/ 1779768 w 2180199"/>
                <a:gd name="csY4447" fmla="*/ 1532516 h 1796578"/>
                <a:gd name="csX4448" fmla="*/ 1779722 w 2180199"/>
                <a:gd name="csY4448" fmla="*/ 1533574 h 1796578"/>
                <a:gd name="csX4449" fmla="*/ 1779448 w 2180199"/>
                <a:gd name="csY4449" fmla="*/ 1534418 h 1796578"/>
                <a:gd name="csX4450" fmla="*/ 1778703 w 2180199"/>
                <a:gd name="csY4450" fmla="*/ 1534296 h 1796578"/>
                <a:gd name="csX4451" fmla="*/ 1777318 w 2180199"/>
                <a:gd name="csY4451" fmla="*/ 1533254 h 1796578"/>
                <a:gd name="csX4452" fmla="*/ 1770501 w 2180199"/>
                <a:gd name="csY4452" fmla="*/ 1530347 h 1796578"/>
                <a:gd name="csX4453" fmla="*/ 1764536 w 2180199"/>
                <a:gd name="csY4453" fmla="*/ 1528704 h 1796578"/>
                <a:gd name="csX4454" fmla="*/ 1769116 w 2180199"/>
                <a:gd name="csY4454" fmla="*/ 1527966 h 1796578"/>
                <a:gd name="csX4455" fmla="*/ 1771596 w 2180199"/>
                <a:gd name="csY4455" fmla="*/ 1528537 h 1796578"/>
                <a:gd name="csX4456" fmla="*/ 1771299 w 2180199"/>
                <a:gd name="csY4456" fmla="*/ 1527654 h 1796578"/>
                <a:gd name="csX4457" fmla="*/ 1770698 w 2180199"/>
                <a:gd name="csY4457" fmla="*/ 1527091 h 1796578"/>
                <a:gd name="csX4458" fmla="*/ 1768743 w 2180199"/>
                <a:gd name="csY4458" fmla="*/ 1526383 h 1796578"/>
                <a:gd name="csX4459" fmla="*/ 1766247 w 2180199"/>
                <a:gd name="csY4459" fmla="*/ 1526650 h 1796578"/>
                <a:gd name="csX4460" fmla="*/ 1764672 w 2180199"/>
                <a:gd name="csY4460" fmla="*/ 1526315 h 1796578"/>
                <a:gd name="csX4461" fmla="*/ 1763067 w 2180199"/>
                <a:gd name="csY4461" fmla="*/ 1527023 h 1796578"/>
                <a:gd name="csX4462" fmla="*/ 1761302 w 2180199"/>
                <a:gd name="csY4462" fmla="*/ 1528065 h 1796578"/>
                <a:gd name="csX4463" fmla="*/ 1759727 w 2180199"/>
                <a:gd name="csY4463" fmla="*/ 1528598 h 1796578"/>
                <a:gd name="csX4464" fmla="*/ 1753579 w 2180199"/>
                <a:gd name="csY4464" fmla="*/ 1529351 h 1796578"/>
                <a:gd name="csX4465" fmla="*/ 1748596 w 2180199"/>
                <a:gd name="csY4465" fmla="*/ 1530165 h 1796578"/>
                <a:gd name="csX4466" fmla="*/ 1749394 w 2180199"/>
                <a:gd name="csY4466" fmla="*/ 1529305 h 1796578"/>
                <a:gd name="csX4467" fmla="*/ 1750247 w 2180199"/>
                <a:gd name="csY4467" fmla="*/ 1528750 h 1796578"/>
                <a:gd name="csX4468" fmla="*/ 1753191 w 2180199"/>
                <a:gd name="csY4468" fmla="*/ 1527905 h 1796578"/>
                <a:gd name="csX4469" fmla="*/ 1753632 w 2180199"/>
                <a:gd name="csY4469" fmla="*/ 1526155 h 1796578"/>
                <a:gd name="csX4470" fmla="*/ 1752940 w 2180199"/>
                <a:gd name="csY4470" fmla="*/ 1524466 h 1796578"/>
                <a:gd name="csX4471" fmla="*/ 1752164 w 2180199"/>
                <a:gd name="csY4471" fmla="*/ 1524869 h 1796578"/>
                <a:gd name="csX4472" fmla="*/ 1751350 w 2180199"/>
                <a:gd name="csY4472" fmla="*/ 1526186 h 1796578"/>
                <a:gd name="csX4473" fmla="*/ 1750353 w 2180199"/>
                <a:gd name="csY4473" fmla="*/ 1525235 h 1796578"/>
                <a:gd name="csX4474" fmla="*/ 1749250 w 2180199"/>
                <a:gd name="csY4474" fmla="*/ 1525242 h 1796578"/>
                <a:gd name="csX4475" fmla="*/ 1748945 w 2180199"/>
                <a:gd name="csY4475" fmla="*/ 1527334 h 1796578"/>
                <a:gd name="csX4476" fmla="*/ 1747523 w 2180199"/>
                <a:gd name="csY4476" fmla="*/ 1528742 h 1796578"/>
                <a:gd name="csX4477" fmla="*/ 1746884 w 2180199"/>
                <a:gd name="csY4477" fmla="*/ 1530157 h 1796578"/>
                <a:gd name="csX4478" fmla="*/ 1742722 w 2180199"/>
                <a:gd name="csY4478" fmla="*/ 1531268 h 1796578"/>
                <a:gd name="csX4479" fmla="*/ 1742189 w 2180199"/>
                <a:gd name="csY4479" fmla="*/ 1530903 h 1796578"/>
                <a:gd name="csX4480" fmla="*/ 1743406 w 2180199"/>
                <a:gd name="csY4480" fmla="*/ 1529556 h 1796578"/>
                <a:gd name="csX4481" fmla="*/ 1743308 w 2180199"/>
                <a:gd name="csY4481" fmla="*/ 1528811 h 1796578"/>
                <a:gd name="csX4482" fmla="*/ 1741923 w 2180199"/>
                <a:gd name="csY4482" fmla="*/ 1529450 h 1796578"/>
                <a:gd name="csX4483" fmla="*/ 1739595 w 2180199"/>
                <a:gd name="csY4483" fmla="*/ 1531991 h 1796578"/>
                <a:gd name="csX4484" fmla="*/ 1731400 w 2180199"/>
                <a:gd name="csY4484" fmla="*/ 1532820 h 1796578"/>
                <a:gd name="csX4485" fmla="*/ 1731849 w 2180199"/>
                <a:gd name="csY4485" fmla="*/ 1532242 h 1796578"/>
                <a:gd name="csX4486" fmla="*/ 1733584 w 2180199"/>
                <a:gd name="csY4486" fmla="*/ 1532120 h 1796578"/>
                <a:gd name="csX4487" fmla="*/ 1736011 w 2180199"/>
                <a:gd name="csY4487" fmla="*/ 1531322 h 1796578"/>
                <a:gd name="csX4488" fmla="*/ 1735516 w 2180199"/>
                <a:gd name="csY4488" fmla="*/ 1529967 h 1796578"/>
                <a:gd name="csX4489" fmla="*/ 1734581 w 2180199"/>
                <a:gd name="csY4489" fmla="*/ 1528476 h 1796578"/>
                <a:gd name="csX4490" fmla="*/ 1733713 w 2180199"/>
                <a:gd name="csY4490" fmla="*/ 1528308 h 1796578"/>
                <a:gd name="csX4491" fmla="*/ 1733143 w 2180199"/>
                <a:gd name="csY4491" fmla="*/ 1527433 h 1796578"/>
                <a:gd name="csX4492" fmla="*/ 1733173 w 2180199"/>
                <a:gd name="csY4492" fmla="*/ 1524679 h 1796578"/>
                <a:gd name="csX4493" fmla="*/ 1732618 w 2180199"/>
                <a:gd name="csY4493" fmla="*/ 1523066 h 1796578"/>
                <a:gd name="csX4494" fmla="*/ 1731286 w 2180199"/>
                <a:gd name="csY4494" fmla="*/ 1521407 h 1796578"/>
                <a:gd name="csX4495" fmla="*/ 1730837 w 2180199"/>
                <a:gd name="csY4495" fmla="*/ 1521727 h 1796578"/>
                <a:gd name="csX4496" fmla="*/ 1729856 w 2180199"/>
                <a:gd name="csY4496" fmla="*/ 1524573 h 1796578"/>
                <a:gd name="csX4497" fmla="*/ 1729041 w 2180199"/>
                <a:gd name="csY4497" fmla="*/ 1528293 h 1796578"/>
                <a:gd name="csX4498" fmla="*/ 1728638 w 2180199"/>
                <a:gd name="csY4498" fmla="*/ 1529495 h 1796578"/>
                <a:gd name="csX4499" fmla="*/ 1726211 w 2180199"/>
                <a:gd name="csY4499" fmla="*/ 1529579 h 1796578"/>
                <a:gd name="csX4500" fmla="*/ 1724058 w 2180199"/>
                <a:gd name="csY4500" fmla="*/ 1529320 h 1796578"/>
                <a:gd name="csX4501" fmla="*/ 1716754 w 2180199"/>
                <a:gd name="csY4501" fmla="*/ 1529769 h 1796578"/>
                <a:gd name="csX4502" fmla="*/ 1714030 w 2180199"/>
                <a:gd name="csY4502" fmla="*/ 1528506 h 1796578"/>
                <a:gd name="csX4503" fmla="*/ 1712896 w 2180199"/>
                <a:gd name="csY4503" fmla="*/ 1528263 h 1796578"/>
                <a:gd name="csX4504" fmla="*/ 1712204 w 2180199"/>
                <a:gd name="csY4504" fmla="*/ 1528293 h 1796578"/>
                <a:gd name="csX4505" fmla="*/ 1709031 w 2180199"/>
                <a:gd name="csY4505" fmla="*/ 1529450 h 1796578"/>
                <a:gd name="csX4506" fmla="*/ 1705409 w 2180199"/>
                <a:gd name="csY4506" fmla="*/ 1530332 h 1796578"/>
                <a:gd name="csX4507" fmla="*/ 1704557 w 2180199"/>
                <a:gd name="csY4507" fmla="*/ 1530051 h 1796578"/>
                <a:gd name="csX4508" fmla="*/ 1703340 w 2180199"/>
                <a:gd name="csY4508" fmla="*/ 1530013 h 1796578"/>
                <a:gd name="csX4509" fmla="*/ 1700715 w 2180199"/>
                <a:gd name="csY4509" fmla="*/ 1533018 h 1796578"/>
                <a:gd name="csX4510" fmla="*/ 1697618 w 2180199"/>
                <a:gd name="csY4510" fmla="*/ 1534426 h 1796578"/>
                <a:gd name="csX4511" fmla="*/ 1689812 w 2180199"/>
                <a:gd name="csY4511" fmla="*/ 1531892 h 1796578"/>
                <a:gd name="csX4512" fmla="*/ 1687872 w 2180199"/>
                <a:gd name="csY4512" fmla="*/ 1529861 h 1796578"/>
                <a:gd name="csX4513" fmla="*/ 1686144 w 2180199"/>
                <a:gd name="csY4513" fmla="*/ 1529427 h 1796578"/>
                <a:gd name="csX4514" fmla="*/ 1684022 w 2180199"/>
                <a:gd name="csY4514" fmla="*/ 1529176 h 1796578"/>
                <a:gd name="csX4515" fmla="*/ 1681747 w 2180199"/>
                <a:gd name="csY4515" fmla="*/ 1531679 h 1796578"/>
                <a:gd name="csX4516" fmla="*/ 1680012 w 2180199"/>
                <a:gd name="csY4516" fmla="*/ 1535050 h 1796578"/>
                <a:gd name="csX4517" fmla="*/ 1682743 w 2180199"/>
                <a:gd name="csY4517" fmla="*/ 1536899 h 1796578"/>
                <a:gd name="csX4518" fmla="*/ 1685087 w 2180199"/>
                <a:gd name="csY4518" fmla="*/ 1537781 h 1796578"/>
                <a:gd name="csX4519" fmla="*/ 1688952 w 2180199"/>
                <a:gd name="csY4519" fmla="*/ 1537043 h 1796578"/>
                <a:gd name="csX4520" fmla="*/ 1691090 w 2180199"/>
                <a:gd name="csY4520" fmla="*/ 1535407 h 1796578"/>
                <a:gd name="csX4521" fmla="*/ 1692832 w 2180199"/>
                <a:gd name="csY4521" fmla="*/ 1535460 h 1796578"/>
                <a:gd name="csX4522" fmla="*/ 1693669 w 2180199"/>
                <a:gd name="csY4522" fmla="*/ 1535133 h 1796578"/>
                <a:gd name="csX4523" fmla="*/ 1694430 w 2180199"/>
                <a:gd name="csY4523" fmla="*/ 1534281 h 1796578"/>
                <a:gd name="csX4524" fmla="*/ 1695921 w 2180199"/>
                <a:gd name="csY4524" fmla="*/ 1534951 h 1796578"/>
                <a:gd name="csX4525" fmla="*/ 1695975 w 2180199"/>
                <a:gd name="csY4525" fmla="*/ 1535628 h 1796578"/>
                <a:gd name="csX4526" fmla="*/ 1694917 w 2180199"/>
                <a:gd name="csY4526" fmla="*/ 1536579 h 1796578"/>
                <a:gd name="csX4527" fmla="*/ 1693578 w 2180199"/>
                <a:gd name="csY4527" fmla="*/ 1537378 h 1796578"/>
                <a:gd name="csX4528" fmla="*/ 1692771 w 2180199"/>
                <a:gd name="csY4528" fmla="*/ 1538321 h 1796578"/>
                <a:gd name="csX4529" fmla="*/ 1694293 w 2180199"/>
                <a:gd name="csY4529" fmla="*/ 1540216 h 1796578"/>
                <a:gd name="csX4530" fmla="*/ 1696690 w 2180199"/>
                <a:gd name="csY4530" fmla="*/ 1540855 h 1796578"/>
                <a:gd name="csX4531" fmla="*/ 1697588 w 2180199"/>
                <a:gd name="csY4531" fmla="*/ 1540581 h 1796578"/>
                <a:gd name="csX4532" fmla="*/ 1698143 w 2180199"/>
                <a:gd name="csY4532" fmla="*/ 1538451 h 1796578"/>
                <a:gd name="csX4533" fmla="*/ 1699619 w 2180199"/>
                <a:gd name="csY4533" fmla="*/ 1537073 h 1796578"/>
                <a:gd name="csX4534" fmla="*/ 1701620 w 2180199"/>
                <a:gd name="csY4534" fmla="*/ 1537370 h 1796578"/>
                <a:gd name="csX4535" fmla="*/ 1701339 w 2180199"/>
                <a:gd name="csY4535" fmla="*/ 1538238 h 1796578"/>
                <a:gd name="csX4536" fmla="*/ 1701620 w 2180199"/>
                <a:gd name="csY4536" fmla="*/ 1539052 h 1796578"/>
                <a:gd name="csX4537" fmla="*/ 1702541 w 2180199"/>
                <a:gd name="csY4537" fmla="*/ 1540444 h 1796578"/>
                <a:gd name="csX4538" fmla="*/ 1702434 w 2180199"/>
                <a:gd name="csY4538" fmla="*/ 1542438 h 1796578"/>
                <a:gd name="csX4539" fmla="*/ 1702609 w 2180199"/>
                <a:gd name="csY4539" fmla="*/ 1542917 h 1796578"/>
                <a:gd name="csX4540" fmla="*/ 1700456 w 2180199"/>
                <a:gd name="csY4540" fmla="*/ 1543792 h 1796578"/>
                <a:gd name="csX4541" fmla="*/ 1698851 w 2180199"/>
                <a:gd name="csY4541" fmla="*/ 1544089 h 1796578"/>
                <a:gd name="csX4542" fmla="*/ 1697565 w 2180199"/>
                <a:gd name="csY4542" fmla="*/ 1545237 h 1796578"/>
                <a:gd name="csX4543" fmla="*/ 1698242 w 2180199"/>
                <a:gd name="csY4543" fmla="*/ 1545899 h 1796578"/>
                <a:gd name="csX4544" fmla="*/ 1696933 w 2180199"/>
                <a:gd name="csY4544" fmla="*/ 1546485 h 1796578"/>
                <a:gd name="csX4545" fmla="*/ 1696051 w 2180199"/>
                <a:gd name="csY4545" fmla="*/ 1546249 h 1796578"/>
                <a:gd name="csX4546" fmla="*/ 1695602 w 2180199"/>
                <a:gd name="csY4546" fmla="*/ 1546462 h 1796578"/>
                <a:gd name="csX4547" fmla="*/ 1695465 w 2180199"/>
                <a:gd name="csY4547" fmla="*/ 1547170 h 1796578"/>
                <a:gd name="csX4548" fmla="*/ 1694788 w 2180199"/>
                <a:gd name="csY4548" fmla="*/ 1547817 h 1796578"/>
                <a:gd name="csX4549" fmla="*/ 1695769 w 2180199"/>
                <a:gd name="csY4549" fmla="*/ 1549787 h 1796578"/>
                <a:gd name="csX4550" fmla="*/ 1697785 w 2180199"/>
                <a:gd name="csY4550" fmla="*/ 1551066 h 1796578"/>
                <a:gd name="csX4551" fmla="*/ 1699208 w 2180199"/>
                <a:gd name="csY4551" fmla="*/ 1552679 h 1796578"/>
                <a:gd name="csX4552" fmla="*/ 1704930 w 2180199"/>
                <a:gd name="csY4552" fmla="*/ 1554794 h 1796578"/>
                <a:gd name="csX4553" fmla="*/ 1706315 w 2180199"/>
                <a:gd name="csY4553" fmla="*/ 1554733 h 1796578"/>
                <a:gd name="csX4554" fmla="*/ 1707677 w 2180199"/>
                <a:gd name="csY4554" fmla="*/ 1556863 h 1796578"/>
                <a:gd name="csX4555" fmla="*/ 1708780 w 2180199"/>
                <a:gd name="csY4555" fmla="*/ 1557594 h 1796578"/>
                <a:gd name="csX4556" fmla="*/ 1709837 w 2180199"/>
                <a:gd name="csY4556" fmla="*/ 1557967 h 1796578"/>
                <a:gd name="csX4557" fmla="*/ 1709716 w 2180199"/>
                <a:gd name="csY4557" fmla="*/ 1559428 h 1796578"/>
                <a:gd name="csX4558" fmla="*/ 1707829 w 2180199"/>
                <a:gd name="csY4558" fmla="*/ 1560500 h 1796578"/>
                <a:gd name="csX4559" fmla="*/ 1707319 w 2180199"/>
                <a:gd name="csY4559" fmla="*/ 1561778 h 1796578"/>
                <a:gd name="csX4560" fmla="*/ 1706847 w 2180199"/>
                <a:gd name="csY4560" fmla="*/ 1562494 h 1796578"/>
                <a:gd name="csX4561" fmla="*/ 1705995 w 2180199"/>
                <a:gd name="csY4561" fmla="*/ 1561588 h 1796578"/>
                <a:gd name="csX4562" fmla="*/ 1705128 w 2180199"/>
                <a:gd name="csY4562" fmla="*/ 1560926 h 1796578"/>
                <a:gd name="csX4563" fmla="*/ 1703111 w 2180199"/>
                <a:gd name="csY4563" fmla="*/ 1562927 h 1796578"/>
                <a:gd name="csX4564" fmla="*/ 1702138 w 2180199"/>
                <a:gd name="csY4564" fmla="*/ 1563353 h 1796578"/>
                <a:gd name="csX4565" fmla="*/ 1702617 w 2180199"/>
                <a:gd name="csY4565" fmla="*/ 1561193 h 1796578"/>
                <a:gd name="csX4566" fmla="*/ 1701856 w 2180199"/>
                <a:gd name="csY4566" fmla="*/ 1560348 h 1796578"/>
                <a:gd name="csX4567" fmla="*/ 1700707 w 2180199"/>
                <a:gd name="csY4567" fmla="*/ 1558180 h 1796578"/>
                <a:gd name="csX4568" fmla="*/ 1699026 w 2180199"/>
                <a:gd name="csY4568" fmla="*/ 1556840 h 1796578"/>
                <a:gd name="csX4569" fmla="*/ 1697839 w 2180199"/>
                <a:gd name="csY4569" fmla="*/ 1556392 h 1796578"/>
                <a:gd name="csX4570" fmla="*/ 1696918 w 2180199"/>
                <a:gd name="csY4570" fmla="*/ 1555547 h 1796578"/>
                <a:gd name="csX4571" fmla="*/ 1695800 w 2180199"/>
                <a:gd name="csY4571" fmla="*/ 1555205 h 1796578"/>
                <a:gd name="csX4572" fmla="*/ 1694849 w 2180199"/>
                <a:gd name="csY4572" fmla="*/ 1555296 h 1796578"/>
                <a:gd name="csX4573" fmla="*/ 1693236 w 2180199"/>
                <a:gd name="csY4573" fmla="*/ 1554802 h 1796578"/>
                <a:gd name="csX4574" fmla="*/ 1693129 w 2180199"/>
                <a:gd name="csY4574" fmla="*/ 1553645 h 1796578"/>
                <a:gd name="csX4575" fmla="*/ 1692680 w 2180199"/>
                <a:gd name="csY4575" fmla="*/ 1552777 h 1796578"/>
                <a:gd name="csX4576" fmla="*/ 1691417 w 2180199"/>
                <a:gd name="csY4576" fmla="*/ 1551758 h 1796578"/>
                <a:gd name="csX4577" fmla="*/ 1685399 w 2180199"/>
                <a:gd name="csY4577" fmla="*/ 1549825 h 1796578"/>
                <a:gd name="csX4578" fmla="*/ 1685361 w 2180199"/>
                <a:gd name="csY4578" fmla="*/ 1550624 h 1796578"/>
                <a:gd name="csX4579" fmla="*/ 1685779 w 2180199"/>
                <a:gd name="csY4579" fmla="*/ 1551225 h 1796578"/>
                <a:gd name="csX4580" fmla="*/ 1686647 w 2180199"/>
                <a:gd name="csY4580" fmla="*/ 1551629 h 1796578"/>
                <a:gd name="csX4581" fmla="*/ 1687681 w 2180199"/>
                <a:gd name="csY4581" fmla="*/ 1552405 h 1796578"/>
                <a:gd name="csX4582" fmla="*/ 1687674 w 2180199"/>
                <a:gd name="csY4582" fmla="*/ 1554710 h 1796578"/>
                <a:gd name="csX4583" fmla="*/ 1687225 w 2180199"/>
                <a:gd name="csY4583" fmla="*/ 1555684 h 1796578"/>
                <a:gd name="csX4584" fmla="*/ 1687035 w 2180199"/>
                <a:gd name="csY4584" fmla="*/ 1557069 h 1796578"/>
                <a:gd name="csX4585" fmla="*/ 1686631 w 2180199"/>
                <a:gd name="csY4585" fmla="*/ 1558484 h 1796578"/>
                <a:gd name="csX4586" fmla="*/ 1685893 w 2180199"/>
                <a:gd name="csY4586" fmla="*/ 1559595 h 1796578"/>
                <a:gd name="csX4587" fmla="*/ 1684250 w 2180199"/>
                <a:gd name="csY4587" fmla="*/ 1560348 h 1796578"/>
                <a:gd name="csX4588" fmla="*/ 1683527 w 2180199"/>
                <a:gd name="csY4588" fmla="*/ 1559717 h 1796578"/>
                <a:gd name="csX4589" fmla="*/ 1682355 w 2180199"/>
                <a:gd name="csY4589" fmla="*/ 1556681 h 1796578"/>
                <a:gd name="csX4590" fmla="*/ 1680697 w 2180199"/>
                <a:gd name="csY4590" fmla="*/ 1555730 h 1796578"/>
                <a:gd name="csX4591" fmla="*/ 1678064 w 2180199"/>
                <a:gd name="csY4591" fmla="*/ 1555616 h 1796578"/>
                <a:gd name="csX4592" fmla="*/ 1676276 w 2180199"/>
                <a:gd name="csY4592" fmla="*/ 1556300 h 1796578"/>
                <a:gd name="csX4593" fmla="*/ 1674328 w 2180199"/>
                <a:gd name="csY4593" fmla="*/ 1559245 h 1796578"/>
                <a:gd name="csX4594" fmla="*/ 1672753 w 2180199"/>
                <a:gd name="csY4594" fmla="*/ 1559724 h 1796578"/>
                <a:gd name="csX4595" fmla="*/ 1667374 w 2180199"/>
                <a:gd name="csY4595" fmla="*/ 1558202 h 1796578"/>
                <a:gd name="csX4596" fmla="*/ 1661242 w 2180199"/>
                <a:gd name="csY4596" fmla="*/ 1555874 h 1796578"/>
                <a:gd name="csX4597" fmla="*/ 1661401 w 2180199"/>
                <a:gd name="csY4597" fmla="*/ 1555098 h 1796578"/>
                <a:gd name="csX4598" fmla="*/ 1662368 w 2180199"/>
                <a:gd name="csY4598" fmla="*/ 1554847 h 1796578"/>
                <a:gd name="csX4599" fmla="*/ 1664224 w 2180199"/>
                <a:gd name="csY4599" fmla="*/ 1555167 h 1796578"/>
                <a:gd name="csX4600" fmla="*/ 1664125 w 2180199"/>
                <a:gd name="csY4600" fmla="*/ 1554368 h 1796578"/>
                <a:gd name="csX4601" fmla="*/ 1662231 w 2180199"/>
                <a:gd name="csY4601" fmla="*/ 1551766 h 1796578"/>
                <a:gd name="csX4602" fmla="*/ 1661888 w 2180199"/>
                <a:gd name="csY4602" fmla="*/ 1550594 h 1796578"/>
                <a:gd name="csX4603" fmla="*/ 1662132 w 2180199"/>
                <a:gd name="csY4603" fmla="*/ 1549164 h 1796578"/>
                <a:gd name="csX4604" fmla="*/ 1661515 w 2180199"/>
                <a:gd name="csY4604" fmla="*/ 1549194 h 1796578"/>
                <a:gd name="csX4605" fmla="*/ 1660382 w 2180199"/>
                <a:gd name="csY4605" fmla="*/ 1550396 h 1796578"/>
                <a:gd name="csX4606" fmla="*/ 1656471 w 2180199"/>
                <a:gd name="csY4606" fmla="*/ 1549377 h 1796578"/>
                <a:gd name="csX4607" fmla="*/ 1655391 w 2180199"/>
                <a:gd name="csY4607" fmla="*/ 1548151 h 1796578"/>
                <a:gd name="csX4608" fmla="*/ 1653093 w 2180199"/>
                <a:gd name="csY4608" fmla="*/ 1544712 h 1796578"/>
                <a:gd name="csX4609" fmla="*/ 1649851 w 2180199"/>
                <a:gd name="csY4609" fmla="*/ 1544598 h 1796578"/>
                <a:gd name="csX4610" fmla="*/ 1648383 w 2180199"/>
                <a:gd name="csY4610" fmla="*/ 1542514 h 1796578"/>
                <a:gd name="csX4611" fmla="*/ 1645728 w 2180199"/>
                <a:gd name="csY4611" fmla="*/ 1543389 h 1796578"/>
                <a:gd name="csX4612" fmla="*/ 1644389 w 2180199"/>
                <a:gd name="csY4612" fmla="*/ 1544355 h 1796578"/>
                <a:gd name="csX4613" fmla="*/ 1643209 w 2180199"/>
                <a:gd name="csY4613" fmla="*/ 1545854 h 1796578"/>
                <a:gd name="csX4614" fmla="*/ 1643666 w 2180199"/>
                <a:gd name="csY4614" fmla="*/ 1546630 h 1796578"/>
                <a:gd name="csX4615" fmla="*/ 1644845 w 2180199"/>
                <a:gd name="csY4615" fmla="*/ 1547862 h 1796578"/>
                <a:gd name="csX4616" fmla="*/ 1644312 w 2180199"/>
                <a:gd name="csY4616" fmla="*/ 1548464 h 1796578"/>
                <a:gd name="csX4617" fmla="*/ 1640531 w 2180199"/>
                <a:gd name="csY4617" fmla="*/ 1549338 h 1796578"/>
                <a:gd name="csX4618" fmla="*/ 1631766 w 2180199"/>
                <a:gd name="csY4618" fmla="*/ 1548357 h 1796578"/>
                <a:gd name="csX4619" fmla="*/ 1629202 w 2180199"/>
                <a:gd name="csY4619" fmla="*/ 1547436 h 1796578"/>
                <a:gd name="csX4620" fmla="*/ 1625763 w 2180199"/>
                <a:gd name="csY4620" fmla="*/ 1545489 h 1796578"/>
                <a:gd name="csX4621" fmla="*/ 1621000 w 2180199"/>
                <a:gd name="csY4621" fmla="*/ 1543906 h 1796578"/>
                <a:gd name="csX4622" fmla="*/ 1618702 w 2180199"/>
                <a:gd name="csY4622" fmla="*/ 1543647 h 1796578"/>
                <a:gd name="csX4623" fmla="*/ 1616458 w 2180199"/>
                <a:gd name="csY4623" fmla="*/ 1543959 h 1796578"/>
                <a:gd name="csX4624" fmla="*/ 1609914 w 2180199"/>
                <a:gd name="csY4624" fmla="*/ 1544119 h 1796578"/>
                <a:gd name="csX4625" fmla="*/ 1608400 w 2180199"/>
                <a:gd name="csY4625" fmla="*/ 1544538 h 1796578"/>
                <a:gd name="csX4626" fmla="*/ 1607107 w 2180199"/>
                <a:gd name="csY4626" fmla="*/ 1545215 h 1796578"/>
                <a:gd name="csX4627" fmla="*/ 1606270 w 2180199"/>
                <a:gd name="csY4627" fmla="*/ 1544469 h 1796578"/>
                <a:gd name="csX4628" fmla="*/ 1605882 w 2180199"/>
                <a:gd name="csY4628" fmla="*/ 1543137 h 1796578"/>
                <a:gd name="csX4629" fmla="*/ 1606642 w 2180199"/>
                <a:gd name="csY4629" fmla="*/ 1542925 h 1796578"/>
                <a:gd name="csX4630" fmla="*/ 1607487 w 2180199"/>
                <a:gd name="csY4630" fmla="*/ 1542141 h 1796578"/>
                <a:gd name="csX4631" fmla="*/ 1608248 w 2180199"/>
                <a:gd name="csY4631" fmla="*/ 1540589 h 1796578"/>
                <a:gd name="csX4632" fmla="*/ 1608339 w 2180199"/>
                <a:gd name="csY4632" fmla="*/ 1539645 h 1796578"/>
                <a:gd name="csX4633" fmla="*/ 1607807 w 2180199"/>
                <a:gd name="csY4633" fmla="*/ 1539036 h 1796578"/>
                <a:gd name="csX4634" fmla="*/ 1606795 w 2180199"/>
                <a:gd name="csY4634" fmla="*/ 1538976 h 1796578"/>
                <a:gd name="csX4635" fmla="*/ 1604558 w 2180199"/>
                <a:gd name="csY4635" fmla="*/ 1543016 h 1796578"/>
                <a:gd name="csX4636" fmla="*/ 1605836 w 2180199"/>
                <a:gd name="csY4636" fmla="*/ 1545275 h 1796578"/>
                <a:gd name="csX4637" fmla="*/ 1605752 w 2180199"/>
                <a:gd name="csY4637" fmla="*/ 1546090 h 1796578"/>
                <a:gd name="csX4638" fmla="*/ 1601286 w 2180199"/>
                <a:gd name="csY4638" fmla="*/ 1546554 h 1796578"/>
                <a:gd name="csX4639" fmla="*/ 1591144 w 2180199"/>
                <a:gd name="csY4639" fmla="*/ 1551096 h 1796578"/>
                <a:gd name="csX4640" fmla="*/ 1587187 w 2180199"/>
                <a:gd name="csY4640" fmla="*/ 1553546 h 1796578"/>
                <a:gd name="csX4641" fmla="*/ 1587393 w 2180199"/>
                <a:gd name="csY4641" fmla="*/ 1552724 h 1796578"/>
                <a:gd name="csX4642" fmla="*/ 1592171 w 2180199"/>
                <a:gd name="csY4642" fmla="*/ 1549552 h 1796578"/>
                <a:gd name="csX4643" fmla="*/ 1590482 w 2180199"/>
                <a:gd name="csY4643" fmla="*/ 1549065 h 1796578"/>
                <a:gd name="csX4644" fmla="*/ 1587766 w 2180199"/>
                <a:gd name="csY4644" fmla="*/ 1549856 h 1796578"/>
                <a:gd name="csX4645" fmla="*/ 1586792 w 2180199"/>
                <a:gd name="csY4645" fmla="*/ 1549552 h 1796578"/>
                <a:gd name="csX4646" fmla="*/ 1587941 w 2180199"/>
                <a:gd name="csY4646" fmla="*/ 1546927 h 1796578"/>
                <a:gd name="csX4647" fmla="*/ 1587568 w 2180199"/>
                <a:gd name="csY4647" fmla="*/ 1544606 h 1796578"/>
                <a:gd name="csX4648" fmla="*/ 1585635 w 2180199"/>
                <a:gd name="csY4648" fmla="*/ 1544545 h 1796578"/>
                <a:gd name="csX4649" fmla="*/ 1584403 w 2180199"/>
                <a:gd name="csY4649" fmla="*/ 1546394 h 1796578"/>
                <a:gd name="csX4650" fmla="*/ 1583550 w 2180199"/>
                <a:gd name="csY4650" fmla="*/ 1546318 h 1796578"/>
                <a:gd name="csX4651" fmla="*/ 1582432 w 2180199"/>
                <a:gd name="csY4651" fmla="*/ 1545526 h 1796578"/>
                <a:gd name="csX4652" fmla="*/ 1581565 w 2180199"/>
                <a:gd name="csY4652" fmla="*/ 1545778 h 1796578"/>
                <a:gd name="csX4653" fmla="*/ 1582204 w 2180199"/>
                <a:gd name="csY4653" fmla="*/ 1549970 h 1796578"/>
                <a:gd name="csX4654" fmla="*/ 1583421 w 2180199"/>
                <a:gd name="csY4654" fmla="*/ 1551690 h 1796578"/>
                <a:gd name="csX4655" fmla="*/ 1584441 w 2180199"/>
                <a:gd name="csY4655" fmla="*/ 1553889 h 1796578"/>
                <a:gd name="csX4656" fmla="*/ 1581664 w 2180199"/>
                <a:gd name="csY4656" fmla="*/ 1556589 h 1796578"/>
                <a:gd name="csX4657" fmla="*/ 1579084 w 2180199"/>
                <a:gd name="csY4657" fmla="*/ 1558819 h 1796578"/>
                <a:gd name="csX4658" fmla="*/ 1578803 w 2180199"/>
                <a:gd name="csY4658" fmla="*/ 1560972 h 1796578"/>
                <a:gd name="csX4659" fmla="*/ 1576208 w 2180199"/>
                <a:gd name="csY4659" fmla="*/ 1563772 h 1796578"/>
                <a:gd name="csX4660" fmla="*/ 1573773 w 2180199"/>
                <a:gd name="csY4660" fmla="*/ 1565362 h 1796578"/>
                <a:gd name="csX4661" fmla="*/ 1568044 w 2180199"/>
                <a:gd name="csY4661" fmla="*/ 1569090 h 1796578"/>
                <a:gd name="csX4662" fmla="*/ 1566408 w 2180199"/>
                <a:gd name="csY4662" fmla="*/ 1569882 h 1796578"/>
                <a:gd name="csX4663" fmla="*/ 1563821 w 2180199"/>
                <a:gd name="csY4663" fmla="*/ 1571609 h 1796578"/>
                <a:gd name="csX4664" fmla="*/ 1560261 w 2180199"/>
                <a:gd name="csY4664" fmla="*/ 1572902 h 1796578"/>
                <a:gd name="csX4665" fmla="*/ 1556837 w 2180199"/>
                <a:gd name="csY4665" fmla="*/ 1574956 h 1796578"/>
                <a:gd name="csX4666" fmla="*/ 1555688 w 2180199"/>
                <a:gd name="csY4666" fmla="*/ 1575269 h 1796578"/>
                <a:gd name="csX4667" fmla="*/ 1557872 w 2180199"/>
                <a:gd name="csY4667" fmla="*/ 1573526 h 1796578"/>
                <a:gd name="csX4668" fmla="*/ 1560458 w 2180199"/>
                <a:gd name="csY4668" fmla="*/ 1571807 h 1796578"/>
                <a:gd name="csX4669" fmla="*/ 1558237 w 2180199"/>
                <a:gd name="csY4669" fmla="*/ 1572042 h 1796578"/>
                <a:gd name="csX4670" fmla="*/ 1554813 w 2180199"/>
                <a:gd name="csY4670" fmla="*/ 1571251 h 1796578"/>
                <a:gd name="csX4671" fmla="*/ 1552721 w 2180199"/>
                <a:gd name="csY4671" fmla="*/ 1571205 h 1796578"/>
                <a:gd name="csX4672" fmla="*/ 1552713 w 2180199"/>
                <a:gd name="csY4672" fmla="*/ 1571837 h 1796578"/>
                <a:gd name="csX4673" fmla="*/ 1551123 w 2180199"/>
                <a:gd name="csY4673" fmla="*/ 1572727 h 1796578"/>
                <a:gd name="csX4674" fmla="*/ 1549472 w 2180199"/>
                <a:gd name="csY4674" fmla="*/ 1571426 h 1796578"/>
                <a:gd name="csX4675" fmla="*/ 1548757 w 2180199"/>
                <a:gd name="csY4675" fmla="*/ 1570551 h 1796578"/>
                <a:gd name="csX4676" fmla="*/ 1548414 w 2180199"/>
                <a:gd name="csY4676" fmla="*/ 1569790 h 1796578"/>
                <a:gd name="csX4677" fmla="*/ 1547714 w 2180199"/>
                <a:gd name="csY4677" fmla="*/ 1569608 h 1796578"/>
                <a:gd name="csX4678" fmla="*/ 1547045 w 2180199"/>
                <a:gd name="csY4678" fmla="*/ 1569958 h 1796578"/>
                <a:gd name="csX4679" fmla="*/ 1549510 w 2180199"/>
                <a:gd name="csY4679" fmla="*/ 1575284 h 1796578"/>
                <a:gd name="csX4680" fmla="*/ 1550560 w 2180199"/>
                <a:gd name="csY4680" fmla="*/ 1575512 h 1796578"/>
                <a:gd name="csX4681" fmla="*/ 1551716 w 2180199"/>
                <a:gd name="csY4681" fmla="*/ 1576037 h 1796578"/>
                <a:gd name="csX4682" fmla="*/ 1550271 w 2180199"/>
                <a:gd name="csY4682" fmla="*/ 1577277 h 1796578"/>
                <a:gd name="csX4683" fmla="*/ 1548711 w 2180199"/>
                <a:gd name="csY4683" fmla="*/ 1578221 h 1796578"/>
                <a:gd name="csX4684" fmla="*/ 1546261 w 2180199"/>
                <a:gd name="csY4684" fmla="*/ 1578845 h 1796578"/>
                <a:gd name="csX4685" fmla="*/ 1544191 w 2180199"/>
                <a:gd name="csY4685" fmla="*/ 1576904 h 1796578"/>
                <a:gd name="csX4686" fmla="*/ 1543742 w 2180199"/>
                <a:gd name="csY4686" fmla="*/ 1579339 h 1796578"/>
                <a:gd name="csX4687" fmla="*/ 1543476 w 2180199"/>
                <a:gd name="csY4687" fmla="*/ 1581766 h 1796578"/>
                <a:gd name="csX4688" fmla="*/ 1542784 w 2180199"/>
                <a:gd name="csY4688" fmla="*/ 1582390 h 1796578"/>
                <a:gd name="csX4689" fmla="*/ 1541673 w 2180199"/>
                <a:gd name="csY4689" fmla="*/ 1583280 h 1796578"/>
                <a:gd name="csX4690" fmla="*/ 1541072 w 2180199"/>
                <a:gd name="csY4690" fmla="*/ 1582611 h 1796578"/>
                <a:gd name="csX4691" fmla="*/ 1540783 w 2180199"/>
                <a:gd name="csY4691" fmla="*/ 1581667 h 1796578"/>
                <a:gd name="csX4692" fmla="*/ 1540067 w 2180199"/>
                <a:gd name="csY4692" fmla="*/ 1582504 h 1796578"/>
                <a:gd name="csX4693" fmla="*/ 1539025 w 2180199"/>
                <a:gd name="csY4693" fmla="*/ 1583136 h 1796578"/>
                <a:gd name="csX4694" fmla="*/ 1537306 w 2180199"/>
                <a:gd name="csY4694" fmla="*/ 1583265 h 1796578"/>
                <a:gd name="csX4695" fmla="*/ 1536020 w 2180199"/>
                <a:gd name="csY4695" fmla="*/ 1583600 h 1796578"/>
                <a:gd name="csX4696" fmla="*/ 1536050 w 2180199"/>
                <a:gd name="csY4696" fmla="*/ 1584604 h 1796578"/>
                <a:gd name="csX4697" fmla="*/ 1536347 w 2180199"/>
                <a:gd name="csY4697" fmla="*/ 1585616 h 1796578"/>
                <a:gd name="csX4698" fmla="*/ 1538629 w 2180199"/>
                <a:gd name="csY4698" fmla="*/ 1584817 h 1796578"/>
                <a:gd name="csX4699" fmla="*/ 1537800 w 2180199"/>
                <a:gd name="csY4699" fmla="*/ 1587412 h 1796578"/>
                <a:gd name="csX4700" fmla="*/ 1535700 w 2180199"/>
                <a:gd name="csY4700" fmla="*/ 1589976 h 1796578"/>
                <a:gd name="csX4701" fmla="*/ 1533988 w 2180199"/>
                <a:gd name="csY4701" fmla="*/ 1590577 h 1796578"/>
                <a:gd name="csX4702" fmla="*/ 1531371 w 2180199"/>
                <a:gd name="csY4702" fmla="*/ 1590204 h 1796578"/>
                <a:gd name="csX4703" fmla="*/ 1530724 w 2180199"/>
                <a:gd name="csY4703" fmla="*/ 1590463 h 1796578"/>
                <a:gd name="csX4704" fmla="*/ 1530146 w 2180199"/>
                <a:gd name="csY4704" fmla="*/ 1590995 h 1796578"/>
                <a:gd name="csX4705" fmla="*/ 1533197 w 2180199"/>
                <a:gd name="csY4705" fmla="*/ 1594990 h 1796578"/>
                <a:gd name="csX4706" fmla="*/ 1531234 w 2180199"/>
                <a:gd name="csY4706" fmla="*/ 1601008 h 1796578"/>
                <a:gd name="csX4707" fmla="*/ 1529979 w 2180199"/>
                <a:gd name="csY4707" fmla="*/ 1603192 h 1796578"/>
                <a:gd name="csX4708" fmla="*/ 1529111 w 2180199"/>
                <a:gd name="csY4708" fmla="*/ 1603473 h 1796578"/>
                <a:gd name="csX4709" fmla="*/ 1528152 w 2180199"/>
                <a:gd name="csY4709" fmla="*/ 1603542 h 1796578"/>
                <a:gd name="csX4710" fmla="*/ 1524774 w 2180199"/>
                <a:gd name="csY4710" fmla="*/ 1601609 h 1796578"/>
                <a:gd name="csX4711" fmla="*/ 1522933 w 2180199"/>
                <a:gd name="csY4711" fmla="*/ 1600110 h 1796578"/>
                <a:gd name="csX4712" fmla="*/ 1524561 w 2180199"/>
                <a:gd name="csY4712" fmla="*/ 1604181 h 1796578"/>
                <a:gd name="csX4713" fmla="*/ 1528989 w 2180199"/>
                <a:gd name="csY4713" fmla="*/ 1605368 h 1796578"/>
                <a:gd name="csX4714" fmla="*/ 1529218 w 2180199"/>
                <a:gd name="csY4714" fmla="*/ 1606913 h 1796578"/>
                <a:gd name="csX4715" fmla="*/ 1529195 w 2180199"/>
                <a:gd name="csY4715" fmla="*/ 1608221 h 1796578"/>
                <a:gd name="csX4716" fmla="*/ 1528320 w 2180199"/>
                <a:gd name="csY4716" fmla="*/ 1609766 h 1796578"/>
                <a:gd name="csX4717" fmla="*/ 1527506 w 2180199"/>
                <a:gd name="csY4717" fmla="*/ 1611812 h 1796578"/>
                <a:gd name="csX4718" fmla="*/ 1528107 w 2180199"/>
                <a:gd name="csY4718" fmla="*/ 1613235 h 1796578"/>
                <a:gd name="csX4719" fmla="*/ 1528807 w 2180199"/>
                <a:gd name="csY4719" fmla="*/ 1616758 h 1796578"/>
                <a:gd name="csX4720" fmla="*/ 1529408 w 2180199"/>
                <a:gd name="csY4720" fmla="*/ 1618371 h 1796578"/>
                <a:gd name="csX4721" fmla="*/ 1530062 w 2180199"/>
                <a:gd name="csY4721" fmla="*/ 1623263 h 1796578"/>
                <a:gd name="csX4722" fmla="*/ 1530762 w 2180199"/>
                <a:gd name="csY4722" fmla="*/ 1625379 h 1796578"/>
                <a:gd name="csX4723" fmla="*/ 1534787 w 2180199"/>
                <a:gd name="csY4723" fmla="*/ 1633154 h 1796578"/>
                <a:gd name="csX4724" fmla="*/ 1536141 w 2180199"/>
                <a:gd name="csY4724" fmla="*/ 1633215 h 1796578"/>
                <a:gd name="csX4725" fmla="*/ 1536355 w 2180199"/>
                <a:gd name="csY4725" fmla="*/ 1634052 h 1796578"/>
                <a:gd name="csX4726" fmla="*/ 1536225 w 2180199"/>
                <a:gd name="csY4726" fmla="*/ 1635665 h 1796578"/>
                <a:gd name="csX4727" fmla="*/ 1533334 w 2180199"/>
                <a:gd name="csY4727" fmla="*/ 1636137 h 1796578"/>
                <a:gd name="csX4728" fmla="*/ 1532116 w 2180199"/>
                <a:gd name="csY4728" fmla="*/ 1636852 h 1796578"/>
                <a:gd name="csX4729" fmla="*/ 1531881 w 2180199"/>
                <a:gd name="csY4729" fmla="*/ 1637476 h 1796578"/>
                <a:gd name="csX4730" fmla="*/ 1531706 w 2180199"/>
                <a:gd name="csY4730" fmla="*/ 1637811 h 1796578"/>
                <a:gd name="csX4731" fmla="*/ 1531333 w 2180199"/>
                <a:gd name="csY4731" fmla="*/ 1637780 h 1796578"/>
                <a:gd name="csX4732" fmla="*/ 1529956 w 2180199"/>
                <a:gd name="csY4732" fmla="*/ 1637331 h 1796578"/>
                <a:gd name="csX4733" fmla="*/ 1526813 w 2180199"/>
                <a:gd name="csY4733" fmla="*/ 1635125 h 1796578"/>
                <a:gd name="csX4734" fmla="*/ 1522241 w 2180199"/>
                <a:gd name="csY4734" fmla="*/ 1633755 h 1796578"/>
                <a:gd name="csX4735" fmla="*/ 1516230 w 2180199"/>
                <a:gd name="csY4735" fmla="*/ 1633223 h 1796578"/>
                <a:gd name="csX4736" fmla="*/ 1512121 w 2180199"/>
                <a:gd name="csY4736" fmla="*/ 1632120 h 1796578"/>
                <a:gd name="csX4737" fmla="*/ 1509915 w 2180199"/>
                <a:gd name="csY4737" fmla="*/ 1630438 h 1796578"/>
                <a:gd name="csX4738" fmla="*/ 1507617 w 2180199"/>
                <a:gd name="csY4738" fmla="*/ 1629434 h 1796578"/>
                <a:gd name="csX4739" fmla="*/ 1505220 w 2180199"/>
                <a:gd name="csY4739" fmla="*/ 1629122 h 1796578"/>
                <a:gd name="csX4740" fmla="*/ 1503227 w 2180199"/>
                <a:gd name="csY4740" fmla="*/ 1628209 h 1796578"/>
                <a:gd name="csX4741" fmla="*/ 1501652 w 2180199"/>
                <a:gd name="csY4741" fmla="*/ 1626695 h 1796578"/>
                <a:gd name="csX4742" fmla="*/ 1499346 w 2180199"/>
                <a:gd name="csY4742" fmla="*/ 1625728 h 1796578"/>
                <a:gd name="csX4743" fmla="*/ 1496311 w 2180199"/>
                <a:gd name="csY4743" fmla="*/ 1625302 h 1796578"/>
                <a:gd name="csX4744" fmla="*/ 1494332 w 2180199"/>
                <a:gd name="csY4744" fmla="*/ 1624169 h 1796578"/>
                <a:gd name="csX4745" fmla="*/ 1492963 w 2180199"/>
                <a:gd name="csY4745" fmla="*/ 1621384 h 1796578"/>
                <a:gd name="csX4746" fmla="*/ 1492955 w 2180199"/>
                <a:gd name="csY4746" fmla="*/ 1621346 h 1796578"/>
                <a:gd name="csX4747" fmla="*/ 1491723 w 2180199"/>
                <a:gd name="csY4747" fmla="*/ 1616690 h 1796578"/>
                <a:gd name="csX4748" fmla="*/ 1490170 w 2180199"/>
                <a:gd name="csY4748" fmla="*/ 1613768 h 1796578"/>
                <a:gd name="csX4749" fmla="*/ 1487157 w 2180199"/>
                <a:gd name="csY4749" fmla="*/ 1610146 h 1796578"/>
                <a:gd name="csX4750" fmla="*/ 1486884 w 2180199"/>
                <a:gd name="csY4750" fmla="*/ 1609667 h 1796578"/>
                <a:gd name="csX4751" fmla="*/ 1486884 w 2180199"/>
                <a:gd name="csY4751" fmla="*/ 1609667 h 1796578"/>
                <a:gd name="csX4752" fmla="*/ 1486861 w 2180199"/>
                <a:gd name="csY4752" fmla="*/ 1609073 h 1796578"/>
                <a:gd name="csX4753" fmla="*/ 1487234 w 2180199"/>
                <a:gd name="csY4753" fmla="*/ 1606966 h 1796578"/>
                <a:gd name="csX4754" fmla="*/ 1486914 w 2180199"/>
                <a:gd name="csY4754" fmla="*/ 1605444 h 1796578"/>
                <a:gd name="csX4755" fmla="*/ 1485963 w 2180199"/>
                <a:gd name="csY4755" fmla="*/ 1604204 h 1796578"/>
                <a:gd name="csX4756" fmla="*/ 1485742 w 2180199"/>
                <a:gd name="csY4756" fmla="*/ 1602895 h 1796578"/>
                <a:gd name="csX4757" fmla="*/ 1486260 w 2180199"/>
                <a:gd name="csY4757" fmla="*/ 1601518 h 1796578"/>
                <a:gd name="csX4758" fmla="*/ 1486290 w 2180199"/>
                <a:gd name="csY4758" fmla="*/ 1599859 h 1796578"/>
                <a:gd name="csX4759" fmla="*/ 1485841 w 2180199"/>
                <a:gd name="csY4759" fmla="*/ 1597919 h 1796578"/>
                <a:gd name="csX4760" fmla="*/ 1483924 w 2180199"/>
                <a:gd name="csY4760" fmla="*/ 1595819 h 1796578"/>
                <a:gd name="csX4761" fmla="*/ 1480530 w 2180199"/>
                <a:gd name="csY4761" fmla="*/ 1593567 h 1796578"/>
                <a:gd name="csX4762" fmla="*/ 1477639 w 2180199"/>
                <a:gd name="csY4762" fmla="*/ 1590265 h 1796578"/>
                <a:gd name="csX4763" fmla="*/ 1475258 w 2180199"/>
                <a:gd name="csY4763" fmla="*/ 1585920 h 1796578"/>
                <a:gd name="csX4764" fmla="*/ 1472899 w 2180199"/>
                <a:gd name="csY4764" fmla="*/ 1582908 h 1796578"/>
                <a:gd name="csX4765" fmla="*/ 1470563 w 2180199"/>
                <a:gd name="csY4765" fmla="*/ 1581226 h 1796578"/>
                <a:gd name="csX4766" fmla="*/ 1468973 w 2180199"/>
                <a:gd name="csY4766" fmla="*/ 1579172 h 1796578"/>
                <a:gd name="csX4767" fmla="*/ 1468113 w 2180199"/>
                <a:gd name="csY4767" fmla="*/ 1576745 h 1796578"/>
                <a:gd name="csX4768" fmla="*/ 1467862 w 2180199"/>
                <a:gd name="csY4768" fmla="*/ 1575337 h 1796578"/>
                <a:gd name="csX4769" fmla="*/ 1468212 w 2180199"/>
                <a:gd name="csY4769" fmla="*/ 1574949 h 1796578"/>
                <a:gd name="csX4770" fmla="*/ 1466782 w 2180199"/>
                <a:gd name="csY4770" fmla="*/ 1572248 h 1796578"/>
                <a:gd name="csX4771" fmla="*/ 1463563 w 2180199"/>
                <a:gd name="csY4771" fmla="*/ 1567234 h 1796578"/>
                <a:gd name="csX4772" fmla="*/ 1461714 w 2180199"/>
                <a:gd name="csY4772" fmla="*/ 1563559 h 1796578"/>
                <a:gd name="csX4773" fmla="*/ 1461235 w 2180199"/>
                <a:gd name="csY4773" fmla="*/ 1561231 h 1796578"/>
                <a:gd name="csX4774" fmla="*/ 1459188 w 2180199"/>
                <a:gd name="csY4774" fmla="*/ 1558461 h 1796578"/>
                <a:gd name="csX4775" fmla="*/ 1455567 w 2180199"/>
                <a:gd name="csY4775" fmla="*/ 1555243 h 1796578"/>
                <a:gd name="csX4776" fmla="*/ 1453604 w 2180199"/>
                <a:gd name="csY4776" fmla="*/ 1553150 h 1796578"/>
                <a:gd name="csX4777" fmla="*/ 1453124 w 2180199"/>
                <a:gd name="csY4777" fmla="*/ 1551697 h 1796578"/>
                <a:gd name="csX4778" fmla="*/ 1453117 w 2180199"/>
                <a:gd name="csY4778" fmla="*/ 1551697 h 1796578"/>
                <a:gd name="csX4779" fmla="*/ 1447471 w 2180199"/>
                <a:gd name="csY4779" fmla="*/ 1547452 h 1796578"/>
                <a:gd name="csX4780" fmla="*/ 1445828 w 2180199"/>
                <a:gd name="csY4780" fmla="*/ 1544796 h 1796578"/>
                <a:gd name="csX4781" fmla="*/ 1444549 w 2180199"/>
                <a:gd name="csY4781" fmla="*/ 1543959 h 1796578"/>
                <a:gd name="csX4782" fmla="*/ 1443081 w 2180199"/>
                <a:gd name="csY4782" fmla="*/ 1544050 h 1796578"/>
                <a:gd name="csX4783" fmla="*/ 1442328 w 2180199"/>
                <a:gd name="csY4783" fmla="*/ 1543792 h 1796578"/>
                <a:gd name="csX4784" fmla="*/ 1442290 w 2180199"/>
                <a:gd name="csY4784" fmla="*/ 1543191 h 1796578"/>
                <a:gd name="csX4785" fmla="*/ 1441810 w 2180199"/>
                <a:gd name="csY4785" fmla="*/ 1543160 h 1796578"/>
                <a:gd name="csX4786" fmla="*/ 1440890 w 2180199"/>
                <a:gd name="csY4786" fmla="*/ 1543708 h 1796578"/>
                <a:gd name="csX4787" fmla="*/ 1437884 w 2180199"/>
                <a:gd name="csY4787" fmla="*/ 1543815 h 1796578"/>
                <a:gd name="csX4788" fmla="*/ 1432794 w 2180199"/>
                <a:gd name="csY4788" fmla="*/ 1543495 h 1796578"/>
                <a:gd name="csX4789" fmla="*/ 1429119 w 2180199"/>
                <a:gd name="csY4789" fmla="*/ 1542772 h 1796578"/>
                <a:gd name="csX4790" fmla="*/ 1426860 w 2180199"/>
                <a:gd name="csY4790" fmla="*/ 1541654 h 1796578"/>
                <a:gd name="csX4791" fmla="*/ 1425277 w 2180199"/>
                <a:gd name="csY4791" fmla="*/ 1541806 h 1796578"/>
                <a:gd name="csX4792" fmla="*/ 1424364 w 2180199"/>
                <a:gd name="csY4792" fmla="*/ 1543236 h 1796578"/>
                <a:gd name="csX4793" fmla="*/ 1422431 w 2180199"/>
                <a:gd name="csY4793" fmla="*/ 1544157 h 1796578"/>
                <a:gd name="csX4794" fmla="*/ 1419472 w 2180199"/>
                <a:gd name="csY4794" fmla="*/ 1544568 h 1796578"/>
                <a:gd name="csX4795" fmla="*/ 1416930 w 2180199"/>
                <a:gd name="csY4795" fmla="*/ 1547216 h 1796578"/>
                <a:gd name="csX4796" fmla="*/ 1414800 w 2180199"/>
                <a:gd name="csY4796" fmla="*/ 1552100 h 1796578"/>
                <a:gd name="csX4797" fmla="*/ 1413864 w 2180199"/>
                <a:gd name="csY4797" fmla="*/ 1555235 h 1796578"/>
                <a:gd name="csX4798" fmla="*/ 1414123 w 2180199"/>
                <a:gd name="csY4798" fmla="*/ 1556635 h 1796578"/>
                <a:gd name="csX4799" fmla="*/ 1413560 w 2180199"/>
                <a:gd name="csY4799" fmla="*/ 1557647 h 1796578"/>
                <a:gd name="csX4800" fmla="*/ 1412175 w 2180199"/>
                <a:gd name="csY4800" fmla="*/ 1558279 h 1796578"/>
                <a:gd name="csX4801" fmla="*/ 1410768 w 2180199"/>
                <a:gd name="csY4801" fmla="*/ 1559694 h 1796578"/>
                <a:gd name="csX4802" fmla="*/ 1409337 w 2180199"/>
                <a:gd name="csY4802" fmla="*/ 1561893 h 1796578"/>
                <a:gd name="csX4803" fmla="*/ 1407663 w 2180199"/>
                <a:gd name="csY4803" fmla="*/ 1562958 h 1796578"/>
                <a:gd name="csX4804" fmla="*/ 1405753 w 2180199"/>
                <a:gd name="csY4804" fmla="*/ 1562882 h 1796578"/>
                <a:gd name="csX4805" fmla="*/ 1402223 w 2180199"/>
                <a:gd name="csY4805" fmla="*/ 1561193 h 1796578"/>
                <a:gd name="csX4806" fmla="*/ 1397080 w 2180199"/>
                <a:gd name="csY4806" fmla="*/ 1557875 h 1796578"/>
                <a:gd name="csX4807" fmla="*/ 1393047 w 2180199"/>
                <a:gd name="csY4807" fmla="*/ 1555821 h 1796578"/>
                <a:gd name="csX4808" fmla="*/ 1390125 w 2180199"/>
                <a:gd name="csY4808" fmla="*/ 1555037 h 1796578"/>
                <a:gd name="csX4809" fmla="*/ 1387546 w 2180199"/>
                <a:gd name="csY4809" fmla="*/ 1553500 h 1796578"/>
                <a:gd name="csX4810" fmla="*/ 1385309 w 2180199"/>
                <a:gd name="csY4810" fmla="*/ 1551210 h 1796578"/>
                <a:gd name="csX4811" fmla="*/ 1383247 w 2180199"/>
                <a:gd name="csY4811" fmla="*/ 1549681 h 1796578"/>
                <a:gd name="csX4812" fmla="*/ 1381360 w 2180199"/>
                <a:gd name="csY4812" fmla="*/ 1548912 h 1796578"/>
                <a:gd name="csX4813" fmla="*/ 1379154 w 2180199"/>
                <a:gd name="csY4813" fmla="*/ 1546371 h 1796578"/>
                <a:gd name="csX4814" fmla="*/ 1376628 w 2180199"/>
                <a:gd name="csY4814" fmla="*/ 1542049 h 1796578"/>
                <a:gd name="csX4815" fmla="*/ 1375365 w 2180199"/>
                <a:gd name="csY4815" fmla="*/ 1538709 h 1796578"/>
                <a:gd name="csX4816" fmla="*/ 1375365 w 2180199"/>
                <a:gd name="csY4816" fmla="*/ 1535179 h 1796578"/>
                <a:gd name="csX4817" fmla="*/ 1372063 w 2180199"/>
                <a:gd name="csY4817" fmla="*/ 1527471 h 1796578"/>
                <a:gd name="csX4818" fmla="*/ 1370313 w 2180199"/>
                <a:gd name="csY4818" fmla="*/ 1524124 h 1796578"/>
                <a:gd name="csX4819" fmla="*/ 1369012 w 2180199"/>
                <a:gd name="csY4819" fmla="*/ 1522579 h 1796578"/>
                <a:gd name="csX4820" fmla="*/ 1366470 w 2180199"/>
                <a:gd name="csY4820" fmla="*/ 1520738 h 1796578"/>
                <a:gd name="csX4821" fmla="*/ 1362674 w 2180199"/>
                <a:gd name="csY4821" fmla="*/ 1518592 h 1796578"/>
                <a:gd name="csX4822" fmla="*/ 1357591 w 2180199"/>
                <a:gd name="csY4822" fmla="*/ 1514301 h 1796578"/>
                <a:gd name="csX4823" fmla="*/ 1351215 w 2180199"/>
                <a:gd name="csY4823" fmla="*/ 1507842 h 1796578"/>
                <a:gd name="csX4824" fmla="*/ 1346703 w 2180199"/>
                <a:gd name="csY4824" fmla="*/ 1503946 h 1796578"/>
                <a:gd name="csX4825" fmla="*/ 1344056 w 2180199"/>
                <a:gd name="csY4825" fmla="*/ 1502622 h 1796578"/>
                <a:gd name="csX4826" fmla="*/ 1341758 w 2180199"/>
                <a:gd name="csY4826" fmla="*/ 1500286 h 1796578"/>
                <a:gd name="csX4827" fmla="*/ 1339810 w 2180199"/>
                <a:gd name="csY4827" fmla="*/ 1496938 h 1796578"/>
                <a:gd name="csX4828" fmla="*/ 1337908 w 2180199"/>
                <a:gd name="csY4828" fmla="*/ 1494800 h 1796578"/>
                <a:gd name="csX4829" fmla="*/ 1337710 w 2180199"/>
                <a:gd name="csY4829" fmla="*/ 1494701 h 1796578"/>
                <a:gd name="csX4830" fmla="*/ 1337543 w 2180199"/>
                <a:gd name="csY4830" fmla="*/ 1494656 h 1796578"/>
                <a:gd name="csX4831" fmla="*/ 1332848 w 2180199"/>
                <a:gd name="csY4831" fmla="*/ 1494625 h 1796578"/>
                <a:gd name="csX4832" fmla="*/ 1328154 w 2180199"/>
                <a:gd name="csY4832" fmla="*/ 1494595 h 1796578"/>
                <a:gd name="csX4833" fmla="*/ 1323459 w 2180199"/>
                <a:gd name="csY4833" fmla="*/ 1494564 h 1796578"/>
                <a:gd name="csX4834" fmla="*/ 1318765 w 2180199"/>
                <a:gd name="csY4834" fmla="*/ 1494542 h 1796578"/>
                <a:gd name="csX4835" fmla="*/ 1314070 w 2180199"/>
                <a:gd name="csY4835" fmla="*/ 1494511 h 1796578"/>
                <a:gd name="csX4836" fmla="*/ 1309376 w 2180199"/>
                <a:gd name="csY4836" fmla="*/ 1494488 h 1796578"/>
                <a:gd name="csX4837" fmla="*/ 1304681 w 2180199"/>
                <a:gd name="csY4837" fmla="*/ 1494458 h 1796578"/>
                <a:gd name="csX4838" fmla="*/ 1299987 w 2180199"/>
                <a:gd name="csY4838" fmla="*/ 1494428 h 1796578"/>
                <a:gd name="csX4839" fmla="*/ 1299971 w 2180199"/>
                <a:gd name="csY4839" fmla="*/ 1497235 h 1796578"/>
                <a:gd name="csX4840" fmla="*/ 1299895 w 2180199"/>
                <a:gd name="csY4840" fmla="*/ 1500066 h 1796578"/>
                <a:gd name="csX4841" fmla="*/ 1299888 w 2180199"/>
                <a:gd name="csY4841" fmla="*/ 1502865 h 1796578"/>
                <a:gd name="csX4842" fmla="*/ 1299873 w 2180199"/>
                <a:gd name="csY4842" fmla="*/ 1505665 h 1796578"/>
                <a:gd name="csX4843" fmla="*/ 1292325 w 2180199"/>
                <a:gd name="csY4843" fmla="*/ 1505680 h 1796578"/>
                <a:gd name="csX4844" fmla="*/ 1284777 w 2180199"/>
                <a:gd name="csY4844" fmla="*/ 1505696 h 1796578"/>
                <a:gd name="csX4845" fmla="*/ 1277229 w 2180199"/>
                <a:gd name="csY4845" fmla="*/ 1505711 h 1796578"/>
                <a:gd name="csX4846" fmla="*/ 1269682 w 2180199"/>
                <a:gd name="csY4846" fmla="*/ 1505726 h 1796578"/>
                <a:gd name="csX4847" fmla="*/ 1262134 w 2180199"/>
                <a:gd name="csY4847" fmla="*/ 1505742 h 1796578"/>
                <a:gd name="csX4848" fmla="*/ 1254586 w 2180199"/>
                <a:gd name="csY4848" fmla="*/ 1505757 h 1796578"/>
                <a:gd name="csX4849" fmla="*/ 1247039 w 2180199"/>
                <a:gd name="csY4849" fmla="*/ 1505772 h 1796578"/>
                <a:gd name="csX4850" fmla="*/ 1239491 w 2180199"/>
                <a:gd name="csY4850" fmla="*/ 1505787 h 1796578"/>
                <a:gd name="csX4851" fmla="*/ 1229364 w 2180199"/>
                <a:gd name="csY4851" fmla="*/ 1502104 h 1796578"/>
                <a:gd name="csX4852" fmla="*/ 1219237 w 2180199"/>
                <a:gd name="csY4852" fmla="*/ 1498414 h 1796578"/>
                <a:gd name="csX4853" fmla="*/ 1209110 w 2180199"/>
                <a:gd name="csY4853" fmla="*/ 1494717 h 1796578"/>
                <a:gd name="csX4854" fmla="*/ 1198983 w 2180199"/>
                <a:gd name="csY4854" fmla="*/ 1491011 h 1796578"/>
                <a:gd name="csX4855" fmla="*/ 1188856 w 2180199"/>
                <a:gd name="csY4855" fmla="*/ 1487306 h 1796578"/>
                <a:gd name="csX4856" fmla="*/ 1178729 w 2180199"/>
                <a:gd name="csY4856" fmla="*/ 1483593 h 1796578"/>
                <a:gd name="csX4857" fmla="*/ 1168602 w 2180199"/>
                <a:gd name="csY4857" fmla="*/ 1479872 h 1796578"/>
                <a:gd name="csX4858" fmla="*/ 1158475 w 2180199"/>
                <a:gd name="csY4858" fmla="*/ 1476144 h 1796578"/>
                <a:gd name="csX4859" fmla="*/ 1159494 w 2180199"/>
                <a:gd name="csY4859" fmla="*/ 1474721 h 1796578"/>
                <a:gd name="csX4860" fmla="*/ 1160849 w 2180199"/>
                <a:gd name="csY4860" fmla="*/ 1470917 h 1796578"/>
                <a:gd name="csX4861" fmla="*/ 1158407 w 2180199"/>
                <a:gd name="csY4861" fmla="*/ 1471191 h 1796578"/>
                <a:gd name="csX4862" fmla="*/ 1152297 w 2180199"/>
                <a:gd name="csY4862" fmla="*/ 1471731 h 1796578"/>
                <a:gd name="csX4863" fmla="*/ 1146187 w 2180199"/>
                <a:gd name="csY4863" fmla="*/ 1472271 h 1796578"/>
                <a:gd name="csX4864" fmla="*/ 1140077 w 2180199"/>
                <a:gd name="csY4864" fmla="*/ 1472812 h 1796578"/>
                <a:gd name="csX4865" fmla="*/ 1133968 w 2180199"/>
                <a:gd name="csY4865" fmla="*/ 1473352 h 1796578"/>
                <a:gd name="csX4866" fmla="*/ 1127858 w 2180199"/>
                <a:gd name="csY4866" fmla="*/ 1473892 h 1796578"/>
                <a:gd name="csX4867" fmla="*/ 1121748 w 2180199"/>
                <a:gd name="csY4867" fmla="*/ 1474432 h 1796578"/>
                <a:gd name="csX4868" fmla="*/ 1115639 w 2180199"/>
                <a:gd name="csY4868" fmla="*/ 1474972 h 1796578"/>
                <a:gd name="csX4869" fmla="*/ 1109529 w 2180199"/>
                <a:gd name="csY4869" fmla="*/ 1475513 h 1796578"/>
                <a:gd name="csX4870" fmla="*/ 1109483 w 2180199"/>
                <a:gd name="csY4870" fmla="*/ 1475353 h 1796578"/>
                <a:gd name="csX4871" fmla="*/ 1109331 w 2180199"/>
                <a:gd name="csY4871" fmla="*/ 1472591 h 1796578"/>
                <a:gd name="csX4872" fmla="*/ 1108342 w 2180199"/>
                <a:gd name="csY4872" fmla="*/ 1471617 h 1796578"/>
                <a:gd name="csX4873" fmla="*/ 1107071 w 2180199"/>
                <a:gd name="csY4873" fmla="*/ 1472218 h 1796578"/>
                <a:gd name="csX4874" fmla="*/ 1106493 w 2180199"/>
                <a:gd name="csY4874" fmla="*/ 1468627 h 1796578"/>
                <a:gd name="csX4875" fmla="*/ 1106813 w 2180199"/>
                <a:gd name="csY4875" fmla="*/ 1466930 h 1796578"/>
                <a:gd name="csX4876" fmla="*/ 1106661 w 2180199"/>
                <a:gd name="csY4876" fmla="*/ 1465272 h 1796578"/>
                <a:gd name="csX4877" fmla="*/ 1105466 w 2180199"/>
                <a:gd name="csY4877" fmla="*/ 1461186 h 1796578"/>
                <a:gd name="csX4878" fmla="*/ 1102293 w 2180199"/>
                <a:gd name="csY4878" fmla="*/ 1456225 h 1796578"/>
                <a:gd name="csX4879" fmla="*/ 1095438 w 2180199"/>
                <a:gd name="csY4879" fmla="*/ 1450039 h 1796578"/>
                <a:gd name="csX4880" fmla="*/ 1091946 w 2180199"/>
                <a:gd name="csY4880" fmla="*/ 1447970 h 1796578"/>
                <a:gd name="csX4881" fmla="*/ 1089207 w 2180199"/>
                <a:gd name="csY4881" fmla="*/ 1445352 h 1796578"/>
                <a:gd name="csX4882" fmla="*/ 1087464 w 2180199"/>
                <a:gd name="csY4882" fmla="*/ 1444622 h 1796578"/>
                <a:gd name="csX4883" fmla="*/ 1085273 w 2180199"/>
                <a:gd name="csY4883" fmla="*/ 1444424 h 1796578"/>
                <a:gd name="csX4884" fmla="*/ 1084641 w 2180199"/>
                <a:gd name="csY4884" fmla="*/ 1445603 h 1796578"/>
                <a:gd name="csX4885" fmla="*/ 1082161 w 2180199"/>
                <a:gd name="csY4885" fmla="*/ 1444797 h 1796578"/>
                <a:gd name="csX4886" fmla="*/ 1082534 w 2180199"/>
                <a:gd name="csY4886" fmla="*/ 1441868 h 1796578"/>
                <a:gd name="csX4887" fmla="*/ 1080114 w 2180199"/>
                <a:gd name="csY4887" fmla="*/ 1437789 h 1796578"/>
                <a:gd name="csX4888" fmla="*/ 1078136 w 2180199"/>
                <a:gd name="csY4888" fmla="*/ 1437333 h 1796578"/>
                <a:gd name="csX4889" fmla="*/ 1073153 w 2180199"/>
                <a:gd name="csY4889" fmla="*/ 1437607 h 1796578"/>
                <a:gd name="csX4890" fmla="*/ 1066495 w 2180199"/>
                <a:gd name="csY4890" fmla="*/ 1435362 h 1796578"/>
                <a:gd name="csX4891" fmla="*/ 1064532 w 2180199"/>
                <a:gd name="csY4891" fmla="*/ 1434023 h 1796578"/>
                <a:gd name="csX4892" fmla="*/ 1063855 w 2180199"/>
                <a:gd name="csY4892" fmla="*/ 1431627 h 1796578"/>
                <a:gd name="csX4893" fmla="*/ 1060735 w 2180199"/>
                <a:gd name="csY4893" fmla="*/ 1429542 h 1796578"/>
                <a:gd name="csX4894" fmla="*/ 1056627 w 2180199"/>
                <a:gd name="csY4894" fmla="*/ 1427495 h 1796578"/>
                <a:gd name="csX4895" fmla="*/ 1054336 w 2180199"/>
                <a:gd name="csY4895" fmla="*/ 1427974 h 1796578"/>
                <a:gd name="csX4896" fmla="*/ 1051346 w 2180199"/>
                <a:gd name="csY4896" fmla="*/ 1427655 h 1796578"/>
                <a:gd name="csX4897" fmla="*/ 1047078 w 2180199"/>
                <a:gd name="csY4897" fmla="*/ 1426179 h 1796578"/>
                <a:gd name="csX4898" fmla="*/ 1044590 w 2180199"/>
                <a:gd name="csY4898" fmla="*/ 1425996 h 1796578"/>
                <a:gd name="csX4899" fmla="*/ 1039743 w 2180199"/>
                <a:gd name="csY4899" fmla="*/ 1426430 h 1796578"/>
                <a:gd name="csX4900" fmla="*/ 1037932 w 2180199"/>
                <a:gd name="csY4900" fmla="*/ 1426118 h 1796578"/>
                <a:gd name="csX4901" fmla="*/ 1036251 w 2180199"/>
                <a:gd name="csY4901" fmla="*/ 1424254 h 1796578"/>
                <a:gd name="csX4902" fmla="*/ 1034440 w 2180199"/>
                <a:gd name="csY4902" fmla="*/ 1423318 h 1796578"/>
                <a:gd name="csX4903" fmla="*/ 1034820 w 2180199"/>
                <a:gd name="csY4903" fmla="*/ 1421020 h 1796578"/>
                <a:gd name="csX4904" fmla="*/ 1034592 w 2180199"/>
                <a:gd name="csY4904" fmla="*/ 1418943 h 1796578"/>
                <a:gd name="csX4905" fmla="*/ 1034866 w 2180199"/>
                <a:gd name="csY4905" fmla="*/ 1417322 h 1796578"/>
                <a:gd name="csX4906" fmla="*/ 1034052 w 2180199"/>
                <a:gd name="csY4906" fmla="*/ 1413769 h 1796578"/>
                <a:gd name="csX4907" fmla="*/ 1034684 w 2180199"/>
                <a:gd name="csY4907" fmla="*/ 1410467 h 1796578"/>
                <a:gd name="csX4908" fmla="*/ 1034136 w 2180199"/>
                <a:gd name="csY4908" fmla="*/ 1409272 h 1796578"/>
                <a:gd name="csX4909" fmla="*/ 1033109 w 2180199"/>
                <a:gd name="csY4909" fmla="*/ 1408352 h 1796578"/>
                <a:gd name="csX4910" fmla="*/ 1029898 w 2180199"/>
                <a:gd name="csY4910" fmla="*/ 1406997 h 1796578"/>
                <a:gd name="csX4911" fmla="*/ 1029312 w 2180199"/>
                <a:gd name="csY4911" fmla="*/ 1405301 h 1796578"/>
                <a:gd name="csX4912" fmla="*/ 1029837 w 2180199"/>
                <a:gd name="csY4912" fmla="*/ 1402942 h 1796578"/>
                <a:gd name="csX4913" fmla="*/ 1029000 w 2180199"/>
                <a:gd name="csY4913" fmla="*/ 1401383 h 1796578"/>
                <a:gd name="csX4914" fmla="*/ 1026367 w 2180199"/>
                <a:gd name="csY4914" fmla="*/ 1399929 h 1796578"/>
                <a:gd name="csX4915" fmla="*/ 1023910 w 2180199"/>
                <a:gd name="csY4915" fmla="*/ 1396627 h 1796578"/>
                <a:gd name="csX4916" fmla="*/ 1020790 w 2180199"/>
                <a:gd name="csY4916" fmla="*/ 1394816 h 1796578"/>
                <a:gd name="csX4917" fmla="*/ 1019512 w 2180199"/>
                <a:gd name="csY4917" fmla="*/ 1391780 h 1796578"/>
                <a:gd name="csX4918" fmla="*/ 1017595 w 2180199"/>
                <a:gd name="csY4918" fmla="*/ 1389901 h 1796578"/>
                <a:gd name="csX4919" fmla="*/ 1016925 w 2180199"/>
                <a:gd name="csY4919" fmla="*/ 1388235 h 1796578"/>
                <a:gd name="csX4920" fmla="*/ 1012664 w 2180199"/>
                <a:gd name="csY4920" fmla="*/ 1382277 h 1796578"/>
                <a:gd name="csX4921" fmla="*/ 1008114 w 2180199"/>
                <a:gd name="csY4921" fmla="*/ 1377613 h 1796578"/>
                <a:gd name="csX4922" fmla="*/ 1007414 w 2180199"/>
                <a:gd name="csY4922" fmla="*/ 1374920 h 1796578"/>
                <a:gd name="csX4923" fmla="*/ 1007239 w 2180199"/>
                <a:gd name="csY4923" fmla="*/ 1371230 h 1796578"/>
                <a:gd name="csX4924" fmla="*/ 1009020 w 2180199"/>
                <a:gd name="csY4924" fmla="*/ 1368978 h 1796578"/>
                <a:gd name="csX4925" fmla="*/ 1009978 w 2180199"/>
                <a:gd name="csY4925" fmla="*/ 1366992 h 1796578"/>
                <a:gd name="csX4926" fmla="*/ 1009880 w 2180199"/>
                <a:gd name="csY4926" fmla="*/ 1365173 h 1796578"/>
                <a:gd name="csX4927" fmla="*/ 1009606 w 2180199"/>
                <a:gd name="csY4927" fmla="*/ 1363834 h 1796578"/>
                <a:gd name="csX4928" fmla="*/ 1008038 w 2180199"/>
                <a:gd name="csY4928" fmla="*/ 1361506 h 1796578"/>
                <a:gd name="csX4929" fmla="*/ 1001982 w 2180199"/>
                <a:gd name="csY4929" fmla="*/ 1360121 h 1796578"/>
                <a:gd name="csX4930" fmla="*/ 997059 w 2180199"/>
                <a:gd name="csY4930" fmla="*/ 1354346 h 1796578"/>
                <a:gd name="csX4931" fmla="*/ 996770 w 2180199"/>
                <a:gd name="csY4931" fmla="*/ 1349918 h 1796578"/>
                <a:gd name="csX4932" fmla="*/ 994837 w 2180199"/>
                <a:gd name="csY4932" fmla="*/ 1345383 h 1796578"/>
                <a:gd name="csX4933" fmla="*/ 994815 w 2180199"/>
                <a:gd name="csY4933" fmla="*/ 1342424 h 1796578"/>
                <a:gd name="csX4934" fmla="*/ 994518 w 2180199"/>
                <a:gd name="csY4934" fmla="*/ 1339220 h 1796578"/>
                <a:gd name="csX4935" fmla="*/ 995986 w 2180199"/>
                <a:gd name="csY4935" fmla="*/ 1338520 h 1796578"/>
                <a:gd name="csX4936" fmla="*/ 997295 w 2180199"/>
                <a:gd name="csY4936" fmla="*/ 1338779 h 1796578"/>
                <a:gd name="csX4937" fmla="*/ 997166 w 2180199"/>
                <a:gd name="csY4937" fmla="*/ 1340050 h 1796578"/>
                <a:gd name="csX4938" fmla="*/ 997607 w 2180199"/>
                <a:gd name="csY4938" fmla="*/ 1342340 h 1796578"/>
                <a:gd name="csX4939" fmla="*/ 999152 w 2180199"/>
                <a:gd name="csY4939" fmla="*/ 1344060 h 1796578"/>
                <a:gd name="csX4940" fmla="*/ 1000620 w 2180199"/>
                <a:gd name="csY4940" fmla="*/ 1344813 h 1796578"/>
                <a:gd name="csX4941" fmla="*/ 1001959 w 2180199"/>
                <a:gd name="csY4941" fmla="*/ 1346479 h 1796578"/>
                <a:gd name="csX4942" fmla="*/ 1002963 w 2180199"/>
                <a:gd name="csY4942" fmla="*/ 1346981 h 1796578"/>
                <a:gd name="csX4943" fmla="*/ 1003998 w 2180199"/>
                <a:gd name="csY4943" fmla="*/ 1347103 h 1796578"/>
                <a:gd name="csX4944" fmla="*/ 1003443 w 2180199"/>
                <a:gd name="csY4944" fmla="*/ 1346030 h 1796578"/>
                <a:gd name="csX4945" fmla="*/ 1002849 w 2180199"/>
                <a:gd name="csY4945" fmla="*/ 1345345 h 1796578"/>
                <a:gd name="csX4946" fmla="*/ 1002126 w 2180199"/>
                <a:gd name="csY4946" fmla="*/ 1343124 h 1796578"/>
                <a:gd name="csX4947" fmla="*/ 1000757 w 2180199"/>
                <a:gd name="csY4947" fmla="*/ 1340286 h 1796578"/>
                <a:gd name="csX4948" fmla="*/ 999182 w 2180199"/>
                <a:gd name="csY4948" fmla="*/ 1338718 h 1796578"/>
                <a:gd name="csX4949" fmla="*/ 998383 w 2180199"/>
                <a:gd name="csY4949" fmla="*/ 1335858 h 1796578"/>
                <a:gd name="csX4950" fmla="*/ 997698 w 2180199"/>
                <a:gd name="csY4950" fmla="*/ 1335196 h 1796578"/>
                <a:gd name="csX4951" fmla="*/ 997272 w 2180199"/>
                <a:gd name="csY4951" fmla="*/ 1334130 h 1796578"/>
                <a:gd name="csX4952" fmla="*/ 998794 w 2180199"/>
                <a:gd name="csY4952" fmla="*/ 1332867 h 1796578"/>
                <a:gd name="csX4953" fmla="*/ 1000871 w 2180199"/>
                <a:gd name="csY4953" fmla="*/ 1331970 h 1796578"/>
                <a:gd name="csX4954" fmla="*/ 1003656 w 2180199"/>
                <a:gd name="csY4954" fmla="*/ 1331726 h 1796578"/>
                <a:gd name="csX4955" fmla="*/ 1011553 w 2180199"/>
                <a:gd name="csY4955" fmla="*/ 1332152 h 1796578"/>
                <a:gd name="csX4956" fmla="*/ 1013235 w 2180199"/>
                <a:gd name="csY4956" fmla="*/ 1331414 h 1796578"/>
                <a:gd name="csX4957" fmla="*/ 1014627 w 2180199"/>
                <a:gd name="csY4957" fmla="*/ 1331650 h 1796578"/>
                <a:gd name="csX4958" fmla="*/ 1015647 w 2180199"/>
                <a:gd name="csY4958" fmla="*/ 1331559 h 1796578"/>
                <a:gd name="csX4959" fmla="*/ 1013501 w 2180199"/>
                <a:gd name="csY4959" fmla="*/ 1330798 h 1796578"/>
                <a:gd name="csX4960" fmla="*/ 1012299 w 2180199"/>
                <a:gd name="csY4960" fmla="*/ 1331049 h 1796578"/>
                <a:gd name="csX4961" fmla="*/ 1010876 w 2180199"/>
                <a:gd name="csY4961" fmla="*/ 1330889 h 1796578"/>
                <a:gd name="csX4962" fmla="*/ 1008054 w 2180199"/>
                <a:gd name="csY4962" fmla="*/ 1331041 h 1796578"/>
                <a:gd name="csX4963" fmla="*/ 1006912 w 2180199"/>
                <a:gd name="csY4963" fmla="*/ 1330722 h 1796578"/>
                <a:gd name="csX4964" fmla="*/ 1005657 w 2180199"/>
                <a:gd name="csY4964" fmla="*/ 1329824 h 1796578"/>
                <a:gd name="csX4965" fmla="*/ 1004835 w 2180199"/>
                <a:gd name="csY4965" fmla="*/ 1329733 h 1796578"/>
                <a:gd name="csX4966" fmla="*/ 1002225 w 2180199"/>
                <a:gd name="csY4966" fmla="*/ 1331300 h 1796578"/>
                <a:gd name="csX4967" fmla="*/ 1001061 w 2180199"/>
                <a:gd name="csY4967" fmla="*/ 1331110 h 1796578"/>
                <a:gd name="csX4968" fmla="*/ 998307 w 2180199"/>
                <a:gd name="csY4968" fmla="*/ 1329398 h 1796578"/>
                <a:gd name="csX4969" fmla="*/ 997105 w 2180199"/>
                <a:gd name="csY4969" fmla="*/ 1329154 h 1796578"/>
                <a:gd name="csX4970" fmla="*/ 995172 w 2180199"/>
                <a:gd name="csY4970" fmla="*/ 1330128 h 1796578"/>
                <a:gd name="csX4971" fmla="*/ 994936 w 2180199"/>
                <a:gd name="csY4971" fmla="*/ 1334321 h 1796578"/>
                <a:gd name="csX4972" fmla="*/ 995537 w 2180199"/>
                <a:gd name="csY4972" fmla="*/ 1337433 h 1796578"/>
                <a:gd name="csX4973" fmla="*/ 994381 w 2180199"/>
                <a:gd name="csY4973" fmla="*/ 1337752 h 1796578"/>
                <a:gd name="csX4974" fmla="*/ 993034 w 2180199"/>
                <a:gd name="csY4974" fmla="*/ 1336474 h 1796578"/>
                <a:gd name="csX4975" fmla="*/ 990972 w 2180199"/>
                <a:gd name="csY4975" fmla="*/ 1335713 h 1796578"/>
                <a:gd name="csX4976" fmla="*/ 989268 w 2180199"/>
                <a:gd name="csY4976" fmla="*/ 1334549 h 1796578"/>
                <a:gd name="csX4977" fmla="*/ 986864 w 2180199"/>
                <a:gd name="csY4977" fmla="*/ 1332380 h 1796578"/>
                <a:gd name="csX4978" fmla="*/ 985601 w 2180199"/>
                <a:gd name="csY4978" fmla="*/ 1331589 h 1796578"/>
                <a:gd name="csX4979" fmla="*/ 984170 w 2180199"/>
                <a:gd name="csY4979" fmla="*/ 1333392 h 1796578"/>
                <a:gd name="csX4980" fmla="*/ 984117 w 2180199"/>
                <a:gd name="csY4980" fmla="*/ 1332563 h 1796578"/>
                <a:gd name="csX4981" fmla="*/ 984825 w 2180199"/>
                <a:gd name="csY4981" fmla="*/ 1330463 h 1796578"/>
                <a:gd name="csX4982" fmla="*/ 984627 w 2180199"/>
                <a:gd name="csY4982" fmla="*/ 1326940 h 1796578"/>
                <a:gd name="csX4983" fmla="*/ 986780 w 2180199"/>
                <a:gd name="csY4983" fmla="*/ 1329756 h 1796578"/>
                <a:gd name="csX4984" fmla="*/ 986110 w 2180199"/>
                <a:gd name="csY4984" fmla="*/ 1327777 h 1796578"/>
                <a:gd name="csX4985" fmla="*/ 984437 w 2180199"/>
                <a:gd name="csY4985" fmla="*/ 1325594 h 1796578"/>
                <a:gd name="csX4986" fmla="*/ 983166 w 2180199"/>
                <a:gd name="csY4986" fmla="*/ 1324833 h 1796578"/>
                <a:gd name="csX4987" fmla="*/ 981568 w 2180199"/>
                <a:gd name="csY4987" fmla="*/ 1320922 h 1796578"/>
                <a:gd name="csX4988" fmla="*/ 977969 w 2180199"/>
                <a:gd name="csY4988" fmla="*/ 1318571 h 1796578"/>
                <a:gd name="csX4989" fmla="*/ 975086 w 2180199"/>
                <a:gd name="csY4989" fmla="*/ 1314767 h 1796578"/>
                <a:gd name="csX4990" fmla="*/ 969181 w 2180199"/>
                <a:gd name="csY4990" fmla="*/ 1308444 h 1796578"/>
                <a:gd name="csX4991" fmla="*/ 968793 w 2180199"/>
                <a:gd name="csY4991" fmla="*/ 1302874 h 1796578"/>
                <a:gd name="csX4992" fmla="*/ 966640 w 2180199"/>
                <a:gd name="csY4992" fmla="*/ 1295806 h 1796578"/>
                <a:gd name="csX4993" fmla="*/ 967546 w 2180199"/>
                <a:gd name="csY4993" fmla="*/ 1291774 h 1796578"/>
                <a:gd name="csX4994" fmla="*/ 967424 w 2180199"/>
                <a:gd name="csY4994" fmla="*/ 1288913 h 1796578"/>
                <a:gd name="csX4995" fmla="*/ 966366 w 2180199"/>
                <a:gd name="csY4995" fmla="*/ 1284576 h 1796578"/>
                <a:gd name="csX4996" fmla="*/ 965263 w 2180199"/>
                <a:gd name="csY4996" fmla="*/ 1282217 h 1796578"/>
                <a:gd name="csX4997" fmla="*/ 960477 w 2180199"/>
                <a:gd name="csY4997" fmla="*/ 1275727 h 1796578"/>
                <a:gd name="csX4998" fmla="*/ 955874 w 2180199"/>
                <a:gd name="csY4998" fmla="*/ 1271345 h 1796578"/>
                <a:gd name="csX4999" fmla="*/ 955182 w 2180199"/>
                <a:gd name="csY4999" fmla="*/ 1268020 h 1796578"/>
                <a:gd name="csX5000" fmla="*/ 954862 w 2180199"/>
                <a:gd name="csY5000" fmla="*/ 1264664 h 1796578"/>
                <a:gd name="csX5001" fmla="*/ 955866 w 2180199"/>
                <a:gd name="csY5001" fmla="*/ 1261674 h 1796578"/>
                <a:gd name="csX5002" fmla="*/ 956741 w 2180199"/>
                <a:gd name="csY5002" fmla="*/ 1258517 h 1796578"/>
                <a:gd name="csX5003" fmla="*/ 957373 w 2180199"/>
                <a:gd name="csY5003" fmla="*/ 1257679 h 1796578"/>
                <a:gd name="csX5004" fmla="*/ 957624 w 2180199"/>
                <a:gd name="csY5004" fmla="*/ 1258030 h 1796578"/>
                <a:gd name="csX5005" fmla="*/ 957449 w 2180199"/>
                <a:gd name="csY5005" fmla="*/ 1258699 h 1796578"/>
                <a:gd name="csX5006" fmla="*/ 958103 w 2180199"/>
                <a:gd name="csY5006" fmla="*/ 1258905 h 1796578"/>
                <a:gd name="csX5007" fmla="*/ 958354 w 2180199"/>
                <a:gd name="csY5007" fmla="*/ 1257512 h 1796578"/>
                <a:gd name="csX5008" fmla="*/ 958742 w 2180199"/>
                <a:gd name="csY5008" fmla="*/ 1256797 h 1796578"/>
                <a:gd name="csX5009" fmla="*/ 958058 w 2180199"/>
                <a:gd name="csY5009" fmla="*/ 1256706 h 1796578"/>
                <a:gd name="csX5010" fmla="*/ 958126 w 2180199"/>
                <a:gd name="csY5010" fmla="*/ 1256264 h 1796578"/>
                <a:gd name="csX5011" fmla="*/ 958537 w 2180199"/>
                <a:gd name="csY5011" fmla="*/ 1255382 h 1796578"/>
                <a:gd name="csX5012" fmla="*/ 959967 w 2180199"/>
                <a:gd name="csY5012" fmla="*/ 1251227 h 1796578"/>
                <a:gd name="csX5013" fmla="*/ 959815 w 2180199"/>
                <a:gd name="csY5013" fmla="*/ 1245978 h 1796578"/>
                <a:gd name="csX5014" fmla="*/ 961345 w 2180199"/>
                <a:gd name="csY5014" fmla="*/ 1239518 h 1796578"/>
                <a:gd name="csX5015" fmla="*/ 961268 w 2180199"/>
                <a:gd name="csY5015" fmla="*/ 1237380 h 1796578"/>
                <a:gd name="csX5016" fmla="*/ 960295 w 2180199"/>
                <a:gd name="csY5016" fmla="*/ 1232769 h 1796578"/>
                <a:gd name="csX5017" fmla="*/ 959321 w 2180199"/>
                <a:gd name="csY5017" fmla="*/ 1230000 h 1796578"/>
                <a:gd name="csX5018" fmla="*/ 957586 w 2180199"/>
                <a:gd name="csY5018" fmla="*/ 1228037 h 1796578"/>
                <a:gd name="csX5019" fmla="*/ 958354 w 2180199"/>
                <a:gd name="csY5019" fmla="*/ 1225161 h 1796578"/>
                <a:gd name="csX5020" fmla="*/ 958294 w 2180199"/>
                <a:gd name="csY5020" fmla="*/ 1222414 h 1796578"/>
                <a:gd name="csX5021" fmla="*/ 955227 w 2180199"/>
                <a:gd name="csY5021" fmla="*/ 1218450 h 1796578"/>
                <a:gd name="csX5022" fmla="*/ 954056 w 2180199"/>
                <a:gd name="csY5022" fmla="*/ 1213238 h 1796578"/>
                <a:gd name="csX5023" fmla="*/ 953835 w 2180199"/>
                <a:gd name="csY5023" fmla="*/ 1211032 h 1796578"/>
                <a:gd name="csX5024" fmla="*/ 954139 w 2180199"/>
                <a:gd name="csY5024" fmla="*/ 1205188 h 1796578"/>
                <a:gd name="csX5025" fmla="*/ 953340 w 2180199"/>
                <a:gd name="csY5025" fmla="*/ 1202685 h 1796578"/>
                <a:gd name="csX5026" fmla="*/ 951294 w 2180199"/>
                <a:gd name="csY5026" fmla="*/ 1198553 h 1796578"/>
                <a:gd name="csX5027" fmla="*/ 952169 w 2180199"/>
                <a:gd name="csY5027" fmla="*/ 1194955 h 1796578"/>
                <a:gd name="csX5028" fmla="*/ 953112 w 2180199"/>
                <a:gd name="csY5028" fmla="*/ 1192756 h 1796578"/>
                <a:gd name="csX5029" fmla="*/ 955417 w 2180199"/>
                <a:gd name="csY5029" fmla="*/ 1183146 h 1796578"/>
                <a:gd name="csX5030" fmla="*/ 955973 w 2180199"/>
                <a:gd name="csY5030" fmla="*/ 1182362 h 1796578"/>
                <a:gd name="csX5031" fmla="*/ 956932 w 2180199"/>
                <a:gd name="csY5031" fmla="*/ 1182385 h 1796578"/>
                <a:gd name="csX5032" fmla="*/ 958613 w 2180199"/>
                <a:gd name="csY5032" fmla="*/ 1180749 h 1796578"/>
                <a:gd name="csX5033" fmla="*/ 957837 w 2180199"/>
                <a:gd name="csY5033" fmla="*/ 1180369 h 1796578"/>
                <a:gd name="csX5034" fmla="*/ 956665 w 2180199"/>
                <a:gd name="csY5034" fmla="*/ 1181153 h 1796578"/>
                <a:gd name="csX5035" fmla="*/ 957708 w 2180199"/>
                <a:gd name="csY5035" fmla="*/ 1177333 h 1796578"/>
                <a:gd name="csX5036" fmla="*/ 958879 w 2180199"/>
                <a:gd name="csY5036" fmla="*/ 1174054 h 1796578"/>
                <a:gd name="csX5037" fmla="*/ 959640 w 2180199"/>
                <a:gd name="csY5037" fmla="*/ 1172875 h 1796578"/>
                <a:gd name="csX5038" fmla="*/ 960028 w 2180199"/>
                <a:gd name="csY5038" fmla="*/ 1162131 h 1796578"/>
                <a:gd name="csX5039" fmla="*/ 960698 w 2180199"/>
                <a:gd name="csY5039" fmla="*/ 1153876 h 1796578"/>
                <a:gd name="csX5040" fmla="*/ 961801 w 2180199"/>
                <a:gd name="csY5040" fmla="*/ 1151145 h 1796578"/>
                <a:gd name="csX5041" fmla="*/ 961413 w 2180199"/>
                <a:gd name="csY5041" fmla="*/ 1148322 h 1796578"/>
                <a:gd name="csX5042" fmla="*/ 961862 w 2180199"/>
                <a:gd name="csY5042" fmla="*/ 1144495 h 1796578"/>
                <a:gd name="csX5043" fmla="*/ 961542 w 2180199"/>
                <a:gd name="csY5043" fmla="*/ 1140614 h 1796578"/>
                <a:gd name="csX5044" fmla="*/ 963909 w 2180199"/>
                <a:gd name="csY5044" fmla="*/ 1121829 h 1796578"/>
                <a:gd name="csX5045" fmla="*/ 963597 w 2180199"/>
                <a:gd name="csY5045" fmla="*/ 1119546 h 1796578"/>
                <a:gd name="csX5046" fmla="*/ 964320 w 2180199"/>
                <a:gd name="csY5046" fmla="*/ 1116480 h 1796578"/>
                <a:gd name="csX5047" fmla="*/ 963642 w 2180199"/>
                <a:gd name="csY5047" fmla="*/ 1108377 h 1796578"/>
                <a:gd name="csX5048" fmla="*/ 963947 w 2180199"/>
                <a:gd name="csY5048" fmla="*/ 1099262 h 1796578"/>
                <a:gd name="csX5049" fmla="*/ 963346 w 2180199"/>
                <a:gd name="csY5049" fmla="*/ 1098098 h 1796578"/>
                <a:gd name="csX5050" fmla="*/ 963041 w 2180199"/>
                <a:gd name="csY5050" fmla="*/ 1096835 h 1796578"/>
                <a:gd name="csX5051" fmla="*/ 963604 w 2180199"/>
                <a:gd name="csY5051" fmla="*/ 1096645 h 1796578"/>
                <a:gd name="csX5052" fmla="*/ 964700 w 2180199"/>
                <a:gd name="csY5052" fmla="*/ 1097976 h 1796578"/>
                <a:gd name="csX5053" fmla="*/ 969782 w 2180199"/>
                <a:gd name="csY5053" fmla="*/ 1097961 h 1796578"/>
                <a:gd name="csX5054" fmla="*/ 973024 w 2180199"/>
                <a:gd name="csY5054" fmla="*/ 1096728 h 1796578"/>
                <a:gd name="csX5055" fmla="*/ 974203 w 2180199"/>
                <a:gd name="csY5055" fmla="*/ 1097131 h 1796578"/>
                <a:gd name="csX5056" fmla="*/ 975573 w 2180199"/>
                <a:gd name="csY5056" fmla="*/ 1098805 h 1796578"/>
                <a:gd name="csX5057" fmla="*/ 977300 w 2180199"/>
                <a:gd name="csY5057" fmla="*/ 1099140 h 1796578"/>
                <a:gd name="csX5058" fmla="*/ 979453 w 2180199"/>
                <a:gd name="csY5058" fmla="*/ 1098843 h 1796578"/>
                <a:gd name="csX5059" fmla="*/ 978799 w 2180199"/>
                <a:gd name="csY5059" fmla="*/ 1098425 h 1796578"/>
                <a:gd name="csX5060" fmla="*/ 977787 w 2180199"/>
                <a:gd name="csY5060" fmla="*/ 1098311 h 1796578"/>
                <a:gd name="csX5061" fmla="*/ 975519 w 2180199"/>
                <a:gd name="csY5061" fmla="*/ 1096766 h 1796578"/>
                <a:gd name="csX5062" fmla="*/ 974233 w 2180199"/>
                <a:gd name="csY5062" fmla="*/ 1095222 h 1796578"/>
                <a:gd name="csX5063" fmla="*/ 970269 w 2180199"/>
                <a:gd name="csY5063" fmla="*/ 1095328 h 1796578"/>
                <a:gd name="csX5064" fmla="*/ 969463 w 2180199"/>
                <a:gd name="csY5064" fmla="*/ 1094339 h 1796578"/>
                <a:gd name="csX5065" fmla="*/ 965035 w 2180199"/>
                <a:gd name="csY5065" fmla="*/ 1095328 h 1796578"/>
                <a:gd name="csX5066" fmla="*/ 963665 w 2180199"/>
                <a:gd name="csY5066" fmla="*/ 1094316 h 1796578"/>
                <a:gd name="csX5067" fmla="*/ 961253 w 2180199"/>
                <a:gd name="csY5067" fmla="*/ 1094971 h 1796578"/>
                <a:gd name="csX5068" fmla="*/ 961847 w 2180199"/>
                <a:gd name="csY5068" fmla="*/ 1092095 h 1796578"/>
                <a:gd name="csX5069" fmla="*/ 961740 w 2180199"/>
                <a:gd name="csY5069" fmla="*/ 1088458 h 1796578"/>
                <a:gd name="csX5070" fmla="*/ 961870 w 2180199"/>
                <a:gd name="csY5070" fmla="*/ 1084912 h 1796578"/>
                <a:gd name="csX5071" fmla="*/ 962463 w 2180199"/>
                <a:gd name="csY5071" fmla="*/ 1087499 h 1796578"/>
                <a:gd name="csX5072" fmla="*/ 963962 w 2180199"/>
                <a:gd name="csY5072" fmla="*/ 1090246 h 1796578"/>
                <a:gd name="csX5073" fmla="*/ 964685 w 2180199"/>
                <a:gd name="csY5073" fmla="*/ 1087134 h 1796578"/>
                <a:gd name="csX5074" fmla="*/ 965179 w 2180199"/>
                <a:gd name="csY5074" fmla="*/ 1083208 h 1796578"/>
                <a:gd name="csX5075" fmla="*/ 963718 w 2180199"/>
                <a:gd name="csY5075" fmla="*/ 1081701 h 1796578"/>
                <a:gd name="csX5076" fmla="*/ 961284 w 2180199"/>
                <a:gd name="csY5076" fmla="*/ 1080583 h 1796578"/>
                <a:gd name="csX5077" fmla="*/ 960409 w 2180199"/>
                <a:gd name="csY5077" fmla="*/ 1076915 h 1796578"/>
                <a:gd name="csX5078" fmla="*/ 966168 w 2180199"/>
                <a:gd name="csY5078" fmla="*/ 1073781 h 1796578"/>
                <a:gd name="csX5079" fmla="*/ 963110 w 2180199"/>
                <a:gd name="csY5079" fmla="*/ 1073119 h 1796578"/>
                <a:gd name="csX5080" fmla="*/ 961908 w 2180199"/>
                <a:gd name="csY5080" fmla="*/ 1071711 h 1796578"/>
                <a:gd name="csX5081" fmla="*/ 960424 w 2180199"/>
                <a:gd name="csY5081" fmla="*/ 1071536 h 1796578"/>
                <a:gd name="csX5082" fmla="*/ 960310 w 2180199"/>
                <a:gd name="csY5082" fmla="*/ 1072624 h 1796578"/>
                <a:gd name="csX5083" fmla="*/ 959830 w 2180199"/>
                <a:gd name="csY5083" fmla="*/ 1074047 h 1796578"/>
                <a:gd name="csX5084" fmla="*/ 959313 w 2180199"/>
                <a:gd name="csY5084" fmla="*/ 1072153 h 1796578"/>
                <a:gd name="csX5085" fmla="*/ 959161 w 2180199"/>
                <a:gd name="csY5085" fmla="*/ 1069923 h 1796578"/>
                <a:gd name="csX5086" fmla="*/ 958552 w 2180199"/>
                <a:gd name="csY5086" fmla="*/ 1066111 h 1796578"/>
                <a:gd name="csX5087" fmla="*/ 956194 w 2180199"/>
                <a:gd name="csY5087" fmla="*/ 1059956 h 1796578"/>
                <a:gd name="csX5088" fmla="*/ 954763 w 2180199"/>
                <a:gd name="csY5088" fmla="*/ 1051944 h 1796578"/>
                <a:gd name="csX5089" fmla="*/ 952968 w 2180199"/>
                <a:gd name="csY5089" fmla="*/ 1047973 h 1796578"/>
                <a:gd name="csX5090" fmla="*/ 949528 w 2180199"/>
                <a:gd name="csY5090" fmla="*/ 1044168 h 1796578"/>
                <a:gd name="csX5091" fmla="*/ 948631 w 2180199"/>
                <a:gd name="csY5091" fmla="*/ 1041947 h 1796578"/>
                <a:gd name="csX5092" fmla="*/ 947809 w 2180199"/>
                <a:gd name="csY5092" fmla="*/ 1036293 h 1796578"/>
                <a:gd name="csX5093" fmla="*/ 948273 w 2180199"/>
                <a:gd name="csY5093" fmla="*/ 1032002 h 1796578"/>
                <a:gd name="csX5094" fmla="*/ 947634 w 2180199"/>
                <a:gd name="csY5094" fmla="*/ 1028974 h 1796578"/>
                <a:gd name="csX5095" fmla="*/ 949285 w 2180199"/>
                <a:gd name="csY5095" fmla="*/ 1029149 h 1796578"/>
                <a:gd name="csX5096" fmla="*/ 953629 w 2180199"/>
                <a:gd name="csY5096" fmla="*/ 1031530 h 1796578"/>
                <a:gd name="csX5097" fmla="*/ 959039 w 2180199"/>
                <a:gd name="csY5097" fmla="*/ 1033394 h 1796578"/>
                <a:gd name="csX5098" fmla="*/ 960675 w 2180199"/>
                <a:gd name="csY5098" fmla="*/ 1034749 h 1796578"/>
                <a:gd name="csX5099" fmla="*/ 963300 w 2180199"/>
                <a:gd name="csY5099" fmla="*/ 1035753 h 1796578"/>
                <a:gd name="csX5100" fmla="*/ 977848 w 2180199"/>
                <a:gd name="csY5100" fmla="*/ 1037313 h 1796578"/>
                <a:gd name="csX5101" fmla="*/ 978799 w 2180199"/>
                <a:gd name="csY5101" fmla="*/ 1037161 h 1796578"/>
                <a:gd name="csX5102" fmla="*/ 980678 w 2180199"/>
                <a:gd name="csY5102" fmla="*/ 1036194 h 1796578"/>
                <a:gd name="csX5103" fmla="*/ 981477 w 2180199"/>
                <a:gd name="csY5103" fmla="*/ 1036316 h 1796578"/>
                <a:gd name="csX5104" fmla="*/ 983615 w 2180199"/>
                <a:gd name="csY5104" fmla="*/ 1038530 h 1796578"/>
                <a:gd name="csX5105" fmla="*/ 984688 w 2180199"/>
                <a:gd name="csY5105" fmla="*/ 1038797 h 1796578"/>
                <a:gd name="csX5106" fmla="*/ 986080 w 2180199"/>
                <a:gd name="csY5106" fmla="*/ 1038682 h 1796578"/>
                <a:gd name="csX5107" fmla="*/ 987107 w 2180199"/>
                <a:gd name="csY5107" fmla="*/ 1038264 h 1796578"/>
                <a:gd name="csX5108" fmla="*/ 988865 w 2180199"/>
                <a:gd name="csY5108" fmla="*/ 1036750 h 1796578"/>
                <a:gd name="csX5109" fmla="*/ 989101 w 2180199"/>
                <a:gd name="csY5109" fmla="*/ 1037313 h 1796578"/>
                <a:gd name="csX5110" fmla="*/ 989070 w 2180199"/>
                <a:gd name="csY5110" fmla="*/ 1038720 h 1796578"/>
                <a:gd name="csX5111" fmla="*/ 989694 w 2180199"/>
                <a:gd name="csY5111" fmla="*/ 1040722 h 1796578"/>
                <a:gd name="csX5112" fmla="*/ 990980 w 2180199"/>
                <a:gd name="csY5112" fmla="*/ 1043308 h 1796578"/>
                <a:gd name="csX5113" fmla="*/ 991467 w 2180199"/>
                <a:gd name="csY5113" fmla="*/ 1044914 h 1796578"/>
                <a:gd name="csX5114" fmla="*/ 988865 w 2180199"/>
                <a:gd name="csY5114" fmla="*/ 1049433 h 1796578"/>
                <a:gd name="csX5115" fmla="*/ 988370 w 2180199"/>
                <a:gd name="csY5115" fmla="*/ 1049532 h 1796578"/>
                <a:gd name="csX5116" fmla="*/ 988294 w 2180199"/>
                <a:gd name="csY5116" fmla="*/ 1048003 h 1796578"/>
                <a:gd name="csX5117" fmla="*/ 987952 w 2180199"/>
                <a:gd name="csY5117" fmla="*/ 1047699 h 1796578"/>
                <a:gd name="csX5118" fmla="*/ 983052 w 2180199"/>
                <a:gd name="csY5118" fmla="*/ 1055322 h 1796578"/>
                <a:gd name="csX5119" fmla="*/ 981332 w 2180199"/>
                <a:gd name="csY5119" fmla="*/ 1058921 h 1796578"/>
                <a:gd name="csX5120" fmla="*/ 981165 w 2180199"/>
                <a:gd name="csY5120" fmla="*/ 1060542 h 1796578"/>
                <a:gd name="csX5121" fmla="*/ 981226 w 2180199"/>
                <a:gd name="csY5121" fmla="*/ 1061493 h 1796578"/>
                <a:gd name="csX5122" fmla="*/ 981911 w 2180199"/>
                <a:gd name="csY5122" fmla="*/ 1061729 h 1796578"/>
                <a:gd name="csX5123" fmla="*/ 983478 w 2180199"/>
                <a:gd name="csY5123" fmla="*/ 1061356 h 1796578"/>
                <a:gd name="csX5124" fmla="*/ 985798 w 2180199"/>
                <a:gd name="csY5124" fmla="*/ 1059865 h 1796578"/>
                <a:gd name="csX5125" fmla="*/ 985913 w 2180199"/>
                <a:gd name="csY5125" fmla="*/ 1059537 h 1796578"/>
                <a:gd name="csX5126" fmla="*/ 983752 w 2180199"/>
                <a:gd name="csY5126" fmla="*/ 1060070 h 1796578"/>
                <a:gd name="csX5127" fmla="*/ 982717 w 2180199"/>
                <a:gd name="csY5127" fmla="*/ 1060116 h 1796578"/>
                <a:gd name="csX5128" fmla="*/ 982862 w 2180199"/>
                <a:gd name="csY5128" fmla="*/ 1058412 h 1796578"/>
                <a:gd name="csX5129" fmla="*/ 983105 w 2180199"/>
                <a:gd name="csY5129" fmla="*/ 1057605 h 1796578"/>
                <a:gd name="csX5130" fmla="*/ 984520 w 2180199"/>
                <a:gd name="csY5130" fmla="*/ 1055079 h 1796578"/>
                <a:gd name="csX5131" fmla="*/ 986004 w 2180199"/>
                <a:gd name="csY5131" fmla="*/ 1053565 h 1796578"/>
                <a:gd name="csX5132" fmla="*/ 988112 w 2180199"/>
                <a:gd name="csY5132" fmla="*/ 1051952 h 1796578"/>
                <a:gd name="csX5133" fmla="*/ 989329 w 2180199"/>
                <a:gd name="csY5133" fmla="*/ 1050620 h 1796578"/>
                <a:gd name="csX5134" fmla="*/ 990166 w 2180199"/>
                <a:gd name="csY5134" fmla="*/ 1048673 h 1796578"/>
                <a:gd name="csX5135" fmla="*/ 992509 w 2180199"/>
                <a:gd name="csY5135" fmla="*/ 1046344 h 1796578"/>
                <a:gd name="csX5136" fmla="*/ 992943 w 2180199"/>
                <a:gd name="csY5136" fmla="*/ 1045697 h 1796578"/>
                <a:gd name="csX5137" fmla="*/ 992844 w 2180199"/>
                <a:gd name="csY5137" fmla="*/ 1043780 h 1796578"/>
                <a:gd name="csX5138" fmla="*/ 992989 w 2180199"/>
                <a:gd name="csY5138" fmla="*/ 1043415 h 1796578"/>
                <a:gd name="csX5139" fmla="*/ 994122 w 2180199"/>
                <a:gd name="csY5139" fmla="*/ 1043674 h 1796578"/>
                <a:gd name="csX5140" fmla="*/ 994594 w 2180199"/>
                <a:gd name="csY5140" fmla="*/ 1046976 h 1796578"/>
                <a:gd name="csX5141" fmla="*/ 994313 w 2180199"/>
                <a:gd name="csY5141" fmla="*/ 1048444 h 1796578"/>
                <a:gd name="csX5142" fmla="*/ 992289 w 2180199"/>
                <a:gd name="csY5142" fmla="*/ 1050232 h 1796578"/>
                <a:gd name="csX5143" fmla="*/ 992037 w 2180199"/>
                <a:gd name="csY5143" fmla="*/ 1050864 h 1796578"/>
                <a:gd name="csX5144" fmla="*/ 992387 w 2180199"/>
                <a:gd name="csY5144" fmla="*/ 1053306 h 1796578"/>
                <a:gd name="csX5145" fmla="*/ 992076 w 2180199"/>
                <a:gd name="csY5145" fmla="*/ 1053542 h 1796578"/>
                <a:gd name="csX5146" fmla="*/ 991307 w 2180199"/>
                <a:gd name="csY5146" fmla="*/ 1053253 h 1796578"/>
                <a:gd name="csX5147" fmla="*/ 991071 w 2180199"/>
                <a:gd name="csY5147" fmla="*/ 1053413 h 1796578"/>
                <a:gd name="csX5148" fmla="*/ 992981 w 2180199"/>
                <a:gd name="csY5148" fmla="*/ 1056060 h 1796578"/>
                <a:gd name="csX5149" fmla="*/ 993590 w 2180199"/>
                <a:gd name="csY5149" fmla="*/ 1058115 h 1796578"/>
                <a:gd name="csX5150" fmla="*/ 993673 w 2180199"/>
                <a:gd name="csY5150" fmla="*/ 1059948 h 1796578"/>
                <a:gd name="csX5151" fmla="*/ 993156 w 2180199"/>
                <a:gd name="csY5151" fmla="*/ 1063456 h 1796578"/>
                <a:gd name="csX5152" fmla="*/ 992601 w 2180199"/>
                <a:gd name="csY5152" fmla="*/ 1064042 h 1796578"/>
                <a:gd name="csX5153" fmla="*/ 991649 w 2180199"/>
                <a:gd name="csY5153" fmla="*/ 1063829 h 1796578"/>
                <a:gd name="csX5154" fmla="*/ 990386 w 2180199"/>
                <a:gd name="csY5154" fmla="*/ 1062733 h 1796578"/>
                <a:gd name="csX5155" fmla="*/ 990105 w 2180199"/>
                <a:gd name="csY5155" fmla="*/ 1063083 h 1796578"/>
                <a:gd name="csX5156" fmla="*/ 989101 w 2180199"/>
                <a:gd name="csY5156" fmla="*/ 1065807 h 1796578"/>
                <a:gd name="csX5157" fmla="*/ 988773 w 2180199"/>
                <a:gd name="csY5157" fmla="*/ 1065571 h 1796578"/>
                <a:gd name="csX5158" fmla="*/ 988150 w 2180199"/>
                <a:gd name="csY5158" fmla="*/ 1062338 h 1796578"/>
                <a:gd name="csX5159" fmla="*/ 987807 w 2180199"/>
                <a:gd name="csY5159" fmla="*/ 1062094 h 1796578"/>
                <a:gd name="csX5160" fmla="*/ 985867 w 2180199"/>
                <a:gd name="csY5160" fmla="*/ 1063570 h 1796578"/>
                <a:gd name="csX5161" fmla="*/ 985083 w 2180199"/>
                <a:gd name="csY5161" fmla="*/ 1064985 h 1796578"/>
                <a:gd name="csX5162" fmla="*/ 984414 w 2180199"/>
                <a:gd name="csY5162" fmla="*/ 1067237 h 1796578"/>
                <a:gd name="csX5163" fmla="*/ 983562 w 2180199"/>
                <a:gd name="csY5163" fmla="*/ 1068295 h 1796578"/>
                <a:gd name="csX5164" fmla="*/ 985981 w 2180199"/>
                <a:gd name="csY5164" fmla="*/ 1068523 h 1796578"/>
                <a:gd name="csX5165" fmla="*/ 988165 w 2180199"/>
                <a:gd name="csY5165" fmla="*/ 1068067 h 1796578"/>
                <a:gd name="csX5166" fmla="*/ 989915 w 2180199"/>
                <a:gd name="csY5166" fmla="*/ 1069139 h 1796578"/>
                <a:gd name="csX5167" fmla="*/ 990508 w 2180199"/>
                <a:gd name="csY5167" fmla="*/ 1069170 h 1796578"/>
                <a:gd name="csX5168" fmla="*/ 992106 w 2180199"/>
                <a:gd name="csY5168" fmla="*/ 1068120 h 1796578"/>
                <a:gd name="csX5169" fmla="*/ 992593 w 2180199"/>
                <a:gd name="csY5169" fmla="*/ 1067412 h 1796578"/>
                <a:gd name="csX5170" fmla="*/ 993917 w 2180199"/>
                <a:gd name="csY5170" fmla="*/ 1064011 h 1796578"/>
                <a:gd name="csX5171" fmla="*/ 994579 w 2180199"/>
                <a:gd name="csY5171" fmla="*/ 1063403 h 1796578"/>
                <a:gd name="csX5172" fmla="*/ 995560 w 2180199"/>
                <a:gd name="csY5172" fmla="*/ 1063380 h 1796578"/>
                <a:gd name="csX5173" fmla="*/ 996511 w 2180199"/>
                <a:gd name="csY5173" fmla="*/ 1062870 h 1796578"/>
                <a:gd name="csX5174" fmla="*/ 997927 w 2180199"/>
                <a:gd name="csY5174" fmla="*/ 1060998 h 1796578"/>
                <a:gd name="csX5175" fmla="*/ 997987 w 2180199"/>
                <a:gd name="csY5175" fmla="*/ 1060253 h 1796578"/>
                <a:gd name="csX5176" fmla="*/ 997470 w 2180199"/>
                <a:gd name="csY5176" fmla="*/ 1056060 h 1796578"/>
                <a:gd name="csX5177" fmla="*/ 997622 w 2180199"/>
                <a:gd name="csY5177" fmla="*/ 1053679 h 1796578"/>
                <a:gd name="csX5178" fmla="*/ 997356 w 2180199"/>
                <a:gd name="csY5178" fmla="*/ 1052926 h 1796578"/>
                <a:gd name="csX5179" fmla="*/ 996724 w 2180199"/>
                <a:gd name="csY5179" fmla="*/ 1052142 h 1796578"/>
                <a:gd name="csX5180" fmla="*/ 996800 w 2180199"/>
                <a:gd name="csY5180" fmla="*/ 1051381 h 1796578"/>
                <a:gd name="csX5181" fmla="*/ 997295 w 2180199"/>
                <a:gd name="csY5181" fmla="*/ 1050126 h 1796578"/>
                <a:gd name="csX5182" fmla="*/ 997333 w 2180199"/>
                <a:gd name="csY5182" fmla="*/ 1048992 h 1796578"/>
                <a:gd name="csX5183" fmla="*/ 996907 w 2180199"/>
                <a:gd name="csY5183" fmla="*/ 1047980 h 1796578"/>
                <a:gd name="csX5184" fmla="*/ 997097 w 2180199"/>
                <a:gd name="csY5184" fmla="*/ 1046831 h 1796578"/>
                <a:gd name="csX5185" fmla="*/ 998436 w 2180199"/>
                <a:gd name="csY5185" fmla="*/ 1044351 h 1796578"/>
                <a:gd name="csX5186" fmla="*/ 998687 w 2180199"/>
                <a:gd name="csY5186" fmla="*/ 1043255 h 1796578"/>
                <a:gd name="csX5187" fmla="*/ 1000316 w 2180199"/>
                <a:gd name="csY5187" fmla="*/ 1040782 h 1796578"/>
                <a:gd name="csX5188" fmla="*/ 999905 w 2180199"/>
                <a:gd name="csY5188" fmla="*/ 1039786 h 1796578"/>
                <a:gd name="csX5189" fmla="*/ 998703 w 2180199"/>
                <a:gd name="csY5189" fmla="*/ 1038568 h 1796578"/>
                <a:gd name="csX5190" fmla="*/ 997942 w 2180199"/>
                <a:gd name="csY5190" fmla="*/ 1037495 h 1796578"/>
                <a:gd name="csX5191" fmla="*/ 997181 w 2180199"/>
                <a:gd name="csY5191" fmla="*/ 1035822 h 1796578"/>
                <a:gd name="csX5192" fmla="*/ 996603 w 2180199"/>
                <a:gd name="csY5192" fmla="*/ 1035259 h 1796578"/>
                <a:gd name="csX5193" fmla="*/ 996412 w 2180199"/>
                <a:gd name="csY5193" fmla="*/ 1035517 h 1796578"/>
                <a:gd name="csX5194" fmla="*/ 997227 w 2180199"/>
                <a:gd name="csY5194" fmla="*/ 1038256 h 1796578"/>
                <a:gd name="csX5195" fmla="*/ 997052 w 2180199"/>
                <a:gd name="csY5195" fmla="*/ 1038439 h 1796578"/>
                <a:gd name="csX5196" fmla="*/ 994936 w 2180199"/>
                <a:gd name="csY5196" fmla="*/ 1036963 h 1796578"/>
                <a:gd name="csX5197" fmla="*/ 994442 w 2180199"/>
                <a:gd name="csY5197" fmla="*/ 1036027 h 1796578"/>
                <a:gd name="csX5198" fmla="*/ 994183 w 2180199"/>
                <a:gd name="csY5198" fmla="*/ 1034756 h 1796578"/>
                <a:gd name="csX5199" fmla="*/ 994366 w 2180199"/>
                <a:gd name="csY5199" fmla="*/ 1033805 h 1796578"/>
                <a:gd name="csX5200" fmla="*/ 995507 w 2180199"/>
                <a:gd name="csY5200" fmla="*/ 1032862 h 1796578"/>
                <a:gd name="csX5201" fmla="*/ 996869 w 2180199"/>
                <a:gd name="csY5201" fmla="*/ 1032519 h 1796578"/>
                <a:gd name="csX5202" fmla="*/ 996755 w 2180199"/>
                <a:gd name="csY5202" fmla="*/ 1031728 h 1796578"/>
                <a:gd name="csX5203" fmla="*/ 995051 w 2180199"/>
                <a:gd name="csY5203" fmla="*/ 1029157 h 1796578"/>
                <a:gd name="csX5204" fmla="*/ 993917 w 2180199"/>
                <a:gd name="csY5204" fmla="*/ 1027985 h 1796578"/>
                <a:gd name="csX5205" fmla="*/ 993042 w 2180199"/>
                <a:gd name="csY5205" fmla="*/ 1027414 h 1796578"/>
                <a:gd name="csX5206" fmla="*/ 991862 w 2180199"/>
                <a:gd name="csY5206" fmla="*/ 1027262 h 1796578"/>
                <a:gd name="csX5207" fmla="*/ 991338 w 2180199"/>
                <a:gd name="csY5207" fmla="*/ 1026843 h 1796578"/>
                <a:gd name="csX5208" fmla="*/ 991201 w 2180199"/>
                <a:gd name="csY5208" fmla="*/ 1026242 h 1796578"/>
                <a:gd name="csX5209" fmla="*/ 991452 w 2180199"/>
                <a:gd name="csY5209" fmla="*/ 1025451 h 1796578"/>
                <a:gd name="csX5210" fmla="*/ 992083 w 2180199"/>
                <a:gd name="csY5210" fmla="*/ 1025192 h 1796578"/>
                <a:gd name="csX5211" fmla="*/ 993902 w 2180199"/>
                <a:gd name="csY5211" fmla="*/ 1025512 h 1796578"/>
                <a:gd name="csX5212" fmla="*/ 994883 w 2180199"/>
                <a:gd name="csY5212" fmla="*/ 1024949 h 1796578"/>
                <a:gd name="csX5213" fmla="*/ 994792 w 2180199"/>
                <a:gd name="csY5213" fmla="*/ 1023922 h 1796578"/>
                <a:gd name="csX5214" fmla="*/ 994495 w 2180199"/>
                <a:gd name="csY5214" fmla="*/ 1023351 h 1796578"/>
                <a:gd name="csX5215" fmla="*/ 994541 w 2180199"/>
                <a:gd name="csY5215" fmla="*/ 1019669 h 1796578"/>
                <a:gd name="csX5216" fmla="*/ 993848 w 2180199"/>
                <a:gd name="csY5216" fmla="*/ 1016671 h 1796578"/>
                <a:gd name="csX5217" fmla="*/ 993491 w 2180199"/>
                <a:gd name="csY5217" fmla="*/ 1016161 h 1796578"/>
                <a:gd name="csX5218" fmla="*/ 993103 w 2180199"/>
                <a:gd name="csY5218" fmla="*/ 1016108 h 1796578"/>
                <a:gd name="csX5219" fmla="*/ 992692 w 2180199"/>
                <a:gd name="csY5219" fmla="*/ 1016511 h 1796578"/>
                <a:gd name="csX5220" fmla="*/ 991551 w 2180199"/>
                <a:gd name="csY5220" fmla="*/ 1016618 h 1796578"/>
                <a:gd name="csX5221" fmla="*/ 990843 w 2180199"/>
                <a:gd name="csY5221" fmla="*/ 1015636 h 1796578"/>
                <a:gd name="csX5222" fmla="*/ 990059 w 2180199"/>
                <a:gd name="csY5222" fmla="*/ 1013734 h 1796578"/>
                <a:gd name="csX5223" fmla="*/ 988644 w 2180199"/>
                <a:gd name="csY5223" fmla="*/ 1009199 h 1796578"/>
                <a:gd name="csX5224" fmla="*/ 990835 w 2180199"/>
                <a:gd name="csY5224" fmla="*/ 1009199 h 1796578"/>
                <a:gd name="csX5225" fmla="*/ 999943 w 2180199"/>
                <a:gd name="csY5225" fmla="*/ 1009199 h 1796578"/>
                <a:gd name="csX5226" fmla="*/ 1009043 w 2180199"/>
                <a:gd name="csY5226" fmla="*/ 1009199 h 1796578"/>
                <a:gd name="csX5227" fmla="*/ 1018150 w 2180199"/>
                <a:gd name="csY5227" fmla="*/ 1009199 h 1796578"/>
                <a:gd name="csX5228" fmla="*/ 1027258 w 2180199"/>
                <a:gd name="csY5228" fmla="*/ 1009199 h 1796578"/>
                <a:gd name="csX5229" fmla="*/ 1036357 w 2180199"/>
                <a:gd name="csY5229" fmla="*/ 1009199 h 1796578"/>
                <a:gd name="csX5230" fmla="*/ 1045465 w 2180199"/>
                <a:gd name="csY5230" fmla="*/ 1009199 h 1796578"/>
                <a:gd name="csX5231" fmla="*/ 1054572 w 2180199"/>
                <a:gd name="csY5231" fmla="*/ 1009199 h 1796578"/>
                <a:gd name="csX5232" fmla="*/ 1063680 w 2180199"/>
                <a:gd name="csY5232" fmla="*/ 1009199 h 1796578"/>
                <a:gd name="csX5233" fmla="*/ 1072780 w 2180199"/>
                <a:gd name="csY5233" fmla="*/ 1009199 h 1796578"/>
                <a:gd name="csX5234" fmla="*/ 1081887 w 2180199"/>
                <a:gd name="csY5234" fmla="*/ 1009199 h 1796578"/>
                <a:gd name="csX5235" fmla="*/ 1090995 w 2180199"/>
                <a:gd name="csY5235" fmla="*/ 1009199 h 1796578"/>
                <a:gd name="csX5236" fmla="*/ 1100094 w 2180199"/>
                <a:gd name="csY5236" fmla="*/ 1009199 h 1796578"/>
                <a:gd name="csX5237" fmla="*/ 1109202 w 2180199"/>
                <a:gd name="csY5237" fmla="*/ 1009199 h 1796578"/>
                <a:gd name="csX5238" fmla="*/ 1118309 w 2180199"/>
                <a:gd name="csY5238" fmla="*/ 1009199 h 1796578"/>
                <a:gd name="csX5239" fmla="*/ 1127417 w 2180199"/>
                <a:gd name="csY5239" fmla="*/ 1009199 h 1796578"/>
                <a:gd name="csX5240" fmla="*/ 1136517 w 2180199"/>
                <a:gd name="csY5240" fmla="*/ 1009199 h 1796578"/>
                <a:gd name="csX5241" fmla="*/ 1145624 w 2180199"/>
                <a:gd name="csY5241" fmla="*/ 1009199 h 1796578"/>
                <a:gd name="csX5242" fmla="*/ 1154732 w 2180199"/>
                <a:gd name="csY5242" fmla="*/ 1009199 h 1796578"/>
                <a:gd name="csX5243" fmla="*/ 1163831 w 2180199"/>
                <a:gd name="csY5243" fmla="*/ 1009199 h 1796578"/>
                <a:gd name="csX5244" fmla="*/ 1172939 w 2180199"/>
                <a:gd name="csY5244" fmla="*/ 1009199 h 1796578"/>
                <a:gd name="csX5245" fmla="*/ 1182046 w 2180199"/>
                <a:gd name="csY5245" fmla="*/ 1009199 h 1796578"/>
                <a:gd name="csX5246" fmla="*/ 1191154 w 2180199"/>
                <a:gd name="csY5246" fmla="*/ 1009199 h 1796578"/>
                <a:gd name="csX5247" fmla="*/ 1200254 w 2180199"/>
                <a:gd name="csY5247" fmla="*/ 1009199 h 1796578"/>
                <a:gd name="csX5248" fmla="*/ 1209361 w 2180199"/>
                <a:gd name="csY5248" fmla="*/ 1009199 h 1796578"/>
                <a:gd name="csX5249" fmla="*/ 1218469 w 2180199"/>
                <a:gd name="csY5249" fmla="*/ 1009199 h 1796578"/>
                <a:gd name="csX5250" fmla="*/ 1227568 w 2180199"/>
                <a:gd name="csY5250" fmla="*/ 1009199 h 1796578"/>
                <a:gd name="csX5251" fmla="*/ 1236676 w 2180199"/>
                <a:gd name="csY5251" fmla="*/ 1009199 h 1796578"/>
                <a:gd name="csX5252" fmla="*/ 1245783 w 2180199"/>
                <a:gd name="csY5252" fmla="*/ 1009199 h 1796578"/>
                <a:gd name="csX5253" fmla="*/ 1254891 w 2180199"/>
                <a:gd name="csY5253" fmla="*/ 1009199 h 1796578"/>
                <a:gd name="csX5254" fmla="*/ 1263991 w 2180199"/>
                <a:gd name="csY5254" fmla="*/ 1009199 h 1796578"/>
                <a:gd name="csX5255" fmla="*/ 1273098 w 2180199"/>
                <a:gd name="csY5255" fmla="*/ 1009199 h 1796578"/>
                <a:gd name="csX5256" fmla="*/ 1282206 w 2180199"/>
                <a:gd name="csY5256" fmla="*/ 1009199 h 1796578"/>
                <a:gd name="csX5257" fmla="*/ 1291305 w 2180199"/>
                <a:gd name="csY5257" fmla="*/ 1009199 h 1796578"/>
                <a:gd name="csX5258" fmla="*/ 1300413 w 2180199"/>
                <a:gd name="csY5258" fmla="*/ 1009199 h 1796578"/>
                <a:gd name="csX5259" fmla="*/ 1309520 w 2180199"/>
                <a:gd name="csY5259" fmla="*/ 1009199 h 1796578"/>
                <a:gd name="csX5260" fmla="*/ 1318628 w 2180199"/>
                <a:gd name="csY5260" fmla="*/ 1009199 h 1796578"/>
                <a:gd name="csX5261" fmla="*/ 1327728 w 2180199"/>
                <a:gd name="csY5261" fmla="*/ 1009199 h 1796578"/>
                <a:gd name="csX5262" fmla="*/ 1336835 w 2180199"/>
                <a:gd name="csY5262" fmla="*/ 1009199 h 1796578"/>
                <a:gd name="csX5263" fmla="*/ 1345942 w 2180199"/>
                <a:gd name="csY5263" fmla="*/ 1009199 h 1796578"/>
                <a:gd name="csX5264" fmla="*/ 1355042 w 2180199"/>
                <a:gd name="csY5264" fmla="*/ 1009199 h 1796578"/>
                <a:gd name="csX5265" fmla="*/ 1364150 w 2180199"/>
                <a:gd name="csY5265" fmla="*/ 1009199 h 1796578"/>
                <a:gd name="csX5266" fmla="*/ 1373257 w 2180199"/>
                <a:gd name="csY5266" fmla="*/ 1009199 h 1796578"/>
                <a:gd name="csX5267" fmla="*/ 1382357 w 2180199"/>
                <a:gd name="csY5267" fmla="*/ 1009199 h 1796578"/>
                <a:gd name="csX5268" fmla="*/ 1391465 w 2180199"/>
                <a:gd name="csY5268" fmla="*/ 1009199 h 1796578"/>
                <a:gd name="csX5269" fmla="*/ 1400572 w 2180199"/>
                <a:gd name="csY5269" fmla="*/ 1009199 h 1796578"/>
                <a:gd name="csX5270" fmla="*/ 1409679 w 2180199"/>
                <a:gd name="csY5270" fmla="*/ 1009199 h 1796578"/>
                <a:gd name="csX5271" fmla="*/ 1418779 w 2180199"/>
                <a:gd name="csY5271" fmla="*/ 1009199 h 1796578"/>
                <a:gd name="csX5272" fmla="*/ 1427887 w 2180199"/>
                <a:gd name="csY5272" fmla="*/ 1009199 h 1796578"/>
                <a:gd name="csX5273" fmla="*/ 1436994 w 2180199"/>
                <a:gd name="csY5273" fmla="*/ 1009199 h 1796578"/>
                <a:gd name="csX5274" fmla="*/ 1446094 w 2180199"/>
                <a:gd name="csY5274" fmla="*/ 1009199 h 1796578"/>
                <a:gd name="csX5275" fmla="*/ 1455202 w 2180199"/>
                <a:gd name="csY5275" fmla="*/ 1009199 h 1796578"/>
                <a:gd name="csX5276" fmla="*/ 1464309 w 2180199"/>
                <a:gd name="csY5276" fmla="*/ 1009199 h 1796578"/>
                <a:gd name="csX5277" fmla="*/ 1473416 w 2180199"/>
                <a:gd name="csY5277" fmla="*/ 1009199 h 1796578"/>
                <a:gd name="csX5278" fmla="*/ 1482501 w 2180199"/>
                <a:gd name="csY5278" fmla="*/ 1009199 h 1796578"/>
                <a:gd name="csX5279" fmla="*/ 1491609 w 2180199"/>
                <a:gd name="csY5279" fmla="*/ 1009199 h 1796578"/>
                <a:gd name="csX5280" fmla="*/ 1500716 w 2180199"/>
                <a:gd name="csY5280" fmla="*/ 1009199 h 1796578"/>
                <a:gd name="csX5281" fmla="*/ 1509816 w 2180199"/>
                <a:gd name="csY5281" fmla="*/ 1009199 h 1796578"/>
                <a:gd name="csX5282" fmla="*/ 1518923 w 2180199"/>
                <a:gd name="csY5282" fmla="*/ 1009199 h 1796578"/>
                <a:gd name="csX5283" fmla="*/ 1528031 w 2180199"/>
                <a:gd name="csY5283" fmla="*/ 1009199 h 1796578"/>
                <a:gd name="csX5284" fmla="*/ 1537138 w 2180199"/>
                <a:gd name="csY5284" fmla="*/ 1009199 h 1796578"/>
                <a:gd name="csX5285" fmla="*/ 1546238 w 2180199"/>
                <a:gd name="csY5285" fmla="*/ 1009199 h 1796578"/>
                <a:gd name="csX5286" fmla="*/ 1555346 w 2180199"/>
                <a:gd name="csY5286" fmla="*/ 1009199 h 1796578"/>
                <a:gd name="csX5287" fmla="*/ 1564453 w 2180199"/>
                <a:gd name="csY5287" fmla="*/ 1009199 h 1796578"/>
                <a:gd name="csX5288" fmla="*/ 1573553 w 2180199"/>
                <a:gd name="csY5288" fmla="*/ 1009199 h 1796578"/>
                <a:gd name="csX5289" fmla="*/ 1578590 w 2180199"/>
                <a:gd name="csY5289" fmla="*/ 1009245 h 1796578"/>
                <a:gd name="csX5290" fmla="*/ 1578673 w 2180199"/>
                <a:gd name="csY5290" fmla="*/ 1002374 h 1796578"/>
                <a:gd name="csX5291" fmla="*/ 1578734 w 2180199"/>
                <a:gd name="csY5291" fmla="*/ 996942 h 1796578"/>
                <a:gd name="csX5292" fmla="*/ 1583345 w 2180199"/>
                <a:gd name="csY5292" fmla="*/ 997604 h 1796578"/>
                <a:gd name="csX5293" fmla="*/ 1584722 w 2180199"/>
                <a:gd name="csY5293" fmla="*/ 998593 h 1796578"/>
                <a:gd name="csX5294" fmla="*/ 1585163 w 2180199"/>
                <a:gd name="csY5294" fmla="*/ 999065 h 1796578"/>
                <a:gd name="csX5295" fmla="*/ 1585034 w 2180199"/>
                <a:gd name="csY5295" fmla="*/ 1000563 h 1796578"/>
                <a:gd name="csX5296" fmla="*/ 1585415 w 2180199"/>
                <a:gd name="csY5296" fmla="*/ 1005106 h 1796578"/>
                <a:gd name="csX5297" fmla="*/ 1586252 w 2180199"/>
                <a:gd name="csY5297" fmla="*/ 1008880 h 1796578"/>
                <a:gd name="csX5298" fmla="*/ 1588184 w 2180199"/>
                <a:gd name="csY5298" fmla="*/ 1013407 h 1796578"/>
                <a:gd name="csX5299" fmla="*/ 1588192 w 2180199"/>
                <a:gd name="csY5299" fmla="*/ 1013414 h 1796578"/>
                <a:gd name="csX5300" fmla="*/ 1588351 w 2180199"/>
                <a:gd name="csY5300" fmla="*/ 1015180 h 1796578"/>
                <a:gd name="csX5301" fmla="*/ 1588983 w 2180199"/>
                <a:gd name="csY5301" fmla="*/ 1016283 h 1796578"/>
                <a:gd name="csX5302" fmla="*/ 1590147 w 2180199"/>
                <a:gd name="csY5302" fmla="*/ 1017310 h 1796578"/>
                <a:gd name="csX5303" fmla="*/ 1594560 w 2180199"/>
                <a:gd name="csY5303" fmla="*/ 1018550 h 1796578"/>
                <a:gd name="csX5304" fmla="*/ 1602222 w 2180199"/>
                <a:gd name="csY5304" fmla="*/ 1020003 h 1796578"/>
                <a:gd name="csX5305" fmla="*/ 1606566 w 2180199"/>
                <a:gd name="csY5305" fmla="*/ 1021670 h 1796578"/>
                <a:gd name="csX5306" fmla="*/ 1607593 w 2180199"/>
                <a:gd name="csY5306" fmla="*/ 1023549 h 1796578"/>
                <a:gd name="csX5307" fmla="*/ 1609640 w 2180199"/>
                <a:gd name="csY5307" fmla="*/ 1024302 h 1796578"/>
                <a:gd name="csX5308" fmla="*/ 1612707 w 2180199"/>
                <a:gd name="csY5308" fmla="*/ 1023937 h 1796578"/>
                <a:gd name="csX5309" fmla="*/ 1614852 w 2180199"/>
                <a:gd name="csY5309" fmla="*/ 1023153 h 1796578"/>
                <a:gd name="csX5310" fmla="*/ 1616686 w 2180199"/>
                <a:gd name="csY5310" fmla="*/ 1021403 h 1796578"/>
                <a:gd name="csX5311" fmla="*/ 988804 w 2180199"/>
                <a:gd name="csY5311" fmla="*/ 1019593 h 1796578"/>
                <a:gd name="csX5312" fmla="*/ 989085 w 2180199"/>
                <a:gd name="csY5312" fmla="*/ 1020293 h 1796578"/>
                <a:gd name="csX5313" fmla="*/ 988226 w 2180199"/>
                <a:gd name="csY5313" fmla="*/ 1020977 h 1796578"/>
                <a:gd name="csX5314" fmla="*/ 987617 w 2180199"/>
                <a:gd name="csY5314" fmla="*/ 1021084 h 1796578"/>
                <a:gd name="csX5315" fmla="*/ 986643 w 2180199"/>
                <a:gd name="csY5315" fmla="*/ 1019988 h 1796578"/>
                <a:gd name="csX5316" fmla="*/ 986217 w 2180199"/>
                <a:gd name="csY5316" fmla="*/ 1019851 h 1796578"/>
                <a:gd name="csX5317" fmla="*/ 986559 w 2180199"/>
                <a:gd name="csY5317" fmla="*/ 1021540 h 1796578"/>
                <a:gd name="csX5318" fmla="*/ 986438 w 2180199"/>
                <a:gd name="csY5318" fmla="*/ 1022119 h 1796578"/>
                <a:gd name="csX5319" fmla="*/ 984452 w 2180199"/>
                <a:gd name="csY5319" fmla="*/ 1021084 h 1796578"/>
                <a:gd name="csX5320" fmla="*/ 984087 w 2180199"/>
                <a:gd name="csY5320" fmla="*/ 1020262 h 1796578"/>
                <a:gd name="csX5321" fmla="*/ 984642 w 2180199"/>
                <a:gd name="csY5321" fmla="*/ 1019395 h 1796578"/>
                <a:gd name="csX5322" fmla="*/ 985897 w 2180199"/>
                <a:gd name="csY5322" fmla="*/ 1018497 h 1796578"/>
                <a:gd name="csX5323" fmla="*/ 986331 w 2180199"/>
                <a:gd name="csY5323" fmla="*/ 1018390 h 1796578"/>
                <a:gd name="csX5324" fmla="*/ 988804 w 2180199"/>
                <a:gd name="csY5324" fmla="*/ 1019593 h 1796578"/>
                <a:gd name="csX5325" fmla="*/ 983873 w 2180199"/>
                <a:gd name="csY5325" fmla="*/ 1025124 h 1796578"/>
                <a:gd name="csX5326" fmla="*/ 984437 w 2180199"/>
                <a:gd name="csY5326" fmla="*/ 1026181 h 1796578"/>
                <a:gd name="csX5327" fmla="*/ 982139 w 2180199"/>
                <a:gd name="csY5327" fmla="*/ 1025504 h 1796578"/>
                <a:gd name="csX5328" fmla="*/ 981172 w 2180199"/>
                <a:gd name="csY5328" fmla="*/ 1024896 h 1796578"/>
                <a:gd name="csX5329" fmla="*/ 980883 w 2180199"/>
                <a:gd name="csY5329" fmla="*/ 1024302 h 1796578"/>
                <a:gd name="csX5330" fmla="*/ 980541 w 2180199"/>
                <a:gd name="csY5330" fmla="*/ 1022362 h 1796578"/>
                <a:gd name="csX5331" fmla="*/ 980701 w 2180199"/>
                <a:gd name="csY5331" fmla="*/ 1021731 h 1796578"/>
                <a:gd name="csX5332" fmla="*/ 981728 w 2180199"/>
                <a:gd name="csY5332" fmla="*/ 1021510 h 1796578"/>
                <a:gd name="csX5333" fmla="*/ 983645 w 2180199"/>
                <a:gd name="csY5333" fmla="*/ 1023914 h 1796578"/>
                <a:gd name="csX5334" fmla="*/ 983873 w 2180199"/>
                <a:gd name="csY5334" fmla="*/ 1025124 h 1796578"/>
                <a:gd name="csX5335" fmla="*/ 987975 w 2180199"/>
                <a:gd name="csY5335" fmla="*/ 1027353 h 1796578"/>
                <a:gd name="csX5336" fmla="*/ 987640 w 2180199"/>
                <a:gd name="csY5336" fmla="*/ 1027673 h 1796578"/>
                <a:gd name="csX5337" fmla="*/ 986498 w 2180199"/>
                <a:gd name="csY5337" fmla="*/ 1027254 h 1796578"/>
                <a:gd name="csX5338" fmla="*/ 985829 w 2180199"/>
                <a:gd name="csY5338" fmla="*/ 1026539 h 1796578"/>
                <a:gd name="csX5339" fmla="*/ 985601 w 2180199"/>
                <a:gd name="csY5339" fmla="*/ 1025649 h 1796578"/>
                <a:gd name="csX5340" fmla="*/ 986027 w 2180199"/>
                <a:gd name="csY5340" fmla="*/ 1023937 h 1796578"/>
                <a:gd name="csX5341" fmla="*/ 986597 w 2180199"/>
                <a:gd name="csY5341" fmla="*/ 1023496 h 1796578"/>
                <a:gd name="csX5342" fmla="*/ 986955 w 2180199"/>
                <a:gd name="csY5342" fmla="*/ 1023595 h 1796578"/>
                <a:gd name="csX5343" fmla="*/ 987107 w 2180199"/>
                <a:gd name="csY5343" fmla="*/ 1025101 h 1796578"/>
                <a:gd name="csX5344" fmla="*/ 988119 w 2180199"/>
                <a:gd name="csY5344" fmla="*/ 1026691 h 1796578"/>
                <a:gd name="csX5345" fmla="*/ 987975 w 2180199"/>
                <a:gd name="csY5345" fmla="*/ 1027353 h 1796578"/>
                <a:gd name="csX5346" fmla="*/ 993278 w 2180199"/>
                <a:gd name="csY5346" fmla="*/ 1036149 h 1796578"/>
                <a:gd name="csX5347" fmla="*/ 994320 w 2180199"/>
                <a:gd name="csY5347" fmla="*/ 1040326 h 1796578"/>
                <a:gd name="csX5348" fmla="*/ 994769 w 2180199"/>
                <a:gd name="csY5348" fmla="*/ 1038583 h 1796578"/>
                <a:gd name="csX5349" fmla="*/ 997676 w 2180199"/>
                <a:gd name="csY5349" fmla="*/ 1041596 h 1796578"/>
                <a:gd name="csX5350" fmla="*/ 997676 w 2180199"/>
                <a:gd name="csY5350" fmla="*/ 1043080 h 1796578"/>
                <a:gd name="csX5351" fmla="*/ 997325 w 2180199"/>
                <a:gd name="csY5351" fmla="*/ 1043575 h 1796578"/>
                <a:gd name="csX5352" fmla="*/ 996717 w 2180199"/>
                <a:gd name="csY5352" fmla="*/ 1043750 h 1796578"/>
                <a:gd name="csX5353" fmla="*/ 996161 w 2180199"/>
                <a:gd name="csY5353" fmla="*/ 1043316 h 1796578"/>
                <a:gd name="csX5354" fmla="*/ 995652 w 2180199"/>
                <a:gd name="csY5354" fmla="*/ 1042274 h 1796578"/>
                <a:gd name="csX5355" fmla="*/ 994997 w 2180199"/>
                <a:gd name="csY5355" fmla="*/ 1041726 h 1796578"/>
                <a:gd name="csX5356" fmla="*/ 993605 w 2180199"/>
                <a:gd name="csY5356" fmla="*/ 1041376 h 1796578"/>
                <a:gd name="csX5357" fmla="*/ 992882 w 2180199"/>
                <a:gd name="csY5357" fmla="*/ 1040189 h 1796578"/>
                <a:gd name="csX5358" fmla="*/ 992631 w 2180199"/>
                <a:gd name="csY5358" fmla="*/ 1039382 h 1796578"/>
                <a:gd name="csX5359" fmla="*/ 992562 w 2180199"/>
                <a:gd name="csY5359" fmla="*/ 1037039 h 1796578"/>
                <a:gd name="csX5360" fmla="*/ 992213 w 2180199"/>
                <a:gd name="csY5360" fmla="*/ 1036309 h 1796578"/>
                <a:gd name="csX5361" fmla="*/ 991475 w 2180199"/>
                <a:gd name="csY5361" fmla="*/ 1036149 h 1796578"/>
                <a:gd name="csX5362" fmla="*/ 990767 w 2180199"/>
                <a:gd name="csY5362" fmla="*/ 1035593 h 1796578"/>
                <a:gd name="csX5363" fmla="*/ 989671 w 2180199"/>
                <a:gd name="csY5363" fmla="*/ 1033950 h 1796578"/>
                <a:gd name="csX5364" fmla="*/ 989519 w 2180199"/>
                <a:gd name="csY5364" fmla="*/ 1033509 h 1796578"/>
                <a:gd name="csX5365" fmla="*/ 990036 w 2180199"/>
                <a:gd name="csY5365" fmla="*/ 1032170 h 1796578"/>
                <a:gd name="csX5366" fmla="*/ 991223 w 2180199"/>
                <a:gd name="csY5366" fmla="*/ 1029925 h 1796578"/>
                <a:gd name="csX5367" fmla="*/ 992083 w 2180199"/>
                <a:gd name="csY5367" fmla="*/ 1028860 h 1796578"/>
                <a:gd name="csX5368" fmla="*/ 992616 w 2180199"/>
                <a:gd name="csY5368" fmla="*/ 1028974 h 1796578"/>
                <a:gd name="csX5369" fmla="*/ 993278 w 2180199"/>
                <a:gd name="csY5369" fmla="*/ 1029651 h 1796578"/>
                <a:gd name="csX5370" fmla="*/ 994069 w 2180199"/>
                <a:gd name="csY5370" fmla="*/ 1030884 h 1796578"/>
                <a:gd name="csX5371" fmla="*/ 993917 w 2180199"/>
                <a:gd name="csY5371" fmla="*/ 1031751 h 1796578"/>
                <a:gd name="csX5372" fmla="*/ 990721 w 2180199"/>
                <a:gd name="csY5372" fmla="*/ 1033448 h 1796578"/>
                <a:gd name="csX5373" fmla="*/ 990615 w 2180199"/>
                <a:gd name="csY5373" fmla="*/ 1033843 h 1796578"/>
                <a:gd name="csX5374" fmla="*/ 992167 w 2180199"/>
                <a:gd name="csY5374" fmla="*/ 1034323 h 1796578"/>
                <a:gd name="csX5375" fmla="*/ 992738 w 2180199"/>
                <a:gd name="csY5375" fmla="*/ 1034749 h 1796578"/>
                <a:gd name="csX5376" fmla="*/ 993278 w 2180199"/>
                <a:gd name="csY5376" fmla="*/ 1036149 h 1796578"/>
                <a:gd name="csX5377" fmla="*/ 1711123 w 2180199"/>
                <a:gd name="csY5377" fmla="*/ 1043491 h 1796578"/>
                <a:gd name="csX5378" fmla="*/ 1711017 w 2180199"/>
                <a:gd name="csY5378" fmla="*/ 1044016 h 1796578"/>
                <a:gd name="csX5379" fmla="*/ 1711793 w 2180199"/>
                <a:gd name="csY5379" fmla="*/ 1044176 h 1796578"/>
                <a:gd name="csX5380" fmla="*/ 1711648 w 2180199"/>
                <a:gd name="csY5380" fmla="*/ 1044442 h 1796578"/>
                <a:gd name="csX5381" fmla="*/ 1710804 w 2180199"/>
                <a:gd name="csY5381" fmla="*/ 1044921 h 1796578"/>
                <a:gd name="csX5382" fmla="*/ 1708415 w 2180199"/>
                <a:gd name="csY5382" fmla="*/ 1045895 h 1796578"/>
                <a:gd name="csX5383" fmla="*/ 1706817 w 2180199"/>
                <a:gd name="csY5383" fmla="*/ 1046207 h 1796578"/>
                <a:gd name="csX5384" fmla="*/ 1705995 w 2180199"/>
                <a:gd name="csY5384" fmla="*/ 1045857 h 1796578"/>
                <a:gd name="csX5385" fmla="*/ 1705911 w 2180199"/>
                <a:gd name="csY5385" fmla="*/ 1045211 h 1796578"/>
                <a:gd name="csX5386" fmla="*/ 1706558 w 2180199"/>
                <a:gd name="csY5386" fmla="*/ 1044259 h 1796578"/>
                <a:gd name="csX5387" fmla="*/ 1706558 w 2180199"/>
                <a:gd name="csY5387" fmla="*/ 1043788 h 1796578"/>
                <a:gd name="csX5388" fmla="*/ 1705896 w 2180199"/>
                <a:gd name="csY5388" fmla="*/ 1043788 h 1796578"/>
                <a:gd name="csX5389" fmla="*/ 1706056 w 2180199"/>
                <a:gd name="csY5389" fmla="*/ 1043407 h 1796578"/>
                <a:gd name="csX5390" fmla="*/ 1707038 w 2180199"/>
                <a:gd name="csY5390" fmla="*/ 1042654 h 1796578"/>
                <a:gd name="csX5391" fmla="*/ 1715392 w 2180199"/>
                <a:gd name="csY5391" fmla="*/ 1037853 h 1796578"/>
                <a:gd name="csX5392" fmla="*/ 1718960 w 2180199"/>
                <a:gd name="csY5392" fmla="*/ 1036103 h 1796578"/>
                <a:gd name="csX5393" fmla="*/ 1720862 w 2180199"/>
                <a:gd name="csY5393" fmla="*/ 1035548 h 1796578"/>
                <a:gd name="csX5394" fmla="*/ 1721167 w 2180199"/>
                <a:gd name="csY5394" fmla="*/ 1035822 h 1796578"/>
                <a:gd name="csX5395" fmla="*/ 1719105 w 2180199"/>
                <a:gd name="csY5395" fmla="*/ 1037632 h 1796578"/>
                <a:gd name="csX5396" fmla="*/ 1718778 w 2180199"/>
                <a:gd name="csY5396" fmla="*/ 1038371 h 1796578"/>
                <a:gd name="csX5397" fmla="*/ 1718854 w 2180199"/>
                <a:gd name="csY5397" fmla="*/ 1038865 h 1796578"/>
                <a:gd name="csX5398" fmla="*/ 1718177 w 2180199"/>
                <a:gd name="csY5398" fmla="*/ 1039816 h 1796578"/>
                <a:gd name="csX5399" fmla="*/ 1712067 w 2180199"/>
                <a:gd name="csY5399" fmla="*/ 1043179 h 1796578"/>
                <a:gd name="csX5400" fmla="*/ 1711123 w 2180199"/>
                <a:gd name="csY5400" fmla="*/ 1043491 h 1796578"/>
                <a:gd name="csX5401" fmla="*/ 994891 w 2180199"/>
                <a:gd name="csY5401" fmla="*/ 1053983 h 1796578"/>
                <a:gd name="csX5402" fmla="*/ 994777 w 2180199"/>
                <a:gd name="csY5402" fmla="*/ 1054592 h 1796578"/>
                <a:gd name="csX5403" fmla="*/ 993597 w 2180199"/>
                <a:gd name="csY5403" fmla="*/ 1053869 h 1796578"/>
                <a:gd name="csX5404" fmla="*/ 993209 w 2180199"/>
                <a:gd name="csY5404" fmla="*/ 1053199 h 1796578"/>
                <a:gd name="csX5405" fmla="*/ 993255 w 2180199"/>
                <a:gd name="csY5405" fmla="*/ 1051701 h 1796578"/>
                <a:gd name="csX5406" fmla="*/ 993552 w 2180199"/>
                <a:gd name="csY5406" fmla="*/ 1050727 h 1796578"/>
                <a:gd name="csX5407" fmla="*/ 993772 w 2180199"/>
                <a:gd name="csY5407" fmla="*/ 1050529 h 1796578"/>
                <a:gd name="csX5408" fmla="*/ 994465 w 2180199"/>
                <a:gd name="csY5408" fmla="*/ 1050955 h 1796578"/>
                <a:gd name="csX5409" fmla="*/ 994662 w 2180199"/>
                <a:gd name="csY5409" fmla="*/ 1051206 h 1796578"/>
                <a:gd name="csX5410" fmla="*/ 994891 w 2180199"/>
                <a:gd name="csY5410" fmla="*/ 1053983 h 1796578"/>
                <a:gd name="csX5411" fmla="*/ 997090 w 2180199"/>
                <a:gd name="csY5411" fmla="*/ 1060268 h 1796578"/>
                <a:gd name="csX5412" fmla="*/ 996991 w 2180199"/>
                <a:gd name="csY5412" fmla="*/ 1060983 h 1796578"/>
                <a:gd name="csX5413" fmla="*/ 996177 w 2180199"/>
                <a:gd name="csY5413" fmla="*/ 1061539 h 1796578"/>
                <a:gd name="csX5414" fmla="*/ 995750 w 2180199"/>
                <a:gd name="csY5414" fmla="*/ 1061394 h 1796578"/>
                <a:gd name="csX5415" fmla="*/ 995720 w 2180199"/>
                <a:gd name="csY5415" fmla="*/ 1060549 h 1796578"/>
                <a:gd name="csX5416" fmla="*/ 995499 w 2180199"/>
                <a:gd name="csY5416" fmla="*/ 1060420 h 1796578"/>
                <a:gd name="csX5417" fmla="*/ 994617 w 2180199"/>
                <a:gd name="csY5417" fmla="*/ 1061432 h 1796578"/>
                <a:gd name="csX5418" fmla="*/ 994685 w 2180199"/>
                <a:gd name="csY5418" fmla="*/ 1059431 h 1796578"/>
                <a:gd name="csX5419" fmla="*/ 995119 w 2180199"/>
                <a:gd name="csY5419" fmla="*/ 1057323 h 1796578"/>
                <a:gd name="csX5420" fmla="*/ 995499 w 2180199"/>
                <a:gd name="csY5420" fmla="*/ 1057285 h 1796578"/>
                <a:gd name="csX5421" fmla="*/ 996062 w 2180199"/>
                <a:gd name="csY5421" fmla="*/ 1058670 h 1796578"/>
                <a:gd name="csX5422" fmla="*/ 997090 w 2180199"/>
                <a:gd name="csY5422" fmla="*/ 1060268 h 1796578"/>
                <a:gd name="csX5423" fmla="*/ 1726782 w 2180199"/>
                <a:gd name="csY5423" fmla="*/ 1066066 h 1796578"/>
                <a:gd name="csX5424" fmla="*/ 1726386 w 2180199"/>
                <a:gd name="csY5424" fmla="*/ 1067078 h 1796578"/>
                <a:gd name="csX5425" fmla="*/ 1726462 w 2180199"/>
                <a:gd name="csY5425" fmla="*/ 1067686 h 1796578"/>
                <a:gd name="csX5426" fmla="*/ 1723868 w 2180199"/>
                <a:gd name="csY5426" fmla="*/ 1070364 h 1796578"/>
                <a:gd name="csX5427" fmla="*/ 1722924 w 2180199"/>
                <a:gd name="csY5427" fmla="*/ 1072054 h 1796578"/>
                <a:gd name="csX5428" fmla="*/ 1722141 w 2180199"/>
                <a:gd name="csY5428" fmla="*/ 1072320 h 1796578"/>
                <a:gd name="csX5429" fmla="*/ 1721509 w 2180199"/>
                <a:gd name="csY5429" fmla="*/ 1071171 h 1796578"/>
                <a:gd name="csX5430" fmla="*/ 1721509 w 2180199"/>
                <a:gd name="csY5430" fmla="*/ 1070243 h 1796578"/>
                <a:gd name="csX5431" fmla="*/ 1722148 w 2180199"/>
                <a:gd name="csY5431" fmla="*/ 1069543 h 1796578"/>
                <a:gd name="csX5432" fmla="*/ 1722780 w 2180199"/>
                <a:gd name="csY5432" fmla="*/ 1068546 h 1796578"/>
                <a:gd name="csX5433" fmla="*/ 1722856 w 2180199"/>
                <a:gd name="csY5433" fmla="*/ 1067169 h 1796578"/>
                <a:gd name="csX5434" fmla="*/ 1722612 w 2180199"/>
                <a:gd name="csY5434" fmla="*/ 1066667 h 1796578"/>
                <a:gd name="csX5435" fmla="*/ 1721821 w 2180199"/>
                <a:gd name="csY5435" fmla="*/ 1067907 h 1796578"/>
                <a:gd name="csX5436" fmla="*/ 1722262 w 2180199"/>
                <a:gd name="csY5436" fmla="*/ 1068173 h 1796578"/>
                <a:gd name="csX5437" fmla="*/ 1722392 w 2180199"/>
                <a:gd name="csY5437" fmla="*/ 1068386 h 1796578"/>
                <a:gd name="csX5438" fmla="*/ 1722239 w 2180199"/>
                <a:gd name="csY5438" fmla="*/ 1068835 h 1796578"/>
                <a:gd name="csX5439" fmla="*/ 1719257 w 2180199"/>
                <a:gd name="csY5439" fmla="*/ 1068173 h 1796578"/>
                <a:gd name="csX5440" fmla="*/ 1718367 w 2180199"/>
                <a:gd name="csY5440" fmla="*/ 1067207 h 1796578"/>
                <a:gd name="csX5441" fmla="*/ 1718519 w 2180199"/>
                <a:gd name="csY5441" fmla="*/ 1065860 h 1796578"/>
                <a:gd name="csX5442" fmla="*/ 1719516 w 2180199"/>
                <a:gd name="csY5442" fmla="*/ 1064133 h 1796578"/>
                <a:gd name="csX5443" fmla="*/ 1723099 w 2180199"/>
                <a:gd name="csY5443" fmla="*/ 1060473 h 1796578"/>
                <a:gd name="csX5444" fmla="*/ 1724682 w 2180199"/>
                <a:gd name="csY5444" fmla="*/ 1059454 h 1796578"/>
                <a:gd name="csX5445" fmla="*/ 1729171 w 2180199"/>
                <a:gd name="csY5445" fmla="*/ 1057841 h 1796578"/>
                <a:gd name="csX5446" fmla="*/ 1731644 w 2180199"/>
                <a:gd name="csY5446" fmla="*/ 1057468 h 1796578"/>
                <a:gd name="csX5447" fmla="*/ 1734132 w 2180199"/>
                <a:gd name="csY5447" fmla="*/ 1057468 h 1796578"/>
                <a:gd name="csX5448" fmla="*/ 1735935 w 2180199"/>
                <a:gd name="csY5448" fmla="*/ 1058001 h 1796578"/>
                <a:gd name="csX5449" fmla="*/ 1737053 w 2180199"/>
                <a:gd name="csY5449" fmla="*/ 1059058 h 1796578"/>
                <a:gd name="csX5450" fmla="*/ 1735996 w 2180199"/>
                <a:gd name="csY5450" fmla="*/ 1059758 h 1796578"/>
                <a:gd name="csX5451" fmla="*/ 1731081 w 2180199"/>
                <a:gd name="csY5451" fmla="*/ 1060359 h 1796578"/>
                <a:gd name="csX5452" fmla="*/ 1730944 w 2180199"/>
                <a:gd name="csY5452" fmla="*/ 1060549 h 1796578"/>
                <a:gd name="csX5453" fmla="*/ 1731887 w 2180199"/>
                <a:gd name="csY5453" fmla="*/ 1061128 h 1796578"/>
                <a:gd name="csX5454" fmla="*/ 1732062 w 2180199"/>
                <a:gd name="csY5454" fmla="*/ 1061539 h 1796578"/>
                <a:gd name="csX5455" fmla="*/ 1731195 w 2180199"/>
                <a:gd name="csY5455" fmla="*/ 1062611 h 1796578"/>
                <a:gd name="csX5456" fmla="*/ 1726782 w 2180199"/>
                <a:gd name="csY5456" fmla="*/ 1066066 h 1796578"/>
                <a:gd name="csX5457" fmla="*/ 987290 w 2180199"/>
                <a:gd name="csY5457" fmla="*/ 1066248 h 1796578"/>
                <a:gd name="csX5458" fmla="*/ 987084 w 2180199"/>
                <a:gd name="csY5458" fmla="*/ 1066865 h 1796578"/>
                <a:gd name="csX5459" fmla="*/ 986780 w 2180199"/>
                <a:gd name="csY5459" fmla="*/ 1066834 h 1796578"/>
                <a:gd name="csX5460" fmla="*/ 986110 w 2180199"/>
                <a:gd name="csY5460" fmla="*/ 1065579 h 1796578"/>
                <a:gd name="csX5461" fmla="*/ 986027 w 2180199"/>
                <a:gd name="csY5461" fmla="*/ 1064696 h 1796578"/>
                <a:gd name="csX5462" fmla="*/ 986597 w 2180199"/>
                <a:gd name="csY5462" fmla="*/ 1064057 h 1796578"/>
                <a:gd name="csX5463" fmla="*/ 987366 w 2180199"/>
                <a:gd name="csY5463" fmla="*/ 1065891 h 1796578"/>
                <a:gd name="csX5464" fmla="*/ 987290 w 2180199"/>
                <a:gd name="csY5464" fmla="*/ 1066248 h 1796578"/>
                <a:gd name="csX5465" fmla="*/ 1679700 w 2180199"/>
                <a:gd name="csY5465" fmla="*/ 1071841 h 1796578"/>
                <a:gd name="csX5466" fmla="*/ 1679000 w 2180199"/>
                <a:gd name="csY5466" fmla="*/ 1072327 h 1796578"/>
                <a:gd name="csX5467" fmla="*/ 1678734 w 2180199"/>
                <a:gd name="csY5467" fmla="*/ 1072099 h 1796578"/>
                <a:gd name="csX5468" fmla="*/ 1678901 w 2180199"/>
                <a:gd name="csY5468" fmla="*/ 1071140 h 1796578"/>
                <a:gd name="csX5469" fmla="*/ 1679251 w 2180199"/>
                <a:gd name="csY5469" fmla="*/ 1070585 h 1796578"/>
                <a:gd name="csX5470" fmla="*/ 1679791 w 2180199"/>
                <a:gd name="csY5470" fmla="*/ 1070425 h 1796578"/>
                <a:gd name="csX5471" fmla="*/ 1680058 w 2180199"/>
                <a:gd name="csY5471" fmla="*/ 1070661 h 1796578"/>
                <a:gd name="csX5472" fmla="*/ 1680050 w 2180199"/>
                <a:gd name="csY5472" fmla="*/ 1071285 h 1796578"/>
                <a:gd name="csX5473" fmla="*/ 1679700 w 2180199"/>
                <a:gd name="csY5473" fmla="*/ 1071841 h 1796578"/>
                <a:gd name="csX5474" fmla="*/ 1673697 w 2180199"/>
                <a:gd name="csY5474" fmla="*/ 1074914 h 1796578"/>
                <a:gd name="csX5475" fmla="*/ 1673377 w 2180199"/>
                <a:gd name="csY5475" fmla="*/ 1075135 h 1796578"/>
                <a:gd name="csX5476" fmla="*/ 1672563 w 2180199"/>
                <a:gd name="csY5476" fmla="*/ 1074610 h 1796578"/>
                <a:gd name="csX5477" fmla="*/ 1672449 w 2180199"/>
                <a:gd name="csY5477" fmla="*/ 1074176 h 1796578"/>
                <a:gd name="csX5478" fmla="*/ 1672670 w 2180199"/>
                <a:gd name="csY5478" fmla="*/ 1073743 h 1796578"/>
                <a:gd name="csX5479" fmla="*/ 1673050 w 2180199"/>
                <a:gd name="csY5479" fmla="*/ 1073842 h 1796578"/>
                <a:gd name="csX5480" fmla="*/ 1673583 w 2180199"/>
                <a:gd name="csY5480" fmla="*/ 1074473 h 1796578"/>
                <a:gd name="csX5481" fmla="*/ 1673697 w 2180199"/>
                <a:gd name="csY5481" fmla="*/ 1074914 h 1796578"/>
                <a:gd name="csX5482" fmla="*/ 1677143 w 2180199"/>
                <a:gd name="csY5482" fmla="*/ 1075166 h 1796578"/>
                <a:gd name="csX5483" fmla="*/ 1676428 w 2180199"/>
                <a:gd name="csY5483" fmla="*/ 1075340 h 1796578"/>
                <a:gd name="csX5484" fmla="*/ 1674899 w 2180199"/>
                <a:gd name="csY5484" fmla="*/ 1075067 h 1796578"/>
                <a:gd name="csX5485" fmla="*/ 1674922 w 2180199"/>
                <a:gd name="csY5485" fmla="*/ 1074610 h 1796578"/>
                <a:gd name="csX5486" fmla="*/ 1676512 w 2180199"/>
                <a:gd name="csY5486" fmla="*/ 1073979 h 1796578"/>
                <a:gd name="csX5487" fmla="*/ 1677219 w 2180199"/>
                <a:gd name="csY5487" fmla="*/ 1073804 h 1796578"/>
                <a:gd name="csX5488" fmla="*/ 1677387 w 2180199"/>
                <a:gd name="csY5488" fmla="*/ 1074070 h 1796578"/>
                <a:gd name="csX5489" fmla="*/ 1677143 w 2180199"/>
                <a:gd name="csY5489" fmla="*/ 1075166 h 1796578"/>
                <a:gd name="csX5490" fmla="*/ 1673643 w 2180199"/>
                <a:gd name="csY5490" fmla="*/ 1079396 h 1796578"/>
                <a:gd name="csX5491" fmla="*/ 1672419 w 2180199"/>
                <a:gd name="csY5491" fmla="*/ 1079822 h 1796578"/>
                <a:gd name="csX5492" fmla="*/ 1671909 w 2180199"/>
                <a:gd name="csY5492" fmla="*/ 1079746 h 1796578"/>
                <a:gd name="csX5493" fmla="*/ 1672114 w 2180199"/>
                <a:gd name="csY5493" fmla="*/ 1079160 h 1796578"/>
                <a:gd name="csX5494" fmla="*/ 1672746 w 2180199"/>
                <a:gd name="csY5494" fmla="*/ 1078460 h 1796578"/>
                <a:gd name="csX5495" fmla="*/ 1675591 w 2180199"/>
                <a:gd name="csY5495" fmla="*/ 1076710 h 1796578"/>
                <a:gd name="csX5496" fmla="*/ 1676086 w 2180199"/>
                <a:gd name="csY5496" fmla="*/ 1076741 h 1796578"/>
                <a:gd name="csX5497" fmla="*/ 1676238 w 2180199"/>
                <a:gd name="csY5497" fmla="*/ 1077159 h 1796578"/>
                <a:gd name="csX5498" fmla="*/ 1674861 w 2180199"/>
                <a:gd name="csY5498" fmla="*/ 1078019 h 1796578"/>
                <a:gd name="csX5499" fmla="*/ 1674344 w 2180199"/>
                <a:gd name="csY5499" fmla="*/ 1078475 h 1796578"/>
                <a:gd name="csX5500" fmla="*/ 1674283 w 2180199"/>
                <a:gd name="csY5500" fmla="*/ 1078955 h 1796578"/>
                <a:gd name="csX5501" fmla="*/ 1673643 w 2180199"/>
                <a:gd name="csY5501" fmla="*/ 1079396 h 1796578"/>
                <a:gd name="csX5502" fmla="*/ 1814098 w 2180199"/>
                <a:gd name="csY5502" fmla="*/ 1092437 h 1796578"/>
                <a:gd name="csX5503" fmla="*/ 1814098 w 2180199"/>
                <a:gd name="csY5503" fmla="*/ 1093099 h 1796578"/>
                <a:gd name="csX5504" fmla="*/ 1813443 w 2180199"/>
                <a:gd name="csY5504" fmla="*/ 1092947 h 1796578"/>
                <a:gd name="csX5505" fmla="*/ 1812895 w 2180199"/>
                <a:gd name="csY5505" fmla="*/ 1092498 h 1796578"/>
                <a:gd name="csX5506" fmla="*/ 1812454 w 2180199"/>
                <a:gd name="csY5506" fmla="*/ 1091752 h 1796578"/>
                <a:gd name="csX5507" fmla="*/ 1811906 w 2180199"/>
                <a:gd name="csY5507" fmla="*/ 1089888 h 1796578"/>
                <a:gd name="csX5508" fmla="*/ 1811070 w 2180199"/>
                <a:gd name="csY5508" fmla="*/ 1088564 h 1796578"/>
                <a:gd name="csX5509" fmla="*/ 1812325 w 2180199"/>
                <a:gd name="csY5509" fmla="*/ 1087065 h 1796578"/>
                <a:gd name="csX5510" fmla="*/ 1813078 w 2180199"/>
                <a:gd name="csY5510" fmla="*/ 1086890 h 1796578"/>
                <a:gd name="csX5511" fmla="*/ 1813885 w 2180199"/>
                <a:gd name="csY5511" fmla="*/ 1087225 h 1796578"/>
                <a:gd name="csX5512" fmla="*/ 1813999 w 2180199"/>
                <a:gd name="csY5512" fmla="*/ 1088100 h 1796578"/>
                <a:gd name="csX5513" fmla="*/ 1813405 w 2180199"/>
                <a:gd name="csY5513" fmla="*/ 1089515 h 1796578"/>
                <a:gd name="csX5514" fmla="*/ 1813436 w 2180199"/>
                <a:gd name="csY5514" fmla="*/ 1090961 h 1796578"/>
                <a:gd name="csX5515" fmla="*/ 1814098 w 2180199"/>
                <a:gd name="csY5515" fmla="*/ 1092437 h 1796578"/>
                <a:gd name="csX5516" fmla="*/ 1814356 w 2180199"/>
                <a:gd name="csY5516" fmla="*/ 1096021 h 1796578"/>
                <a:gd name="csX5517" fmla="*/ 1814052 w 2180199"/>
                <a:gd name="csY5517" fmla="*/ 1096188 h 1796578"/>
                <a:gd name="csX5518" fmla="*/ 1812979 w 2180199"/>
                <a:gd name="csY5518" fmla="*/ 1094986 h 1796578"/>
                <a:gd name="csX5519" fmla="*/ 1812751 w 2180199"/>
                <a:gd name="csY5519" fmla="*/ 1094248 h 1796578"/>
                <a:gd name="csX5520" fmla="*/ 1812911 w 2180199"/>
                <a:gd name="csY5520" fmla="*/ 1093632 h 1796578"/>
                <a:gd name="csX5521" fmla="*/ 1813322 w 2180199"/>
                <a:gd name="csY5521" fmla="*/ 1093601 h 1796578"/>
                <a:gd name="csX5522" fmla="*/ 1813991 w 2180199"/>
                <a:gd name="csY5522" fmla="*/ 1094164 h 1796578"/>
                <a:gd name="csX5523" fmla="*/ 1814372 w 2180199"/>
                <a:gd name="csY5523" fmla="*/ 1094818 h 1796578"/>
                <a:gd name="csX5524" fmla="*/ 1814455 w 2180199"/>
                <a:gd name="csY5524" fmla="*/ 1095564 h 1796578"/>
                <a:gd name="csX5525" fmla="*/ 1814356 w 2180199"/>
                <a:gd name="csY5525" fmla="*/ 1096021 h 1796578"/>
                <a:gd name="csX5526" fmla="*/ 1827534 w 2180199"/>
                <a:gd name="csY5526" fmla="*/ 1103173 h 1796578"/>
                <a:gd name="csX5527" fmla="*/ 1827740 w 2180199"/>
                <a:gd name="csY5527" fmla="*/ 1103857 h 1796578"/>
                <a:gd name="csX5528" fmla="*/ 1827223 w 2180199"/>
                <a:gd name="csY5528" fmla="*/ 1104862 h 1796578"/>
                <a:gd name="csX5529" fmla="*/ 1825724 w 2180199"/>
                <a:gd name="csY5529" fmla="*/ 1105372 h 1796578"/>
                <a:gd name="csX5530" fmla="*/ 1822680 w 2180199"/>
                <a:gd name="csY5530" fmla="*/ 1105318 h 1796578"/>
                <a:gd name="csX5531" fmla="*/ 1820710 w 2180199"/>
                <a:gd name="csY5531" fmla="*/ 1104930 h 1796578"/>
                <a:gd name="csX5532" fmla="*/ 1819804 w 2180199"/>
                <a:gd name="csY5532" fmla="*/ 1104215 h 1796578"/>
                <a:gd name="csX5533" fmla="*/ 1819606 w 2180199"/>
                <a:gd name="csY5533" fmla="*/ 1103842 h 1796578"/>
                <a:gd name="csX5534" fmla="*/ 1819690 w 2180199"/>
                <a:gd name="csY5534" fmla="*/ 1103043 h 1796578"/>
                <a:gd name="csX5535" fmla="*/ 1820131 w 2180199"/>
                <a:gd name="csY5535" fmla="*/ 1102990 h 1796578"/>
                <a:gd name="csX5536" fmla="*/ 1820778 w 2180199"/>
                <a:gd name="csY5536" fmla="*/ 1103424 h 1796578"/>
                <a:gd name="csX5537" fmla="*/ 1821744 w 2180199"/>
                <a:gd name="csY5537" fmla="*/ 1103241 h 1796578"/>
                <a:gd name="csX5538" fmla="*/ 1823030 w 2180199"/>
                <a:gd name="csY5538" fmla="*/ 1102435 h 1796578"/>
                <a:gd name="csX5539" fmla="*/ 1823707 w 2180199"/>
                <a:gd name="csY5539" fmla="*/ 1101826 h 1796578"/>
                <a:gd name="csX5540" fmla="*/ 1823768 w 2180199"/>
                <a:gd name="csY5540" fmla="*/ 1101423 h 1796578"/>
                <a:gd name="csX5541" fmla="*/ 1823357 w 2180199"/>
                <a:gd name="csY5541" fmla="*/ 1100647 h 1796578"/>
                <a:gd name="csX5542" fmla="*/ 1823684 w 2180199"/>
                <a:gd name="csY5542" fmla="*/ 1100319 h 1796578"/>
                <a:gd name="csX5543" fmla="*/ 1825297 w 2180199"/>
                <a:gd name="csY5543" fmla="*/ 1100624 h 1796578"/>
                <a:gd name="csX5544" fmla="*/ 1825899 w 2180199"/>
                <a:gd name="csY5544" fmla="*/ 1101126 h 1796578"/>
                <a:gd name="csX5545" fmla="*/ 1826987 w 2180199"/>
                <a:gd name="csY5545" fmla="*/ 1102861 h 1796578"/>
                <a:gd name="csX5546" fmla="*/ 1827534 w 2180199"/>
                <a:gd name="csY5546" fmla="*/ 1103173 h 1796578"/>
                <a:gd name="csX5547" fmla="*/ 1805036 w 2180199"/>
                <a:gd name="csY5547" fmla="*/ 1109062 h 1796578"/>
                <a:gd name="csX5548" fmla="*/ 1807767 w 2180199"/>
                <a:gd name="csY5548" fmla="*/ 1109488 h 1796578"/>
                <a:gd name="csX5549" fmla="*/ 1808034 w 2180199"/>
                <a:gd name="csY5549" fmla="*/ 1109252 h 1796578"/>
                <a:gd name="csX5550" fmla="*/ 1808810 w 2180199"/>
                <a:gd name="csY5550" fmla="*/ 1110058 h 1796578"/>
                <a:gd name="csX5551" fmla="*/ 1808931 w 2180199"/>
                <a:gd name="csY5551" fmla="*/ 1110743 h 1796578"/>
                <a:gd name="csX5552" fmla="*/ 1808604 w 2180199"/>
                <a:gd name="csY5552" fmla="*/ 1111314 h 1796578"/>
                <a:gd name="csX5553" fmla="*/ 1808125 w 2180199"/>
                <a:gd name="csY5553" fmla="*/ 1111633 h 1796578"/>
                <a:gd name="csX5554" fmla="*/ 1807509 w 2180199"/>
                <a:gd name="csY5554" fmla="*/ 1111687 h 1796578"/>
                <a:gd name="csX5555" fmla="*/ 1806520 w 2180199"/>
                <a:gd name="csY5555" fmla="*/ 1111108 h 1796578"/>
                <a:gd name="csX5556" fmla="*/ 1804907 w 2180199"/>
                <a:gd name="csY5556" fmla="*/ 1109571 h 1796578"/>
                <a:gd name="csX5557" fmla="*/ 1805036 w 2180199"/>
                <a:gd name="csY5557" fmla="*/ 1109062 h 1796578"/>
                <a:gd name="csX5558" fmla="*/ 1783800 w 2180199"/>
                <a:gd name="csY5558" fmla="*/ 1115711 h 1796578"/>
                <a:gd name="csX5559" fmla="*/ 1783070 w 2180199"/>
                <a:gd name="csY5559" fmla="*/ 1115864 h 1796578"/>
                <a:gd name="csX5560" fmla="*/ 1782515 w 2180199"/>
                <a:gd name="csY5560" fmla="*/ 1115506 h 1796578"/>
                <a:gd name="csX5561" fmla="*/ 1782606 w 2180199"/>
                <a:gd name="csY5561" fmla="*/ 1114076 h 1796578"/>
                <a:gd name="csX5562" fmla="*/ 1783351 w 2180199"/>
                <a:gd name="csY5562" fmla="*/ 1111580 h 1796578"/>
                <a:gd name="csX5563" fmla="*/ 1784082 w 2180199"/>
                <a:gd name="csY5563" fmla="*/ 1110439 h 1796578"/>
                <a:gd name="csX5564" fmla="*/ 1785071 w 2180199"/>
                <a:gd name="csY5564" fmla="*/ 1110903 h 1796578"/>
                <a:gd name="csX5565" fmla="*/ 1784873 w 2180199"/>
                <a:gd name="csY5565" fmla="*/ 1111207 h 1796578"/>
                <a:gd name="csX5566" fmla="*/ 1785071 w 2180199"/>
                <a:gd name="csY5566" fmla="*/ 1113870 h 1796578"/>
                <a:gd name="csX5567" fmla="*/ 1784713 w 2180199"/>
                <a:gd name="csY5567" fmla="*/ 1115034 h 1796578"/>
                <a:gd name="csX5568" fmla="*/ 1783800 w 2180199"/>
                <a:gd name="csY5568" fmla="*/ 1115711 h 1796578"/>
                <a:gd name="csX5569" fmla="*/ 1755824 w 2180199"/>
                <a:gd name="csY5569" fmla="*/ 1123305 h 1796578"/>
                <a:gd name="csX5570" fmla="*/ 1755185 w 2180199"/>
                <a:gd name="csY5570" fmla="*/ 1123609 h 1796578"/>
                <a:gd name="csX5571" fmla="*/ 1754013 w 2180199"/>
                <a:gd name="csY5571" fmla="*/ 1123503 h 1796578"/>
                <a:gd name="csX5572" fmla="*/ 1753587 w 2180199"/>
                <a:gd name="csY5572" fmla="*/ 1122818 h 1796578"/>
                <a:gd name="csX5573" fmla="*/ 1754203 w 2180199"/>
                <a:gd name="csY5573" fmla="*/ 1121076 h 1796578"/>
                <a:gd name="csX5574" fmla="*/ 1754454 w 2180199"/>
                <a:gd name="csY5574" fmla="*/ 1121395 h 1796578"/>
                <a:gd name="csX5575" fmla="*/ 1755474 w 2180199"/>
                <a:gd name="csY5575" fmla="*/ 1121418 h 1796578"/>
                <a:gd name="csX5576" fmla="*/ 1755824 w 2180199"/>
                <a:gd name="csY5576" fmla="*/ 1121585 h 1796578"/>
                <a:gd name="csX5577" fmla="*/ 1755938 w 2180199"/>
                <a:gd name="csY5577" fmla="*/ 1122019 h 1796578"/>
                <a:gd name="csX5578" fmla="*/ 1755824 w 2180199"/>
                <a:gd name="csY5578" fmla="*/ 1123305 h 1796578"/>
                <a:gd name="csX5579" fmla="*/ 1753047 w 2180199"/>
                <a:gd name="csY5579" fmla="*/ 1126668 h 1796578"/>
                <a:gd name="csX5580" fmla="*/ 1752651 w 2180199"/>
                <a:gd name="csY5580" fmla="*/ 1127056 h 1796578"/>
                <a:gd name="csX5581" fmla="*/ 1751989 w 2180199"/>
                <a:gd name="csY5581" fmla="*/ 1126797 h 1796578"/>
                <a:gd name="csX5582" fmla="*/ 1751730 w 2180199"/>
                <a:gd name="csY5582" fmla="*/ 1127368 h 1796578"/>
                <a:gd name="csX5583" fmla="*/ 1751882 w 2180199"/>
                <a:gd name="csY5583" fmla="*/ 1128760 h 1796578"/>
                <a:gd name="csX5584" fmla="*/ 1751662 w 2180199"/>
                <a:gd name="csY5584" fmla="*/ 1129399 h 1796578"/>
                <a:gd name="csX5585" fmla="*/ 1751076 w 2180199"/>
                <a:gd name="csY5585" fmla="*/ 1129293 h 1796578"/>
                <a:gd name="csX5586" fmla="*/ 1751045 w 2180199"/>
                <a:gd name="csY5586" fmla="*/ 1129551 h 1796578"/>
                <a:gd name="csX5587" fmla="*/ 1751563 w 2180199"/>
                <a:gd name="csY5587" fmla="*/ 1130168 h 1796578"/>
                <a:gd name="csX5588" fmla="*/ 1751616 w 2180199"/>
                <a:gd name="csY5588" fmla="*/ 1130845 h 1796578"/>
                <a:gd name="csX5589" fmla="*/ 1751213 w 2180199"/>
                <a:gd name="csY5589" fmla="*/ 1131583 h 1796578"/>
                <a:gd name="csX5590" fmla="*/ 1750817 w 2180199"/>
                <a:gd name="csY5590" fmla="*/ 1131925 h 1796578"/>
                <a:gd name="csX5591" fmla="*/ 1750444 w 2180199"/>
                <a:gd name="csY5591" fmla="*/ 1131872 h 1796578"/>
                <a:gd name="csX5592" fmla="*/ 1749859 w 2180199"/>
                <a:gd name="csY5592" fmla="*/ 1132709 h 1796578"/>
                <a:gd name="csX5593" fmla="*/ 1749067 w 2180199"/>
                <a:gd name="csY5593" fmla="*/ 1134436 h 1796578"/>
                <a:gd name="csX5594" fmla="*/ 1748793 w 2180199"/>
                <a:gd name="csY5594" fmla="*/ 1135433 h 1796578"/>
                <a:gd name="csX5595" fmla="*/ 1749044 w 2180199"/>
                <a:gd name="csY5595" fmla="*/ 1135707 h 1796578"/>
                <a:gd name="csX5596" fmla="*/ 1748862 w 2180199"/>
                <a:gd name="csY5596" fmla="*/ 1136285 h 1796578"/>
                <a:gd name="csX5597" fmla="*/ 1746891 w 2180199"/>
                <a:gd name="csY5597" fmla="*/ 1138902 h 1796578"/>
                <a:gd name="csX5598" fmla="*/ 1746130 w 2180199"/>
                <a:gd name="csY5598" fmla="*/ 1139154 h 1796578"/>
                <a:gd name="csX5599" fmla="*/ 1745301 w 2180199"/>
                <a:gd name="csY5599" fmla="*/ 1138788 h 1796578"/>
                <a:gd name="csX5600" fmla="*/ 1744715 w 2180199"/>
                <a:gd name="csY5600" fmla="*/ 1138027 h 1796578"/>
                <a:gd name="csX5601" fmla="*/ 1744373 w 2180199"/>
                <a:gd name="csY5601" fmla="*/ 1136863 h 1796578"/>
                <a:gd name="csX5602" fmla="*/ 1744274 w 2180199"/>
                <a:gd name="csY5602" fmla="*/ 1135966 h 1796578"/>
                <a:gd name="csX5603" fmla="*/ 1744411 w 2180199"/>
                <a:gd name="csY5603" fmla="*/ 1135326 h 1796578"/>
                <a:gd name="csX5604" fmla="*/ 1746146 w 2180199"/>
                <a:gd name="csY5604" fmla="*/ 1133006 h 1796578"/>
                <a:gd name="csX5605" fmla="*/ 1746914 w 2180199"/>
                <a:gd name="csY5605" fmla="*/ 1131492 h 1796578"/>
                <a:gd name="csX5606" fmla="*/ 1747355 w 2180199"/>
                <a:gd name="csY5606" fmla="*/ 1129787 h 1796578"/>
                <a:gd name="csX5607" fmla="*/ 1748154 w 2180199"/>
                <a:gd name="csY5607" fmla="*/ 1128699 h 1796578"/>
                <a:gd name="csX5608" fmla="*/ 1749326 w 2180199"/>
                <a:gd name="csY5608" fmla="*/ 1128228 h 1796578"/>
                <a:gd name="csX5609" fmla="*/ 1750277 w 2180199"/>
                <a:gd name="csY5609" fmla="*/ 1127170 h 1796578"/>
                <a:gd name="csX5610" fmla="*/ 1751000 w 2180199"/>
                <a:gd name="csY5610" fmla="*/ 1125519 h 1796578"/>
                <a:gd name="csX5611" fmla="*/ 1751837 w 2180199"/>
                <a:gd name="csY5611" fmla="*/ 1124804 h 1796578"/>
                <a:gd name="csX5612" fmla="*/ 1752780 w 2180199"/>
                <a:gd name="csY5612" fmla="*/ 1125017 h 1796578"/>
                <a:gd name="csX5613" fmla="*/ 1753191 w 2180199"/>
                <a:gd name="csY5613" fmla="*/ 1125641 h 1796578"/>
                <a:gd name="csX5614" fmla="*/ 1753047 w 2180199"/>
                <a:gd name="csY5614" fmla="*/ 1126668 h 1796578"/>
                <a:gd name="csX5615" fmla="*/ 1774731 w 2180199"/>
                <a:gd name="csY5615" fmla="*/ 1130860 h 1796578"/>
                <a:gd name="csX5616" fmla="*/ 1774480 w 2180199"/>
                <a:gd name="csY5616" fmla="*/ 1131286 h 1796578"/>
                <a:gd name="csX5617" fmla="*/ 1773886 w 2180199"/>
                <a:gd name="csY5617" fmla="*/ 1131248 h 1796578"/>
                <a:gd name="csX5618" fmla="*/ 1773415 w 2180199"/>
                <a:gd name="csY5618" fmla="*/ 1130837 h 1796578"/>
                <a:gd name="csX5619" fmla="*/ 1772951 w 2180199"/>
                <a:gd name="csY5619" fmla="*/ 1129506 h 1796578"/>
                <a:gd name="csX5620" fmla="*/ 1773103 w 2180199"/>
                <a:gd name="csY5620" fmla="*/ 1129217 h 1796578"/>
                <a:gd name="csX5621" fmla="*/ 1774252 w 2180199"/>
                <a:gd name="csY5621" fmla="*/ 1129407 h 1796578"/>
                <a:gd name="csX5622" fmla="*/ 1774655 w 2180199"/>
                <a:gd name="csY5622" fmla="*/ 1129970 h 1796578"/>
                <a:gd name="csX5623" fmla="*/ 1774731 w 2180199"/>
                <a:gd name="csY5623" fmla="*/ 1130860 h 1796578"/>
                <a:gd name="csX5624" fmla="*/ 2154589 w 2180199"/>
                <a:gd name="csY5624" fmla="*/ 1153914 h 1796578"/>
                <a:gd name="csX5625" fmla="*/ 2153341 w 2180199"/>
                <a:gd name="csY5625" fmla="*/ 1154492 h 1796578"/>
                <a:gd name="csX5626" fmla="*/ 2151979 w 2180199"/>
                <a:gd name="csY5626" fmla="*/ 1154241 h 1796578"/>
                <a:gd name="csX5627" fmla="*/ 2152009 w 2180199"/>
                <a:gd name="csY5627" fmla="*/ 1155809 h 1796578"/>
                <a:gd name="csX5628" fmla="*/ 2151857 w 2180199"/>
                <a:gd name="csY5628" fmla="*/ 1156372 h 1796578"/>
                <a:gd name="csX5629" fmla="*/ 2150351 w 2180199"/>
                <a:gd name="csY5629" fmla="*/ 1155565 h 1796578"/>
                <a:gd name="csX5630" fmla="*/ 2149795 w 2180199"/>
                <a:gd name="csY5630" fmla="*/ 1155048 h 1796578"/>
                <a:gd name="csX5631" fmla="*/ 2149841 w 2180199"/>
                <a:gd name="csY5631" fmla="*/ 1152971 h 1796578"/>
                <a:gd name="csX5632" fmla="*/ 2151172 w 2180199"/>
                <a:gd name="csY5632" fmla="*/ 1151000 h 1796578"/>
                <a:gd name="csX5633" fmla="*/ 2152192 w 2180199"/>
                <a:gd name="csY5633" fmla="*/ 1150216 h 1796578"/>
                <a:gd name="csX5634" fmla="*/ 2153501 w 2180199"/>
                <a:gd name="csY5634" fmla="*/ 1150757 h 1796578"/>
                <a:gd name="csX5635" fmla="*/ 2154505 w 2180199"/>
                <a:gd name="csY5635" fmla="*/ 1152963 h 1796578"/>
                <a:gd name="csX5636" fmla="*/ 2154589 w 2180199"/>
                <a:gd name="csY5636" fmla="*/ 1153914 h 1796578"/>
                <a:gd name="csX5637" fmla="*/ 1985382 w 2180199"/>
                <a:gd name="csY5637" fmla="*/ 1155550 h 1796578"/>
                <a:gd name="csX5638" fmla="*/ 1984712 w 2180199"/>
                <a:gd name="csY5638" fmla="*/ 1155793 h 1796578"/>
                <a:gd name="csX5639" fmla="*/ 1984552 w 2180199"/>
                <a:gd name="csY5639" fmla="*/ 1155443 h 1796578"/>
                <a:gd name="csX5640" fmla="*/ 1984659 w 2180199"/>
                <a:gd name="csY5640" fmla="*/ 1155116 h 1796578"/>
                <a:gd name="csX5641" fmla="*/ 1985214 w 2180199"/>
                <a:gd name="csY5641" fmla="*/ 1154705 h 1796578"/>
                <a:gd name="csX5642" fmla="*/ 1986150 w 2180199"/>
                <a:gd name="csY5642" fmla="*/ 1154705 h 1796578"/>
                <a:gd name="csX5643" fmla="*/ 1986044 w 2180199"/>
                <a:gd name="csY5643" fmla="*/ 1155032 h 1796578"/>
                <a:gd name="csX5644" fmla="*/ 1985382 w 2180199"/>
                <a:gd name="csY5644" fmla="*/ 1155550 h 1796578"/>
                <a:gd name="csX5645" fmla="*/ 2145276 w 2180199"/>
                <a:gd name="csY5645" fmla="*/ 1157969 h 1796578"/>
                <a:gd name="csX5646" fmla="*/ 2144469 w 2180199"/>
                <a:gd name="csY5646" fmla="*/ 1158555 h 1796578"/>
                <a:gd name="csX5647" fmla="*/ 2143602 w 2180199"/>
                <a:gd name="csY5647" fmla="*/ 1158365 h 1796578"/>
                <a:gd name="csX5648" fmla="*/ 2143572 w 2180199"/>
                <a:gd name="csY5648" fmla="*/ 1156904 h 1796578"/>
                <a:gd name="csX5649" fmla="*/ 2143838 w 2180199"/>
                <a:gd name="csY5649" fmla="*/ 1156410 h 1796578"/>
                <a:gd name="csX5650" fmla="*/ 2144135 w 2180199"/>
                <a:gd name="csY5650" fmla="*/ 1156189 h 1796578"/>
                <a:gd name="csX5651" fmla="*/ 2144583 w 2180199"/>
                <a:gd name="csY5651" fmla="*/ 1156600 h 1796578"/>
                <a:gd name="csX5652" fmla="*/ 2145276 w 2180199"/>
                <a:gd name="csY5652" fmla="*/ 1157969 h 1796578"/>
                <a:gd name="csX5653" fmla="*/ 1982163 w 2180199"/>
                <a:gd name="csY5653" fmla="*/ 1164064 h 1796578"/>
                <a:gd name="csX5654" fmla="*/ 1981844 w 2180199"/>
                <a:gd name="csY5654" fmla="*/ 1164155 h 1796578"/>
                <a:gd name="csX5655" fmla="*/ 1981874 w 2180199"/>
                <a:gd name="csY5655" fmla="*/ 1163524 h 1796578"/>
                <a:gd name="csX5656" fmla="*/ 1982201 w 2180199"/>
                <a:gd name="csY5656" fmla="*/ 1163113 h 1796578"/>
                <a:gd name="csX5657" fmla="*/ 1982825 w 2180199"/>
                <a:gd name="csY5657" fmla="*/ 1162930 h 1796578"/>
                <a:gd name="csX5658" fmla="*/ 1982810 w 2180199"/>
                <a:gd name="csY5658" fmla="*/ 1163250 h 1796578"/>
                <a:gd name="csX5659" fmla="*/ 1982163 w 2180199"/>
                <a:gd name="csY5659" fmla="*/ 1164064 h 1796578"/>
                <a:gd name="csX5660" fmla="*/ 1925198 w 2180199"/>
                <a:gd name="csY5660" fmla="*/ 1192459 h 1796578"/>
                <a:gd name="csX5661" fmla="*/ 1924544 w 2180199"/>
                <a:gd name="csY5661" fmla="*/ 1193456 h 1796578"/>
                <a:gd name="csX5662" fmla="*/ 1923912 w 2180199"/>
                <a:gd name="csY5662" fmla="*/ 1193357 h 1796578"/>
                <a:gd name="csX5663" fmla="*/ 1923448 w 2180199"/>
                <a:gd name="csY5663" fmla="*/ 1193037 h 1796578"/>
                <a:gd name="csX5664" fmla="*/ 1923288 w 2180199"/>
                <a:gd name="csY5664" fmla="*/ 1192406 h 1796578"/>
                <a:gd name="csX5665" fmla="*/ 1923402 w 2180199"/>
                <a:gd name="csY5665" fmla="*/ 1191615 h 1796578"/>
                <a:gd name="csX5666" fmla="*/ 1923965 w 2180199"/>
                <a:gd name="csY5666" fmla="*/ 1191265 h 1796578"/>
                <a:gd name="csX5667" fmla="*/ 1925495 w 2180199"/>
                <a:gd name="csY5667" fmla="*/ 1191569 h 1796578"/>
                <a:gd name="csX5668" fmla="*/ 1925548 w 2180199"/>
                <a:gd name="csY5668" fmla="*/ 1191888 h 1796578"/>
                <a:gd name="csX5669" fmla="*/ 1925198 w 2180199"/>
                <a:gd name="csY5669" fmla="*/ 1192459 h 1796578"/>
                <a:gd name="csX5670" fmla="*/ 2089376 w 2180199"/>
                <a:gd name="csY5670" fmla="*/ 1236452 h 1796578"/>
                <a:gd name="csX5671" fmla="*/ 2088318 w 2180199"/>
                <a:gd name="csY5671" fmla="*/ 1237228 h 1796578"/>
                <a:gd name="csX5672" fmla="*/ 2087139 w 2180199"/>
                <a:gd name="csY5672" fmla="*/ 1237091 h 1796578"/>
                <a:gd name="csX5673" fmla="*/ 2087740 w 2180199"/>
                <a:gd name="csY5673" fmla="*/ 1236041 h 1796578"/>
                <a:gd name="csX5674" fmla="*/ 2087968 w 2180199"/>
                <a:gd name="csY5674" fmla="*/ 1234496 h 1796578"/>
                <a:gd name="csX5675" fmla="*/ 2088554 w 2180199"/>
                <a:gd name="csY5675" fmla="*/ 1232800 h 1796578"/>
                <a:gd name="csX5676" fmla="*/ 2088889 w 2180199"/>
                <a:gd name="csY5676" fmla="*/ 1232282 h 1796578"/>
                <a:gd name="csX5677" fmla="*/ 2089581 w 2180199"/>
                <a:gd name="csY5677" fmla="*/ 1231826 h 1796578"/>
                <a:gd name="csX5678" fmla="*/ 2089376 w 2180199"/>
                <a:gd name="csY5678" fmla="*/ 1236452 h 1796578"/>
                <a:gd name="csX5679" fmla="*/ 2086728 w 2180199"/>
                <a:gd name="csY5679" fmla="*/ 1236642 h 1796578"/>
                <a:gd name="csX5680" fmla="*/ 2086135 w 2180199"/>
                <a:gd name="csY5680" fmla="*/ 1237167 h 1796578"/>
                <a:gd name="csX5681" fmla="*/ 2085914 w 2180199"/>
                <a:gd name="csY5681" fmla="*/ 1235797 h 1796578"/>
                <a:gd name="csX5682" fmla="*/ 2086332 w 2180199"/>
                <a:gd name="csY5682" fmla="*/ 1234215 h 1796578"/>
                <a:gd name="csX5683" fmla="*/ 2086751 w 2180199"/>
                <a:gd name="csY5683" fmla="*/ 1234184 h 1796578"/>
                <a:gd name="csX5684" fmla="*/ 2086964 w 2180199"/>
                <a:gd name="csY5684" fmla="*/ 1235021 h 1796578"/>
                <a:gd name="csX5685" fmla="*/ 2086728 w 2180199"/>
                <a:gd name="csY5685" fmla="*/ 1236642 h 1796578"/>
                <a:gd name="csX5686" fmla="*/ 2104989 w 2180199"/>
                <a:gd name="csY5686" fmla="*/ 1239731 h 1796578"/>
                <a:gd name="csX5687" fmla="*/ 2099107 w 2180199"/>
                <a:gd name="csY5687" fmla="*/ 1241116 h 1796578"/>
                <a:gd name="csX5688" fmla="*/ 2098171 w 2180199"/>
                <a:gd name="csY5688" fmla="*/ 1240226 h 1796578"/>
                <a:gd name="csX5689" fmla="*/ 2099640 w 2180199"/>
                <a:gd name="csY5689" fmla="*/ 1239807 h 1796578"/>
                <a:gd name="csX5690" fmla="*/ 2101488 w 2180199"/>
                <a:gd name="csY5690" fmla="*/ 1237684 h 1796578"/>
                <a:gd name="csX5691" fmla="*/ 2102721 w 2180199"/>
                <a:gd name="csY5691" fmla="*/ 1237441 h 1796578"/>
                <a:gd name="csX5692" fmla="*/ 2104654 w 2180199"/>
                <a:gd name="csY5692" fmla="*/ 1238643 h 1796578"/>
                <a:gd name="csX5693" fmla="*/ 2104989 w 2180199"/>
                <a:gd name="csY5693" fmla="*/ 1239731 h 1796578"/>
                <a:gd name="csX5694" fmla="*/ 2116348 w 2180199"/>
                <a:gd name="csY5694" fmla="*/ 1242873 h 1796578"/>
                <a:gd name="csX5695" fmla="*/ 2114705 w 2180199"/>
                <a:gd name="csY5695" fmla="*/ 1243330 h 1796578"/>
                <a:gd name="csX5696" fmla="*/ 2110900 w 2180199"/>
                <a:gd name="csY5696" fmla="*/ 1242288 h 1796578"/>
                <a:gd name="csX5697" fmla="*/ 2114027 w 2180199"/>
                <a:gd name="csY5697" fmla="*/ 1241405 h 1796578"/>
                <a:gd name="csX5698" fmla="*/ 2114537 w 2180199"/>
                <a:gd name="csY5698" fmla="*/ 1241093 h 1796578"/>
                <a:gd name="csX5699" fmla="*/ 2114948 w 2180199"/>
                <a:gd name="csY5699" fmla="*/ 1239792 h 1796578"/>
                <a:gd name="csX5700" fmla="*/ 2115001 w 2180199"/>
                <a:gd name="csY5700" fmla="*/ 1239138 h 1796578"/>
                <a:gd name="csX5701" fmla="*/ 2116188 w 2180199"/>
                <a:gd name="csY5701" fmla="*/ 1241938 h 1796578"/>
                <a:gd name="csX5702" fmla="*/ 2116348 w 2180199"/>
                <a:gd name="csY5702" fmla="*/ 1242873 h 1796578"/>
                <a:gd name="csX5703" fmla="*/ 2062289 w 2180199"/>
                <a:gd name="csY5703" fmla="*/ 1250771 h 1796578"/>
                <a:gd name="csX5704" fmla="*/ 2060775 w 2180199"/>
                <a:gd name="csY5704" fmla="*/ 1252590 h 1796578"/>
                <a:gd name="csX5705" fmla="*/ 2062145 w 2180199"/>
                <a:gd name="csY5705" fmla="*/ 1252772 h 1796578"/>
                <a:gd name="csX5706" fmla="*/ 2063324 w 2180199"/>
                <a:gd name="csY5706" fmla="*/ 1252239 h 1796578"/>
                <a:gd name="csX5707" fmla="*/ 2064435 w 2180199"/>
                <a:gd name="csY5707" fmla="*/ 1251159 h 1796578"/>
                <a:gd name="csX5708" fmla="*/ 2067029 w 2180199"/>
                <a:gd name="csY5708" fmla="*/ 1249698 h 1796578"/>
                <a:gd name="csX5709" fmla="*/ 2069243 w 2180199"/>
                <a:gd name="csY5709" fmla="*/ 1249059 h 1796578"/>
                <a:gd name="csX5710" fmla="*/ 2069936 w 2180199"/>
                <a:gd name="csY5710" fmla="*/ 1248922 h 1796578"/>
                <a:gd name="csX5711" fmla="*/ 2070993 w 2180199"/>
                <a:gd name="csY5711" fmla="*/ 1249949 h 1796578"/>
                <a:gd name="csX5712" fmla="*/ 2073086 w 2180199"/>
                <a:gd name="csY5712" fmla="*/ 1249128 h 1796578"/>
                <a:gd name="csX5713" fmla="*/ 2075239 w 2180199"/>
                <a:gd name="csY5713" fmla="*/ 1248663 h 1796578"/>
                <a:gd name="csX5714" fmla="*/ 2065934 w 2180199"/>
                <a:gd name="csY5714" fmla="*/ 1253358 h 1796578"/>
                <a:gd name="csX5715" fmla="*/ 2064032 w 2180199"/>
                <a:gd name="csY5715" fmla="*/ 1253883 h 1796578"/>
                <a:gd name="csX5716" fmla="*/ 2061308 w 2180199"/>
                <a:gd name="csY5716" fmla="*/ 1255283 h 1796578"/>
                <a:gd name="csX5717" fmla="*/ 2058736 w 2180199"/>
                <a:gd name="csY5717" fmla="*/ 1256272 h 1796578"/>
                <a:gd name="csX5718" fmla="*/ 2056887 w 2180199"/>
                <a:gd name="csY5718" fmla="*/ 1256630 h 1796578"/>
                <a:gd name="csX5719" fmla="*/ 2047673 w 2180199"/>
                <a:gd name="csY5719" fmla="*/ 1260099 h 1796578"/>
                <a:gd name="csX5720" fmla="*/ 2046943 w 2180199"/>
                <a:gd name="csY5720" fmla="*/ 1260175 h 1796578"/>
                <a:gd name="csX5721" fmla="*/ 2046151 w 2180199"/>
                <a:gd name="csY5721" fmla="*/ 1259841 h 1796578"/>
                <a:gd name="csX5722" fmla="*/ 2038558 w 2180199"/>
                <a:gd name="csY5722" fmla="*/ 1261621 h 1796578"/>
                <a:gd name="csX5723" fmla="*/ 2035446 w 2180199"/>
                <a:gd name="csY5723" fmla="*/ 1261819 h 1796578"/>
                <a:gd name="csX5724" fmla="*/ 2032608 w 2180199"/>
                <a:gd name="csY5724" fmla="*/ 1262443 h 1796578"/>
                <a:gd name="csX5725" fmla="*/ 2034708 w 2180199"/>
                <a:gd name="csY5725" fmla="*/ 1261005 h 1796578"/>
                <a:gd name="csX5726" fmla="*/ 2034754 w 2180199"/>
                <a:gd name="csY5726" fmla="*/ 1260464 h 1796578"/>
                <a:gd name="csX5727" fmla="*/ 2034252 w 2180199"/>
                <a:gd name="csY5727" fmla="*/ 1260046 h 1796578"/>
                <a:gd name="csX5728" fmla="*/ 2033133 w 2180199"/>
                <a:gd name="csY5728" fmla="*/ 1260168 h 1796578"/>
                <a:gd name="csX5729" fmla="*/ 2031984 w 2180199"/>
                <a:gd name="csY5729" fmla="*/ 1261644 h 1796578"/>
                <a:gd name="csX5730" fmla="*/ 2030151 w 2180199"/>
                <a:gd name="csY5730" fmla="*/ 1262138 h 1796578"/>
                <a:gd name="csX5731" fmla="*/ 2029785 w 2180199"/>
                <a:gd name="csY5731" fmla="*/ 1260533 h 1796578"/>
                <a:gd name="csX5732" fmla="*/ 2030402 w 2180199"/>
                <a:gd name="csY5732" fmla="*/ 1259285 h 1796578"/>
                <a:gd name="csX5733" fmla="*/ 2031231 w 2180199"/>
                <a:gd name="csY5733" fmla="*/ 1258098 h 1796578"/>
                <a:gd name="csX5734" fmla="*/ 2033049 w 2180199"/>
                <a:gd name="csY5734" fmla="*/ 1256234 h 1796578"/>
                <a:gd name="csX5735" fmla="*/ 2035659 w 2180199"/>
                <a:gd name="csY5735" fmla="*/ 1255055 h 1796578"/>
                <a:gd name="csX5736" fmla="*/ 2036983 w 2180199"/>
                <a:gd name="csY5736" fmla="*/ 1254035 h 1796578"/>
                <a:gd name="csX5737" fmla="*/ 2037904 w 2180199"/>
                <a:gd name="csY5737" fmla="*/ 1254933 h 1796578"/>
                <a:gd name="csX5738" fmla="*/ 2038101 w 2180199"/>
                <a:gd name="csY5738" fmla="*/ 1253715 h 1796578"/>
                <a:gd name="csX5739" fmla="*/ 2038809 w 2180199"/>
                <a:gd name="csY5739" fmla="*/ 1253016 h 1796578"/>
                <a:gd name="csX5740" fmla="*/ 2039578 w 2180199"/>
                <a:gd name="csY5740" fmla="*/ 1252635 h 1796578"/>
                <a:gd name="csX5741" fmla="*/ 2041419 w 2180199"/>
                <a:gd name="csY5741" fmla="*/ 1252628 h 1796578"/>
                <a:gd name="csX5742" fmla="*/ 2042416 w 2180199"/>
                <a:gd name="csY5742" fmla="*/ 1252437 h 1796578"/>
                <a:gd name="csX5743" fmla="*/ 2043131 w 2180199"/>
                <a:gd name="csY5743" fmla="*/ 1252034 h 1796578"/>
                <a:gd name="csX5744" fmla="*/ 2043869 w 2180199"/>
                <a:gd name="csY5744" fmla="*/ 1251958 h 1796578"/>
                <a:gd name="csX5745" fmla="*/ 2045893 w 2180199"/>
                <a:gd name="csY5745" fmla="*/ 1252513 h 1796578"/>
                <a:gd name="csX5746" fmla="*/ 2047863 w 2180199"/>
                <a:gd name="csY5746" fmla="*/ 1252354 h 1796578"/>
                <a:gd name="csX5747" fmla="*/ 2049454 w 2180199"/>
                <a:gd name="csY5747" fmla="*/ 1251593 h 1796578"/>
                <a:gd name="csX5748" fmla="*/ 2051112 w 2180199"/>
                <a:gd name="csY5748" fmla="*/ 1251334 h 1796578"/>
                <a:gd name="csX5749" fmla="*/ 2055487 w 2180199"/>
                <a:gd name="csY5749" fmla="*/ 1251167 h 1796578"/>
                <a:gd name="csX5750" fmla="*/ 2059832 w 2180199"/>
                <a:gd name="csY5750" fmla="*/ 1250611 h 1796578"/>
                <a:gd name="csX5751" fmla="*/ 2061574 w 2180199"/>
                <a:gd name="csY5751" fmla="*/ 1249622 h 1796578"/>
                <a:gd name="csX5752" fmla="*/ 2065226 w 2180199"/>
                <a:gd name="csY5752" fmla="*/ 1246837 h 1796578"/>
                <a:gd name="csX5753" fmla="*/ 2067326 w 2180199"/>
                <a:gd name="csY5753" fmla="*/ 1246061 h 1796578"/>
                <a:gd name="csX5754" fmla="*/ 2064054 w 2180199"/>
                <a:gd name="csY5754" fmla="*/ 1249295 h 1796578"/>
                <a:gd name="csX5755" fmla="*/ 2062289 w 2180199"/>
                <a:gd name="csY5755" fmla="*/ 1250771 h 1796578"/>
                <a:gd name="csX5756" fmla="*/ 2026453 w 2180199"/>
                <a:gd name="csY5756" fmla="*/ 1263774 h 1796578"/>
                <a:gd name="csX5757" fmla="*/ 2025433 w 2180199"/>
                <a:gd name="csY5757" fmla="*/ 1263888 h 1796578"/>
                <a:gd name="csX5758" fmla="*/ 2026453 w 2180199"/>
                <a:gd name="csY5758" fmla="*/ 1261202 h 1796578"/>
                <a:gd name="csX5759" fmla="*/ 2028324 w 2180199"/>
                <a:gd name="csY5759" fmla="*/ 1259970 h 1796578"/>
                <a:gd name="csX5760" fmla="*/ 2029002 w 2180199"/>
                <a:gd name="csY5760" fmla="*/ 1260229 h 1796578"/>
                <a:gd name="csX5761" fmla="*/ 2029025 w 2180199"/>
                <a:gd name="csY5761" fmla="*/ 1261180 h 1796578"/>
                <a:gd name="csX5762" fmla="*/ 2028766 w 2180199"/>
                <a:gd name="csY5762" fmla="*/ 1261986 h 1796578"/>
                <a:gd name="csX5763" fmla="*/ 2027510 w 2180199"/>
                <a:gd name="csY5763" fmla="*/ 1263241 h 1796578"/>
                <a:gd name="csX5764" fmla="*/ 2026453 w 2180199"/>
                <a:gd name="csY5764" fmla="*/ 1263774 h 1796578"/>
                <a:gd name="csX5765" fmla="*/ 2027625 w 2180199"/>
                <a:gd name="csY5765" fmla="*/ 1287193 h 1796578"/>
                <a:gd name="csX5766" fmla="*/ 2025121 w 2180199"/>
                <a:gd name="csY5766" fmla="*/ 1291370 h 1796578"/>
                <a:gd name="csX5767" fmla="*/ 2025068 w 2180199"/>
                <a:gd name="csY5767" fmla="*/ 1290572 h 1796578"/>
                <a:gd name="csX5768" fmla="*/ 2028195 w 2180199"/>
                <a:gd name="csY5768" fmla="*/ 1285382 h 1796578"/>
                <a:gd name="csX5769" fmla="*/ 2027625 w 2180199"/>
                <a:gd name="csY5769" fmla="*/ 1287193 h 1796578"/>
                <a:gd name="csX5770" fmla="*/ 2001999 w 2180199"/>
                <a:gd name="csY5770" fmla="*/ 1336094 h 1796578"/>
                <a:gd name="csX5771" fmla="*/ 2001025 w 2180199"/>
                <a:gd name="csY5771" fmla="*/ 1336535 h 1796578"/>
                <a:gd name="csX5772" fmla="*/ 2004281 w 2180199"/>
                <a:gd name="csY5772" fmla="*/ 1331133 h 1796578"/>
                <a:gd name="csX5773" fmla="*/ 2006176 w 2180199"/>
                <a:gd name="csY5773" fmla="*/ 1326590 h 1796578"/>
                <a:gd name="csX5774" fmla="*/ 2007021 w 2180199"/>
                <a:gd name="csY5774" fmla="*/ 1325015 h 1796578"/>
                <a:gd name="csX5775" fmla="*/ 2006199 w 2180199"/>
                <a:gd name="csY5775" fmla="*/ 1328196 h 1796578"/>
                <a:gd name="csX5776" fmla="*/ 2004768 w 2180199"/>
                <a:gd name="csY5776" fmla="*/ 1331117 h 1796578"/>
                <a:gd name="csX5777" fmla="*/ 2001999 w 2180199"/>
                <a:gd name="csY5777" fmla="*/ 1336094 h 1796578"/>
                <a:gd name="csX5778" fmla="*/ 1995539 w 2180199"/>
                <a:gd name="csY5778" fmla="*/ 1390114 h 1796578"/>
                <a:gd name="csX5779" fmla="*/ 1995220 w 2180199"/>
                <a:gd name="csY5779" fmla="*/ 1390647 h 1796578"/>
                <a:gd name="csX5780" fmla="*/ 1993797 w 2180199"/>
                <a:gd name="csY5780" fmla="*/ 1387748 h 1796578"/>
                <a:gd name="csX5781" fmla="*/ 1995258 w 2180199"/>
                <a:gd name="csY5781" fmla="*/ 1388684 h 1796578"/>
                <a:gd name="csX5782" fmla="*/ 1995516 w 2180199"/>
                <a:gd name="csY5782" fmla="*/ 1389467 h 1796578"/>
                <a:gd name="csX5783" fmla="*/ 1995539 w 2180199"/>
                <a:gd name="csY5783" fmla="*/ 1390114 h 1796578"/>
                <a:gd name="csX5784" fmla="*/ 1997495 w 2180199"/>
                <a:gd name="csY5784" fmla="*/ 1406206 h 1796578"/>
                <a:gd name="csX5785" fmla="*/ 1994634 w 2180199"/>
                <a:gd name="csY5785" fmla="*/ 1406914 h 1796578"/>
                <a:gd name="csX5786" fmla="*/ 1994383 w 2180199"/>
                <a:gd name="csY5786" fmla="*/ 1406686 h 1796578"/>
                <a:gd name="csX5787" fmla="*/ 1997662 w 2180199"/>
                <a:gd name="csY5787" fmla="*/ 1405202 h 1796578"/>
                <a:gd name="csX5788" fmla="*/ 1998697 w 2180199"/>
                <a:gd name="csY5788" fmla="*/ 1399967 h 1796578"/>
                <a:gd name="csX5789" fmla="*/ 1998841 w 2180199"/>
                <a:gd name="csY5789" fmla="*/ 1397548 h 1796578"/>
                <a:gd name="csX5790" fmla="*/ 1998354 w 2180199"/>
                <a:gd name="csY5790" fmla="*/ 1393272 h 1796578"/>
                <a:gd name="csX5791" fmla="*/ 1998370 w 2180199"/>
                <a:gd name="csY5791" fmla="*/ 1392389 h 1796578"/>
                <a:gd name="csX5792" fmla="*/ 1998902 w 2180199"/>
                <a:gd name="csY5792" fmla="*/ 1393766 h 1796578"/>
                <a:gd name="csX5793" fmla="*/ 1999374 w 2180199"/>
                <a:gd name="csY5793" fmla="*/ 1397753 h 1796578"/>
                <a:gd name="csX5794" fmla="*/ 1999199 w 2180199"/>
                <a:gd name="csY5794" fmla="*/ 1400766 h 1796578"/>
                <a:gd name="csX5795" fmla="*/ 1998248 w 2180199"/>
                <a:gd name="csY5795" fmla="*/ 1405156 h 1796578"/>
                <a:gd name="csX5796" fmla="*/ 1997495 w 2180199"/>
                <a:gd name="csY5796" fmla="*/ 1406206 h 1796578"/>
                <a:gd name="csX5797" fmla="*/ 1992420 w 2180199"/>
                <a:gd name="csY5797" fmla="*/ 1407507 h 1796578"/>
                <a:gd name="csX5798" fmla="*/ 1988539 w 2180199"/>
                <a:gd name="csY5798" fmla="*/ 1409364 h 1796578"/>
                <a:gd name="csX5799" fmla="*/ 1988098 w 2180199"/>
                <a:gd name="csY5799" fmla="*/ 1409250 h 1796578"/>
                <a:gd name="csX5800" fmla="*/ 1990647 w 2180199"/>
                <a:gd name="csY5800" fmla="*/ 1407926 h 1796578"/>
                <a:gd name="csX5801" fmla="*/ 1992420 w 2180199"/>
                <a:gd name="csY5801" fmla="*/ 1407507 h 1796578"/>
                <a:gd name="csX5802" fmla="*/ 1977005 w 2180199"/>
                <a:gd name="csY5802" fmla="*/ 1421690 h 1796578"/>
                <a:gd name="csX5803" fmla="*/ 1976472 w 2180199"/>
                <a:gd name="csY5803" fmla="*/ 1421986 h 1796578"/>
                <a:gd name="csX5804" fmla="*/ 1978428 w 2180199"/>
                <a:gd name="csY5804" fmla="*/ 1418760 h 1796578"/>
                <a:gd name="csX5805" fmla="*/ 1982285 w 2180199"/>
                <a:gd name="csY5805" fmla="*/ 1414659 h 1796578"/>
                <a:gd name="csX5806" fmla="*/ 1983327 w 2180199"/>
                <a:gd name="csY5806" fmla="*/ 1414028 h 1796578"/>
                <a:gd name="csX5807" fmla="*/ 1980117 w 2180199"/>
                <a:gd name="csY5807" fmla="*/ 1417528 h 1796578"/>
                <a:gd name="csX5808" fmla="*/ 1977005 w 2180199"/>
                <a:gd name="csY5808" fmla="*/ 1421690 h 1796578"/>
                <a:gd name="csX5809" fmla="*/ 1976099 w 2180199"/>
                <a:gd name="csY5809" fmla="*/ 1421385 h 1796578"/>
                <a:gd name="csX5810" fmla="*/ 1975620 w 2180199"/>
                <a:gd name="csY5810" fmla="*/ 1421446 h 1796578"/>
                <a:gd name="csX5811" fmla="*/ 1974783 w 2180199"/>
                <a:gd name="csY5811" fmla="*/ 1421165 h 1796578"/>
                <a:gd name="csX5812" fmla="*/ 1973626 w 2180199"/>
                <a:gd name="csY5812" fmla="*/ 1420617 h 1796578"/>
                <a:gd name="csX5813" fmla="*/ 1973368 w 2180199"/>
                <a:gd name="csY5813" fmla="*/ 1420214 h 1796578"/>
                <a:gd name="csX5814" fmla="*/ 1974471 w 2180199"/>
                <a:gd name="csY5814" fmla="*/ 1420358 h 1796578"/>
                <a:gd name="csX5815" fmla="*/ 1976099 w 2180199"/>
                <a:gd name="csY5815" fmla="*/ 1421385 h 1796578"/>
                <a:gd name="csX5816" fmla="*/ 1050722 w 2180199"/>
                <a:gd name="csY5816" fmla="*/ 1436199 h 1796578"/>
                <a:gd name="csX5817" fmla="*/ 1055067 w 2180199"/>
                <a:gd name="csY5817" fmla="*/ 1437516 h 1796578"/>
                <a:gd name="csX5818" fmla="*/ 1057410 w 2180199"/>
                <a:gd name="csY5818" fmla="*/ 1436884 h 1796578"/>
                <a:gd name="csX5819" fmla="*/ 1057836 w 2180199"/>
                <a:gd name="csY5819" fmla="*/ 1437516 h 1796578"/>
                <a:gd name="csX5820" fmla="*/ 1057562 w 2180199"/>
                <a:gd name="csY5820" fmla="*/ 1438071 h 1796578"/>
                <a:gd name="csX5821" fmla="*/ 1052282 w 2180199"/>
                <a:gd name="csY5821" fmla="*/ 1439060 h 1796578"/>
                <a:gd name="csX5822" fmla="*/ 1050662 w 2180199"/>
                <a:gd name="csY5822" fmla="*/ 1438368 h 1796578"/>
                <a:gd name="csX5823" fmla="*/ 1050517 w 2180199"/>
                <a:gd name="csY5823" fmla="*/ 1437417 h 1796578"/>
                <a:gd name="csX5824" fmla="*/ 1049969 w 2180199"/>
                <a:gd name="csY5824" fmla="*/ 1436504 h 1796578"/>
                <a:gd name="csX5825" fmla="*/ 1050722 w 2180199"/>
                <a:gd name="csY5825" fmla="*/ 1436199 h 1796578"/>
                <a:gd name="csX5826" fmla="*/ 1041668 w 2180199"/>
                <a:gd name="csY5826" fmla="*/ 1437599 h 1796578"/>
                <a:gd name="csX5827" fmla="*/ 1040535 w 2180199"/>
                <a:gd name="csY5827" fmla="*/ 1437668 h 1796578"/>
                <a:gd name="csX5828" fmla="*/ 1038785 w 2180199"/>
                <a:gd name="csY5828" fmla="*/ 1437394 h 1796578"/>
                <a:gd name="csX5829" fmla="*/ 1039401 w 2180199"/>
                <a:gd name="csY5829" fmla="*/ 1436793 h 1796578"/>
                <a:gd name="csX5830" fmla="*/ 1040367 w 2180199"/>
                <a:gd name="csY5830" fmla="*/ 1436359 h 1796578"/>
                <a:gd name="csX5831" fmla="*/ 1040679 w 2180199"/>
                <a:gd name="csY5831" fmla="*/ 1436686 h 1796578"/>
                <a:gd name="csX5832" fmla="*/ 1041668 w 2180199"/>
                <a:gd name="csY5832" fmla="*/ 1437599 h 1796578"/>
                <a:gd name="csX5833" fmla="*/ 1047283 w 2180199"/>
                <a:gd name="csY5833" fmla="*/ 1440323 h 1796578"/>
                <a:gd name="csX5834" fmla="*/ 1045784 w 2180199"/>
                <a:gd name="csY5834" fmla="*/ 1440681 h 1796578"/>
                <a:gd name="csX5835" fmla="*/ 1044651 w 2180199"/>
                <a:gd name="csY5835" fmla="*/ 1440346 h 1796578"/>
                <a:gd name="csX5836" fmla="*/ 1042840 w 2180199"/>
                <a:gd name="csY5836" fmla="*/ 1437896 h 1796578"/>
                <a:gd name="csX5837" fmla="*/ 1046682 w 2180199"/>
                <a:gd name="csY5837" fmla="*/ 1437569 h 1796578"/>
                <a:gd name="csX5838" fmla="*/ 1048341 w 2180199"/>
                <a:gd name="csY5838" fmla="*/ 1438634 h 1796578"/>
                <a:gd name="csX5839" fmla="*/ 1048562 w 2180199"/>
                <a:gd name="csY5839" fmla="*/ 1438931 h 1796578"/>
                <a:gd name="csX5840" fmla="*/ 1047283 w 2180199"/>
                <a:gd name="csY5840" fmla="*/ 1440323 h 1796578"/>
                <a:gd name="csX5841" fmla="*/ 1083493 w 2180199"/>
                <a:gd name="csY5841" fmla="*/ 1453935 h 1796578"/>
                <a:gd name="csX5842" fmla="*/ 1084573 w 2180199"/>
                <a:gd name="csY5842" fmla="*/ 1455806 h 1796578"/>
                <a:gd name="csX5843" fmla="*/ 1083021 w 2180199"/>
                <a:gd name="csY5843" fmla="*/ 1455578 h 1796578"/>
                <a:gd name="csX5844" fmla="*/ 1081400 w 2180199"/>
                <a:gd name="csY5844" fmla="*/ 1455685 h 1796578"/>
                <a:gd name="csX5845" fmla="*/ 1080906 w 2180199"/>
                <a:gd name="csY5845" fmla="*/ 1454665 h 1796578"/>
                <a:gd name="csX5846" fmla="*/ 1080426 w 2180199"/>
                <a:gd name="csY5846" fmla="*/ 1453242 h 1796578"/>
                <a:gd name="csX5847" fmla="*/ 1080099 w 2180199"/>
                <a:gd name="csY5847" fmla="*/ 1452885 h 1796578"/>
                <a:gd name="csX5848" fmla="*/ 1078988 w 2180199"/>
                <a:gd name="csY5848" fmla="*/ 1452755 h 1796578"/>
                <a:gd name="csX5849" fmla="*/ 1078905 w 2180199"/>
                <a:gd name="csY5849" fmla="*/ 1452626 h 1796578"/>
                <a:gd name="csX5850" fmla="*/ 1078775 w 2180199"/>
                <a:gd name="csY5850" fmla="*/ 1451934 h 1796578"/>
                <a:gd name="csX5851" fmla="*/ 1079087 w 2180199"/>
                <a:gd name="csY5851" fmla="*/ 1451606 h 1796578"/>
                <a:gd name="csX5852" fmla="*/ 1082572 w 2180199"/>
                <a:gd name="csY5852" fmla="*/ 1453189 h 1796578"/>
                <a:gd name="csX5853" fmla="*/ 1083493 w 2180199"/>
                <a:gd name="csY5853" fmla="*/ 1453935 h 1796578"/>
                <a:gd name="csX5854" fmla="*/ 1060210 w 2180199"/>
                <a:gd name="csY5854" fmla="*/ 1458218 h 1796578"/>
                <a:gd name="csX5855" fmla="*/ 1059259 w 2180199"/>
                <a:gd name="csY5855" fmla="*/ 1458264 h 1796578"/>
                <a:gd name="csX5856" fmla="*/ 1057951 w 2180199"/>
                <a:gd name="csY5856" fmla="*/ 1458028 h 1796578"/>
                <a:gd name="csX5857" fmla="*/ 1057281 w 2180199"/>
                <a:gd name="csY5857" fmla="*/ 1456659 h 1796578"/>
                <a:gd name="csX5858" fmla="*/ 1058354 w 2180199"/>
                <a:gd name="csY5858" fmla="*/ 1456567 h 1796578"/>
                <a:gd name="csX5859" fmla="*/ 1059343 w 2180199"/>
                <a:gd name="csY5859" fmla="*/ 1456757 h 1796578"/>
                <a:gd name="csX5860" fmla="*/ 1060127 w 2180199"/>
                <a:gd name="csY5860" fmla="*/ 1457830 h 1796578"/>
                <a:gd name="csX5861" fmla="*/ 1060210 w 2180199"/>
                <a:gd name="csY5861" fmla="*/ 1458218 h 1796578"/>
                <a:gd name="csX5862" fmla="*/ 1083439 w 2180199"/>
                <a:gd name="csY5862" fmla="*/ 1468094 h 1796578"/>
                <a:gd name="csX5863" fmla="*/ 1082191 w 2180199"/>
                <a:gd name="csY5863" fmla="*/ 1468323 h 1796578"/>
                <a:gd name="csX5864" fmla="*/ 1080814 w 2180199"/>
                <a:gd name="csY5864" fmla="*/ 1467805 h 1796578"/>
                <a:gd name="csX5865" fmla="*/ 1079627 w 2180199"/>
                <a:gd name="csY5865" fmla="*/ 1465363 h 1796578"/>
                <a:gd name="csX5866" fmla="*/ 1078319 w 2180199"/>
                <a:gd name="csY5866" fmla="*/ 1463453 h 1796578"/>
                <a:gd name="csX5867" fmla="*/ 1079026 w 2180199"/>
                <a:gd name="csY5867" fmla="*/ 1462905 h 1796578"/>
                <a:gd name="csX5868" fmla="*/ 1080084 w 2180199"/>
                <a:gd name="csY5868" fmla="*/ 1464747 h 1796578"/>
                <a:gd name="csX5869" fmla="*/ 1082739 w 2180199"/>
                <a:gd name="csY5869" fmla="*/ 1467546 h 1796578"/>
                <a:gd name="csX5870" fmla="*/ 1083439 w 2180199"/>
                <a:gd name="csY5870" fmla="*/ 1468094 h 1796578"/>
                <a:gd name="csX5871" fmla="*/ 1872045 w 2180199"/>
                <a:gd name="csY5871" fmla="*/ 1514552 h 1796578"/>
                <a:gd name="csX5872" fmla="*/ 1871093 w 2180199"/>
                <a:gd name="csY5872" fmla="*/ 1520586 h 1796578"/>
                <a:gd name="csX5873" fmla="*/ 1870683 w 2180199"/>
                <a:gd name="csY5873" fmla="*/ 1518448 h 1796578"/>
                <a:gd name="csX5874" fmla="*/ 1870645 w 2180199"/>
                <a:gd name="csY5874" fmla="*/ 1516378 h 1796578"/>
                <a:gd name="csX5875" fmla="*/ 1871360 w 2180199"/>
                <a:gd name="csY5875" fmla="*/ 1515146 h 1796578"/>
                <a:gd name="csX5876" fmla="*/ 1872045 w 2180199"/>
                <a:gd name="csY5876" fmla="*/ 1514552 h 1796578"/>
                <a:gd name="csX5877" fmla="*/ 1729993 w 2180199"/>
                <a:gd name="csY5877" fmla="*/ 1532310 h 1796578"/>
                <a:gd name="csX5878" fmla="*/ 1728113 w 2180199"/>
                <a:gd name="csY5878" fmla="*/ 1532835 h 1796578"/>
                <a:gd name="csX5879" fmla="*/ 1725328 w 2180199"/>
                <a:gd name="csY5879" fmla="*/ 1532782 h 1796578"/>
                <a:gd name="csX5880" fmla="*/ 1724766 w 2180199"/>
                <a:gd name="csY5880" fmla="*/ 1532600 h 1796578"/>
                <a:gd name="csX5881" fmla="*/ 1725876 w 2180199"/>
                <a:gd name="csY5881" fmla="*/ 1532250 h 1796578"/>
                <a:gd name="csX5882" fmla="*/ 1729178 w 2180199"/>
                <a:gd name="csY5882" fmla="*/ 1531778 h 1796578"/>
                <a:gd name="csX5883" fmla="*/ 1729993 w 2180199"/>
                <a:gd name="csY5883" fmla="*/ 1532310 h 1796578"/>
                <a:gd name="csX5884" fmla="*/ 1719607 w 2180199"/>
                <a:gd name="csY5884" fmla="*/ 1533208 h 1796578"/>
                <a:gd name="csX5885" fmla="*/ 1719333 w 2180199"/>
                <a:gd name="csY5885" fmla="*/ 1533482 h 1796578"/>
                <a:gd name="csX5886" fmla="*/ 1717438 w 2180199"/>
                <a:gd name="csY5886" fmla="*/ 1532972 h 1796578"/>
                <a:gd name="csX5887" fmla="*/ 1716290 w 2180199"/>
                <a:gd name="csY5887" fmla="*/ 1532493 h 1796578"/>
                <a:gd name="csX5888" fmla="*/ 1716084 w 2180199"/>
                <a:gd name="csY5888" fmla="*/ 1532014 h 1796578"/>
                <a:gd name="csX5889" fmla="*/ 1719257 w 2180199"/>
                <a:gd name="csY5889" fmla="*/ 1532873 h 1796578"/>
                <a:gd name="csX5890" fmla="*/ 1719607 w 2180199"/>
                <a:gd name="csY5890" fmla="*/ 1533208 h 1796578"/>
                <a:gd name="csX5891" fmla="*/ 1705379 w 2180199"/>
                <a:gd name="csY5891" fmla="*/ 1536442 h 1796578"/>
                <a:gd name="csX5892" fmla="*/ 1705455 w 2180199"/>
                <a:gd name="csY5892" fmla="*/ 1537583 h 1796578"/>
                <a:gd name="csX5893" fmla="*/ 1704405 w 2180199"/>
                <a:gd name="csY5893" fmla="*/ 1537013 h 1796578"/>
                <a:gd name="csX5894" fmla="*/ 1702853 w 2180199"/>
                <a:gd name="csY5894" fmla="*/ 1536959 h 1796578"/>
                <a:gd name="csX5895" fmla="*/ 1703538 w 2180199"/>
                <a:gd name="csY5895" fmla="*/ 1536571 h 1796578"/>
                <a:gd name="csX5896" fmla="*/ 1704017 w 2180199"/>
                <a:gd name="csY5896" fmla="*/ 1536191 h 1796578"/>
                <a:gd name="csX5897" fmla="*/ 1704260 w 2180199"/>
                <a:gd name="csY5897" fmla="*/ 1535780 h 1796578"/>
                <a:gd name="csX5898" fmla="*/ 1706216 w 2180199"/>
                <a:gd name="csY5898" fmla="*/ 1534357 h 1796578"/>
                <a:gd name="csX5899" fmla="*/ 1705660 w 2180199"/>
                <a:gd name="csY5899" fmla="*/ 1535400 h 1796578"/>
                <a:gd name="csX5900" fmla="*/ 1705379 w 2180199"/>
                <a:gd name="csY5900" fmla="*/ 1536442 h 1796578"/>
                <a:gd name="csX5901" fmla="*/ 1713847 w 2180199"/>
                <a:gd name="csY5901" fmla="*/ 1543221 h 1796578"/>
                <a:gd name="csX5902" fmla="*/ 1713246 w 2180199"/>
                <a:gd name="csY5902" fmla="*/ 1544005 h 1796578"/>
                <a:gd name="csX5903" fmla="*/ 1713840 w 2180199"/>
                <a:gd name="csY5903" fmla="*/ 1540269 h 1796578"/>
                <a:gd name="csX5904" fmla="*/ 1713010 w 2180199"/>
                <a:gd name="csY5904" fmla="*/ 1537119 h 1796578"/>
                <a:gd name="csX5905" fmla="*/ 1713885 w 2180199"/>
                <a:gd name="csY5905" fmla="*/ 1538504 h 1796578"/>
                <a:gd name="csX5906" fmla="*/ 1714174 w 2180199"/>
                <a:gd name="csY5906" fmla="*/ 1540147 h 1796578"/>
                <a:gd name="csX5907" fmla="*/ 1713847 w 2180199"/>
                <a:gd name="csY5907" fmla="*/ 1543221 h 1796578"/>
                <a:gd name="csX5908" fmla="*/ 1712531 w 2180199"/>
                <a:gd name="csY5908" fmla="*/ 1545549 h 1796578"/>
                <a:gd name="csX5909" fmla="*/ 1711374 w 2180199"/>
                <a:gd name="csY5909" fmla="*/ 1546828 h 1796578"/>
                <a:gd name="csX5910" fmla="*/ 1711428 w 2180199"/>
                <a:gd name="csY5910" fmla="*/ 1546341 h 1796578"/>
                <a:gd name="csX5911" fmla="*/ 1712280 w 2180199"/>
                <a:gd name="csY5911" fmla="*/ 1545063 h 1796578"/>
                <a:gd name="csX5912" fmla="*/ 1712888 w 2180199"/>
                <a:gd name="csY5912" fmla="*/ 1544560 h 1796578"/>
                <a:gd name="csX5913" fmla="*/ 1712531 w 2180199"/>
                <a:gd name="csY5913" fmla="*/ 1545549 h 1796578"/>
                <a:gd name="csX5914" fmla="*/ 1797549 w 2180199"/>
                <a:gd name="csY5914" fmla="*/ 1547261 h 1796578"/>
                <a:gd name="csX5915" fmla="*/ 1795403 w 2180199"/>
                <a:gd name="csY5915" fmla="*/ 1548144 h 1796578"/>
                <a:gd name="csX5916" fmla="*/ 1793083 w 2180199"/>
                <a:gd name="csY5916" fmla="*/ 1547505 h 1796578"/>
                <a:gd name="csX5917" fmla="*/ 1794521 w 2180199"/>
                <a:gd name="csY5917" fmla="*/ 1547383 h 1796578"/>
                <a:gd name="csX5918" fmla="*/ 1795563 w 2180199"/>
                <a:gd name="csY5918" fmla="*/ 1547642 h 1796578"/>
                <a:gd name="csX5919" fmla="*/ 1798203 w 2180199"/>
                <a:gd name="csY5919" fmla="*/ 1546379 h 1796578"/>
                <a:gd name="csX5920" fmla="*/ 1799588 w 2180199"/>
                <a:gd name="csY5920" fmla="*/ 1545428 h 1796578"/>
                <a:gd name="csX5921" fmla="*/ 1801186 w 2180199"/>
                <a:gd name="csY5921" fmla="*/ 1545070 h 1796578"/>
                <a:gd name="csX5922" fmla="*/ 1797549 w 2180199"/>
                <a:gd name="csY5922" fmla="*/ 1547261 h 1796578"/>
                <a:gd name="csX5923" fmla="*/ 1650513 w 2180199"/>
                <a:gd name="csY5923" fmla="*/ 1550723 h 1796578"/>
                <a:gd name="csX5924" fmla="*/ 1649722 w 2180199"/>
                <a:gd name="csY5924" fmla="*/ 1551073 h 1796578"/>
                <a:gd name="csX5925" fmla="*/ 1646192 w 2180199"/>
                <a:gd name="csY5925" fmla="*/ 1548958 h 1796578"/>
                <a:gd name="csX5926" fmla="*/ 1645971 w 2180199"/>
                <a:gd name="csY5926" fmla="*/ 1548053 h 1796578"/>
                <a:gd name="csX5927" fmla="*/ 1647714 w 2180199"/>
                <a:gd name="csY5927" fmla="*/ 1547231 h 1796578"/>
                <a:gd name="csX5928" fmla="*/ 1648779 w 2180199"/>
                <a:gd name="csY5928" fmla="*/ 1547307 h 1796578"/>
                <a:gd name="csX5929" fmla="*/ 1650460 w 2180199"/>
                <a:gd name="csY5929" fmla="*/ 1548387 h 1796578"/>
                <a:gd name="csX5930" fmla="*/ 1651077 w 2180199"/>
                <a:gd name="csY5930" fmla="*/ 1548684 h 1796578"/>
                <a:gd name="csX5931" fmla="*/ 1651366 w 2180199"/>
                <a:gd name="csY5931" fmla="*/ 1549118 h 1796578"/>
                <a:gd name="csX5932" fmla="*/ 1651206 w 2180199"/>
                <a:gd name="csY5932" fmla="*/ 1549795 h 1796578"/>
                <a:gd name="csX5933" fmla="*/ 1650513 w 2180199"/>
                <a:gd name="csY5933" fmla="*/ 1550723 h 1796578"/>
                <a:gd name="csX5934" fmla="*/ 1581199 w 2180199"/>
                <a:gd name="csY5934" fmla="*/ 1559374 h 1796578"/>
                <a:gd name="csX5935" fmla="*/ 1580134 w 2180199"/>
                <a:gd name="csY5935" fmla="*/ 1559610 h 1796578"/>
                <a:gd name="csX5936" fmla="*/ 1584791 w 2180199"/>
                <a:gd name="csY5936" fmla="*/ 1555867 h 1796578"/>
                <a:gd name="csX5937" fmla="*/ 1585765 w 2180199"/>
                <a:gd name="csY5937" fmla="*/ 1554619 h 1796578"/>
                <a:gd name="csX5938" fmla="*/ 1587012 w 2180199"/>
                <a:gd name="csY5938" fmla="*/ 1554672 h 1796578"/>
                <a:gd name="csX5939" fmla="*/ 1584935 w 2180199"/>
                <a:gd name="csY5939" fmla="*/ 1556764 h 1796578"/>
                <a:gd name="csX5940" fmla="*/ 1581199 w 2180199"/>
                <a:gd name="csY5940" fmla="*/ 1559374 h 1796578"/>
                <a:gd name="csX5941" fmla="*/ 1544366 w 2180199"/>
                <a:gd name="csY5941" fmla="*/ 1583417 h 1796578"/>
                <a:gd name="csX5942" fmla="*/ 1543583 w 2180199"/>
                <a:gd name="csY5942" fmla="*/ 1583516 h 1796578"/>
                <a:gd name="csX5943" fmla="*/ 1544557 w 2180199"/>
                <a:gd name="csY5943" fmla="*/ 1582215 h 1796578"/>
                <a:gd name="csX5944" fmla="*/ 1546139 w 2180199"/>
                <a:gd name="csY5944" fmla="*/ 1581561 h 1796578"/>
                <a:gd name="csX5945" fmla="*/ 1549609 w 2180199"/>
                <a:gd name="csY5945" fmla="*/ 1579057 h 1796578"/>
                <a:gd name="csX5946" fmla="*/ 1551024 w 2180199"/>
                <a:gd name="csY5946" fmla="*/ 1578882 h 1796578"/>
                <a:gd name="csX5947" fmla="*/ 1551762 w 2180199"/>
                <a:gd name="csY5947" fmla="*/ 1578023 h 1796578"/>
                <a:gd name="csX5948" fmla="*/ 1552081 w 2180199"/>
                <a:gd name="csY5948" fmla="*/ 1577894 h 1796578"/>
                <a:gd name="csX5949" fmla="*/ 1551876 w 2180199"/>
                <a:gd name="csY5949" fmla="*/ 1578951 h 1796578"/>
                <a:gd name="csX5950" fmla="*/ 1549091 w 2180199"/>
                <a:gd name="csY5950" fmla="*/ 1580457 h 1796578"/>
                <a:gd name="csX5951" fmla="*/ 1544366 w 2180199"/>
                <a:gd name="csY5951" fmla="*/ 1583417 h 1796578"/>
                <a:gd name="csX5952" fmla="*/ 1539033 w 2180199"/>
                <a:gd name="csY5952" fmla="*/ 1589458 h 1796578"/>
                <a:gd name="csX5953" fmla="*/ 1538569 w 2180199"/>
                <a:gd name="csY5953" fmla="*/ 1589519 h 1796578"/>
                <a:gd name="csX5954" fmla="*/ 1539603 w 2180199"/>
                <a:gd name="csY5954" fmla="*/ 1587549 h 1796578"/>
                <a:gd name="csX5955" fmla="*/ 1539794 w 2180199"/>
                <a:gd name="csY5955" fmla="*/ 1586757 h 1796578"/>
                <a:gd name="csX5956" fmla="*/ 1541490 w 2180199"/>
                <a:gd name="csY5956" fmla="*/ 1584262 h 1796578"/>
                <a:gd name="csX5957" fmla="*/ 1542388 w 2180199"/>
                <a:gd name="csY5957" fmla="*/ 1583889 h 1796578"/>
                <a:gd name="csX5958" fmla="*/ 1542761 w 2180199"/>
                <a:gd name="csY5958" fmla="*/ 1584954 h 1796578"/>
                <a:gd name="csX5959" fmla="*/ 1541019 w 2180199"/>
                <a:gd name="csY5959" fmla="*/ 1586704 h 1796578"/>
                <a:gd name="csX5960" fmla="*/ 1539033 w 2180199"/>
                <a:gd name="csY5960" fmla="*/ 1589458 h 1796578"/>
                <a:gd name="csX5961" fmla="*/ 1898355 w 2180199"/>
                <a:gd name="csY5961" fmla="*/ 1604394 h 1796578"/>
                <a:gd name="csX5962" fmla="*/ 1898705 w 2180199"/>
                <a:gd name="csY5962" fmla="*/ 1606152 h 1796578"/>
                <a:gd name="csX5963" fmla="*/ 1896742 w 2180199"/>
                <a:gd name="csY5963" fmla="*/ 1602066 h 1796578"/>
                <a:gd name="csX5964" fmla="*/ 1894315 w 2180199"/>
                <a:gd name="csY5964" fmla="*/ 1595652 h 1796578"/>
                <a:gd name="csX5965" fmla="*/ 1893021 w 2180199"/>
                <a:gd name="csY5965" fmla="*/ 1590683 h 1796578"/>
                <a:gd name="csX5966" fmla="*/ 1893896 w 2180199"/>
                <a:gd name="csY5966" fmla="*/ 1592030 h 1796578"/>
                <a:gd name="csX5967" fmla="*/ 1894756 w 2180199"/>
                <a:gd name="csY5967" fmla="*/ 1594807 h 1796578"/>
                <a:gd name="csX5968" fmla="*/ 1898355 w 2180199"/>
                <a:gd name="csY5968" fmla="*/ 1604394 h 1796578"/>
                <a:gd name="csX5969" fmla="*/ 1531789 w 2180199"/>
                <a:gd name="csY5969" fmla="*/ 1603877 h 1796578"/>
                <a:gd name="csX5970" fmla="*/ 1531120 w 2180199"/>
                <a:gd name="csY5970" fmla="*/ 1605254 h 1796578"/>
                <a:gd name="csX5971" fmla="*/ 1531302 w 2180199"/>
                <a:gd name="csY5971" fmla="*/ 1603207 h 1796578"/>
                <a:gd name="csX5972" fmla="*/ 1533037 w 2180199"/>
                <a:gd name="csY5972" fmla="*/ 1598543 h 1796578"/>
                <a:gd name="csX5973" fmla="*/ 1536560 w 2180199"/>
                <a:gd name="csY5973" fmla="*/ 1592403 h 1796578"/>
                <a:gd name="csX5974" fmla="*/ 1538044 w 2180199"/>
                <a:gd name="csY5974" fmla="*/ 1591376 h 1796578"/>
                <a:gd name="csX5975" fmla="*/ 1533981 w 2180199"/>
                <a:gd name="csY5975" fmla="*/ 1598109 h 1796578"/>
                <a:gd name="csX5976" fmla="*/ 1531789 w 2180199"/>
                <a:gd name="csY5976" fmla="*/ 1603877 h 1796578"/>
                <a:gd name="csX5977" fmla="*/ 1535693 w 2180199"/>
                <a:gd name="csY5977" fmla="*/ 1631001 h 1796578"/>
                <a:gd name="csX5978" fmla="*/ 1535396 w 2180199"/>
                <a:gd name="csY5978" fmla="*/ 1632104 h 1796578"/>
                <a:gd name="csX5979" fmla="*/ 1533631 w 2180199"/>
                <a:gd name="csY5979" fmla="*/ 1626969 h 1796578"/>
                <a:gd name="csX5980" fmla="*/ 1530755 w 2180199"/>
                <a:gd name="csY5980" fmla="*/ 1615312 h 1796578"/>
                <a:gd name="csX5981" fmla="*/ 1530648 w 2180199"/>
                <a:gd name="csY5981" fmla="*/ 1608647 h 1796578"/>
                <a:gd name="csX5982" fmla="*/ 1531105 w 2180199"/>
                <a:gd name="csY5982" fmla="*/ 1606349 h 1796578"/>
                <a:gd name="csX5983" fmla="*/ 1531843 w 2180199"/>
                <a:gd name="csY5983" fmla="*/ 1615769 h 1796578"/>
                <a:gd name="csX5984" fmla="*/ 1535023 w 2180199"/>
                <a:gd name="csY5984" fmla="*/ 1627676 h 1796578"/>
                <a:gd name="csX5985" fmla="*/ 1535693 w 2180199"/>
                <a:gd name="csY5985" fmla="*/ 1631001 h 1796578"/>
                <a:gd name="csX5986" fmla="*/ 1857855 w 2180199"/>
                <a:gd name="csY5986" fmla="*/ 1621688 h 1796578"/>
                <a:gd name="csX5987" fmla="*/ 1857824 w 2180199"/>
                <a:gd name="csY5987" fmla="*/ 1623081 h 1796578"/>
                <a:gd name="csX5988" fmla="*/ 1856744 w 2180199"/>
                <a:gd name="csY5988" fmla="*/ 1620745 h 1796578"/>
                <a:gd name="csX5989" fmla="*/ 1856029 w 2180199"/>
                <a:gd name="csY5989" fmla="*/ 1618158 h 1796578"/>
                <a:gd name="csX5990" fmla="*/ 1857056 w 2180199"/>
                <a:gd name="csY5990" fmla="*/ 1618995 h 1796578"/>
                <a:gd name="csX5991" fmla="*/ 1857855 w 2180199"/>
                <a:gd name="csY5991" fmla="*/ 1621688 h 1796578"/>
                <a:gd name="csX5992" fmla="*/ 1858844 w 2180199"/>
                <a:gd name="csY5992" fmla="*/ 1624032 h 1796578"/>
                <a:gd name="csX5993" fmla="*/ 1858083 w 2180199"/>
                <a:gd name="csY5993" fmla="*/ 1624656 h 1796578"/>
                <a:gd name="csX5994" fmla="*/ 1856538 w 2180199"/>
                <a:gd name="csY5994" fmla="*/ 1624199 h 1796578"/>
                <a:gd name="csX5995" fmla="*/ 1855701 w 2180199"/>
                <a:gd name="csY5995" fmla="*/ 1623385 h 1796578"/>
                <a:gd name="csX5996" fmla="*/ 1855336 w 2180199"/>
                <a:gd name="csY5996" fmla="*/ 1621795 h 1796578"/>
                <a:gd name="csX5997" fmla="*/ 1856675 w 2180199"/>
                <a:gd name="csY5997" fmla="*/ 1623484 h 1796578"/>
                <a:gd name="csX5998" fmla="*/ 1857155 w 2180199"/>
                <a:gd name="csY5998" fmla="*/ 1623864 h 1796578"/>
                <a:gd name="csX5999" fmla="*/ 1858844 w 2180199"/>
                <a:gd name="csY5999" fmla="*/ 1624032 h 1796578"/>
                <a:gd name="csX6000" fmla="*/ 1894193 w 2180199"/>
                <a:gd name="csY6000" fmla="*/ 1654968 h 1796578"/>
                <a:gd name="csX6001" fmla="*/ 1889947 w 2180199"/>
                <a:gd name="csY6001" fmla="*/ 1659373 h 1796578"/>
                <a:gd name="csX6002" fmla="*/ 1890419 w 2180199"/>
                <a:gd name="csY6002" fmla="*/ 1658270 h 1796578"/>
                <a:gd name="csX6003" fmla="*/ 1892078 w 2180199"/>
                <a:gd name="csY6003" fmla="*/ 1655912 h 1796578"/>
                <a:gd name="csX6004" fmla="*/ 1892610 w 2180199"/>
                <a:gd name="csY6004" fmla="*/ 1654801 h 1796578"/>
                <a:gd name="csX6005" fmla="*/ 1893729 w 2180199"/>
                <a:gd name="csY6005" fmla="*/ 1654101 h 1796578"/>
                <a:gd name="csX6006" fmla="*/ 1894771 w 2180199"/>
                <a:gd name="csY6006" fmla="*/ 1652830 h 1796578"/>
                <a:gd name="csX6007" fmla="*/ 1894847 w 2180199"/>
                <a:gd name="csY6007" fmla="*/ 1651339 h 1796578"/>
                <a:gd name="csX6008" fmla="*/ 1896361 w 2180199"/>
                <a:gd name="csY6008" fmla="*/ 1650296 h 1796578"/>
                <a:gd name="csX6009" fmla="*/ 1896856 w 2180199"/>
                <a:gd name="csY6009" fmla="*/ 1650144 h 1796578"/>
                <a:gd name="csX6010" fmla="*/ 1894193 w 2180199"/>
                <a:gd name="csY6010" fmla="*/ 1654968 h 1796578"/>
                <a:gd name="csX6011" fmla="*/ 1888715 w 2180199"/>
                <a:gd name="csY6011" fmla="*/ 1660568 h 1796578"/>
                <a:gd name="csX6012" fmla="*/ 1888144 w 2180199"/>
                <a:gd name="csY6012" fmla="*/ 1660682 h 1796578"/>
                <a:gd name="csX6013" fmla="*/ 1888989 w 2180199"/>
                <a:gd name="csY6013" fmla="*/ 1659686 h 1796578"/>
                <a:gd name="csX6014" fmla="*/ 1889225 w 2180199"/>
                <a:gd name="csY6014" fmla="*/ 1659761 h 1796578"/>
                <a:gd name="csX6015" fmla="*/ 1888715 w 2180199"/>
                <a:gd name="csY6015" fmla="*/ 1660568 h 1796578"/>
                <a:gd name="csX6016" fmla="*/ 1884637 w 2180199"/>
                <a:gd name="csY6016" fmla="*/ 1662896 h 1796578"/>
                <a:gd name="csX6017" fmla="*/ 1884233 w 2180199"/>
                <a:gd name="csY6017" fmla="*/ 1662896 h 1796578"/>
                <a:gd name="csX6018" fmla="*/ 1884431 w 2180199"/>
                <a:gd name="csY6018" fmla="*/ 1662561 h 1796578"/>
                <a:gd name="csX6019" fmla="*/ 1885276 w 2180199"/>
                <a:gd name="csY6019" fmla="*/ 1661899 h 1796578"/>
                <a:gd name="csX6020" fmla="*/ 1885580 w 2180199"/>
                <a:gd name="csY6020" fmla="*/ 1662158 h 1796578"/>
                <a:gd name="csX6021" fmla="*/ 1885550 w 2180199"/>
                <a:gd name="csY6021" fmla="*/ 1662493 h 1796578"/>
                <a:gd name="csX6022" fmla="*/ 1884637 w 2180199"/>
                <a:gd name="csY6022" fmla="*/ 1662896 h 1796578"/>
                <a:gd name="csX6023" fmla="*/ 1880049 w 2180199"/>
                <a:gd name="csY6023" fmla="*/ 1664928 h 1796578"/>
                <a:gd name="csX6024" fmla="*/ 1879075 w 2180199"/>
                <a:gd name="csY6024" fmla="*/ 1665483 h 1796578"/>
                <a:gd name="csX6025" fmla="*/ 1878063 w 2180199"/>
                <a:gd name="csY6025" fmla="*/ 1665072 h 1796578"/>
                <a:gd name="csX6026" fmla="*/ 1879174 w 2180199"/>
                <a:gd name="csY6026" fmla="*/ 1664517 h 1796578"/>
                <a:gd name="csX6027" fmla="*/ 1882484 w 2180199"/>
                <a:gd name="csY6027" fmla="*/ 1663923 h 1796578"/>
                <a:gd name="csX6028" fmla="*/ 1881236 w 2180199"/>
                <a:gd name="csY6028" fmla="*/ 1664661 h 1796578"/>
                <a:gd name="csX6029" fmla="*/ 1880049 w 2180199"/>
                <a:gd name="csY6029" fmla="*/ 1664928 h 1796578"/>
                <a:gd name="csX6030" fmla="*/ 1873848 w 2180199"/>
                <a:gd name="csY6030" fmla="*/ 1666480 h 1796578"/>
                <a:gd name="csX6031" fmla="*/ 1873209 w 2180199"/>
                <a:gd name="csY6031" fmla="*/ 1666959 h 1796578"/>
                <a:gd name="csX6032" fmla="*/ 1872904 w 2180199"/>
                <a:gd name="csY6032" fmla="*/ 1666807 h 1796578"/>
                <a:gd name="csX6033" fmla="*/ 1872904 w 2180199"/>
                <a:gd name="csY6033" fmla="*/ 1666107 h 1796578"/>
                <a:gd name="csX6034" fmla="*/ 1871991 w 2180199"/>
                <a:gd name="csY6034" fmla="*/ 1664555 h 1796578"/>
                <a:gd name="csX6035" fmla="*/ 1872022 w 2180199"/>
                <a:gd name="csY6035" fmla="*/ 1664152 h 1796578"/>
                <a:gd name="csX6036" fmla="*/ 1874106 w 2180199"/>
                <a:gd name="csY6036" fmla="*/ 1665666 h 1796578"/>
                <a:gd name="csX6037" fmla="*/ 1874160 w 2180199"/>
                <a:gd name="csY6037" fmla="*/ 1666077 h 1796578"/>
                <a:gd name="csX6038" fmla="*/ 1873848 w 2180199"/>
                <a:gd name="csY6038" fmla="*/ 1666480 h 1796578"/>
                <a:gd name="csX6039" fmla="*/ 1868895 w 2180199"/>
                <a:gd name="csY6039" fmla="*/ 1667659 h 1796578"/>
                <a:gd name="csX6040" fmla="*/ 1867510 w 2180199"/>
                <a:gd name="csY6040" fmla="*/ 1667887 h 1796578"/>
                <a:gd name="csX6041" fmla="*/ 1868628 w 2180199"/>
                <a:gd name="csY6041" fmla="*/ 1666967 h 1796578"/>
                <a:gd name="csX6042" fmla="*/ 1868986 w 2180199"/>
                <a:gd name="csY6042" fmla="*/ 1665567 h 1796578"/>
                <a:gd name="csX6043" fmla="*/ 1869640 w 2180199"/>
                <a:gd name="csY6043" fmla="*/ 1666655 h 1796578"/>
                <a:gd name="csX6044" fmla="*/ 1869633 w 2180199"/>
                <a:gd name="csY6044" fmla="*/ 1667317 h 1796578"/>
                <a:gd name="csX6045" fmla="*/ 1868895 w 2180199"/>
                <a:gd name="csY6045" fmla="*/ 1667659 h 1796578"/>
                <a:gd name="csX6046" fmla="*/ 1864253 w 2180199"/>
                <a:gd name="csY6046" fmla="*/ 1668953 h 1796578"/>
                <a:gd name="csX6047" fmla="*/ 1863713 w 2180199"/>
                <a:gd name="csY6047" fmla="*/ 1669006 h 1796578"/>
                <a:gd name="csX6048" fmla="*/ 1863667 w 2180199"/>
                <a:gd name="csY6048" fmla="*/ 1668648 h 1796578"/>
                <a:gd name="csX6049" fmla="*/ 1864603 w 2180199"/>
                <a:gd name="csY6049" fmla="*/ 1668207 h 1796578"/>
                <a:gd name="csX6050" fmla="*/ 1865227 w 2180199"/>
                <a:gd name="csY6050" fmla="*/ 1668237 h 1796578"/>
                <a:gd name="csX6051" fmla="*/ 1865204 w 2180199"/>
                <a:gd name="csY6051" fmla="*/ 1668724 h 1796578"/>
                <a:gd name="csX6052" fmla="*/ 1864253 w 2180199"/>
                <a:gd name="csY6052" fmla="*/ 1668953 h 1796578"/>
                <a:gd name="csX6053" fmla="*/ 207470 w 2180199"/>
                <a:gd name="csY6053" fmla="*/ 1729319 h 1796578"/>
                <a:gd name="csX6054" fmla="*/ 205591 w 2180199"/>
                <a:gd name="csY6054" fmla="*/ 1730605 h 1796578"/>
                <a:gd name="csX6055" fmla="*/ 204495 w 2180199"/>
                <a:gd name="csY6055" fmla="*/ 1730049 h 1796578"/>
                <a:gd name="csX6056" fmla="*/ 202426 w 2180199"/>
                <a:gd name="csY6056" fmla="*/ 1729844 h 1796578"/>
                <a:gd name="csX6057" fmla="*/ 201627 w 2180199"/>
                <a:gd name="csY6057" fmla="*/ 1728878 h 1796578"/>
                <a:gd name="csX6058" fmla="*/ 199458 w 2180199"/>
                <a:gd name="csY6058" fmla="*/ 1728003 h 1796578"/>
                <a:gd name="csX6059" fmla="*/ 198583 w 2180199"/>
                <a:gd name="csY6059" fmla="*/ 1726816 h 1796578"/>
                <a:gd name="csX6060" fmla="*/ 199915 w 2180199"/>
                <a:gd name="csY6060" fmla="*/ 1724564 h 1796578"/>
                <a:gd name="csX6061" fmla="*/ 203065 w 2180199"/>
                <a:gd name="csY6061" fmla="*/ 1722661 h 1796578"/>
                <a:gd name="csX6062" fmla="*/ 207919 w 2180199"/>
                <a:gd name="csY6062" fmla="*/ 1722745 h 1796578"/>
                <a:gd name="csX6063" fmla="*/ 208931 w 2180199"/>
                <a:gd name="csY6063" fmla="*/ 1724244 h 1796578"/>
                <a:gd name="csX6064" fmla="*/ 209022 w 2180199"/>
                <a:gd name="csY6064" fmla="*/ 1725363 h 1796578"/>
                <a:gd name="csX6065" fmla="*/ 208391 w 2180199"/>
                <a:gd name="csY6065" fmla="*/ 1726618 h 1796578"/>
                <a:gd name="csX6066" fmla="*/ 208102 w 2180199"/>
                <a:gd name="csY6066" fmla="*/ 1728383 h 1796578"/>
                <a:gd name="csX6067" fmla="*/ 207470 w 2180199"/>
                <a:gd name="csY6067" fmla="*/ 1729319 h 1796578"/>
                <a:gd name="csX6068" fmla="*/ 190229 w 2180199"/>
                <a:gd name="csY6068" fmla="*/ 1731404 h 1796578"/>
                <a:gd name="csX6069" fmla="*/ 189795 w 2180199"/>
                <a:gd name="csY6069" fmla="*/ 1732416 h 1796578"/>
                <a:gd name="csX6070" fmla="*/ 189057 w 2180199"/>
                <a:gd name="csY6070" fmla="*/ 1732256 h 1796578"/>
                <a:gd name="csX6071" fmla="*/ 188875 w 2180199"/>
                <a:gd name="csY6071" fmla="*/ 1731358 h 1796578"/>
                <a:gd name="csX6072" fmla="*/ 189354 w 2180199"/>
                <a:gd name="csY6072" fmla="*/ 1730118 h 1796578"/>
                <a:gd name="csX6073" fmla="*/ 190571 w 2180199"/>
                <a:gd name="csY6073" fmla="*/ 1729045 h 1796578"/>
                <a:gd name="csX6074" fmla="*/ 191926 w 2180199"/>
                <a:gd name="csY6074" fmla="*/ 1727417 h 1796578"/>
                <a:gd name="csX6075" fmla="*/ 193037 w 2180199"/>
                <a:gd name="csY6075" fmla="*/ 1727660 h 1796578"/>
                <a:gd name="csX6076" fmla="*/ 192436 w 2180199"/>
                <a:gd name="csY6076" fmla="*/ 1728733 h 1796578"/>
                <a:gd name="csX6077" fmla="*/ 192367 w 2180199"/>
                <a:gd name="csY6077" fmla="*/ 1729890 h 1796578"/>
                <a:gd name="csX6078" fmla="*/ 190800 w 2180199"/>
                <a:gd name="csY6078" fmla="*/ 1730544 h 1796578"/>
                <a:gd name="csX6079" fmla="*/ 190229 w 2180199"/>
                <a:gd name="csY6079" fmla="*/ 1731404 h 1796578"/>
                <a:gd name="csX6080" fmla="*/ 241070 w 2180199"/>
                <a:gd name="csY6080" fmla="*/ 1740192 h 1796578"/>
                <a:gd name="csX6081" fmla="*/ 241800 w 2180199"/>
                <a:gd name="csY6081" fmla="*/ 1740321 h 1796578"/>
                <a:gd name="csX6082" fmla="*/ 242743 w 2180199"/>
                <a:gd name="csY6082" fmla="*/ 1740161 h 1796578"/>
                <a:gd name="csX6083" fmla="*/ 243071 w 2180199"/>
                <a:gd name="csY6083" fmla="*/ 1741980 h 1796578"/>
                <a:gd name="csX6084" fmla="*/ 244166 w 2180199"/>
                <a:gd name="csY6084" fmla="*/ 1742984 h 1796578"/>
                <a:gd name="csX6085" fmla="*/ 244569 w 2180199"/>
                <a:gd name="csY6085" fmla="*/ 1743585 h 1796578"/>
                <a:gd name="csX6086" fmla="*/ 243383 w 2180199"/>
                <a:gd name="csY6086" fmla="*/ 1744216 h 1796578"/>
                <a:gd name="csX6087" fmla="*/ 241077 w 2180199"/>
                <a:gd name="csY6087" fmla="*/ 1744467 h 1796578"/>
                <a:gd name="csX6088" fmla="*/ 239997 w 2180199"/>
                <a:gd name="csY6088" fmla="*/ 1743965 h 1796578"/>
                <a:gd name="csX6089" fmla="*/ 238878 w 2180199"/>
                <a:gd name="csY6089" fmla="*/ 1742832 h 1796578"/>
                <a:gd name="csX6090" fmla="*/ 237668 w 2180199"/>
                <a:gd name="csY6090" fmla="*/ 1743144 h 1796578"/>
                <a:gd name="csX6091" fmla="*/ 237455 w 2180199"/>
                <a:gd name="csY6091" fmla="*/ 1742231 h 1796578"/>
                <a:gd name="csX6092" fmla="*/ 237242 w 2180199"/>
                <a:gd name="csY6092" fmla="*/ 1741964 h 1796578"/>
                <a:gd name="csX6093" fmla="*/ 236413 w 2180199"/>
                <a:gd name="csY6093" fmla="*/ 1742208 h 1796578"/>
                <a:gd name="csX6094" fmla="*/ 237189 w 2180199"/>
                <a:gd name="csY6094" fmla="*/ 1743387 h 1796578"/>
                <a:gd name="csX6095" fmla="*/ 235089 w 2180199"/>
                <a:gd name="csY6095" fmla="*/ 1743479 h 1796578"/>
                <a:gd name="csX6096" fmla="*/ 234427 w 2180199"/>
                <a:gd name="csY6096" fmla="*/ 1743334 h 1796578"/>
                <a:gd name="csX6097" fmla="*/ 233841 w 2180199"/>
                <a:gd name="csY6097" fmla="*/ 1742003 h 1796578"/>
                <a:gd name="csX6098" fmla="*/ 231681 w 2180199"/>
                <a:gd name="csY6098" fmla="*/ 1739446 h 1796578"/>
                <a:gd name="csX6099" fmla="*/ 231688 w 2180199"/>
                <a:gd name="csY6099" fmla="*/ 1738449 h 1796578"/>
                <a:gd name="csX6100" fmla="*/ 230950 w 2180199"/>
                <a:gd name="csY6100" fmla="*/ 1737262 h 1796578"/>
                <a:gd name="csX6101" fmla="*/ 234153 w 2180199"/>
                <a:gd name="csY6101" fmla="*/ 1736920 h 1796578"/>
                <a:gd name="csX6102" fmla="*/ 236345 w 2180199"/>
                <a:gd name="csY6102" fmla="*/ 1734827 h 1796578"/>
                <a:gd name="csX6103" fmla="*/ 237585 w 2180199"/>
                <a:gd name="csY6103" fmla="*/ 1734607 h 1796578"/>
                <a:gd name="csX6104" fmla="*/ 239959 w 2180199"/>
                <a:gd name="csY6104" fmla="*/ 1737985 h 1796578"/>
                <a:gd name="csX6105" fmla="*/ 239898 w 2180199"/>
                <a:gd name="csY6105" fmla="*/ 1738928 h 1796578"/>
                <a:gd name="csX6106" fmla="*/ 240423 w 2180199"/>
                <a:gd name="csY6106" fmla="*/ 1739857 h 1796578"/>
                <a:gd name="csX6107" fmla="*/ 241070 w 2180199"/>
                <a:gd name="csY6107" fmla="*/ 1740192 h 1796578"/>
                <a:gd name="csX6108" fmla="*/ 253570 w 2180199"/>
                <a:gd name="csY6108" fmla="*/ 1745685 h 1796578"/>
                <a:gd name="csX6109" fmla="*/ 258082 w 2180199"/>
                <a:gd name="csY6109" fmla="*/ 1746309 h 1796578"/>
                <a:gd name="csX6110" fmla="*/ 259147 w 2180199"/>
                <a:gd name="csY6110" fmla="*/ 1746042 h 1796578"/>
                <a:gd name="csX6111" fmla="*/ 259901 w 2180199"/>
                <a:gd name="csY6111" fmla="*/ 1746552 h 1796578"/>
                <a:gd name="csX6112" fmla="*/ 263637 w 2180199"/>
                <a:gd name="csY6112" fmla="*/ 1746872 h 1796578"/>
                <a:gd name="csX6113" fmla="*/ 264276 w 2180199"/>
                <a:gd name="csY6113" fmla="*/ 1747062 h 1796578"/>
                <a:gd name="csX6114" fmla="*/ 263515 w 2180199"/>
                <a:gd name="csY6114" fmla="*/ 1748234 h 1796578"/>
                <a:gd name="csX6115" fmla="*/ 261126 w 2180199"/>
                <a:gd name="csY6115" fmla="*/ 1749307 h 1796578"/>
                <a:gd name="csX6116" fmla="*/ 257687 w 2180199"/>
                <a:gd name="csY6116" fmla="*/ 1748363 h 1796578"/>
                <a:gd name="csX6117" fmla="*/ 251935 w 2180199"/>
                <a:gd name="csY6117" fmla="*/ 1748028 h 1796578"/>
                <a:gd name="csX6118" fmla="*/ 252170 w 2180199"/>
                <a:gd name="csY6118" fmla="*/ 1747123 h 1796578"/>
                <a:gd name="csX6119" fmla="*/ 252718 w 2180199"/>
                <a:gd name="csY6119" fmla="*/ 1746484 h 1796578"/>
                <a:gd name="csX6120" fmla="*/ 252802 w 2180199"/>
                <a:gd name="csY6120" fmla="*/ 1745365 h 1796578"/>
                <a:gd name="csX6121" fmla="*/ 253570 w 2180199"/>
                <a:gd name="csY6121" fmla="*/ 1745685 h 1796578"/>
                <a:gd name="csX6122" fmla="*/ 269092 w 2180199"/>
                <a:gd name="csY6122" fmla="*/ 1752122 h 1796578"/>
                <a:gd name="csX6123" fmla="*/ 269647 w 2180199"/>
                <a:gd name="csY6123" fmla="*/ 1752525 h 1796578"/>
                <a:gd name="csX6124" fmla="*/ 271922 w 2180199"/>
                <a:gd name="csY6124" fmla="*/ 1751916 h 1796578"/>
                <a:gd name="csX6125" fmla="*/ 273566 w 2180199"/>
                <a:gd name="csY6125" fmla="*/ 1751696 h 1796578"/>
                <a:gd name="csX6126" fmla="*/ 276320 w 2180199"/>
                <a:gd name="csY6126" fmla="*/ 1753195 h 1796578"/>
                <a:gd name="csX6127" fmla="*/ 277279 w 2180199"/>
                <a:gd name="csY6127" fmla="*/ 1754222 h 1796578"/>
                <a:gd name="csX6128" fmla="*/ 279090 w 2180199"/>
                <a:gd name="csY6128" fmla="*/ 1755317 h 1796578"/>
                <a:gd name="csX6129" fmla="*/ 279706 w 2180199"/>
                <a:gd name="csY6129" fmla="*/ 1756109 h 1796578"/>
                <a:gd name="csX6130" fmla="*/ 279204 w 2180199"/>
                <a:gd name="csY6130" fmla="*/ 1757067 h 1796578"/>
                <a:gd name="csX6131" fmla="*/ 277203 w 2180199"/>
                <a:gd name="csY6131" fmla="*/ 1758650 h 1796578"/>
                <a:gd name="csX6132" fmla="*/ 274479 w 2180199"/>
                <a:gd name="csY6132" fmla="*/ 1759015 h 1796578"/>
                <a:gd name="csX6133" fmla="*/ 272873 w 2180199"/>
                <a:gd name="csY6133" fmla="*/ 1759692 h 1796578"/>
                <a:gd name="csX6134" fmla="*/ 270766 w 2180199"/>
                <a:gd name="csY6134" fmla="*/ 1759548 h 1796578"/>
                <a:gd name="csX6135" fmla="*/ 270134 w 2180199"/>
                <a:gd name="csY6135" fmla="*/ 1759259 h 1796578"/>
                <a:gd name="csX6136" fmla="*/ 269906 w 2180199"/>
                <a:gd name="csY6136" fmla="*/ 1757250 h 1796578"/>
                <a:gd name="csX6137" fmla="*/ 269236 w 2180199"/>
                <a:gd name="csY6137" fmla="*/ 1755097 h 1796578"/>
                <a:gd name="csX6138" fmla="*/ 267875 w 2180199"/>
                <a:gd name="csY6138" fmla="*/ 1755348 h 1796578"/>
                <a:gd name="csX6139" fmla="*/ 266345 w 2180199"/>
                <a:gd name="csY6139" fmla="*/ 1754625 h 1796578"/>
                <a:gd name="csX6140" fmla="*/ 264763 w 2180199"/>
                <a:gd name="csY6140" fmla="*/ 1752814 h 1796578"/>
                <a:gd name="csX6141" fmla="*/ 264588 w 2180199"/>
                <a:gd name="csY6141" fmla="*/ 1751734 h 1796578"/>
                <a:gd name="csX6142" fmla="*/ 265463 w 2180199"/>
                <a:gd name="csY6142" fmla="*/ 1750014 h 1796578"/>
                <a:gd name="csX6143" fmla="*/ 266992 w 2180199"/>
                <a:gd name="csY6143" fmla="*/ 1749794 h 1796578"/>
                <a:gd name="csX6144" fmla="*/ 268126 w 2180199"/>
                <a:gd name="csY6144" fmla="*/ 1750745 h 1796578"/>
                <a:gd name="csX6145" fmla="*/ 269092 w 2180199"/>
                <a:gd name="csY6145" fmla="*/ 1752122 h 1796578"/>
                <a:gd name="csX6146" fmla="*/ 261346 w 2180199"/>
                <a:gd name="csY6146" fmla="*/ 1755759 h 1796578"/>
                <a:gd name="csX6147" fmla="*/ 260083 w 2180199"/>
                <a:gd name="csY6147" fmla="*/ 1756398 h 1796578"/>
                <a:gd name="csX6148" fmla="*/ 258706 w 2180199"/>
                <a:gd name="csY6148" fmla="*/ 1756101 h 1796578"/>
                <a:gd name="csX6149" fmla="*/ 258387 w 2180199"/>
                <a:gd name="csY6149" fmla="*/ 1754549 h 1796578"/>
                <a:gd name="csX6150" fmla="*/ 257063 w 2180199"/>
                <a:gd name="csY6150" fmla="*/ 1752578 h 1796578"/>
                <a:gd name="csX6151" fmla="*/ 259391 w 2180199"/>
                <a:gd name="csY6151" fmla="*/ 1752175 h 1796578"/>
                <a:gd name="csX6152" fmla="*/ 260700 w 2180199"/>
                <a:gd name="csY6152" fmla="*/ 1752746 h 1796578"/>
                <a:gd name="csX6153" fmla="*/ 261384 w 2180199"/>
                <a:gd name="csY6153" fmla="*/ 1753362 h 1796578"/>
                <a:gd name="csX6154" fmla="*/ 262214 w 2180199"/>
                <a:gd name="csY6154" fmla="*/ 1754420 h 1796578"/>
                <a:gd name="csX6155" fmla="*/ 261346 w 2180199"/>
                <a:gd name="csY6155" fmla="*/ 1755759 h 1796578"/>
                <a:gd name="csX6156" fmla="*/ 288433 w 2180199"/>
                <a:gd name="csY6156" fmla="*/ 1795498 h 1796578"/>
                <a:gd name="csX6157" fmla="*/ 287489 w 2180199"/>
                <a:gd name="csY6157" fmla="*/ 1796578 h 1796578"/>
                <a:gd name="csX6158" fmla="*/ 286310 w 2180199"/>
                <a:gd name="csY6158" fmla="*/ 1796495 h 1796578"/>
                <a:gd name="csX6159" fmla="*/ 282026 w 2180199"/>
                <a:gd name="csY6159" fmla="*/ 1794182 h 1796578"/>
                <a:gd name="csX6160" fmla="*/ 281509 w 2180199"/>
                <a:gd name="csY6160" fmla="*/ 1792942 h 1796578"/>
                <a:gd name="csX6161" fmla="*/ 281829 w 2180199"/>
                <a:gd name="csY6161" fmla="*/ 1787167 h 1796578"/>
                <a:gd name="csX6162" fmla="*/ 280223 w 2180199"/>
                <a:gd name="csY6162" fmla="*/ 1782480 h 1796578"/>
                <a:gd name="csX6163" fmla="*/ 278458 w 2180199"/>
                <a:gd name="csY6163" fmla="*/ 1778889 h 1796578"/>
                <a:gd name="csX6164" fmla="*/ 279744 w 2180199"/>
                <a:gd name="csY6164" fmla="*/ 1777047 h 1796578"/>
                <a:gd name="csX6165" fmla="*/ 281441 w 2180199"/>
                <a:gd name="csY6165" fmla="*/ 1775617 h 1796578"/>
                <a:gd name="csX6166" fmla="*/ 283335 w 2180199"/>
                <a:gd name="csY6166" fmla="*/ 1772924 h 1796578"/>
                <a:gd name="csX6167" fmla="*/ 281783 w 2180199"/>
                <a:gd name="csY6167" fmla="*/ 1769462 h 1796578"/>
                <a:gd name="csX6168" fmla="*/ 282179 w 2180199"/>
                <a:gd name="csY6168" fmla="*/ 1767369 h 1796578"/>
                <a:gd name="csX6169" fmla="*/ 283092 w 2180199"/>
                <a:gd name="csY6169" fmla="*/ 1767012 h 1796578"/>
                <a:gd name="csX6170" fmla="*/ 287565 w 2180199"/>
                <a:gd name="csY6170" fmla="*/ 1769553 h 1796578"/>
                <a:gd name="csX6171" fmla="*/ 296604 w 2180199"/>
                <a:gd name="csY6171" fmla="*/ 1773372 h 1796578"/>
                <a:gd name="csX6172" fmla="*/ 299009 w 2180199"/>
                <a:gd name="csY6172" fmla="*/ 1776058 h 1796578"/>
                <a:gd name="csX6173" fmla="*/ 299435 w 2180199"/>
                <a:gd name="csY6173" fmla="*/ 1778934 h 1796578"/>
                <a:gd name="csX6174" fmla="*/ 301078 w 2180199"/>
                <a:gd name="csY6174" fmla="*/ 1779299 h 1796578"/>
                <a:gd name="csX6175" fmla="*/ 301862 w 2180199"/>
                <a:gd name="csY6175" fmla="*/ 1781270 h 1796578"/>
                <a:gd name="csX6176" fmla="*/ 304236 w 2180199"/>
                <a:gd name="csY6176" fmla="*/ 1782997 h 1796578"/>
                <a:gd name="csX6177" fmla="*/ 305027 w 2180199"/>
                <a:gd name="csY6177" fmla="*/ 1783979 h 1796578"/>
                <a:gd name="csX6178" fmla="*/ 304046 w 2180199"/>
                <a:gd name="csY6178" fmla="*/ 1785561 h 1796578"/>
                <a:gd name="csX6179" fmla="*/ 299709 w 2180199"/>
                <a:gd name="csY6179" fmla="*/ 1788597 h 1796578"/>
                <a:gd name="csX6180" fmla="*/ 294238 w 2180199"/>
                <a:gd name="csY6180" fmla="*/ 1789921 h 1796578"/>
                <a:gd name="csX6181" fmla="*/ 289422 w 2180199"/>
                <a:gd name="csY6181" fmla="*/ 1793315 h 1796578"/>
                <a:gd name="csX6182" fmla="*/ 288433 w 2180199"/>
                <a:gd name="csY6182" fmla="*/ 1795498 h 179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Lst>
              <a:rect l="l" t="t" r="r" b="b"/>
              <a:pathLst>
                <a:path w="2180199" h="1796578">
                  <a:moveTo>
                    <a:pt x="599746" y="112576"/>
                  </a:moveTo>
                  <a:lnTo>
                    <a:pt x="599746" y="130380"/>
                  </a:lnTo>
                  <a:lnTo>
                    <a:pt x="599746" y="147948"/>
                  </a:lnTo>
                  <a:lnTo>
                    <a:pt x="599746" y="165281"/>
                  </a:lnTo>
                  <a:lnTo>
                    <a:pt x="599746" y="182392"/>
                  </a:lnTo>
                  <a:lnTo>
                    <a:pt x="599746" y="199283"/>
                  </a:lnTo>
                  <a:lnTo>
                    <a:pt x="599746" y="215954"/>
                  </a:lnTo>
                  <a:lnTo>
                    <a:pt x="599746" y="232419"/>
                  </a:lnTo>
                  <a:lnTo>
                    <a:pt x="599746" y="248678"/>
                  </a:lnTo>
                  <a:lnTo>
                    <a:pt x="599746" y="264740"/>
                  </a:lnTo>
                  <a:lnTo>
                    <a:pt x="599746" y="280611"/>
                  </a:lnTo>
                  <a:lnTo>
                    <a:pt x="599746" y="296300"/>
                  </a:lnTo>
                  <a:lnTo>
                    <a:pt x="599746" y="311799"/>
                  </a:lnTo>
                  <a:lnTo>
                    <a:pt x="599746" y="327122"/>
                  </a:lnTo>
                  <a:lnTo>
                    <a:pt x="599746" y="342271"/>
                  </a:lnTo>
                  <a:lnTo>
                    <a:pt x="599746" y="357252"/>
                  </a:lnTo>
                  <a:lnTo>
                    <a:pt x="599746" y="372066"/>
                  </a:lnTo>
                  <a:lnTo>
                    <a:pt x="599746" y="386720"/>
                  </a:lnTo>
                  <a:lnTo>
                    <a:pt x="599746" y="401215"/>
                  </a:lnTo>
                  <a:lnTo>
                    <a:pt x="599746" y="415557"/>
                  </a:lnTo>
                  <a:lnTo>
                    <a:pt x="599746" y="429747"/>
                  </a:lnTo>
                  <a:lnTo>
                    <a:pt x="599746" y="443784"/>
                  </a:lnTo>
                  <a:lnTo>
                    <a:pt x="599746" y="457685"/>
                  </a:lnTo>
                  <a:lnTo>
                    <a:pt x="599746" y="471449"/>
                  </a:lnTo>
                  <a:lnTo>
                    <a:pt x="599746" y="485076"/>
                  </a:lnTo>
                  <a:lnTo>
                    <a:pt x="599746" y="498566"/>
                  </a:lnTo>
                  <a:lnTo>
                    <a:pt x="599746" y="511919"/>
                  </a:lnTo>
                  <a:lnTo>
                    <a:pt x="599746" y="525150"/>
                  </a:lnTo>
                  <a:lnTo>
                    <a:pt x="599746" y="538252"/>
                  </a:lnTo>
                  <a:lnTo>
                    <a:pt x="599746" y="551240"/>
                  </a:lnTo>
                  <a:lnTo>
                    <a:pt x="599746" y="564099"/>
                  </a:lnTo>
                  <a:lnTo>
                    <a:pt x="599746" y="576843"/>
                  </a:lnTo>
                  <a:lnTo>
                    <a:pt x="599746" y="589473"/>
                  </a:lnTo>
                  <a:lnTo>
                    <a:pt x="604858" y="591238"/>
                  </a:lnTo>
                  <a:lnTo>
                    <a:pt x="609925" y="592988"/>
                  </a:lnTo>
                  <a:lnTo>
                    <a:pt x="611478" y="589496"/>
                  </a:lnTo>
                  <a:lnTo>
                    <a:pt x="616940" y="592174"/>
                  </a:lnTo>
                  <a:lnTo>
                    <a:pt x="621711" y="594510"/>
                  </a:lnTo>
                  <a:lnTo>
                    <a:pt x="624754" y="591512"/>
                  </a:lnTo>
                  <a:lnTo>
                    <a:pt x="628049" y="588263"/>
                  </a:lnTo>
                  <a:lnTo>
                    <a:pt x="632492" y="588035"/>
                  </a:lnTo>
                  <a:lnTo>
                    <a:pt x="637477" y="587776"/>
                  </a:lnTo>
                  <a:lnTo>
                    <a:pt x="640801" y="587609"/>
                  </a:lnTo>
                  <a:lnTo>
                    <a:pt x="640801" y="590379"/>
                  </a:lnTo>
                  <a:lnTo>
                    <a:pt x="639568" y="594959"/>
                  </a:lnTo>
                  <a:lnTo>
                    <a:pt x="638542" y="598771"/>
                  </a:lnTo>
                  <a:lnTo>
                    <a:pt x="641569" y="602628"/>
                  </a:lnTo>
                  <a:lnTo>
                    <a:pt x="645298" y="604652"/>
                  </a:lnTo>
                  <a:lnTo>
                    <a:pt x="648783" y="606547"/>
                  </a:lnTo>
                  <a:lnTo>
                    <a:pt x="650350" y="611766"/>
                  </a:lnTo>
                  <a:lnTo>
                    <a:pt x="654162" y="615783"/>
                  </a:lnTo>
                  <a:lnTo>
                    <a:pt x="657060" y="618827"/>
                  </a:lnTo>
                  <a:lnTo>
                    <a:pt x="659845" y="621741"/>
                  </a:lnTo>
                  <a:lnTo>
                    <a:pt x="663824" y="625895"/>
                  </a:lnTo>
                  <a:lnTo>
                    <a:pt x="666609" y="628802"/>
                  </a:lnTo>
                  <a:lnTo>
                    <a:pt x="670322" y="632659"/>
                  </a:lnTo>
                  <a:lnTo>
                    <a:pt x="672529" y="634950"/>
                  </a:lnTo>
                  <a:lnTo>
                    <a:pt x="673586" y="639393"/>
                  </a:lnTo>
                  <a:lnTo>
                    <a:pt x="674857" y="644711"/>
                  </a:lnTo>
                  <a:lnTo>
                    <a:pt x="674073" y="647846"/>
                  </a:lnTo>
                  <a:lnTo>
                    <a:pt x="675831" y="648348"/>
                  </a:lnTo>
                  <a:lnTo>
                    <a:pt x="679270" y="644833"/>
                  </a:lnTo>
                  <a:lnTo>
                    <a:pt x="682504" y="642649"/>
                  </a:lnTo>
                  <a:lnTo>
                    <a:pt x="686499" y="639948"/>
                  </a:lnTo>
                  <a:lnTo>
                    <a:pt x="689191" y="638122"/>
                  </a:lnTo>
                  <a:lnTo>
                    <a:pt x="694198" y="638031"/>
                  </a:lnTo>
                  <a:lnTo>
                    <a:pt x="696587" y="632713"/>
                  </a:lnTo>
                  <a:lnTo>
                    <a:pt x="696595" y="625218"/>
                  </a:lnTo>
                  <a:lnTo>
                    <a:pt x="699128" y="625347"/>
                  </a:lnTo>
                  <a:lnTo>
                    <a:pt x="700619" y="624328"/>
                  </a:lnTo>
                  <a:lnTo>
                    <a:pt x="701274" y="622114"/>
                  </a:lnTo>
                  <a:lnTo>
                    <a:pt x="699684" y="619086"/>
                  </a:lnTo>
                  <a:lnTo>
                    <a:pt x="704478" y="617670"/>
                  </a:lnTo>
                  <a:lnTo>
                    <a:pt x="707946" y="616643"/>
                  </a:lnTo>
                  <a:lnTo>
                    <a:pt x="712900" y="613851"/>
                  </a:lnTo>
                  <a:lnTo>
                    <a:pt x="717739" y="611120"/>
                  </a:lnTo>
                  <a:lnTo>
                    <a:pt x="720044" y="613235"/>
                  </a:lnTo>
                  <a:lnTo>
                    <a:pt x="722327" y="615274"/>
                  </a:lnTo>
                  <a:lnTo>
                    <a:pt x="726808" y="620181"/>
                  </a:lnTo>
                  <a:lnTo>
                    <a:pt x="727113" y="621361"/>
                  </a:lnTo>
                  <a:lnTo>
                    <a:pt x="726808" y="623658"/>
                  </a:lnTo>
                  <a:lnTo>
                    <a:pt x="726367" y="625949"/>
                  </a:lnTo>
                  <a:lnTo>
                    <a:pt x="729091" y="632355"/>
                  </a:lnTo>
                  <a:lnTo>
                    <a:pt x="729874" y="633070"/>
                  </a:lnTo>
                  <a:lnTo>
                    <a:pt x="732111" y="633953"/>
                  </a:lnTo>
                  <a:lnTo>
                    <a:pt x="734782" y="636068"/>
                  </a:lnTo>
                  <a:lnTo>
                    <a:pt x="735962" y="637894"/>
                  </a:lnTo>
                  <a:lnTo>
                    <a:pt x="739826" y="640800"/>
                  </a:lnTo>
                  <a:lnTo>
                    <a:pt x="740481" y="642003"/>
                  </a:lnTo>
                  <a:lnTo>
                    <a:pt x="740846" y="643950"/>
                  </a:lnTo>
                  <a:lnTo>
                    <a:pt x="741477" y="645624"/>
                  </a:lnTo>
                  <a:lnTo>
                    <a:pt x="742201" y="646819"/>
                  </a:lnTo>
                  <a:lnTo>
                    <a:pt x="742900" y="648523"/>
                  </a:lnTo>
                  <a:lnTo>
                    <a:pt x="744574" y="650532"/>
                  </a:lnTo>
                  <a:lnTo>
                    <a:pt x="747762" y="652769"/>
                  </a:lnTo>
                  <a:lnTo>
                    <a:pt x="749976" y="654321"/>
                  </a:lnTo>
                  <a:lnTo>
                    <a:pt x="753074" y="656489"/>
                  </a:lnTo>
                  <a:lnTo>
                    <a:pt x="756208" y="660910"/>
                  </a:lnTo>
                  <a:lnTo>
                    <a:pt x="758934" y="664737"/>
                  </a:lnTo>
                  <a:lnTo>
                    <a:pt x="762038" y="668511"/>
                  </a:lnTo>
                  <a:lnTo>
                    <a:pt x="761582" y="671516"/>
                  </a:lnTo>
                  <a:lnTo>
                    <a:pt x="764724" y="676142"/>
                  </a:lnTo>
                  <a:lnTo>
                    <a:pt x="768034" y="682008"/>
                  </a:lnTo>
                  <a:lnTo>
                    <a:pt x="770575" y="687190"/>
                  </a:lnTo>
                  <a:lnTo>
                    <a:pt x="772378" y="690081"/>
                  </a:lnTo>
                  <a:lnTo>
                    <a:pt x="774547" y="694251"/>
                  </a:lnTo>
                  <a:lnTo>
                    <a:pt x="777194" y="699341"/>
                  </a:lnTo>
                  <a:lnTo>
                    <a:pt x="780207" y="705116"/>
                  </a:lnTo>
                  <a:lnTo>
                    <a:pt x="782513" y="708806"/>
                  </a:lnTo>
                  <a:lnTo>
                    <a:pt x="785518" y="713957"/>
                  </a:lnTo>
                  <a:lnTo>
                    <a:pt x="787002" y="717023"/>
                  </a:lnTo>
                  <a:lnTo>
                    <a:pt x="785990" y="719115"/>
                  </a:lnTo>
                  <a:lnTo>
                    <a:pt x="784742" y="721702"/>
                  </a:lnTo>
                  <a:lnTo>
                    <a:pt x="788607" y="722927"/>
                  </a:lnTo>
                  <a:lnTo>
                    <a:pt x="791285" y="723772"/>
                  </a:lnTo>
                  <a:lnTo>
                    <a:pt x="790616" y="726633"/>
                  </a:lnTo>
                  <a:lnTo>
                    <a:pt x="789733" y="730406"/>
                  </a:lnTo>
                  <a:lnTo>
                    <a:pt x="792761" y="731890"/>
                  </a:lnTo>
                  <a:lnTo>
                    <a:pt x="794816" y="732902"/>
                  </a:lnTo>
                  <a:lnTo>
                    <a:pt x="794390" y="734873"/>
                  </a:lnTo>
                  <a:lnTo>
                    <a:pt x="795523" y="737094"/>
                  </a:lnTo>
                  <a:lnTo>
                    <a:pt x="795706" y="740769"/>
                  </a:lnTo>
                  <a:lnTo>
                    <a:pt x="799396" y="740533"/>
                  </a:lnTo>
                  <a:lnTo>
                    <a:pt x="801024" y="740427"/>
                  </a:lnTo>
                  <a:lnTo>
                    <a:pt x="803231" y="742055"/>
                  </a:lnTo>
                  <a:lnTo>
                    <a:pt x="806137" y="744201"/>
                  </a:lnTo>
                  <a:lnTo>
                    <a:pt x="809051" y="746209"/>
                  </a:lnTo>
                  <a:lnTo>
                    <a:pt x="811539" y="747921"/>
                  </a:lnTo>
                  <a:lnTo>
                    <a:pt x="814804" y="748933"/>
                  </a:lnTo>
                  <a:lnTo>
                    <a:pt x="818828" y="750387"/>
                  </a:lnTo>
                  <a:lnTo>
                    <a:pt x="820807" y="753354"/>
                  </a:lnTo>
                  <a:lnTo>
                    <a:pt x="824474" y="754625"/>
                  </a:lnTo>
                  <a:lnTo>
                    <a:pt x="825844" y="758756"/>
                  </a:lnTo>
                  <a:lnTo>
                    <a:pt x="830082" y="760270"/>
                  </a:lnTo>
                  <a:lnTo>
                    <a:pt x="832577" y="759258"/>
                  </a:lnTo>
                  <a:lnTo>
                    <a:pt x="833475" y="760940"/>
                  </a:lnTo>
                  <a:lnTo>
                    <a:pt x="834183" y="762872"/>
                  </a:lnTo>
                  <a:lnTo>
                    <a:pt x="834373" y="765307"/>
                  </a:lnTo>
                  <a:lnTo>
                    <a:pt x="834137" y="767681"/>
                  </a:lnTo>
                  <a:lnTo>
                    <a:pt x="833079" y="769659"/>
                  </a:lnTo>
                  <a:lnTo>
                    <a:pt x="832280" y="771789"/>
                  </a:lnTo>
                  <a:lnTo>
                    <a:pt x="831748" y="774079"/>
                  </a:lnTo>
                  <a:lnTo>
                    <a:pt x="831542" y="776530"/>
                  </a:lnTo>
                  <a:lnTo>
                    <a:pt x="831672" y="779147"/>
                  </a:lnTo>
                  <a:lnTo>
                    <a:pt x="832098" y="781429"/>
                  </a:lnTo>
                  <a:lnTo>
                    <a:pt x="833399" y="785645"/>
                  </a:lnTo>
                  <a:lnTo>
                    <a:pt x="833833" y="788224"/>
                  </a:lnTo>
                  <a:lnTo>
                    <a:pt x="833886" y="789936"/>
                  </a:lnTo>
                  <a:lnTo>
                    <a:pt x="831002" y="795947"/>
                  </a:lnTo>
                  <a:lnTo>
                    <a:pt x="830005" y="798800"/>
                  </a:lnTo>
                  <a:lnTo>
                    <a:pt x="830097" y="800078"/>
                  </a:lnTo>
                  <a:lnTo>
                    <a:pt x="827997" y="803045"/>
                  </a:lnTo>
                  <a:lnTo>
                    <a:pt x="824139" y="807184"/>
                  </a:lnTo>
                  <a:lnTo>
                    <a:pt x="822389" y="809566"/>
                  </a:lnTo>
                  <a:lnTo>
                    <a:pt x="821522" y="808775"/>
                  </a:lnTo>
                  <a:lnTo>
                    <a:pt x="816531" y="808158"/>
                  </a:lnTo>
                  <a:lnTo>
                    <a:pt x="814720" y="802870"/>
                  </a:lnTo>
                  <a:lnTo>
                    <a:pt x="813761" y="798754"/>
                  </a:lnTo>
                  <a:lnTo>
                    <a:pt x="812308" y="795163"/>
                  </a:lnTo>
                  <a:lnTo>
                    <a:pt x="812346" y="794349"/>
                  </a:lnTo>
                  <a:lnTo>
                    <a:pt x="813670" y="791945"/>
                  </a:lnTo>
                  <a:lnTo>
                    <a:pt x="818661" y="789966"/>
                  </a:lnTo>
                  <a:lnTo>
                    <a:pt x="818707" y="789175"/>
                  </a:lnTo>
                  <a:lnTo>
                    <a:pt x="816850" y="788650"/>
                  </a:lnTo>
                  <a:lnTo>
                    <a:pt x="816401" y="787790"/>
                  </a:lnTo>
                  <a:lnTo>
                    <a:pt x="815892" y="783872"/>
                  </a:lnTo>
                  <a:lnTo>
                    <a:pt x="816028" y="780425"/>
                  </a:lnTo>
                  <a:lnTo>
                    <a:pt x="815899" y="778135"/>
                  </a:lnTo>
                  <a:lnTo>
                    <a:pt x="815070" y="773448"/>
                  </a:lnTo>
                  <a:lnTo>
                    <a:pt x="813822" y="770572"/>
                  </a:lnTo>
                  <a:lnTo>
                    <a:pt x="810604" y="764942"/>
                  </a:lnTo>
                  <a:lnTo>
                    <a:pt x="810330" y="763519"/>
                  </a:lnTo>
                  <a:lnTo>
                    <a:pt x="811745" y="761731"/>
                  </a:lnTo>
                  <a:lnTo>
                    <a:pt x="812627" y="760065"/>
                  </a:lnTo>
                  <a:lnTo>
                    <a:pt x="807187" y="762963"/>
                  </a:lnTo>
                  <a:lnTo>
                    <a:pt x="799761" y="765999"/>
                  </a:lnTo>
                  <a:lnTo>
                    <a:pt x="796581" y="768114"/>
                  </a:lnTo>
                  <a:lnTo>
                    <a:pt x="795911" y="768959"/>
                  </a:lnTo>
                  <a:lnTo>
                    <a:pt x="795683" y="769674"/>
                  </a:lnTo>
                  <a:lnTo>
                    <a:pt x="796261" y="771668"/>
                  </a:lnTo>
                  <a:lnTo>
                    <a:pt x="796170" y="772307"/>
                  </a:lnTo>
                  <a:lnTo>
                    <a:pt x="795523" y="773486"/>
                  </a:lnTo>
                  <a:lnTo>
                    <a:pt x="794755" y="776803"/>
                  </a:lnTo>
                  <a:lnTo>
                    <a:pt x="793142" y="780311"/>
                  </a:lnTo>
                  <a:lnTo>
                    <a:pt x="792328" y="781034"/>
                  </a:lnTo>
                  <a:lnTo>
                    <a:pt x="789429" y="779725"/>
                  </a:lnTo>
                  <a:lnTo>
                    <a:pt x="788653" y="778607"/>
                  </a:lnTo>
                  <a:lnTo>
                    <a:pt x="787200" y="774019"/>
                  </a:lnTo>
                  <a:lnTo>
                    <a:pt x="787534" y="772794"/>
                  </a:lnTo>
                  <a:lnTo>
                    <a:pt x="788592" y="771759"/>
                  </a:lnTo>
                  <a:lnTo>
                    <a:pt x="790030" y="769530"/>
                  </a:lnTo>
                  <a:lnTo>
                    <a:pt x="791841" y="766091"/>
                  </a:lnTo>
                  <a:lnTo>
                    <a:pt x="795303" y="757318"/>
                  </a:lnTo>
                  <a:lnTo>
                    <a:pt x="797563" y="757280"/>
                  </a:lnTo>
                  <a:lnTo>
                    <a:pt x="801549" y="755538"/>
                  </a:lnTo>
                  <a:lnTo>
                    <a:pt x="795295" y="754662"/>
                  </a:lnTo>
                  <a:lnTo>
                    <a:pt x="794359" y="754206"/>
                  </a:lnTo>
                  <a:lnTo>
                    <a:pt x="793522" y="753004"/>
                  </a:lnTo>
                  <a:lnTo>
                    <a:pt x="792777" y="751056"/>
                  </a:lnTo>
                  <a:lnTo>
                    <a:pt x="791506" y="748888"/>
                  </a:lnTo>
                  <a:lnTo>
                    <a:pt x="789125" y="748127"/>
                  </a:lnTo>
                  <a:lnTo>
                    <a:pt x="788082" y="747328"/>
                  </a:lnTo>
                  <a:lnTo>
                    <a:pt x="786507" y="744688"/>
                  </a:lnTo>
                  <a:lnTo>
                    <a:pt x="785450" y="743501"/>
                  </a:lnTo>
                  <a:lnTo>
                    <a:pt x="784871" y="742032"/>
                  </a:lnTo>
                  <a:lnTo>
                    <a:pt x="784772" y="740282"/>
                  </a:lnTo>
                  <a:lnTo>
                    <a:pt x="784324" y="739400"/>
                  </a:lnTo>
                  <a:lnTo>
                    <a:pt x="782688" y="739080"/>
                  </a:lnTo>
                  <a:lnTo>
                    <a:pt x="781805" y="738479"/>
                  </a:lnTo>
                  <a:lnTo>
                    <a:pt x="781562" y="733944"/>
                  </a:lnTo>
                  <a:lnTo>
                    <a:pt x="778305" y="732780"/>
                  </a:lnTo>
                  <a:lnTo>
                    <a:pt x="776974" y="731776"/>
                  </a:lnTo>
                  <a:lnTo>
                    <a:pt x="774828" y="728930"/>
                  </a:lnTo>
                  <a:lnTo>
                    <a:pt x="774235" y="727546"/>
                  </a:lnTo>
                  <a:lnTo>
                    <a:pt x="774044" y="726389"/>
                  </a:lnTo>
                  <a:lnTo>
                    <a:pt x="774569" y="723239"/>
                  </a:lnTo>
                  <a:lnTo>
                    <a:pt x="774349" y="722646"/>
                  </a:lnTo>
                  <a:lnTo>
                    <a:pt x="772447" y="722965"/>
                  </a:lnTo>
                  <a:lnTo>
                    <a:pt x="760653" y="718073"/>
                  </a:lnTo>
                  <a:lnTo>
                    <a:pt x="761277" y="711583"/>
                  </a:lnTo>
                  <a:lnTo>
                    <a:pt x="759094" y="702978"/>
                  </a:lnTo>
                  <a:lnTo>
                    <a:pt x="756748" y="699478"/>
                  </a:lnTo>
                  <a:lnTo>
                    <a:pt x="757213" y="698108"/>
                  </a:lnTo>
                  <a:lnTo>
                    <a:pt x="757714" y="697385"/>
                  </a:lnTo>
                  <a:lnTo>
                    <a:pt x="758766" y="697370"/>
                  </a:lnTo>
                  <a:lnTo>
                    <a:pt x="763293" y="699919"/>
                  </a:lnTo>
                  <a:lnTo>
                    <a:pt x="767554" y="702932"/>
                  </a:lnTo>
                  <a:lnTo>
                    <a:pt x="768102" y="702491"/>
                  </a:lnTo>
                  <a:lnTo>
                    <a:pt x="761292" y="696084"/>
                  </a:lnTo>
                  <a:lnTo>
                    <a:pt x="759588" y="694167"/>
                  </a:lnTo>
                  <a:lnTo>
                    <a:pt x="759162" y="691854"/>
                  </a:lnTo>
                  <a:lnTo>
                    <a:pt x="759139" y="690614"/>
                  </a:lnTo>
                  <a:lnTo>
                    <a:pt x="759679" y="689967"/>
                  </a:lnTo>
                  <a:lnTo>
                    <a:pt x="766063" y="690545"/>
                  </a:lnTo>
                  <a:lnTo>
                    <a:pt x="766443" y="690066"/>
                  </a:lnTo>
                  <a:lnTo>
                    <a:pt x="759969" y="688179"/>
                  </a:lnTo>
                  <a:lnTo>
                    <a:pt x="758645" y="688186"/>
                  </a:lnTo>
                  <a:lnTo>
                    <a:pt x="757227" y="690895"/>
                  </a:lnTo>
                  <a:lnTo>
                    <a:pt x="756558" y="691534"/>
                  </a:lnTo>
                  <a:lnTo>
                    <a:pt x="755165" y="691405"/>
                  </a:lnTo>
                  <a:lnTo>
                    <a:pt x="754694" y="690987"/>
                  </a:lnTo>
                  <a:lnTo>
                    <a:pt x="753050" y="687707"/>
                  </a:lnTo>
                  <a:lnTo>
                    <a:pt x="751483" y="685417"/>
                  </a:lnTo>
                  <a:lnTo>
                    <a:pt x="748569" y="682244"/>
                  </a:lnTo>
                  <a:lnTo>
                    <a:pt x="748022" y="679977"/>
                  </a:lnTo>
                  <a:lnTo>
                    <a:pt x="747876" y="676637"/>
                  </a:lnTo>
                  <a:lnTo>
                    <a:pt x="748264" y="673472"/>
                  </a:lnTo>
                  <a:lnTo>
                    <a:pt x="750647" y="666213"/>
                  </a:lnTo>
                  <a:lnTo>
                    <a:pt x="751613" y="664950"/>
                  </a:lnTo>
                  <a:lnTo>
                    <a:pt x="751863" y="664159"/>
                  </a:lnTo>
                  <a:lnTo>
                    <a:pt x="751125" y="664280"/>
                  </a:lnTo>
                  <a:lnTo>
                    <a:pt x="750425" y="664973"/>
                  </a:lnTo>
                  <a:lnTo>
                    <a:pt x="748455" y="668351"/>
                  </a:lnTo>
                  <a:lnTo>
                    <a:pt x="746424" y="673875"/>
                  </a:lnTo>
                  <a:lnTo>
                    <a:pt x="744764" y="675754"/>
                  </a:lnTo>
                  <a:lnTo>
                    <a:pt x="743722" y="675298"/>
                  </a:lnTo>
                  <a:lnTo>
                    <a:pt x="742147" y="673053"/>
                  </a:lnTo>
                  <a:lnTo>
                    <a:pt x="738860" y="670307"/>
                  </a:lnTo>
                  <a:lnTo>
                    <a:pt x="735056" y="669599"/>
                  </a:lnTo>
                  <a:lnTo>
                    <a:pt x="732652" y="666784"/>
                  </a:lnTo>
                  <a:lnTo>
                    <a:pt x="729099" y="658916"/>
                  </a:lnTo>
                  <a:lnTo>
                    <a:pt x="728619" y="654983"/>
                  </a:lnTo>
                  <a:lnTo>
                    <a:pt x="728162" y="654016"/>
                  </a:lnTo>
                  <a:lnTo>
                    <a:pt x="726238" y="652738"/>
                  </a:lnTo>
                  <a:lnTo>
                    <a:pt x="725051" y="650844"/>
                  </a:lnTo>
                  <a:lnTo>
                    <a:pt x="723225" y="641181"/>
                  </a:lnTo>
                  <a:lnTo>
                    <a:pt x="720813" y="634425"/>
                  </a:lnTo>
                  <a:lnTo>
                    <a:pt x="720212" y="630841"/>
                  </a:lnTo>
                  <a:lnTo>
                    <a:pt x="720409" y="627280"/>
                  </a:lnTo>
                  <a:lnTo>
                    <a:pt x="720097" y="626884"/>
                  </a:lnTo>
                  <a:lnTo>
                    <a:pt x="719269" y="629662"/>
                  </a:lnTo>
                  <a:lnTo>
                    <a:pt x="719056" y="631107"/>
                  </a:lnTo>
                  <a:lnTo>
                    <a:pt x="717533" y="631518"/>
                  </a:lnTo>
                  <a:lnTo>
                    <a:pt x="718964" y="634326"/>
                  </a:lnTo>
                  <a:lnTo>
                    <a:pt x="719321" y="635726"/>
                  </a:lnTo>
                  <a:lnTo>
                    <a:pt x="718606" y="635612"/>
                  </a:lnTo>
                  <a:lnTo>
                    <a:pt x="717146" y="635961"/>
                  </a:lnTo>
                  <a:lnTo>
                    <a:pt x="719626" y="640732"/>
                  </a:lnTo>
                  <a:lnTo>
                    <a:pt x="720737" y="648097"/>
                  </a:lnTo>
                  <a:lnTo>
                    <a:pt x="722380" y="653530"/>
                  </a:lnTo>
                  <a:lnTo>
                    <a:pt x="723445" y="657920"/>
                  </a:lnTo>
                  <a:lnTo>
                    <a:pt x="723925" y="661245"/>
                  </a:lnTo>
                  <a:lnTo>
                    <a:pt x="724624" y="664417"/>
                  </a:lnTo>
                  <a:lnTo>
                    <a:pt x="726542" y="671394"/>
                  </a:lnTo>
                  <a:lnTo>
                    <a:pt x="726801" y="672779"/>
                  </a:lnTo>
                  <a:lnTo>
                    <a:pt x="726573" y="673905"/>
                  </a:lnTo>
                  <a:lnTo>
                    <a:pt x="725941" y="675244"/>
                  </a:lnTo>
                  <a:lnTo>
                    <a:pt x="724845" y="675747"/>
                  </a:lnTo>
                  <a:lnTo>
                    <a:pt x="721406" y="674834"/>
                  </a:lnTo>
                  <a:lnTo>
                    <a:pt x="720113" y="673114"/>
                  </a:lnTo>
                  <a:lnTo>
                    <a:pt x="718256" y="669949"/>
                  </a:lnTo>
                  <a:lnTo>
                    <a:pt x="715654" y="668488"/>
                  </a:lnTo>
                  <a:lnTo>
                    <a:pt x="709210" y="669211"/>
                  </a:lnTo>
                  <a:lnTo>
                    <a:pt x="708693" y="668967"/>
                  </a:lnTo>
                  <a:lnTo>
                    <a:pt x="708715" y="666380"/>
                  </a:lnTo>
                  <a:lnTo>
                    <a:pt x="709454" y="661762"/>
                  </a:lnTo>
                  <a:lnTo>
                    <a:pt x="708860" y="659890"/>
                  </a:lnTo>
                  <a:lnTo>
                    <a:pt x="705528" y="653065"/>
                  </a:lnTo>
                  <a:lnTo>
                    <a:pt x="705580" y="651726"/>
                  </a:lnTo>
                  <a:lnTo>
                    <a:pt x="710206" y="648576"/>
                  </a:lnTo>
                  <a:lnTo>
                    <a:pt x="707962" y="648340"/>
                  </a:lnTo>
                  <a:lnTo>
                    <a:pt x="706151" y="649573"/>
                  </a:lnTo>
                  <a:lnTo>
                    <a:pt x="705451" y="648782"/>
                  </a:lnTo>
                  <a:lnTo>
                    <a:pt x="704355" y="644376"/>
                  </a:lnTo>
                  <a:lnTo>
                    <a:pt x="703648" y="642733"/>
                  </a:lnTo>
                  <a:lnTo>
                    <a:pt x="703298" y="642383"/>
                  </a:lnTo>
                  <a:lnTo>
                    <a:pt x="703101" y="646575"/>
                  </a:lnTo>
                  <a:lnTo>
                    <a:pt x="703868" y="648774"/>
                  </a:lnTo>
                  <a:lnTo>
                    <a:pt x="703982" y="650045"/>
                  </a:lnTo>
                  <a:lnTo>
                    <a:pt x="703861" y="651818"/>
                  </a:lnTo>
                  <a:lnTo>
                    <a:pt x="703381" y="653088"/>
                  </a:lnTo>
                  <a:lnTo>
                    <a:pt x="702537" y="653857"/>
                  </a:lnTo>
                  <a:lnTo>
                    <a:pt x="701692" y="654047"/>
                  </a:lnTo>
                  <a:lnTo>
                    <a:pt x="700133" y="653164"/>
                  </a:lnTo>
                  <a:lnTo>
                    <a:pt x="698398" y="651498"/>
                  </a:lnTo>
                  <a:lnTo>
                    <a:pt x="696884" y="650714"/>
                  </a:lnTo>
                  <a:lnTo>
                    <a:pt x="696321" y="650052"/>
                  </a:lnTo>
                  <a:lnTo>
                    <a:pt x="695606" y="648211"/>
                  </a:lnTo>
                  <a:lnTo>
                    <a:pt x="694434" y="646811"/>
                  </a:lnTo>
                  <a:lnTo>
                    <a:pt x="688781" y="645038"/>
                  </a:lnTo>
                  <a:lnTo>
                    <a:pt x="685410" y="642938"/>
                  </a:lnTo>
                  <a:lnTo>
                    <a:pt x="685129" y="643494"/>
                  </a:lnTo>
                  <a:lnTo>
                    <a:pt x="686178" y="645731"/>
                  </a:lnTo>
                  <a:lnTo>
                    <a:pt x="686277" y="647055"/>
                  </a:lnTo>
                  <a:lnTo>
                    <a:pt x="685425" y="647458"/>
                  </a:lnTo>
                  <a:lnTo>
                    <a:pt x="683903" y="649581"/>
                  </a:lnTo>
                  <a:lnTo>
                    <a:pt x="684345" y="649870"/>
                  </a:lnTo>
                  <a:lnTo>
                    <a:pt x="685950" y="649170"/>
                  </a:lnTo>
                  <a:lnTo>
                    <a:pt x="687746" y="649254"/>
                  </a:lnTo>
                  <a:lnTo>
                    <a:pt x="690713" y="650539"/>
                  </a:lnTo>
                  <a:lnTo>
                    <a:pt x="693407" y="652229"/>
                  </a:lnTo>
                  <a:lnTo>
                    <a:pt x="694380" y="653172"/>
                  </a:lnTo>
                  <a:lnTo>
                    <a:pt x="694784" y="654572"/>
                  </a:lnTo>
                  <a:lnTo>
                    <a:pt x="695118" y="655066"/>
                  </a:lnTo>
                  <a:lnTo>
                    <a:pt x="697751" y="656695"/>
                  </a:lnTo>
                  <a:lnTo>
                    <a:pt x="697880" y="657547"/>
                  </a:lnTo>
                  <a:lnTo>
                    <a:pt x="696184" y="660088"/>
                  </a:lnTo>
                  <a:lnTo>
                    <a:pt x="699684" y="659807"/>
                  </a:lnTo>
                  <a:lnTo>
                    <a:pt x="701716" y="660712"/>
                  </a:lnTo>
                  <a:lnTo>
                    <a:pt x="704317" y="664638"/>
                  </a:lnTo>
                  <a:lnTo>
                    <a:pt x="705200" y="666822"/>
                  </a:lnTo>
                  <a:lnTo>
                    <a:pt x="705322" y="669614"/>
                  </a:lnTo>
                  <a:lnTo>
                    <a:pt x="704782" y="670421"/>
                  </a:lnTo>
                  <a:lnTo>
                    <a:pt x="703747" y="670984"/>
                  </a:lnTo>
                  <a:lnTo>
                    <a:pt x="696640" y="671897"/>
                  </a:lnTo>
                  <a:lnTo>
                    <a:pt x="694076" y="675252"/>
                  </a:lnTo>
                  <a:lnTo>
                    <a:pt x="693543" y="675298"/>
                  </a:lnTo>
                  <a:lnTo>
                    <a:pt x="691589" y="674385"/>
                  </a:lnTo>
                  <a:lnTo>
                    <a:pt x="688042" y="671706"/>
                  </a:lnTo>
                  <a:lnTo>
                    <a:pt x="683622" y="669158"/>
                  </a:lnTo>
                  <a:lnTo>
                    <a:pt x="673541" y="661572"/>
                  </a:lnTo>
                  <a:lnTo>
                    <a:pt x="673267" y="661214"/>
                  </a:lnTo>
                  <a:lnTo>
                    <a:pt x="673100" y="659746"/>
                  </a:lnTo>
                  <a:lnTo>
                    <a:pt x="672407" y="658993"/>
                  </a:lnTo>
                  <a:lnTo>
                    <a:pt x="671037" y="658353"/>
                  </a:lnTo>
                  <a:lnTo>
                    <a:pt x="669135" y="656421"/>
                  </a:lnTo>
                  <a:lnTo>
                    <a:pt x="666708" y="653195"/>
                  </a:lnTo>
                  <a:lnTo>
                    <a:pt x="665209" y="650669"/>
                  </a:lnTo>
                  <a:lnTo>
                    <a:pt x="664639" y="648850"/>
                  </a:lnTo>
                  <a:lnTo>
                    <a:pt x="663223" y="646765"/>
                  </a:lnTo>
                  <a:lnTo>
                    <a:pt x="658658" y="642406"/>
                  </a:lnTo>
                  <a:lnTo>
                    <a:pt x="656269" y="640732"/>
                  </a:lnTo>
                  <a:lnTo>
                    <a:pt x="654162" y="639781"/>
                  </a:lnTo>
                  <a:lnTo>
                    <a:pt x="652328" y="639576"/>
                  </a:lnTo>
                  <a:lnTo>
                    <a:pt x="651833" y="638990"/>
                  </a:lnTo>
                  <a:lnTo>
                    <a:pt x="652678" y="638031"/>
                  </a:lnTo>
                  <a:lnTo>
                    <a:pt x="652808" y="637468"/>
                  </a:lnTo>
                  <a:lnTo>
                    <a:pt x="648759" y="636563"/>
                  </a:lnTo>
                  <a:lnTo>
                    <a:pt x="644917" y="634508"/>
                  </a:lnTo>
                  <a:lnTo>
                    <a:pt x="635171" y="628718"/>
                  </a:lnTo>
                  <a:lnTo>
                    <a:pt x="630134" y="625081"/>
                  </a:lnTo>
                  <a:lnTo>
                    <a:pt x="627197" y="623339"/>
                  </a:lnTo>
                  <a:lnTo>
                    <a:pt x="625941" y="622357"/>
                  </a:lnTo>
                  <a:lnTo>
                    <a:pt x="625386" y="621558"/>
                  </a:lnTo>
                  <a:lnTo>
                    <a:pt x="626094" y="620721"/>
                  </a:lnTo>
                  <a:lnTo>
                    <a:pt x="628057" y="619854"/>
                  </a:lnTo>
                  <a:lnTo>
                    <a:pt x="629388" y="618865"/>
                  </a:lnTo>
                  <a:lnTo>
                    <a:pt x="631488" y="615160"/>
                  </a:lnTo>
                  <a:lnTo>
                    <a:pt x="631648" y="613965"/>
                  </a:lnTo>
                  <a:lnTo>
                    <a:pt x="630522" y="611264"/>
                  </a:lnTo>
                  <a:lnTo>
                    <a:pt x="630020" y="608799"/>
                  </a:lnTo>
                  <a:lnTo>
                    <a:pt x="630042" y="607429"/>
                  </a:lnTo>
                  <a:lnTo>
                    <a:pt x="630339" y="606060"/>
                  </a:lnTo>
                  <a:lnTo>
                    <a:pt x="630659" y="605170"/>
                  </a:lnTo>
                  <a:lnTo>
                    <a:pt x="631550" y="604310"/>
                  </a:lnTo>
                  <a:lnTo>
                    <a:pt x="632173" y="603876"/>
                  </a:lnTo>
                  <a:lnTo>
                    <a:pt x="632949" y="604173"/>
                  </a:lnTo>
                  <a:lnTo>
                    <a:pt x="635422" y="607566"/>
                  </a:lnTo>
                  <a:lnTo>
                    <a:pt x="635772" y="608799"/>
                  </a:lnTo>
                  <a:lnTo>
                    <a:pt x="635657" y="613425"/>
                  </a:lnTo>
                  <a:lnTo>
                    <a:pt x="636365" y="618819"/>
                  </a:lnTo>
                  <a:lnTo>
                    <a:pt x="636593" y="618424"/>
                  </a:lnTo>
                  <a:lnTo>
                    <a:pt x="636822" y="616643"/>
                  </a:lnTo>
                  <a:lnTo>
                    <a:pt x="636966" y="613235"/>
                  </a:lnTo>
                  <a:lnTo>
                    <a:pt x="637248" y="611591"/>
                  </a:lnTo>
                  <a:lnTo>
                    <a:pt x="637780" y="609993"/>
                  </a:lnTo>
                  <a:lnTo>
                    <a:pt x="638678" y="609149"/>
                  </a:lnTo>
                  <a:lnTo>
                    <a:pt x="641470" y="609636"/>
                  </a:lnTo>
                  <a:lnTo>
                    <a:pt x="642757" y="609347"/>
                  </a:lnTo>
                  <a:lnTo>
                    <a:pt x="637324" y="606897"/>
                  </a:lnTo>
                  <a:lnTo>
                    <a:pt x="633908" y="602294"/>
                  </a:lnTo>
                  <a:lnTo>
                    <a:pt x="633291" y="601814"/>
                  </a:lnTo>
                  <a:lnTo>
                    <a:pt x="631420" y="601609"/>
                  </a:lnTo>
                  <a:lnTo>
                    <a:pt x="629442" y="603473"/>
                  </a:lnTo>
                  <a:lnTo>
                    <a:pt x="624351" y="609537"/>
                  </a:lnTo>
                  <a:lnTo>
                    <a:pt x="622921" y="610602"/>
                  </a:lnTo>
                  <a:lnTo>
                    <a:pt x="616522" y="613950"/>
                  </a:lnTo>
                  <a:lnTo>
                    <a:pt x="612185" y="614619"/>
                  </a:lnTo>
                  <a:lnTo>
                    <a:pt x="607300" y="614094"/>
                  </a:lnTo>
                  <a:lnTo>
                    <a:pt x="603139" y="613006"/>
                  </a:lnTo>
                  <a:lnTo>
                    <a:pt x="592700" y="607711"/>
                  </a:lnTo>
                  <a:lnTo>
                    <a:pt x="591071" y="606478"/>
                  </a:lnTo>
                  <a:lnTo>
                    <a:pt x="593498" y="603191"/>
                  </a:lnTo>
                  <a:lnTo>
                    <a:pt x="593597" y="602164"/>
                  </a:lnTo>
                  <a:lnTo>
                    <a:pt x="592753" y="598809"/>
                  </a:lnTo>
                  <a:lnTo>
                    <a:pt x="592053" y="597850"/>
                  </a:lnTo>
                  <a:lnTo>
                    <a:pt x="591064" y="597318"/>
                  </a:lnTo>
                  <a:lnTo>
                    <a:pt x="590782" y="597698"/>
                  </a:lnTo>
                  <a:lnTo>
                    <a:pt x="590775" y="598695"/>
                  </a:lnTo>
                  <a:lnTo>
                    <a:pt x="591041" y="600544"/>
                  </a:lnTo>
                  <a:lnTo>
                    <a:pt x="590243" y="601517"/>
                  </a:lnTo>
                  <a:lnTo>
                    <a:pt x="588469" y="602567"/>
                  </a:lnTo>
                  <a:lnTo>
                    <a:pt x="585480" y="603633"/>
                  </a:lnTo>
                  <a:lnTo>
                    <a:pt x="576212" y="600924"/>
                  </a:lnTo>
                  <a:lnTo>
                    <a:pt x="566716" y="598679"/>
                  </a:lnTo>
                  <a:lnTo>
                    <a:pt x="558240" y="598215"/>
                  </a:lnTo>
                  <a:lnTo>
                    <a:pt x="546273" y="600003"/>
                  </a:lnTo>
                  <a:lnTo>
                    <a:pt x="539888" y="601799"/>
                  </a:lnTo>
                  <a:lnTo>
                    <a:pt x="536168" y="601974"/>
                  </a:lnTo>
                  <a:lnTo>
                    <a:pt x="532584" y="601654"/>
                  </a:lnTo>
                  <a:lnTo>
                    <a:pt x="532287" y="600399"/>
                  </a:lnTo>
                  <a:lnTo>
                    <a:pt x="533924" y="599661"/>
                  </a:lnTo>
                  <a:lnTo>
                    <a:pt x="533832" y="598748"/>
                  </a:lnTo>
                  <a:lnTo>
                    <a:pt x="531763" y="595902"/>
                  </a:lnTo>
                  <a:lnTo>
                    <a:pt x="528621" y="594175"/>
                  </a:lnTo>
                  <a:lnTo>
                    <a:pt x="524406" y="593567"/>
                  </a:lnTo>
                  <a:lnTo>
                    <a:pt x="521993" y="592730"/>
                  </a:lnTo>
                  <a:lnTo>
                    <a:pt x="521384" y="591672"/>
                  </a:lnTo>
                  <a:lnTo>
                    <a:pt x="519893" y="590668"/>
                  </a:lnTo>
                  <a:lnTo>
                    <a:pt x="517519" y="589709"/>
                  </a:lnTo>
                  <a:lnTo>
                    <a:pt x="516478" y="587982"/>
                  </a:lnTo>
                  <a:lnTo>
                    <a:pt x="517306" y="582625"/>
                  </a:lnTo>
                  <a:lnTo>
                    <a:pt x="518113" y="579407"/>
                  </a:lnTo>
                  <a:lnTo>
                    <a:pt x="518920" y="577193"/>
                  </a:lnTo>
                  <a:lnTo>
                    <a:pt x="520958" y="573518"/>
                  </a:lnTo>
                  <a:lnTo>
                    <a:pt x="520251" y="573792"/>
                  </a:lnTo>
                  <a:lnTo>
                    <a:pt x="517291" y="576485"/>
                  </a:lnTo>
                  <a:lnTo>
                    <a:pt x="514712" y="579263"/>
                  </a:lnTo>
                  <a:lnTo>
                    <a:pt x="512323" y="582869"/>
                  </a:lnTo>
                  <a:lnTo>
                    <a:pt x="510900" y="584520"/>
                  </a:lnTo>
                  <a:lnTo>
                    <a:pt x="509074" y="586042"/>
                  </a:lnTo>
                  <a:lnTo>
                    <a:pt x="506221" y="585684"/>
                  </a:lnTo>
                  <a:lnTo>
                    <a:pt x="502348" y="583432"/>
                  </a:lnTo>
                  <a:lnTo>
                    <a:pt x="499031" y="582268"/>
                  </a:lnTo>
                  <a:lnTo>
                    <a:pt x="496269" y="582199"/>
                  </a:lnTo>
                  <a:lnTo>
                    <a:pt x="495173" y="581811"/>
                  </a:lnTo>
                  <a:lnTo>
                    <a:pt x="497060" y="579795"/>
                  </a:lnTo>
                  <a:lnTo>
                    <a:pt x="498148" y="578174"/>
                  </a:lnTo>
                  <a:lnTo>
                    <a:pt x="499632" y="575572"/>
                  </a:lnTo>
                  <a:lnTo>
                    <a:pt x="499959" y="574302"/>
                  </a:lnTo>
                  <a:lnTo>
                    <a:pt x="489832" y="573883"/>
                  </a:lnTo>
                  <a:lnTo>
                    <a:pt x="489459" y="572506"/>
                  </a:lnTo>
                  <a:lnTo>
                    <a:pt x="489444" y="571494"/>
                  </a:lnTo>
                  <a:lnTo>
                    <a:pt x="489124" y="570657"/>
                  </a:lnTo>
                  <a:lnTo>
                    <a:pt x="487656" y="570033"/>
                  </a:lnTo>
                  <a:lnTo>
                    <a:pt x="485601" y="570513"/>
                  </a:lnTo>
                  <a:lnTo>
                    <a:pt x="482276" y="572141"/>
                  </a:lnTo>
                  <a:lnTo>
                    <a:pt x="480838" y="570901"/>
                  </a:lnTo>
                  <a:lnTo>
                    <a:pt x="481348" y="570208"/>
                  </a:lnTo>
                  <a:lnTo>
                    <a:pt x="482436" y="569699"/>
                  </a:lnTo>
                  <a:lnTo>
                    <a:pt x="484650" y="567332"/>
                  </a:lnTo>
                  <a:lnTo>
                    <a:pt x="481660" y="566107"/>
                  </a:lnTo>
                  <a:lnTo>
                    <a:pt x="480131" y="564700"/>
                  </a:lnTo>
                  <a:lnTo>
                    <a:pt x="479385" y="563543"/>
                  </a:lnTo>
                  <a:lnTo>
                    <a:pt x="479438" y="559366"/>
                  </a:lnTo>
                  <a:lnTo>
                    <a:pt x="480230" y="556680"/>
                  </a:lnTo>
                  <a:lnTo>
                    <a:pt x="486940" y="554071"/>
                  </a:lnTo>
                  <a:lnTo>
                    <a:pt x="484818" y="553051"/>
                  </a:lnTo>
                  <a:lnTo>
                    <a:pt x="480580" y="553401"/>
                  </a:lnTo>
                  <a:lnTo>
                    <a:pt x="477734" y="555623"/>
                  </a:lnTo>
                  <a:lnTo>
                    <a:pt x="474356" y="558818"/>
                  </a:lnTo>
                  <a:lnTo>
                    <a:pt x="472088" y="560013"/>
                  </a:lnTo>
                  <a:lnTo>
                    <a:pt x="470932" y="559206"/>
                  </a:lnTo>
                  <a:lnTo>
                    <a:pt x="469403" y="558925"/>
                  </a:lnTo>
                  <a:lnTo>
                    <a:pt x="467501" y="559176"/>
                  </a:lnTo>
                  <a:lnTo>
                    <a:pt x="466222" y="559990"/>
                  </a:lnTo>
                  <a:lnTo>
                    <a:pt x="465568" y="561375"/>
                  </a:lnTo>
                  <a:lnTo>
                    <a:pt x="464807" y="562311"/>
                  </a:lnTo>
                  <a:lnTo>
                    <a:pt x="463947" y="562790"/>
                  </a:lnTo>
                  <a:lnTo>
                    <a:pt x="463323" y="562630"/>
                  </a:lnTo>
                  <a:lnTo>
                    <a:pt x="462410" y="561215"/>
                  </a:lnTo>
                  <a:lnTo>
                    <a:pt x="460493" y="560332"/>
                  </a:lnTo>
                  <a:lnTo>
                    <a:pt x="459550" y="559252"/>
                  </a:lnTo>
                  <a:lnTo>
                    <a:pt x="459009" y="559929"/>
                  </a:lnTo>
                  <a:lnTo>
                    <a:pt x="458355" y="561968"/>
                  </a:lnTo>
                  <a:lnTo>
                    <a:pt x="457663" y="563003"/>
                  </a:lnTo>
                  <a:lnTo>
                    <a:pt x="454421" y="564061"/>
                  </a:lnTo>
                  <a:lnTo>
                    <a:pt x="452641" y="563863"/>
                  </a:lnTo>
                  <a:lnTo>
                    <a:pt x="450511" y="561306"/>
                  </a:lnTo>
                  <a:lnTo>
                    <a:pt x="450206" y="560416"/>
                  </a:lnTo>
                  <a:lnTo>
                    <a:pt x="450929" y="558194"/>
                  </a:lnTo>
                  <a:lnTo>
                    <a:pt x="455608" y="549368"/>
                  </a:lnTo>
                  <a:lnTo>
                    <a:pt x="455137" y="549422"/>
                  </a:lnTo>
                  <a:lnTo>
                    <a:pt x="453622" y="550814"/>
                  </a:lnTo>
                  <a:lnTo>
                    <a:pt x="450602" y="554344"/>
                  </a:lnTo>
                  <a:lnTo>
                    <a:pt x="449255" y="555394"/>
                  </a:lnTo>
                  <a:lnTo>
                    <a:pt x="446935" y="555531"/>
                  </a:lnTo>
                  <a:lnTo>
                    <a:pt x="445854" y="555151"/>
                  </a:lnTo>
                  <a:lnTo>
                    <a:pt x="444545" y="555440"/>
                  </a:lnTo>
                  <a:lnTo>
                    <a:pt x="443009" y="556384"/>
                  </a:lnTo>
                  <a:lnTo>
                    <a:pt x="442012" y="557418"/>
                  </a:lnTo>
                  <a:lnTo>
                    <a:pt x="441540" y="558537"/>
                  </a:lnTo>
                  <a:lnTo>
                    <a:pt x="441860" y="558727"/>
                  </a:lnTo>
                  <a:lnTo>
                    <a:pt x="444173" y="557449"/>
                  </a:lnTo>
                  <a:lnTo>
                    <a:pt x="445489" y="557106"/>
                  </a:lnTo>
                  <a:lnTo>
                    <a:pt x="445854" y="557730"/>
                  </a:lnTo>
                  <a:lnTo>
                    <a:pt x="444051" y="561694"/>
                  </a:lnTo>
                  <a:lnTo>
                    <a:pt x="442955" y="565476"/>
                  </a:lnTo>
                  <a:lnTo>
                    <a:pt x="441913" y="566427"/>
                  </a:lnTo>
                  <a:lnTo>
                    <a:pt x="440254" y="566267"/>
                  </a:lnTo>
                  <a:lnTo>
                    <a:pt x="438436" y="566640"/>
                  </a:lnTo>
                  <a:lnTo>
                    <a:pt x="438413" y="567697"/>
                  </a:lnTo>
                  <a:lnTo>
                    <a:pt x="441799" y="570703"/>
                  </a:lnTo>
                  <a:lnTo>
                    <a:pt x="443024" y="571129"/>
                  </a:lnTo>
                  <a:lnTo>
                    <a:pt x="444591" y="572202"/>
                  </a:lnTo>
                  <a:lnTo>
                    <a:pt x="444835" y="573267"/>
                  </a:lnTo>
                  <a:lnTo>
                    <a:pt x="444241" y="576135"/>
                  </a:lnTo>
                  <a:lnTo>
                    <a:pt x="443800" y="577261"/>
                  </a:lnTo>
                  <a:lnTo>
                    <a:pt x="443085" y="577847"/>
                  </a:lnTo>
                  <a:lnTo>
                    <a:pt x="440323" y="577748"/>
                  </a:lnTo>
                  <a:lnTo>
                    <a:pt x="439425" y="578045"/>
                  </a:lnTo>
                  <a:lnTo>
                    <a:pt x="437568" y="579841"/>
                  </a:lnTo>
                  <a:lnTo>
                    <a:pt x="436640" y="581324"/>
                  </a:lnTo>
                  <a:lnTo>
                    <a:pt x="436975" y="581454"/>
                  </a:lnTo>
                  <a:lnTo>
                    <a:pt x="438580" y="580229"/>
                  </a:lnTo>
                  <a:lnTo>
                    <a:pt x="440916" y="579574"/>
                  </a:lnTo>
                  <a:lnTo>
                    <a:pt x="443982" y="579483"/>
                  </a:lnTo>
                  <a:lnTo>
                    <a:pt x="446265" y="578836"/>
                  </a:lnTo>
                  <a:lnTo>
                    <a:pt x="447764" y="577619"/>
                  </a:lnTo>
                  <a:lnTo>
                    <a:pt x="449225" y="577961"/>
                  </a:lnTo>
                  <a:lnTo>
                    <a:pt x="450648" y="579864"/>
                  </a:lnTo>
                  <a:lnTo>
                    <a:pt x="451074" y="581530"/>
                  </a:lnTo>
                  <a:lnTo>
                    <a:pt x="450495" y="582960"/>
                  </a:lnTo>
                  <a:lnTo>
                    <a:pt x="449324" y="583980"/>
                  </a:lnTo>
                  <a:lnTo>
                    <a:pt x="447551" y="584588"/>
                  </a:lnTo>
                  <a:lnTo>
                    <a:pt x="446432" y="585501"/>
                  </a:lnTo>
                  <a:lnTo>
                    <a:pt x="445961" y="586719"/>
                  </a:lnTo>
                  <a:lnTo>
                    <a:pt x="445694" y="588522"/>
                  </a:lnTo>
                  <a:lnTo>
                    <a:pt x="445633" y="590904"/>
                  </a:lnTo>
                  <a:lnTo>
                    <a:pt x="446082" y="595187"/>
                  </a:lnTo>
                  <a:lnTo>
                    <a:pt x="445740" y="595765"/>
                  </a:lnTo>
                  <a:lnTo>
                    <a:pt x="445070" y="596085"/>
                  </a:lnTo>
                  <a:lnTo>
                    <a:pt x="444081" y="596138"/>
                  </a:lnTo>
                  <a:lnTo>
                    <a:pt x="443191" y="597143"/>
                  </a:lnTo>
                  <a:lnTo>
                    <a:pt x="441106" y="602819"/>
                  </a:lnTo>
                  <a:lnTo>
                    <a:pt x="440368" y="603435"/>
                  </a:lnTo>
                  <a:lnTo>
                    <a:pt x="439493" y="602826"/>
                  </a:lnTo>
                  <a:lnTo>
                    <a:pt x="438717" y="602895"/>
                  </a:lnTo>
                  <a:lnTo>
                    <a:pt x="438040" y="603633"/>
                  </a:lnTo>
                  <a:lnTo>
                    <a:pt x="436556" y="604196"/>
                  </a:lnTo>
                  <a:lnTo>
                    <a:pt x="434266" y="604584"/>
                  </a:lnTo>
                  <a:lnTo>
                    <a:pt x="432303" y="604439"/>
                  </a:lnTo>
                  <a:lnTo>
                    <a:pt x="428857" y="603214"/>
                  </a:lnTo>
                  <a:lnTo>
                    <a:pt x="427449" y="602347"/>
                  </a:lnTo>
                  <a:lnTo>
                    <a:pt x="426353" y="600924"/>
                  </a:lnTo>
                  <a:lnTo>
                    <a:pt x="423257" y="602431"/>
                  </a:lnTo>
                  <a:lnTo>
                    <a:pt x="422443" y="601776"/>
                  </a:lnTo>
                  <a:lnTo>
                    <a:pt x="420518" y="597842"/>
                  </a:lnTo>
                  <a:lnTo>
                    <a:pt x="420099" y="598078"/>
                  </a:lnTo>
                  <a:lnTo>
                    <a:pt x="419726" y="602316"/>
                  </a:lnTo>
                  <a:lnTo>
                    <a:pt x="419140" y="603800"/>
                  </a:lnTo>
                  <a:lnTo>
                    <a:pt x="417231" y="606859"/>
                  </a:lnTo>
                  <a:lnTo>
                    <a:pt x="416188" y="612109"/>
                  </a:lnTo>
                  <a:lnTo>
                    <a:pt x="415869" y="612268"/>
                  </a:lnTo>
                  <a:lnTo>
                    <a:pt x="415511" y="611508"/>
                  </a:lnTo>
                  <a:lnTo>
                    <a:pt x="414332" y="606813"/>
                  </a:lnTo>
                  <a:lnTo>
                    <a:pt x="413708" y="605778"/>
                  </a:lnTo>
                  <a:lnTo>
                    <a:pt x="411981" y="608487"/>
                  </a:lnTo>
                  <a:lnTo>
                    <a:pt x="411791" y="609468"/>
                  </a:lnTo>
                  <a:lnTo>
                    <a:pt x="412247" y="612961"/>
                  </a:lnTo>
                  <a:lnTo>
                    <a:pt x="411844" y="613486"/>
                  </a:lnTo>
                  <a:lnTo>
                    <a:pt x="408351" y="611606"/>
                  </a:lnTo>
                  <a:lnTo>
                    <a:pt x="407492" y="611515"/>
                  </a:lnTo>
                  <a:lnTo>
                    <a:pt x="407263" y="611835"/>
                  </a:lnTo>
                  <a:lnTo>
                    <a:pt x="408458" y="614536"/>
                  </a:lnTo>
                  <a:lnTo>
                    <a:pt x="408321" y="615510"/>
                  </a:lnTo>
                  <a:lnTo>
                    <a:pt x="403376" y="620714"/>
                  </a:lnTo>
                  <a:lnTo>
                    <a:pt x="402090" y="620531"/>
                  </a:lnTo>
                  <a:lnTo>
                    <a:pt x="401283" y="620014"/>
                  </a:lnTo>
                  <a:lnTo>
                    <a:pt x="400393" y="620098"/>
                  </a:lnTo>
                  <a:lnTo>
                    <a:pt x="397251" y="622030"/>
                  </a:lnTo>
                  <a:lnTo>
                    <a:pt x="396383" y="621947"/>
                  </a:lnTo>
                  <a:lnTo>
                    <a:pt x="395196" y="620805"/>
                  </a:lnTo>
                  <a:lnTo>
                    <a:pt x="394648" y="620851"/>
                  </a:lnTo>
                  <a:lnTo>
                    <a:pt x="394352" y="622045"/>
                  </a:lnTo>
                  <a:lnTo>
                    <a:pt x="394314" y="624374"/>
                  </a:lnTo>
                  <a:lnTo>
                    <a:pt x="393150" y="626580"/>
                  </a:lnTo>
                  <a:lnTo>
                    <a:pt x="389406" y="630141"/>
                  </a:lnTo>
                  <a:lnTo>
                    <a:pt x="388417" y="631777"/>
                  </a:lnTo>
                  <a:lnTo>
                    <a:pt x="387664" y="634014"/>
                  </a:lnTo>
                  <a:lnTo>
                    <a:pt x="387101" y="634227"/>
                  </a:lnTo>
                  <a:lnTo>
                    <a:pt x="384902" y="632789"/>
                  </a:lnTo>
                  <a:lnTo>
                    <a:pt x="382361" y="631853"/>
                  </a:lnTo>
                  <a:lnTo>
                    <a:pt x="382011" y="632317"/>
                  </a:lnTo>
                  <a:lnTo>
                    <a:pt x="382787" y="633679"/>
                  </a:lnTo>
                  <a:lnTo>
                    <a:pt x="382627" y="634516"/>
                  </a:lnTo>
                  <a:lnTo>
                    <a:pt x="381524" y="634828"/>
                  </a:lnTo>
                  <a:lnTo>
                    <a:pt x="380131" y="634706"/>
                  </a:lnTo>
                  <a:lnTo>
                    <a:pt x="378442" y="634151"/>
                  </a:lnTo>
                  <a:lnTo>
                    <a:pt x="376076" y="634774"/>
                  </a:lnTo>
                  <a:lnTo>
                    <a:pt x="373040" y="636578"/>
                  </a:lnTo>
                  <a:lnTo>
                    <a:pt x="370506" y="636525"/>
                  </a:lnTo>
                  <a:lnTo>
                    <a:pt x="366969" y="633557"/>
                  </a:lnTo>
                  <a:lnTo>
                    <a:pt x="365995" y="633336"/>
                  </a:lnTo>
                  <a:lnTo>
                    <a:pt x="365683" y="632499"/>
                  </a:lnTo>
                  <a:lnTo>
                    <a:pt x="366375" y="630095"/>
                  </a:lnTo>
                  <a:lnTo>
                    <a:pt x="367379" y="628269"/>
                  </a:lnTo>
                  <a:lnTo>
                    <a:pt x="368117" y="627432"/>
                  </a:lnTo>
                  <a:lnTo>
                    <a:pt x="371473" y="625089"/>
                  </a:lnTo>
                  <a:lnTo>
                    <a:pt x="375315" y="624229"/>
                  </a:lnTo>
                  <a:lnTo>
                    <a:pt x="377727" y="622814"/>
                  </a:lnTo>
                  <a:lnTo>
                    <a:pt x="380664" y="619900"/>
                  </a:lnTo>
                  <a:lnTo>
                    <a:pt x="382216" y="617709"/>
                  </a:lnTo>
                  <a:lnTo>
                    <a:pt x="385267" y="612040"/>
                  </a:lnTo>
                  <a:lnTo>
                    <a:pt x="385039" y="611599"/>
                  </a:lnTo>
                  <a:lnTo>
                    <a:pt x="384354" y="611287"/>
                  </a:lnTo>
                  <a:lnTo>
                    <a:pt x="377643" y="616666"/>
                  </a:lnTo>
                  <a:lnTo>
                    <a:pt x="376654" y="617161"/>
                  </a:lnTo>
                  <a:lnTo>
                    <a:pt x="375323" y="617123"/>
                  </a:lnTo>
                  <a:lnTo>
                    <a:pt x="369959" y="615061"/>
                  </a:lnTo>
                  <a:lnTo>
                    <a:pt x="368825" y="614178"/>
                  </a:lnTo>
                  <a:lnTo>
                    <a:pt x="368049" y="611591"/>
                  </a:lnTo>
                  <a:lnTo>
                    <a:pt x="369540" y="605687"/>
                  </a:lnTo>
                  <a:lnTo>
                    <a:pt x="370583" y="602826"/>
                  </a:lnTo>
                  <a:lnTo>
                    <a:pt x="373200" y="598398"/>
                  </a:lnTo>
                  <a:lnTo>
                    <a:pt x="376624" y="593658"/>
                  </a:lnTo>
                  <a:lnTo>
                    <a:pt x="377811" y="590576"/>
                  </a:lnTo>
                  <a:lnTo>
                    <a:pt x="379591" y="582298"/>
                  </a:lnTo>
                  <a:lnTo>
                    <a:pt x="379485" y="578524"/>
                  </a:lnTo>
                  <a:lnTo>
                    <a:pt x="378686" y="573914"/>
                  </a:lnTo>
                  <a:lnTo>
                    <a:pt x="378655" y="571167"/>
                  </a:lnTo>
                  <a:lnTo>
                    <a:pt x="379401" y="570300"/>
                  </a:lnTo>
                  <a:lnTo>
                    <a:pt x="387261" y="566008"/>
                  </a:lnTo>
                  <a:lnTo>
                    <a:pt x="390981" y="562782"/>
                  </a:lnTo>
                  <a:lnTo>
                    <a:pt x="398202" y="558004"/>
                  </a:lnTo>
                  <a:lnTo>
                    <a:pt x="400165" y="558042"/>
                  </a:lnTo>
                  <a:lnTo>
                    <a:pt x="401610" y="559686"/>
                  </a:lnTo>
                  <a:lnTo>
                    <a:pt x="403292" y="561002"/>
                  </a:lnTo>
                  <a:lnTo>
                    <a:pt x="405209" y="561983"/>
                  </a:lnTo>
                  <a:lnTo>
                    <a:pt x="407674" y="561884"/>
                  </a:lnTo>
                  <a:lnTo>
                    <a:pt x="410687" y="560690"/>
                  </a:lnTo>
                  <a:lnTo>
                    <a:pt x="415466" y="561146"/>
                  </a:lnTo>
                  <a:lnTo>
                    <a:pt x="425281" y="564289"/>
                  </a:lnTo>
                  <a:lnTo>
                    <a:pt x="427365" y="564464"/>
                  </a:lnTo>
                  <a:lnTo>
                    <a:pt x="427449" y="564068"/>
                  </a:lnTo>
                  <a:lnTo>
                    <a:pt x="425935" y="561869"/>
                  </a:lnTo>
                  <a:lnTo>
                    <a:pt x="419171" y="560591"/>
                  </a:lnTo>
                  <a:lnTo>
                    <a:pt x="416318" y="559313"/>
                  </a:lnTo>
                  <a:lnTo>
                    <a:pt x="408306" y="553675"/>
                  </a:lnTo>
                  <a:lnTo>
                    <a:pt x="406480" y="551491"/>
                  </a:lnTo>
                  <a:lnTo>
                    <a:pt x="407218" y="550472"/>
                  </a:lnTo>
                  <a:lnTo>
                    <a:pt x="409181" y="549627"/>
                  </a:lnTo>
                  <a:lnTo>
                    <a:pt x="409850" y="548813"/>
                  </a:lnTo>
                  <a:lnTo>
                    <a:pt x="410132" y="547390"/>
                  </a:lnTo>
                  <a:lnTo>
                    <a:pt x="411258" y="545450"/>
                  </a:lnTo>
                  <a:lnTo>
                    <a:pt x="413229" y="542970"/>
                  </a:lnTo>
                  <a:lnTo>
                    <a:pt x="416242" y="540573"/>
                  </a:lnTo>
                  <a:lnTo>
                    <a:pt x="421940" y="536997"/>
                  </a:lnTo>
                  <a:lnTo>
                    <a:pt x="419711" y="536845"/>
                  </a:lnTo>
                  <a:lnTo>
                    <a:pt x="415610" y="537507"/>
                  </a:lnTo>
                  <a:lnTo>
                    <a:pt x="414119" y="538184"/>
                  </a:lnTo>
                  <a:lnTo>
                    <a:pt x="411380" y="540740"/>
                  </a:lnTo>
                  <a:lnTo>
                    <a:pt x="410315" y="542536"/>
                  </a:lnTo>
                  <a:lnTo>
                    <a:pt x="408785" y="546036"/>
                  </a:lnTo>
                  <a:lnTo>
                    <a:pt x="408131" y="546698"/>
                  </a:lnTo>
                  <a:lnTo>
                    <a:pt x="405285" y="547200"/>
                  </a:lnTo>
                  <a:lnTo>
                    <a:pt x="397532" y="547550"/>
                  </a:lnTo>
                  <a:lnTo>
                    <a:pt x="396223" y="545762"/>
                  </a:lnTo>
                  <a:lnTo>
                    <a:pt x="395501" y="545473"/>
                  </a:lnTo>
                  <a:lnTo>
                    <a:pt x="394542" y="545724"/>
                  </a:lnTo>
                  <a:lnTo>
                    <a:pt x="387420" y="550289"/>
                  </a:lnTo>
                  <a:lnTo>
                    <a:pt x="384871" y="552610"/>
                  </a:lnTo>
                  <a:lnTo>
                    <a:pt x="383053" y="555257"/>
                  </a:lnTo>
                  <a:lnTo>
                    <a:pt x="380238" y="557190"/>
                  </a:lnTo>
                  <a:lnTo>
                    <a:pt x="376434" y="558415"/>
                  </a:lnTo>
                  <a:lnTo>
                    <a:pt x="373588" y="559929"/>
                  </a:lnTo>
                  <a:lnTo>
                    <a:pt x="370590" y="562950"/>
                  </a:lnTo>
                  <a:lnTo>
                    <a:pt x="369571" y="565263"/>
                  </a:lnTo>
                  <a:lnTo>
                    <a:pt x="369510" y="566351"/>
                  </a:lnTo>
                  <a:lnTo>
                    <a:pt x="370240" y="569767"/>
                  </a:lnTo>
                  <a:lnTo>
                    <a:pt x="369495" y="570406"/>
                  </a:lnTo>
                  <a:lnTo>
                    <a:pt x="367767" y="570672"/>
                  </a:lnTo>
                  <a:lnTo>
                    <a:pt x="364990" y="572932"/>
                  </a:lnTo>
                  <a:lnTo>
                    <a:pt x="359124" y="579628"/>
                  </a:lnTo>
                  <a:lnTo>
                    <a:pt x="358356" y="582047"/>
                  </a:lnTo>
                  <a:lnTo>
                    <a:pt x="358386" y="582876"/>
                  </a:lnTo>
                  <a:lnTo>
                    <a:pt x="359337" y="584763"/>
                  </a:lnTo>
                  <a:lnTo>
                    <a:pt x="358675" y="585988"/>
                  </a:lnTo>
                  <a:lnTo>
                    <a:pt x="357024" y="587921"/>
                  </a:lnTo>
                  <a:lnTo>
                    <a:pt x="353349" y="590972"/>
                  </a:lnTo>
                  <a:lnTo>
                    <a:pt x="350937" y="592129"/>
                  </a:lnTo>
                  <a:lnTo>
                    <a:pt x="349370" y="592189"/>
                  </a:lnTo>
                  <a:lnTo>
                    <a:pt x="347863" y="591756"/>
                  </a:lnTo>
                  <a:lnTo>
                    <a:pt x="345185" y="589793"/>
                  </a:lnTo>
                  <a:lnTo>
                    <a:pt x="343017" y="589671"/>
                  </a:lnTo>
                  <a:lnTo>
                    <a:pt x="342880" y="589945"/>
                  </a:lnTo>
                  <a:lnTo>
                    <a:pt x="345832" y="592045"/>
                  </a:lnTo>
                  <a:lnTo>
                    <a:pt x="348837" y="594738"/>
                  </a:lnTo>
                  <a:lnTo>
                    <a:pt x="350709" y="596975"/>
                  </a:lnTo>
                  <a:lnTo>
                    <a:pt x="351447" y="598748"/>
                  </a:lnTo>
                  <a:lnTo>
                    <a:pt x="351477" y="600574"/>
                  </a:lnTo>
                  <a:lnTo>
                    <a:pt x="350800" y="602446"/>
                  </a:lnTo>
                  <a:lnTo>
                    <a:pt x="348678" y="605695"/>
                  </a:lnTo>
                  <a:lnTo>
                    <a:pt x="346600" y="606661"/>
                  </a:lnTo>
                  <a:lnTo>
                    <a:pt x="341282" y="607635"/>
                  </a:lnTo>
                  <a:lnTo>
                    <a:pt x="339570" y="608411"/>
                  </a:lnTo>
                  <a:lnTo>
                    <a:pt x="339037" y="609012"/>
                  </a:lnTo>
                  <a:lnTo>
                    <a:pt x="342690" y="610381"/>
                  </a:lnTo>
                  <a:lnTo>
                    <a:pt x="343017" y="611081"/>
                  </a:lnTo>
                  <a:lnTo>
                    <a:pt x="342515" y="613790"/>
                  </a:lnTo>
                  <a:lnTo>
                    <a:pt x="341548" y="614673"/>
                  </a:lnTo>
                  <a:lnTo>
                    <a:pt x="338505" y="616286"/>
                  </a:lnTo>
                  <a:lnTo>
                    <a:pt x="335781" y="616757"/>
                  </a:lnTo>
                  <a:lnTo>
                    <a:pt x="335363" y="616445"/>
                  </a:lnTo>
                  <a:lnTo>
                    <a:pt x="335872" y="614323"/>
                  </a:lnTo>
                  <a:lnTo>
                    <a:pt x="335728" y="613798"/>
                  </a:lnTo>
                  <a:lnTo>
                    <a:pt x="334701" y="613364"/>
                  </a:lnTo>
                  <a:lnTo>
                    <a:pt x="333247" y="614171"/>
                  </a:lnTo>
                  <a:lnTo>
                    <a:pt x="329618" y="617298"/>
                  </a:lnTo>
                  <a:lnTo>
                    <a:pt x="329230" y="617807"/>
                  </a:lnTo>
                  <a:lnTo>
                    <a:pt x="330539" y="618644"/>
                  </a:lnTo>
                  <a:lnTo>
                    <a:pt x="330265" y="619337"/>
                  </a:lnTo>
                  <a:lnTo>
                    <a:pt x="328302" y="621574"/>
                  </a:lnTo>
                  <a:lnTo>
                    <a:pt x="327488" y="623065"/>
                  </a:lnTo>
                  <a:lnTo>
                    <a:pt x="326171" y="624579"/>
                  </a:lnTo>
                  <a:lnTo>
                    <a:pt x="320313" y="629205"/>
                  </a:lnTo>
                  <a:lnTo>
                    <a:pt x="320762" y="630331"/>
                  </a:lnTo>
                  <a:lnTo>
                    <a:pt x="319240" y="634341"/>
                  </a:lnTo>
                  <a:lnTo>
                    <a:pt x="318388" y="637879"/>
                  </a:lnTo>
                  <a:lnTo>
                    <a:pt x="319423" y="639362"/>
                  </a:lnTo>
                  <a:lnTo>
                    <a:pt x="324338" y="641097"/>
                  </a:lnTo>
                  <a:lnTo>
                    <a:pt x="326719" y="641516"/>
                  </a:lnTo>
                  <a:lnTo>
                    <a:pt x="329527" y="642726"/>
                  </a:lnTo>
                  <a:lnTo>
                    <a:pt x="334609" y="645982"/>
                  </a:lnTo>
                  <a:lnTo>
                    <a:pt x="336306" y="648105"/>
                  </a:lnTo>
                  <a:lnTo>
                    <a:pt x="336557" y="649101"/>
                  </a:lnTo>
                  <a:lnTo>
                    <a:pt x="336397" y="650189"/>
                  </a:lnTo>
                  <a:lnTo>
                    <a:pt x="335789" y="651658"/>
                  </a:lnTo>
                  <a:lnTo>
                    <a:pt x="334198" y="654427"/>
                  </a:lnTo>
                  <a:lnTo>
                    <a:pt x="330356" y="658536"/>
                  </a:lnTo>
                  <a:lnTo>
                    <a:pt x="328621" y="659700"/>
                  </a:lnTo>
                  <a:lnTo>
                    <a:pt x="325996" y="660613"/>
                  </a:lnTo>
                  <a:lnTo>
                    <a:pt x="325137" y="661275"/>
                  </a:lnTo>
                  <a:lnTo>
                    <a:pt x="321766" y="665148"/>
                  </a:lnTo>
                  <a:lnTo>
                    <a:pt x="320853" y="667233"/>
                  </a:lnTo>
                  <a:lnTo>
                    <a:pt x="320998" y="669051"/>
                  </a:lnTo>
                  <a:lnTo>
                    <a:pt x="320351" y="670322"/>
                  </a:lnTo>
                  <a:lnTo>
                    <a:pt x="316014" y="672817"/>
                  </a:lnTo>
                  <a:lnTo>
                    <a:pt x="316166" y="673259"/>
                  </a:lnTo>
                  <a:lnTo>
                    <a:pt x="317741" y="673449"/>
                  </a:lnTo>
                  <a:lnTo>
                    <a:pt x="317163" y="675648"/>
                  </a:lnTo>
                  <a:lnTo>
                    <a:pt x="316904" y="678691"/>
                  </a:lnTo>
                  <a:lnTo>
                    <a:pt x="316151" y="679201"/>
                  </a:lnTo>
                  <a:lnTo>
                    <a:pt x="313442" y="679178"/>
                  </a:lnTo>
                  <a:lnTo>
                    <a:pt x="309996" y="680357"/>
                  </a:lnTo>
                  <a:lnTo>
                    <a:pt x="309752" y="680692"/>
                  </a:lnTo>
                  <a:lnTo>
                    <a:pt x="309691" y="682876"/>
                  </a:lnTo>
                  <a:lnTo>
                    <a:pt x="300683" y="684474"/>
                  </a:lnTo>
                  <a:lnTo>
                    <a:pt x="298712" y="688597"/>
                  </a:lnTo>
                  <a:lnTo>
                    <a:pt x="297685" y="689860"/>
                  </a:lnTo>
                  <a:lnTo>
                    <a:pt x="294155" y="692851"/>
                  </a:lnTo>
                  <a:lnTo>
                    <a:pt x="291994" y="694053"/>
                  </a:lnTo>
                  <a:lnTo>
                    <a:pt x="289521" y="694783"/>
                  </a:lnTo>
                  <a:lnTo>
                    <a:pt x="288227" y="695795"/>
                  </a:lnTo>
                  <a:lnTo>
                    <a:pt x="288106" y="697089"/>
                  </a:lnTo>
                  <a:lnTo>
                    <a:pt x="287406" y="698207"/>
                  </a:lnTo>
                  <a:lnTo>
                    <a:pt x="285268" y="700056"/>
                  </a:lnTo>
                  <a:lnTo>
                    <a:pt x="284218" y="702377"/>
                  </a:lnTo>
                  <a:lnTo>
                    <a:pt x="283457" y="702742"/>
                  </a:lnTo>
                  <a:lnTo>
                    <a:pt x="279478" y="703297"/>
                  </a:lnTo>
                  <a:lnTo>
                    <a:pt x="278686" y="704035"/>
                  </a:lnTo>
                  <a:lnTo>
                    <a:pt x="278298" y="707162"/>
                  </a:lnTo>
                  <a:lnTo>
                    <a:pt x="277560" y="707261"/>
                  </a:lnTo>
                  <a:lnTo>
                    <a:pt x="276145" y="706531"/>
                  </a:lnTo>
                  <a:lnTo>
                    <a:pt x="274304" y="707094"/>
                  </a:lnTo>
                  <a:lnTo>
                    <a:pt x="270165" y="710624"/>
                  </a:lnTo>
                  <a:lnTo>
                    <a:pt x="269259" y="711895"/>
                  </a:lnTo>
                  <a:lnTo>
                    <a:pt x="269358" y="712572"/>
                  </a:lnTo>
                  <a:lnTo>
                    <a:pt x="269997" y="713241"/>
                  </a:lnTo>
                  <a:lnTo>
                    <a:pt x="270979" y="715334"/>
                  </a:lnTo>
                  <a:lnTo>
                    <a:pt x="270918" y="716742"/>
                  </a:lnTo>
                  <a:lnTo>
                    <a:pt x="269328" y="720660"/>
                  </a:lnTo>
                  <a:lnTo>
                    <a:pt x="268765" y="721269"/>
                  </a:lnTo>
                  <a:lnTo>
                    <a:pt x="266832" y="722235"/>
                  </a:lnTo>
                  <a:lnTo>
                    <a:pt x="266041" y="724396"/>
                  </a:lnTo>
                  <a:lnTo>
                    <a:pt x="264260" y="724160"/>
                  </a:lnTo>
                  <a:lnTo>
                    <a:pt x="262822" y="724571"/>
                  </a:lnTo>
                  <a:lnTo>
                    <a:pt x="261879" y="726009"/>
                  </a:lnTo>
                  <a:lnTo>
                    <a:pt x="260859" y="726838"/>
                  </a:lnTo>
                  <a:lnTo>
                    <a:pt x="259756" y="727051"/>
                  </a:lnTo>
                  <a:lnTo>
                    <a:pt x="258364" y="728192"/>
                  </a:lnTo>
                  <a:lnTo>
                    <a:pt x="256698" y="730247"/>
                  </a:lnTo>
                  <a:lnTo>
                    <a:pt x="255145" y="731555"/>
                  </a:lnTo>
                  <a:lnTo>
                    <a:pt x="253723" y="732118"/>
                  </a:lnTo>
                  <a:lnTo>
                    <a:pt x="252338" y="732263"/>
                  </a:lnTo>
                  <a:lnTo>
                    <a:pt x="250991" y="731974"/>
                  </a:lnTo>
                  <a:lnTo>
                    <a:pt x="249781" y="732210"/>
                  </a:lnTo>
                  <a:lnTo>
                    <a:pt x="248709" y="732971"/>
                  </a:lnTo>
                  <a:lnTo>
                    <a:pt x="247659" y="734158"/>
                  </a:lnTo>
                  <a:lnTo>
                    <a:pt x="246822" y="737520"/>
                  </a:lnTo>
                  <a:lnTo>
                    <a:pt x="245764" y="739019"/>
                  </a:lnTo>
                  <a:lnTo>
                    <a:pt x="245094" y="739278"/>
                  </a:lnTo>
                  <a:lnTo>
                    <a:pt x="243725" y="739057"/>
                  </a:lnTo>
                  <a:lnTo>
                    <a:pt x="241655" y="738350"/>
                  </a:lnTo>
                  <a:lnTo>
                    <a:pt x="239555" y="738601"/>
                  </a:lnTo>
                  <a:lnTo>
                    <a:pt x="236162" y="740663"/>
                  </a:lnTo>
                  <a:lnTo>
                    <a:pt x="235082" y="742215"/>
                  </a:lnTo>
                  <a:lnTo>
                    <a:pt x="237220" y="742557"/>
                  </a:lnTo>
                  <a:lnTo>
                    <a:pt x="238277" y="742999"/>
                  </a:lnTo>
                  <a:lnTo>
                    <a:pt x="238254" y="743432"/>
                  </a:lnTo>
                  <a:lnTo>
                    <a:pt x="237143" y="743851"/>
                  </a:lnTo>
                  <a:lnTo>
                    <a:pt x="235241" y="743820"/>
                  </a:lnTo>
                  <a:lnTo>
                    <a:pt x="234100" y="744178"/>
                  </a:lnTo>
                  <a:lnTo>
                    <a:pt x="232715" y="745060"/>
                  </a:lnTo>
                  <a:lnTo>
                    <a:pt x="229231" y="746012"/>
                  </a:lnTo>
                  <a:lnTo>
                    <a:pt x="227907" y="746689"/>
                  </a:lnTo>
                  <a:lnTo>
                    <a:pt x="225282" y="750554"/>
                  </a:lnTo>
                  <a:lnTo>
                    <a:pt x="224962" y="751429"/>
                  </a:lnTo>
                  <a:lnTo>
                    <a:pt x="225297" y="751619"/>
                  </a:lnTo>
                  <a:lnTo>
                    <a:pt x="226773" y="751216"/>
                  </a:lnTo>
                  <a:lnTo>
                    <a:pt x="228508" y="751855"/>
                  </a:lnTo>
                  <a:lnTo>
                    <a:pt x="229406" y="752669"/>
                  </a:lnTo>
                  <a:lnTo>
                    <a:pt x="229984" y="753674"/>
                  </a:lnTo>
                  <a:lnTo>
                    <a:pt x="230532" y="755606"/>
                  </a:lnTo>
                  <a:lnTo>
                    <a:pt x="230866" y="755895"/>
                  </a:lnTo>
                  <a:lnTo>
                    <a:pt x="227534" y="759136"/>
                  </a:lnTo>
                  <a:lnTo>
                    <a:pt x="226590" y="760514"/>
                  </a:lnTo>
                  <a:lnTo>
                    <a:pt x="225982" y="761023"/>
                  </a:lnTo>
                  <a:lnTo>
                    <a:pt x="225578" y="760628"/>
                  </a:lnTo>
                  <a:lnTo>
                    <a:pt x="225168" y="757021"/>
                  </a:lnTo>
                  <a:lnTo>
                    <a:pt x="224917" y="756405"/>
                  </a:lnTo>
                  <a:lnTo>
                    <a:pt x="224125" y="756344"/>
                  </a:lnTo>
                  <a:lnTo>
                    <a:pt x="223364" y="757485"/>
                  </a:lnTo>
                  <a:lnTo>
                    <a:pt x="221698" y="761746"/>
                  </a:lnTo>
                  <a:lnTo>
                    <a:pt x="219880" y="763892"/>
                  </a:lnTo>
                  <a:lnTo>
                    <a:pt x="206222" y="769370"/>
                  </a:lnTo>
                  <a:lnTo>
                    <a:pt x="204259" y="770633"/>
                  </a:lnTo>
                  <a:lnTo>
                    <a:pt x="203871" y="772961"/>
                  </a:lnTo>
                  <a:lnTo>
                    <a:pt x="203308" y="774977"/>
                  </a:lnTo>
                  <a:lnTo>
                    <a:pt x="202403" y="776575"/>
                  </a:lnTo>
                  <a:lnTo>
                    <a:pt x="201345" y="777587"/>
                  </a:lnTo>
                  <a:lnTo>
                    <a:pt x="201117" y="776864"/>
                  </a:lnTo>
                  <a:lnTo>
                    <a:pt x="201223" y="771196"/>
                  </a:lnTo>
                  <a:lnTo>
                    <a:pt x="200942" y="770070"/>
                  </a:lnTo>
                  <a:lnTo>
                    <a:pt x="199565" y="769347"/>
                  </a:lnTo>
                  <a:lnTo>
                    <a:pt x="198956" y="769446"/>
                  </a:lnTo>
                  <a:lnTo>
                    <a:pt x="198127" y="769766"/>
                  </a:lnTo>
                  <a:lnTo>
                    <a:pt x="196757" y="770998"/>
                  </a:lnTo>
                  <a:lnTo>
                    <a:pt x="195920" y="771302"/>
                  </a:lnTo>
                  <a:lnTo>
                    <a:pt x="194878" y="771204"/>
                  </a:lnTo>
                  <a:lnTo>
                    <a:pt x="193098" y="772413"/>
                  </a:lnTo>
                  <a:lnTo>
                    <a:pt x="188867" y="776286"/>
                  </a:lnTo>
                  <a:lnTo>
                    <a:pt x="186105" y="777245"/>
                  </a:lnTo>
                  <a:lnTo>
                    <a:pt x="185375" y="778044"/>
                  </a:lnTo>
                  <a:lnTo>
                    <a:pt x="184195" y="780159"/>
                  </a:lnTo>
                  <a:lnTo>
                    <a:pt x="183412" y="780935"/>
                  </a:lnTo>
                  <a:lnTo>
                    <a:pt x="182255" y="781003"/>
                  </a:lnTo>
                  <a:lnTo>
                    <a:pt x="180718" y="780372"/>
                  </a:lnTo>
                  <a:lnTo>
                    <a:pt x="179486" y="780821"/>
                  </a:lnTo>
                  <a:lnTo>
                    <a:pt x="178550" y="782358"/>
                  </a:lnTo>
                  <a:lnTo>
                    <a:pt x="177599" y="782966"/>
                  </a:lnTo>
                  <a:lnTo>
                    <a:pt x="174913" y="781833"/>
                  </a:lnTo>
                  <a:lnTo>
                    <a:pt x="173726" y="782609"/>
                  </a:lnTo>
                  <a:lnTo>
                    <a:pt x="172189" y="784587"/>
                  </a:lnTo>
                  <a:lnTo>
                    <a:pt x="170584" y="785888"/>
                  </a:lnTo>
                  <a:lnTo>
                    <a:pt x="168910" y="786520"/>
                  </a:lnTo>
                  <a:lnTo>
                    <a:pt x="164558" y="787174"/>
                  </a:lnTo>
                  <a:lnTo>
                    <a:pt x="162808" y="786755"/>
                  </a:lnTo>
                  <a:lnTo>
                    <a:pt x="162450" y="786185"/>
                  </a:lnTo>
                  <a:lnTo>
                    <a:pt x="162534" y="783666"/>
                  </a:lnTo>
                  <a:lnTo>
                    <a:pt x="163234" y="781848"/>
                  </a:lnTo>
                  <a:lnTo>
                    <a:pt x="163881" y="780988"/>
                  </a:lnTo>
                  <a:lnTo>
                    <a:pt x="164748" y="780227"/>
                  </a:lnTo>
                  <a:lnTo>
                    <a:pt x="166019" y="780136"/>
                  </a:lnTo>
                  <a:lnTo>
                    <a:pt x="168392" y="780707"/>
                  </a:lnTo>
                  <a:lnTo>
                    <a:pt x="168119" y="780098"/>
                  </a:lnTo>
                  <a:lnTo>
                    <a:pt x="167259" y="779375"/>
                  </a:lnTo>
                  <a:lnTo>
                    <a:pt x="165075" y="778120"/>
                  </a:lnTo>
                  <a:lnTo>
                    <a:pt x="162907" y="777481"/>
                  </a:lnTo>
                  <a:lnTo>
                    <a:pt x="161667" y="777891"/>
                  </a:lnTo>
                  <a:lnTo>
                    <a:pt x="159924" y="778850"/>
                  </a:lnTo>
                  <a:lnTo>
                    <a:pt x="158737" y="779961"/>
                  </a:lnTo>
                  <a:lnTo>
                    <a:pt x="158113" y="781224"/>
                  </a:lnTo>
                  <a:lnTo>
                    <a:pt x="157330" y="785333"/>
                  </a:lnTo>
                  <a:lnTo>
                    <a:pt x="156873" y="786443"/>
                  </a:lnTo>
                  <a:lnTo>
                    <a:pt x="151775" y="793649"/>
                  </a:lnTo>
                  <a:lnTo>
                    <a:pt x="149774" y="795863"/>
                  </a:lnTo>
                  <a:lnTo>
                    <a:pt x="147796" y="795695"/>
                  </a:lnTo>
                  <a:lnTo>
                    <a:pt x="146837" y="796532"/>
                  </a:lnTo>
                  <a:lnTo>
                    <a:pt x="145491" y="798320"/>
                  </a:lnTo>
                  <a:lnTo>
                    <a:pt x="144243" y="799180"/>
                  </a:lnTo>
                  <a:lnTo>
                    <a:pt x="143102" y="799104"/>
                  </a:lnTo>
                  <a:lnTo>
                    <a:pt x="142211" y="798762"/>
                  </a:lnTo>
                  <a:lnTo>
                    <a:pt x="141580" y="798161"/>
                  </a:lnTo>
                  <a:lnTo>
                    <a:pt x="141686" y="797598"/>
                  </a:lnTo>
                  <a:lnTo>
                    <a:pt x="142539" y="797073"/>
                  </a:lnTo>
                  <a:lnTo>
                    <a:pt x="142234" y="795642"/>
                  </a:lnTo>
                  <a:lnTo>
                    <a:pt x="140773" y="793284"/>
                  </a:lnTo>
                  <a:lnTo>
                    <a:pt x="139777" y="792005"/>
                  </a:lnTo>
                  <a:lnTo>
                    <a:pt x="137882" y="791853"/>
                  </a:lnTo>
                  <a:lnTo>
                    <a:pt x="137585" y="792926"/>
                  </a:lnTo>
                  <a:lnTo>
                    <a:pt x="138225" y="798389"/>
                  </a:lnTo>
                  <a:lnTo>
                    <a:pt x="138126" y="799622"/>
                  </a:lnTo>
                  <a:lnTo>
                    <a:pt x="136946" y="801174"/>
                  </a:lnTo>
                  <a:lnTo>
                    <a:pt x="133842" y="802908"/>
                  </a:lnTo>
                  <a:lnTo>
                    <a:pt x="132876" y="802741"/>
                  </a:lnTo>
                  <a:lnTo>
                    <a:pt x="130083" y="799325"/>
                  </a:lnTo>
                  <a:lnTo>
                    <a:pt x="127436" y="798648"/>
                  </a:lnTo>
                  <a:lnTo>
                    <a:pt x="127261" y="799758"/>
                  </a:lnTo>
                  <a:lnTo>
                    <a:pt x="127854" y="802033"/>
                  </a:lnTo>
                  <a:lnTo>
                    <a:pt x="127192" y="804149"/>
                  </a:lnTo>
                  <a:lnTo>
                    <a:pt x="125282" y="806119"/>
                  </a:lnTo>
                  <a:lnTo>
                    <a:pt x="123829" y="807070"/>
                  </a:lnTo>
                  <a:lnTo>
                    <a:pt x="122832" y="807009"/>
                  </a:lnTo>
                  <a:lnTo>
                    <a:pt x="122779" y="805632"/>
                  </a:lnTo>
                  <a:lnTo>
                    <a:pt x="123669" y="802931"/>
                  </a:lnTo>
                  <a:lnTo>
                    <a:pt x="123898" y="800679"/>
                  </a:lnTo>
                  <a:lnTo>
                    <a:pt x="123464" y="798868"/>
                  </a:lnTo>
                  <a:lnTo>
                    <a:pt x="123517" y="797484"/>
                  </a:lnTo>
                  <a:lnTo>
                    <a:pt x="124042" y="796517"/>
                  </a:lnTo>
                  <a:lnTo>
                    <a:pt x="127550" y="793824"/>
                  </a:lnTo>
                  <a:lnTo>
                    <a:pt x="129026" y="793421"/>
                  </a:lnTo>
                  <a:lnTo>
                    <a:pt x="129817" y="794082"/>
                  </a:lnTo>
                  <a:lnTo>
                    <a:pt x="130799" y="794197"/>
                  </a:lnTo>
                  <a:lnTo>
                    <a:pt x="131985" y="793755"/>
                  </a:lnTo>
                  <a:lnTo>
                    <a:pt x="132731" y="792896"/>
                  </a:lnTo>
                  <a:lnTo>
                    <a:pt x="133043" y="791610"/>
                  </a:lnTo>
                  <a:lnTo>
                    <a:pt x="134557" y="789966"/>
                  </a:lnTo>
                  <a:lnTo>
                    <a:pt x="137273" y="787950"/>
                  </a:lnTo>
                  <a:lnTo>
                    <a:pt x="140385" y="784229"/>
                  </a:lnTo>
                  <a:lnTo>
                    <a:pt x="143885" y="778782"/>
                  </a:lnTo>
                  <a:lnTo>
                    <a:pt x="147986" y="774072"/>
                  </a:lnTo>
                  <a:lnTo>
                    <a:pt x="152696" y="770108"/>
                  </a:lnTo>
                  <a:lnTo>
                    <a:pt x="157801" y="766950"/>
                  </a:lnTo>
                  <a:lnTo>
                    <a:pt x="168088" y="762606"/>
                  </a:lnTo>
                  <a:lnTo>
                    <a:pt x="168879" y="762872"/>
                  </a:lnTo>
                  <a:lnTo>
                    <a:pt x="167936" y="764287"/>
                  </a:lnTo>
                  <a:lnTo>
                    <a:pt x="168575" y="765170"/>
                  </a:lnTo>
                  <a:lnTo>
                    <a:pt x="169587" y="765284"/>
                  </a:lnTo>
                  <a:lnTo>
                    <a:pt x="173353" y="764584"/>
                  </a:lnTo>
                  <a:lnTo>
                    <a:pt x="174852" y="763671"/>
                  </a:lnTo>
                  <a:lnTo>
                    <a:pt x="175293" y="764554"/>
                  </a:lnTo>
                  <a:lnTo>
                    <a:pt x="174768" y="765665"/>
                  </a:lnTo>
                  <a:lnTo>
                    <a:pt x="172509" y="766791"/>
                  </a:lnTo>
                  <a:lnTo>
                    <a:pt x="172570" y="767726"/>
                  </a:lnTo>
                  <a:lnTo>
                    <a:pt x="175864" y="772101"/>
                  </a:lnTo>
                  <a:lnTo>
                    <a:pt x="176899" y="772763"/>
                  </a:lnTo>
                  <a:lnTo>
                    <a:pt x="177759" y="772680"/>
                  </a:lnTo>
                  <a:lnTo>
                    <a:pt x="178124" y="772117"/>
                  </a:lnTo>
                  <a:lnTo>
                    <a:pt x="177850" y="768959"/>
                  </a:lnTo>
                  <a:lnTo>
                    <a:pt x="178961" y="768358"/>
                  </a:lnTo>
                  <a:lnTo>
                    <a:pt x="181236" y="768206"/>
                  </a:lnTo>
                  <a:lnTo>
                    <a:pt x="182719" y="768617"/>
                  </a:lnTo>
                  <a:lnTo>
                    <a:pt x="183412" y="769583"/>
                  </a:lnTo>
                  <a:lnTo>
                    <a:pt x="184713" y="770382"/>
                  </a:lnTo>
                  <a:lnTo>
                    <a:pt x="186623" y="771021"/>
                  </a:lnTo>
                  <a:lnTo>
                    <a:pt x="187810" y="770823"/>
                  </a:lnTo>
                  <a:lnTo>
                    <a:pt x="188274" y="769796"/>
                  </a:lnTo>
                  <a:lnTo>
                    <a:pt x="187460" y="768571"/>
                  </a:lnTo>
                  <a:lnTo>
                    <a:pt x="183800" y="765878"/>
                  </a:lnTo>
                  <a:lnTo>
                    <a:pt x="182780" y="764752"/>
                  </a:lnTo>
                  <a:lnTo>
                    <a:pt x="182537" y="763177"/>
                  </a:lnTo>
                  <a:lnTo>
                    <a:pt x="183054" y="761160"/>
                  </a:lnTo>
                  <a:lnTo>
                    <a:pt x="184203" y="758163"/>
                  </a:lnTo>
                  <a:lnTo>
                    <a:pt x="185983" y="754183"/>
                  </a:lnTo>
                  <a:lnTo>
                    <a:pt x="187596" y="751398"/>
                  </a:lnTo>
                  <a:lnTo>
                    <a:pt x="190861" y="748233"/>
                  </a:lnTo>
                  <a:lnTo>
                    <a:pt x="193059" y="746666"/>
                  </a:lnTo>
                  <a:lnTo>
                    <a:pt x="198637" y="741857"/>
                  </a:lnTo>
                  <a:lnTo>
                    <a:pt x="209357" y="736942"/>
                  </a:lnTo>
                  <a:lnTo>
                    <a:pt x="212005" y="733777"/>
                  </a:lnTo>
                  <a:lnTo>
                    <a:pt x="215604" y="730277"/>
                  </a:lnTo>
                  <a:lnTo>
                    <a:pt x="217148" y="729417"/>
                  </a:lnTo>
                  <a:lnTo>
                    <a:pt x="217148" y="730772"/>
                  </a:lnTo>
                  <a:lnTo>
                    <a:pt x="217643" y="731981"/>
                  </a:lnTo>
                  <a:lnTo>
                    <a:pt x="220047" y="732788"/>
                  </a:lnTo>
                  <a:lnTo>
                    <a:pt x="221614" y="733069"/>
                  </a:lnTo>
                  <a:lnTo>
                    <a:pt x="222337" y="732826"/>
                  </a:lnTo>
                  <a:lnTo>
                    <a:pt x="222535" y="731540"/>
                  </a:lnTo>
                  <a:lnTo>
                    <a:pt x="222215" y="729204"/>
                  </a:lnTo>
                  <a:lnTo>
                    <a:pt x="222132" y="726998"/>
                  </a:lnTo>
                  <a:lnTo>
                    <a:pt x="222292" y="724921"/>
                  </a:lnTo>
                  <a:lnTo>
                    <a:pt x="222642" y="723277"/>
                  </a:lnTo>
                  <a:lnTo>
                    <a:pt x="224247" y="720348"/>
                  </a:lnTo>
                  <a:lnTo>
                    <a:pt x="226636" y="717008"/>
                  </a:lnTo>
                  <a:lnTo>
                    <a:pt x="229900" y="713120"/>
                  </a:lnTo>
                  <a:lnTo>
                    <a:pt x="231962" y="711355"/>
                  </a:lnTo>
                  <a:lnTo>
                    <a:pt x="233902" y="710411"/>
                  </a:lnTo>
                  <a:lnTo>
                    <a:pt x="235782" y="708707"/>
                  </a:lnTo>
                  <a:lnTo>
                    <a:pt x="239015" y="704667"/>
                  </a:lnTo>
                  <a:lnTo>
                    <a:pt x="240050" y="704005"/>
                  </a:lnTo>
                  <a:lnTo>
                    <a:pt x="242371" y="703206"/>
                  </a:lnTo>
                  <a:lnTo>
                    <a:pt x="243223" y="703556"/>
                  </a:lnTo>
                  <a:lnTo>
                    <a:pt x="243717" y="704575"/>
                  </a:lnTo>
                  <a:lnTo>
                    <a:pt x="244326" y="705207"/>
                  </a:lnTo>
                  <a:lnTo>
                    <a:pt x="246677" y="705778"/>
                  </a:lnTo>
                  <a:lnTo>
                    <a:pt x="248244" y="704880"/>
                  </a:lnTo>
                  <a:lnTo>
                    <a:pt x="247986" y="704400"/>
                  </a:lnTo>
                  <a:lnTo>
                    <a:pt x="246715" y="704089"/>
                  </a:lnTo>
                  <a:lnTo>
                    <a:pt x="245901" y="703502"/>
                  </a:lnTo>
                  <a:lnTo>
                    <a:pt x="245132" y="701091"/>
                  </a:lnTo>
                  <a:lnTo>
                    <a:pt x="243573" y="699637"/>
                  </a:lnTo>
                  <a:lnTo>
                    <a:pt x="243223" y="697986"/>
                  </a:lnTo>
                  <a:lnTo>
                    <a:pt x="243504" y="695415"/>
                  </a:lnTo>
                  <a:lnTo>
                    <a:pt x="244843" y="689358"/>
                  </a:lnTo>
                  <a:lnTo>
                    <a:pt x="245064" y="683104"/>
                  </a:lnTo>
                  <a:lnTo>
                    <a:pt x="246259" y="679505"/>
                  </a:lnTo>
                  <a:lnTo>
                    <a:pt x="248655" y="678204"/>
                  </a:lnTo>
                  <a:lnTo>
                    <a:pt x="253974" y="677314"/>
                  </a:lnTo>
                  <a:lnTo>
                    <a:pt x="250862" y="675686"/>
                  </a:lnTo>
                  <a:lnTo>
                    <a:pt x="249705" y="675678"/>
                  </a:lnTo>
                  <a:lnTo>
                    <a:pt x="247681" y="674910"/>
                  </a:lnTo>
                  <a:lnTo>
                    <a:pt x="246913" y="670968"/>
                  </a:lnTo>
                  <a:lnTo>
                    <a:pt x="246928" y="668100"/>
                  </a:lnTo>
                  <a:lnTo>
                    <a:pt x="248267" y="664768"/>
                  </a:lnTo>
                  <a:lnTo>
                    <a:pt x="253220" y="659129"/>
                  </a:lnTo>
                  <a:lnTo>
                    <a:pt x="258645" y="655211"/>
                  </a:lnTo>
                  <a:lnTo>
                    <a:pt x="257907" y="654892"/>
                  </a:lnTo>
                  <a:lnTo>
                    <a:pt x="257238" y="653727"/>
                  </a:lnTo>
                  <a:lnTo>
                    <a:pt x="259741" y="645845"/>
                  </a:lnTo>
                  <a:lnTo>
                    <a:pt x="262183" y="638777"/>
                  </a:lnTo>
                  <a:lnTo>
                    <a:pt x="258889" y="644802"/>
                  </a:lnTo>
                  <a:lnTo>
                    <a:pt x="255077" y="649398"/>
                  </a:lnTo>
                  <a:lnTo>
                    <a:pt x="243892" y="654717"/>
                  </a:lnTo>
                  <a:lnTo>
                    <a:pt x="236284" y="659160"/>
                  </a:lnTo>
                  <a:lnTo>
                    <a:pt x="232677" y="660217"/>
                  </a:lnTo>
                  <a:lnTo>
                    <a:pt x="230296" y="659092"/>
                  </a:lnTo>
                  <a:lnTo>
                    <a:pt x="228439" y="654831"/>
                  </a:lnTo>
                  <a:lnTo>
                    <a:pt x="227374" y="653309"/>
                  </a:lnTo>
                  <a:lnTo>
                    <a:pt x="226012" y="650524"/>
                  </a:lnTo>
                  <a:lnTo>
                    <a:pt x="226590" y="646887"/>
                  </a:lnTo>
                  <a:lnTo>
                    <a:pt x="227671" y="644369"/>
                  </a:lnTo>
                  <a:lnTo>
                    <a:pt x="230045" y="643958"/>
                  </a:lnTo>
                  <a:lnTo>
                    <a:pt x="232723" y="645175"/>
                  </a:lnTo>
                  <a:lnTo>
                    <a:pt x="235044" y="645282"/>
                  </a:lnTo>
                  <a:lnTo>
                    <a:pt x="232053" y="642794"/>
                  </a:lnTo>
                  <a:lnTo>
                    <a:pt x="227739" y="640618"/>
                  </a:lnTo>
                  <a:lnTo>
                    <a:pt x="225784" y="641325"/>
                  </a:lnTo>
                  <a:lnTo>
                    <a:pt x="224285" y="644848"/>
                  </a:lnTo>
                  <a:lnTo>
                    <a:pt x="222284" y="647260"/>
                  </a:lnTo>
                  <a:lnTo>
                    <a:pt x="220526" y="646400"/>
                  </a:lnTo>
                  <a:lnTo>
                    <a:pt x="219484" y="645419"/>
                  </a:lnTo>
                  <a:lnTo>
                    <a:pt x="220207" y="648363"/>
                  </a:lnTo>
                  <a:lnTo>
                    <a:pt x="218875" y="652837"/>
                  </a:lnTo>
                  <a:lnTo>
                    <a:pt x="218373" y="655926"/>
                  </a:lnTo>
                  <a:lnTo>
                    <a:pt x="220275" y="664052"/>
                  </a:lnTo>
                  <a:lnTo>
                    <a:pt x="219925" y="667286"/>
                  </a:lnTo>
                  <a:lnTo>
                    <a:pt x="216463" y="668770"/>
                  </a:lnTo>
                  <a:lnTo>
                    <a:pt x="213641" y="666114"/>
                  </a:lnTo>
                  <a:lnTo>
                    <a:pt x="207759" y="655827"/>
                  </a:lnTo>
                  <a:lnTo>
                    <a:pt x="205705" y="652883"/>
                  </a:lnTo>
                  <a:lnTo>
                    <a:pt x="201094" y="648013"/>
                  </a:lnTo>
                  <a:lnTo>
                    <a:pt x="199572" y="648706"/>
                  </a:lnTo>
                  <a:lnTo>
                    <a:pt x="197632" y="651110"/>
                  </a:lnTo>
                  <a:lnTo>
                    <a:pt x="195753" y="651772"/>
                  </a:lnTo>
                  <a:lnTo>
                    <a:pt x="190792" y="648226"/>
                  </a:lnTo>
                  <a:lnTo>
                    <a:pt x="188479" y="645518"/>
                  </a:lnTo>
                  <a:lnTo>
                    <a:pt x="186295" y="642223"/>
                  </a:lnTo>
                  <a:lnTo>
                    <a:pt x="182948" y="644042"/>
                  </a:lnTo>
                  <a:lnTo>
                    <a:pt x="180026" y="646203"/>
                  </a:lnTo>
                  <a:lnTo>
                    <a:pt x="176602" y="649642"/>
                  </a:lnTo>
                  <a:lnTo>
                    <a:pt x="174312" y="649611"/>
                  </a:lnTo>
                  <a:lnTo>
                    <a:pt x="168088" y="652556"/>
                  </a:lnTo>
                  <a:lnTo>
                    <a:pt x="167426" y="652617"/>
                  </a:lnTo>
                  <a:lnTo>
                    <a:pt x="166551" y="654199"/>
                  </a:lnTo>
                  <a:lnTo>
                    <a:pt x="165691" y="654907"/>
                  </a:lnTo>
                  <a:lnTo>
                    <a:pt x="164984" y="657950"/>
                  </a:lnTo>
                  <a:lnTo>
                    <a:pt x="156569" y="660309"/>
                  </a:lnTo>
                  <a:lnTo>
                    <a:pt x="148253" y="658993"/>
                  </a:lnTo>
                  <a:lnTo>
                    <a:pt x="151159" y="657319"/>
                  </a:lnTo>
                  <a:lnTo>
                    <a:pt x="154408" y="656002"/>
                  </a:lnTo>
                  <a:lnTo>
                    <a:pt x="157231" y="652830"/>
                  </a:lnTo>
                  <a:lnTo>
                    <a:pt x="156029" y="648576"/>
                  </a:lnTo>
                  <a:lnTo>
                    <a:pt x="155823" y="646408"/>
                  </a:lnTo>
                  <a:lnTo>
                    <a:pt x="155854" y="643661"/>
                  </a:lnTo>
                  <a:lnTo>
                    <a:pt x="158935" y="639796"/>
                  </a:lnTo>
                  <a:lnTo>
                    <a:pt x="155732" y="639804"/>
                  </a:lnTo>
                  <a:lnTo>
                    <a:pt x="153670" y="641189"/>
                  </a:lnTo>
                  <a:lnTo>
                    <a:pt x="151745" y="638282"/>
                  </a:lnTo>
                  <a:lnTo>
                    <a:pt x="150840" y="632545"/>
                  </a:lnTo>
                  <a:lnTo>
                    <a:pt x="153046" y="629137"/>
                  </a:lnTo>
                  <a:lnTo>
                    <a:pt x="154066" y="626504"/>
                  </a:lnTo>
                  <a:lnTo>
                    <a:pt x="154933" y="622882"/>
                  </a:lnTo>
                  <a:lnTo>
                    <a:pt x="154994" y="619763"/>
                  </a:lnTo>
                  <a:lnTo>
                    <a:pt x="153289" y="614467"/>
                  </a:lnTo>
                  <a:lnTo>
                    <a:pt x="148390" y="603184"/>
                  </a:lnTo>
                  <a:lnTo>
                    <a:pt x="146160" y="594708"/>
                  </a:lnTo>
                  <a:lnTo>
                    <a:pt x="142341" y="590173"/>
                  </a:lnTo>
                  <a:lnTo>
                    <a:pt x="145194" y="582717"/>
                  </a:lnTo>
                  <a:lnTo>
                    <a:pt x="148374" y="575892"/>
                  </a:lnTo>
                  <a:lnTo>
                    <a:pt x="152483" y="572826"/>
                  </a:lnTo>
                  <a:lnTo>
                    <a:pt x="152156" y="572369"/>
                  </a:lnTo>
                  <a:lnTo>
                    <a:pt x="149888" y="572392"/>
                  </a:lnTo>
                  <a:lnTo>
                    <a:pt x="148397" y="572795"/>
                  </a:lnTo>
                  <a:lnTo>
                    <a:pt x="147081" y="575024"/>
                  </a:lnTo>
                  <a:lnTo>
                    <a:pt x="145689" y="576721"/>
                  </a:lnTo>
                  <a:lnTo>
                    <a:pt x="141344" y="585403"/>
                  </a:lnTo>
                  <a:lnTo>
                    <a:pt x="138544" y="589618"/>
                  </a:lnTo>
                  <a:lnTo>
                    <a:pt x="136726" y="590820"/>
                  </a:lnTo>
                  <a:lnTo>
                    <a:pt x="139655" y="592448"/>
                  </a:lnTo>
                  <a:lnTo>
                    <a:pt x="140104" y="593818"/>
                  </a:lnTo>
                  <a:lnTo>
                    <a:pt x="140667" y="596930"/>
                  </a:lnTo>
                  <a:lnTo>
                    <a:pt x="139914" y="600696"/>
                  </a:lnTo>
                  <a:lnTo>
                    <a:pt x="139160" y="602773"/>
                  </a:lnTo>
                  <a:lnTo>
                    <a:pt x="135706" y="602606"/>
                  </a:lnTo>
                  <a:lnTo>
                    <a:pt x="132602" y="605626"/>
                  </a:lnTo>
                  <a:lnTo>
                    <a:pt x="125313" y="608905"/>
                  </a:lnTo>
                  <a:lnTo>
                    <a:pt x="115467" y="610777"/>
                  </a:lnTo>
                  <a:lnTo>
                    <a:pt x="110628" y="610556"/>
                  </a:lnTo>
                  <a:lnTo>
                    <a:pt x="105591" y="606737"/>
                  </a:lnTo>
                  <a:lnTo>
                    <a:pt x="105629" y="604515"/>
                  </a:lnTo>
                  <a:lnTo>
                    <a:pt x="105835" y="602590"/>
                  </a:lnTo>
                  <a:lnTo>
                    <a:pt x="98599" y="595963"/>
                  </a:lnTo>
                  <a:lnTo>
                    <a:pt x="94506" y="589329"/>
                  </a:lnTo>
                  <a:lnTo>
                    <a:pt x="91561" y="589184"/>
                  </a:lnTo>
                  <a:lnTo>
                    <a:pt x="89005" y="587411"/>
                  </a:lnTo>
                  <a:lnTo>
                    <a:pt x="85984" y="584649"/>
                  </a:lnTo>
                  <a:lnTo>
                    <a:pt x="86250" y="582420"/>
                  </a:lnTo>
                  <a:lnTo>
                    <a:pt x="86730" y="580845"/>
                  </a:lnTo>
                  <a:lnTo>
                    <a:pt x="84873" y="579742"/>
                  </a:lnTo>
                  <a:lnTo>
                    <a:pt x="82499" y="579848"/>
                  </a:lnTo>
                  <a:lnTo>
                    <a:pt x="79737" y="579087"/>
                  </a:lnTo>
                  <a:lnTo>
                    <a:pt x="86950" y="570444"/>
                  </a:lnTo>
                  <a:lnTo>
                    <a:pt x="89431" y="564624"/>
                  </a:lnTo>
                  <a:lnTo>
                    <a:pt x="91455" y="563794"/>
                  </a:lnTo>
                  <a:lnTo>
                    <a:pt x="94080" y="564692"/>
                  </a:lnTo>
                  <a:lnTo>
                    <a:pt x="97701" y="566990"/>
                  </a:lnTo>
                  <a:lnTo>
                    <a:pt x="100752" y="568002"/>
                  </a:lnTo>
                  <a:lnTo>
                    <a:pt x="101856" y="569082"/>
                  </a:lnTo>
                  <a:lnTo>
                    <a:pt x="102982" y="571114"/>
                  </a:lnTo>
                  <a:lnTo>
                    <a:pt x="101795" y="574515"/>
                  </a:lnTo>
                  <a:lnTo>
                    <a:pt x="100707" y="576896"/>
                  </a:lnTo>
                  <a:lnTo>
                    <a:pt x="102046" y="576257"/>
                  </a:lnTo>
                  <a:lnTo>
                    <a:pt x="105842" y="572567"/>
                  </a:lnTo>
                  <a:lnTo>
                    <a:pt x="108673" y="569318"/>
                  </a:lnTo>
                  <a:lnTo>
                    <a:pt x="110027" y="569653"/>
                  </a:lnTo>
                  <a:lnTo>
                    <a:pt x="110910" y="570224"/>
                  </a:lnTo>
                  <a:lnTo>
                    <a:pt x="112485" y="573571"/>
                  </a:lnTo>
                  <a:lnTo>
                    <a:pt x="114433" y="576972"/>
                  </a:lnTo>
                  <a:lnTo>
                    <a:pt x="118731" y="573731"/>
                  </a:lnTo>
                  <a:lnTo>
                    <a:pt x="121029" y="569683"/>
                  </a:lnTo>
                  <a:lnTo>
                    <a:pt x="119089" y="567910"/>
                  </a:lnTo>
                  <a:lnTo>
                    <a:pt x="116715" y="566853"/>
                  </a:lnTo>
                  <a:lnTo>
                    <a:pt x="110659" y="565476"/>
                  </a:lnTo>
                  <a:lnTo>
                    <a:pt x="112135" y="564312"/>
                  </a:lnTo>
                  <a:lnTo>
                    <a:pt x="116023" y="564441"/>
                  </a:lnTo>
                  <a:lnTo>
                    <a:pt x="117484" y="563330"/>
                  </a:lnTo>
                  <a:lnTo>
                    <a:pt x="115947" y="561786"/>
                  </a:lnTo>
                  <a:lnTo>
                    <a:pt x="114022" y="560401"/>
                  </a:lnTo>
                  <a:lnTo>
                    <a:pt x="108779" y="565004"/>
                  </a:lnTo>
                  <a:lnTo>
                    <a:pt x="99238" y="564776"/>
                  </a:lnTo>
                  <a:lnTo>
                    <a:pt x="92573" y="562082"/>
                  </a:lnTo>
                  <a:lnTo>
                    <a:pt x="85916" y="562554"/>
                  </a:lnTo>
                  <a:lnTo>
                    <a:pt x="84866" y="562021"/>
                  </a:lnTo>
                  <a:lnTo>
                    <a:pt x="83572" y="560583"/>
                  </a:lnTo>
                  <a:lnTo>
                    <a:pt x="87323" y="557152"/>
                  </a:lnTo>
                  <a:lnTo>
                    <a:pt x="89979" y="555250"/>
                  </a:lnTo>
                  <a:lnTo>
                    <a:pt x="90123" y="554147"/>
                  </a:lnTo>
                  <a:lnTo>
                    <a:pt x="88579" y="554010"/>
                  </a:lnTo>
                  <a:lnTo>
                    <a:pt x="85680" y="554923"/>
                  </a:lnTo>
                  <a:lnTo>
                    <a:pt x="84386" y="553340"/>
                  </a:lnTo>
                  <a:lnTo>
                    <a:pt x="84599" y="550586"/>
                  </a:lnTo>
                  <a:lnTo>
                    <a:pt x="84120" y="550837"/>
                  </a:lnTo>
                  <a:lnTo>
                    <a:pt x="82971" y="552343"/>
                  </a:lnTo>
                  <a:lnTo>
                    <a:pt x="81350" y="551598"/>
                  </a:lnTo>
                  <a:lnTo>
                    <a:pt x="79943" y="550304"/>
                  </a:lnTo>
                  <a:lnTo>
                    <a:pt x="80673" y="548980"/>
                  </a:lnTo>
                  <a:lnTo>
                    <a:pt x="82104" y="547154"/>
                  </a:lnTo>
                  <a:lnTo>
                    <a:pt x="81472" y="546880"/>
                  </a:lnTo>
                  <a:lnTo>
                    <a:pt x="80194" y="547268"/>
                  </a:lnTo>
                  <a:lnTo>
                    <a:pt x="78946" y="549650"/>
                  </a:lnTo>
                  <a:lnTo>
                    <a:pt x="79220" y="551575"/>
                  </a:lnTo>
                  <a:lnTo>
                    <a:pt x="79190" y="554337"/>
                  </a:lnTo>
                  <a:lnTo>
                    <a:pt x="77059" y="554839"/>
                  </a:lnTo>
                  <a:lnTo>
                    <a:pt x="75233" y="554512"/>
                  </a:lnTo>
                  <a:lnTo>
                    <a:pt x="73917" y="551735"/>
                  </a:lnTo>
                  <a:lnTo>
                    <a:pt x="72555" y="545770"/>
                  </a:lnTo>
                  <a:lnTo>
                    <a:pt x="68873" y="544179"/>
                  </a:lnTo>
                  <a:lnTo>
                    <a:pt x="67967" y="541151"/>
                  </a:lnTo>
                  <a:lnTo>
                    <a:pt x="70296" y="537248"/>
                  </a:lnTo>
                  <a:lnTo>
                    <a:pt x="69268" y="535232"/>
                  </a:lnTo>
                  <a:lnTo>
                    <a:pt x="66788" y="534577"/>
                  </a:lnTo>
                  <a:lnTo>
                    <a:pt x="63958" y="536548"/>
                  </a:lnTo>
                  <a:lnTo>
                    <a:pt x="62702" y="534798"/>
                  </a:lnTo>
                  <a:lnTo>
                    <a:pt x="62474" y="532873"/>
                  </a:lnTo>
                  <a:lnTo>
                    <a:pt x="62375" y="530104"/>
                  </a:lnTo>
                  <a:lnTo>
                    <a:pt x="63166" y="529807"/>
                  </a:lnTo>
                  <a:lnTo>
                    <a:pt x="63821" y="530355"/>
                  </a:lnTo>
                  <a:lnTo>
                    <a:pt x="69504" y="528818"/>
                  </a:lnTo>
                  <a:lnTo>
                    <a:pt x="70052" y="528064"/>
                  </a:lnTo>
                  <a:lnTo>
                    <a:pt x="65548" y="525713"/>
                  </a:lnTo>
                  <a:lnTo>
                    <a:pt x="64292" y="523241"/>
                  </a:lnTo>
                  <a:lnTo>
                    <a:pt x="66157" y="521833"/>
                  </a:lnTo>
                  <a:lnTo>
                    <a:pt x="69520" y="521711"/>
                  </a:lnTo>
                  <a:lnTo>
                    <a:pt x="74236" y="520243"/>
                  </a:lnTo>
                  <a:lnTo>
                    <a:pt x="72251" y="517610"/>
                  </a:lnTo>
                  <a:lnTo>
                    <a:pt x="71833" y="516165"/>
                  </a:lnTo>
                  <a:lnTo>
                    <a:pt x="71437" y="513791"/>
                  </a:lnTo>
                  <a:lnTo>
                    <a:pt x="72221" y="509751"/>
                  </a:lnTo>
                  <a:lnTo>
                    <a:pt x="77767" y="500445"/>
                  </a:lnTo>
                  <a:lnTo>
                    <a:pt x="83169" y="492639"/>
                  </a:lnTo>
                  <a:lnTo>
                    <a:pt x="84850" y="490836"/>
                  </a:lnTo>
                  <a:lnTo>
                    <a:pt x="87323" y="489862"/>
                  </a:lnTo>
                  <a:lnTo>
                    <a:pt x="89629" y="490615"/>
                  </a:lnTo>
                  <a:lnTo>
                    <a:pt x="92033" y="492297"/>
                  </a:lnTo>
                  <a:lnTo>
                    <a:pt x="92489" y="491574"/>
                  </a:lnTo>
                  <a:lnTo>
                    <a:pt x="91675" y="490889"/>
                  </a:lnTo>
                  <a:lnTo>
                    <a:pt x="90648" y="487678"/>
                  </a:lnTo>
                  <a:lnTo>
                    <a:pt x="93988" y="486415"/>
                  </a:lnTo>
                  <a:lnTo>
                    <a:pt x="95944" y="482778"/>
                  </a:lnTo>
                  <a:lnTo>
                    <a:pt x="96088" y="481721"/>
                  </a:lnTo>
                  <a:lnTo>
                    <a:pt x="93965" y="483235"/>
                  </a:lnTo>
                  <a:lnTo>
                    <a:pt x="91751" y="485723"/>
                  </a:lnTo>
                  <a:lnTo>
                    <a:pt x="91196" y="483220"/>
                  </a:lnTo>
                  <a:lnTo>
                    <a:pt x="90625" y="477452"/>
                  </a:lnTo>
                  <a:lnTo>
                    <a:pt x="91599" y="471982"/>
                  </a:lnTo>
                  <a:lnTo>
                    <a:pt x="92360" y="469517"/>
                  </a:lnTo>
                  <a:lnTo>
                    <a:pt x="94209" y="467173"/>
                  </a:lnTo>
                  <a:lnTo>
                    <a:pt x="99535" y="466230"/>
                  </a:lnTo>
                  <a:lnTo>
                    <a:pt x="100478" y="466701"/>
                  </a:lnTo>
                  <a:lnTo>
                    <a:pt x="100669" y="465591"/>
                  </a:lnTo>
                  <a:lnTo>
                    <a:pt x="97465" y="462121"/>
                  </a:lnTo>
                  <a:lnTo>
                    <a:pt x="98782" y="459405"/>
                  </a:lnTo>
                  <a:lnTo>
                    <a:pt x="99938" y="457990"/>
                  </a:lnTo>
                  <a:lnTo>
                    <a:pt x="106375" y="455783"/>
                  </a:lnTo>
                  <a:lnTo>
                    <a:pt x="109890" y="456468"/>
                  </a:lnTo>
                  <a:lnTo>
                    <a:pt x="114303" y="459040"/>
                  </a:lnTo>
                  <a:lnTo>
                    <a:pt x="116867" y="462235"/>
                  </a:lnTo>
                  <a:lnTo>
                    <a:pt x="116494" y="463871"/>
                  </a:lnTo>
                  <a:lnTo>
                    <a:pt x="115863" y="464822"/>
                  </a:lnTo>
                  <a:lnTo>
                    <a:pt x="114539" y="465880"/>
                  </a:lnTo>
                  <a:lnTo>
                    <a:pt x="114044" y="466701"/>
                  </a:lnTo>
                  <a:lnTo>
                    <a:pt x="114280" y="467356"/>
                  </a:lnTo>
                  <a:lnTo>
                    <a:pt x="116175" y="465454"/>
                  </a:lnTo>
                  <a:lnTo>
                    <a:pt x="119272" y="463141"/>
                  </a:lnTo>
                  <a:lnTo>
                    <a:pt x="121006" y="464145"/>
                  </a:lnTo>
                  <a:lnTo>
                    <a:pt x="122376" y="465971"/>
                  </a:lnTo>
                  <a:lnTo>
                    <a:pt x="123890" y="465941"/>
                  </a:lnTo>
                  <a:lnTo>
                    <a:pt x="128706" y="464373"/>
                  </a:lnTo>
                  <a:lnTo>
                    <a:pt x="131149" y="462715"/>
                  </a:lnTo>
                  <a:lnTo>
                    <a:pt x="134139" y="458385"/>
                  </a:lnTo>
                  <a:lnTo>
                    <a:pt x="138110" y="455585"/>
                  </a:lnTo>
                  <a:lnTo>
                    <a:pt x="143703" y="446699"/>
                  </a:lnTo>
                  <a:lnTo>
                    <a:pt x="145346" y="443039"/>
                  </a:lnTo>
                  <a:lnTo>
                    <a:pt x="147256" y="442476"/>
                  </a:lnTo>
                  <a:lnTo>
                    <a:pt x="148983" y="442795"/>
                  </a:lnTo>
                  <a:lnTo>
                    <a:pt x="150185" y="445801"/>
                  </a:lnTo>
                  <a:lnTo>
                    <a:pt x="151943" y="446676"/>
                  </a:lnTo>
                  <a:lnTo>
                    <a:pt x="161948" y="445945"/>
                  </a:lnTo>
                  <a:lnTo>
                    <a:pt x="167061" y="444568"/>
                  </a:lnTo>
                  <a:lnTo>
                    <a:pt x="170614" y="441654"/>
                  </a:lnTo>
                  <a:lnTo>
                    <a:pt x="174312" y="436731"/>
                  </a:lnTo>
                  <a:lnTo>
                    <a:pt x="176450" y="433422"/>
                  </a:lnTo>
                  <a:lnTo>
                    <a:pt x="177477" y="429100"/>
                  </a:lnTo>
                  <a:lnTo>
                    <a:pt x="176153" y="423485"/>
                  </a:lnTo>
                  <a:lnTo>
                    <a:pt x="174799" y="418806"/>
                  </a:lnTo>
                  <a:lnTo>
                    <a:pt x="173018" y="408047"/>
                  </a:lnTo>
                  <a:lnTo>
                    <a:pt x="168050" y="400895"/>
                  </a:lnTo>
                  <a:lnTo>
                    <a:pt x="164520" y="398749"/>
                  </a:lnTo>
                  <a:lnTo>
                    <a:pt x="162275" y="399054"/>
                  </a:lnTo>
                  <a:lnTo>
                    <a:pt x="163896" y="394466"/>
                  </a:lnTo>
                  <a:lnTo>
                    <a:pt x="168628" y="394960"/>
                  </a:lnTo>
                  <a:lnTo>
                    <a:pt x="171710" y="394063"/>
                  </a:lnTo>
                  <a:lnTo>
                    <a:pt x="174205" y="391848"/>
                  </a:lnTo>
                  <a:lnTo>
                    <a:pt x="175020" y="390167"/>
                  </a:lnTo>
                  <a:lnTo>
                    <a:pt x="176252" y="386728"/>
                  </a:lnTo>
                  <a:lnTo>
                    <a:pt x="175826" y="383053"/>
                  </a:lnTo>
                  <a:lnTo>
                    <a:pt x="175164" y="381052"/>
                  </a:lnTo>
                  <a:lnTo>
                    <a:pt x="173445" y="378845"/>
                  </a:lnTo>
                  <a:lnTo>
                    <a:pt x="171398" y="375612"/>
                  </a:lnTo>
                  <a:lnTo>
                    <a:pt x="169967" y="374531"/>
                  </a:lnTo>
                  <a:lnTo>
                    <a:pt x="168758" y="374600"/>
                  </a:lnTo>
                  <a:lnTo>
                    <a:pt x="162793" y="381090"/>
                  </a:lnTo>
                  <a:lnTo>
                    <a:pt x="159209" y="381212"/>
                  </a:lnTo>
                  <a:lnTo>
                    <a:pt x="156531" y="380025"/>
                  </a:lnTo>
                  <a:lnTo>
                    <a:pt x="154202" y="383707"/>
                  </a:lnTo>
                  <a:lnTo>
                    <a:pt x="147712" y="386933"/>
                  </a:lnTo>
                  <a:lnTo>
                    <a:pt x="144243" y="390182"/>
                  </a:lnTo>
                  <a:lnTo>
                    <a:pt x="137814" y="398217"/>
                  </a:lnTo>
                  <a:lnTo>
                    <a:pt x="136208" y="401839"/>
                  </a:lnTo>
                  <a:lnTo>
                    <a:pt x="134154" y="401998"/>
                  </a:lnTo>
                  <a:lnTo>
                    <a:pt x="132670" y="394968"/>
                  </a:lnTo>
                  <a:lnTo>
                    <a:pt x="125678" y="388227"/>
                  </a:lnTo>
                  <a:lnTo>
                    <a:pt x="123563" y="390525"/>
                  </a:lnTo>
                  <a:lnTo>
                    <a:pt x="124727" y="392640"/>
                  </a:lnTo>
                  <a:lnTo>
                    <a:pt x="126309" y="394146"/>
                  </a:lnTo>
                  <a:lnTo>
                    <a:pt x="128919" y="394801"/>
                  </a:lnTo>
                  <a:lnTo>
                    <a:pt x="127793" y="396840"/>
                  </a:lnTo>
                  <a:lnTo>
                    <a:pt x="126941" y="399548"/>
                  </a:lnTo>
                  <a:lnTo>
                    <a:pt x="124324" y="397007"/>
                  </a:lnTo>
                  <a:lnTo>
                    <a:pt x="119644" y="393309"/>
                  </a:lnTo>
                  <a:lnTo>
                    <a:pt x="114798" y="391399"/>
                  </a:lnTo>
                  <a:lnTo>
                    <a:pt x="102183" y="391613"/>
                  </a:lnTo>
                  <a:lnTo>
                    <a:pt x="93905" y="395409"/>
                  </a:lnTo>
                  <a:lnTo>
                    <a:pt x="93144" y="394618"/>
                  </a:lnTo>
                  <a:lnTo>
                    <a:pt x="92345" y="394306"/>
                  </a:lnTo>
                  <a:lnTo>
                    <a:pt x="90960" y="395211"/>
                  </a:lnTo>
                  <a:lnTo>
                    <a:pt x="90367" y="396756"/>
                  </a:lnTo>
                  <a:lnTo>
                    <a:pt x="89461" y="397722"/>
                  </a:lnTo>
                  <a:lnTo>
                    <a:pt x="87772" y="398065"/>
                  </a:lnTo>
                  <a:lnTo>
                    <a:pt x="84363" y="397494"/>
                  </a:lnTo>
                  <a:lnTo>
                    <a:pt x="77790" y="395135"/>
                  </a:lnTo>
                  <a:lnTo>
                    <a:pt x="62915" y="391666"/>
                  </a:lnTo>
                  <a:lnTo>
                    <a:pt x="59020" y="389528"/>
                  </a:lnTo>
                  <a:lnTo>
                    <a:pt x="55687" y="384423"/>
                  </a:lnTo>
                  <a:lnTo>
                    <a:pt x="55756" y="380945"/>
                  </a:lnTo>
                  <a:lnTo>
                    <a:pt x="57239" y="379469"/>
                  </a:lnTo>
                  <a:lnTo>
                    <a:pt x="57095" y="374471"/>
                  </a:lnTo>
                  <a:lnTo>
                    <a:pt x="54203" y="373139"/>
                  </a:lnTo>
                  <a:lnTo>
                    <a:pt x="48307" y="365911"/>
                  </a:lnTo>
                  <a:lnTo>
                    <a:pt x="46138" y="362822"/>
                  </a:lnTo>
                  <a:lnTo>
                    <a:pt x="46610" y="362479"/>
                  </a:lnTo>
                  <a:lnTo>
                    <a:pt x="47668" y="363316"/>
                  </a:lnTo>
                  <a:lnTo>
                    <a:pt x="49684" y="363948"/>
                  </a:lnTo>
                  <a:lnTo>
                    <a:pt x="54630" y="362944"/>
                  </a:lnTo>
                  <a:lnTo>
                    <a:pt x="56326" y="358234"/>
                  </a:lnTo>
                  <a:lnTo>
                    <a:pt x="59994" y="356887"/>
                  </a:lnTo>
                  <a:lnTo>
                    <a:pt x="63372" y="357549"/>
                  </a:lnTo>
                  <a:lnTo>
                    <a:pt x="62611" y="356271"/>
                  </a:lnTo>
                  <a:lnTo>
                    <a:pt x="61751" y="355267"/>
                  </a:lnTo>
                  <a:lnTo>
                    <a:pt x="52956" y="352855"/>
                  </a:lnTo>
                  <a:lnTo>
                    <a:pt x="51761" y="353593"/>
                  </a:lnTo>
                  <a:lnTo>
                    <a:pt x="35989" y="349301"/>
                  </a:lnTo>
                  <a:lnTo>
                    <a:pt x="23533" y="341815"/>
                  </a:lnTo>
                  <a:lnTo>
                    <a:pt x="22514" y="340377"/>
                  </a:lnTo>
                  <a:lnTo>
                    <a:pt x="21380" y="337166"/>
                  </a:lnTo>
                  <a:lnTo>
                    <a:pt x="23062" y="333985"/>
                  </a:lnTo>
                  <a:lnTo>
                    <a:pt x="24751" y="332479"/>
                  </a:lnTo>
                  <a:lnTo>
                    <a:pt x="24827" y="334229"/>
                  </a:lnTo>
                  <a:lnTo>
                    <a:pt x="25101" y="335948"/>
                  </a:lnTo>
                  <a:lnTo>
                    <a:pt x="32238" y="331954"/>
                  </a:lnTo>
                  <a:lnTo>
                    <a:pt x="35973" y="326696"/>
                  </a:lnTo>
                  <a:lnTo>
                    <a:pt x="43042" y="325768"/>
                  </a:lnTo>
                  <a:lnTo>
                    <a:pt x="44685" y="324315"/>
                  </a:lnTo>
                  <a:lnTo>
                    <a:pt x="46884" y="321477"/>
                  </a:lnTo>
                  <a:lnTo>
                    <a:pt x="50019" y="316615"/>
                  </a:lnTo>
                  <a:lnTo>
                    <a:pt x="54455" y="314051"/>
                  </a:lnTo>
                  <a:lnTo>
                    <a:pt x="57475" y="311746"/>
                  </a:lnTo>
                  <a:lnTo>
                    <a:pt x="61409" y="310376"/>
                  </a:lnTo>
                  <a:lnTo>
                    <a:pt x="64764" y="312651"/>
                  </a:lnTo>
                  <a:lnTo>
                    <a:pt x="65799" y="312963"/>
                  </a:lnTo>
                  <a:lnTo>
                    <a:pt x="71886" y="313427"/>
                  </a:lnTo>
                  <a:lnTo>
                    <a:pt x="73886" y="312445"/>
                  </a:lnTo>
                  <a:lnTo>
                    <a:pt x="74739" y="311715"/>
                  </a:lnTo>
                  <a:lnTo>
                    <a:pt x="75378" y="310559"/>
                  </a:lnTo>
                  <a:lnTo>
                    <a:pt x="69398" y="306435"/>
                  </a:lnTo>
                  <a:lnTo>
                    <a:pt x="70006" y="304137"/>
                  </a:lnTo>
                  <a:lnTo>
                    <a:pt x="70767" y="302516"/>
                  </a:lnTo>
                  <a:lnTo>
                    <a:pt x="77744" y="297685"/>
                  </a:lnTo>
                  <a:lnTo>
                    <a:pt x="83108" y="296087"/>
                  </a:lnTo>
                  <a:lnTo>
                    <a:pt x="85976" y="296201"/>
                  </a:lnTo>
                  <a:lnTo>
                    <a:pt x="94300" y="289932"/>
                  </a:lnTo>
                  <a:lnTo>
                    <a:pt x="98858" y="288136"/>
                  </a:lnTo>
                  <a:lnTo>
                    <a:pt x="107448" y="286942"/>
                  </a:lnTo>
                  <a:lnTo>
                    <a:pt x="114509" y="286630"/>
                  </a:lnTo>
                  <a:lnTo>
                    <a:pt x="116418" y="288874"/>
                  </a:lnTo>
                  <a:lnTo>
                    <a:pt x="112622" y="288402"/>
                  </a:lnTo>
                  <a:lnTo>
                    <a:pt x="110955" y="288813"/>
                  </a:lnTo>
                  <a:lnTo>
                    <a:pt x="112142" y="289582"/>
                  </a:lnTo>
                  <a:lnTo>
                    <a:pt x="113481" y="291218"/>
                  </a:lnTo>
                  <a:lnTo>
                    <a:pt x="113093" y="293280"/>
                  </a:lnTo>
                  <a:lnTo>
                    <a:pt x="110765" y="299374"/>
                  </a:lnTo>
                  <a:lnTo>
                    <a:pt x="110955" y="304236"/>
                  </a:lnTo>
                  <a:lnTo>
                    <a:pt x="109441" y="305811"/>
                  </a:lnTo>
                  <a:lnTo>
                    <a:pt x="107973" y="308025"/>
                  </a:lnTo>
                  <a:lnTo>
                    <a:pt x="115201" y="314972"/>
                  </a:lnTo>
                  <a:lnTo>
                    <a:pt x="126386" y="315413"/>
                  </a:lnTo>
                  <a:lnTo>
                    <a:pt x="132472" y="314157"/>
                  </a:lnTo>
                  <a:lnTo>
                    <a:pt x="135988" y="316227"/>
                  </a:lnTo>
                  <a:lnTo>
                    <a:pt x="138864" y="316699"/>
                  </a:lnTo>
                  <a:lnTo>
                    <a:pt x="146822" y="315634"/>
                  </a:lnTo>
                  <a:lnTo>
                    <a:pt x="152818" y="317110"/>
                  </a:lnTo>
                  <a:lnTo>
                    <a:pt x="155321" y="316547"/>
                  </a:lnTo>
                  <a:lnTo>
                    <a:pt x="160868" y="306161"/>
                  </a:lnTo>
                  <a:lnTo>
                    <a:pt x="163036" y="304525"/>
                  </a:lnTo>
                  <a:lnTo>
                    <a:pt x="165395" y="306336"/>
                  </a:lnTo>
                  <a:lnTo>
                    <a:pt x="168469" y="307804"/>
                  </a:lnTo>
                  <a:lnTo>
                    <a:pt x="170432" y="306739"/>
                  </a:lnTo>
                  <a:lnTo>
                    <a:pt x="172029" y="309425"/>
                  </a:lnTo>
                  <a:lnTo>
                    <a:pt x="171276" y="303825"/>
                  </a:lnTo>
                  <a:lnTo>
                    <a:pt x="170188" y="301717"/>
                  </a:lnTo>
                  <a:lnTo>
                    <a:pt x="161134" y="297845"/>
                  </a:lnTo>
                  <a:lnTo>
                    <a:pt x="155077" y="299770"/>
                  </a:lnTo>
                  <a:lnTo>
                    <a:pt x="153183" y="297586"/>
                  </a:lnTo>
                  <a:lnTo>
                    <a:pt x="153814" y="293249"/>
                  </a:lnTo>
                  <a:lnTo>
                    <a:pt x="147332" y="282506"/>
                  </a:lnTo>
                  <a:lnTo>
                    <a:pt x="144631" y="280315"/>
                  </a:lnTo>
                  <a:lnTo>
                    <a:pt x="141435" y="280208"/>
                  </a:lnTo>
                  <a:lnTo>
                    <a:pt x="139807" y="276449"/>
                  </a:lnTo>
                  <a:lnTo>
                    <a:pt x="138445" y="271610"/>
                  </a:lnTo>
                  <a:lnTo>
                    <a:pt x="141199" y="269624"/>
                  </a:lnTo>
                  <a:lnTo>
                    <a:pt x="143695" y="268727"/>
                  </a:lnTo>
                  <a:lnTo>
                    <a:pt x="146000" y="270294"/>
                  </a:lnTo>
                  <a:lnTo>
                    <a:pt x="148610" y="276655"/>
                  </a:lnTo>
                  <a:lnTo>
                    <a:pt x="151037" y="277591"/>
                  </a:lnTo>
                  <a:lnTo>
                    <a:pt x="150330" y="283898"/>
                  </a:lnTo>
                  <a:lnTo>
                    <a:pt x="153343" y="289688"/>
                  </a:lnTo>
                  <a:lnTo>
                    <a:pt x="160145" y="295045"/>
                  </a:lnTo>
                  <a:lnTo>
                    <a:pt x="165593" y="293074"/>
                  </a:lnTo>
                  <a:lnTo>
                    <a:pt x="169442" y="293135"/>
                  </a:lnTo>
                  <a:lnTo>
                    <a:pt x="171740" y="294261"/>
                  </a:lnTo>
                  <a:lnTo>
                    <a:pt x="177371" y="299054"/>
                  </a:lnTo>
                  <a:lnTo>
                    <a:pt x="180231" y="299656"/>
                  </a:lnTo>
                  <a:lnTo>
                    <a:pt x="189171" y="297145"/>
                  </a:lnTo>
                  <a:lnTo>
                    <a:pt x="189263" y="292427"/>
                  </a:lnTo>
                  <a:lnTo>
                    <a:pt x="188510" y="289004"/>
                  </a:lnTo>
                  <a:lnTo>
                    <a:pt x="186410" y="286850"/>
                  </a:lnTo>
                  <a:lnTo>
                    <a:pt x="180368" y="287254"/>
                  </a:lnTo>
                  <a:lnTo>
                    <a:pt x="175666" y="283708"/>
                  </a:lnTo>
                  <a:lnTo>
                    <a:pt x="171664" y="284682"/>
                  </a:lnTo>
                  <a:lnTo>
                    <a:pt x="164261" y="290107"/>
                  </a:lnTo>
                  <a:lnTo>
                    <a:pt x="160556" y="287976"/>
                  </a:lnTo>
                  <a:lnTo>
                    <a:pt x="158227" y="285078"/>
                  </a:lnTo>
                  <a:lnTo>
                    <a:pt x="154469" y="282125"/>
                  </a:lnTo>
                  <a:lnTo>
                    <a:pt x="153997" y="276526"/>
                  </a:lnTo>
                  <a:lnTo>
                    <a:pt x="157147" y="270073"/>
                  </a:lnTo>
                  <a:lnTo>
                    <a:pt x="159475" y="266992"/>
                  </a:lnTo>
                  <a:lnTo>
                    <a:pt x="157390" y="264740"/>
                  </a:lnTo>
                  <a:lnTo>
                    <a:pt x="152148" y="263157"/>
                  </a:lnTo>
                  <a:lnTo>
                    <a:pt x="143048" y="264778"/>
                  </a:lnTo>
                  <a:lnTo>
                    <a:pt x="142622" y="262564"/>
                  </a:lnTo>
                  <a:lnTo>
                    <a:pt x="142668" y="260175"/>
                  </a:lnTo>
                  <a:lnTo>
                    <a:pt x="138963" y="264854"/>
                  </a:lnTo>
                  <a:lnTo>
                    <a:pt x="135158" y="263872"/>
                  </a:lnTo>
                  <a:lnTo>
                    <a:pt x="130030" y="264375"/>
                  </a:lnTo>
                  <a:lnTo>
                    <a:pt x="118709" y="260251"/>
                  </a:lnTo>
                  <a:lnTo>
                    <a:pt x="114676" y="255145"/>
                  </a:lnTo>
                  <a:lnTo>
                    <a:pt x="112987" y="250991"/>
                  </a:lnTo>
                  <a:lnTo>
                    <a:pt x="109936" y="239533"/>
                  </a:lnTo>
                  <a:lnTo>
                    <a:pt x="106040" y="232320"/>
                  </a:lnTo>
                  <a:lnTo>
                    <a:pt x="79114" y="207508"/>
                  </a:lnTo>
                  <a:lnTo>
                    <a:pt x="66864" y="201201"/>
                  </a:lnTo>
                  <a:lnTo>
                    <a:pt x="60967" y="194186"/>
                  </a:lnTo>
                  <a:lnTo>
                    <a:pt x="57270" y="192451"/>
                  </a:lnTo>
                  <a:lnTo>
                    <a:pt x="53739" y="191743"/>
                  </a:lnTo>
                  <a:lnTo>
                    <a:pt x="49212" y="189468"/>
                  </a:lnTo>
                  <a:lnTo>
                    <a:pt x="52256" y="186668"/>
                  </a:lnTo>
                  <a:lnTo>
                    <a:pt x="54348" y="185717"/>
                  </a:lnTo>
                  <a:lnTo>
                    <a:pt x="52172" y="188647"/>
                  </a:lnTo>
                  <a:lnTo>
                    <a:pt x="53823" y="189385"/>
                  </a:lnTo>
                  <a:lnTo>
                    <a:pt x="56456" y="187696"/>
                  </a:lnTo>
                  <a:lnTo>
                    <a:pt x="57878" y="185672"/>
                  </a:lnTo>
                  <a:lnTo>
                    <a:pt x="59963" y="177051"/>
                  </a:lnTo>
                  <a:lnTo>
                    <a:pt x="62116" y="163904"/>
                  </a:lnTo>
                  <a:lnTo>
                    <a:pt x="61538" y="158692"/>
                  </a:lnTo>
                  <a:lnTo>
                    <a:pt x="76473" y="159742"/>
                  </a:lnTo>
                  <a:lnTo>
                    <a:pt x="86418" y="158859"/>
                  </a:lnTo>
                  <a:lnTo>
                    <a:pt x="89712" y="157672"/>
                  </a:lnTo>
                  <a:lnTo>
                    <a:pt x="102251" y="155656"/>
                  </a:lnTo>
                  <a:lnTo>
                    <a:pt x="105500" y="154195"/>
                  </a:lnTo>
                  <a:lnTo>
                    <a:pt x="111526" y="149698"/>
                  </a:lnTo>
                  <a:lnTo>
                    <a:pt x="118625" y="141717"/>
                  </a:lnTo>
                  <a:lnTo>
                    <a:pt x="124712" y="131156"/>
                  </a:lnTo>
                  <a:lnTo>
                    <a:pt x="125678" y="128303"/>
                  </a:lnTo>
                  <a:lnTo>
                    <a:pt x="126066" y="129034"/>
                  </a:lnTo>
                  <a:lnTo>
                    <a:pt x="126614" y="128577"/>
                  </a:lnTo>
                  <a:lnTo>
                    <a:pt x="127261" y="124545"/>
                  </a:lnTo>
                  <a:lnTo>
                    <a:pt x="128059" y="115011"/>
                  </a:lnTo>
                  <a:lnTo>
                    <a:pt x="131080" y="105949"/>
                  </a:lnTo>
                  <a:lnTo>
                    <a:pt x="143931" y="85064"/>
                  </a:lnTo>
                  <a:lnTo>
                    <a:pt x="149896" y="76694"/>
                  </a:lnTo>
                  <a:lnTo>
                    <a:pt x="151882" y="72875"/>
                  </a:lnTo>
                  <a:lnTo>
                    <a:pt x="153951" y="70082"/>
                  </a:lnTo>
                  <a:lnTo>
                    <a:pt x="155412" y="72738"/>
                  </a:lnTo>
                  <a:lnTo>
                    <a:pt x="156105" y="73529"/>
                  </a:lnTo>
                  <a:lnTo>
                    <a:pt x="156508" y="74777"/>
                  </a:lnTo>
                  <a:lnTo>
                    <a:pt x="155283" y="75355"/>
                  </a:lnTo>
                  <a:lnTo>
                    <a:pt x="153289" y="78064"/>
                  </a:lnTo>
                  <a:lnTo>
                    <a:pt x="150505" y="79875"/>
                  </a:lnTo>
                  <a:lnTo>
                    <a:pt x="149835" y="80803"/>
                  </a:lnTo>
                  <a:lnTo>
                    <a:pt x="151471" y="80597"/>
                  </a:lnTo>
                  <a:lnTo>
                    <a:pt x="156363" y="78627"/>
                  </a:lnTo>
                  <a:lnTo>
                    <a:pt x="159125" y="76238"/>
                  </a:lnTo>
                  <a:lnTo>
                    <a:pt x="172851" y="71802"/>
                  </a:lnTo>
                  <a:lnTo>
                    <a:pt x="180292" y="64445"/>
                  </a:lnTo>
                  <a:lnTo>
                    <a:pt x="180581" y="62801"/>
                  </a:lnTo>
                  <a:lnTo>
                    <a:pt x="191621" y="53534"/>
                  </a:lnTo>
                  <a:lnTo>
                    <a:pt x="193151" y="53891"/>
                  </a:lnTo>
                  <a:lnTo>
                    <a:pt x="194908" y="55010"/>
                  </a:lnTo>
                  <a:lnTo>
                    <a:pt x="191850" y="61127"/>
                  </a:lnTo>
                  <a:lnTo>
                    <a:pt x="194003" y="62725"/>
                  </a:lnTo>
                  <a:lnTo>
                    <a:pt x="192093" y="69991"/>
                  </a:lnTo>
                  <a:lnTo>
                    <a:pt x="196095" y="70105"/>
                  </a:lnTo>
                  <a:lnTo>
                    <a:pt x="196993" y="73438"/>
                  </a:lnTo>
                  <a:lnTo>
                    <a:pt x="197214" y="70569"/>
                  </a:lnTo>
                  <a:lnTo>
                    <a:pt x="197168" y="66446"/>
                  </a:lnTo>
                  <a:lnTo>
                    <a:pt x="197488" y="62383"/>
                  </a:lnTo>
                  <a:lnTo>
                    <a:pt x="198081" y="59567"/>
                  </a:lnTo>
                  <a:lnTo>
                    <a:pt x="200896" y="60838"/>
                  </a:lnTo>
                  <a:lnTo>
                    <a:pt x="207234" y="57810"/>
                  </a:lnTo>
                  <a:lnTo>
                    <a:pt x="199557" y="57429"/>
                  </a:lnTo>
                  <a:lnTo>
                    <a:pt x="194954" y="50780"/>
                  </a:lnTo>
                  <a:lnTo>
                    <a:pt x="192398" y="50726"/>
                  </a:lnTo>
                  <a:lnTo>
                    <a:pt x="200957" y="40911"/>
                  </a:lnTo>
                  <a:lnTo>
                    <a:pt x="208779" y="34946"/>
                  </a:lnTo>
                  <a:lnTo>
                    <a:pt x="210544" y="35060"/>
                  </a:lnTo>
                  <a:lnTo>
                    <a:pt x="211396" y="36171"/>
                  </a:lnTo>
                  <a:lnTo>
                    <a:pt x="211579" y="37974"/>
                  </a:lnTo>
                  <a:lnTo>
                    <a:pt x="209890" y="39146"/>
                  </a:lnTo>
                  <a:lnTo>
                    <a:pt x="208231" y="41261"/>
                  </a:lnTo>
                  <a:lnTo>
                    <a:pt x="208992" y="43125"/>
                  </a:lnTo>
                  <a:lnTo>
                    <a:pt x="210125" y="43392"/>
                  </a:lnTo>
                  <a:lnTo>
                    <a:pt x="213884" y="41862"/>
                  </a:lnTo>
                  <a:lnTo>
                    <a:pt x="215566" y="39945"/>
                  </a:lnTo>
                  <a:lnTo>
                    <a:pt x="223577" y="40112"/>
                  </a:lnTo>
                  <a:lnTo>
                    <a:pt x="225928" y="38743"/>
                  </a:lnTo>
                  <a:lnTo>
                    <a:pt x="226492" y="37381"/>
                  </a:lnTo>
                  <a:lnTo>
                    <a:pt x="236870" y="37107"/>
                  </a:lnTo>
                  <a:lnTo>
                    <a:pt x="238772" y="36148"/>
                  </a:lnTo>
                  <a:lnTo>
                    <a:pt x="245262" y="30853"/>
                  </a:lnTo>
                  <a:lnTo>
                    <a:pt x="251265" y="24408"/>
                  </a:lnTo>
                  <a:lnTo>
                    <a:pt x="254027" y="20878"/>
                  </a:lnTo>
                  <a:lnTo>
                    <a:pt x="258767" y="11839"/>
                  </a:lnTo>
                  <a:lnTo>
                    <a:pt x="262830" y="5927"/>
                  </a:lnTo>
                  <a:lnTo>
                    <a:pt x="269510" y="0"/>
                  </a:lnTo>
                  <a:lnTo>
                    <a:pt x="271108" y="738"/>
                  </a:lnTo>
                  <a:lnTo>
                    <a:pt x="268940" y="1917"/>
                  </a:lnTo>
                  <a:lnTo>
                    <a:pt x="267433" y="4428"/>
                  </a:lnTo>
                  <a:lnTo>
                    <a:pt x="269510" y="7761"/>
                  </a:lnTo>
                  <a:lnTo>
                    <a:pt x="283579" y="14601"/>
                  </a:lnTo>
                  <a:lnTo>
                    <a:pt x="287117" y="14974"/>
                  </a:lnTo>
                  <a:lnTo>
                    <a:pt x="288532" y="19052"/>
                  </a:lnTo>
                  <a:lnTo>
                    <a:pt x="287352" y="22970"/>
                  </a:lnTo>
                  <a:lnTo>
                    <a:pt x="283723" y="27307"/>
                  </a:lnTo>
                  <a:lnTo>
                    <a:pt x="276419" y="31735"/>
                  </a:lnTo>
                  <a:lnTo>
                    <a:pt x="278656" y="33402"/>
                  </a:lnTo>
                  <a:lnTo>
                    <a:pt x="280117" y="37328"/>
                  </a:lnTo>
                  <a:lnTo>
                    <a:pt x="282278" y="37807"/>
                  </a:lnTo>
                  <a:lnTo>
                    <a:pt x="285785" y="36331"/>
                  </a:lnTo>
                  <a:lnTo>
                    <a:pt x="288532" y="33919"/>
                  </a:lnTo>
                  <a:lnTo>
                    <a:pt x="294215" y="26029"/>
                  </a:lnTo>
                  <a:lnTo>
                    <a:pt x="296003" y="21608"/>
                  </a:lnTo>
                  <a:lnTo>
                    <a:pt x="297342" y="20490"/>
                  </a:lnTo>
                  <a:lnTo>
                    <a:pt x="302105" y="21555"/>
                  </a:lnTo>
                  <a:lnTo>
                    <a:pt x="304799" y="23830"/>
                  </a:lnTo>
                  <a:lnTo>
                    <a:pt x="307873" y="27855"/>
                  </a:lnTo>
                  <a:lnTo>
                    <a:pt x="306747" y="31735"/>
                  </a:lnTo>
                  <a:lnTo>
                    <a:pt x="305491" y="33919"/>
                  </a:lnTo>
                  <a:lnTo>
                    <a:pt x="309471" y="36932"/>
                  </a:lnTo>
                  <a:lnTo>
                    <a:pt x="313884" y="37563"/>
                  </a:lnTo>
                  <a:lnTo>
                    <a:pt x="318091" y="39983"/>
                  </a:lnTo>
                  <a:lnTo>
                    <a:pt x="324003" y="35030"/>
                  </a:lnTo>
                  <a:lnTo>
                    <a:pt x="328637" y="33972"/>
                  </a:lnTo>
                  <a:lnTo>
                    <a:pt x="332981" y="34132"/>
                  </a:lnTo>
                  <a:lnTo>
                    <a:pt x="338634" y="31423"/>
                  </a:lnTo>
                  <a:lnTo>
                    <a:pt x="348198" y="35114"/>
                  </a:lnTo>
                  <a:lnTo>
                    <a:pt x="350633" y="34155"/>
                  </a:lnTo>
                  <a:lnTo>
                    <a:pt x="354468" y="34794"/>
                  </a:lnTo>
                  <a:lnTo>
                    <a:pt x="358546" y="37016"/>
                  </a:lnTo>
                  <a:lnTo>
                    <a:pt x="359984" y="39382"/>
                  </a:lnTo>
                  <a:lnTo>
                    <a:pt x="355617" y="44381"/>
                  </a:lnTo>
                  <a:lnTo>
                    <a:pt x="354909" y="49517"/>
                  </a:lnTo>
                  <a:lnTo>
                    <a:pt x="356431" y="51655"/>
                  </a:lnTo>
                  <a:lnTo>
                    <a:pt x="359193" y="52020"/>
                  </a:lnTo>
                  <a:lnTo>
                    <a:pt x="359543" y="55010"/>
                  </a:lnTo>
                  <a:lnTo>
                    <a:pt x="361262" y="55756"/>
                  </a:lnTo>
                  <a:lnTo>
                    <a:pt x="369890" y="55535"/>
                  </a:lnTo>
                  <a:lnTo>
                    <a:pt x="369228" y="56958"/>
                  </a:lnTo>
                  <a:lnTo>
                    <a:pt x="368810" y="58670"/>
                  </a:lnTo>
                  <a:lnTo>
                    <a:pt x="366139" y="62451"/>
                  </a:lnTo>
                  <a:lnTo>
                    <a:pt x="381516" y="64574"/>
                  </a:lnTo>
                  <a:lnTo>
                    <a:pt x="383578" y="62482"/>
                  </a:lnTo>
                  <a:lnTo>
                    <a:pt x="386758" y="61652"/>
                  </a:lnTo>
                  <a:lnTo>
                    <a:pt x="393515" y="58761"/>
                  </a:lnTo>
                  <a:lnTo>
                    <a:pt x="396056" y="60024"/>
                  </a:lnTo>
                  <a:lnTo>
                    <a:pt x="399054" y="62976"/>
                  </a:lnTo>
                  <a:lnTo>
                    <a:pt x="401823" y="63592"/>
                  </a:lnTo>
                  <a:lnTo>
                    <a:pt x="404410" y="62991"/>
                  </a:lnTo>
                  <a:lnTo>
                    <a:pt x="410436" y="58776"/>
                  </a:lnTo>
                  <a:lnTo>
                    <a:pt x="417398" y="58571"/>
                  </a:lnTo>
                  <a:lnTo>
                    <a:pt x="420251" y="59948"/>
                  </a:lnTo>
                  <a:lnTo>
                    <a:pt x="423264" y="59347"/>
                  </a:lnTo>
                  <a:lnTo>
                    <a:pt x="432334" y="64171"/>
                  </a:lnTo>
                  <a:lnTo>
                    <a:pt x="435674" y="64734"/>
                  </a:lnTo>
                  <a:lnTo>
                    <a:pt x="440140" y="70980"/>
                  </a:lnTo>
                  <a:lnTo>
                    <a:pt x="442446" y="71163"/>
                  </a:lnTo>
                  <a:lnTo>
                    <a:pt x="445055" y="68515"/>
                  </a:lnTo>
                  <a:lnTo>
                    <a:pt x="447323" y="68599"/>
                  </a:lnTo>
                  <a:lnTo>
                    <a:pt x="449537" y="71132"/>
                  </a:lnTo>
                  <a:lnTo>
                    <a:pt x="453158" y="71909"/>
                  </a:lnTo>
                  <a:lnTo>
                    <a:pt x="454847" y="75895"/>
                  </a:lnTo>
                  <a:lnTo>
                    <a:pt x="456666" y="77341"/>
                  </a:lnTo>
                  <a:lnTo>
                    <a:pt x="470384" y="80293"/>
                  </a:lnTo>
                  <a:lnTo>
                    <a:pt x="477179" y="78946"/>
                  </a:lnTo>
                  <a:lnTo>
                    <a:pt x="487077" y="79296"/>
                  </a:lnTo>
                  <a:lnTo>
                    <a:pt x="491849" y="81183"/>
                  </a:lnTo>
                  <a:lnTo>
                    <a:pt x="496854" y="80940"/>
                  </a:lnTo>
                  <a:lnTo>
                    <a:pt x="505034" y="87780"/>
                  </a:lnTo>
                  <a:lnTo>
                    <a:pt x="509370" y="88845"/>
                  </a:lnTo>
                  <a:lnTo>
                    <a:pt x="510215" y="90420"/>
                  </a:lnTo>
                  <a:lnTo>
                    <a:pt x="522564" y="92079"/>
                  </a:lnTo>
                  <a:lnTo>
                    <a:pt x="526885" y="88526"/>
                  </a:lnTo>
                  <a:lnTo>
                    <a:pt x="534418" y="87582"/>
                  </a:lnTo>
                  <a:lnTo>
                    <a:pt x="541198" y="84584"/>
                  </a:lnTo>
                  <a:lnTo>
                    <a:pt x="545039" y="84615"/>
                  </a:lnTo>
                  <a:lnTo>
                    <a:pt x="549513" y="85360"/>
                  </a:lnTo>
                  <a:lnTo>
                    <a:pt x="551233" y="85003"/>
                  </a:lnTo>
                  <a:lnTo>
                    <a:pt x="552473" y="83694"/>
                  </a:lnTo>
                  <a:lnTo>
                    <a:pt x="563376" y="88853"/>
                  </a:lnTo>
                  <a:lnTo>
                    <a:pt x="569478" y="94727"/>
                  </a:lnTo>
                  <a:lnTo>
                    <a:pt x="572149" y="99048"/>
                  </a:lnTo>
                  <a:lnTo>
                    <a:pt x="584916" y="105204"/>
                  </a:lnTo>
                  <a:lnTo>
                    <a:pt x="588606" y="108635"/>
                  </a:lnTo>
                  <a:lnTo>
                    <a:pt x="591132" y="112409"/>
                  </a:lnTo>
                  <a:lnTo>
                    <a:pt x="592616" y="112812"/>
                  </a:lnTo>
                  <a:lnTo>
                    <a:pt x="593658" y="111709"/>
                  </a:lnTo>
                  <a:lnTo>
                    <a:pt x="598117" y="112028"/>
                  </a:lnTo>
                  <a:lnTo>
                    <a:pt x="599746" y="112576"/>
                  </a:lnTo>
                  <a:close/>
                  <a:moveTo>
                    <a:pt x="63608" y="307401"/>
                  </a:moveTo>
                  <a:lnTo>
                    <a:pt x="62786" y="307698"/>
                  </a:lnTo>
                  <a:lnTo>
                    <a:pt x="62832" y="306891"/>
                  </a:lnTo>
                  <a:lnTo>
                    <a:pt x="65266" y="304738"/>
                  </a:lnTo>
                  <a:lnTo>
                    <a:pt x="69755" y="302067"/>
                  </a:lnTo>
                  <a:lnTo>
                    <a:pt x="69588" y="302646"/>
                  </a:lnTo>
                  <a:lnTo>
                    <a:pt x="67191" y="304715"/>
                  </a:lnTo>
                  <a:lnTo>
                    <a:pt x="63608" y="307401"/>
                  </a:lnTo>
                  <a:close/>
                  <a:moveTo>
                    <a:pt x="451796" y="566655"/>
                  </a:moveTo>
                  <a:lnTo>
                    <a:pt x="449095" y="567013"/>
                  </a:lnTo>
                  <a:lnTo>
                    <a:pt x="447855" y="566457"/>
                  </a:lnTo>
                  <a:lnTo>
                    <a:pt x="447680" y="565856"/>
                  </a:lnTo>
                  <a:lnTo>
                    <a:pt x="448190" y="563642"/>
                  </a:lnTo>
                  <a:lnTo>
                    <a:pt x="448152" y="562706"/>
                  </a:lnTo>
                  <a:lnTo>
                    <a:pt x="449514" y="562356"/>
                  </a:lnTo>
                  <a:lnTo>
                    <a:pt x="451081" y="563406"/>
                  </a:lnTo>
                  <a:lnTo>
                    <a:pt x="451538" y="564494"/>
                  </a:lnTo>
                  <a:lnTo>
                    <a:pt x="451796" y="566655"/>
                  </a:lnTo>
                  <a:close/>
                  <a:moveTo>
                    <a:pt x="364458" y="586818"/>
                  </a:moveTo>
                  <a:lnTo>
                    <a:pt x="363431" y="586978"/>
                  </a:lnTo>
                  <a:lnTo>
                    <a:pt x="364808" y="584847"/>
                  </a:lnTo>
                  <a:lnTo>
                    <a:pt x="365766" y="580685"/>
                  </a:lnTo>
                  <a:lnTo>
                    <a:pt x="367052" y="581264"/>
                  </a:lnTo>
                  <a:lnTo>
                    <a:pt x="367311" y="582024"/>
                  </a:lnTo>
                  <a:lnTo>
                    <a:pt x="365188" y="586293"/>
                  </a:lnTo>
                  <a:lnTo>
                    <a:pt x="364458" y="586818"/>
                  </a:lnTo>
                  <a:close/>
                  <a:moveTo>
                    <a:pt x="457609" y="582991"/>
                  </a:moveTo>
                  <a:lnTo>
                    <a:pt x="457602" y="584124"/>
                  </a:lnTo>
                  <a:lnTo>
                    <a:pt x="456932" y="585220"/>
                  </a:lnTo>
                  <a:lnTo>
                    <a:pt x="457571" y="587221"/>
                  </a:lnTo>
                  <a:lnTo>
                    <a:pt x="456460" y="590652"/>
                  </a:lnTo>
                  <a:lnTo>
                    <a:pt x="456034" y="592828"/>
                  </a:lnTo>
                  <a:lnTo>
                    <a:pt x="455441" y="594198"/>
                  </a:lnTo>
                  <a:lnTo>
                    <a:pt x="454847" y="594723"/>
                  </a:lnTo>
                  <a:lnTo>
                    <a:pt x="454246" y="594411"/>
                  </a:lnTo>
                  <a:lnTo>
                    <a:pt x="454117" y="593658"/>
                  </a:lnTo>
                  <a:lnTo>
                    <a:pt x="454467" y="592456"/>
                  </a:lnTo>
                  <a:lnTo>
                    <a:pt x="453059" y="592494"/>
                  </a:lnTo>
                  <a:lnTo>
                    <a:pt x="452626" y="589496"/>
                  </a:lnTo>
                  <a:lnTo>
                    <a:pt x="453409" y="588545"/>
                  </a:lnTo>
                  <a:lnTo>
                    <a:pt x="453691" y="587267"/>
                  </a:lnTo>
                  <a:lnTo>
                    <a:pt x="453782" y="586399"/>
                  </a:lnTo>
                  <a:lnTo>
                    <a:pt x="454703" y="582572"/>
                  </a:lnTo>
                  <a:lnTo>
                    <a:pt x="455030" y="582306"/>
                  </a:lnTo>
                  <a:lnTo>
                    <a:pt x="455137" y="583219"/>
                  </a:lnTo>
                  <a:lnTo>
                    <a:pt x="455433" y="583485"/>
                  </a:lnTo>
                  <a:lnTo>
                    <a:pt x="455920" y="583112"/>
                  </a:lnTo>
                  <a:lnTo>
                    <a:pt x="456651" y="581408"/>
                  </a:lnTo>
                  <a:lnTo>
                    <a:pt x="456963" y="581210"/>
                  </a:lnTo>
                  <a:lnTo>
                    <a:pt x="457609" y="582991"/>
                  </a:lnTo>
                  <a:close/>
                  <a:moveTo>
                    <a:pt x="484612" y="583029"/>
                  </a:moveTo>
                  <a:lnTo>
                    <a:pt x="485092" y="584216"/>
                  </a:lnTo>
                  <a:lnTo>
                    <a:pt x="489200" y="583926"/>
                  </a:lnTo>
                  <a:lnTo>
                    <a:pt x="490380" y="584140"/>
                  </a:lnTo>
                  <a:lnTo>
                    <a:pt x="490851" y="584687"/>
                  </a:lnTo>
                  <a:lnTo>
                    <a:pt x="490296" y="585486"/>
                  </a:lnTo>
                  <a:lnTo>
                    <a:pt x="488713" y="586544"/>
                  </a:lnTo>
                  <a:lnTo>
                    <a:pt x="484087" y="588400"/>
                  </a:lnTo>
                  <a:lnTo>
                    <a:pt x="480329" y="590835"/>
                  </a:lnTo>
                  <a:lnTo>
                    <a:pt x="479842" y="590607"/>
                  </a:lnTo>
                  <a:lnTo>
                    <a:pt x="479157" y="587944"/>
                  </a:lnTo>
                  <a:lnTo>
                    <a:pt x="478464" y="586863"/>
                  </a:lnTo>
                  <a:lnTo>
                    <a:pt x="478038" y="585357"/>
                  </a:lnTo>
                  <a:lnTo>
                    <a:pt x="478038" y="584794"/>
                  </a:lnTo>
                  <a:lnTo>
                    <a:pt x="478731" y="583752"/>
                  </a:lnTo>
                  <a:lnTo>
                    <a:pt x="480108" y="582230"/>
                  </a:lnTo>
                  <a:lnTo>
                    <a:pt x="481082" y="581682"/>
                  </a:lnTo>
                  <a:lnTo>
                    <a:pt x="484612" y="583029"/>
                  </a:lnTo>
                  <a:close/>
                  <a:moveTo>
                    <a:pt x="511843" y="587883"/>
                  </a:moveTo>
                  <a:lnTo>
                    <a:pt x="511158" y="588933"/>
                  </a:lnTo>
                  <a:lnTo>
                    <a:pt x="509295" y="588560"/>
                  </a:lnTo>
                  <a:lnTo>
                    <a:pt x="508298" y="587891"/>
                  </a:lnTo>
                  <a:lnTo>
                    <a:pt x="511631" y="585121"/>
                  </a:lnTo>
                  <a:lnTo>
                    <a:pt x="512178" y="585676"/>
                  </a:lnTo>
                  <a:lnTo>
                    <a:pt x="511843" y="587883"/>
                  </a:lnTo>
                  <a:close/>
                  <a:moveTo>
                    <a:pt x="63060" y="585882"/>
                  </a:moveTo>
                  <a:lnTo>
                    <a:pt x="65023" y="588020"/>
                  </a:lnTo>
                  <a:lnTo>
                    <a:pt x="66065" y="588142"/>
                  </a:lnTo>
                  <a:lnTo>
                    <a:pt x="69352" y="587495"/>
                  </a:lnTo>
                  <a:lnTo>
                    <a:pt x="70562" y="587951"/>
                  </a:lnTo>
                  <a:lnTo>
                    <a:pt x="71726" y="588872"/>
                  </a:lnTo>
                  <a:lnTo>
                    <a:pt x="72449" y="590280"/>
                  </a:lnTo>
                  <a:lnTo>
                    <a:pt x="72586" y="592745"/>
                  </a:lnTo>
                  <a:lnTo>
                    <a:pt x="72053" y="594944"/>
                  </a:lnTo>
                  <a:lnTo>
                    <a:pt x="72213" y="598040"/>
                  </a:lnTo>
                  <a:lnTo>
                    <a:pt x="72099" y="599372"/>
                  </a:lnTo>
                  <a:lnTo>
                    <a:pt x="73841" y="601122"/>
                  </a:lnTo>
                  <a:lnTo>
                    <a:pt x="74389" y="603488"/>
                  </a:lnTo>
                  <a:lnTo>
                    <a:pt x="74670" y="606029"/>
                  </a:lnTo>
                  <a:lnTo>
                    <a:pt x="70881" y="606874"/>
                  </a:lnTo>
                  <a:lnTo>
                    <a:pt x="67092" y="607011"/>
                  </a:lnTo>
                  <a:lnTo>
                    <a:pt x="63821" y="608730"/>
                  </a:lnTo>
                  <a:lnTo>
                    <a:pt x="63151" y="610001"/>
                  </a:lnTo>
                  <a:lnTo>
                    <a:pt x="63676" y="611880"/>
                  </a:lnTo>
                  <a:lnTo>
                    <a:pt x="62778" y="612360"/>
                  </a:lnTo>
                  <a:lnTo>
                    <a:pt x="61949" y="611949"/>
                  </a:lnTo>
                  <a:lnTo>
                    <a:pt x="60366" y="610206"/>
                  </a:lnTo>
                  <a:lnTo>
                    <a:pt x="58632" y="609377"/>
                  </a:lnTo>
                  <a:lnTo>
                    <a:pt x="52552" y="608091"/>
                  </a:lnTo>
                  <a:lnTo>
                    <a:pt x="44921" y="603016"/>
                  </a:lnTo>
                  <a:lnTo>
                    <a:pt x="41634" y="601966"/>
                  </a:lnTo>
                  <a:lnTo>
                    <a:pt x="38302" y="598238"/>
                  </a:lnTo>
                  <a:lnTo>
                    <a:pt x="35289" y="593483"/>
                  </a:lnTo>
                  <a:lnTo>
                    <a:pt x="37252" y="592714"/>
                  </a:lnTo>
                  <a:lnTo>
                    <a:pt x="39230" y="592326"/>
                  </a:lnTo>
                  <a:lnTo>
                    <a:pt x="48101" y="593034"/>
                  </a:lnTo>
                  <a:lnTo>
                    <a:pt x="49212" y="589618"/>
                  </a:lnTo>
                  <a:lnTo>
                    <a:pt x="50354" y="588766"/>
                  </a:lnTo>
                  <a:lnTo>
                    <a:pt x="53169" y="587799"/>
                  </a:lnTo>
                  <a:lnTo>
                    <a:pt x="55801" y="585897"/>
                  </a:lnTo>
                  <a:lnTo>
                    <a:pt x="56981" y="585943"/>
                  </a:lnTo>
                  <a:lnTo>
                    <a:pt x="58183" y="586673"/>
                  </a:lnTo>
                  <a:lnTo>
                    <a:pt x="60678" y="585540"/>
                  </a:lnTo>
                  <a:lnTo>
                    <a:pt x="62002" y="585296"/>
                  </a:lnTo>
                  <a:lnTo>
                    <a:pt x="63060" y="585882"/>
                  </a:lnTo>
                  <a:close/>
                  <a:moveTo>
                    <a:pt x="455958" y="610267"/>
                  </a:moveTo>
                  <a:lnTo>
                    <a:pt x="453600" y="610884"/>
                  </a:lnTo>
                  <a:lnTo>
                    <a:pt x="453044" y="609628"/>
                  </a:lnTo>
                  <a:lnTo>
                    <a:pt x="454284" y="606501"/>
                  </a:lnTo>
                  <a:lnTo>
                    <a:pt x="455274" y="604728"/>
                  </a:lnTo>
                  <a:lnTo>
                    <a:pt x="456012" y="604310"/>
                  </a:lnTo>
                  <a:lnTo>
                    <a:pt x="458720" y="600772"/>
                  </a:lnTo>
                  <a:lnTo>
                    <a:pt x="461726" y="598193"/>
                  </a:lnTo>
                  <a:lnTo>
                    <a:pt x="464488" y="594411"/>
                  </a:lnTo>
                  <a:lnTo>
                    <a:pt x="467287" y="589001"/>
                  </a:lnTo>
                  <a:lnTo>
                    <a:pt x="467805" y="586978"/>
                  </a:lnTo>
                  <a:lnTo>
                    <a:pt x="469106" y="586764"/>
                  </a:lnTo>
                  <a:lnTo>
                    <a:pt x="471244" y="588096"/>
                  </a:lnTo>
                  <a:lnTo>
                    <a:pt x="472568" y="589968"/>
                  </a:lnTo>
                  <a:lnTo>
                    <a:pt x="471952" y="591451"/>
                  </a:lnTo>
                  <a:lnTo>
                    <a:pt x="464868" y="599121"/>
                  </a:lnTo>
                  <a:lnTo>
                    <a:pt x="464274" y="600118"/>
                  </a:lnTo>
                  <a:lnTo>
                    <a:pt x="463635" y="602712"/>
                  </a:lnTo>
                  <a:lnTo>
                    <a:pt x="463049" y="603617"/>
                  </a:lnTo>
                  <a:lnTo>
                    <a:pt x="462114" y="604028"/>
                  </a:lnTo>
                  <a:lnTo>
                    <a:pt x="461436" y="605154"/>
                  </a:lnTo>
                  <a:lnTo>
                    <a:pt x="461010" y="607003"/>
                  </a:lnTo>
                  <a:lnTo>
                    <a:pt x="460135" y="607970"/>
                  </a:lnTo>
                  <a:lnTo>
                    <a:pt x="458812" y="608053"/>
                  </a:lnTo>
                  <a:lnTo>
                    <a:pt x="457899" y="608563"/>
                  </a:lnTo>
                  <a:lnTo>
                    <a:pt x="457389" y="609499"/>
                  </a:lnTo>
                  <a:lnTo>
                    <a:pt x="455958" y="610267"/>
                  </a:lnTo>
                  <a:close/>
                  <a:moveTo>
                    <a:pt x="449849" y="599539"/>
                  </a:moveTo>
                  <a:lnTo>
                    <a:pt x="448730" y="600848"/>
                  </a:lnTo>
                  <a:lnTo>
                    <a:pt x="444507" y="600057"/>
                  </a:lnTo>
                  <a:lnTo>
                    <a:pt x="445382" y="597477"/>
                  </a:lnTo>
                  <a:lnTo>
                    <a:pt x="448608" y="595849"/>
                  </a:lnTo>
                  <a:lnTo>
                    <a:pt x="452139" y="598383"/>
                  </a:lnTo>
                  <a:lnTo>
                    <a:pt x="449849" y="599539"/>
                  </a:lnTo>
                  <a:close/>
                  <a:moveTo>
                    <a:pt x="523652" y="610054"/>
                  </a:moveTo>
                  <a:lnTo>
                    <a:pt x="522625" y="610298"/>
                  </a:lnTo>
                  <a:lnTo>
                    <a:pt x="524162" y="607513"/>
                  </a:lnTo>
                  <a:lnTo>
                    <a:pt x="526223" y="604432"/>
                  </a:lnTo>
                  <a:lnTo>
                    <a:pt x="528164" y="602499"/>
                  </a:lnTo>
                  <a:lnTo>
                    <a:pt x="530690" y="601693"/>
                  </a:lnTo>
                  <a:lnTo>
                    <a:pt x="530408" y="603100"/>
                  </a:lnTo>
                  <a:lnTo>
                    <a:pt x="527114" y="605702"/>
                  </a:lnTo>
                  <a:lnTo>
                    <a:pt x="523652" y="610054"/>
                  </a:lnTo>
                  <a:close/>
                  <a:moveTo>
                    <a:pt x="174457" y="661732"/>
                  </a:moveTo>
                  <a:lnTo>
                    <a:pt x="172889" y="662386"/>
                  </a:lnTo>
                  <a:lnTo>
                    <a:pt x="171230" y="662059"/>
                  </a:lnTo>
                  <a:lnTo>
                    <a:pt x="169922" y="658003"/>
                  </a:lnTo>
                  <a:lnTo>
                    <a:pt x="170926" y="657874"/>
                  </a:lnTo>
                  <a:lnTo>
                    <a:pt x="173026" y="655196"/>
                  </a:lnTo>
                  <a:lnTo>
                    <a:pt x="177675" y="653028"/>
                  </a:lnTo>
                  <a:lnTo>
                    <a:pt x="178816" y="652784"/>
                  </a:lnTo>
                  <a:lnTo>
                    <a:pt x="174457" y="661732"/>
                  </a:lnTo>
                  <a:close/>
                  <a:moveTo>
                    <a:pt x="354529" y="665490"/>
                  </a:moveTo>
                  <a:lnTo>
                    <a:pt x="353897" y="665749"/>
                  </a:lnTo>
                  <a:lnTo>
                    <a:pt x="352337" y="664501"/>
                  </a:lnTo>
                  <a:lnTo>
                    <a:pt x="351310" y="663177"/>
                  </a:lnTo>
                  <a:lnTo>
                    <a:pt x="351987" y="662165"/>
                  </a:lnTo>
                  <a:lnTo>
                    <a:pt x="355008" y="660035"/>
                  </a:lnTo>
                  <a:lnTo>
                    <a:pt x="356453" y="659997"/>
                  </a:lnTo>
                  <a:lnTo>
                    <a:pt x="357047" y="660332"/>
                  </a:lnTo>
                  <a:lnTo>
                    <a:pt x="357283" y="660994"/>
                  </a:lnTo>
                  <a:lnTo>
                    <a:pt x="357169" y="661975"/>
                  </a:lnTo>
                  <a:lnTo>
                    <a:pt x="356522" y="663200"/>
                  </a:lnTo>
                  <a:lnTo>
                    <a:pt x="354529" y="665490"/>
                  </a:lnTo>
                  <a:close/>
                  <a:moveTo>
                    <a:pt x="355997" y="670565"/>
                  </a:moveTo>
                  <a:lnTo>
                    <a:pt x="356773" y="670892"/>
                  </a:lnTo>
                  <a:lnTo>
                    <a:pt x="357580" y="668473"/>
                  </a:lnTo>
                  <a:lnTo>
                    <a:pt x="358150" y="668397"/>
                  </a:lnTo>
                  <a:lnTo>
                    <a:pt x="360676" y="670443"/>
                  </a:lnTo>
                  <a:lnTo>
                    <a:pt x="362228" y="669987"/>
                  </a:lnTo>
                  <a:lnTo>
                    <a:pt x="363225" y="672505"/>
                  </a:lnTo>
                  <a:lnTo>
                    <a:pt x="364123" y="672734"/>
                  </a:lnTo>
                  <a:lnTo>
                    <a:pt x="364952" y="672429"/>
                  </a:lnTo>
                  <a:lnTo>
                    <a:pt x="365454" y="672604"/>
                  </a:lnTo>
                  <a:lnTo>
                    <a:pt x="365279" y="675260"/>
                  </a:lnTo>
                  <a:lnTo>
                    <a:pt x="363431" y="677946"/>
                  </a:lnTo>
                  <a:lnTo>
                    <a:pt x="362571" y="678623"/>
                  </a:lnTo>
                  <a:lnTo>
                    <a:pt x="361369" y="677930"/>
                  </a:lnTo>
                  <a:lnTo>
                    <a:pt x="360920" y="677672"/>
                  </a:lnTo>
                  <a:lnTo>
                    <a:pt x="360128" y="676485"/>
                  </a:lnTo>
                  <a:lnTo>
                    <a:pt x="359527" y="674986"/>
                  </a:lnTo>
                  <a:lnTo>
                    <a:pt x="359170" y="674963"/>
                  </a:lnTo>
                  <a:lnTo>
                    <a:pt x="357762" y="676728"/>
                  </a:lnTo>
                  <a:lnTo>
                    <a:pt x="357793" y="677603"/>
                  </a:lnTo>
                  <a:lnTo>
                    <a:pt x="358378" y="678912"/>
                  </a:lnTo>
                  <a:lnTo>
                    <a:pt x="358295" y="679726"/>
                  </a:lnTo>
                  <a:lnTo>
                    <a:pt x="356758" y="680114"/>
                  </a:lnTo>
                  <a:lnTo>
                    <a:pt x="355251" y="679908"/>
                  </a:lnTo>
                  <a:lnTo>
                    <a:pt x="353410" y="681050"/>
                  </a:lnTo>
                  <a:lnTo>
                    <a:pt x="352969" y="680342"/>
                  </a:lnTo>
                  <a:lnTo>
                    <a:pt x="352687" y="678341"/>
                  </a:lnTo>
                  <a:lnTo>
                    <a:pt x="352117" y="678569"/>
                  </a:lnTo>
                  <a:lnTo>
                    <a:pt x="351249" y="681019"/>
                  </a:lnTo>
                  <a:lnTo>
                    <a:pt x="350298" y="682572"/>
                  </a:lnTo>
                  <a:lnTo>
                    <a:pt x="348571" y="683857"/>
                  </a:lnTo>
                  <a:lnTo>
                    <a:pt x="348191" y="684481"/>
                  </a:lnTo>
                  <a:lnTo>
                    <a:pt x="346928" y="684565"/>
                  </a:lnTo>
                  <a:lnTo>
                    <a:pt x="345056" y="685371"/>
                  </a:lnTo>
                  <a:lnTo>
                    <a:pt x="343899" y="685234"/>
                  </a:lnTo>
                  <a:lnTo>
                    <a:pt x="337006" y="682579"/>
                  </a:lnTo>
                  <a:lnTo>
                    <a:pt x="335385" y="681605"/>
                  </a:lnTo>
                  <a:lnTo>
                    <a:pt x="341054" y="675495"/>
                  </a:lnTo>
                  <a:lnTo>
                    <a:pt x="344036" y="673122"/>
                  </a:lnTo>
                  <a:lnTo>
                    <a:pt x="345763" y="673251"/>
                  </a:lnTo>
                  <a:lnTo>
                    <a:pt x="347491" y="673989"/>
                  </a:lnTo>
                  <a:lnTo>
                    <a:pt x="348404" y="673867"/>
                  </a:lnTo>
                  <a:lnTo>
                    <a:pt x="348472" y="671151"/>
                  </a:lnTo>
                  <a:lnTo>
                    <a:pt x="346867" y="669120"/>
                  </a:lnTo>
                  <a:lnTo>
                    <a:pt x="346928" y="668275"/>
                  </a:lnTo>
                  <a:lnTo>
                    <a:pt x="350481" y="666883"/>
                  </a:lnTo>
                  <a:lnTo>
                    <a:pt x="351812" y="667080"/>
                  </a:lnTo>
                  <a:lnTo>
                    <a:pt x="353281" y="667796"/>
                  </a:lnTo>
                  <a:lnTo>
                    <a:pt x="354673" y="668952"/>
                  </a:lnTo>
                  <a:lnTo>
                    <a:pt x="355997" y="670565"/>
                  </a:lnTo>
                  <a:close/>
                  <a:moveTo>
                    <a:pt x="734736" y="678608"/>
                  </a:moveTo>
                  <a:lnTo>
                    <a:pt x="740161" y="679528"/>
                  </a:lnTo>
                  <a:lnTo>
                    <a:pt x="744133" y="679323"/>
                  </a:lnTo>
                  <a:lnTo>
                    <a:pt x="747762" y="685349"/>
                  </a:lnTo>
                  <a:lnTo>
                    <a:pt x="749991" y="690195"/>
                  </a:lnTo>
                  <a:lnTo>
                    <a:pt x="751301" y="693581"/>
                  </a:lnTo>
                  <a:lnTo>
                    <a:pt x="752046" y="696845"/>
                  </a:lnTo>
                  <a:lnTo>
                    <a:pt x="753042" y="699988"/>
                  </a:lnTo>
                  <a:lnTo>
                    <a:pt x="752951" y="700429"/>
                  </a:lnTo>
                  <a:lnTo>
                    <a:pt x="750860" y="698314"/>
                  </a:lnTo>
                  <a:lnTo>
                    <a:pt x="749352" y="694015"/>
                  </a:lnTo>
                  <a:lnTo>
                    <a:pt x="748584" y="692333"/>
                  </a:lnTo>
                  <a:lnTo>
                    <a:pt x="747823" y="691572"/>
                  </a:lnTo>
                  <a:lnTo>
                    <a:pt x="747024" y="689982"/>
                  </a:lnTo>
                  <a:lnTo>
                    <a:pt x="745465" y="685858"/>
                  </a:lnTo>
                  <a:lnTo>
                    <a:pt x="745411" y="684694"/>
                  </a:lnTo>
                  <a:lnTo>
                    <a:pt x="744719" y="683614"/>
                  </a:lnTo>
                  <a:lnTo>
                    <a:pt x="743920" y="683165"/>
                  </a:lnTo>
                  <a:lnTo>
                    <a:pt x="743014" y="683340"/>
                  </a:lnTo>
                  <a:lnTo>
                    <a:pt x="742702" y="683758"/>
                  </a:lnTo>
                  <a:lnTo>
                    <a:pt x="742840" y="686611"/>
                  </a:lnTo>
                  <a:lnTo>
                    <a:pt x="743555" y="689777"/>
                  </a:lnTo>
                  <a:lnTo>
                    <a:pt x="747474" y="696670"/>
                  </a:lnTo>
                  <a:lnTo>
                    <a:pt x="750090" y="700581"/>
                  </a:lnTo>
                  <a:lnTo>
                    <a:pt x="750608" y="701874"/>
                  </a:lnTo>
                  <a:lnTo>
                    <a:pt x="750950" y="705435"/>
                  </a:lnTo>
                  <a:lnTo>
                    <a:pt x="749824" y="707041"/>
                  </a:lnTo>
                  <a:lnTo>
                    <a:pt x="751209" y="710312"/>
                  </a:lnTo>
                  <a:lnTo>
                    <a:pt x="751156" y="710951"/>
                  </a:lnTo>
                  <a:lnTo>
                    <a:pt x="750851" y="711575"/>
                  </a:lnTo>
                  <a:lnTo>
                    <a:pt x="747123" y="713021"/>
                  </a:lnTo>
                  <a:lnTo>
                    <a:pt x="743707" y="719054"/>
                  </a:lnTo>
                  <a:lnTo>
                    <a:pt x="739963" y="722577"/>
                  </a:lnTo>
                  <a:lnTo>
                    <a:pt x="738236" y="723140"/>
                  </a:lnTo>
                  <a:lnTo>
                    <a:pt x="737407" y="722555"/>
                  </a:lnTo>
                  <a:lnTo>
                    <a:pt x="736623" y="721208"/>
                  </a:lnTo>
                  <a:lnTo>
                    <a:pt x="736159" y="719405"/>
                  </a:lnTo>
                  <a:lnTo>
                    <a:pt x="736022" y="717145"/>
                  </a:lnTo>
                  <a:lnTo>
                    <a:pt x="736958" y="715714"/>
                  </a:lnTo>
                  <a:lnTo>
                    <a:pt x="738808" y="708273"/>
                  </a:lnTo>
                  <a:lnTo>
                    <a:pt x="738860" y="705823"/>
                  </a:lnTo>
                  <a:lnTo>
                    <a:pt x="736555" y="702415"/>
                  </a:lnTo>
                  <a:lnTo>
                    <a:pt x="735162" y="699622"/>
                  </a:lnTo>
                  <a:lnTo>
                    <a:pt x="734409" y="695719"/>
                  </a:lnTo>
                  <a:lnTo>
                    <a:pt x="733146" y="685341"/>
                  </a:lnTo>
                  <a:lnTo>
                    <a:pt x="732560" y="682008"/>
                  </a:lnTo>
                  <a:lnTo>
                    <a:pt x="731739" y="679224"/>
                  </a:lnTo>
                  <a:lnTo>
                    <a:pt x="730674" y="676994"/>
                  </a:lnTo>
                  <a:lnTo>
                    <a:pt x="729874" y="674537"/>
                  </a:lnTo>
                  <a:lnTo>
                    <a:pt x="729327" y="671851"/>
                  </a:lnTo>
                  <a:lnTo>
                    <a:pt x="729532" y="670809"/>
                  </a:lnTo>
                  <a:lnTo>
                    <a:pt x="731381" y="672209"/>
                  </a:lnTo>
                  <a:lnTo>
                    <a:pt x="733603" y="676058"/>
                  </a:lnTo>
                  <a:lnTo>
                    <a:pt x="734736" y="678608"/>
                  </a:lnTo>
                  <a:close/>
                  <a:moveTo>
                    <a:pt x="742581" y="675891"/>
                  </a:moveTo>
                  <a:lnTo>
                    <a:pt x="742429" y="676896"/>
                  </a:lnTo>
                  <a:lnTo>
                    <a:pt x="739514" y="676797"/>
                  </a:lnTo>
                  <a:lnTo>
                    <a:pt x="736578" y="675321"/>
                  </a:lnTo>
                  <a:lnTo>
                    <a:pt x="735133" y="673380"/>
                  </a:lnTo>
                  <a:lnTo>
                    <a:pt x="735421" y="672505"/>
                  </a:lnTo>
                  <a:lnTo>
                    <a:pt x="738153" y="671691"/>
                  </a:lnTo>
                  <a:lnTo>
                    <a:pt x="740739" y="673532"/>
                  </a:lnTo>
                  <a:lnTo>
                    <a:pt x="742581" y="675891"/>
                  </a:lnTo>
                  <a:close/>
                  <a:moveTo>
                    <a:pt x="712314" y="675267"/>
                  </a:moveTo>
                  <a:lnTo>
                    <a:pt x="715366" y="679208"/>
                  </a:lnTo>
                  <a:lnTo>
                    <a:pt x="715388" y="680114"/>
                  </a:lnTo>
                  <a:lnTo>
                    <a:pt x="714764" y="682815"/>
                  </a:lnTo>
                  <a:lnTo>
                    <a:pt x="713105" y="683576"/>
                  </a:lnTo>
                  <a:lnTo>
                    <a:pt x="713577" y="684649"/>
                  </a:lnTo>
                  <a:lnTo>
                    <a:pt x="714809" y="685455"/>
                  </a:lnTo>
                  <a:lnTo>
                    <a:pt x="715692" y="684786"/>
                  </a:lnTo>
                  <a:lnTo>
                    <a:pt x="718910" y="681004"/>
                  </a:lnTo>
                  <a:lnTo>
                    <a:pt x="719900" y="680213"/>
                  </a:lnTo>
                  <a:lnTo>
                    <a:pt x="720501" y="680129"/>
                  </a:lnTo>
                  <a:lnTo>
                    <a:pt x="724427" y="681270"/>
                  </a:lnTo>
                  <a:lnTo>
                    <a:pt x="727858" y="683074"/>
                  </a:lnTo>
                  <a:lnTo>
                    <a:pt x="728870" y="684512"/>
                  </a:lnTo>
                  <a:lnTo>
                    <a:pt x="729441" y="687030"/>
                  </a:lnTo>
                  <a:lnTo>
                    <a:pt x="728528" y="692463"/>
                  </a:lnTo>
                  <a:lnTo>
                    <a:pt x="725713" y="693406"/>
                  </a:lnTo>
                  <a:lnTo>
                    <a:pt x="724381" y="693307"/>
                  </a:lnTo>
                  <a:lnTo>
                    <a:pt x="722959" y="692516"/>
                  </a:lnTo>
                  <a:lnTo>
                    <a:pt x="720668" y="694403"/>
                  </a:lnTo>
                  <a:lnTo>
                    <a:pt x="722570" y="695841"/>
                  </a:lnTo>
                  <a:lnTo>
                    <a:pt x="728353" y="696168"/>
                  </a:lnTo>
                  <a:lnTo>
                    <a:pt x="730103" y="699211"/>
                  </a:lnTo>
                  <a:lnTo>
                    <a:pt x="730605" y="701555"/>
                  </a:lnTo>
                  <a:lnTo>
                    <a:pt x="729357" y="705846"/>
                  </a:lnTo>
                  <a:lnTo>
                    <a:pt x="726078" y="704659"/>
                  </a:lnTo>
                  <a:lnTo>
                    <a:pt x="723187" y="702171"/>
                  </a:lnTo>
                  <a:lnTo>
                    <a:pt x="717260" y="698641"/>
                  </a:lnTo>
                  <a:lnTo>
                    <a:pt x="715837" y="698481"/>
                  </a:lnTo>
                  <a:lnTo>
                    <a:pt x="714886" y="699105"/>
                  </a:lnTo>
                  <a:lnTo>
                    <a:pt x="714628" y="701243"/>
                  </a:lnTo>
                  <a:lnTo>
                    <a:pt x="714688" y="705869"/>
                  </a:lnTo>
                  <a:lnTo>
                    <a:pt x="713105" y="708266"/>
                  </a:lnTo>
                  <a:lnTo>
                    <a:pt x="708433" y="707208"/>
                  </a:lnTo>
                  <a:lnTo>
                    <a:pt x="706601" y="703708"/>
                  </a:lnTo>
                  <a:lnTo>
                    <a:pt x="704889" y="698154"/>
                  </a:lnTo>
                  <a:lnTo>
                    <a:pt x="698444" y="691542"/>
                  </a:lnTo>
                  <a:lnTo>
                    <a:pt x="696701" y="690218"/>
                  </a:lnTo>
                  <a:lnTo>
                    <a:pt x="694380" y="686246"/>
                  </a:lnTo>
                  <a:lnTo>
                    <a:pt x="695309" y="683089"/>
                  </a:lnTo>
                  <a:lnTo>
                    <a:pt x="695583" y="681263"/>
                  </a:lnTo>
                  <a:lnTo>
                    <a:pt x="696823" y="680776"/>
                  </a:lnTo>
                  <a:lnTo>
                    <a:pt x="698634" y="679361"/>
                  </a:lnTo>
                  <a:lnTo>
                    <a:pt x="699646" y="676294"/>
                  </a:lnTo>
                  <a:lnTo>
                    <a:pt x="701274" y="678775"/>
                  </a:lnTo>
                  <a:lnTo>
                    <a:pt x="703450" y="681156"/>
                  </a:lnTo>
                  <a:lnTo>
                    <a:pt x="703480" y="678919"/>
                  </a:lnTo>
                  <a:lnTo>
                    <a:pt x="704507" y="677131"/>
                  </a:lnTo>
                  <a:lnTo>
                    <a:pt x="706645" y="677200"/>
                  </a:lnTo>
                  <a:lnTo>
                    <a:pt x="707651" y="676827"/>
                  </a:lnTo>
                  <a:lnTo>
                    <a:pt x="709050" y="675153"/>
                  </a:lnTo>
                  <a:lnTo>
                    <a:pt x="711074" y="674286"/>
                  </a:lnTo>
                  <a:lnTo>
                    <a:pt x="712314" y="675267"/>
                  </a:lnTo>
                  <a:close/>
                  <a:moveTo>
                    <a:pt x="345725" y="692189"/>
                  </a:moveTo>
                  <a:lnTo>
                    <a:pt x="345878" y="694387"/>
                  </a:lnTo>
                  <a:lnTo>
                    <a:pt x="346745" y="694121"/>
                  </a:lnTo>
                  <a:lnTo>
                    <a:pt x="350032" y="691861"/>
                  </a:lnTo>
                  <a:lnTo>
                    <a:pt x="351744" y="691200"/>
                  </a:lnTo>
                  <a:lnTo>
                    <a:pt x="353973" y="691093"/>
                  </a:lnTo>
                  <a:lnTo>
                    <a:pt x="355738" y="692128"/>
                  </a:lnTo>
                  <a:lnTo>
                    <a:pt x="356096" y="692919"/>
                  </a:lnTo>
                  <a:lnTo>
                    <a:pt x="355936" y="693862"/>
                  </a:lnTo>
                  <a:lnTo>
                    <a:pt x="354521" y="695772"/>
                  </a:lnTo>
                  <a:lnTo>
                    <a:pt x="354582" y="697012"/>
                  </a:lnTo>
                  <a:lnTo>
                    <a:pt x="356103" y="699295"/>
                  </a:lnTo>
                  <a:lnTo>
                    <a:pt x="359839" y="700535"/>
                  </a:lnTo>
                  <a:lnTo>
                    <a:pt x="360296" y="701220"/>
                  </a:lnTo>
                  <a:lnTo>
                    <a:pt x="360281" y="702042"/>
                  </a:lnTo>
                  <a:lnTo>
                    <a:pt x="357709" y="705808"/>
                  </a:lnTo>
                  <a:lnTo>
                    <a:pt x="356765" y="706683"/>
                  </a:lnTo>
                  <a:lnTo>
                    <a:pt x="356096" y="706896"/>
                  </a:lnTo>
                  <a:lnTo>
                    <a:pt x="351424" y="706219"/>
                  </a:lnTo>
                  <a:lnTo>
                    <a:pt x="347148" y="704986"/>
                  </a:lnTo>
                  <a:lnTo>
                    <a:pt x="345421" y="704773"/>
                  </a:lnTo>
                  <a:lnTo>
                    <a:pt x="344805" y="705176"/>
                  </a:lnTo>
                  <a:lnTo>
                    <a:pt x="343595" y="706333"/>
                  </a:lnTo>
                  <a:lnTo>
                    <a:pt x="344462" y="706675"/>
                  </a:lnTo>
                  <a:lnTo>
                    <a:pt x="348206" y="706949"/>
                  </a:lnTo>
                  <a:lnTo>
                    <a:pt x="349530" y="708631"/>
                  </a:lnTo>
                  <a:lnTo>
                    <a:pt x="350108" y="709871"/>
                  </a:lnTo>
                  <a:lnTo>
                    <a:pt x="350397" y="711233"/>
                  </a:lnTo>
                  <a:lnTo>
                    <a:pt x="349651" y="711788"/>
                  </a:lnTo>
                  <a:lnTo>
                    <a:pt x="348054" y="712199"/>
                  </a:lnTo>
                  <a:lnTo>
                    <a:pt x="346136" y="712192"/>
                  </a:lnTo>
                  <a:lnTo>
                    <a:pt x="343762" y="713721"/>
                  </a:lnTo>
                  <a:lnTo>
                    <a:pt x="342454" y="715471"/>
                  </a:lnTo>
                  <a:lnTo>
                    <a:pt x="337698" y="715912"/>
                  </a:lnTo>
                  <a:lnTo>
                    <a:pt x="334077" y="718240"/>
                  </a:lnTo>
                  <a:lnTo>
                    <a:pt x="332806" y="719389"/>
                  </a:lnTo>
                  <a:lnTo>
                    <a:pt x="332357" y="720759"/>
                  </a:lnTo>
                  <a:lnTo>
                    <a:pt x="330988" y="721748"/>
                  </a:lnTo>
                  <a:lnTo>
                    <a:pt x="327906" y="722745"/>
                  </a:lnTo>
                  <a:lnTo>
                    <a:pt x="329747" y="723635"/>
                  </a:lnTo>
                  <a:lnTo>
                    <a:pt x="330037" y="724388"/>
                  </a:lnTo>
                  <a:lnTo>
                    <a:pt x="330067" y="725431"/>
                  </a:lnTo>
                  <a:lnTo>
                    <a:pt x="329816" y="726328"/>
                  </a:lnTo>
                  <a:lnTo>
                    <a:pt x="327381" y="730323"/>
                  </a:lnTo>
                  <a:lnTo>
                    <a:pt x="322786" y="733602"/>
                  </a:lnTo>
                  <a:lnTo>
                    <a:pt x="321621" y="733450"/>
                  </a:lnTo>
                  <a:lnTo>
                    <a:pt x="321119" y="733039"/>
                  </a:lnTo>
                  <a:lnTo>
                    <a:pt x="320708" y="732415"/>
                  </a:lnTo>
                  <a:lnTo>
                    <a:pt x="320693" y="731784"/>
                  </a:lnTo>
                  <a:lnTo>
                    <a:pt x="326620" y="725195"/>
                  </a:lnTo>
                  <a:lnTo>
                    <a:pt x="326384" y="724875"/>
                  </a:lnTo>
                  <a:lnTo>
                    <a:pt x="324771" y="724654"/>
                  </a:lnTo>
                  <a:lnTo>
                    <a:pt x="322223" y="722836"/>
                  </a:lnTo>
                  <a:lnTo>
                    <a:pt x="320419" y="724008"/>
                  </a:lnTo>
                  <a:lnTo>
                    <a:pt x="320008" y="723962"/>
                  </a:lnTo>
                  <a:lnTo>
                    <a:pt x="320488" y="722402"/>
                  </a:lnTo>
                  <a:lnTo>
                    <a:pt x="321659" y="720546"/>
                  </a:lnTo>
                  <a:lnTo>
                    <a:pt x="321454" y="720021"/>
                  </a:lnTo>
                  <a:lnTo>
                    <a:pt x="320807" y="719557"/>
                  </a:lnTo>
                  <a:lnTo>
                    <a:pt x="319324" y="719275"/>
                  </a:lnTo>
                  <a:lnTo>
                    <a:pt x="316995" y="719184"/>
                  </a:lnTo>
                  <a:lnTo>
                    <a:pt x="315268" y="719625"/>
                  </a:lnTo>
                  <a:lnTo>
                    <a:pt x="314150" y="720599"/>
                  </a:lnTo>
                  <a:lnTo>
                    <a:pt x="314059" y="721010"/>
                  </a:lnTo>
                  <a:lnTo>
                    <a:pt x="316440" y="720896"/>
                  </a:lnTo>
                  <a:lnTo>
                    <a:pt x="317087" y="721390"/>
                  </a:lnTo>
                  <a:lnTo>
                    <a:pt x="317726" y="722311"/>
                  </a:lnTo>
                  <a:lnTo>
                    <a:pt x="318114" y="723376"/>
                  </a:lnTo>
                  <a:lnTo>
                    <a:pt x="318258" y="724586"/>
                  </a:lnTo>
                  <a:lnTo>
                    <a:pt x="317756" y="726207"/>
                  </a:lnTo>
                  <a:lnTo>
                    <a:pt x="316623" y="728238"/>
                  </a:lnTo>
                  <a:lnTo>
                    <a:pt x="314956" y="727880"/>
                  </a:lnTo>
                  <a:lnTo>
                    <a:pt x="311540" y="723353"/>
                  </a:lnTo>
                  <a:lnTo>
                    <a:pt x="310034" y="716703"/>
                  </a:lnTo>
                  <a:lnTo>
                    <a:pt x="307112" y="711606"/>
                  </a:lnTo>
                  <a:lnTo>
                    <a:pt x="306983" y="710381"/>
                  </a:lnTo>
                  <a:lnTo>
                    <a:pt x="307812" y="707223"/>
                  </a:lnTo>
                  <a:lnTo>
                    <a:pt x="310756" y="702727"/>
                  </a:lnTo>
                  <a:lnTo>
                    <a:pt x="313922" y="701494"/>
                  </a:lnTo>
                  <a:lnTo>
                    <a:pt x="316174" y="699599"/>
                  </a:lnTo>
                  <a:lnTo>
                    <a:pt x="318357" y="699029"/>
                  </a:lnTo>
                  <a:lnTo>
                    <a:pt x="319704" y="699074"/>
                  </a:lnTo>
                  <a:lnTo>
                    <a:pt x="321553" y="699889"/>
                  </a:lnTo>
                  <a:lnTo>
                    <a:pt x="322299" y="701616"/>
                  </a:lnTo>
                  <a:lnTo>
                    <a:pt x="321850" y="702422"/>
                  </a:lnTo>
                  <a:lnTo>
                    <a:pt x="322017" y="702848"/>
                  </a:lnTo>
                  <a:lnTo>
                    <a:pt x="323311" y="703883"/>
                  </a:lnTo>
                  <a:lnTo>
                    <a:pt x="324711" y="707497"/>
                  </a:lnTo>
                  <a:lnTo>
                    <a:pt x="326339" y="710693"/>
                  </a:lnTo>
                  <a:lnTo>
                    <a:pt x="327427" y="711986"/>
                  </a:lnTo>
                  <a:lnTo>
                    <a:pt x="328857" y="712785"/>
                  </a:lnTo>
                  <a:lnTo>
                    <a:pt x="327381" y="710350"/>
                  </a:lnTo>
                  <a:lnTo>
                    <a:pt x="326506" y="707330"/>
                  </a:lnTo>
                  <a:lnTo>
                    <a:pt x="326065" y="701289"/>
                  </a:lnTo>
                  <a:lnTo>
                    <a:pt x="325639" y="699683"/>
                  </a:lnTo>
                  <a:lnTo>
                    <a:pt x="326468" y="699257"/>
                  </a:lnTo>
                  <a:lnTo>
                    <a:pt x="328804" y="699493"/>
                  </a:lnTo>
                  <a:lnTo>
                    <a:pt x="328743" y="698587"/>
                  </a:lnTo>
                  <a:lnTo>
                    <a:pt x="326278" y="696541"/>
                  </a:lnTo>
                  <a:lnTo>
                    <a:pt x="324764" y="694844"/>
                  </a:lnTo>
                  <a:lnTo>
                    <a:pt x="324193" y="693505"/>
                  </a:lnTo>
                  <a:lnTo>
                    <a:pt x="324224" y="692341"/>
                  </a:lnTo>
                  <a:lnTo>
                    <a:pt x="325570" y="690621"/>
                  </a:lnTo>
                  <a:lnTo>
                    <a:pt x="326331" y="690134"/>
                  </a:lnTo>
                  <a:lnTo>
                    <a:pt x="327122" y="689921"/>
                  </a:lnTo>
                  <a:lnTo>
                    <a:pt x="328690" y="690286"/>
                  </a:lnTo>
                  <a:lnTo>
                    <a:pt x="329390" y="690827"/>
                  </a:lnTo>
                  <a:lnTo>
                    <a:pt x="331398" y="694692"/>
                  </a:lnTo>
                  <a:lnTo>
                    <a:pt x="332342" y="695894"/>
                  </a:lnTo>
                  <a:lnTo>
                    <a:pt x="333126" y="695894"/>
                  </a:lnTo>
                  <a:lnTo>
                    <a:pt x="333848" y="695255"/>
                  </a:lnTo>
                  <a:lnTo>
                    <a:pt x="334518" y="693977"/>
                  </a:lnTo>
                  <a:lnTo>
                    <a:pt x="335210" y="693208"/>
                  </a:lnTo>
                  <a:lnTo>
                    <a:pt x="335918" y="692957"/>
                  </a:lnTo>
                  <a:lnTo>
                    <a:pt x="338155" y="693528"/>
                  </a:lnTo>
                  <a:lnTo>
                    <a:pt x="338901" y="693315"/>
                  </a:lnTo>
                  <a:lnTo>
                    <a:pt x="339266" y="692349"/>
                  </a:lnTo>
                  <a:lnTo>
                    <a:pt x="339250" y="690614"/>
                  </a:lnTo>
                  <a:lnTo>
                    <a:pt x="339806" y="689990"/>
                  </a:lnTo>
                  <a:lnTo>
                    <a:pt x="339943" y="688711"/>
                  </a:lnTo>
                  <a:lnTo>
                    <a:pt x="338725" y="686825"/>
                  </a:lnTo>
                  <a:lnTo>
                    <a:pt x="340125" y="686246"/>
                  </a:lnTo>
                  <a:lnTo>
                    <a:pt x="344767" y="687684"/>
                  </a:lnTo>
                  <a:lnTo>
                    <a:pt x="346753" y="689259"/>
                  </a:lnTo>
                  <a:lnTo>
                    <a:pt x="345725" y="692189"/>
                  </a:lnTo>
                  <a:close/>
                  <a:moveTo>
                    <a:pt x="338414" y="691146"/>
                  </a:moveTo>
                  <a:lnTo>
                    <a:pt x="337812" y="692257"/>
                  </a:lnTo>
                  <a:lnTo>
                    <a:pt x="337249" y="691968"/>
                  </a:lnTo>
                  <a:lnTo>
                    <a:pt x="336055" y="690667"/>
                  </a:lnTo>
                  <a:lnTo>
                    <a:pt x="333620" y="688765"/>
                  </a:lnTo>
                  <a:lnTo>
                    <a:pt x="332509" y="687464"/>
                  </a:lnTo>
                  <a:lnTo>
                    <a:pt x="332441" y="686908"/>
                  </a:lnTo>
                  <a:lnTo>
                    <a:pt x="333278" y="686292"/>
                  </a:lnTo>
                  <a:lnTo>
                    <a:pt x="336139" y="687829"/>
                  </a:lnTo>
                  <a:lnTo>
                    <a:pt x="337356" y="689229"/>
                  </a:lnTo>
                  <a:lnTo>
                    <a:pt x="338414" y="691146"/>
                  </a:lnTo>
                  <a:close/>
                  <a:moveTo>
                    <a:pt x="728559" y="710982"/>
                  </a:moveTo>
                  <a:lnTo>
                    <a:pt x="730370" y="715311"/>
                  </a:lnTo>
                  <a:lnTo>
                    <a:pt x="731685" y="718659"/>
                  </a:lnTo>
                  <a:lnTo>
                    <a:pt x="732857" y="722676"/>
                  </a:lnTo>
                  <a:lnTo>
                    <a:pt x="734813" y="730962"/>
                  </a:lnTo>
                  <a:lnTo>
                    <a:pt x="735725" y="734081"/>
                  </a:lnTo>
                  <a:lnTo>
                    <a:pt x="736015" y="735786"/>
                  </a:lnTo>
                  <a:lnTo>
                    <a:pt x="736228" y="740237"/>
                  </a:lnTo>
                  <a:lnTo>
                    <a:pt x="735931" y="741195"/>
                  </a:lnTo>
                  <a:lnTo>
                    <a:pt x="735345" y="742070"/>
                  </a:lnTo>
                  <a:lnTo>
                    <a:pt x="735232" y="743341"/>
                  </a:lnTo>
                  <a:lnTo>
                    <a:pt x="735771" y="746719"/>
                  </a:lnTo>
                  <a:lnTo>
                    <a:pt x="735801" y="751840"/>
                  </a:lnTo>
                  <a:lnTo>
                    <a:pt x="735292" y="754716"/>
                  </a:lnTo>
                  <a:lnTo>
                    <a:pt x="734691" y="755150"/>
                  </a:lnTo>
                  <a:lnTo>
                    <a:pt x="733231" y="754206"/>
                  </a:lnTo>
                  <a:lnTo>
                    <a:pt x="732028" y="752646"/>
                  </a:lnTo>
                  <a:lnTo>
                    <a:pt x="731145" y="751026"/>
                  </a:lnTo>
                  <a:lnTo>
                    <a:pt x="728961" y="745890"/>
                  </a:lnTo>
                  <a:lnTo>
                    <a:pt x="728315" y="743493"/>
                  </a:lnTo>
                  <a:lnTo>
                    <a:pt x="728277" y="741766"/>
                  </a:lnTo>
                  <a:lnTo>
                    <a:pt x="728611" y="740503"/>
                  </a:lnTo>
                  <a:lnTo>
                    <a:pt x="729327" y="739719"/>
                  </a:lnTo>
                  <a:lnTo>
                    <a:pt x="730568" y="737619"/>
                  </a:lnTo>
                  <a:lnTo>
                    <a:pt x="730392" y="737285"/>
                  </a:lnTo>
                  <a:lnTo>
                    <a:pt x="729448" y="737756"/>
                  </a:lnTo>
                  <a:lnTo>
                    <a:pt x="727524" y="738023"/>
                  </a:lnTo>
                  <a:lnTo>
                    <a:pt x="725827" y="736364"/>
                  </a:lnTo>
                  <a:lnTo>
                    <a:pt x="724503" y="735489"/>
                  </a:lnTo>
                  <a:lnTo>
                    <a:pt x="724770" y="732491"/>
                  </a:lnTo>
                  <a:lnTo>
                    <a:pt x="724419" y="731647"/>
                  </a:lnTo>
                  <a:lnTo>
                    <a:pt x="721818" y="732575"/>
                  </a:lnTo>
                  <a:lnTo>
                    <a:pt x="720844" y="731738"/>
                  </a:lnTo>
                  <a:lnTo>
                    <a:pt x="720631" y="730612"/>
                  </a:lnTo>
                  <a:lnTo>
                    <a:pt x="720676" y="728930"/>
                  </a:lnTo>
                  <a:lnTo>
                    <a:pt x="721171" y="727454"/>
                  </a:lnTo>
                  <a:lnTo>
                    <a:pt x="723635" y="723719"/>
                  </a:lnTo>
                  <a:lnTo>
                    <a:pt x="723385" y="723026"/>
                  </a:lnTo>
                  <a:lnTo>
                    <a:pt x="722182" y="722874"/>
                  </a:lnTo>
                  <a:lnTo>
                    <a:pt x="720600" y="721596"/>
                  </a:lnTo>
                  <a:lnTo>
                    <a:pt x="719877" y="717396"/>
                  </a:lnTo>
                  <a:lnTo>
                    <a:pt x="718172" y="714999"/>
                  </a:lnTo>
                  <a:lnTo>
                    <a:pt x="717168" y="715220"/>
                  </a:lnTo>
                  <a:lnTo>
                    <a:pt x="714886" y="721991"/>
                  </a:lnTo>
                  <a:lnTo>
                    <a:pt x="713759" y="723468"/>
                  </a:lnTo>
                  <a:lnTo>
                    <a:pt x="710549" y="724419"/>
                  </a:lnTo>
                  <a:lnTo>
                    <a:pt x="711203" y="722539"/>
                  </a:lnTo>
                  <a:lnTo>
                    <a:pt x="711507" y="720858"/>
                  </a:lnTo>
                  <a:lnTo>
                    <a:pt x="710366" y="715752"/>
                  </a:lnTo>
                  <a:lnTo>
                    <a:pt x="710336" y="713782"/>
                  </a:lnTo>
                  <a:lnTo>
                    <a:pt x="711096" y="712328"/>
                  </a:lnTo>
                  <a:lnTo>
                    <a:pt x="713364" y="711720"/>
                  </a:lnTo>
                  <a:lnTo>
                    <a:pt x="714566" y="710860"/>
                  </a:lnTo>
                  <a:lnTo>
                    <a:pt x="715502" y="709452"/>
                  </a:lnTo>
                  <a:lnTo>
                    <a:pt x="715738" y="708083"/>
                  </a:lnTo>
                  <a:lnTo>
                    <a:pt x="717495" y="704446"/>
                  </a:lnTo>
                  <a:lnTo>
                    <a:pt x="718318" y="703738"/>
                  </a:lnTo>
                  <a:lnTo>
                    <a:pt x="720508" y="703784"/>
                  </a:lnTo>
                  <a:lnTo>
                    <a:pt x="725111" y="707809"/>
                  </a:lnTo>
                  <a:lnTo>
                    <a:pt x="726511" y="708403"/>
                  </a:lnTo>
                  <a:lnTo>
                    <a:pt x="728559" y="710982"/>
                  </a:lnTo>
                  <a:close/>
                  <a:moveTo>
                    <a:pt x="343397" y="719907"/>
                  </a:moveTo>
                  <a:lnTo>
                    <a:pt x="340681" y="721170"/>
                  </a:lnTo>
                  <a:lnTo>
                    <a:pt x="340202" y="721116"/>
                  </a:lnTo>
                  <a:lnTo>
                    <a:pt x="338528" y="723673"/>
                  </a:lnTo>
                  <a:lnTo>
                    <a:pt x="337249" y="724776"/>
                  </a:lnTo>
                  <a:lnTo>
                    <a:pt x="335560" y="722760"/>
                  </a:lnTo>
                  <a:lnTo>
                    <a:pt x="335994" y="719625"/>
                  </a:lnTo>
                  <a:lnTo>
                    <a:pt x="337470" y="717540"/>
                  </a:lnTo>
                  <a:lnTo>
                    <a:pt x="344942" y="718240"/>
                  </a:lnTo>
                  <a:lnTo>
                    <a:pt x="345520" y="718826"/>
                  </a:lnTo>
                  <a:lnTo>
                    <a:pt x="345535" y="719321"/>
                  </a:lnTo>
                  <a:lnTo>
                    <a:pt x="344987" y="719732"/>
                  </a:lnTo>
                  <a:lnTo>
                    <a:pt x="343397" y="719907"/>
                  </a:lnTo>
                  <a:close/>
                  <a:moveTo>
                    <a:pt x="762799" y="724662"/>
                  </a:moveTo>
                  <a:lnTo>
                    <a:pt x="764222" y="725887"/>
                  </a:lnTo>
                  <a:lnTo>
                    <a:pt x="764998" y="724601"/>
                  </a:lnTo>
                  <a:lnTo>
                    <a:pt x="766436" y="724662"/>
                  </a:lnTo>
                  <a:lnTo>
                    <a:pt x="769114" y="725803"/>
                  </a:lnTo>
                  <a:lnTo>
                    <a:pt x="770704" y="727515"/>
                  </a:lnTo>
                  <a:lnTo>
                    <a:pt x="771602" y="729471"/>
                  </a:lnTo>
                  <a:lnTo>
                    <a:pt x="771678" y="730635"/>
                  </a:lnTo>
                  <a:lnTo>
                    <a:pt x="771404" y="733275"/>
                  </a:lnTo>
                  <a:lnTo>
                    <a:pt x="771602" y="735976"/>
                  </a:lnTo>
                  <a:lnTo>
                    <a:pt x="771488" y="737376"/>
                  </a:lnTo>
                  <a:lnTo>
                    <a:pt x="771130" y="738532"/>
                  </a:lnTo>
                  <a:lnTo>
                    <a:pt x="770529" y="739445"/>
                  </a:lnTo>
                  <a:lnTo>
                    <a:pt x="769875" y="739560"/>
                  </a:lnTo>
                  <a:lnTo>
                    <a:pt x="767798" y="737140"/>
                  </a:lnTo>
                  <a:lnTo>
                    <a:pt x="765416" y="732765"/>
                  </a:lnTo>
                  <a:lnTo>
                    <a:pt x="763605" y="731434"/>
                  </a:lnTo>
                  <a:lnTo>
                    <a:pt x="763529" y="731890"/>
                  </a:lnTo>
                  <a:lnTo>
                    <a:pt x="764024" y="733146"/>
                  </a:lnTo>
                  <a:lnTo>
                    <a:pt x="765508" y="735504"/>
                  </a:lnTo>
                  <a:lnTo>
                    <a:pt x="765774" y="736920"/>
                  </a:lnTo>
                  <a:lnTo>
                    <a:pt x="766816" y="738647"/>
                  </a:lnTo>
                  <a:lnTo>
                    <a:pt x="767280" y="739948"/>
                  </a:lnTo>
                  <a:lnTo>
                    <a:pt x="767547" y="741660"/>
                  </a:lnTo>
                  <a:lnTo>
                    <a:pt x="767539" y="743151"/>
                  </a:lnTo>
                  <a:lnTo>
                    <a:pt x="767250" y="744429"/>
                  </a:lnTo>
                  <a:lnTo>
                    <a:pt x="766771" y="745243"/>
                  </a:lnTo>
                  <a:lnTo>
                    <a:pt x="766093" y="745601"/>
                  </a:lnTo>
                  <a:lnTo>
                    <a:pt x="762457" y="745243"/>
                  </a:lnTo>
                  <a:lnTo>
                    <a:pt x="760288" y="746095"/>
                  </a:lnTo>
                  <a:lnTo>
                    <a:pt x="757752" y="745616"/>
                  </a:lnTo>
                  <a:lnTo>
                    <a:pt x="757144" y="744840"/>
                  </a:lnTo>
                  <a:lnTo>
                    <a:pt x="756763" y="743577"/>
                  </a:lnTo>
                  <a:lnTo>
                    <a:pt x="756574" y="740503"/>
                  </a:lnTo>
                  <a:lnTo>
                    <a:pt x="755934" y="736090"/>
                  </a:lnTo>
                  <a:lnTo>
                    <a:pt x="756086" y="732689"/>
                  </a:lnTo>
                  <a:lnTo>
                    <a:pt x="754451" y="729607"/>
                  </a:lnTo>
                  <a:lnTo>
                    <a:pt x="753050" y="727743"/>
                  </a:lnTo>
                  <a:lnTo>
                    <a:pt x="751034" y="726077"/>
                  </a:lnTo>
                  <a:lnTo>
                    <a:pt x="749711" y="724419"/>
                  </a:lnTo>
                  <a:lnTo>
                    <a:pt x="750075" y="723095"/>
                  </a:lnTo>
                  <a:lnTo>
                    <a:pt x="752138" y="722105"/>
                  </a:lnTo>
                  <a:lnTo>
                    <a:pt x="755516" y="722341"/>
                  </a:lnTo>
                  <a:lnTo>
                    <a:pt x="762799" y="724662"/>
                  </a:lnTo>
                  <a:close/>
                  <a:moveTo>
                    <a:pt x="749490" y="730848"/>
                  </a:moveTo>
                  <a:lnTo>
                    <a:pt x="750875" y="733541"/>
                  </a:lnTo>
                  <a:lnTo>
                    <a:pt x="752883" y="733320"/>
                  </a:lnTo>
                  <a:lnTo>
                    <a:pt x="754009" y="735360"/>
                  </a:lnTo>
                  <a:lnTo>
                    <a:pt x="754861" y="738403"/>
                  </a:lnTo>
                  <a:lnTo>
                    <a:pt x="754238" y="740351"/>
                  </a:lnTo>
                  <a:lnTo>
                    <a:pt x="753347" y="739917"/>
                  </a:lnTo>
                  <a:lnTo>
                    <a:pt x="752358" y="741043"/>
                  </a:lnTo>
                  <a:lnTo>
                    <a:pt x="751749" y="744779"/>
                  </a:lnTo>
                  <a:lnTo>
                    <a:pt x="752031" y="748515"/>
                  </a:lnTo>
                  <a:lnTo>
                    <a:pt x="751726" y="752228"/>
                  </a:lnTo>
                  <a:lnTo>
                    <a:pt x="750577" y="756002"/>
                  </a:lnTo>
                  <a:lnTo>
                    <a:pt x="750342" y="758528"/>
                  </a:lnTo>
                  <a:lnTo>
                    <a:pt x="749893" y="759281"/>
                  </a:lnTo>
                  <a:lnTo>
                    <a:pt x="749399" y="759540"/>
                  </a:lnTo>
                  <a:lnTo>
                    <a:pt x="748760" y="758855"/>
                  </a:lnTo>
                  <a:lnTo>
                    <a:pt x="747831" y="758322"/>
                  </a:lnTo>
                  <a:lnTo>
                    <a:pt x="746659" y="760445"/>
                  </a:lnTo>
                  <a:lnTo>
                    <a:pt x="745228" y="760460"/>
                  </a:lnTo>
                  <a:lnTo>
                    <a:pt x="744042" y="755629"/>
                  </a:lnTo>
                  <a:lnTo>
                    <a:pt x="745099" y="747548"/>
                  </a:lnTo>
                  <a:lnTo>
                    <a:pt x="747474" y="745898"/>
                  </a:lnTo>
                  <a:lnTo>
                    <a:pt x="746058" y="743691"/>
                  </a:lnTo>
                  <a:lnTo>
                    <a:pt x="743075" y="741119"/>
                  </a:lnTo>
                  <a:lnTo>
                    <a:pt x="743326" y="739689"/>
                  </a:lnTo>
                  <a:lnTo>
                    <a:pt x="741059" y="735542"/>
                  </a:lnTo>
                  <a:lnTo>
                    <a:pt x="740930" y="734553"/>
                  </a:lnTo>
                  <a:lnTo>
                    <a:pt x="741287" y="731084"/>
                  </a:lnTo>
                  <a:lnTo>
                    <a:pt x="743402" y="727979"/>
                  </a:lnTo>
                  <a:lnTo>
                    <a:pt x="746202" y="727432"/>
                  </a:lnTo>
                  <a:lnTo>
                    <a:pt x="748158" y="728763"/>
                  </a:lnTo>
                  <a:lnTo>
                    <a:pt x="749253" y="729897"/>
                  </a:lnTo>
                  <a:lnTo>
                    <a:pt x="749490" y="730848"/>
                  </a:lnTo>
                  <a:close/>
                  <a:moveTo>
                    <a:pt x="776023" y="743235"/>
                  </a:moveTo>
                  <a:lnTo>
                    <a:pt x="775794" y="743798"/>
                  </a:lnTo>
                  <a:lnTo>
                    <a:pt x="773078" y="743744"/>
                  </a:lnTo>
                  <a:lnTo>
                    <a:pt x="772097" y="743280"/>
                  </a:lnTo>
                  <a:lnTo>
                    <a:pt x="771731" y="741629"/>
                  </a:lnTo>
                  <a:lnTo>
                    <a:pt x="771982" y="740100"/>
                  </a:lnTo>
                  <a:lnTo>
                    <a:pt x="772614" y="738913"/>
                  </a:lnTo>
                  <a:lnTo>
                    <a:pt x="773382" y="736623"/>
                  </a:lnTo>
                  <a:lnTo>
                    <a:pt x="773984" y="732803"/>
                  </a:lnTo>
                  <a:lnTo>
                    <a:pt x="777963" y="737079"/>
                  </a:lnTo>
                  <a:lnTo>
                    <a:pt x="779188" y="738981"/>
                  </a:lnTo>
                  <a:lnTo>
                    <a:pt x="779842" y="741302"/>
                  </a:lnTo>
                  <a:lnTo>
                    <a:pt x="778427" y="742169"/>
                  </a:lnTo>
                  <a:lnTo>
                    <a:pt x="776715" y="742588"/>
                  </a:lnTo>
                  <a:lnTo>
                    <a:pt x="776023" y="743235"/>
                  </a:lnTo>
                  <a:close/>
                  <a:moveTo>
                    <a:pt x="317741" y="743653"/>
                  </a:moveTo>
                  <a:lnTo>
                    <a:pt x="316691" y="743737"/>
                  </a:lnTo>
                  <a:lnTo>
                    <a:pt x="315109" y="742717"/>
                  </a:lnTo>
                  <a:lnTo>
                    <a:pt x="315322" y="741492"/>
                  </a:lnTo>
                  <a:lnTo>
                    <a:pt x="317574" y="740016"/>
                  </a:lnTo>
                  <a:lnTo>
                    <a:pt x="319849" y="740244"/>
                  </a:lnTo>
                  <a:lnTo>
                    <a:pt x="320016" y="741066"/>
                  </a:lnTo>
                  <a:lnTo>
                    <a:pt x="319909" y="741994"/>
                  </a:lnTo>
                  <a:lnTo>
                    <a:pt x="319727" y="742527"/>
                  </a:lnTo>
                  <a:lnTo>
                    <a:pt x="319004" y="743082"/>
                  </a:lnTo>
                  <a:lnTo>
                    <a:pt x="317741" y="743653"/>
                  </a:lnTo>
                  <a:close/>
                  <a:moveTo>
                    <a:pt x="307614" y="746704"/>
                  </a:moveTo>
                  <a:lnTo>
                    <a:pt x="306153" y="747617"/>
                  </a:lnTo>
                  <a:lnTo>
                    <a:pt x="305674" y="747297"/>
                  </a:lnTo>
                  <a:lnTo>
                    <a:pt x="305605" y="746544"/>
                  </a:lnTo>
                  <a:lnTo>
                    <a:pt x="305948" y="745342"/>
                  </a:lnTo>
                  <a:lnTo>
                    <a:pt x="306625" y="744140"/>
                  </a:lnTo>
                  <a:lnTo>
                    <a:pt x="308877" y="741857"/>
                  </a:lnTo>
                  <a:lnTo>
                    <a:pt x="311144" y="740343"/>
                  </a:lnTo>
                  <a:lnTo>
                    <a:pt x="312301" y="740434"/>
                  </a:lnTo>
                  <a:lnTo>
                    <a:pt x="312697" y="741401"/>
                  </a:lnTo>
                  <a:lnTo>
                    <a:pt x="311281" y="743402"/>
                  </a:lnTo>
                  <a:lnTo>
                    <a:pt x="307614" y="746704"/>
                  </a:lnTo>
                  <a:close/>
                  <a:moveTo>
                    <a:pt x="789574" y="759228"/>
                  </a:moveTo>
                  <a:lnTo>
                    <a:pt x="789132" y="765566"/>
                  </a:lnTo>
                  <a:lnTo>
                    <a:pt x="788288" y="765208"/>
                  </a:lnTo>
                  <a:lnTo>
                    <a:pt x="787481" y="765200"/>
                  </a:lnTo>
                  <a:lnTo>
                    <a:pt x="785838" y="766098"/>
                  </a:lnTo>
                  <a:lnTo>
                    <a:pt x="784103" y="765703"/>
                  </a:lnTo>
                  <a:lnTo>
                    <a:pt x="783289" y="765003"/>
                  </a:lnTo>
                  <a:lnTo>
                    <a:pt x="782992" y="764188"/>
                  </a:lnTo>
                  <a:lnTo>
                    <a:pt x="783304" y="762302"/>
                  </a:lnTo>
                  <a:lnTo>
                    <a:pt x="782345" y="761252"/>
                  </a:lnTo>
                  <a:lnTo>
                    <a:pt x="779104" y="760871"/>
                  </a:lnTo>
                  <a:lnTo>
                    <a:pt x="777887" y="760422"/>
                  </a:lnTo>
                  <a:lnTo>
                    <a:pt x="777217" y="758436"/>
                  </a:lnTo>
                  <a:lnTo>
                    <a:pt x="777057" y="755834"/>
                  </a:lnTo>
                  <a:lnTo>
                    <a:pt x="777567" y="754860"/>
                  </a:lnTo>
                  <a:lnTo>
                    <a:pt x="779203" y="754176"/>
                  </a:lnTo>
                  <a:lnTo>
                    <a:pt x="780474" y="751003"/>
                  </a:lnTo>
                  <a:lnTo>
                    <a:pt x="781181" y="750577"/>
                  </a:lnTo>
                  <a:lnTo>
                    <a:pt x="783875" y="744277"/>
                  </a:lnTo>
                  <a:lnTo>
                    <a:pt x="785229" y="744718"/>
                  </a:lnTo>
                  <a:lnTo>
                    <a:pt x="787595" y="748553"/>
                  </a:lnTo>
                  <a:lnTo>
                    <a:pt x="790563" y="754077"/>
                  </a:lnTo>
                  <a:lnTo>
                    <a:pt x="789574" y="759228"/>
                  </a:lnTo>
                  <a:close/>
                  <a:moveTo>
                    <a:pt x="775323" y="753955"/>
                  </a:moveTo>
                  <a:lnTo>
                    <a:pt x="774227" y="754077"/>
                  </a:lnTo>
                  <a:lnTo>
                    <a:pt x="772934" y="753491"/>
                  </a:lnTo>
                  <a:lnTo>
                    <a:pt x="769867" y="750364"/>
                  </a:lnTo>
                  <a:lnTo>
                    <a:pt x="769814" y="749443"/>
                  </a:lnTo>
                  <a:lnTo>
                    <a:pt x="770255" y="748393"/>
                  </a:lnTo>
                  <a:lnTo>
                    <a:pt x="771998" y="746476"/>
                  </a:lnTo>
                  <a:lnTo>
                    <a:pt x="772713" y="746012"/>
                  </a:lnTo>
                  <a:lnTo>
                    <a:pt x="776898" y="746217"/>
                  </a:lnTo>
                  <a:lnTo>
                    <a:pt x="778237" y="746727"/>
                  </a:lnTo>
                  <a:lnTo>
                    <a:pt x="778541" y="747625"/>
                  </a:lnTo>
                  <a:lnTo>
                    <a:pt x="778473" y="748538"/>
                  </a:lnTo>
                  <a:lnTo>
                    <a:pt x="778031" y="749458"/>
                  </a:lnTo>
                  <a:lnTo>
                    <a:pt x="777932" y="750417"/>
                  </a:lnTo>
                  <a:lnTo>
                    <a:pt x="778168" y="751421"/>
                  </a:lnTo>
                  <a:lnTo>
                    <a:pt x="777681" y="752418"/>
                  </a:lnTo>
                  <a:lnTo>
                    <a:pt x="775323" y="753955"/>
                  </a:lnTo>
                  <a:close/>
                  <a:moveTo>
                    <a:pt x="758531" y="750425"/>
                  </a:moveTo>
                  <a:lnTo>
                    <a:pt x="762578" y="751246"/>
                  </a:lnTo>
                  <a:lnTo>
                    <a:pt x="766284" y="751163"/>
                  </a:lnTo>
                  <a:lnTo>
                    <a:pt x="767554" y="752745"/>
                  </a:lnTo>
                  <a:lnTo>
                    <a:pt x="768391" y="754411"/>
                  </a:lnTo>
                  <a:lnTo>
                    <a:pt x="768878" y="755979"/>
                  </a:lnTo>
                  <a:lnTo>
                    <a:pt x="769015" y="757447"/>
                  </a:lnTo>
                  <a:lnTo>
                    <a:pt x="768916" y="758482"/>
                  </a:lnTo>
                  <a:lnTo>
                    <a:pt x="768467" y="759593"/>
                  </a:lnTo>
                  <a:lnTo>
                    <a:pt x="768566" y="759966"/>
                  </a:lnTo>
                  <a:lnTo>
                    <a:pt x="775810" y="763595"/>
                  </a:lnTo>
                  <a:lnTo>
                    <a:pt x="779226" y="767399"/>
                  </a:lnTo>
                  <a:lnTo>
                    <a:pt x="780588" y="769393"/>
                  </a:lnTo>
                  <a:lnTo>
                    <a:pt x="781379" y="771074"/>
                  </a:lnTo>
                  <a:lnTo>
                    <a:pt x="782809" y="775282"/>
                  </a:lnTo>
                  <a:lnTo>
                    <a:pt x="785822" y="780151"/>
                  </a:lnTo>
                  <a:lnTo>
                    <a:pt x="787405" y="781627"/>
                  </a:lnTo>
                  <a:lnTo>
                    <a:pt x="788303" y="783065"/>
                  </a:lnTo>
                  <a:lnTo>
                    <a:pt x="787801" y="783119"/>
                  </a:lnTo>
                  <a:lnTo>
                    <a:pt x="785678" y="782053"/>
                  </a:lnTo>
                  <a:lnTo>
                    <a:pt x="781082" y="778797"/>
                  </a:lnTo>
                  <a:lnTo>
                    <a:pt x="780702" y="778926"/>
                  </a:lnTo>
                  <a:lnTo>
                    <a:pt x="780283" y="780691"/>
                  </a:lnTo>
                  <a:lnTo>
                    <a:pt x="779568" y="782236"/>
                  </a:lnTo>
                  <a:lnTo>
                    <a:pt x="778511" y="783347"/>
                  </a:lnTo>
                  <a:lnTo>
                    <a:pt x="779355" y="783674"/>
                  </a:lnTo>
                  <a:lnTo>
                    <a:pt x="783061" y="782974"/>
                  </a:lnTo>
                  <a:lnTo>
                    <a:pt x="786180" y="786139"/>
                  </a:lnTo>
                  <a:lnTo>
                    <a:pt x="787390" y="786710"/>
                  </a:lnTo>
                  <a:lnTo>
                    <a:pt x="788562" y="788977"/>
                  </a:lnTo>
                  <a:lnTo>
                    <a:pt x="788600" y="789845"/>
                  </a:lnTo>
                  <a:lnTo>
                    <a:pt x="787915" y="791518"/>
                  </a:lnTo>
                  <a:lnTo>
                    <a:pt x="787390" y="792203"/>
                  </a:lnTo>
                  <a:lnTo>
                    <a:pt x="787565" y="792667"/>
                  </a:lnTo>
                  <a:lnTo>
                    <a:pt x="788432" y="792903"/>
                  </a:lnTo>
                  <a:lnTo>
                    <a:pt x="791871" y="792431"/>
                  </a:lnTo>
                  <a:lnTo>
                    <a:pt x="792488" y="793253"/>
                  </a:lnTo>
                  <a:lnTo>
                    <a:pt x="791978" y="799766"/>
                  </a:lnTo>
                  <a:lnTo>
                    <a:pt x="792465" y="802155"/>
                  </a:lnTo>
                  <a:lnTo>
                    <a:pt x="792457" y="803243"/>
                  </a:lnTo>
                  <a:lnTo>
                    <a:pt x="792061" y="804681"/>
                  </a:lnTo>
                  <a:lnTo>
                    <a:pt x="792046" y="805899"/>
                  </a:lnTo>
                  <a:lnTo>
                    <a:pt x="792358" y="807146"/>
                  </a:lnTo>
                  <a:lnTo>
                    <a:pt x="792396" y="808257"/>
                  </a:lnTo>
                  <a:lnTo>
                    <a:pt x="791521" y="811156"/>
                  </a:lnTo>
                  <a:lnTo>
                    <a:pt x="790601" y="811643"/>
                  </a:lnTo>
                  <a:lnTo>
                    <a:pt x="789117" y="811666"/>
                  </a:lnTo>
                  <a:lnTo>
                    <a:pt x="787945" y="810844"/>
                  </a:lnTo>
                  <a:lnTo>
                    <a:pt x="786302" y="808348"/>
                  </a:lnTo>
                  <a:lnTo>
                    <a:pt x="784704" y="804468"/>
                  </a:lnTo>
                  <a:lnTo>
                    <a:pt x="784088" y="803913"/>
                  </a:lnTo>
                  <a:lnTo>
                    <a:pt x="781988" y="803327"/>
                  </a:lnTo>
                  <a:lnTo>
                    <a:pt x="781607" y="802863"/>
                  </a:lnTo>
                  <a:lnTo>
                    <a:pt x="780268" y="802779"/>
                  </a:lnTo>
                  <a:lnTo>
                    <a:pt x="779317" y="801181"/>
                  </a:lnTo>
                  <a:lnTo>
                    <a:pt x="779431" y="799081"/>
                  </a:lnTo>
                  <a:lnTo>
                    <a:pt x="778610" y="796928"/>
                  </a:lnTo>
                  <a:lnTo>
                    <a:pt x="778708" y="795969"/>
                  </a:lnTo>
                  <a:lnTo>
                    <a:pt x="777788" y="795566"/>
                  </a:lnTo>
                  <a:lnTo>
                    <a:pt x="777012" y="796175"/>
                  </a:lnTo>
                  <a:lnTo>
                    <a:pt x="777415" y="798282"/>
                  </a:lnTo>
                  <a:lnTo>
                    <a:pt x="776959" y="799911"/>
                  </a:lnTo>
                  <a:lnTo>
                    <a:pt x="775292" y="799226"/>
                  </a:lnTo>
                  <a:lnTo>
                    <a:pt x="772507" y="794006"/>
                  </a:lnTo>
                  <a:lnTo>
                    <a:pt x="769342" y="789807"/>
                  </a:lnTo>
                  <a:lnTo>
                    <a:pt x="768102" y="788810"/>
                  </a:lnTo>
                  <a:lnTo>
                    <a:pt x="768429" y="787585"/>
                  </a:lnTo>
                  <a:lnTo>
                    <a:pt x="769989" y="786938"/>
                  </a:lnTo>
                  <a:lnTo>
                    <a:pt x="771252" y="786991"/>
                  </a:lnTo>
                  <a:lnTo>
                    <a:pt x="771511" y="786261"/>
                  </a:lnTo>
                  <a:lnTo>
                    <a:pt x="768871" y="782183"/>
                  </a:lnTo>
                  <a:lnTo>
                    <a:pt x="768962" y="781026"/>
                  </a:lnTo>
                  <a:lnTo>
                    <a:pt x="769921" y="778964"/>
                  </a:lnTo>
                  <a:lnTo>
                    <a:pt x="768718" y="778105"/>
                  </a:lnTo>
                  <a:lnTo>
                    <a:pt x="765424" y="778751"/>
                  </a:lnTo>
                  <a:lnTo>
                    <a:pt x="764260" y="778318"/>
                  </a:lnTo>
                  <a:lnTo>
                    <a:pt x="763309" y="776659"/>
                  </a:lnTo>
                  <a:lnTo>
                    <a:pt x="762753" y="775221"/>
                  </a:lnTo>
                  <a:lnTo>
                    <a:pt x="759900" y="774962"/>
                  </a:lnTo>
                  <a:lnTo>
                    <a:pt x="758820" y="775137"/>
                  </a:lnTo>
                  <a:lnTo>
                    <a:pt x="756953" y="772954"/>
                  </a:lnTo>
                  <a:lnTo>
                    <a:pt x="756109" y="771576"/>
                  </a:lnTo>
                  <a:lnTo>
                    <a:pt x="756444" y="770869"/>
                  </a:lnTo>
                  <a:lnTo>
                    <a:pt x="758156" y="769629"/>
                  </a:lnTo>
                  <a:lnTo>
                    <a:pt x="759162" y="769804"/>
                  </a:lnTo>
                  <a:lnTo>
                    <a:pt x="761087" y="771127"/>
                  </a:lnTo>
                  <a:lnTo>
                    <a:pt x="761840" y="771082"/>
                  </a:lnTo>
                  <a:lnTo>
                    <a:pt x="763750" y="769324"/>
                  </a:lnTo>
                  <a:lnTo>
                    <a:pt x="764039" y="767742"/>
                  </a:lnTo>
                  <a:lnTo>
                    <a:pt x="765470" y="766433"/>
                  </a:lnTo>
                  <a:lnTo>
                    <a:pt x="765241" y="765056"/>
                  </a:lnTo>
                  <a:lnTo>
                    <a:pt x="764450" y="762705"/>
                  </a:lnTo>
                  <a:lnTo>
                    <a:pt x="762700" y="762050"/>
                  </a:lnTo>
                  <a:lnTo>
                    <a:pt x="759124" y="763451"/>
                  </a:lnTo>
                  <a:lnTo>
                    <a:pt x="756010" y="765604"/>
                  </a:lnTo>
                  <a:lnTo>
                    <a:pt x="754762" y="764767"/>
                  </a:lnTo>
                  <a:lnTo>
                    <a:pt x="754488" y="763451"/>
                  </a:lnTo>
                  <a:lnTo>
                    <a:pt x="757821" y="759859"/>
                  </a:lnTo>
                  <a:lnTo>
                    <a:pt x="759284" y="757873"/>
                  </a:lnTo>
                  <a:lnTo>
                    <a:pt x="759002" y="756694"/>
                  </a:lnTo>
                  <a:lnTo>
                    <a:pt x="757927" y="755165"/>
                  </a:lnTo>
                  <a:lnTo>
                    <a:pt x="757837" y="751338"/>
                  </a:lnTo>
                  <a:lnTo>
                    <a:pt x="758531" y="750425"/>
                  </a:lnTo>
                  <a:close/>
                  <a:moveTo>
                    <a:pt x="813769" y="782746"/>
                  </a:moveTo>
                  <a:lnTo>
                    <a:pt x="813023" y="786869"/>
                  </a:lnTo>
                  <a:lnTo>
                    <a:pt x="811555" y="791077"/>
                  </a:lnTo>
                  <a:lnTo>
                    <a:pt x="809310" y="793337"/>
                  </a:lnTo>
                  <a:lnTo>
                    <a:pt x="807728" y="792835"/>
                  </a:lnTo>
                  <a:lnTo>
                    <a:pt x="806563" y="791009"/>
                  </a:lnTo>
                  <a:lnTo>
                    <a:pt x="805483" y="791108"/>
                  </a:lnTo>
                  <a:lnTo>
                    <a:pt x="804334" y="790735"/>
                  </a:lnTo>
                  <a:lnTo>
                    <a:pt x="803687" y="789221"/>
                  </a:lnTo>
                  <a:lnTo>
                    <a:pt x="804296" y="787265"/>
                  </a:lnTo>
                  <a:lnTo>
                    <a:pt x="803756" y="785751"/>
                  </a:lnTo>
                  <a:lnTo>
                    <a:pt x="803185" y="787075"/>
                  </a:lnTo>
                  <a:lnTo>
                    <a:pt x="802173" y="788285"/>
                  </a:lnTo>
                  <a:lnTo>
                    <a:pt x="799624" y="789867"/>
                  </a:lnTo>
                  <a:lnTo>
                    <a:pt x="797867" y="792880"/>
                  </a:lnTo>
                  <a:lnTo>
                    <a:pt x="797038" y="794843"/>
                  </a:lnTo>
                  <a:lnTo>
                    <a:pt x="796003" y="792705"/>
                  </a:lnTo>
                  <a:lnTo>
                    <a:pt x="795341" y="787630"/>
                  </a:lnTo>
                  <a:lnTo>
                    <a:pt x="795257" y="785470"/>
                  </a:lnTo>
                  <a:lnTo>
                    <a:pt x="797106" y="782206"/>
                  </a:lnTo>
                  <a:lnTo>
                    <a:pt x="799495" y="779101"/>
                  </a:lnTo>
                  <a:lnTo>
                    <a:pt x="799974" y="769796"/>
                  </a:lnTo>
                  <a:lnTo>
                    <a:pt x="807568" y="765094"/>
                  </a:lnTo>
                  <a:lnTo>
                    <a:pt x="808275" y="765337"/>
                  </a:lnTo>
                  <a:lnTo>
                    <a:pt x="810741" y="768845"/>
                  </a:lnTo>
                  <a:lnTo>
                    <a:pt x="813365" y="773737"/>
                  </a:lnTo>
                  <a:lnTo>
                    <a:pt x="814043" y="775936"/>
                  </a:lnTo>
                  <a:lnTo>
                    <a:pt x="814058" y="779763"/>
                  </a:lnTo>
                  <a:lnTo>
                    <a:pt x="813769" y="782746"/>
                  </a:lnTo>
                  <a:close/>
                  <a:moveTo>
                    <a:pt x="288752" y="770207"/>
                  </a:moveTo>
                  <a:lnTo>
                    <a:pt x="287923" y="771401"/>
                  </a:lnTo>
                  <a:lnTo>
                    <a:pt x="286302" y="771318"/>
                  </a:lnTo>
                  <a:lnTo>
                    <a:pt x="285397" y="770930"/>
                  </a:lnTo>
                  <a:lnTo>
                    <a:pt x="285093" y="769880"/>
                  </a:lnTo>
                  <a:lnTo>
                    <a:pt x="287588" y="766715"/>
                  </a:lnTo>
                  <a:lnTo>
                    <a:pt x="288159" y="766288"/>
                  </a:lnTo>
                  <a:lnTo>
                    <a:pt x="288608" y="766410"/>
                  </a:lnTo>
                  <a:lnTo>
                    <a:pt x="288806" y="767719"/>
                  </a:lnTo>
                  <a:lnTo>
                    <a:pt x="288752" y="770207"/>
                  </a:lnTo>
                  <a:close/>
                  <a:moveTo>
                    <a:pt x="764108" y="780691"/>
                  </a:moveTo>
                  <a:lnTo>
                    <a:pt x="764579" y="781749"/>
                  </a:lnTo>
                  <a:lnTo>
                    <a:pt x="764610" y="782419"/>
                  </a:lnTo>
                  <a:lnTo>
                    <a:pt x="761521" y="784914"/>
                  </a:lnTo>
                  <a:lnTo>
                    <a:pt x="761467" y="785431"/>
                  </a:lnTo>
                  <a:lnTo>
                    <a:pt x="760745" y="786968"/>
                  </a:lnTo>
                  <a:lnTo>
                    <a:pt x="760098" y="787531"/>
                  </a:lnTo>
                  <a:lnTo>
                    <a:pt x="758949" y="789198"/>
                  </a:lnTo>
                  <a:lnTo>
                    <a:pt x="756748" y="790993"/>
                  </a:lnTo>
                  <a:lnTo>
                    <a:pt x="757075" y="785599"/>
                  </a:lnTo>
                  <a:lnTo>
                    <a:pt x="754892" y="782457"/>
                  </a:lnTo>
                  <a:lnTo>
                    <a:pt x="757091" y="780866"/>
                  </a:lnTo>
                  <a:lnTo>
                    <a:pt x="758531" y="781323"/>
                  </a:lnTo>
                  <a:lnTo>
                    <a:pt x="760920" y="781506"/>
                  </a:lnTo>
                  <a:lnTo>
                    <a:pt x="763248" y="780121"/>
                  </a:lnTo>
                  <a:lnTo>
                    <a:pt x="764108" y="780691"/>
                  </a:lnTo>
                  <a:close/>
                  <a:moveTo>
                    <a:pt x="179448" y="789289"/>
                  </a:moveTo>
                  <a:lnTo>
                    <a:pt x="179775" y="789312"/>
                  </a:lnTo>
                  <a:lnTo>
                    <a:pt x="180429" y="789023"/>
                  </a:lnTo>
                  <a:lnTo>
                    <a:pt x="181814" y="786915"/>
                  </a:lnTo>
                  <a:lnTo>
                    <a:pt x="182271" y="786824"/>
                  </a:lnTo>
                  <a:lnTo>
                    <a:pt x="182278" y="787471"/>
                  </a:lnTo>
                  <a:lnTo>
                    <a:pt x="181624" y="789556"/>
                  </a:lnTo>
                  <a:lnTo>
                    <a:pt x="182735" y="792340"/>
                  </a:lnTo>
                  <a:lnTo>
                    <a:pt x="183769" y="793672"/>
                  </a:lnTo>
                  <a:lnTo>
                    <a:pt x="183663" y="794143"/>
                  </a:lnTo>
                  <a:lnTo>
                    <a:pt x="181068" y="795102"/>
                  </a:lnTo>
                  <a:lnTo>
                    <a:pt x="179090" y="794410"/>
                  </a:lnTo>
                  <a:lnTo>
                    <a:pt x="178048" y="794653"/>
                  </a:lnTo>
                  <a:lnTo>
                    <a:pt x="177097" y="795620"/>
                  </a:lnTo>
                  <a:lnTo>
                    <a:pt x="176450" y="794547"/>
                  </a:lnTo>
                  <a:lnTo>
                    <a:pt x="176001" y="789411"/>
                  </a:lnTo>
                  <a:lnTo>
                    <a:pt x="176153" y="788513"/>
                  </a:lnTo>
                  <a:lnTo>
                    <a:pt x="177234" y="786725"/>
                  </a:lnTo>
                  <a:lnTo>
                    <a:pt x="178626" y="785918"/>
                  </a:lnTo>
                  <a:lnTo>
                    <a:pt x="179227" y="786154"/>
                  </a:lnTo>
                  <a:lnTo>
                    <a:pt x="179729" y="786869"/>
                  </a:lnTo>
                  <a:lnTo>
                    <a:pt x="179859" y="787615"/>
                  </a:lnTo>
                  <a:lnTo>
                    <a:pt x="179448" y="789289"/>
                  </a:lnTo>
                  <a:close/>
                  <a:moveTo>
                    <a:pt x="187041" y="788429"/>
                  </a:moveTo>
                  <a:lnTo>
                    <a:pt x="186744" y="791381"/>
                  </a:lnTo>
                  <a:lnTo>
                    <a:pt x="183807" y="789502"/>
                  </a:lnTo>
                  <a:lnTo>
                    <a:pt x="183024" y="788566"/>
                  </a:lnTo>
                  <a:lnTo>
                    <a:pt x="183549" y="787874"/>
                  </a:lnTo>
                  <a:lnTo>
                    <a:pt x="186341" y="787699"/>
                  </a:lnTo>
                  <a:lnTo>
                    <a:pt x="187041" y="788429"/>
                  </a:lnTo>
                  <a:close/>
                  <a:moveTo>
                    <a:pt x="773557" y="804940"/>
                  </a:moveTo>
                  <a:lnTo>
                    <a:pt x="774082" y="805442"/>
                  </a:lnTo>
                  <a:lnTo>
                    <a:pt x="774615" y="805092"/>
                  </a:lnTo>
                  <a:lnTo>
                    <a:pt x="775482" y="803776"/>
                  </a:lnTo>
                  <a:lnTo>
                    <a:pt x="777012" y="804034"/>
                  </a:lnTo>
                  <a:lnTo>
                    <a:pt x="778123" y="804476"/>
                  </a:lnTo>
                  <a:lnTo>
                    <a:pt x="778800" y="805024"/>
                  </a:lnTo>
                  <a:lnTo>
                    <a:pt x="778442" y="806941"/>
                  </a:lnTo>
                  <a:lnTo>
                    <a:pt x="778168" y="810060"/>
                  </a:lnTo>
                  <a:lnTo>
                    <a:pt x="777537" y="811164"/>
                  </a:lnTo>
                  <a:lnTo>
                    <a:pt x="776913" y="812716"/>
                  </a:lnTo>
                  <a:lnTo>
                    <a:pt x="774744" y="811795"/>
                  </a:lnTo>
                  <a:lnTo>
                    <a:pt x="772987" y="809817"/>
                  </a:lnTo>
                  <a:lnTo>
                    <a:pt x="770438" y="806408"/>
                  </a:lnTo>
                  <a:lnTo>
                    <a:pt x="769015" y="803943"/>
                  </a:lnTo>
                  <a:lnTo>
                    <a:pt x="768901" y="802901"/>
                  </a:lnTo>
                  <a:lnTo>
                    <a:pt x="768003" y="802148"/>
                  </a:lnTo>
                  <a:lnTo>
                    <a:pt x="766253" y="797887"/>
                  </a:lnTo>
                  <a:lnTo>
                    <a:pt x="765264" y="794508"/>
                  </a:lnTo>
                  <a:lnTo>
                    <a:pt x="763689" y="794120"/>
                  </a:lnTo>
                  <a:lnTo>
                    <a:pt x="761703" y="793177"/>
                  </a:lnTo>
                  <a:lnTo>
                    <a:pt x="760935" y="791321"/>
                  </a:lnTo>
                  <a:lnTo>
                    <a:pt x="761467" y="789692"/>
                  </a:lnTo>
                  <a:lnTo>
                    <a:pt x="764298" y="788871"/>
                  </a:lnTo>
                  <a:lnTo>
                    <a:pt x="768551" y="793055"/>
                  </a:lnTo>
                  <a:lnTo>
                    <a:pt x="769198" y="794828"/>
                  </a:lnTo>
                  <a:lnTo>
                    <a:pt x="770720" y="796898"/>
                  </a:lnTo>
                  <a:lnTo>
                    <a:pt x="771009" y="799781"/>
                  </a:lnTo>
                  <a:lnTo>
                    <a:pt x="771785" y="800907"/>
                  </a:lnTo>
                  <a:lnTo>
                    <a:pt x="773557" y="804940"/>
                  </a:lnTo>
                  <a:close/>
                  <a:moveTo>
                    <a:pt x="196788" y="796236"/>
                  </a:moveTo>
                  <a:lnTo>
                    <a:pt x="195487" y="797050"/>
                  </a:lnTo>
                  <a:lnTo>
                    <a:pt x="195076" y="798084"/>
                  </a:lnTo>
                  <a:lnTo>
                    <a:pt x="194087" y="798526"/>
                  </a:lnTo>
                  <a:lnTo>
                    <a:pt x="193257" y="799370"/>
                  </a:lnTo>
                  <a:lnTo>
                    <a:pt x="190457" y="803190"/>
                  </a:lnTo>
                  <a:lnTo>
                    <a:pt x="189232" y="803890"/>
                  </a:lnTo>
                  <a:lnTo>
                    <a:pt x="190587" y="800634"/>
                  </a:lnTo>
                  <a:lnTo>
                    <a:pt x="190800" y="799599"/>
                  </a:lnTo>
                  <a:lnTo>
                    <a:pt x="190823" y="798906"/>
                  </a:lnTo>
                  <a:lnTo>
                    <a:pt x="190404" y="796441"/>
                  </a:lnTo>
                  <a:lnTo>
                    <a:pt x="191218" y="796548"/>
                  </a:lnTo>
                  <a:lnTo>
                    <a:pt x="191888" y="796038"/>
                  </a:lnTo>
                  <a:lnTo>
                    <a:pt x="193242" y="793847"/>
                  </a:lnTo>
                  <a:lnTo>
                    <a:pt x="194459" y="793656"/>
                  </a:lnTo>
                  <a:lnTo>
                    <a:pt x="195768" y="791047"/>
                  </a:lnTo>
                  <a:lnTo>
                    <a:pt x="196476" y="790841"/>
                  </a:lnTo>
                  <a:lnTo>
                    <a:pt x="196826" y="791191"/>
                  </a:lnTo>
                  <a:lnTo>
                    <a:pt x="196247" y="792774"/>
                  </a:lnTo>
                  <a:lnTo>
                    <a:pt x="197503" y="794227"/>
                  </a:lnTo>
                  <a:lnTo>
                    <a:pt x="197183" y="795635"/>
                  </a:lnTo>
                  <a:lnTo>
                    <a:pt x="196788" y="796236"/>
                  </a:lnTo>
                  <a:close/>
                  <a:moveTo>
                    <a:pt x="806069" y="798062"/>
                  </a:moveTo>
                  <a:lnTo>
                    <a:pt x="808253" y="802908"/>
                  </a:lnTo>
                  <a:lnTo>
                    <a:pt x="808367" y="804605"/>
                  </a:lnTo>
                  <a:lnTo>
                    <a:pt x="806290" y="805199"/>
                  </a:lnTo>
                  <a:lnTo>
                    <a:pt x="804654" y="804955"/>
                  </a:lnTo>
                  <a:lnTo>
                    <a:pt x="803809" y="804400"/>
                  </a:lnTo>
                  <a:lnTo>
                    <a:pt x="803589" y="803608"/>
                  </a:lnTo>
                  <a:lnTo>
                    <a:pt x="804121" y="801159"/>
                  </a:lnTo>
                  <a:lnTo>
                    <a:pt x="803041" y="799721"/>
                  </a:lnTo>
                  <a:lnTo>
                    <a:pt x="801793" y="799226"/>
                  </a:lnTo>
                  <a:lnTo>
                    <a:pt x="800682" y="800070"/>
                  </a:lnTo>
                  <a:lnTo>
                    <a:pt x="800621" y="797651"/>
                  </a:lnTo>
                  <a:lnTo>
                    <a:pt x="801458" y="795909"/>
                  </a:lnTo>
                  <a:lnTo>
                    <a:pt x="800994" y="793542"/>
                  </a:lnTo>
                  <a:lnTo>
                    <a:pt x="800979" y="791754"/>
                  </a:lnTo>
                  <a:lnTo>
                    <a:pt x="801260" y="791184"/>
                  </a:lnTo>
                  <a:lnTo>
                    <a:pt x="802386" y="791237"/>
                  </a:lnTo>
                  <a:lnTo>
                    <a:pt x="804692" y="793086"/>
                  </a:lnTo>
                  <a:lnTo>
                    <a:pt x="806069" y="798062"/>
                  </a:lnTo>
                  <a:close/>
                  <a:moveTo>
                    <a:pt x="204427" y="795376"/>
                  </a:moveTo>
                  <a:lnTo>
                    <a:pt x="204313" y="798343"/>
                  </a:lnTo>
                  <a:lnTo>
                    <a:pt x="204001" y="798807"/>
                  </a:lnTo>
                  <a:lnTo>
                    <a:pt x="203430" y="798016"/>
                  </a:lnTo>
                  <a:lnTo>
                    <a:pt x="202228" y="798899"/>
                  </a:lnTo>
                  <a:lnTo>
                    <a:pt x="201573" y="798260"/>
                  </a:lnTo>
                  <a:lnTo>
                    <a:pt x="201855" y="797225"/>
                  </a:lnTo>
                  <a:lnTo>
                    <a:pt x="201764" y="796418"/>
                  </a:lnTo>
                  <a:lnTo>
                    <a:pt x="202654" y="796350"/>
                  </a:lnTo>
                  <a:lnTo>
                    <a:pt x="202867" y="794874"/>
                  </a:lnTo>
                  <a:lnTo>
                    <a:pt x="202707" y="794250"/>
                  </a:lnTo>
                  <a:lnTo>
                    <a:pt x="203148" y="792918"/>
                  </a:lnTo>
                  <a:lnTo>
                    <a:pt x="203780" y="792606"/>
                  </a:lnTo>
                  <a:lnTo>
                    <a:pt x="204427" y="795376"/>
                  </a:lnTo>
                  <a:close/>
                  <a:moveTo>
                    <a:pt x="207698" y="802049"/>
                  </a:moveTo>
                  <a:lnTo>
                    <a:pt x="207006" y="802239"/>
                  </a:lnTo>
                  <a:lnTo>
                    <a:pt x="206435" y="801836"/>
                  </a:lnTo>
                  <a:lnTo>
                    <a:pt x="205644" y="799728"/>
                  </a:lnTo>
                  <a:lnTo>
                    <a:pt x="205576" y="798838"/>
                  </a:lnTo>
                  <a:lnTo>
                    <a:pt x="207105" y="799500"/>
                  </a:lnTo>
                  <a:lnTo>
                    <a:pt x="207683" y="801037"/>
                  </a:lnTo>
                  <a:lnTo>
                    <a:pt x="207698" y="802049"/>
                  </a:lnTo>
                  <a:close/>
                  <a:moveTo>
                    <a:pt x="119850" y="801744"/>
                  </a:moveTo>
                  <a:lnTo>
                    <a:pt x="121919" y="807869"/>
                  </a:lnTo>
                  <a:lnTo>
                    <a:pt x="122817" y="809064"/>
                  </a:lnTo>
                  <a:lnTo>
                    <a:pt x="124149" y="809710"/>
                  </a:lnTo>
                  <a:lnTo>
                    <a:pt x="126020" y="810365"/>
                  </a:lnTo>
                  <a:lnTo>
                    <a:pt x="127131" y="811270"/>
                  </a:lnTo>
                  <a:lnTo>
                    <a:pt x="128105" y="812647"/>
                  </a:lnTo>
                  <a:lnTo>
                    <a:pt x="128234" y="813279"/>
                  </a:lnTo>
                  <a:lnTo>
                    <a:pt x="122368" y="810821"/>
                  </a:lnTo>
                  <a:lnTo>
                    <a:pt x="118678" y="814413"/>
                  </a:lnTo>
                  <a:lnTo>
                    <a:pt x="117567" y="814884"/>
                  </a:lnTo>
                  <a:lnTo>
                    <a:pt x="107098" y="815052"/>
                  </a:lnTo>
                  <a:lnTo>
                    <a:pt x="105005" y="815714"/>
                  </a:lnTo>
                  <a:lnTo>
                    <a:pt x="103651" y="816878"/>
                  </a:lnTo>
                  <a:lnTo>
                    <a:pt x="101262" y="820142"/>
                  </a:lnTo>
                  <a:lnTo>
                    <a:pt x="100045" y="821412"/>
                  </a:lnTo>
                  <a:lnTo>
                    <a:pt x="98766" y="822166"/>
                  </a:lnTo>
                  <a:lnTo>
                    <a:pt x="96050" y="823003"/>
                  </a:lnTo>
                  <a:lnTo>
                    <a:pt x="92786" y="822888"/>
                  </a:lnTo>
                  <a:lnTo>
                    <a:pt x="91082" y="822462"/>
                  </a:lnTo>
                  <a:lnTo>
                    <a:pt x="90169" y="820910"/>
                  </a:lnTo>
                  <a:lnTo>
                    <a:pt x="89362" y="817852"/>
                  </a:lnTo>
                  <a:lnTo>
                    <a:pt x="89362" y="817000"/>
                  </a:lnTo>
                  <a:lnTo>
                    <a:pt x="89705" y="815531"/>
                  </a:lnTo>
                  <a:lnTo>
                    <a:pt x="92611" y="813507"/>
                  </a:lnTo>
                  <a:lnTo>
                    <a:pt x="93577" y="812434"/>
                  </a:lnTo>
                  <a:lnTo>
                    <a:pt x="97344" y="805457"/>
                  </a:lnTo>
                  <a:lnTo>
                    <a:pt x="98439" y="804499"/>
                  </a:lnTo>
                  <a:lnTo>
                    <a:pt x="99596" y="804263"/>
                  </a:lnTo>
                  <a:lnTo>
                    <a:pt x="102814" y="804750"/>
                  </a:lnTo>
                  <a:lnTo>
                    <a:pt x="105561" y="802703"/>
                  </a:lnTo>
                  <a:lnTo>
                    <a:pt x="111480" y="799584"/>
                  </a:lnTo>
                  <a:lnTo>
                    <a:pt x="112781" y="799211"/>
                  </a:lnTo>
                  <a:lnTo>
                    <a:pt x="117042" y="799142"/>
                  </a:lnTo>
                  <a:lnTo>
                    <a:pt x="118206" y="799629"/>
                  </a:lnTo>
                  <a:lnTo>
                    <a:pt x="119104" y="800504"/>
                  </a:lnTo>
                  <a:lnTo>
                    <a:pt x="119850" y="801744"/>
                  </a:lnTo>
                  <a:close/>
                  <a:moveTo>
                    <a:pt x="145004" y="806698"/>
                  </a:moveTo>
                  <a:lnTo>
                    <a:pt x="144494" y="806865"/>
                  </a:lnTo>
                  <a:lnTo>
                    <a:pt x="143026" y="805731"/>
                  </a:lnTo>
                  <a:lnTo>
                    <a:pt x="142493" y="804887"/>
                  </a:lnTo>
                  <a:lnTo>
                    <a:pt x="142105" y="803563"/>
                  </a:lnTo>
                  <a:lnTo>
                    <a:pt x="145103" y="801661"/>
                  </a:lnTo>
                  <a:lnTo>
                    <a:pt x="145727" y="801638"/>
                  </a:lnTo>
                  <a:lnTo>
                    <a:pt x="146290" y="802711"/>
                  </a:lnTo>
                  <a:lnTo>
                    <a:pt x="146389" y="803548"/>
                  </a:lnTo>
                  <a:lnTo>
                    <a:pt x="145559" y="805952"/>
                  </a:lnTo>
                  <a:lnTo>
                    <a:pt x="145004" y="806698"/>
                  </a:lnTo>
                  <a:close/>
                  <a:moveTo>
                    <a:pt x="139533" y="823102"/>
                  </a:moveTo>
                  <a:lnTo>
                    <a:pt x="137684" y="823900"/>
                  </a:lnTo>
                  <a:lnTo>
                    <a:pt x="135721" y="823064"/>
                  </a:lnTo>
                  <a:lnTo>
                    <a:pt x="134040" y="821519"/>
                  </a:lnTo>
                  <a:lnTo>
                    <a:pt x="133850" y="819678"/>
                  </a:lnTo>
                  <a:lnTo>
                    <a:pt x="137593" y="820872"/>
                  </a:lnTo>
                  <a:lnTo>
                    <a:pt x="138392" y="821435"/>
                  </a:lnTo>
                  <a:lnTo>
                    <a:pt x="139533" y="823102"/>
                  </a:lnTo>
                  <a:close/>
                  <a:moveTo>
                    <a:pt x="75324" y="832757"/>
                  </a:moveTo>
                  <a:lnTo>
                    <a:pt x="74389" y="833031"/>
                  </a:lnTo>
                  <a:lnTo>
                    <a:pt x="74168" y="832658"/>
                  </a:lnTo>
                  <a:lnTo>
                    <a:pt x="74054" y="831060"/>
                  </a:lnTo>
                  <a:lnTo>
                    <a:pt x="73339" y="828519"/>
                  </a:lnTo>
                  <a:lnTo>
                    <a:pt x="74701" y="827598"/>
                  </a:lnTo>
                  <a:lnTo>
                    <a:pt x="75553" y="827385"/>
                  </a:lnTo>
                  <a:lnTo>
                    <a:pt x="75910" y="827773"/>
                  </a:lnTo>
                  <a:lnTo>
                    <a:pt x="76892" y="829675"/>
                  </a:lnTo>
                  <a:lnTo>
                    <a:pt x="77873" y="830178"/>
                  </a:lnTo>
                  <a:lnTo>
                    <a:pt x="78596" y="830581"/>
                  </a:lnTo>
                  <a:lnTo>
                    <a:pt x="77326" y="831159"/>
                  </a:lnTo>
                  <a:lnTo>
                    <a:pt x="75324" y="832757"/>
                  </a:lnTo>
                  <a:close/>
                  <a:moveTo>
                    <a:pt x="69345" y="835153"/>
                  </a:moveTo>
                  <a:lnTo>
                    <a:pt x="68538" y="835793"/>
                  </a:lnTo>
                  <a:lnTo>
                    <a:pt x="67891" y="835929"/>
                  </a:lnTo>
                  <a:lnTo>
                    <a:pt x="67404" y="835572"/>
                  </a:lnTo>
                  <a:lnTo>
                    <a:pt x="65175" y="836006"/>
                  </a:lnTo>
                  <a:lnTo>
                    <a:pt x="64741" y="835747"/>
                  </a:lnTo>
                  <a:lnTo>
                    <a:pt x="63760" y="833578"/>
                  </a:lnTo>
                  <a:lnTo>
                    <a:pt x="63699" y="832460"/>
                  </a:lnTo>
                  <a:lnTo>
                    <a:pt x="64087" y="831577"/>
                  </a:lnTo>
                  <a:lnTo>
                    <a:pt x="65076" y="830771"/>
                  </a:lnTo>
                  <a:lnTo>
                    <a:pt x="66674" y="830048"/>
                  </a:lnTo>
                  <a:lnTo>
                    <a:pt x="68249" y="830200"/>
                  </a:lnTo>
                  <a:lnTo>
                    <a:pt x="70988" y="832201"/>
                  </a:lnTo>
                  <a:lnTo>
                    <a:pt x="72274" y="833373"/>
                  </a:lnTo>
                  <a:lnTo>
                    <a:pt x="72517" y="834096"/>
                  </a:lnTo>
                  <a:lnTo>
                    <a:pt x="71559" y="834781"/>
                  </a:lnTo>
                  <a:lnTo>
                    <a:pt x="69345" y="835153"/>
                  </a:lnTo>
                  <a:close/>
                  <a:moveTo>
                    <a:pt x="52819" y="841301"/>
                  </a:moveTo>
                  <a:lnTo>
                    <a:pt x="53739" y="843021"/>
                  </a:lnTo>
                  <a:lnTo>
                    <a:pt x="55330" y="841933"/>
                  </a:lnTo>
                  <a:lnTo>
                    <a:pt x="56501" y="840441"/>
                  </a:lnTo>
                  <a:lnTo>
                    <a:pt x="57414" y="838517"/>
                  </a:lnTo>
                  <a:lnTo>
                    <a:pt x="58008" y="837756"/>
                  </a:lnTo>
                  <a:lnTo>
                    <a:pt x="58791" y="838775"/>
                  </a:lnTo>
                  <a:lnTo>
                    <a:pt x="61028" y="840160"/>
                  </a:lnTo>
                  <a:lnTo>
                    <a:pt x="59141" y="842290"/>
                  </a:lnTo>
                  <a:lnTo>
                    <a:pt x="55520" y="845471"/>
                  </a:lnTo>
                  <a:lnTo>
                    <a:pt x="54302" y="847601"/>
                  </a:lnTo>
                  <a:lnTo>
                    <a:pt x="54226" y="848522"/>
                  </a:lnTo>
                  <a:lnTo>
                    <a:pt x="57741" y="847822"/>
                  </a:lnTo>
                  <a:lnTo>
                    <a:pt x="58723" y="847921"/>
                  </a:lnTo>
                  <a:lnTo>
                    <a:pt x="59347" y="848651"/>
                  </a:lnTo>
                  <a:lnTo>
                    <a:pt x="58388" y="849511"/>
                  </a:lnTo>
                  <a:lnTo>
                    <a:pt x="56478" y="850294"/>
                  </a:lnTo>
                  <a:lnTo>
                    <a:pt x="54820" y="851809"/>
                  </a:lnTo>
                  <a:lnTo>
                    <a:pt x="50970" y="854426"/>
                  </a:lnTo>
                  <a:lnTo>
                    <a:pt x="49517" y="856602"/>
                  </a:lnTo>
                  <a:lnTo>
                    <a:pt x="47797" y="857431"/>
                  </a:lnTo>
                  <a:lnTo>
                    <a:pt x="45454" y="857629"/>
                  </a:lnTo>
                  <a:lnTo>
                    <a:pt x="41330" y="859044"/>
                  </a:lnTo>
                  <a:lnTo>
                    <a:pt x="38827" y="860376"/>
                  </a:lnTo>
                  <a:lnTo>
                    <a:pt x="38195" y="861091"/>
                  </a:lnTo>
                  <a:lnTo>
                    <a:pt x="37404" y="861418"/>
                  </a:lnTo>
                  <a:lnTo>
                    <a:pt x="36460" y="861380"/>
                  </a:lnTo>
                  <a:lnTo>
                    <a:pt x="35448" y="861966"/>
                  </a:lnTo>
                  <a:lnTo>
                    <a:pt x="34353" y="863168"/>
                  </a:lnTo>
                  <a:lnTo>
                    <a:pt x="33440" y="863731"/>
                  </a:lnTo>
                  <a:lnTo>
                    <a:pt x="31948" y="863861"/>
                  </a:lnTo>
                  <a:lnTo>
                    <a:pt x="31172" y="864332"/>
                  </a:lnTo>
                  <a:lnTo>
                    <a:pt x="30305" y="864317"/>
                  </a:lnTo>
                  <a:lnTo>
                    <a:pt x="27923" y="862879"/>
                  </a:lnTo>
                  <a:lnTo>
                    <a:pt x="27330" y="862042"/>
                  </a:lnTo>
                  <a:lnTo>
                    <a:pt x="29438" y="860361"/>
                  </a:lnTo>
                  <a:lnTo>
                    <a:pt x="30959" y="859798"/>
                  </a:lnTo>
                  <a:lnTo>
                    <a:pt x="33280" y="859546"/>
                  </a:lnTo>
                  <a:lnTo>
                    <a:pt x="35555" y="857987"/>
                  </a:lnTo>
                  <a:lnTo>
                    <a:pt x="40242" y="855925"/>
                  </a:lnTo>
                  <a:lnTo>
                    <a:pt x="41695" y="854799"/>
                  </a:lnTo>
                  <a:lnTo>
                    <a:pt x="42631" y="850865"/>
                  </a:lnTo>
                  <a:lnTo>
                    <a:pt x="43696" y="850195"/>
                  </a:lnTo>
                  <a:lnTo>
                    <a:pt x="44267" y="848621"/>
                  </a:lnTo>
                  <a:lnTo>
                    <a:pt x="46861" y="848666"/>
                  </a:lnTo>
                  <a:lnTo>
                    <a:pt x="48048" y="850431"/>
                  </a:lnTo>
                  <a:lnTo>
                    <a:pt x="48467" y="850675"/>
                  </a:lnTo>
                  <a:lnTo>
                    <a:pt x="48672" y="850508"/>
                  </a:lnTo>
                  <a:lnTo>
                    <a:pt x="48786" y="849092"/>
                  </a:lnTo>
                  <a:lnTo>
                    <a:pt x="50118" y="848103"/>
                  </a:lnTo>
                  <a:lnTo>
                    <a:pt x="49349" y="847373"/>
                  </a:lnTo>
                  <a:lnTo>
                    <a:pt x="46952" y="846460"/>
                  </a:lnTo>
                  <a:lnTo>
                    <a:pt x="45172" y="846026"/>
                  </a:lnTo>
                  <a:lnTo>
                    <a:pt x="44008" y="846079"/>
                  </a:lnTo>
                  <a:lnTo>
                    <a:pt x="43065" y="845570"/>
                  </a:lnTo>
                  <a:lnTo>
                    <a:pt x="42334" y="844489"/>
                  </a:lnTo>
                  <a:lnTo>
                    <a:pt x="42007" y="843416"/>
                  </a:lnTo>
                  <a:lnTo>
                    <a:pt x="42068" y="842351"/>
                  </a:lnTo>
                  <a:lnTo>
                    <a:pt x="42661" y="841157"/>
                  </a:lnTo>
                  <a:lnTo>
                    <a:pt x="43780" y="839833"/>
                  </a:lnTo>
                  <a:lnTo>
                    <a:pt x="45058" y="839079"/>
                  </a:lnTo>
                  <a:lnTo>
                    <a:pt x="47820" y="838539"/>
                  </a:lnTo>
                  <a:lnTo>
                    <a:pt x="50270" y="837657"/>
                  </a:lnTo>
                  <a:lnTo>
                    <a:pt x="51563" y="837520"/>
                  </a:lnTo>
                  <a:lnTo>
                    <a:pt x="52545" y="837893"/>
                  </a:lnTo>
                  <a:lnTo>
                    <a:pt x="52819" y="841301"/>
                  </a:lnTo>
                  <a:close/>
                  <a:moveTo>
                    <a:pt x="61477" y="847715"/>
                  </a:moveTo>
                  <a:lnTo>
                    <a:pt x="61173" y="847822"/>
                  </a:lnTo>
                  <a:lnTo>
                    <a:pt x="60625" y="846932"/>
                  </a:lnTo>
                  <a:lnTo>
                    <a:pt x="60602" y="846117"/>
                  </a:lnTo>
                  <a:lnTo>
                    <a:pt x="60952" y="845524"/>
                  </a:lnTo>
                  <a:lnTo>
                    <a:pt x="61949" y="844139"/>
                  </a:lnTo>
                  <a:lnTo>
                    <a:pt x="62657" y="843652"/>
                  </a:lnTo>
                  <a:lnTo>
                    <a:pt x="63532" y="843401"/>
                  </a:lnTo>
                  <a:lnTo>
                    <a:pt x="63767" y="843774"/>
                  </a:lnTo>
                  <a:lnTo>
                    <a:pt x="62999" y="845410"/>
                  </a:lnTo>
                  <a:lnTo>
                    <a:pt x="62040" y="846513"/>
                  </a:lnTo>
                  <a:lnTo>
                    <a:pt x="61477" y="847715"/>
                  </a:lnTo>
                  <a:close/>
                  <a:moveTo>
                    <a:pt x="24013" y="861266"/>
                  </a:moveTo>
                  <a:lnTo>
                    <a:pt x="17477" y="865078"/>
                  </a:lnTo>
                  <a:lnTo>
                    <a:pt x="15354" y="867863"/>
                  </a:lnTo>
                  <a:lnTo>
                    <a:pt x="13733" y="870541"/>
                  </a:lnTo>
                  <a:lnTo>
                    <a:pt x="12463" y="872002"/>
                  </a:lnTo>
                  <a:lnTo>
                    <a:pt x="11535" y="872253"/>
                  </a:lnTo>
                  <a:lnTo>
                    <a:pt x="10500" y="872960"/>
                  </a:lnTo>
                  <a:lnTo>
                    <a:pt x="8339" y="874825"/>
                  </a:lnTo>
                  <a:lnTo>
                    <a:pt x="7426" y="875053"/>
                  </a:lnTo>
                  <a:lnTo>
                    <a:pt x="487" y="879397"/>
                  </a:lnTo>
                  <a:lnTo>
                    <a:pt x="0" y="879466"/>
                  </a:lnTo>
                  <a:lnTo>
                    <a:pt x="335" y="878332"/>
                  </a:lnTo>
                  <a:lnTo>
                    <a:pt x="2450" y="876727"/>
                  </a:lnTo>
                  <a:lnTo>
                    <a:pt x="3835" y="875258"/>
                  </a:lnTo>
                  <a:lnTo>
                    <a:pt x="5394" y="872839"/>
                  </a:lnTo>
                  <a:lnTo>
                    <a:pt x="6254" y="871941"/>
                  </a:lnTo>
                  <a:lnTo>
                    <a:pt x="6528" y="870724"/>
                  </a:lnTo>
                  <a:lnTo>
                    <a:pt x="6642" y="868258"/>
                  </a:lnTo>
                  <a:lnTo>
                    <a:pt x="7030" y="867322"/>
                  </a:lnTo>
                  <a:lnTo>
                    <a:pt x="8522" y="865466"/>
                  </a:lnTo>
                  <a:lnTo>
                    <a:pt x="9610" y="864454"/>
                  </a:lnTo>
                  <a:lnTo>
                    <a:pt x="11040" y="864104"/>
                  </a:lnTo>
                  <a:lnTo>
                    <a:pt x="13931" y="864416"/>
                  </a:lnTo>
                  <a:lnTo>
                    <a:pt x="15133" y="863465"/>
                  </a:lnTo>
                  <a:lnTo>
                    <a:pt x="15506" y="862750"/>
                  </a:lnTo>
                  <a:lnTo>
                    <a:pt x="14776" y="862095"/>
                  </a:lnTo>
                  <a:lnTo>
                    <a:pt x="14608" y="860962"/>
                  </a:lnTo>
                  <a:lnTo>
                    <a:pt x="14799" y="858999"/>
                  </a:lnTo>
                  <a:lnTo>
                    <a:pt x="15636" y="857256"/>
                  </a:lnTo>
                  <a:lnTo>
                    <a:pt x="17119" y="855735"/>
                  </a:lnTo>
                  <a:lnTo>
                    <a:pt x="19143" y="854548"/>
                  </a:lnTo>
                  <a:lnTo>
                    <a:pt x="21700" y="853696"/>
                  </a:lnTo>
                  <a:lnTo>
                    <a:pt x="23571" y="853658"/>
                  </a:lnTo>
                  <a:lnTo>
                    <a:pt x="26934" y="855453"/>
                  </a:lnTo>
                  <a:lnTo>
                    <a:pt x="27429" y="856275"/>
                  </a:lnTo>
                  <a:lnTo>
                    <a:pt x="26600" y="858070"/>
                  </a:lnTo>
                  <a:lnTo>
                    <a:pt x="26128" y="859760"/>
                  </a:lnTo>
                  <a:lnTo>
                    <a:pt x="24013" y="861266"/>
                  </a:lnTo>
                  <a:close/>
                  <a:moveTo>
                    <a:pt x="1616686" y="1021403"/>
                  </a:moveTo>
                  <a:lnTo>
                    <a:pt x="1619242" y="1021008"/>
                  </a:lnTo>
                  <a:lnTo>
                    <a:pt x="1621441" y="1021122"/>
                  </a:lnTo>
                  <a:lnTo>
                    <a:pt x="1623655" y="1021297"/>
                  </a:lnTo>
                  <a:lnTo>
                    <a:pt x="1624835" y="1021555"/>
                  </a:lnTo>
                  <a:lnTo>
                    <a:pt x="1628243" y="1022971"/>
                  </a:lnTo>
                  <a:lnTo>
                    <a:pt x="1630465" y="1024127"/>
                  </a:lnTo>
                  <a:lnTo>
                    <a:pt x="1633653" y="1026273"/>
                  </a:lnTo>
                  <a:lnTo>
                    <a:pt x="1635418" y="1027224"/>
                  </a:lnTo>
                  <a:lnTo>
                    <a:pt x="1636270" y="1029453"/>
                  </a:lnTo>
                  <a:lnTo>
                    <a:pt x="1637259" y="1032307"/>
                  </a:lnTo>
                  <a:lnTo>
                    <a:pt x="1638675" y="1032307"/>
                  </a:lnTo>
                  <a:lnTo>
                    <a:pt x="1639740" y="1030633"/>
                  </a:lnTo>
                  <a:lnTo>
                    <a:pt x="1642448" y="1030328"/>
                  </a:lnTo>
                  <a:lnTo>
                    <a:pt x="1646009" y="1031500"/>
                  </a:lnTo>
                  <a:lnTo>
                    <a:pt x="1649144" y="1034833"/>
                  </a:lnTo>
                  <a:lnTo>
                    <a:pt x="1653648" y="1037800"/>
                  </a:lnTo>
                  <a:lnTo>
                    <a:pt x="1656403" y="1039276"/>
                  </a:lnTo>
                  <a:lnTo>
                    <a:pt x="1659202" y="1039268"/>
                  </a:lnTo>
                  <a:lnTo>
                    <a:pt x="1662756" y="1037800"/>
                  </a:lnTo>
                  <a:lnTo>
                    <a:pt x="1666537" y="1034954"/>
                  </a:lnTo>
                  <a:lnTo>
                    <a:pt x="1669261" y="1034460"/>
                  </a:lnTo>
                  <a:lnTo>
                    <a:pt x="1670874" y="1034741"/>
                  </a:lnTo>
                  <a:lnTo>
                    <a:pt x="1671795" y="1036955"/>
                  </a:lnTo>
                  <a:lnTo>
                    <a:pt x="1672921" y="1037800"/>
                  </a:lnTo>
                  <a:lnTo>
                    <a:pt x="1675858" y="1037549"/>
                  </a:lnTo>
                  <a:lnTo>
                    <a:pt x="1681983" y="1037975"/>
                  </a:lnTo>
                  <a:lnTo>
                    <a:pt x="1686860" y="1037374"/>
                  </a:lnTo>
                  <a:lnTo>
                    <a:pt x="1687970" y="1038644"/>
                  </a:lnTo>
                  <a:lnTo>
                    <a:pt x="1688960" y="1040645"/>
                  </a:lnTo>
                  <a:lnTo>
                    <a:pt x="1690938" y="1041277"/>
                  </a:lnTo>
                  <a:lnTo>
                    <a:pt x="1693624" y="1040645"/>
                  </a:lnTo>
                  <a:lnTo>
                    <a:pt x="1697846" y="1041079"/>
                  </a:lnTo>
                  <a:lnTo>
                    <a:pt x="1697268" y="1041399"/>
                  </a:lnTo>
                  <a:lnTo>
                    <a:pt x="1696644" y="1041330"/>
                  </a:lnTo>
                  <a:lnTo>
                    <a:pt x="1695830" y="1041810"/>
                  </a:lnTo>
                  <a:lnTo>
                    <a:pt x="1694818" y="1042829"/>
                  </a:lnTo>
                  <a:lnTo>
                    <a:pt x="1692482" y="1044282"/>
                  </a:lnTo>
                  <a:lnTo>
                    <a:pt x="1688830" y="1046177"/>
                  </a:lnTo>
                  <a:lnTo>
                    <a:pt x="1684615" y="1047912"/>
                  </a:lnTo>
                  <a:lnTo>
                    <a:pt x="1676071" y="1051039"/>
                  </a:lnTo>
                  <a:lnTo>
                    <a:pt x="1670745" y="1054280"/>
                  </a:lnTo>
                  <a:lnTo>
                    <a:pt x="1668386" y="1056220"/>
                  </a:lnTo>
                  <a:lnTo>
                    <a:pt x="1659218" y="1065929"/>
                  </a:lnTo>
                  <a:lnTo>
                    <a:pt x="1653686" y="1071080"/>
                  </a:lnTo>
                  <a:lnTo>
                    <a:pt x="1644731" y="1078293"/>
                  </a:lnTo>
                  <a:lnTo>
                    <a:pt x="1643879" y="1079206"/>
                  </a:lnTo>
                  <a:lnTo>
                    <a:pt x="1643826" y="1080058"/>
                  </a:lnTo>
                  <a:lnTo>
                    <a:pt x="1644556" y="1080857"/>
                  </a:lnTo>
                  <a:lnTo>
                    <a:pt x="1646382" y="1082013"/>
                  </a:lnTo>
                  <a:lnTo>
                    <a:pt x="1647805" y="1082158"/>
                  </a:lnTo>
                  <a:lnTo>
                    <a:pt x="1649623" y="1081922"/>
                  </a:lnTo>
                  <a:lnTo>
                    <a:pt x="1656813" y="1079928"/>
                  </a:lnTo>
                  <a:lnTo>
                    <a:pt x="1659842" y="1078544"/>
                  </a:lnTo>
                  <a:lnTo>
                    <a:pt x="1662817" y="1076216"/>
                  </a:lnTo>
                  <a:lnTo>
                    <a:pt x="1663121" y="1076139"/>
                  </a:lnTo>
                  <a:lnTo>
                    <a:pt x="1664361" y="1076565"/>
                  </a:lnTo>
                  <a:lnTo>
                    <a:pt x="1664749" y="1076771"/>
                  </a:lnTo>
                  <a:lnTo>
                    <a:pt x="1668614" y="1074085"/>
                  </a:lnTo>
                  <a:lnTo>
                    <a:pt x="1669885" y="1073743"/>
                  </a:lnTo>
                  <a:lnTo>
                    <a:pt x="1670882" y="1073811"/>
                  </a:lnTo>
                  <a:lnTo>
                    <a:pt x="1672122" y="1074869"/>
                  </a:lnTo>
                  <a:lnTo>
                    <a:pt x="1672411" y="1075508"/>
                  </a:lnTo>
                  <a:lnTo>
                    <a:pt x="1671992" y="1076741"/>
                  </a:lnTo>
                  <a:lnTo>
                    <a:pt x="1670882" y="1078559"/>
                  </a:lnTo>
                  <a:lnTo>
                    <a:pt x="1670341" y="1080088"/>
                  </a:lnTo>
                  <a:lnTo>
                    <a:pt x="1670372" y="1081328"/>
                  </a:lnTo>
                  <a:lnTo>
                    <a:pt x="1669892" y="1082668"/>
                  </a:lnTo>
                  <a:lnTo>
                    <a:pt x="1668675" y="1084486"/>
                  </a:lnTo>
                  <a:lnTo>
                    <a:pt x="1669116" y="1084973"/>
                  </a:lnTo>
                  <a:lnTo>
                    <a:pt x="1672380" y="1083664"/>
                  </a:lnTo>
                  <a:lnTo>
                    <a:pt x="1672860" y="1083154"/>
                  </a:lnTo>
                  <a:lnTo>
                    <a:pt x="1672913" y="1082850"/>
                  </a:lnTo>
                  <a:lnTo>
                    <a:pt x="1672715" y="1082485"/>
                  </a:lnTo>
                  <a:lnTo>
                    <a:pt x="1673088" y="1082318"/>
                  </a:lnTo>
                  <a:lnTo>
                    <a:pt x="1675660" y="1084106"/>
                  </a:lnTo>
                  <a:lnTo>
                    <a:pt x="1677372" y="1085095"/>
                  </a:lnTo>
                  <a:lnTo>
                    <a:pt x="1678810" y="1085567"/>
                  </a:lnTo>
                  <a:lnTo>
                    <a:pt x="1681534" y="1084996"/>
                  </a:lnTo>
                  <a:lnTo>
                    <a:pt x="1685543" y="1083383"/>
                  </a:lnTo>
                  <a:lnTo>
                    <a:pt x="1688967" y="1081420"/>
                  </a:lnTo>
                  <a:lnTo>
                    <a:pt x="1691798" y="1079092"/>
                  </a:lnTo>
                  <a:lnTo>
                    <a:pt x="1695328" y="1077661"/>
                  </a:lnTo>
                  <a:lnTo>
                    <a:pt x="1699566" y="1077136"/>
                  </a:lnTo>
                  <a:lnTo>
                    <a:pt x="1702594" y="1076314"/>
                  </a:lnTo>
                  <a:lnTo>
                    <a:pt x="1704420" y="1075188"/>
                  </a:lnTo>
                  <a:lnTo>
                    <a:pt x="1706870" y="1072989"/>
                  </a:lnTo>
                  <a:lnTo>
                    <a:pt x="1708247" y="1072343"/>
                  </a:lnTo>
                  <a:lnTo>
                    <a:pt x="1709982" y="1072145"/>
                  </a:lnTo>
                  <a:lnTo>
                    <a:pt x="1711283" y="1071293"/>
                  </a:lnTo>
                  <a:lnTo>
                    <a:pt x="1712158" y="1069786"/>
                  </a:lnTo>
                  <a:lnTo>
                    <a:pt x="1713817" y="1068074"/>
                  </a:lnTo>
                  <a:lnTo>
                    <a:pt x="1716251" y="1066157"/>
                  </a:lnTo>
                  <a:lnTo>
                    <a:pt x="1717644" y="1065381"/>
                  </a:lnTo>
                  <a:lnTo>
                    <a:pt x="1717986" y="1065746"/>
                  </a:lnTo>
                  <a:lnTo>
                    <a:pt x="1718116" y="1066423"/>
                  </a:lnTo>
                  <a:lnTo>
                    <a:pt x="1718024" y="1067420"/>
                  </a:lnTo>
                  <a:lnTo>
                    <a:pt x="1718633" y="1068219"/>
                  </a:lnTo>
                  <a:lnTo>
                    <a:pt x="1719934" y="1068835"/>
                  </a:lnTo>
                  <a:lnTo>
                    <a:pt x="1720527" y="1069649"/>
                  </a:lnTo>
                  <a:lnTo>
                    <a:pt x="1720413" y="1070661"/>
                  </a:lnTo>
                  <a:lnTo>
                    <a:pt x="1720763" y="1071521"/>
                  </a:lnTo>
                  <a:lnTo>
                    <a:pt x="1721585" y="1072236"/>
                  </a:lnTo>
                  <a:lnTo>
                    <a:pt x="1721798" y="1073788"/>
                  </a:lnTo>
                  <a:lnTo>
                    <a:pt x="1721418" y="1076170"/>
                  </a:lnTo>
                  <a:lnTo>
                    <a:pt x="1721372" y="1077714"/>
                  </a:lnTo>
                  <a:lnTo>
                    <a:pt x="1721661" y="1078414"/>
                  </a:lnTo>
                  <a:lnTo>
                    <a:pt x="1721950" y="1078810"/>
                  </a:lnTo>
                  <a:lnTo>
                    <a:pt x="1722414" y="1078430"/>
                  </a:lnTo>
                  <a:lnTo>
                    <a:pt x="1723000" y="1077593"/>
                  </a:lnTo>
                  <a:lnTo>
                    <a:pt x="1723213" y="1077075"/>
                  </a:lnTo>
                  <a:lnTo>
                    <a:pt x="1723365" y="1076550"/>
                  </a:lnTo>
                  <a:lnTo>
                    <a:pt x="1726926" y="1074146"/>
                  </a:lnTo>
                  <a:lnTo>
                    <a:pt x="1727619" y="1074024"/>
                  </a:lnTo>
                  <a:lnTo>
                    <a:pt x="1728783" y="1074648"/>
                  </a:lnTo>
                  <a:lnTo>
                    <a:pt x="1734170" y="1075515"/>
                  </a:lnTo>
                  <a:lnTo>
                    <a:pt x="1736292" y="1076132"/>
                  </a:lnTo>
                  <a:lnTo>
                    <a:pt x="1738522" y="1077509"/>
                  </a:lnTo>
                  <a:lnTo>
                    <a:pt x="1739283" y="1078042"/>
                  </a:lnTo>
                  <a:lnTo>
                    <a:pt x="1742014" y="1082485"/>
                  </a:lnTo>
                  <a:lnTo>
                    <a:pt x="1743262" y="1084220"/>
                  </a:lnTo>
                  <a:lnTo>
                    <a:pt x="1744038" y="1084699"/>
                  </a:lnTo>
                  <a:lnTo>
                    <a:pt x="1744479" y="1085376"/>
                  </a:lnTo>
                  <a:lnTo>
                    <a:pt x="1744829" y="1086944"/>
                  </a:lnTo>
                  <a:lnTo>
                    <a:pt x="1745255" y="1087415"/>
                  </a:lnTo>
                  <a:lnTo>
                    <a:pt x="1749257" y="1087750"/>
                  </a:lnTo>
                  <a:lnTo>
                    <a:pt x="1751068" y="1087469"/>
                  </a:lnTo>
                  <a:lnTo>
                    <a:pt x="1752172" y="1086837"/>
                  </a:lnTo>
                  <a:lnTo>
                    <a:pt x="1753397" y="1087248"/>
                  </a:lnTo>
                  <a:lnTo>
                    <a:pt x="1754743" y="1088693"/>
                  </a:lnTo>
                  <a:lnTo>
                    <a:pt x="1756067" y="1089097"/>
                  </a:lnTo>
                  <a:lnTo>
                    <a:pt x="1757368" y="1088465"/>
                  </a:lnTo>
                  <a:lnTo>
                    <a:pt x="1758593" y="1088481"/>
                  </a:lnTo>
                  <a:lnTo>
                    <a:pt x="1759742" y="1089158"/>
                  </a:lnTo>
                  <a:lnTo>
                    <a:pt x="1760275" y="1089645"/>
                  </a:lnTo>
                  <a:lnTo>
                    <a:pt x="1760625" y="1089622"/>
                  </a:lnTo>
                  <a:lnTo>
                    <a:pt x="1762900" y="1087415"/>
                  </a:lnTo>
                  <a:lnTo>
                    <a:pt x="1765639" y="1085452"/>
                  </a:lnTo>
                  <a:lnTo>
                    <a:pt x="1769298" y="1083330"/>
                  </a:lnTo>
                  <a:lnTo>
                    <a:pt x="1771421" y="1082386"/>
                  </a:lnTo>
                  <a:lnTo>
                    <a:pt x="1772007" y="1082614"/>
                  </a:lnTo>
                  <a:lnTo>
                    <a:pt x="1775378" y="1081907"/>
                  </a:lnTo>
                  <a:lnTo>
                    <a:pt x="1778413" y="1081846"/>
                  </a:lnTo>
                  <a:lnTo>
                    <a:pt x="1782438" y="1082272"/>
                  </a:lnTo>
                  <a:lnTo>
                    <a:pt x="1786167" y="1081777"/>
                  </a:lnTo>
                  <a:lnTo>
                    <a:pt x="1789598" y="1080354"/>
                  </a:lnTo>
                  <a:lnTo>
                    <a:pt x="1792634" y="1079563"/>
                  </a:lnTo>
                  <a:lnTo>
                    <a:pt x="1795274" y="1079396"/>
                  </a:lnTo>
                  <a:lnTo>
                    <a:pt x="1796271" y="1079792"/>
                  </a:lnTo>
                  <a:lnTo>
                    <a:pt x="1795624" y="1080758"/>
                  </a:lnTo>
                  <a:lnTo>
                    <a:pt x="1795274" y="1082409"/>
                  </a:lnTo>
                  <a:lnTo>
                    <a:pt x="1795228" y="1084752"/>
                  </a:lnTo>
                  <a:lnTo>
                    <a:pt x="1795000" y="1086228"/>
                  </a:lnTo>
                  <a:lnTo>
                    <a:pt x="1794597" y="1086852"/>
                  </a:lnTo>
                  <a:lnTo>
                    <a:pt x="1794551" y="1087446"/>
                  </a:lnTo>
                  <a:lnTo>
                    <a:pt x="1794856" y="1088009"/>
                  </a:lnTo>
                  <a:lnTo>
                    <a:pt x="1797420" y="1088374"/>
                  </a:lnTo>
                  <a:lnTo>
                    <a:pt x="1798766" y="1089135"/>
                  </a:lnTo>
                  <a:lnTo>
                    <a:pt x="1800311" y="1089165"/>
                  </a:lnTo>
                  <a:lnTo>
                    <a:pt x="1802053" y="1088473"/>
                  </a:lnTo>
                  <a:lnTo>
                    <a:pt x="1803385" y="1088739"/>
                  </a:lnTo>
                  <a:lnTo>
                    <a:pt x="1804313" y="1089949"/>
                  </a:lnTo>
                  <a:lnTo>
                    <a:pt x="1805660" y="1090170"/>
                  </a:lnTo>
                  <a:lnTo>
                    <a:pt x="1806968" y="1089302"/>
                  </a:lnTo>
                  <a:lnTo>
                    <a:pt x="1807889" y="1088488"/>
                  </a:lnTo>
                  <a:lnTo>
                    <a:pt x="1808680" y="1088130"/>
                  </a:lnTo>
                  <a:lnTo>
                    <a:pt x="1809297" y="1088054"/>
                  </a:lnTo>
                  <a:lnTo>
                    <a:pt x="1809951" y="1088465"/>
                  </a:lnTo>
                  <a:lnTo>
                    <a:pt x="1810392" y="1089158"/>
                  </a:lnTo>
                  <a:lnTo>
                    <a:pt x="1811503" y="1091060"/>
                  </a:lnTo>
                  <a:lnTo>
                    <a:pt x="1812051" y="1092346"/>
                  </a:lnTo>
                  <a:lnTo>
                    <a:pt x="1812386" y="1094255"/>
                  </a:lnTo>
                  <a:lnTo>
                    <a:pt x="1812622" y="1094887"/>
                  </a:lnTo>
                  <a:lnTo>
                    <a:pt x="1812591" y="1095998"/>
                  </a:lnTo>
                  <a:lnTo>
                    <a:pt x="1811846" y="1096751"/>
                  </a:lnTo>
                  <a:lnTo>
                    <a:pt x="1811648" y="1097352"/>
                  </a:lnTo>
                  <a:lnTo>
                    <a:pt x="1812097" y="1097953"/>
                  </a:lnTo>
                  <a:lnTo>
                    <a:pt x="1814623" y="1098121"/>
                  </a:lnTo>
                  <a:lnTo>
                    <a:pt x="1815772" y="1098714"/>
                  </a:lnTo>
                  <a:lnTo>
                    <a:pt x="1816198" y="1099376"/>
                  </a:lnTo>
                  <a:lnTo>
                    <a:pt x="1815909" y="1100106"/>
                  </a:lnTo>
                  <a:lnTo>
                    <a:pt x="1816068" y="1100890"/>
                  </a:lnTo>
                  <a:lnTo>
                    <a:pt x="1816685" y="1101712"/>
                  </a:lnTo>
                  <a:lnTo>
                    <a:pt x="1818708" y="1102960"/>
                  </a:lnTo>
                  <a:lnTo>
                    <a:pt x="1819203" y="1103553"/>
                  </a:lnTo>
                  <a:lnTo>
                    <a:pt x="1819058" y="1104185"/>
                  </a:lnTo>
                  <a:lnTo>
                    <a:pt x="1818457" y="1104588"/>
                  </a:lnTo>
                  <a:lnTo>
                    <a:pt x="1817400" y="1104770"/>
                  </a:lnTo>
                  <a:lnTo>
                    <a:pt x="1809669" y="1103599"/>
                  </a:lnTo>
                  <a:lnTo>
                    <a:pt x="1807395" y="1103409"/>
                  </a:lnTo>
                  <a:lnTo>
                    <a:pt x="1807060" y="1103842"/>
                  </a:lnTo>
                  <a:lnTo>
                    <a:pt x="1806847" y="1103903"/>
                  </a:lnTo>
                  <a:lnTo>
                    <a:pt x="1806481" y="1103789"/>
                  </a:lnTo>
                  <a:lnTo>
                    <a:pt x="1805820" y="1103766"/>
                  </a:lnTo>
                  <a:lnTo>
                    <a:pt x="1805485" y="1103485"/>
                  </a:lnTo>
                  <a:lnTo>
                    <a:pt x="1805203" y="1102701"/>
                  </a:lnTo>
                  <a:lnTo>
                    <a:pt x="1804534" y="1102199"/>
                  </a:lnTo>
                  <a:lnTo>
                    <a:pt x="1803461" y="1101978"/>
                  </a:lnTo>
                  <a:lnTo>
                    <a:pt x="1802540" y="1102572"/>
                  </a:lnTo>
                  <a:lnTo>
                    <a:pt x="1801467" y="1104892"/>
                  </a:lnTo>
                  <a:lnTo>
                    <a:pt x="1801635" y="1105326"/>
                  </a:lnTo>
                  <a:lnTo>
                    <a:pt x="1801460" y="1106810"/>
                  </a:lnTo>
                  <a:lnTo>
                    <a:pt x="1801734" y="1107213"/>
                  </a:lnTo>
                  <a:lnTo>
                    <a:pt x="1801719" y="1107547"/>
                  </a:lnTo>
                  <a:lnTo>
                    <a:pt x="1801414" y="1107829"/>
                  </a:lnTo>
                  <a:lnTo>
                    <a:pt x="1800783" y="1107791"/>
                  </a:lnTo>
                  <a:lnTo>
                    <a:pt x="1799824" y="1107441"/>
                  </a:lnTo>
                  <a:lnTo>
                    <a:pt x="1796195" y="1103934"/>
                  </a:lnTo>
                  <a:lnTo>
                    <a:pt x="1793448" y="1102184"/>
                  </a:lnTo>
                  <a:lnTo>
                    <a:pt x="1790047" y="1100898"/>
                  </a:lnTo>
                  <a:lnTo>
                    <a:pt x="1787354" y="1100266"/>
                  </a:lnTo>
                  <a:lnTo>
                    <a:pt x="1785375" y="1100296"/>
                  </a:lnTo>
                  <a:lnTo>
                    <a:pt x="1783747" y="1101202"/>
                  </a:lnTo>
                  <a:lnTo>
                    <a:pt x="1782476" y="1102967"/>
                  </a:lnTo>
                  <a:lnTo>
                    <a:pt x="1780491" y="1103971"/>
                  </a:lnTo>
                  <a:lnTo>
                    <a:pt x="1777790" y="1104215"/>
                  </a:lnTo>
                  <a:lnTo>
                    <a:pt x="1776329" y="1104694"/>
                  </a:lnTo>
                  <a:lnTo>
                    <a:pt x="1776100" y="1105402"/>
                  </a:lnTo>
                  <a:lnTo>
                    <a:pt x="1775127" y="1105417"/>
                  </a:lnTo>
                  <a:lnTo>
                    <a:pt x="1773407" y="1104748"/>
                  </a:lnTo>
                  <a:lnTo>
                    <a:pt x="1771634" y="1104557"/>
                  </a:lnTo>
                  <a:lnTo>
                    <a:pt x="1769801" y="1104854"/>
                  </a:lnTo>
                  <a:lnTo>
                    <a:pt x="1768461" y="1105546"/>
                  </a:lnTo>
                  <a:lnTo>
                    <a:pt x="1767039" y="1107715"/>
                  </a:lnTo>
                  <a:lnTo>
                    <a:pt x="1766757" y="1108780"/>
                  </a:lnTo>
                  <a:lnTo>
                    <a:pt x="1765730" y="1109708"/>
                  </a:lnTo>
                  <a:lnTo>
                    <a:pt x="1762999" y="1111154"/>
                  </a:lnTo>
                  <a:lnTo>
                    <a:pt x="1762862" y="1111687"/>
                  </a:lnTo>
                  <a:lnTo>
                    <a:pt x="1761424" y="1113330"/>
                  </a:lnTo>
                  <a:lnTo>
                    <a:pt x="1760967" y="1114235"/>
                  </a:lnTo>
                  <a:lnTo>
                    <a:pt x="1760975" y="1115126"/>
                  </a:lnTo>
                  <a:lnTo>
                    <a:pt x="1760495" y="1115072"/>
                  </a:lnTo>
                  <a:lnTo>
                    <a:pt x="1759529" y="1114076"/>
                  </a:lnTo>
                  <a:lnTo>
                    <a:pt x="1759491" y="1112737"/>
                  </a:lnTo>
                  <a:lnTo>
                    <a:pt x="1760381" y="1111048"/>
                  </a:lnTo>
                  <a:lnTo>
                    <a:pt x="1761180" y="1110233"/>
                  </a:lnTo>
                  <a:lnTo>
                    <a:pt x="1761880" y="1110287"/>
                  </a:lnTo>
                  <a:lnTo>
                    <a:pt x="1762314" y="1109533"/>
                  </a:lnTo>
                  <a:lnTo>
                    <a:pt x="1762481" y="1107981"/>
                  </a:lnTo>
                  <a:lnTo>
                    <a:pt x="1762230" y="1107205"/>
                  </a:lnTo>
                  <a:lnTo>
                    <a:pt x="1760868" y="1107509"/>
                  </a:lnTo>
                  <a:lnTo>
                    <a:pt x="1760153" y="1108126"/>
                  </a:lnTo>
                  <a:lnTo>
                    <a:pt x="1759248" y="1108263"/>
                  </a:lnTo>
                  <a:lnTo>
                    <a:pt x="1758159" y="1107913"/>
                  </a:lnTo>
                  <a:lnTo>
                    <a:pt x="1757201" y="1108757"/>
                  </a:lnTo>
                  <a:lnTo>
                    <a:pt x="1756371" y="1110804"/>
                  </a:lnTo>
                  <a:lnTo>
                    <a:pt x="1755382" y="1112143"/>
                  </a:lnTo>
                  <a:lnTo>
                    <a:pt x="1754233" y="1112775"/>
                  </a:lnTo>
                  <a:lnTo>
                    <a:pt x="1753457" y="1112075"/>
                  </a:lnTo>
                  <a:lnTo>
                    <a:pt x="1753062" y="1110043"/>
                  </a:lnTo>
                  <a:lnTo>
                    <a:pt x="1753062" y="1108453"/>
                  </a:lnTo>
                  <a:lnTo>
                    <a:pt x="1753526" y="1106528"/>
                  </a:lnTo>
                  <a:lnTo>
                    <a:pt x="1753290" y="1106155"/>
                  </a:lnTo>
                  <a:lnTo>
                    <a:pt x="1752803" y="1106771"/>
                  </a:lnTo>
                  <a:lnTo>
                    <a:pt x="1752073" y="1108377"/>
                  </a:lnTo>
                  <a:lnTo>
                    <a:pt x="1751099" y="1111877"/>
                  </a:lnTo>
                  <a:lnTo>
                    <a:pt x="1750475" y="1113011"/>
                  </a:lnTo>
                  <a:lnTo>
                    <a:pt x="1749630" y="1113490"/>
                  </a:lnTo>
                  <a:lnTo>
                    <a:pt x="1748291" y="1115605"/>
                  </a:lnTo>
                  <a:lnTo>
                    <a:pt x="1746465" y="1119348"/>
                  </a:lnTo>
                  <a:lnTo>
                    <a:pt x="1744403" y="1122978"/>
                  </a:lnTo>
                  <a:lnTo>
                    <a:pt x="1742105" y="1126478"/>
                  </a:lnTo>
                  <a:lnTo>
                    <a:pt x="1740721" y="1128357"/>
                  </a:lnTo>
                  <a:lnTo>
                    <a:pt x="1740257" y="1128623"/>
                  </a:lnTo>
                  <a:lnTo>
                    <a:pt x="1740051" y="1129247"/>
                  </a:lnTo>
                  <a:lnTo>
                    <a:pt x="1739937" y="1131492"/>
                  </a:lnTo>
                  <a:lnTo>
                    <a:pt x="1739526" y="1133013"/>
                  </a:lnTo>
                  <a:lnTo>
                    <a:pt x="1738324" y="1134208"/>
                  </a:lnTo>
                  <a:lnTo>
                    <a:pt x="1735182" y="1135714"/>
                  </a:lnTo>
                  <a:lnTo>
                    <a:pt x="1734687" y="1136742"/>
                  </a:lnTo>
                  <a:lnTo>
                    <a:pt x="1734619" y="1137586"/>
                  </a:lnTo>
                  <a:lnTo>
                    <a:pt x="1732595" y="1141078"/>
                  </a:lnTo>
                  <a:lnTo>
                    <a:pt x="1731606" y="1143217"/>
                  </a:lnTo>
                  <a:lnTo>
                    <a:pt x="1730959" y="1145438"/>
                  </a:lnTo>
                  <a:lnTo>
                    <a:pt x="1731164" y="1146838"/>
                  </a:lnTo>
                  <a:lnTo>
                    <a:pt x="1732222" y="1147409"/>
                  </a:lnTo>
                  <a:lnTo>
                    <a:pt x="1733082" y="1147188"/>
                  </a:lnTo>
                  <a:lnTo>
                    <a:pt x="1733736" y="1146176"/>
                  </a:lnTo>
                  <a:lnTo>
                    <a:pt x="1734740" y="1145256"/>
                  </a:lnTo>
                  <a:lnTo>
                    <a:pt x="1736102" y="1144434"/>
                  </a:lnTo>
                  <a:lnTo>
                    <a:pt x="1737091" y="1143224"/>
                  </a:lnTo>
                  <a:lnTo>
                    <a:pt x="1738468" y="1140279"/>
                  </a:lnTo>
                  <a:lnTo>
                    <a:pt x="1740013" y="1138583"/>
                  </a:lnTo>
                  <a:lnTo>
                    <a:pt x="1740835" y="1138484"/>
                  </a:lnTo>
                  <a:lnTo>
                    <a:pt x="1741063" y="1138530"/>
                  </a:lnTo>
                  <a:lnTo>
                    <a:pt x="1742668" y="1137761"/>
                  </a:lnTo>
                  <a:lnTo>
                    <a:pt x="1743962" y="1138012"/>
                  </a:lnTo>
                  <a:lnTo>
                    <a:pt x="1744746" y="1139169"/>
                  </a:lnTo>
                  <a:lnTo>
                    <a:pt x="1745545" y="1139960"/>
                  </a:lnTo>
                  <a:lnTo>
                    <a:pt x="1745719" y="1140706"/>
                  </a:lnTo>
                  <a:lnTo>
                    <a:pt x="1745324" y="1142364"/>
                  </a:lnTo>
                  <a:lnTo>
                    <a:pt x="1744586" y="1144114"/>
                  </a:lnTo>
                  <a:lnTo>
                    <a:pt x="1743513" y="1145948"/>
                  </a:lnTo>
                  <a:lnTo>
                    <a:pt x="1742539" y="1148695"/>
                  </a:lnTo>
                  <a:lnTo>
                    <a:pt x="1741664" y="1152354"/>
                  </a:lnTo>
                  <a:lnTo>
                    <a:pt x="1741481" y="1155116"/>
                  </a:lnTo>
                  <a:lnTo>
                    <a:pt x="1741984" y="1156980"/>
                  </a:lnTo>
                  <a:lnTo>
                    <a:pt x="1741504" y="1158647"/>
                  </a:lnTo>
                  <a:lnTo>
                    <a:pt x="1740043" y="1160108"/>
                  </a:lnTo>
                  <a:lnTo>
                    <a:pt x="1738864" y="1162063"/>
                  </a:lnTo>
                  <a:lnTo>
                    <a:pt x="1737974" y="1164505"/>
                  </a:lnTo>
                  <a:lnTo>
                    <a:pt x="1737472" y="1166552"/>
                  </a:lnTo>
                  <a:lnTo>
                    <a:pt x="1737350" y="1168211"/>
                  </a:lnTo>
                  <a:lnTo>
                    <a:pt x="1737479" y="1169451"/>
                  </a:lnTo>
                  <a:lnTo>
                    <a:pt x="1738027" y="1171125"/>
                  </a:lnTo>
                  <a:lnTo>
                    <a:pt x="1737989" y="1171969"/>
                  </a:lnTo>
                  <a:lnTo>
                    <a:pt x="1736407" y="1175644"/>
                  </a:lnTo>
                  <a:lnTo>
                    <a:pt x="1735836" y="1177425"/>
                  </a:lnTo>
                  <a:lnTo>
                    <a:pt x="1735737" y="1178832"/>
                  </a:lnTo>
                  <a:lnTo>
                    <a:pt x="1735341" y="1180217"/>
                  </a:lnTo>
                  <a:lnTo>
                    <a:pt x="1734132" y="1183024"/>
                  </a:lnTo>
                  <a:lnTo>
                    <a:pt x="1733751" y="1184584"/>
                  </a:lnTo>
                  <a:lnTo>
                    <a:pt x="1733683" y="1186015"/>
                  </a:lnTo>
                  <a:lnTo>
                    <a:pt x="1733957" y="1188358"/>
                  </a:lnTo>
                  <a:lnTo>
                    <a:pt x="1733805" y="1189149"/>
                  </a:lnTo>
                  <a:lnTo>
                    <a:pt x="1733873" y="1189750"/>
                  </a:lnTo>
                  <a:lnTo>
                    <a:pt x="1734170" y="1190154"/>
                  </a:lnTo>
                  <a:lnTo>
                    <a:pt x="1734170" y="1190892"/>
                  </a:lnTo>
                  <a:lnTo>
                    <a:pt x="1733858" y="1191964"/>
                  </a:lnTo>
                  <a:lnTo>
                    <a:pt x="1733979" y="1192794"/>
                  </a:lnTo>
                  <a:lnTo>
                    <a:pt x="1734527" y="1193387"/>
                  </a:lnTo>
                  <a:lnTo>
                    <a:pt x="1734877" y="1194521"/>
                  </a:lnTo>
                  <a:lnTo>
                    <a:pt x="1735037" y="1196187"/>
                  </a:lnTo>
                  <a:lnTo>
                    <a:pt x="1735456" y="1197580"/>
                  </a:lnTo>
                  <a:lnTo>
                    <a:pt x="1736133" y="1198690"/>
                  </a:lnTo>
                  <a:lnTo>
                    <a:pt x="1736254" y="1200311"/>
                  </a:lnTo>
                  <a:lnTo>
                    <a:pt x="1735821" y="1202426"/>
                  </a:lnTo>
                  <a:lnTo>
                    <a:pt x="1735600" y="1206398"/>
                  </a:lnTo>
                  <a:lnTo>
                    <a:pt x="1735593" y="1212219"/>
                  </a:lnTo>
                  <a:lnTo>
                    <a:pt x="1735912" y="1215947"/>
                  </a:lnTo>
                  <a:lnTo>
                    <a:pt x="1736566" y="1217598"/>
                  </a:lnTo>
                  <a:lnTo>
                    <a:pt x="1737297" y="1218815"/>
                  </a:lnTo>
                  <a:lnTo>
                    <a:pt x="1738103" y="1219599"/>
                  </a:lnTo>
                  <a:lnTo>
                    <a:pt x="1739032" y="1222003"/>
                  </a:lnTo>
                  <a:lnTo>
                    <a:pt x="1740082" y="1226036"/>
                  </a:lnTo>
                  <a:lnTo>
                    <a:pt x="1741048" y="1228699"/>
                  </a:lnTo>
                  <a:lnTo>
                    <a:pt x="1741946" y="1229992"/>
                  </a:lnTo>
                  <a:lnTo>
                    <a:pt x="1742752" y="1230707"/>
                  </a:lnTo>
                  <a:lnTo>
                    <a:pt x="1743391" y="1231126"/>
                  </a:lnTo>
                  <a:lnTo>
                    <a:pt x="1743863" y="1231187"/>
                  </a:lnTo>
                  <a:lnTo>
                    <a:pt x="1744129" y="1231818"/>
                  </a:lnTo>
                  <a:lnTo>
                    <a:pt x="1745331" y="1232198"/>
                  </a:lnTo>
                  <a:lnTo>
                    <a:pt x="1747530" y="1232358"/>
                  </a:lnTo>
                  <a:lnTo>
                    <a:pt x="1749554" y="1232107"/>
                  </a:lnTo>
                  <a:lnTo>
                    <a:pt x="1751395" y="1231453"/>
                  </a:lnTo>
                  <a:lnTo>
                    <a:pt x="1757254" y="1228060"/>
                  </a:lnTo>
                  <a:lnTo>
                    <a:pt x="1759529" y="1226211"/>
                  </a:lnTo>
                  <a:lnTo>
                    <a:pt x="1760792" y="1224552"/>
                  </a:lnTo>
                  <a:lnTo>
                    <a:pt x="1762017" y="1222368"/>
                  </a:lnTo>
                  <a:lnTo>
                    <a:pt x="1763196" y="1219660"/>
                  </a:lnTo>
                  <a:lnTo>
                    <a:pt x="1765601" y="1215597"/>
                  </a:lnTo>
                  <a:lnTo>
                    <a:pt x="1766772" y="1213139"/>
                  </a:lnTo>
                  <a:lnTo>
                    <a:pt x="1767898" y="1210020"/>
                  </a:lnTo>
                  <a:lnTo>
                    <a:pt x="1768751" y="1206748"/>
                  </a:lnTo>
                  <a:lnTo>
                    <a:pt x="1769321" y="1203316"/>
                  </a:lnTo>
                  <a:lnTo>
                    <a:pt x="1769595" y="1199748"/>
                  </a:lnTo>
                  <a:lnTo>
                    <a:pt x="1769565" y="1196050"/>
                  </a:lnTo>
                  <a:lnTo>
                    <a:pt x="1768986" y="1192322"/>
                  </a:lnTo>
                  <a:lnTo>
                    <a:pt x="1767868" y="1188556"/>
                  </a:lnTo>
                  <a:lnTo>
                    <a:pt x="1767267" y="1186631"/>
                  </a:lnTo>
                  <a:lnTo>
                    <a:pt x="1767031" y="1186121"/>
                  </a:lnTo>
                  <a:lnTo>
                    <a:pt x="1765007" y="1181282"/>
                  </a:lnTo>
                  <a:lnTo>
                    <a:pt x="1762725" y="1174526"/>
                  </a:lnTo>
                  <a:lnTo>
                    <a:pt x="1762755" y="1173947"/>
                  </a:lnTo>
                  <a:lnTo>
                    <a:pt x="1764885" y="1169907"/>
                  </a:lnTo>
                  <a:lnTo>
                    <a:pt x="1764939" y="1169360"/>
                  </a:lnTo>
                  <a:lnTo>
                    <a:pt x="1764710" y="1166073"/>
                  </a:lnTo>
                  <a:lnTo>
                    <a:pt x="1764254" y="1164421"/>
                  </a:lnTo>
                  <a:lnTo>
                    <a:pt x="1763166" y="1162200"/>
                  </a:lnTo>
                  <a:lnTo>
                    <a:pt x="1763204" y="1161637"/>
                  </a:lnTo>
                  <a:lnTo>
                    <a:pt x="1765418" y="1158799"/>
                  </a:lnTo>
                  <a:lnTo>
                    <a:pt x="1766757" y="1156638"/>
                  </a:lnTo>
                  <a:lnTo>
                    <a:pt x="1767975" y="1154013"/>
                  </a:lnTo>
                  <a:lnTo>
                    <a:pt x="1768766" y="1150947"/>
                  </a:lnTo>
                  <a:lnTo>
                    <a:pt x="1769123" y="1147439"/>
                  </a:lnTo>
                  <a:lnTo>
                    <a:pt x="1769116" y="1145096"/>
                  </a:lnTo>
                  <a:lnTo>
                    <a:pt x="1768728" y="1143924"/>
                  </a:lnTo>
                  <a:lnTo>
                    <a:pt x="1768766" y="1143019"/>
                  </a:lnTo>
                  <a:lnTo>
                    <a:pt x="1769230" y="1142387"/>
                  </a:lnTo>
                  <a:lnTo>
                    <a:pt x="1771604" y="1141565"/>
                  </a:lnTo>
                  <a:lnTo>
                    <a:pt x="1772403" y="1140173"/>
                  </a:lnTo>
                  <a:lnTo>
                    <a:pt x="1772570" y="1137723"/>
                  </a:lnTo>
                  <a:lnTo>
                    <a:pt x="1773057" y="1136506"/>
                  </a:lnTo>
                  <a:lnTo>
                    <a:pt x="1773864" y="1136529"/>
                  </a:lnTo>
                  <a:lnTo>
                    <a:pt x="1774609" y="1136026"/>
                  </a:lnTo>
                  <a:lnTo>
                    <a:pt x="1775294" y="1134999"/>
                  </a:lnTo>
                  <a:lnTo>
                    <a:pt x="1776199" y="1134702"/>
                  </a:lnTo>
                  <a:lnTo>
                    <a:pt x="1777326" y="1135151"/>
                  </a:lnTo>
                  <a:lnTo>
                    <a:pt x="1778900" y="1133630"/>
                  </a:lnTo>
                  <a:lnTo>
                    <a:pt x="1780924" y="1130137"/>
                  </a:lnTo>
                  <a:lnTo>
                    <a:pt x="1782476" y="1128182"/>
                  </a:lnTo>
                  <a:lnTo>
                    <a:pt x="1783564" y="1127771"/>
                  </a:lnTo>
                  <a:lnTo>
                    <a:pt x="1783770" y="1128091"/>
                  </a:lnTo>
                  <a:lnTo>
                    <a:pt x="1783100" y="1129133"/>
                  </a:lnTo>
                  <a:lnTo>
                    <a:pt x="1782895" y="1130282"/>
                  </a:lnTo>
                  <a:lnTo>
                    <a:pt x="1783154" y="1131530"/>
                  </a:lnTo>
                  <a:lnTo>
                    <a:pt x="1782925" y="1132739"/>
                  </a:lnTo>
                  <a:lnTo>
                    <a:pt x="1782423" y="1134391"/>
                  </a:lnTo>
                  <a:lnTo>
                    <a:pt x="1782735" y="1134908"/>
                  </a:lnTo>
                  <a:lnTo>
                    <a:pt x="1781868" y="1137563"/>
                  </a:lnTo>
                  <a:lnTo>
                    <a:pt x="1781830" y="1138887"/>
                  </a:lnTo>
                  <a:lnTo>
                    <a:pt x="1782355" y="1139891"/>
                  </a:lnTo>
                  <a:lnTo>
                    <a:pt x="1782979" y="1139542"/>
                  </a:lnTo>
                  <a:lnTo>
                    <a:pt x="1783701" y="1137830"/>
                  </a:lnTo>
                  <a:lnTo>
                    <a:pt x="1783922" y="1136917"/>
                  </a:lnTo>
                  <a:lnTo>
                    <a:pt x="1783625" y="1136802"/>
                  </a:lnTo>
                  <a:lnTo>
                    <a:pt x="1783739" y="1136072"/>
                  </a:lnTo>
                  <a:lnTo>
                    <a:pt x="1784249" y="1134733"/>
                  </a:lnTo>
                  <a:lnTo>
                    <a:pt x="1784706" y="1134094"/>
                  </a:lnTo>
                  <a:lnTo>
                    <a:pt x="1785101" y="1134170"/>
                  </a:lnTo>
                  <a:lnTo>
                    <a:pt x="1785208" y="1134900"/>
                  </a:lnTo>
                  <a:lnTo>
                    <a:pt x="1785033" y="1136293"/>
                  </a:lnTo>
                  <a:lnTo>
                    <a:pt x="1783884" y="1139572"/>
                  </a:lnTo>
                  <a:lnTo>
                    <a:pt x="1783656" y="1140569"/>
                  </a:lnTo>
                  <a:lnTo>
                    <a:pt x="1783915" y="1140850"/>
                  </a:lnTo>
                  <a:lnTo>
                    <a:pt x="1785299" y="1138796"/>
                  </a:lnTo>
                  <a:lnTo>
                    <a:pt x="1786456" y="1135524"/>
                  </a:lnTo>
                  <a:lnTo>
                    <a:pt x="1787338" y="1133013"/>
                  </a:lnTo>
                  <a:lnTo>
                    <a:pt x="1787498" y="1131644"/>
                  </a:lnTo>
                  <a:lnTo>
                    <a:pt x="1787232" y="1128106"/>
                  </a:lnTo>
                  <a:lnTo>
                    <a:pt x="1787285" y="1126653"/>
                  </a:lnTo>
                  <a:lnTo>
                    <a:pt x="1787620" y="1125648"/>
                  </a:lnTo>
                  <a:lnTo>
                    <a:pt x="1788822" y="1124515"/>
                  </a:lnTo>
                  <a:lnTo>
                    <a:pt x="1790884" y="1123251"/>
                  </a:lnTo>
                  <a:lnTo>
                    <a:pt x="1792923" y="1122574"/>
                  </a:lnTo>
                  <a:lnTo>
                    <a:pt x="1794939" y="1122491"/>
                  </a:lnTo>
                  <a:lnTo>
                    <a:pt x="1796347" y="1122148"/>
                  </a:lnTo>
                  <a:lnTo>
                    <a:pt x="1797146" y="1121547"/>
                  </a:lnTo>
                  <a:lnTo>
                    <a:pt x="1796864" y="1121060"/>
                  </a:lnTo>
                  <a:lnTo>
                    <a:pt x="1795510" y="1120703"/>
                  </a:lnTo>
                  <a:lnTo>
                    <a:pt x="1794475" y="1119911"/>
                  </a:lnTo>
                  <a:lnTo>
                    <a:pt x="1793775" y="1118687"/>
                  </a:lnTo>
                  <a:lnTo>
                    <a:pt x="1793539" y="1117279"/>
                  </a:lnTo>
                  <a:lnTo>
                    <a:pt x="1793775" y="1115696"/>
                  </a:lnTo>
                  <a:lnTo>
                    <a:pt x="1794635" y="1114136"/>
                  </a:lnTo>
                  <a:lnTo>
                    <a:pt x="1796126" y="1112607"/>
                  </a:lnTo>
                  <a:lnTo>
                    <a:pt x="1796598" y="1111489"/>
                  </a:lnTo>
                  <a:lnTo>
                    <a:pt x="1796043" y="1110766"/>
                  </a:lnTo>
                  <a:lnTo>
                    <a:pt x="1796682" y="1110507"/>
                  </a:lnTo>
                  <a:lnTo>
                    <a:pt x="1798508" y="1110713"/>
                  </a:lnTo>
                  <a:lnTo>
                    <a:pt x="1799786" y="1110515"/>
                  </a:lnTo>
                  <a:lnTo>
                    <a:pt x="1800509" y="1109914"/>
                  </a:lnTo>
                  <a:lnTo>
                    <a:pt x="1800707" y="1109990"/>
                  </a:lnTo>
                  <a:lnTo>
                    <a:pt x="1802236" y="1110560"/>
                  </a:lnTo>
                  <a:lnTo>
                    <a:pt x="1804967" y="1112440"/>
                  </a:lnTo>
                  <a:lnTo>
                    <a:pt x="1807562" y="1113536"/>
                  </a:lnTo>
                  <a:lnTo>
                    <a:pt x="1810020" y="1113847"/>
                  </a:lnTo>
                  <a:lnTo>
                    <a:pt x="1811815" y="1114509"/>
                  </a:lnTo>
                  <a:lnTo>
                    <a:pt x="1812941" y="1115521"/>
                  </a:lnTo>
                  <a:lnTo>
                    <a:pt x="1813755" y="1116655"/>
                  </a:lnTo>
                  <a:lnTo>
                    <a:pt x="1814250" y="1117910"/>
                  </a:lnTo>
                  <a:lnTo>
                    <a:pt x="1815422" y="1118618"/>
                  </a:lnTo>
                  <a:lnTo>
                    <a:pt x="1817271" y="1118778"/>
                  </a:lnTo>
                  <a:lnTo>
                    <a:pt x="1818724" y="1119310"/>
                  </a:lnTo>
                  <a:lnTo>
                    <a:pt x="1819781" y="1120216"/>
                  </a:lnTo>
                  <a:lnTo>
                    <a:pt x="1825655" y="1122552"/>
                  </a:lnTo>
                  <a:lnTo>
                    <a:pt x="1828113" y="1123784"/>
                  </a:lnTo>
                  <a:lnTo>
                    <a:pt x="1829467" y="1124986"/>
                  </a:lnTo>
                  <a:lnTo>
                    <a:pt x="1829847" y="1125762"/>
                  </a:lnTo>
                  <a:lnTo>
                    <a:pt x="1829733" y="1126523"/>
                  </a:lnTo>
                  <a:lnTo>
                    <a:pt x="1829870" y="1127337"/>
                  </a:lnTo>
                  <a:lnTo>
                    <a:pt x="1830875" y="1128920"/>
                  </a:lnTo>
                  <a:lnTo>
                    <a:pt x="1831255" y="1129064"/>
                  </a:lnTo>
                  <a:lnTo>
                    <a:pt x="1831491" y="1129825"/>
                  </a:lnTo>
                  <a:lnTo>
                    <a:pt x="1831575" y="1131210"/>
                  </a:lnTo>
                  <a:lnTo>
                    <a:pt x="1831871" y="1132138"/>
                  </a:lnTo>
                  <a:lnTo>
                    <a:pt x="1832373" y="1132610"/>
                  </a:lnTo>
                  <a:lnTo>
                    <a:pt x="1832062" y="1132800"/>
                  </a:lnTo>
                  <a:lnTo>
                    <a:pt x="1830251" y="1132002"/>
                  </a:lnTo>
                  <a:lnTo>
                    <a:pt x="1829224" y="1132245"/>
                  </a:lnTo>
                  <a:lnTo>
                    <a:pt x="1828744" y="1133280"/>
                  </a:lnTo>
                  <a:lnTo>
                    <a:pt x="1828668" y="1134261"/>
                  </a:lnTo>
                  <a:lnTo>
                    <a:pt x="1828995" y="1135182"/>
                  </a:lnTo>
                  <a:lnTo>
                    <a:pt x="1831308" y="1137951"/>
                  </a:lnTo>
                  <a:lnTo>
                    <a:pt x="1831909" y="1140477"/>
                  </a:lnTo>
                  <a:lnTo>
                    <a:pt x="1832023" y="1143528"/>
                  </a:lnTo>
                  <a:lnTo>
                    <a:pt x="1831734" y="1144715"/>
                  </a:lnTo>
                  <a:lnTo>
                    <a:pt x="1831491" y="1147325"/>
                  </a:lnTo>
                  <a:lnTo>
                    <a:pt x="1831293" y="1151358"/>
                  </a:lnTo>
                  <a:lnTo>
                    <a:pt x="1831247" y="1152735"/>
                  </a:lnTo>
                  <a:lnTo>
                    <a:pt x="1830487" y="1154081"/>
                  </a:lnTo>
                  <a:lnTo>
                    <a:pt x="1828425" y="1156014"/>
                  </a:lnTo>
                  <a:lnTo>
                    <a:pt x="1828394" y="1155649"/>
                  </a:lnTo>
                  <a:lnTo>
                    <a:pt x="1827900" y="1155550"/>
                  </a:lnTo>
                  <a:lnTo>
                    <a:pt x="1827367" y="1155847"/>
                  </a:lnTo>
                  <a:lnTo>
                    <a:pt x="1826621" y="1157498"/>
                  </a:lnTo>
                  <a:lnTo>
                    <a:pt x="1825982" y="1160511"/>
                  </a:lnTo>
                  <a:lnTo>
                    <a:pt x="1825206" y="1162146"/>
                  </a:lnTo>
                  <a:lnTo>
                    <a:pt x="1824286" y="1162405"/>
                  </a:lnTo>
                  <a:lnTo>
                    <a:pt x="1823730" y="1162839"/>
                  </a:lnTo>
                  <a:lnTo>
                    <a:pt x="1823548" y="1163448"/>
                  </a:lnTo>
                  <a:lnTo>
                    <a:pt x="1822566" y="1163858"/>
                  </a:lnTo>
                  <a:lnTo>
                    <a:pt x="1820778" y="1164072"/>
                  </a:lnTo>
                  <a:lnTo>
                    <a:pt x="1819553" y="1164985"/>
                  </a:lnTo>
                  <a:lnTo>
                    <a:pt x="1818640" y="1167556"/>
                  </a:lnTo>
                  <a:lnTo>
                    <a:pt x="1818678" y="1168789"/>
                  </a:lnTo>
                  <a:lnTo>
                    <a:pt x="1818252" y="1170318"/>
                  </a:lnTo>
                  <a:lnTo>
                    <a:pt x="1818282" y="1171627"/>
                  </a:lnTo>
                  <a:lnTo>
                    <a:pt x="1818762" y="1172715"/>
                  </a:lnTo>
                  <a:lnTo>
                    <a:pt x="1820207" y="1173803"/>
                  </a:lnTo>
                  <a:lnTo>
                    <a:pt x="1822612" y="1174891"/>
                  </a:lnTo>
                  <a:lnTo>
                    <a:pt x="1824050" y="1175058"/>
                  </a:lnTo>
                  <a:lnTo>
                    <a:pt x="1825039" y="1174602"/>
                  </a:lnTo>
                  <a:lnTo>
                    <a:pt x="1826074" y="1172821"/>
                  </a:lnTo>
                  <a:lnTo>
                    <a:pt x="1827078" y="1172121"/>
                  </a:lnTo>
                  <a:lnTo>
                    <a:pt x="1828303" y="1171825"/>
                  </a:lnTo>
                  <a:lnTo>
                    <a:pt x="1828767" y="1171018"/>
                  </a:lnTo>
                  <a:lnTo>
                    <a:pt x="1830783" y="1167450"/>
                  </a:lnTo>
                  <a:lnTo>
                    <a:pt x="1830783" y="1166658"/>
                  </a:lnTo>
                  <a:lnTo>
                    <a:pt x="1830045" y="1166354"/>
                  </a:lnTo>
                  <a:lnTo>
                    <a:pt x="1830152" y="1166133"/>
                  </a:lnTo>
                  <a:lnTo>
                    <a:pt x="1831103" y="1165989"/>
                  </a:lnTo>
                  <a:lnTo>
                    <a:pt x="1831925" y="1165510"/>
                  </a:lnTo>
                  <a:lnTo>
                    <a:pt x="1832625" y="1164688"/>
                  </a:lnTo>
                  <a:lnTo>
                    <a:pt x="1833849" y="1164079"/>
                  </a:lnTo>
                  <a:lnTo>
                    <a:pt x="1836832" y="1163143"/>
                  </a:lnTo>
                  <a:lnTo>
                    <a:pt x="1838430" y="1162078"/>
                  </a:lnTo>
                  <a:lnTo>
                    <a:pt x="1839442" y="1161903"/>
                  </a:lnTo>
                  <a:lnTo>
                    <a:pt x="1840918" y="1162474"/>
                  </a:lnTo>
                  <a:lnTo>
                    <a:pt x="1842851" y="1163782"/>
                  </a:lnTo>
                  <a:lnTo>
                    <a:pt x="1844380" y="1165692"/>
                  </a:lnTo>
                  <a:lnTo>
                    <a:pt x="1845506" y="1168195"/>
                  </a:lnTo>
                  <a:lnTo>
                    <a:pt x="1846929" y="1174670"/>
                  </a:lnTo>
                  <a:lnTo>
                    <a:pt x="1848648" y="1185071"/>
                  </a:lnTo>
                  <a:lnTo>
                    <a:pt x="1849820" y="1190869"/>
                  </a:lnTo>
                  <a:lnTo>
                    <a:pt x="1850451" y="1192101"/>
                  </a:lnTo>
                  <a:lnTo>
                    <a:pt x="1850763" y="1192718"/>
                  </a:lnTo>
                  <a:lnTo>
                    <a:pt x="1849249" y="1200790"/>
                  </a:lnTo>
                  <a:lnTo>
                    <a:pt x="1848032" y="1204115"/>
                  </a:lnTo>
                  <a:lnTo>
                    <a:pt x="1845901" y="1206040"/>
                  </a:lnTo>
                  <a:lnTo>
                    <a:pt x="1843786" y="1207904"/>
                  </a:lnTo>
                  <a:lnTo>
                    <a:pt x="1841146" y="1211024"/>
                  </a:lnTo>
                  <a:lnTo>
                    <a:pt x="1838247" y="1212561"/>
                  </a:lnTo>
                  <a:lnTo>
                    <a:pt x="1836764" y="1213466"/>
                  </a:lnTo>
                  <a:lnTo>
                    <a:pt x="1836444" y="1214052"/>
                  </a:lnTo>
                  <a:lnTo>
                    <a:pt x="1836086" y="1213869"/>
                  </a:lnTo>
                  <a:lnTo>
                    <a:pt x="1835295" y="1215559"/>
                  </a:lnTo>
                  <a:lnTo>
                    <a:pt x="1834588" y="1217895"/>
                  </a:lnTo>
                  <a:lnTo>
                    <a:pt x="1834306" y="1219698"/>
                  </a:lnTo>
                  <a:lnTo>
                    <a:pt x="1834557" y="1220687"/>
                  </a:lnTo>
                  <a:lnTo>
                    <a:pt x="1833956" y="1221318"/>
                  </a:lnTo>
                  <a:lnTo>
                    <a:pt x="1832868" y="1222505"/>
                  </a:lnTo>
                  <a:lnTo>
                    <a:pt x="1832663" y="1222939"/>
                  </a:lnTo>
                  <a:lnTo>
                    <a:pt x="1832739" y="1223631"/>
                  </a:lnTo>
                  <a:lnTo>
                    <a:pt x="1832510" y="1223966"/>
                  </a:lnTo>
                  <a:lnTo>
                    <a:pt x="1831985" y="1223951"/>
                  </a:lnTo>
                  <a:lnTo>
                    <a:pt x="1831582" y="1224286"/>
                  </a:lnTo>
                  <a:lnTo>
                    <a:pt x="1830601" y="1225526"/>
                  </a:lnTo>
                  <a:lnTo>
                    <a:pt x="1828912" y="1228767"/>
                  </a:lnTo>
                  <a:lnTo>
                    <a:pt x="1828592" y="1229444"/>
                  </a:lnTo>
                  <a:lnTo>
                    <a:pt x="1828874" y="1229946"/>
                  </a:lnTo>
                  <a:lnTo>
                    <a:pt x="1830806" y="1230258"/>
                  </a:lnTo>
                  <a:lnTo>
                    <a:pt x="1832122" y="1230852"/>
                  </a:lnTo>
                  <a:lnTo>
                    <a:pt x="1833150" y="1231742"/>
                  </a:lnTo>
                  <a:lnTo>
                    <a:pt x="1836855" y="1233484"/>
                  </a:lnTo>
                  <a:lnTo>
                    <a:pt x="1837989" y="1234565"/>
                  </a:lnTo>
                  <a:lnTo>
                    <a:pt x="1839115" y="1235158"/>
                  </a:lnTo>
                  <a:lnTo>
                    <a:pt x="1840233" y="1235265"/>
                  </a:lnTo>
                  <a:lnTo>
                    <a:pt x="1841002" y="1234922"/>
                  </a:lnTo>
                  <a:lnTo>
                    <a:pt x="1841412" y="1234131"/>
                  </a:lnTo>
                  <a:lnTo>
                    <a:pt x="1841937" y="1234078"/>
                  </a:lnTo>
                  <a:lnTo>
                    <a:pt x="1842577" y="1234763"/>
                  </a:lnTo>
                  <a:lnTo>
                    <a:pt x="1844661" y="1235508"/>
                  </a:lnTo>
                  <a:lnTo>
                    <a:pt x="1844730" y="1235744"/>
                  </a:lnTo>
                  <a:lnTo>
                    <a:pt x="1838947" y="1237038"/>
                  </a:lnTo>
                  <a:lnTo>
                    <a:pt x="1837737" y="1237639"/>
                  </a:lnTo>
                  <a:lnTo>
                    <a:pt x="1839183" y="1238057"/>
                  </a:lnTo>
                  <a:lnTo>
                    <a:pt x="1840644" y="1237958"/>
                  </a:lnTo>
                  <a:lnTo>
                    <a:pt x="1842112" y="1237334"/>
                  </a:lnTo>
                  <a:lnTo>
                    <a:pt x="1843802" y="1237365"/>
                  </a:lnTo>
                  <a:lnTo>
                    <a:pt x="1845285" y="1237662"/>
                  </a:lnTo>
                  <a:lnTo>
                    <a:pt x="1845757" y="1237411"/>
                  </a:lnTo>
                  <a:lnTo>
                    <a:pt x="1845947" y="1237281"/>
                  </a:lnTo>
                  <a:lnTo>
                    <a:pt x="1848473" y="1238978"/>
                  </a:lnTo>
                  <a:lnTo>
                    <a:pt x="1849417" y="1239229"/>
                  </a:lnTo>
                  <a:lnTo>
                    <a:pt x="1850398" y="1239039"/>
                  </a:lnTo>
                  <a:lnTo>
                    <a:pt x="1851410" y="1238399"/>
                  </a:lnTo>
                  <a:lnTo>
                    <a:pt x="1853639" y="1237570"/>
                  </a:lnTo>
                  <a:lnTo>
                    <a:pt x="1857078" y="1236543"/>
                  </a:lnTo>
                  <a:lnTo>
                    <a:pt x="1860388" y="1236125"/>
                  </a:lnTo>
                  <a:lnTo>
                    <a:pt x="1863569" y="1236315"/>
                  </a:lnTo>
                  <a:lnTo>
                    <a:pt x="1865577" y="1236026"/>
                  </a:lnTo>
                  <a:lnTo>
                    <a:pt x="1867418" y="1234960"/>
                  </a:lnTo>
                  <a:lnTo>
                    <a:pt x="1871482" y="1231461"/>
                  </a:lnTo>
                  <a:lnTo>
                    <a:pt x="1876146" y="1228638"/>
                  </a:lnTo>
                  <a:lnTo>
                    <a:pt x="1883823" y="1225130"/>
                  </a:lnTo>
                  <a:lnTo>
                    <a:pt x="1895235" y="1220907"/>
                  </a:lnTo>
                  <a:lnTo>
                    <a:pt x="1897001" y="1219926"/>
                  </a:lnTo>
                  <a:lnTo>
                    <a:pt x="1898789" y="1218960"/>
                  </a:lnTo>
                  <a:lnTo>
                    <a:pt x="1899717" y="1218404"/>
                  </a:lnTo>
                  <a:lnTo>
                    <a:pt x="1900752" y="1217902"/>
                  </a:lnTo>
                  <a:lnTo>
                    <a:pt x="1908695" y="1213474"/>
                  </a:lnTo>
                  <a:lnTo>
                    <a:pt x="1912788" y="1210856"/>
                  </a:lnTo>
                  <a:lnTo>
                    <a:pt x="1914835" y="1208954"/>
                  </a:lnTo>
                  <a:lnTo>
                    <a:pt x="1916996" y="1207372"/>
                  </a:lnTo>
                  <a:lnTo>
                    <a:pt x="1919263" y="1206109"/>
                  </a:lnTo>
                  <a:lnTo>
                    <a:pt x="1921059" y="1204488"/>
                  </a:lnTo>
                  <a:lnTo>
                    <a:pt x="1922390" y="1202510"/>
                  </a:lnTo>
                  <a:lnTo>
                    <a:pt x="1923859" y="1201034"/>
                  </a:lnTo>
                  <a:lnTo>
                    <a:pt x="1925464" y="1200068"/>
                  </a:lnTo>
                  <a:lnTo>
                    <a:pt x="1926332" y="1199048"/>
                  </a:lnTo>
                  <a:lnTo>
                    <a:pt x="1926453" y="1197983"/>
                  </a:lnTo>
                  <a:lnTo>
                    <a:pt x="1926149" y="1196537"/>
                  </a:lnTo>
                  <a:lnTo>
                    <a:pt x="1925434" y="1194719"/>
                  </a:lnTo>
                  <a:lnTo>
                    <a:pt x="1925335" y="1193288"/>
                  </a:lnTo>
                  <a:lnTo>
                    <a:pt x="1925852" y="1192238"/>
                  </a:lnTo>
                  <a:lnTo>
                    <a:pt x="1925966" y="1191531"/>
                  </a:lnTo>
                  <a:lnTo>
                    <a:pt x="1925677" y="1191166"/>
                  </a:lnTo>
                  <a:lnTo>
                    <a:pt x="1922307" y="1190123"/>
                  </a:lnTo>
                  <a:lnTo>
                    <a:pt x="1922451" y="1185102"/>
                  </a:lnTo>
                  <a:lnTo>
                    <a:pt x="1922406" y="1184957"/>
                  </a:lnTo>
                  <a:lnTo>
                    <a:pt x="1922581" y="1184896"/>
                  </a:lnTo>
                  <a:lnTo>
                    <a:pt x="1930349" y="1182667"/>
                  </a:lnTo>
                  <a:lnTo>
                    <a:pt x="1935302" y="1181898"/>
                  </a:lnTo>
                  <a:lnTo>
                    <a:pt x="1941336" y="1181693"/>
                  </a:lnTo>
                  <a:lnTo>
                    <a:pt x="1948526" y="1182796"/>
                  </a:lnTo>
                  <a:lnTo>
                    <a:pt x="1951318" y="1183800"/>
                  </a:lnTo>
                  <a:lnTo>
                    <a:pt x="1953084" y="1185079"/>
                  </a:lnTo>
                  <a:lnTo>
                    <a:pt x="1955122" y="1185421"/>
                  </a:lnTo>
                  <a:lnTo>
                    <a:pt x="1957436" y="1184828"/>
                  </a:lnTo>
                  <a:lnTo>
                    <a:pt x="1960639" y="1184630"/>
                  </a:lnTo>
                  <a:lnTo>
                    <a:pt x="1964740" y="1184828"/>
                  </a:lnTo>
                  <a:lnTo>
                    <a:pt x="1966931" y="1185132"/>
                  </a:lnTo>
                  <a:lnTo>
                    <a:pt x="1967220" y="1185535"/>
                  </a:lnTo>
                  <a:lnTo>
                    <a:pt x="1967502" y="1185414"/>
                  </a:lnTo>
                  <a:lnTo>
                    <a:pt x="1967783" y="1184775"/>
                  </a:lnTo>
                  <a:lnTo>
                    <a:pt x="1968879" y="1184067"/>
                  </a:lnTo>
                  <a:lnTo>
                    <a:pt x="1971953" y="1183009"/>
                  </a:lnTo>
                  <a:lnTo>
                    <a:pt x="1972364" y="1183230"/>
                  </a:lnTo>
                  <a:lnTo>
                    <a:pt x="1972995" y="1182697"/>
                  </a:lnTo>
                  <a:lnTo>
                    <a:pt x="1973847" y="1181404"/>
                  </a:lnTo>
                  <a:lnTo>
                    <a:pt x="1975415" y="1179973"/>
                  </a:lnTo>
                  <a:lnTo>
                    <a:pt x="1977697" y="1178406"/>
                  </a:lnTo>
                  <a:lnTo>
                    <a:pt x="1979759" y="1177592"/>
                  </a:lnTo>
                  <a:lnTo>
                    <a:pt x="1981608" y="1177524"/>
                  </a:lnTo>
                  <a:lnTo>
                    <a:pt x="1982840" y="1177143"/>
                  </a:lnTo>
                  <a:lnTo>
                    <a:pt x="1983464" y="1176435"/>
                  </a:lnTo>
                  <a:lnTo>
                    <a:pt x="1983655" y="1175812"/>
                  </a:lnTo>
                  <a:lnTo>
                    <a:pt x="1983411" y="1175271"/>
                  </a:lnTo>
                  <a:lnTo>
                    <a:pt x="1983518" y="1174670"/>
                  </a:lnTo>
                  <a:lnTo>
                    <a:pt x="1983624" y="1174374"/>
                  </a:lnTo>
                  <a:lnTo>
                    <a:pt x="1983533" y="1174130"/>
                  </a:lnTo>
                  <a:lnTo>
                    <a:pt x="1983312" y="1173620"/>
                  </a:lnTo>
                  <a:lnTo>
                    <a:pt x="1983137" y="1171049"/>
                  </a:lnTo>
                  <a:lnTo>
                    <a:pt x="1982780" y="1169839"/>
                  </a:lnTo>
                  <a:lnTo>
                    <a:pt x="1982277" y="1168941"/>
                  </a:lnTo>
                  <a:lnTo>
                    <a:pt x="1981638" y="1168363"/>
                  </a:lnTo>
                  <a:lnTo>
                    <a:pt x="1981715" y="1167762"/>
                  </a:lnTo>
                  <a:lnTo>
                    <a:pt x="1982825" y="1167016"/>
                  </a:lnTo>
                  <a:lnTo>
                    <a:pt x="1982742" y="1167708"/>
                  </a:lnTo>
                  <a:lnTo>
                    <a:pt x="1983031" y="1167921"/>
                  </a:lnTo>
                  <a:lnTo>
                    <a:pt x="1983548" y="1167602"/>
                  </a:lnTo>
                  <a:lnTo>
                    <a:pt x="1984735" y="1166050"/>
                  </a:lnTo>
                  <a:lnTo>
                    <a:pt x="1984872" y="1165464"/>
                  </a:lnTo>
                  <a:lnTo>
                    <a:pt x="1985679" y="1164863"/>
                  </a:lnTo>
                  <a:lnTo>
                    <a:pt x="1986280" y="1163927"/>
                  </a:lnTo>
                  <a:lnTo>
                    <a:pt x="1985618" y="1163790"/>
                  </a:lnTo>
                  <a:lnTo>
                    <a:pt x="1984043" y="1164072"/>
                  </a:lnTo>
                  <a:lnTo>
                    <a:pt x="1983685" y="1163790"/>
                  </a:lnTo>
                  <a:lnTo>
                    <a:pt x="1984499" y="1162542"/>
                  </a:lnTo>
                  <a:lnTo>
                    <a:pt x="1984347" y="1161835"/>
                  </a:lnTo>
                  <a:lnTo>
                    <a:pt x="1984088" y="1161538"/>
                  </a:lnTo>
                  <a:lnTo>
                    <a:pt x="1983571" y="1161416"/>
                  </a:lnTo>
                  <a:lnTo>
                    <a:pt x="1981798" y="1162512"/>
                  </a:lnTo>
                  <a:lnTo>
                    <a:pt x="1981250" y="1162611"/>
                  </a:lnTo>
                  <a:lnTo>
                    <a:pt x="1981174" y="1162032"/>
                  </a:lnTo>
                  <a:lnTo>
                    <a:pt x="1980261" y="1160747"/>
                  </a:lnTo>
                  <a:lnTo>
                    <a:pt x="1982711" y="1158464"/>
                  </a:lnTo>
                  <a:lnTo>
                    <a:pt x="1991370" y="1152096"/>
                  </a:lnTo>
                  <a:lnTo>
                    <a:pt x="1992252" y="1151129"/>
                  </a:lnTo>
                  <a:lnTo>
                    <a:pt x="1992579" y="1150262"/>
                  </a:lnTo>
                  <a:lnTo>
                    <a:pt x="1992344" y="1149501"/>
                  </a:lnTo>
                  <a:lnTo>
                    <a:pt x="1992100" y="1149311"/>
                  </a:lnTo>
                  <a:lnTo>
                    <a:pt x="1992230" y="1149121"/>
                  </a:lnTo>
                  <a:lnTo>
                    <a:pt x="2000576" y="1140888"/>
                  </a:lnTo>
                  <a:lnTo>
                    <a:pt x="2005316" y="1137076"/>
                  </a:lnTo>
                  <a:lnTo>
                    <a:pt x="2009227" y="1134946"/>
                  </a:lnTo>
                  <a:lnTo>
                    <a:pt x="2012210" y="1133934"/>
                  </a:lnTo>
                  <a:lnTo>
                    <a:pt x="2014226" y="1134078"/>
                  </a:lnTo>
                  <a:lnTo>
                    <a:pt x="2015367" y="1133934"/>
                  </a:lnTo>
                  <a:lnTo>
                    <a:pt x="2016341" y="1133934"/>
                  </a:lnTo>
                  <a:lnTo>
                    <a:pt x="2021309" y="1133926"/>
                  </a:lnTo>
                  <a:lnTo>
                    <a:pt x="2030196" y="1133911"/>
                  </a:lnTo>
                  <a:lnTo>
                    <a:pt x="2039083" y="1133904"/>
                  </a:lnTo>
                  <a:lnTo>
                    <a:pt x="2047970" y="1133888"/>
                  </a:lnTo>
                  <a:lnTo>
                    <a:pt x="2056849" y="1133873"/>
                  </a:lnTo>
                  <a:lnTo>
                    <a:pt x="2065736" y="1133858"/>
                  </a:lnTo>
                  <a:lnTo>
                    <a:pt x="2074623" y="1133843"/>
                  </a:lnTo>
                  <a:lnTo>
                    <a:pt x="2083502" y="1133827"/>
                  </a:lnTo>
                  <a:lnTo>
                    <a:pt x="2085610" y="1128014"/>
                  </a:lnTo>
                  <a:lnTo>
                    <a:pt x="2087565" y="1125298"/>
                  </a:lnTo>
                  <a:lnTo>
                    <a:pt x="2090251" y="1126196"/>
                  </a:lnTo>
                  <a:lnTo>
                    <a:pt x="2091681" y="1126120"/>
                  </a:lnTo>
                  <a:lnTo>
                    <a:pt x="2093271" y="1124720"/>
                  </a:lnTo>
                  <a:lnTo>
                    <a:pt x="2094557" y="1123868"/>
                  </a:lnTo>
                  <a:lnTo>
                    <a:pt x="2095402" y="1123997"/>
                  </a:lnTo>
                  <a:lnTo>
                    <a:pt x="2096124" y="1125276"/>
                  </a:lnTo>
                  <a:lnTo>
                    <a:pt x="2096726" y="1126128"/>
                  </a:lnTo>
                  <a:lnTo>
                    <a:pt x="2097433" y="1125876"/>
                  </a:lnTo>
                  <a:lnTo>
                    <a:pt x="2098034" y="1124667"/>
                  </a:lnTo>
                  <a:lnTo>
                    <a:pt x="2098011" y="1122985"/>
                  </a:lnTo>
                  <a:lnTo>
                    <a:pt x="2098833" y="1121814"/>
                  </a:lnTo>
                  <a:lnTo>
                    <a:pt x="2099815" y="1121639"/>
                  </a:lnTo>
                  <a:lnTo>
                    <a:pt x="2100720" y="1121677"/>
                  </a:lnTo>
                  <a:lnTo>
                    <a:pt x="2101177" y="1121106"/>
                  </a:lnTo>
                  <a:lnTo>
                    <a:pt x="2101123" y="1120292"/>
                  </a:lnTo>
                  <a:lnTo>
                    <a:pt x="2100804" y="1118968"/>
                  </a:lnTo>
                  <a:lnTo>
                    <a:pt x="2100918" y="1117378"/>
                  </a:lnTo>
                  <a:lnTo>
                    <a:pt x="2103178" y="1114555"/>
                  </a:lnTo>
                  <a:lnTo>
                    <a:pt x="2105947" y="1112645"/>
                  </a:lnTo>
                  <a:lnTo>
                    <a:pt x="2106913" y="1111687"/>
                  </a:lnTo>
                  <a:lnTo>
                    <a:pt x="2107195" y="1109746"/>
                  </a:lnTo>
                  <a:lnTo>
                    <a:pt x="2108785" y="1107730"/>
                  </a:lnTo>
                  <a:lnTo>
                    <a:pt x="2109577" y="1106566"/>
                  </a:lnTo>
                  <a:lnTo>
                    <a:pt x="2109767" y="1105554"/>
                  </a:lnTo>
                  <a:lnTo>
                    <a:pt x="2109356" y="1104306"/>
                  </a:lnTo>
                  <a:lnTo>
                    <a:pt x="2109394" y="1101925"/>
                  </a:lnTo>
                  <a:lnTo>
                    <a:pt x="2109942" y="1099079"/>
                  </a:lnTo>
                  <a:lnTo>
                    <a:pt x="2110596" y="1095975"/>
                  </a:lnTo>
                  <a:lnTo>
                    <a:pt x="2112057" y="1093175"/>
                  </a:lnTo>
                  <a:lnTo>
                    <a:pt x="2114454" y="1090116"/>
                  </a:lnTo>
                  <a:lnTo>
                    <a:pt x="2115077" y="1086084"/>
                  </a:lnTo>
                  <a:lnTo>
                    <a:pt x="2115724" y="1081823"/>
                  </a:lnTo>
                  <a:lnTo>
                    <a:pt x="2118631" y="1077661"/>
                  </a:lnTo>
                  <a:lnTo>
                    <a:pt x="2121925" y="1072921"/>
                  </a:lnTo>
                  <a:lnTo>
                    <a:pt x="2123805" y="1070220"/>
                  </a:lnTo>
                  <a:lnTo>
                    <a:pt x="2127183" y="1065297"/>
                  </a:lnTo>
                  <a:lnTo>
                    <a:pt x="2129587" y="1061782"/>
                  </a:lnTo>
                  <a:lnTo>
                    <a:pt x="2130797" y="1060169"/>
                  </a:lnTo>
                  <a:lnTo>
                    <a:pt x="2132060" y="1058252"/>
                  </a:lnTo>
                  <a:lnTo>
                    <a:pt x="2134122" y="1058830"/>
                  </a:lnTo>
                  <a:lnTo>
                    <a:pt x="2136176" y="1059400"/>
                  </a:lnTo>
                  <a:lnTo>
                    <a:pt x="2135872" y="1062185"/>
                  </a:lnTo>
                  <a:lnTo>
                    <a:pt x="2136207" y="1064209"/>
                  </a:lnTo>
                  <a:lnTo>
                    <a:pt x="2137180" y="1065373"/>
                  </a:lnTo>
                  <a:lnTo>
                    <a:pt x="2138588" y="1066165"/>
                  </a:lnTo>
                  <a:lnTo>
                    <a:pt x="2139653" y="1066431"/>
                  </a:lnTo>
                  <a:lnTo>
                    <a:pt x="2140908" y="1066416"/>
                  </a:lnTo>
                  <a:lnTo>
                    <a:pt x="2144332" y="1064841"/>
                  </a:lnTo>
                  <a:lnTo>
                    <a:pt x="2148350" y="1063821"/>
                  </a:lnTo>
                  <a:lnTo>
                    <a:pt x="2150564" y="1062870"/>
                  </a:lnTo>
                  <a:lnTo>
                    <a:pt x="2150967" y="1061980"/>
                  </a:lnTo>
                  <a:lnTo>
                    <a:pt x="2151971" y="1061668"/>
                  </a:lnTo>
                  <a:lnTo>
                    <a:pt x="2153577" y="1061934"/>
                  </a:lnTo>
                  <a:lnTo>
                    <a:pt x="2156544" y="1064163"/>
                  </a:lnTo>
                  <a:lnTo>
                    <a:pt x="2160006" y="1067527"/>
                  </a:lnTo>
                  <a:lnTo>
                    <a:pt x="2162738" y="1070182"/>
                  </a:lnTo>
                  <a:lnTo>
                    <a:pt x="2162821" y="1074778"/>
                  </a:lnTo>
                  <a:lnTo>
                    <a:pt x="2162875" y="1079632"/>
                  </a:lnTo>
                  <a:lnTo>
                    <a:pt x="2162928" y="1084729"/>
                  </a:lnTo>
                  <a:lnTo>
                    <a:pt x="2162966" y="1088359"/>
                  </a:lnTo>
                  <a:lnTo>
                    <a:pt x="2163034" y="1093335"/>
                  </a:lnTo>
                  <a:lnTo>
                    <a:pt x="2163088" y="1097276"/>
                  </a:lnTo>
                  <a:lnTo>
                    <a:pt x="2163156" y="1102412"/>
                  </a:lnTo>
                  <a:lnTo>
                    <a:pt x="2163194" y="1105151"/>
                  </a:lnTo>
                  <a:lnTo>
                    <a:pt x="2163567" y="1105942"/>
                  </a:lnTo>
                  <a:lnTo>
                    <a:pt x="2163339" y="1107015"/>
                  </a:lnTo>
                  <a:lnTo>
                    <a:pt x="2163240" y="1107555"/>
                  </a:lnTo>
                  <a:lnTo>
                    <a:pt x="2163263" y="1107989"/>
                  </a:lnTo>
                  <a:lnTo>
                    <a:pt x="2163415" y="1108529"/>
                  </a:lnTo>
                  <a:lnTo>
                    <a:pt x="2163392" y="1109282"/>
                  </a:lnTo>
                  <a:lnTo>
                    <a:pt x="2163042" y="1109959"/>
                  </a:lnTo>
                  <a:lnTo>
                    <a:pt x="2162867" y="1110751"/>
                  </a:lnTo>
                  <a:lnTo>
                    <a:pt x="2162821" y="1112036"/>
                  </a:lnTo>
                  <a:lnTo>
                    <a:pt x="2163194" y="1112828"/>
                  </a:lnTo>
                  <a:lnTo>
                    <a:pt x="2163818" y="1113292"/>
                  </a:lnTo>
                  <a:lnTo>
                    <a:pt x="2164343" y="1113292"/>
                  </a:lnTo>
                  <a:lnTo>
                    <a:pt x="2165020" y="1113756"/>
                  </a:lnTo>
                  <a:lnTo>
                    <a:pt x="2165895" y="1114578"/>
                  </a:lnTo>
                  <a:lnTo>
                    <a:pt x="2167227" y="1115293"/>
                  </a:lnTo>
                  <a:lnTo>
                    <a:pt x="2168604" y="1115544"/>
                  </a:lnTo>
                  <a:lnTo>
                    <a:pt x="2169555" y="1115369"/>
                  </a:lnTo>
                  <a:lnTo>
                    <a:pt x="2170704" y="1115833"/>
                  </a:lnTo>
                  <a:lnTo>
                    <a:pt x="2171107" y="1116975"/>
                  </a:lnTo>
                  <a:lnTo>
                    <a:pt x="2170879" y="1118047"/>
                  </a:lnTo>
                  <a:lnTo>
                    <a:pt x="2170232" y="1118550"/>
                  </a:lnTo>
                  <a:lnTo>
                    <a:pt x="2169532" y="1118938"/>
                  </a:lnTo>
                  <a:lnTo>
                    <a:pt x="2169403" y="1119759"/>
                  </a:lnTo>
                  <a:lnTo>
                    <a:pt x="2169753" y="1120611"/>
                  </a:lnTo>
                  <a:lnTo>
                    <a:pt x="2170255" y="1121357"/>
                  </a:lnTo>
                  <a:lnTo>
                    <a:pt x="2170803" y="1122666"/>
                  </a:lnTo>
                  <a:lnTo>
                    <a:pt x="2170574" y="1123807"/>
                  </a:lnTo>
                  <a:lnTo>
                    <a:pt x="2170072" y="1124766"/>
                  </a:lnTo>
                  <a:lnTo>
                    <a:pt x="2169852" y="1125755"/>
                  </a:lnTo>
                  <a:lnTo>
                    <a:pt x="2170278" y="1126607"/>
                  </a:lnTo>
                  <a:lnTo>
                    <a:pt x="2171404" y="1127741"/>
                  </a:lnTo>
                  <a:lnTo>
                    <a:pt x="2172104" y="1128836"/>
                  </a:lnTo>
                  <a:lnTo>
                    <a:pt x="2173207" y="1129437"/>
                  </a:lnTo>
                  <a:lnTo>
                    <a:pt x="2173732" y="1129011"/>
                  </a:lnTo>
                  <a:lnTo>
                    <a:pt x="2174158" y="1128441"/>
                  </a:lnTo>
                  <a:lnTo>
                    <a:pt x="2174607" y="1128014"/>
                  </a:lnTo>
                  <a:lnTo>
                    <a:pt x="2175383" y="1128266"/>
                  </a:lnTo>
                  <a:lnTo>
                    <a:pt x="2176289" y="1128585"/>
                  </a:lnTo>
                  <a:lnTo>
                    <a:pt x="2177270" y="1128966"/>
                  </a:lnTo>
                  <a:lnTo>
                    <a:pt x="2177148" y="1129886"/>
                  </a:lnTo>
                  <a:lnTo>
                    <a:pt x="2177749" y="1131431"/>
                  </a:lnTo>
                  <a:lnTo>
                    <a:pt x="2178213" y="1134398"/>
                  </a:lnTo>
                  <a:lnTo>
                    <a:pt x="2177498" y="1135745"/>
                  </a:lnTo>
                  <a:lnTo>
                    <a:pt x="2177650" y="1137525"/>
                  </a:lnTo>
                  <a:lnTo>
                    <a:pt x="2179629" y="1138043"/>
                  </a:lnTo>
                  <a:lnTo>
                    <a:pt x="2180108" y="1138591"/>
                  </a:lnTo>
                  <a:lnTo>
                    <a:pt x="2180199" y="1139245"/>
                  </a:lnTo>
                  <a:lnTo>
                    <a:pt x="2175839" y="1143802"/>
                  </a:lnTo>
                  <a:lnTo>
                    <a:pt x="2172149" y="1143171"/>
                  </a:lnTo>
                  <a:lnTo>
                    <a:pt x="2170148" y="1144381"/>
                  </a:lnTo>
                  <a:lnTo>
                    <a:pt x="2168056" y="1144731"/>
                  </a:lnTo>
                  <a:lnTo>
                    <a:pt x="2167135" y="1146762"/>
                  </a:lnTo>
                  <a:lnTo>
                    <a:pt x="2165986" y="1147196"/>
                  </a:lnTo>
                  <a:lnTo>
                    <a:pt x="2164411" y="1147074"/>
                  </a:lnTo>
                  <a:lnTo>
                    <a:pt x="2163049" y="1146503"/>
                  </a:lnTo>
                  <a:lnTo>
                    <a:pt x="2162015" y="1146785"/>
                  </a:lnTo>
                  <a:lnTo>
                    <a:pt x="2160561" y="1150445"/>
                  </a:lnTo>
                  <a:lnTo>
                    <a:pt x="2159374" y="1150125"/>
                  </a:lnTo>
                  <a:lnTo>
                    <a:pt x="2158903" y="1151441"/>
                  </a:lnTo>
                  <a:lnTo>
                    <a:pt x="2158279" y="1152019"/>
                  </a:lnTo>
                  <a:lnTo>
                    <a:pt x="2157366" y="1152506"/>
                  </a:lnTo>
                  <a:lnTo>
                    <a:pt x="2156575" y="1150886"/>
                  </a:lnTo>
                  <a:lnTo>
                    <a:pt x="2156072" y="1149341"/>
                  </a:lnTo>
                  <a:lnTo>
                    <a:pt x="2155327" y="1149007"/>
                  </a:lnTo>
                  <a:lnTo>
                    <a:pt x="2154338" y="1148611"/>
                  </a:lnTo>
                  <a:lnTo>
                    <a:pt x="2153326" y="1148626"/>
                  </a:lnTo>
                  <a:lnTo>
                    <a:pt x="2152648" y="1148847"/>
                  </a:lnTo>
                  <a:lnTo>
                    <a:pt x="2151804" y="1149844"/>
                  </a:lnTo>
                  <a:lnTo>
                    <a:pt x="2150587" y="1150703"/>
                  </a:lnTo>
                  <a:lnTo>
                    <a:pt x="2149666" y="1149988"/>
                  </a:lnTo>
                  <a:lnTo>
                    <a:pt x="2148943" y="1148839"/>
                  </a:lnTo>
                  <a:lnTo>
                    <a:pt x="2148327" y="1150688"/>
                  </a:lnTo>
                  <a:lnTo>
                    <a:pt x="2147429" y="1152636"/>
                  </a:lnTo>
                  <a:lnTo>
                    <a:pt x="2147581" y="1154903"/>
                  </a:lnTo>
                  <a:lnTo>
                    <a:pt x="2147193" y="1156250"/>
                  </a:lnTo>
                  <a:lnTo>
                    <a:pt x="2146341" y="1155892"/>
                  </a:lnTo>
                  <a:lnTo>
                    <a:pt x="2145497" y="1154713"/>
                  </a:lnTo>
                  <a:lnTo>
                    <a:pt x="2143123" y="1153770"/>
                  </a:lnTo>
                  <a:lnTo>
                    <a:pt x="2141228" y="1153853"/>
                  </a:lnTo>
                  <a:lnTo>
                    <a:pt x="2141616" y="1152590"/>
                  </a:lnTo>
                  <a:lnTo>
                    <a:pt x="2143404" y="1150779"/>
                  </a:lnTo>
                  <a:lnTo>
                    <a:pt x="2142849" y="1150429"/>
                  </a:lnTo>
                  <a:lnTo>
                    <a:pt x="2141974" y="1150680"/>
                  </a:lnTo>
                  <a:lnTo>
                    <a:pt x="2141593" y="1150429"/>
                  </a:lnTo>
                  <a:lnTo>
                    <a:pt x="2142225" y="1148778"/>
                  </a:lnTo>
                  <a:lnTo>
                    <a:pt x="2142286" y="1146960"/>
                  </a:lnTo>
                  <a:lnTo>
                    <a:pt x="2141487" y="1147591"/>
                  </a:lnTo>
                  <a:lnTo>
                    <a:pt x="2140482" y="1149509"/>
                  </a:lnTo>
                  <a:lnTo>
                    <a:pt x="2138048" y="1151038"/>
                  </a:lnTo>
                  <a:lnTo>
                    <a:pt x="2138162" y="1153594"/>
                  </a:lnTo>
                  <a:lnTo>
                    <a:pt x="2135872" y="1158814"/>
                  </a:lnTo>
                  <a:lnTo>
                    <a:pt x="2135765" y="1161036"/>
                  </a:lnTo>
                  <a:lnTo>
                    <a:pt x="2134297" y="1162801"/>
                  </a:lnTo>
                  <a:lnTo>
                    <a:pt x="2132395" y="1164323"/>
                  </a:lnTo>
                  <a:lnTo>
                    <a:pt x="2129861" y="1163896"/>
                  </a:lnTo>
                  <a:lnTo>
                    <a:pt x="2127928" y="1165213"/>
                  </a:lnTo>
                  <a:lnTo>
                    <a:pt x="2126947" y="1166727"/>
                  </a:lnTo>
                  <a:lnTo>
                    <a:pt x="2126095" y="1166955"/>
                  </a:lnTo>
                  <a:lnTo>
                    <a:pt x="2125653" y="1165030"/>
                  </a:lnTo>
                  <a:lnTo>
                    <a:pt x="2125334" y="1164437"/>
                  </a:lnTo>
                  <a:lnTo>
                    <a:pt x="2124619" y="1167282"/>
                  </a:lnTo>
                  <a:lnTo>
                    <a:pt x="2123896" y="1167457"/>
                  </a:lnTo>
                  <a:lnTo>
                    <a:pt x="2123622" y="1165441"/>
                  </a:lnTo>
                  <a:lnTo>
                    <a:pt x="2123280" y="1164110"/>
                  </a:lnTo>
                  <a:lnTo>
                    <a:pt x="2122290" y="1165259"/>
                  </a:lnTo>
                  <a:lnTo>
                    <a:pt x="2121636" y="1168302"/>
                  </a:lnTo>
                  <a:lnTo>
                    <a:pt x="2120951" y="1168043"/>
                  </a:lnTo>
                  <a:lnTo>
                    <a:pt x="2120731" y="1166917"/>
                  </a:lnTo>
                  <a:lnTo>
                    <a:pt x="2120236" y="1166575"/>
                  </a:lnTo>
                  <a:lnTo>
                    <a:pt x="2120069" y="1167868"/>
                  </a:lnTo>
                  <a:lnTo>
                    <a:pt x="2120312" y="1169687"/>
                  </a:lnTo>
                  <a:lnTo>
                    <a:pt x="2119955" y="1170653"/>
                  </a:lnTo>
                  <a:lnTo>
                    <a:pt x="2119270" y="1170136"/>
                  </a:lnTo>
                  <a:lnTo>
                    <a:pt x="2118585" y="1169261"/>
                  </a:lnTo>
                  <a:lnTo>
                    <a:pt x="2117451" y="1169922"/>
                  </a:lnTo>
                  <a:lnTo>
                    <a:pt x="2116409" y="1170189"/>
                  </a:lnTo>
                  <a:lnTo>
                    <a:pt x="2116409" y="1169298"/>
                  </a:lnTo>
                  <a:lnTo>
                    <a:pt x="2116607" y="1168203"/>
                  </a:lnTo>
                  <a:lnTo>
                    <a:pt x="2114537" y="1168804"/>
                  </a:lnTo>
                  <a:lnTo>
                    <a:pt x="2112049" y="1170820"/>
                  </a:lnTo>
                  <a:lnTo>
                    <a:pt x="2110117" y="1173605"/>
                  </a:lnTo>
                  <a:lnTo>
                    <a:pt x="2110786" y="1174069"/>
                  </a:lnTo>
                  <a:lnTo>
                    <a:pt x="2111540" y="1174952"/>
                  </a:lnTo>
                  <a:lnTo>
                    <a:pt x="2108184" y="1179235"/>
                  </a:lnTo>
                  <a:lnTo>
                    <a:pt x="2104745" y="1183085"/>
                  </a:lnTo>
                  <a:lnTo>
                    <a:pt x="2102150" y="1189347"/>
                  </a:lnTo>
                  <a:lnTo>
                    <a:pt x="2101108" y="1190078"/>
                  </a:lnTo>
                  <a:lnTo>
                    <a:pt x="2100210" y="1191219"/>
                  </a:lnTo>
                  <a:lnTo>
                    <a:pt x="2099259" y="1194985"/>
                  </a:lnTo>
                  <a:lnTo>
                    <a:pt x="2098164" y="1198325"/>
                  </a:lnTo>
                  <a:lnTo>
                    <a:pt x="2098780" y="1199817"/>
                  </a:lnTo>
                  <a:lnTo>
                    <a:pt x="2099183" y="1201346"/>
                  </a:lnTo>
                  <a:lnTo>
                    <a:pt x="2100157" y="1202852"/>
                  </a:lnTo>
                  <a:lnTo>
                    <a:pt x="2100986" y="1202989"/>
                  </a:lnTo>
                  <a:lnTo>
                    <a:pt x="2101884" y="1202715"/>
                  </a:lnTo>
                  <a:lnTo>
                    <a:pt x="2102538" y="1202776"/>
                  </a:lnTo>
                  <a:lnTo>
                    <a:pt x="2102965" y="1203415"/>
                  </a:lnTo>
                  <a:lnTo>
                    <a:pt x="2102782" y="1204184"/>
                  </a:lnTo>
                  <a:lnTo>
                    <a:pt x="2101747" y="1204374"/>
                  </a:lnTo>
                  <a:lnTo>
                    <a:pt x="2099815" y="1205713"/>
                  </a:lnTo>
                  <a:lnTo>
                    <a:pt x="2098118" y="1206230"/>
                  </a:lnTo>
                  <a:lnTo>
                    <a:pt x="2097273" y="1207844"/>
                  </a:lnTo>
                  <a:lnTo>
                    <a:pt x="2096003" y="1209708"/>
                  </a:lnTo>
                  <a:lnTo>
                    <a:pt x="2093530" y="1212614"/>
                  </a:lnTo>
                  <a:lnTo>
                    <a:pt x="2094588" y="1213512"/>
                  </a:lnTo>
                  <a:lnTo>
                    <a:pt x="2098400" y="1214516"/>
                  </a:lnTo>
                  <a:lnTo>
                    <a:pt x="2100104" y="1215551"/>
                  </a:lnTo>
                  <a:lnTo>
                    <a:pt x="2102675" y="1220953"/>
                  </a:lnTo>
                  <a:lnTo>
                    <a:pt x="2102090" y="1221493"/>
                  </a:lnTo>
                  <a:lnTo>
                    <a:pt x="2101854" y="1222482"/>
                  </a:lnTo>
                  <a:lnTo>
                    <a:pt x="2104144" y="1223867"/>
                  </a:lnTo>
                  <a:lnTo>
                    <a:pt x="2104874" y="1227732"/>
                  </a:lnTo>
                  <a:lnTo>
                    <a:pt x="2106754" y="1229049"/>
                  </a:lnTo>
                  <a:lnTo>
                    <a:pt x="2109554" y="1229855"/>
                  </a:lnTo>
                  <a:lnTo>
                    <a:pt x="2112985" y="1228691"/>
                  </a:lnTo>
                  <a:lnTo>
                    <a:pt x="2115838" y="1227086"/>
                  </a:lnTo>
                  <a:lnTo>
                    <a:pt x="2115739" y="1225769"/>
                  </a:lnTo>
                  <a:lnTo>
                    <a:pt x="2113944" y="1222695"/>
                  </a:lnTo>
                  <a:lnTo>
                    <a:pt x="2113510" y="1221257"/>
                  </a:lnTo>
                  <a:lnTo>
                    <a:pt x="2112179" y="1220322"/>
                  </a:lnTo>
                  <a:lnTo>
                    <a:pt x="2111677" y="1221113"/>
                  </a:lnTo>
                  <a:lnTo>
                    <a:pt x="2110817" y="1220086"/>
                  </a:lnTo>
                  <a:lnTo>
                    <a:pt x="2110718" y="1219507"/>
                  </a:lnTo>
                  <a:lnTo>
                    <a:pt x="2111517" y="1219226"/>
                  </a:lnTo>
                  <a:lnTo>
                    <a:pt x="2112453" y="1219340"/>
                  </a:lnTo>
                  <a:lnTo>
                    <a:pt x="2113541" y="1219880"/>
                  </a:lnTo>
                  <a:lnTo>
                    <a:pt x="2116341" y="1223236"/>
                  </a:lnTo>
                  <a:lnTo>
                    <a:pt x="2117117" y="1227618"/>
                  </a:lnTo>
                  <a:lnTo>
                    <a:pt x="2117284" y="1230395"/>
                  </a:lnTo>
                  <a:lnTo>
                    <a:pt x="2116965" y="1231346"/>
                  </a:lnTo>
                  <a:lnTo>
                    <a:pt x="2116150" y="1231148"/>
                  </a:lnTo>
                  <a:lnTo>
                    <a:pt x="2114598" y="1231339"/>
                  </a:lnTo>
                  <a:lnTo>
                    <a:pt x="2107225" y="1232777"/>
                  </a:lnTo>
                  <a:lnTo>
                    <a:pt x="2105590" y="1234040"/>
                  </a:lnTo>
                  <a:lnTo>
                    <a:pt x="2101839" y="1235409"/>
                  </a:lnTo>
                  <a:lnTo>
                    <a:pt x="2101603" y="1234724"/>
                  </a:lnTo>
                  <a:lnTo>
                    <a:pt x="2101877" y="1233309"/>
                  </a:lnTo>
                  <a:lnTo>
                    <a:pt x="2101641" y="1230403"/>
                  </a:lnTo>
                  <a:lnTo>
                    <a:pt x="2100903" y="1230266"/>
                  </a:lnTo>
                  <a:lnTo>
                    <a:pt x="2095067" y="1235006"/>
                  </a:lnTo>
                  <a:lnTo>
                    <a:pt x="2092815" y="1235303"/>
                  </a:lnTo>
                  <a:lnTo>
                    <a:pt x="2090920" y="1236688"/>
                  </a:lnTo>
                  <a:lnTo>
                    <a:pt x="2090494" y="1235919"/>
                  </a:lnTo>
                  <a:lnTo>
                    <a:pt x="2090159" y="1232374"/>
                  </a:lnTo>
                  <a:lnTo>
                    <a:pt x="2091346" y="1229391"/>
                  </a:lnTo>
                  <a:lnTo>
                    <a:pt x="2090715" y="1229437"/>
                  </a:lnTo>
                  <a:lnTo>
                    <a:pt x="2088737" y="1231225"/>
                  </a:lnTo>
                  <a:lnTo>
                    <a:pt x="2087892" y="1230121"/>
                  </a:lnTo>
                  <a:lnTo>
                    <a:pt x="2087466" y="1228912"/>
                  </a:lnTo>
                  <a:lnTo>
                    <a:pt x="2086857" y="1228227"/>
                  </a:lnTo>
                  <a:lnTo>
                    <a:pt x="2086195" y="1227968"/>
                  </a:lnTo>
                  <a:lnTo>
                    <a:pt x="2086766" y="1230608"/>
                  </a:lnTo>
                  <a:lnTo>
                    <a:pt x="2085419" y="1232587"/>
                  </a:lnTo>
                  <a:lnTo>
                    <a:pt x="2085054" y="1237692"/>
                  </a:lnTo>
                  <a:lnTo>
                    <a:pt x="2083365" y="1239807"/>
                  </a:lnTo>
                  <a:lnTo>
                    <a:pt x="2078100" y="1241169"/>
                  </a:lnTo>
                  <a:lnTo>
                    <a:pt x="2074668" y="1240880"/>
                  </a:lnTo>
                  <a:lnTo>
                    <a:pt x="2071594" y="1241306"/>
                  </a:lnTo>
                  <a:lnTo>
                    <a:pt x="2067509" y="1242280"/>
                  </a:lnTo>
                  <a:lnTo>
                    <a:pt x="2065249" y="1241702"/>
                  </a:lnTo>
                  <a:lnTo>
                    <a:pt x="2062936" y="1242729"/>
                  </a:lnTo>
                  <a:lnTo>
                    <a:pt x="2055084" y="1243010"/>
                  </a:lnTo>
                  <a:lnTo>
                    <a:pt x="2053425" y="1242462"/>
                  </a:lnTo>
                  <a:lnTo>
                    <a:pt x="2051310" y="1244403"/>
                  </a:lnTo>
                  <a:lnTo>
                    <a:pt x="2047924" y="1245551"/>
                  </a:lnTo>
                  <a:lnTo>
                    <a:pt x="2039365" y="1249896"/>
                  </a:lnTo>
                  <a:lnTo>
                    <a:pt x="2037478" y="1251479"/>
                  </a:lnTo>
                  <a:lnTo>
                    <a:pt x="2035180" y="1253936"/>
                  </a:lnTo>
                  <a:lnTo>
                    <a:pt x="2033635" y="1255260"/>
                  </a:lnTo>
                  <a:lnTo>
                    <a:pt x="2032365" y="1255694"/>
                  </a:lnTo>
                  <a:lnTo>
                    <a:pt x="2031581" y="1256797"/>
                  </a:lnTo>
                  <a:lnTo>
                    <a:pt x="2030729" y="1257512"/>
                  </a:lnTo>
                  <a:lnTo>
                    <a:pt x="2031551" y="1255062"/>
                  </a:lnTo>
                  <a:lnTo>
                    <a:pt x="2032441" y="1252993"/>
                  </a:lnTo>
                  <a:lnTo>
                    <a:pt x="2033186" y="1248968"/>
                  </a:lnTo>
                  <a:lnTo>
                    <a:pt x="2032966" y="1245711"/>
                  </a:lnTo>
                  <a:lnTo>
                    <a:pt x="2032045" y="1244372"/>
                  </a:lnTo>
                  <a:lnTo>
                    <a:pt x="2031094" y="1243475"/>
                  </a:lnTo>
                  <a:lnTo>
                    <a:pt x="2032205" y="1246693"/>
                  </a:lnTo>
                  <a:lnTo>
                    <a:pt x="2032387" y="1250634"/>
                  </a:lnTo>
                  <a:lnTo>
                    <a:pt x="2031999" y="1252939"/>
                  </a:lnTo>
                  <a:lnTo>
                    <a:pt x="2029899" y="1257375"/>
                  </a:lnTo>
                  <a:lnTo>
                    <a:pt x="2029009" y="1258402"/>
                  </a:lnTo>
                  <a:lnTo>
                    <a:pt x="2027967" y="1259316"/>
                  </a:lnTo>
                  <a:lnTo>
                    <a:pt x="2027176" y="1259704"/>
                  </a:lnTo>
                  <a:lnTo>
                    <a:pt x="2026445" y="1260411"/>
                  </a:lnTo>
                  <a:lnTo>
                    <a:pt x="2025601" y="1261530"/>
                  </a:lnTo>
                  <a:lnTo>
                    <a:pt x="2024802" y="1263751"/>
                  </a:lnTo>
                  <a:lnTo>
                    <a:pt x="2025289" y="1265775"/>
                  </a:lnTo>
                  <a:lnTo>
                    <a:pt x="2029382" y="1266513"/>
                  </a:lnTo>
                  <a:lnTo>
                    <a:pt x="2030485" y="1265889"/>
                  </a:lnTo>
                  <a:lnTo>
                    <a:pt x="2031041" y="1267335"/>
                  </a:lnTo>
                  <a:lnTo>
                    <a:pt x="2031360" y="1269344"/>
                  </a:lnTo>
                  <a:lnTo>
                    <a:pt x="2031048" y="1271519"/>
                  </a:lnTo>
                  <a:lnTo>
                    <a:pt x="2030364" y="1273726"/>
                  </a:lnTo>
                  <a:lnTo>
                    <a:pt x="2029846" y="1276465"/>
                  </a:lnTo>
                  <a:lnTo>
                    <a:pt x="2029405" y="1280627"/>
                  </a:lnTo>
                  <a:lnTo>
                    <a:pt x="2028743" y="1284363"/>
                  </a:lnTo>
                  <a:lnTo>
                    <a:pt x="2028652" y="1283229"/>
                  </a:lnTo>
                  <a:lnTo>
                    <a:pt x="2029070" y="1278679"/>
                  </a:lnTo>
                  <a:lnTo>
                    <a:pt x="2028401" y="1279159"/>
                  </a:lnTo>
                  <a:lnTo>
                    <a:pt x="2027936" y="1280209"/>
                  </a:lnTo>
                  <a:lnTo>
                    <a:pt x="2026689" y="1286067"/>
                  </a:lnTo>
                  <a:lnTo>
                    <a:pt x="2024969" y="1289179"/>
                  </a:lnTo>
                  <a:lnTo>
                    <a:pt x="2023387" y="1291332"/>
                  </a:lnTo>
                  <a:lnTo>
                    <a:pt x="2021751" y="1290975"/>
                  </a:lnTo>
                  <a:lnTo>
                    <a:pt x="2022116" y="1292687"/>
                  </a:lnTo>
                  <a:lnTo>
                    <a:pt x="2021667" y="1293577"/>
                  </a:lnTo>
                  <a:lnTo>
                    <a:pt x="2021287" y="1295433"/>
                  </a:lnTo>
                  <a:lnTo>
                    <a:pt x="2020313" y="1296658"/>
                  </a:lnTo>
                  <a:lnTo>
                    <a:pt x="2019400" y="1296544"/>
                  </a:lnTo>
                  <a:lnTo>
                    <a:pt x="2018091" y="1297389"/>
                  </a:lnTo>
                  <a:lnTo>
                    <a:pt x="2017574" y="1298035"/>
                  </a:lnTo>
                  <a:lnTo>
                    <a:pt x="2017536" y="1299276"/>
                  </a:lnTo>
                  <a:lnTo>
                    <a:pt x="2016653" y="1300364"/>
                  </a:lnTo>
                  <a:lnTo>
                    <a:pt x="2013480" y="1306009"/>
                  </a:lnTo>
                  <a:lnTo>
                    <a:pt x="2010726" y="1307668"/>
                  </a:lnTo>
                  <a:lnTo>
                    <a:pt x="2010072" y="1307424"/>
                  </a:lnTo>
                  <a:lnTo>
                    <a:pt x="2010794" y="1304761"/>
                  </a:lnTo>
                  <a:lnTo>
                    <a:pt x="2011289" y="1302068"/>
                  </a:lnTo>
                  <a:lnTo>
                    <a:pt x="2009615" y="1300896"/>
                  </a:lnTo>
                  <a:lnTo>
                    <a:pt x="2008017" y="1300272"/>
                  </a:lnTo>
                  <a:lnTo>
                    <a:pt x="2006183" y="1300356"/>
                  </a:lnTo>
                  <a:lnTo>
                    <a:pt x="2004152" y="1298256"/>
                  </a:lnTo>
                  <a:lnTo>
                    <a:pt x="2001542" y="1296734"/>
                  </a:lnTo>
                  <a:lnTo>
                    <a:pt x="1997898" y="1292595"/>
                  </a:lnTo>
                  <a:lnTo>
                    <a:pt x="1998004" y="1291446"/>
                  </a:lnTo>
                  <a:lnTo>
                    <a:pt x="1997913" y="1289514"/>
                  </a:lnTo>
                  <a:lnTo>
                    <a:pt x="1999024" y="1286463"/>
                  </a:lnTo>
                  <a:lnTo>
                    <a:pt x="2000081" y="1284325"/>
                  </a:lnTo>
                  <a:lnTo>
                    <a:pt x="2001550" y="1283214"/>
                  </a:lnTo>
                  <a:lnTo>
                    <a:pt x="2005811" y="1282088"/>
                  </a:lnTo>
                  <a:lnTo>
                    <a:pt x="2006876" y="1280391"/>
                  </a:lnTo>
                  <a:lnTo>
                    <a:pt x="2007507" y="1278961"/>
                  </a:lnTo>
                  <a:lnTo>
                    <a:pt x="2005400" y="1281418"/>
                  </a:lnTo>
                  <a:lnTo>
                    <a:pt x="2002242" y="1282255"/>
                  </a:lnTo>
                  <a:lnTo>
                    <a:pt x="2000538" y="1283176"/>
                  </a:lnTo>
                  <a:lnTo>
                    <a:pt x="1999176" y="1284576"/>
                  </a:lnTo>
                  <a:lnTo>
                    <a:pt x="1998370" y="1286333"/>
                  </a:lnTo>
                  <a:lnTo>
                    <a:pt x="1996543" y="1288449"/>
                  </a:lnTo>
                  <a:lnTo>
                    <a:pt x="1996673" y="1289864"/>
                  </a:lnTo>
                  <a:lnTo>
                    <a:pt x="1996977" y="1290868"/>
                  </a:lnTo>
                  <a:lnTo>
                    <a:pt x="1996833" y="1292968"/>
                  </a:lnTo>
                  <a:lnTo>
                    <a:pt x="1997989" y="1295007"/>
                  </a:lnTo>
                  <a:lnTo>
                    <a:pt x="2000272" y="1298347"/>
                  </a:lnTo>
                  <a:lnTo>
                    <a:pt x="2000713" y="1303521"/>
                  </a:lnTo>
                  <a:lnTo>
                    <a:pt x="2002455" y="1306975"/>
                  </a:lnTo>
                  <a:lnTo>
                    <a:pt x="2005134" y="1310993"/>
                  </a:lnTo>
                  <a:lnTo>
                    <a:pt x="2007188" y="1312134"/>
                  </a:lnTo>
                  <a:lnTo>
                    <a:pt x="2007295" y="1313625"/>
                  </a:lnTo>
                  <a:lnTo>
                    <a:pt x="2006343" y="1316090"/>
                  </a:lnTo>
                  <a:lnTo>
                    <a:pt x="2005088" y="1317217"/>
                  </a:lnTo>
                  <a:lnTo>
                    <a:pt x="2006716" y="1316988"/>
                  </a:lnTo>
                  <a:lnTo>
                    <a:pt x="2007523" y="1317551"/>
                  </a:lnTo>
                  <a:lnTo>
                    <a:pt x="2008314" y="1319606"/>
                  </a:lnTo>
                  <a:lnTo>
                    <a:pt x="2008253" y="1321698"/>
                  </a:lnTo>
                  <a:lnTo>
                    <a:pt x="2007987" y="1322870"/>
                  </a:lnTo>
                  <a:lnTo>
                    <a:pt x="2007492" y="1323341"/>
                  </a:lnTo>
                  <a:lnTo>
                    <a:pt x="2007507" y="1322139"/>
                  </a:lnTo>
                  <a:lnTo>
                    <a:pt x="2007158" y="1321721"/>
                  </a:lnTo>
                  <a:lnTo>
                    <a:pt x="2006579" y="1322238"/>
                  </a:lnTo>
                  <a:lnTo>
                    <a:pt x="2006206" y="1322832"/>
                  </a:lnTo>
                  <a:lnTo>
                    <a:pt x="2006047" y="1325168"/>
                  </a:lnTo>
                  <a:lnTo>
                    <a:pt x="2005651" y="1326332"/>
                  </a:lnTo>
                  <a:lnTo>
                    <a:pt x="2004251" y="1326674"/>
                  </a:lnTo>
                  <a:lnTo>
                    <a:pt x="2002828" y="1329733"/>
                  </a:lnTo>
                  <a:lnTo>
                    <a:pt x="2001512" y="1331468"/>
                  </a:lnTo>
                  <a:lnTo>
                    <a:pt x="1996331" y="1343154"/>
                  </a:lnTo>
                  <a:lnTo>
                    <a:pt x="1996528" y="1345102"/>
                  </a:lnTo>
                  <a:lnTo>
                    <a:pt x="1995577" y="1345726"/>
                  </a:lnTo>
                  <a:lnTo>
                    <a:pt x="1994147" y="1346236"/>
                  </a:lnTo>
                  <a:lnTo>
                    <a:pt x="1992694" y="1347400"/>
                  </a:lnTo>
                  <a:lnTo>
                    <a:pt x="1991727" y="1348678"/>
                  </a:lnTo>
                  <a:lnTo>
                    <a:pt x="1990830" y="1352117"/>
                  </a:lnTo>
                  <a:lnTo>
                    <a:pt x="1989110" y="1355982"/>
                  </a:lnTo>
                  <a:lnTo>
                    <a:pt x="1988037" y="1354377"/>
                  </a:lnTo>
                  <a:lnTo>
                    <a:pt x="1987763" y="1353000"/>
                  </a:lnTo>
                  <a:lnTo>
                    <a:pt x="1988242" y="1349393"/>
                  </a:lnTo>
                  <a:lnTo>
                    <a:pt x="1990099" y="1343481"/>
                  </a:lnTo>
                  <a:lnTo>
                    <a:pt x="1992146" y="1339799"/>
                  </a:lnTo>
                  <a:lnTo>
                    <a:pt x="1993706" y="1338049"/>
                  </a:lnTo>
                  <a:lnTo>
                    <a:pt x="1994984" y="1334473"/>
                  </a:lnTo>
                  <a:lnTo>
                    <a:pt x="1993363" y="1333940"/>
                  </a:lnTo>
                  <a:lnTo>
                    <a:pt x="1990890" y="1334001"/>
                  </a:lnTo>
                  <a:lnTo>
                    <a:pt x="1991355" y="1332350"/>
                  </a:lnTo>
                  <a:lnTo>
                    <a:pt x="1992077" y="1330897"/>
                  </a:lnTo>
                  <a:lnTo>
                    <a:pt x="1990792" y="1329443"/>
                  </a:lnTo>
                  <a:lnTo>
                    <a:pt x="1990031" y="1329261"/>
                  </a:lnTo>
                  <a:lnTo>
                    <a:pt x="1989247" y="1328667"/>
                  </a:lnTo>
                  <a:lnTo>
                    <a:pt x="1990168" y="1327458"/>
                  </a:lnTo>
                  <a:lnTo>
                    <a:pt x="1990616" y="1326180"/>
                  </a:lnTo>
                  <a:lnTo>
                    <a:pt x="1990342" y="1324620"/>
                  </a:lnTo>
                  <a:lnTo>
                    <a:pt x="1990731" y="1323440"/>
                  </a:lnTo>
                  <a:lnTo>
                    <a:pt x="1990091" y="1323615"/>
                  </a:lnTo>
                  <a:lnTo>
                    <a:pt x="1989057" y="1324863"/>
                  </a:lnTo>
                  <a:lnTo>
                    <a:pt x="1988418" y="1325358"/>
                  </a:lnTo>
                  <a:lnTo>
                    <a:pt x="1988030" y="1324254"/>
                  </a:lnTo>
                  <a:lnTo>
                    <a:pt x="1987581" y="1324506"/>
                  </a:lnTo>
                  <a:lnTo>
                    <a:pt x="1987291" y="1325267"/>
                  </a:lnTo>
                  <a:lnTo>
                    <a:pt x="1986630" y="1325677"/>
                  </a:lnTo>
                  <a:lnTo>
                    <a:pt x="1985237" y="1324643"/>
                  </a:lnTo>
                  <a:lnTo>
                    <a:pt x="1983206" y="1323463"/>
                  </a:lnTo>
                  <a:lnTo>
                    <a:pt x="1982080" y="1321424"/>
                  </a:lnTo>
                  <a:lnTo>
                    <a:pt x="1981433" y="1319842"/>
                  </a:lnTo>
                  <a:lnTo>
                    <a:pt x="1982087" y="1316981"/>
                  </a:lnTo>
                  <a:lnTo>
                    <a:pt x="1983495" y="1316471"/>
                  </a:lnTo>
                  <a:lnTo>
                    <a:pt x="1985321" y="1316935"/>
                  </a:lnTo>
                  <a:lnTo>
                    <a:pt x="1987710" y="1316935"/>
                  </a:lnTo>
                  <a:lnTo>
                    <a:pt x="1987368" y="1316304"/>
                  </a:lnTo>
                  <a:lnTo>
                    <a:pt x="1986515" y="1316410"/>
                  </a:lnTo>
                  <a:lnTo>
                    <a:pt x="1983997" y="1314082"/>
                  </a:lnTo>
                  <a:lnTo>
                    <a:pt x="1983183" y="1312674"/>
                  </a:lnTo>
                  <a:lnTo>
                    <a:pt x="1981790" y="1312286"/>
                  </a:lnTo>
                  <a:lnTo>
                    <a:pt x="1981159" y="1313641"/>
                  </a:lnTo>
                  <a:lnTo>
                    <a:pt x="1980451" y="1313998"/>
                  </a:lnTo>
                  <a:lnTo>
                    <a:pt x="1981319" y="1311038"/>
                  </a:lnTo>
                  <a:lnTo>
                    <a:pt x="1982460" y="1310917"/>
                  </a:lnTo>
                  <a:lnTo>
                    <a:pt x="1984142" y="1310095"/>
                  </a:lnTo>
                  <a:lnTo>
                    <a:pt x="1983655" y="1308376"/>
                  </a:lnTo>
                  <a:lnTo>
                    <a:pt x="1982589" y="1307622"/>
                  </a:lnTo>
                  <a:lnTo>
                    <a:pt x="1980672" y="1308566"/>
                  </a:lnTo>
                  <a:lnTo>
                    <a:pt x="1980695" y="1307356"/>
                  </a:lnTo>
                  <a:lnTo>
                    <a:pt x="1981053" y="1305811"/>
                  </a:lnTo>
                  <a:lnTo>
                    <a:pt x="1982498" y="1305811"/>
                  </a:lnTo>
                  <a:lnTo>
                    <a:pt x="1983769" y="1306314"/>
                  </a:lnTo>
                  <a:lnTo>
                    <a:pt x="1984849" y="1303810"/>
                  </a:lnTo>
                  <a:lnTo>
                    <a:pt x="1984895" y="1302692"/>
                  </a:lnTo>
                  <a:lnTo>
                    <a:pt x="1983107" y="1304320"/>
                  </a:lnTo>
                  <a:lnTo>
                    <a:pt x="1982703" y="1300812"/>
                  </a:lnTo>
                  <a:lnTo>
                    <a:pt x="1984461" y="1297427"/>
                  </a:lnTo>
                  <a:lnTo>
                    <a:pt x="1986143" y="1295943"/>
                  </a:lnTo>
                  <a:lnTo>
                    <a:pt x="1988242" y="1295989"/>
                  </a:lnTo>
                  <a:lnTo>
                    <a:pt x="1990373" y="1295753"/>
                  </a:lnTo>
                  <a:lnTo>
                    <a:pt x="1989034" y="1295129"/>
                  </a:lnTo>
                  <a:lnTo>
                    <a:pt x="1987657" y="1294794"/>
                  </a:lnTo>
                  <a:lnTo>
                    <a:pt x="1988692" y="1293447"/>
                  </a:lnTo>
                  <a:lnTo>
                    <a:pt x="1989574" y="1293204"/>
                  </a:lnTo>
                  <a:lnTo>
                    <a:pt x="1990441" y="1292032"/>
                  </a:lnTo>
                  <a:lnTo>
                    <a:pt x="1988364" y="1292207"/>
                  </a:lnTo>
                  <a:lnTo>
                    <a:pt x="1988608" y="1289985"/>
                  </a:lnTo>
                  <a:lnTo>
                    <a:pt x="1987596" y="1290442"/>
                  </a:lnTo>
                  <a:lnTo>
                    <a:pt x="1986386" y="1290647"/>
                  </a:lnTo>
                  <a:lnTo>
                    <a:pt x="1985914" y="1291591"/>
                  </a:lnTo>
                  <a:lnTo>
                    <a:pt x="1986006" y="1293158"/>
                  </a:lnTo>
                  <a:lnTo>
                    <a:pt x="1985656" y="1294185"/>
                  </a:lnTo>
                  <a:lnTo>
                    <a:pt x="1984712" y="1295007"/>
                  </a:lnTo>
                  <a:lnTo>
                    <a:pt x="1983122" y="1295646"/>
                  </a:lnTo>
                  <a:lnTo>
                    <a:pt x="1982970" y="1294536"/>
                  </a:lnTo>
                  <a:lnTo>
                    <a:pt x="1982445" y="1294033"/>
                  </a:lnTo>
                  <a:lnTo>
                    <a:pt x="1982247" y="1296415"/>
                  </a:lnTo>
                  <a:lnTo>
                    <a:pt x="1981829" y="1297221"/>
                  </a:lnTo>
                  <a:lnTo>
                    <a:pt x="1980665" y="1294992"/>
                  </a:lnTo>
                  <a:lnTo>
                    <a:pt x="1980314" y="1295441"/>
                  </a:lnTo>
                  <a:lnTo>
                    <a:pt x="1980360" y="1296072"/>
                  </a:lnTo>
                  <a:lnTo>
                    <a:pt x="1980063" y="1297168"/>
                  </a:lnTo>
                  <a:lnTo>
                    <a:pt x="1979067" y="1297739"/>
                  </a:lnTo>
                  <a:lnTo>
                    <a:pt x="1979127" y="1299139"/>
                  </a:lnTo>
                  <a:lnTo>
                    <a:pt x="1978739" y="1299907"/>
                  </a:lnTo>
                  <a:lnTo>
                    <a:pt x="1975551" y="1298690"/>
                  </a:lnTo>
                  <a:lnTo>
                    <a:pt x="1975475" y="1299100"/>
                  </a:lnTo>
                  <a:lnTo>
                    <a:pt x="1977279" y="1301725"/>
                  </a:lnTo>
                  <a:lnTo>
                    <a:pt x="1978595" y="1302623"/>
                  </a:lnTo>
                  <a:lnTo>
                    <a:pt x="1978755" y="1304054"/>
                  </a:lnTo>
                  <a:lnTo>
                    <a:pt x="1977621" y="1305241"/>
                  </a:lnTo>
                  <a:lnTo>
                    <a:pt x="1976061" y="1304221"/>
                  </a:lnTo>
                  <a:lnTo>
                    <a:pt x="1975795" y="1304297"/>
                  </a:lnTo>
                  <a:lnTo>
                    <a:pt x="1976647" y="1306047"/>
                  </a:lnTo>
                  <a:lnTo>
                    <a:pt x="1977180" y="1307577"/>
                  </a:lnTo>
                  <a:lnTo>
                    <a:pt x="1976632" y="1308855"/>
                  </a:lnTo>
                  <a:lnTo>
                    <a:pt x="1976716" y="1310437"/>
                  </a:lnTo>
                  <a:lnTo>
                    <a:pt x="1976594" y="1311868"/>
                  </a:lnTo>
                  <a:lnTo>
                    <a:pt x="1976259" y="1313116"/>
                  </a:lnTo>
                  <a:lnTo>
                    <a:pt x="1977020" y="1318845"/>
                  </a:lnTo>
                  <a:lnTo>
                    <a:pt x="1977933" y="1320405"/>
                  </a:lnTo>
                  <a:lnTo>
                    <a:pt x="1978831" y="1321888"/>
                  </a:lnTo>
                  <a:lnTo>
                    <a:pt x="1979310" y="1323281"/>
                  </a:lnTo>
                  <a:lnTo>
                    <a:pt x="1978359" y="1323478"/>
                  </a:lnTo>
                  <a:lnTo>
                    <a:pt x="1976837" y="1322337"/>
                  </a:lnTo>
                  <a:lnTo>
                    <a:pt x="1975498" y="1321462"/>
                  </a:lnTo>
                  <a:lnTo>
                    <a:pt x="1973908" y="1318670"/>
                  </a:lnTo>
                  <a:lnTo>
                    <a:pt x="1973649" y="1317551"/>
                  </a:lnTo>
                  <a:lnTo>
                    <a:pt x="1973261" y="1316669"/>
                  </a:lnTo>
                  <a:lnTo>
                    <a:pt x="1973444" y="1318693"/>
                  </a:lnTo>
                  <a:lnTo>
                    <a:pt x="1974014" y="1320952"/>
                  </a:lnTo>
                  <a:lnTo>
                    <a:pt x="1978991" y="1326004"/>
                  </a:lnTo>
                  <a:lnTo>
                    <a:pt x="1979911" y="1327937"/>
                  </a:lnTo>
                  <a:lnTo>
                    <a:pt x="1980611" y="1329459"/>
                  </a:lnTo>
                  <a:lnTo>
                    <a:pt x="1980436" y="1330904"/>
                  </a:lnTo>
                  <a:lnTo>
                    <a:pt x="1979135" y="1329877"/>
                  </a:lnTo>
                  <a:lnTo>
                    <a:pt x="1978017" y="1328569"/>
                  </a:lnTo>
                  <a:lnTo>
                    <a:pt x="1975042" y="1327085"/>
                  </a:lnTo>
                  <a:lnTo>
                    <a:pt x="1971291" y="1326149"/>
                  </a:lnTo>
                  <a:lnTo>
                    <a:pt x="1969176" y="1322695"/>
                  </a:lnTo>
                  <a:lnTo>
                    <a:pt x="1969183" y="1324133"/>
                  </a:lnTo>
                  <a:lnTo>
                    <a:pt x="1968711" y="1325358"/>
                  </a:lnTo>
                  <a:lnTo>
                    <a:pt x="1967418" y="1323866"/>
                  </a:lnTo>
                  <a:lnTo>
                    <a:pt x="1966604" y="1322596"/>
                  </a:lnTo>
                  <a:lnTo>
                    <a:pt x="1966330" y="1321204"/>
                  </a:lnTo>
                  <a:lnTo>
                    <a:pt x="1964717" y="1321295"/>
                  </a:lnTo>
                  <a:lnTo>
                    <a:pt x="1963028" y="1322512"/>
                  </a:lnTo>
                  <a:lnTo>
                    <a:pt x="1961392" y="1322223"/>
                  </a:lnTo>
                  <a:lnTo>
                    <a:pt x="1961202" y="1319857"/>
                  </a:lnTo>
                  <a:lnTo>
                    <a:pt x="1961643" y="1318601"/>
                  </a:lnTo>
                  <a:lnTo>
                    <a:pt x="1963477" y="1315634"/>
                  </a:lnTo>
                  <a:lnTo>
                    <a:pt x="1965212" y="1314112"/>
                  </a:lnTo>
                  <a:lnTo>
                    <a:pt x="1965972" y="1312149"/>
                  </a:lnTo>
                  <a:lnTo>
                    <a:pt x="1965714" y="1309106"/>
                  </a:lnTo>
                  <a:lnTo>
                    <a:pt x="1965394" y="1312203"/>
                  </a:lnTo>
                  <a:lnTo>
                    <a:pt x="1964405" y="1313732"/>
                  </a:lnTo>
                  <a:lnTo>
                    <a:pt x="1962845" y="1314904"/>
                  </a:lnTo>
                  <a:lnTo>
                    <a:pt x="1960798" y="1316988"/>
                  </a:lnTo>
                  <a:lnTo>
                    <a:pt x="1960304" y="1318913"/>
                  </a:lnTo>
                  <a:lnTo>
                    <a:pt x="1959665" y="1322512"/>
                  </a:lnTo>
                  <a:lnTo>
                    <a:pt x="1960525" y="1323730"/>
                  </a:lnTo>
                  <a:lnTo>
                    <a:pt x="1961407" y="1324049"/>
                  </a:lnTo>
                  <a:lnTo>
                    <a:pt x="1964009" y="1323235"/>
                  </a:lnTo>
                  <a:lnTo>
                    <a:pt x="1965356" y="1323600"/>
                  </a:lnTo>
                  <a:lnTo>
                    <a:pt x="1968354" y="1327922"/>
                  </a:lnTo>
                  <a:lnTo>
                    <a:pt x="1973939" y="1329626"/>
                  </a:lnTo>
                  <a:lnTo>
                    <a:pt x="1975977" y="1330691"/>
                  </a:lnTo>
                  <a:lnTo>
                    <a:pt x="1977636" y="1332944"/>
                  </a:lnTo>
                  <a:lnTo>
                    <a:pt x="1980132" y="1334237"/>
                  </a:lnTo>
                  <a:lnTo>
                    <a:pt x="1982072" y="1336116"/>
                  </a:lnTo>
                  <a:lnTo>
                    <a:pt x="1982125" y="1337341"/>
                  </a:lnTo>
                  <a:lnTo>
                    <a:pt x="1981456" y="1338787"/>
                  </a:lnTo>
                  <a:lnTo>
                    <a:pt x="1981190" y="1340742"/>
                  </a:lnTo>
                  <a:lnTo>
                    <a:pt x="1980368" y="1341975"/>
                  </a:lnTo>
                  <a:lnTo>
                    <a:pt x="1978397" y="1342119"/>
                  </a:lnTo>
                  <a:lnTo>
                    <a:pt x="1977203" y="1341800"/>
                  </a:lnTo>
                  <a:lnTo>
                    <a:pt x="1970789" y="1334914"/>
                  </a:lnTo>
                  <a:lnTo>
                    <a:pt x="1970020" y="1334283"/>
                  </a:lnTo>
                  <a:lnTo>
                    <a:pt x="1967639" y="1330669"/>
                  </a:lnTo>
                  <a:lnTo>
                    <a:pt x="1964846" y="1328728"/>
                  </a:lnTo>
                  <a:lnTo>
                    <a:pt x="1963979" y="1328766"/>
                  </a:lnTo>
                  <a:lnTo>
                    <a:pt x="1967950" y="1332350"/>
                  </a:lnTo>
                  <a:lnTo>
                    <a:pt x="1969571" y="1334853"/>
                  </a:lnTo>
                  <a:lnTo>
                    <a:pt x="1972424" y="1338353"/>
                  </a:lnTo>
                  <a:lnTo>
                    <a:pt x="1974464" y="1339837"/>
                  </a:lnTo>
                  <a:lnTo>
                    <a:pt x="1975962" y="1342150"/>
                  </a:lnTo>
                  <a:lnTo>
                    <a:pt x="1977362" y="1343230"/>
                  </a:lnTo>
                  <a:lnTo>
                    <a:pt x="1981174" y="1344767"/>
                  </a:lnTo>
                  <a:lnTo>
                    <a:pt x="1979850" y="1345878"/>
                  </a:lnTo>
                  <a:lnTo>
                    <a:pt x="1981966" y="1346821"/>
                  </a:lnTo>
                  <a:lnTo>
                    <a:pt x="1982270" y="1348549"/>
                  </a:lnTo>
                  <a:lnTo>
                    <a:pt x="1982080" y="1350519"/>
                  </a:lnTo>
                  <a:lnTo>
                    <a:pt x="1979143" y="1349736"/>
                  </a:lnTo>
                  <a:lnTo>
                    <a:pt x="1979044" y="1351189"/>
                  </a:lnTo>
                  <a:lnTo>
                    <a:pt x="1979310" y="1352041"/>
                  </a:lnTo>
                  <a:lnTo>
                    <a:pt x="1978017" y="1352749"/>
                  </a:lnTo>
                  <a:lnTo>
                    <a:pt x="1976213" y="1351790"/>
                  </a:lnTo>
                  <a:lnTo>
                    <a:pt x="1971534" y="1346540"/>
                  </a:lnTo>
                  <a:lnTo>
                    <a:pt x="1971572" y="1347240"/>
                  </a:lnTo>
                  <a:lnTo>
                    <a:pt x="1971953" y="1348054"/>
                  </a:lnTo>
                  <a:lnTo>
                    <a:pt x="1974669" y="1351432"/>
                  </a:lnTo>
                  <a:lnTo>
                    <a:pt x="1977096" y="1353456"/>
                  </a:lnTo>
                  <a:lnTo>
                    <a:pt x="1979150" y="1354369"/>
                  </a:lnTo>
                  <a:lnTo>
                    <a:pt x="1980733" y="1356066"/>
                  </a:lnTo>
                  <a:lnTo>
                    <a:pt x="1981296" y="1357085"/>
                  </a:lnTo>
                  <a:lnTo>
                    <a:pt x="1981669" y="1358638"/>
                  </a:lnTo>
                  <a:lnTo>
                    <a:pt x="1980497" y="1359688"/>
                  </a:lnTo>
                  <a:lnTo>
                    <a:pt x="1979158" y="1360273"/>
                  </a:lnTo>
                  <a:lnTo>
                    <a:pt x="1977857" y="1359223"/>
                  </a:lnTo>
                  <a:lnTo>
                    <a:pt x="1976898" y="1358113"/>
                  </a:lnTo>
                  <a:lnTo>
                    <a:pt x="1974859" y="1356233"/>
                  </a:lnTo>
                  <a:lnTo>
                    <a:pt x="1974243" y="1354126"/>
                  </a:lnTo>
                  <a:lnTo>
                    <a:pt x="1972691" y="1354232"/>
                  </a:lnTo>
                  <a:lnTo>
                    <a:pt x="1966208" y="1351562"/>
                  </a:lnTo>
                  <a:lnTo>
                    <a:pt x="1960996" y="1351250"/>
                  </a:lnTo>
                  <a:lnTo>
                    <a:pt x="1961506" y="1351790"/>
                  </a:lnTo>
                  <a:lnTo>
                    <a:pt x="1962160" y="1352147"/>
                  </a:lnTo>
                  <a:lnTo>
                    <a:pt x="1966307" y="1352802"/>
                  </a:lnTo>
                  <a:lnTo>
                    <a:pt x="1967943" y="1354034"/>
                  </a:lnTo>
                  <a:lnTo>
                    <a:pt x="1971352" y="1355130"/>
                  </a:lnTo>
                  <a:lnTo>
                    <a:pt x="1973353" y="1355427"/>
                  </a:lnTo>
                  <a:lnTo>
                    <a:pt x="1974159" y="1358775"/>
                  </a:lnTo>
                  <a:lnTo>
                    <a:pt x="1976921" y="1361080"/>
                  </a:lnTo>
                  <a:lnTo>
                    <a:pt x="1977279" y="1362784"/>
                  </a:lnTo>
                  <a:lnTo>
                    <a:pt x="1979166" y="1362974"/>
                  </a:lnTo>
                  <a:lnTo>
                    <a:pt x="1982483" y="1361308"/>
                  </a:lnTo>
                  <a:lnTo>
                    <a:pt x="1984621" y="1361894"/>
                  </a:lnTo>
                  <a:lnTo>
                    <a:pt x="1987710" y="1362373"/>
                  </a:lnTo>
                  <a:lnTo>
                    <a:pt x="1988418" y="1363720"/>
                  </a:lnTo>
                  <a:lnTo>
                    <a:pt x="1988943" y="1366277"/>
                  </a:lnTo>
                  <a:lnTo>
                    <a:pt x="1990038" y="1369152"/>
                  </a:lnTo>
                  <a:lnTo>
                    <a:pt x="1992869" y="1380459"/>
                  </a:lnTo>
                  <a:lnTo>
                    <a:pt x="1997122" y="1389658"/>
                  </a:lnTo>
                  <a:lnTo>
                    <a:pt x="1997647" y="1391240"/>
                  </a:lnTo>
                  <a:lnTo>
                    <a:pt x="1996658" y="1389848"/>
                  </a:lnTo>
                  <a:lnTo>
                    <a:pt x="1993500" y="1383761"/>
                  </a:lnTo>
                  <a:lnTo>
                    <a:pt x="1991758" y="1379348"/>
                  </a:lnTo>
                  <a:lnTo>
                    <a:pt x="1989970" y="1371542"/>
                  </a:lnTo>
                  <a:lnTo>
                    <a:pt x="1989452" y="1369792"/>
                  </a:lnTo>
                  <a:lnTo>
                    <a:pt x="1988836" y="1369092"/>
                  </a:lnTo>
                  <a:lnTo>
                    <a:pt x="1988433" y="1369662"/>
                  </a:lnTo>
                  <a:lnTo>
                    <a:pt x="1988258" y="1370659"/>
                  </a:lnTo>
                  <a:lnTo>
                    <a:pt x="1988555" y="1371428"/>
                  </a:lnTo>
                  <a:lnTo>
                    <a:pt x="1987847" y="1373999"/>
                  </a:lnTo>
                  <a:lnTo>
                    <a:pt x="1988151" y="1375179"/>
                  </a:lnTo>
                  <a:lnTo>
                    <a:pt x="1989292" y="1376396"/>
                  </a:lnTo>
                  <a:lnTo>
                    <a:pt x="1990540" y="1379432"/>
                  </a:lnTo>
                  <a:lnTo>
                    <a:pt x="1991537" y="1383517"/>
                  </a:lnTo>
                  <a:lnTo>
                    <a:pt x="1990190" y="1381859"/>
                  </a:lnTo>
                  <a:lnTo>
                    <a:pt x="1988760" y="1380984"/>
                  </a:lnTo>
                  <a:lnTo>
                    <a:pt x="1986531" y="1380314"/>
                  </a:lnTo>
                  <a:lnTo>
                    <a:pt x="1984545" y="1379135"/>
                  </a:lnTo>
                  <a:lnTo>
                    <a:pt x="1984689" y="1380824"/>
                  </a:lnTo>
                  <a:lnTo>
                    <a:pt x="1984499" y="1382650"/>
                  </a:lnTo>
                  <a:lnTo>
                    <a:pt x="1982970" y="1382095"/>
                  </a:lnTo>
                  <a:lnTo>
                    <a:pt x="1981927" y="1381486"/>
                  </a:lnTo>
                  <a:lnTo>
                    <a:pt x="1982856" y="1383426"/>
                  </a:lnTo>
                  <a:lnTo>
                    <a:pt x="1980855" y="1382848"/>
                  </a:lnTo>
                  <a:lnTo>
                    <a:pt x="1979516" y="1382970"/>
                  </a:lnTo>
                  <a:lnTo>
                    <a:pt x="1978648" y="1384697"/>
                  </a:lnTo>
                  <a:lnTo>
                    <a:pt x="1977484" y="1385739"/>
                  </a:lnTo>
                  <a:lnTo>
                    <a:pt x="1975765" y="1386074"/>
                  </a:lnTo>
                  <a:lnTo>
                    <a:pt x="1973208" y="1384499"/>
                  </a:lnTo>
                  <a:lnTo>
                    <a:pt x="1972386" y="1382582"/>
                  </a:lnTo>
                  <a:lnTo>
                    <a:pt x="1972044" y="1380444"/>
                  </a:lnTo>
                  <a:lnTo>
                    <a:pt x="1971907" y="1382970"/>
                  </a:lnTo>
                  <a:lnTo>
                    <a:pt x="1972364" y="1385595"/>
                  </a:lnTo>
                  <a:lnTo>
                    <a:pt x="1972204" y="1387588"/>
                  </a:lnTo>
                  <a:lnTo>
                    <a:pt x="1974661" y="1387953"/>
                  </a:lnTo>
                  <a:lnTo>
                    <a:pt x="1976959" y="1387634"/>
                  </a:lnTo>
                  <a:lnTo>
                    <a:pt x="1980063" y="1387717"/>
                  </a:lnTo>
                  <a:lnTo>
                    <a:pt x="1982087" y="1387345"/>
                  </a:lnTo>
                  <a:lnTo>
                    <a:pt x="1983305" y="1386713"/>
                  </a:lnTo>
                  <a:lnTo>
                    <a:pt x="1986226" y="1387261"/>
                  </a:lnTo>
                  <a:lnTo>
                    <a:pt x="1986432" y="1389665"/>
                  </a:lnTo>
                  <a:lnTo>
                    <a:pt x="1986097" y="1392054"/>
                  </a:lnTo>
                  <a:lnTo>
                    <a:pt x="1985930" y="1394588"/>
                  </a:lnTo>
                  <a:lnTo>
                    <a:pt x="1986736" y="1394573"/>
                  </a:lnTo>
                  <a:lnTo>
                    <a:pt x="1987687" y="1393759"/>
                  </a:lnTo>
                  <a:lnTo>
                    <a:pt x="1988167" y="1389201"/>
                  </a:lnTo>
                  <a:lnTo>
                    <a:pt x="1990837" y="1387512"/>
                  </a:lnTo>
                  <a:lnTo>
                    <a:pt x="1991735" y="1387634"/>
                  </a:lnTo>
                  <a:lnTo>
                    <a:pt x="1992587" y="1389095"/>
                  </a:lnTo>
                  <a:lnTo>
                    <a:pt x="1992876" y="1390578"/>
                  </a:lnTo>
                  <a:lnTo>
                    <a:pt x="1993181" y="1392617"/>
                  </a:lnTo>
                  <a:lnTo>
                    <a:pt x="1992557" y="1395722"/>
                  </a:lnTo>
                  <a:lnTo>
                    <a:pt x="1988456" y="1399343"/>
                  </a:lnTo>
                  <a:lnTo>
                    <a:pt x="1985519" y="1402684"/>
                  </a:lnTo>
                  <a:lnTo>
                    <a:pt x="1984012" y="1403361"/>
                  </a:lnTo>
                  <a:lnTo>
                    <a:pt x="1981851" y="1402973"/>
                  </a:lnTo>
                  <a:lnTo>
                    <a:pt x="1979394" y="1402136"/>
                  </a:lnTo>
                  <a:lnTo>
                    <a:pt x="1978184" y="1401968"/>
                  </a:lnTo>
                  <a:lnTo>
                    <a:pt x="1977271" y="1402250"/>
                  </a:lnTo>
                  <a:lnTo>
                    <a:pt x="1976716" y="1401215"/>
                  </a:lnTo>
                  <a:lnTo>
                    <a:pt x="1976358" y="1399336"/>
                  </a:lnTo>
                  <a:lnTo>
                    <a:pt x="1975407" y="1398712"/>
                  </a:lnTo>
                  <a:lnTo>
                    <a:pt x="1974684" y="1398780"/>
                  </a:lnTo>
                  <a:lnTo>
                    <a:pt x="1974197" y="1400774"/>
                  </a:lnTo>
                  <a:lnTo>
                    <a:pt x="1971907" y="1401344"/>
                  </a:lnTo>
                  <a:lnTo>
                    <a:pt x="1968795" y="1400515"/>
                  </a:lnTo>
                  <a:lnTo>
                    <a:pt x="1965531" y="1398841"/>
                  </a:lnTo>
                  <a:lnTo>
                    <a:pt x="1966931" y="1400637"/>
                  </a:lnTo>
                  <a:lnTo>
                    <a:pt x="1975019" y="1403992"/>
                  </a:lnTo>
                  <a:lnTo>
                    <a:pt x="1975932" y="1404624"/>
                  </a:lnTo>
                  <a:lnTo>
                    <a:pt x="1976784" y="1405537"/>
                  </a:lnTo>
                  <a:lnTo>
                    <a:pt x="1975658" y="1406975"/>
                  </a:lnTo>
                  <a:lnTo>
                    <a:pt x="1974768" y="1408595"/>
                  </a:lnTo>
                  <a:lnTo>
                    <a:pt x="1974638" y="1409866"/>
                  </a:lnTo>
                  <a:lnTo>
                    <a:pt x="1974327" y="1410665"/>
                  </a:lnTo>
                  <a:lnTo>
                    <a:pt x="1971100" y="1412818"/>
                  </a:lnTo>
                  <a:lnTo>
                    <a:pt x="1969358" y="1412438"/>
                  </a:lnTo>
                  <a:lnTo>
                    <a:pt x="1964892" y="1408550"/>
                  </a:lnTo>
                  <a:lnTo>
                    <a:pt x="1966931" y="1411913"/>
                  </a:lnTo>
                  <a:lnTo>
                    <a:pt x="1968559" y="1413335"/>
                  </a:lnTo>
                  <a:lnTo>
                    <a:pt x="1971846" y="1414096"/>
                  </a:lnTo>
                  <a:lnTo>
                    <a:pt x="1978002" y="1412841"/>
                  </a:lnTo>
                  <a:lnTo>
                    <a:pt x="1980025" y="1414211"/>
                  </a:lnTo>
                  <a:lnTo>
                    <a:pt x="1978367" y="1416638"/>
                  </a:lnTo>
                  <a:lnTo>
                    <a:pt x="1976723" y="1418334"/>
                  </a:lnTo>
                  <a:lnTo>
                    <a:pt x="1974562" y="1418525"/>
                  </a:lnTo>
                  <a:lnTo>
                    <a:pt x="1972660" y="1418989"/>
                  </a:lnTo>
                  <a:lnTo>
                    <a:pt x="1972097" y="1420153"/>
                  </a:lnTo>
                  <a:lnTo>
                    <a:pt x="1970743" y="1420229"/>
                  </a:lnTo>
                  <a:lnTo>
                    <a:pt x="1968620" y="1420297"/>
                  </a:lnTo>
                  <a:lnTo>
                    <a:pt x="1965341" y="1420404"/>
                  </a:lnTo>
                  <a:lnTo>
                    <a:pt x="1963538" y="1420130"/>
                  </a:lnTo>
                  <a:lnTo>
                    <a:pt x="1961019" y="1422511"/>
                  </a:lnTo>
                  <a:lnTo>
                    <a:pt x="1960068" y="1422838"/>
                  </a:lnTo>
                  <a:lnTo>
                    <a:pt x="1958744" y="1422390"/>
                  </a:lnTo>
                  <a:lnTo>
                    <a:pt x="1958189" y="1420472"/>
                  </a:lnTo>
                  <a:lnTo>
                    <a:pt x="1957595" y="1419529"/>
                  </a:lnTo>
                  <a:lnTo>
                    <a:pt x="1957580" y="1423112"/>
                  </a:lnTo>
                  <a:lnTo>
                    <a:pt x="1957816" y="1424079"/>
                  </a:lnTo>
                  <a:lnTo>
                    <a:pt x="1958295" y="1424802"/>
                  </a:lnTo>
                  <a:lnTo>
                    <a:pt x="1955351" y="1426742"/>
                  </a:lnTo>
                  <a:lnTo>
                    <a:pt x="1952528" y="1429161"/>
                  </a:lnTo>
                  <a:lnTo>
                    <a:pt x="1951516" y="1429816"/>
                  </a:lnTo>
                  <a:lnTo>
                    <a:pt x="1950367" y="1431025"/>
                  </a:lnTo>
                  <a:lnTo>
                    <a:pt x="1948016" y="1434518"/>
                  </a:lnTo>
                  <a:lnTo>
                    <a:pt x="1947438" y="1437059"/>
                  </a:lnTo>
                  <a:lnTo>
                    <a:pt x="1946586" y="1439889"/>
                  </a:lnTo>
                  <a:lnTo>
                    <a:pt x="1946479" y="1438619"/>
                  </a:lnTo>
                  <a:lnTo>
                    <a:pt x="1946624" y="1436473"/>
                  </a:lnTo>
                  <a:lnTo>
                    <a:pt x="1946045" y="1434016"/>
                  </a:lnTo>
                  <a:lnTo>
                    <a:pt x="1945673" y="1438520"/>
                  </a:lnTo>
                  <a:lnTo>
                    <a:pt x="1944760" y="1440605"/>
                  </a:lnTo>
                  <a:lnTo>
                    <a:pt x="1936375" y="1440460"/>
                  </a:lnTo>
                  <a:lnTo>
                    <a:pt x="1932708" y="1441594"/>
                  </a:lnTo>
                  <a:lnTo>
                    <a:pt x="1927077" y="1445405"/>
                  </a:lnTo>
                  <a:lnTo>
                    <a:pt x="1925396" y="1447079"/>
                  </a:lnTo>
                  <a:lnTo>
                    <a:pt x="1920739" y="1453524"/>
                  </a:lnTo>
                  <a:lnTo>
                    <a:pt x="1919552" y="1457640"/>
                  </a:lnTo>
                  <a:lnTo>
                    <a:pt x="1918601" y="1455913"/>
                  </a:lnTo>
                  <a:lnTo>
                    <a:pt x="1918837" y="1454619"/>
                  </a:lnTo>
                  <a:lnTo>
                    <a:pt x="1918852" y="1453554"/>
                  </a:lnTo>
                  <a:lnTo>
                    <a:pt x="1917688" y="1455723"/>
                  </a:lnTo>
                  <a:lnTo>
                    <a:pt x="1918799" y="1459040"/>
                  </a:lnTo>
                  <a:lnTo>
                    <a:pt x="1917803" y="1460303"/>
                  </a:lnTo>
                  <a:lnTo>
                    <a:pt x="1914729" y="1462662"/>
                  </a:lnTo>
                  <a:lnTo>
                    <a:pt x="1913047" y="1463042"/>
                  </a:lnTo>
                  <a:lnTo>
                    <a:pt x="1911160" y="1463712"/>
                  </a:lnTo>
                  <a:lnTo>
                    <a:pt x="1910567" y="1466032"/>
                  </a:lnTo>
                  <a:lnTo>
                    <a:pt x="1908003" y="1468170"/>
                  </a:lnTo>
                  <a:lnTo>
                    <a:pt x="1906511" y="1469114"/>
                  </a:lnTo>
                  <a:lnTo>
                    <a:pt x="1903772" y="1468543"/>
                  </a:lnTo>
                  <a:lnTo>
                    <a:pt x="1904617" y="1470597"/>
                  </a:lnTo>
                  <a:lnTo>
                    <a:pt x="1903612" y="1472157"/>
                  </a:lnTo>
                  <a:lnTo>
                    <a:pt x="1901878" y="1473352"/>
                  </a:lnTo>
                  <a:lnTo>
                    <a:pt x="1899724" y="1474128"/>
                  </a:lnTo>
                  <a:lnTo>
                    <a:pt x="1898492" y="1474029"/>
                  </a:lnTo>
                  <a:lnTo>
                    <a:pt x="1897442" y="1474440"/>
                  </a:lnTo>
                  <a:lnTo>
                    <a:pt x="1896613" y="1475429"/>
                  </a:lnTo>
                  <a:lnTo>
                    <a:pt x="1894596" y="1476357"/>
                  </a:lnTo>
                  <a:lnTo>
                    <a:pt x="1892504" y="1475840"/>
                  </a:lnTo>
                  <a:lnTo>
                    <a:pt x="1890130" y="1475528"/>
                  </a:lnTo>
                  <a:lnTo>
                    <a:pt x="1888806" y="1476083"/>
                  </a:lnTo>
                  <a:lnTo>
                    <a:pt x="1891028" y="1477004"/>
                  </a:lnTo>
                  <a:lnTo>
                    <a:pt x="1892223" y="1478328"/>
                  </a:lnTo>
                  <a:lnTo>
                    <a:pt x="1891979" y="1480116"/>
                  </a:lnTo>
                  <a:lnTo>
                    <a:pt x="1891386" y="1480801"/>
                  </a:lnTo>
                  <a:lnTo>
                    <a:pt x="1889978" y="1481737"/>
                  </a:lnTo>
                  <a:lnTo>
                    <a:pt x="1889362" y="1481600"/>
                  </a:lnTo>
                  <a:lnTo>
                    <a:pt x="1888989" y="1480762"/>
                  </a:lnTo>
                  <a:lnTo>
                    <a:pt x="1888532" y="1479013"/>
                  </a:lnTo>
                  <a:lnTo>
                    <a:pt x="1887878" y="1479385"/>
                  </a:lnTo>
                  <a:lnTo>
                    <a:pt x="1887764" y="1480199"/>
                  </a:lnTo>
                  <a:lnTo>
                    <a:pt x="1887201" y="1480496"/>
                  </a:lnTo>
                  <a:lnTo>
                    <a:pt x="1885207" y="1477704"/>
                  </a:lnTo>
                  <a:lnTo>
                    <a:pt x="1885306" y="1479834"/>
                  </a:lnTo>
                  <a:lnTo>
                    <a:pt x="1885999" y="1481470"/>
                  </a:lnTo>
                  <a:lnTo>
                    <a:pt x="1886668" y="1482299"/>
                  </a:lnTo>
                  <a:lnTo>
                    <a:pt x="1887345" y="1482787"/>
                  </a:lnTo>
                  <a:lnTo>
                    <a:pt x="1887513" y="1483547"/>
                  </a:lnTo>
                  <a:lnTo>
                    <a:pt x="1886151" y="1485396"/>
                  </a:lnTo>
                  <a:lnTo>
                    <a:pt x="1885451" y="1485807"/>
                  </a:lnTo>
                  <a:lnTo>
                    <a:pt x="1884203" y="1486104"/>
                  </a:lnTo>
                  <a:lnTo>
                    <a:pt x="1883503" y="1487237"/>
                  </a:lnTo>
                  <a:lnTo>
                    <a:pt x="1883708" y="1488219"/>
                  </a:lnTo>
                  <a:lnTo>
                    <a:pt x="1882613" y="1490342"/>
                  </a:lnTo>
                  <a:lnTo>
                    <a:pt x="1880003" y="1491666"/>
                  </a:lnTo>
                  <a:lnTo>
                    <a:pt x="1879212" y="1491612"/>
                  </a:lnTo>
                  <a:lnTo>
                    <a:pt x="1878565" y="1492000"/>
                  </a:lnTo>
                  <a:lnTo>
                    <a:pt x="1878945" y="1492944"/>
                  </a:lnTo>
                  <a:lnTo>
                    <a:pt x="1879592" y="1493629"/>
                  </a:lnTo>
                  <a:lnTo>
                    <a:pt x="1879569" y="1494268"/>
                  </a:lnTo>
                  <a:lnTo>
                    <a:pt x="1878885" y="1495135"/>
                  </a:lnTo>
                  <a:lnTo>
                    <a:pt x="1877523" y="1495379"/>
                  </a:lnTo>
                  <a:lnTo>
                    <a:pt x="1876762" y="1496360"/>
                  </a:lnTo>
                  <a:lnTo>
                    <a:pt x="1877005" y="1497296"/>
                  </a:lnTo>
                  <a:lnTo>
                    <a:pt x="1877454" y="1497813"/>
                  </a:lnTo>
                  <a:lnTo>
                    <a:pt x="1877355" y="1498703"/>
                  </a:lnTo>
                  <a:lnTo>
                    <a:pt x="1875811" y="1499601"/>
                  </a:lnTo>
                  <a:lnTo>
                    <a:pt x="1875446" y="1500484"/>
                  </a:lnTo>
                  <a:lnTo>
                    <a:pt x="1876214" y="1500743"/>
                  </a:lnTo>
                  <a:lnTo>
                    <a:pt x="1876808" y="1500484"/>
                  </a:lnTo>
                  <a:lnTo>
                    <a:pt x="1877241" y="1500674"/>
                  </a:lnTo>
                  <a:lnTo>
                    <a:pt x="1876313" y="1502150"/>
                  </a:lnTo>
                  <a:lnTo>
                    <a:pt x="1875484" y="1503048"/>
                  </a:lnTo>
                  <a:lnTo>
                    <a:pt x="1874692" y="1504661"/>
                  </a:lnTo>
                  <a:lnTo>
                    <a:pt x="1872859" y="1505110"/>
                  </a:lnTo>
                  <a:lnTo>
                    <a:pt x="1872927" y="1505635"/>
                  </a:lnTo>
                  <a:lnTo>
                    <a:pt x="1873962" y="1506099"/>
                  </a:lnTo>
                  <a:lnTo>
                    <a:pt x="1874829" y="1507339"/>
                  </a:lnTo>
                  <a:lnTo>
                    <a:pt x="1873201" y="1509629"/>
                  </a:lnTo>
                  <a:lnTo>
                    <a:pt x="1872182" y="1509439"/>
                  </a:lnTo>
                  <a:lnTo>
                    <a:pt x="1871558" y="1508937"/>
                  </a:lnTo>
                  <a:lnTo>
                    <a:pt x="1871162" y="1510740"/>
                  </a:lnTo>
                  <a:lnTo>
                    <a:pt x="1871314" y="1511699"/>
                  </a:lnTo>
                  <a:lnTo>
                    <a:pt x="1870926" y="1513670"/>
                  </a:lnTo>
                  <a:lnTo>
                    <a:pt x="1870302" y="1516028"/>
                  </a:lnTo>
                  <a:lnTo>
                    <a:pt x="1869876" y="1516994"/>
                  </a:lnTo>
                  <a:lnTo>
                    <a:pt x="1869967" y="1518798"/>
                  </a:lnTo>
                  <a:lnTo>
                    <a:pt x="1870234" y="1520540"/>
                  </a:lnTo>
                  <a:lnTo>
                    <a:pt x="1871230" y="1522777"/>
                  </a:lnTo>
                  <a:lnTo>
                    <a:pt x="1872760" y="1531915"/>
                  </a:lnTo>
                  <a:lnTo>
                    <a:pt x="1873802" y="1535080"/>
                  </a:lnTo>
                  <a:lnTo>
                    <a:pt x="1875674" y="1543602"/>
                  </a:lnTo>
                  <a:lnTo>
                    <a:pt x="1878771" y="1551834"/>
                  </a:lnTo>
                  <a:lnTo>
                    <a:pt x="1883138" y="1561748"/>
                  </a:lnTo>
                  <a:lnTo>
                    <a:pt x="1890305" y="1573709"/>
                  </a:lnTo>
                  <a:lnTo>
                    <a:pt x="1891165" y="1575405"/>
                  </a:lnTo>
                  <a:lnTo>
                    <a:pt x="1890229" y="1576844"/>
                  </a:lnTo>
                  <a:lnTo>
                    <a:pt x="1889947" y="1578335"/>
                  </a:lnTo>
                  <a:lnTo>
                    <a:pt x="1889864" y="1580579"/>
                  </a:lnTo>
                  <a:lnTo>
                    <a:pt x="1890123" y="1582771"/>
                  </a:lnTo>
                  <a:lnTo>
                    <a:pt x="1890967" y="1585441"/>
                  </a:lnTo>
                  <a:lnTo>
                    <a:pt x="1892595" y="1589519"/>
                  </a:lnTo>
                  <a:lnTo>
                    <a:pt x="1891682" y="1588713"/>
                  </a:lnTo>
                  <a:lnTo>
                    <a:pt x="1889324" y="1582854"/>
                  </a:lnTo>
                  <a:lnTo>
                    <a:pt x="1889050" y="1579415"/>
                  </a:lnTo>
                  <a:lnTo>
                    <a:pt x="1889384" y="1574523"/>
                  </a:lnTo>
                  <a:lnTo>
                    <a:pt x="1888829" y="1574645"/>
                  </a:lnTo>
                  <a:lnTo>
                    <a:pt x="1888380" y="1576235"/>
                  </a:lnTo>
                  <a:lnTo>
                    <a:pt x="1888129" y="1578099"/>
                  </a:lnTo>
                  <a:lnTo>
                    <a:pt x="1887528" y="1578822"/>
                  </a:lnTo>
                  <a:lnTo>
                    <a:pt x="1886714" y="1575968"/>
                  </a:lnTo>
                  <a:lnTo>
                    <a:pt x="1886775" y="1574682"/>
                  </a:lnTo>
                  <a:lnTo>
                    <a:pt x="1887642" y="1573176"/>
                  </a:lnTo>
                  <a:lnTo>
                    <a:pt x="1887391" y="1572636"/>
                  </a:lnTo>
                  <a:lnTo>
                    <a:pt x="1885983" y="1571860"/>
                  </a:lnTo>
                  <a:lnTo>
                    <a:pt x="1885687" y="1570650"/>
                  </a:lnTo>
                  <a:lnTo>
                    <a:pt x="1885877" y="1569448"/>
                  </a:lnTo>
                  <a:lnTo>
                    <a:pt x="1885078" y="1568809"/>
                  </a:lnTo>
                  <a:lnTo>
                    <a:pt x="1884447" y="1568839"/>
                  </a:lnTo>
                  <a:lnTo>
                    <a:pt x="1884873" y="1571799"/>
                  </a:lnTo>
                  <a:lnTo>
                    <a:pt x="1885535" y="1573610"/>
                  </a:lnTo>
                  <a:lnTo>
                    <a:pt x="1886356" y="1577954"/>
                  </a:lnTo>
                  <a:lnTo>
                    <a:pt x="1887688" y="1580579"/>
                  </a:lnTo>
                  <a:lnTo>
                    <a:pt x="1888464" y="1582778"/>
                  </a:lnTo>
                  <a:lnTo>
                    <a:pt x="1897518" y="1606136"/>
                  </a:lnTo>
                  <a:lnTo>
                    <a:pt x="1899664" y="1609096"/>
                  </a:lnTo>
                  <a:lnTo>
                    <a:pt x="1900455" y="1611219"/>
                  </a:lnTo>
                  <a:lnTo>
                    <a:pt x="1901277" y="1615655"/>
                  </a:lnTo>
                  <a:lnTo>
                    <a:pt x="1901459" y="1621338"/>
                  </a:lnTo>
                  <a:lnTo>
                    <a:pt x="1899983" y="1631694"/>
                  </a:lnTo>
                  <a:lnTo>
                    <a:pt x="1899648" y="1638731"/>
                  </a:lnTo>
                  <a:lnTo>
                    <a:pt x="1899435" y="1638518"/>
                  </a:lnTo>
                  <a:lnTo>
                    <a:pt x="1899291" y="1637773"/>
                  </a:lnTo>
                  <a:lnTo>
                    <a:pt x="1898948" y="1637674"/>
                  </a:lnTo>
                  <a:lnTo>
                    <a:pt x="1897670" y="1640892"/>
                  </a:lnTo>
                  <a:lnTo>
                    <a:pt x="1895928" y="1643791"/>
                  </a:lnTo>
                  <a:lnTo>
                    <a:pt x="1895350" y="1648295"/>
                  </a:lnTo>
                  <a:lnTo>
                    <a:pt x="1894513" y="1650547"/>
                  </a:lnTo>
                  <a:lnTo>
                    <a:pt x="1891994" y="1652929"/>
                  </a:lnTo>
                  <a:lnTo>
                    <a:pt x="1890434" y="1652868"/>
                  </a:lnTo>
                  <a:lnTo>
                    <a:pt x="1886615" y="1654656"/>
                  </a:lnTo>
                  <a:lnTo>
                    <a:pt x="1883929" y="1654192"/>
                  </a:lnTo>
                  <a:lnTo>
                    <a:pt x="1880733" y="1655196"/>
                  </a:lnTo>
                  <a:lnTo>
                    <a:pt x="1878634" y="1655082"/>
                  </a:lnTo>
                  <a:lnTo>
                    <a:pt x="1877416" y="1652960"/>
                  </a:lnTo>
                  <a:lnTo>
                    <a:pt x="1877599" y="1652008"/>
                  </a:lnTo>
                  <a:lnTo>
                    <a:pt x="1878078" y="1651057"/>
                  </a:lnTo>
                  <a:lnTo>
                    <a:pt x="1878900" y="1650837"/>
                  </a:lnTo>
                  <a:lnTo>
                    <a:pt x="1881723" y="1653066"/>
                  </a:lnTo>
                  <a:lnTo>
                    <a:pt x="1882255" y="1652122"/>
                  </a:lnTo>
                  <a:lnTo>
                    <a:pt x="1881403" y="1651012"/>
                  </a:lnTo>
                  <a:lnTo>
                    <a:pt x="1879767" y="1650388"/>
                  </a:lnTo>
                  <a:lnTo>
                    <a:pt x="1878565" y="1649703"/>
                  </a:lnTo>
                  <a:lnTo>
                    <a:pt x="1876138" y="1644620"/>
                  </a:lnTo>
                  <a:lnTo>
                    <a:pt x="1873619" y="1641128"/>
                  </a:lnTo>
                  <a:lnTo>
                    <a:pt x="1873193" y="1638785"/>
                  </a:lnTo>
                  <a:lnTo>
                    <a:pt x="1868849" y="1637354"/>
                  </a:lnTo>
                  <a:lnTo>
                    <a:pt x="1865707" y="1635186"/>
                  </a:lnTo>
                  <a:lnTo>
                    <a:pt x="1863652" y="1631336"/>
                  </a:lnTo>
                  <a:lnTo>
                    <a:pt x="1862473" y="1624496"/>
                  </a:lnTo>
                  <a:lnTo>
                    <a:pt x="1861088" y="1623727"/>
                  </a:lnTo>
                  <a:lnTo>
                    <a:pt x="1860502" y="1623195"/>
                  </a:lnTo>
                  <a:lnTo>
                    <a:pt x="1861857" y="1620646"/>
                  </a:lnTo>
                  <a:lnTo>
                    <a:pt x="1863287" y="1618508"/>
                  </a:lnTo>
                  <a:lnTo>
                    <a:pt x="1862161" y="1619041"/>
                  </a:lnTo>
                  <a:lnTo>
                    <a:pt x="1861332" y="1619832"/>
                  </a:lnTo>
                  <a:lnTo>
                    <a:pt x="1860274" y="1621719"/>
                  </a:lnTo>
                  <a:lnTo>
                    <a:pt x="1859498" y="1622008"/>
                  </a:lnTo>
                  <a:lnTo>
                    <a:pt x="1858790" y="1621719"/>
                  </a:lnTo>
                  <a:lnTo>
                    <a:pt x="1857976" y="1618097"/>
                  </a:lnTo>
                  <a:lnTo>
                    <a:pt x="1858212" y="1613646"/>
                  </a:lnTo>
                  <a:lnTo>
                    <a:pt x="1859353" y="1611980"/>
                  </a:lnTo>
                  <a:lnTo>
                    <a:pt x="1857596" y="1611934"/>
                  </a:lnTo>
                  <a:lnTo>
                    <a:pt x="1855777" y="1612566"/>
                  </a:lnTo>
                  <a:lnTo>
                    <a:pt x="1856044" y="1614049"/>
                  </a:lnTo>
                  <a:lnTo>
                    <a:pt x="1855785" y="1614863"/>
                  </a:lnTo>
                  <a:lnTo>
                    <a:pt x="1854461" y="1614650"/>
                  </a:lnTo>
                  <a:lnTo>
                    <a:pt x="1853449" y="1614133"/>
                  </a:lnTo>
                  <a:lnTo>
                    <a:pt x="1852087" y="1612581"/>
                  </a:lnTo>
                  <a:lnTo>
                    <a:pt x="1850223" y="1609629"/>
                  </a:lnTo>
                  <a:lnTo>
                    <a:pt x="1846396" y="1601472"/>
                  </a:lnTo>
                  <a:lnTo>
                    <a:pt x="1845650" y="1600324"/>
                  </a:lnTo>
                  <a:lnTo>
                    <a:pt x="1844380" y="1599114"/>
                  </a:lnTo>
                  <a:lnTo>
                    <a:pt x="1844981" y="1598741"/>
                  </a:lnTo>
                  <a:lnTo>
                    <a:pt x="1846069" y="1598520"/>
                  </a:lnTo>
                  <a:lnTo>
                    <a:pt x="1848526" y="1594838"/>
                  </a:lnTo>
                  <a:lnTo>
                    <a:pt x="1850451" y="1592608"/>
                  </a:lnTo>
                  <a:lnTo>
                    <a:pt x="1851091" y="1591064"/>
                  </a:lnTo>
                  <a:lnTo>
                    <a:pt x="1850976" y="1590402"/>
                  </a:lnTo>
                  <a:lnTo>
                    <a:pt x="1850124" y="1589443"/>
                  </a:lnTo>
                  <a:lnTo>
                    <a:pt x="1849006" y="1590280"/>
                  </a:lnTo>
                  <a:lnTo>
                    <a:pt x="1848526" y="1590044"/>
                  </a:lnTo>
                  <a:lnTo>
                    <a:pt x="1847263" y="1588104"/>
                  </a:lnTo>
                  <a:lnTo>
                    <a:pt x="1846061" y="1587556"/>
                  </a:lnTo>
                  <a:lnTo>
                    <a:pt x="1845224" y="1587975"/>
                  </a:lnTo>
                  <a:lnTo>
                    <a:pt x="1846107" y="1589557"/>
                  </a:lnTo>
                  <a:lnTo>
                    <a:pt x="1846898" y="1590151"/>
                  </a:lnTo>
                  <a:lnTo>
                    <a:pt x="1846586" y="1592456"/>
                  </a:lnTo>
                  <a:lnTo>
                    <a:pt x="1846267" y="1593202"/>
                  </a:lnTo>
                  <a:lnTo>
                    <a:pt x="1845521" y="1593864"/>
                  </a:lnTo>
                  <a:lnTo>
                    <a:pt x="1844357" y="1593506"/>
                  </a:lnTo>
                  <a:lnTo>
                    <a:pt x="1843771" y="1594077"/>
                  </a:lnTo>
                  <a:lnTo>
                    <a:pt x="1843079" y="1593476"/>
                  </a:lnTo>
                  <a:lnTo>
                    <a:pt x="1842394" y="1592464"/>
                  </a:lnTo>
                  <a:lnTo>
                    <a:pt x="1841625" y="1590797"/>
                  </a:lnTo>
                  <a:lnTo>
                    <a:pt x="1843657" y="1581393"/>
                  </a:lnTo>
                  <a:lnTo>
                    <a:pt x="1845536" y="1575383"/>
                  </a:lnTo>
                  <a:lnTo>
                    <a:pt x="1845749" y="1568504"/>
                  </a:lnTo>
                  <a:lnTo>
                    <a:pt x="1845894" y="1567485"/>
                  </a:lnTo>
                  <a:lnTo>
                    <a:pt x="1845734" y="1565651"/>
                  </a:lnTo>
                  <a:lnTo>
                    <a:pt x="1843216" y="1561672"/>
                  </a:lnTo>
                  <a:lnTo>
                    <a:pt x="1832084" y="1551925"/>
                  </a:lnTo>
                  <a:lnTo>
                    <a:pt x="1823464" y="1540330"/>
                  </a:lnTo>
                  <a:lnTo>
                    <a:pt x="1815992" y="1535970"/>
                  </a:lnTo>
                  <a:lnTo>
                    <a:pt x="1810324" y="1536929"/>
                  </a:lnTo>
                  <a:lnTo>
                    <a:pt x="1809342" y="1537804"/>
                  </a:lnTo>
                  <a:lnTo>
                    <a:pt x="1808924" y="1538945"/>
                  </a:lnTo>
                  <a:lnTo>
                    <a:pt x="1809274" y="1540246"/>
                  </a:lnTo>
                  <a:lnTo>
                    <a:pt x="1808764" y="1540786"/>
                  </a:lnTo>
                  <a:lnTo>
                    <a:pt x="1807242" y="1540718"/>
                  </a:lnTo>
                  <a:lnTo>
                    <a:pt x="1805196" y="1541022"/>
                  </a:lnTo>
                  <a:lnTo>
                    <a:pt x="1799847" y="1544073"/>
                  </a:lnTo>
                  <a:lnTo>
                    <a:pt x="1797960" y="1543959"/>
                  </a:lnTo>
                  <a:lnTo>
                    <a:pt x="1796248" y="1544750"/>
                  </a:lnTo>
                  <a:lnTo>
                    <a:pt x="1794962" y="1545344"/>
                  </a:lnTo>
                  <a:lnTo>
                    <a:pt x="1791614" y="1545663"/>
                  </a:lnTo>
                  <a:lnTo>
                    <a:pt x="1788776" y="1546341"/>
                  </a:lnTo>
                  <a:lnTo>
                    <a:pt x="1787551" y="1545976"/>
                  </a:lnTo>
                  <a:lnTo>
                    <a:pt x="1786753" y="1544203"/>
                  </a:lnTo>
                  <a:lnTo>
                    <a:pt x="1786753" y="1542369"/>
                  </a:lnTo>
                  <a:lnTo>
                    <a:pt x="1787399" y="1543777"/>
                  </a:lnTo>
                  <a:lnTo>
                    <a:pt x="1788404" y="1544880"/>
                  </a:lnTo>
                  <a:lnTo>
                    <a:pt x="1788868" y="1544439"/>
                  </a:lnTo>
                  <a:lnTo>
                    <a:pt x="1789035" y="1543465"/>
                  </a:lnTo>
                  <a:lnTo>
                    <a:pt x="1788038" y="1541555"/>
                  </a:lnTo>
                  <a:lnTo>
                    <a:pt x="1784820" y="1539105"/>
                  </a:lnTo>
                  <a:lnTo>
                    <a:pt x="1781160" y="1535521"/>
                  </a:lnTo>
                  <a:lnTo>
                    <a:pt x="1782279" y="1535643"/>
                  </a:lnTo>
                  <a:lnTo>
                    <a:pt x="1782560" y="1534875"/>
                  </a:lnTo>
                  <a:lnTo>
                    <a:pt x="1781426" y="1533863"/>
                  </a:lnTo>
                  <a:lnTo>
                    <a:pt x="1781906" y="1532699"/>
                  </a:lnTo>
                  <a:lnTo>
                    <a:pt x="1782705" y="1531474"/>
                  </a:lnTo>
                  <a:lnTo>
                    <a:pt x="1781160" y="1531656"/>
                  </a:lnTo>
                  <a:lnTo>
                    <a:pt x="1779768" y="1532516"/>
                  </a:lnTo>
                  <a:lnTo>
                    <a:pt x="1779722" y="1533574"/>
                  </a:lnTo>
                  <a:lnTo>
                    <a:pt x="1779448" y="1534418"/>
                  </a:lnTo>
                  <a:lnTo>
                    <a:pt x="1778703" y="1534296"/>
                  </a:lnTo>
                  <a:lnTo>
                    <a:pt x="1777318" y="1533254"/>
                  </a:lnTo>
                  <a:lnTo>
                    <a:pt x="1770501" y="1530347"/>
                  </a:lnTo>
                  <a:lnTo>
                    <a:pt x="1764536" y="1528704"/>
                  </a:lnTo>
                  <a:lnTo>
                    <a:pt x="1769116" y="1527966"/>
                  </a:lnTo>
                  <a:lnTo>
                    <a:pt x="1771596" y="1528537"/>
                  </a:lnTo>
                  <a:lnTo>
                    <a:pt x="1771299" y="1527654"/>
                  </a:lnTo>
                  <a:lnTo>
                    <a:pt x="1770698" y="1527091"/>
                  </a:lnTo>
                  <a:lnTo>
                    <a:pt x="1768743" y="1526383"/>
                  </a:lnTo>
                  <a:lnTo>
                    <a:pt x="1766247" y="1526650"/>
                  </a:lnTo>
                  <a:lnTo>
                    <a:pt x="1764672" y="1526315"/>
                  </a:lnTo>
                  <a:lnTo>
                    <a:pt x="1763067" y="1527023"/>
                  </a:lnTo>
                  <a:lnTo>
                    <a:pt x="1761302" y="1528065"/>
                  </a:lnTo>
                  <a:lnTo>
                    <a:pt x="1759727" y="1528598"/>
                  </a:lnTo>
                  <a:lnTo>
                    <a:pt x="1753579" y="1529351"/>
                  </a:lnTo>
                  <a:lnTo>
                    <a:pt x="1748596" y="1530165"/>
                  </a:lnTo>
                  <a:lnTo>
                    <a:pt x="1749394" y="1529305"/>
                  </a:lnTo>
                  <a:lnTo>
                    <a:pt x="1750247" y="1528750"/>
                  </a:lnTo>
                  <a:lnTo>
                    <a:pt x="1753191" y="1527905"/>
                  </a:lnTo>
                  <a:lnTo>
                    <a:pt x="1753632" y="1526155"/>
                  </a:lnTo>
                  <a:lnTo>
                    <a:pt x="1752940" y="1524466"/>
                  </a:lnTo>
                  <a:lnTo>
                    <a:pt x="1752164" y="1524869"/>
                  </a:lnTo>
                  <a:lnTo>
                    <a:pt x="1751350" y="1526186"/>
                  </a:lnTo>
                  <a:lnTo>
                    <a:pt x="1750353" y="1525235"/>
                  </a:lnTo>
                  <a:lnTo>
                    <a:pt x="1749250" y="1525242"/>
                  </a:lnTo>
                  <a:lnTo>
                    <a:pt x="1748945" y="1527334"/>
                  </a:lnTo>
                  <a:lnTo>
                    <a:pt x="1747523" y="1528742"/>
                  </a:lnTo>
                  <a:lnTo>
                    <a:pt x="1746884" y="1530157"/>
                  </a:lnTo>
                  <a:lnTo>
                    <a:pt x="1742722" y="1531268"/>
                  </a:lnTo>
                  <a:lnTo>
                    <a:pt x="1742189" y="1530903"/>
                  </a:lnTo>
                  <a:lnTo>
                    <a:pt x="1743406" y="1529556"/>
                  </a:lnTo>
                  <a:lnTo>
                    <a:pt x="1743308" y="1528811"/>
                  </a:lnTo>
                  <a:lnTo>
                    <a:pt x="1741923" y="1529450"/>
                  </a:lnTo>
                  <a:lnTo>
                    <a:pt x="1739595" y="1531991"/>
                  </a:lnTo>
                  <a:lnTo>
                    <a:pt x="1731400" y="1532820"/>
                  </a:lnTo>
                  <a:lnTo>
                    <a:pt x="1731849" y="1532242"/>
                  </a:lnTo>
                  <a:lnTo>
                    <a:pt x="1733584" y="1532120"/>
                  </a:lnTo>
                  <a:lnTo>
                    <a:pt x="1736011" y="1531322"/>
                  </a:lnTo>
                  <a:lnTo>
                    <a:pt x="1735516" y="1529967"/>
                  </a:lnTo>
                  <a:lnTo>
                    <a:pt x="1734581" y="1528476"/>
                  </a:lnTo>
                  <a:lnTo>
                    <a:pt x="1733713" y="1528308"/>
                  </a:lnTo>
                  <a:lnTo>
                    <a:pt x="1733143" y="1527433"/>
                  </a:lnTo>
                  <a:lnTo>
                    <a:pt x="1733173" y="1524679"/>
                  </a:lnTo>
                  <a:lnTo>
                    <a:pt x="1732618" y="1523066"/>
                  </a:lnTo>
                  <a:lnTo>
                    <a:pt x="1731286" y="1521407"/>
                  </a:lnTo>
                  <a:lnTo>
                    <a:pt x="1730837" y="1521727"/>
                  </a:lnTo>
                  <a:lnTo>
                    <a:pt x="1729856" y="1524573"/>
                  </a:lnTo>
                  <a:lnTo>
                    <a:pt x="1729041" y="1528293"/>
                  </a:lnTo>
                  <a:lnTo>
                    <a:pt x="1728638" y="1529495"/>
                  </a:lnTo>
                  <a:lnTo>
                    <a:pt x="1726211" y="1529579"/>
                  </a:lnTo>
                  <a:lnTo>
                    <a:pt x="1724058" y="1529320"/>
                  </a:lnTo>
                  <a:lnTo>
                    <a:pt x="1716754" y="1529769"/>
                  </a:lnTo>
                  <a:lnTo>
                    <a:pt x="1714030" y="1528506"/>
                  </a:lnTo>
                  <a:lnTo>
                    <a:pt x="1712896" y="1528263"/>
                  </a:lnTo>
                  <a:lnTo>
                    <a:pt x="1712204" y="1528293"/>
                  </a:lnTo>
                  <a:lnTo>
                    <a:pt x="1709031" y="1529450"/>
                  </a:lnTo>
                  <a:lnTo>
                    <a:pt x="1705409" y="1530332"/>
                  </a:lnTo>
                  <a:lnTo>
                    <a:pt x="1704557" y="1530051"/>
                  </a:lnTo>
                  <a:lnTo>
                    <a:pt x="1703340" y="1530013"/>
                  </a:lnTo>
                  <a:lnTo>
                    <a:pt x="1700715" y="1533018"/>
                  </a:lnTo>
                  <a:lnTo>
                    <a:pt x="1697618" y="1534426"/>
                  </a:lnTo>
                  <a:lnTo>
                    <a:pt x="1689812" y="1531892"/>
                  </a:lnTo>
                  <a:lnTo>
                    <a:pt x="1687872" y="1529861"/>
                  </a:lnTo>
                  <a:lnTo>
                    <a:pt x="1686144" y="1529427"/>
                  </a:lnTo>
                  <a:lnTo>
                    <a:pt x="1684022" y="1529176"/>
                  </a:lnTo>
                  <a:lnTo>
                    <a:pt x="1681747" y="1531679"/>
                  </a:lnTo>
                  <a:lnTo>
                    <a:pt x="1680012" y="1535050"/>
                  </a:lnTo>
                  <a:lnTo>
                    <a:pt x="1682743" y="1536899"/>
                  </a:lnTo>
                  <a:lnTo>
                    <a:pt x="1685087" y="1537781"/>
                  </a:lnTo>
                  <a:lnTo>
                    <a:pt x="1688952" y="1537043"/>
                  </a:lnTo>
                  <a:lnTo>
                    <a:pt x="1691090" y="1535407"/>
                  </a:lnTo>
                  <a:lnTo>
                    <a:pt x="1692832" y="1535460"/>
                  </a:lnTo>
                  <a:lnTo>
                    <a:pt x="1693669" y="1535133"/>
                  </a:lnTo>
                  <a:lnTo>
                    <a:pt x="1694430" y="1534281"/>
                  </a:lnTo>
                  <a:lnTo>
                    <a:pt x="1695921" y="1534951"/>
                  </a:lnTo>
                  <a:lnTo>
                    <a:pt x="1695975" y="1535628"/>
                  </a:lnTo>
                  <a:lnTo>
                    <a:pt x="1694917" y="1536579"/>
                  </a:lnTo>
                  <a:lnTo>
                    <a:pt x="1693578" y="1537378"/>
                  </a:lnTo>
                  <a:lnTo>
                    <a:pt x="1692771" y="1538321"/>
                  </a:lnTo>
                  <a:lnTo>
                    <a:pt x="1694293" y="1540216"/>
                  </a:lnTo>
                  <a:lnTo>
                    <a:pt x="1696690" y="1540855"/>
                  </a:lnTo>
                  <a:lnTo>
                    <a:pt x="1697588" y="1540581"/>
                  </a:lnTo>
                  <a:lnTo>
                    <a:pt x="1698143" y="1538451"/>
                  </a:lnTo>
                  <a:lnTo>
                    <a:pt x="1699619" y="1537073"/>
                  </a:lnTo>
                  <a:lnTo>
                    <a:pt x="1701620" y="1537370"/>
                  </a:lnTo>
                  <a:lnTo>
                    <a:pt x="1701339" y="1538238"/>
                  </a:lnTo>
                  <a:lnTo>
                    <a:pt x="1701620" y="1539052"/>
                  </a:lnTo>
                  <a:lnTo>
                    <a:pt x="1702541" y="1540444"/>
                  </a:lnTo>
                  <a:lnTo>
                    <a:pt x="1702434" y="1542438"/>
                  </a:lnTo>
                  <a:lnTo>
                    <a:pt x="1702609" y="1542917"/>
                  </a:lnTo>
                  <a:lnTo>
                    <a:pt x="1700456" y="1543792"/>
                  </a:lnTo>
                  <a:lnTo>
                    <a:pt x="1698851" y="1544089"/>
                  </a:lnTo>
                  <a:lnTo>
                    <a:pt x="1697565" y="1545237"/>
                  </a:lnTo>
                  <a:lnTo>
                    <a:pt x="1698242" y="1545899"/>
                  </a:lnTo>
                  <a:lnTo>
                    <a:pt x="1696933" y="1546485"/>
                  </a:lnTo>
                  <a:lnTo>
                    <a:pt x="1696051" y="1546249"/>
                  </a:lnTo>
                  <a:lnTo>
                    <a:pt x="1695602" y="1546462"/>
                  </a:lnTo>
                  <a:lnTo>
                    <a:pt x="1695465" y="1547170"/>
                  </a:lnTo>
                  <a:lnTo>
                    <a:pt x="1694788" y="1547817"/>
                  </a:lnTo>
                  <a:lnTo>
                    <a:pt x="1695769" y="1549787"/>
                  </a:lnTo>
                  <a:lnTo>
                    <a:pt x="1697785" y="1551066"/>
                  </a:lnTo>
                  <a:lnTo>
                    <a:pt x="1699208" y="1552679"/>
                  </a:lnTo>
                  <a:lnTo>
                    <a:pt x="1704930" y="1554794"/>
                  </a:lnTo>
                  <a:lnTo>
                    <a:pt x="1706315" y="1554733"/>
                  </a:lnTo>
                  <a:lnTo>
                    <a:pt x="1707677" y="1556863"/>
                  </a:lnTo>
                  <a:lnTo>
                    <a:pt x="1708780" y="1557594"/>
                  </a:lnTo>
                  <a:lnTo>
                    <a:pt x="1709837" y="1557967"/>
                  </a:lnTo>
                  <a:lnTo>
                    <a:pt x="1709716" y="1559428"/>
                  </a:lnTo>
                  <a:lnTo>
                    <a:pt x="1707829" y="1560500"/>
                  </a:lnTo>
                  <a:lnTo>
                    <a:pt x="1707319" y="1561778"/>
                  </a:lnTo>
                  <a:lnTo>
                    <a:pt x="1706847" y="1562494"/>
                  </a:lnTo>
                  <a:lnTo>
                    <a:pt x="1705995" y="1561588"/>
                  </a:lnTo>
                  <a:lnTo>
                    <a:pt x="1705128" y="1560926"/>
                  </a:lnTo>
                  <a:lnTo>
                    <a:pt x="1703111" y="1562927"/>
                  </a:lnTo>
                  <a:lnTo>
                    <a:pt x="1702138" y="1563353"/>
                  </a:lnTo>
                  <a:lnTo>
                    <a:pt x="1702617" y="1561193"/>
                  </a:lnTo>
                  <a:lnTo>
                    <a:pt x="1701856" y="1560348"/>
                  </a:lnTo>
                  <a:lnTo>
                    <a:pt x="1700707" y="1558180"/>
                  </a:lnTo>
                  <a:lnTo>
                    <a:pt x="1699026" y="1556840"/>
                  </a:lnTo>
                  <a:lnTo>
                    <a:pt x="1697839" y="1556392"/>
                  </a:lnTo>
                  <a:lnTo>
                    <a:pt x="1696918" y="1555547"/>
                  </a:lnTo>
                  <a:lnTo>
                    <a:pt x="1695800" y="1555205"/>
                  </a:lnTo>
                  <a:lnTo>
                    <a:pt x="1694849" y="1555296"/>
                  </a:lnTo>
                  <a:lnTo>
                    <a:pt x="1693236" y="1554802"/>
                  </a:lnTo>
                  <a:lnTo>
                    <a:pt x="1693129" y="1553645"/>
                  </a:lnTo>
                  <a:lnTo>
                    <a:pt x="1692680" y="1552777"/>
                  </a:lnTo>
                  <a:lnTo>
                    <a:pt x="1691417" y="1551758"/>
                  </a:lnTo>
                  <a:lnTo>
                    <a:pt x="1685399" y="1549825"/>
                  </a:lnTo>
                  <a:lnTo>
                    <a:pt x="1685361" y="1550624"/>
                  </a:lnTo>
                  <a:lnTo>
                    <a:pt x="1685779" y="1551225"/>
                  </a:lnTo>
                  <a:lnTo>
                    <a:pt x="1686647" y="1551629"/>
                  </a:lnTo>
                  <a:lnTo>
                    <a:pt x="1687681" y="1552405"/>
                  </a:lnTo>
                  <a:lnTo>
                    <a:pt x="1687674" y="1554710"/>
                  </a:lnTo>
                  <a:lnTo>
                    <a:pt x="1687225" y="1555684"/>
                  </a:lnTo>
                  <a:lnTo>
                    <a:pt x="1687035" y="1557069"/>
                  </a:lnTo>
                  <a:lnTo>
                    <a:pt x="1686631" y="1558484"/>
                  </a:lnTo>
                  <a:lnTo>
                    <a:pt x="1685893" y="1559595"/>
                  </a:lnTo>
                  <a:lnTo>
                    <a:pt x="1684250" y="1560348"/>
                  </a:lnTo>
                  <a:lnTo>
                    <a:pt x="1683527" y="1559717"/>
                  </a:lnTo>
                  <a:lnTo>
                    <a:pt x="1682355" y="1556681"/>
                  </a:lnTo>
                  <a:lnTo>
                    <a:pt x="1680697" y="1555730"/>
                  </a:lnTo>
                  <a:lnTo>
                    <a:pt x="1678064" y="1555616"/>
                  </a:lnTo>
                  <a:lnTo>
                    <a:pt x="1676276" y="1556300"/>
                  </a:lnTo>
                  <a:lnTo>
                    <a:pt x="1674328" y="1559245"/>
                  </a:lnTo>
                  <a:lnTo>
                    <a:pt x="1672753" y="1559724"/>
                  </a:lnTo>
                  <a:lnTo>
                    <a:pt x="1667374" y="1558202"/>
                  </a:lnTo>
                  <a:lnTo>
                    <a:pt x="1661242" y="1555874"/>
                  </a:lnTo>
                  <a:lnTo>
                    <a:pt x="1661401" y="1555098"/>
                  </a:lnTo>
                  <a:lnTo>
                    <a:pt x="1662368" y="1554847"/>
                  </a:lnTo>
                  <a:lnTo>
                    <a:pt x="1664224" y="1555167"/>
                  </a:lnTo>
                  <a:lnTo>
                    <a:pt x="1664125" y="1554368"/>
                  </a:lnTo>
                  <a:lnTo>
                    <a:pt x="1662231" y="1551766"/>
                  </a:lnTo>
                  <a:lnTo>
                    <a:pt x="1661888" y="1550594"/>
                  </a:lnTo>
                  <a:lnTo>
                    <a:pt x="1662132" y="1549164"/>
                  </a:lnTo>
                  <a:lnTo>
                    <a:pt x="1661515" y="1549194"/>
                  </a:lnTo>
                  <a:lnTo>
                    <a:pt x="1660382" y="1550396"/>
                  </a:lnTo>
                  <a:lnTo>
                    <a:pt x="1656471" y="1549377"/>
                  </a:lnTo>
                  <a:lnTo>
                    <a:pt x="1655391" y="1548151"/>
                  </a:lnTo>
                  <a:lnTo>
                    <a:pt x="1653093" y="1544712"/>
                  </a:lnTo>
                  <a:lnTo>
                    <a:pt x="1649851" y="1544598"/>
                  </a:lnTo>
                  <a:lnTo>
                    <a:pt x="1648383" y="1542514"/>
                  </a:lnTo>
                  <a:lnTo>
                    <a:pt x="1645728" y="1543389"/>
                  </a:lnTo>
                  <a:lnTo>
                    <a:pt x="1644389" y="1544355"/>
                  </a:lnTo>
                  <a:lnTo>
                    <a:pt x="1643209" y="1545854"/>
                  </a:lnTo>
                  <a:lnTo>
                    <a:pt x="1643666" y="1546630"/>
                  </a:lnTo>
                  <a:lnTo>
                    <a:pt x="1644845" y="1547862"/>
                  </a:lnTo>
                  <a:lnTo>
                    <a:pt x="1644312" y="1548464"/>
                  </a:lnTo>
                  <a:lnTo>
                    <a:pt x="1640531" y="1549338"/>
                  </a:lnTo>
                  <a:lnTo>
                    <a:pt x="1631766" y="1548357"/>
                  </a:lnTo>
                  <a:lnTo>
                    <a:pt x="1629202" y="1547436"/>
                  </a:lnTo>
                  <a:lnTo>
                    <a:pt x="1625763" y="1545489"/>
                  </a:lnTo>
                  <a:lnTo>
                    <a:pt x="1621000" y="1543906"/>
                  </a:lnTo>
                  <a:lnTo>
                    <a:pt x="1618702" y="1543647"/>
                  </a:lnTo>
                  <a:lnTo>
                    <a:pt x="1616458" y="1543959"/>
                  </a:lnTo>
                  <a:lnTo>
                    <a:pt x="1609914" y="1544119"/>
                  </a:lnTo>
                  <a:lnTo>
                    <a:pt x="1608400" y="1544538"/>
                  </a:lnTo>
                  <a:lnTo>
                    <a:pt x="1607107" y="1545215"/>
                  </a:lnTo>
                  <a:lnTo>
                    <a:pt x="1606270" y="1544469"/>
                  </a:lnTo>
                  <a:lnTo>
                    <a:pt x="1605882" y="1543137"/>
                  </a:lnTo>
                  <a:lnTo>
                    <a:pt x="1606642" y="1542925"/>
                  </a:lnTo>
                  <a:lnTo>
                    <a:pt x="1607487" y="1542141"/>
                  </a:lnTo>
                  <a:lnTo>
                    <a:pt x="1608248" y="1540589"/>
                  </a:lnTo>
                  <a:lnTo>
                    <a:pt x="1608339" y="1539645"/>
                  </a:lnTo>
                  <a:lnTo>
                    <a:pt x="1607807" y="1539036"/>
                  </a:lnTo>
                  <a:lnTo>
                    <a:pt x="1606795" y="1538976"/>
                  </a:lnTo>
                  <a:lnTo>
                    <a:pt x="1604558" y="1543016"/>
                  </a:lnTo>
                  <a:lnTo>
                    <a:pt x="1605836" y="1545275"/>
                  </a:lnTo>
                  <a:lnTo>
                    <a:pt x="1605752" y="1546090"/>
                  </a:lnTo>
                  <a:lnTo>
                    <a:pt x="1601286" y="1546554"/>
                  </a:lnTo>
                  <a:lnTo>
                    <a:pt x="1591144" y="1551096"/>
                  </a:lnTo>
                  <a:lnTo>
                    <a:pt x="1587187" y="1553546"/>
                  </a:lnTo>
                  <a:lnTo>
                    <a:pt x="1587393" y="1552724"/>
                  </a:lnTo>
                  <a:lnTo>
                    <a:pt x="1592171" y="1549552"/>
                  </a:lnTo>
                  <a:lnTo>
                    <a:pt x="1590482" y="1549065"/>
                  </a:lnTo>
                  <a:lnTo>
                    <a:pt x="1587766" y="1549856"/>
                  </a:lnTo>
                  <a:lnTo>
                    <a:pt x="1586792" y="1549552"/>
                  </a:lnTo>
                  <a:lnTo>
                    <a:pt x="1587941" y="1546927"/>
                  </a:lnTo>
                  <a:lnTo>
                    <a:pt x="1587568" y="1544606"/>
                  </a:lnTo>
                  <a:lnTo>
                    <a:pt x="1585635" y="1544545"/>
                  </a:lnTo>
                  <a:lnTo>
                    <a:pt x="1584403" y="1546394"/>
                  </a:lnTo>
                  <a:lnTo>
                    <a:pt x="1583550" y="1546318"/>
                  </a:lnTo>
                  <a:lnTo>
                    <a:pt x="1582432" y="1545526"/>
                  </a:lnTo>
                  <a:lnTo>
                    <a:pt x="1581565" y="1545778"/>
                  </a:lnTo>
                  <a:lnTo>
                    <a:pt x="1582204" y="1549970"/>
                  </a:lnTo>
                  <a:lnTo>
                    <a:pt x="1583421" y="1551690"/>
                  </a:lnTo>
                  <a:lnTo>
                    <a:pt x="1584441" y="1553889"/>
                  </a:lnTo>
                  <a:lnTo>
                    <a:pt x="1581664" y="1556589"/>
                  </a:lnTo>
                  <a:lnTo>
                    <a:pt x="1579084" y="1558819"/>
                  </a:lnTo>
                  <a:lnTo>
                    <a:pt x="1578803" y="1560972"/>
                  </a:lnTo>
                  <a:lnTo>
                    <a:pt x="1576208" y="1563772"/>
                  </a:lnTo>
                  <a:lnTo>
                    <a:pt x="1573773" y="1565362"/>
                  </a:lnTo>
                  <a:lnTo>
                    <a:pt x="1568044" y="1569090"/>
                  </a:lnTo>
                  <a:lnTo>
                    <a:pt x="1566408" y="1569882"/>
                  </a:lnTo>
                  <a:lnTo>
                    <a:pt x="1563821" y="1571609"/>
                  </a:lnTo>
                  <a:lnTo>
                    <a:pt x="1560261" y="1572902"/>
                  </a:lnTo>
                  <a:lnTo>
                    <a:pt x="1556837" y="1574956"/>
                  </a:lnTo>
                  <a:lnTo>
                    <a:pt x="1555688" y="1575269"/>
                  </a:lnTo>
                  <a:lnTo>
                    <a:pt x="1557872" y="1573526"/>
                  </a:lnTo>
                  <a:lnTo>
                    <a:pt x="1560458" y="1571807"/>
                  </a:lnTo>
                  <a:lnTo>
                    <a:pt x="1558237" y="1572042"/>
                  </a:lnTo>
                  <a:lnTo>
                    <a:pt x="1554813" y="1571251"/>
                  </a:lnTo>
                  <a:lnTo>
                    <a:pt x="1552721" y="1571205"/>
                  </a:lnTo>
                  <a:lnTo>
                    <a:pt x="1552713" y="1571837"/>
                  </a:lnTo>
                  <a:lnTo>
                    <a:pt x="1551123" y="1572727"/>
                  </a:lnTo>
                  <a:lnTo>
                    <a:pt x="1549472" y="1571426"/>
                  </a:lnTo>
                  <a:lnTo>
                    <a:pt x="1548757" y="1570551"/>
                  </a:lnTo>
                  <a:lnTo>
                    <a:pt x="1548414" y="1569790"/>
                  </a:lnTo>
                  <a:lnTo>
                    <a:pt x="1547714" y="1569608"/>
                  </a:lnTo>
                  <a:lnTo>
                    <a:pt x="1547045" y="1569958"/>
                  </a:lnTo>
                  <a:lnTo>
                    <a:pt x="1549510" y="1575284"/>
                  </a:lnTo>
                  <a:lnTo>
                    <a:pt x="1550560" y="1575512"/>
                  </a:lnTo>
                  <a:lnTo>
                    <a:pt x="1551716" y="1576037"/>
                  </a:lnTo>
                  <a:lnTo>
                    <a:pt x="1550271" y="1577277"/>
                  </a:lnTo>
                  <a:lnTo>
                    <a:pt x="1548711" y="1578221"/>
                  </a:lnTo>
                  <a:lnTo>
                    <a:pt x="1546261" y="1578845"/>
                  </a:lnTo>
                  <a:lnTo>
                    <a:pt x="1544191" y="1576904"/>
                  </a:lnTo>
                  <a:lnTo>
                    <a:pt x="1543742" y="1579339"/>
                  </a:lnTo>
                  <a:lnTo>
                    <a:pt x="1543476" y="1581766"/>
                  </a:lnTo>
                  <a:lnTo>
                    <a:pt x="1542784" y="1582390"/>
                  </a:lnTo>
                  <a:lnTo>
                    <a:pt x="1541673" y="1583280"/>
                  </a:lnTo>
                  <a:lnTo>
                    <a:pt x="1541072" y="1582611"/>
                  </a:lnTo>
                  <a:lnTo>
                    <a:pt x="1540783" y="1581667"/>
                  </a:lnTo>
                  <a:lnTo>
                    <a:pt x="1540067" y="1582504"/>
                  </a:lnTo>
                  <a:lnTo>
                    <a:pt x="1539025" y="1583136"/>
                  </a:lnTo>
                  <a:lnTo>
                    <a:pt x="1537306" y="1583265"/>
                  </a:lnTo>
                  <a:lnTo>
                    <a:pt x="1536020" y="1583600"/>
                  </a:lnTo>
                  <a:lnTo>
                    <a:pt x="1536050" y="1584604"/>
                  </a:lnTo>
                  <a:lnTo>
                    <a:pt x="1536347" y="1585616"/>
                  </a:lnTo>
                  <a:lnTo>
                    <a:pt x="1538629" y="1584817"/>
                  </a:lnTo>
                  <a:lnTo>
                    <a:pt x="1537800" y="1587412"/>
                  </a:lnTo>
                  <a:lnTo>
                    <a:pt x="1535700" y="1589976"/>
                  </a:lnTo>
                  <a:lnTo>
                    <a:pt x="1533988" y="1590577"/>
                  </a:lnTo>
                  <a:lnTo>
                    <a:pt x="1531371" y="1590204"/>
                  </a:lnTo>
                  <a:lnTo>
                    <a:pt x="1530724" y="1590463"/>
                  </a:lnTo>
                  <a:lnTo>
                    <a:pt x="1530146" y="1590995"/>
                  </a:lnTo>
                  <a:lnTo>
                    <a:pt x="1533197" y="1594990"/>
                  </a:lnTo>
                  <a:lnTo>
                    <a:pt x="1531234" y="1601008"/>
                  </a:lnTo>
                  <a:lnTo>
                    <a:pt x="1529979" y="1603192"/>
                  </a:lnTo>
                  <a:lnTo>
                    <a:pt x="1529111" y="1603473"/>
                  </a:lnTo>
                  <a:lnTo>
                    <a:pt x="1528152" y="1603542"/>
                  </a:lnTo>
                  <a:lnTo>
                    <a:pt x="1524774" y="1601609"/>
                  </a:lnTo>
                  <a:lnTo>
                    <a:pt x="1522933" y="1600110"/>
                  </a:lnTo>
                  <a:lnTo>
                    <a:pt x="1524561" y="1604181"/>
                  </a:lnTo>
                  <a:lnTo>
                    <a:pt x="1528989" y="1605368"/>
                  </a:lnTo>
                  <a:lnTo>
                    <a:pt x="1529218" y="1606913"/>
                  </a:lnTo>
                  <a:lnTo>
                    <a:pt x="1529195" y="1608221"/>
                  </a:lnTo>
                  <a:lnTo>
                    <a:pt x="1528320" y="1609766"/>
                  </a:lnTo>
                  <a:lnTo>
                    <a:pt x="1527506" y="1611812"/>
                  </a:lnTo>
                  <a:lnTo>
                    <a:pt x="1528107" y="1613235"/>
                  </a:lnTo>
                  <a:lnTo>
                    <a:pt x="1528807" y="1616758"/>
                  </a:lnTo>
                  <a:lnTo>
                    <a:pt x="1529408" y="1618371"/>
                  </a:lnTo>
                  <a:lnTo>
                    <a:pt x="1530062" y="1623263"/>
                  </a:lnTo>
                  <a:lnTo>
                    <a:pt x="1530762" y="1625379"/>
                  </a:lnTo>
                  <a:lnTo>
                    <a:pt x="1534787" y="1633154"/>
                  </a:lnTo>
                  <a:lnTo>
                    <a:pt x="1536141" y="1633215"/>
                  </a:lnTo>
                  <a:lnTo>
                    <a:pt x="1536355" y="1634052"/>
                  </a:lnTo>
                  <a:lnTo>
                    <a:pt x="1536225" y="1635665"/>
                  </a:lnTo>
                  <a:lnTo>
                    <a:pt x="1533334" y="1636137"/>
                  </a:lnTo>
                  <a:lnTo>
                    <a:pt x="1532116" y="1636852"/>
                  </a:lnTo>
                  <a:lnTo>
                    <a:pt x="1531881" y="1637476"/>
                  </a:lnTo>
                  <a:lnTo>
                    <a:pt x="1531706" y="1637811"/>
                  </a:lnTo>
                  <a:lnTo>
                    <a:pt x="1531333" y="1637780"/>
                  </a:lnTo>
                  <a:lnTo>
                    <a:pt x="1529956" y="1637331"/>
                  </a:lnTo>
                  <a:lnTo>
                    <a:pt x="1526813" y="1635125"/>
                  </a:lnTo>
                  <a:lnTo>
                    <a:pt x="1522241" y="1633755"/>
                  </a:lnTo>
                  <a:lnTo>
                    <a:pt x="1516230" y="1633223"/>
                  </a:lnTo>
                  <a:lnTo>
                    <a:pt x="1512121" y="1632120"/>
                  </a:lnTo>
                  <a:lnTo>
                    <a:pt x="1509915" y="1630438"/>
                  </a:lnTo>
                  <a:lnTo>
                    <a:pt x="1507617" y="1629434"/>
                  </a:lnTo>
                  <a:lnTo>
                    <a:pt x="1505220" y="1629122"/>
                  </a:lnTo>
                  <a:lnTo>
                    <a:pt x="1503227" y="1628209"/>
                  </a:lnTo>
                  <a:lnTo>
                    <a:pt x="1501652" y="1626695"/>
                  </a:lnTo>
                  <a:lnTo>
                    <a:pt x="1499346" y="1625728"/>
                  </a:lnTo>
                  <a:lnTo>
                    <a:pt x="1496311" y="1625302"/>
                  </a:lnTo>
                  <a:lnTo>
                    <a:pt x="1494332" y="1624169"/>
                  </a:lnTo>
                  <a:lnTo>
                    <a:pt x="1492963" y="1621384"/>
                  </a:lnTo>
                  <a:lnTo>
                    <a:pt x="1492955" y="1621346"/>
                  </a:lnTo>
                  <a:lnTo>
                    <a:pt x="1491723" y="1616690"/>
                  </a:lnTo>
                  <a:lnTo>
                    <a:pt x="1490170" y="1613768"/>
                  </a:lnTo>
                  <a:lnTo>
                    <a:pt x="1487157" y="1610146"/>
                  </a:lnTo>
                  <a:lnTo>
                    <a:pt x="1486884" y="1609667"/>
                  </a:lnTo>
                  <a:lnTo>
                    <a:pt x="1486884" y="1609667"/>
                  </a:lnTo>
                  <a:lnTo>
                    <a:pt x="1486861" y="1609073"/>
                  </a:lnTo>
                  <a:lnTo>
                    <a:pt x="1487234" y="1606966"/>
                  </a:lnTo>
                  <a:lnTo>
                    <a:pt x="1486914" y="1605444"/>
                  </a:lnTo>
                  <a:lnTo>
                    <a:pt x="1485963" y="1604204"/>
                  </a:lnTo>
                  <a:lnTo>
                    <a:pt x="1485742" y="1602895"/>
                  </a:lnTo>
                  <a:lnTo>
                    <a:pt x="1486260" y="1601518"/>
                  </a:lnTo>
                  <a:lnTo>
                    <a:pt x="1486290" y="1599859"/>
                  </a:lnTo>
                  <a:lnTo>
                    <a:pt x="1485841" y="1597919"/>
                  </a:lnTo>
                  <a:lnTo>
                    <a:pt x="1483924" y="1595819"/>
                  </a:lnTo>
                  <a:lnTo>
                    <a:pt x="1480530" y="1593567"/>
                  </a:lnTo>
                  <a:lnTo>
                    <a:pt x="1477639" y="1590265"/>
                  </a:lnTo>
                  <a:lnTo>
                    <a:pt x="1475258" y="1585920"/>
                  </a:lnTo>
                  <a:lnTo>
                    <a:pt x="1472899" y="1582908"/>
                  </a:lnTo>
                  <a:lnTo>
                    <a:pt x="1470563" y="1581226"/>
                  </a:lnTo>
                  <a:lnTo>
                    <a:pt x="1468973" y="1579172"/>
                  </a:lnTo>
                  <a:lnTo>
                    <a:pt x="1468113" y="1576745"/>
                  </a:lnTo>
                  <a:lnTo>
                    <a:pt x="1467862" y="1575337"/>
                  </a:lnTo>
                  <a:lnTo>
                    <a:pt x="1468212" y="1574949"/>
                  </a:lnTo>
                  <a:lnTo>
                    <a:pt x="1466782" y="1572248"/>
                  </a:lnTo>
                  <a:lnTo>
                    <a:pt x="1463563" y="1567234"/>
                  </a:lnTo>
                  <a:lnTo>
                    <a:pt x="1461714" y="1563559"/>
                  </a:lnTo>
                  <a:lnTo>
                    <a:pt x="1461235" y="1561231"/>
                  </a:lnTo>
                  <a:lnTo>
                    <a:pt x="1459188" y="1558461"/>
                  </a:lnTo>
                  <a:lnTo>
                    <a:pt x="1455567" y="1555243"/>
                  </a:lnTo>
                  <a:lnTo>
                    <a:pt x="1453604" y="1553150"/>
                  </a:lnTo>
                  <a:lnTo>
                    <a:pt x="1453124" y="1551697"/>
                  </a:lnTo>
                  <a:lnTo>
                    <a:pt x="1453117" y="1551697"/>
                  </a:lnTo>
                  <a:lnTo>
                    <a:pt x="1447471" y="1547452"/>
                  </a:lnTo>
                  <a:lnTo>
                    <a:pt x="1445828" y="1544796"/>
                  </a:lnTo>
                  <a:lnTo>
                    <a:pt x="1444549" y="1543959"/>
                  </a:lnTo>
                  <a:lnTo>
                    <a:pt x="1443081" y="1544050"/>
                  </a:lnTo>
                  <a:lnTo>
                    <a:pt x="1442328" y="1543792"/>
                  </a:lnTo>
                  <a:lnTo>
                    <a:pt x="1442290" y="1543191"/>
                  </a:lnTo>
                  <a:lnTo>
                    <a:pt x="1441810" y="1543160"/>
                  </a:lnTo>
                  <a:lnTo>
                    <a:pt x="1440890" y="1543708"/>
                  </a:lnTo>
                  <a:lnTo>
                    <a:pt x="1437884" y="1543815"/>
                  </a:lnTo>
                  <a:lnTo>
                    <a:pt x="1432794" y="1543495"/>
                  </a:lnTo>
                  <a:lnTo>
                    <a:pt x="1429119" y="1542772"/>
                  </a:lnTo>
                  <a:lnTo>
                    <a:pt x="1426860" y="1541654"/>
                  </a:lnTo>
                  <a:lnTo>
                    <a:pt x="1425277" y="1541806"/>
                  </a:lnTo>
                  <a:lnTo>
                    <a:pt x="1424364" y="1543236"/>
                  </a:lnTo>
                  <a:lnTo>
                    <a:pt x="1422431" y="1544157"/>
                  </a:lnTo>
                  <a:lnTo>
                    <a:pt x="1419472" y="1544568"/>
                  </a:lnTo>
                  <a:lnTo>
                    <a:pt x="1416930" y="1547216"/>
                  </a:lnTo>
                  <a:lnTo>
                    <a:pt x="1414800" y="1552100"/>
                  </a:lnTo>
                  <a:lnTo>
                    <a:pt x="1413864" y="1555235"/>
                  </a:lnTo>
                  <a:lnTo>
                    <a:pt x="1414123" y="1556635"/>
                  </a:lnTo>
                  <a:lnTo>
                    <a:pt x="1413560" y="1557647"/>
                  </a:lnTo>
                  <a:lnTo>
                    <a:pt x="1412175" y="1558279"/>
                  </a:lnTo>
                  <a:lnTo>
                    <a:pt x="1410768" y="1559694"/>
                  </a:lnTo>
                  <a:lnTo>
                    <a:pt x="1409337" y="1561893"/>
                  </a:lnTo>
                  <a:lnTo>
                    <a:pt x="1407663" y="1562958"/>
                  </a:lnTo>
                  <a:lnTo>
                    <a:pt x="1405753" y="1562882"/>
                  </a:lnTo>
                  <a:lnTo>
                    <a:pt x="1402223" y="1561193"/>
                  </a:lnTo>
                  <a:lnTo>
                    <a:pt x="1397080" y="1557875"/>
                  </a:lnTo>
                  <a:lnTo>
                    <a:pt x="1393047" y="1555821"/>
                  </a:lnTo>
                  <a:lnTo>
                    <a:pt x="1390125" y="1555037"/>
                  </a:lnTo>
                  <a:lnTo>
                    <a:pt x="1387546" y="1553500"/>
                  </a:lnTo>
                  <a:lnTo>
                    <a:pt x="1385309" y="1551210"/>
                  </a:lnTo>
                  <a:lnTo>
                    <a:pt x="1383247" y="1549681"/>
                  </a:lnTo>
                  <a:lnTo>
                    <a:pt x="1381360" y="1548912"/>
                  </a:lnTo>
                  <a:lnTo>
                    <a:pt x="1379154" y="1546371"/>
                  </a:lnTo>
                  <a:lnTo>
                    <a:pt x="1376628" y="1542049"/>
                  </a:lnTo>
                  <a:lnTo>
                    <a:pt x="1375365" y="1538709"/>
                  </a:lnTo>
                  <a:lnTo>
                    <a:pt x="1375365" y="1535179"/>
                  </a:lnTo>
                  <a:lnTo>
                    <a:pt x="1372063" y="1527471"/>
                  </a:lnTo>
                  <a:lnTo>
                    <a:pt x="1370313" y="1524124"/>
                  </a:lnTo>
                  <a:lnTo>
                    <a:pt x="1369012" y="1522579"/>
                  </a:lnTo>
                  <a:lnTo>
                    <a:pt x="1366470" y="1520738"/>
                  </a:lnTo>
                  <a:lnTo>
                    <a:pt x="1362674" y="1518592"/>
                  </a:lnTo>
                  <a:lnTo>
                    <a:pt x="1357591" y="1514301"/>
                  </a:lnTo>
                  <a:lnTo>
                    <a:pt x="1351215" y="1507842"/>
                  </a:lnTo>
                  <a:lnTo>
                    <a:pt x="1346703" y="1503946"/>
                  </a:lnTo>
                  <a:lnTo>
                    <a:pt x="1344056" y="1502622"/>
                  </a:lnTo>
                  <a:lnTo>
                    <a:pt x="1341758" y="1500286"/>
                  </a:lnTo>
                  <a:lnTo>
                    <a:pt x="1339810" y="1496938"/>
                  </a:lnTo>
                  <a:lnTo>
                    <a:pt x="1337908" y="1494800"/>
                  </a:lnTo>
                  <a:lnTo>
                    <a:pt x="1337710" y="1494701"/>
                  </a:lnTo>
                  <a:lnTo>
                    <a:pt x="1337543" y="1494656"/>
                  </a:lnTo>
                  <a:lnTo>
                    <a:pt x="1332848" y="1494625"/>
                  </a:lnTo>
                  <a:lnTo>
                    <a:pt x="1328154" y="1494595"/>
                  </a:lnTo>
                  <a:lnTo>
                    <a:pt x="1323459" y="1494564"/>
                  </a:lnTo>
                  <a:lnTo>
                    <a:pt x="1318765" y="1494542"/>
                  </a:lnTo>
                  <a:lnTo>
                    <a:pt x="1314070" y="1494511"/>
                  </a:lnTo>
                  <a:lnTo>
                    <a:pt x="1309376" y="1494488"/>
                  </a:lnTo>
                  <a:lnTo>
                    <a:pt x="1304681" y="1494458"/>
                  </a:lnTo>
                  <a:lnTo>
                    <a:pt x="1299987" y="1494428"/>
                  </a:lnTo>
                  <a:lnTo>
                    <a:pt x="1299971" y="1497235"/>
                  </a:lnTo>
                  <a:lnTo>
                    <a:pt x="1299895" y="1500066"/>
                  </a:lnTo>
                  <a:lnTo>
                    <a:pt x="1299888" y="1502865"/>
                  </a:lnTo>
                  <a:lnTo>
                    <a:pt x="1299873" y="1505665"/>
                  </a:lnTo>
                  <a:lnTo>
                    <a:pt x="1292325" y="1505680"/>
                  </a:lnTo>
                  <a:lnTo>
                    <a:pt x="1284777" y="1505696"/>
                  </a:lnTo>
                  <a:lnTo>
                    <a:pt x="1277229" y="1505711"/>
                  </a:lnTo>
                  <a:lnTo>
                    <a:pt x="1269682" y="1505726"/>
                  </a:lnTo>
                  <a:lnTo>
                    <a:pt x="1262134" y="1505742"/>
                  </a:lnTo>
                  <a:lnTo>
                    <a:pt x="1254586" y="1505757"/>
                  </a:lnTo>
                  <a:lnTo>
                    <a:pt x="1247039" y="1505772"/>
                  </a:lnTo>
                  <a:lnTo>
                    <a:pt x="1239491" y="1505787"/>
                  </a:lnTo>
                  <a:lnTo>
                    <a:pt x="1229364" y="1502104"/>
                  </a:lnTo>
                  <a:lnTo>
                    <a:pt x="1219237" y="1498414"/>
                  </a:lnTo>
                  <a:lnTo>
                    <a:pt x="1209110" y="1494717"/>
                  </a:lnTo>
                  <a:lnTo>
                    <a:pt x="1198983" y="1491011"/>
                  </a:lnTo>
                  <a:lnTo>
                    <a:pt x="1188856" y="1487306"/>
                  </a:lnTo>
                  <a:lnTo>
                    <a:pt x="1178729" y="1483593"/>
                  </a:lnTo>
                  <a:lnTo>
                    <a:pt x="1168602" y="1479872"/>
                  </a:lnTo>
                  <a:lnTo>
                    <a:pt x="1158475" y="1476144"/>
                  </a:lnTo>
                  <a:lnTo>
                    <a:pt x="1159494" y="1474721"/>
                  </a:lnTo>
                  <a:lnTo>
                    <a:pt x="1160849" y="1470917"/>
                  </a:lnTo>
                  <a:lnTo>
                    <a:pt x="1158407" y="1471191"/>
                  </a:lnTo>
                  <a:lnTo>
                    <a:pt x="1152297" y="1471731"/>
                  </a:lnTo>
                  <a:lnTo>
                    <a:pt x="1146187" y="1472271"/>
                  </a:lnTo>
                  <a:lnTo>
                    <a:pt x="1140077" y="1472812"/>
                  </a:lnTo>
                  <a:lnTo>
                    <a:pt x="1133968" y="1473352"/>
                  </a:lnTo>
                  <a:lnTo>
                    <a:pt x="1127858" y="1473892"/>
                  </a:lnTo>
                  <a:lnTo>
                    <a:pt x="1121748" y="1474432"/>
                  </a:lnTo>
                  <a:lnTo>
                    <a:pt x="1115639" y="1474972"/>
                  </a:lnTo>
                  <a:lnTo>
                    <a:pt x="1109529" y="1475513"/>
                  </a:lnTo>
                  <a:lnTo>
                    <a:pt x="1109483" y="1475353"/>
                  </a:lnTo>
                  <a:lnTo>
                    <a:pt x="1109331" y="1472591"/>
                  </a:lnTo>
                  <a:lnTo>
                    <a:pt x="1108342" y="1471617"/>
                  </a:lnTo>
                  <a:lnTo>
                    <a:pt x="1107071" y="1472218"/>
                  </a:lnTo>
                  <a:lnTo>
                    <a:pt x="1106493" y="1468627"/>
                  </a:lnTo>
                  <a:lnTo>
                    <a:pt x="1106813" y="1466930"/>
                  </a:lnTo>
                  <a:lnTo>
                    <a:pt x="1106661" y="1465272"/>
                  </a:lnTo>
                  <a:lnTo>
                    <a:pt x="1105466" y="1461186"/>
                  </a:lnTo>
                  <a:lnTo>
                    <a:pt x="1102293" y="1456225"/>
                  </a:lnTo>
                  <a:lnTo>
                    <a:pt x="1095438" y="1450039"/>
                  </a:lnTo>
                  <a:lnTo>
                    <a:pt x="1091946" y="1447970"/>
                  </a:lnTo>
                  <a:lnTo>
                    <a:pt x="1089207" y="1445352"/>
                  </a:lnTo>
                  <a:lnTo>
                    <a:pt x="1087464" y="1444622"/>
                  </a:lnTo>
                  <a:lnTo>
                    <a:pt x="1085273" y="1444424"/>
                  </a:lnTo>
                  <a:lnTo>
                    <a:pt x="1084641" y="1445603"/>
                  </a:lnTo>
                  <a:lnTo>
                    <a:pt x="1082161" y="1444797"/>
                  </a:lnTo>
                  <a:lnTo>
                    <a:pt x="1082534" y="1441868"/>
                  </a:lnTo>
                  <a:lnTo>
                    <a:pt x="1080114" y="1437789"/>
                  </a:lnTo>
                  <a:lnTo>
                    <a:pt x="1078136" y="1437333"/>
                  </a:lnTo>
                  <a:lnTo>
                    <a:pt x="1073153" y="1437607"/>
                  </a:lnTo>
                  <a:lnTo>
                    <a:pt x="1066495" y="1435362"/>
                  </a:lnTo>
                  <a:lnTo>
                    <a:pt x="1064532" y="1434023"/>
                  </a:lnTo>
                  <a:lnTo>
                    <a:pt x="1063855" y="1431627"/>
                  </a:lnTo>
                  <a:lnTo>
                    <a:pt x="1060735" y="1429542"/>
                  </a:lnTo>
                  <a:lnTo>
                    <a:pt x="1056627" y="1427495"/>
                  </a:lnTo>
                  <a:lnTo>
                    <a:pt x="1054336" y="1427974"/>
                  </a:lnTo>
                  <a:lnTo>
                    <a:pt x="1051346" y="1427655"/>
                  </a:lnTo>
                  <a:lnTo>
                    <a:pt x="1047078" y="1426179"/>
                  </a:lnTo>
                  <a:lnTo>
                    <a:pt x="1044590" y="1425996"/>
                  </a:lnTo>
                  <a:lnTo>
                    <a:pt x="1039743" y="1426430"/>
                  </a:lnTo>
                  <a:lnTo>
                    <a:pt x="1037932" y="1426118"/>
                  </a:lnTo>
                  <a:lnTo>
                    <a:pt x="1036251" y="1424254"/>
                  </a:lnTo>
                  <a:lnTo>
                    <a:pt x="1034440" y="1423318"/>
                  </a:lnTo>
                  <a:lnTo>
                    <a:pt x="1034820" y="1421020"/>
                  </a:lnTo>
                  <a:lnTo>
                    <a:pt x="1034592" y="1418943"/>
                  </a:lnTo>
                  <a:lnTo>
                    <a:pt x="1034866" y="1417322"/>
                  </a:lnTo>
                  <a:lnTo>
                    <a:pt x="1034052" y="1413769"/>
                  </a:lnTo>
                  <a:lnTo>
                    <a:pt x="1034684" y="1410467"/>
                  </a:lnTo>
                  <a:lnTo>
                    <a:pt x="1034136" y="1409272"/>
                  </a:lnTo>
                  <a:lnTo>
                    <a:pt x="1033109" y="1408352"/>
                  </a:lnTo>
                  <a:lnTo>
                    <a:pt x="1029898" y="1406997"/>
                  </a:lnTo>
                  <a:lnTo>
                    <a:pt x="1029312" y="1405301"/>
                  </a:lnTo>
                  <a:lnTo>
                    <a:pt x="1029837" y="1402942"/>
                  </a:lnTo>
                  <a:lnTo>
                    <a:pt x="1029000" y="1401383"/>
                  </a:lnTo>
                  <a:lnTo>
                    <a:pt x="1026367" y="1399929"/>
                  </a:lnTo>
                  <a:lnTo>
                    <a:pt x="1023910" y="1396627"/>
                  </a:lnTo>
                  <a:lnTo>
                    <a:pt x="1020790" y="1394816"/>
                  </a:lnTo>
                  <a:lnTo>
                    <a:pt x="1019512" y="1391780"/>
                  </a:lnTo>
                  <a:lnTo>
                    <a:pt x="1017595" y="1389901"/>
                  </a:lnTo>
                  <a:lnTo>
                    <a:pt x="1016925" y="1388235"/>
                  </a:lnTo>
                  <a:lnTo>
                    <a:pt x="1012664" y="1382277"/>
                  </a:lnTo>
                  <a:lnTo>
                    <a:pt x="1008114" y="1377613"/>
                  </a:lnTo>
                  <a:lnTo>
                    <a:pt x="1007414" y="1374920"/>
                  </a:lnTo>
                  <a:lnTo>
                    <a:pt x="1007239" y="1371230"/>
                  </a:lnTo>
                  <a:lnTo>
                    <a:pt x="1009020" y="1368978"/>
                  </a:lnTo>
                  <a:lnTo>
                    <a:pt x="1009978" y="1366992"/>
                  </a:lnTo>
                  <a:lnTo>
                    <a:pt x="1009880" y="1365173"/>
                  </a:lnTo>
                  <a:lnTo>
                    <a:pt x="1009606" y="1363834"/>
                  </a:lnTo>
                  <a:lnTo>
                    <a:pt x="1008038" y="1361506"/>
                  </a:lnTo>
                  <a:lnTo>
                    <a:pt x="1001982" y="1360121"/>
                  </a:lnTo>
                  <a:lnTo>
                    <a:pt x="997059" y="1354346"/>
                  </a:lnTo>
                  <a:lnTo>
                    <a:pt x="996770" y="1349918"/>
                  </a:lnTo>
                  <a:lnTo>
                    <a:pt x="994837" y="1345383"/>
                  </a:lnTo>
                  <a:lnTo>
                    <a:pt x="994815" y="1342424"/>
                  </a:lnTo>
                  <a:lnTo>
                    <a:pt x="994518" y="1339220"/>
                  </a:lnTo>
                  <a:lnTo>
                    <a:pt x="995986" y="1338520"/>
                  </a:lnTo>
                  <a:lnTo>
                    <a:pt x="997295" y="1338779"/>
                  </a:lnTo>
                  <a:lnTo>
                    <a:pt x="997166" y="1340050"/>
                  </a:lnTo>
                  <a:lnTo>
                    <a:pt x="997607" y="1342340"/>
                  </a:lnTo>
                  <a:lnTo>
                    <a:pt x="999152" y="1344060"/>
                  </a:lnTo>
                  <a:lnTo>
                    <a:pt x="1000620" y="1344813"/>
                  </a:lnTo>
                  <a:lnTo>
                    <a:pt x="1001959" y="1346479"/>
                  </a:lnTo>
                  <a:lnTo>
                    <a:pt x="1002963" y="1346981"/>
                  </a:lnTo>
                  <a:lnTo>
                    <a:pt x="1003998" y="1347103"/>
                  </a:lnTo>
                  <a:lnTo>
                    <a:pt x="1003443" y="1346030"/>
                  </a:lnTo>
                  <a:lnTo>
                    <a:pt x="1002849" y="1345345"/>
                  </a:lnTo>
                  <a:lnTo>
                    <a:pt x="1002126" y="1343124"/>
                  </a:lnTo>
                  <a:lnTo>
                    <a:pt x="1000757" y="1340286"/>
                  </a:lnTo>
                  <a:lnTo>
                    <a:pt x="999182" y="1338718"/>
                  </a:lnTo>
                  <a:lnTo>
                    <a:pt x="998383" y="1335858"/>
                  </a:lnTo>
                  <a:lnTo>
                    <a:pt x="997698" y="1335196"/>
                  </a:lnTo>
                  <a:lnTo>
                    <a:pt x="997272" y="1334130"/>
                  </a:lnTo>
                  <a:lnTo>
                    <a:pt x="998794" y="1332867"/>
                  </a:lnTo>
                  <a:lnTo>
                    <a:pt x="1000871" y="1331970"/>
                  </a:lnTo>
                  <a:lnTo>
                    <a:pt x="1003656" y="1331726"/>
                  </a:lnTo>
                  <a:lnTo>
                    <a:pt x="1011553" y="1332152"/>
                  </a:lnTo>
                  <a:lnTo>
                    <a:pt x="1013235" y="1331414"/>
                  </a:lnTo>
                  <a:lnTo>
                    <a:pt x="1014627" y="1331650"/>
                  </a:lnTo>
                  <a:lnTo>
                    <a:pt x="1015647" y="1331559"/>
                  </a:lnTo>
                  <a:lnTo>
                    <a:pt x="1013501" y="1330798"/>
                  </a:lnTo>
                  <a:lnTo>
                    <a:pt x="1012299" y="1331049"/>
                  </a:lnTo>
                  <a:lnTo>
                    <a:pt x="1010876" y="1330889"/>
                  </a:lnTo>
                  <a:lnTo>
                    <a:pt x="1008054" y="1331041"/>
                  </a:lnTo>
                  <a:lnTo>
                    <a:pt x="1006912" y="1330722"/>
                  </a:lnTo>
                  <a:lnTo>
                    <a:pt x="1005657" y="1329824"/>
                  </a:lnTo>
                  <a:lnTo>
                    <a:pt x="1004835" y="1329733"/>
                  </a:lnTo>
                  <a:lnTo>
                    <a:pt x="1002225" y="1331300"/>
                  </a:lnTo>
                  <a:lnTo>
                    <a:pt x="1001061" y="1331110"/>
                  </a:lnTo>
                  <a:lnTo>
                    <a:pt x="998307" y="1329398"/>
                  </a:lnTo>
                  <a:lnTo>
                    <a:pt x="997105" y="1329154"/>
                  </a:lnTo>
                  <a:lnTo>
                    <a:pt x="995172" y="1330128"/>
                  </a:lnTo>
                  <a:lnTo>
                    <a:pt x="994936" y="1334321"/>
                  </a:lnTo>
                  <a:lnTo>
                    <a:pt x="995537" y="1337433"/>
                  </a:lnTo>
                  <a:lnTo>
                    <a:pt x="994381" y="1337752"/>
                  </a:lnTo>
                  <a:lnTo>
                    <a:pt x="993034" y="1336474"/>
                  </a:lnTo>
                  <a:lnTo>
                    <a:pt x="990972" y="1335713"/>
                  </a:lnTo>
                  <a:lnTo>
                    <a:pt x="989268" y="1334549"/>
                  </a:lnTo>
                  <a:lnTo>
                    <a:pt x="986864" y="1332380"/>
                  </a:lnTo>
                  <a:lnTo>
                    <a:pt x="985601" y="1331589"/>
                  </a:lnTo>
                  <a:lnTo>
                    <a:pt x="984170" y="1333392"/>
                  </a:lnTo>
                  <a:lnTo>
                    <a:pt x="984117" y="1332563"/>
                  </a:lnTo>
                  <a:lnTo>
                    <a:pt x="984825" y="1330463"/>
                  </a:lnTo>
                  <a:lnTo>
                    <a:pt x="984627" y="1326940"/>
                  </a:lnTo>
                  <a:lnTo>
                    <a:pt x="986780" y="1329756"/>
                  </a:lnTo>
                  <a:lnTo>
                    <a:pt x="986110" y="1327777"/>
                  </a:lnTo>
                  <a:lnTo>
                    <a:pt x="984437" y="1325594"/>
                  </a:lnTo>
                  <a:lnTo>
                    <a:pt x="983166" y="1324833"/>
                  </a:lnTo>
                  <a:lnTo>
                    <a:pt x="981568" y="1320922"/>
                  </a:lnTo>
                  <a:lnTo>
                    <a:pt x="977969" y="1318571"/>
                  </a:lnTo>
                  <a:lnTo>
                    <a:pt x="975086" y="1314767"/>
                  </a:lnTo>
                  <a:lnTo>
                    <a:pt x="969181" y="1308444"/>
                  </a:lnTo>
                  <a:lnTo>
                    <a:pt x="968793" y="1302874"/>
                  </a:lnTo>
                  <a:lnTo>
                    <a:pt x="966640" y="1295806"/>
                  </a:lnTo>
                  <a:lnTo>
                    <a:pt x="967546" y="1291774"/>
                  </a:lnTo>
                  <a:lnTo>
                    <a:pt x="967424" y="1288913"/>
                  </a:lnTo>
                  <a:lnTo>
                    <a:pt x="966366" y="1284576"/>
                  </a:lnTo>
                  <a:lnTo>
                    <a:pt x="965263" y="1282217"/>
                  </a:lnTo>
                  <a:lnTo>
                    <a:pt x="960477" y="1275727"/>
                  </a:lnTo>
                  <a:lnTo>
                    <a:pt x="955874" y="1271345"/>
                  </a:lnTo>
                  <a:lnTo>
                    <a:pt x="955182" y="1268020"/>
                  </a:lnTo>
                  <a:lnTo>
                    <a:pt x="954862" y="1264664"/>
                  </a:lnTo>
                  <a:lnTo>
                    <a:pt x="955866" y="1261674"/>
                  </a:lnTo>
                  <a:lnTo>
                    <a:pt x="956741" y="1258517"/>
                  </a:lnTo>
                  <a:lnTo>
                    <a:pt x="957373" y="1257679"/>
                  </a:lnTo>
                  <a:lnTo>
                    <a:pt x="957624" y="1258030"/>
                  </a:lnTo>
                  <a:lnTo>
                    <a:pt x="957449" y="1258699"/>
                  </a:lnTo>
                  <a:lnTo>
                    <a:pt x="958103" y="1258905"/>
                  </a:lnTo>
                  <a:lnTo>
                    <a:pt x="958354" y="1257512"/>
                  </a:lnTo>
                  <a:lnTo>
                    <a:pt x="958742" y="1256797"/>
                  </a:lnTo>
                  <a:lnTo>
                    <a:pt x="958058" y="1256706"/>
                  </a:lnTo>
                  <a:lnTo>
                    <a:pt x="958126" y="1256264"/>
                  </a:lnTo>
                  <a:lnTo>
                    <a:pt x="958537" y="1255382"/>
                  </a:lnTo>
                  <a:lnTo>
                    <a:pt x="959967" y="1251227"/>
                  </a:lnTo>
                  <a:lnTo>
                    <a:pt x="959815" y="1245978"/>
                  </a:lnTo>
                  <a:lnTo>
                    <a:pt x="961345" y="1239518"/>
                  </a:lnTo>
                  <a:lnTo>
                    <a:pt x="961268" y="1237380"/>
                  </a:lnTo>
                  <a:lnTo>
                    <a:pt x="960295" y="1232769"/>
                  </a:lnTo>
                  <a:lnTo>
                    <a:pt x="959321" y="1230000"/>
                  </a:lnTo>
                  <a:lnTo>
                    <a:pt x="957586" y="1228037"/>
                  </a:lnTo>
                  <a:lnTo>
                    <a:pt x="958354" y="1225161"/>
                  </a:lnTo>
                  <a:lnTo>
                    <a:pt x="958294" y="1222414"/>
                  </a:lnTo>
                  <a:lnTo>
                    <a:pt x="955227" y="1218450"/>
                  </a:lnTo>
                  <a:lnTo>
                    <a:pt x="954056" y="1213238"/>
                  </a:lnTo>
                  <a:lnTo>
                    <a:pt x="953835" y="1211032"/>
                  </a:lnTo>
                  <a:lnTo>
                    <a:pt x="954139" y="1205188"/>
                  </a:lnTo>
                  <a:lnTo>
                    <a:pt x="953340" y="1202685"/>
                  </a:lnTo>
                  <a:lnTo>
                    <a:pt x="951294" y="1198553"/>
                  </a:lnTo>
                  <a:lnTo>
                    <a:pt x="952169" y="1194955"/>
                  </a:lnTo>
                  <a:lnTo>
                    <a:pt x="953112" y="1192756"/>
                  </a:lnTo>
                  <a:lnTo>
                    <a:pt x="955417" y="1183146"/>
                  </a:lnTo>
                  <a:lnTo>
                    <a:pt x="955973" y="1182362"/>
                  </a:lnTo>
                  <a:lnTo>
                    <a:pt x="956932" y="1182385"/>
                  </a:lnTo>
                  <a:lnTo>
                    <a:pt x="958613" y="1180749"/>
                  </a:lnTo>
                  <a:lnTo>
                    <a:pt x="957837" y="1180369"/>
                  </a:lnTo>
                  <a:lnTo>
                    <a:pt x="956665" y="1181153"/>
                  </a:lnTo>
                  <a:lnTo>
                    <a:pt x="957708" y="1177333"/>
                  </a:lnTo>
                  <a:lnTo>
                    <a:pt x="958879" y="1174054"/>
                  </a:lnTo>
                  <a:lnTo>
                    <a:pt x="959640" y="1172875"/>
                  </a:lnTo>
                  <a:lnTo>
                    <a:pt x="960028" y="1162131"/>
                  </a:lnTo>
                  <a:lnTo>
                    <a:pt x="960698" y="1153876"/>
                  </a:lnTo>
                  <a:lnTo>
                    <a:pt x="961801" y="1151145"/>
                  </a:lnTo>
                  <a:lnTo>
                    <a:pt x="961413" y="1148322"/>
                  </a:lnTo>
                  <a:lnTo>
                    <a:pt x="961862" y="1144495"/>
                  </a:lnTo>
                  <a:lnTo>
                    <a:pt x="961542" y="1140614"/>
                  </a:lnTo>
                  <a:lnTo>
                    <a:pt x="963909" y="1121829"/>
                  </a:lnTo>
                  <a:lnTo>
                    <a:pt x="963597" y="1119546"/>
                  </a:lnTo>
                  <a:lnTo>
                    <a:pt x="964320" y="1116480"/>
                  </a:lnTo>
                  <a:lnTo>
                    <a:pt x="963642" y="1108377"/>
                  </a:lnTo>
                  <a:lnTo>
                    <a:pt x="963947" y="1099262"/>
                  </a:lnTo>
                  <a:lnTo>
                    <a:pt x="963346" y="1098098"/>
                  </a:lnTo>
                  <a:lnTo>
                    <a:pt x="963041" y="1096835"/>
                  </a:lnTo>
                  <a:lnTo>
                    <a:pt x="963604" y="1096645"/>
                  </a:lnTo>
                  <a:lnTo>
                    <a:pt x="964700" y="1097976"/>
                  </a:lnTo>
                  <a:lnTo>
                    <a:pt x="969782" y="1097961"/>
                  </a:lnTo>
                  <a:lnTo>
                    <a:pt x="973024" y="1096728"/>
                  </a:lnTo>
                  <a:lnTo>
                    <a:pt x="974203" y="1097131"/>
                  </a:lnTo>
                  <a:lnTo>
                    <a:pt x="975573" y="1098805"/>
                  </a:lnTo>
                  <a:lnTo>
                    <a:pt x="977300" y="1099140"/>
                  </a:lnTo>
                  <a:lnTo>
                    <a:pt x="979453" y="1098843"/>
                  </a:lnTo>
                  <a:lnTo>
                    <a:pt x="978799" y="1098425"/>
                  </a:lnTo>
                  <a:lnTo>
                    <a:pt x="977787" y="1098311"/>
                  </a:lnTo>
                  <a:lnTo>
                    <a:pt x="975519" y="1096766"/>
                  </a:lnTo>
                  <a:lnTo>
                    <a:pt x="974233" y="1095222"/>
                  </a:lnTo>
                  <a:lnTo>
                    <a:pt x="970269" y="1095328"/>
                  </a:lnTo>
                  <a:lnTo>
                    <a:pt x="969463" y="1094339"/>
                  </a:lnTo>
                  <a:lnTo>
                    <a:pt x="965035" y="1095328"/>
                  </a:lnTo>
                  <a:lnTo>
                    <a:pt x="963665" y="1094316"/>
                  </a:lnTo>
                  <a:lnTo>
                    <a:pt x="961253" y="1094971"/>
                  </a:lnTo>
                  <a:lnTo>
                    <a:pt x="961847" y="1092095"/>
                  </a:lnTo>
                  <a:lnTo>
                    <a:pt x="961740" y="1088458"/>
                  </a:lnTo>
                  <a:lnTo>
                    <a:pt x="961870" y="1084912"/>
                  </a:lnTo>
                  <a:lnTo>
                    <a:pt x="962463" y="1087499"/>
                  </a:lnTo>
                  <a:lnTo>
                    <a:pt x="963962" y="1090246"/>
                  </a:lnTo>
                  <a:lnTo>
                    <a:pt x="964685" y="1087134"/>
                  </a:lnTo>
                  <a:lnTo>
                    <a:pt x="965179" y="1083208"/>
                  </a:lnTo>
                  <a:lnTo>
                    <a:pt x="963718" y="1081701"/>
                  </a:lnTo>
                  <a:lnTo>
                    <a:pt x="961284" y="1080583"/>
                  </a:lnTo>
                  <a:lnTo>
                    <a:pt x="960409" y="1076915"/>
                  </a:lnTo>
                  <a:lnTo>
                    <a:pt x="966168" y="1073781"/>
                  </a:lnTo>
                  <a:lnTo>
                    <a:pt x="963110" y="1073119"/>
                  </a:lnTo>
                  <a:lnTo>
                    <a:pt x="961908" y="1071711"/>
                  </a:lnTo>
                  <a:lnTo>
                    <a:pt x="960424" y="1071536"/>
                  </a:lnTo>
                  <a:lnTo>
                    <a:pt x="960310" y="1072624"/>
                  </a:lnTo>
                  <a:lnTo>
                    <a:pt x="959830" y="1074047"/>
                  </a:lnTo>
                  <a:lnTo>
                    <a:pt x="959313" y="1072153"/>
                  </a:lnTo>
                  <a:lnTo>
                    <a:pt x="959161" y="1069923"/>
                  </a:lnTo>
                  <a:lnTo>
                    <a:pt x="958552" y="1066111"/>
                  </a:lnTo>
                  <a:lnTo>
                    <a:pt x="956194" y="1059956"/>
                  </a:lnTo>
                  <a:lnTo>
                    <a:pt x="954763" y="1051944"/>
                  </a:lnTo>
                  <a:lnTo>
                    <a:pt x="952968" y="1047973"/>
                  </a:lnTo>
                  <a:lnTo>
                    <a:pt x="949528" y="1044168"/>
                  </a:lnTo>
                  <a:lnTo>
                    <a:pt x="948631" y="1041947"/>
                  </a:lnTo>
                  <a:lnTo>
                    <a:pt x="947809" y="1036293"/>
                  </a:lnTo>
                  <a:lnTo>
                    <a:pt x="948273" y="1032002"/>
                  </a:lnTo>
                  <a:lnTo>
                    <a:pt x="947634" y="1028974"/>
                  </a:lnTo>
                  <a:lnTo>
                    <a:pt x="949285" y="1029149"/>
                  </a:lnTo>
                  <a:lnTo>
                    <a:pt x="953629" y="1031530"/>
                  </a:lnTo>
                  <a:lnTo>
                    <a:pt x="959039" y="1033394"/>
                  </a:lnTo>
                  <a:lnTo>
                    <a:pt x="960675" y="1034749"/>
                  </a:lnTo>
                  <a:lnTo>
                    <a:pt x="963300" y="1035753"/>
                  </a:lnTo>
                  <a:lnTo>
                    <a:pt x="977848" y="1037313"/>
                  </a:lnTo>
                  <a:lnTo>
                    <a:pt x="978799" y="1037161"/>
                  </a:lnTo>
                  <a:lnTo>
                    <a:pt x="980678" y="1036194"/>
                  </a:lnTo>
                  <a:lnTo>
                    <a:pt x="981477" y="1036316"/>
                  </a:lnTo>
                  <a:lnTo>
                    <a:pt x="983615" y="1038530"/>
                  </a:lnTo>
                  <a:lnTo>
                    <a:pt x="984688" y="1038797"/>
                  </a:lnTo>
                  <a:lnTo>
                    <a:pt x="986080" y="1038682"/>
                  </a:lnTo>
                  <a:lnTo>
                    <a:pt x="987107" y="1038264"/>
                  </a:lnTo>
                  <a:lnTo>
                    <a:pt x="988865" y="1036750"/>
                  </a:lnTo>
                  <a:lnTo>
                    <a:pt x="989101" y="1037313"/>
                  </a:lnTo>
                  <a:lnTo>
                    <a:pt x="989070" y="1038720"/>
                  </a:lnTo>
                  <a:lnTo>
                    <a:pt x="989694" y="1040722"/>
                  </a:lnTo>
                  <a:lnTo>
                    <a:pt x="990980" y="1043308"/>
                  </a:lnTo>
                  <a:lnTo>
                    <a:pt x="991467" y="1044914"/>
                  </a:lnTo>
                  <a:lnTo>
                    <a:pt x="988865" y="1049433"/>
                  </a:lnTo>
                  <a:lnTo>
                    <a:pt x="988370" y="1049532"/>
                  </a:lnTo>
                  <a:lnTo>
                    <a:pt x="988294" y="1048003"/>
                  </a:lnTo>
                  <a:lnTo>
                    <a:pt x="987952" y="1047699"/>
                  </a:lnTo>
                  <a:lnTo>
                    <a:pt x="983052" y="1055322"/>
                  </a:lnTo>
                  <a:lnTo>
                    <a:pt x="981332" y="1058921"/>
                  </a:lnTo>
                  <a:lnTo>
                    <a:pt x="981165" y="1060542"/>
                  </a:lnTo>
                  <a:lnTo>
                    <a:pt x="981226" y="1061493"/>
                  </a:lnTo>
                  <a:lnTo>
                    <a:pt x="981911" y="1061729"/>
                  </a:lnTo>
                  <a:lnTo>
                    <a:pt x="983478" y="1061356"/>
                  </a:lnTo>
                  <a:lnTo>
                    <a:pt x="985798" y="1059865"/>
                  </a:lnTo>
                  <a:lnTo>
                    <a:pt x="985913" y="1059537"/>
                  </a:lnTo>
                  <a:lnTo>
                    <a:pt x="983752" y="1060070"/>
                  </a:lnTo>
                  <a:lnTo>
                    <a:pt x="982717" y="1060116"/>
                  </a:lnTo>
                  <a:lnTo>
                    <a:pt x="982862" y="1058412"/>
                  </a:lnTo>
                  <a:lnTo>
                    <a:pt x="983105" y="1057605"/>
                  </a:lnTo>
                  <a:lnTo>
                    <a:pt x="984520" y="1055079"/>
                  </a:lnTo>
                  <a:lnTo>
                    <a:pt x="986004" y="1053565"/>
                  </a:lnTo>
                  <a:lnTo>
                    <a:pt x="988112" y="1051952"/>
                  </a:lnTo>
                  <a:lnTo>
                    <a:pt x="989329" y="1050620"/>
                  </a:lnTo>
                  <a:lnTo>
                    <a:pt x="990166" y="1048673"/>
                  </a:lnTo>
                  <a:lnTo>
                    <a:pt x="992509" y="1046344"/>
                  </a:lnTo>
                  <a:lnTo>
                    <a:pt x="992943" y="1045697"/>
                  </a:lnTo>
                  <a:lnTo>
                    <a:pt x="992844" y="1043780"/>
                  </a:lnTo>
                  <a:lnTo>
                    <a:pt x="992989" y="1043415"/>
                  </a:lnTo>
                  <a:lnTo>
                    <a:pt x="994122" y="1043674"/>
                  </a:lnTo>
                  <a:lnTo>
                    <a:pt x="994594" y="1046976"/>
                  </a:lnTo>
                  <a:lnTo>
                    <a:pt x="994313" y="1048444"/>
                  </a:lnTo>
                  <a:lnTo>
                    <a:pt x="992289" y="1050232"/>
                  </a:lnTo>
                  <a:lnTo>
                    <a:pt x="992037" y="1050864"/>
                  </a:lnTo>
                  <a:lnTo>
                    <a:pt x="992387" y="1053306"/>
                  </a:lnTo>
                  <a:lnTo>
                    <a:pt x="992076" y="1053542"/>
                  </a:lnTo>
                  <a:lnTo>
                    <a:pt x="991307" y="1053253"/>
                  </a:lnTo>
                  <a:lnTo>
                    <a:pt x="991071" y="1053413"/>
                  </a:lnTo>
                  <a:lnTo>
                    <a:pt x="992981" y="1056060"/>
                  </a:lnTo>
                  <a:lnTo>
                    <a:pt x="993590" y="1058115"/>
                  </a:lnTo>
                  <a:lnTo>
                    <a:pt x="993673" y="1059948"/>
                  </a:lnTo>
                  <a:lnTo>
                    <a:pt x="993156" y="1063456"/>
                  </a:lnTo>
                  <a:lnTo>
                    <a:pt x="992601" y="1064042"/>
                  </a:lnTo>
                  <a:lnTo>
                    <a:pt x="991649" y="1063829"/>
                  </a:lnTo>
                  <a:lnTo>
                    <a:pt x="990386" y="1062733"/>
                  </a:lnTo>
                  <a:lnTo>
                    <a:pt x="990105" y="1063083"/>
                  </a:lnTo>
                  <a:lnTo>
                    <a:pt x="989101" y="1065807"/>
                  </a:lnTo>
                  <a:lnTo>
                    <a:pt x="988773" y="1065571"/>
                  </a:lnTo>
                  <a:lnTo>
                    <a:pt x="988150" y="1062338"/>
                  </a:lnTo>
                  <a:lnTo>
                    <a:pt x="987807" y="1062094"/>
                  </a:lnTo>
                  <a:lnTo>
                    <a:pt x="985867" y="1063570"/>
                  </a:lnTo>
                  <a:lnTo>
                    <a:pt x="985083" y="1064985"/>
                  </a:lnTo>
                  <a:lnTo>
                    <a:pt x="984414" y="1067237"/>
                  </a:lnTo>
                  <a:lnTo>
                    <a:pt x="983562" y="1068295"/>
                  </a:lnTo>
                  <a:lnTo>
                    <a:pt x="985981" y="1068523"/>
                  </a:lnTo>
                  <a:lnTo>
                    <a:pt x="988165" y="1068067"/>
                  </a:lnTo>
                  <a:lnTo>
                    <a:pt x="989915" y="1069139"/>
                  </a:lnTo>
                  <a:lnTo>
                    <a:pt x="990508" y="1069170"/>
                  </a:lnTo>
                  <a:lnTo>
                    <a:pt x="992106" y="1068120"/>
                  </a:lnTo>
                  <a:lnTo>
                    <a:pt x="992593" y="1067412"/>
                  </a:lnTo>
                  <a:lnTo>
                    <a:pt x="993917" y="1064011"/>
                  </a:lnTo>
                  <a:lnTo>
                    <a:pt x="994579" y="1063403"/>
                  </a:lnTo>
                  <a:lnTo>
                    <a:pt x="995560" y="1063380"/>
                  </a:lnTo>
                  <a:lnTo>
                    <a:pt x="996511" y="1062870"/>
                  </a:lnTo>
                  <a:lnTo>
                    <a:pt x="997927" y="1060998"/>
                  </a:lnTo>
                  <a:lnTo>
                    <a:pt x="997987" y="1060253"/>
                  </a:lnTo>
                  <a:lnTo>
                    <a:pt x="997470" y="1056060"/>
                  </a:lnTo>
                  <a:lnTo>
                    <a:pt x="997622" y="1053679"/>
                  </a:lnTo>
                  <a:lnTo>
                    <a:pt x="997356" y="1052926"/>
                  </a:lnTo>
                  <a:lnTo>
                    <a:pt x="996724" y="1052142"/>
                  </a:lnTo>
                  <a:lnTo>
                    <a:pt x="996800" y="1051381"/>
                  </a:lnTo>
                  <a:lnTo>
                    <a:pt x="997295" y="1050126"/>
                  </a:lnTo>
                  <a:lnTo>
                    <a:pt x="997333" y="1048992"/>
                  </a:lnTo>
                  <a:lnTo>
                    <a:pt x="996907" y="1047980"/>
                  </a:lnTo>
                  <a:lnTo>
                    <a:pt x="997097" y="1046831"/>
                  </a:lnTo>
                  <a:lnTo>
                    <a:pt x="998436" y="1044351"/>
                  </a:lnTo>
                  <a:lnTo>
                    <a:pt x="998687" y="1043255"/>
                  </a:lnTo>
                  <a:lnTo>
                    <a:pt x="1000316" y="1040782"/>
                  </a:lnTo>
                  <a:lnTo>
                    <a:pt x="999905" y="1039786"/>
                  </a:lnTo>
                  <a:lnTo>
                    <a:pt x="998703" y="1038568"/>
                  </a:lnTo>
                  <a:lnTo>
                    <a:pt x="997942" y="1037495"/>
                  </a:lnTo>
                  <a:lnTo>
                    <a:pt x="997181" y="1035822"/>
                  </a:lnTo>
                  <a:lnTo>
                    <a:pt x="996603" y="1035259"/>
                  </a:lnTo>
                  <a:lnTo>
                    <a:pt x="996412" y="1035517"/>
                  </a:lnTo>
                  <a:lnTo>
                    <a:pt x="997227" y="1038256"/>
                  </a:lnTo>
                  <a:lnTo>
                    <a:pt x="997052" y="1038439"/>
                  </a:lnTo>
                  <a:lnTo>
                    <a:pt x="994936" y="1036963"/>
                  </a:lnTo>
                  <a:lnTo>
                    <a:pt x="994442" y="1036027"/>
                  </a:lnTo>
                  <a:lnTo>
                    <a:pt x="994183" y="1034756"/>
                  </a:lnTo>
                  <a:lnTo>
                    <a:pt x="994366" y="1033805"/>
                  </a:lnTo>
                  <a:lnTo>
                    <a:pt x="995507" y="1032862"/>
                  </a:lnTo>
                  <a:lnTo>
                    <a:pt x="996869" y="1032519"/>
                  </a:lnTo>
                  <a:lnTo>
                    <a:pt x="996755" y="1031728"/>
                  </a:lnTo>
                  <a:lnTo>
                    <a:pt x="995051" y="1029157"/>
                  </a:lnTo>
                  <a:lnTo>
                    <a:pt x="993917" y="1027985"/>
                  </a:lnTo>
                  <a:lnTo>
                    <a:pt x="993042" y="1027414"/>
                  </a:lnTo>
                  <a:lnTo>
                    <a:pt x="991862" y="1027262"/>
                  </a:lnTo>
                  <a:lnTo>
                    <a:pt x="991338" y="1026843"/>
                  </a:lnTo>
                  <a:lnTo>
                    <a:pt x="991201" y="1026242"/>
                  </a:lnTo>
                  <a:lnTo>
                    <a:pt x="991452" y="1025451"/>
                  </a:lnTo>
                  <a:lnTo>
                    <a:pt x="992083" y="1025192"/>
                  </a:lnTo>
                  <a:lnTo>
                    <a:pt x="993902" y="1025512"/>
                  </a:lnTo>
                  <a:lnTo>
                    <a:pt x="994883" y="1024949"/>
                  </a:lnTo>
                  <a:lnTo>
                    <a:pt x="994792" y="1023922"/>
                  </a:lnTo>
                  <a:lnTo>
                    <a:pt x="994495" y="1023351"/>
                  </a:lnTo>
                  <a:lnTo>
                    <a:pt x="994541" y="1019669"/>
                  </a:lnTo>
                  <a:lnTo>
                    <a:pt x="993848" y="1016671"/>
                  </a:lnTo>
                  <a:lnTo>
                    <a:pt x="993491" y="1016161"/>
                  </a:lnTo>
                  <a:lnTo>
                    <a:pt x="993103" y="1016108"/>
                  </a:lnTo>
                  <a:lnTo>
                    <a:pt x="992692" y="1016511"/>
                  </a:lnTo>
                  <a:lnTo>
                    <a:pt x="991551" y="1016618"/>
                  </a:lnTo>
                  <a:lnTo>
                    <a:pt x="990843" y="1015636"/>
                  </a:lnTo>
                  <a:lnTo>
                    <a:pt x="990059" y="1013734"/>
                  </a:lnTo>
                  <a:lnTo>
                    <a:pt x="988644" y="1009199"/>
                  </a:lnTo>
                  <a:lnTo>
                    <a:pt x="990835" y="1009199"/>
                  </a:lnTo>
                  <a:lnTo>
                    <a:pt x="999943" y="1009199"/>
                  </a:lnTo>
                  <a:lnTo>
                    <a:pt x="1009043" y="1009199"/>
                  </a:lnTo>
                  <a:lnTo>
                    <a:pt x="1018150" y="1009199"/>
                  </a:lnTo>
                  <a:lnTo>
                    <a:pt x="1027258" y="1009199"/>
                  </a:lnTo>
                  <a:lnTo>
                    <a:pt x="1036357" y="1009199"/>
                  </a:lnTo>
                  <a:lnTo>
                    <a:pt x="1045465" y="1009199"/>
                  </a:lnTo>
                  <a:lnTo>
                    <a:pt x="1054572" y="1009199"/>
                  </a:lnTo>
                  <a:lnTo>
                    <a:pt x="1063680" y="1009199"/>
                  </a:lnTo>
                  <a:lnTo>
                    <a:pt x="1072780" y="1009199"/>
                  </a:lnTo>
                  <a:lnTo>
                    <a:pt x="1081887" y="1009199"/>
                  </a:lnTo>
                  <a:lnTo>
                    <a:pt x="1090995" y="1009199"/>
                  </a:lnTo>
                  <a:lnTo>
                    <a:pt x="1100094" y="1009199"/>
                  </a:lnTo>
                  <a:lnTo>
                    <a:pt x="1109202" y="1009199"/>
                  </a:lnTo>
                  <a:lnTo>
                    <a:pt x="1118309" y="1009199"/>
                  </a:lnTo>
                  <a:lnTo>
                    <a:pt x="1127417" y="1009199"/>
                  </a:lnTo>
                  <a:lnTo>
                    <a:pt x="1136517" y="1009199"/>
                  </a:lnTo>
                  <a:lnTo>
                    <a:pt x="1145624" y="1009199"/>
                  </a:lnTo>
                  <a:lnTo>
                    <a:pt x="1154732" y="1009199"/>
                  </a:lnTo>
                  <a:lnTo>
                    <a:pt x="1163831" y="1009199"/>
                  </a:lnTo>
                  <a:lnTo>
                    <a:pt x="1172939" y="1009199"/>
                  </a:lnTo>
                  <a:lnTo>
                    <a:pt x="1182046" y="1009199"/>
                  </a:lnTo>
                  <a:lnTo>
                    <a:pt x="1191154" y="1009199"/>
                  </a:lnTo>
                  <a:lnTo>
                    <a:pt x="1200254" y="1009199"/>
                  </a:lnTo>
                  <a:lnTo>
                    <a:pt x="1209361" y="1009199"/>
                  </a:lnTo>
                  <a:lnTo>
                    <a:pt x="1218469" y="1009199"/>
                  </a:lnTo>
                  <a:lnTo>
                    <a:pt x="1227568" y="1009199"/>
                  </a:lnTo>
                  <a:lnTo>
                    <a:pt x="1236676" y="1009199"/>
                  </a:lnTo>
                  <a:lnTo>
                    <a:pt x="1245783" y="1009199"/>
                  </a:lnTo>
                  <a:lnTo>
                    <a:pt x="1254891" y="1009199"/>
                  </a:lnTo>
                  <a:lnTo>
                    <a:pt x="1263991" y="1009199"/>
                  </a:lnTo>
                  <a:lnTo>
                    <a:pt x="1273098" y="1009199"/>
                  </a:lnTo>
                  <a:lnTo>
                    <a:pt x="1282206" y="1009199"/>
                  </a:lnTo>
                  <a:lnTo>
                    <a:pt x="1291305" y="1009199"/>
                  </a:lnTo>
                  <a:lnTo>
                    <a:pt x="1300413" y="1009199"/>
                  </a:lnTo>
                  <a:lnTo>
                    <a:pt x="1309520" y="1009199"/>
                  </a:lnTo>
                  <a:lnTo>
                    <a:pt x="1318628" y="1009199"/>
                  </a:lnTo>
                  <a:lnTo>
                    <a:pt x="1327728" y="1009199"/>
                  </a:lnTo>
                  <a:lnTo>
                    <a:pt x="1336835" y="1009199"/>
                  </a:lnTo>
                  <a:lnTo>
                    <a:pt x="1345942" y="1009199"/>
                  </a:lnTo>
                  <a:lnTo>
                    <a:pt x="1355042" y="1009199"/>
                  </a:lnTo>
                  <a:lnTo>
                    <a:pt x="1364150" y="1009199"/>
                  </a:lnTo>
                  <a:lnTo>
                    <a:pt x="1373257" y="1009199"/>
                  </a:lnTo>
                  <a:lnTo>
                    <a:pt x="1382357" y="1009199"/>
                  </a:lnTo>
                  <a:lnTo>
                    <a:pt x="1391465" y="1009199"/>
                  </a:lnTo>
                  <a:lnTo>
                    <a:pt x="1400572" y="1009199"/>
                  </a:lnTo>
                  <a:lnTo>
                    <a:pt x="1409679" y="1009199"/>
                  </a:lnTo>
                  <a:lnTo>
                    <a:pt x="1418779" y="1009199"/>
                  </a:lnTo>
                  <a:lnTo>
                    <a:pt x="1427887" y="1009199"/>
                  </a:lnTo>
                  <a:lnTo>
                    <a:pt x="1436994" y="1009199"/>
                  </a:lnTo>
                  <a:lnTo>
                    <a:pt x="1446094" y="1009199"/>
                  </a:lnTo>
                  <a:lnTo>
                    <a:pt x="1455202" y="1009199"/>
                  </a:lnTo>
                  <a:lnTo>
                    <a:pt x="1464309" y="1009199"/>
                  </a:lnTo>
                  <a:lnTo>
                    <a:pt x="1473416" y="1009199"/>
                  </a:lnTo>
                  <a:lnTo>
                    <a:pt x="1482501" y="1009199"/>
                  </a:lnTo>
                  <a:lnTo>
                    <a:pt x="1491609" y="1009199"/>
                  </a:lnTo>
                  <a:lnTo>
                    <a:pt x="1500716" y="1009199"/>
                  </a:lnTo>
                  <a:lnTo>
                    <a:pt x="1509816" y="1009199"/>
                  </a:lnTo>
                  <a:lnTo>
                    <a:pt x="1518923" y="1009199"/>
                  </a:lnTo>
                  <a:lnTo>
                    <a:pt x="1528031" y="1009199"/>
                  </a:lnTo>
                  <a:lnTo>
                    <a:pt x="1537138" y="1009199"/>
                  </a:lnTo>
                  <a:lnTo>
                    <a:pt x="1546238" y="1009199"/>
                  </a:lnTo>
                  <a:lnTo>
                    <a:pt x="1555346" y="1009199"/>
                  </a:lnTo>
                  <a:lnTo>
                    <a:pt x="1564453" y="1009199"/>
                  </a:lnTo>
                  <a:lnTo>
                    <a:pt x="1573553" y="1009199"/>
                  </a:lnTo>
                  <a:lnTo>
                    <a:pt x="1578590" y="1009245"/>
                  </a:lnTo>
                  <a:lnTo>
                    <a:pt x="1578673" y="1002374"/>
                  </a:lnTo>
                  <a:lnTo>
                    <a:pt x="1578734" y="996942"/>
                  </a:lnTo>
                  <a:lnTo>
                    <a:pt x="1583345" y="997604"/>
                  </a:lnTo>
                  <a:lnTo>
                    <a:pt x="1584722" y="998593"/>
                  </a:lnTo>
                  <a:lnTo>
                    <a:pt x="1585163" y="999065"/>
                  </a:lnTo>
                  <a:lnTo>
                    <a:pt x="1585034" y="1000563"/>
                  </a:lnTo>
                  <a:lnTo>
                    <a:pt x="1585415" y="1005106"/>
                  </a:lnTo>
                  <a:lnTo>
                    <a:pt x="1586252" y="1008880"/>
                  </a:lnTo>
                  <a:lnTo>
                    <a:pt x="1588184" y="1013407"/>
                  </a:lnTo>
                  <a:lnTo>
                    <a:pt x="1588192" y="1013414"/>
                  </a:lnTo>
                  <a:lnTo>
                    <a:pt x="1588351" y="1015180"/>
                  </a:lnTo>
                  <a:lnTo>
                    <a:pt x="1588983" y="1016283"/>
                  </a:lnTo>
                  <a:lnTo>
                    <a:pt x="1590147" y="1017310"/>
                  </a:lnTo>
                  <a:lnTo>
                    <a:pt x="1594560" y="1018550"/>
                  </a:lnTo>
                  <a:lnTo>
                    <a:pt x="1602222" y="1020003"/>
                  </a:lnTo>
                  <a:lnTo>
                    <a:pt x="1606566" y="1021670"/>
                  </a:lnTo>
                  <a:lnTo>
                    <a:pt x="1607593" y="1023549"/>
                  </a:lnTo>
                  <a:lnTo>
                    <a:pt x="1609640" y="1024302"/>
                  </a:lnTo>
                  <a:lnTo>
                    <a:pt x="1612707" y="1023937"/>
                  </a:lnTo>
                  <a:lnTo>
                    <a:pt x="1614852" y="1023153"/>
                  </a:lnTo>
                  <a:lnTo>
                    <a:pt x="1616686" y="1021403"/>
                  </a:lnTo>
                  <a:close/>
                  <a:moveTo>
                    <a:pt x="988804" y="1019593"/>
                  </a:moveTo>
                  <a:lnTo>
                    <a:pt x="989085" y="1020293"/>
                  </a:lnTo>
                  <a:lnTo>
                    <a:pt x="988226" y="1020977"/>
                  </a:lnTo>
                  <a:lnTo>
                    <a:pt x="987617" y="1021084"/>
                  </a:lnTo>
                  <a:lnTo>
                    <a:pt x="986643" y="1019988"/>
                  </a:lnTo>
                  <a:lnTo>
                    <a:pt x="986217" y="1019851"/>
                  </a:lnTo>
                  <a:lnTo>
                    <a:pt x="986559" y="1021540"/>
                  </a:lnTo>
                  <a:lnTo>
                    <a:pt x="986438" y="1022119"/>
                  </a:lnTo>
                  <a:lnTo>
                    <a:pt x="984452" y="1021084"/>
                  </a:lnTo>
                  <a:lnTo>
                    <a:pt x="984087" y="1020262"/>
                  </a:lnTo>
                  <a:lnTo>
                    <a:pt x="984642" y="1019395"/>
                  </a:lnTo>
                  <a:lnTo>
                    <a:pt x="985897" y="1018497"/>
                  </a:lnTo>
                  <a:lnTo>
                    <a:pt x="986331" y="1018390"/>
                  </a:lnTo>
                  <a:lnTo>
                    <a:pt x="988804" y="1019593"/>
                  </a:lnTo>
                  <a:close/>
                  <a:moveTo>
                    <a:pt x="983873" y="1025124"/>
                  </a:moveTo>
                  <a:lnTo>
                    <a:pt x="984437" y="1026181"/>
                  </a:lnTo>
                  <a:lnTo>
                    <a:pt x="982139" y="1025504"/>
                  </a:lnTo>
                  <a:lnTo>
                    <a:pt x="981172" y="1024896"/>
                  </a:lnTo>
                  <a:lnTo>
                    <a:pt x="980883" y="1024302"/>
                  </a:lnTo>
                  <a:lnTo>
                    <a:pt x="980541" y="1022362"/>
                  </a:lnTo>
                  <a:lnTo>
                    <a:pt x="980701" y="1021731"/>
                  </a:lnTo>
                  <a:lnTo>
                    <a:pt x="981728" y="1021510"/>
                  </a:lnTo>
                  <a:lnTo>
                    <a:pt x="983645" y="1023914"/>
                  </a:lnTo>
                  <a:lnTo>
                    <a:pt x="983873" y="1025124"/>
                  </a:lnTo>
                  <a:close/>
                  <a:moveTo>
                    <a:pt x="987975" y="1027353"/>
                  </a:moveTo>
                  <a:lnTo>
                    <a:pt x="987640" y="1027673"/>
                  </a:lnTo>
                  <a:lnTo>
                    <a:pt x="986498" y="1027254"/>
                  </a:lnTo>
                  <a:lnTo>
                    <a:pt x="985829" y="1026539"/>
                  </a:lnTo>
                  <a:lnTo>
                    <a:pt x="985601" y="1025649"/>
                  </a:lnTo>
                  <a:lnTo>
                    <a:pt x="986027" y="1023937"/>
                  </a:lnTo>
                  <a:lnTo>
                    <a:pt x="986597" y="1023496"/>
                  </a:lnTo>
                  <a:lnTo>
                    <a:pt x="986955" y="1023595"/>
                  </a:lnTo>
                  <a:lnTo>
                    <a:pt x="987107" y="1025101"/>
                  </a:lnTo>
                  <a:lnTo>
                    <a:pt x="988119" y="1026691"/>
                  </a:lnTo>
                  <a:lnTo>
                    <a:pt x="987975" y="1027353"/>
                  </a:lnTo>
                  <a:close/>
                  <a:moveTo>
                    <a:pt x="993278" y="1036149"/>
                  </a:moveTo>
                  <a:lnTo>
                    <a:pt x="994320" y="1040326"/>
                  </a:lnTo>
                  <a:lnTo>
                    <a:pt x="994769" y="1038583"/>
                  </a:lnTo>
                  <a:lnTo>
                    <a:pt x="997676" y="1041596"/>
                  </a:lnTo>
                  <a:lnTo>
                    <a:pt x="997676" y="1043080"/>
                  </a:lnTo>
                  <a:lnTo>
                    <a:pt x="997325" y="1043575"/>
                  </a:lnTo>
                  <a:lnTo>
                    <a:pt x="996717" y="1043750"/>
                  </a:lnTo>
                  <a:lnTo>
                    <a:pt x="996161" y="1043316"/>
                  </a:lnTo>
                  <a:lnTo>
                    <a:pt x="995652" y="1042274"/>
                  </a:lnTo>
                  <a:lnTo>
                    <a:pt x="994997" y="1041726"/>
                  </a:lnTo>
                  <a:lnTo>
                    <a:pt x="993605" y="1041376"/>
                  </a:lnTo>
                  <a:lnTo>
                    <a:pt x="992882" y="1040189"/>
                  </a:lnTo>
                  <a:lnTo>
                    <a:pt x="992631" y="1039382"/>
                  </a:lnTo>
                  <a:lnTo>
                    <a:pt x="992562" y="1037039"/>
                  </a:lnTo>
                  <a:lnTo>
                    <a:pt x="992213" y="1036309"/>
                  </a:lnTo>
                  <a:lnTo>
                    <a:pt x="991475" y="1036149"/>
                  </a:lnTo>
                  <a:lnTo>
                    <a:pt x="990767" y="1035593"/>
                  </a:lnTo>
                  <a:lnTo>
                    <a:pt x="989671" y="1033950"/>
                  </a:lnTo>
                  <a:lnTo>
                    <a:pt x="989519" y="1033509"/>
                  </a:lnTo>
                  <a:lnTo>
                    <a:pt x="990036" y="1032170"/>
                  </a:lnTo>
                  <a:lnTo>
                    <a:pt x="991223" y="1029925"/>
                  </a:lnTo>
                  <a:lnTo>
                    <a:pt x="992083" y="1028860"/>
                  </a:lnTo>
                  <a:lnTo>
                    <a:pt x="992616" y="1028974"/>
                  </a:lnTo>
                  <a:lnTo>
                    <a:pt x="993278" y="1029651"/>
                  </a:lnTo>
                  <a:lnTo>
                    <a:pt x="994069" y="1030884"/>
                  </a:lnTo>
                  <a:lnTo>
                    <a:pt x="993917" y="1031751"/>
                  </a:lnTo>
                  <a:lnTo>
                    <a:pt x="990721" y="1033448"/>
                  </a:lnTo>
                  <a:lnTo>
                    <a:pt x="990615" y="1033843"/>
                  </a:lnTo>
                  <a:lnTo>
                    <a:pt x="992167" y="1034323"/>
                  </a:lnTo>
                  <a:lnTo>
                    <a:pt x="992738" y="1034749"/>
                  </a:lnTo>
                  <a:lnTo>
                    <a:pt x="993278" y="1036149"/>
                  </a:lnTo>
                  <a:close/>
                  <a:moveTo>
                    <a:pt x="1711123" y="1043491"/>
                  </a:moveTo>
                  <a:lnTo>
                    <a:pt x="1711017" y="1044016"/>
                  </a:lnTo>
                  <a:lnTo>
                    <a:pt x="1711793" y="1044176"/>
                  </a:lnTo>
                  <a:lnTo>
                    <a:pt x="1711648" y="1044442"/>
                  </a:lnTo>
                  <a:lnTo>
                    <a:pt x="1710804" y="1044921"/>
                  </a:lnTo>
                  <a:lnTo>
                    <a:pt x="1708415" y="1045895"/>
                  </a:lnTo>
                  <a:lnTo>
                    <a:pt x="1706817" y="1046207"/>
                  </a:lnTo>
                  <a:lnTo>
                    <a:pt x="1705995" y="1045857"/>
                  </a:lnTo>
                  <a:lnTo>
                    <a:pt x="1705911" y="1045211"/>
                  </a:lnTo>
                  <a:lnTo>
                    <a:pt x="1706558" y="1044259"/>
                  </a:lnTo>
                  <a:lnTo>
                    <a:pt x="1706558" y="1043788"/>
                  </a:lnTo>
                  <a:lnTo>
                    <a:pt x="1705896" y="1043788"/>
                  </a:lnTo>
                  <a:lnTo>
                    <a:pt x="1706056" y="1043407"/>
                  </a:lnTo>
                  <a:lnTo>
                    <a:pt x="1707038" y="1042654"/>
                  </a:lnTo>
                  <a:lnTo>
                    <a:pt x="1715392" y="1037853"/>
                  </a:lnTo>
                  <a:lnTo>
                    <a:pt x="1718960" y="1036103"/>
                  </a:lnTo>
                  <a:lnTo>
                    <a:pt x="1720862" y="1035548"/>
                  </a:lnTo>
                  <a:lnTo>
                    <a:pt x="1721167" y="1035822"/>
                  </a:lnTo>
                  <a:lnTo>
                    <a:pt x="1719105" y="1037632"/>
                  </a:lnTo>
                  <a:lnTo>
                    <a:pt x="1718778" y="1038371"/>
                  </a:lnTo>
                  <a:lnTo>
                    <a:pt x="1718854" y="1038865"/>
                  </a:lnTo>
                  <a:lnTo>
                    <a:pt x="1718177" y="1039816"/>
                  </a:lnTo>
                  <a:lnTo>
                    <a:pt x="1712067" y="1043179"/>
                  </a:lnTo>
                  <a:lnTo>
                    <a:pt x="1711123" y="1043491"/>
                  </a:lnTo>
                  <a:close/>
                  <a:moveTo>
                    <a:pt x="994891" y="1053983"/>
                  </a:moveTo>
                  <a:lnTo>
                    <a:pt x="994777" y="1054592"/>
                  </a:lnTo>
                  <a:lnTo>
                    <a:pt x="993597" y="1053869"/>
                  </a:lnTo>
                  <a:lnTo>
                    <a:pt x="993209" y="1053199"/>
                  </a:lnTo>
                  <a:lnTo>
                    <a:pt x="993255" y="1051701"/>
                  </a:lnTo>
                  <a:lnTo>
                    <a:pt x="993552" y="1050727"/>
                  </a:lnTo>
                  <a:lnTo>
                    <a:pt x="993772" y="1050529"/>
                  </a:lnTo>
                  <a:lnTo>
                    <a:pt x="994465" y="1050955"/>
                  </a:lnTo>
                  <a:lnTo>
                    <a:pt x="994662" y="1051206"/>
                  </a:lnTo>
                  <a:lnTo>
                    <a:pt x="994891" y="1053983"/>
                  </a:lnTo>
                  <a:close/>
                  <a:moveTo>
                    <a:pt x="997090" y="1060268"/>
                  </a:moveTo>
                  <a:lnTo>
                    <a:pt x="996991" y="1060983"/>
                  </a:lnTo>
                  <a:lnTo>
                    <a:pt x="996177" y="1061539"/>
                  </a:lnTo>
                  <a:lnTo>
                    <a:pt x="995750" y="1061394"/>
                  </a:lnTo>
                  <a:lnTo>
                    <a:pt x="995720" y="1060549"/>
                  </a:lnTo>
                  <a:lnTo>
                    <a:pt x="995499" y="1060420"/>
                  </a:lnTo>
                  <a:lnTo>
                    <a:pt x="994617" y="1061432"/>
                  </a:lnTo>
                  <a:lnTo>
                    <a:pt x="994685" y="1059431"/>
                  </a:lnTo>
                  <a:lnTo>
                    <a:pt x="995119" y="1057323"/>
                  </a:lnTo>
                  <a:lnTo>
                    <a:pt x="995499" y="1057285"/>
                  </a:lnTo>
                  <a:lnTo>
                    <a:pt x="996062" y="1058670"/>
                  </a:lnTo>
                  <a:lnTo>
                    <a:pt x="997090" y="1060268"/>
                  </a:lnTo>
                  <a:close/>
                  <a:moveTo>
                    <a:pt x="1726782" y="1066066"/>
                  </a:moveTo>
                  <a:lnTo>
                    <a:pt x="1726386" y="1067078"/>
                  </a:lnTo>
                  <a:lnTo>
                    <a:pt x="1726462" y="1067686"/>
                  </a:lnTo>
                  <a:lnTo>
                    <a:pt x="1723868" y="1070364"/>
                  </a:lnTo>
                  <a:lnTo>
                    <a:pt x="1722924" y="1072054"/>
                  </a:lnTo>
                  <a:lnTo>
                    <a:pt x="1722141" y="1072320"/>
                  </a:lnTo>
                  <a:lnTo>
                    <a:pt x="1721509" y="1071171"/>
                  </a:lnTo>
                  <a:lnTo>
                    <a:pt x="1721509" y="1070243"/>
                  </a:lnTo>
                  <a:lnTo>
                    <a:pt x="1722148" y="1069543"/>
                  </a:lnTo>
                  <a:lnTo>
                    <a:pt x="1722780" y="1068546"/>
                  </a:lnTo>
                  <a:lnTo>
                    <a:pt x="1722856" y="1067169"/>
                  </a:lnTo>
                  <a:lnTo>
                    <a:pt x="1722612" y="1066667"/>
                  </a:lnTo>
                  <a:lnTo>
                    <a:pt x="1721821" y="1067907"/>
                  </a:lnTo>
                  <a:lnTo>
                    <a:pt x="1722262" y="1068173"/>
                  </a:lnTo>
                  <a:lnTo>
                    <a:pt x="1722392" y="1068386"/>
                  </a:lnTo>
                  <a:lnTo>
                    <a:pt x="1722239" y="1068835"/>
                  </a:lnTo>
                  <a:lnTo>
                    <a:pt x="1719257" y="1068173"/>
                  </a:lnTo>
                  <a:lnTo>
                    <a:pt x="1718367" y="1067207"/>
                  </a:lnTo>
                  <a:lnTo>
                    <a:pt x="1718519" y="1065860"/>
                  </a:lnTo>
                  <a:lnTo>
                    <a:pt x="1719516" y="1064133"/>
                  </a:lnTo>
                  <a:lnTo>
                    <a:pt x="1723099" y="1060473"/>
                  </a:lnTo>
                  <a:lnTo>
                    <a:pt x="1724682" y="1059454"/>
                  </a:lnTo>
                  <a:lnTo>
                    <a:pt x="1729171" y="1057841"/>
                  </a:lnTo>
                  <a:lnTo>
                    <a:pt x="1731644" y="1057468"/>
                  </a:lnTo>
                  <a:lnTo>
                    <a:pt x="1734132" y="1057468"/>
                  </a:lnTo>
                  <a:lnTo>
                    <a:pt x="1735935" y="1058001"/>
                  </a:lnTo>
                  <a:lnTo>
                    <a:pt x="1737053" y="1059058"/>
                  </a:lnTo>
                  <a:lnTo>
                    <a:pt x="1735996" y="1059758"/>
                  </a:lnTo>
                  <a:lnTo>
                    <a:pt x="1731081" y="1060359"/>
                  </a:lnTo>
                  <a:lnTo>
                    <a:pt x="1730944" y="1060549"/>
                  </a:lnTo>
                  <a:lnTo>
                    <a:pt x="1731887" y="1061128"/>
                  </a:lnTo>
                  <a:lnTo>
                    <a:pt x="1732062" y="1061539"/>
                  </a:lnTo>
                  <a:lnTo>
                    <a:pt x="1731195" y="1062611"/>
                  </a:lnTo>
                  <a:lnTo>
                    <a:pt x="1726782" y="1066066"/>
                  </a:lnTo>
                  <a:close/>
                  <a:moveTo>
                    <a:pt x="987290" y="1066248"/>
                  </a:moveTo>
                  <a:lnTo>
                    <a:pt x="987084" y="1066865"/>
                  </a:lnTo>
                  <a:lnTo>
                    <a:pt x="986780" y="1066834"/>
                  </a:lnTo>
                  <a:lnTo>
                    <a:pt x="986110" y="1065579"/>
                  </a:lnTo>
                  <a:lnTo>
                    <a:pt x="986027" y="1064696"/>
                  </a:lnTo>
                  <a:lnTo>
                    <a:pt x="986597" y="1064057"/>
                  </a:lnTo>
                  <a:lnTo>
                    <a:pt x="987366" y="1065891"/>
                  </a:lnTo>
                  <a:lnTo>
                    <a:pt x="987290" y="1066248"/>
                  </a:lnTo>
                  <a:close/>
                  <a:moveTo>
                    <a:pt x="1679700" y="1071841"/>
                  </a:moveTo>
                  <a:lnTo>
                    <a:pt x="1679000" y="1072327"/>
                  </a:lnTo>
                  <a:lnTo>
                    <a:pt x="1678734" y="1072099"/>
                  </a:lnTo>
                  <a:lnTo>
                    <a:pt x="1678901" y="1071140"/>
                  </a:lnTo>
                  <a:lnTo>
                    <a:pt x="1679251" y="1070585"/>
                  </a:lnTo>
                  <a:lnTo>
                    <a:pt x="1679791" y="1070425"/>
                  </a:lnTo>
                  <a:lnTo>
                    <a:pt x="1680058" y="1070661"/>
                  </a:lnTo>
                  <a:lnTo>
                    <a:pt x="1680050" y="1071285"/>
                  </a:lnTo>
                  <a:lnTo>
                    <a:pt x="1679700" y="1071841"/>
                  </a:lnTo>
                  <a:close/>
                  <a:moveTo>
                    <a:pt x="1673697" y="1074914"/>
                  </a:moveTo>
                  <a:lnTo>
                    <a:pt x="1673377" y="1075135"/>
                  </a:lnTo>
                  <a:lnTo>
                    <a:pt x="1672563" y="1074610"/>
                  </a:lnTo>
                  <a:lnTo>
                    <a:pt x="1672449" y="1074176"/>
                  </a:lnTo>
                  <a:lnTo>
                    <a:pt x="1672670" y="1073743"/>
                  </a:lnTo>
                  <a:lnTo>
                    <a:pt x="1673050" y="1073842"/>
                  </a:lnTo>
                  <a:lnTo>
                    <a:pt x="1673583" y="1074473"/>
                  </a:lnTo>
                  <a:lnTo>
                    <a:pt x="1673697" y="1074914"/>
                  </a:lnTo>
                  <a:close/>
                  <a:moveTo>
                    <a:pt x="1677143" y="1075166"/>
                  </a:moveTo>
                  <a:lnTo>
                    <a:pt x="1676428" y="1075340"/>
                  </a:lnTo>
                  <a:lnTo>
                    <a:pt x="1674899" y="1075067"/>
                  </a:lnTo>
                  <a:lnTo>
                    <a:pt x="1674922" y="1074610"/>
                  </a:lnTo>
                  <a:lnTo>
                    <a:pt x="1676512" y="1073979"/>
                  </a:lnTo>
                  <a:lnTo>
                    <a:pt x="1677219" y="1073804"/>
                  </a:lnTo>
                  <a:lnTo>
                    <a:pt x="1677387" y="1074070"/>
                  </a:lnTo>
                  <a:lnTo>
                    <a:pt x="1677143" y="1075166"/>
                  </a:lnTo>
                  <a:close/>
                  <a:moveTo>
                    <a:pt x="1673643" y="1079396"/>
                  </a:moveTo>
                  <a:lnTo>
                    <a:pt x="1672419" y="1079822"/>
                  </a:lnTo>
                  <a:lnTo>
                    <a:pt x="1671909" y="1079746"/>
                  </a:lnTo>
                  <a:lnTo>
                    <a:pt x="1672114" y="1079160"/>
                  </a:lnTo>
                  <a:lnTo>
                    <a:pt x="1672746" y="1078460"/>
                  </a:lnTo>
                  <a:lnTo>
                    <a:pt x="1675591" y="1076710"/>
                  </a:lnTo>
                  <a:lnTo>
                    <a:pt x="1676086" y="1076741"/>
                  </a:lnTo>
                  <a:lnTo>
                    <a:pt x="1676238" y="1077159"/>
                  </a:lnTo>
                  <a:lnTo>
                    <a:pt x="1674861" y="1078019"/>
                  </a:lnTo>
                  <a:lnTo>
                    <a:pt x="1674344" y="1078475"/>
                  </a:lnTo>
                  <a:lnTo>
                    <a:pt x="1674283" y="1078955"/>
                  </a:lnTo>
                  <a:lnTo>
                    <a:pt x="1673643" y="1079396"/>
                  </a:lnTo>
                  <a:close/>
                  <a:moveTo>
                    <a:pt x="1814098" y="1092437"/>
                  </a:moveTo>
                  <a:lnTo>
                    <a:pt x="1814098" y="1093099"/>
                  </a:lnTo>
                  <a:lnTo>
                    <a:pt x="1813443" y="1092947"/>
                  </a:lnTo>
                  <a:lnTo>
                    <a:pt x="1812895" y="1092498"/>
                  </a:lnTo>
                  <a:lnTo>
                    <a:pt x="1812454" y="1091752"/>
                  </a:lnTo>
                  <a:lnTo>
                    <a:pt x="1811906" y="1089888"/>
                  </a:lnTo>
                  <a:lnTo>
                    <a:pt x="1811070" y="1088564"/>
                  </a:lnTo>
                  <a:lnTo>
                    <a:pt x="1812325" y="1087065"/>
                  </a:lnTo>
                  <a:lnTo>
                    <a:pt x="1813078" y="1086890"/>
                  </a:lnTo>
                  <a:lnTo>
                    <a:pt x="1813885" y="1087225"/>
                  </a:lnTo>
                  <a:lnTo>
                    <a:pt x="1813999" y="1088100"/>
                  </a:lnTo>
                  <a:lnTo>
                    <a:pt x="1813405" y="1089515"/>
                  </a:lnTo>
                  <a:lnTo>
                    <a:pt x="1813436" y="1090961"/>
                  </a:lnTo>
                  <a:lnTo>
                    <a:pt x="1814098" y="1092437"/>
                  </a:lnTo>
                  <a:close/>
                  <a:moveTo>
                    <a:pt x="1814356" y="1096021"/>
                  </a:moveTo>
                  <a:lnTo>
                    <a:pt x="1814052" y="1096188"/>
                  </a:lnTo>
                  <a:lnTo>
                    <a:pt x="1812979" y="1094986"/>
                  </a:lnTo>
                  <a:lnTo>
                    <a:pt x="1812751" y="1094248"/>
                  </a:lnTo>
                  <a:lnTo>
                    <a:pt x="1812911" y="1093632"/>
                  </a:lnTo>
                  <a:lnTo>
                    <a:pt x="1813322" y="1093601"/>
                  </a:lnTo>
                  <a:lnTo>
                    <a:pt x="1813991" y="1094164"/>
                  </a:lnTo>
                  <a:lnTo>
                    <a:pt x="1814372" y="1094818"/>
                  </a:lnTo>
                  <a:lnTo>
                    <a:pt x="1814455" y="1095564"/>
                  </a:lnTo>
                  <a:lnTo>
                    <a:pt x="1814356" y="1096021"/>
                  </a:lnTo>
                  <a:close/>
                  <a:moveTo>
                    <a:pt x="1827534" y="1103173"/>
                  </a:moveTo>
                  <a:lnTo>
                    <a:pt x="1827740" y="1103857"/>
                  </a:lnTo>
                  <a:lnTo>
                    <a:pt x="1827223" y="1104862"/>
                  </a:lnTo>
                  <a:lnTo>
                    <a:pt x="1825724" y="1105372"/>
                  </a:lnTo>
                  <a:lnTo>
                    <a:pt x="1822680" y="1105318"/>
                  </a:lnTo>
                  <a:lnTo>
                    <a:pt x="1820710" y="1104930"/>
                  </a:lnTo>
                  <a:lnTo>
                    <a:pt x="1819804" y="1104215"/>
                  </a:lnTo>
                  <a:lnTo>
                    <a:pt x="1819606" y="1103842"/>
                  </a:lnTo>
                  <a:lnTo>
                    <a:pt x="1819690" y="1103043"/>
                  </a:lnTo>
                  <a:lnTo>
                    <a:pt x="1820131" y="1102990"/>
                  </a:lnTo>
                  <a:lnTo>
                    <a:pt x="1820778" y="1103424"/>
                  </a:lnTo>
                  <a:lnTo>
                    <a:pt x="1821744" y="1103241"/>
                  </a:lnTo>
                  <a:lnTo>
                    <a:pt x="1823030" y="1102435"/>
                  </a:lnTo>
                  <a:lnTo>
                    <a:pt x="1823707" y="1101826"/>
                  </a:lnTo>
                  <a:lnTo>
                    <a:pt x="1823768" y="1101423"/>
                  </a:lnTo>
                  <a:lnTo>
                    <a:pt x="1823357" y="1100647"/>
                  </a:lnTo>
                  <a:lnTo>
                    <a:pt x="1823684" y="1100319"/>
                  </a:lnTo>
                  <a:lnTo>
                    <a:pt x="1825297" y="1100624"/>
                  </a:lnTo>
                  <a:lnTo>
                    <a:pt x="1825899" y="1101126"/>
                  </a:lnTo>
                  <a:lnTo>
                    <a:pt x="1826987" y="1102861"/>
                  </a:lnTo>
                  <a:lnTo>
                    <a:pt x="1827534" y="1103173"/>
                  </a:lnTo>
                  <a:close/>
                  <a:moveTo>
                    <a:pt x="1805036" y="1109062"/>
                  </a:moveTo>
                  <a:lnTo>
                    <a:pt x="1807767" y="1109488"/>
                  </a:lnTo>
                  <a:lnTo>
                    <a:pt x="1808034" y="1109252"/>
                  </a:lnTo>
                  <a:lnTo>
                    <a:pt x="1808810" y="1110058"/>
                  </a:lnTo>
                  <a:lnTo>
                    <a:pt x="1808931" y="1110743"/>
                  </a:lnTo>
                  <a:lnTo>
                    <a:pt x="1808604" y="1111314"/>
                  </a:lnTo>
                  <a:lnTo>
                    <a:pt x="1808125" y="1111633"/>
                  </a:lnTo>
                  <a:lnTo>
                    <a:pt x="1807509" y="1111687"/>
                  </a:lnTo>
                  <a:lnTo>
                    <a:pt x="1806520" y="1111108"/>
                  </a:lnTo>
                  <a:lnTo>
                    <a:pt x="1804907" y="1109571"/>
                  </a:lnTo>
                  <a:lnTo>
                    <a:pt x="1805036" y="1109062"/>
                  </a:lnTo>
                  <a:close/>
                  <a:moveTo>
                    <a:pt x="1783800" y="1115711"/>
                  </a:moveTo>
                  <a:lnTo>
                    <a:pt x="1783070" y="1115864"/>
                  </a:lnTo>
                  <a:lnTo>
                    <a:pt x="1782515" y="1115506"/>
                  </a:lnTo>
                  <a:lnTo>
                    <a:pt x="1782606" y="1114076"/>
                  </a:lnTo>
                  <a:lnTo>
                    <a:pt x="1783351" y="1111580"/>
                  </a:lnTo>
                  <a:lnTo>
                    <a:pt x="1784082" y="1110439"/>
                  </a:lnTo>
                  <a:lnTo>
                    <a:pt x="1785071" y="1110903"/>
                  </a:lnTo>
                  <a:lnTo>
                    <a:pt x="1784873" y="1111207"/>
                  </a:lnTo>
                  <a:lnTo>
                    <a:pt x="1785071" y="1113870"/>
                  </a:lnTo>
                  <a:lnTo>
                    <a:pt x="1784713" y="1115034"/>
                  </a:lnTo>
                  <a:lnTo>
                    <a:pt x="1783800" y="1115711"/>
                  </a:lnTo>
                  <a:close/>
                  <a:moveTo>
                    <a:pt x="1755824" y="1123305"/>
                  </a:moveTo>
                  <a:lnTo>
                    <a:pt x="1755185" y="1123609"/>
                  </a:lnTo>
                  <a:lnTo>
                    <a:pt x="1754013" y="1123503"/>
                  </a:lnTo>
                  <a:lnTo>
                    <a:pt x="1753587" y="1122818"/>
                  </a:lnTo>
                  <a:lnTo>
                    <a:pt x="1754203" y="1121076"/>
                  </a:lnTo>
                  <a:lnTo>
                    <a:pt x="1754454" y="1121395"/>
                  </a:lnTo>
                  <a:lnTo>
                    <a:pt x="1755474" y="1121418"/>
                  </a:lnTo>
                  <a:lnTo>
                    <a:pt x="1755824" y="1121585"/>
                  </a:lnTo>
                  <a:lnTo>
                    <a:pt x="1755938" y="1122019"/>
                  </a:lnTo>
                  <a:lnTo>
                    <a:pt x="1755824" y="1123305"/>
                  </a:lnTo>
                  <a:close/>
                  <a:moveTo>
                    <a:pt x="1753047" y="1126668"/>
                  </a:moveTo>
                  <a:lnTo>
                    <a:pt x="1752651" y="1127056"/>
                  </a:lnTo>
                  <a:lnTo>
                    <a:pt x="1751989" y="1126797"/>
                  </a:lnTo>
                  <a:lnTo>
                    <a:pt x="1751730" y="1127368"/>
                  </a:lnTo>
                  <a:lnTo>
                    <a:pt x="1751882" y="1128760"/>
                  </a:lnTo>
                  <a:lnTo>
                    <a:pt x="1751662" y="1129399"/>
                  </a:lnTo>
                  <a:lnTo>
                    <a:pt x="1751076" y="1129293"/>
                  </a:lnTo>
                  <a:lnTo>
                    <a:pt x="1751045" y="1129551"/>
                  </a:lnTo>
                  <a:lnTo>
                    <a:pt x="1751563" y="1130168"/>
                  </a:lnTo>
                  <a:lnTo>
                    <a:pt x="1751616" y="1130845"/>
                  </a:lnTo>
                  <a:lnTo>
                    <a:pt x="1751213" y="1131583"/>
                  </a:lnTo>
                  <a:lnTo>
                    <a:pt x="1750817" y="1131925"/>
                  </a:lnTo>
                  <a:lnTo>
                    <a:pt x="1750444" y="1131872"/>
                  </a:lnTo>
                  <a:lnTo>
                    <a:pt x="1749859" y="1132709"/>
                  </a:lnTo>
                  <a:lnTo>
                    <a:pt x="1749067" y="1134436"/>
                  </a:lnTo>
                  <a:lnTo>
                    <a:pt x="1748793" y="1135433"/>
                  </a:lnTo>
                  <a:lnTo>
                    <a:pt x="1749044" y="1135707"/>
                  </a:lnTo>
                  <a:lnTo>
                    <a:pt x="1748862" y="1136285"/>
                  </a:lnTo>
                  <a:lnTo>
                    <a:pt x="1746891" y="1138902"/>
                  </a:lnTo>
                  <a:lnTo>
                    <a:pt x="1746130" y="1139154"/>
                  </a:lnTo>
                  <a:lnTo>
                    <a:pt x="1745301" y="1138788"/>
                  </a:lnTo>
                  <a:lnTo>
                    <a:pt x="1744715" y="1138027"/>
                  </a:lnTo>
                  <a:lnTo>
                    <a:pt x="1744373" y="1136863"/>
                  </a:lnTo>
                  <a:lnTo>
                    <a:pt x="1744274" y="1135966"/>
                  </a:lnTo>
                  <a:lnTo>
                    <a:pt x="1744411" y="1135326"/>
                  </a:lnTo>
                  <a:lnTo>
                    <a:pt x="1746146" y="1133006"/>
                  </a:lnTo>
                  <a:lnTo>
                    <a:pt x="1746914" y="1131492"/>
                  </a:lnTo>
                  <a:lnTo>
                    <a:pt x="1747355" y="1129787"/>
                  </a:lnTo>
                  <a:lnTo>
                    <a:pt x="1748154" y="1128699"/>
                  </a:lnTo>
                  <a:lnTo>
                    <a:pt x="1749326" y="1128228"/>
                  </a:lnTo>
                  <a:lnTo>
                    <a:pt x="1750277" y="1127170"/>
                  </a:lnTo>
                  <a:lnTo>
                    <a:pt x="1751000" y="1125519"/>
                  </a:lnTo>
                  <a:lnTo>
                    <a:pt x="1751837" y="1124804"/>
                  </a:lnTo>
                  <a:lnTo>
                    <a:pt x="1752780" y="1125017"/>
                  </a:lnTo>
                  <a:lnTo>
                    <a:pt x="1753191" y="1125641"/>
                  </a:lnTo>
                  <a:lnTo>
                    <a:pt x="1753047" y="1126668"/>
                  </a:lnTo>
                  <a:close/>
                  <a:moveTo>
                    <a:pt x="1774731" y="1130860"/>
                  </a:moveTo>
                  <a:lnTo>
                    <a:pt x="1774480" y="1131286"/>
                  </a:lnTo>
                  <a:lnTo>
                    <a:pt x="1773886" y="1131248"/>
                  </a:lnTo>
                  <a:lnTo>
                    <a:pt x="1773415" y="1130837"/>
                  </a:lnTo>
                  <a:lnTo>
                    <a:pt x="1772951" y="1129506"/>
                  </a:lnTo>
                  <a:lnTo>
                    <a:pt x="1773103" y="1129217"/>
                  </a:lnTo>
                  <a:lnTo>
                    <a:pt x="1774252" y="1129407"/>
                  </a:lnTo>
                  <a:lnTo>
                    <a:pt x="1774655" y="1129970"/>
                  </a:lnTo>
                  <a:lnTo>
                    <a:pt x="1774731" y="1130860"/>
                  </a:lnTo>
                  <a:close/>
                  <a:moveTo>
                    <a:pt x="2154589" y="1153914"/>
                  </a:moveTo>
                  <a:lnTo>
                    <a:pt x="2153341" y="1154492"/>
                  </a:lnTo>
                  <a:lnTo>
                    <a:pt x="2151979" y="1154241"/>
                  </a:lnTo>
                  <a:lnTo>
                    <a:pt x="2152009" y="1155809"/>
                  </a:lnTo>
                  <a:lnTo>
                    <a:pt x="2151857" y="1156372"/>
                  </a:lnTo>
                  <a:lnTo>
                    <a:pt x="2150351" y="1155565"/>
                  </a:lnTo>
                  <a:lnTo>
                    <a:pt x="2149795" y="1155048"/>
                  </a:lnTo>
                  <a:lnTo>
                    <a:pt x="2149841" y="1152971"/>
                  </a:lnTo>
                  <a:lnTo>
                    <a:pt x="2151172" y="1151000"/>
                  </a:lnTo>
                  <a:lnTo>
                    <a:pt x="2152192" y="1150216"/>
                  </a:lnTo>
                  <a:lnTo>
                    <a:pt x="2153501" y="1150757"/>
                  </a:lnTo>
                  <a:lnTo>
                    <a:pt x="2154505" y="1152963"/>
                  </a:lnTo>
                  <a:lnTo>
                    <a:pt x="2154589" y="1153914"/>
                  </a:lnTo>
                  <a:close/>
                  <a:moveTo>
                    <a:pt x="1985382" y="1155550"/>
                  </a:moveTo>
                  <a:lnTo>
                    <a:pt x="1984712" y="1155793"/>
                  </a:lnTo>
                  <a:lnTo>
                    <a:pt x="1984552" y="1155443"/>
                  </a:lnTo>
                  <a:lnTo>
                    <a:pt x="1984659" y="1155116"/>
                  </a:lnTo>
                  <a:lnTo>
                    <a:pt x="1985214" y="1154705"/>
                  </a:lnTo>
                  <a:lnTo>
                    <a:pt x="1986150" y="1154705"/>
                  </a:lnTo>
                  <a:lnTo>
                    <a:pt x="1986044" y="1155032"/>
                  </a:lnTo>
                  <a:lnTo>
                    <a:pt x="1985382" y="1155550"/>
                  </a:lnTo>
                  <a:close/>
                  <a:moveTo>
                    <a:pt x="2145276" y="1157969"/>
                  </a:moveTo>
                  <a:lnTo>
                    <a:pt x="2144469" y="1158555"/>
                  </a:lnTo>
                  <a:lnTo>
                    <a:pt x="2143602" y="1158365"/>
                  </a:lnTo>
                  <a:lnTo>
                    <a:pt x="2143572" y="1156904"/>
                  </a:lnTo>
                  <a:lnTo>
                    <a:pt x="2143838" y="1156410"/>
                  </a:lnTo>
                  <a:lnTo>
                    <a:pt x="2144135" y="1156189"/>
                  </a:lnTo>
                  <a:lnTo>
                    <a:pt x="2144583" y="1156600"/>
                  </a:lnTo>
                  <a:lnTo>
                    <a:pt x="2145276" y="1157969"/>
                  </a:lnTo>
                  <a:close/>
                  <a:moveTo>
                    <a:pt x="1982163" y="1164064"/>
                  </a:moveTo>
                  <a:lnTo>
                    <a:pt x="1981844" y="1164155"/>
                  </a:lnTo>
                  <a:lnTo>
                    <a:pt x="1981874" y="1163524"/>
                  </a:lnTo>
                  <a:lnTo>
                    <a:pt x="1982201" y="1163113"/>
                  </a:lnTo>
                  <a:lnTo>
                    <a:pt x="1982825" y="1162930"/>
                  </a:lnTo>
                  <a:lnTo>
                    <a:pt x="1982810" y="1163250"/>
                  </a:lnTo>
                  <a:lnTo>
                    <a:pt x="1982163" y="1164064"/>
                  </a:lnTo>
                  <a:close/>
                  <a:moveTo>
                    <a:pt x="1925198" y="1192459"/>
                  </a:moveTo>
                  <a:lnTo>
                    <a:pt x="1924544" y="1193456"/>
                  </a:lnTo>
                  <a:lnTo>
                    <a:pt x="1923912" y="1193357"/>
                  </a:lnTo>
                  <a:lnTo>
                    <a:pt x="1923448" y="1193037"/>
                  </a:lnTo>
                  <a:lnTo>
                    <a:pt x="1923288" y="1192406"/>
                  </a:lnTo>
                  <a:lnTo>
                    <a:pt x="1923402" y="1191615"/>
                  </a:lnTo>
                  <a:lnTo>
                    <a:pt x="1923965" y="1191265"/>
                  </a:lnTo>
                  <a:lnTo>
                    <a:pt x="1925495" y="1191569"/>
                  </a:lnTo>
                  <a:lnTo>
                    <a:pt x="1925548" y="1191888"/>
                  </a:lnTo>
                  <a:lnTo>
                    <a:pt x="1925198" y="1192459"/>
                  </a:lnTo>
                  <a:close/>
                  <a:moveTo>
                    <a:pt x="2089376" y="1236452"/>
                  </a:moveTo>
                  <a:lnTo>
                    <a:pt x="2088318" y="1237228"/>
                  </a:lnTo>
                  <a:lnTo>
                    <a:pt x="2087139" y="1237091"/>
                  </a:lnTo>
                  <a:lnTo>
                    <a:pt x="2087740" y="1236041"/>
                  </a:lnTo>
                  <a:lnTo>
                    <a:pt x="2087968" y="1234496"/>
                  </a:lnTo>
                  <a:lnTo>
                    <a:pt x="2088554" y="1232800"/>
                  </a:lnTo>
                  <a:lnTo>
                    <a:pt x="2088889" y="1232282"/>
                  </a:lnTo>
                  <a:lnTo>
                    <a:pt x="2089581" y="1231826"/>
                  </a:lnTo>
                  <a:lnTo>
                    <a:pt x="2089376" y="1236452"/>
                  </a:lnTo>
                  <a:close/>
                  <a:moveTo>
                    <a:pt x="2086728" y="1236642"/>
                  </a:moveTo>
                  <a:lnTo>
                    <a:pt x="2086135" y="1237167"/>
                  </a:lnTo>
                  <a:lnTo>
                    <a:pt x="2085914" y="1235797"/>
                  </a:lnTo>
                  <a:lnTo>
                    <a:pt x="2086332" y="1234215"/>
                  </a:lnTo>
                  <a:lnTo>
                    <a:pt x="2086751" y="1234184"/>
                  </a:lnTo>
                  <a:lnTo>
                    <a:pt x="2086964" y="1235021"/>
                  </a:lnTo>
                  <a:lnTo>
                    <a:pt x="2086728" y="1236642"/>
                  </a:lnTo>
                  <a:close/>
                  <a:moveTo>
                    <a:pt x="2104989" y="1239731"/>
                  </a:moveTo>
                  <a:lnTo>
                    <a:pt x="2099107" y="1241116"/>
                  </a:lnTo>
                  <a:lnTo>
                    <a:pt x="2098171" y="1240226"/>
                  </a:lnTo>
                  <a:lnTo>
                    <a:pt x="2099640" y="1239807"/>
                  </a:lnTo>
                  <a:lnTo>
                    <a:pt x="2101488" y="1237684"/>
                  </a:lnTo>
                  <a:lnTo>
                    <a:pt x="2102721" y="1237441"/>
                  </a:lnTo>
                  <a:lnTo>
                    <a:pt x="2104654" y="1238643"/>
                  </a:lnTo>
                  <a:lnTo>
                    <a:pt x="2104989" y="1239731"/>
                  </a:lnTo>
                  <a:close/>
                  <a:moveTo>
                    <a:pt x="2116348" y="1242873"/>
                  </a:moveTo>
                  <a:lnTo>
                    <a:pt x="2114705" y="1243330"/>
                  </a:lnTo>
                  <a:lnTo>
                    <a:pt x="2110900" y="1242288"/>
                  </a:lnTo>
                  <a:lnTo>
                    <a:pt x="2114027" y="1241405"/>
                  </a:lnTo>
                  <a:lnTo>
                    <a:pt x="2114537" y="1241093"/>
                  </a:lnTo>
                  <a:lnTo>
                    <a:pt x="2114948" y="1239792"/>
                  </a:lnTo>
                  <a:lnTo>
                    <a:pt x="2115001" y="1239138"/>
                  </a:lnTo>
                  <a:lnTo>
                    <a:pt x="2116188" y="1241938"/>
                  </a:lnTo>
                  <a:lnTo>
                    <a:pt x="2116348" y="1242873"/>
                  </a:lnTo>
                  <a:close/>
                  <a:moveTo>
                    <a:pt x="2062289" y="1250771"/>
                  </a:moveTo>
                  <a:lnTo>
                    <a:pt x="2060775" y="1252590"/>
                  </a:lnTo>
                  <a:lnTo>
                    <a:pt x="2062145" y="1252772"/>
                  </a:lnTo>
                  <a:lnTo>
                    <a:pt x="2063324" y="1252239"/>
                  </a:lnTo>
                  <a:lnTo>
                    <a:pt x="2064435" y="1251159"/>
                  </a:lnTo>
                  <a:lnTo>
                    <a:pt x="2067029" y="1249698"/>
                  </a:lnTo>
                  <a:lnTo>
                    <a:pt x="2069243" y="1249059"/>
                  </a:lnTo>
                  <a:lnTo>
                    <a:pt x="2069936" y="1248922"/>
                  </a:lnTo>
                  <a:lnTo>
                    <a:pt x="2070993" y="1249949"/>
                  </a:lnTo>
                  <a:lnTo>
                    <a:pt x="2073086" y="1249128"/>
                  </a:lnTo>
                  <a:lnTo>
                    <a:pt x="2075239" y="1248663"/>
                  </a:lnTo>
                  <a:lnTo>
                    <a:pt x="2065934" y="1253358"/>
                  </a:lnTo>
                  <a:lnTo>
                    <a:pt x="2064032" y="1253883"/>
                  </a:lnTo>
                  <a:lnTo>
                    <a:pt x="2061308" y="1255283"/>
                  </a:lnTo>
                  <a:lnTo>
                    <a:pt x="2058736" y="1256272"/>
                  </a:lnTo>
                  <a:lnTo>
                    <a:pt x="2056887" y="1256630"/>
                  </a:lnTo>
                  <a:lnTo>
                    <a:pt x="2047673" y="1260099"/>
                  </a:lnTo>
                  <a:lnTo>
                    <a:pt x="2046943" y="1260175"/>
                  </a:lnTo>
                  <a:lnTo>
                    <a:pt x="2046151" y="1259841"/>
                  </a:lnTo>
                  <a:lnTo>
                    <a:pt x="2038558" y="1261621"/>
                  </a:lnTo>
                  <a:lnTo>
                    <a:pt x="2035446" y="1261819"/>
                  </a:lnTo>
                  <a:lnTo>
                    <a:pt x="2032608" y="1262443"/>
                  </a:lnTo>
                  <a:lnTo>
                    <a:pt x="2034708" y="1261005"/>
                  </a:lnTo>
                  <a:lnTo>
                    <a:pt x="2034754" y="1260464"/>
                  </a:lnTo>
                  <a:lnTo>
                    <a:pt x="2034252" y="1260046"/>
                  </a:lnTo>
                  <a:lnTo>
                    <a:pt x="2033133" y="1260168"/>
                  </a:lnTo>
                  <a:lnTo>
                    <a:pt x="2031984" y="1261644"/>
                  </a:lnTo>
                  <a:lnTo>
                    <a:pt x="2030151" y="1262138"/>
                  </a:lnTo>
                  <a:lnTo>
                    <a:pt x="2029785" y="1260533"/>
                  </a:lnTo>
                  <a:lnTo>
                    <a:pt x="2030402" y="1259285"/>
                  </a:lnTo>
                  <a:lnTo>
                    <a:pt x="2031231" y="1258098"/>
                  </a:lnTo>
                  <a:lnTo>
                    <a:pt x="2033049" y="1256234"/>
                  </a:lnTo>
                  <a:lnTo>
                    <a:pt x="2035659" y="1255055"/>
                  </a:lnTo>
                  <a:lnTo>
                    <a:pt x="2036983" y="1254035"/>
                  </a:lnTo>
                  <a:lnTo>
                    <a:pt x="2037904" y="1254933"/>
                  </a:lnTo>
                  <a:lnTo>
                    <a:pt x="2038101" y="1253715"/>
                  </a:lnTo>
                  <a:lnTo>
                    <a:pt x="2038809" y="1253016"/>
                  </a:lnTo>
                  <a:lnTo>
                    <a:pt x="2039578" y="1252635"/>
                  </a:lnTo>
                  <a:lnTo>
                    <a:pt x="2041419" y="1252628"/>
                  </a:lnTo>
                  <a:lnTo>
                    <a:pt x="2042416" y="1252437"/>
                  </a:lnTo>
                  <a:lnTo>
                    <a:pt x="2043131" y="1252034"/>
                  </a:lnTo>
                  <a:lnTo>
                    <a:pt x="2043869" y="1251958"/>
                  </a:lnTo>
                  <a:lnTo>
                    <a:pt x="2045893" y="1252513"/>
                  </a:lnTo>
                  <a:lnTo>
                    <a:pt x="2047863" y="1252354"/>
                  </a:lnTo>
                  <a:lnTo>
                    <a:pt x="2049454" y="1251593"/>
                  </a:lnTo>
                  <a:lnTo>
                    <a:pt x="2051112" y="1251334"/>
                  </a:lnTo>
                  <a:lnTo>
                    <a:pt x="2055487" y="1251167"/>
                  </a:lnTo>
                  <a:lnTo>
                    <a:pt x="2059832" y="1250611"/>
                  </a:lnTo>
                  <a:lnTo>
                    <a:pt x="2061574" y="1249622"/>
                  </a:lnTo>
                  <a:lnTo>
                    <a:pt x="2065226" y="1246837"/>
                  </a:lnTo>
                  <a:lnTo>
                    <a:pt x="2067326" y="1246061"/>
                  </a:lnTo>
                  <a:lnTo>
                    <a:pt x="2064054" y="1249295"/>
                  </a:lnTo>
                  <a:lnTo>
                    <a:pt x="2062289" y="1250771"/>
                  </a:lnTo>
                  <a:close/>
                  <a:moveTo>
                    <a:pt x="2026453" y="1263774"/>
                  </a:moveTo>
                  <a:lnTo>
                    <a:pt x="2025433" y="1263888"/>
                  </a:lnTo>
                  <a:lnTo>
                    <a:pt x="2026453" y="1261202"/>
                  </a:lnTo>
                  <a:lnTo>
                    <a:pt x="2028324" y="1259970"/>
                  </a:lnTo>
                  <a:lnTo>
                    <a:pt x="2029002" y="1260229"/>
                  </a:lnTo>
                  <a:lnTo>
                    <a:pt x="2029025" y="1261180"/>
                  </a:lnTo>
                  <a:lnTo>
                    <a:pt x="2028766" y="1261986"/>
                  </a:lnTo>
                  <a:lnTo>
                    <a:pt x="2027510" y="1263241"/>
                  </a:lnTo>
                  <a:lnTo>
                    <a:pt x="2026453" y="1263774"/>
                  </a:lnTo>
                  <a:close/>
                  <a:moveTo>
                    <a:pt x="2027625" y="1287193"/>
                  </a:moveTo>
                  <a:lnTo>
                    <a:pt x="2025121" y="1291370"/>
                  </a:lnTo>
                  <a:lnTo>
                    <a:pt x="2025068" y="1290572"/>
                  </a:lnTo>
                  <a:lnTo>
                    <a:pt x="2028195" y="1285382"/>
                  </a:lnTo>
                  <a:lnTo>
                    <a:pt x="2027625" y="1287193"/>
                  </a:lnTo>
                  <a:close/>
                  <a:moveTo>
                    <a:pt x="2001999" y="1336094"/>
                  </a:moveTo>
                  <a:lnTo>
                    <a:pt x="2001025" y="1336535"/>
                  </a:lnTo>
                  <a:lnTo>
                    <a:pt x="2004281" y="1331133"/>
                  </a:lnTo>
                  <a:lnTo>
                    <a:pt x="2006176" y="1326590"/>
                  </a:lnTo>
                  <a:lnTo>
                    <a:pt x="2007021" y="1325015"/>
                  </a:lnTo>
                  <a:lnTo>
                    <a:pt x="2006199" y="1328196"/>
                  </a:lnTo>
                  <a:lnTo>
                    <a:pt x="2004768" y="1331117"/>
                  </a:lnTo>
                  <a:lnTo>
                    <a:pt x="2001999" y="1336094"/>
                  </a:lnTo>
                  <a:close/>
                  <a:moveTo>
                    <a:pt x="1995539" y="1390114"/>
                  </a:moveTo>
                  <a:lnTo>
                    <a:pt x="1995220" y="1390647"/>
                  </a:lnTo>
                  <a:lnTo>
                    <a:pt x="1993797" y="1387748"/>
                  </a:lnTo>
                  <a:lnTo>
                    <a:pt x="1995258" y="1388684"/>
                  </a:lnTo>
                  <a:lnTo>
                    <a:pt x="1995516" y="1389467"/>
                  </a:lnTo>
                  <a:lnTo>
                    <a:pt x="1995539" y="1390114"/>
                  </a:lnTo>
                  <a:close/>
                  <a:moveTo>
                    <a:pt x="1997495" y="1406206"/>
                  </a:moveTo>
                  <a:lnTo>
                    <a:pt x="1994634" y="1406914"/>
                  </a:lnTo>
                  <a:lnTo>
                    <a:pt x="1994383" y="1406686"/>
                  </a:lnTo>
                  <a:lnTo>
                    <a:pt x="1997662" y="1405202"/>
                  </a:lnTo>
                  <a:lnTo>
                    <a:pt x="1998697" y="1399967"/>
                  </a:lnTo>
                  <a:lnTo>
                    <a:pt x="1998841" y="1397548"/>
                  </a:lnTo>
                  <a:lnTo>
                    <a:pt x="1998354" y="1393272"/>
                  </a:lnTo>
                  <a:lnTo>
                    <a:pt x="1998370" y="1392389"/>
                  </a:lnTo>
                  <a:lnTo>
                    <a:pt x="1998902" y="1393766"/>
                  </a:lnTo>
                  <a:lnTo>
                    <a:pt x="1999374" y="1397753"/>
                  </a:lnTo>
                  <a:lnTo>
                    <a:pt x="1999199" y="1400766"/>
                  </a:lnTo>
                  <a:lnTo>
                    <a:pt x="1998248" y="1405156"/>
                  </a:lnTo>
                  <a:lnTo>
                    <a:pt x="1997495" y="1406206"/>
                  </a:lnTo>
                  <a:close/>
                  <a:moveTo>
                    <a:pt x="1992420" y="1407507"/>
                  </a:moveTo>
                  <a:lnTo>
                    <a:pt x="1988539" y="1409364"/>
                  </a:lnTo>
                  <a:lnTo>
                    <a:pt x="1988098" y="1409250"/>
                  </a:lnTo>
                  <a:lnTo>
                    <a:pt x="1990647" y="1407926"/>
                  </a:lnTo>
                  <a:lnTo>
                    <a:pt x="1992420" y="1407507"/>
                  </a:lnTo>
                  <a:close/>
                  <a:moveTo>
                    <a:pt x="1977005" y="1421690"/>
                  </a:moveTo>
                  <a:lnTo>
                    <a:pt x="1976472" y="1421986"/>
                  </a:lnTo>
                  <a:lnTo>
                    <a:pt x="1978428" y="1418760"/>
                  </a:lnTo>
                  <a:lnTo>
                    <a:pt x="1982285" y="1414659"/>
                  </a:lnTo>
                  <a:lnTo>
                    <a:pt x="1983327" y="1414028"/>
                  </a:lnTo>
                  <a:lnTo>
                    <a:pt x="1980117" y="1417528"/>
                  </a:lnTo>
                  <a:lnTo>
                    <a:pt x="1977005" y="1421690"/>
                  </a:lnTo>
                  <a:close/>
                  <a:moveTo>
                    <a:pt x="1976099" y="1421385"/>
                  </a:moveTo>
                  <a:lnTo>
                    <a:pt x="1975620" y="1421446"/>
                  </a:lnTo>
                  <a:lnTo>
                    <a:pt x="1974783" y="1421165"/>
                  </a:lnTo>
                  <a:lnTo>
                    <a:pt x="1973626" y="1420617"/>
                  </a:lnTo>
                  <a:lnTo>
                    <a:pt x="1973368" y="1420214"/>
                  </a:lnTo>
                  <a:lnTo>
                    <a:pt x="1974471" y="1420358"/>
                  </a:lnTo>
                  <a:lnTo>
                    <a:pt x="1976099" y="1421385"/>
                  </a:lnTo>
                  <a:close/>
                  <a:moveTo>
                    <a:pt x="1050722" y="1436199"/>
                  </a:moveTo>
                  <a:lnTo>
                    <a:pt x="1055067" y="1437516"/>
                  </a:lnTo>
                  <a:lnTo>
                    <a:pt x="1057410" y="1436884"/>
                  </a:lnTo>
                  <a:lnTo>
                    <a:pt x="1057836" y="1437516"/>
                  </a:lnTo>
                  <a:lnTo>
                    <a:pt x="1057562" y="1438071"/>
                  </a:lnTo>
                  <a:lnTo>
                    <a:pt x="1052282" y="1439060"/>
                  </a:lnTo>
                  <a:lnTo>
                    <a:pt x="1050662" y="1438368"/>
                  </a:lnTo>
                  <a:lnTo>
                    <a:pt x="1050517" y="1437417"/>
                  </a:lnTo>
                  <a:lnTo>
                    <a:pt x="1049969" y="1436504"/>
                  </a:lnTo>
                  <a:lnTo>
                    <a:pt x="1050722" y="1436199"/>
                  </a:lnTo>
                  <a:close/>
                  <a:moveTo>
                    <a:pt x="1041668" y="1437599"/>
                  </a:moveTo>
                  <a:lnTo>
                    <a:pt x="1040535" y="1437668"/>
                  </a:lnTo>
                  <a:lnTo>
                    <a:pt x="1038785" y="1437394"/>
                  </a:lnTo>
                  <a:lnTo>
                    <a:pt x="1039401" y="1436793"/>
                  </a:lnTo>
                  <a:lnTo>
                    <a:pt x="1040367" y="1436359"/>
                  </a:lnTo>
                  <a:lnTo>
                    <a:pt x="1040679" y="1436686"/>
                  </a:lnTo>
                  <a:lnTo>
                    <a:pt x="1041668" y="1437599"/>
                  </a:lnTo>
                  <a:close/>
                  <a:moveTo>
                    <a:pt x="1047283" y="1440323"/>
                  </a:moveTo>
                  <a:lnTo>
                    <a:pt x="1045784" y="1440681"/>
                  </a:lnTo>
                  <a:lnTo>
                    <a:pt x="1044651" y="1440346"/>
                  </a:lnTo>
                  <a:lnTo>
                    <a:pt x="1042840" y="1437896"/>
                  </a:lnTo>
                  <a:lnTo>
                    <a:pt x="1046682" y="1437569"/>
                  </a:lnTo>
                  <a:lnTo>
                    <a:pt x="1048341" y="1438634"/>
                  </a:lnTo>
                  <a:lnTo>
                    <a:pt x="1048562" y="1438931"/>
                  </a:lnTo>
                  <a:lnTo>
                    <a:pt x="1047283" y="1440323"/>
                  </a:lnTo>
                  <a:close/>
                  <a:moveTo>
                    <a:pt x="1083493" y="1453935"/>
                  </a:moveTo>
                  <a:lnTo>
                    <a:pt x="1084573" y="1455806"/>
                  </a:lnTo>
                  <a:lnTo>
                    <a:pt x="1083021" y="1455578"/>
                  </a:lnTo>
                  <a:lnTo>
                    <a:pt x="1081400" y="1455685"/>
                  </a:lnTo>
                  <a:lnTo>
                    <a:pt x="1080906" y="1454665"/>
                  </a:lnTo>
                  <a:lnTo>
                    <a:pt x="1080426" y="1453242"/>
                  </a:lnTo>
                  <a:lnTo>
                    <a:pt x="1080099" y="1452885"/>
                  </a:lnTo>
                  <a:lnTo>
                    <a:pt x="1078988" y="1452755"/>
                  </a:lnTo>
                  <a:lnTo>
                    <a:pt x="1078905" y="1452626"/>
                  </a:lnTo>
                  <a:lnTo>
                    <a:pt x="1078775" y="1451934"/>
                  </a:lnTo>
                  <a:lnTo>
                    <a:pt x="1079087" y="1451606"/>
                  </a:lnTo>
                  <a:lnTo>
                    <a:pt x="1082572" y="1453189"/>
                  </a:lnTo>
                  <a:lnTo>
                    <a:pt x="1083493" y="1453935"/>
                  </a:lnTo>
                  <a:close/>
                  <a:moveTo>
                    <a:pt x="1060210" y="1458218"/>
                  </a:moveTo>
                  <a:lnTo>
                    <a:pt x="1059259" y="1458264"/>
                  </a:lnTo>
                  <a:lnTo>
                    <a:pt x="1057951" y="1458028"/>
                  </a:lnTo>
                  <a:lnTo>
                    <a:pt x="1057281" y="1456659"/>
                  </a:lnTo>
                  <a:lnTo>
                    <a:pt x="1058354" y="1456567"/>
                  </a:lnTo>
                  <a:lnTo>
                    <a:pt x="1059343" y="1456757"/>
                  </a:lnTo>
                  <a:lnTo>
                    <a:pt x="1060127" y="1457830"/>
                  </a:lnTo>
                  <a:lnTo>
                    <a:pt x="1060210" y="1458218"/>
                  </a:lnTo>
                  <a:close/>
                  <a:moveTo>
                    <a:pt x="1083439" y="1468094"/>
                  </a:moveTo>
                  <a:lnTo>
                    <a:pt x="1082191" y="1468323"/>
                  </a:lnTo>
                  <a:lnTo>
                    <a:pt x="1080814" y="1467805"/>
                  </a:lnTo>
                  <a:lnTo>
                    <a:pt x="1079627" y="1465363"/>
                  </a:lnTo>
                  <a:lnTo>
                    <a:pt x="1078319" y="1463453"/>
                  </a:lnTo>
                  <a:lnTo>
                    <a:pt x="1079026" y="1462905"/>
                  </a:lnTo>
                  <a:lnTo>
                    <a:pt x="1080084" y="1464747"/>
                  </a:lnTo>
                  <a:lnTo>
                    <a:pt x="1082739" y="1467546"/>
                  </a:lnTo>
                  <a:lnTo>
                    <a:pt x="1083439" y="1468094"/>
                  </a:lnTo>
                  <a:close/>
                  <a:moveTo>
                    <a:pt x="1872045" y="1514552"/>
                  </a:moveTo>
                  <a:lnTo>
                    <a:pt x="1871093" y="1520586"/>
                  </a:lnTo>
                  <a:lnTo>
                    <a:pt x="1870683" y="1518448"/>
                  </a:lnTo>
                  <a:lnTo>
                    <a:pt x="1870645" y="1516378"/>
                  </a:lnTo>
                  <a:lnTo>
                    <a:pt x="1871360" y="1515146"/>
                  </a:lnTo>
                  <a:lnTo>
                    <a:pt x="1872045" y="1514552"/>
                  </a:lnTo>
                  <a:close/>
                  <a:moveTo>
                    <a:pt x="1729993" y="1532310"/>
                  </a:moveTo>
                  <a:lnTo>
                    <a:pt x="1728113" y="1532835"/>
                  </a:lnTo>
                  <a:lnTo>
                    <a:pt x="1725328" y="1532782"/>
                  </a:lnTo>
                  <a:lnTo>
                    <a:pt x="1724766" y="1532600"/>
                  </a:lnTo>
                  <a:lnTo>
                    <a:pt x="1725876" y="1532250"/>
                  </a:lnTo>
                  <a:lnTo>
                    <a:pt x="1729178" y="1531778"/>
                  </a:lnTo>
                  <a:lnTo>
                    <a:pt x="1729993" y="1532310"/>
                  </a:lnTo>
                  <a:close/>
                  <a:moveTo>
                    <a:pt x="1719607" y="1533208"/>
                  </a:moveTo>
                  <a:lnTo>
                    <a:pt x="1719333" y="1533482"/>
                  </a:lnTo>
                  <a:lnTo>
                    <a:pt x="1717438" y="1532972"/>
                  </a:lnTo>
                  <a:lnTo>
                    <a:pt x="1716290" y="1532493"/>
                  </a:lnTo>
                  <a:lnTo>
                    <a:pt x="1716084" y="1532014"/>
                  </a:lnTo>
                  <a:lnTo>
                    <a:pt x="1719257" y="1532873"/>
                  </a:lnTo>
                  <a:lnTo>
                    <a:pt x="1719607" y="1533208"/>
                  </a:lnTo>
                  <a:close/>
                  <a:moveTo>
                    <a:pt x="1705379" y="1536442"/>
                  </a:moveTo>
                  <a:lnTo>
                    <a:pt x="1705455" y="1537583"/>
                  </a:lnTo>
                  <a:lnTo>
                    <a:pt x="1704405" y="1537013"/>
                  </a:lnTo>
                  <a:lnTo>
                    <a:pt x="1702853" y="1536959"/>
                  </a:lnTo>
                  <a:lnTo>
                    <a:pt x="1703538" y="1536571"/>
                  </a:lnTo>
                  <a:lnTo>
                    <a:pt x="1704017" y="1536191"/>
                  </a:lnTo>
                  <a:lnTo>
                    <a:pt x="1704260" y="1535780"/>
                  </a:lnTo>
                  <a:lnTo>
                    <a:pt x="1706216" y="1534357"/>
                  </a:lnTo>
                  <a:lnTo>
                    <a:pt x="1705660" y="1535400"/>
                  </a:lnTo>
                  <a:lnTo>
                    <a:pt x="1705379" y="1536442"/>
                  </a:lnTo>
                  <a:close/>
                  <a:moveTo>
                    <a:pt x="1713847" y="1543221"/>
                  </a:moveTo>
                  <a:lnTo>
                    <a:pt x="1713246" y="1544005"/>
                  </a:lnTo>
                  <a:lnTo>
                    <a:pt x="1713840" y="1540269"/>
                  </a:lnTo>
                  <a:lnTo>
                    <a:pt x="1713010" y="1537119"/>
                  </a:lnTo>
                  <a:lnTo>
                    <a:pt x="1713885" y="1538504"/>
                  </a:lnTo>
                  <a:lnTo>
                    <a:pt x="1714174" y="1540147"/>
                  </a:lnTo>
                  <a:lnTo>
                    <a:pt x="1713847" y="1543221"/>
                  </a:lnTo>
                  <a:close/>
                  <a:moveTo>
                    <a:pt x="1712531" y="1545549"/>
                  </a:moveTo>
                  <a:lnTo>
                    <a:pt x="1711374" y="1546828"/>
                  </a:lnTo>
                  <a:lnTo>
                    <a:pt x="1711428" y="1546341"/>
                  </a:lnTo>
                  <a:lnTo>
                    <a:pt x="1712280" y="1545063"/>
                  </a:lnTo>
                  <a:lnTo>
                    <a:pt x="1712888" y="1544560"/>
                  </a:lnTo>
                  <a:lnTo>
                    <a:pt x="1712531" y="1545549"/>
                  </a:lnTo>
                  <a:close/>
                  <a:moveTo>
                    <a:pt x="1797549" y="1547261"/>
                  </a:moveTo>
                  <a:lnTo>
                    <a:pt x="1795403" y="1548144"/>
                  </a:lnTo>
                  <a:lnTo>
                    <a:pt x="1793083" y="1547505"/>
                  </a:lnTo>
                  <a:lnTo>
                    <a:pt x="1794521" y="1547383"/>
                  </a:lnTo>
                  <a:lnTo>
                    <a:pt x="1795563" y="1547642"/>
                  </a:lnTo>
                  <a:lnTo>
                    <a:pt x="1798203" y="1546379"/>
                  </a:lnTo>
                  <a:lnTo>
                    <a:pt x="1799588" y="1545428"/>
                  </a:lnTo>
                  <a:lnTo>
                    <a:pt x="1801186" y="1545070"/>
                  </a:lnTo>
                  <a:lnTo>
                    <a:pt x="1797549" y="1547261"/>
                  </a:lnTo>
                  <a:close/>
                  <a:moveTo>
                    <a:pt x="1650513" y="1550723"/>
                  </a:moveTo>
                  <a:lnTo>
                    <a:pt x="1649722" y="1551073"/>
                  </a:lnTo>
                  <a:lnTo>
                    <a:pt x="1646192" y="1548958"/>
                  </a:lnTo>
                  <a:lnTo>
                    <a:pt x="1645971" y="1548053"/>
                  </a:lnTo>
                  <a:lnTo>
                    <a:pt x="1647714" y="1547231"/>
                  </a:lnTo>
                  <a:lnTo>
                    <a:pt x="1648779" y="1547307"/>
                  </a:lnTo>
                  <a:lnTo>
                    <a:pt x="1650460" y="1548387"/>
                  </a:lnTo>
                  <a:lnTo>
                    <a:pt x="1651077" y="1548684"/>
                  </a:lnTo>
                  <a:lnTo>
                    <a:pt x="1651366" y="1549118"/>
                  </a:lnTo>
                  <a:lnTo>
                    <a:pt x="1651206" y="1549795"/>
                  </a:lnTo>
                  <a:lnTo>
                    <a:pt x="1650513" y="1550723"/>
                  </a:lnTo>
                  <a:close/>
                  <a:moveTo>
                    <a:pt x="1581199" y="1559374"/>
                  </a:moveTo>
                  <a:lnTo>
                    <a:pt x="1580134" y="1559610"/>
                  </a:lnTo>
                  <a:lnTo>
                    <a:pt x="1584791" y="1555867"/>
                  </a:lnTo>
                  <a:lnTo>
                    <a:pt x="1585765" y="1554619"/>
                  </a:lnTo>
                  <a:lnTo>
                    <a:pt x="1587012" y="1554672"/>
                  </a:lnTo>
                  <a:lnTo>
                    <a:pt x="1584935" y="1556764"/>
                  </a:lnTo>
                  <a:lnTo>
                    <a:pt x="1581199" y="1559374"/>
                  </a:lnTo>
                  <a:close/>
                  <a:moveTo>
                    <a:pt x="1544366" y="1583417"/>
                  </a:moveTo>
                  <a:lnTo>
                    <a:pt x="1543583" y="1583516"/>
                  </a:lnTo>
                  <a:lnTo>
                    <a:pt x="1544557" y="1582215"/>
                  </a:lnTo>
                  <a:lnTo>
                    <a:pt x="1546139" y="1581561"/>
                  </a:lnTo>
                  <a:lnTo>
                    <a:pt x="1549609" y="1579057"/>
                  </a:lnTo>
                  <a:lnTo>
                    <a:pt x="1551024" y="1578882"/>
                  </a:lnTo>
                  <a:lnTo>
                    <a:pt x="1551762" y="1578023"/>
                  </a:lnTo>
                  <a:lnTo>
                    <a:pt x="1552081" y="1577894"/>
                  </a:lnTo>
                  <a:lnTo>
                    <a:pt x="1551876" y="1578951"/>
                  </a:lnTo>
                  <a:lnTo>
                    <a:pt x="1549091" y="1580457"/>
                  </a:lnTo>
                  <a:lnTo>
                    <a:pt x="1544366" y="1583417"/>
                  </a:lnTo>
                  <a:close/>
                  <a:moveTo>
                    <a:pt x="1539033" y="1589458"/>
                  </a:moveTo>
                  <a:lnTo>
                    <a:pt x="1538569" y="1589519"/>
                  </a:lnTo>
                  <a:lnTo>
                    <a:pt x="1539603" y="1587549"/>
                  </a:lnTo>
                  <a:lnTo>
                    <a:pt x="1539794" y="1586757"/>
                  </a:lnTo>
                  <a:lnTo>
                    <a:pt x="1541490" y="1584262"/>
                  </a:lnTo>
                  <a:lnTo>
                    <a:pt x="1542388" y="1583889"/>
                  </a:lnTo>
                  <a:lnTo>
                    <a:pt x="1542761" y="1584954"/>
                  </a:lnTo>
                  <a:lnTo>
                    <a:pt x="1541019" y="1586704"/>
                  </a:lnTo>
                  <a:lnTo>
                    <a:pt x="1539033" y="1589458"/>
                  </a:lnTo>
                  <a:close/>
                  <a:moveTo>
                    <a:pt x="1898355" y="1604394"/>
                  </a:moveTo>
                  <a:lnTo>
                    <a:pt x="1898705" y="1606152"/>
                  </a:lnTo>
                  <a:lnTo>
                    <a:pt x="1896742" y="1602066"/>
                  </a:lnTo>
                  <a:lnTo>
                    <a:pt x="1894315" y="1595652"/>
                  </a:lnTo>
                  <a:lnTo>
                    <a:pt x="1893021" y="1590683"/>
                  </a:lnTo>
                  <a:lnTo>
                    <a:pt x="1893896" y="1592030"/>
                  </a:lnTo>
                  <a:lnTo>
                    <a:pt x="1894756" y="1594807"/>
                  </a:lnTo>
                  <a:lnTo>
                    <a:pt x="1898355" y="1604394"/>
                  </a:lnTo>
                  <a:close/>
                  <a:moveTo>
                    <a:pt x="1531789" y="1603877"/>
                  </a:moveTo>
                  <a:lnTo>
                    <a:pt x="1531120" y="1605254"/>
                  </a:lnTo>
                  <a:lnTo>
                    <a:pt x="1531302" y="1603207"/>
                  </a:lnTo>
                  <a:lnTo>
                    <a:pt x="1533037" y="1598543"/>
                  </a:lnTo>
                  <a:lnTo>
                    <a:pt x="1536560" y="1592403"/>
                  </a:lnTo>
                  <a:lnTo>
                    <a:pt x="1538044" y="1591376"/>
                  </a:lnTo>
                  <a:lnTo>
                    <a:pt x="1533981" y="1598109"/>
                  </a:lnTo>
                  <a:lnTo>
                    <a:pt x="1531789" y="1603877"/>
                  </a:lnTo>
                  <a:close/>
                  <a:moveTo>
                    <a:pt x="1535693" y="1631001"/>
                  </a:moveTo>
                  <a:lnTo>
                    <a:pt x="1535396" y="1632104"/>
                  </a:lnTo>
                  <a:lnTo>
                    <a:pt x="1533631" y="1626969"/>
                  </a:lnTo>
                  <a:lnTo>
                    <a:pt x="1530755" y="1615312"/>
                  </a:lnTo>
                  <a:lnTo>
                    <a:pt x="1530648" y="1608647"/>
                  </a:lnTo>
                  <a:lnTo>
                    <a:pt x="1531105" y="1606349"/>
                  </a:lnTo>
                  <a:lnTo>
                    <a:pt x="1531843" y="1615769"/>
                  </a:lnTo>
                  <a:lnTo>
                    <a:pt x="1535023" y="1627676"/>
                  </a:lnTo>
                  <a:lnTo>
                    <a:pt x="1535693" y="1631001"/>
                  </a:lnTo>
                  <a:close/>
                  <a:moveTo>
                    <a:pt x="1857855" y="1621688"/>
                  </a:moveTo>
                  <a:lnTo>
                    <a:pt x="1857824" y="1623081"/>
                  </a:lnTo>
                  <a:lnTo>
                    <a:pt x="1856744" y="1620745"/>
                  </a:lnTo>
                  <a:lnTo>
                    <a:pt x="1856029" y="1618158"/>
                  </a:lnTo>
                  <a:lnTo>
                    <a:pt x="1857056" y="1618995"/>
                  </a:lnTo>
                  <a:lnTo>
                    <a:pt x="1857855" y="1621688"/>
                  </a:lnTo>
                  <a:close/>
                  <a:moveTo>
                    <a:pt x="1858844" y="1624032"/>
                  </a:moveTo>
                  <a:lnTo>
                    <a:pt x="1858083" y="1624656"/>
                  </a:lnTo>
                  <a:lnTo>
                    <a:pt x="1856538" y="1624199"/>
                  </a:lnTo>
                  <a:lnTo>
                    <a:pt x="1855701" y="1623385"/>
                  </a:lnTo>
                  <a:lnTo>
                    <a:pt x="1855336" y="1621795"/>
                  </a:lnTo>
                  <a:lnTo>
                    <a:pt x="1856675" y="1623484"/>
                  </a:lnTo>
                  <a:lnTo>
                    <a:pt x="1857155" y="1623864"/>
                  </a:lnTo>
                  <a:lnTo>
                    <a:pt x="1858844" y="1624032"/>
                  </a:lnTo>
                  <a:close/>
                  <a:moveTo>
                    <a:pt x="1894193" y="1654968"/>
                  </a:moveTo>
                  <a:lnTo>
                    <a:pt x="1889947" y="1659373"/>
                  </a:lnTo>
                  <a:lnTo>
                    <a:pt x="1890419" y="1658270"/>
                  </a:lnTo>
                  <a:lnTo>
                    <a:pt x="1892078" y="1655912"/>
                  </a:lnTo>
                  <a:lnTo>
                    <a:pt x="1892610" y="1654801"/>
                  </a:lnTo>
                  <a:lnTo>
                    <a:pt x="1893729" y="1654101"/>
                  </a:lnTo>
                  <a:lnTo>
                    <a:pt x="1894771" y="1652830"/>
                  </a:lnTo>
                  <a:lnTo>
                    <a:pt x="1894847" y="1651339"/>
                  </a:lnTo>
                  <a:lnTo>
                    <a:pt x="1896361" y="1650296"/>
                  </a:lnTo>
                  <a:lnTo>
                    <a:pt x="1896856" y="1650144"/>
                  </a:lnTo>
                  <a:lnTo>
                    <a:pt x="1894193" y="1654968"/>
                  </a:lnTo>
                  <a:close/>
                  <a:moveTo>
                    <a:pt x="1888715" y="1660568"/>
                  </a:moveTo>
                  <a:lnTo>
                    <a:pt x="1888144" y="1660682"/>
                  </a:lnTo>
                  <a:lnTo>
                    <a:pt x="1888989" y="1659686"/>
                  </a:lnTo>
                  <a:lnTo>
                    <a:pt x="1889225" y="1659761"/>
                  </a:lnTo>
                  <a:lnTo>
                    <a:pt x="1888715" y="1660568"/>
                  </a:lnTo>
                  <a:close/>
                  <a:moveTo>
                    <a:pt x="1884637" y="1662896"/>
                  </a:moveTo>
                  <a:lnTo>
                    <a:pt x="1884233" y="1662896"/>
                  </a:lnTo>
                  <a:lnTo>
                    <a:pt x="1884431" y="1662561"/>
                  </a:lnTo>
                  <a:lnTo>
                    <a:pt x="1885276" y="1661899"/>
                  </a:lnTo>
                  <a:lnTo>
                    <a:pt x="1885580" y="1662158"/>
                  </a:lnTo>
                  <a:lnTo>
                    <a:pt x="1885550" y="1662493"/>
                  </a:lnTo>
                  <a:lnTo>
                    <a:pt x="1884637" y="1662896"/>
                  </a:lnTo>
                  <a:close/>
                  <a:moveTo>
                    <a:pt x="1880049" y="1664928"/>
                  </a:moveTo>
                  <a:lnTo>
                    <a:pt x="1879075" y="1665483"/>
                  </a:lnTo>
                  <a:lnTo>
                    <a:pt x="1878063" y="1665072"/>
                  </a:lnTo>
                  <a:lnTo>
                    <a:pt x="1879174" y="1664517"/>
                  </a:lnTo>
                  <a:lnTo>
                    <a:pt x="1882484" y="1663923"/>
                  </a:lnTo>
                  <a:lnTo>
                    <a:pt x="1881236" y="1664661"/>
                  </a:lnTo>
                  <a:lnTo>
                    <a:pt x="1880049" y="1664928"/>
                  </a:lnTo>
                  <a:close/>
                  <a:moveTo>
                    <a:pt x="1873848" y="1666480"/>
                  </a:moveTo>
                  <a:lnTo>
                    <a:pt x="1873209" y="1666959"/>
                  </a:lnTo>
                  <a:lnTo>
                    <a:pt x="1872904" y="1666807"/>
                  </a:lnTo>
                  <a:lnTo>
                    <a:pt x="1872904" y="1666107"/>
                  </a:lnTo>
                  <a:lnTo>
                    <a:pt x="1871991" y="1664555"/>
                  </a:lnTo>
                  <a:lnTo>
                    <a:pt x="1872022" y="1664152"/>
                  </a:lnTo>
                  <a:lnTo>
                    <a:pt x="1874106" y="1665666"/>
                  </a:lnTo>
                  <a:lnTo>
                    <a:pt x="1874160" y="1666077"/>
                  </a:lnTo>
                  <a:lnTo>
                    <a:pt x="1873848" y="1666480"/>
                  </a:lnTo>
                  <a:close/>
                  <a:moveTo>
                    <a:pt x="1868895" y="1667659"/>
                  </a:moveTo>
                  <a:lnTo>
                    <a:pt x="1867510" y="1667887"/>
                  </a:lnTo>
                  <a:lnTo>
                    <a:pt x="1868628" y="1666967"/>
                  </a:lnTo>
                  <a:lnTo>
                    <a:pt x="1868986" y="1665567"/>
                  </a:lnTo>
                  <a:lnTo>
                    <a:pt x="1869640" y="1666655"/>
                  </a:lnTo>
                  <a:lnTo>
                    <a:pt x="1869633" y="1667317"/>
                  </a:lnTo>
                  <a:lnTo>
                    <a:pt x="1868895" y="1667659"/>
                  </a:lnTo>
                  <a:close/>
                  <a:moveTo>
                    <a:pt x="1864253" y="1668953"/>
                  </a:moveTo>
                  <a:lnTo>
                    <a:pt x="1863713" y="1669006"/>
                  </a:lnTo>
                  <a:lnTo>
                    <a:pt x="1863667" y="1668648"/>
                  </a:lnTo>
                  <a:lnTo>
                    <a:pt x="1864603" y="1668207"/>
                  </a:lnTo>
                  <a:lnTo>
                    <a:pt x="1865227" y="1668237"/>
                  </a:lnTo>
                  <a:lnTo>
                    <a:pt x="1865204" y="1668724"/>
                  </a:lnTo>
                  <a:lnTo>
                    <a:pt x="1864253" y="1668953"/>
                  </a:lnTo>
                  <a:close/>
                  <a:moveTo>
                    <a:pt x="207470" y="1729319"/>
                  </a:moveTo>
                  <a:lnTo>
                    <a:pt x="205591" y="1730605"/>
                  </a:lnTo>
                  <a:lnTo>
                    <a:pt x="204495" y="1730049"/>
                  </a:lnTo>
                  <a:lnTo>
                    <a:pt x="202426" y="1729844"/>
                  </a:lnTo>
                  <a:lnTo>
                    <a:pt x="201627" y="1728878"/>
                  </a:lnTo>
                  <a:lnTo>
                    <a:pt x="199458" y="1728003"/>
                  </a:lnTo>
                  <a:lnTo>
                    <a:pt x="198583" y="1726816"/>
                  </a:lnTo>
                  <a:lnTo>
                    <a:pt x="199915" y="1724564"/>
                  </a:lnTo>
                  <a:lnTo>
                    <a:pt x="203065" y="1722661"/>
                  </a:lnTo>
                  <a:lnTo>
                    <a:pt x="207919" y="1722745"/>
                  </a:lnTo>
                  <a:lnTo>
                    <a:pt x="208931" y="1724244"/>
                  </a:lnTo>
                  <a:lnTo>
                    <a:pt x="209022" y="1725363"/>
                  </a:lnTo>
                  <a:lnTo>
                    <a:pt x="208391" y="1726618"/>
                  </a:lnTo>
                  <a:lnTo>
                    <a:pt x="208102" y="1728383"/>
                  </a:lnTo>
                  <a:lnTo>
                    <a:pt x="207470" y="1729319"/>
                  </a:lnTo>
                  <a:close/>
                  <a:moveTo>
                    <a:pt x="190229" y="1731404"/>
                  </a:moveTo>
                  <a:lnTo>
                    <a:pt x="189795" y="1732416"/>
                  </a:lnTo>
                  <a:lnTo>
                    <a:pt x="189057" y="1732256"/>
                  </a:lnTo>
                  <a:lnTo>
                    <a:pt x="188875" y="1731358"/>
                  </a:lnTo>
                  <a:lnTo>
                    <a:pt x="189354" y="1730118"/>
                  </a:lnTo>
                  <a:lnTo>
                    <a:pt x="190571" y="1729045"/>
                  </a:lnTo>
                  <a:lnTo>
                    <a:pt x="191926" y="1727417"/>
                  </a:lnTo>
                  <a:lnTo>
                    <a:pt x="193037" y="1727660"/>
                  </a:lnTo>
                  <a:lnTo>
                    <a:pt x="192436" y="1728733"/>
                  </a:lnTo>
                  <a:lnTo>
                    <a:pt x="192367" y="1729890"/>
                  </a:lnTo>
                  <a:lnTo>
                    <a:pt x="190800" y="1730544"/>
                  </a:lnTo>
                  <a:lnTo>
                    <a:pt x="190229" y="1731404"/>
                  </a:lnTo>
                  <a:close/>
                  <a:moveTo>
                    <a:pt x="241070" y="1740192"/>
                  </a:moveTo>
                  <a:lnTo>
                    <a:pt x="241800" y="1740321"/>
                  </a:lnTo>
                  <a:lnTo>
                    <a:pt x="242743" y="1740161"/>
                  </a:lnTo>
                  <a:lnTo>
                    <a:pt x="243071" y="1741980"/>
                  </a:lnTo>
                  <a:lnTo>
                    <a:pt x="244166" y="1742984"/>
                  </a:lnTo>
                  <a:lnTo>
                    <a:pt x="244569" y="1743585"/>
                  </a:lnTo>
                  <a:lnTo>
                    <a:pt x="243383" y="1744216"/>
                  </a:lnTo>
                  <a:lnTo>
                    <a:pt x="241077" y="1744467"/>
                  </a:lnTo>
                  <a:lnTo>
                    <a:pt x="239997" y="1743965"/>
                  </a:lnTo>
                  <a:lnTo>
                    <a:pt x="238878" y="1742832"/>
                  </a:lnTo>
                  <a:lnTo>
                    <a:pt x="237668" y="1743144"/>
                  </a:lnTo>
                  <a:lnTo>
                    <a:pt x="237455" y="1742231"/>
                  </a:lnTo>
                  <a:lnTo>
                    <a:pt x="237242" y="1741964"/>
                  </a:lnTo>
                  <a:lnTo>
                    <a:pt x="236413" y="1742208"/>
                  </a:lnTo>
                  <a:lnTo>
                    <a:pt x="237189" y="1743387"/>
                  </a:lnTo>
                  <a:lnTo>
                    <a:pt x="235089" y="1743479"/>
                  </a:lnTo>
                  <a:lnTo>
                    <a:pt x="234427" y="1743334"/>
                  </a:lnTo>
                  <a:lnTo>
                    <a:pt x="233841" y="1742003"/>
                  </a:lnTo>
                  <a:lnTo>
                    <a:pt x="231681" y="1739446"/>
                  </a:lnTo>
                  <a:lnTo>
                    <a:pt x="231688" y="1738449"/>
                  </a:lnTo>
                  <a:lnTo>
                    <a:pt x="230950" y="1737262"/>
                  </a:lnTo>
                  <a:lnTo>
                    <a:pt x="234153" y="1736920"/>
                  </a:lnTo>
                  <a:lnTo>
                    <a:pt x="236345" y="1734827"/>
                  </a:lnTo>
                  <a:lnTo>
                    <a:pt x="237585" y="1734607"/>
                  </a:lnTo>
                  <a:lnTo>
                    <a:pt x="239959" y="1737985"/>
                  </a:lnTo>
                  <a:lnTo>
                    <a:pt x="239898" y="1738928"/>
                  </a:lnTo>
                  <a:lnTo>
                    <a:pt x="240423" y="1739857"/>
                  </a:lnTo>
                  <a:lnTo>
                    <a:pt x="241070" y="1740192"/>
                  </a:lnTo>
                  <a:close/>
                  <a:moveTo>
                    <a:pt x="253570" y="1745685"/>
                  </a:moveTo>
                  <a:lnTo>
                    <a:pt x="258082" y="1746309"/>
                  </a:lnTo>
                  <a:lnTo>
                    <a:pt x="259147" y="1746042"/>
                  </a:lnTo>
                  <a:lnTo>
                    <a:pt x="259901" y="1746552"/>
                  </a:lnTo>
                  <a:lnTo>
                    <a:pt x="263637" y="1746872"/>
                  </a:lnTo>
                  <a:lnTo>
                    <a:pt x="264276" y="1747062"/>
                  </a:lnTo>
                  <a:lnTo>
                    <a:pt x="263515" y="1748234"/>
                  </a:lnTo>
                  <a:lnTo>
                    <a:pt x="261126" y="1749307"/>
                  </a:lnTo>
                  <a:lnTo>
                    <a:pt x="257687" y="1748363"/>
                  </a:lnTo>
                  <a:lnTo>
                    <a:pt x="251935" y="1748028"/>
                  </a:lnTo>
                  <a:lnTo>
                    <a:pt x="252170" y="1747123"/>
                  </a:lnTo>
                  <a:lnTo>
                    <a:pt x="252718" y="1746484"/>
                  </a:lnTo>
                  <a:lnTo>
                    <a:pt x="252802" y="1745365"/>
                  </a:lnTo>
                  <a:lnTo>
                    <a:pt x="253570" y="1745685"/>
                  </a:lnTo>
                  <a:close/>
                  <a:moveTo>
                    <a:pt x="269092" y="1752122"/>
                  </a:moveTo>
                  <a:lnTo>
                    <a:pt x="269647" y="1752525"/>
                  </a:lnTo>
                  <a:lnTo>
                    <a:pt x="271922" y="1751916"/>
                  </a:lnTo>
                  <a:lnTo>
                    <a:pt x="273566" y="1751696"/>
                  </a:lnTo>
                  <a:lnTo>
                    <a:pt x="276320" y="1753195"/>
                  </a:lnTo>
                  <a:lnTo>
                    <a:pt x="277279" y="1754222"/>
                  </a:lnTo>
                  <a:lnTo>
                    <a:pt x="279090" y="1755317"/>
                  </a:lnTo>
                  <a:lnTo>
                    <a:pt x="279706" y="1756109"/>
                  </a:lnTo>
                  <a:lnTo>
                    <a:pt x="279204" y="1757067"/>
                  </a:lnTo>
                  <a:lnTo>
                    <a:pt x="277203" y="1758650"/>
                  </a:lnTo>
                  <a:lnTo>
                    <a:pt x="274479" y="1759015"/>
                  </a:lnTo>
                  <a:lnTo>
                    <a:pt x="272873" y="1759692"/>
                  </a:lnTo>
                  <a:lnTo>
                    <a:pt x="270766" y="1759548"/>
                  </a:lnTo>
                  <a:lnTo>
                    <a:pt x="270134" y="1759259"/>
                  </a:lnTo>
                  <a:lnTo>
                    <a:pt x="269906" y="1757250"/>
                  </a:lnTo>
                  <a:lnTo>
                    <a:pt x="269236" y="1755097"/>
                  </a:lnTo>
                  <a:lnTo>
                    <a:pt x="267875" y="1755348"/>
                  </a:lnTo>
                  <a:lnTo>
                    <a:pt x="266345" y="1754625"/>
                  </a:lnTo>
                  <a:lnTo>
                    <a:pt x="264763" y="1752814"/>
                  </a:lnTo>
                  <a:lnTo>
                    <a:pt x="264588" y="1751734"/>
                  </a:lnTo>
                  <a:lnTo>
                    <a:pt x="265463" y="1750014"/>
                  </a:lnTo>
                  <a:lnTo>
                    <a:pt x="266992" y="1749794"/>
                  </a:lnTo>
                  <a:lnTo>
                    <a:pt x="268126" y="1750745"/>
                  </a:lnTo>
                  <a:lnTo>
                    <a:pt x="269092" y="1752122"/>
                  </a:lnTo>
                  <a:close/>
                  <a:moveTo>
                    <a:pt x="261346" y="1755759"/>
                  </a:moveTo>
                  <a:lnTo>
                    <a:pt x="260083" y="1756398"/>
                  </a:lnTo>
                  <a:lnTo>
                    <a:pt x="258706" y="1756101"/>
                  </a:lnTo>
                  <a:lnTo>
                    <a:pt x="258387" y="1754549"/>
                  </a:lnTo>
                  <a:lnTo>
                    <a:pt x="257063" y="1752578"/>
                  </a:lnTo>
                  <a:lnTo>
                    <a:pt x="259391" y="1752175"/>
                  </a:lnTo>
                  <a:lnTo>
                    <a:pt x="260700" y="1752746"/>
                  </a:lnTo>
                  <a:lnTo>
                    <a:pt x="261384" y="1753362"/>
                  </a:lnTo>
                  <a:lnTo>
                    <a:pt x="262214" y="1754420"/>
                  </a:lnTo>
                  <a:lnTo>
                    <a:pt x="261346" y="1755759"/>
                  </a:lnTo>
                  <a:close/>
                  <a:moveTo>
                    <a:pt x="288433" y="1795498"/>
                  </a:moveTo>
                  <a:lnTo>
                    <a:pt x="287489" y="1796578"/>
                  </a:lnTo>
                  <a:lnTo>
                    <a:pt x="286310" y="1796495"/>
                  </a:lnTo>
                  <a:lnTo>
                    <a:pt x="282026" y="1794182"/>
                  </a:lnTo>
                  <a:lnTo>
                    <a:pt x="281509" y="1792942"/>
                  </a:lnTo>
                  <a:lnTo>
                    <a:pt x="281829" y="1787167"/>
                  </a:lnTo>
                  <a:lnTo>
                    <a:pt x="280223" y="1782480"/>
                  </a:lnTo>
                  <a:lnTo>
                    <a:pt x="278458" y="1778889"/>
                  </a:lnTo>
                  <a:lnTo>
                    <a:pt x="279744" y="1777047"/>
                  </a:lnTo>
                  <a:lnTo>
                    <a:pt x="281441" y="1775617"/>
                  </a:lnTo>
                  <a:lnTo>
                    <a:pt x="283335" y="1772924"/>
                  </a:lnTo>
                  <a:lnTo>
                    <a:pt x="281783" y="1769462"/>
                  </a:lnTo>
                  <a:lnTo>
                    <a:pt x="282179" y="1767369"/>
                  </a:lnTo>
                  <a:lnTo>
                    <a:pt x="283092" y="1767012"/>
                  </a:lnTo>
                  <a:lnTo>
                    <a:pt x="287565" y="1769553"/>
                  </a:lnTo>
                  <a:lnTo>
                    <a:pt x="296604" y="1773372"/>
                  </a:lnTo>
                  <a:lnTo>
                    <a:pt x="299009" y="1776058"/>
                  </a:lnTo>
                  <a:lnTo>
                    <a:pt x="299435" y="1778934"/>
                  </a:lnTo>
                  <a:lnTo>
                    <a:pt x="301078" y="1779299"/>
                  </a:lnTo>
                  <a:lnTo>
                    <a:pt x="301862" y="1781270"/>
                  </a:lnTo>
                  <a:lnTo>
                    <a:pt x="304236" y="1782997"/>
                  </a:lnTo>
                  <a:lnTo>
                    <a:pt x="305027" y="1783979"/>
                  </a:lnTo>
                  <a:lnTo>
                    <a:pt x="304046" y="1785561"/>
                  </a:lnTo>
                  <a:lnTo>
                    <a:pt x="299709" y="1788597"/>
                  </a:lnTo>
                  <a:lnTo>
                    <a:pt x="294238" y="1789921"/>
                  </a:lnTo>
                  <a:lnTo>
                    <a:pt x="289422" y="1793315"/>
                  </a:lnTo>
                  <a:lnTo>
                    <a:pt x="288433" y="1795498"/>
                  </a:lnTo>
                  <a:close/>
                </a:path>
              </a:pathLst>
            </a:custGeom>
            <a:solidFill>
              <a:srgbClr val="2562E8"/>
            </a:solidFill>
            <a:ln w="6168" cap="flat">
              <a:solidFill>
                <a:srgbClr val="2562E8"/>
              </a:solidFill>
              <a:prstDash val="solid"/>
              <a:miter/>
            </a:ln>
          </p:spPr>
          <p:txBody>
            <a:bodyPr/>
            <a:lstStyle/>
            <a:p>
              <a:endParaRPr lang="en-US"/>
            </a:p>
          </p:txBody>
        </p:sp>
        <p:sp>
          <p:nvSpPr>
            <p:cNvPr id="2342" name="Freeform: Shape 2341">
              <a:extLst>
                <a:ext uri="{FF2B5EF4-FFF2-40B4-BE49-F238E27FC236}">
                  <a16:creationId xmlns:a16="http://schemas.microsoft.com/office/drawing/2014/main" id="{B445448D-72E2-2813-8488-69415E839808}"/>
                </a:ext>
              </a:extLst>
            </p:cNvPr>
            <p:cNvSpPr/>
            <p:nvPr/>
          </p:nvSpPr>
          <p:spPr>
            <a:xfrm>
              <a:off x="8326018" y="5674681"/>
              <a:ext cx="113443" cy="121835"/>
            </a:xfrm>
            <a:custGeom>
              <a:avLst/>
              <a:gdLst>
                <a:gd name="csX0" fmla="*/ 108209 w 113443"/>
                <a:gd name="csY0" fmla="*/ 91188 h 121835"/>
                <a:gd name="csX1" fmla="*/ 107159 w 113443"/>
                <a:gd name="csY1" fmla="*/ 92140 h 121835"/>
                <a:gd name="csX2" fmla="*/ 106033 w 113443"/>
                <a:gd name="csY2" fmla="*/ 93928 h 121835"/>
                <a:gd name="csX3" fmla="*/ 104709 w 113443"/>
                <a:gd name="csY3" fmla="*/ 98242 h 121835"/>
                <a:gd name="csX4" fmla="*/ 100258 w 113443"/>
                <a:gd name="csY4" fmla="*/ 104192 h 121835"/>
                <a:gd name="csX5" fmla="*/ 99353 w 113443"/>
                <a:gd name="csY5" fmla="*/ 107562 h 121835"/>
                <a:gd name="csX6" fmla="*/ 94551 w 113443"/>
                <a:gd name="csY6" fmla="*/ 111085 h 121835"/>
                <a:gd name="csX7" fmla="*/ 91166 w 113443"/>
                <a:gd name="csY7" fmla="*/ 115057 h 121835"/>
                <a:gd name="csX8" fmla="*/ 88959 w 113443"/>
                <a:gd name="csY8" fmla="*/ 114958 h 121835"/>
                <a:gd name="csX9" fmla="*/ 86966 w 113443"/>
                <a:gd name="csY9" fmla="*/ 116662 h 121835"/>
                <a:gd name="csX10" fmla="*/ 75500 w 113443"/>
                <a:gd name="csY10" fmla="*/ 121836 h 121835"/>
                <a:gd name="csX11" fmla="*/ 71384 w 113443"/>
                <a:gd name="csY11" fmla="*/ 120862 h 121835"/>
                <a:gd name="csX12" fmla="*/ 68332 w 113443"/>
                <a:gd name="csY12" fmla="*/ 120877 h 121835"/>
                <a:gd name="csX13" fmla="*/ 65502 w 113443"/>
                <a:gd name="csY13" fmla="*/ 118595 h 121835"/>
                <a:gd name="csX14" fmla="*/ 59042 w 113443"/>
                <a:gd name="csY14" fmla="*/ 117773 h 121835"/>
                <a:gd name="csX15" fmla="*/ 54987 w 113443"/>
                <a:gd name="csY15" fmla="*/ 118686 h 121835"/>
                <a:gd name="csX16" fmla="*/ 49547 w 113443"/>
                <a:gd name="csY16" fmla="*/ 121197 h 121835"/>
                <a:gd name="csX17" fmla="*/ 47903 w 113443"/>
                <a:gd name="csY17" fmla="*/ 121159 h 121835"/>
                <a:gd name="csX18" fmla="*/ 46724 w 113443"/>
                <a:gd name="csY18" fmla="*/ 121022 h 121835"/>
                <a:gd name="csX19" fmla="*/ 43780 w 113443"/>
                <a:gd name="csY19" fmla="*/ 119980 h 121835"/>
                <a:gd name="csX20" fmla="*/ 42174 w 113443"/>
                <a:gd name="csY20" fmla="*/ 117765 h 121835"/>
                <a:gd name="csX21" fmla="*/ 33797 w 113443"/>
                <a:gd name="csY21" fmla="*/ 115209 h 121835"/>
                <a:gd name="csX22" fmla="*/ 27063 w 113443"/>
                <a:gd name="csY22" fmla="*/ 109419 h 121835"/>
                <a:gd name="csX23" fmla="*/ 19105 w 113443"/>
                <a:gd name="csY23" fmla="*/ 109305 h 121835"/>
                <a:gd name="csX24" fmla="*/ 13003 w 113443"/>
                <a:gd name="csY24" fmla="*/ 110065 h 121835"/>
                <a:gd name="csX25" fmla="*/ 12060 w 113443"/>
                <a:gd name="csY25" fmla="*/ 109297 h 121835"/>
                <a:gd name="csX26" fmla="*/ 11443 w 113443"/>
                <a:gd name="csY26" fmla="*/ 107821 h 121835"/>
                <a:gd name="csX27" fmla="*/ 10180 w 113443"/>
                <a:gd name="csY27" fmla="*/ 105676 h 121835"/>
                <a:gd name="csX28" fmla="*/ 4930 w 113443"/>
                <a:gd name="csY28" fmla="*/ 100585 h 121835"/>
                <a:gd name="csX29" fmla="*/ 806 w 113443"/>
                <a:gd name="csY29" fmla="*/ 95548 h 121835"/>
                <a:gd name="csX30" fmla="*/ 0 w 113443"/>
                <a:gd name="csY30" fmla="*/ 90603 h 121835"/>
                <a:gd name="csX31" fmla="*/ 571 w 113443"/>
                <a:gd name="csY31" fmla="*/ 85239 h 121835"/>
                <a:gd name="csX32" fmla="*/ 1811 w 113443"/>
                <a:gd name="csY32" fmla="*/ 78901 h 121835"/>
                <a:gd name="csX33" fmla="*/ 1590 w 113443"/>
                <a:gd name="csY33" fmla="*/ 76922 h 121835"/>
                <a:gd name="csX34" fmla="*/ 3119 w 113443"/>
                <a:gd name="csY34" fmla="*/ 75804 h 121835"/>
                <a:gd name="csX35" fmla="*/ 4618 w 113443"/>
                <a:gd name="csY35" fmla="*/ 75576 h 121835"/>
                <a:gd name="csX36" fmla="*/ 6071 w 113443"/>
                <a:gd name="csY36" fmla="*/ 73940 h 121835"/>
                <a:gd name="csX37" fmla="*/ 7373 w 113443"/>
                <a:gd name="csY37" fmla="*/ 71475 h 121835"/>
                <a:gd name="csX38" fmla="*/ 7593 w 113443"/>
                <a:gd name="csY38" fmla="*/ 69611 h 121835"/>
                <a:gd name="csX39" fmla="*/ 6589 w 113443"/>
                <a:gd name="csY39" fmla="*/ 66156 h 121835"/>
                <a:gd name="csX40" fmla="*/ 5889 w 113443"/>
                <a:gd name="csY40" fmla="*/ 61348 h 121835"/>
                <a:gd name="csX41" fmla="*/ 5060 w 113443"/>
                <a:gd name="csY41" fmla="*/ 58951 h 121835"/>
                <a:gd name="csX42" fmla="*/ 6726 w 113443"/>
                <a:gd name="csY42" fmla="*/ 55185 h 121835"/>
                <a:gd name="csX43" fmla="*/ 6794 w 113443"/>
                <a:gd name="csY43" fmla="*/ 53351 h 121835"/>
                <a:gd name="csX44" fmla="*/ 5836 w 113443"/>
                <a:gd name="csY44" fmla="*/ 51738 h 121835"/>
                <a:gd name="csX45" fmla="*/ 5577 w 113443"/>
                <a:gd name="csY45" fmla="*/ 50087 h 121835"/>
                <a:gd name="csX46" fmla="*/ 6011 w 113443"/>
                <a:gd name="csY46" fmla="*/ 48390 h 121835"/>
                <a:gd name="csX47" fmla="*/ 5927 w 113443"/>
                <a:gd name="csY47" fmla="*/ 46770 h 121835"/>
                <a:gd name="csX48" fmla="*/ 5318 w 113443"/>
                <a:gd name="csY48" fmla="*/ 45210 h 121835"/>
                <a:gd name="csX49" fmla="*/ 5775 w 113443"/>
                <a:gd name="csY49" fmla="*/ 43917 h 121835"/>
                <a:gd name="csX50" fmla="*/ 7304 w 113443"/>
                <a:gd name="csY50" fmla="*/ 42890 h 121835"/>
                <a:gd name="csX51" fmla="*/ 8453 w 113443"/>
                <a:gd name="csY51" fmla="*/ 41330 h 121835"/>
                <a:gd name="csX52" fmla="*/ 9206 w 113443"/>
                <a:gd name="csY52" fmla="*/ 39222 h 121835"/>
                <a:gd name="csX53" fmla="*/ 9594 w 113443"/>
                <a:gd name="csY53" fmla="*/ 37617 h 121835"/>
                <a:gd name="csX54" fmla="*/ 9610 w 113443"/>
                <a:gd name="csY54" fmla="*/ 36506 h 121835"/>
                <a:gd name="csX55" fmla="*/ 9145 w 113443"/>
                <a:gd name="csY55" fmla="*/ 35464 h 121835"/>
                <a:gd name="csX56" fmla="*/ 8202 w 113443"/>
                <a:gd name="csY56" fmla="*/ 34482 h 121835"/>
                <a:gd name="csX57" fmla="*/ 8643 w 113443"/>
                <a:gd name="csY57" fmla="*/ 32534 h 121835"/>
                <a:gd name="csX58" fmla="*/ 10454 w 113443"/>
                <a:gd name="csY58" fmla="*/ 29613 h 121835"/>
                <a:gd name="csX59" fmla="*/ 11633 w 113443"/>
                <a:gd name="csY59" fmla="*/ 27026 h 121835"/>
                <a:gd name="csX60" fmla="*/ 12158 w 113443"/>
                <a:gd name="csY60" fmla="*/ 24774 h 121835"/>
                <a:gd name="csX61" fmla="*/ 12128 w 113443"/>
                <a:gd name="csY61" fmla="*/ 22947 h 121835"/>
                <a:gd name="csX62" fmla="*/ 11527 w 113443"/>
                <a:gd name="csY62" fmla="*/ 21570 h 121835"/>
                <a:gd name="csX63" fmla="*/ 11778 w 113443"/>
                <a:gd name="csY63" fmla="*/ 20635 h 121835"/>
                <a:gd name="csX64" fmla="*/ 12896 w 113443"/>
                <a:gd name="csY64" fmla="*/ 20140 h 121835"/>
                <a:gd name="csX65" fmla="*/ 13399 w 113443"/>
                <a:gd name="csY65" fmla="*/ 18679 h 121835"/>
                <a:gd name="csX66" fmla="*/ 13231 w 113443"/>
                <a:gd name="csY66" fmla="*/ 15050 h 121835"/>
                <a:gd name="csX67" fmla="*/ 12075 w 113443"/>
                <a:gd name="csY67" fmla="*/ 12067 h 121835"/>
                <a:gd name="csX68" fmla="*/ 12957 w 113443"/>
                <a:gd name="csY68" fmla="*/ 9701 h 121835"/>
                <a:gd name="csX69" fmla="*/ 15483 w 113443"/>
                <a:gd name="csY69" fmla="*/ 6970 h 121835"/>
                <a:gd name="csX70" fmla="*/ 16807 w 113443"/>
                <a:gd name="csY70" fmla="*/ 4771 h 121835"/>
                <a:gd name="csX71" fmla="*/ 16914 w 113443"/>
                <a:gd name="csY71" fmla="*/ 3097 h 121835"/>
                <a:gd name="csX72" fmla="*/ 17705 w 113443"/>
                <a:gd name="csY72" fmla="*/ 2131 h 121835"/>
                <a:gd name="csX73" fmla="*/ 18915 w 113443"/>
                <a:gd name="csY73" fmla="*/ 3941 h 121835"/>
                <a:gd name="csX74" fmla="*/ 22506 w 113443"/>
                <a:gd name="csY74" fmla="*/ 4421 h 121835"/>
                <a:gd name="csX75" fmla="*/ 26128 w 113443"/>
                <a:gd name="csY75" fmla="*/ 4481 h 121835"/>
                <a:gd name="csX76" fmla="*/ 26714 w 113443"/>
                <a:gd name="csY76" fmla="*/ 4025 h 121835"/>
                <a:gd name="csX77" fmla="*/ 28136 w 113443"/>
                <a:gd name="csY77" fmla="*/ 1065 h 121835"/>
                <a:gd name="csX78" fmla="*/ 30008 w 113443"/>
                <a:gd name="csY78" fmla="*/ 221 h 121835"/>
                <a:gd name="csX79" fmla="*/ 32047 w 113443"/>
                <a:gd name="csY79" fmla="*/ 0 h 121835"/>
                <a:gd name="csX80" fmla="*/ 34276 w 113443"/>
                <a:gd name="csY80" fmla="*/ 152 h 121835"/>
                <a:gd name="csX81" fmla="*/ 36650 w 113443"/>
                <a:gd name="csY81" fmla="*/ 2108 h 121835"/>
                <a:gd name="csX82" fmla="*/ 43369 w 113443"/>
                <a:gd name="csY82" fmla="*/ 8522 h 121835"/>
                <a:gd name="csX83" fmla="*/ 48299 w 113443"/>
                <a:gd name="csY83" fmla="*/ 12988 h 121835"/>
                <a:gd name="csX84" fmla="*/ 49798 w 113443"/>
                <a:gd name="csY84" fmla="*/ 15095 h 121835"/>
                <a:gd name="csX85" fmla="*/ 51107 w 113443"/>
                <a:gd name="csY85" fmla="*/ 16678 h 121835"/>
                <a:gd name="csX86" fmla="*/ 52080 w 113443"/>
                <a:gd name="csY86" fmla="*/ 18146 h 121835"/>
                <a:gd name="csX87" fmla="*/ 51662 w 113443"/>
                <a:gd name="csY87" fmla="*/ 21981 h 121835"/>
                <a:gd name="csX88" fmla="*/ 51731 w 113443"/>
                <a:gd name="csY88" fmla="*/ 23663 h 121835"/>
                <a:gd name="csX89" fmla="*/ 51959 w 113443"/>
                <a:gd name="csY89" fmla="*/ 24142 h 121835"/>
                <a:gd name="csX90" fmla="*/ 53085 w 113443"/>
                <a:gd name="csY90" fmla="*/ 24188 h 121835"/>
                <a:gd name="csX91" fmla="*/ 54759 w 113443"/>
                <a:gd name="csY91" fmla="*/ 23906 h 121835"/>
                <a:gd name="csX92" fmla="*/ 56166 w 113443"/>
                <a:gd name="csY92" fmla="*/ 23092 h 121835"/>
                <a:gd name="csX93" fmla="*/ 57262 w 113443"/>
                <a:gd name="csY93" fmla="*/ 21859 h 121835"/>
                <a:gd name="csX94" fmla="*/ 58335 w 113443"/>
                <a:gd name="csY94" fmla="*/ 20855 h 121835"/>
                <a:gd name="csX95" fmla="*/ 59210 w 113443"/>
                <a:gd name="csY95" fmla="*/ 20323 h 121835"/>
                <a:gd name="csX96" fmla="*/ 59522 w 113443"/>
                <a:gd name="csY96" fmla="*/ 19509 h 121835"/>
                <a:gd name="csX97" fmla="*/ 60024 w 113443"/>
                <a:gd name="csY97" fmla="*/ 18664 h 121835"/>
                <a:gd name="csX98" fmla="*/ 60534 w 113443"/>
                <a:gd name="csY98" fmla="*/ 18481 h 121835"/>
                <a:gd name="csX99" fmla="*/ 61508 w 113443"/>
                <a:gd name="csY99" fmla="*/ 19105 h 121835"/>
                <a:gd name="csX100" fmla="*/ 63813 w 113443"/>
                <a:gd name="csY100" fmla="*/ 21296 h 121835"/>
                <a:gd name="csX101" fmla="*/ 65593 w 113443"/>
                <a:gd name="csY101" fmla="*/ 23328 h 121835"/>
                <a:gd name="csX102" fmla="*/ 66035 w 113443"/>
                <a:gd name="csY102" fmla="*/ 24484 h 121835"/>
                <a:gd name="csX103" fmla="*/ 66719 w 113443"/>
                <a:gd name="csY103" fmla="*/ 25694 h 121835"/>
                <a:gd name="csX104" fmla="*/ 67458 w 113443"/>
                <a:gd name="csY104" fmla="*/ 26752 h 121835"/>
                <a:gd name="csX105" fmla="*/ 67975 w 113443"/>
                <a:gd name="csY105" fmla="*/ 27787 h 121835"/>
                <a:gd name="csX106" fmla="*/ 69702 w 113443"/>
                <a:gd name="csY106" fmla="*/ 29126 h 121835"/>
                <a:gd name="csX107" fmla="*/ 71467 w 113443"/>
                <a:gd name="csY107" fmla="*/ 29978 h 121835"/>
                <a:gd name="csX108" fmla="*/ 72646 w 113443"/>
                <a:gd name="csY108" fmla="*/ 29103 h 121835"/>
                <a:gd name="csX109" fmla="*/ 75637 w 113443"/>
                <a:gd name="csY109" fmla="*/ 31903 h 121835"/>
                <a:gd name="csX110" fmla="*/ 82218 w 113443"/>
                <a:gd name="csY110" fmla="*/ 34239 h 121835"/>
                <a:gd name="csX111" fmla="*/ 83428 w 113443"/>
                <a:gd name="csY111" fmla="*/ 35654 h 121835"/>
                <a:gd name="csX112" fmla="*/ 84569 w 113443"/>
                <a:gd name="csY112" fmla="*/ 37670 h 121835"/>
                <a:gd name="csX113" fmla="*/ 86867 w 113443"/>
                <a:gd name="csY113" fmla="*/ 40721 h 121835"/>
                <a:gd name="csX114" fmla="*/ 90055 w 113443"/>
                <a:gd name="csY114" fmla="*/ 43475 h 121835"/>
                <a:gd name="csX115" fmla="*/ 92619 w 113443"/>
                <a:gd name="csY115" fmla="*/ 44639 h 121835"/>
                <a:gd name="csX116" fmla="*/ 95084 w 113443"/>
                <a:gd name="csY116" fmla="*/ 45302 h 121835"/>
                <a:gd name="csX117" fmla="*/ 96461 w 113443"/>
                <a:gd name="csY117" fmla="*/ 45910 h 121835"/>
                <a:gd name="csX118" fmla="*/ 97405 w 113443"/>
                <a:gd name="csY118" fmla="*/ 46968 h 121835"/>
                <a:gd name="csX119" fmla="*/ 98904 w 113443"/>
                <a:gd name="csY119" fmla="*/ 48101 h 121835"/>
                <a:gd name="csX120" fmla="*/ 99855 w 113443"/>
                <a:gd name="csY120" fmla="*/ 48527 h 121835"/>
                <a:gd name="csX121" fmla="*/ 100174 w 113443"/>
                <a:gd name="csY121" fmla="*/ 49547 h 121835"/>
                <a:gd name="csX122" fmla="*/ 101148 w 113443"/>
                <a:gd name="csY122" fmla="*/ 51776 h 121835"/>
                <a:gd name="csX123" fmla="*/ 102168 w 113443"/>
                <a:gd name="csY123" fmla="*/ 54599 h 121835"/>
                <a:gd name="csX124" fmla="*/ 103271 w 113443"/>
                <a:gd name="csY124" fmla="*/ 57224 h 121835"/>
                <a:gd name="csX125" fmla="*/ 105668 w 113443"/>
                <a:gd name="csY125" fmla="*/ 59750 h 121835"/>
                <a:gd name="csX126" fmla="*/ 108376 w 113443"/>
                <a:gd name="csY126" fmla="*/ 61713 h 121835"/>
                <a:gd name="csX127" fmla="*/ 111184 w 113443"/>
                <a:gd name="csY127" fmla="*/ 62824 h 121835"/>
                <a:gd name="csX128" fmla="*/ 112759 w 113443"/>
                <a:gd name="csY128" fmla="*/ 64209 h 121835"/>
                <a:gd name="csX129" fmla="*/ 113444 w 113443"/>
                <a:gd name="csY129" fmla="*/ 65639 h 121835"/>
                <a:gd name="csX130" fmla="*/ 111549 w 113443"/>
                <a:gd name="csY130" fmla="*/ 67769 h 121835"/>
                <a:gd name="csX131" fmla="*/ 109495 w 113443"/>
                <a:gd name="csY131" fmla="*/ 70455 h 121835"/>
                <a:gd name="csX132" fmla="*/ 107684 w 113443"/>
                <a:gd name="csY132" fmla="*/ 72563 h 121835"/>
                <a:gd name="csX133" fmla="*/ 105812 w 113443"/>
                <a:gd name="csY133" fmla="*/ 74039 h 121835"/>
                <a:gd name="csX134" fmla="*/ 105188 w 113443"/>
                <a:gd name="csY134" fmla="*/ 75058 h 121835"/>
                <a:gd name="csX135" fmla="*/ 104770 w 113443"/>
                <a:gd name="csY135" fmla="*/ 76634 h 121835"/>
                <a:gd name="csX136" fmla="*/ 104793 w 113443"/>
                <a:gd name="csY136" fmla="*/ 85018 h 121835"/>
                <a:gd name="csX137" fmla="*/ 104641 w 113443"/>
                <a:gd name="csY137" fmla="*/ 88145 h 121835"/>
                <a:gd name="csX138" fmla="*/ 104770 w 113443"/>
                <a:gd name="csY138" fmla="*/ 88975 h 121835"/>
                <a:gd name="csX139" fmla="*/ 105044 w 113443"/>
                <a:gd name="csY139" fmla="*/ 89530 h 121835"/>
                <a:gd name="csX140" fmla="*/ 106223 w 113443"/>
                <a:gd name="csY140" fmla="*/ 90367 h 121835"/>
                <a:gd name="csX141" fmla="*/ 107631 w 113443"/>
                <a:gd name="csY141" fmla="*/ 91067 h 1218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Lst>
              <a:rect l="l" t="t" r="r" b="b"/>
              <a:pathLst>
                <a:path w="113443" h="121835">
                  <a:moveTo>
                    <a:pt x="108209" y="91188"/>
                  </a:moveTo>
                  <a:lnTo>
                    <a:pt x="107159" y="92140"/>
                  </a:lnTo>
                  <a:lnTo>
                    <a:pt x="106033" y="93928"/>
                  </a:lnTo>
                  <a:lnTo>
                    <a:pt x="104709" y="98242"/>
                  </a:lnTo>
                  <a:lnTo>
                    <a:pt x="100258" y="104192"/>
                  </a:lnTo>
                  <a:lnTo>
                    <a:pt x="99353" y="107562"/>
                  </a:lnTo>
                  <a:lnTo>
                    <a:pt x="94551" y="111085"/>
                  </a:lnTo>
                  <a:lnTo>
                    <a:pt x="91166" y="115057"/>
                  </a:lnTo>
                  <a:lnTo>
                    <a:pt x="88959" y="114958"/>
                  </a:lnTo>
                  <a:lnTo>
                    <a:pt x="86966" y="116662"/>
                  </a:lnTo>
                  <a:lnTo>
                    <a:pt x="75500" y="121836"/>
                  </a:lnTo>
                  <a:lnTo>
                    <a:pt x="71384" y="120862"/>
                  </a:lnTo>
                  <a:lnTo>
                    <a:pt x="68332" y="120877"/>
                  </a:lnTo>
                  <a:lnTo>
                    <a:pt x="65502" y="118595"/>
                  </a:lnTo>
                  <a:lnTo>
                    <a:pt x="59042" y="117773"/>
                  </a:lnTo>
                  <a:lnTo>
                    <a:pt x="54987" y="118686"/>
                  </a:lnTo>
                  <a:lnTo>
                    <a:pt x="49547" y="121197"/>
                  </a:lnTo>
                  <a:lnTo>
                    <a:pt x="47903" y="121159"/>
                  </a:lnTo>
                  <a:lnTo>
                    <a:pt x="46724" y="121022"/>
                  </a:lnTo>
                  <a:lnTo>
                    <a:pt x="43780" y="119980"/>
                  </a:lnTo>
                  <a:lnTo>
                    <a:pt x="42174" y="117765"/>
                  </a:lnTo>
                  <a:lnTo>
                    <a:pt x="33797" y="115209"/>
                  </a:lnTo>
                  <a:lnTo>
                    <a:pt x="27063" y="109419"/>
                  </a:lnTo>
                  <a:lnTo>
                    <a:pt x="19105" y="109305"/>
                  </a:lnTo>
                  <a:lnTo>
                    <a:pt x="13003" y="110065"/>
                  </a:lnTo>
                  <a:lnTo>
                    <a:pt x="12060" y="109297"/>
                  </a:lnTo>
                  <a:lnTo>
                    <a:pt x="11443" y="107821"/>
                  </a:lnTo>
                  <a:lnTo>
                    <a:pt x="10180" y="105676"/>
                  </a:lnTo>
                  <a:lnTo>
                    <a:pt x="4930" y="100585"/>
                  </a:lnTo>
                  <a:lnTo>
                    <a:pt x="806" y="95548"/>
                  </a:lnTo>
                  <a:lnTo>
                    <a:pt x="0" y="90603"/>
                  </a:lnTo>
                  <a:lnTo>
                    <a:pt x="571" y="85239"/>
                  </a:lnTo>
                  <a:lnTo>
                    <a:pt x="1811" y="78901"/>
                  </a:lnTo>
                  <a:lnTo>
                    <a:pt x="1590" y="76922"/>
                  </a:lnTo>
                  <a:lnTo>
                    <a:pt x="3119" y="75804"/>
                  </a:lnTo>
                  <a:lnTo>
                    <a:pt x="4618" y="75576"/>
                  </a:lnTo>
                  <a:lnTo>
                    <a:pt x="6071" y="73940"/>
                  </a:lnTo>
                  <a:lnTo>
                    <a:pt x="7373" y="71475"/>
                  </a:lnTo>
                  <a:lnTo>
                    <a:pt x="7593" y="69611"/>
                  </a:lnTo>
                  <a:lnTo>
                    <a:pt x="6589" y="66156"/>
                  </a:lnTo>
                  <a:lnTo>
                    <a:pt x="5889" y="61348"/>
                  </a:lnTo>
                  <a:lnTo>
                    <a:pt x="5060" y="58951"/>
                  </a:lnTo>
                  <a:lnTo>
                    <a:pt x="6726" y="55185"/>
                  </a:lnTo>
                  <a:lnTo>
                    <a:pt x="6794" y="53351"/>
                  </a:lnTo>
                  <a:lnTo>
                    <a:pt x="5836" y="51738"/>
                  </a:lnTo>
                  <a:lnTo>
                    <a:pt x="5577" y="50087"/>
                  </a:lnTo>
                  <a:lnTo>
                    <a:pt x="6011" y="48390"/>
                  </a:lnTo>
                  <a:lnTo>
                    <a:pt x="5927" y="46770"/>
                  </a:lnTo>
                  <a:lnTo>
                    <a:pt x="5318" y="45210"/>
                  </a:lnTo>
                  <a:lnTo>
                    <a:pt x="5775" y="43917"/>
                  </a:lnTo>
                  <a:lnTo>
                    <a:pt x="7304" y="42890"/>
                  </a:lnTo>
                  <a:lnTo>
                    <a:pt x="8453" y="41330"/>
                  </a:lnTo>
                  <a:lnTo>
                    <a:pt x="9206" y="39222"/>
                  </a:lnTo>
                  <a:lnTo>
                    <a:pt x="9594" y="37617"/>
                  </a:lnTo>
                  <a:lnTo>
                    <a:pt x="9610" y="36506"/>
                  </a:lnTo>
                  <a:lnTo>
                    <a:pt x="9145" y="35464"/>
                  </a:lnTo>
                  <a:lnTo>
                    <a:pt x="8202" y="34482"/>
                  </a:lnTo>
                  <a:lnTo>
                    <a:pt x="8643" y="32534"/>
                  </a:lnTo>
                  <a:lnTo>
                    <a:pt x="10454" y="29613"/>
                  </a:lnTo>
                  <a:lnTo>
                    <a:pt x="11633" y="27026"/>
                  </a:lnTo>
                  <a:lnTo>
                    <a:pt x="12158" y="24774"/>
                  </a:lnTo>
                  <a:lnTo>
                    <a:pt x="12128" y="22947"/>
                  </a:lnTo>
                  <a:lnTo>
                    <a:pt x="11527" y="21570"/>
                  </a:lnTo>
                  <a:lnTo>
                    <a:pt x="11778" y="20635"/>
                  </a:lnTo>
                  <a:lnTo>
                    <a:pt x="12896" y="20140"/>
                  </a:lnTo>
                  <a:lnTo>
                    <a:pt x="13399" y="18679"/>
                  </a:lnTo>
                  <a:lnTo>
                    <a:pt x="13231" y="15050"/>
                  </a:lnTo>
                  <a:lnTo>
                    <a:pt x="12075" y="12067"/>
                  </a:lnTo>
                  <a:lnTo>
                    <a:pt x="12957" y="9701"/>
                  </a:lnTo>
                  <a:lnTo>
                    <a:pt x="15483" y="6970"/>
                  </a:lnTo>
                  <a:lnTo>
                    <a:pt x="16807" y="4771"/>
                  </a:lnTo>
                  <a:lnTo>
                    <a:pt x="16914" y="3097"/>
                  </a:lnTo>
                  <a:lnTo>
                    <a:pt x="17705" y="2131"/>
                  </a:lnTo>
                  <a:lnTo>
                    <a:pt x="18915" y="3941"/>
                  </a:lnTo>
                  <a:lnTo>
                    <a:pt x="22506" y="4421"/>
                  </a:lnTo>
                  <a:lnTo>
                    <a:pt x="26128" y="4481"/>
                  </a:lnTo>
                  <a:lnTo>
                    <a:pt x="26714" y="4025"/>
                  </a:lnTo>
                  <a:lnTo>
                    <a:pt x="28136" y="1065"/>
                  </a:lnTo>
                  <a:lnTo>
                    <a:pt x="30008" y="221"/>
                  </a:lnTo>
                  <a:lnTo>
                    <a:pt x="32047" y="0"/>
                  </a:lnTo>
                  <a:lnTo>
                    <a:pt x="34276" y="152"/>
                  </a:lnTo>
                  <a:lnTo>
                    <a:pt x="36650" y="2108"/>
                  </a:lnTo>
                  <a:lnTo>
                    <a:pt x="43369" y="8522"/>
                  </a:lnTo>
                  <a:lnTo>
                    <a:pt x="48299" y="12988"/>
                  </a:lnTo>
                  <a:lnTo>
                    <a:pt x="49798" y="15095"/>
                  </a:lnTo>
                  <a:lnTo>
                    <a:pt x="51107" y="16678"/>
                  </a:lnTo>
                  <a:lnTo>
                    <a:pt x="52080" y="18146"/>
                  </a:lnTo>
                  <a:lnTo>
                    <a:pt x="51662" y="21981"/>
                  </a:lnTo>
                  <a:lnTo>
                    <a:pt x="51731" y="23663"/>
                  </a:lnTo>
                  <a:lnTo>
                    <a:pt x="51959" y="24142"/>
                  </a:lnTo>
                  <a:lnTo>
                    <a:pt x="53085" y="24188"/>
                  </a:lnTo>
                  <a:lnTo>
                    <a:pt x="54759" y="23906"/>
                  </a:lnTo>
                  <a:lnTo>
                    <a:pt x="56166" y="23092"/>
                  </a:lnTo>
                  <a:lnTo>
                    <a:pt x="57262" y="21859"/>
                  </a:lnTo>
                  <a:lnTo>
                    <a:pt x="58335" y="20855"/>
                  </a:lnTo>
                  <a:lnTo>
                    <a:pt x="59210" y="20323"/>
                  </a:lnTo>
                  <a:lnTo>
                    <a:pt x="59522" y="19509"/>
                  </a:lnTo>
                  <a:lnTo>
                    <a:pt x="60024" y="18664"/>
                  </a:lnTo>
                  <a:lnTo>
                    <a:pt x="60534" y="18481"/>
                  </a:lnTo>
                  <a:lnTo>
                    <a:pt x="61508" y="19105"/>
                  </a:lnTo>
                  <a:lnTo>
                    <a:pt x="63813" y="21296"/>
                  </a:lnTo>
                  <a:lnTo>
                    <a:pt x="65593" y="23328"/>
                  </a:lnTo>
                  <a:lnTo>
                    <a:pt x="66035" y="24484"/>
                  </a:lnTo>
                  <a:lnTo>
                    <a:pt x="66719" y="25694"/>
                  </a:lnTo>
                  <a:lnTo>
                    <a:pt x="67458" y="26752"/>
                  </a:lnTo>
                  <a:lnTo>
                    <a:pt x="67975" y="27787"/>
                  </a:lnTo>
                  <a:lnTo>
                    <a:pt x="69702" y="29126"/>
                  </a:lnTo>
                  <a:lnTo>
                    <a:pt x="71467" y="29978"/>
                  </a:lnTo>
                  <a:lnTo>
                    <a:pt x="72646" y="29103"/>
                  </a:lnTo>
                  <a:lnTo>
                    <a:pt x="75637" y="31903"/>
                  </a:lnTo>
                  <a:lnTo>
                    <a:pt x="82218" y="34239"/>
                  </a:lnTo>
                  <a:lnTo>
                    <a:pt x="83428" y="35654"/>
                  </a:lnTo>
                  <a:lnTo>
                    <a:pt x="84569" y="37670"/>
                  </a:lnTo>
                  <a:lnTo>
                    <a:pt x="86867" y="40721"/>
                  </a:lnTo>
                  <a:lnTo>
                    <a:pt x="90055" y="43475"/>
                  </a:lnTo>
                  <a:lnTo>
                    <a:pt x="92619" y="44639"/>
                  </a:lnTo>
                  <a:lnTo>
                    <a:pt x="95084" y="45302"/>
                  </a:lnTo>
                  <a:lnTo>
                    <a:pt x="96461" y="45910"/>
                  </a:lnTo>
                  <a:lnTo>
                    <a:pt x="97405" y="46968"/>
                  </a:lnTo>
                  <a:lnTo>
                    <a:pt x="98904" y="48101"/>
                  </a:lnTo>
                  <a:lnTo>
                    <a:pt x="99855" y="48527"/>
                  </a:lnTo>
                  <a:lnTo>
                    <a:pt x="100174" y="49547"/>
                  </a:lnTo>
                  <a:lnTo>
                    <a:pt x="101148" y="51776"/>
                  </a:lnTo>
                  <a:lnTo>
                    <a:pt x="102168" y="54599"/>
                  </a:lnTo>
                  <a:lnTo>
                    <a:pt x="103271" y="57224"/>
                  </a:lnTo>
                  <a:lnTo>
                    <a:pt x="105668" y="59750"/>
                  </a:lnTo>
                  <a:lnTo>
                    <a:pt x="108376" y="61713"/>
                  </a:lnTo>
                  <a:lnTo>
                    <a:pt x="111184" y="62824"/>
                  </a:lnTo>
                  <a:lnTo>
                    <a:pt x="112759" y="64209"/>
                  </a:lnTo>
                  <a:lnTo>
                    <a:pt x="113444" y="65639"/>
                  </a:lnTo>
                  <a:lnTo>
                    <a:pt x="111549" y="67769"/>
                  </a:lnTo>
                  <a:lnTo>
                    <a:pt x="109495" y="70455"/>
                  </a:lnTo>
                  <a:lnTo>
                    <a:pt x="107684" y="72563"/>
                  </a:lnTo>
                  <a:lnTo>
                    <a:pt x="105812" y="74039"/>
                  </a:lnTo>
                  <a:lnTo>
                    <a:pt x="105188" y="75058"/>
                  </a:lnTo>
                  <a:lnTo>
                    <a:pt x="104770" y="76634"/>
                  </a:lnTo>
                  <a:lnTo>
                    <a:pt x="104793" y="85018"/>
                  </a:lnTo>
                  <a:lnTo>
                    <a:pt x="104641" y="88145"/>
                  </a:lnTo>
                  <a:lnTo>
                    <a:pt x="104770" y="88975"/>
                  </a:lnTo>
                  <a:lnTo>
                    <a:pt x="105044" y="89530"/>
                  </a:lnTo>
                  <a:lnTo>
                    <a:pt x="106223" y="90367"/>
                  </a:lnTo>
                  <a:lnTo>
                    <a:pt x="107631" y="91067"/>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3" name="Freeform: Shape 2342">
              <a:extLst>
                <a:ext uri="{FF2B5EF4-FFF2-40B4-BE49-F238E27FC236}">
                  <a16:creationId xmlns:a16="http://schemas.microsoft.com/office/drawing/2014/main" id="{4B7B4F83-D690-E459-CB83-521593EC3FE6}"/>
                </a:ext>
              </a:extLst>
            </p:cNvPr>
            <p:cNvSpPr/>
            <p:nvPr/>
          </p:nvSpPr>
          <p:spPr>
            <a:xfrm>
              <a:off x="10769069" y="3914882"/>
              <a:ext cx="366535" cy="238193"/>
            </a:xfrm>
            <a:custGeom>
              <a:avLst/>
              <a:gdLst>
                <a:gd name="csX0" fmla="*/ 319750 w 366535"/>
                <a:gd name="csY0" fmla="*/ 97740 h 238193"/>
                <a:gd name="csX1" fmla="*/ 320443 w 366535"/>
                <a:gd name="csY1" fmla="*/ 97230 h 238193"/>
                <a:gd name="csX2" fmla="*/ 321660 w 366535"/>
                <a:gd name="csY2" fmla="*/ 96712 h 238193"/>
                <a:gd name="csX3" fmla="*/ 323668 w 366535"/>
                <a:gd name="csY3" fmla="*/ 97709 h 238193"/>
                <a:gd name="csX4" fmla="*/ 325426 w 366535"/>
                <a:gd name="csY4" fmla="*/ 98965 h 238193"/>
                <a:gd name="csX5" fmla="*/ 325852 w 366535"/>
                <a:gd name="csY5" fmla="*/ 99543 h 238193"/>
                <a:gd name="csX6" fmla="*/ 325768 w 366535"/>
                <a:gd name="csY6" fmla="*/ 100212 h 238193"/>
                <a:gd name="csX7" fmla="*/ 321576 w 366535"/>
                <a:gd name="csY7" fmla="*/ 102655 h 238193"/>
                <a:gd name="csX8" fmla="*/ 318974 w 366535"/>
                <a:gd name="csY8" fmla="*/ 103796 h 238193"/>
                <a:gd name="csX9" fmla="*/ 317825 w 366535"/>
                <a:gd name="csY9" fmla="*/ 104001 h 238193"/>
                <a:gd name="csX10" fmla="*/ 317513 w 366535"/>
                <a:gd name="csY10" fmla="*/ 104321 h 238193"/>
                <a:gd name="csX11" fmla="*/ 316691 w 366535"/>
                <a:gd name="csY11" fmla="*/ 107098 h 238193"/>
                <a:gd name="csX12" fmla="*/ 315079 w 366535"/>
                <a:gd name="csY12" fmla="*/ 107593 h 238193"/>
                <a:gd name="csX13" fmla="*/ 313009 w 366535"/>
                <a:gd name="csY13" fmla="*/ 108437 h 238193"/>
                <a:gd name="csX14" fmla="*/ 311564 w 366535"/>
                <a:gd name="csY14" fmla="*/ 109716 h 238193"/>
                <a:gd name="csX15" fmla="*/ 309258 w 366535"/>
                <a:gd name="csY15" fmla="*/ 112728 h 238193"/>
                <a:gd name="csX16" fmla="*/ 303399 w 366535"/>
                <a:gd name="csY16" fmla="*/ 117103 h 238193"/>
                <a:gd name="csX17" fmla="*/ 303316 w 366535"/>
                <a:gd name="csY17" fmla="*/ 117993 h 238193"/>
                <a:gd name="csX18" fmla="*/ 303825 w 366535"/>
                <a:gd name="csY18" fmla="*/ 118716 h 238193"/>
                <a:gd name="csX19" fmla="*/ 305728 w 366535"/>
                <a:gd name="csY19" fmla="*/ 119219 h 238193"/>
                <a:gd name="csX20" fmla="*/ 308239 w 366535"/>
                <a:gd name="csY20" fmla="*/ 120558 h 238193"/>
                <a:gd name="csX21" fmla="*/ 309600 w 366535"/>
                <a:gd name="csY21" fmla="*/ 121608 h 238193"/>
                <a:gd name="csX22" fmla="*/ 313321 w 366535"/>
                <a:gd name="csY22" fmla="*/ 120253 h 238193"/>
                <a:gd name="csX23" fmla="*/ 314242 w 366535"/>
                <a:gd name="csY23" fmla="*/ 120550 h 238193"/>
                <a:gd name="csX24" fmla="*/ 315216 w 366535"/>
                <a:gd name="csY24" fmla="*/ 121950 h 238193"/>
                <a:gd name="csX25" fmla="*/ 316243 w 366535"/>
                <a:gd name="csY25" fmla="*/ 125861 h 238193"/>
                <a:gd name="csX26" fmla="*/ 317909 w 366535"/>
                <a:gd name="csY26" fmla="*/ 126926 h 238193"/>
                <a:gd name="csX27" fmla="*/ 320093 w 366535"/>
                <a:gd name="csY27" fmla="*/ 127740 h 238193"/>
                <a:gd name="csX28" fmla="*/ 321447 w 366535"/>
                <a:gd name="csY28" fmla="*/ 128006 h 238193"/>
                <a:gd name="csX29" fmla="*/ 323250 w 366535"/>
                <a:gd name="csY29" fmla="*/ 128965 h 238193"/>
                <a:gd name="csX30" fmla="*/ 325655 w 366535"/>
                <a:gd name="csY30" fmla="*/ 129323 h 238193"/>
                <a:gd name="csX31" fmla="*/ 327267 w 366535"/>
                <a:gd name="csY31" fmla="*/ 128973 h 238193"/>
                <a:gd name="csX32" fmla="*/ 329284 w 366535"/>
                <a:gd name="csY32" fmla="*/ 129794 h 238193"/>
                <a:gd name="csX33" fmla="*/ 329611 w 366535"/>
                <a:gd name="csY33" fmla="*/ 129437 h 238193"/>
                <a:gd name="csX34" fmla="*/ 329877 w 366535"/>
                <a:gd name="csY34" fmla="*/ 123609 h 238193"/>
                <a:gd name="csX35" fmla="*/ 331566 w 366535"/>
                <a:gd name="csY35" fmla="*/ 124582 h 238193"/>
                <a:gd name="csX36" fmla="*/ 332540 w 366535"/>
                <a:gd name="csY36" fmla="*/ 124567 h 238193"/>
                <a:gd name="csX37" fmla="*/ 333392 w 366535"/>
                <a:gd name="csY37" fmla="*/ 123852 h 238193"/>
                <a:gd name="csX38" fmla="*/ 333833 w 366535"/>
                <a:gd name="csY38" fmla="*/ 122886 h 238193"/>
                <a:gd name="csX39" fmla="*/ 334123 w 366535"/>
                <a:gd name="csY39" fmla="*/ 120961 h 238193"/>
                <a:gd name="csX40" fmla="*/ 333750 w 366535"/>
                <a:gd name="csY40" fmla="*/ 119036 h 238193"/>
                <a:gd name="csX41" fmla="*/ 334503 w 366535"/>
                <a:gd name="csY41" fmla="*/ 118153 h 238193"/>
                <a:gd name="csX42" fmla="*/ 335089 w 366535"/>
                <a:gd name="csY42" fmla="*/ 117955 h 238193"/>
                <a:gd name="csX43" fmla="*/ 335523 w 366535"/>
                <a:gd name="csY43" fmla="*/ 118191 h 238193"/>
                <a:gd name="csX44" fmla="*/ 335781 w 366535"/>
                <a:gd name="csY44" fmla="*/ 118686 h 238193"/>
                <a:gd name="csX45" fmla="*/ 335858 w 366535"/>
                <a:gd name="csY45" fmla="*/ 120428 h 238193"/>
                <a:gd name="csX46" fmla="*/ 337075 w 366535"/>
                <a:gd name="csY46" fmla="*/ 121166 h 238193"/>
                <a:gd name="csX47" fmla="*/ 337821 w 366535"/>
                <a:gd name="csY47" fmla="*/ 121593 h 238193"/>
                <a:gd name="csX48" fmla="*/ 338528 w 366535"/>
                <a:gd name="csY48" fmla="*/ 123069 h 238193"/>
                <a:gd name="csX49" fmla="*/ 339220 w 366535"/>
                <a:gd name="csY49" fmla="*/ 124476 h 238193"/>
                <a:gd name="csX50" fmla="*/ 339662 w 366535"/>
                <a:gd name="csY50" fmla="*/ 127771 h 238193"/>
                <a:gd name="csX51" fmla="*/ 341374 w 366535"/>
                <a:gd name="csY51" fmla="*/ 127999 h 238193"/>
                <a:gd name="csX52" fmla="*/ 343382 w 366535"/>
                <a:gd name="csY52" fmla="*/ 128630 h 238193"/>
                <a:gd name="csX53" fmla="*/ 344729 w 366535"/>
                <a:gd name="csY53" fmla="*/ 128014 h 238193"/>
                <a:gd name="csX54" fmla="*/ 345771 w 366535"/>
                <a:gd name="csY54" fmla="*/ 128379 h 238193"/>
                <a:gd name="csX55" fmla="*/ 346129 w 366535"/>
                <a:gd name="csY55" fmla="*/ 129939 h 238193"/>
                <a:gd name="csX56" fmla="*/ 346122 w 366535"/>
                <a:gd name="csY56" fmla="*/ 131392 h 238193"/>
                <a:gd name="csX57" fmla="*/ 346273 w 366535"/>
                <a:gd name="csY57" fmla="*/ 132549 h 238193"/>
                <a:gd name="csX58" fmla="*/ 346814 w 366535"/>
                <a:gd name="csY58" fmla="*/ 132876 h 238193"/>
                <a:gd name="csX59" fmla="*/ 348564 w 366535"/>
                <a:gd name="csY59" fmla="*/ 132153 h 238193"/>
                <a:gd name="csX60" fmla="*/ 350032 w 366535"/>
                <a:gd name="csY60" fmla="*/ 132054 h 238193"/>
                <a:gd name="csX61" fmla="*/ 351386 w 366535"/>
                <a:gd name="csY61" fmla="*/ 132746 h 238193"/>
                <a:gd name="csX62" fmla="*/ 353068 w 366535"/>
                <a:gd name="csY62" fmla="*/ 133796 h 238193"/>
                <a:gd name="csX63" fmla="*/ 355510 w 366535"/>
                <a:gd name="csY63" fmla="*/ 136551 h 238193"/>
                <a:gd name="csX64" fmla="*/ 356317 w 366535"/>
                <a:gd name="csY64" fmla="*/ 136946 h 238193"/>
                <a:gd name="csX65" fmla="*/ 359999 w 366535"/>
                <a:gd name="csY65" fmla="*/ 137160 h 238193"/>
                <a:gd name="csX66" fmla="*/ 360768 w 366535"/>
                <a:gd name="csY66" fmla="*/ 137723 h 238193"/>
                <a:gd name="csX67" fmla="*/ 362031 w 366535"/>
                <a:gd name="csY67" fmla="*/ 137723 h 238193"/>
                <a:gd name="csX68" fmla="*/ 363401 w 366535"/>
                <a:gd name="csY68" fmla="*/ 137228 h 238193"/>
                <a:gd name="csX69" fmla="*/ 366436 w 366535"/>
                <a:gd name="csY69" fmla="*/ 138118 h 238193"/>
                <a:gd name="csX70" fmla="*/ 366535 w 366535"/>
                <a:gd name="csY70" fmla="*/ 138620 h 238193"/>
                <a:gd name="csX71" fmla="*/ 366025 w 366535"/>
                <a:gd name="csY71" fmla="*/ 139313 h 238193"/>
                <a:gd name="csX72" fmla="*/ 358790 w 366535"/>
                <a:gd name="csY72" fmla="*/ 143117 h 238193"/>
                <a:gd name="csX73" fmla="*/ 358257 w 366535"/>
                <a:gd name="csY73" fmla="*/ 144289 h 238193"/>
                <a:gd name="csX74" fmla="*/ 356781 w 366535"/>
                <a:gd name="csY74" fmla="*/ 145772 h 238193"/>
                <a:gd name="csX75" fmla="*/ 355168 w 366535"/>
                <a:gd name="csY75" fmla="*/ 146617 h 238193"/>
                <a:gd name="csX76" fmla="*/ 354384 w 366535"/>
                <a:gd name="csY76" fmla="*/ 146647 h 238193"/>
                <a:gd name="csX77" fmla="*/ 350846 w 366535"/>
                <a:gd name="csY77" fmla="*/ 145141 h 238193"/>
                <a:gd name="csX78" fmla="*/ 350435 w 366535"/>
                <a:gd name="csY78" fmla="*/ 145506 h 238193"/>
                <a:gd name="csX79" fmla="*/ 350146 w 366535"/>
                <a:gd name="csY79" fmla="*/ 146115 h 238193"/>
                <a:gd name="csX80" fmla="*/ 350162 w 366535"/>
                <a:gd name="csY80" fmla="*/ 146777 h 238193"/>
                <a:gd name="csX81" fmla="*/ 350938 w 366535"/>
                <a:gd name="csY81" fmla="*/ 148359 h 238193"/>
                <a:gd name="csX82" fmla="*/ 350580 w 366535"/>
                <a:gd name="csY82" fmla="*/ 149356 h 238193"/>
                <a:gd name="csX83" fmla="*/ 349903 w 366535"/>
                <a:gd name="csY83" fmla="*/ 150079 h 238193"/>
                <a:gd name="csX84" fmla="*/ 347689 w 366535"/>
                <a:gd name="csY84" fmla="*/ 149447 h 238193"/>
                <a:gd name="csX85" fmla="*/ 347278 w 366535"/>
                <a:gd name="csY85" fmla="*/ 149044 h 238193"/>
                <a:gd name="csX86" fmla="*/ 347232 w 366535"/>
                <a:gd name="csY86" fmla="*/ 148603 h 238193"/>
                <a:gd name="csX87" fmla="*/ 346380 w 366535"/>
                <a:gd name="csY87" fmla="*/ 148603 h 238193"/>
                <a:gd name="csX88" fmla="*/ 345064 w 366535"/>
                <a:gd name="csY88" fmla="*/ 149044 h 238193"/>
                <a:gd name="csX89" fmla="*/ 342530 w 366535"/>
                <a:gd name="csY89" fmla="*/ 151776 h 238193"/>
                <a:gd name="csX90" fmla="*/ 341648 w 366535"/>
                <a:gd name="csY90" fmla="*/ 153206 h 238193"/>
                <a:gd name="csX91" fmla="*/ 341320 w 366535"/>
                <a:gd name="csY91" fmla="*/ 154066 h 238193"/>
                <a:gd name="csX92" fmla="*/ 340194 w 366535"/>
                <a:gd name="csY92" fmla="*/ 154553 h 238193"/>
                <a:gd name="csX93" fmla="*/ 338970 w 366535"/>
                <a:gd name="csY93" fmla="*/ 154735 h 238193"/>
                <a:gd name="csX94" fmla="*/ 337387 w 366535"/>
                <a:gd name="csY94" fmla="*/ 156021 h 238193"/>
                <a:gd name="csX95" fmla="*/ 335667 w 366535"/>
                <a:gd name="csY95" fmla="*/ 157018 h 238193"/>
                <a:gd name="csX96" fmla="*/ 335119 w 366535"/>
                <a:gd name="csY96" fmla="*/ 156288 h 238193"/>
                <a:gd name="csX97" fmla="*/ 334784 w 366535"/>
                <a:gd name="csY97" fmla="*/ 155473 h 238193"/>
                <a:gd name="csX98" fmla="*/ 334328 w 366535"/>
                <a:gd name="csY98" fmla="*/ 155215 h 238193"/>
                <a:gd name="csX99" fmla="*/ 333271 w 366535"/>
                <a:gd name="csY99" fmla="*/ 155405 h 238193"/>
                <a:gd name="csX100" fmla="*/ 331993 w 366535"/>
                <a:gd name="csY100" fmla="*/ 155435 h 238193"/>
                <a:gd name="csX101" fmla="*/ 330646 w 366535"/>
                <a:gd name="csY101" fmla="*/ 154515 h 238193"/>
                <a:gd name="csX102" fmla="*/ 328903 w 366535"/>
                <a:gd name="csY102" fmla="*/ 153586 h 238193"/>
                <a:gd name="csX103" fmla="*/ 327382 w 366535"/>
                <a:gd name="csY103" fmla="*/ 153259 h 238193"/>
                <a:gd name="csX104" fmla="*/ 322892 w 366535"/>
                <a:gd name="csY104" fmla="*/ 153693 h 238193"/>
                <a:gd name="csX105" fmla="*/ 320671 w 366535"/>
                <a:gd name="csY105" fmla="*/ 154149 h 238193"/>
                <a:gd name="csX106" fmla="*/ 319971 w 366535"/>
                <a:gd name="csY106" fmla="*/ 154598 h 238193"/>
                <a:gd name="csX107" fmla="*/ 318723 w 366535"/>
                <a:gd name="csY107" fmla="*/ 154720 h 238193"/>
                <a:gd name="csX108" fmla="*/ 313466 w 366535"/>
                <a:gd name="csY108" fmla="*/ 155656 h 238193"/>
                <a:gd name="csX109" fmla="*/ 312392 w 366535"/>
                <a:gd name="csY109" fmla="*/ 155291 h 238193"/>
                <a:gd name="csX110" fmla="*/ 311601 w 366535"/>
                <a:gd name="csY110" fmla="*/ 153815 h 238193"/>
                <a:gd name="csX111" fmla="*/ 310909 w 366535"/>
                <a:gd name="csY111" fmla="*/ 152217 h 238193"/>
                <a:gd name="csX112" fmla="*/ 309547 w 366535"/>
                <a:gd name="csY112" fmla="*/ 151639 h 238193"/>
                <a:gd name="csX113" fmla="*/ 308018 w 366535"/>
                <a:gd name="csY113" fmla="*/ 151190 h 238193"/>
                <a:gd name="csX114" fmla="*/ 307447 w 366535"/>
                <a:gd name="csY114" fmla="*/ 150551 h 238193"/>
                <a:gd name="csX115" fmla="*/ 307409 w 366535"/>
                <a:gd name="csY115" fmla="*/ 149774 h 238193"/>
                <a:gd name="csX116" fmla="*/ 307569 w 366535"/>
                <a:gd name="csY116" fmla="*/ 149014 h 238193"/>
                <a:gd name="csX117" fmla="*/ 307691 w 366535"/>
                <a:gd name="csY117" fmla="*/ 148618 h 238193"/>
                <a:gd name="csX118" fmla="*/ 311236 w 366535"/>
                <a:gd name="csY118" fmla="*/ 145559 h 238193"/>
                <a:gd name="csX119" fmla="*/ 314432 w 366535"/>
                <a:gd name="csY119" fmla="*/ 142805 h 238193"/>
                <a:gd name="csX120" fmla="*/ 314728 w 366535"/>
                <a:gd name="csY120" fmla="*/ 142584 h 238193"/>
                <a:gd name="csX121" fmla="*/ 315018 w 366535"/>
                <a:gd name="csY121" fmla="*/ 142059 h 238193"/>
                <a:gd name="csX122" fmla="*/ 315558 w 366535"/>
                <a:gd name="csY122" fmla="*/ 141108 h 238193"/>
                <a:gd name="csX123" fmla="*/ 315558 w 366535"/>
                <a:gd name="csY123" fmla="*/ 140614 h 238193"/>
                <a:gd name="csX124" fmla="*/ 313169 w 366535"/>
                <a:gd name="csY124" fmla="*/ 139518 h 238193"/>
                <a:gd name="csX125" fmla="*/ 313077 w 366535"/>
                <a:gd name="csY125" fmla="*/ 139016 h 238193"/>
                <a:gd name="csX126" fmla="*/ 313557 w 366535"/>
                <a:gd name="csY126" fmla="*/ 138499 h 238193"/>
                <a:gd name="csX127" fmla="*/ 313557 w 366535"/>
                <a:gd name="csY127" fmla="*/ 137806 h 238193"/>
                <a:gd name="csX128" fmla="*/ 311868 w 366535"/>
                <a:gd name="csY128" fmla="*/ 135782 h 238193"/>
                <a:gd name="csX129" fmla="*/ 308946 w 366535"/>
                <a:gd name="csY129" fmla="*/ 132625 h 238193"/>
                <a:gd name="csX130" fmla="*/ 308102 w 366535"/>
                <a:gd name="csY130" fmla="*/ 132298 h 238193"/>
                <a:gd name="csX131" fmla="*/ 307477 w 366535"/>
                <a:gd name="csY131" fmla="*/ 132503 h 238193"/>
                <a:gd name="csX132" fmla="*/ 306336 w 366535"/>
                <a:gd name="csY132" fmla="*/ 135554 h 238193"/>
                <a:gd name="csX133" fmla="*/ 305766 w 366535"/>
                <a:gd name="csY133" fmla="*/ 136330 h 238193"/>
                <a:gd name="csX134" fmla="*/ 302433 w 366535"/>
                <a:gd name="csY134" fmla="*/ 138331 h 238193"/>
                <a:gd name="csX135" fmla="*/ 299648 w 366535"/>
                <a:gd name="csY135" fmla="*/ 139708 h 238193"/>
                <a:gd name="csX136" fmla="*/ 294688 w 366535"/>
                <a:gd name="csY136" fmla="*/ 142151 h 238193"/>
                <a:gd name="csX137" fmla="*/ 293394 w 366535"/>
                <a:gd name="csY137" fmla="*/ 142919 h 238193"/>
                <a:gd name="csX138" fmla="*/ 292496 w 366535"/>
                <a:gd name="csY138" fmla="*/ 142782 h 238193"/>
                <a:gd name="csX139" fmla="*/ 291598 w 366535"/>
                <a:gd name="csY139" fmla="*/ 142303 h 238193"/>
                <a:gd name="csX140" fmla="*/ 288814 w 366535"/>
                <a:gd name="csY140" fmla="*/ 139830 h 238193"/>
                <a:gd name="csX141" fmla="*/ 287018 w 366535"/>
                <a:gd name="csY141" fmla="*/ 138986 h 238193"/>
                <a:gd name="csX142" fmla="*/ 285808 w 366535"/>
                <a:gd name="csY142" fmla="*/ 139823 h 238193"/>
                <a:gd name="csX143" fmla="*/ 284789 w 366535"/>
                <a:gd name="csY143" fmla="*/ 141040 h 238193"/>
                <a:gd name="csX144" fmla="*/ 284888 w 366535"/>
                <a:gd name="csY144" fmla="*/ 143543 h 238193"/>
                <a:gd name="csX145" fmla="*/ 283739 w 366535"/>
                <a:gd name="csY145" fmla="*/ 144859 h 238193"/>
                <a:gd name="csX146" fmla="*/ 282590 w 366535"/>
                <a:gd name="csY146" fmla="*/ 145453 h 238193"/>
                <a:gd name="csX147" fmla="*/ 284682 w 366535"/>
                <a:gd name="csY147" fmla="*/ 152141 h 238193"/>
                <a:gd name="csX148" fmla="*/ 284477 w 366535"/>
                <a:gd name="csY148" fmla="*/ 153001 h 238193"/>
                <a:gd name="csX149" fmla="*/ 282879 w 366535"/>
                <a:gd name="csY149" fmla="*/ 153236 h 238193"/>
                <a:gd name="csX150" fmla="*/ 284051 w 366535"/>
                <a:gd name="csY150" fmla="*/ 155747 h 238193"/>
                <a:gd name="csX151" fmla="*/ 283062 w 366535"/>
                <a:gd name="csY151" fmla="*/ 156036 h 238193"/>
                <a:gd name="csX152" fmla="*/ 280543 w 366535"/>
                <a:gd name="csY152" fmla="*/ 155450 h 238193"/>
                <a:gd name="csX153" fmla="*/ 277157 w 366535"/>
                <a:gd name="csY153" fmla="*/ 155062 h 238193"/>
                <a:gd name="csX154" fmla="*/ 270766 w 366535"/>
                <a:gd name="csY154" fmla="*/ 156173 h 238193"/>
                <a:gd name="csX155" fmla="*/ 270295 w 366535"/>
                <a:gd name="csY155" fmla="*/ 156607 h 238193"/>
                <a:gd name="csX156" fmla="*/ 270120 w 366535"/>
                <a:gd name="csY156" fmla="*/ 157162 h 238193"/>
                <a:gd name="csX157" fmla="*/ 270492 w 366535"/>
                <a:gd name="csY157" fmla="*/ 157665 h 238193"/>
                <a:gd name="csX158" fmla="*/ 273589 w 366535"/>
                <a:gd name="csY158" fmla="*/ 157718 h 238193"/>
                <a:gd name="csX159" fmla="*/ 276617 w 366535"/>
                <a:gd name="csY159" fmla="*/ 157467 h 238193"/>
                <a:gd name="csX160" fmla="*/ 277454 w 366535"/>
                <a:gd name="csY160" fmla="*/ 157931 h 238193"/>
                <a:gd name="csX161" fmla="*/ 277584 w 366535"/>
                <a:gd name="csY161" fmla="*/ 158753 h 238193"/>
                <a:gd name="csX162" fmla="*/ 277234 w 366535"/>
                <a:gd name="csY162" fmla="*/ 159270 h 238193"/>
                <a:gd name="csX163" fmla="*/ 276222 w 366535"/>
                <a:gd name="csY163" fmla="*/ 159361 h 238193"/>
                <a:gd name="csX164" fmla="*/ 274007 w 366535"/>
                <a:gd name="csY164" fmla="*/ 159856 h 238193"/>
                <a:gd name="csX165" fmla="*/ 273756 w 366535"/>
                <a:gd name="csY165" fmla="*/ 160381 h 238193"/>
                <a:gd name="csX166" fmla="*/ 273680 w 366535"/>
                <a:gd name="csY166" fmla="*/ 160883 h 238193"/>
                <a:gd name="csX167" fmla="*/ 274434 w 366535"/>
                <a:gd name="csY167" fmla="*/ 162336 h 238193"/>
                <a:gd name="csX168" fmla="*/ 275271 w 366535"/>
                <a:gd name="csY168" fmla="*/ 163265 h 238193"/>
                <a:gd name="csX169" fmla="*/ 275377 w 366535"/>
                <a:gd name="csY169" fmla="*/ 163812 h 238193"/>
                <a:gd name="csX170" fmla="*/ 275027 w 366535"/>
                <a:gd name="csY170" fmla="*/ 164276 h 238193"/>
                <a:gd name="csX171" fmla="*/ 274601 w 366535"/>
                <a:gd name="csY171" fmla="*/ 164459 h 238193"/>
                <a:gd name="csX172" fmla="*/ 273855 w 366535"/>
                <a:gd name="csY172" fmla="*/ 163774 h 238193"/>
                <a:gd name="csX173" fmla="*/ 273429 w 366535"/>
                <a:gd name="csY173" fmla="*/ 163911 h 238193"/>
                <a:gd name="csX174" fmla="*/ 273224 w 366535"/>
                <a:gd name="csY174" fmla="*/ 164535 h 238193"/>
                <a:gd name="csX175" fmla="*/ 273018 w 366535"/>
                <a:gd name="csY175" fmla="*/ 165266 h 238193"/>
                <a:gd name="csX176" fmla="*/ 272532 w 366535"/>
                <a:gd name="csY176" fmla="*/ 165798 h 238193"/>
                <a:gd name="csX177" fmla="*/ 271496 w 366535"/>
                <a:gd name="csY177" fmla="*/ 165517 h 238193"/>
                <a:gd name="csX178" fmla="*/ 270470 w 366535"/>
                <a:gd name="csY178" fmla="*/ 165722 h 238193"/>
                <a:gd name="csX179" fmla="*/ 269861 w 366535"/>
                <a:gd name="csY179" fmla="*/ 168370 h 238193"/>
                <a:gd name="csX180" fmla="*/ 269344 w 366535"/>
                <a:gd name="csY180" fmla="*/ 171368 h 238193"/>
                <a:gd name="csX181" fmla="*/ 267654 w 366535"/>
                <a:gd name="csY181" fmla="*/ 173361 h 238193"/>
                <a:gd name="csX182" fmla="*/ 266718 w 366535"/>
                <a:gd name="csY182" fmla="*/ 174084 h 238193"/>
                <a:gd name="csX183" fmla="*/ 265341 w 366535"/>
                <a:gd name="csY183" fmla="*/ 174297 h 238193"/>
                <a:gd name="csX184" fmla="*/ 263294 w 366535"/>
                <a:gd name="csY184" fmla="*/ 174053 h 238193"/>
                <a:gd name="csX185" fmla="*/ 262054 w 366535"/>
                <a:gd name="csY185" fmla="*/ 173757 h 238193"/>
                <a:gd name="csX186" fmla="*/ 258463 w 366535"/>
                <a:gd name="csY186" fmla="*/ 173315 h 238193"/>
                <a:gd name="csX187" fmla="*/ 254864 w 366535"/>
                <a:gd name="csY187" fmla="*/ 172501 h 238193"/>
                <a:gd name="csX188" fmla="*/ 250817 w 366535"/>
                <a:gd name="csY188" fmla="*/ 171740 h 238193"/>
                <a:gd name="csX189" fmla="*/ 247050 w 366535"/>
                <a:gd name="csY189" fmla="*/ 173498 h 238193"/>
                <a:gd name="csX190" fmla="*/ 245962 w 366535"/>
                <a:gd name="csY190" fmla="*/ 174571 h 238193"/>
                <a:gd name="csX191" fmla="*/ 245270 w 366535"/>
                <a:gd name="csY191" fmla="*/ 175575 h 238193"/>
                <a:gd name="csX192" fmla="*/ 244562 w 366535"/>
                <a:gd name="csY192" fmla="*/ 176039 h 238193"/>
                <a:gd name="csX193" fmla="*/ 242926 w 366535"/>
                <a:gd name="csY193" fmla="*/ 182187 h 238193"/>
                <a:gd name="csX194" fmla="*/ 243094 w 366535"/>
                <a:gd name="csY194" fmla="*/ 182887 h 238193"/>
                <a:gd name="csX195" fmla="*/ 243999 w 366535"/>
                <a:gd name="csY195" fmla="*/ 183435 h 238193"/>
                <a:gd name="csX196" fmla="*/ 248618 w 366535"/>
                <a:gd name="csY196" fmla="*/ 184705 h 238193"/>
                <a:gd name="csX197" fmla="*/ 249295 w 366535"/>
                <a:gd name="csY197" fmla="*/ 185230 h 238193"/>
                <a:gd name="csX198" fmla="*/ 249698 w 366535"/>
                <a:gd name="csY198" fmla="*/ 185832 h 238193"/>
                <a:gd name="csX199" fmla="*/ 249896 w 366535"/>
                <a:gd name="csY199" fmla="*/ 188586 h 238193"/>
                <a:gd name="csX200" fmla="*/ 250276 w 366535"/>
                <a:gd name="csY200" fmla="*/ 188966 h 238193"/>
                <a:gd name="csX201" fmla="*/ 251859 w 366535"/>
                <a:gd name="csY201" fmla="*/ 189309 h 238193"/>
                <a:gd name="csX202" fmla="*/ 254149 w 366535"/>
                <a:gd name="csY202" fmla="*/ 189286 h 238193"/>
                <a:gd name="csX203" fmla="*/ 255944 w 366535"/>
                <a:gd name="csY203" fmla="*/ 189012 h 238193"/>
                <a:gd name="csX204" fmla="*/ 257748 w 366535"/>
                <a:gd name="csY204" fmla="*/ 189263 h 238193"/>
                <a:gd name="csX205" fmla="*/ 259011 w 366535"/>
                <a:gd name="csY205" fmla="*/ 189856 h 238193"/>
                <a:gd name="csX206" fmla="*/ 259627 w 366535"/>
                <a:gd name="csY206" fmla="*/ 190792 h 238193"/>
                <a:gd name="csX207" fmla="*/ 259970 w 366535"/>
                <a:gd name="csY207" fmla="*/ 191804 h 238193"/>
                <a:gd name="csX208" fmla="*/ 257824 w 366535"/>
                <a:gd name="csY208" fmla="*/ 197838 h 238193"/>
                <a:gd name="csX209" fmla="*/ 257999 w 366535"/>
                <a:gd name="csY209" fmla="*/ 200029 h 238193"/>
                <a:gd name="csX210" fmla="*/ 258661 w 366535"/>
                <a:gd name="csY210" fmla="*/ 203164 h 238193"/>
                <a:gd name="csX211" fmla="*/ 259878 w 366535"/>
                <a:gd name="csY211" fmla="*/ 205621 h 238193"/>
                <a:gd name="csX212" fmla="*/ 262169 w 366535"/>
                <a:gd name="csY212" fmla="*/ 208018 h 238193"/>
                <a:gd name="csX213" fmla="*/ 263911 w 366535"/>
                <a:gd name="csY213" fmla="*/ 209555 h 238193"/>
                <a:gd name="csX214" fmla="*/ 264276 w 366535"/>
                <a:gd name="csY214" fmla="*/ 210278 h 238193"/>
                <a:gd name="csX215" fmla="*/ 264368 w 366535"/>
                <a:gd name="csY215" fmla="*/ 211396 h 238193"/>
                <a:gd name="csX216" fmla="*/ 264086 w 366535"/>
                <a:gd name="csY216" fmla="*/ 212827 h 238193"/>
                <a:gd name="csX217" fmla="*/ 263082 w 366535"/>
                <a:gd name="csY217" fmla="*/ 215094 h 238193"/>
                <a:gd name="csX218" fmla="*/ 261849 w 366535"/>
                <a:gd name="csY218" fmla="*/ 217072 h 238193"/>
                <a:gd name="csX219" fmla="*/ 260517 w 366535"/>
                <a:gd name="csY219" fmla="*/ 217909 h 238193"/>
                <a:gd name="csX220" fmla="*/ 258669 w 366535"/>
                <a:gd name="csY220" fmla="*/ 220420 h 238193"/>
                <a:gd name="csX221" fmla="*/ 257033 w 366535"/>
                <a:gd name="csY221" fmla="*/ 223501 h 238193"/>
                <a:gd name="csX222" fmla="*/ 253890 w 366535"/>
                <a:gd name="csY222" fmla="*/ 227534 h 238193"/>
                <a:gd name="csX223" fmla="*/ 252833 w 366535"/>
                <a:gd name="csY223" fmla="*/ 229779 h 238193"/>
                <a:gd name="csX224" fmla="*/ 252483 w 366535"/>
                <a:gd name="csY224" fmla="*/ 236253 h 238193"/>
                <a:gd name="csX225" fmla="*/ 251653 w 366535"/>
                <a:gd name="csY225" fmla="*/ 238194 h 238193"/>
                <a:gd name="csX226" fmla="*/ 251524 w 366535"/>
                <a:gd name="csY226" fmla="*/ 237456 h 238193"/>
                <a:gd name="csX227" fmla="*/ 250390 w 366535"/>
                <a:gd name="csY227" fmla="*/ 236717 h 238193"/>
                <a:gd name="csX228" fmla="*/ 248412 w 366535"/>
                <a:gd name="csY228" fmla="*/ 236847 h 238193"/>
                <a:gd name="csX229" fmla="*/ 247111 w 366535"/>
                <a:gd name="csY229" fmla="*/ 236497 h 238193"/>
                <a:gd name="csX230" fmla="*/ 246487 w 366535"/>
                <a:gd name="csY230" fmla="*/ 235667 h 238193"/>
                <a:gd name="csX231" fmla="*/ 244874 w 366535"/>
                <a:gd name="csY231" fmla="*/ 235903 h 238193"/>
                <a:gd name="csX232" fmla="*/ 242272 w 366535"/>
                <a:gd name="csY232" fmla="*/ 237189 h 238193"/>
                <a:gd name="csX233" fmla="*/ 239617 w 366535"/>
                <a:gd name="csY233" fmla="*/ 236505 h 238193"/>
                <a:gd name="csX234" fmla="*/ 236916 w 366535"/>
                <a:gd name="csY234" fmla="*/ 233842 h 238193"/>
                <a:gd name="csX235" fmla="*/ 231765 w 366535"/>
                <a:gd name="csY235" fmla="*/ 232868 h 238193"/>
                <a:gd name="csX236" fmla="*/ 225244 w 366535"/>
                <a:gd name="csY236" fmla="*/ 233476 h 238193"/>
                <a:gd name="csX237" fmla="*/ 225001 w 366535"/>
                <a:gd name="csY237" fmla="*/ 230524 h 238193"/>
                <a:gd name="csX238" fmla="*/ 225016 w 366535"/>
                <a:gd name="csY238" fmla="*/ 226758 h 238193"/>
                <a:gd name="csX239" fmla="*/ 225312 w 366535"/>
                <a:gd name="csY239" fmla="*/ 221744 h 238193"/>
                <a:gd name="csX240" fmla="*/ 227534 w 366535"/>
                <a:gd name="csY240" fmla="*/ 217803 h 238193"/>
                <a:gd name="csX241" fmla="*/ 227466 w 366535"/>
                <a:gd name="csY241" fmla="*/ 217049 h 238193"/>
                <a:gd name="csX242" fmla="*/ 227032 w 366535"/>
                <a:gd name="csY242" fmla="*/ 216327 h 238193"/>
                <a:gd name="csX243" fmla="*/ 226355 w 366535"/>
                <a:gd name="csY243" fmla="*/ 215680 h 238193"/>
                <a:gd name="csX244" fmla="*/ 222406 w 366535"/>
                <a:gd name="csY244" fmla="*/ 214592 h 238193"/>
                <a:gd name="csX245" fmla="*/ 221249 w 366535"/>
                <a:gd name="csY245" fmla="*/ 214021 h 238193"/>
                <a:gd name="csX246" fmla="*/ 219720 w 366535"/>
                <a:gd name="csY246" fmla="*/ 212773 h 238193"/>
                <a:gd name="csX247" fmla="*/ 217788 w 366535"/>
                <a:gd name="csY247" fmla="*/ 211465 h 238193"/>
                <a:gd name="csX248" fmla="*/ 216106 w 366535"/>
                <a:gd name="csY248" fmla="*/ 210559 h 238193"/>
                <a:gd name="csX249" fmla="*/ 213466 w 366535"/>
                <a:gd name="csY249" fmla="*/ 209365 h 238193"/>
                <a:gd name="csX250" fmla="*/ 211031 w 366535"/>
                <a:gd name="csY250" fmla="*/ 208703 h 238193"/>
                <a:gd name="csX251" fmla="*/ 209601 w 366535"/>
                <a:gd name="csY251" fmla="*/ 209205 h 238193"/>
                <a:gd name="csX252" fmla="*/ 208285 w 366535"/>
                <a:gd name="csY252" fmla="*/ 209844 h 238193"/>
                <a:gd name="csX253" fmla="*/ 207052 w 366535"/>
                <a:gd name="csY253" fmla="*/ 209859 h 238193"/>
                <a:gd name="csX254" fmla="*/ 205820 w 366535"/>
                <a:gd name="csY254" fmla="*/ 209509 h 238193"/>
                <a:gd name="csX255" fmla="*/ 201254 w 366535"/>
                <a:gd name="csY255" fmla="*/ 206519 h 238193"/>
                <a:gd name="csX256" fmla="*/ 194361 w 366535"/>
                <a:gd name="csY256" fmla="*/ 201345 h 238193"/>
                <a:gd name="csX257" fmla="*/ 188898 w 366535"/>
                <a:gd name="csY257" fmla="*/ 197724 h 238193"/>
                <a:gd name="csX258" fmla="*/ 185466 w 366535"/>
                <a:gd name="csY258" fmla="*/ 195989 h 238193"/>
                <a:gd name="csX259" fmla="*/ 184652 w 366535"/>
                <a:gd name="csY259" fmla="*/ 195433 h 238193"/>
                <a:gd name="csX260" fmla="*/ 182727 w 366535"/>
                <a:gd name="csY260" fmla="*/ 193805 h 238193"/>
                <a:gd name="csX261" fmla="*/ 177995 w 366535"/>
                <a:gd name="csY261" fmla="*/ 189408 h 238193"/>
                <a:gd name="csX262" fmla="*/ 174853 w 366535"/>
                <a:gd name="csY262" fmla="*/ 190054 h 238193"/>
                <a:gd name="csX263" fmla="*/ 170363 w 366535"/>
                <a:gd name="csY263" fmla="*/ 187193 h 238193"/>
                <a:gd name="csX264" fmla="*/ 166331 w 366535"/>
                <a:gd name="csY264" fmla="*/ 184394 h 238193"/>
                <a:gd name="csX265" fmla="*/ 165418 w 366535"/>
                <a:gd name="csY265" fmla="*/ 183633 h 238193"/>
                <a:gd name="csX266" fmla="*/ 160830 w 366535"/>
                <a:gd name="csY266" fmla="*/ 178444 h 238193"/>
                <a:gd name="csX267" fmla="*/ 156250 w 366535"/>
                <a:gd name="csY267" fmla="*/ 175073 h 238193"/>
                <a:gd name="csX268" fmla="*/ 151258 w 366535"/>
                <a:gd name="csY268" fmla="*/ 171390 h 238193"/>
                <a:gd name="csX269" fmla="*/ 148032 w 366535"/>
                <a:gd name="csY269" fmla="*/ 169078 h 238193"/>
                <a:gd name="csX270" fmla="*/ 142562 w 366535"/>
                <a:gd name="csY270" fmla="*/ 165151 h 238193"/>
                <a:gd name="csX271" fmla="*/ 139884 w 366535"/>
                <a:gd name="csY271" fmla="*/ 162778 h 238193"/>
                <a:gd name="csX272" fmla="*/ 138978 w 366535"/>
                <a:gd name="csY272" fmla="*/ 161902 h 238193"/>
                <a:gd name="csX273" fmla="*/ 138096 w 366535"/>
                <a:gd name="csY273" fmla="*/ 160221 h 238193"/>
                <a:gd name="csX274" fmla="*/ 136665 w 366535"/>
                <a:gd name="csY274" fmla="*/ 151981 h 238193"/>
                <a:gd name="csX275" fmla="*/ 135022 w 366535"/>
                <a:gd name="csY275" fmla="*/ 148192 h 238193"/>
                <a:gd name="csX276" fmla="*/ 132678 w 366535"/>
                <a:gd name="csY276" fmla="*/ 146130 h 238193"/>
                <a:gd name="csX277" fmla="*/ 130685 w 366535"/>
                <a:gd name="csY277" fmla="*/ 142151 h 238193"/>
                <a:gd name="csX278" fmla="*/ 129026 w 366535"/>
                <a:gd name="csY278" fmla="*/ 136239 h 238193"/>
                <a:gd name="csX279" fmla="*/ 127657 w 366535"/>
                <a:gd name="csY279" fmla="*/ 132389 h 238193"/>
                <a:gd name="csX280" fmla="*/ 126569 w 366535"/>
                <a:gd name="csY280" fmla="*/ 130609 h 238193"/>
                <a:gd name="csX281" fmla="*/ 124377 w 366535"/>
                <a:gd name="csY281" fmla="*/ 128638 h 238193"/>
                <a:gd name="csX282" fmla="*/ 121053 w 366535"/>
                <a:gd name="csY282" fmla="*/ 126477 h 238193"/>
                <a:gd name="csX283" fmla="*/ 117903 w 366535"/>
                <a:gd name="csY283" fmla="*/ 125450 h 238193"/>
                <a:gd name="csX284" fmla="*/ 116769 w 366535"/>
                <a:gd name="csY284" fmla="*/ 125488 h 238193"/>
                <a:gd name="csX285" fmla="*/ 116206 w 366535"/>
                <a:gd name="csY285" fmla="*/ 125754 h 238193"/>
                <a:gd name="csX286" fmla="*/ 115567 w 366535"/>
                <a:gd name="csY286" fmla="*/ 126120 h 238193"/>
                <a:gd name="csX287" fmla="*/ 114319 w 366535"/>
                <a:gd name="csY287" fmla="*/ 127732 h 238193"/>
                <a:gd name="csX288" fmla="*/ 112478 w 366535"/>
                <a:gd name="csY288" fmla="*/ 127900 h 238193"/>
                <a:gd name="csX289" fmla="*/ 111123 w 366535"/>
                <a:gd name="csY289" fmla="*/ 127862 h 238193"/>
                <a:gd name="csX290" fmla="*/ 109860 w 366535"/>
                <a:gd name="csY290" fmla="*/ 127284 h 238193"/>
                <a:gd name="csX291" fmla="*/ 105873 w 366535"/>
                <a:gd name="csY291" fmla="*/ 126774 h 238193"/>
                <a:gd name="csX292" fmla="*/ 104458 w 366535"/>
                <a:gd name="csY292" fmla="*/ 126211 h 238193"/>
                <a:gd name="csX293" fmla="*/ 102061 w 366535"/>
                <a:gd name="csY293" fmla="*/ 126294 h 238193"/>
                <a:gd name="csX294" fmla="*/ 96910 w 366535"/>
                <a:gd name="csY294" fmla="*/ 127132 h 238193"/>
                <a:gd name="csX295" fmla="*/ 95655 w 366535"/>
                <a:gd name="csY295" fmla="*/ 126979 h 238193"/>
                <a:gd name="csX296" fmla="*/ 90215 w 366535"/>
                <a:gd name="csY296" fmla="*/ 123373 h 238193"/>
                <a:gd name="csX297" fmla="*/ 87849 w 366535"/>
                <a:gd name="csY297" fmla="*/ 121942 h 238193"/>
                <a:gd name="csX298" fmla="*/ 87377 w 366535"/>
                <a:gd name="csY298" fmla="*/ 121151 h 238193"/>
                <a:gd name="csX299" fmla="*/ 87400 w 366535"/>
                <a:gd name="csY299" fmla="*/ 119766 h 238193"/>
                <a:gd name="csX300" fmla="*/ 88198 w 366535"/>
                <a:gd name="csY300" fmla="*/ 117803 h 238193"/>
                <a:gd name="csX301" fmla="*/ 88883 w 366535"/>
                <a:gd name="csY301" fmla="*/ 116411 h 238193"/>
                <a:gd name="csX302" fmla="*/ 88579 w 366535"/>
                <a:gd name="csY302" fmla="*/ 114965 h 238193"/>
                <a:gd name="csX303" fmla="*/ 87544 w 366535"/>
                <a:gd name="csY303" fmla="*/ 113383 h 238193"/>
                <a:gd name="csX304" fmla="*/ 87544 w 366535"/>
                <a:gd name="csY304" fmla="*/ 111694 h 238193"/>
                <a:gd name="csX305" fmla="*/ 88252 w 366535"/>
                <a:gd name="csY305" fmla="*/ 110750 h 238193"/>
                <a:gd name="csX306" fmla="*/ 89697 w 366535"/>
                <a:gd name="csY306" fmla="*/ 111047 h 238193"/>
                <a:gd name="csX307" fmla="*/ 90215 w 366535"/>
                <a:gd name="csY307" fmla="*/ 110453 h 238193"/>
                <a:gd name="csX308" fmla="*/ 90032 w 366535"/>
                <a:gd name="csY308" fmla="*/ 109556 h 238193"/>
                <a:gd name="csX309" fmla="*/ 89248 w 366535"/>
                <a:gd name="csY309" fmla="*/ 108917 h 238193"/>
                <a:gd name="csX310" fmla="*/ 88206 w 366535"/>
                <a:gd name="csY310" fmla="*/ 107479 h 238193"/>
                <a:gd name="csX311" fmla="*/ 85125 w 366535"/>
                <a:gd name="csY311" fmla="*/ 106139 h 238193"/>
                <a:gd name="csX312" fmla="*/ 84683 w 366535"/>
                <a:gd name="csY312" fmla="*/ 105592 h 238193"/>
                <a:gd name="csX313" fmla="*/ 84843 w 366535"/>
                <a:gd name="csY313" fmla="*/ 104968 h 238193"/>
                <a:gd name="csX314" fmla="*/ 85376 w 366535"/>
                <a:gd name="csY314" fmla="*/ 104298 h 238193"/>
                <a:gd name="csX315" fmla="*/ 85482 w 366535"/>
                <a:gd name="csY315" fmla="*/ 102883 h 238193"/>
                <a:gd name="csX316" fmla="*/ 85536 w 366535"/>
                <a:gd name="csY316" fmla="*/ 101057 h 238193"/>
                <a:gd name="csX317" fmla="*/ 85947 w 366535"/>
                <a:gd name="csY317" fmla="*/ 100106 h 238193"/>
                <a:gd name="csX318" fmla="*/ 86061 w 366535"/>
                <a:gd name="csY318" fmla="*/ 99360 h 238193"/>
                <a:gd name="csX319" fmla="*/ 85612 w 366535"/>
                <a:gd name="csY319" fmla="*/ 98759 h 238193"/>
                <a:gd name="csX320" fmla="*/ 84569 w 366535"/>
                <a:gd name="csY320" fmla="*/ 98059 h 238193"/>
                <a:gd name="csX321" fmla="*/ 82903 w 366535"/>
                <a:gd name="csY321" fmla="*/ 96362 h 238193"/>
                <a:gd name="csX322" fmla="*/ 80856 w 366535"/>
                <a:gd name="csY322" fmla="*/ 96180 h 238193"/>
                <a:gd name="csX323" fmla="*/ 74199 w 366535"/>
                <a:gd name="csY323" fmla="*/ 96241 h 238193"/>
                <a:gd name="csX324" fmla="*/ 72137 w 366535"/>
                <a:gd name="csY324" fmla="*/ 95556 h 238193"/>
                <a:gd name="csX325" fmla="*/ 70478 w 366535"/>
                <a:gd name="csY325" fmla="*/ 94605 h 238193"/>
                <a:gd name="csX326" fmla="*/ 68819 w 366535"/>
                <a:gd name="csY326" fmla="*/ 90983 h 238193"/>
                <a:gd name="csX327" fmla="*/ 67983 w 366535"/>
                <a:gd name="csY327" fmla="*/ 90123 h 238193"/>
                <a:gd name="csX328" fmla="*/ 67199 w 366535"/>
                <a:gd name="csY328" fmla="*/ 89766 h 238193"/>
                <a:gd name="csX329" fmla="*/ 65335 w 366535"/>
                <a:gd name="csY329" fmla="*/ 89644 h 238193"/>
                <a:gd name="csX330" fmla="*/ 63090 w 366535"/>
                <a:gd name="csY330" fmla="*/ 89294 h 238193"/>
                <a:gd name="csX331" fmla="*/ 61941 w 366535"/>
                <a:gd name="csY331" fmla="*/ 88678 h 238193"/>
                <a:gd name="csX332" fmla="*/ 58807 w 366535"/>
                <a:gd name="csY332" fmla="*/ 85360 h 238193"/>
                <a:gd name="csX333" fmla="*/ 55794 w 366535"/>
                <a:gd name="csY333" fmla="*/ 82393 h 238193"/>
                <a:gd name="csX334" fmla="*/ 54584 w 366535"/>
                <a:gd name="csY334" fmla="*/ 85193 h 238193"/>
                <a:gd name="csX335" fmla="*/ 53412 w 366535"/>
                <a:gd name="csY335" fmla="*/ 85749 h 238193"/>
                <a:gd name="csX336" fmla="*/ 50757 w 366535"/>
                <a:gd name="csY336" fmla="*/ 85490 h 238193"/>
                <a:gd name="csX337" fmla="*/ 48763 w 366535"/>
                <a:gd name="csY337" fmla="*/ 85018 h 238193"/>
                <a:gd name="csX338" fmla="*/ 47630 w 366535"/>
                <a:gd name="csY338" fmla="*/ 85650 h 238193"/>
                <a:gd name="csX339" fmla="*/ 46458 w 366535"/>
                <a:gd name="csY339" fmla="*/ 86753 h 238193"/>
                <a:gd name="csX340" fmla="*/ 46679 w 366535"/>
                <a:gd name="csY340" fmla="*/ 87483 h 238193"/>
                <a:gd name="csX341" fmla="*/ 47576 w 366535"/>
                <a:gd name="csY341" fmla="*/ 88252 h 238193"/>
                <a:gd name="csX342" fmla="*/ 49380 w 366535"/>
                <a:gd name="csY342" fmla="*/ 89675 h 238193"/>
                <a:gd name="csX343" fmla="*/ 52142 w 366535"/>
                <a:gd name="csY343" fmla="*/ 93152 h 238193"/>
                <a:gd name="csX344" fmla="*/ 53397 w 366535"/>
                <a:gd name="csY344" fmla="*/ 95069 h 238193"/>
                <a:gd name="csX345" fmla="*/ 53579 w 366535"/>
                <a:gd name="csY345" fmla="*/ 95739 h 238193"/>
                <a:gd name="csX346" fmla="*/ 53344 w 366535"/>
                <a:gd name="csY346" fmla="*/ 96241 h 238193"/>
                <a:gd name="csX347" fmla="*/ 52971 w 366535"/>
                <a:gd name="csY347" fmla="*/ 96454 h 238193"/>
                <a:gd name="csX348" fmla="*/ 52423 w 366535"/>
                <a:gd name="csY348" fmla="*/ 96446 h 238193"/>
                <a:gd name="csX349" fmla="*/ 51685 w 366535"/>
                <a:gd name="csY349" fmla="*/ 96439 h 238193"/>
                <a:gd name="csX350" fmla="*/ 51259 w 366535"/>
                <a:gd name="csY350" fmla="*/ 95868 h 238193"/>
                <a:gd name="csX351" fmla="*/ 51114 w 366535"/>
                <a:gd name="csY351" fmla="*/ 94879 h 238193"/>
                <a:gd name="csX352" fmla="*/ 50194 w 366535"/>
                <a:gd name="csY352" fmla="*/ 93380 h 238193"/>
                <a:gd name="csX353" fmla="*/ 49243 w 366535"/>
                <a:gd name="csY353" fmla="*/ 92512 h 238193"/>
                <a:gd name="csX354" fmla="*/ 48200 w 366535"/>
                <a:gd name="csY354" fmla="*/ 91972 h 238193"/>
                <a:gd name="csX355" fmla="*/ 46739 w 366535"/>
                <a:gd name="csY355" fmla="*/ 91569 h 238193"/>
                <a:gd name="csX356" fmla="*/ 44815 w 366535"/>
                <a:gd name="csY356" fmla="*/ 90854 h 238193"/>
                <a:gd name="csX357" fmla="*/ 43818 w 366535"/>
                <a:gd name="csY357" fmla="*/ 90823 h 238193"/>
                <a:gd name="csX358" fmla="*/ 42852 w 366535"/>
                <a:gd name="csY358" fmla="*/ 91653 h 238193"/>
                <a:gd name="csX359" fmla="*/ 42045 w 366535"/>
                <a:gd name="csY359" fmla="*/ 92771 h 238193"/>
                <a:gd name="csX360" fmla="*/ 41566 w 366535"/>
                <a:gd name="csY360" fmla="*/ 95214 h 238193"/>
                <a:gd name="csX361" fmla="*/ 40127 w 366535"/>
                <a:gd name="csY361" fmla="*/ 98211 h 238193"/>
                <a:gd name="csX362" fmla="*/ 39245 w 366535"/>
                <a:gd name="csY362" fmla="*/ 99391 h 238193"/>
                <a:gd name="csX363" fmla="*/ 36506 w 366535"/>
                <a:gd name="csY363" fmla="*/ 100106 h 238193"/>
                <a:gd name="csX364" fmla="*/ 30008 w 366535"/>
                <a:gd name="csY364" fmla="*/ 100349 h 238193"/>
                <a:gd name="csX365" fmla="*/ 28068 w 366535"/>
                <a:gd name="csY365" fmla="*/ 101285 h 238193"/>
                <a:gd name="csX366" fmla="*/ 26744 w 366535"/>
                <a:gd name="csY366" fmla="*/ 102411 h 238193"/>
                <a:gd name="csX367" fmla="*/ 24287 w 366535"/>
                <a:gd name="csY367" fmla="*/ 106056 h 238193"/>
                <a:gd name="csX368" fmla="*/ 22574 w 366535"/>
                <a:gd name="csY368" fmla="*/ 107265 h 238193"/>
                <a:gd name="csX369" fmla="*/ 21091 w 366535"/>
                <a:gd name="csY369" fmla="*/ 108932 h 238193"/>
                <a:gd name="csX370" fmla="*/ 21540 w 366535"/>
                <a:gd name="csY370" fmla="*/ 114273 h 238193"/>
                <a:gd name="csX371" fmla="*/ 22255 w 366535"/>
                <a:gd name="csY371" fmla="*/ 120489 h 238193"/>
                <a:gd name="csX372" fmla="*/ 23503 w 366535"/>
                <a:gd name="csY372" fmla="*/ 122209 h 238193"/>
                <a:gd name="csX373" fmla="*/ 24294 w 366535"/>
                <a:gd name="csY373" fmla="*/ 122726 h 238193"/>
                <a:gd name="csX374" fmla="*/ 24401 w 366535"/>
                <a:gd name="csY374" fmla="*/ 123335 h 238193"/>
                <a:gd name="csX375" fmla="*/ 23891 w 366535"/>
                <a:gd name="csY375" fmla="*/ 123875 h 238193"/>
                <a:gd name="csX376" fmla="*/ 23237 w 366535"/>
                <a:gd name="csY376" fmla="*/ 124552 h 238193"/>
                <a:gd name="csX377" fmla="*/ 22248 w 366535"/>
                <a:gd name="csY377" fmla="*/ 125792 h 238193"/>
                <a:gd name="csX378" fmla="*/ 21137 w 366535"/>
                <a:gd name="csY378" fmla="*/ 125747 h 238193"/>
                <a:gd name="csX379" fmla="*/ 18900 w 366535"/>
                <a:gd name="csY379" fmla="*/ 125435 h 238193"/>
                <a:gd name="csX380" fmla="*/ 17036 w 366535"/>
                <a:gd name="csY380" fmla="*/ 125100 h 238193"/>
                <a:gd name="csX381" fmla="*/ 10766 w 366535"/>
                <a:gd name="csY381" fmla="*/ 124742 h 238193"/>
                <a:gd name="csX382" fmla="*/ 5684 w 366535"/>
                <a:gd name="csY382" fmla="*/ 124453 h 238193"/>
                <a:gd name="csX383" fmla="*/ 38 w 366535"/>
                <a:gd name="csY383" fmla="*/ 124134 h 238193"/>
                <a:gd name="csX384" fmla="*/ 31 w 366535"/>
                <a:gd name="csY384" fmla="*/ 117621 h 238193"/>
                <a:gd name="csX385" fmla="*/ 31 w 366535"/>
                <a:gd name="csY385" fmla="*/ 111085 h 238193"/>
                <a:gd name="csX386" fmla="*/ 31 w 366535"/>
                <a:gd name="csY386" fmla="*/ 104526 h 238193"/>
                <a:gd name="csX387" fmla="*/ 23 w 366535"/>
                <a:gd name="csY387" fmla="*/ 97945 h 238193"/>
                <a:gd name="csX388" fmla="*/ 23 w 366535"/>
                <a:gd name="csY388" fmla="*/ 91333 h 238193"/>
                <a:gd name="csX389" fmla="*/ 23 w 366535"/>
                <a:gd name="csY389" fmla="*/ 84699 h 238193"/>
                <a:gd name="csX390" fmla="*/ 15 w 366535"/>
                <a:gd name="csY390" fmla="*/ 78041 h 238193"/>
                <a:gd name="csX391" fmla="*/ 15 w 366535"/>
                <a:gd name="csY391" fmla="*/ 71361 h 238193"/>
                <a:gd name="csX392" fmla="*/ 15 w 366535"/>
                <a:gd name="csY392" fmla="*/ 64658 h 238193"/>
                <a:gd name="csX393" fmla="*/ 15 w 366535"/>
                <a:gd name="csY393" fmla="*/ 57924 h 238193"/>
                <a:gd name="csX394" fmla="*/ 7 w 366535"/>
                <a:gd name="csY394" fmla="*/ 51168 h 238193"/>
                <a:gd name="csX395" fmla="*/ 7 w 366535"/>
                <a:gd name="csY395" fmla="*/ 44381 h 238193"/>
                <a:gd name="csX396" fmla="*/ 7 w 366535"/>
                <a:gd name="csY396" fmla="*/ 37564 h 238193"/>
                <a:gd name="csX397" fmla="*/ 0 w 366535"/>
                <a:gd name="csY397" fmla="*/ 30723 h 238193"/>
                <a:gd name="csX398" fmla="*/ 0 w 366535"/>
                <a:gd name="csY398" fmla="*/ 23861 h 238193"/>
                <a:gd name="csX399" fmla="*/ 0 w 366535"/>
                <a:gd name="csY399" fmla="*/ 16967 h 238193"/>
                <a:gd name="csX400" fmla="*/ 2663 w 366535"/>
                <a:gd name="csY400" fmla="*/ 16115 h 238193"/>
                <a:gd name="csX401" fmla="*/ 6026 w 366535"/>
                <a:gd name="csY401" fmla="*/ 15027 h 238193"/>
                <a:gd name="csX402" fmla="*/ 9252 w 366535"/>
                <a:gd name="csY402" fmla="*/ 13992 h 238193"/>
                <a:gd name="csX403" fmla="*/ 13094 w 366535"/>
                <a:gd name="csY403" fmla="*/ 12752 h 238193"/>
                <a:gd name="csX404" fmla="*/ 17423 w 366535"/>
                <a:gd name="csY404" fmla="*/ 11352 h 238193"/>
                <a:gd name="csX405" fmla="*/ 21121 w 366535"/>
                <a:gd name="csY405" fmla="*/ 10157 h 238193"/>
                <a:gd name="csX406" fmla="*/ 25534 w 366535"/>
                <a:gd name="csY406" fmla="*/ 8735 h 238193"/>
                <a:gd name="csX407" fmla="*/ 28898 w 366535"/>
                <a:gd name="csY407" fmla="*/ 7647 h 238193"/>
                <a:gd name="csX408" fmla="*/ 32055 w 366535"/>
                <a:gd name="csY408" fmla="*/ 6627 h 238193"/>
                <a:gd name="csX409" fmla="*/ 36095 w 366535"/>
                <a:gd name="csY409" fmla="*/ 5410 h 238193"/>
                <a:gd name="csX410" fmla="*/ 42380 w 366535"/>
                <a:gd name="csY410" fmla="*/ 3523 h 238193"/>
                <a:gd name="csX411" fmla="*/ 45887 w 366535"/>
                <a:gd name="csY411" fmla="*/ 2465 h 238193"/>
                <a:gd name="csX412" fmla="*/ 49433 w 366535"/>
                <a:gd name="csY412" fmla="*/ 1400 h 238193"/>
                <a:gd name="csX413" fmla="*/ 52811 w 366535"/>
                <a:gd name="csY413" fmla="*/ 381 h 238193"/>
                <a:gd name="csX414" fmla="*/ 55071 w 366535"/>
                <a:gd name="csY414" fmla="*/ 0 h 238193"/>
                <a:gd name="csX415" fmla="*/ 57498 w 366535"/>
                <a:gd name="csY415" fmla="*/ 1453 h 238193"/>
                <a:gd name="csX416" fmla="*/ 60450 w 366535"/>
                <a:gd name="csY416" fmla="*/ 3447 h 238193"/>
                <a:gd name="csX417" fmla="*/ 63402 w 366535"/>
                <a:gd name="csY417" fmla="*/ 5440 h 238193"/>
                <a:gd name="csX418" fmla="*/ 66354 w 366535"/>
                <a:gd name="csY418" fmla="*/ 7433 h 238193"/>
                <a:gd name="csX419" fmla="*/ 69307 w 366535"/>
                <a:gd name="csY419" fmla="*/ 9427 h 238193"/>
                <a:gd name="csX420" fmla="*/ 72259 w 366535"/>
                <a:gd name="csY420" fmla="*/ 11413 h 238193"/>
                <a:gd name="csX421" fmla="*/ 75211 w 366535"/>
                <a:gd name="csY421" fmla="*/ 13399 h 238193"/>
                <a:gd name="csX422" fmla="*/ 78163 w 366535"/>
                <a:gd name="csY422" fmla="*/ 15385 h 238193"/>
                <a:gd name="csX423" fmla="*/ 81115 w 366535"/>
                <a:gd name="csY423" fmla="*/ 17363 h 238193"/>
                <a:gd name="csX424" fmla="*/ 84067 w 366535"/>
                <a:gd name="csY424" fmla="*/ 19341 h 238193"/>
                <a:gd name="csX425" fmla="*/ 87019 w 366535"/>
                <a:gd name="csY425" fmla="*/ 21319 h 238193"/>
                <a:gd name="csX426" fmla="*/ 89971 w 366535"/>
                <a:gd name="csY426" fmla="*/ 23290 h 238193"/>
                <a:gd name="csX427" fmla="*/ 92924 w 366535"/>
                <a:gd name="csY427" fmla="*/ 25260 h 238193"/>
                <a:gd name="csX428" fmla="*/ 95876 w 366535"/>
                <a:gd name="csY428" fmla="*/ 27231 h 238193"/>
                <a:gd name="csX429" fmla="*/ 98828 w 366535"/>
                <a:gd name="csY429" fmla="*/ 29194 h 238193"/>
                <a:gd name="csX430" fmla="*/ 101780 w 366535"/>
                <a:gd name="csY430" fmla="*/ 31157 h 238193"/>
                <a:gd name="csX431" fmla="*/ 104732 w 366535"/>
                <a:gd name="csY431" fmla="*/ 33120 h 238193"/>
                <a:gd name="csX432" fmla="*/ 107471 w 366535"/>
                <a:gd name="csY432" fmla="*/ 34946 h 238193"/>
                <a:gd name="csX433" fmla="*/ 108704 w 366535"/>
                <a:gd name="csY433" fmla="*/ 36300 h 238193"/>
                <a:gd name="csX434" fmla="*/ 109381 w 366535"/>
                <a:gd name="csY434" fmla="*/ 39283 h 238193"/>
                <a:gd name="csX435" fmla="*/ 110743 w 366535"/>
                <a:gd name="csY435" fmla="*/ 41649 h 238193"/>
                <a:gd name="csX436" fmla="*/ 113109 w 366535"/>
                <a:gd name="csY436" fmla="*/ 44206 h 238193"/>
                <a:gd name="csX437" fmla="*/ 115529 w 366535"/>
                <a:gd name="csY437" fmla="*/ 46823 h 238193"/>
                <a:gd name="csX438" fmla="*/ 118542 w 366535"/>
                <a:gd name="csY438" fmla="*/ 50270 h 238193"/>
                <a:gd name="csX439" fmla="*/ 120626 w 366535"/>
                <a:gd name="csY439" fmla="*/ 52659 h 238193"/>
                <a:gd name="csX440" fmla="*/ 122749 w 366535"/>
                <a:gd name="csY440" fmla="*/ 55094 h 238193"/>
                <a:gd name="csX441" fmla="*/ 126264 w 366535"/>
                <a:gd name="csY441" fmla="*/ 59103 h 238193"/>
                <a:gd name="csX442" fmla="*/ 128455 w 366535"/>
                <a:gd name="csY442" fmla="*/ 61599 h 238193"/>
                <a:gd name="csX443" fmla="*/ 130198 w 366535"/>
                <a:gd name="csY443" fmla="*/ 61683 h 238193"/>
                <a:gd name="csX444" fmla="*/ 133736 w 366535"/>
                <a:gd name="csY444" fmla="*/ 61089 h 238193"/>
                <a:gd name="csX445" fmla="*/ 138469 w 366535"/>
                <a:gd name="csY445" fmla="*/ 60298 h 238193"/>
                <a:gd name="csX446" fmla="*/ 142204 w 366535"/>
                <a:gd name="csY446" fmla="*/ 59666 h 238193"/>
                <a:gd name="csX447" fmla="*/ 146724 w 366535"/>
                <a:gd name="csY447" fmla="*/ 58905 h 238193"/>
                <a:gd name="csX448" fmla="*/ 151030 w 366535"/>
                <a:gd name="csY448" fmla="*/ 58183 h 238193"/>
                <a:gd name="csX449" fmla="*/ 154424 w 366535"/>
                <a:gd name="csY449" fmla="*/ 57605 h 238193"/>
                <a:gd name="csX450" fmla="*/ 159506 w 366535"/>
                <a:gd name="csY450" fmla="*/ 58038 h 238193"/>
                <a:gd name="csX451" fmla="*/ 164520 w 366535"/>
                <a:gd name="csY451" fmla="*/ 58472 h 238193"/>
                <a:gd name="csX452" fmla="*/ 168119 w 366535"/>
                <a:gd name="csY452" fmla="*/ 58784 h 238193"/>
                <a:gd name="csX453" fmla="*/ 171642 w 366535"/>
                <a:gd name="csY453" fmla="*/ 59088 h 238193"/>
                <a:gd name="csX454" fmla="*/ 175819 w 366535"/>
                <a:gd name="csY454" fmla="*/ 59446 h 238193"/>
                <a:gd name="csX455" fmla="*/ 178154 w 366535"/>
                <a:gd name="csY455" fmla="*/ 59644 h 238193"/>
                <a:gd name="csX456" fmla="*/ 180833 w 366535"/>
                <a:gd name="csY456" fmla="*/ 59872 h 238193"/>
                <a:gd name="csX457" fmla="*/ 181959 w 366535"/>
                <a:gd name="csY457" fmla="*/ 59271 h 238193"/>
                <a:gd name="csX458" fmla="*/ 184264 w 366535"/>
                <a:gd name="csY458" fmla="*/ 58038 h 238193"/>
                <a:gd name="csX459" fmla="*/ 186441 w 366535"/>
                <a:gd name="csY459" fmla="*/ 56882 h 238193"/>
                <a:gd name="csX460" fmla="*/ 188700 w 366535"/>
                <a:gd name="csY460" fmla="*/ 55672 h 238193"/>
                <a:gd name="csX461" fmla="*/ 190701 w 366535"/>
                <a:gd name="csY461" fmla="*/ 55063 h 238193"/>
                <a:gd name="csX462" fmla="*/ 192786 w 366535"/>
                <a:gd name="csY462" fmla="*/ 56988 h 238193"/>
                <a:gd name="csX463" fmla="*/ 194528 w 366535"/>
                <a:gd name="csY463" fmla="*/ 59210 h 238193"/>
                <a:gd name="csX464" fmla="*/ 196362 w 366535"/>
                <a:gd name="csY464" fmla="*/ 61546 h 238193"/>
                <a:gd name="csX465" fmla="*/ 198485 w 366535"/>
                <a:gd name="csY465" fmla="*/ 63790 h 238193"/>
                <a:gd name="csX466" fmla="*/ 200547 w 366535"/>
                <a:gd name="csY466" fmla="*/ 65122 h 238193"/>
                <a:gd name="csX467" fmla="*/ 203309 w 366535"/>
                <a:gd name="csY467" fmla="*/ 66925 h 238193"/>
                <a:gd name="csX468" fmla="*/ 204899 w 366535"/>
                <a:gd name="csY468" fmla="*/ 69999 h 238193"/>
                <a:gd name="csX469" fmla="*/ 207021 w 366535"/>
                <a:gd name="csY469" fmla="*/ 74100 h 238193"/>
                <a:gd name="csX470" fmla="*/ 208422 w 366535"/>
                <a:gd name="csY470" fmla="*/ 76793 h 238193"/>
                <a:gd name="csX471" fmla="*/ 209860 w 366535"/>
                <a:gd name="csY471" fmla="*/ 79555 h 238193"/>
                <a:gd name="csX472" fmla="*/ 211952 w 366535"/>
                <a:gd name="csY472" fmla="*/ 78467 h 238193"/>
                <a:gd name="csX473" fmla="*/ 214181 w 366535"/>
                <a:gd name="csY473" fmla="*/ 77303 h 238193"/>
                <a:gd name="csX474" fmla="*/ 216205 w 366535"/>
                <a:gd name="csY474" fmla="*/ 76245 h 238193"/>
                <a:gd name="csX475" fmla="*/ 215962 w 366535"/>
                <a:gd name="csY475" fmla="*/ 79662 h 238193"/>
                <a:gd name="csX476" fmla="*/ 215749 w 366535"/>
                <a:gd name="csY476" fmla="*/ 82758 h 238193"/>
                <a:gd name="csX477" fmla="*/ 215406 w 366535"/>
                <a:gd name="csY477" fmla="*/ 87438 h 238193"/>
                <a:gd name="csX478" fmla="*/ 215132 w 366535"/>
                <a:gd name="csY478" fmla="*/ 91257 h 238193"/>
                <a:gd name="csX479" fmla="*/ 214402 w 366535"/>
                <a:gd name="csY479" fmla="*/ 95807 h 238193"/>
                <a:gd name="csX480" fmla="*/ 214349 w 366535"/>
                <a:gd name="csY480" fmla="*/ 99269 h 238193"/>
                <a:gd name="csX481" fmla="*/ 214303 w 366535"/>
                <a:gd name="csY481" fmla="*/ 102305 h 238193"/>
                <a:gd name="csX482" fmla="*/ 214272 w 366535"/>
                <a:gd name="csY482" fmla="*/ 104709 h 238193"/>
                <a:gd name="csX483" fmla="*/ 218191 w 366535"/>
                <a:gd name="csY483" fmla="*/ 104816 h 238193"/>
                <a:gd name="csX484" fmla="*/ 221090 w 366535"/>
                <a:gd name="csY484" fmla="*/ 104892 h 238193"/>
                <a:gd name="csX485" fmla="*/ 224719 w 366535"/>
                <a:gd name="csY485" fmla="*/ 104991 h 238193"/>
                <a:gd name="csX486" fmla="*/ 225069 w 366535"/>
                <a:gd name="csY486" fmla="*/ 108004 h 238193"/>
                <a:gd name="csX487" fmla="*/ 225556 w 366535"/>
                <a:gd name="csY487" fmla="*/ 112234 h 238193"/>
                <a:gd name="csX488" fmla="*/ 226294 w 366535"/>
                <a:gd name="csY488" fmla="*/ 116053 h 238193"/>
                <a:gd name="csX489" fmla="*/ 226918 w 366535"/>
                <a:gd name="csY489" fmla="*/ 119257 h 238193"/>
                <a:gd name="csX490" fmla="*/ 227846 w 366535"/>
                <a:gd name="csY490" fmla="*/ 123388 h 238193"/>
                <a:gd name="csX491" fmla="*/ 228349 w 366535"/>
                <a:gd name="csY491" fmla="*/ 125595 h 238193"/>
                <a:gd name="csX492" fmla="*/ 229216 w 366535"/>
                <a:gd name="csY492" fmla="*/ 128189 h 238193"/>
                <a:gd name="csX493" fmla="*/ 230076 w 366535"/>
                <a:gd name="csY493" fmla="*/ 128813 h 238193"/>
                <a:gd name="csX494" fmla="*/ 231453 w 366535"/>
                <a:gd name="csY494" fmla="*/ 129224 h 238193"/>
                <a:gd name="csX495" fmla="*/ 236246 w 366535"/>
                <a:gd name="csY495" fmla="*/ 128912 h 238193"/>
                <a:gd name="csX496" fmla="*/ 240218 w 366535"/>
                <a:gd name="csY496" fmla="*/ 128653 h 238193"/>
                <a:gd name="csX497" fmla="*/ 243353 w 366535"/>
                <a:gd name="csY497" fmla="*/ 128455 h 238193"/>
                <a:gd name="csX498" fmla="*/ 246685 w 366535"/>
                <a:gd name="csY498" fmla="*/ 128242 h 238193"/>
                <a:gd name="csX499" fmla="*/ 251106 w 366535"/>
                <a:gd name="csY499" fmla="*/ 127953 h 238193"/>
                <a:gd name="csX500" fmla="*/ 252605 w 366535"/>
                <a:gd name="csY500" fmla="*/ 128615 h 238193"/>
                <a:gd name="csX501" fmla="*/ 253898 w 366535"/>
                <a:gd name="csY501" fmla="*/ 128151 h 238193"/>
                <a:gd name="csX502" fmla="*/ 255389 w 366535"/>
                <a:gd name="csY502" fmla="*/ 127687 h 238193"/>
                <a:gd name="csX503" fmla="*/ 256576 w 366535"/>
                <a:gd name="csY503" fmla="*/ 129566 h 238193"/>
                <a:gd name="csX504" fmla="*/ 257177 w 366535"/>
                <a:gd name="csY504" fmla="*/ 130517 h 238193"/>
                <a:gd name="csX505" fmla="*/ 258022 w 366535"/>
                <a:gd name="csY505" fmla="*/ 131506 h 238193"/>
                <a:gd name="csX506" fmla="*/ 259163 w 366535"/>
                <a:gd name="csY506" fmla="*/ 132427 h 238193"/>
                <a:gd name="csX507" fmla="*/ 258684 w 366535"/>
                <a:gd name="csY507" fmla="*/ 134352 h 238193"/>
                <a:gd name="csX508" fmla="*/ 257976 w 366535"/>
                <a:gd name="csY508" fmla="*/ 137160 h 238193"/>
                <a:gd name="csX509" fmla="*/ 257778 w 366535"/>
                <a:gd name="csY509" fmla="*/ 138598 h 238193"/>
                <a:gd name="csX510" fmla="*/ 259156 w 366535"/>
                <a:gd name="csY510" fmla="*/ 140150 h 238193"/>
                <a:gd name="csX511" fmla="*/ 260182 w 366535"/>
                <a:gd name="csY511" fmla="*/ 141055 h 238193"/>
                <a:gd name="csX512" fmla="*/ 262990 w 366535"/>
                <a:gd name="csY512" fmla="*/ 142896 h 238193"/>
                <a:gd name="csX513" fmla="*/ 265630 w 366535"/>
                <a:gd name="csY513" fmla="*/ 143924 h 238193"/>
                <a:gd name="csX514" fmla="*/ 267350 w 366535"/>
                <a:gd name="csY514" fmla="*/ 144228 h 238193"/>
                <a:gd name="csX515" fmla="*/ 268993 w 366535"/>
                <a:gd name="csY515" fmla="*/ 143832 h 238193"/>
                <a:gd name="csX516" fmla="*/ 269594 w 366535"/>
                <a:gd name="csY516" fmla="*/ 142790 h 238193"/>
                <a:gd name="csX517" fmla="*/ 269442 w 366535"/>
                <a:gd name="csY517" fmla="*/ 141352 h 238193"/>
                <a:gd name="csX518" fmla="*/ 268651 w 366535"/>
                <a:gd name="csY518" fmla="*/ 139838 h 238193"/>
                <a:gd name="csX519" fmla="*/ 268712 w 366535"/>
                <a:gd name="csY519" fmla="*/ 138034 h 238193"/>
                <a:gd name="csX520" fmla="*/ 269237 w 366535"/>
                <a:gd name="csY520" fmla="*/ 136718 h 238193"/>
                <a:gd name="csX521" fmla="*/ 270918 w 366535"/>
                <a:gd name="csY521" fmla="*/ 134321 h 238193"/>
                <a:gd name="csX522" fmla="*/ 272508 w 366535"/>
                <a:gd name="csY522" fmla="*/ 132054 h 238193"/>
                <a:gd name="csX523" fmla="*/ 274943 w 366535"/>
                <a:gd name="csY523" fmla="*/ 129741 h 238193"/>
                <a:gd name="csX524" fmla="*/ 277842 w 366535"/>
                <a:gd name="csY524" fmla="*/ 127451 h 238193"/>
                <a:gd name="csX525" fmla="*/ 279044 w 366535"/>
                <a:gd name="csY525" fmla="*/ 125777 h 238193"/>
                <a:gd name="csX526" fmla="*/ 279509 w 366535"/>
                <a:gd name="csY526" fmla="*/ 122863 h 238193"/>
                <a:gd name="csX527" fmla="*/ 281403 w 366535"/>
                <a:gd name="csY527" fmla="*/ 121212 h 238193"/>
                <a:gd name="csX528" fmla="*/ 283450 w 366535"/>
                <a:gd name="csY528" fmla="*/ 120223 h 238193"/>
                <a:gd name="csX529" fmla="*/ 285991 w 366535"/>
                <a:gd name="csY529" fmla="*/ 119363 h 238193"/>
                <a:gd name="csX530" fmla="*/ 286691 w 366535"/>
                <a:gd name="csY530" fmla="*/ 117902 h 238193"/>
                <a:gd name="csX531" fmla="*/ 290198 w 366535"/>
                <a:gd name="csY531" fmla="*/ 115422 h 238193"/>
                <a:gd name="csX532" fmla="*/ 292298 w 366535"/>
                <a:gd name="csY532" fmla="*/ 114197 h 238193"/>
                <a:gd name="csX533" fmla="*/ 294954 w 366535"/>
                <a:gd name="csY533" fmla="*/ 113482 h 238193"/>
                <a:gd name="csX534" fmla="*/ 298621 w 366535"/>
                <a:gd name="csY534" fmla="*/ 111869 h 238193"/>
                <a:gd name="csX535" fmla="*/ 301520 w 366535"/>
                <a:gd name="csY535" fmla="*/ 109967 h 238193"/>
                <a:gd name="csX536" fmla="*/ 304297 w 366535"/>
                <a:gd name="csY536" fmla="*/ 106383 h 238193"/>
                <a:gd name="csX537" fmla="*/ 306504 w 366535"/>
                <a:gd name="csY537" fmla="*/ 104032 h 238193"/>
                <a:gd name="csX538" fmla="*/ 308360 w 366535"/>
                <a:gd name="csY538" fmla="*/ 102586 h 238193"/>
                <a:gd name="csX539" fmla="*/ 309920 w 366535"/>
                <a:gd name="csY539" fmla="*/ 102533 h 238193"/>
                <a:gd name="csX540" fmla="*/ 311016 w 366535"/>
                <a:gd name="csY540" fmla="*/ 103705 h 238193"/>
                <a:gd name="csX541" fmla="*/ 311959 w 366535"/>
                <a:gd name="csY541" fmla="*/ 103804 h 238193"/>
                <a:gd name="csX542" fmla="*/ 312575 w 366535"/>
                <a:gd name="csY542" fmla="*/ 103271 h 238193"/>
                <a:gd name="csX543" fmla="*/ 313625 w 366535"/>
                <a:gd name="csY543" fmla="*/ 101764 h 238193"/>
                <a:gd name="csX544" fmla="*/ 314751 w 366535"/>
                <a:gd name="csY544" fmla="*/ 100007 h 238193"/>
                <a:gd name="csX545" fmla="*/ 315809 w 366535"/>
                <a:gd name="csY545" fmla="*/ 99277 h 238193"/>
                <a:gd name="csX546" fmla="*/ 317856 w 366535"/>
                <a:gd name="csY546" fmla="*/ 98904 h 238193"/>
                <a:gd name="csX547" fmla="*/ 319750 w 366535"/>
                <a:gd name="csY547" fmla="*/ 97740 h 238193"/>
                <a:gd name="csX548" fmla="*/ 313466 w 366535"/>
                <a:gd name="csY548" fmla="*/ 135067 h 238193"/>
                <a:gd name="csX549" fmla="*/ 313390 w 366535"/>
                <a:gd name="csY549" fmla="*/ 134383 h 238193"/>
                <a:gd name="csX550" fmla="*/ 312727 w 366535"/>
                <a:gd name="csY550" fmla="*/ 133234 h 238193"/>
                <a:gd name="csX551" fmla="*/ 311738 w 366535"/>
                <a:gd name="csY551" fmla="*/ 132587 h 238193"/>
                <a:gd name="csX552" fmla="*/ 311267 w 366535"/>
                <a:gd name="csY552" fmla="*/ 132868 h 238193"/>
                <a:gd name="csX553" fmla="*/ 311670 w 366535"/>
                <a:gd name="csY553" fmla="*/ 133804 h 238193"/>
                <a:gd name="csX554" fmla="*/ 312819 w 366535"/>
                <a:gd name="csY554" fmla="*/ 135136 h 238193"/>
                <a:gd name="csX555" fmla="*/ 313466 w 366535"/>
                <a:gd name="csY555" fmla="*/ 135067 h 238193"/>
                <a:gd name="csX556" fmla="*/ 325289 w 366535"/>
                <a:gd name="csY556" fmla="*/ 164231 h 238193"/>
                <a:gd name="csX557" fmla="*/ 324216 w 366535"/>
                <a:gd name="csY557" fmla="*/ 164482 h 238193"/>
                <a:gd name="csX558" fmla="*/ 322253 w 366535"/>
                <a:gd name="csY558" fmla="*/ 164444 h 238193"/>
                <a:gd name="csX559" fmla="*/ 321135 w 366535"/>
                <a:gd name="csY559" fmla="*/ 164155 h 238193"/>
                <a:gd name="csX560" fmla="*/ 321820 w 366535"/>
                <a:gd name="csY560" fmla="*/ 161902 h 238193"/>
                <a:gd name="csX561" fmla="*/ 321842 w 366535"/>
                <a:gd name="csY561" fmla="*/ 161454 h 238193"/>
                <a:gd name="csX562" fmla="*/ 321759 w 366535"/>
                <a:gd name="csY562" fmla="*/ 161393 h 238193"/>
                <a:gd name="csX563" fmla="*/ 321196 w 366535"/>
                <a:gd name="csY563" fmla="*/ 161088 h 238193"/>
                <a:gd name="csX564" fmla="*/ 320344 w 366535"/>
                <a:gd name="csY564" fmla="*/ 160168 h 238193"/>
                <a:gd name="csX565" fmla="*/ 320047 w 366535"/>
                <a:gd name="csY565" fmla="*/ 158806 h 238193"/>
                <a:gd name="csX566" fmla="*/ 320382 w 366535"/>
                <a:gd name="csY566" fmla="*/ 157543 h 238193"/>
                <a:gd name="csX567" fmla="*/ 321006 w 366535"/>
                <a:gd name="csY567" fmla="*/ 157018 h 238193"/>
                <a:gd name="csX568" fmla="*/ 321401 w 366535"/>
                <a:gd name="csY568" fmla="*/ 157109 h 238193"/>
                <a:gd name="csX569" fmla="*/ 322603 w 366535"/>
                <a:gd name="csY569" fmla="*/ 159034 h 238193"/>
                <a:gd name="csX570" fmla="*/ 323676 w 366535"/>
                <a:gd name="csY570" fmla="*/ 159597 h 238193"/>
                <a:gd name="csX571" fmla="*/ 325768 w 366535"/>
                <a:gd name="csY571" fmla="*/ 159917 h 238193"/>
                <a:gd name="csX572" fmla="*/ 324711 w 366535"/>
                <a:gd name="csY572" fmla="*/ 161819 h 238193"/>
                <a:gd name="csX573" fmla="*/ 325495 w 366535"/>
                <a:gd name="csY573" fmla="*/ 163850 h 238193"/>
                <a:gd name="csX574" fmla="*/ 325289 w 366535"/>
                <a:gd name="csY574" fmla="*/ 164231 h 238193"/>
                <a:gd name="csX575" fmla="*/ 337531 w 366535"/>
                <a:gd name="csY575" fmla="*/ 162633 h 238193"/>
                <a:gd name="csX576" fmla="*/ 336961 w 366535"/>
                <a:gd name="csY576" fmla="*/ 163828 h 238193"/>
                <a:gd name="csX577" fmla="*/ 335957 w 366535"/>
                <a:gd name="csY577" fmla="*/ 163539 h 238193"/>
                <a:gd name="csX578" fmla="*/ 335165 w 366535"/>
                <a:gd name="csY578" fmla="*/ 162747 h 238193"/>
                <a:gd name="csX579" fmla="*/ 335424 w 366535"/>
                <a:gd name="csY579" fmla="*/ 162123 h 238193"/>
                <a:gd name="csX580" fmla="*/ 336603 w 366535"/>
                <a:gd name="csY580" fmla="*/ 161781 h 238193"/>
                <a:gd name="csX581" fmla="*/ 337219 w 366535"/>
                <a:gd name="csY581" fmla="*/ 161439 h 238193"/>
                <a:gd name="csX582" fmla="*/ 337737 w 366535"/>
                <a:gd name="csY582" fmla="*/ 161377 h 238193"/>
                <a:gd name="csX583" fmla="*/ 337531 w 366535"/>
                <a:gd name="csY583" fmla="*/ 162633 h 238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366535" h="238193">
                  <a:moveTo>
                    <a:pt x="319750" y="97740"/>
                  </a:moveTo>
                  <a:lnTo>
                    <a:pt x="320443" y="97230"/>
                  </a:lnTo>
                  <a:lnTo>
                    <a:pt x="321660" y="96712"/>
                  </a:lnTo>
                  <a:lnTo>
                    <a:pt x="323668" y="97709"/>
                  </a:lnTo>
                  <a:lnTo>
                    <a:pt x="325426" y="98965"/>
                  </a:lnTo>
                  <a:lnTo>
                    <a:pt x="325852" y="99543"/>
                  </a:lnTo>
                  <a:lnTo>
                    <a:pt x="325768" y="100212"/>
                  </a:lnTo>
                  <a:lnTo>
                    <a:pt x="321576" y="102655"/>
                  </a:lnTo>
                  <a:lnTo>
                    <a:pt x="318974" y="103796"/>
                  </a:lnTo>
                  <a:lnTo>
                    <a:pt x="317825" y="104001"/>
                  </a:lnTo>
                  <a:lnTo>
                    <a:pt x="317513" y="104321"/>
                  </a:lnTo>
                  <a:lnTo>
                    <a:pt x="316691" y="107098"/>
                  </a:lnTo>
                  <a:lnTo>
                    <a:pt x="315079" y="107593"/>
                  </a:lnTo>
                  <a:lnTo>
                    <a:pt x="313009" y="108437"/>
                  </a:lnTo>
                  <a:lnTo>
                    <a:pt x="311564" y="109716"/>
                  </a:lnTo>
                  <a:lnTo>
                    <a:pt x="309258" y="112728"/>
                  </a:lnTo>
                  <a:lnTo>
                    <a:pt x="303399" y="117103"/>
                  </a:lnTo>
                  <a:lnTo>
                    <a:pt x="303316" y="117993"/>
                  </a:lnTo>
                  <a:lnTo>
                    <a:pt x="303825" y="118716"/>
                  </a:lnTo>
                  <a:lnTo>
                    <a:pt x="305728" y="119219"/>
                  </a:lnTo>
                  <a:lnTo>
                    <a:pt x="308239" y="120558"/>
                  </a:lnTo>
                  <a:lnTo>
                    <a:pt x="309600" y="121608"/>
                  </a:lnTo>
                  <a:lnTo>
                    <a:pt x="313321" y="120253"/>
                  </a:lnTo>
                  <a:lnTo>
                    <a:pt x="314242" y="120550"/>
                  </a:lnTo>
                  <a:lnTo>
                    <a:pt x="315216" y="121950"/>
                  </a:lnTo>
                  <a:lnTo>
                    <a:pt x="316243" y="125861"/>
                  </a:lnTo>
                  <a:lnTo>
                    <a:pt x="317909" y="126926"/>
                  </a:lnTo>
                  <a:lnTo>
                    <a:pt x="320093" y="127740"/>
                  </a:lnTo>
                  <a:lnTo>
                    <a:pt x="321447" y="128006"/>
                  </a:lnTo>
                  <a:lnTo>
                    <a:pt x="323250" y="128965"/>
                  </a:lnTo>
                  <a:lnTo>
                    <a:pt x="325655" y="129323"/>
                  </a:lnTo>
                  <a:lnTo>
                    <a:pt x="327267" y="128973"/>
                  </a:lnTo>
                  <a:lnTo>
                    <a:pt x="329284" y="129794"/>
                  </a:lnTo>
                  <a:lnTo>
                    <a:pt x="329611" y="129437"/>
                  </a:lnTo>
                  <a:lnTo>
                    <a:pt x="329877" y="123609"/>
                  </a:lnTo>
                  <a:lnTo>
                    <a:pt x="331566" y="124582"/>
                  </a:lnTo>
                  <a:lnTo>
                    <a:pt x="332540" y="124567"/>
                  </a:lnTo>
                  <a:lnTo>
                    <a:pt x="333392" y="123852"/>
                  </a:lnTo>
                  <a:lnTo>
                    <a:pt x="333833" y="122886"/>
                  </a:lnTo>
                  <a:lnTo>
                    <a:pt x="334123" y="120961"/>
                  </a:lnTo>
                  <a:lnTo>
                    <a:pt x="333750" y="119036"/>
                  </a:lnTo>
                  <a:lnTo>
                    <a:pt x="334503" y="118153"/>
                  </a:lnTo>
                  <a:lnTo>
                    <a:pt x="335089" y="117955"/>
                  </a:lnTo>
                  <a:lnTo>
                    <a:pt x="335523" y="118191"/>
                  </a:lnTo>
                  <a:lnTo>
                    <a:pt x="335781" y="118686"/>
                  </a:lnTo>
                  <a:lnTo>
                    <a:pt x="335858" y="120428"/>
                  </a:lnTo>
                  <a:lnTo>
                    <a:pt x="337075" y="121166"/>
                  </a:lnTo>
                  <a:lnTo>
                    <a:pt x="337821" y="121593"/>
                  </a:lnTo>
                  <a:lnTo>
                    <a:pt x="338528" y="123069"/>
                  </a:lnTo>
                  <a:lnTo>
                    <a:pt x="339220" y="124476"/>
                  </a:lnTo>
                  <a:lnTo>
                    <a:pt x="339662" y="127771"/>
                  </a:lnTo>
                  <a:lnTo>
                    <a:pt x="341374" y="127999"/>
                  </a:lnTo>
                  <a:lnTo>
                    <a:pt x="343382" y="128630"/>
                  </a:lnTo>
                  <a:lnTo>
                    <a:pt x="344729" y="128014"/>
                  </a:lnTo>
                  <a:lnTo>
                    <a:pt x="345771" y="128379"/>
                  </a:lnTo>
                  <a:lnTo>
                    <a:pt x="346129" y="129939"/>
                  </a:lnTo>
                  <a:lnTo>
                    <a:pt x="346122" y="131392"/>
                  </a:lnTo>
                  <a:lnTo>
                    <a:pt x="346273" y="132549"/>
                  </a:lnTo>
                  <a:lnTo>
                    <a:pt x="346814" y="132876"/>
                  </a:lnTo>
                  <a:lnTo>
                    <a:pt x="348564" y="132153"/>
                  </a:lnTo>
                  <a:lnTo>
                    <a:pt x="350032" y="132054"/>
                  </a:lnTo>
                  <a:lnTo>
                    <a:pt x="351386" y="132746"/>
                  </a:lnTo>
                  <a:lnTo>
                    <a:pt x="353068" y="133796"/>
                  </a:lnTo>
                  <a:lnTo>
                    <a:pt x="355510" y="136551"/>
                  </a:lnTo>
                  <a:lnTo>
                    <a:pt x="356317" y="136946"/>
                  </a:lnTo>
                  <a:lnTo>
                    <a:pt x="359999" y="137160"/>
                  </a:lnTo>
                  <a:lnTo>
                    <a:pt x="360768" y="137723"/>
                  </a:lnTo>
                  <a:lnTo>
                    <a:pt x="362031" y="137723"/>
                  </a:lnTo>
                  <a:lnTo>
                    <a:pt x="363401" y="137228"/>
                  </a:lnTo>
                  <a:lnTo>
                    <a:pt x="366436" y="138118"/>
                  </a:lnTo>
                  <a:lnTo>
                    <a:pt x="366535" y="138620"/>
                  </a:lnTo>
                  <a:lnTo>
                    <a:pt x="366025" y="139313"/>
                  </a:lnTo>
                  <a:lnTo>
                    <a:pt x="358790" y="143117"/>
                  </a:lnTo>
                  <a:lnTo>
                    <a:pt x="358257" y="144289"/>
                  </a:lnTo>
                  <a:lnTo>
                    <a:pt x="356781" y="145772"/>
                  </a:lnTo>
                  <a:lnTo>
                    <a:pt x="355168" y="146617"/>
                  </a:lnTo>
                  <a:lnTo>
                    <a:pt x="354384" y="146647"/>
                  </a:lnTo>
                  <a:lnTo>
                    <a:pt x="350846" y="145141"/>
                  </a:lnTo>
                  <a:lnTo>
                    <a:pt x="350435" y="145506"/>
                  </a:lnTo>
                  <a:lnTo>
                    <a:pt x="350146" y="146115"/>
                  </a:lnTo>
                  <a:lnTo>
                    <a:pt x="350162" y="146777"/>
                  </a:lnTo>
                  <a:lnTo>
                    <a:pt x="350938" y="148359"/>
                  </a:lnTo>
                  <a:lnTo>
                    <a:pt x="350580" y="149356"/>
                  </a:lnTo>
                  <a:lnTo>
                    <a:pt x="349903" y="150079"/>
                  </a:lnTo>
                  <a:lnTo>
                    <a:pt x="347689" y="149447"/>
                  </a:lnTo>
                  <a:lnTo>
                    <a:pt x="347278" y="149044"/>
                  </a:lnTo>
                  <a:lnTo>
                    <a:pt x="347232" y="148603"/>
                  </a:lnTo>
                  <a:lnTo>
                    <a:pt x="346380" y="148603"/>
                  </a:lnTo>
                  <a:lnTo>
                    <a:pt x="345064" y="149044"/>
                  </a:lnTo>
                  <a:lnTo>
                    <a:pt x="342530" y="151776"/>
                  </a:lnTo>
                  <a:lnTo>
                    <a:pt x="341648" y="153206"/>
                  </a:lnTo>
                  <a:lnTo>
                    <a:pt x="341320" y="154066"/>
                  </a:lnTo>
                  <a:lnTo>
                    <a:pt x="340194" y="154553"/>
                  </a:lnTo>
                  <a:lnTo>
                    <a:pt x="338970" y="154735"/>
                  </a:lnTo>
                  <a:lnTo>
                    <a:pt x="337387" y="156021"/>
                  </a:lnTo>
                  <a:lnTo>
                    <a:pt x="335667" y="157018"/>
                  </a:lnTo>
                  <a:lnTo>
                    <a:pt x="335119" y="156288"/>
                  </a:lnTo>
                  <a:lnTo>
                    <a:pt x="334784" y="155473"/>
                  </a:lnTo>
                  <a:lnTo>
                    <a:pt x="334328" y="155215"/>
                  </a:lnTo>
                  <a:lnTo>
                    <a:pt x="333271" y="155405"/>
                  </a:lnTo>
                  <a:lnTo>
                    <a:pt x="331993" y="155435"/>
                  </a:lnTo>
                  <a:lnTo>
                    <a:pt x="330646" y="154515"/>
                  </a:lnTo>
                  <a:lnTo>
                    <a:pt x="328903" y="153586"/>
                  </a:lnTo>
                  <a:lnTo>
                    <a:pt x="327382" y="153259"/>
                  </a:lnTo>
                  <a:lnTo>
                    <a:pt x="322892" y="153693"/>
                  </a:lnTo>
                  <a:lnTo>
                    <a:pt x="320671" y="154149"/>
                  </a:lnTo>
                  <a:lnTo>
                    <a:pt x="319971" y="154598"/>
                  </a:lnTo>
                  <a:lnTo>
                    <a:pt x="318723" y="154720"/>
                  </a:lnTo>
                  <a:lnTo>
                    <a:pt x="313466" y="155656"/>
                  </a:lnTo>
                  <a:lnTo>
                    <a:pt x="312392" y="155291"/>
                  </a:lnTo>
                  <a:lnTo>
                    <a:pt x="311601" y="153815"/>
                  </a:lnTo>
                  <a:lnTo>
                    <a:pt x="310909" y="152217"/>
                  </a:lnTo>
                  <a:lnTo>
                    <a:pt x="309547" y="151639"/>
                  </a:lnTo>
                  <a:lnTo>
                    <a:pt x="308018" y="151190"/>
                  </a:lnTo>
                  <a:lnTo>
                    <a:pt x="307447" y="150551"/>
                  </a:lnTo>
                  <a:lnTo>
                    <a:pt x="307409" y="149774"/>
                  </a:lnTo>
                  <a:lnTo>
                    <a:pt x="307569" y="149014"/>
                  </a:lnTo>
                  <a:lnTo>
                    <a:pt x="307691" y="148618"/>
                  </a:lnTo>
                  <a:lnTo>
                    <a:pt x="311236" y="145559"/>
                  </a:lnTo>
                  <a:lnTo>
                    <a:pt x="314432" y="142805"/>
                  </a:lnTo>
                  <a:lnTo>
                    <a:pt x="314728" y="142584"/>
                  </a:lnTo>
                  <a:lnTo>
                    <a:pt x="315018" y="142059"/>
                  </a:lnTo>
                  <a:lnTo>
                    <a:pt x="315558" y="141108"/>
                  </a:lnTo>
                  <a:lnTo>
                    <a:pt x="315558" y="140614"/>
                  </a:lnTo>
                  <a:lnTo>
                    <a:pt x="313169" y="139518"/>
                  </a:lnTo>
                  <a:lnTo>
                    <a:pt x="313077" y="139016"/>
                  </a:lnTo>
                  <a:lnTo>
                    <a:pt x="313557" y="138499"/>
                  </a:lnTo>
                  <a:lnTo>
                    <a:pt x="313557" y="137806"/>
                  </a:lnTo>
                  <a:lnTo>
                    <a:pt x="311868" y="135782"/>
                  </a:lnTo>
                  <a:lnTo>
                    <a:pt x="308946" y="132625"/>
                  </a:lnTo>
                  <a:lnTo>
                    <a:pt x="308102" y="132298"/>
                  </a:lnTo>
                  <a:lnTo>
                    <a:pt x="307477" y="132503"/>
                  </a:lnTo>
                  <a:lnTo>
                    <a:pt x="306336" y="135554"/>
                  </a:lnTo>
                  <a:lnTo>
                    <a:pt x="305766" y="136330"/>
                  </a:lnTo>
                  <a:lnTo>
                    <a:pt x="302433" y="138331"/>
                  </a:lnTo>
                  <a:lnTo>
                    <a:pt x="299648" y="139708"/>
                  </a:lnTo>
                  <a:lnTo>
                    <a:pt x="294688" y="142151"/>
                  </a:lnTo>
                  <a:lnTo>
                    <a:pt x="293394" y="142919"/>
                  </a:lnTo>
                  <a:lnTo>
                    <a:pt x="292496" y="142782"/>
                  </a:lnTo>
                  <a:lnTo>
                    <a:pt x="291598" y="142303"/>
                  </a:lnTo>
                  <a:lnTo>
                    <a:pt x="288814" y="139830"/>
                  </a:lnTo>
                  <a:lnTo>
                    <a:pt x="287018" y="138986"/>
                  </a:lnTo>
                  <a:lnTo>
                    <a:pt x="285808" y="139823"/>
                  </a:lnTo>
                  <a:lnTo>
                    <a:pt x="284789" y="141040"/>
                  </a:lnTo>
                  <a:lnTo>
                    <a:pt x="284888" y="143543"/>
                  </a:lnTo>
                  <a:lnTo>
                    <a:pt x="283739" y="144859"/>
                  </a:lnTo>
                  <a:lnTo>
                    <a:pt x="282590" y="145453"/>
                  </a:lnTo>
                  <a:lnTo>
                    <a:pt x="284682" y="152141"/>
                  </a:lnTo>
                  <a:lnTo>
                    <a:pt x="284477" y="153001"/>
                  </a:lnTo>
                  <a:lnTo>
                    <a:pt x="282879" y="153236"/>
                  </a:lnTo>
                  <a:lnTo>
                    <a:pt x="284051" y="155747"/>
                  </a:lnTo>
                  <a:lnTo>
                    <a:pt x="283062" y="156036"/>
                  </a:lnTo>
                  <a:lnTo>
                    <a:pt x="280543" y="155450"/>
                  </a:lnTo>
                  <a:lnTo>
                    <a:pt x="277157" y="155062"/>
                  </a:lnTo>
                  <a:lnTo>
                    <a:pt x="270766" y="156173"/>
                  </a:lnTo>
                  <a:lnTo>
                    <a:pt x="270295" y="156607"/>
                  </a:lnTo>
                  <a:lnTo>
                    <a:pt x="270120" y="157162"/>
                  </a:lnTo>
                  <a:lnTo>
                    <a:pt x="270492" y="157665"/>
                  </a:lnTo>
                  <a:lnTo>
                    <a:pt x="273589" y="157718"/>
                  </a:lnTo>
                  <a:lnTo>
                    <a:pt x="276617" y="157467"/>
                  </a:lnTo>
                  <a:lnTo>
                    <a:pt x="277454" y="157931"/>
                  </a:lnTo>
                  <a:lnTo>
                    <a:pt x="277584" y="158753"/>
                  </a:lnTo>
                  <a:lnTo>
                    <a:pt x="277234" y="159270"/>
                  </a:lnTo>
                  <a:lnTo>
                    <a:pt x="276222" y="159361"/>
                  </a:lnTo>
                  <a:lnTo>
                    <a:pt x="274007" y="159856"/>
                  </a:lnTo>
                  <a:lnTo>
                    <a:pt x="273756" y="160381"/>
                  </a:lnTo>
                  <a:lnTo>
                    <a:pt x="273680" y="160883"/>
                  </a:lnTo>
                  <a:lnTo>
                    <a:pt x="274434" y="162336"/>
                  </a:lnTo>
                  <a:lnTo>
                    <a:pt x="275271" y="163265"/>
                  </a:lnTo>
                  <a:lnTo>
                    <a:pt x="275377" y="163812"/>
                  </a:lnTo>
                  <a:lnTo>
                    <a:pt x="275027" y="164276"/>
                  </a:lnTo>
                  <a:lnTo>
                    <a:pt x="274601" y="164459"/>
                  </a:lnTo>
                  <a:lnTo>
                    <a:pt x="273855" y="163774"/>
                  </a:lnTo>
                  <a:lnTo>
                    <a:pt x="273429" y="163911"/>
                  </a:lnTo>
                  <a:lnTo>
                    <a:pt x="273224" y="164535"/>
                  </a:lnTo>
                  <a:lnTo>
                    <a:pt x="273018" y="165266"/>
                  </a:lnTo>
                  <a:lnTo>
                    <a:pt x="272532" y="165798"/>
                  </a:lnTo>
                  <a:lnTo>
                    <a:pt x="271496" y="165517"/>
                  </a:lnTo>
                  <a:lnTo>
                    <a:pt x="270470" y="165722"/>
                  </a:lnTo>
                  <a:lnTo>
                    <a:pt x="269861" y="168370"/>
                  </a:lnTo>
                  <a:lnTo>
                    <a:pt x="269344" y="171368"/>
                  </a:lnTo>
                  <a:lnTo>
                    <a:pt x="267654" y="173361"/>
                  </a:lnTo>
                  <a:lnTo>
                    <a:pt x="266718" y="174084"/>
                  </a:lnTo>
                  <a:lnTo>
                    <a:pt x="265341" y="174297"/>
                  </a:lnTo>
                  <a:lnTo>
                    <a:pt x="263294" y="174053"/>
                  </a:lnTo>
                  <a:lnTo>
                    <a:pt x="262054" y="173757"/>
                  </a:lnTo>
                  <a:lnTo>
                    <a:pt x="258463" y="173315"/>
                  </a:lnTo>
                  <a:lnTo>
                    <a:pt x="254864" y="172501"/>
                  </a:lnTo>
                  <a:lnTo>
                    <a:pt x="250817" y="171740"/>
                  </a:lnTo>
                  <a:lnTo>
                    <a:pt x="247050" y="173498"/>
                  </a:lnTo>
                  <a:lnTo>
                    <a:pt x="245962" y="174571"/>
                  </a:lnTo>
                  <a:lnTo>
                    <a:pt x="245270" y="175575"/>
                  </a:lnTo>
                  <a:lnTo>
                    <a:pt x="244562" y="176039"/>
                  </a:lnTo>
                  <a:lnTo>
                    <a:pt x="242926" y="182187"/>
                  </a:lnTo>
                  <a:lnTo>
                    <a:pt x="243094" y="182887"/>
                  </a:lnTo>
                  <a:lnTo>
                    <a:pt x="243999" y="183435"/>
                  </a:lnTo>
                  <a:lnTo>
                    <a:pt x="248618" y="184705"/>
                  </a:lnTo>
                  <a:lnTo>
                    <a:pt x="249295" y="185230"/>
                  </a:lnTo>
                  <a:lnTo>
                    <a:pt x="249698" y="185832"/>
                  </a:lnTo>
                  <a:lnTo>
                    <a:pt x="249896" y="188586"/>
                  </a:lnTo>
                  <a:lnTo>
                    <a:pt x="250276" y="188966"/>
                  </a:lnTo>
                  <a:lnTo>
                    <a:pt x="251859" y="189309"/>
                  </a:lnTo>
                  <a:lnTo>
                    <a:pt x="254149" y="189286"/>
                  </a:lnTo>
                  <a:lnTo>
                    <a:pt x="255944" y="189012"/>
                  </a:lnTo>
                  <a:lnTo>
                    <a:pt x="257748" y="189263"/>
                  </a:lnTo>
                  <a:lnTo>
                    <a:pt x="259011" y="189856"/>
                  </a:lnTo>
                  <a:lnTo>
                    <a:pt x="259627" y="190792"/>
                  </a:lnTo>
                  <a:lnTo>
                    <a:pt x="259970" y="191804"/>
                  </a:lnTo>
                  <a:lnTo>
                    <a:pt x="257824" y="197838"/>
                  </a:lnTo>
                  <a:lnTo>
                    <a:pt x="257999" y="200029"/>
                  </a:lnTo>
                  <a:lnTo>
                    <a:pt x="258661" y="203164"/>
                  </a:lnTo>
                  <a:lnTo>
                    <a:pt x="259878" y="205621"/>
                  </a:lnTo>
                  <a:lnTo>
                    <a:pt x="262169" y="208018"/>
                  </a:lnTo>
                  <a:lnTo>
                    <a:pt x="263911" y="209555"/>
                  </a:lnTo>
                  <a:lnTo>
                    <a:pt x="264276" y="210278"/>
                  </a:lnTo>
                  <a:lnTo>
                    <a:pt x="264368" y="211396"/>
                  </a:lnTo>
                  <a:lnTo>
                    <a:pt x="264086" y="212827"/>
                  </a:lnTo>
                  <a:lnTo>
                    <a:pt x="263082" y="215094"/>
                  </a:lnTo>
                  <a:lnTo>
                    <a:pt x="261849" y="217072"/>
                  </a:lnTo>
                  <a:lnTo>
                    <a:pt x="260517" y="217909"/>
                  </a:lnTo>
                  <a:lnTo>
                    <a:pt x="258669" y="220420"/>
                  </a:lnTo>
                  <a:lnTo>
                    <a:pt x="257033" y="223501"/>
                  </a:lnTo>
                  <a:lnTo>
                    <a:pt x="253890" y="227534"/>
                  </a:lnTo>
                  <a:lnTo>
                    <a:pt x="252833" y="229779"/>
                  </a:lnTo>
                  <a:lnTo>
                    <a:pt x="252483" y="236253"/>
                  </a:lnTo>
                  <a:lnTo>
                    <a:pt x="251653" y="238194"/>
                  </a:lnTo>
                  <a:lnTo>
                    <a:pt x="251524" y="237456"/>
                  </a:lnTo>
                  <a:lnTo>
                    <a:pt x="250390" y="236717"/>
                  </a:lnTo>
                  <a:lnTo>
                    <a:pt x="248412" y="236847"/>
                  </a:lnTo>
                  <a:lnTo>
                    <a:pt x="247111" y="236497"/>
                  </a:lnTo>
                  <a:lnTo>
                    <a:pt x="246487" y="235667"/>
                  </a:lnTo>
                  <a:lnTo>
                    <a:pt x="244874" y="235903"/>
                  </a:lnTo>
                  <a:lnTo>
                    <a:pt x="242272" y="237189"/>
                  </a:lnTo>
                  <a:lnTo>
                    <a:pt x="239617" y="236505"/>
                  </a:lnTo>
                  <a:lnTo>
                    <a:pt x="236916" y="233842"/>
                  </a:lnTo>
                  <a:lnTo>
                    <a:pt x="231765" y="232868"/>
                  </a:lnTo>
                  <a:lnTo>
                    <a:pt x="225244" y="233476"/>
                  </a:lnTo>
                  <a:lnTo>
                    <a:pt x="225001" y="230524"/>
                  </a:lnTo>
                  <a:lnTo>
                    <a:pt x="225016" y="226758"/>
                  </a:lnTo>
                  <a:lnTo>
                    <a:pt x="225312" y="221744"/>
                  </a:lnTo>
                  <a:lnTo>
                    <a:pt x="227534" y="217803"/>
                  </a:lnTo>
                  <a:lnTo>
                    <a:pt x="227466" y="217049"/>
                  </a:lnTo>
                  <a:lnTo>
                    <a:pt x="227032" y="216327"/>
                  </a:lnTo>
                  <a:lnTo>
                    <a:pt x="226355" y="215680"/>
                  </a:lnTo>
                  <a:lnTo>
                    <a:pt x="222406" y="214592"/>
                  </a:lnTo>
                  <a:lnTo>
                    <a:pt x="221249" y="214021"/>
                  </a:lnTo>
                  <a:lnTo>
                    <a:pt x="219720" y="212773"/>
                  </a:lnTo>
                  <a:lnTo>
                    <a:pt x="217788" y="211465"/>
                  </a:lnTo>
                  <a:lnTo>
                    <a:pt x="216106" y="210559"/>
                  </a:lnTo>
                  <a:lnTo>
                    <a:pt x="213466" y="209365"/>
                  </a:lnTo>
                  <a:lnTo>
                    <a:pt x="211031" y="208703"/>
                  </a:lnTo>
                  <a:lnTo>
                    <a:pt x="209601" y="209205"/>
                  </a:lnTo>
                  <a:lnTo>
                    <a:pt x="208285" y="209844"/>
                  </a:lnTo>
                  <a:lnTo>
                    <a:pt x="207052" y="209859"/>
                  </a:lnTo>
                  <a:lnTo>
                    <a:pt x="205820" y="209509"/>
                  </a:lnTo>
                  <a:lnTo>
                    <a:pt x="201254" y="206519"/>
                  </a:lnTo>
                  <a:lnTo>
                    <a:pt x="194361" y="201345"/>
                  </a:lnTo>
                  <a:lnTo>
                    <a:pt x="188898" y="197724"/>
                  </a:lnTo>
                  <a:lnTo>
                    <a:pt x="185466" y="195989"/>
                  </a:lnTo>
                  <a:lnTo>
                    <a:pt x="184652" y="195433"/>
                  </a:lnTo>
                  <a:lnTo>
                    <a:pt x="182727" y="193805"/>
                  </a:lnTo>
                  <a:lnTo>
                    <a:pt x="177995" y="189408"/>
                  </a:lnTo>
                  <a:lnTo>
                    <a:pt x="174853" y="190054"/>
                  </a:lnTo>
                  <a:lnTo>
                    <a:pt x="170363" y="187193"/>
                  </a:lnTo>
                  <a:lnTo>
                    <a:pt x="166331" y="184394"/>
                  </a:lnTo>
                  <a:lnTo>
                    <a:pt x="165418" y="183633"/>
                  </a:lnTo>
                  <a:lnTo>
                    <a:pt x="160830" y="178444"/>
                  </a:lnTo>
                  <a:lnTo>
                    <a:pt x="156250" y="175073"/>
                  </a:lnTo>
                  <a:lnTo>
                    <a:pt x="151258" y="171390"/>
                  </a:lnTo>
                  <a:lnTo>
                    <a:pt x="148032" y="169078"/>
                  </a:lnTo>
                  <a:lnTo>
                    <a:pt x="142562" y="165151"/>
                  </a:lnTo>
                  <a:lnTo>
                    <a:pt x="139884" y="162778"/>
                  </a:lnTo>
                  <a:lnTo>
                    <a:pt x="138978" y="161902"/>
                  </a:lnTo>
                  <a:lnTo>
                    <a:pt x="138096" y="160221"/>
                  </a:lnTo>
                  <a:lnTo>
                    <a:pt x="136665" y="151981"/>
                  </a:lnTo>
                  <a:lnTo>
                    <a:pt x="135022" y="148192"/>
                  </a:lnTo>
                  <a:lnTo>
                    <a:pt x="132678" y="146130"/>
                  </a:lnTo>
                  <a:lnTo>
                    <a:pt x="130685" y="142151"/>
                  </a:lnTo>
                  <a:lnTo>
                    <a:pt x="129026" y="136239"/>
                  </a:lnTo>
                  <a:lnTo>
                    <a:pt x="127657" y="132389"/>
                  </a:lnTo>
                  <a:lnTo>
                    <a:pt x="126569" y="130609"/>
                  </a:lnTo>
                  <a:lnTo>
                    <a:pt x="124377" y="128638"/>
                  </a:lnTo>
                  <a:lnTo>
                    <a:pt x="121053" y="126477"/>
                  </a:lnTo>
                  <a:lnTo>
                    <a:pt x="117903" y="125450"/>
                  </a:lnTo>
                  <a:lnTo>
                    <a:pt x="116769" y="125488"/>
                  </a:lnTo>
                  <a:lnTo>
                    <a:pt x="116206" y="125754"/>
                  </a:lnTo>
                  <a:lnTo>
                    <a:pt x="115567" y="126120"/>
                  </a:lnTo>
                  <a:lnTo>
                    <a:pt x="114319" y="127732"/>
                  </a:lnTo>
                  <a:lnTo>
                    <a:pt x="112478" y="127900"/>
                  </a:lnTo>
                  <a:lnTo>
                    <a:pt x="111123" y="127862"/>
                  </a:lnTo>
                  <a:lnTo>
                    <a:pt x="109860" y="127284"/>
                  </a:lnTo>
                  <a:lnTo>
                    <a:pt x="105873" y="126774"/>
                  </a:lnTo>
                  <a:lnTo>
                    <a:pt x="104458" y="126211"/>
                  </a:lnTo>
                  <a:lnTo>
                    <a:pt x="102061" y="126294"/>
                  </a:lnTo>
                  <a:lnTo>
                    <a:pt x="96910" y="127132"/>
                  </a:lnTo>
                  <a:lnTo>
                    <a:pt x="95655" y="126979"/>
                  </a:lnTo>
                  <a:lnTo>
                    <a:pt x="90215" y="123373"/>
                  </a:lnTo>
                  <a:lnTo>
                    <a:pt x="87849" y="121942"/>
                  </a:lnTo>
                  <a:lnTo>
                    <a:pt x="87377" y="121151"/>
                  </a:lnTo>
                  <a:lnTo>
                    <a:pt x="87400" y="119766"/>
                  </a:lnTo>
                  <a:lnTo>
                    <a:pt x="88198" y="117803"/>
                  </a:lnTo>
                  <a:lnTo>
                    <a:pt x="88883" y="116411"/>
                  </a:lnTo>
                  <a:lnTo>
                    <a:pt x="88579" y="114965"/>
                  </a:lnTo>
                  <a:lnTo>
                    <a:pt x="87544" y="113383"/>
                  </a:lnTo>
                  <a:lnTo>
                    <a:pt x="87544" y="111694"/>
                  </a:lnTo>
                  <a:lnTo>
                    <a:pt x="88252" y="110750"/>
                  </a:lnTo>
                  <a:lnTo>
                    <a:pt x="89697" y="111047"/>
                  </a:lnTo>
                  <a:lnTo>
                    <a:pt x="90215" y="110453"/>
                  </a:lnTo>
                  <a:lnTo>
                    <a:pt x="90032" y="109556"/>
                  </a:lnTo>
                  <a:lnTo>
                    <a:pt x="89248" y="108917"/>
                  </a:lnTo>
                  <a:lnTo>
                    <a:pt x="88206" y="107479"/>
                  </a:lnTo>
                  <a:lnTo>
                    <a:pt x="85125" y="106139"/>
                  </a:lnTo>
                  <a:lnTo>
                    <a:pt x="84683" y="105592"/>
                  </a:lnTo>
                  <a:lnTo>
                    <a:pt x="84843" y="104968"/>
                  </a:lnTo>
                  <a:lnTo>
                    <a:pt x="85376" y="104298"/>
                  </a:lnTo>
                  <a:lnTo>
                    <a:pt x="85482" y="102883"/>
                  </a:lnTo>
                  <a:lnTo>
                    <a:pt x="85536" y="101057"/>
                  </a:lnTo>
                  <a:lnTo>
                    <a:pt x="85947" y="100106"/>
                  </a:lnTo>
                  <a:lnTo>
                    <a:pt x="86061" y="99360"/>
                  </a:lnTo>
                  <a:lnTo>
                    <a:pt x="85612" y="98759"/>
                  </a:lnTo>
                  <a:lnTo>
                    <a:pt x="84569" y="98059"/>
                  </a:lnTo>
                  <a:lnTo>
                    <a:pt x="82903" y="96362"/>
                  </a:lnTo>
                  <a:lnTo>
                    <a:pt x="80856" y="96180"/>
                  </a:lnTo>
                  <a:lnTo>
                    <a:pt x="74199" y="96241"/>
                  </a:lnTo>
                  <a:lnTo>
                    <a:pt x="72137" y="95556"/>
                  </a:lnTo>
                  <a:lnTo>
                    <a:pt x="70478" y="94605"/>
                  </a:lnTo>
                  <a:lnTo>
                    <a:pt x="68819" y="90983"/>
                  </a:lnTo>
                  <a:lnTo>
                    <a:pt x="67983" y="90123"/>
                  </a:lnTo>
                  <a:lnTo>
                    <a:pt x="67199" y="89766"/>
                  </a:lnTo>
                  <a:lnTo>
                    <a:pt x="65335" y="89644"/>
                  </a:lnTo>
                  <a:lnTo>
                    <a:pt x="63090" y="89294"/>
                  </a:lnTo>
                  <a:lnTo>
                    <a:pt x="61941" y="88678"/>
                  </a:lnTo>
                  <a:lnTo>
                    <a:pt x="58807" y="85360"/>
                  </a:lnTo>
                  <a:lnTo>
                    <a:pt x="55794" y="82393"/>
                  </a:lnTo>
                  <a:lnTo>
                    <a:pt x="54584" y="85193"/>
                  </a:lnTo>
                  <a:lnTo>
                    <a:pt x="53412" y="85749"/>
                  </a:lnTo>
                  <a:lnTo>
                    <a:pt x="50757" y="85490"/>
                  </a:lnTo>
                  <a:lnTo>
                    <a:pt x="48763" y="85018"/>
                  </a:lnTo>
                  <a:lnTo>
                    <a:pt x="47630" y="85650"/>
                  </a:lnTo>
                  <a:lnTo>
                    <a:pt x="46458" y="86753"/>
                  </a:lnTo>
                  <a:lnTo>
                    <a:pt x="46679" y="87483"/>
                  </a:lnTo>
                  <a:lnTo>
                    <a:pt x="47576" y="88252"/>
                  </a:lnTo>
                  <a:lnTo>
                    <a:pt x="49380" y="89675"/>
                  </a:lnTo>
                  <a:lnTo>
                    <a:pt x="52142" y="93152"/>
                  </a:lnTo>
                  <a:lnTo>
                    <a:pt x="53397" y="95069"/>
                  </a:lnTo>
                  <a:lnTo>
                    <a:pt x="53579" y="95739"/>
                  </a:lnTo>
                  <a:lnTo>
                    <a:pt x="53344" y="96241"/>
                  </a:lnTo>
                  <a:lnTo>
                    <a:pt x="52971" y="96454"/>
                  </a:lnTo>
                  <a:lnTo>
                    <a:pt x="52423" y="96446"/>
                  </a:lnTo>
                  <a:lnTo>
                    <a:pt x="51685" y="96439"/>
                  </a:lnTo>
                  <a:lnTo>
                    <a:pt x="51259" y="95868"/>
                  </a:lnTo>
                  <a:lnTo>
                    <a:pt x="51114" y="94879"/>
                  </a:lnTo>
                  <a:lnTo>
                    <a:pt x="50194" y="93380"/>
                  </a:lnTo>
                  <a:lnTo>
                    <a:pt x="49243" y="92512"/>
                  </a:lnTo>
                  <a:lnTo>
                    <a:pt x="48200" y="91972"/>
                  </a:lnTo>
                  <a:lnTo>
                    <a:pt x="46739" y="91569"/>
                  </a:lnTo>
                  <a:lnTo>
                    <a:pt x="44815" y="90854"/>
                  </a:lnTo>
                  <a:lnTo>
                    <a:pt x="43818" y="90823"/>
                  </a:lnTo>
                  <a:lnTo>
                    <a:pt x="42852" y="91653"/>
                  </a:lnTo>
                  <a:lnTo>
                    <a:pt x="42045" y="92771"/>
                  </a:lnTo>
                  <a:lnTo>
                    <a:pt x="41566" y="95214"/>
                  </a:lnTo>
                  <a:lnTo>
                    <a:pt x="40127" y="98211"/>
                  </a:lnTo>
                  <a:lnTo>
                    <a:pt x="39245" y="99391"/>
                  </a:lnTo>
                  <a:lnTo>
                    <a:pt x="36506" y="100106"/>
                  </a:lnTo>
                  <a:lnTo>
                    <a:pt x="30008" y="100349"/>
                  </a:lnTo>
                  <a:lnTo>
                    <a:pt x="28068" y="101285"/>
                  </a:lnTo>
                  <a:lnTo>
                    <a:pt x="26744" y="102411"/>
                  </a:lnTo>
                  <a:lnTo>
                    <a:pt x="24287" y="106056"/>
                  </a:lnTo>
                  <a:lnTo>
                    <a:pt x="22574" y="107265"/>
                  </a:lnTo>
                  <a:lnTo>
                    <a:pt x="21091" y="108932"/>
                  </a:lnTo>
                  <a:lnTo>
                    <a:pt x="21540" y="114273"/>
                  </a:lnTo>
                  <a:lnTo>
                    <a:pt x="22255" y="120489"/>
                  </a:lnTo>
                  <a:lnTo>
                    <a:pt x="23503" y="122209"/>
                  </a:lnTo>
                  <a:lnTo>
                    <a:pt x="24294" y="122726"/>
                  </a:lnTo>
                  <a:lnTo>
                    <a:pt x="24401" y="123335"/>
                  </a:lnTo>
                  <a:lnTo>
                    <a:pt x="23891" y="123875"/>
                  </a:lnTo>
                  <a:lnTo>
                    <a:pt x="23237" y="124552"/>
                  </a:lnTo>
                  <a:lnTo>
                    <a:pt x="22248" y="125792"/>
                  </a:lnTo>
                  <a:lnTo>
                    <a:pt x="21137" y="125747"/>
                  </a:lnTo>
                  <a:lnTo>
                    <a:pt x="18900" y="125435"/>
                  </a:lnTo>
                  <a:lnTo>
                    <a:pt x="17036" y="125100"/>
                  </a:lnTo>
                  <a:lnTo>
                    <a:pt x="10766" y="124742"/>
                  </a:lnTo>
                  <a:lnTo>
                    <a:pt x="5684" y="124453"/>
                  </a:lnTo>
                  <a:lnTo>
                    <a:pt x="38" y="124134"/>
                  </a:lnTo>
                  <a:lnTo>
                    <a:pt x="31" y="117621"/>
                  </a:lnTo>
                  <a:lnTo>
                    <a:pt x="31" y="111085"/>
                  </a:lnTo>
                  <a:lnTo>
                    <a:pt x="31" y="104526"/>
                  </a:lnTo>
                  <a:lnTo>
                    <a:pt x="23" y="97945"/>
                  </a:lnTo>
                  <a:lnTo>
                    <a:pt x="23" y="91333"/>
                  </a:lnTo>
                  <a:lnTo>
                    <a:pt x="23" y="84699"/>
                  </a:lnTo>
                  <a:lnTo>
                    <a:pt x="15" y="78041"/>
                  </a:lnTo>
                  <a:lnTo>
                    <a:pt x="15" y="71361"/>
                  </a:lnTo>
                  <a:lnTo>
                    <a:pt x="15" y="64658"/>
                  </a:lnTo>
                  <a:lnTo>
                    <a:pt x="15" y="57924"/>
                  </a:lnTo>
                  <a:lnTo>
                    <a:pt x="7" y="51168"/>
                  </a:lnTo>
                  <a:lnTo>
                    <a:pt x="7" y="44381"/>
                  </a:lnTo>
                  <a:lnTo>
                    <a:pt x="7" y="37564"/>
                  </a:lnTo>
                  <a:lnTo>
                    <a:pt x="0" y="30723"/>
                  </a:lnTo>
                  <a:lnTo>
                    <a:pt x="0" y="23861"/>
                  </a:lnTo>
                  <a:lnTo>
                    <a:pt x="0" y="16967"/>
                  </a:lnTo>
                  <a:lnTo>
                    <a:pt x="2663" y="16115"/>
                  </a:lnTo>
                  <a:lnTo>
                    <a:pt x="6026" y="15027"/>
                  </a:lnTo>
                  <a:lnTo>
                    <a:pt x="9252" y="13992"/>
                  </a:lnTo>
                  <a:lnTo>
                    <a:pt x="13094" y="12752"/>
                  </a:lnTo>
                  <a:lnTo>
                    <a:pt x="17423" y="11352"/>
                  </a:lnTo>
                  <a:lnTo>
                    <a:pt x="21121" y="10157"/>
                  </a:lnTo>
                  <a:lnTo>
                    <a:pt x="25534" y="8735"/>
                  </a:lnTo>
                  <a:lnTo>
                    <a:pt x="28898" y="7647"/>
                  </a:lnTo>
                  <a:lnTo>
                    <a:pt x="32055" y="6627"/>
                  </a:lnTo>
                  <a:lnTo>
                    <a:pt x="36095" y="5410"/>
                  </a:lnTo>
                  <a:lnTo>
                    <a:pt x="42380" y="3523"/>
                  </a:lnTo>
                  <a:lnTo>
                    <a:pt x="45887" y="2465"/>
                  </a:lnTo>
                  <a:lnTo>
                    <a:pt x="49433" y="1400"/>
                  </a:lnTo>
                  <a:lnTo>
                    <a:pt x="52811" y="381"/>
                  </a:lnTo>
                  <a:lnTo>
                    <a:pt x="55071" y="0"/>
                  </a:lnTo>
                  <a:lnTo>
                    <a:pt x="57498" y="1453"/>
                  </a:lnTo>
                  <a:lnTo>
                    <a:pt x="60450" y="3447"/>
                  </a:lnTo>
                  <a:lnTo>
                    <a:pt x="63402" y="5440"/>
                  </a:lnTo>
                  <a:lnTo>
                    <a:pt x="66354" y="7433"/>
                  </a:lnTo>
                  <a:lnTo>
                    <a:pt x="69307" y="9427"/>
                  </a:lnTo>
                  <a:lnTo>
                    <a:pt x="72259" y="11413"/>
                  </a:lnTo>
                  <a:lnTo>
                    <a:pt x="75211" y="13399"/>
                  </a:lnTo>
                  <a:lnTo>
                    <a:pt x="78163" y="15385"/>
                  </a:lnTo>
                  <a:lnTo>
                    <a:pt x="81115" y="17363"/>
                  </a:lnTo>
                  <a:lnTo>
                    <a:pt x="84067" y="19341"/>
                  </a:lnTo>
                  <a:lnTo>
                    <a:pt x="87019" y="21319"/>
                  </a:lnTo>
                  <a:lnTo>
                    <a:pt x="89971" y="23290"/>
                  </a:lnTo>
                  <a:lnTo>
                    <a:pt x="92924" y="25260"/>
                  </a:lnTo>
                  <a:lnTo>
                    <a:pt x="95876" y="27231"/>
                  </a:lnTo>
                  <a:lnTo>
                    <a:pt x="98828" y="29194"/>
                  </a:lnTo>
                  <a:lnTo>
                    <a:pt x="101780" y="31157"/>
                  </a:lnTo>
                  <a:lnTo>
                    <a:pt x="104732" y="33120"/>
                  </a:lnTo>
                  <a:lnTo>
                    <a:pt x="107471" y="34946"/>
                  </a:lnTo>
                  <a:lnTo>
                    <a:pt x="108704" y="36300"/>
                  </a:lnTo>
                  <a:lnTo>
                    <a:pt x="109381" y="39283"/>
                  </a:lnTo>
                  <a:lnTo>
                    <a:pt x="110743" y="41649"/>
                  </a:lnTo>
                  <a:lnTo>
                    <a:pt x="113109" y="44206"/>
                  </a:lnTo>
                  <a:lnTo>
                    <a:pt x="115529" y="46823"/>
                  </a:lnTo>
                  <a:lnTo>
                    <a:pt x="118542" y="50270"/>
                  </a:lnTo>
                  <a:lnTo>
                    <a:pt x="120626" y="52659"/>
                  </a:lnTo>
                  <a:lnTo>
                    <a:pt x="122749" y="55094"/>
                  </a:lnTo>
                  <a:lnTo>
                    <a:pt x="126264" y="59103"/>
                  </a:lnTo>
                  <a:lnTo>
                    <a:pt x="128455" y="61599"/>
                  </a:lnTo>
                  <a:lnTo>
                    <a:pt x="130198" y="61683"/>
                  </a:lnTo>
                  <a:lnTo>
                    <a:pt x="133736" y="61089"/>
                  </a:lnTo>
                  <a:lnTo>
                    <a:pt x="138469" y="60298"/>
                  </a:lnTo>
                  <a:lnTo>
                    <a:pt x="142204" y="59666"/>
                  </a:lnTo>
                  <a:lnTo>
                    <a:pt x="146724" y="58905"/>
                  </a:lnTo>
                  <a:lnTo>
                    <a:pt x="151030" y="58183"/>
                  </a:lnTo>
                  <a:lnTo>
                    <a:pt x="154424" y="57605"/>
                  </a:lnTo>
                  <a:lnTo>
                    <a:pt x="159506" y="58038"/>
                  </a:lnTo>
                  <a:lnTo>
                    <a:pt x="164520" y="58472"/>
                  </a:lnTo>
                  <a:lnTo>
                    <a:pt x="168119" y="58784"/>
                  </a:lnTo>
                  <a:lnTo>
                    <a:pt x="171642" y="59088"/>
                  </a:lnTo>
                  <a:lnTo>
                    <a:pt x="175819" y="59446"/>
                  </a:lnTo>
                  <a:lnTo>
                    <a:pt x="178154" y="59644"/>
                  </a:lnTo>
                  <a:lnTo>
                    <a:pt x="180833" y="59872"/>
                  </a:lnTo>
                  <a:lnTo>
                    <a:pt x="181959" y="59271"/>
                  </a:lnTo>
                  <a:lnTo>
                    <a:pt x="184264" y="58038"/>
                  </a:lnTo>
                  <a:lnTo>
                    <a:pt x="186441" y="56882"/>
                  </a:lnTo>
                  <a:lnTo>
                    <a:pt x="188700" y="55672"/>
                  </a:lnTo>
                  <a:lnTo>
                    <a:pt x="190701" y="55063"/>
                  </a:lnTo>
                  <a:lnTo>
                    <a:pt x="192786" y="56988"/>
                  </a:lnTo>
                  <a:lnTo>
                    <a:pt x="194528" y="59210"/>
                  </a:lnTo>
                  <a:lnTo>
                    <a:pt x="196362" y="61546"/>
                  </a:lnTo>
                  <a:lnTo>
                    <a:pt x="198485" y="63790"/>
                  </a:lnTo>
                  <a:lnTo>
                    <a:pt x="200547" y="65122"/>
                  </a:lnTo>
                  <a:lnTo>
                    <a:pt x="203309" y="66925"/>
                  </a:lnTo>
                  <a:lnTo>
                    <a:pt x="204899" y="69999"/>
                  </a:lnTo>
                  <a:lnTo>
                    <a:pt x="207021" y="74100"/>
                  </a:lnTo>
                  <a:lnTo>
                    <a:pt x="208422" y="76793"/>
                  </a:lnTo>
                  <a:lnTo>
                    <a:pt x="209860" y="79555"/>
                  </a:lnTo>
                  <a:lnTo>
                    <a:pt x="211952" y="78467"/>
                  </a:lnTo>
                  <a:lnTo>
                    <a:pt x="214181" y="77303"/>
                  </a:lnTo>
                  <a:lnTo>
                    <a:pt x="216205" y="76245"/>
                  </a:lnTo>
                  <a:lnTo>
                    <a:pt x="215962" y="79662"/>
                  </a:lnTo>
                  <a:lnTo>
                    <a:pt x="215749" y="82758"/>
                  </a:lnTo>
                  <a:lnTo>
                    <a:pt x="215406" y="87438"/>
                  </a:lnTo>
                  <a:lnTo>
                    <a:pt x="215132" y="91257"/>
                  </a:lnTo>
                  <a:lnTo>
                    <a:pt x="214402" y="95807"/>
                  </a:lnTo>
                  <a:lnTo>
                    <a:pt x="214349" y="99269"/>
                  </a:lnTo>
                  <a:lnTo>
                    <a:pt x="214303" y="102305"/>
                  </a:lnTo>
                  <a:lnTo>
                    <a:pt x="214272" y="104709"/>
                  </a:lnTo>
                  <a:lnTo>
                    <a:pt x="218191" y="104816"/>
                  </a:lnTo>
                  <a:lnTo>
                    <a:pt x="221090" y="104892"/>
                  </a:lnTo>
                  <a:lnTo>
                    <a:pt x="224719" y="104991"/>
                  </a:lnTo>
                  <a:lnTo>
                    <a:pt x="225069" y="108004"/>
                  </a:lnTo>
                  <a:lnTo>
                    <a:pt x="225556" y="112234"/>
                  </a:lnTo>
                  <a:lnTo>
                    <a:pt x="226294" y="116053"/>
                  </a:lnTo>
                  <a:lnTo>
                    <a:pt x="226918" y="119257"/>
                  </a:lnTo>
                  <a:lnTo>
                    <a:pt x="227846" y="123388"/>
                  </a:lnTo>
                  <a:lnTo>
                    <a:pt x="228349" y="125595"/>
                  </a:lnTo>
                  <a:lnTo>
                    <a:pt x="229216" y="128189"/>
                  </a:lnTo>
                  <a:lnTo>
                    <a:pt x="230076" y="128813"/>
                  </a:lnTo>
                  <a:lnTo>
                    <a:pt x="231453" y="129224"/>
                  </a:lnTo>
                  <a:lnTo>
                    <a:pt x="236246" y="128912"/>
                  </a:lnTo>
                  <a:lnTo>
                    <a:pt x="240218" y="128653"/>
                  </a:lnTo>
                  <a:lnTo>
                    <a:pt x="243353" y="128455"/>
                  </a:lnTo>
                  <a:lnTo>
                    <a:pt x="246685" y="128242"/>
                  </a:lnTo>
                  <a:lnTo>
                    <a:pt x="251106" y="127953"/>
                  </a:lnTo>
                  <a:lnTo>
                    <a:pt x="252605" y="128615"/>
                  </a:lnTo>
                  <a:lnTo>
                    <a:pt x="253898" y="128151"/>
                  </a:lnTo>
                  <a:lnTo>
                    <a:pt x="255389" y="127687"/>
                  </a:lnTo>
                  <a:lnTo>
                    <a:pt x="256576" y="129566"/>
                  </a:lnTo>
                  <a:lnTo>
                    <a:pt x="257177" y="130517"/>
                  </a:lnTo>
                  <a:lnTo>
                    <a:pt x="258022" y="131506"/>
                  </a:lnTo>
                  <a:lnTo>
                    <a:pt x="259163" y="132427"/>
                  </a:lnTo>
                  <a:lnTo>
                    <a:pt x="258684" y="134352"/>
                  </a:lnTo>
                  <a:lnTo>
                    <a:pt x="257976" y="137160"/>
                  </a:lnTo>
                  <a:lnTo>
                    <a:pt x="257778" y="138598"/>
                  </a:lnTo>
                  <a:lnTo>
                    <a:pt x="259156" y="140150"/>
                  </a:lnTo>
                  <a:lnTo>
                    <a:pt x="260182" y="141055"/>
                  </a:lnTo>
                  <a:lnTo>
                    <a:pt x="262990" y="142896"/>
                  </a:lnTo>
                  <a:lnTo>
                    <a:pt x="265630" y="143924"/>
                  </a:lnTo>
                  <a:lnTo>
                    <a:pt x="267350" y="144228"/>
                  </a:lnTo>
                  <a:lnTo>
                    <a:pt x="268993" y="143832"/>
                  </a:lnTo>
                  <a:lnTo>
                    <a:pt x="269594" y="142790"/>
                  </a:lnTo>
                  <a:lnTo>
                    <a:pt x="269442" y="141352"/>
                  </a:lnTo>
                  <a:lnTo>
                    <a:pt x="268651" y="139838"/>
                  </a:lnTo>
                  <a:lnTo>
                    <a:pt x="268712" y="138034"/>
                  </a:lnTo>
                  <a:lnTo>
                    <a:pt x="269237" y="136718"/>
                  </a:lnTo>
                  <a:lnTo>
                    <a:pt x="270918" y="134321"/>
                  </a:lnTo>
                  <a:lnTo>
                    <a:pt x="272508" y="132054"/>
                  </a:lnTo>
                  <a:lnTo>
                    <a:pt x="274943" y="129741"/>
                  </a:lnTo>
                  <a:lnTo>
                    <a:pt x="277842" y="127451"/>
                  </a:lnTo>
                  <a:lnTo>
                    <a:pt x="279044" y="125777"/>
                  </a:lnTo>
                  <a:lnTo>
                    <a:pt x="279509" y="122863"/>
                  </a:lnTo>
                  <a:lnTo>
                    <a:pt x="281403" y="121212"/>
                  </a:lnTo>
                  <a:lnTo>
                    <a:pt x="283450" y="120223"/>
                  </a:lnTo>
                  <a:lnTo>
                    <a:pt x="285991" y="119363"/>
                  </a:lnTo>
                  <a:lnTo>
                    <a:pt x="286691" y="117902"/>
                  </a:lnTo>
                  <a:lnTo>
                    <a:pt x="290198" y="115422"/>
                  </a:lnTo>
                  <a:lnTo>
                    <a:pt x="292298" y="114197"/>
                  </a:lnTo>
                  <a:lnTo>
                    <a:pt x="294954" y="113482"/>
                  </a:lnTo>
                  <a:lnTo>
                    <a:pt x="298621" y="111869"/>
                  </a:lnTo>
                  <a:lnTo>
                    <a:pt x="301520" y="109967"/>
                  </a:lnTo>
                  <a:lnTo>
                    <a:pt x="304297" y="106383"/>
                  </a:lnTo>
                  <a:lnTo>
                    <a:pt x="306504" y="104032"/>
                  </a:lnTo>
                  <a:lnTo>
                    <a:pt x="308360" y="102586"/>
                  </a:lnTo>
                  <a:lnTo>
                    <a:pt x="309920" y="102533"/>
                  </a:lnTo>
                  <a:lnTo>
                    <a:pt x="311016" y="103705"/>
                  </a:lnTo>
                  <a:lnTo>
                    <a:pt x="311959" y="103804"/>
                  </a:lnTo>
                  <a:lnTo>
                    <a:pt x="312575" y="103271"/>
                  </a:lnTo>
                  <a:lnTo>
                    <a:pt x="313625" y="101764"/>
                  </a:lnTo>
                  <a:lnTo>
                    <a:pt x="314751" y="100007"/>
                  </a:lnTo>
                  <a:lnTo>
                    <a:pt x="315809" y="99277"/>
                  </a:lnTo>
                  <a:lnTo>
                    <a:pt x="317856" y="98904"/>
                  </a:lnTo>
                  <a:lnTo>
                    <a:pt x="319750" y="97740"/>
                  </a:lnTo>
                  <a:close/>
                  <a:moveTo>
                    <a:pt x="313466" y="135067"/>
                  </a:moveTo>
                  <a:lnTo>
                    <a:pt x="313390" y="134383"/>
                  </a:lnTo>
                  <a:lnTo>
                    <a:pt x="312727" y="133234"/>
                  </a:lnTo>
                  <a:lnTo>
                    <a:pt x="311738" y="132587"/>
                  </a:lnTo>
                  <a:lnTo>
                    <a:pt x="311267" y="132868"/>
                  </a:lnTo>
                  <a:lnTo>
                    <a:pt x="311670" y="133804"/>
                  </a:lnTo>
                  <a:lnTo>
                    <a:pt x="312819" y="135136"/>
                  </a:lnTo>
                  <a:lnTo>
                    <a:pt x="313466" y="135067"/>
                  </a:lnTo>
                  <a:close/>
                  <a:moveTo>
                    <a:pt x="325289" y="164231"/>
                  </a:moveTo>
                  <a:lnTo>
                    <a:pt x="324216" y="164482"/>
                  </a:lnTo>
                  <a:lnTo>
                    <a:pt x="322253" y="164444"/>
                  </a:lnTo>
                  <a:lnTo>
                    <a:pt x="321135" y="164155"/>
                  </a:lnTo>
                  <a:lnTo>
                    <a:pt x="321820" y="161902"/>
                  </a:lnTo>
                  <a:lnTo>
                    <a:pt x="321842" y="161454"/>
                  </a:lnTo>
                  <a:lnTo>
                    <a:pt x="321759" y="161393"/>
                  </a:lnTo>
                  <a:lnTo>
                    <a:pt x="321196" y="161088"/>
                  </a:lnTo>
                  <a:lnTo>
                    <a:pt x="320344" y="160168"/>
                  </a:lnTo>
                  <a:lnTo>
                    <a:pt x="320047" y="158806"/>
                  </a:lnTo>
                  <a:lnTo>
                    <a:pt x="320382" y="157543"/>
                  </a:lnTo>
                  <a:lnTo>
                    <a:pt x="321006" y="157018"/>
                  </a:lnTo>
                  <a:lnTo>
                    <a:pt x="321401" y="157109"/>
                  </a:lnTo>
                  <a:lnTo>
                    <a:pt x="322603" y="159034"/>
                  </a:lnTo>
                  <a:lnTo>
                    <a:pt x="323676" y="159597"/>
                  </a:lnTo>
                  <a:lnTo>
                    <a:pt x="325768" y="159917"/>
                  </a:lnTo>
                  <a:lnTo>
                    <a:pt x="324711" y="161819"/>
                  </a:lnTo>
                  <a:lnTo>
                    <a:pt x="325495" y="163850"/>
                  </a:lnTo>
                  <a:lnTo>
                    <a:pt x="325289" y="164231"/>
                  </a:lnTo>
                  <a:close/>
                  <a:moveTo>
                    <a:pt x="337531" y="162633"/>
                  </a:moveTo>
                  <a:lnTo>
                    <a:pt x="336961" y="163828"/>
                  </a:lnTo>
                  <a:lnTo>
                    <a:pt x="335957" y="163539"/>
                  </a:lnTo>
                  <a:lnTo>
                    <a:pt x="335165" y="162747"/>
                  </a:lnTo>
                  <a:lnTo>
                    <a:pt x="335424" y="162123"/>
                  </a:lnTo>
                  <a:lnTo>
                    <a:pt x="336603" y="161781"/>
                  </a:lnTo>
                  <a:lnTo>
                    <a:pt x="337219" y="161439"/>
                  </a:lnTo>
                  <a:lnTo>
                    <a:pt x="337737" y="161377"/>
                  </a:lnTo>
                  <a:lnTo>
                    <a:pt x="337531" y="16263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4" name="Freeform: Shape 2343">
              <a:extLst>
                <a:ext uri="{FF2B5EF4-FFF2-40B4-BE49-F238E27FC236}">
                  <a16:creationId xmlns:a16="http://schemas.microsoft.com/office/drawing/2014/main" id="{304E3620-684B-1A7C-EB31-130E1C399546}"/>
                </a:ext>
              </a:extLst>
            </p:cNvPr>
            <p:cNvSpPr/>
            <p:nvPr/>
          </p:nvSpPr>
          <p:spPr>
            <a:xfrm>
              <a:off x="9839233" y="4022437"/>
              <a:ext cx="251" cy="251"/>
            </a:xfrm>
            <a:custGeom>
              <a:avLst/>
              <a:gdLst>
                <a:gd name="csX0" fmla="*/ 251 w 251"/>
                <a:gd name="csY0" fmla="*/ 228 h 251"/>
                <a:gd name="csX1" fmla="*/ 68 w 251"/>
                <a:gd name="csY1" fmla="*/ 251 h 251"/>
                <a:gd name="csX2" fmla="*/ 0 w 251"/>
                <a:gd name="csY2" fmla="*/ 152 h 251"/>
                <a:gd name="csX3" fmla="*/ 68 w 251"/>
                <a:gd name="csY3" fmla="*/ 23 h 251"/>
                <a:gd name="csX4" fmla="*/ 228 w 251"/>
                <a:gd name="csY4" fmla="*/ 0 h 251"/>
              </a:gdLst>
              <a:ahLst/>
              <a:cxnLst>
                <a:cxn ang="0">
                  <a:pos x="csX0" y="csY0"/>
                </a:cxn>
                <a:cxn ang="0">
                  <a:pos x="csX1" y="csY1"/>
                </a:cxn>
                <a:cxn ang="0">
                  <a:pos x="csX2" y="csY2"/>
                </a:cxn>
                <a:cxn ang="0">
                  <a:pos x="csX3" y="csY3"/>
                </a:cxn>
                <a:cxn ang="0">
                  <a:pos x="csX4" y="csY4"/>
                </a:cxn>
              </a:cxnLst>
              <a:rect l="l" t="t" r="r" b="b"/>
              <a:pathLst>
                <a:path w="251" h="251">
                  <a:moveTo>
                    <a:pt x="251" y="228"/>
                  </a:moveTo>
                  <a:lnTo>
                    <a:pt x="68" y="251"/>
                  </a:lnTo>
                  <a:lnTo>
                    <a:pt x="0" y="152"/>
                  </a:lnTo>
                  <a:lnTo>
                    <a:pt x="68" y="23"/>
                  </a:lnTo>
                  <a:lnTo>
                    <a:pt x="228" y="0"/>
                  </a:lnTo>
                  <a:close/>
                </a:path>
              </a:pathLst>
            </a:custGeom>
            <a:solidFill>
              <a:srgbClr val="2562E8"/>
            </a:solidFill>
            <a:ln w="6168" cap="flat">
              <a:solidFill>
                <a:srgbClr val="2562E8"/>
              </a:solidFill>
              <a:prstDash val="solid"/>
              <a:miter/>
            </a:ln>
          </p:spPr>
          <p:txBody>
            <a:bodyPr/>
            <a:lstStyle/>
            <a:p>
              <a:endParaRPr lang="en-US"/>
            </a:p>
          </p:txBody>
        </p:sp>
        <p:sp>
          <p:nvSpPr>
            <p:cNvPr id="2345" name="Freeform: Shape 2344">
              <a:extLst>
                <a:ext uri="{FF2B5EF4-FFF2-40B4-BE49-F238E27FC236}">
                  <a16:creationId xmlns:a16="http://schemas.microsoft.com/office/drawing/2014/main" id="{B08C13FA-1C81-9A97-0C48-9E7709A1A3C7}"/>
                </a:ext>
              </a:extLst>
            </p:cNvPr>
            <p:cNvSpPr/>
            <p:nvPr/>
          </p:nvSpPr>
          <p:spPr>
            <a:xfrm>
              <a:off x="8263765" y="4718270"/>
              <a:ext cx="4899" cy="14456"/>
            </a:xfrm>
            <a:custGeom>
              <a:avLst/>
              <a:gdLst>
                <a:gd name="csX0" fmla="*/ 3819 w 4899"/>
                <a:gd name="csY0" fmla="*/ 4367 h 14456"/>
                <a:gd name="csX1" fmla="*/ 3188 w 4899"/>
                <a:gd name="csY1" fmla="*/ 4710 h 14456"/>
                <a:gd name="csX2" fmla="*/ 1620 w 4899"/>
                <a:gd name="csY2" fmla="*/ 3249 h 14456"/>
                <a:gd name="csX3" fmla="*/ 1811 w 4899"/>
                <a:gd name="csY3" fmla="*/ 1545 h 14456"/>
                <a:gd name="csX4" fmla="*/ 2762 w 4899"/>
                <a:gd name="csY4" fmla="*/ 609 h 14456"/>
                <a:gd name="csX5" fmla="*/ 3660 w 4899"/>
                <a:gd name="csY5" fmla="*/ 61 h 14456"/>
                <a:gd name="csX6" fmla="*/ 4580 w 4899"/>
                <a:gd name="csY6" fmla="*/ 0 h 14456"/>
                <a:gd name="csX7" fmla="*/ 4900 w 4899"/>
                <a:gd name="csY7" fmla="*/ 1408 h 14456"/>
                <a:gd name="csX8" fmla="*/ 4679 w 4899"/>
                <a:gd name="csY8" fmla="*/ 3394 h 14456"/>
                <a:gd name="csX9" fmla="*/ 3819 w 4899"/>
                <a:gd name="csY9" fmla="*/ 4367 h 14456"/>
                <a:gd name="csX10" fmla="*/ 2716 w 4899"/>
                <a:gd name="csY10" fmla="*/ 7928 h 14456"/>
                <a:gd name="csX11" fmla="*/ 2374 w 4899"/>
                <a:gd name="csY11" fmla="*/ 8164 h 14456"/>
                <a:gd name="csX12" fmla="*/ 2533 w 4899"/>
                <a:gd name="csY12" fmla="*/ 8164 h 14456"/>
                <a:gd name="csX13" fmla="*/ 2374 w 4899"/>
                <a:gd name="csY13" fmla="*/ 8324 h 14456"/>
                <a:gd name="csX14" fmla="*/ 2267 w 4899"/>
                <a:gd name="csY14" fmla="*/ 8164 h 14456"/>
                <a:gd name="csX15" fmla="*/ 2100 w 4899"/>
                <a:gd name="csY15" fmla="*/ 8065 h 14456"/>
                <a:gd name="csX16" fmla="*/ 1887 w 4899"/>
                <a:gd name="csY16" fmla="*/ 8020 h 14456"/>
                <a:gd name="csX17" fmla="*/ 1636 w 4899"/>
                <a:gd name="csY17" fmla="*/ 8027 h 14456"/>
                <a:gd name="csX18" fmla="*/ 1636 w 4899"/>
                <a:gd name="csY18" fmla="*/ 7867 h 14456"/>
                <a:gd name="csX19" fmla="*/ 1955 w 4899"/>
                <a:gd name="csY19" fmla="*/ 7966 h 14456"/>
                <a:gd name="csX20" fmla="*/ 2435 w 4899"/>
                <a:gd name="csY20" fmla="*/ 7867 h 14456"/>
                <a:gd name="csX21" fmla="*/ 2435 w 4899"/>
                <a:gd name="csY21" fmla="*/ 7692 h 14456"/>
                <a:gd name="csX22" fmla="*/ 2290 w 4899"/>
                <a:gd name="csY22" fmla="*/ 7533 h 14456"/>
                <a:gd name="csX23" fmla="*/ 2229 w 4899"/>
                <a:gd name="csY23" fmla="*/ 7418 h 14456"/>
                <a:gd name="csX24" fmla="*/ 2404 w 4899"/>
                <a:gd name="csY24" fmla="*/ 7251 h 14456"/>
                <a:gd name="csX25" fmla="*/ 2998 w 4899"/>
                <a:gd name="csY25" fmla="*/ 6871 h 14456"/>
                <a:gd name="csX26" fmla="*/ 3249 w 4899"/>
                <a:gd name="csY26" fmla="*/ 6673 h 14456"/>
                <a:gd name="csX27" fmla="*/ 3279 w 4899"/>
                <a:gd name="csY27" fmla="*/ 6756 h 14456"/>
                <a:gd name="csX28" fmla="*/ 3287 w 4899"/>
                <a:gd name="csY28" fmla="*/ 6833 h 14456"/>
                <a:gd name="csX29" fmla="*/ 3317 w 4899"/>
                <a:gd name="csY29" fmla="*/ 6909 h 14456"/>
                <a:gd name="csX30" fmla="*/ 3409 w 4899"/>
                <a:gd name="csY30" fmla="*/ 6985 h 14456"/>
                <a:gd name="csX31" fmla="*/ 3104 w 4899"/>
                <a:gd name="csY31" fmla="*/ 7281 h 14456"/>
                <a:gd name="csX32" fmla="*/ 2716 w 4899"/>
                <a:gd name="csY32" fmla="*/ 7928 h 14456"/>
                <a:gd name="csX33" fmla="*/ 403 w 4899"/>
                <a:gd name="csY33" fmla="*/ 14449 h 14456"/>
                <a:gd name="csX34" fmla="*/ 190 w 4899"/>
                <a:gd name="csY34" fmla="*/ 14456 h 14456"/>
                <a:gd name="csX35" fmla="*/ 0 w 4899"/>
                <a:gd name="csY35" fmla="*/ 14380 h 14456"/>
                <a:gd name="csX36" fmla="*/ 53 w 4899"/>
                <a:gd name="csY36" fmla="*/ 14312 h 14456"/>
                <a:gd name="csX37" fmla="*/ 297 w 4899"/>
                <a:gd name="csY37" fmla="*/ 14259 h 14456"/>
                <a:gd name="csX38" fmla="*/ 411 w 4899"/>
                <a:gd name="csY38" fmla="*/ 14114 h 14456"/>
                <a:gd name="csX39" fmla="*/ 373 w 4899"/>
                <a:gd name="csY39" fmla="*/ 13924 h 14456"/>
                <a:gd name="csX40" fmla="*/ 380 w 4899"/>
                <a:gd name="csY40" fmla="*/ 13711 h 14456"/>
                <a:gd name="csX41" fmla="*/ 571 w 4899"/>
                <a:gd name="csY41" fmla="*/ 13581 h 14456"/>
                <a:gd name="csX42" fmla="*/ 723 w 4899"/>
                <a:gd name="csY42" fmla="*/ 13574 h 14456"/>
                <a:gd name="csX43" fmla="*/ 791 w 4899"/>
                <a:gd name="csY43" fmla="*/ 13657 h 14456"/>
                <a:gd name="csX44" fmla="*/ 829 w 4899"/>
                <a:gd name="csY44" fmla="*/ 13855 h 14456"/>
                <a:gd name="csX45" fmla="*/ 715 w 4899"/>
                <a:gd name="csY45" fmla="*/ 14007 h 14456"/>
                <a:gd name="csX46" fmla="*/ 586 w 4899"/>
                <a:gd name="csY46" fmla="*/ 14129 h 14456"/>
                <a:gd name="csX47" fmla="*/ 525 w 4899"/>
                <a:gd name="csY47" fmla="*/ 14319 h 14456"/>
                <a:gd name="csX48" fmla="*/ 403 w 4899"/>
                <a:gd name="csY48" fmla="*/ 14449 h 144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4899" h="14456">
                  <a:moveTo>
                    <a:pt x="3819" y="4367"/>
                  </a:moveTo>
                  <a:lnTo>
                    <a:pt x="3188" y="4710"/>
                  </a:lnTo>
                  <a:lnTo>
                    <a:pt x="1620" y="3249"/>
                  </a:lnTo>
                  <a:lnTo>
                    <a:pt x="1811" y="1545"/>
                  </a:lnTo>
                  <a:lnTo>
                    <a:pt x="2762" y="609"/>
                  </a:lnTo>
                  <a:lnTo>
                    <a:pt x="3660" y="61"/>
                  </a:lnTo>
                  <a:lnTo>
                    <a:pt x="4580" y="0"/>
                  </a:lnTo>
                  <a:lnTo>
                    <a:pt x="4900" y="1408"/>
                  </a:lnTo>
                  <a:lnTo>
                    <a:pt x="4679" y="3394"/>
                  </a:lnTo>
                  <a:lnTo>
                    <a:pt x="3819" y="4367"/>
                  </a:lnTo>
                  <a:close/>
                  <a:moveTo>
                    <a:pt x="2716" y="7928"/>
                  </a:moveTo>
                  <a:lnTo>
                    <a:pt x="2374" y="8164"/>
                  </a:lnTo>
                  <a:lnTo>
                    <a:pt x="2533" y="8164"/>
                  </a:lnTo>
                  <a:lnTo>
                    <a:pt x="2374" y="8324"/>
                  </a:lnTo>
                  <a:lnTo>
                    <a:pt x="2267" y="8164"/>
                  </a:lnTo>
                  <a:lnTo>
                    <a:pt x="2100" y="8065"/>
                  </a:lnTo>
                  <a:lnTo>
                    <a:pt x="1887" y="8020"/>
                  </a:lnTo>
                  <a:lnTo>
                    <a:pt x="1636" y="8027"/>
                  </a:lnTo>
                  <a:lnTo>
                    <a:pt x="1636" y="7867"/>
                  </a:lnTo>
                  <a:lnTo>
                    <a:pt x="1955" y="7966"/>
                  </a:lnTo>
                  <a:lnTo>
                    <a:pt x="2435" y="7867"/>
                  </a:lnTo>
                  <a:lnTo>
                    <a:pt x="2435" y="7692"/>
                  </a:lnTo>
                  <a:lnTo>
                    <a:pt x="2290" y="7533"/>
                  </a:lnTo>
                  <a:lnTo>
                    <a:pt x="2229" y="7418"/>
                  </a:lnTo>
                  <a:lnTo>
                    <a:pt x="2404" y="7251"/>
                  </a:lnTo>
                  <a:lnTo>
                    <a:pt x="2998" y="6871"/>
                  </a:lnTo>
                  <a:lnTo>
                    <a:pt x="3249" y="6673"/>
                  </a:lnTo>
                  <a:lnTo>
                    <a:pt x="3279" y="6756"/>
                  </a:lnTo>
                  <a:lnTo>
                    <a:pt x="3287" y="6833"/>
                  </a:lnTo>
                  <a:lnTo>
                    <a:pt x="3317" y="6909"/>
                  </a:lnTo>
                  <a:lnTo>
                    <a:pt x="3409" y="6985"/>
                  </a:lnTo>
                  <a:lnTo>
                    <a:pt x="3104" y="7281"/>
                  </a:lnTo>
                  <a:lnTo>
                    <a:pt x="2716" y="7928"/>
                  </a:lnTo>
                  <a:close/>
                  <a:moveTo>
                    <a:pt x="403" y="14449"/>
                  </a:moveTo>
                  <a:lnTo>
                    <a:pt x="190" y="14456"/>
                  </a:lnTo>
                  <a:lnTo>
                    <a:pt x="0" y="14380"/>
                  </a:lnTo>
                  <a:lnTo>
                    <a:pt x="53" y="14312"/>
                  </a:lnTo>
                  <a:lnTo>
                    <a:pt x="297" y="14259"/>
                  </a:lnTo>
                  <a:lnTo>
                    <a:pt x="411" y="14114"/>
                  </a:lnTo>
                  <a:lnTo>
                    <a:pt x="373" y="13924"/>
                  </a:lnTo>
                  <a:lnTo>
                    <a:pt x="380" y="13711"/>
                  </a:lnTo>
                  <a:lnTo>
                    <a:pt x="571" y="13581"/>
                  </a:lnTo>
                  <a:lnTo>
                    <a:pt x="723" y="13574"/>
                  </a:lnTo>
                  <a:lnTo>
                    <a:pt x="791" y="13657"/>
                  </a:lnTo>
                  <a:lnTo>
                    <a:pt x="829" y="13855"/>
                  </a:lnTo>
                  <a:lnTo>
                    <a:pt x="715" y="14007"/>
                  </a:lnTo>
                  <a:lnTo>
                    <a:pt x="586" y="14129"/>
                  </a:lnTo>
                  <a:lnTo>
                    <a:pt x="525" y="14319"/>
                  </a:lnTo>
                  <a:lnTo>
                    <a:pt x="403" y="14449"/>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6" name="Freeform: Shape 2345">
              <a:extLst>
                <a:ext uri="{FF2B5EF4-FFF2-40B4-BE49-F238E27FC236}">
                  <a16:creationId xmlns:a16="http://schemas.microsoft.com/office/drawing/2014/main" id="{003756B2-2EEE-71DF-3CA4-D3A7B9D8754B}"/>
                </a:ext>
              </a:extLst>
            </p:cNvPr>
            <p:cNvSpPr/>
            <p:nvPr/>
          </p:nvSpPr>
          <p:spPr>
            <a:xfrm>
              <a:off x="8007143" y="4743926"/>
              <a:ext cx="289171" cy="245687"/>
            </a:xfrm>
            <a:custGeom>
              <a:avLst/>
              <a:gdLst>
                <a:gd name="csX0" fmla="*/ 285146 w 289171"/>
                <a:gd name="csY0" fmla="*/ 78307 h 245687"/>
                <a:gd name="csX1" fmla="*/ 289110 w 289171"/>
                <a:gd name="csY1" fmla="*/ 83527 h 245687"/>
                <a:gd name="csX2" fmla="*/ 289171 w 289171"/>
                <a:gd name="csY2" fmla="*/ 84105 h 245687"/>
                <a:gd name="csX3" fmla="*/ 288737 w 289171"/>
                <a:gd name="csY3" fmla="*/ 84759 h 245687"/>
                <a:gd name="csX4" fmla="*/ 286265 w 289171"/>
                <a:gd name="csY4" fmla="*/ 85984 h 245687"/>
                <a:gd name="csX5" fmla="*/ 285709 w 289171"/>
                <a:gd name="csY5" fmla="*/ 86616 h 245687"/>
                <a:gd name="csX6" fmla="*/ 284819 w 289171"/>
                <a:gd name="csY6" fmla="*/ 88936 h 245687"/>
                <a:gd name="csX7" fmla="*/ 281707 w 289171"/>
                <a:gd name="csY7" fmla="*/ 90207 h 245687"/>
                <a:gd name="csX8" fmla="*/ 279554 w 289171"/>
                <a:gd name="csY8" fmla="*/ 91805 h 245687"/>
                <a:gd name="csX9" fmla="*/ 278108 w 289171"/>
                <a:gd name="csY9" fmla="*/ 93205 h 245687"/>
                <a:gd name="csX10" fmla="*/ 277386 w 289171"/>
                <a:gd name="csY10" fmla="*/ 93768 h 245687"/>
                <a:gd name="csX11" fmla="*/ 274540 w 289171"/>
                <a:gd name="csY11" fmla="*/ 94080 h 245687"/>
                <a:gd name="csX12" fmla="*/ 273627 w 289171"/>
                <a:gd name="csY12" fmla="*/ 94962 h 245687"/>
                <a:gd name="csX13" fmla="*/ 272478 w 289171"/>
                <a:gd name="csY13" fmla="*/ 97610 h 245687"/>
                <a:gd name="csX14" fmla="*/ 271641 w 289171"/>
                <a:gd name="csY14" fmla="*/ 98721 h 245687"/>
                <a:gd name="csX15" fmla="*/ 270165 w 289171"/>
                <a:gd name="csY15" fmla="*/ 100022 h 245687"/>
                <a:gd name="csX16" fmla="*/ 270157 w 289171"/>
                <a:gd name="csY16" fmla="*/ 100813 h 245687"/>
                <a:gd name="csX17" fmla="*/ 272196 w 289171"/>
                <a:gd name="csY17" fmla="*/ 103705 h 245687"/>
                <a:gd name="csX18" fmla="*/ 272562 w 289171"/>
                <a:gd name="csY18" fmla="*/ 104618 h 245687"/>
                <a:gd name="csX19" fmla="*/ 271930 w 289171"/>
                <a:gd name="csY19" fmla="*/ 105995 h 245687"/>
                <a:gd name="csX20" fmla="*/ 271991 w 289171"/>
                <a:gd name="csY20" fmla="*/ 106969 h 245687"/>
                <a:gd name="csX21" fmla="*/ 273064 w 289171"/>
                <a:gd name="csY21" fmla="*/ 108141 h 245687"/>
                <a:gd name="csX22" fmla="*/ 274342 w 289171"/>
                <a:gd name="csY22" fmla="*/ 108407 h 245687"/>
                <a:gd name="csX23" fmla="*/ 275590 w 289171"/>
                <a:gd name="csY23" fmla="*/ 107920 h 245687"/>
                <a:gd name="csX24" fmla="*/ 277142 w 289171"/>
                <a:gd name="csY24" fmla="*/ 107965 h 245687"/>
                <a:gd name="csX25" fmla="*/ 278154 w 289171"/>
                <a:gd name="csY25" fmla="*/ 108277 h 245687"/>
                <a:gd name="csX26" fmla="*/ 278572 w 289171"/>
                <a:gd name="csY26" fmla="*/ 108620 h 245687"/>
                <a:gd name="csX27" fmla="*/ 278641 w 289171"/>
                <a:gd name="csY27" fmla="*/ 109518 h 245687"/>
                <a:gd name="csX28" fmla="*/ 278002 w 289171"/>
                <a:gd name="csY28" fmla="*/ 111420 h 245687"/>
                <a:gd name="csX29" fmla="*/ 277081 w 289171"/>
                <a:gd name="csY29" fmla="*/ 112652 h 245687"/>
                <a:gd name="csX30" fmla="*/ 273003 w 289171"/>
                <a:gd name="csY30" fmla="*/ 114539 h 245687"/>
                <a:gd name="csX31" fmla="*/ 271192 w 289171"/>
                <a:gd name="csY31" fmla="*/ 115635 h 245687"/>
                <a:gd name="csX32" fmla="*/ 270188 w 289171"/>
                <a:gd name="csY32" fmla="*/ 116441 h 245687"/>
                <a:gd name="csX33" fmla="*/ 267989 w 289171"/>
                <a:gd name="csY33" fmla="*/ 116008 h 245687"/>
                <a:gd name="csX34" fmla="*/ 266870 w 289171"/>
                <a:gd name="csY34" fmla="*/ 116038 h 245687"/>
                <a:gd name="csX35" fmla="*/ 266011 w 289171"/>
                <a:gd name="csY35" fmla="*/ 116662 h 245687"/>
                <a:gd name="csX36" fmla="*/ 265486 w 289171"/>
                <a:gd name="csY36" fmla="*/ 117195 h 245687"/>
                <a:gd name="csX37" fmla="*/ 264010 w 289171"/>
                <a:gd name="csY37" fmla="*/ 117332 h 245687"/>
                <a:gd name="csX38" fmla="*/ 261925 w 289171"/>
                <a:gd name="csY38" fmla="*/ 117651 h 245687"/>
                <a:gd name="csX39" fmla="*/ 261050 w 289171"/>
                <a:gd name="csY39" fmla="*/ 118009 h 245687"/>
                <a:gd name="csX40" fmla="*/ 260373 w 289171"/>
                <a:gd name="csY40" fmla="*/ 118945 h 245687"/>
                <a:gd name="csX41" fmla="*/ 259810 w 289171"/>
                <a:gd name="csY41" fmla="*/ 120276 h 245687"/>
                <a:gd name="csX42" fmla="*/ 260281 w 289171"/>
                <a:gd name="csY42" fmla="*/ 121874 h 245687"/>
                <a:gd name="csX43" fmla="*/ 260936 w 289171"/>
                <a:gd name="csY43" fmla="*/ 123304 h 245687"/>
                <a:gd name="csX44" fmla="*/ 260905 w 289171"/>
                <a:gd name="csY44" fmla="*/ 124613 h 245687"/>
                <a:gd name="csX45" fmla="*/ 261408 w 289171"/>
                <a:gd name="csY45" fmla="*/ 128257 h 245687"/>
                <a:gd name="csX46" fmla="*/ 260753 w 289171"/>
                <a:gd name="csY46" fmla="*/ 129110 h 245687"/>
                <a:gd name="csX47" fmla="*/ 259353 w 289171"/>
                <a:gd name="csY47" fmla="*/ 130068 h 245687"/>
                <a:gd name="csX48" fmla="*/ 257687 w 289171"/>
                <a:gd name="csY48" fmla="*/ 131773 h 245687"/>
                <a:gd name="csX49" fmla="*/ 255815 w 289171"/>
                <a:gd name="csY49" fmla="*/ 134139 h 245687"/>
                <a:gd name="csX50" fmla="*/ 256112 w 289171"/>
                <a:gd name="csY50" fmla="*/ 134816 h 245687"/>
                <a:gd name="csX51" fmla="*/ 260586 w 289171"/>
                <a:gd name="csY51" fmla="*/ 139777 h 245687"/>
                <a:gd name="csX52" fmla="*/ 265136 w 289171"/>
                <a:gd name="csY52" fmla="*/ 144821 h 245687"/>
                <a:gd name="csX53" fmla="*/ 269663 w 289171"/>
                <a:gd name="csY53" fmla="*/ 149835 h 245687"/>
                <a:gd name="csX54" fmla="*/ 270302 w 289171"/>
                <a:gd name="csY54" fmla="*/ 150056 h 245687"/>
                <a:gd name="csX55" fmla="*/ 271154 w 289171"/>
                <a:gd name="csY55" fmla="*/ 150634 h 245687"/>
                <a:gd name="csX56" fmla="*/ 271945 w 289171"/>
                <a:gd name="csY56" fmla="*/ 152384 h 245687"/>
                <a:gd name="csX57" fmla="*/ 272592 w 289171"/>
                <a:gd name="csY57" fmla="*/ 154248 h 245687"/>
                <a:gd name="csX58" fmla="*/ 272607 w 289171"/>
                <a:gd name="csY58" fmla="*/ 155207 h 245687"/>
                <a:gd name="csX59" fmla="*/ 272098 w 289171"/>
                <a:gd name="csY59" fmla="*/ 156417 h 245687"/>
                <a:gd name="csX60" fmla="*/ 270994 w 289171"/>
                <a:gd name="csY60" fmla="*/ 157809 h 245687"/>
                <a:gd name="csX61" fmla="*/ 269655 w 289171"/>
                <a:gd name="csY61" fmla="*/ 158935 h 245687"/>
                <a:gd name="csX62" fmla="*/ 267700 w 289171"/>
                <a:gd name="csY62" fmla="*/ 159894 h 245687"/>
                <a:gd name="csX63" fmla="*/ 266140 w 289171"/>
                <a:gd name="csY63" fmla="*/ 160799 h 245687"/>
                <a:gd name="csX64" fmla="*/ 264854 w 289171"/>
                <a:gd name="csY64" fmla="*/ 163181 h 245687"/>
                <a:gd name="csX65" fmla="*/ 264071 w 289171"/>
                <a:gd name="csY65" fmla="*/ 164018 h 245687"/>
                <a:gd name="csX66" fmla="*/ 263355 w 289171"/>
                <a:gd name="csY66" fmla="*/ 164353 h 245687"/>
                <a:gd name="csX67" fmla="*/ 261940 w 289171"/>
                <a:gd name="csY67" fmla="*/ 164664 h 245687"/>
                <a:gd name="csX68" fmla="*/ 259657 w 289171"/>
                <a:gd name="csY68" fmla="*/ 164588 h 245687"/>
                <a:gd name="csX69" fmla="*/ 258151 w 289171"/>
                <a:gd name="csY69" fmla="*/ 164406 h 245687"/>
                <a:gd name="csX70" fmla="*/ 256279 w 289171"/>
                <a:gd name="csY70" fmla="*/ 166186 h 245687"/>
                <a:gd name="csX71" fmla="*/ 253898 w 289171"/>
                <a:gd name="csY71" fmla="*/ 166841 h 245687"/>
                <a:gd name="csX72" fmla="*/ 252300 w 289171"/>
                <a:gd name="csY72" fmla="*/ 169275 h 245687"/>
                <a:gd name="csX73" fmla="*/ 246609 w 289171"/>
                <a:gd name="csY73" fmla="*/ 171208 h 245687"/>
                <a:gd name="csX74" fmla="*/ 241039 w 289171"/>
                <a:gd name="csY74" fmla="*/ 172707 h 245687"/>
                <a:gd name="csX75" fmla="*/ 239510 w 289171"/>
                <a:gd name="csY75" fmla="*/ 173300 h 245687"/>
                <a:gd name="csX76" fmla="*/ 234009 w 289171"/>
                <a:gd name="csY76" fmla="*/ 172060 h 245687"/>
                <a:gd name="csX77" fmla="*/ 232685 w 289171"/>
                <a:gd name="csY77" fmla="*/ 172448 h 245687"/>
                <a:gd name="csX78" fmla="*/ 231163 w 289171"/>
                <a:gd name="csY78" fmla="*/ 173604 h 245687"/>
                <a:gd name="csX79" fmla="*/ 229756 w 289171"/>
                <a:gd name="csY79" fmla="*/ 174495 h 245687"/>
                <a:gd name="csX80" fmla="*/ 228569 w 289171"/>
                <a:gd name="csY80" fmla="*/ 174548 h 245687"/>
                <a:gd name="csX81" fmla="*/ 227572 w 289171"/>
                <a:gd name="csY81" fmla="*/ 175012 h 245687"/>
                <a:gd name="csX82" fmla="*/ 226979 w 289171"/>
                <a:gd name="csY82" fmla="*/ 176663 h 245687"/>
                <a:gd name="csX83" fmla="*/ 226454 w 289171"/>
                <a:gd name="csY83" fmla="*/ 182347 h 245687"/>
                <a:gd name="csX84" fmla="*/ 224476 w 289171"/>
                <a:gd name="csY84" fmla="*/ 184036 h 245687"/>
                <a:gd name="csX85" fmla="*/ 222094 w 289171"/>
                <a:gd name="csY85" fmla="*/ 184028 h 245687"/>
                <a:gd name="csX86" fmla="*/ 220458 w 289171"/>
                <a:gd name="csY86" fmla="*/ 182058 h 245687"/>
                <a:gd name="csX87" fmla="*/ 218518 w 289171"/>
                <a:gd name="csY87" fmla="*/ 180574 h 245687"/>
                <a:gd name="csX88" fmla="*/ 215132 w 289171"/>
                <a:gd name="csY88" fmla="*/ 177051 h 245687"/>
                <a:gd name="csX89" fmla="*/ 214189 w 289171"/>
                <a:gd name="csY89" fmla="*/ 176587 h 245687"/>
                <a:gd name="csX90" fmla="*/ 213314 w 289171"/>
                <a:gd name="csY90" fmla="*/ 176610 h 245687"/>
                <a:gd name="csX91" fmla="*/ 210171 w 289171"/>
                <a:gd name="csY91" fmla="*/ 177660 h 245687"/>
                <a:gd name="csX92" fmla="*/ 208680 w 289171"/>
                <a:gd name="csY92" fmla="*/ 177203 h 245687"/>
                <a:gd name="csX93" fmla="*/ 207478 w 289171"/>
                <a:gd name="csY93" fmla="*/ 176655 h 245687"/>
                <a:gd name="csX94" fmla="*/ 205469 w 289171"/>
                <a:gd name="csY94" fmla="*/ 176830 h 245687"/>
                <a:gd name="csX95" fmla="*/ 201893 w 289171"/>
                <a:gd name="csY95" fmla="*/ 176869 h 245687"/>
                <a:gd name="csX96" fmla="*/ 199611 w 289171"/>
                <a:gd name="csY96" fmla="*/ 176899 h 245687"/>
                <a:gd name="csX97" fmla="*/ 198500 w 289171"/>
                <a:gd name="csY97" fmla="*/ 175940 h 245687"/>
                <a:gd name="csX98" fmla="*/ 197465 w 289171"/>
                <a:gd name="csY98" fmla="*/ 173970 h 245687"/>
                <a:gd name="csX99" fmla="*/ 196773 w 289171"/>
                <a:gd name="csY99" fmla="*/ 173262 h 245687"/>
                <a:gd name="csX100" fmla="*/ 195958 w 289171"/>
                <a:gd name="csY100" fmla="*/ 172691 h 245687"/>
                <a:gd name="csX101" fmla="*/ 194612 w 289171"/>
                <a:gd name="csY101" fmla="*/ 172402 h 245687"/>
                <a:gd name="csX102" fmla="*/ 188852 w 289171"/>
                <a:gd name="csY102" fmla="*/ 172410 h 245687"/>
                <a:gd name="csX103" fmla="*/ 187764 w 289171"/>
                <a:gd name="csY103" fmla="*/ 172410 h 245687"/>
                <a:gd name="csX104" fmla="*/ 186973 w 289171"/>
                <a:gd name="csY104" fmla="*/ 172029 h 245687"/>
                <a:gd name="csX105" fmla="*/ 185862 w 289171"/>
                <a:gd name="csY105" fmla="*/ 170340 h 245687"/>
                <a:gd name="csX106" fmla="*/ 184652 w 289171"/>
                <a:gd name="csY106" fmla="*/ 169549 h 245687"/>
                <a:gd name="csX107" fmla="*/ 183230 w 289171"/>
                <a:gd name="csY107" fmla="*/ 169519 h 245687"/>
                <a:gd name="csX108" fmla="*/ 182606 w 289171"/>
                <a:gd name="csY108" fmla="*/ 170454 h 245687"/>
                <a:gd name="csX109" fmla="*/ 185071 w 289171"/>
                <a:gd name="csY109" fmla="*/ 173490 h 245687"/>
                <a:gd name="csX110" fmla="*/ 185786 w 289171"/>
                <a:gd name="csY110" fmla="*/ 175142 h 245687"/>
                <a:gd name="csX111" fmla="*/ 187947 w 289171"/>
                <a:gd name="csY111" fmla="*/ 177523 h 245687"/>
                <a:gd name="csX112" fmla="*/ 194193 w 289171"/>
                <a:gd name="csY112" fmla="*/ 182567 h 245687"/>
                <a:gd name="csX113" fmla="*/ 195350 w 289171"/>
                <a:gd name="csY113" fmla="*/ 184165 h 245687"/>
                <a:gd name="csX114" fmla="*/ 195221 w 289171"/>
                <a:gd name="csY114" fmla="*/ 186212 h 245687"/>
                <a:gd name="csX115" fmla="*/ 195182 w 289171"/>
                <a:gd name="csY115" fmla="*/ 189339 h 245687"/>
                <a:gd name="csX116" fmla="*/ 195396 w 289171"/>
                <a:gd name="csY116" fmla="*/ 192299 h 245687"/>
                <a:gd name="csX117" fmla="*/ 197001 w 289171"/>
                <a:gd name="csY117" fmla="*/ 196544 h 245687"/>
                <a:gd name="csX118" fmla="*/ 199253 w 289171"/>
                <a:gd name="csY118" fmla="*/ 200858 h 245687"/>
                <a:gd name="csX119" fmla="*/ 199869 w 289171"/>
                <a:gd name="csY119" fmla="*/ 203613 h 245687"/>
                <a:gd name="csX120" fmla="*/ 199451 w 289171"/>
                <a:gd name="csY120" fmla="*/ 205644 h 245687"/>
                <a:gd name="csX121" fmla="*/ 199017 w 289171"/>
                <a:gd name="csY121" fmla="*/ 206732 h 245687"/>
                <a:gd name="csX122" fmla="*/ 199063 w 289171"/>
                <a:gd name="csY122" fmla="*/ 207212 h 245687"/>
                <a:gd name="csX123" fmla="*/ 199527 w 289171"/>
                <a:gd name="csY123" fmla="*/ 207645 h 245687"/>
                <a:gd name="csX124" fmla="*/ 201680 w 289171"/>
                <a:gd name="csY124" fmla="*/ 208269 h 245687"/>
                <a:gd name="csX125" fmla="*/ 206200 w 289171"/>
                <a:gd name="csY125" fmla="*/ 208657 h 245687"/>
                <a:gd name="csX126" fmla="*/ 208931 w 289171"/>
                <a:gd name="csY126" fmla="*/ 208657 h 245687"/>
                <a:gd name="csX127" fmla="*/ 213101 w 289171"/>
                <a:gd name="csY127" fmla="*/ 209129 h 245687"/>
                <a:gd name="csX128" fmla="*/ 213413 w 289171"/>
                <a:gd name="csY128" fmla="*/ 210643 h 245687"/>
                <a:gd name="csX129" fmla="*/ 213002 w 289171"/>
                <a:gd name="csY129" fmla="*/ 213146 h 245687"/>
                <a:gd name="csX130" fmla="*/ 212180 w 289171"/>
                <a:gd name="csY130" fmla="*/ 214569 h 245687"/>
                <a:gd name="csX131" fmla="*/ 211510 w 289171"/>
                <a:gd name="csY131" fmla="*/ 214980 h 245687"/>
                <a:gd name="csX132" fmla="*/ 209243 w 289171"/>
                <a:gd name="csY132" fmla="*/ 215307 h 245687"/>
                <a:gd name="csX133" fmla="*/ 206854 w 289171"/>
                <a:gd name="csY133" fmla="*/ 216844 h 245687"/>
                <a:gd name="csX134" fmla="*/ 203385 w 289171"/>
                <a:gd name="csY134" fmla="*/ 218358 h 245687"/>
                <a:gd name="csX135" fmla="*/ 201406 w 289171"/>
                <a:gd name="csY135" fmla="*/ 218564 h 245687"/>
                <a:gd name="csX136" fmla="*/ 200585 w 289171"/>
                <a:gd name="csY136" fmla="*/ 218860 h 245687"/>
                <a:gd name="csX137" fmla="*/ 199885 w 289171"/>
                <a:gd name="csY137" fmla="*/ 219317 h 245687"/>
                <a:gd name="csX138" fmla="*/ 199306 w 289171"/>
                <a:gd name="csY138" fmla="*/ 219895 h 245687"/>
                <a:gd name="csX139" fmla="*/ 198637 w 289171"/>
                <a:gd name="csY139" fmla="*/ 222741 h 245687"/>
                <a:gd name="csX140" fmla="*/ 197617 w 289171"/>
                <a:gd name="csY140" fmla="*/ 225951 h 245687"/>
                <a:gd name="csX141" fmla="*/ 195692 w 289171"/>
                <a:gd name="csY141" fmla="*/ 227853 h 245687"/>
                <a:gd name="csX142" fmla="*/ 193577 w 289171"/>
                <a:gd name="csY142" fmla="*/ 229428 h 245687"/>
                <a:gd name="csX143" fmla="*/ 191424 w 289171"/>
                <a:gd name="csY143" fmla="*/ 229603 h 245687"/>
                <a:gd name="csX144" fmla="*/ 189697 w 289171"/>
                <a:gd name="csY144" fmla="*/ 229474 h 245687"/>
                <a:gd name="csX145" fmla="*/ 188837 w 289171"/>
                <a:gd name="csY145" fmla="*/ 229938 h 245687"/>
                <a:gd name="csX146" fmla="*/ 187597 w 289171"/>
                <a:gd name="csY146" fmla="*/ 231232 h 245687"/>
                <a:gd name="csX147" fmla="*/ 185824 w 289171"/>
                <a:gd name="csY147" fmla="*/ 232845 h 245687"/>
                <a:gd name="csX148" fmla="*/ 184454 w 289171"/>
                <a:gd name="csY148" fmla="*/ 233705 h 245687"/>
                <a:gd name="csX149" fmla="*/ 182613 w 289171"/>
                <a:gd name="csY149" fmla="*/ 233621 h 245687"/>
                <a:gd name="csX150" fmla="*/ 180642 w 289171"/>
                <a:gd name="csY150" fmla="*/ 234412 h 245687"/>
                <a:gd name="csX151" fmla="*/ 178154 w 289171"/>
                <a:gd name="csY151" fmla="*/ 235713 h 245687"/>
                <a:gd name="csX152" fmla="*/ 176504 w 289171"/>
                <a:gd name="csY152" fmla="*/ 236778 h 245687"/>
                <a:gd name="csX153" fmla="*/ 175096 w 289171"/>
                <a:gd name="csY153" fmla="*/ 238604 h 245687"/>
                <a:gd name="csX154" fmla="*/ 173080 w 289171"/>
                <a:gd name="csY154" fmla="*/ 240514 h 245687"/>
                <a:gd name="csX155" fmla="*/ 171010 w 289171"/>
                <a:gd name="csY155" fmla="*/ 241861 h 245687"/>
                <a:gd name="csX156" fmla="*/ 170021 w 289171"/>
                <a:gd name="csY156" fmla="*/ 243520 h 245687"/>
                <a:gd name="csX157" fmla="*/ 168606 w 289171"/>
                <a:gd name="csY157" fmla="*/ 245620 h 245687"/>
                <a:gd name="csX158" fmla="*/ 166841 w 289171"/>
                <a:gd name="csY158" fmla="*/ 245688 h 245687"/>
                <a:gd name="csX159" fmla="*/ 166696 w 289171"/>
                <a:gd name="csY159" fmla="*/ 244425 h 245687"/>
                <a:gd name="csX160" fmla="*/ 167541 w 289171"/>
                <a:gd name="csY160" fmla="*/ 242393 h 245687"/>
                <a:gd name="csX161" fmla="*/ 166620 w 289171"/>
                <a:gd name="csY161" fmla="*/ 240643 h 245687"/>
                <a:gd name="csX162" fmla="*/ 164938 w 289171"/>
                <a:gd name="csY162" fmla="*/ 239700 h 245687"/>
                <a:gd name="csX163" fmla="*/ 164147 w 289171"/>
                <a:gd name="csY163" fmla="*/ 239419 h 245687"/>
                <a:gd name="csX164" fmla="*/ 163363 w 289171"/>
                <a:gd name="csY164" fmla="*/ 239533 h 245687"/>
                <a:gd name="csX165" fmla="*/ 161370 w 289171"/>
                <a:gd name="csY165" fmla="*/ 240400 h 245687"/>
                <a:gd name="csX166" fmla="*/ 158928 w 289171"/>
                <a:gd name="csY166" fmla="*/ 241975 h 245687"/>
                <a:gd name="csX167" fmla="*/ 157421 w 289171"/>
                <a:gd name="csY167" fmla="*/ 243109 h 245687"/>
                <a:gd name="csX168" fmla="*/ 156059 w 289171"/>
                <a:gd name="csY168" fmla="*/ 243626 h 245687"/>
                <a:gd name="csX169" fmla="*/ 153259 w 289171"/>
                <a:gd name="csY169" fmla="*/ 244098 h 245687"/>
                <a:gd name="csX170" fmla="*/ 150901 w 289171"/>
                <a:gd name="csY170" fmla="*/ 244341 h 245687"/>
                <a:gd name="csX171" fmla="*/ 149927 w 289171"/>
                <a:gd name="csY171" fmla="*/ 244022 h 245687"/>
                <a:gd name="csX172" fmla="*/ 148177 w 289171"/>
                <a:gd name="csY172" fmla="*/ 242865 h 245687"/>
                <a:gd name="csX173" fmla="*/ 144121 w 289171"/>
                <a:gd name="csY173" fmla="*/ 239244 h 245687"/>
                <a:gd name="csX174" fmla="*/ 138636 w 289171"/>
                <a:gd name="csY174" fmla="*/ 234344 h 245687"/>
                <a:gd name="csX175" fmla="*/ 138217 w 289171"/>
                <a:gd name="csY175" fmla="*/ 232921 h 245687"/>
                <a:gd name="csX176" fmla="*/ 138453 w 289171"/>
                <a:gd name="csY176" fmla="*/ 231475 h 245687"/>
                <a:gd name="csX177" fmla="*/ 137456 w 289171"/>
                <a:gd name="csY177" fmla="*/ 229360 h 245687"/>
                <a:gd name="csX178" fmla="*/ 136870 w 289171"/>
                <a:gd name="csY178" fmla="*/ 227108 h 245687"/>
                <a:gd name="csX179" fmla="*/ 136376 w 289171"/>
                <a:gd name="csY179" fmla="*/ 226332 h 245687"/>
                <a:gd name="csX180" fmla="*/ 136231 w 289171"/>
                <a:gd name="csY180" fmla="*/ 224643 h 245687"/>
                <a:gd name="csX181" fmla="*/ 135044 w 289171"/>
                <a:gd name="csY181" fmla="*/ 221607 h 245687"/>
                <a:gd name="csX182" fmla="*/ 134071 w 289171"/>
                <a:gd name="csY182" fmla="*/ 219119 h 245687"/>
                <a:gd name="csX183" fmla="*/ 133173 w 289171"/>
                <a:gd name="csY183" fmla="*/ 217856 h 245687"/>
                <a:gd name="csX184" fmla="*/ 133553 w 289171"/>
                <a:gd name="csY184" fmla="*/ 216775 h 245687"/>
                <a:gd name="csX185" fmla="*/ 133173 w 289171"/>
                <a:gd name="csY185" fmla="*/ 215703 h 245687"/>
                <a:gd name="csX186" fmla="*/ 132450 w 289171"/>
                <a:gd name="csY186" fmla="*/ 214828 h 245687"/>
                <a:gd name="csX187" fmla="*/ 131385 w 289171"/>
                <a:gd name="csY187" fmla="*/ 212005 h 245687"/>
                <a:gd name="csX188" fmla="*/ 131757 w 289171"/>
                <a:gd name="csY188" fmla="*/ 210788 h 245687"/>
                <a:gd name="csX189" fmla="*/ 131476 w 289171"/>
                <a:gd name="csY189" fmla="*/ 209570 h 245687"/>
                <a:gd name="csX190" fmla="*/ 130578 w 289171"/>
                <a:gd name="csY190" fmla="*/ 208733 h 245687"/>
                <a:gd name="csX191" fmla="*/ 129308 w 289171"/>
                <a:gd name="csY191" fmla="*/ 207835 h 245687"/>
                <a:gd name="csX192" fmla="*/ 127611 w 289171"/>
                <a:gd name="csY192" fmla="*/ 205964 h 245687"/>
                <a:gd name="csX193" fmla="*/ 125587 w 289171"/>
                <a:gd name="csY193" fmla="*/ 204183 h 245687"/>
                <a:gd name="csX194" fmla="*/ 124552 w 289171"/>
                <a:gd name="csY194" fmla="*/ 203483 h 245687"/>
                <a:gd name="csX195" fmla="*/ 123844 w 289171"/>
                <a:gd name="csY195" fmla="*/ 203202 h 245687"/>
                <a:gd name="csX196" fmla="*/ 123228 w 289171"/>
                <a:gd name="csY196" fmla="*/ 201513 h 245687"/>
                <a:gd name="csX197" fmla="*/ 122757 w 289171"/>
                <a:gd name="csY197" fmla="*/ 200995 h 245687"/>
                <a:gd name="csX198" fmla="*/ 121722 w 289171"/>
                <a:gd name="csY198" fmla="*/ 200858 h 245687"/>
                <a:gd name="csX199" fmla="*/ 119599 w 289171"/>
                <a:gd name="csY199" fmla="*/ 200151 h 245687"/>
                <a:gd name="csX200" fmla="*/ 117621 w 289171"/>
                <a:gd name="csY200" fmla="*/ 200995 h 245687"/>
                <a:gd name="csX201" fmla="*/ 117575 w 289171"/>
                <a:gd name="csY201" fmla="*/ 199687 h 245687"/>
                <a:gd name="csX202" fmla="*/ 118138 w 289171"/>
                <a:gd name="csY202" fmla="*/ 198895 h 245687"/>
                <a:gd name="csX203" fmla="*/ 124971 w 289171"/>
                <a:gd name="csY203" fmla="*/ 192641 h 245687"/>
                <a:gd name="csX204" fmla="*/ 128410 w 289171"/>
                <a:gd name="csY204" fmla="*/ 189765 h 245687"/>
                <a:gd name="csX205" fmla="*/ 128783 w 289171"/>
                <a:gd name="csY205" fmla="*/ 189339 h 245687"/>
                <a:gd name="csX206" fmla="*/ 129087 w 289171"/>
                <a:gd name="csY206" fmla="*/ 188677 h 245687"/>
                <a:gd name="csX207" fmla="*/ 129323 w 289171"/>
                <a:gd name="csY207" fmla="*/ 187787 h 245687"/>
                <a:gd name="csX208" fmla="*/ 128539 w 289171"/>
                <a:gd name="csY208" fmla="*/ 186767 h 245687"/>
                <a:gd name="csX209" fmla="*/ 125313 w 289171"/>
                <a:gd name="csY209" fmla="*/ 181936 h 245687"/>
                <a:gd name="csX210" fmla="*/ 124195 w 289171"/>
                <a:gd name="csY210" fmla="*/ 181023 h 245687"/>
                <a:gd name="csX211" fmla="*/ 123091 w 289171"/>
                <a:gd name="csY211" fmla="*/ 180277 h 245687"/>
                <a:gd name="csX212" fmla="*/ 121828 w 289171"/>
                <a:gd name="csY212" fmla="*/ 178246 h 245687"/>
                <a:gd name="csX213" fmla="*/ 120314 w 289171"/>
                <a:gd name="csY213" fmla="*/ 173521 h 245687"/>
                <a:gd name="csX214" fmla="*/ 119226 w 289171"/>
                <a:gd name="csY214" fmla="*/ 171147 h 245687"/>
                <a:gd name="csX215" fmla="*/ 118899 w 289171"/>
                <a:gd name="csY215" fmla="*/ 169321 h 245687"/>
                <a:gd name="csX216" fmla="*/ 118967 w 289171"/>
                <a:gd name="csY216" fmla="*/ 167259 h 245687"/>
                <a:gd name="csX217" fmla="*/ 118564 w 289171"/>
                <a:gd name="csY217" fmla="*/ 165676 h 245687"/>
                <a:gd name="csX218" fmla="*/ 117689 w 289171"/>
                <a:gd name="csY218" fmla="*/ 164573 h 245687"/>
                <a:gd name="csX219" fmla="*/ 117689 w 289171"/>
                <a:gd name="csY219" fmla="*/ 161203 h 245687"/>
                <a:gd name="csX220" fmla="*/ 118564 w 289171"/>
                <a:gd name="csY220" fmla="*/ 155557 h 245687"/>
                <a:gd name="csX221" fmla="*/ 118777 w 289171"/>
                <a:gd name="csY221" fmla="*/ 151266 h 245687"/>
                <a:gd name="csX222" fmla="*/ 118336 w 289171"/>
                <a:gd name="csY222" fmla="*/ 148329 h 245687"/>
                <a:gd name="csX223" fmla="*/ 119120 w 289171"/>
                <a:gd name="csY223" fmla="*/ 146092 h 245687"/>
                <a:gd name="csX224" fmla="*/ 121121 w 289171"/>
                <a:gd name="csY224" fmla="*/ 144555 h 245687"/>
                <a:gd name="csX225" fmla="*/ 122239 w 289171"/>
                <a:gd name="csY225" fmla="*/ 142181 h 245687"/>
                <a:gd name="csX226" fmla="*/ 122475 w 289171"/>
                <a:gd name="csY226" fmla="*/ 138970 h 245687"/>
                <a:gd name="csX227" fmla="*/ 123677 w 289171"/>
                <a:gd name="csY227" fmla="*/ 136330 h 245687"/>
                <a:gd name="csX228" fmla="*/ 125838 w 289171"/>
                <a:gd name="csY228" fmla="*/ 134268 h 245687"/>
                <a:gd name="csX229" fmla="*/ 126576 w 289171"/>
                <a:gd name="csY229" fmla="*/ 132229 h 245687"/>
                <a:gd name="csX230" fmla="*/ 125891 w 289171"/>
                <a:gd name="csY230" fmla="*/ 130213 h 245687"/>
                <a:gd name="csX231" fmla="*/ 125671 w 289171"/>
                <a:gd name="csY231" fmla="*/ 128927 h 245687"/>
                <a:gd name="csX232" fmla="*/ 123837 w 289171"/>
                <a:gd name="csY232" fmla="*/ 127618 h 245687"/>
                <a:gd name="csX233" fmla="*/ 120436 w 289171"/>
                <a:gd name="csY233" fmla="*/ 126698 h 245687"/>
                <a:gd name="csX234" fmla="*/ 117621 w 289171"/>
                <a:gd name="csY234" fmla="*/ 126591 h 245687"/>
                <a:gd name="csX235" fmla="*/ 115916 w 289171"/>
                <a:gd name="csY235" fmla="*/ 127618 h 245687"/>
                <a:gd name="csX236" fmla="*/ 111557 w 289171"/>
                <a:gd name="csY236" fmla="*/ 128570 h 245687"/>
                <a:gd name="csX237" fmla="*/ 104542 w 289171"/>
                <a:gd name="csY237" fmla="*/ 129444 h 245687"/>
                <a:gd name="csX238" fmla="*/ 98888 w 289171"/>
                <a:gd name="csY238" fmla="*/ 129444 h 245687"/>
                <a:gd name="csX239" fmla="*/ 94605 w 289171"/>
                <a:gd name="csY239" fmla="*/ 128562 h 245687"/>
                <a:gd name="csX240" fmla="*/ 91348 w 289171"/>
                <a:gd name="csY240" fmla="*/ 128859 h 245687"/>
                <a:gd name="csX241" fmla="*/ 89111 w 289171"/>
                <a:gd name="csY241" fmla="*/ 130335 h 245687"/>
                <a:gd name="csX242" fmla="*/ 87536 w 289171"/>
                <a:gd name="csY242" fmla="*/ 130669 h 245687"/>
                <a:gd name="csX243" fmla="*/ 86623 w 289171"/>
                <a:gd name="csY243" fmla="*/ 129863 h 245687"/>
                <a:gd name="csX244" fmla="*/ 85634 w 289171"/>
                <a:gd name="csY244" fmla="*/ 129642 h 245687"/>
                <a:gd name="csX245" fmla="*/ 84135 w 289171"/>
                <a:gd name="csY245" fmla="*/ 130152 h 245687"/>
                <a:gd name="csX246" fmla="*/ 83877 w 289171"/>
                <a:gd name="csY246" fmla="*/ 129916 h 245687"/>
                <a:gd name="csX247" fmla="*/ 80552 w 289171"/>
                <a:gd name="csY247" fmla="*/ 125937 h 245687"/>
                <a:gd name="csX248" fmla="*/ 77478 w 289171"/>
                <a:gd name="csY248" fmla="*/ 122247 h 245687"/>
                <a:gd name="csX249" fmla="*/ 73948 w 289171"/>
                <a:gd name="csY249" fmla="*/ 117849 h 245687"/>
                <a:gd name="csX250" fmla="*/ 69877 w 289171"/>
                <a:gd name="csY250" fmla="*/ 112774 h 245687"/>
                <a:gd name="csX251" fmla="*/ 69147 w 289171"/>
                <a:gd name="csY251" fmla="*/ 112439 h 245687"/>
                <a:gd name="csX252" fmla="*/ 67884 w 289171"/>
                <a:gd name="csY252" fmla="*/ 112470 h 245687"/>
                <a:gd name="csX253" fmla="*/ 66217 w 289171"/>
                <a:gd name="csY253" fmla="*/ 112561 h 245687"/>
                <a:gd name="csX254" fmla="*/ 63630 w 289171"/>
                <a:gd name="csY254" fmla="*/ 112036 h 245687"/>
                <a:gd name="csX255" fmla="*/ 61857 w 289171"/>
                <a:gd name="csY255" fmla="*/ 111298 h 245687"/>
                <a:gd name="csX256" fmla="*/ 60473 w 289171"/>
                <a:gd name="csY256" fmla="*/ 110583 h 245687"/>
                <a:gd name="csX257" fmla="*/ 57916 w 289171"/>
                <a:gd name="csY257" fmla="*/ 109677 h 245687"/>
                <a:gd name="csX258" fmla="*/ 56166 w 289171"/>
                <a:gd name="csY258" fmla="*/ 109518 h 245687"/>
                <a:gd name="csX259" fmla="*/ 54591 w 289171"/>
                <a:gd name="csY259" fmla="*/ 109784 h 245687"/>
                <a:gd name="csX260" fmla="*/ 50262 w 289171"/>
                <a:gd name="csY260" fmla="*/ 111557 h 245687"/>
                <a:gd name="csX261" fmla="*/ 47805 w 289171"/>
                <a:gd name="csY261" fmla="*/ 111724 h 245687"/>
                <a:gd name="csX262" fmla="*/ 45902 w 289171"/>
                <a:gd name="csY262" fmla="*/ 111754 h 245687"/>
                <a:gd name="csX263" fmla="*/ 40789 w 289171"/>
                <a:gd name="csY263" fmla="*/ 110880 h 245687"/>
                <a:gd name="csX264" fmla="*/ 37297 w 289171"/>
                <a:gd name="csY264" fmla="*/ 110735 h 245687"/>
                <a:gd name="csX265" fmla="*/ 33234 w 289171"/>
                <a:gd name="csY265" fmla="*/ 111313 h 245687"/>
                <a:gd name="csX266" fmla="*/ 31492 w 289171"/>
                <a:gd name="csY266" fmla="*/ 111640 h 245687"/>
                <a:gd name="csX267" fmla="*/ 29057 w 289171"/>
                <a:gd name="csY267" fmla="*/ 110735 h 245687"/>
                <a:gd name="csX268" fmla="*/ 27398 w 289171"/>
                <a:gd name="csY268" fmla="*/ 109358 h 245687"/>
                <a:gd name="csX269" fmla="*/ 25854 w 289171"/>
                <a:gd name="csY269" fmla="*/ 106086 h 245687"/>
                <a:gd name="csX270" fmla="*/ 24766 w 289171"/>
                <a:gd name="csY270" fmla="*/ 103515 h 245687"/>
                <a:gd name="csX271" fmla="*/ 22871 w 289171"/>
                <a:gd name="csY271" fmla="*/ 102997 h 245687"/>
                <a:gd name="csX272" fmla="*/ 20771 w 289171"/>
                <a:gd name="csY272" fmla="*/ 102556 h 245687"/>
                <a:gd name="csX273" fmla="*/ 19737 w 289171"/>
                <a:gd name="csY273" fmla="*/ 101704 h 245687"/>
                <a:gd name="csX274" fmla="*/ 19113 w 289171"/>
                <a:gd name="csY274" fmla="*/ 100220 h 245687"/>
                <a:gd name="csX275" fmla="*/ 18960 w 289171"/>
                <a:gd name="csY275" fmla="*/ 98318 h 245687"/>
                <a:gd name="csX276" fmla="*/ 19174 w 289171"/>
                <a:gd name="csY276" fmla="*/ 95221 h 245687"/>
                <a:gd name="csX277" fmla="*/ 19371 w 289171"/>
                <a:gd name="csY277" fmla="*/ 94110 h 245687"/>
                <a:gd name="csX278" fmla="*/ 19660 w 289171"/>
                <a:gd name="csY278" fmla="*/ 90770 h 245687"/>
                <a:gd name="csX279" fmla="*/ 20817 w 289171"/>
                <a:gd name="csY279" fmla="*/ 89020 h 245687"/>
                <a:gd name="csX280" fmla="*/ 21547 w 289171"/>
                <a:gd name="csY280" fmla="*/ 88176 h 245687"/>
                <a:gd name="csX281" fmla="*/ 21403 w 289171"/>
                <a:gd name="csY281" fmla="*/ 86768 h 245687"/>
                <a:gd name="csX282" fmla="*/ 20847 w 289171"/>
                <a:gd name="csY282" fmla="*/ 83892 h 245687"/>
                <a:gd name="csX283" fmla="*/ 20284 w 289171"/>
                <a:gd name="csY283" fmla="*/ 81853 h 245687"/>
                <a:gd name="csX284" fmla="*/ 17956 w 289171"/>
                <a:gd name="csY284" fmla="*/ 79547 h 245687"/>
                <a:gd name="csX285" fmla="*/ 14974 w 289171"/>
                <a:gd name="csY285" fmla="*/ 76588 h 245687"/>
                <a:gd name="csX286" fmla="*/ 13688 w 289171"/>
                <a:gd name="csY286" fmla="*/ 71848 h 245687"/>
                <a:gd name="csX287" fmla="*/ 12174 w 289171"/>
                <a:gd name="csY287" fmla="*/ 66248 h 245687"/>
                <a:gd name="csX288" fmla="*/ 10987 w 289171"/>
                <a:gd name="csY288" fmla="*/ 65685 h 245687"/>
                <a:gd name="csX289" fmla="*/ 9868 w 289171"/>
                <a:gd name="csY289" fmla="*/ 65966 h 245687"/>
                <a:gd name="csX290" fmla="*/ 8681 w 289171"/>
                <a:gd name="csY290" fmla="*/ 65685 h 245687"/>
                <a:gd name="csX291" fmla="*/ 7631 w 289171"/>
                <a:gd name="csY291" fmla="*/ 63433 h 245687"/>
                <a:gd name="csX292" fmla="*/ 6581 w 289171"/>
                <a:gd name="csY292" fmla="*/ 63007 h 245687"/>
                <a:gd name="csX293" fmla="*/ 4907 w 289171"/>
                <a:gd name="csY293" fmla="*/ 63798 h 245687"/>
                <a:gd name="csX294" fmla="*/ 3698 w 289171"/>
                <a:gd name="csY294" fmla="*/ 64414 h 245687"/>
                <a:gd name="csX295" fmla="*/ 631 w 289171"/>
                <a:gd name="csY295" fmla="*/ 64977 h 245687"/>
                <a:gd name="csX296" fmla="*/ 0 w 289171"/>
                <a:gd name="csY296" fmla="*/ 64414 h 245687"/>
                <a:gd name="csX297" fmla="*/ 213 w 289171"/>
                <a:gd name="csY297" fmla="*/ 63714 h 245687"/>
                <a:gd name="csX298" fmla="*/ 1506 w 289171"/>
                <a:gd name="csY298" fmla="*/ 61667 h 245687"/>
                <a:gd name="csX299" fmla="*/ 3028 w 289171"/>
                <a:gd name="csY299" fmla="*/ 59050 h 245687"/>
                <a:gd name="csX300" fmla="*/ 4801 w 289171"/>
                <a:gd name="csY300" fmla="*/ 56669 h 245687"/>
                <a:gd name="csX301" fmla="*/ 6444 w 289171"/>
                <a:gd name="csY301" fmla="*/ 54226 h 245687"/>
                <a:gd name="csX302" fmla="*/ 7677 w 289171"/>
                <a:gd name="csY302" fmla="*/ 51624 h 245687"/>
                <a:gd name="csX303" fmla="*/ 8514 w 289171"/>
                <a:gd name="csY303" fmla="*/ 46443 h 245687"/>
                <a:gd name="csX304" fmla="*/ 9092 w 289171"/>
                <a:gd name="csY304" fmla="*/ 42867 h 245687"/>
                <a:gd name="csX305" fmla="*/ 10614 w 289171"/>
                <a:gd name="csY305" fmla="*/ 36491 h 245687"/>
                <a:gd name="csX306" fmla="*/ 13391 w 289171"/>
                <a:gd name="csY306" fmla="*/ 31401 h 245687"/>
                <a:gd name="csX307" fmla="*/ 14441 w 289171"/>
                <a:gd name="csY307" fmla="*/ 29057 h 245687"/>
                <a:gd name="csX308" fmla="*/ 16960 w 289171"/>
                <a:gd name="csY308" fmla="*/ 26006 h 245687"/>
                <a:gd name="csX309" fmla="*/ 18116 w 289171"/>
                <a:gd name="csY309" fmla="*/ 24347 h 245687"/>
                <a:gd name="csX310" fmla="*/ 19653 w 289171"/>
                <a:gd name="csY310" fmla="*/ 23039 h 245687"/>
                <a:gd name="csX311" fmla="*/ 23876 w 289171"/>
                <a:gd name="csY311" fmla="*/ 21266 h 245687"/>
                <a:gd name="csX312" fmla="*/ 28920 w 289171"/>
                <a:gd name="csY312" fmla="*/ 12493 h 245687"/>
                <a:gd name="csX313" fmla="*/ 30077 w 289171"/>
                <a:gd name="csY313" fmla="*/ 11093 h 245687"/>
                <a:gd name="csX314" fmla="*/ 35174 w 289171"/>
                <a:gd name="csY314" fmla="*/ 9785 h 245687"/>
                <a:gd name="csX315" fmla="*/ 39093 w 289171"/>
                <a:gd name="csY315" fmla="*/ 8765 h 245687"/>
                <a:gd name="csX316" fmla="*/ 41992 w 289171"/>
                <a:gd name="csY316" fmla="*/ 7692 h 245687"/>
                <a:gd name="csX317" fmla="*/ 42943 w 289171"/>
                <a:gd name="csY317" fmla="*/ 7122 h 245687"/>
                <a:gd name="csX318" fmla="*/ 43711 w 289171"/>
                <a:gd name="csY318" fmla="*/ 6855 h 245687"/>
                <a:gd name="csX319" fmla="*/ 43080 w 289171"/>
                <a:gd name="csY319" fmla="*/ 7875 h 245687"/>
                <a:gd name="csX320" fmla="*/ 41687 w 289171"/>
                <a:gd name="csY320" fmla="*/ 9168 h 245687"/>
                <a:gd name="csX321" fmla="*/ 40112 w 289171"/>
                <a:gd name="csY321" fmla="*/ 9960 h 245687"/>
                <a:gd name="csX322" fmla="*/ 31994 w 289171"/>
                <a:gd name="csY322" fmla="*/ 11945 h 245687"/>
                <a:gd name="csX323" fmla="*/ 31165 w 289171"/>
                <a:gd name="csY323" fmla="*/ 12364 h 245687"/>
                <a:gd name="csX324" fmla="*/ 30107 w 289171"/>
                <a:gd name="csY324" fmla="*/ 13186 h 245687"/>
                <a:gd name="csX325" fmla="*/ 30099 w 289171"/>
                <a:gd name="csY325" fmla="*/ 15072 h 245687"/>
                <a:gd name="csX326" fmla="*/ 30320 w 289171"/>
                <a:gd name="csY326" fmla="*/ 16549 h 245687"/>
                <a:gd name="csX327" fmla="*/ 32709 w 289171"/>
                <a:gd name="csY327" fmla="*/ 21403 h 245687"/>
                <a:gd name="csX328" fmla="*/ 33645 w 289171"/>
                <a:gd name="csY328" fmla="*/ 22597 h 245687"/>
                <a:gd name="csX329" fmla="*/ 36841 w 289171"/>
                <a:gd name="csY329" fmla="*/ 25222 h 245687"/>
                <a:gd name="csX330" fmla="*/ 36110 w 289171"/>
                <a:gd name="csY330" fmla="*/ 25588 h 245687"/>
                <a:gd name="csX331" fmla="*/ 34931 w 289171"/>
                <a:gd name="csY331" fmla="*/ 25633 h 245687"/>
                <a:gd name="csX332" fmla="*/ 35791 w 289171"/>
                <a:gd name="csY332" fmla="*/ 29072 h 245687"/>
                <a:gd name="csX333" fmla="*/ 37754 w 289171"/>
                <a:gd name="csY333" fmla="*/ 31431 h 245687"/>
                <a:gd name="csX334" fmla="*/ 37845 w 289171"/>
                <a:gd name="csY334" fmla="*/ 32915 h 245687"/>
                <a:gd name="csX335" fmla="*/ 36339 w 289171"/>
                <a:gd name="csY335" fmla="*/ 37525 h 245687"/>
                <a:gd name="csX336" fmla="*/ 33592 w 289171"/>
                <a:gd name="csY336" fmla="*/ 40280 h 245687"/>
                <a:gd name="csX337" fmla="*/ 31644 w 289171"/>
                <a:gd name="csY337" fmla="*/ 43483 h 245687"/>
                <a:gd name="csX338" fmla="*/ 30130 w 289171"/>
                <a:gd name="csY338" fmla="*/ 44753 h 245687"/>
                <a:gd name="csX339" fmla="*/ 26774 w 289171"/>
                <a:gd name="csY339" fmla="*/ 51053 h 245687"/>
                <a:gd name="csX340" fmla="*/ 29323 w 289171"/>
                <a:gd name="csY340" fmla="*/ 54804 h 245687"/>
                <a:gd name="csX341" fmla="*/ 29688 w 289171"/>
                <a:gd name="csY341" fmla="*/ 56707 h 245687"/>
                <a:gd name="csX342" fmla="*/ 31895 w 289171"/>
                <a:gd name="csY342" fmla="*/ 59408 h 245687"/>
                <a:gd name="csX343" fmla="*/ 33333 w 289171"/>
                <a:gd name="csY343" fmla="*/ 60290 h 245687"/>
                <a:gd name="csX344" fmla="*/ 34292 w 289171"/>
                <a:gd name="csY344" fmla="*/ 61386 h 245687"/>
                <a:gd name="csX345" fmla="*/ 33850 w 289171"/>
                <a:gd name="csY345" fmla="*/ 63227 h 245687"/>
                <a:gd name="csX346" fmla="*/ 34733 w 289171"/>
                <a:gd name="csY346" fmla="*/ 65723 h 245687"/>
                <a:gd name="csX347" fmla="*/ 35874 w 289171"/>
                <a:gd name="csY347" fmla="*/ 67039 h 245687"/>
                <a:gd name="csX348" fmla="*/ 37305 w 289171"/>
                <a:gd name="csY348" fmla="*/ 67564 h 245687"/>
                <a:gd name="csX349" fmla="*/ 39078 w 289171"/>
                <a:gd name="csY349" fmla="*/ 67564 h 245687"/>
                <a:gd name="csX350" fmla="*/ 44168 w 289171"/>
                <a:gd name="csY350" fmla="*/ 65898 h 245687"/>
                <a:gd name="csX351" fmla="*/ 45377 w 289171"/>
                <a:gd name="csY351" fmla="*/ 65152 h 245687"/>
                <a:gd name="csX352" fmla="*/ 46153 w 289171"/>
                <a:gd name="csY352" fmla="*/ 63821 h 245687"/>
                <a:gd name="csX353" fmla="*/ 48702 w 289171"/>
                <a:gd name="csY353" fmla="*/ 61119 h 245687"/>
                <a:gd name="csX354" fmla="*/ 48862 w 289171"/>
                <a:gd name="csY354" fmla="*/ 57627 h 245687"/>
                <a:gd name="csX355" fmla="*/ 49410 w 289171"/>
                <a:gd name="csY355" fmla="*/ 53427 h 245687"/>
                <a:gd name="csX356" fmla="*/ 48786 w 289171"/>
                <a:gd name="csY356" fmla="*/ 50688 h 245687"/>
                <a:gd name="csX357" fmla="*/ 46108 w 289171"/>
                <a:gd name="csY357" fmla="*/ 46777 h 245687"/>
                <a:gd name="csX358" fmla="*/ 44936 w 289171"/>
                <a:gd name="csY358" fmla="*/ 44000 h 245687"/>
                <a:gd name="csX359" fmla="*/ 42281 w 289171"/>
                <a:gd name="csY359" fmla="*/ 41413 h 245687"/>
                <a:gd name="csX360" fmla="*/ 40652 w 289171"/>
                <a:gd name="csY360" fmla="*/ 36977 h 245687"/>
                <a:gd name="csX361" fmla="*/ 39983 w 289171"/>
                <a:gd name="csY361" fmla="*/ 35593 h 245687"/>
                <a:gd name="csX362" fmla="*/ 39481 w 289171"/>
                <a:gd name="csY362" fmla="*/ 33683 h 245687"/>
                <a:gd name="csX363" fmla="*/ 38910 w 289171"/>
                <a:gd name="csY363" fmla="*/ 30297 h 245687"/>
                <a:gd name="csX364" fmla="*/ 40691 w 289171"/>
                <a:gd name="csY364" fmla="*/ 29065 h 245687"/>
                <a:gd name="csX365" fmla="*/ 40508 w 289171"/>
                <a:gd name="csY365" fmla="*/ 26287 h 245687"/>
                <a:gd name="csX366" fmla="*/ 44891 w 289171"/>
                <a:gd name="csY366" fmla="*/ 25519 h 245687"/>
                <a:gd name="csX367" fmla="*/ 54371 w 289171"/>
                <a:gd name="csY367" fmla="*/ 21000 h 245687"/>
                <a:gd name="csX368" fmla="*/ 60237 w 289171"/>
                <a:gd name="csY368" fmla="*/ 19858 h 245687"/>
                <a:gd name="csX369" fmla="*/ 66917 w 289171"/>
                <a:gd name="csY369" fmla="*/ 17446 h 245687"/>
                <a:gd name="csX370" fmla="*/ 68469 w 289171"/>
                <a:gd name="csY370" fmla="*/ 16252 h 245687"/>
                <a:gd name="csX371" fmla="*/ 69809 w 289171"/>
                <a:gd name="csY371" fmla="*/ 14266 h 245687"/>
                <a:gd name="csX372" fmla="*/ 70851 w 289171"/>
                <a:gd name="csY372" fmla="*/ 14038 h 245687"/>
                <a:gd name="csX373" fmla="*/ 74336 w 289171"/>
                <a:gd name="csY373" fmla="*/ 15902 h 245687"/>
                <a:gd name="csX374" fmla="*/ 76055 w 289171"/>
                <a:gd name="csY374" fmla="*/ 15255 h 245687"/>
                <a:gd name="csX375" fmla="*/ 76732 w 289171"/>
                <a:gd name="csY375" fmla="*/ 13802 h 245687"/>
                <a:gd name="csX376" fmla="*/ 75781 w 289171"/>
                <a:gd name="csY376" fmla="*/ 10971 h 245687"/>
                <a:gd name="csX377" fmla="*/ 73780 w 289171"/>
                <a:gd name="csY377" fmla="*/ 10971 h 245687"/>
                <a:gd name="csX378" fmla="*/ 67762 w 289171"/>
                <a:gd name="csY378" fmla="*/ 11999 h 245687"/>
                <a:gd name="csX379" fmla="*/ 67176 w 289171"/>
                <a:gd name="csY379" fmla="*/ 10781 h 245687"/>
                <a:gd name="csX380" fmla="*/ 67176 w 289171"/>
                <a:gd name="csY380" fmla="*/ 9709 h 245687"/>
                <a:gd name="csX381" fmla="*/ 65753 w 289171"/>
                <a:gd name="csY381" fmla="*/ 6330 h 245687"/>
                <a:gd name="csX382" fmla="*/ 66636 w 289171"/>
                <a:gd name="csY382" fmla="*/ 3789 h 245687"/>
                <a:gd name="csX383" fmla="*/ 67541 w 289171"/>
                <a:gd name="csY383" fmla="*/ 1727 h 245687"/>
                <a:gd name="csX384" fmla="*/ 69268 w 289171"/>
                <a:gd name="csY384" fmla="*/ 898 h 245687"/>
                <a:gd name="csX385" fmla="*/ 71794 w 289171"/>
                <a:gd name="csY385" fmla="*/ 0 h 245687"/>
                <a:gd name="csX386" fmla="*/ 73704 w 289171"/>
                <a:gd name="csY386" fmla="*/ 1377 h 245687"/>
                <a:gd name="csX387" fmla="*/ 74861 w 289171"/>
                <a:gd name="csY387" fmla="*/ 2686 h 245687"/>
                <a:gd name="csX388" fmla="*/ 75492 w 289171"/>
                <a:gd name="csY388" fmla="*/ 3956 h 245687"/>
                <a:gd name="csX389" fmla="*/ 75926 w 289171"/>
                <a:gd name="csY389" fmla="*/ 7403 h 245687"/>
                <a:gd name="csX390" fmla="*/ 76953 w 289171"/>
                <a:gd name="csY390" fmla="*/ 10888 h 245687"/>
                <a:gd name="csX391" fmla="*/ 78033 w 289171"/>
                <a:gd name="csY391" fmla="*/ 13307 h 245687"/>
                <a:gd name="csX392" fmla="*/ 79753 w 289171"/>
                <a:gd name="csY392" fmla="*/ 15134 h 245687"/>
                <a:gd name="csX393" fmla="*/ 81069 w 289171"/>
                <a:gd name="csY393" fmla="*/ 15012 h 245687"/>
                <a:gd name="csX394" fmla="*/ 82013 w 289171"/>
                <a:gd name="csY394" fmla="*/ 14707 h 245687"/>
                <a:gd name="csX395" fmla="*/ 88275 w 289171"/>
                <a:gd name="csY395" fmla="*/ 14296 h 245687"/>
                <a:gd name="csX396" fmla="*/ 92079 w 289171"/>
                <a:gd name="csY396" fmla="*/ 15544 h 245687"/>
                <a:gd name="csX397" fmla="*/ 96918 w 289171"/>
                <a:gd name="csY397" fmla="*/ 16176 h 245687"/>
                <a:gd name="csX398" fmla="*/ 101437 w 289171"/>
                <a:gd name="csY398" fmla="*/ 18824 h 245687"/>
                <a:gd name="csX399" fmla="*/ 106086 w 289171"/>
                <a:gd name="csY399" fmla="*/ 22034 h 245687"/>
                <a:gd name="csX400" fmla="*/ 107273 w 289171"/>
                <a:gd name="csY400" fmla="*/ 24378 h 245687"/>
                <a:gd name="csX401" fmla="*/ 107661 w 289171"/>
                <a:gd name="csY401" fmla="*/ 26615 h 245687"/>
                <a:gd name="csX402" fmla="*/ 108787 w 289171"/>
                <a:gd name="csY402" fmla="*/ 28114 h 245687"/>
                <a:gd name="csX403" fmla="*/ 107669 w 289171"/>
                <a:gd name="csY403" fmla="*/ 29658 h 245687"/>
                <a:gd name="csX404" fmla="*/ 108277 w 289171"/>
                <a:gd name="csY404" fmla="*/ 32230 h 245687"/>
                <a:gd name="csX405" fmla="*/ 109609 w 289171"/>
                <a:gd name="csY405" fmla="*/ 34824 h 245687"/>
                <a:gd name="csX406" fmla="*/ 111618 w 289171"/>
                <a:gd name="csY406" fmla="*/ 36475 h 245687"/>
                <a:gd name="csX407" fmla="*/ 117347 w 289171"/>
                <a:gd name="csY407" fmla="*/ 36924 h 245687"/>
                <a:gd name="csX408" fmla="*/ 123540 w 289171"/>
                <a:gd name="csY408" fmla="*/ 35813 h 245687"/>
                <a:gd name="csX409" fmla="*/ 133112 w 289171"/>
                <a:gd name="csY409" fmla="*/ 34802 h 245687"/>
                <a:gd name="csX410" fmla="*/ 136193 w 289171"/>
                <a:gd name="csY410" fmla="*/ 33934 h 245687"/>
                <a:gd name="csX411" fmla="*/ 152034 w 289171"/>
                <a:gd name="csY411" fmla="*/ 33463 h 245687"/>
                <a:gd name="csX412" fmla="*/ 155055 w 289171"/>
                <a:gd name="csY412" fmla="*/ 34710 h 245687"/>
                <a:gd name="csX413" fmla="*/ 155352 w 289171"/>
                <a:gd name="csY413" fmla="*/ 35950 h 245687"/>
                <a:gd name="csX414" fmla="*/ 155382 w 289171"/>
                <a:gd name="csY414" fmla="*/ 36902 h 245687"/>
                <a:gd name="csX415" fmla="*/ 160480 w 289171"/>
                <a:gd name="csY415" fmla="*/ 41543 h 245687"/>
                <a:gd name="csX416" fmla="*/ 164665 w 289171"/>
                <a:gd name="csY416" fmla="*/ 42174 h 245687"/>
                <a:gd name="csX417" fmla="*/ 168218 w 289171"/>
                <a:gd name="csY417" fmla="*/ 43658 h 245687"/>
                <a:gd name="csX418" fmla="*/ 171893 w 289171"/>
                <a:gd name="csY418" fmla="*/ 44457 h 245687"/>
                <a:gd name="csX419" fmla="*/ 175910 w 289171"/>
                <a:gd name="csY419" fmla="*/ 45583 h 245687"/>
                <a:gd name="csX420" fmla="*/ 178170 w 289171"/>
                <a:gd name="csY420" fmla="*/ 45438 h 245687"/>
                <a:gd name="csX421" fmla="*/ 179866 w 289171"/>
                <a:gd name="csY421" fmla="*/ 45043 h 245687"/>
                <a:gd name="csX422" fmla="*/ 181860 w 289171"/>
                <a:gd name="csY422" fmla="*/ 44974 h 245687"/>
                <a:gd name="csX423" fmla="*/ 195997 w 289171"/>
                <a:gd name="csY423" fmla="*/ 37213 h 245687"/>
                <a:gd name="csX424" fmla="*/ 203575 w 289171"/>
                <a:gd name="csY424" fmla="*/ 37411 h 245687"/>
                <a:gd name="csX425" fmla="*/ 204739 w 289171"/>
                <a:gd name="csY425" fmla="*/ 36909 h 245687"/>
                <a:gd name="csX426" fmla="*/ 205743 w 289171"/>
                <a:gd name="csY426" fmla="*/ 36232 h 245687"/>
                <a:gd name="csX427" fmla="*/ 202951 w 289171"/>
                <a:gd name="csY427" fmla="*/ 35053 h 245687"/>
                <a:gd name="csX428" fmla="*/ 196643 w 289171"/>
                <a:gd name="csY428" fmla="*/ 34596 h 245687"/>
                <a:gd name="csX429" fmla="*/ 194734 w 289171"/>
                <a:gd name="csY429" fmla="*/ 35387 h 245687"/>
                <a:gd name="csX430" fmla="*/ 193653 w 289171"/>
                <a:gd name="csY430" fmla="*/ 33386 h 245687"/>
                <a:gd name="csX431" fmla="*/ 195707 w 289171"/>
                <a:gd name="csY431" fmla="*/ 33440 h 245687"/>
                <a:gd name="csX432" fmla="*/ 202723 w 289171"/>
                <a:gd name="csY432" fmla="*/ 32770 h 245687"/>
                <a:gd name="csX433" fmla="*/ 210765 w 289171"/>
                <a:gd name="csY433" fmla="*/ 33211 h 245687"/>
                <a:gd name="csX434" fmla="*/ 217316 w 289171"/>
                <a:gd name="csY434" fmla="*/ 31789 h 245687"/>
                <a:gd name="csX435" fmla="*/ 220610 w 289171"/>
                <a:gd name="csY435" fmla="*/ 31553 h 245687"/>
                <a:gd name="csX436" fmla="*/ 222513 w 289171"/>
                <a:gd name="csY436" fmla="*/ 31834 h 245687"/>
                <a:gd name="csX437" fmla="*/ 227732 w 289171"/>
                <a:gd name="csY437" fmla="*/ 30913 h 245687"/>
                <a:gd name="csX438" fmla="*/ 237555 w 289171"/>
                <a:gd name="csY438" fmla="*/ 32002 h 245687"/>
                <a:gd name="csX439" fmla="*/ 245300 w 289171"/>
                <a:gd name="csY439" fmla="*/ 31104 h 245687"/>
                <a:gd name="csX440" fmla="*/ 244402 w 289171"/>
                <a:gd name="csY440" fmla="*/ 32390 h 245687"/>
                <a:gd name="csX441" fmla="*/ 241861 w 289171"/>
                <a:gd name="csY441" fmla="*/ 33173 h 245687"/>
                <a:gd name="csX442" fmla="*/ 237745 w 289171"/>
                <a:gd name="csY442" fmla="*/ 33417 h 245687"/>
                <a:gd name="csX443" fmla="*/ 234602 w 289171"/>
                <a:gd name="csY443" fmla="*/ 35296 h 245687"/>
                <a:gd name="csX444" fmla="*/ 227907 w 289171"/>
                <a:gd name="csY444" fmla="*/ 34954 h 245687"/>
                <a:gd name="csX445" fmla="*/ 223205 w 289171"/>
                <a:gd name="csY445" fmla="*/ 35631 h 245687"/>
                <a:gd name="csX446" fmla="*/ 224711 w 289171"/>
                <a:gd name="csY446" fmla="*/ 36156 h 245687"/>
                <a:gd name="csX447" fmla="*/ 224711 w 289171"/>
                <a:gd name="csY447" fmla="*/ 38081 h 245687"/>
                <a:gd name="csX448" fmla="*/ 225350 w 289171"/>
                <a:gd name="csY448" fmla="*/ 38469 h 245687"/>
                <a:gd name="csX449" fmla="*/ 226028 w 289171"/>
                <a:gd name="csY449" fmla="*/ 38484 h 245687"/>
                <a:gd name="csX450" fmla="*/ 227625 w 289171"/>
                <a:gd name="csY450" fmla="*/ 39915 h 245687"/>
                <a:gd name="csX451" fmla="*/ 228059 w 289171"/>
                <a:gd name="csY451" fmla="*/ 40850 h 245687"/>
                <a:gd name="csX452" fmla="*/ 228577 w 289171"/>
                <a:gd name="csY452" fmla="*/ 42813 h 245687"/>
                <a:gd name="csX453" fmla="*/ 227869 w 289171"/>
                <a:gd name="csY453" fmla="*/ 44936 h 245687"/>
                <a:gd name="csX454" fmla="*/ 226895 w 289171"/>
                <a:gd name="csY454" fmla="*/ 45887 h 245687"/>
                <a:gd name="csX455" fmla="*/ 228805 w 289171"/>
                <a:gd name="csY455" fmla="*/ 45568 h 245687"/>
                <a:gd name="csX456" fmla="*/ 229885 w 289171"/>
                <a:gd name="csY456" fmla="*/ 44571 h 245687"/>
                <a:gd name="csX457" fmla="*/ 229725 w 289171"/>
                <a:gd name="csY457" fmla="*/ 43567 h 245687"/>
                <a:gd name="csX458" fmla="*/ 229885 w 289171"/>
                <a:gd name="csY458" fmla="*/ 42402 h 245687"/>
                <a:gd name="csX459" fmla="*/ 230958 w 289171"/>
                <a:gd name="csY459" fmla="*/ 42768 h 245687"/>
                <a:gd name="csX460" fmla="*/ 231711 w 289171"/>
                <a:gd name="csY460" fmla="*/ 43293 h 245687"/>
                <a:gd name="csX461" fmla="*/ 234154 w 289171"/>
                <a:gd name="csY461" fmla="*/ 48847 h 245687"/>
                <a:gd name="csX462" fmla="*/ 235873 w 289171"/>
                <a:gd name="csY462" fmla="*/ 51761 h 245687"/>
                <a:gd name="csX463" fmla="*/ 236314 w 289171"/>
                <a:gd name="csY463" fmla="*/ 51655 h 245687"/>
                <a:gd name="csX464" fmla="*/ 236725 w 289171"/>
                <a:gd name="csY464" fmla="*/ 51548 h 245687"/>
                <a:gd name="csX465" fmla="*/ 237235 w 289171"/>
                <a:gd name="csY465" fmla="*/ 50993 h 245687"/>
                <a:gd name="csX466" fmla="*/ 237996 w 289171"/>
                <a:gd name="csY466" fmla="*/ 49623 h 245687"/>
                <a:gd name="csX467" fmla="*/ 238650 w 289171"/>
                <a:gd name="csY467" fmla="*/ 50490 h 245687"/>
                <a:gd name="csX468" fmla="*/ 239046 w 289171"/>
                <a:gd name="csY468" fmla="*/ 50825 h 245687"/>
                <a:gd name="csX469" fmla="*/ 239442 w 289171"/>
                <a:gd name="csY469" fmla="*/ 50932 h 245687"/>
                <a:gd name="csX470" fmla="*/ 239076 w 289171"/>
                <a:gd name="csY470" fmla="*/ 49692 h 245687"/>
                <a:gd name="csX471" fmla="*/ 239563 w 289171"/>
                <a:gd name="csY471" fmla="*/ 48101 h 245687"/>
                <a:gd name="csX472" fmla="*/ 239396 w 289171"/>
                <a:gd name="csY472" fmla="*/ 47546 h 245687"/>
                <a:gd name="csX473" fmla="*/ 240157 w 289171"/>
                <a:gd name="csY473" fmla="*/ 47424 h 245687"/>
                <a:gd name="csX474" fmla="*/ 241070 w 289171"/>
                <a:gd name="csY474" fmla="*/ 47637 h 245687"/>
                <a:gd name="csX475" fmla="*/ 242363 w 289171"/>
                <a:gd name="csY475" fmla="*/ 48078 h 245687"/>
                <a:gd name="csX476" fmla="*/ 244669 w 289171"/>
                <a:gd name="csY476" fmla="*/ 49904 h 245687"/>
                <a:gd name="csX477" fmla="*/ 246190 w 289171"/>
                <a:gd name="csY477" fmla="*/ 51799 h 245687"/>
                <a:gd name="csX478" fmla="*/ 246320 w 289171"/>
                <a:gd name="csY478" fmla="*/ 52857 h 245687"/>
                <a:gd name="csX479" fmla="*/ 246875 w 289171"/>
                <a:gd name="csY479" fmla="*/ 53450 h 245687"/>
                <a:gd name="csX480" fmla="*/ 247872 w 289171"/>
                <a:gd name="csY480" fmla="*/ 54074 h 245687"/>
                <a:gd name="csX481" fmla="*/ 248359 w 289171"/>
                <a:gd name="csY481" fmla="*/ 55048 h 245687"/>
                <a:gd name="csX482" fmla="*/ 248450 w 289171"/>
                <a:gd name="csY482" fmla="*/ 53511 h 245687"/>
                <a:gd name="csX483" fmla="*/ 247864 w 289171"/>
                <a:gd name="csY483" fmla="*/ 52392 h 245687"/>
                <a:gd name="csX484" fmla="*/ 247720 w 289171"/>
                <a:gd name="csY484" fmla="*/ 51114 h 245687"/>
                <a:gd name="csX485" fmla="*/ 250718 w 289171"/>
                <a:gd name="csY485" fmla="*/ 51061 h 245687"/>
                <a:gd name="csX486" fmla="*/ 251501 w 289171"/>
                <a:gd name="csY486" fmla="*/ 49379 h 245687"/>
                <a:gd name="csX487" fmla="*/ 253137 w 289171"/>
                <a:gd name="csY487" fmla="*/ 50391 h 245687"/>
                <a:gd name="csX488" fmla="*/ 257474 w 289171"/>
                <a:gd name="csY488" fmla="*/ 55010 h 245687"/>
                <a:gd name="csX489" fmla="*/ 259072 w 289171"/>
                <a:gd name="csY489" fmla="*/ 55771 h 245687"/>
                <a:gd name="csX490" fmla="*/ 263797 w 289171"/>
                <a:gd name="csY490" fmla="*/ 56653 h 245687"/>
                <a:gd name="csX491" fmla="*/ 266771 w 289171"/>
                <a:gd name="csY491" fmla="*/ 58875 h 245687"/>
                <a:gd name="csX492" fmla="*/ 268514 w 289171"/>
                <a:gd name="csY492" fmla="*/ 60868 h 245687"/>
                <a:gd name="csX493" fmla="*/ 267479 w 289171"/>
                <a:gd name="csY493" fmla="*/ 62953 h 245687"/>
                <a:gd name="csX494" fmla="*/ 264702 w 289171"/>
                <a:gd name="csY494" fmla="*/ 63996 h 245687"/>
                <a:gd name="csX495" fmla="*/ 263591 w 289171"/>
                <a:gd name="csY495" fmla="*/ 65297 h 245687"/>
                <a:gd name="csX496" fmla="*/ 262952 w 289171"/>
                <a:gd name="csY496" fmla="*/ 66575 h 245687"/>
                <a:gd name="csX497" fmla="*/ 262944 w 289171"/>
                <a:gd name="csY497" fmla="*/ 67861 h 245687"/>
                <a:gd name="csX498" fmla="*/ 262100 w 289171"/>
                <a:gd name="csY498" fmla="*/ 69352 h 245687"/>
                <a:gd name="csX499" fmla="*/ 261978 w 289171"/>
                <a:gd name="csY499" fmla="*/ 69877 h 245687"/>
                <a:gd name="csX500" fmla="*/ 261476 w 289171"/>
                <a:gd name="csY500" fmla="*/ 71977 h 245687"/>
                <a:gd name="csX501" fmla="*/ 260335 w 289171"/>
                <a:gd name="csY501" fmla="*/ 74511 h 245687"/>
                <a:gd name="csX502" fmla="*/ 258813 w 289171"/>
                <a:gd name="csY502" fmla="*/ 77196 h 245687"/>
                <a:gd name="csX503" fmla="*/ 250885 w 289171"/>
                <a:gd name="csY503" fmla="*/ 77257 h 245687"/>
                <a:gd name="csX504" fmla="*/ 252840 w 289171"/>
                <a:gd name="csY504" fmla="*/ 78361 h 245687"/>
                <a:gd name="csX505" fmla="*/ 254643 w 289171"/>
                <a:gd name="csY505" fmla="*/ 79159 h 245687"/>
                <a:gd name="csX506" fmla="*/ 257603 w 289171"/>
                <a:gd name="csY506" fmla="*/ 81267 h 245687"/>
                <a:gd name="csX507" fmla="*/ 259954 w 289171"/>
                <a:gd name="csY507" fmla="*/ 79608 h 245687"/>
                <a:gd name="csX508" fmla="*/ 263325 w 289171"/>
                <a:gd name="csY508" fmla="*/ 79487 h 245687"/>
                <a:gd name="csX509" fmla="*/ 266969 w 289171"/>
                <a:gd name="csY509" fmla="*/ 77645 h 245687"/>
                <a:gd name="csX510" fmla="*/ 268346 w 289171"/>
                <a:gd name="csY510" fmla="*/ 77356 h 245687"/>
                <a:gd name="csX511" fmla="*/ 275164 w 289171"/>
                <a:gd name="csY511" fmla="*/ 78315 h 245687"/>
                <a:gd name="csX512" fmla="*/ 276807 w 289171"/>
                <a:gd name="csY512" fmla="*/ 76968 h 245687"/>
                <a:gd name="csX513" fmla="*/ 278177 w 289171"/>
                <a:gd name="csY513" fmla="*/ 76573 h 245687"/>
                <a:gd name="csX514" fmla="*/ 281867 w 289171"/>
                <a:gd name="csY514" fmla="*/ 76824 h 245687"/>
                <a:gd name="csX515" fmla="*/ 285146 w 289171"/>
                <a:gd name="csY515" fmla="*/ 78307 h 245687"/>
                <a:gd name="csX516" fmla="*/ 203324 w 289171"/>
                <a:gd name="csY516" fmla="*/ 22711 h 245687"/>
                <a:gd name="csX517" fmla="*/ 204008 w 289171"/>
                <a:gd name="csY517" fmla="*/ 25534 h 245687"/>
                <a:gd name="csX518" fmla="*/ 203803 w 289171"/>
                <a:gd name="csY518" fmla="*/ 26067 h 245687"/>
                <a:gd name="csX519" fmla="*/ 201870 w 289171"/>
                <a:gd name="csY519" fmla="*/ 27969 h 245687"/>
                <a:gd name="csX520" fmla="*/ 200250 w 289171"/>
                <a:gd name="csY520" fmla="*/ 28106 h 245687"/>
                <a:gd name="csX521" fmla="*/ 198941 w 289171"/>
                <a:gd name="csY521" fmla="*/ 28038 h 245687"/>
                <a:gd name="csX522" fmla="*/ 197952 w 289171"/>
                <a:gd name="csY522" fmla="*/ 27672 h 245687"/>
                <a:gd name="csX523" fmla="*/ 196681 w 289171"/>
                <a:gd name="csY523" fmla="*/ 26432 h 245687"/>
                <a:gd name="csX524" fmla="*/ 195441 w 289171"/>
                <a:gd name="csY524" fmla="*/ 26805 h 245687"/>
                <a:gd name="csX525" fmla="*/ 192375 w 289171"/>
                <a:gd name="csY525" fmla="*/ 26371 h 245687"/>
                <a:gd name="csX526" fmla="*/ 191523 w 289171"/>
                <a:gd name="csY526" fmla="*/ 25938 h 245687"/>
                <a:gd name="csX527" fmla="*/ 192672 w 289171"/>
                <a:gd name="csY527" fmla="*/ 24416 h 245687"/>
                <a:gd name="csX528" fmla="*/ 194779 w 289171"/>
                <a:gd name="csY528" fmla="*/ 23800 h 245687"/>
                <a:gd name="csX529" fmla="*/ 195555 w 289171"/>
                <a:gd name="csY529" fmla="*/ 23670 h 245687"/>
                <a:gd name="csX530" fmla="*/ 196172 w 289171"/>
                <a:gd name="csY530" fmla="*/ 24606 h 245687"/>
                <a:gd name="csX531" fmla="*/ 197709 w 289171"/>
                <a:gd name="csY531" fmla="*/ 25413 h 245687"/>
                <a:gd name="csX532" fmla="*/ 199512 w 289171"/>
                <a:gd name="csY532" fmla="*/ 25496 h 245687"/>
                <a:gd name="csX533" fmla="*/ 199961 w 289171"/>
                <a:gd name="csY533" fmla="*/ 24058 h 245687"/>
                <a:gd name="csX534" fmla="*/ 202403 w 289171"/>
                <a:gd name="csY534" fmla="*/ 21920 h 245687"/>
                <a:gd name="csX535" fmla="*/ 203324 w 289171"/>
                <a:gd name="csY535" fmla="*/ 22711 h 245687"/>
                <a:gd name="csX536" fmla="*/ 174221 w 289171"/>
                <a:gd name="csY536" fmla="*/ 27566 h 245687"/>
                <a:gd name="csX537" fmla="*/ 173072 w 289171"/>
                <a:gd name="csY537" fmla="*/ 28053 h 245687"/>
                <a:gd name="csX538" fmla="*/ 170965 w 289171"/>
                <a:gd name="csY538" fmla="*/ 27566 h 245687"/>
                <a:gd name="csX539" fmla="*/ 169907 w 289171"/>
                <a:gd name="csY539" fmla="*/ 26889 h 245687"/>
                <a:gd name="csX540" fmla="*/ 170576 w 289171"/>
                <a:gd name="csY540" fmla="*/ 26113 h 245687"/>
                <a:gd name="csX541" fmla="*/ 172304 w 289171"/>
                <a:gd name="csY541" fmla="*/ 26113 h 245687"/>
                <a:gd name="csX542" fmla="*/ 173924 w 289171"/>
                <a:gd name="csY542" fmla="*/ 27056 h 245687"/>
                <a:gd name="csX543" fmla="*/ 174221 w 289171"/>
                <a:gd name="csY543" fmla="*/ 27566 h 245687"/>
                <a:gd name="csX544" fmla="*/ 267989 w 289171"/>
                <a:gd name="csY544" fmla="*/ 65654 h 245687"/>
                <a:gd name="csX545" fmla="*/ 265425 w 289171"/>
                <a:gd name="csY545" fmla="*/ 66362 h 245687"/>
                <a:gd name="csX546" fmla="*/ 265463 w 289171"/>
                <a:gd name="csY546" fmla="*/ 65791 h 245687"/>
                <a:gd name="csX547" fmla="*/ 266148 w 289171"/>
                <a:gd name="csY547" fmla="*/ 64794 h 245687"/>
                <a:gd name="csX548" fmla="*/ 267479 w 289171"/>
                <a:gd name="csY548" fmla="*/ 64513 h 245687"/>
                <a:gd name="csX549" fmla="*/ 267981 w 289171"/>
                <a:gd name="csY549" fmla="*/ 64171 h 245687"/>
                <a:gd name="csX550" fmla="*/ 268826 w 289171"/>
                <a:gd name="csY550" fmla="*/ 63942 h 245687"/>
                <a:gd name="csX551" fmla="*/ 269313 w 289171"/>
                <a:gd name="csY551" fmla="*/ 63980 h 245687"/>
                <a:gd name="csX552" fmla="*/ 269800 w 289171"/>
                <a:gd name="csY552" fmla="*/ 64262 h 245687"/>
                <a:gd name="csX553" fmla="*/ 268636 w 289171"/>
                <a:gd name="csY553" fmla="*/ 64825 h 245687"/>
                <a:gd name="csX554" fmla="*/ 267989 w 289171"/>
                <a:gd name="csY554" fmla="*/ 65654 h 245687"/>
                <a:gd name="csX555" fmla="*/ 264215 w 289171"/>
                <a:gd name="csY555" fmla="*/ 71482 h 245687"/>
                <a:gd name="csX556" fmla="*/ 262891 w 289171"/>
                <a:gd name="csY556" fmla="*/ 71916 h 245687"/>
                <a:gd name="csX557" fmla="*/ 262693 w 289171"/>
                <a:gd name="csY557" fmla="*/ 69763 h 245687"/>
                <a:gd name="csX558" fmla="*/ 263097 w 289171"/>
                <a:gd name="csY558" fmla="*/ 69185 h 245687"/>
                <a:gd name="csX559" fmla="*/ 265349 w 289171"/>
                <a:gd name="csY559" fmla="*/ 67450 h 245687"/>
                <a:gd name="csX560" fmla="*/ 265973 w 289171"/>
                <a:gd name="csY560" fmla="*/ 67123 h 245687"/>
                <a:gd name="csX561" fmla="*/ 266429 w 289171"/>
                <a:gd name="csY561" fmla="*/ 67488 h 245687"/>
                <a:gd name="csX562" fmla="*/ 266315 w 289171"/>
                <a:gd name="csY562" fmla="*/ 67952 h 245687"/>
                <a:gd name="csX563" fmla="*/ 267403 w 289171"/>
                <a:gd name="csY563" fmla="*/ 68736 h 245687"/>
                <a:gd name="csX564" fmla="*/ 267137 w 289171"/>
                <a:gd name="csY564" fmla="*/ 69725 h 245687"/>
                <a:gd name="csX565" fmla="*/ 265965 w 289171"/>
                <a:gd name="csY565" fmla="*/ 70805 h 245687"/>
                <a:gd name="csX566" fmla="*/ 264215 w 289171"/>
                <a:gd name="csY566" fmla="*/ 71482 h 245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Lst>
              <a:rect l="l" t="t" r="r" b="b"/>
              <a:pathLst>
                <a:path w="289171" h="245687">
                  <a:moveTo>
                    <a:pt x="285146" y="78307"/>
                  </a:moveTo>
                  <a:lnTo>
                    <a:pt x="289110" y="83527"/>
                  </a:lnTo>
                  <a:lnTo>
                    <a:pt x="289171" y="84105"/>
                  </a:lnTo>
                  <a:lnTo>
                    <a:pt x="288737" y="84759"/>
                  </a:lnTo>
                  <a:lnTo>
                    <a:pt x="286265" y="85984"/>
                  </a:lnTo>
                  <a:lnTo>
                    <a:pt x="285709" y="86616"/>
                  </a:lnTo>
                  <a:lnTo>
                    <a:pt x="284819" y="88936"/>
                  </a:lnTo>
                  <a:lnTo>
                    <a:pt x="281707" y="90207"/>
                  </a:lnTo>
                  <a:lnTo>
                    <a:pt x="279554" y="91805"/>
                  </a:lnTo>
                  <a:lnTo>
                    <a:pt x="278108" y="93205"/>
                  </a:lnTo>
                  <a:lnTo>
                    <a:pt x="277386" y="93768"/>
                  </a:lnTo>
                  <a:lnTo>
                    <a:pt x="274540" y="94080"/>
                  </a:lnTo>
                  <a:lnTo>
                    <a:pt x="273627" y="94962"/>
                  </a:lnTo>
                  <a:lnTo>
                    <a:pt x="272478" y="97610"/>
                  </a:lnTo>
                  <a:lnTo>
                    <a:pt x="271641" y="98721"/>
                  </a:lnTo>
                  <a:lnTo>
                    <a:pt x="270165" y="100022"/>
                  </a:lnTo>
                  <a:lnTo>
                    <a:pt x="270157" y="100813"/>
                  </a:lnTo>
                  <a:lnTo>
                    <a:pt x="272196" y="103705"/>
                  </a:lnTo>
                  <a:lnTo>
                    <a:pt x="272562" y="104618"/>
                  </a:lnTo>
                  <a:lnTo>
                    <a:pt x="271930" y="105995"/>
                  </a:lnTo>
                  <a:lnTo>
                    <a:pt x="271991" y="106969"/>
                  </a:lnTo>
                  <a:lnTo>
                    <a:pt x="273064" y="108141"/>
                  </a:lnTo>
                  <a:lnTo>
                    <a:pt x="274342" y="108407"/>
                  </a:lnTo>
                  <a:lnTo>
                    <a:pt x="275590" y="107920"/>
                  </a:lnTo>
                  <a:lnTo>
                    <a:pt x="277142" y="107965"/>
                  </a:lnTo>
                  <a:lnTo>
                    <a:pt x="278154" y="108277"/>
                  </a:lnTo>
                  <a:lnTo>
                    <a:pt x="278572" y="108620"/>
                  </a:lnTo>
                  <a:lnTo>
                    <a:pt x="278641" y="109518"/>
                  </a:lnTo>
                  <a:lnTo>
                    <a:pt x="278002" y="111420"/>
                  </a:lnTo>
                  <a:lnTo>
                    <a:pt x="277081" y="112652"/>
                  </a:lnTo>
                  <a:lnTo>
                    <a:pt x="273003" y="114539"/>
                  </a:lnTo>
                  <a:lnTo>
                    <a:pt x="271192" y="115635"/>
                  </a:lnTo>
                  <a:lnTo>
                    <a:pt x="270188" y="116441"/>
                  </a:lnTo>
                  <a:lnTo>
                    <a:pt x="267989" y="116008"/>
                  </a:lnTo>
                  <a:lnTo>
                    <a:pt x="266870" y="116038"/>
                  </a:lnTo>
                  <a:lnTo>
                    <a:pt x="266011" y="116662"/>
                  </a:lnTo>
                  <a:lnTo>
                    <a:pt x="265486" y="117195"/>
                  </a:lnTo>
                  <a:lnTo>
                    <a:pt x="264010" y="117332"/>
                  </a:lnTo>
                  <a:lnTo>
                    <a:pt x="261925" y="117651"/>
                  </a:lnTo>
                  <a:lnTo>
                    <a:pt x="261050" y="118009"/>
                  </a:lnTo>
                  <a:lnTo>
                    <a:pt x="260373" y="118945"/>
                  </a:lnTo>
                  <a:lnTo>
                    <a:pt x="259810" y="120276"/>
                  </a:lnTo>
                  <a:lnTo>
                    <a:pt x="260281" y="121874"/>
                  </a:lnTo>
                  <a:lnTo>
                    <a:pt x="260936" y="123304"/>
                  </a:lnTo>
                  <a:lnTo>
                    <a:pt x="260905" y="124613"/>
                  </a:lnTo>
                  <a:lnTo>
                    <a:pt x="261408" y="128257"/>
                  </a:lnTo>
                  <a:lnTo>
                    <a:pt x="260753" y="129110"/>
                  </a:lnTo>
                  <a:lnTo>
                    <a:pt x="259353" y="130068"/>
                  </a:lnTo>
                  <a:lnTo>
                    <a:pt x="257687" y="131773"/>
                  </a:lnTo>
                  <a:lnTo>
                    <a:pt x="255815" y="134139"/>
                  </a:lnTo>
                  <a:lnTo>
                    <a:pt x="256112" y="134816"/>
                  </a:lnTo>
                  <a:lnTo>
                    <a:pt x="260586" y="139777"/>
                  </a:lnTo>
                  <a:lnTo>
                    <a:pt x="265136" y="144821"/>
                  </a:lnTo>
                  <a:lnTo>
                    <a:pt x="269663" y="149835"/>
                  </a:lnTo>
                  <a:lnTo>
                    <a:pt x="270302" y="150056"/>
                  </a:lnTo>
                  <a:lnTo>
                    <a:pt x="271154" y="150634"/>
                  </a:lnTo>
                  <a:lnTo>
                    <a:pt x="271945" y="152384"/>
                  </a:lnTo>
                  <a:lnTo>
                    <a:pt x="272592" y="154248"/>
                  </a:lnTo>
                  <a:lnTo>
                    <a:pt x="272607" y="155207"/>
                  </a:lnTo>
                  <a:lnTo>
                    <a:pt x="272098" y="156417"/>
                  </a:lnTo>
                  <a:lnTo>
                    <a:pt x="270994" y="157809"/>
                  </a:lnTo>
                  <a:lnTo>
                    <a:pt x="269655" y="158935"/>
                  </a:lnTo>
                  <a:lnTo>
                    <a:pt x="267700" y="159894"/>
                  </a:lnTo>
                  <a:lnTo>
                    <a:pt x="266140" y="160799"/>
                  </a:lnTo>
                  <a:lnTo>
                    <a:pt x="264854" y="163181"/>
                  </a:lnTo>
                  <a:lnTo>
                    <a:pt x="264071" y="164018"/>
                  </a:lnTo>
                  <a:lnTo>
                    <a:pt x="263355" y="164353"/>
                  </a:lnTo>
                  <a:lnTo>
                    <a:pt x="261940" y="164664"/>
                  </a:lnTo>
                  <a:lnTo>
                    <a:pt x="259657" y="164588"/>
                  </a:lnTo>
                  <a:lnTo>
                    <a:pt x="258151" y="164406"/>
                  </a:lnTo>
                  <a:lnTo>
                    <a:pt x="256279" y="166186"/>
                  </a:lnTo>
                  <a:lnTo>
                    <a:pt x="253898" y="166841"/>
                  </a:lnTo>
                  <a:lnTo>
                    <a:pt x="252300" y="169275"/>
                  </a:lnTo>
                  <a:lnTo>
                    <a:pt x="246609" y="171208"/>
                  </a:lnTo>
                  <a:lnTo>
                    <a:pt x="241039" y="172707"/>
                  </a:lnTo>
                  <a:lnTo>
                    <a:pt x="239510" y="173300"/>
                  </a:lnTo>
                  <a:lnTo>
                    <a:pt x="234009" y="172060"/>
                  </a:lnTo>
                  <a:lnTo>
                    <a:pt x="232685" y="172448"/>
                  </a:lnTo>
                  <a:lnTo>
                    <a:pt x="231163" y="173604"/>
                  </a:lnTo>
                  <a:lnTo>
                    <a:pt x="229756" y="174495"/>
                  </a:lnTo>
                  <a:lnTo>
                    <a:pt x="228569" y="174548"/>
                  </a:lnTo>
                  <a:lnTo>
                    <a:pt x="227572" y="175012"/>
                  </a:lnTo>
                  <a:lnTo>
                    <a:pt x="226979" y="176663"/>
                  </a:lnTo>
                  <a:lnTo>
                    <a:pt x="226454" y="182347"/>
                  </a:lnTo>
                  <a:lnTo>
                    <a:pt x="224476" y="184036"/>
                  </a:lnTo>
                  <a:lnTo>
                    <a:pt x="222094" y="184028"/>
                  </a:lnTo>
                  <a:lnTo>
                    <a:pt x="220458" y="182058"/>
                  </a:lnTo>
                  <a:lnTo>
                    <a:pt x="218518" y="180574"/>
                  </a:lnTo>
                  <a:lnTo>
                    <a:pt x="215132" y="177051"/>
                  </a:lnTo>
                  <a:lnTo>
                    <a:pt x="214189" y="176587"/>
                  </a:lnTo>
                  <a:lnTo>
                    <a:pt x="213314" y="176610"/>
                  </a:lnTo>
                  <a:lnTo>
                    <a:pt x="210171" y="177660"/>
                  </a:lnTo>
                  <a:lnTo>
                    <a:pt x="208680" y="177203"/>
                  </a:lnTo>
                  <a:lnTo>
                    <a:pt x="207478" y="176655"/>
                  </a:lnTo>
                  <a:lnTo>
                    <a:pt x="205469" y="176830"/>
                  </a:lnTo>
                  <a:lnTo>
                    <a:pt x="201893" y="176869"/>
                  </a:lnTo>
                  <a:lnTo>
                    <a:pt x="199611" y="176899"/>
                  </a:lnTo>
                  <a:lnTo>
                    <a:pt x="198500" y="175940"/>
                  </a:lnTo>
                  <a:lnTo>
                    <a:pt x="197465" y="173970"/>
                  </a:lnTo>
                  <a:lnTo>
                    <a:pt x="196773" y="173262"/>
                  </a:lnTo>
                  <a:lnTo>
                    <a:pt x="195958" y="172691"/>
                  </a:lnTo>
                  <a:lnTo>
                    <a:pt x="194612" y="172402"/>
                  </a:lnTo>
                  <a:lnTo>
                    <a:pt x="188852" y="172410"/>
                  </a:lnTo>
                  <a:lnTo>
                    <a:pt x="187764" y="172410"/>
                  </a:lnTo>
                  <a:lnTo>
                    <a:pt x="186973" y="172029"/>
                  </a:lnTo>
                  <a:lnTo>
                    <a:pt x="185862" y="170340"/>
                  </a:lnTo>
                  <a:lnTo>
                    <a:pt x="184652" y="169549"/>
                  </a:lnTo>
                  <a:lnTo>
                    <a:pt x="183230" y="169519"/>
                  </a:lnTo>
                  <a:lnTo>
                    <a:pt x="182606" y="170454"/>
                  </a:lnTo>
                  <a:lnTo>
                    <a:pt x="185071" y="173490"/>
                  </a:lnTo>
                  <a:lnTo>
                    <a:pt x="185786" y="175142"/>
                  </a:lnTo>
                  <a:lnTo>
                    <a:pt x="187947" y="177523"/>
                  </a:lnTo>
                  <a:lnTo>
                    <a:pt x="194193" y="182567"/>
                  </a:lnTo>
                  <a:lnTo>
                    <a:pt x="195350" y="184165"/>
                  </a:lnTo>
                  <a:lnTo>
                    <a:pt x="195221" y="186212"/>
                  </a:lnTo>
                  <a:lnTo>
                    <a:pt x="195182" y="189339"/>
                  </a:lnTo>
                  <a:lnTo>
                    <a:pt x="195396" y="192299"/>
                  </a:lnTo>
                  <a:lnTo>
                    <a:pt x="197001" y="196544"/>
                  </a:lnTo>
                  <a:lnTo>
                    <a:pt x="199253" y="200858"/>
                  </a:lnTo>
                  <a:lnTo>
                    <a:pt x="199869" y="203613"/>
                  </a:lnTo>
                  <a:lnTo>
                    <a:pt x="199451" y="205644"/>
                  </a:lnTo>
                  <a:lnTo>
                    <a:pt x="199017" y="206732"/>
                  </a:lnTo>
                  <a:lnTo>
                    <a:pt x="199063" y="207212"/>
                  </a:lnTo>
                  <a:lnTo>
                    <a:pt x="199527" y="207645"/>
                  </a:lnTo>
                  <a:lnTo>
                    <a:pt x="201680" y="208269"/>
                  </a:lnTo>
                  <a:lnTo>
                    <a:pt x="206200" y="208657"/>
                  </a:lnTo>
                  <a:lnTo>
                    <a:pt x="208931" y="208657"/>
                  </a:lnTo>
                  <a:lnTo>
                    <a:pt x="213101" y="209129"/>
                  </a:lnTo>
                  <a:lnTo>
                    <a:pt x="213413" y="210643"/>
                  </a:lnTo>
                  <a:lnTo>
                    <a:pt x="213002" y="213146"/>
                  </a:lnTo>
                  <a:lnTo>
                    <a:pt x="212180" y="214569"/>
                  </a:lnTo>
                  <a:lnTo>
                    <a:pt x="211510" y="214980"/>
                  </a:lnTo>
                  <a:lnTo>
                    <a:pt x="209243" y="215307"/>
                  </a:lnTo>
                  <a:lnTo>
                    <a:pt x="206854" y="216844"/>
                  </a:lnTo>
                  <a:lnTo>
                    <a:pt x="203385" y="218358"/>
                  </a:lnTo>
                  <a:lnTo>
                    <a:pt x="201406" y="218564"/>
                  </a:lnTo>
                  <a:lnTo>
                    <a:pt x="200585" y="218860"/>
                  </a:lnTo>
                  <a:lnTo>
                    <a:pt x="199885" y="219317"/>
                  </a:lnTo>
                  <a:lnTo>
                    <a:pt x="199306" y="219895"/>
                  </a:lnTo>
                  <a:lnTo>
                    <a:pt x="198637" y="222741"/>
                  </a:lnTo>
                  <a:lnTo>
                    <a:pt x="197617" y="225951"/>
                  </a:lnTo>
                  <a:lnTo>
                    <a:pt x="195692" y="227853"/>
                  </a:lnTo>
                  <a:lnTo>
                    <a:pt x="193577" y="229428"/>
                  </a:lnTo>
                  <a:lnTo>
                    <a:pt x="191424" y="229603"/>
                  </a:lnTo>
                  <a:lnTo>
                    <a:pt x="189697" y="229474"/>
                  </a:lnTo>
                  <a:lnTo>
                    <a:pt x="188837" y="229938"/>
                  </a:lnTo>
                  <a:lnTo>
                    <a:pt x="187597" y="231232"/>
                  </a:lnTo>
                  <a:lnTo>
                    <a:pt x="185824" y="232845"/>
                  </a:lnTo>
                  <a:lnTo>
                    <a:pt x="184454" y="233705"/>
                  </a:lnTo>
                  <a:lnTo>
                    <a:pt x="182613" y="233621"/>
                  </a:lnTo>
                  <a:lnTo>
                    <a:pt x="180642" y="234412"/>
                  </a:lnTo>
                  <a:lnTo>
                    <a:pt x="178154" y="235713"/>
                  </a:lnTo>
                  <a:lnTo>
                    <a:pt x="176504" y="236778"/>
                  </a:lnTo>
                  <a:lnTo>
                    <a:pt x="175096" y="238604"/>
                  </a:lnTo>
                  <a:lnTo>
                    <a:pt x="173080" y="240514"/>
                  </a:lnTo>
                  <a:lnTo>
                    <a:pt x="171010" y="241861"/>
                  </a:lnTo>
                  <a:lnTo>
                    <a:pt x="170021" y="243520"/>
                  </a:lnTo>
                  <a:lnTo>
                    <a:pt x="168606" y="245620"/>
                  </a:lnTo>
                  <a:lnTo>
                    <a:pt x="166841" y="245688"/>
                  </a:lnTo>
                  <a:lnTo>
                    <a:pt x="166696" y="244425"/>
                  </a:lnTo>
                  <a:lnTo>
                    <a:pt x="167541" y="242393"/>
                  </a:lnTo>
                  <a:lnTo>
                    <a:pt x="166620" y="240643"/>
                  </a:lnTo>
                  <a:lnTo>
                    <a:pt x="164938" y="239700"/>
                  </a:lnTo>
                  <a:lnTo>
                    <a:pt x="164147" y="239419"/>
                  </a:lnTo>
                  <a:lnTo>
                    <a:pt x="163363" y="239533"/>
                  </a:lnTo>
                  <a:lnTo>
                    <a:pt x="161370" y="240400"/>
                  </a:lnTo>
                  <a:lnTo>
                    <a:pt x="158928" y="241975"/>
                  </a:lnTo>
                  <a:lnTo>
                    <a:pt x="157421" y="243109"/>
                  </a:lnTo>
                  <a:lnTo>
                    <a:pt x="156059" y="243626"/>
                  </a:lnTo>
                  <a:lnTo>
                    <a:pt x="153259" y="244098"/>
                  </a:lnTo>
                  <a:lnTo>
                    <a:pt x="150901" y="244341"/>
                  </a:lnTo>
                  <a:lnTo>
                    <a:pt x="149927" y="244022"/>
                  </a:lnTo>
                  <a:lnTo>
                    <a:pt x="148177" y="242865"/>
                  </a:lnTo>
                  <a:lnTo>
                    <a:pt x="144121" y="239244"/>
                  </a:lnTo>
                  <a:lnTo>
                    <a:pt x="138636" y="234344"/>
                  </a:lnTo>
                  <a:lnTo>
                    <a:pt x="138217" y="232921"/>
                  </a:lnTo>
                  <a:lnTo>
                    <a:pt x="138453" y="231475"/>
                  </a:lnTo>
                  <a:lnTo>
                    <a:pt x="137456" y="229360"/>
                  </a:lnTo>
                  <a:lnTo>
                    <a:pt x="136870" y="227108"/>
                  </a:lnTo>
                  <a:lnTo>
                    <a:pt x="136376" y="226332"/>
                  </a:lnTo>
                  <a:lnTo>
                    <a:pt x="136231" y="224643"/>
                  </a:lnTo>
                  <a:lnTo>
                    <a:pt x="135044" y="221607"/>
                  </a:lnTo>
                  <a:lnTo>
                    <a:pt x="134071" y="219119"/>
                  </a:lnTo>
                  <a:lnTo>
                    <a:pt x="133173" y="217856"/>
                  </a:lnTo>
                  <a:lnTo>
                    <a:pt x="133553" y="216775"/>
                  </a:lnTo>
                  <a:lnTo>
                    <a:pt x="133173" y="215703"/>
                  </a:lnTo>
                  <a:lnTo>
                    <a:pt x="132450" y="214828"/>
                  </a:lnTo>
                  <a:lnTo>
                    <a:pt x="131385" y="212005"/>
                  </a:lnTo>
                  <a:lnTo>
                    <a:pt x="131757" y="210788"/>
                  </a:lnTo>
                  <a:lnTo>
                    <a:pt x="131476" y="209570"/>
                  </a:lnTo>
                  <a:lnTo>
                    <a:pt x="130578" y="208733"/>
                  </a:lnTo>
                  <a:lnTo>
                    <a:pt x="129308" y="207835"/>
                  </a:lnTo>
                  <a:lnTo>
                    <a:pt x="127611" y="205964"/>
                  </a:lnTo>
                  <a:lnTo>
                    <a:pt x="125587" y="204183"/>
                  </a:lnTo>
                  <a:lnTo>
                    <a:pt x="124552" y="203483"/>
                  </a:lnTo>
                  <a:lnTo>
                    <a:pt x="123844" y="203202"/>
                  </a:lnTo>
                  <a:lnTo>
                    <a:pt x="123228" y="201513"/>
                  </a:lnTo>
                  <a:lnTo>
                    <a:pt x="122757" y="200995"/>
                  </a:lnTo>
                  <a:lnTo>
                    <a:pt x="121722" y="200858"/>
                  </a:lnTo>
                  <a:lnTo>
                    <a:pt x="119599" y="200151"/>
                  </a:lnTo>
                  <a:lnTo>
                    <a:pt x="117621" y="200995"/>
                  </a:lnTo>
                  <a:lnTo>
                    <a:pt x="117575" y="199687"/>
                  </a:lnTo>
                  <a:lnTo>
                    <a:pt x="118138" y="198895"/>
                  </a:lnTo>
                  <a:lnTo>
                    <a:pt x="124971" y="192641"/>
                  </a:lnTo>
                  <a:lnTo>
                    <a:pt x="128410" y="189765"/>
                  </a:lnTo>
                  <a:lnTo>
                    <a:pt x="128783" y="189339"/>
                  </a:lnTo>
                  <a:lnTo>
                    <a:pt x="129087" y="188677"/>
                  </a:lnTo>
                  <a:lnTo>
                    <a:pt x="129323" y="187787"/>
                  </a:lnTo>
                  <a:lnTo>
                    <a:pt x="128539" y="186767"/>
                  </a:lnTo>
                  <a:lnTo>
                    <a:pt x="125313" y="181936"/>
                  </a:lnTo>
                  <a:lnTo>
                    <a:pt x="124195" y="181023"/>
                  </a:lnTo>
                  <a:lnTo>
                    <a:pt x="123091" y="180277"/>
                  </a:lnTo>
                  <a:lnTo>
                    <a:pt x="121828" y="178246"/>
                  </a:lnTo>
                  <a:lnTo>
                    <a:pt x="120314" y="173521"/>
                  </a:lnTo>
                  <a:lnTo>
                    <a:pt x="119226" y="171147"/>
                  </a:lnTo>
                  <a:lnTo>
                    <a:pt x="118899" y="169321"/>
                  </a:lnTo>
                  <a:lnTo>
                    <a:pt x="118967" y="167259"/>
                  </a:lnTo>
                  <a:lnTo>
                    <a:pt x="118564" y="165676"/>
                  </a:lnTo>
                  <a:lnTo>
                    <a:pt x="117689" y="164573"/>
                  </a:lnTo>
                  <a:lnTo>
                    <a:pt x="117689" y="161203"/>
                  </a:lnTo>
                  <a:lnTo>
                    <a:pt x="118564" y="155557"/>
                  </a:lnTo>
                  <a:lnTo>
                    <a:pt x="118777" y="151266"/>
                  </a:lnTo>
                  <a:lnTo>
                    <a:pt x="118336" y="148329"/>
                  </a:lnTo>
                  <a:lnTo>
                    <a:pt x="119120" y="146092"/>
                  </a:lnTo>
                  <a:lnTo>
                    <a:pt x="121121" y="144555"/>
                  </a:lnTo>
                  <a:lnTo>
                    <a:pt x="122239" y="142181"/>
                  </a:lnTo>
                  <a:lnTo>
                    <a:pt x="122475" y="138970"/>
                  </a:lnTo>
                  <a:lnTo>
                    <a:pt x="123677" y="136330"/>
                  </a:lnTo>
                  <a:lnTo>
                    <a:pt x="125838" y="134268"/>
                  </a:lnTo>
                  <a:lnTo>
                    <a:pt x="126576" y="132229"/>
                  </a:lnTo>
                  <a:lnTo>
                    <a:pt x="125891" y="130213"/>
                  </a:lnTo>
                  <a:lnTo>
                    <a:pt x="125671" y="128927"/>
                  </a:lnTo>
                  <a:lnTo>
                    <a:pt x="123837" y="127618"/>
                  </a:lnTo>
                  <a:lnTo>
                    <a:pt x="120436" y="126698"/>
                  </a:lnTo>
                  <a:lnTo>
                    <a:pt x="117621" y="126591"/>
                  </a:lnTo>
                  <a:lnTo>
                    <a:pt x="115916" y="127618"/>
                  </a:lnTo>
                  <a:lnTo>
                    <a:pt x="111557" y="128570"/>
                  </a:lnTo>
                  <a:lnTo>
                    <a:pt x="104542" y="129444"/>
                  </a:lnTo>
                  <a:lnTo>
                    <a:pt x="98888" y="129444"/>
                  </a:lnTo>
                  <a:lnTo>
                    <a:pt x="94605" y="128562"/>
                  </a:lnTo>
                  <a:lnTo>
                    <a:pt x="91348" y="128859"/>
                  </a:lnTo>
                  <a:lnTo>
                    <a:pt x="89111" y="130335"/>
                  </a:lnTo>
                  <a:lnTo>
                    <a:pt x="87536" y="130669"/>
                  </a:lnTo>
                  <a:lnTo>
                    <a:pt x="86623" y="129863"/>
                  </a:lnTo>
                  <a:lnTo>
                    <a:pt x="85634" y="129642"/>
                  </a:lnTo>
                  <a:lnTo>
                    <a:pt x="84135" y="130152"/>
                  </a:lnTo>
                  <a:lnTo>
                    <a:pt x="83877" y="129916"/>
                  </a:lnTo>
                  <a:lnTo>
                    <a:pt x="80552" y="125937"/>
                  </a:lnTo>
                  <a:lnTo>
                    <a:pt x="77478" y="122247"/>
                  </a:lnTo>
                  <a:lnTo>
                    <a:pt x="73948" y="117849"/>
                  </a:lnTo>
                  <a:lnTo>
                    <a:pt x="69877" y="112774"/>
                  </a:lnTo>
                  <a:lnTo>
                    <a:pt x="69147" y="112439"/>
                  </a:lnTo>
                  <a:lnTo>
                    <a:pt x="67884" y="112470"/>
                  </a:lnTo>
                  <a:lnTo>
                    <a:pt x="66217" y="112561"/>
                  </a:lnTo>
                  <a:lnTo>
                    <a:pt x="63630" y="112036"/>
                  </a:lnTo>
                  <a:lnTo>
                    <a:pt x="61857" y="111298"/>
                  </a:lnTo>
                  <a:lnTo>
                    <a:pt x="60473" y="110583"/>
                  </a:lnTo>
                  <a:lnTo>
                    <a:pt x="57916" y="109677"/>
                  </a:lnTo>
                  <a:lnTo>
                    <a:pt x="56166" y="109518"/>
                  </a:lnTo>
                  <a:lnTo>
                    <a:pt x="54591" y="109784"/>
                  </a:lnTo>
                  <a:lnTo>
                    <a:pt x="50262" y="111557"/>
                  </a:lnTo>
                  <a:lnTo>
                    <a:pt x="47805" y="111724"/>
                  </a:lnTo>
                  <a:lnTo>
                    <a:pt x="45902" y="111754"/>
                  </a:lnTo>
                  <a:lnTo>
                    <a:pt x="40789" y="110880"/>
                  </a:lnTo>
                  <a:lnTo>
                    <a:pt x="37297" y="110735"/>
                  </a:lnTo>
                  <a:lnTo>
                    <a:pt x="33234" y="111313"/>
                  </a:lnTo>
                  <a:lnTo>
                    <a:pt x="31492" y="111640"/>
                  </a:lnTo>
                  <a:lnTo>
                    <a:pt x="29057" y="110735"/>
                  </a:lnTo>
                  <a:lnTo>
                    <a:pt x="27398" y="109358"/>
                  </a:lnTo>
                  <a:lnTo>
                    <a:pt x="25854" y="106086"/>
                  </a:lnTo>
                  <a:lnTo>
                    <a:pt x="24766" y="103515"/>
                  </a:lnTo>
                  <a:lnTo>
                    <a:pt x="22871" y="102997"/>
                  </a:lnTo>
                  <a:lnTo>
                    <a:pt x="20771" y="102556"/>
                  </a:lnTo>
                  <a:lnTo>
                    <a:pt x="19737" y="101704"/>
                  </a:lnTo>
                  <a:lnTo>
                    <a:pt x="19113" y="100220"/>
                  </a:lnTo>
                  <a:lnTo>
                    <a:pt x="18960" y="98318"/>
                  </a:lnTo>
                  <a:lnTo>
                    <a:pt x="19174" y="95221"/>
                  </a:lnTo>
                  <a:lnTo>
                    <a:pt x="19371" y="94110"/>
                  </a:lnTo>
                  <a:lnTo>
                    <a:pt x="19660" y="90770"/>
                  </a:lnTo>
                  <a:lnTo>
                    <a:pt x="20817" y="89020"/>
                  </a:lnTo>
                  <a:lnTo>
                    <a:pt x="21547" y="88176"/>
                  </a:lnTo>
                  <a:lnTo>
                    <a:pt x="21403" y="86768"/>
                  </a:lnTo>
                  <a:lnTo>
                    <a:pt x="20847" y="83892"/>
                  </a:lnTo>
                  <a:lnTo>
                    <a:pt x="20284" y="81853"/>
                  </a:lnTo>
                  <a:lnTo>
                    <a:pt x="17956" y="79547"/>
                  </a:lnTo>
                  <a:lnTo>
                    <a:pt x="14974" y="76588"/>
                  </a:lnTo>
                  <a:lnTo>
                    <a:pt x="13688" y="71848"/>
                  </a:lnTo>
                  <a:lnTo>
                    <a:pt x="12174" y="66248"/>
                  </a:lnTo>
                  <a:lnTo>
                    <a:pt x="10987" y="65685"/>
                  </a:lnTo>
                  <a:lnTo>
                    <a:pt x="9868" y="65966"/>
                  </a:lnTo>
                  <a:lnTo>
                    <a:pt x="8681" y="65685"/>
                  </a:lnTo>
                  <a:lnTo>
                    <a:pt x="7631" y="63433"/>
                  </a:lnTo>
                  <a:lnTo>
                    <a:pt x="6581" y="63007"/>
                  </a:lnTo>
                  <a:lnTo>
                    <a:pt x="4907" y="63798"/>
                  </a:lnTo>
                  <a:lnTo>
                    <a:pt x="3698" y="64414"/>
                  </a:lnTo>
                  <a:lnTo>
                    <a:pt x="631" y="64977"/>
                  </a:lnTo>
                  <a:lnTo>
                    <a:pt x="0" y="64414"/>
                  </a:lnTo>
                  <a:lnTo>
                    <a:pt x="213" y="63714"/>
                  </a:lnTo>
                  <a:lnTo>
                    <a:pt x="1506" y="61667"/>
                  </a:lnTo>
                  <a:lnTo>
                    <a:pt x="3028" y="59050"/>
                  </a:lnTo>
                  <a:lnTo>
                    <a:pt x="4801" y="56669"/>
                  </a:lnTo>
                  <a:lnTo>
                    <a:pt x="6444" y="54226"/>
                  </a:lnTo>
                  <a:lnTo>
                    <a:pt x="7677" y="51624"/>
                  </a:lnTo>
                  <a:lnTo>
                    <a:pt x="8514" y="46443"/>
                  </a:lnTo>
                  <a:lnTo>
                    <a:pt x="9092" y="42867"/>
                  </a:lnTo>
                  <a:lnTo>
                    <a:pt x="10614" y="36491"/>
                  </a:lnTo>
                  <a:lnTo>
                    <a:pt x="13391" y="31401"/>
                  </a:lnTo>
                  <a:lnTo>
                    <a:pt x="14441" y="29057"/>
                  </a:lnTo>
                  <a:lnTo>
                    <a:pt x="16960" y="26006"/>
                  </a:lnTo>
                  <a:lnTo>
                    <a:pt x="18116" y="24347"/>
                  </a:lnTo>
                  <a:lnTo>
                    <a:pt x="19653" y="23039"/>
                  </a:lnTo>
                  <a:lnTo>
                    <a:pt x="23876" y="21266"/>
                  </a:lnTo>
                  <a:lnTo>
                    <a:pt x="28920" y="12493"/>
                  </a:lnTo>
                  <a:lnTo>
                    <a:pt x="30077" y="11093"/>
                  </a:lnTo>
                  <a:lnTo>
                    <a:pt x="35174" y="9785"/>
                  </a:lnTo>
                  <a:lnTo>
                    <a:pt x="39093" y="8765"/>
                  </a:lnTo>
                  <a:lnTo>
                    <a:pt x="41992" y="7692"/>
                  </a:lnTo>
                  <a:lnTo>
                    <a:pt x="42943" y="7122"/>
                  </a:lnTo>
                  <a:lnTo>
                    <a:pt x="43711" y="6855"/>
                  </a:lnTo>
                  <a:lnTo>
                    <a:pt x="43080" y="7875"/>
                  </a:lnTo>
                  <a:lnTo>
                    <a:pt x="41687" y="9168"/>
                  </a:lnTo>
                  <a:lnTo>
                    <a:pt x="40112" y="9960"/>
                  </a:lnTo>
                  <a:lnTo>
                    <a:pt x="31994" y="11945"/>
                  </a:lnTo>
                  <a:lnTo>
                    <a:pt x="31165" y="12364"/>
                  </a:lnTo>
                  <a:lnTo>
                    <a:pt x="30107" y="13186"/>
                  </a:lnTo>
                  <a:lnTo>
                    <a:pt x="30099" y="15072"/>
                  </a:lnTo>
                  <a:lnTo>
                    <a:pt x="30320" y="16549"/>
                  </a:lnTo>
                  <a:lnTo>
                    <a:pt x="32709" y="21403"/>
                  </a:lnTo>
                  <a:lnTo>
                    <a:pt x="33645" y="22597"/>
                  </a:lnTo>
                  <a:lnTo>
                    <a:pt x="36841" y="25222"/>
                  </a:lnTo>
                  <a:lnTo>
                    <a:pt x="36110" y="25588"/>
                  </a:lnTo>
                  <a:lnTo>
                    <a:pt x="34931" y="25633"/>
                  </a:lnTo>
                  <a:lnTo>
                    <a:pt x="35791" y="29072"/>
                  </a:lnTo>
                  <a:lnTo>
                    <a:pt x="37754" y="31431"/>
                  </a:lnTo>
                  <a:lnTo>
                    <a:pt x="37845" y="32915"/>
                  </a:lnTo>
                  <a:lnTo>
                    <a:pt x="36339" y="37525"/>
                  </a:lnTo>
                  <a:lnTo>
                    <a:pt x="33592" y="40280"/>
                  </a:lnTo>
                  <a:lnTo>
                    <a:pt x="31644" y="43483"/>
                  </a:lnTo>
                  <a:lnTo>
                    <a:pt x="30130" y="44753"/>
                  </a:lnTo>
                  <a:lnTo>
                    <a:pt x="26774" y="51053"/>
                  </a:lnTo>
                  <a:lnTo>
                    <a:pt x="29323" y="54804"/>
                  </a:lnTo>
                  <a:lnTo>
                    <a:pt x="29688" y="56707"/>
                  </a:lnTo>
                  <a:lnTo>
                    <a:pt x="31895" y="59408"/>
                  </a:lnTo>
                  <a:lnTo>
                    <a:pt x="33333" y="60290"/>
                  </a:lnTo>
                  <a:lnTo>
                    <a:pt x="34292" y="61386"/>
                  </a:lnTo>
                  <a:lnTo>
                    <a:pt x="33850" y="63227"/>
                  </a:lnTo>
                  <a:lnTo>
                    <a:pt x="34733" y="65723"/>
                  </a:lnTo>
                  <a:lnTo>
                    <a:pt x="35874" y="67039"/>
                  </a:lnTo>
                  <a:lnTo>
                    <a:pt x="37305" y="67564"/>
                  </a:lnTo>
                  <a:lnTo>
                    <a:pt x="39078" y="67564"/>
                  </a:lnTo>
                  <a:lnTo>
                    <a:pt x="44168" y="65898"/>
                  </a:lnTo>
                  <a:lnTo>
                    <a:pt x="45377" y="65152"/>
                  </a:lnTo>
                  <a:lnTo>
                    <a:pt x="46153" y="63821"/>
                  </a:lnTo>
                  <a:lnTo>
                    <a:pt x="48702" y="61119"/>
                  </a:lnTo>
                  <a:lnTo>
                    <a:pt x="48862" y="57627"/>
                  </a:lnTo>
                  <a:lnTo>
                    <a:pt x="49410" y="53427"/>
                  </a:lnTo>
                  <a:lnTo>
                    <a:pt x="48786" y="50688"/>
                  </a:lnTo>
                  <a:lnTo>
                    <a:pt x="46108" y="46777"/>
                  </a:lnTo>
                  <a:lnTo>
                    <a:pt x="44936" y="44000"/>
                  </a:lnTo>
                  <a:lnTo>
                    <a:pt x="42281" y="41413"/>
                  </a:lnTo>
                  <a:lnTo>
                    <a:pt x="40652" y="36977"/>
                  </a:lnTo>
                  <a:lnTo>
                    <a:pt x="39983" y="35593"/>
                  </a:lnTo>
                  <a:lnTo>
                    <a:pt x="39481" y="33683"/>
                  </a:lnTo>
                  <a:lnTo>
                    <a:pt x="38910" y="30297"/>
                  </a:lnTo>
                  <a:lnTo>
                    <a:pt x="40691" y="29065"/>
                  </a:lnTo>
                  <a:lnTo>
                    <a:pt x="40508" y="26287"/>
                  </a:lnTo>
                  <a:lnTo>
                    <a:pt x="44891" y="25519"/>
                  </a:lnTo>
                  <a:lnTo>
                    <a:pt x="54371" y="21000"/>
                  </a:lnTo>
                  <a:lnTo>
                    <a:pt x="60237" y="19858"/>
                  </a:lnTo>
                  <a:lnTo>
                    <a:pt x="66917" y="17446"/>
                  </a:lnTo>
                  <a:lnTo>
                    <a:pt x="68469" y="16252"/>
                  </a:lnTo>
                  <a:lnTo>
                    <a:pt x="69809" y="14266"/>
                  </a:lnTo>
                  <a:lnTo>
                    <a:pt x="70851" y="14038"/>
                  </a:lnTo>
                  <a:lnTo>
                    <a:pt x="74336" y="15902"/>
                  </a:lnTo>
                  <a:lnTo>
                    <a:pt x="76055" y="15255"/>
                  </a:lnTo>
                  <a:lnTo>
                    <a:pt x="76732" y="13802"/>
                  </a:lnTo>
                  <a:lnTo>
                    <a:pt x="75781" y="10971"/>
                  </a:lnTo>
                  <a:lnTo>
                    <a:pt x="73780" y="10971"/>
                  </a:lnTo>
                  <a:lnTo>
                    <a:pt x="67762" y="11999"/>
                  </a:lnTo>
                  <a:lnTo>
                    <a:pt x="67176" y="10781"/>
                  </a:lnTo>
                  <a:lnTo>
                    <a:pt x="67176" y="9709"/>
                  </a:lnTo>
                  <a:lnTo>
                    <a:pt x="65753" y="6330"/>
                  </a:lnTo>
                  <a:lnTo>
                    <a:pt x="66636" y="3789"/>
                  </a:lnTo>
                  <a:lnTo>
                    <a:pt x="67541" y="1727"/>
                  </a:lnTo>
                  <a:lnTo>
                    <a:pt x="69268" y="898"/>
                  </a:lnTo>
                  <a:lnTo>
                    <a:pt x="71794" y="0"/>
                  </a:lnTo>
                  <a:lnTo>
                    <a:pt x="73704" y="1377"/>
                  </a:lnTo>
                  <a:lnTo>
                    <a:pt x="74861" y="2686"/>
                  </a:lnTo>
                  <a:lnTo>
                    <a:pt x="75492" y="3956"/>
                  </a:lnTo>
                  <a:lnTo>
                    <a:pt x="75926" y="7403"/>
                  </a:lnTo>
                  <a:lnTo>
                    <a:pt x="76953" y="10888"/>
                  </a:lnTo>
                  <a:lnTo>
                    <a:pt x="78033" y="13307"/>
                  </a:lnTo>
                  <a:lnTo>
                    <a:pt x="79753" y="15134"/>
                  </a:lnTo>
                  <a:lnTo>
                    <a:pt x="81069" y="15012"/>
                  </a:lnTo>
                  <a:lnTo>
                    <a:pt x="82013" y="14707"/>
                  </a:lnTo>
                  <a:lnTo>
                    <a:pt x="88275" y="14296"/>
                  </a:lnTo>
                  <a:lnTo>
                    <a:pt x="92079" y="15544"/>
                  </a:lnTo>
                  <a:lnTo>
                    <a:pt x="96918" y="16176"/>
                  </a:lnTo>
                  <a:lnTo>
                    <a:pt x="101437" y="18824"/>
                  </a:lnTo>
                  <a:lnTo>
                    <a:pt x="106086" y="22034"/>
                  </a:lnTo>
                  <a:lnTo>
                    <a:pt x="107273" y="24378"/>
                  </a:lnTo>
                  <a:lnTo>
                    <a:pt x="107661" y="26615"/>
                  </a:lnTo>
                  <a:lnTo>
                    <a:pt x="108787" y="28114"/>
                  </a:lnTo>
                  <a:lnTo>
                    <a:pt x="107669" y="29658"/>
                  </a:lnTo>
                  <a:lnTo>
                    <a:pt x="108277" y="32230"/>
                  </a:lnTo>
                  <a:lnTo>
                    <a:pt x="109609" y="34824"/>
                  </a:lnTo>
                  <a:lnTo>
                    <a:pt x="111618" y="36475"/>
                  </a:lnTo>
                  <a:lnTo>
                    <a:pt x="117347" y="36924"/>
                  </a:lnTo>
                  <a:lnTo>
                    <a:pt x="123540" y="35813"/>
                  </a:lnTo>
                  <a:lnTo>
                    <a:pt x="133112" y="34802"/>
                  </a:lnTo>
                  <a:lnTo>
                    <a:pt x="136193" y="33934"/>
                  </a:lnTo>
                  <a:lnTo>
                    <a:pt x="152034" y="33463"/>
                  </a:lnTo>
                  <a:lnTo>
                    <a:pt x="155055" y="34710"/>
                  </a:lnTo>
                  <a:lnTo>
                    <a:pt x="155352" y="35950"/>
                  </a:lnTo>
                  <a:lnTo>
                    <a:pt x="155382" y="36902"/>
                  </a:lnTo>
                  <a:lnTo>
                    <a:pt x="160480" y="41543"/>
                  </a:lnTo>
                  <a:lnTo>
                    <a:pt x="164665" y="42174"/>
                  </a:lnTo>
                  <a:lnTo>
                    <a:pt x="168218" y="43658"/>
                  </a:lnTo>
                  <a:lnTo>
                    <a:pt x="171893" y="44457"/>
                  </a:lnTo>
                  <a:lnTo>
                    <a:pt x="175910" y="45583"/>
                  </a:lnTo>
                  <a:lnTo>
                    <a:pt x="178170" y="45438"/>
                  </a:lnTo>
                  <a:lnTo>
                    <a:pt x="179866" y="45043"/>
                  </a:lnTo>
                  <a:lnTo>
                    <a:pt x="181860" y="44974"/>
                  </a:lnTo>
                  <a:lnTo>
                    <a:pt x="195997" y="37213"/>
                  </a:lnTo>
                  <a:lnTo>
                    <a:pt x="203575" y="37411"/>
                  </a:lnTo>
                  <a:lnTo>
                    <a:pt x="204739" y="36909"/>
                  </a:lnTo>
                  <a:lnTo>
                    <a:pt x="205743" y="36232"/>
                  </a:lnTo>
                  <a:lnTo>
                    <a:pt x="202951" y="35053"/>
                  </a:lnTo>
                  <a:lnTo>
                    <a:pt x="196643" y="34596"/>
                  </a:lnTo>
                  <a:lnTo>
                    <a:pt x="194734" y="35387"/>
                  </a:lnTo>
                  <a:lnTo>
                    <a:pt x="193653" y="33386"/>
                  </a:lnTo>
                  <a:lnTo>
                    <a:pt x="195707" y="33440"/>
                  </a:lnTo>
                  <a:lnTo>
                    <a:pt x="202723" y="32770"/>
                  </a:lnTo>
                  <a:lnTo>
                    <a:pt x="210765" y="33211"/>
                  </a:lnTo>
                  <a:lnTo>
                    <a:pt x="217316" y="31789"/>
                  </a:lnTo>
                  <a:lnTo>
                    <a:pt x="220610" y="31553"/>
                  </a:lnTo>
                  <a:lnTo>
                    <a:pt x="222513" y="31834"/>
                  </a:lnTo>
                  <a:lnTo>
                    <a:pt x="227732" y="30913"/>
                  </a:lnTo>
                  <a:lnTo>
                    <a:pt x="237555" y="32002"/>
                  </a:lnTo>
                  <a:lnTo>
                    <a:pt x="245300" y="31104"/>
                  </a:lnTo>
                  <a:lnTo>
                    <a:pt x="244402" y="32390"/>
                  </a:lnTo>
                  <a:lnTo>
                    <a:pt x="241861" y="33173"/>
                  </a:lnTo>
                  <a:lnTo>
                    <a:pt x="237745" y="33417"/>
                  </a:lnTo>
                  <a:lnTo>
                    <a:pt x="234602" y="35296"/>
                  </a:lnTo>
                  <a:lnTo>
                    <a:pt x="227907" y="34954"/>
                  </a:lnTo>
                  <a:lnTo>
                    <a:pt x="223205" y="35631"/>
                  </a:lnTo>
                  <a:lnTo>
                    <a:pt x="224711" y="36156"/>
                  </a:lnTo>
                  <a:lnTo>
                    <a:pt x="224711" y="38081"/>
                  </a:lnTo>
                  <a:lnTo>
                    <a:pt x="225350" y="38469"/>
                  </a:lnTo>
                  <a:lnTo>
                    <a:pt x="226028" y="38484"/>
                  </a:lnTo>
                  <a:lnTo>
                    <a:pt x="227625" y="39915"/>
                  </a:lnTo>
                  <a:lnTo>
                    <a:pt x="228059" y="40850"/>
                  </a:lnTo>
                  <a:lnTo>
                    <a:pt x="228577" y="42813"/>
                  </a:lnTo>
                  <a:lnTo>
                    <a:pt x="227869" y="44936"/>
                  </a:lnTo>
                  <a:lnTo>
                    <a:pt x="226895" y="45887"/>
                  </a:lnTo>
                  <a:lnTo>
                    <a:pt x="228805" y="45568"/>
                  </a:lnTo>
                  <a:lnTo>
                    <a:pt x="229885" y="44571"/>
                  </a:lnTo>
                  <a:lnTo>
                    <a:pt x="229725" y="43567"/>
                  </a:lnTo>
                  <a:lnTo>
                    <a:pt x="229885" y="42402"/>
                  </a:lnTo>
                  <a:lnTo>
                    <a:pt x="230958" y="42768"/>
                  </a:lnTo>
                  <a:lnTo>
                    <a:pt x="231711" y="43293"/>
                  </a:lnTo>
                  <a:lnTo>
                    <a:pt x="234154" y="48847"/>
                  </a:lnTo>
                  <a:lnTo>
                    <a:pt x="235873" y="51761"/>
                  </a:lnTo>
                  <a:lnTo>
                    <a:pt x="236314" y="51655"/>
                  </a:lnTo>
                  <a:lnTo>
                    <a:pt x="236725" y="51548"/>
                  </a:lnTo>
                  <a:lnTo>
                    <a:pt x="237235" y="50993"/>
                  </a:lnTo>
                  <a:lnTo>
                    <a:pt x="237996" y="49623"/>
                  </a:lnTo>
                  <a:lnTo>
                    <a:pt x="238650" y="50490"/>
                  </a:lnTo>
                  <a:lnTo>
                    <a:pt x="239046" y="50825"/>
                  </a:lnTo>
                  <a:lnTo>
                    <a:pt x="239442" y="50932"/>
                  </a:lnTo>
                  <a:lnTo>
                    <a:pt x="239076" y="49692"/>
                  </a:lnTo>
                  <a:lnTo>
                    <a:pt x="239563" y="48101"/>
                  </a:lnTo>
                  <a:lnTo>
                    <a:pt x="239396" y="47546"/>
                  </a:lnTo>
                  <a:lnTo>
                    <a:pt x="240157" y="47424"/>
                  </a:lnTo>
                  <a:lnTo>
                    <a:pt x="241070" y="47637"/>
                  </a:lnTo>
                  <a:lnTo>
                    <a:pt x="242363" y="48078"/>
                  </a:lnTo>
                  <a:lnTo>
                    <a:pt x="244669" y="49904"/>
                  </a:lnTo>
                  <a:lnTo>
                    <a:pt x="246190" y="51799"/>
                  </a:lnTo>
                  <a:lnTo>
                    <a:pt x="246320" y="52857"/>
                  </a:lnTo>
                  <a:lnTo>
                    <a:pt x="246875" y="53450"/>
                  </a:lnTo>
                  <a:lnTo>
                    <a:pt x="247872" y="54074"/>
                  </a:lnTo>
                  <a:lnTo>
                    <a:pt x="248359" y="55048"/>
                  </a:lnTo>
                  <a:lnTo>
                    <a:pt x="248450" y="53511"/>
                  </a:lnTo>
                  <a:lnTo>
                    <a:pt x="247864" y="52392"/>
                  </a:lnTo>
                  <a:lnTo>
                    <a:pt x="247720" y="51114"/>
                  </a:lnTo>
                  <a:lnTo>
                    <a:pt x="250718" y="51061"/>
                  </a:lnTo>
                  <a:lnTo>
                    <a:pt x="251501" y="49379"/>
                  </a:lnTo>
                  <a:lnTo>
                    <a:pt x="253137" y="50391"/>
                  </a:lnTo>
                  <a:lnTo>
                    <a:pt x="257474" y="55010"/>
                  </a:lnTo>
                  <a:lnTo>
                    <a:pt x="259072" y="55771"/>
                  </a:lnTo>
                  <a:lnTo>
                    <a:pt x="263797" y="56653"/>
                  </a:lnTo>
                  <a:lnTo>
                    <a:pt x="266771" y="58875"/>
                  </a:lnTo>
                  <a:lnTo>
                    <a:pt x="268514" y="60868"/>
                  </a:lnTo>
                  <a:lnTo>
                    <a:pt x="267479" y="62953"/>
                  </a:lnTo>
                  <a:lnTo>
                    <a:pt x="264702" y="63996"/>
                  </a:lnTo>
                  <a:lnTo>
                    <a:pt x="263591" y="65297"/>
                  </a:lnTo>
                  <a:lnTo>
                    <a:pt x="262952" y="66575"/>
                  </a:lnTo>
                  <a:lnTo>
                    <a:pt x="262944" y="67861"/>
                  </a:lnTo>
                  <a:lnTo>
                    <a:pt x="262100" y="69352"/>
                  </a:lnTo>
                  <a:lnTo>
                    <a:pt x="261978" y="69877"/>
                  </a:lnTo>
                  <a:lnTo>
                    <a:pt x="261476" y="71977"/>
                  </a:lnTo>
                  <a:lnTo>
                    <a:pt x="260335" y="74511"/>
                  </a:lnTo>
                  <a:lnTo>
                    <a:pt x="258813" y="77196"/>
                  </a:lnTo>
                  <a:lnTo>
                    <a:pt x="250885" y="77257"/>
                  </a:lnTo>
                  <a:lnTo>
                    <a:pt x="252840" y="78361"/>
                  </a:lnTo>
                  <a:lnTo>
                    <a:pt x="254643" y="79159"/>
                  </a:lnTo>
                  <a:lnTo>
                    <a:pt x="257603" y="81267"/>
                  </a:lnTo>
                  <a:lnTo>
                    <a:pt x="259954" y="79608"/>
                  </a:lnTo>
                  <a:lnTo>
                    <a:pt x="263325" y="79487"/>
                  </a:lnTo>
                  <a:lnTo>
                    <a:pt x="266969" y="77645"/>
                  </a:lnTo>
                  <a:lnTo>
                    <a:pt x="268346" y="77356"/>
                  </a:lnTo>
                  <a:lnTo>
                    <a:pt x="275164" y="78315"/>
                  </a:lnTo>
                  <a:lnTo>
                    <a:pt x="276807" y="76968"/>
                  </a:lnTo>
                  <a:lnTo>
                    <a:pt x="278177" y="76573"/>
                  </a:lnTo>
                  <a:lnTo>
                    <a:pt x="281867" y="76824"/>
                  </a:lnTo>
                  <a:lnTo>
                    <a:pt x="285146" y="78307"/>
                  </a:lnTo>
                  <a:close/>
                  <a:moveTo>
                    <a:pt x="203324" y="22711"/>
                  </a:moveTo>
                  <a:lnTo>
                    <a:pt x="204008" y="25534"/>
                  </a:lnTo>
                  <a:lnTo>
                    <a:pt x="203803" y="26067"/>
                  </a:lnTo>
                  <a:lnTo>
                    <a:pt x="201870" y="27969"/>
                  </a:lnTo>
                  <a:lnTo>
                    <a:pt x="200250" y="28106"/>
                  </a:lnTo>
                  <a:lnTo>
                    <a:pt x="198941" y="28038"/>
                  </a:lnTo>
                  <a:lnTo>
                    <a:pt x="197952" y="27672"/>
                  </a:lnTo>
                  <a:lnTo>
                    <a:pt x="196681" y="26432"/>
                  </a:lnTo>
                  <a:lnTo>
                    <a:pt x="195441" y="26805"/>
                  </a:lnTo>
                  <a:lnTo>
                    <a:pt x="192375" y="26371"/>
                  </a:lnTo>
                  <a:lnTo>
                    <a:pt x="191523" y="25938"/>
                  </a:lnTo>
                  <a:lnTo>
                    <a:pt x="192672" y="24416"/>
                  </a:lnTo>
                  <a:lnTo>
                    <a:pt x="194779" y="23800"/>
                  </a:lnTo>
                  <a:lnTo>
                    <a:pt x="195555" y="23670"/>
                  </a:lnTo>
                  <a:lnTo>
                    <a:pt x="196172" y="24606"/>
                  </a:lnTo>
                  <a:lnTo>
                    <a:pt x="197709" y="25413"/>
                  </a:lnTo>
                  <a:lnTo>
                    <a:pt x="199512" y="25496"/>
                  </a:lnTo>
                  <a:lnTo>
                    <a:pt x="199961" y="24058"/>
                  </a:lnTo>
                  <a:lnTo>
                    <a:pt x="202403" y="21920"/>
                  </a:lnTo>
                  <a:lnTo>
                    <a:pt x="203324" y="22711"/>
                  </a:lnTo>
                  <a:close/>
                  <a:moveTo>
                    <a:pt x="174221" y="27566"/>
                  </a:moveTo>
                  <a:lnTo>
                    <a:pt x="173072" y="28053"/>
                  </a:lnTo>
                  <a:lnTo>
                    <a:pt x="170965" y="27566"/>
                  </a:lnTo>
                  <a:lnTo>
                    <a:pt x="169907" y="26889"/>
                  </a:lnTo>
                  <a:lnTo>
                    <a:pt x="170576" y="26113"/>
                  </a:lnTo>
                  <a:lnTo>
                    <a:pt x="172304" y="26113"/>
                  </a:lnTo>
                  <a:lnTo>
                    <a:pt x="173924" y="27056"/>
                  </a:lnTo>
                  <a:lnTo>
                    <a:pt x="174221" y="27566"/>
                  </a:lnTo>
                  <a:close/>
                  <a:moveTo>
                    <a:pt x="267989" y="65654"/>
                  </a:moveTo>
                  <a:lnTo>
                    <a:pt x="265425" y="66362"/>
                  </a:lnTo>
                  <a:lnTo>
                    <a:pt x="265463" y="65791"/>
                  </a:lnTo>
                  <a:lnTo>
                    <a:pt x="266148" y="64794"/>
                  </a:lnTo>
                  <a:lnTo>
                    <a:pt x="267479" y="64513"/>
                  </a:lnTo>
                  <a:lnTo>
                    <a:pt x="267981" y="64171"/>
                  </a:lnTo>
                  <a:lnTo>
                    <a:pt x="268826" y="63942"/>
                  </a:lnTo>
                  <a:lnTo>
                    <a:pt x="269313" y="63980"/>
                  </a:lnTo>
                  <a:lnTo>
                    <a:pt x="269800" y="64262"/>
                  </a:lnTo>
                  <a:lnTo>
                    <a:pt x="268636" y="64825"/>
                  </a:lnTo>
                  <a:lnTo>
                    <a:pt x="267989" y="65654"/>
                  </a:lnTo>
                  <a:close/>
                  <a:moveTo>
                    <a:pt x="264215" y="71482"/>
                  </a:moveTo>
                  <a:lnTo>
                    <a:pt x="262891" y="71916"/>
                  </a:lnTo>
                  <a:lnTo>
                    <a:pt x="262693" y="69763"/>
                  </a:lnTo>
                  <a:lnTo>
                    <a:pt x="263097" y="69185"/>
                  </a:lnTo>
                  <a:lnTo>
                    <a:pt x="265349" y="67450"/>
                  </a:lnTo>
                  <a:lnTo>
                    <a:pt x="265973" y="67123"/>
                  </a:lnTo>
                  <a:lnTo>
                    <a:pt x="266429" y="67488"/>
                  </a:lnTo>
                  <a:lnTo>
                    <a:pt x="266315" y="67952"/>
                  </a:lnTo>
                  <a:lnTo>
                    <a:pt x="267403" y="68736"/>
                  </a:lnTo>
                  <a:lnTo>
                    <a:pt x="267137" y="69725"/>
                  </a:lnTo>
                  <a:lnTo>
                    <a:pt x="265965" y="70805"/>
                  </a:lnTo>
                  <a:lnTo>
                    <a:pt x="264215" y="71482"/>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7" name="Freeform: Shape 2346">
              <a:extLst>
                <a:ext uri="{FF2B5EF4-FFF2-40B4-BE49-F238E27FC236}">
                  <a16:creationId xmlns:a16="http://schemas.microsoft.com/office/drawing/2014/main" id="{496FCFB4-4205-9A8A-6EB5-101E51F55AC9}"/>
                </a:ext>
              </a:extLst>
            </p:cNvPr>
            <p:cNvSpPr/>
            <p:nvPr/>
          </p:nvSpPr>
          <p:spPr>
            <a:xfrm>
              <a:off x="8192404" y="4599112"/>
              <a:ext cx="9000" cy="7905"/>
            </a:xfrm>
            <a:custGeom>
              <a:avLst/>
              <a:gdLst>
                <a:gd name="csX0" fmla="*/ 8696 w 9000"/>
                <a:gd name="csY0" fmla="*/ 266 h 7905"/>
                <a:gd name="csX1" fmla="*/ 9001 w 9000"/>
                <a:gd name="csY1" fmla="*/ 1020 h 7905"/>
                <a:gd name="csX2" fmla="*/ 8818 w 9000"/>
                <a:gd name="csY2" fmla="*/ 1004 h 7905"/>
                <a:gd name="csX3" fmla="*/ 7601 w 9000"/>
                <a:gd name="csY3" fmla="*/ 487 h 7905"/>
                <a:gd name="csX4" fmla="*/ 6657 w 9000"/>
                <a:gd name="csY4" fmla="*/ 449 h 7905"/>
                <a:gd name="csX5" fmla="*/ 6269 w 9000"/>
                <a:gd name="csY5" fmla="*/ 312 h 7905"/>
                <a:gd name="csX6" fmla="*/ 6056 w 9000"/>
                <a:gd name="csY6" fmla="*/ 30 h 7905"/>
                <a:gd name="csX7" fmla="*/ 7943 w 9000"/>
                <a:gd name="csY7" fmla="*/ 0 h 7905"/>
                <a:gd name="csX8" fmla="*/ 8696 w 9000"/>
                <a:gd name="csY8" fmla="*/ 266 h 7905"/>
                <a:gd name="csX9" fmla="*/ 6406 w 9000"/>
                <a:gd name="csY9" fmla="*/ 6444 h 7905"/>
                <a:gd name="csX10" fmla="*/ 5851 w 9000"/>
                <a:gd name="csY10" fmla="*/ 6604 h 7905"/>
                <a:gd name="csX11" fmla="*/ 5493 w 9000"/>
                <a:gd name="csY11" fmla="*/ 6566 h 7905"/>
                <a:gd name="csX12" fmla="*/ 5372 w 9000"/>
                <a:gd name="csY12" fmla="*/ 6247 h 7905"/>
                <a:gd name="csX13" fmla="*/ 5752 w 9000"/>
                <a:gd name="csY13" fmla="*/ 5356 h 7905"/>
                <a:gd name="csX14" fmla="*/ 7920 w 9000"/>
                <a:gd name="csY14" fmla="*/ 5257 h 7905"/>
                <a:gd name="csX15" fmla="*/ 6406 w 9000"/>
                <a:gd name="csY15" fmla="*/ 6444 h 7905"/>
                <a:gd name="csX16" fmla="*/ 2168 w 9000"/>
                <a:gd name="csY16" fmla="*/ 7821 h 7905"/>
                <a:gd name="csX17" fmla="*/ 495 w 9000"/>
                <a:gd name="csY17" fmla="*/ 7905 h 7905"/>
                <a:gd name="csX18" fmla="*/ 0 w 9000"/>
                <a:gd name="csY18" fmla="*/ 7624 h 7905"/>
                <a:gd name="csX19" fmla="*/ 943 w 9000"/>
                <a:gd name="csY19" fmla="*/ 6931 h 7905"/>
                <a:gd name="csX20" fmla="*/ 2693 w 9000"/>
                <a:gd name="csY20" fmla="*/ 6848 h 7905"/>
                <a:gd name="csX21" fmla="*/ 3203 w 9000"/>
                <a:gd name="csY21" fmla="*/ 7030 h 7905"/>
                <a:gd name="csX22" fmla="*/ 2168 w 9000"/>
                <a:gd name="csY22" fmla="*/ 7821 h 79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9000" h="7905">
                  <a:moveTo>
                    <a:pt x="8696" y="266"/>
                  </a:moveTo>
                  <a:lnTo>
                    <a:pt x="9001" y="1020"/>
                  </a:lnTo>
                  <a:lnTo>
                    <a:pt x="8818" y="1004"/>
                  </a:lnTo>
                  <a:lnTo>
                    <a:pt x="7601" y="487"/>
                  </a:lnTo>
                  <a:lnTo>
                    <a:pt x="6657" y="449"/>
                  </a:lnTo>
                  <a:lnTo>
                    <a:pt x="6269" y="312"/>
                  </a:lnTo>
                  <a:lnTo>
                    <a:pt x="6056" y="30"/>
                  </a:lnTo>
                  <a:lnTo>
                    <a:pt x="7943" y="0"/>
                  </a:lnTo>
                  <a:lnTo>
                    <a:pt x="8696" y="266"/>
                  </a:lnTo>
                  <a:close/>
                  <a:moveTo>
                    <a:pt x="6406" y="6444"/>
                  </a:moveTo>
                  <a:lnTo>
                    <a:pt x="5851" y="6604"/>
                  </a:lnTo>
                  <a:lnTo>
                    <a:pt x="5493" y="6566"/>
                  </a:lnTo>
                  <a:lnTo>
                    <a:pt x="5372" y="6247"/>
                  </a:lnTo>
                  <a:lnTo>
                    <a:pt x="5752" y="5356"/>
                  </a:lnTo>
                  <a:lnTo>
                    <a:pt x="7920" y="5257"/>
                  </a:lnTo>
                  <a:lnTo>
                    <a:pt x="6406" y="6444"/>
                  </a:lnTo>
                  <a:close/>
                  <a:moveTo>
                    <a:pt x="2168" y="7821"/>
                  </a:moveTo>
                  <a:lnTo>
                    <a:pt x="495" y="7905"/>
                  </a:lnTo>
                  <a:lnTo>
                    <a:pt x="0" y="7624"/>
                  </a:lnTo>
                  <a:lnTo>
                    <a:pt x="943" y="6931"/>
                  </a:lnTo>
                  <a:lnTo>
                    <a:pt x="2693" y="6848"/>
                  </a:lnTo>
                  <a:lnTo>
                    <a:pt x="3203" y="7030"/>
                  </a:lnTo>
                  <a:lnTo>
                    <a:pt x="2168" y="782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8" name="Freeform: Shape 2347">
              <a:extLst>
                <a:ext uri="{FF2B5EF4-FFF2-40B4-BE49-F238E27FC236}">
                  <a16:creationId xmlns:a16="http://schemas.microsoft.com/office/drawing/2014/main" id="{41D94DDB-0B71-C6E0-E42F-FF554058FFA0}"/>
                </a:ext>
              </a:extLst>
            </p:cNvPr>
            <p:cNvSpPr/>
            <p:nvPr/>
          </p:nvSpPr>
          <p:spPr>
            <a:xfrm>
              <a:off x="8185397" y="4607329"/>
              <a:ext cx="9465" cy="15255"/>
            </a:xfrm>
            <a:custGeom>
              <a:avLst/>
              <a:gdLst>
                <a:gd name="csX0" fmla="*/ 3812 w 9465"/>
                <a:gd name="csY0" fmla="*/ 1232 h 15255"/>
                <a:gd name="csX1" fmla="*/ 2214 w 9465"/>
                <a:gd name="csY1" fmla="*/ 1430 h 15255"/>
                <a:gd name="csX2" fmla="*/ 0 w 9465"/>
                <a:gd name="csY2" fmla="*/ 396 h 15255"/>
                <a:gd name="csX3" fmla="*/ 1742 w 9465"/>
                <a:gd name="csY3" fmla="*/ 0 h 15255"/>
                <a:gd name="csX4" fmla="*/ 2869 w 9465"/>
                <a:gd name="csY4" fmla="*/ 251 h 15255"/>
                <a:gd name="csX5" fmla="*/ 3812 w 9465"/>
                <a:gd name="csY5" fmla="*/ 1232 h 15255"/>
                <a:gd name="csX6" fmla="*/ 7761 w 9465"/>
                <a:gd name="csY6" fmla="*/ 692 h 15255"/>
                <a:gd name="csX7" fmla="*/ 6346 w 9465"/>
                <a:gd name="csY7" fmla="*/ 1286 h 15255"/>
                <a:gd name="csX8" fmla="*/ 5395 w 9465"/>
                <a:gd name="csY8" fmla="*/ 1202 h 15255"/>
                <a:gd name="csX9" fmla="*/ 5029 w 9465"/>
                <a:gd name="csY9" fmla="*/ 989 h 15255"/>
                <a:gd name="csX10" fmla="*/ 5783 w 9465"/>
                <a:gd name="csY10" fmla="*/ 297 h 15255"/>
                <a:gd name="csX11" fmla="*/ 7761 w 9465"/>
                <a:gd name="csY11" fmla="*/ 692 h 15255"/>
                <a:gd name="csX12" fmla="*/ 5509 w 9465"/>
                <a:gd name="csY12" fmla="*/ 13193 h 15255"/>
                <a:gd name="csX13" fmla="*/ 7297 w 9465"/>
                <a:gd name="csY13" fmla="*/ 14175 h 15255"/>
                <a:gd name="csX14" fmla="*/ 9465 w 9465"/>
                <a:gd name="csY14" fmla="*/ 14175 h 15255"/>
                <a:gd name="csX15" fmla="*/ 7205 w 9465"/>
                <a:gd name="csY15" fmla="*/ 15156 h 15255"/>
                <a:gd name="csX16" fmla="*/ 2876 w 9465"/>
                <a:gd name="csY16" fmla="*/ 15255 h 15255"/>
                <a:gd name="csX17" fmla="*/ 2975 w 9465"/>
                <a:gd name="csY17" fmla="*/ 13680 h 15255"/>
                <a:gd name="csX18" fmla="*/ 5509 w 9465"/>
                <a:gd name="csY18" fmla="*/ 13193 h 152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465" h="15255">
                  <a:moveTo>
                    <a:pt x="3812" y="1232"/>
                  </a:moveTo>
                  <a:lnTo>
                    <a:pt x="2214" y="1430"/>
                  </a:lnTo>
                  <a:lnTo>
                    <a:pt x="0" y="396"/>
                  </a:lnTo>
                  <a:lnTo>
                    <a:pt x="1742" y="0"/>
                  </a:lnTo>
                  <a:lnTo>
                    <a:pt x="2869" y="251"/>
                  </a:lnTo>
                  <a:lnTo>
                    <a:pt x="3812" y="1232"/>
                  </a:lnTo>
                  <a:close/>
                  <a:moveTo>
                    <a:pt x="7761" y="692"/>
                  </a:moveTo>
                  <a:lnTo>
                    <a:pt x="6346" y="1286"/>
                  </a:lnTo>
                  <a:lnTo>
                    <a:pt x="5395" y="1202"/>
                  </a:lnTo>
                  <a:lnTo>
                    <a:pt x="5029" y="989"/>
                  </a:lnTo>
                  <a:lnTo>
                    <a:pt x="5783" y="297"/>
                  </a:lnTo>
                  <a:lnTo>
                    <a:pt x="7761" y="692"/>
                  </a:lnTo>
                  <a:close/>
                  <a:moveTo>
                    <a:pt x="5509" y="13193"/>
                  </a:moveTo>
                  <a:lnTo>
                    <a:pt x="7297" y="14175"/>
                  </a:lnTo>
                  <a:lnTo>
                    <a:pt x="9465" y="14175"/>
                  </a:lnTo>
                  <a:lnTo>
                    <a:pt x="7205" y="15156"/>
                  </a:lnTo>
                  <a:lnTo>
                    <a:pt x="2876" y="15255"/>
                  </a:lnTo>
                  <a:lnTo>
                    <a:pt x="2975" y="13680"/>
                  </a:lnTo>
                  <a:lnTo>
                    <a:pt x="5509" y="1319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49" name="Freeform: Shape 2348">
              <a:extLst>
                <a:ext uri="{FF2B5EF4-FFF2-40B4-BE49-F238E27FC236}">
                  <a16:creationId xmlns:a16="http://schemas.microsoft.com/office/drawing/2014/main" id="{8CECE96F-2F48-88D0-9668-EE365456721C}"/>
                </a:ext>
              </a:extLst>
            </p:cNvPr>
            <p:cNvSpPr/>
            <p:nvPr/>
          </p:nvSpPr>
          <p:spPr>
            <a:xfrm>
              <a:off x="11754645" y="4494586"/>
              <a:ext cx="156234" cy="326924"/>
            </a:xfrm>
            <a:custGeom>
              <a:avLst/>
              <a:gdLst>
                <a:gd name="csX0" fmla="*/ 124803 w 156234"/>
                <a:gd name="csY0" fmla="*/ 42220 h 326924"/>
                <a:gd name="csX1" fmla="*/ 123799 w 156234"/>
                <a:gd name="csY1" fmla="*/ 42425 h 326924"/>
                <a:gd name="csX2" fmla="*/ 121311 w 156234"/>
                <a:gd name="csY2" fmla="*/ 42463 h 326924"/>
                <a:gd name="csX3" fmla="*/ 119135 w 156234"/>
                <a:gd name="csY3" fmla="*/ 44541 h 326924"/>
                <a:gd name="csX4" fmla="*/ 117636 w 156234"/>
                <a:gd name="csY4" fmla="*/ 45408 h 326924"/>
                <a:gd name="csX5" fmla="*/ 115285 w 156234"/>
                <a:gd name="csY5" fmla="*/ 46131 h 326924"/>
                <a:gd name="csX6" fmla="*/ 112789 w 156234"/>
                <a:gd name="csY6" fmla="*/ 47302 h 326924"/>
                <a:gd name="csX7" fmla="*/ 112066 w 156234"/>
                <a:gd name="csY7" fmla="*/ 49364 h 326924"/>
                <a:gd name="csX8" fmla="*/ 111998 w 156234"/>
                <a:gd name="csY8" fmla="*/ 50856 h 326924"/>
                <a:gd name="csX9" fmla="*/ 111595 w 156234"/>
                <a:gd name="csY9" fmla="*/ 52522 h 326924"/>
                <a:gd name="csX10" fmla="*/ 107547 w 156234"/>
                <a:gd name="csY10" fmla="*/ 54941 h 326924"/>
                <a:gd name="csX11" fmla="*/ 106421 w 156234"/>
                <a:gd name="csY11" fmla="*/ 54690 h 326924"/>
                <a:gd name="csX12" fmla="*/ 105637 w 156234"/>
                <a:gd name="csY12" fmla="*/ 53793 h 326924"/>
                <a:gd name="csX13" fmla="*/ 104443 w 156234"/>
                <a:gd name="csY13" fmla="*/ 53975 h 326924"/>
                <a:gd name="csX14" fmla="*/ 103636 w 156234"/>
                <a:gd name="csY14" fmla="*/ 54424 h 326924"/>
                <a:gd name="csX15" fmla="*/ 102678 w 156234"/>
                <a:gd name="csY15" fmla="*/ 54363 h 326924"/>
                <a:gd name="csX16" fmla="*/ 101604 w 156234"/>
                <a:gd name="csY16" fmla="*/ 54911 h 326924"/>
                <a:gd name="csX17" fmla="*/ 100197 w 156234"/>
                <a:gd name="csY17" fmla="*/ 54744 h 326924"/>
                <a:gd name="csX18" fmla="*/ 98903 w 156234"/>
                <a:gd name="csY18" fmla="*/ 53975 h 326924"/>
                <a:gd name="csX19" fmla="*/ 98158 w 156234"/>
                <a:gd name="csY19" fmla="*/ 53777 h 326924"/>
                <a:gd name="csX20" fmla="*/ 97268 w 156234"/>
                <a:gd name="csY20" fmla="*/ 53770 h 326924"/>
                <a:gd name="csX21" fmla="*/ 97100 w 156234"/>
                <a:gd name="csY21" fmla="*/ 54675 h 326924"/>
                <a:gd name="csX22" fmla="*/ 98424 w 156234"/>
                <a:gd name="csY22" fmla="*/ 58183 h 326924"/>
                <a:gd name="csX23" fmla="*/ 98767 w 156234"/>
                <a:gd name="csY23" fmla="*/ 59796 h 326924"/>
                <a:gd name="csX24" fmla="*/ 94437 w 156234"/>
                <a:gd name="csY24" fmla="*/ 64528 h 326924"/>
                <a:gd name="csX25" fmla="*/ 94917 w 156234"/>
                <a:gd name="csY25" fmla="*/ 67571 h 326924"/>
                <a:gd name="csX26" fmla="*/ 93745 w 156234"/>
                <a:gd name="csY26" fmla="*/ 69907 h 326924"/>
                <a:gd name="csX27" fmla="*/ 91128 w 156234"/>
                <a:gd name="csY27" fmla="*/ 71787 h 326924"/>
                <a:gd name="csX28" fmla="*/ 86220 w 156234"/>
                <a:gd name="csY28" fmla="*/ 76626 h 326924"/>
                <a:gd name="csX29" fmla="*/ 84006 w 156234"/>
                <a:gd name="csY29" fmla="*/ 76732 h 326924"/>
                <a:gd name="csX30" fmla="*/ 82340 w 156234"/>
                <a:gd name="csY30" fmla="*/ 77828 h 326924"/>
                <a:gd name="csX31" fmla="*/ 78703 w 156234"/>
                <a:gd name="csY31" fmla="*/ 85756 h 326924"/>
                <a:gd name="csX32" fmla="*/ 78665 w 156234"/>
                <a:gd name="csY32" fmla="*/ 88472 h 326924"/>
                <a:gd name="csX33" fmla="*/ 78094 w 156234"/>
                <a:gd name="csY33" fmla="*/ 90458 h 326924"/>
                <a:gd name="csX34" fmla="*/ 78216 w 156234"/>
                <a:gd name="csY34" fmla="*/ 92360 h 326924"/>
                <a:gd name="csX35" fmla="*/ 76626 w 156234"/>
                <a:gd name="csY35" fmla="*/ 96104 h 326924"/>
                <a:gd name="csX36" fmla="*/ 74967 w 156234"/>
                <a:gd name="csY36" fmla="*/ 97686 h 326924"/>
                <a:gd name="csX37" fmla="*/ 74602 w 156234"/>
                <a:gd name="csY37" fmla="*/ 99725 h 326924"/>
                <a:gd name="csX38" fmla="*/ 76953 w 156234"/>
                <a:gd name="csY38" fmla="*/ 103918 h 326924"/>
                <a:gd name="csX39" fmla="*/ 77219 w 156234"/>
                <a:gd name="csY39" fmla="*/ 104656 h 326924"/>
                <a:gd name="csX40" fmla="*/ 78589 w 156234"/>
                <a:gd name="csY40" fmla="*/ 106908 h 326924"/>
                <a:gd name="csX41" fmla="*/ 79251 w 156234"/>
                <a:gd name="csY41" fmla="*/ 108513 h 326924"/>
                <a:gd name="csX42" fmla="*/ 80300 w 156234"/>
                <a:gd name="csY42" fmla="*/ 110119 h 326924"/>
                <a:gd name="csX43" fmla="*/ 84082 w 156234"/>
                <a:gd name="csY43" fmla="*/ 114280 h 326924"/>
                <a:gd name="csX44" fmla="*/ 85771 w 156234"/>
                <a:gd name="csY44" fmla="*/ 115551 h 326924"/>
                <a:gd name="csX45" fmla="*/ 87803 w 156234"/>
                <a:gd name="csY45" fmla="*/ 116411 h 326924"/>
                <a:gd name="csX46" fmla="*/ 91485 w 156234"/>
                <a:gd name="csY46" fmla="*/ 120154 h 326924"/>
                <a:gd name="csX47" fmla="*/ 93341 w 156234"/>
                <a:gd name="csY47" fmla="*/ 122536 h 326924"/>
                <a:gd name="csX48" fmla="*/ 92497 w 156234"/>
                <a:gd name="csY48" fmla="*/ 124156 h 326924"/>
                <a:gd name="csX49" fmla="*/ 92916 w 156234"/>
                <a:gd name="csY49" fmla="*/ 127588 h 326924"/>
                <a:gd name="csX50" fmla="*/ 90290 w 156234"/>
                <a:gd name="csY50" fmla="*/ 126576 h 326924"/>
                <a:gd name="csX51" fmla="*/ 90595 w 156234"/>
                <a:gd name="csY51" fmla="*/ 126979 h 326924"/>
                <a:gd name="csX52" fmla="*/ 93722 w 156234"/>
                <a:gd name="csY52" fmla="*/ 128859 h 326924"/>
                <a:gd name="csX53" fmla="*/ 98394 w 156234"/>
                <a:gd name="csY53" fmla="*/ 135432 h 326924"/>
                <a:gd name="csX54" fmla="*/ 102464 w 156234"/>
                <a:gd name="csY54" fmla="*/ 138673 h 326924"/>
                <a:gd name="csX55" fmla="*/ 106596 w 156234"/>
                <a:gd name="csY55" fmla="*/ 142356 h 326924"/>
                <a:gd name="csX56" fmla="*/ 107889 w 156234"/>
                <a:gd name="csY56" fmla="*/ 145849 h 326924"/>
                <a:gd name="csX57" fmla="*/ 111618 w 156234"/>
                <a:gd name="csY57" fmla="*/ 148161 h 326924"/>
                <a:gd name="csX58" fmla="*/ 115764 w 156234"/>
                <a:gd name="csY58" fmla="*/ 151509 h 326924"/>
                <a:gd name="csX59" fmla="*/ 115589 w 156234"/>
                <a:gd name="csY59" fmla="*/ 152262 h 326924"/>
                <a:gd name="csX60" fmla="*/ 116708 w 156234"/>
                <a:gd name="csY60" fmla="*/ 153160 h 326924"/>
                <a:gd name="csX61" fmla="*/ 119492 w 156234"/>
                <a:gd name="csY61" fmla="*/ 154933 h 326924"/>
                <a:gd name="csX62" fmla="*/ 121189 w 156234"/>
                <a:gd name="csY62" fmla="*/ 156812 h 326924"/>
                <a:gd name="csX63" fmla="*/ 121843 w 156234"/>
                <a:gd name="csY63" fmla="*/ 158593 h 326924"/>
                <a:gd name="csX64" fmla="*/ 122871 w 156234"/>
                <a:gd name="csY64" fmla="*/ 158882 h 326924"/>
                <a:gd name="csX65" fmla="*/ 124034 w 156234"/>
                <a:gd name="csY65" fmla="*/ 158441 h 326924"/>
                <a:gd name="csX66" fmla="*/ 125191 w 156234"/>
                <a:gd name="csY66" fmla="*/ 158273 h 326924"/>
                <a:gd name="csX67" fmla="*/ 126013 w 156234"/>
                <a:gd name="csY67" fmla="*/ 158410 h 326924"/>
                <a:gd name="csX68" fmla="*/ 127261 w 156234"/>
                <a:gd name="csY68" fmla="*/ 160366 h 326924"/>
                <a:gd name="csX69" fmla="*/ 129003 w 156234"/>
                <a:gd name="csY69" fmla="*/ 162108 h 326924"/>
                <a:gd name="csX70" fmla="*/ 129840 w 156234"/>
                <a:gd name="csY70" fmla="*/ 163713 h 326924"/>
                <a:gd name="csX71" fmla="*/ 130525 w 156234"/>
                <a:gd name="csY71" fmla="*/ 163500 h 326924"/>
                <a:gd name="csX72" fmla="*/ 131088 w 156234"/>
                <a:gd name="csY72" fmla="*/ 163744 h 326924"/>
                <a:gd name="csX73" fmla="*/ 131232 w 156234"/>
                <a:gd name="csY73" fmla="*/ 165083 h 326924"/>
                <a:gd name="csX74" fmla="*/ 131483 w 156234"/>
                <a:gd name="csY74" fmla="*/ 165965 h 326924"/>
                <a:gd name="csX75" fmla="*/ 133819 w 156234"/>
                <a:gd name="csY75" fmla="*/ 168537 h 326924"/>
                <a:gd name="csX76" fmla="*/ 134930 w 156234"/>
                <a:gd name="csY76" fmla="*/ 170957 h 326924"/>
                <a:gd name="csX77" fmla="*/ 137715 w 156234"/>
                <a:gd name="csY77" fmla="*/ 174883 h 326924"/>
                <a:gd name="csX78" fmla="*/ 139777 w 156234"/>
                <a:gd name="csY78" fmla="*/ 177112 h 326924"/>
                <a:gd name="csX79" fmla="*/ 141238 w 156234"/>
                <a:gd name="csY79" fmla="*/ 178367 h 326924"/>
                <a:gd name="csX80" fmla="*/ 142919 w 156234"/>
                <a:gd name="csY80" fmla="*/ 179440 h 326924"/>
                <a:gd name="csX81" fmla="*/ 144563 w 156234"/>
                <a:gd name="csY81" fmla="*/ 183785 h 326924"/>
                <a:gd name="csX82" fmla="*/ 145453 w 156234"/>
                <a:gd name="csY82" fmla="*/ 187726 h 326924"/>
                <a:gd name="csX83" fmla="*/ 147210 w 156234"/>
                <a:gd name="csY83" fmla="*/ 192086 h 326924"/>
                <a:gd name="csX84" fmla="*/ 148542 w 156234"/>
                <a:gd name="csY84" fmla="*/ 193988 h 326924"/>
                <a:gd name="csX85" fmla="*/ 148588 w 156234"/>
                <a:gd name="csY85" fmla="*/ 197572 h 326924"/>
                <a:gd name="csX86" fmla="*/ 149668 w 156234"/>
                <a:gd name="csY86" fmla="*/ 201262 h 326924"/>
                <a:gd name="csX87" fmla="*/ 150817 w 156234"/>
                <a:gd name="csY87" fmla="*/ 203750 h 326924"/>
                <a:gd name="csX88" fmla="*/ 151159 w 156234"/>
                <a:gd name="csY88" fmla="*/ 206291 h 326924"/>
                <a:gd name="csX89" fmla="*/ 151517 w 156234"/>
                <a:gd name="csY89" fmla="*/ 207554 h 326924"/>
                <a:gd name="csX90" fmla="*/ 151958 w 156234"/>
                <a:gd name="csY90" fmla="*/ 208505 h 326924"/>
                <a:gd name="csX91" fmla="*/ 153213 w 156234"/>
                <a:gd name="csY91" fmla="*/ 212804 h 326924"/>
                <a:gd name="csX92" fmla="*/ 152887 w 156234"/>
                <a:gd name="csY92" fmla="*/ 214805 h 326924"/>
                <a:gd name="csX93" fmla="*/ 152011 w 156234"/>
                <a:gd name="csY93" fmla="*/ 212849 h 326924"/>
                <a:gd name="csX94" fmla="*/ 152125 w 156234"/>
                <a:gd name="csY94" fmla="*/ 218617 h 326924"/>
                <a:gd name="csX95" fmla="*/ 152894 w 156234"/>
                <a:gd name="csY95" fmla="*/ 221668 h 326924"/>
                <a:gd name="csX96" fmla="*/ 152552 w 156234"/>
                <a:gd name="csY96" fmla="*/ 225404 h 326924"/>
                <a:gd name="csX97" fmla="*/ 153350 w 156234"/>
                <a:gd name="csY97" fmla="*/ 226712 h 326924"/>
                <a:gd name="csX98" fmla="*/ 154781 w 156234"/>
                <a:gd name="csY98" fmla="*/ 230935 h 326924"/>
                <a:gd name="csX99" fmla="*/ 155793 w 156234"/>
                <a:gd name="csY99" fmla="*/ 232449 h 326924"/>
                <a:gd name="csX100" fmla="*/ 155702 w 156234"/>
                <a:gd name="csY100" fmla="*/ 237600 h 326924"/>
                <a:gd name="csX101" fmla="*/ 156234 w 156234"/>
                <a:gd name="csY101" fmla="*/ 240202 h 326924"/>
                <a:gd name="csX102" fmla="*/ 154880 w 156234"/>
                <a:gd name="csY102" fmla="*/ 238650 h 326924"/>
                <a:gd name="csX103" fmla="*/ 153898 w 156234"/>
                <a:gd name="csY103" fmla="*/ 236885 h 326924"/>
                <a:gd name="csX104" fmla="*/ 152582 w 156234"/>
                <a:gd name="csY104" fmla="*/ 237821 h 326924"/>
                <a:gd name="csX105" fmla="*/ 151403 w 156234"/>
                <a:gd name="csY105" fmla="*/ 239198 h 326924"/>
                <a:gd name="csX106" fmla="*/ 153236 w 156234"/>
                <a:gd name="csY106" fmla="*/ 244737 h 326924"/>
                <a:gd name="csX107" fmla="*/ 151152 w 156234"/>
                <a:gd name="csY107" fmla="*/ 244212 h 326924"/>
                <a:gd name="csX108" fmla="*/ 151334 w 156234"/>
                <a:gd name="csY108" fmla="*/ 251653 h 326924"/>
                <a:gd name="csX109" fmla="*/ 152202 w 156234"/>
                <a:gd name="csY109" fmla="*/ 253388 h 326924"/>
                <a:gd name="csX110" fmla="*/ 152262 w 156234"/>
                <a:gd name="csY110" fmla="*/ 254217 h 326924"/>
                <a:gd name="csX111" fmla="*/ 152011 w 156234"/>
                <a:gd name="csY111" fmla="*/ 255206 h 326924"/>
                <a:gd name="csX112" fmla="*/ 151433 w 156234"/>
                <a:gd name="csY112" fmla="*/ 254118 h 326924"/>
                <a:gd name="csX113" fmla="*/ 151311 w 156234"/>
                <a:gd name="csY113" fmla="*/ 253000 h 326924"/>
                <a:gd name="csX114" fmla="*/ 150984 w 156234"/>
                <a:gd name="csY114" fmla="*/ 253251 h 326924"/>
                <a:gd name="csX115" fmla="*/ 150999 w 156234"/>
                <a:gd name="csY115" fmla="*/ 253829 h 326924"/>
                <a:gd name="csX116" fmla="*/ 150299 w 156234"/>
                <a:gd name="csY116" fmla="*/ 255138 h 326924"/>
                <a:gd name="csX117" fmla="*/ 150094 w 156234"/>
                <a:gd name="csY117" fmla="*/ 256758 h 326924"/>
                <a:gd name="csX118" fmla="*/ 150847 w 156234"/>
                <a:gd name="csY118" fmla="*/ 258143 h 326924"/>
                <a:gd name="csX119" fmla="*/ 150976 w 156234"/>
                <a:gd name="csY119" fmla="*/ 259193 h 326924"/>
                <a:gd name="csX120" fmla="*/ 150436 w 156234"/>
                <a:gd name="csY120" fmla="*/ 260494 h 326924"/>
                <a:gd name="csX121" fmla="*/ 149569 w 156234"/>
                <a:gd name="csY121" fmla="*/ 261871 h 326924"/>
                <a:gd name="csX122" fmla="*/ 147583 w 156234"/>
                <a:gd name="csY122" fmla="*/ 262054 h 326924"/>
                <a:gd name="csX123" fmla="*/ 147127 w 156234"/>
                <a:gd name="csY123" fmla="*/ 264747 h 326924"/>
                <a:gd name="csX124" fmla="*/ 146450 w 156234"/>
                <a:gd name="csY124" fmla="*/ 267601 h 326924"/>
                <a:gd name="csX125" fmla="*/ 142904 w 156234"/>
                <a:gd name="csY125" fmla="*/ 268057 h 326924"/>
                <a:gd name="csX126" fmla="*/ 140332 w 156234"/>
                <a:gd name="csY126" fmla="*/ 270575 h 326924"/>
                <a:gd name="csX127" fmla="*/ 137152 w 156234"/>
                <a:gd name="csY127" fmla="*/ 271511 h 326924"/>
                <a:gd name="csX128" fmla="*/ 134314 w 156234"/>
                <a:gd name="csY128" fmla="*/ 273999 h 326924"/>
                <a:gd name="csX129" fmla="*/ 131187 w 156234"/>
                <a:gd name="csY129" fmla="*/ 276305 h 326924"/>
                <a:gd name="csX130" fmla="*/ 129148 w 156234"/>
                <a:gd name="csY130" fmla="*/ 276609 h 326924"/>
                <a:gd name="csX131" fmla="*/ 127405 w 156234"/>
                <a:gd name="csY131" fmla="*/ 277104 h 326924"/>
                <a:gd name="csX132" fmla="*/ 125404 w 156234"/>
                <a:gd name="csY132" fmla="*/ 280923 h 326924"/>
                <a:gd name="csX133" fmla="*/ 122071 w 156234"/>
                <a:gd name="csY133" fmla="*/ 281364 h 326924"/>
                <a:gd name="csX134" fmla="*/ 116084 w 156234"/>
                <a:gd name="csY134" fmla="*/ 284484 h 326924"/>
                <a:gd name="csX135" fmla="*/ 114067 w 156234"/>
                <a:gd name="csY135" fmla="*/ 285990 h 326924"/>
                <a:gd name="csX136" fmla="*/ 112234 w 156234"/>
                <a:gd name="csY136" fmla="*/ 286576 h 326924"/>
                <a:gd name="csX137" fmla="*/ 109609 w 156234"/>
                <a:gd name="csY137" fmla="*/ 287877 h 326924"/>
                <a:gd name="csX138" fmla="*/ 109046 w 156234"/>
                <a:gd name="csY138" fmla="*/ 287413 h 326924"/>
                <a:gd name="csX139" fmla="*/ 108171 w 156234"/>
                <a:gd name="csY139" fmla="*/ 286295 h 326924"/>
                <a:gd name="csX140" fmla="*/ 105903 w 156234"/>
                <a:gd name="csY140" fmla="*/ 285717 h 326924"/>
                <a:gd name="csX141" fmla="*/ 104792 w 156234"/>
                <a:gd name="csY141" fmla="*/ 284461 h 326924"/>
                <a:gd name="csX142" fmla="*/ 104473 w 156234"/>
                <a:gd name="csY142" fmla="*/ 282848 h 326924"/>
                <a:gd name="csX143" fmla="*/ 104176 w 156234"/>
                <a:gd name="csY143" fmla="*/ 282217 h 326924"/>
                <a:gd name="csX144" fmla="*/ 103690 w 156234"/>
                <a:gd name="csY144" fmla="*/ 283130 h 326924"/>
                <a:gd name="csX145" fmla="*/ 103309 w 156234"/>
                <a:gd name="csY145" fmla="*/ 286964 h 326924"/>
                <a:gd name="csX146" fmla="*/ 102906 w 156234"/>
                <a:gd name="csY146" fmla="*/ 287832 h 326924"/>
                <a:gd name="csX147" fmla="*/ 101939 w 156234"/>
                <a:gd name="csY147" fmla="*/ 288212 h 326924"/>
                <a:gd name="csX148" fmla="*/ 100030 w 156234"/>
                <a:gd name="csY148" fmla="*/ 287124 h 326924"/>
                <a:gd name="csX149" fmla="*/ 98211 w 156234"/>
                <a:gd name="csY149" fmla="*/ 284910 h 326924"/>
                <a:gd name="csX150" fmla="*/ 95617 w 156234"/>
                <a:gd name="csY150" fmla="*/ 286439 h 326924"/>
                <a:gd name="csX151" fmla="*/ 96408 w 156234"/>
                <a:gd name="csY151" fmla="*/ 286622 h 326924"/>
                <a:gd name="csX152" fmla="*/ 97587 w 156234"/>
                <a:gd name="csY152" fmla="*/ 286500 h 326924"/>
                <a:gd name="csX153" fmla="*/ 98500 w 156234"/>
                <a:gd name="csY153" fmla="*/ 286881 h 326924"/>
                <a:gd name="csX154" fmla="*/ 99276 w 156234"/>
                <a:gd name="csY154" fmla="*/ 288357 h 326924"/>
                <a:gd name="csX155" fmla="*/ 99246 w 156234"/>
                <a:gd name="csY155" fmla="*/ 289156 h 326924"/>
                <a:gd name="csX156" fmla="*/ 98843 w 156234"/>
                <a:gd name="csY156" fmla="*/ 290091 h 326924"/>
                <a:gd name="csX157" fmla="*/ 96416 w 156234"/>
                <a:gd name="csY157" fmla="*/ 290244 h 326924"/>
                <a:gd name="csX158" fmla="*/ 93174 w 156234"/>
                <a:gd name="csY158" fmla="*/ 289917 h 326924"/>
                <a:gd name="csX159" fmla="*/ 92581 w 156234"/>
                <a:gd name="csY159" fmla="*/ 290038 h 326924"/>
                <a:gd name="csX160" fmla="*/ 95540 w 156234"/>
                <a:gd name="csY160" fmla="*/ 291476 h 326924"/>
                <a:gd name="csX161" fmla="*/ 98242 w 156234"/>
                <a:gd name="csY161" fmla="*/ 292306 h 326924"/>
                <a:gd name="csX162" fmla="*/ 99436 w 156234"/>
                <a:gd name="csY162" fmla="*/ 293211 h 326924"/>
                <a:gd name="csX163" fmla="*/ 99436 w 156234"/>
                <a:gd name="csY163" fmla="*/ 293964 h 326924"/>
                <a:gd name="csX164" fmla="*/ 97922 w 156234"/>
                <a:gd name="csY164" fmla="*/ 295174 h 326924"/>
                <a:gd name="csX165" fmla="*/ 96750 w 156234"/>
                <a:gd name="csY165" fmla="*/ 296658 h 326924"/>
                <a:gd name="csX166" fmla="*/ 96727 w 156234"/>
                <a:gd name="csY166" fmla="*/ 297578 h 326924"/>
                <a:gd name="csX167" fmla="*/ 96705 w 156234"/>
                <a:gd name="csY167" fmla="*/ 298606 h 326924"/>
                <a:gd name="csX168" fmla="*/ 95389 w 156234"/>
                <a:gd name="csY168" fmla="*/ 299488 h 326924"/>
                <a:gd name="csX169" fmla="*/ 94574 w 156234"/>
                <a:gd name="csY169" fmla="*/ 299313 h 326924"/>
                <a:gd name="csX170" fmla="*/ 92261 w 156234"/>
                <a:gd name="csY170" fmla="*/ 297768 h 326924"/>
                <a:gd name="csX171" fmla="*/ 85589 w 156234"/>
                <a:gd name="csY171" fmla="*/ 291689 h 326924"/>
                <a:gd name="csX172" fmla="*/ 86593 w 156234"/>
                <a:gd name="csY172" fmla="*/ 293409 h 326924"/>
                <a:gd name="csX173" fmla="*/ 93509 w 156234"/>
                <a:gd name="csY173" fmla="*/ 300317 h 326924"/>
                <a:gd name="csX174" fmla="*/ 94726 w 156234"/>
                <a:gd name="csY174" fmla="*/ 302592 h 326924"/>
                <a:gd name="csX175" fmla="*/ 94894 w 156234"/>
                <a:gd name="csY175" fmla="*/ 304198 h 326924"/>
                <a:gd name="csX176" fmla="*/ 94179 w 156234"/>
                <a:gd name="csY176" fmla="*/ 305004 h 326924"/>
                <a:gd name="csX177" fmla="*/ 93007 w 156234"/>
                <a:gd name="csY177" fmla="*/ 305955 h 326924"/>
                <a:gd name="csX178" fmla="*/ 90740 w 156234"/>
                <a:gd name="csY178" fmla="*/ 306024 h 326924"/>
                <a:gd name="csX179" fmla="*/ 87027 w 156234"/>
                <a:gd name="csY179" fmla="*/ 303460 h 326924"/>
                <a:gd name="csX180" fmla="*/ 81084 w 156234"/>
                <a:gd name="csY180" fmla="*/ 297297 h 326924"/>
                <a:gd name="csX181" fmla="*/ 79061 w 156234"/>
                <a:gd name="csY181" fmla="*/ 296460 h 326924"/>
                <a:gd name="csX182" fmla="*/ 85071 w 156234"/>
                <a:gd name="csY182" fmla="*/ 303505 h 326924"/>
                <a:gd name="csX183" fmla="*/ 86060 w 156234"/>
                <a:gd name="csY183" fmla="*/ 305217 h 326924"/>
                <a:gd name="csX184" fmla="*/ 87072 w 156234"/>
                <a:gd name="csY184" fmla="*/ 307188 h 326924"/>
                <a:gd name="csX185" fmla="*/ 86783 w 156234"/>
                <a:gd name="csY185" fmla="*/ 308360 h 326924"/>
                <a:gd name="csX186" fmla="*/ 86266 w 156234"/>
                <a:gd name="csY186" fmla="*/ 309463 h 326924"/>
                <a:gd name="csX187" fmla="*/ 72022 w 156234"/>
                <a:gd name="csY187" fmla="*/ 315983 h 326924"/>
                <a:gd name="csX188" fmla="*/ 69892 w 156234"/>
                <a:gd name="csY188" fmla="*/ 318791 h 326924"/>
                <a:gd name="csX189" fmla="*/ 68203 w 156234"/>
                <a:gd name="csY189" fmla="*/ 322253 h 326924"/>
                <a:gd name="csX190" fmla="*/ 65403 w 156234"/>
                <a:gd name="csY190" fmla="*/ 324178 h 326924"/>
                <a:gd name="csX191" fmla="*/ 63759 w 156234"/>
                <a:gd name="csY191" fmla="*/ 325935 h 326924"/>
                <a:gd name="csX192" fmla="*/ 59012 w 156234"/>
                <a:gd name="csY192" fmla="*/ 326924 h 326924"/>
                <a:gd name="csX193" fmla="*/ 56417 w 156234"/>
                <a:gd name="csY193" fmla="*/ 326613 h 326924"/>
                <a:gd name="csX194" fmla="*/ 59111 w 156234"/>
                <a:gd name="csY194" fmla="*/ 323417 h 326924"/>
                <a:gd name="csX195" fmla="*/ 57445 w 156234"/>
                <a:gd name="csY195" fmla="*/ 322230 h 326924"/>
                <a:gd name="csX196" fmla="*/ 57361 w 156234"/>
                <a:gd name="csY196" fmla="*/ 313990 h 326924"/>
                <a:gd name="csX197" fmla="*/ 58015 w 156234"/>
                <a:gd name="csY197" fmla="*/ 304944 h 326924"/>
                <a:gd name="csX198" fmla="*/ 59255 w 156234"/>
                <a:gd name="csY198" fmla="*/ 300424 h 326924"/>
                <a:gd name="csX199" fmla="*/ 61043 w 156234"/>
                <a:gd name="csY199" fmla="*/ 299298 h 326924"/>
                <a:gd name="csX200" fmla="*/ 63295 w 156234"/>
                <a:gd name="csY200" fmla="*/ 298606 h 326924"/>
                <a:gd name="csX201" fmla="*/ 63349 w 156234"/>
                <a:gd name="csY201" fmla="*/ 297654 h 326924"/>
                <a:gd name="csX202" fmla="*/ 63128 w 156234"/>
                <a:gd name="csY202" fmla="*/ 296566 h 326924"/>
                <a:gd name="csX203" fmla="*/ 61919 w 156234"/>
                <a:gd name="csY203" fmla="*/ 295022 h 326924"/>
                <a:gd name="csX204" fmla="*/ 60595 w 156234"/>
                <a:gd name="csY204" fmla="*/ 294307 h 326924"/>
                <a:gd name="csX205" fmla="*/ 58616 w 156234"/>
                <a:gd name="csY205" fmla="*/ 293995 h 326924"/>
                <a:gd name="csX206" fmla="*/ 57094 w 156234"/>
                <a:gd name="csY206" fmla="*/ 292100 h 326924"/>
                <a:gd name="csX207" fmla="*/ 55938 w 156234"/>
                <a:gd name="csY207" fmla="*/ 292176 h 326924"/>
                <a:gd name="csX208" fmla="*/ 54142 w 156234"/>
                <a:gd name="csY208" fmla="*/ 292808 h 326924"/>
                <a:gd name="csX209" fmla="*/ 53054 w 156234"/>
                <a:gd name="csY209" fmla="*/ 291994 h 326924"/>
                <a:gd name="csX210" fmla="*/ 52651 w 156234"/>
                <a:gd name="csY210" fmla="*/ 290723 h 326924"/>
                <a:gd name="csX211" fmla="*/ 50985 w 156234"/>
                <a:gd name="csY211" fmla="*/ 289140 h 326924"/>
                <a:gd name="csX212" fmla="*/ 49067 w 156234"/>
                <a:gd name="csY212" fmla="*/ 287603 h 326924"/>
                <a:gd name="csX213" fmla="*/ 49935 w 156234"/>
                <a:gd name="csY213" fmla="*/ 287360 h 326924"/>
                <a:gd name="csX214" fmla="*/ 50939 w 156234"/>
                <a:gd name="csY214" fmla="*/ 286478 h 326924"/>
                <a:gd name="csX215" fmla="*/ 52020 w 156234"/>
                <a:gd name="csY215" fmla="*/ 285344 h 326924"/>
                <a:gd name="csX216" fmla="*/ 54698 w 156234"/>
                <a:gd name="csY216" fmla="*/ 285184 h 326924"/>
                <a:gd name="csX217" fmla="*/ 57384 w 156234"/>
                <a:gd name="csY217" fmla="*/ 285237 h 326924"/>
                <a:gd name="csX218" fmla="*/ 58137 w 156234"/>
                <a:gd name="csY218" fmla="*/ 284940 h 326924"/>
                <a:gd name="csX219" fmla="*/ 59225 w 156234"/>
                <a:gd name="csY219" fmla="*/ 283738 h 326924"/>
                <a:gd name="csX220" fmla="*/ 60982 w 156234"/>
                <a:gd name="csY220" fmla="*/ 282194 h 326924"/>
                <a:gd name="csX221" fmla="*/ 62322 w 156234"/>
                <a:gd name="csY221" fmla="*/ 281334 h 326924"/>
                <a:gd name="csX222" fmla="*/ 62641 w 156234"/>
                <a:gd name="csY222" fmla="*/ 280642 h 326924"/>
                <a:gd name="csX223" fmla="*/ 62108 w 156234"/>
                <a:gd name="csY223" fmla="*/ 279013 h 326924"/>
                <a:gd name="csX224" fmla="*/ 61812 w 156234"/>
                <a:gd name="csY224" fmla="*/ 277339 h 326924"/>
                <a:gd name="csX225" fmla="*/ 62306 w 156234"/>
                <a:gd name="csY225" fmla="*/ 276815 h 326924"/>
                <a:gd name="csX226" fmla="*/ 64734 w 156234"/>
                <a:gd name="csY226" fmla="*/ 277111 h 326924"/>
                <a:gd name="csX227" fmla="*/ 67404 w 156234"/>
                <a:gd name="csY227" fmla="*/ 277895 h 326924"/>
                <a:gd name="csX228" fmla="*/ 68051 w 156234"/>
                <a:gd name="csY228" fmla="*/ 278245 h 326924"/>
                <a:gd name="csX229" fmla="*/ 69580 w 156234"/>
                <a:gd name="csY229" fmla="*/ 276191 h 326924"/>
                <a:gd name="csX230" fmla="*/ 69998 w 156234"/>
                <a:gd name="csY230" fmla="*/ 275940 h 326924"/>
                <a:gd name="csX231" fmla="*/ 71003 w 156234"/>
                <a:gd name="csY231" fmla="*/ 275947 h 326924"/>
                <a:gd name="csX232" fmla="*/ 73651 w 156234"/>
                <a:gd name="csY232" fmla="*/ 275567 h 326924"/>
                <a:gd name="csX233" fmla="*/ 76238 w 156234"/>
                <a:gd name="csY233" fmla="*/ 275027 h 326924"/>
                <a:gd name="csX234" fmla="*/ 77463 w 156234"/>
                <a:gd name="csY234" fmla="*/ 275118 h 326924"/>
                <a:gd name="csX235" fmla="*/ 78650 w 156234"/>
                <a:gd name="csY235" fmla="*/ 276495 h 326924"/>
                <a:gd name="csX236" fmla="*/ 79555 w 156234"/>
                <a:gd name="csY236" fmla="*/ 277849 h 326924"/>
                <a:gd name="csX237" fmla="*/ 80027 w 156234"/>
                <a:gd name="csY237" fmla="*/ 277956 h 326924"/>
                <a:gd name="csX238" fmla="*/ 81373 w 156234"/>
                <a:gd name="csY238" fmla="*/ 277378 h 326924"/>
                <a:gd name="csX239" fmla="*/ 82484 w 156234"/>
                <a:gd name="csY239" fmla="*/ 278100 h 326924"/>
                <a:gd name="csX240" fmla="*/ 84813 w 156234"/>
                <a:gd name="csY240" fmla="*/ 279280 h 326924"/>
                <a:gd name="csX241" fmla="*/ 86205 w 156234"/>
                <a:gd name="csY241" fmla="*/ 279333 h 326924"/>
                <a:gd name="csX242" fmla="*/ 85512 w 156234"/>
                <a:gd name="csY242" fmla="*/ 276586 h 326924"/>
                <a:gd name="csX243" fmla="*/ 86288 w 156234"/>
                <a:gd name="csY243" fmla="*/ 274631 h 326924"/>
                <a:gd name="csX244" fmla="*/ 86136 w 156234"/>
                <a:gd name="csY244" fmla="*/ 274098 h 326924"/>
                <a:gd name="csX245" fmla="*/ 84828 w 156234"/>
                <a:gd name="csY245" fmla="*/ 273200 h 326924"/>
                <a:gd name="csX246" fmla="*/ 80384 w 156234"/>
                <a:gd name="csY246" fmla="*/ 269609 h 326924"/>
                <a:gd name="csX247" fmla="*/ 79623 w 156234"/>
                <a:gd name="csY247" fmla="*/ 268537 h 326924"/>
                <a:gd name="csX248" fmla="*/ 79730 w 156234"/>
                <a:gd name="csY248" fmla="*/ 266847 h 326924"/>
                <a:gd name="csX249" fmla="*/ 79578 w 156234"/>
                <a:gd name="csY249" fmla="*/ 264367 h 326924"/>
                <a:gd name="csX250" fmla="*/ 79182 w 156234"/>
                <a:gd name="csY250" fmla="*/ 262807 h 326924"/>
                <a:gd name="csX251" fmla="*/ 79251 w 156234"/>
                <a:gd name="csY251" fmla="*/ 261894 h 326924"/>
                <a:gd name="csX252" fmla="*/ 79524 w 156234"/>
                <a:gd name="csY252" fmla="*/ 261164 h 326924"/>
                <a:gd name="csX253" fmla="*/ 80339 w 156234"/>
                <a:gd name="csY253" fmla="*/ 260875 h 326924"/>
                <a:gd name="csX254" fmla="*/ 81130 w 156234"/>
                <a:gd name="csY254" fmla="*/ 260776 h 326924"/>
                <a:gd name="csX255" fmla="*/ 81761 w 156234"/>
                <a:gd name="csY255" fmla="*/ 260137 h 326924"/>
                <a:gd name="csX256" fmla="*/ 82827 w 156234"/>
                <a:gd name="csY256" fmla="*/ 258501 h 326924"/>
                <a:gd name="csX257" fmla="*/ 84896 w 156234"/>
                <a:gd name="csY257" fmla="*/ 258645 h 326924"/>
                <a:gd name="csX258" fmla="*/ 87803 w 156234"/>
                <a:gd name="csY258" fmla="*/ 259574 h 326924"/>
                <a:gd name="csX259" fmla="*/ 89948 w 156234"/>
                <a:gd name="csY259" fmla="*/ 260152 h 326924"/>
                <a:gd name="csX260" fmla="*/ 91219 w 156234"/>
                <a:gd name="csY260" fmla="*/ 260038 h 326924"/>
                <a:gd name="csX261" fmla="*/ 91501 w 156234"/>
                <a:gd name="csY261" fmla="*/ 259802 h 326924"/>
                <a:gd name="csX262" fmla="*/ 91463 w 156234"/>
                <a:gd name="csY262" fmla="*/ 258919 h 326924"/>
                <a:gd name="csX263" fmla="*/ 91614 w 156234"/>
                <a:gd name="csY263" fmla="*/ 255160 h 326924"/>
                <a:gd name="csX264" fmla="*/ 91531 w 156234"/>
                <a:gd name="csY264" fmla="*/ 254362 h 326924"/>
                <a:gd name="csX265" fmla="*/ 93365 w 156234"/>
                <a:gd name="csY265" fmla="*/ 253996 h 326924"/>
                <a:gd name="csX266" fmla="*/ 96165 w 156234"/>
                <a:gd name="csY266" fmla="*/ 253913 h 326924"/>
                <a:gd name="csX267" fmla="*/ 97640 w 156234"/>
                <a:gd name="csY267" fmla="*/ 253692 h 326924"/>
                <a:gd name="csX268" fmla="*/ 99018 w 156234"/>
                <a:gd name="csY268" fmla="*/ 252110 h 326924"/>
                <a:gd name="csX269" fmla="*/ 102563 w 156234"/>
                <a:gd name="csY269" fmla="*/ 251562 h 326924"/>
                <a:gd name="csX270" fmla="*/ 105127 w 156234"/>
                <a:gd name="csY270" fmla="*/ 249424 h 326924"/>
                <a:gd name="csX271" fmla="*/ 107440 w 156234"/>
                <a:gd name="csY271" fmla="*/ 247225 h 326924"/>
                <a:gd name="csX272" fmla="*/ 108574 w 156234"/>
                <a:gd name="csY272" fmla="*/ 246639 h 326924"/>
                <a:gd name="csX273" fmla="*/ 110012 w 156234"/>
                <a:gd name="csY273" fmla="*/ 246259 h 326924"/>
                <a:gd name="csX274" fmla="*/ 111092 w 156234"/>
                <a:gd name="csY274" fmla="*/ 246312 h 326924"/>
                <a:gd name="csX275" fmla="*/ 112447 w 156234"/>
                <a:gd name="csY275" fmla="*/ 247583 h 326924"/>
                <a:gd name="csX276" fmla="*/ 113565 w 156234"/>
                <a:gd name="csY276" fmla="*/ 246814 h 326924"/>
                <a:gd name="csX277" fmla="*/ 114859 w 156234"/>
                <a:gd name="csY277" fmla="*/ 245323 h 326924"/>
                <a:gd name="csX278" fmla="*/ 115536 w 156234"/>
                <a:gd name="csY278" fmla="*/ 243862 h 326924"/>
                <a:gd name="csX279" fmla="*/ 115909 w 156234"/>
                <a:gd name="csY279" fmla="*/ 241511 h 326924"/>
                <a:gd name="csX280" fmla="*/ 115658 w 156234"/>
                <a:gd name="csY280" fmla="*/ 237904 h 326924"/>
                <a:gd name="csX281" fmla="*/ 114973 w 156234"/>
                <a:gd name="csY281" fmla="*/ 235082 h 326924"/>
                <a:gd name="csX282" fmla="*/ 114326 w 156234"/>
                <a:gd name="csY282" fmla="*/ 232966 h 326924"/>
                <a:gd name="csX283" fmla="*/ 114197 w 156234"/>
                <a:gd name="csY283" fmla="*/ 230851 h 326924"/>
                <a:gd name="csX284" fmla="*/ 115688 w 156234"/>
                <a:gd name="csY284" fmla="*/ 226598 h 326924"/>
                <a:gd name="csX285" fmla="*/ 116974 w 156234"/>
                <a:gd name="csY285" fmla="*/ 221965 h 326924"/>
                <a:gd name="csX286" fmla="*/ 116731 w 156234"/>
                <a:gd name="csY286" fmla="*/ 220138 h 326924"/>
                <a:gd name="csX287" fmla="*/ 115330 w 156234"/>
                <a:gd name="csY287" fmla="*/ 217247 h 326924"/>
                <a:gd name="csX288" fmla="*/ 113907 w 156234"/>
                <a:gd name="csY288" fmla="*/ 213724 h 326924"/>
                <a:gd name="csX289" fmla="*/ 112355 w 156234"/>
                <a:gd name="csY289" fmla="*/ 209844 h 326924"/>
                <a:gd name="csX290" fmla="*/ 111769 w 156234"/>
                <a:gd name="csY290" fmla="*/ 209266 h 326924"/>
                <a:gd name="csX291" fmla="*/ 111351 w 156234"/>
                <a:gd name="csY291" fmla="*/ 208185 h 326924"/>
                <a:gd name="csX292" fmla="*/ 111115 w 156234"/>
                <a:gd name="csY292" fmla="*/ 206922 h 326924"/>
                <a:gd name="csX293" fmla="*/ 111732 w 156234"/>
                <a:gd name="csY293" fmla="*/ 202958 h 326924"/>
                <a:gd name="csX294" fmla="*/ 111823 w 156234"/>
                <a:gd name="csY294" fmla="*/ 201627 h 326924"/>
                <a:gd name="csX295" fmla="*/ 113611 w 156234"/>
                <a:gd name="csY295" fmla="*/ 199816 h 326924"/>
                <a:gd name="csX296" fmla="*/ 114570 w 156234"/>
                <a:gd name="csY296" fmla="*/ 197746 h 326924"/>
                <a:gd name="csX297" fmla="*/ 115467 w 156234"/>
                <a:gd name="csY297" fmla="*/ 195456 h 326924"/>
                <a:gd name="csX298" fmla="*/ 115125 w 156234"/>
                <a:gd name="csY298" fmla="*/ 194246 h 326924"/>
                <a:gd name="csX299" fmla="*/ 115003 w 156234"/>
                <a:gd name="csY299" fmla="*/ 191781 h 326924"/>
                <a:gd name="csX300" fmla="*/ 115231 w 156234"/>
                <a:gd name="csY300" fmla="*/ 190587 h 326924"/>
                <a:gd name="csX301" fmla="*/ 114806 w 156234"/>
                <a:gd name="csY301" fmla="*/ 189620 h 326924"/>
                <a:gd name="csX302" fmla="*/ 114288 w 156234"/>
                <a:gd name="csY302" fmla="*/ 188213 h 326924"/>
                <a:gd name="csX303" fmla="*/ 114631 w 156234"/>
                <a:gd name="csY303" fmla="*/ 187300 h 326924"/>
                <a:gd name="csX304" fmla="*/ 115886 w 156234"/>
                <a:gd name="csY304" fmla="*/ 186516 h 326924"/>
                <a:gd name="csX305" fmla="*/ 116624 w 156234"/>
                <a:gd name="csY305" fmla="*/ 185170 h 326924"/>
                <a:gd name="csX306" fmla="*/ 117567 w 156234"/>
                <a:gd name="csY306" fmla="*/ 183595 h 326924"/>
                <a:gd name="csX307" fmla="*/ 117986 w 156234"/>
                <a:gd name="csY307" fmla="*/ 182157 h 326924"/>
                <a:gd name="csX308" fmla="*/ 117309 w 156234"/>
                <a:gd name="csY308" fmla="*/ 180954 h 326924"/>
                <a:gd name="csX309" fmla="*/ 116084 w 156234"/>
                <a:gd name="csY309" fmla="*/ 179151 h 326924"/>
                <a:gd name="csX310" fmla="*/ 113847 w 156234"/>
                <a:gd name="csY310" fmla="*/ 177523 h 326924"/>
                <a:gd name="csX311" fmla="*/ 111267 w 156234"/>
                <a:gd name="csY311" fmla="*/ 175438 h 326924"/>
                <a:gd name="csX312" fmla="*/ 110004 w 156234"/>
                <a:gd name="csY312" fmla="*/ 174152 h 326924"/>
                <a:gd name="csX313" fmla="*/ 109000 w 156234"/>
                <a:gd name="csY313" fmla="*/ 172844 h 326924"/>
                <a:gd name="csX314" fmla="*/ 108079 w 156234"/>
                <a:gd name="csY314" fmla="*/ 171322 h 326924"/>
                <a:gd name="csX315" fmla="*/ 107577 w 156234"/>
                <a:gd name="csY315" fmla="*/ 170105 h 326924"/>
                <a:gd name="csX316" fmla="*/ 108064 w 156234"/>
                <a:gd name="csY316" fmla="*/ 169306 h 326924"/>
                <a:gd name="csX317" fmla="*/ 111732 w 156234"/>
                <a:gd name="csY317" fmla="*/ 167472 h 326924"/>
                <a:gd name="csX318" fmla="*/ 112401 w 156234"/>
                <a:gd name="csY318" fmla="*/ 166810 h 326924"/>
                <a:gd name="csX319" fmla="*/ 112789 w 156234"/>
                <a:gd name="csY319" fmla="*/ 165791 h 326924"/>
                <a:gd name="csX320" fmla="*/ 112500 w 156234"/>
                <a:gd name="csY320" fmla="*/ 164794 h 326924"/>
                <a:gd name="csX321" fmla="*/ 111511 w 156234"/>
                <a:gd name="csY321" fmla="*/ 164253 h 326924"/>
                <a:gd name="csX322" fmla="*/ 110362 w 156234"/>
                <a:gd name="csY322" fmla="*/ 163888 h 326924"/>
                <a:gd name="csX323" fmla="*/ 108673 w 156234"/>
                <a:gd name="csY323" fmla="*/ 162732 h 326924"/>
                <a:gd name="csX324" fmla="*/ 105523 w 156234"/>
                <a:gd name="csY324" fmla="*/ 159559 h 326924"/>
                <a:gd name="csX325" fmla="*/ 104077 w 156234"/>
                <a:gd name="csY325" fmla="*/ 158851 h 326924"/>
                <a:gd name="csX326" fmla="*/ 102555 w 156234"/>
                <a:gd name="csY326" fmla="*/ 157938 h 326924"/>
                <a:gd name="csX327" fmla="*/ 101749 w 156234"/>
                <a:gd name="csY327" fmla="*/ 156980 h 326924"/>
                <a:gd name="csX328" fmla="*/ 100866 w 156234"/>
                <a:gd name="csY328" fmla="*/ 154347 h 326924"/>
                <a:gd name="csX329" fmla="*/ 100463 w 156234"/>
                <a:gd name="csY329" fmla="*/ 154111 h 326924"/>
                <a:gd name="csX330" fmla="*/ 99588 w 156234"/>
                <a:gd name="csY330" fmla="*/ 154910 h 326924"/>
                <a:gd name="csX331" fmla="*/ 98478 w 156234"/>
                <a:gd name="csY331" fmla="*/ 155740 h 326924"/>
                <a:gd name="csX332" fmla="*/ 97549 w 156234"/>
                <a:gd name="csY332" fmla="*/ 155595 h 326924"/>
                <a:gd name="csX333" fmla="*/ 96705 w 156234"/>
                <a:gd name="csY333" fmla="*/ 154849 h 326924"/>
                <a:gd name="csX334" fmla="*/ 96302 w 156234"/>
                <a:gd name="csY334" fmla="*/ 153845 h 326924"/>
                <a:gd name="csX335" fmla="*/ 95366 w 156234"/>
                <a:gd name="csY335" fmla="*/ 152468 h 326924"/>
                <a:gd name="csX336" fmla="*/ 94346 w 156234"/>
                <a:gd name="csY336" fmla="*/ 151349 h 326924"/>
                <a:gd name="csX337" fmla="*/ 94080 w 156234"/>
                <a:gd name="csY337" fmla="*/ 147576 h 326924"/>
                <a:gd name="csX338" fmla="*/ 93920 w 156234"/>
                <a:gd name="csY338" fmla="*/ 146343 h 326924"/>
                <a:gd name="csX339" fmla="*/ 93418 w 156234"/>
                <a:gd name="csY339" fmla="*/ 144623 h 326924"/>
                <a:gd name="csX340" fmla="*/ 92626 w 156234"/>
                <a:gd name="csY340" fmla="*/ 144007 h 326924"/>
                <a:gd name="csX341" fmla="*/ 91790 w 156234"/>
                <a:gd name="csY341" fmla="*/ 143551 h 326924"/>
                <a:gd name="csX342" fmla="*/ 89811 w 156234"/>
                <a:gd name="csY342" fmla="*/ 140416 h 326924"/>
                <a:gd name="csX343" fmla="*/ 88442 w 156234"/>
                <a:gd name="csY343" fmla="*/ 138795 h 326924"/>
                <a:gd name="csX344" fmla="*/ 82827 w 156234"/>
                <a:gd name="csY344" fmla="*/ 134382 h 326924"/>
                <a:gd name="csX345" fmla="*/ 82126 w 156234"/>
                <a:gd name="csY345" fmla="*/ 133675 h 326924"/>
                <a:gd name="csX346" fmla="*/ 80613 w 156234"/>
                <a:gd name="csY346" fmla="*/ 131856 h 326924"/>
                <a:gd name="csX347" fmla="*/ 77980 w 156234"/>
                <a:gd name="csY347" fmla="*/ 129277 h 326924"/>
                <a:gd name="csX348" fmla="*/ 76101 w 156234"/>
                <a:gd name="csY348" fmla="*/ 127200 h 326924"/>
                <a:gd name="csX349" fmla="*/ 74731 w 156234"/>
                <a:gd name="csY349" fmla="*/ 125047 h 326924"/>
                <a:gd name="csX350" fmla="*/ 74092 w 156234"/>
                <a:gd name="csY350" fmla="*/ 123175 h 326924"/>
                <a:gd name="csX351" fmla="*/ 73902 w 156234"/>
                <a:gd name="csY351" fmla="*/ 121714 h 326924"/>
                <a:gd name="csX352" fmla="*/ 72411 w 156234"/>
                <a:gd name="csY352" fmla="*/ 119622 h 326924"/>
                <a:gd name="csX353" fmla="*/ 71125 w 156234"/>
                <a:gd name="csY353" fmla="*/ 117902 h 326924"/>
                <a:gd name="csX354" fmla="*/ 69877 w 156234"/>
                <a:gd name="csY354" fmla="*/ 117347 h 326924"/>
                <a:gd name="csX355" fmla="*/ 68454 w 156234"/>
                <a:gd name="csY355" fmla="*/ 117111 h 326924"/>
                <a:gd name="csX356" fmla="*/ 67168 w 156234"/>
                <a:gd name="csY356" fmla="*/ 116091 h 326924"/>
                <a:gd name="csX357" fmla="*/ 64817 w 156234"/>
                <a:gd name="csY357" fmla="*/ 113778 h 326924"/>
                <a:gd name="csX358" fmla="*/ 63775 w 156234"/>
                <a:gd name="csY358" fmla="*/ 112295 h 326924"/>
                <a:gd name="csX359" fmla="*/ 63158 w 156234"/>
                <a:gd name="csY359" fmla="*/ 111290 h 326924"/>
                <a:gd name="csX360" fmla="*/ 63189 w 156234"/>
                <a:gd name="csY360" fmla="*/ 110256 h 326924"/>
                <a:gd name="csX361" fmla="*/ 63752 w 156234"/>
                <a:gd name="csY361" fmla="*/ 108536 h 326924"/>
                <a:gd name="csX362" fmla="*/ 64437 w 156234"/>
                <a:gd name="csY362" fmla="*/ 107554 h 326924"/>
                <a:gd name="csX363" fmla="*/ 64460 w 156234"/>
                <a:gd name="csY363" fmla="*/ 106786 h 326924"/>
                <a:gd name="csX364" fmla="*/ 63790 w 156234"/>
                <a:gd name="csY364" fmla="*/ 106162 h 326924"/>
                <a:gd name="csX365" fmla="*/ 61180 w 156234"/>
                <a:gd name="csY365" fmla="*/ 105051 h 326924"/>
                <a:gd name="csX366" fmla="*/ 55276 w 156234"/>
                <a:gd name="csY366" fmla="*/ 103370 h 326924"/>
                <a:gd name="csX367" fmla="*/ 53070 w 156234"/>
                <a:gd name="csY367" fmla="*/ 102084 h 326924"/>
                <a:gd name="csX368" fmla="*/ 51030 w 156234"/>
                <a:gd name="csY368" fmla="*/ 100440 h 326924"/>
                <a:gd name="csX369" fmla="*/ 49493 w 156234"/>
                <a:gd name="csY369" fmla="*/ 99322 h 326924"/>
                <a:gd name="csX370" fmla="*/ 42296 w 156234"/>
                <a:gd name="csY370" fmla="*/ 94567 h 326924"/>
                <a:gd name="csX371" fmla="*/ 40112 w 156234"/>
                <a:gd name="csY371" fmla="*/ 93775 h 326924"/>
                <a:gd name="csX372" fmla="*/ 38241 w 156234"/>
                <a:gd name="csY372" fmla="*/ 92931 h 326924"/>
                <a:gd name="csX373" fmla="*/ 37670 w 156234"/>
                <a:gd name="csY373" fmla="*/ 92109 h 326924"/>
                <a:gd name="csX374" fmla="*/ 37769 w 156234"/>
                <a:gd name="csY374" fmla="*/ 91318 h 326924"/>
                <a:gd name="csX375" fmla="*/ 38537 w 156234"/>
                <a:gd name="csY375" fmla="*/ 90732 h 326924"/>
                <a:gd name="csX376" fmla="*/ 40576 w 156234"/>
                <a:gd name="csY376" fmla="*/ 89507 h 326924"/>
                <a:gd name="csX377" fmla="*/ 41337 w 156234"/>
                <a:gd name="csY377" fmla="*/ 88107 h 326924"/>
                <a:gd name="csX378" fmla="*/ 41094 w 156234"/>
                <a:gd name="csY378" fmla="*/ 86273 h 326924"/>
                <a:gd name="csX379" fmla="*/ 40287 w 156234"/>
                <a:gd name="csY379" fmla="*/ 84417 h 326924"/>
                <a:gd name="csX380" fmla="*/ 40683 w 156234"/>
                <a:gd name="csY380" fmla="*/ 83778 h 326924"/>
                <a:gd name="csX381" fmla="*/ 41345 w 156234"/>
                <a:gd name="csY381" fmla="*/ 83702 h 326924"/>
                <a:gd name="csX382" fmla="*/ 42714 w 156234"/>
                <a:gd name="csY382" fmla="*/ 83648 h 326924"/>
                <a:gd name="csX383" fmla="*/ 45552 w 156234"/>
                <a:gd name="csY383" fmla="*/ 83542 h 326924"/>
                <a:gd name="csX384" fmla="*/ 51669 w 156234"/>
                <a:gd name="csY384" fmla="*/ 85231 h 326924"/>
                <a:gd name="csX385" fmla="*/ 52552 w 156234"/>
                <a:gd name="csY385" fmla="*/ 85049 h 326924"/>
                <a:gd name="csX386" fmla="*/ 55877 w 156234"/>
                <a:gd name="csY386" fmla="*/ 81982 h 326924"/>
                <a:gd name="csX387" fmla="*/ 57125 w 156234"/>
                <a:gd name="csY387" fmla="*/ 80149 h 326924"/>
                <a:gd name="csX388" fmla="*/ 57414 w 156234"/>
                <a:gd name="csY388" fmla="*/ 78619 h 326924"/>
                <a:gd name="csX389" fmla="*/ 58068 w 156234"/>
                <a:gd name="csY389" fmla="*/ 77645 h 326924"/>
                <a:gd name="csX390" fmla="*/ 59819 w 156234"/>
                <a:gd name="csY390" fmla="*/ 76048 h 326924"/>
                <a:gd name="csX391" fmla="*/ 59841 w 156234"/>
                <a:gd name="csY391" fmla="*/ 74587 h 326924"/>
                <a:gd name="csX392" fmla="*/ 58981 w 156234"/>
                <a:gd name="csY392" fmla="*/ 72631 h 326924"/>
                <a:gd name="csX393" fmla="*/ 58106 w 156234"/>
                <a:gd name="csY393" fmla="*/ 71878 h 326924"/>
                <a:gd name="csX394" fmla="*/ 57353 w 156234"/>
                <a:gd name="csY394" fmla="*/ 71551 h 326924"/>
                <a:gd name="csX395" fmla="*/ 54926 w 156234"/>
                <a:gd name="csY395" fmla="*/ 71809 h 326924"/>
                <a:gd name="csX396" fmla="*/ 54454 w 156234"/>
                <a:gd name="csY396" fmla="*/ 71368 h 326924"/>
                <a:gd name="csX397" fmla="*/ 54135 w 156234"/>
                <a:gd name="csY397" fmla="*/ 69915 h 326924"/>
                <a:gd name="csX398" fmla="*/ 54021 w 156234"/>
                <a:gd name="csY398" fmla="*/ 69025 h 326924"/>
                <a:gd name="csX399" fmla="*/ 53222 w 156234"/>
                <a:gd name="csY399" fmla="*/ 67982 h 326924"/>
                <a:gd name="csX400" fmla="*/ 50597 w 156234"/>
                <a:gd name="csY400" fmla="*/ 67092 h 326924"/>
                <a:gd name="csX401" fmla="*/ 48375 w 156234"/>
                <a:gd name="csY401" fmla="*/ 66841 h 326924"/>
                <a:gd name="csX402" fmla="*/ 47858 w 156234"/>
                <a:gd name="csY402" fmla="*/ 66468 h 326924"/>
                <a:gd name="csX403" fmla="*/ 48710 w 156234"/>
                <a:gd name="csY403" fmla="*/ 65464 h 326924"/>
                <a:gd name="csX404" fmla="*/ 50224 w 156234"/>
                <a:gd name="csY404" fmla="*/ 64475 h 326924"/>
                <a:gd name="csX405" fmla="*/ 51373 w 156234"/>
                <a:gd name="csY405" fmla="*/ 63897 h 326924"/>
                <a:gd name="csX406" fmla="*/ 52278 w 156234"/>
                <a:gd name="csY406" fmla="*/ 62870 h 326924"/>
                <a:gd name="csX407" fmla="*/ 52445 w 156234"/>
                <a:gd name="csY407" fmla="*/ 61820 h 326924"/>
                <a:gd name="csX408" fmla="*/ 51320 w 156234"/>
                <a:gd name="csY408" fmla="*/ 60884 h 326924"/>
                <a:gd name="csX409" fmla="*/ 49851 w 156234"/>
                <a:gd name="csY409" fmla="*/ 59841 h 326924"/>
                <a:gd name="csX410" fmla="*/ 47469 w 156234"/>
                <a:gd name="csY410" fmla="*/ 57856 h 326924"/>
                <a:gd name="csX411" fmla="*/ 44168 w 156234"/>
                <a:gd name="csY411" fmla="*/ 55748 h 326924"/>
                <a:gd name="csX412" fmla="*/ 42159 w 156234"/>
                <a:gd name="csY412" fmla="*/ 55025 h 326924"/>
                <a:gd name="csX413" fmla="*/ 41109 w 156234"/>
                <a:gd name="csY413" fmla="*/ 55124 h 326924"/>
                <a:gd name="csX414" fmla="*/ 37472 w 156234"/>
                <a:gd name="csY414" fmla="*/ 56935 h 326924"/>
                <a:gd name="csX415" fmla="*/ 35517 w 156234"/>
                <a:gd name="csY415" fmla="*/ 58114 h 326924"/>
                <a:gd name="csX416" fmla="*/ 33888 w 156234"/>
                <a:gd name="csY416" fmla="*/ 60214 h 326924"/>
                <a:gd name="csX417" fmla="*/ 32192 w 156234"/>
                <a:gd name="csY417" fmla="*/ 60663 h 326924"/>
                <a:gd name="csX418" fmla="*/ 30472 w 156234"/>
                <a:gd name="csY418" fmla="*/ 59735 h 326924"/>
                <a:gd name="csX419" fmla="*/ 28524 w 156234"/>
                <a:gd name="csY419" fmla="*/ 58784 h 326924"/>
                <a:gd name="csX420" fmla="*/ 23130 w 156234"/>
                <a:gd name="csY420" fmla="*/ 57399 h 326924"/>
                <a:gd name="csX421" fmla="*/ 20855 w 156234"/>
                <a:gd name="csY421" fmla="*/ 56242 h 326924"/>
                <a:gd name="csX422" fmla="*/ 16145 w 156234"/>
                <a:gd name="csY422" fmla="*/ 49167 h 326924"/>
                <a:gd name="csX423" fmla="*/ 15453 w 156234"/>
                <a:gd name="csY423" fmla="*/ 47729 h 326924"/>
                <a:gd name="csX424" fmla="*/ 15902 w 156234"/>
                <a:gd name="csY424" fmla="*/ 46100 h 326924"/>
                <a:gd name="csX425" fmla="*/ 16229 w 156234"/>
                <a:gd name="csY425" fmla="*/ 43764 h 326924"/>
                <a:gd name="csX426" fmla="*/ 16700 w 156234"/>
                <a:gd name="csY426" fmla="*/ 42250 h 326924"/>
                <a:gd name="csX427" fmla="*/ 17530 w 156234"/>
                <a:gd name="csY427" fmla="*/ 40805 h 326924"/>
                <a:gd name="csX428" fmla="*/ 17758 w 156234"/>
                <a:gd name="csY428" fmla="*/ 39519 h 326924"/>
                <a:gd name="csX429" fmla="*/ 17553 w 156234"/>
                <a:gd name="csY429" fmla="*/ 38256 h 326924"/>
                <a:gd name="csX430" fmla="*/ 16875 w 156234"/>
                <a:gd name="csY430" fmla="*/ 37533 h 326924"/>
                <a:gd name="csX431" fmla="*/ 15985 w 156234"/>
                <a:gd name="csY431" fmla="*/ 37320 h 326924"/>
                <a:gd name="csX432" fmla="*/ 15323 w 156234"/>
                <a:gd name="csY432" fmla="*/ 37031 h 326924"/>
                <a:gd name="csX433" fmla="*/ 14699 w 156234"/>
                <a:gd name="csY433" fmla="*/ 35372 h 326924"/>
                <a:gd name="csX434" fmla="*/ 14319 w 156234"/>
                <a:gd name="csY434" fmla="*/ 35585 h 326924"/>
                <a:gd name="csX435" fmla="*/ 13741 w 156234"/>
                <a:gd name="csY435" fmla="*/ 37601 h 326924"/>
                <a:gd name="csX436" fmla="*/ 13048 w 156234"/>
                <a:gd name="csY436" fmla="*/ 38324 h 326924"/>
                <a:gd name="csX437" fmla="*/ 12128 w 156234"/>
                <a:gd name="csY437" fmla="*/ 38682 h 326924"/>
                <a:gd name="csX438" fmla="*/ 11413 w 156234"/>
                <a:gd name="csY438" fmla="*/ 38362 h 326924"/>
                <a:gd name="csX439" fmla="*/ 10956 w 156234"/>
                <a:gd name="csY439" fmla="*/ 37556 h 326924"/>
                <a:gd name="csX440" fmla="*/ 10759 w 156234"/>
                <a:gd name="csY440" fmla="*/ 36186 h 326924"/>
                <a:gd name="csX441" fmla="*/ 10287 w 156234"/>
                <a:gd name="csY441" fmla="*/ 34345 h 326924"/>
                <a:gd name="csX442" fmla="*/ 9709 w 156234"/>
                <a:gd name="csY442" fmla="*/ 33143 h 326924"/>
                <a:gd name="csX443" fmla="*/ 7677 w 156234"/>
                <a:gd name="csY443" fmla="*/ 31918 h 326924"/>
                <a:gd name="csX444" fmla="*/ 6718 w 156234"/>
                <a:gd name="csY444" fmla="*/ 30328 h 326924"/>
                <a:gd name="csX445" fmla="*/ 3705 w 156234"/>
                <a:gd name="csY445" fmla="*/ 26866 h 326924"/>
                <a:gd name="csX446" fmla="*/ 1179 w 156234"/>
                <a:gd name="csY446" fmla="*/ 24439 h 326924"/>
                <a:gd name="csX447" fmla="*/ 0 w 156234"/>
                <a:gd name="csY447" fmla="*/ 22255 h 326924"/>
                <a:gd name="csX448" fmla="*/ 1035 w 156234"/>
                <a:gd name="csY448" fmla="*/ 21441 h 326924"/>
                <a:gd name="csX449" fmla="*/ 2335 w 156234"/>
                <a:gd name="csY449" fmla="*/ 20262 h 326924"/>
                <a:gd name="csX450" fmla="*/ 3736 w 156234"/>
                <a:gd name="csY450" fmla="*/ 18420 h 326924"/>
                <a:gd name="csX451" fmla="*/ 5303 w 156234"/>
                <a:gd name="csY451" fmla="*/ 16107 h 326924"/>
                <a:gd name="csX452" fmla="*/ 5957 w 156234"/>
                <a:gd name="csY452" fmla="*/ 14692 h 326924"/>
                <a:gd name="csX453" fmla="*/ 6422 w 156234"/>
                <a:gd name="csY453" fmla="*/ 14121 h 326924"/>
                <a:gd name="csX454" fmla="*/ 7342 w 156234"/>
                <a:gd name="csY454" fmla="*/ 13703 h 326924"/>
                <a:gd name="csX455" fmla="*/ 8331 w 156234"/>
                <a:gd name="csY455" fmla="*/ 13931 h 326924"/>
                <a:gd name="csX456" fmla="*/ 10066 w 156234"/>
                <a:gd name="csY456" fmla="*/ 14867 h 326924"/>
                <a:gd name="csX457" fmla="*/ 12683 w 156234"/>
                <a:gd name="csY457" fmla="*/ 16062 h 326924"/>
                <a:gd name="csX458" fmla="*/ 15019 w 156234"/>
                <a:gd name="csY458" fmla="*/ 17477 h 326924"/>
                <a:gd name="csX459" fmla="*/ 15962 w 156234"/>
                <a:gd name="csY459" fmla="*/ 18900 h 326924"/>
                <a:gd name="csX460" fmla="*/ 17264 w 156234"/>
                <a:gd name="csY460" fmla="*/ 20262 h 326924"/>
                <a:gd name="csX461" fmla="*/ 18260 w 156234"/>
                <a:gd name="csY461" fmla="*/ 20673 h 326924"/>
                <a:gd name="csX462" fmla="*/ 18762 w 156234"/>
                <a:gd name="csY462" fmla="*/ 20566 h 326924"/>
                <a:gd name="csX463" fmla="*/ 20261 w 156234"/>
                <a:gd name="csY463" fmla="*/ 19539 h 326924"/>
                <a:gd name="csX464" fmla="*/ 21555 w 156234"/>
                <a:gd name="csY464" fmla="*/ 18511 h 326924"/>
                <a:gd name="csX465" fmla="*/ 21585 w 156234"/>
                <a:gd name="csY465" fmla="*/ 17348 h 326924"/>
                <a:gd name="csX466" fmla="*/ 22772 w 156234"/>
                <a:gd name="csY466" fmla="*/ 16298 h 326924"/>
                <a:gd name="csX467" fmla="*/ 24324 w 156234"/>
                <a:gd name="csY467" fmla="*/ 14570 h 326924"/>
                <a:gd name="csX468" fmla="*/ 25062 w 156234"/>
                <a:gd name="csY468" fmla="*/ 13399 h 326924"/>
                <a:gd name="csX469" fmla="*/ 25618 w 156234"/>
                <a:gd name="csY469" fmla="*/ 13277 h 326924"/>
                <a:gd name="csX470" fmla="*/ 26249 w 156234"/>
                <a:gd name="csY470" fmla="*/ 13619 h 326924"/>
                <a:gd name="csX471" fmla="*/ 28699 w 156234"/>
                <a:gd name="csY471" fmla="*/ 17241 h 326924"/>
                <a:gd name="csX472" fmla="*/ 29171 w 156234"/>
                <a:gd name="csY472" fmla="*/ 17462 h 326924"/>
                <a:gd name="csX473" fmla="*/ 29864 w 156234"/>
                <a:gd name="csY473" fmla="*/ 16921 h 326924"/>
                <a:gd name="csX474" fmla="*/ 30829 w 156234"/>
                <a:gd name="csY474" fmla="*/ 14091 h 326924"/>
                <a:gd name="csX475" fmla="*/ 31895 w 156234"/>
                <a:gd name="csY475" fmla="*/ 12995 h 326924"/>
                <a:gd name="csX476" fmla="*/ 32260 w 156234"/>
                <a:gd name="csY476" fmla="*/ 13269 h 326924"/>
                <a:gd name="csX477" fmla="*/ 38187 w 156234"/>
                <a:gd name="csY477" fmla="*/ 18603 h 326924"/>
                <a:gd name="csX478" fmla="*/ 38750 w 156234"/>
                <a:gd name="csY478" fmla="*/ 18565 h 326924"/>
                <a:gd name="csX479" fmla="*/ 39389 w 156234"/>
                <a:gd name="csY479" fmla="*/ 18329 h 326924"/>
                <a:gd name="csX480" fmla="*/ 39808 w 156234"/>
                <a:gd name="csY480" fmla="*/ 17507 h 326924"/>
                <a:gd name="csX481" fmla="*/ 40272 w 156234"/>
                <a:gd name="csY481" fmla="*/ 15658 h 326924"/>
                <a:gd name="csX482" fmla="*/ 41155 w 156234"/>
                <a:gd name="csY482" fmla="*/ 13680 h 326924"/>
                <a:gd name="csX483" fmla="*/ 43057 w 156234"/>
                <a:gd name="csY483" fmla="*/ 12577 h 326924"/>
                <a:gd name="csX484" fmla="*/ 44540 w 156234"/>
                <a:gd name="csY484" fmla="*/ 12364 h 326924"/>
                <a:gd name="csX485" fmla="*/ 45088 w 156234"/>
                <a:gd name="csY485" fmla="*/ 13307 h 326924"/>
                <a:gd name="csX486" fmla="*/ 46374 w 156234"/>
                <a:gd name="csY486" fmla="*/ 14608 h 326924"/>
                <a:gd name="csX487" fmla="*/ 47934 w 156234"/>
                <a:gd name="csY487" fmla="*/ 14791 h 326924"/>
                <a:gd name="csX488" fmla="*/ 51251 w 156234"/>
                <a:gd name="csY488" fmla="*/ 12486 h 326924"/>
                <a:gd name="csX489" fmla="*/ 52339 w 156234"/>
                <a:gd name="csY489" fmla="*/ 12120 h 326924"/>
                <a:gd name="csX490" fmla="*/ 53495 w 156234"/>
                <a:gd name="csY490" fmla="*/ 12158 h 326924"/>
                <a:gd name="csX491" fmla="*/ 54675 w 156234"/>
                <a:gd name="csY491" fmla="*/ 12067 h 326924"/>
                <a:gd name="csX492" fmla="*/ 55801 w 156234"/>
                <a:gd name="csY492" fmla="*/ 11185 h 326924"/>
                <a:gd name="csX493" fmla="*/ 56988 w 156234"/>
                <a:gd name="csY493" fmla="*/ 10020 h 326924"/>
                <a:gd name="csX494" fmla="*/ 57391 w 156234"/>
                <a:gd name="csY494" fmla="*/ 7723 h 326924"/>
                <a:gd name="csX495" fmla="*/ 57642 w 156234"/>
                <a:gd name="csY495" fmla="*/ 5661 h 326924"/>
                <a:gd name="csX496" fmla="*/ 58457 w 156234"/>
                <a:gd name="csY496" fmla="*/ 4824 h 326924"/>
                <a:gd name="csX497" fmla="*/ 59430 w 156234"/>
                <a:gd name="csY497" fmla="*/ 4268 h 326924"/>
                <a:gd name="csX498" fmla="*/ 61256 w 156234"/>
                <a:gd name="csY498" fmla="*/ 3485 h 326924"/>
                <a:gd name="csX499" fmla="*/ 65380 w 156234"/>
                <a:gd name="csY499" fmla="*/ 1484 h 326924"/>
                <a:gd name="csX500" fmla="*/ 66445 w 156234"/>
                <a:gd name="csY500" fmla="*/ 533 h 326924"/>
                <a:gd name="csX501" fmla="*/ 67229 w 156234"/>
                <a:gd name="csY501" fmla="*/ 0 h 326924"/>
                <a:gd name="csX502" fmla="*/ 68835 w 156234"/>
                <a:gd name="csY502" fmla="*/ 867 h 326924"/>
                <a:gd name="csX503" fmla="*/ 70752 w 156234"/>
                <a:gd name="csY503" fmla="*/ 2541 h 326924"/>
                <a:gd name="csX504" fmla="*/ 71908 w 156234"/>
                <a:gd name="csY504" fmla="*/ 3804 h 326924"/>
                <a:gd name="csX505" fmla="*/ 72684 w 156234"/>
                <a:gd name="csY505" fmla="*/ 5166 h 326924"/>
                <a:gd name="csX506" fmla="*/ 73057 w 156234"/>
                <a:gd name="csY506" fmla="*/ 6300 h 326924"/>
                <a:gd name="csX507" fmla="*/ 76108 w 156234"/>
                <a:gd name="csY507" fmla="*/ 7289 h 326924"/>
                <a:gd name="csX508" fmla="*/ 78056 w 156234"/>
                <a:gd name="csY508" fmla="*/ 8689 h 326924"/>
                <a:gd name="csX509" fmla="*/ 79349 w 156234"/>
                <a:gd name="csY509" fmla="*/ 9762 h 326924"/>
                <a:gd name="csX510" fmla="*/ 80628 w 156234"/>
                <a:gd name="csY510" fmla="*/ 9716 h 326924"/>
                <a:gd name="csX511" fmla="*/ 81906 w 156234"/>
                <a:gd name="csY511" fmla="*/ 9427 h 326924"/>
                <a:gd name="csX512" fmla="*/ 82728 w 156234"/>
                <a:gd name="csY512" fmla="*/ 8567 h 326924"/>
                <a:gd name="csX513" fmla="*/ 84166 w 156234"/>
                <a:gd name="csY513" fmla="*/ 8552 h 326924"/>
                <a:gd name="csX514" fmla="*/ 85870 w 156234"/>
                <a:gd name="csY514" fmla="*/ 8681 h 326924"/>
                <a:gd name="csX515" fmla="*/ 86631 w 156234"/>
                <a:gd name="csY515" fmla="*/ 9024 h 326924"/>
                <a:gd name="csX516" fmla="*/ 88039 w 156234"/>
                <a:gd name="csY516" fmla="*/ 11002 h 326924"/>
                <a:gd name="csX517" fmla="*/ 88670 w 156234"/>
                <a:gd name="csY517" fmla="*/ 11276 h 326924"/>
                <a:gd name="csX518" fmla="*/ 89925 w 156234"/>
                <a:gd name="csY518" fmla="*/ 11139 h 326924"/>
                <a:gd name="csX519" fmla="*/ 92337 w 156234"/>
                <a:gd name="csY519" fmla="*/ 10439 h 326924"/>
                <a:gd name="csX520" fmla="*/ 94278 w 156234"/>
                <a:gd name="csY520" fmla="*/ 10104 h 326924"/>
                <a:gd name="csX521" fmla="*/ 96028 w 156234"/>
                <a:gd name="csY521" fmla="*/ 10896 h 326924"/>
                <a:gd name="csX522" fmla="*/ 99360 w 156234"/>
                <a:gd name="csY522" fmla="*/ 13094 h 326924"/>
                <a:gd name="csX523" fmla="*/ 98424 w 156234"/>
                <a:gd name="csY523" fmla="*/ 14662 h 326924"/>
                <a:gd name="csX524" fmla="*/ 97678 w 156234"/>
                <a:gd name="csY524" fmla="*/ 16351 h 326924"/>
                <a:gd name="csX525" fmla="*/ 96218 w 156234"/>
                <a:gd name="csY525" fmla="*/ 17538 h 326924"/>
                <a:gd name="csX526" fmla="*/ 95137 w 156234"/>
                <a:gd name="csY526" fmla="*/ 17834 h 326924"/>
                <a:gd name="csX527" fmla="*/ 94453 w 156234"/>
                <a:gd name="csY527" fmla="*/ 19486 h 326924"/>
                <a:gd name="csX528" fmla="*/ 94148 w 156234"/>
                <a:gd name="csY528" fmla="*/ 21920 h 326924"/>
                <a:gd name="csX529" fmla="*/ 94521 w 156234"/>
                <a:gd name="csY529" fmla="*/ 23161 h 326924"/>
                <a:gd name="csX530" fmla="*/ 95358 w 156234"/>
                <a:gd name="csY530" fmla="*/ 23556 h 326924"/>
                <a:gd name="csX531" fmla="*/ 96286 w 156234"/>
                <a:gd name="csY531" fmla="*/ 24378 h 326924"/>
                <a:gd name="csX532" fmla="*/ 96667 w 156234"/>
                <a:gd name="csY532" fmla="*/ 25466 h 326924"/>
                <a:gd name="csX533" fmla="*/ 96796 w 156234"/>
                <a:gd name="csY533" fmla="*/ 27870 h 326924"/>
                <a:gd name="csX534" fmla="*/ 96743 w 156234"/>
                <a:gd name="csY534" fmla="*/ 30579 h 326924"/>
                <a:gd name="csX535" fmla="*/ 96872 w 156234"/>
                <a:gd name="csY535" fmla="*/ 31477 h 326924"/>
                <a:gd name="csX536" fmla="*/ 97595 w 156234"/>
                <a:gd name="csY536" fmla="*/ 31309 h 326924"/>
                <a:gd name="csX537" fmla="*/ 98280 w 156234"/>
                <a:gd name="csY537" fmla="*/ 30990 h 326924"/>
                <a:gd name="csX538" fmla="*/ 99665 w 156234"/>
                <a:gd name="csY538" fmla="*/ 31408 h 326924"/>
                <a:gd name="csX539" fmla="*/ 101384 w 156234"/>
                <a:gd name="csY539" fmla="*/ 32116 h 326924"/>
                <a:gd name="csX540" fmla="*/ 102472 w 156234"/>
                <a:gd name="csY540" fmla="*/ 32831 h 326924"/>
                <a:gd name="csX541" fmla="*/ 103446 w 156234"/>
                <a:gd name="csY541" fmla="*/ 32740 h 326924"/>
                <a:gd name="csX542" fmla="*/ 104207 w 156234"/>
                <a:gd name="csY542" fmla="*/ 33440 h 326924"/>
                <a:gd name="csX543" fmla="*/ 104488 w 156234"/>
                <a:gd name="csY543" fmla="*/ 34779 h 326924"/>
                <a:gd name="csX544" fmla="*/ 105386 w 156234"/>
                <a:gd name="csY544" fmla="*/ 35715 h 326924"/>
                <a:gd name="csX545" fmla="*/ 107882 w 156234"/>
                <a:gd name="csY545" fmla="*/ 37472 h 326924"/>
                <a:gd name="csX546" fmla="*/ 109883 w 156234"/>
                <a:gd name="csY546" fmla="*/ 37624 h 326924"/>
                <a:gd name="csX547" fmla="*/ 111572 w 156234"/>
                <a:gd name="csY547" fmla="*/ 39945 h 326924"/>
                <a:gd name="csX548" fmla="*/ 113322 w 156234"/>
                <a:gd name="csY548" fmla="*/ 39184 h 326924"/>
                <a:gd name="csX549" fmla="*/ 114129 w 156234"/>
                <a:gd name="csY549" fmla="*/ 40188 h 326924"/>
                <a:gd name="csX550" fmla="*/ 117758 w 156234"/>
                <a:gd name="csY550" fmla="*/ 39838 h 326924"/>
                <a:gd name="csX551" fmla="*/ 120284 w 156234"/>
                <a:gd name="csY551" fmla="*/ 38895 h 326924"/>
                <a:gd name="csX552" fmla="*/ 121189 w 156234"/>
                <a:gd name="csY552" fmla="*/ 39116 h 326924"/>
                <a:gd name="csX553" fmla="*/ 123464 w 156234"/>
                <a:gd name="csY553" fmla="*/ 41048 h 326924"/>
                <a:gd name="csX554" fmla="*/ 124803 w 156234"/>
                <a:gd name="csY554" fmla="*/ 42220 h 326924"/>
                <a:gd name="csX555" fmla="*/ 116906 w 156234"/>
                <a:gd name="csY555" fmla="*/ 48854 h 326924"/>
                <a:gd name="csX556" fmla="*/ 113832 w 156234"/>
                <a:gd name="csY556" fmla="*/ 51708 h 326924"/>
                <a:gd name="csX557" fmla="*/ 112652 w 156234"/>
                <a:gd name="csY557" fmla="*/ 51662 h 326924"/>
                <a:gd name="csX558" fmla="*/ 113702 w 156234"/>
                <a:gd name="csY558" fmla="*/ 48436 h 326924"/>
                <a:gd name="csX559" fmla="*/ 114204 w 156234"/>
                <a:gd name="csY559" fmla="*/ 47668 h 326924"/>
                <a:gd name="csX560" fmla="*/ 116053 w 156234"/>
                <a:gd name="csY560" fmla="*/ 48778 h 326924"/>
                <a:gd name="csX561" fmla="*/ 116906 w 156234"/>
                <a:gd name="csY561" fmla="*/ 48854 h 326924"/>
                <a:gd name="csX562" fmla="*/ 115163 w 156234"/>
                <a:gd name="csY562" fmla="*/ 55459 h 326924"/>
                <a:gd name="csX563" fmla="*/ 113968 w 156234"/>
                <a:gd name="csY563" fmla="*/ 56052 h 326924"/>
                <a:gd name="csX564" fmla="*/ 112553 w 156234"/>
                <a:gd name="csY564" fmla="*/ 55984 h 326924"/>
                <a:gd name="csX565" fmla="*/ 114250 w 156234"/>
                <a:gd name="csY565" fmla="*/ 54873 h 326924"/>
                <a:gd name="csX566" fmla="*/ 115110 w 156234"/>
                <a:gd name="csY566" fmla="*/ 53496 h 326924"/>
                <a:gd name="csX567" fmla="*/ 115802 w 156234"/>
                <a:gd name="csY567" fmla="*/ 53016 h 326924"/>
                <a:gd name="csX568" fmla="*/ 115795 w 156234"/>
                <a:gd name="csY568" fmla="*/ 54219 h 326924"/>
                <a:gd name="csX569" fmla="*/ 115163 w 156234"/>
                <a:gd name="csY569" fmla="*/ 55459 h 326924"/>
                <a:gd name="csX570" fmla="*/ 101156 w 156234"/>
                <a:gd name="csY570" fmla="*/ 57977 h 326924"/>
                <a:gd name="csX571" fmla="*/ 100912 w 156234"/>
                <a:gd name="csY571" fmla="*/ 58419 h 326924"/>
                <a:gd name="csX572" fmla="*/ 99824 w 156234"/>
                <a:gd name="csY572" fmla="*/ 57346 h 326924"/>
                <a:gd name="csX573" fmla="*/ 99101 w 156234"/>
                <a:gd name="csY573" fmla="*/ 56881 h 326924"/>
                <a:gd name="csX574" fmla="*/ 99649 w 156234"/>
                <a:gd name="csY574" fmla="*/ 55436 h 326924"/>
                <a:gd name="csX575" fmla="*/ 100927 w 156234"/>
                <a:gd name="csY575" fmla="*/ 57018 h 326924"/>
                <a:gd name="csX576" fmla="*/ 101156 w 156234"/>
                <a:gd name="csY576" fmla="*/ 57977 h 326924"/>
                <a:gd name="csX577" fmla="*/ 104701 w 156234"/>
                <a:gd name="csY577" fmla="*/ 59537 h 326924"/>
                <a:gd name="csX578" fmla="*/ 103819 w 156234"/>
                <a:gd name="csY578" fmla="*/ 59628 h 326924"/>
                <a:gd name="csX579" fmla="*/ 102122 w 156234"/>
                <a:gd name="csY579" fmla="*/ 57787 h 326924"/>
                <a:gd name="csX580" fmla="*/ 103035 w 156234"/>
                <a:gd name="csY580" fmla="*/ 56813 h 326924"/>
                <a:gd name="csX581" fmla="*/ 104960 w 156234"/>
                <a:gd name="csY581" fmla="*/ 57498 h 326924"/>
                <a:gd name="csX582" fmla="*/ 105409 w 156234"/>
                <a:gd name="csY582" fmla="*/ 57947 h 326924"/>
                <a:gd name="csX583" fmla="*/ 105394 w 156234"/>
                <a:gd name="csY583" fmla="*/ 58342 h 326924"/>
                <a:gd name="csX584" fmla="*/ 104929 w 156234"/>
                <a:gd name="csY584" fmla="*/ 59217 h 326924"/>
                <a:gd name="csX585" fmla="*/ 104701 w 156234"/>
                <a:gd name="csY585" fmla="*/ 59537 h 326924"/>
                <a:gd name="csX586" fmla="*/ 107608 w 156234"/>
                <a:gd name="csY586" fmla="*/ 287900 h 326924"/>
                <a:gd name="csX587" fmla="*/ 105820 w 156234"/>
                <a:gd name="csY587" fmla="*/ 289201 h 326924"/>
                <a:gd name="csX588" fmla="*/ 105698 w 156234"/>
                <a:gd name="csY588" fmla="*/ 288106 h 326924"/>
                <a:gd name="csX589" fmla="*/ 107250 w 156234"/>
                <a:gd name="csY589" fmla="*/ 287398 h 326924"/>
                <a:gd name="csX590" fmla="*/ 107798 w 156234"/>
                <a:gd name="csY590" fmla="*/ 286843 h 326924"/>
                <a:gd name="csX591" fmla="*/ 108194 w 156234"/>
                <a:gd name="csY591" fmla="*/ 286850 h 326924"/>
                <a:gd name="csX592" fmla="*/ 107608 w 156234"/>
                <a:gd name="csY592" fmla="*/ 287900 h 326924"/>
                <a:gd name="csX593" fmla="*/ 41337 w 156234"/>
                <a:gd name="csY593" fmla="*/ 288037 h 326924"/>
                <a:gd name="csX594" fmla="*/ 41740 w 156234"/>
                <a:gd name="csY594" fmla="*/ 289110 h 326924"/>
                <a:gd name="csX595" fmla="*/ 41588 w 156234"/>
                <a:gd name="csY595" fmla="*/ 291621 h 326924"/>
                <a:gd name="csX596" fmla="*/ 40759 w 156234"/>
                <a:gd name="csY596" fmla="*/ 294078 h 326924"/>
                <a:gd name="csX597" fmla="*/ 41002 w 156234"/>
                <a:gd name="csY597" fmla="*/ 295151 h 326924"/>
                <a:gd name="csX598" fmla="*/ 40363 w 156234"/>
                <a:gd name="csY598" fmla="*/ 295836 h 326924"/>
                <a:gd name="csX599" fmla="*/ 38941 w 156234"/>
                <a:gd name="csY599" fmla="*/ 291233 h 326924"/>
                <a:gd name="csX600" fmla="*/ 37153 w 156234"/>
                <a:gd name="csY600" fmla="*/ 289239 h 326924"/>
                <a:gd name="csX601" fmla="*/ 36757 w 156234"/>
                <a:gd name="csY601" fmla="*/ 288471 h 326924"/>
                <a:gd name="csX602" fmla="*/ 37799 w 156234"/>
                <a:gd name="csY602" fmla="*/ 288524 h 326924"/>
                <a:gd name="csX603" fmla="*/ 39663 w 156234"/>
                <a:gd name="csY603" fmla="*/ 287261 h 326924"/>
                <a:gd name="csX604" fmla="*/ 40561 w 156234"/>
                <a:gd name="csY604" fmla="*/ 287231 h 326924"/>
                <a:gd name="csX605" fmla="*/ 41337 w 156234"/>
                <a:gd name="csY605" fmla="*/ 288037 h 326924"/>
                <a:gd name="csX606" fmla="*/ 95860 w 156234"/>
                <a:gd name="csY606" fmla="*/ 324779 h 326924"/>
                <a:gd name="csX607" fmla="*/ 95259 w 156234"/>
                <a:gd name="csY607" fmla="*/ 324824 h 326924"/>
                <a:gd name="csX608" fmla="*/ 94802 w 156234"/>
                <a:gd name="csY608" fmla="*/ 324383 h 326924"/>
                <a:gd name="csX609" fmla="*/ 96735 w 156234"/>
                <a:gd name="csY609" fmla="*/ 322976 h 326924"/>
                <a:gd name="csX610" fmla="*/ 96545 w 156234"/>
                <a:gd name="csY610" fmla="*/ 323912 h 326924"/>
                <a:gd name="csX611" fmla="*/ 96614 w 156234"/>
                <a:gd name="csY611" fmla="*/ 324383 h 326924"/>
                <a:gd name="csX612" fmla="*/ 95860 w 156234"/>
                <a:gd name="csY612" fmla="*/ 324779 h 3269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Lst>
              <a:rect l="l" t="t" r="r" b="b"/>
              <a:pathLst>
                <a:path w="156234" h="326924">
                  <a:moveTo>
                    <a:pt x="124803" y="42220"/>
                  </a:moveTo>
                  <a:lnTo>
                    <a:pt x="123799" y="42425"/>
                  </a:lnTo>
                  <a:lnTo>
                    <a:pt x="121311" y="42463"/>
                  </a:lnTo>
                  <a:lnTo>
                    <a:pt x="119135" y="44541"/>
                  </a:lnTo>
                  <a:lnTo>
                    <a:pt x="117636" y="45408"/>
                  </a:lnTo>
                  <a:lnTo>
                    <a:pt x="115285" y="46131"/>
                  </a:lnTo>
                  <a:lnTo>
                    <a:pt x="112789" y="47302"/>
                  </a:lnTo>
                  <a:lnTo>
                    <a:pt x="112066" y="49364"/>
                  </a:lnTo>
                  <a:lnTo>
                    <a:pt x="111998" y="50856"/>
                  </a:lnTo>
                  <a:lnTo>
                    <a:pt x="111595" y="52522"/>
                  </a:lnTo>
                  <a:lnTo>
                    <a:pt x="107547" y="54941"/>
                  </a:lnTo>
                  <a:lnTo>
                    <a:pt x="106421" y="54690"/>
                  </a:lnTo>
                  <a:lnTo>
                    <a:pt x="105637" y="53793"/>
                  </a:lnTo>
                  <a:lnTo>
                    <a:pt x="104443" y="53975"/>
                  </a:lnTo>
                  <a:lnTo>
                    <a:pt x="103636" y="54424"/>
                  </a:lnTo>
                  <a:lnTo>
                    <a:pt x="102678" y="54363"/>
                  </a:lnTo>
                  <a:lnTo>
                    <a:pt x="101604" y="54911"/>
                  </a:lnTo>
                  <a:lnTo>
                    <a:pt x="100197" y="54744"/>
                  </a:lnTo>
                  <a:lnTo>
                    <a:pt x="98903" y="53975"/>
                  </a:lnTo>
                  <a:lnTo>
                    <a:pt x="98158" y="53777"/>
                  </a:lnTo>
                  <a:lnTo>
                    <a:pt x="97268" y="53770"/>
                  </a:lnTo>
                  <a:lnTo>
                    <a:pt x="97100" y="54675"/>
                  </a:lnTo>
                  <a:lnTo>
                    <a:pt x="98424" y="58183"/>
                  </a:lnTo>
                  <a:lnTo>
                    <a:pt x="98767" y="59796"/>
                  </a:lnTo>
                  <a:lnTo>
                    <a:pt x="94437" y="64528"/>
                  </a:lnTo>
                  <a:lnTo>
                    <a:pt x="94917" y="67571"/>
                  </a:lnTo>
                  <a:lnTo>
                    <a:pt x="93745" y="69907"/>
                  </a:lnTo>
                  <a:lnTo>
                    <a:pt x="91128" y="71787"/>
                  </a:lnTo>
                  <a:lnTo>
                    <a:pt x="86220" y="76626"/>
                  </a:lnTo>
                  <a:lnTo>
                    <a:pt x="84006" y="76732"/>
                  </a:lnTo>
                  <a:lnTo>
                    <a:pt x="82340" y="77828"/>
                  </a:lnTo>
                  <a:lnTo>
                    <a:pt x="78703" y="85756"/>
                  </a:lnTo>
                  <a:lnTo>
                    <a:pt x="78665" y="88472"/>
                  </a:lnTo>
                  <a:lnTo>
                    <a:pt x="78094" y="90458"/>
                  </a:lnTo>
                  <a:lnTo>
                    <a:pt x="78216" y="92360"/>
                  </a:lnTo>
                  <a:lnTo>
                    <a:pt x="76626" y="96104"/>
                  </a:lnTo>
                  <a:lnTo>
                    <a:pt x="74967" y="97686"/>
                  </a:lnTo>
                  <a:lnTo>
                    <a:pt x="74602" y="99725"/>
                  </a:lnTo>
                  <a:lnTo>
                    <a:pt x="76953" y="103918"/>
                  </a:lnTo>
                  <a:lnTo>
                    <a:pt x="77219" y="104656"/>
                  </a:lnTo>
                  <a:lnTo>
                    <a:pt x="78589" y="106908"/>
                  </a:lnTo>
                  <a:lnTo>
                    <a:pt x="79251" y="108513"/>
                  </a:lnTo>
                  <a:lnTo>
                    <a:pt x="80300" y="110119"/>
                  </a:lnTo>
                  <a:lnTo>
                    <a:pt x="84082" y="114280"/>
                  </a:lnTo>
                  <a:lnTo>
                    <a:pt x="85771" y="115551"/>
                  </a:lnTo>
                  <a:lnTo>
                    <a:pt x="87803" y="116411"/>
                  </a:lnTo>
                  <a:lnTo>
                    <a:pt x="91485" y="120154"/>
                  </a:lnTo>
                  <a:lnTo>
                    <a:pt x="93341" y="122536"/>
                  </a:lnTo>
                  <a:lnTo>
                    <a:pt x="92497" y="124156"/>
                  </a:lnTo>
                  <a:lnTo>
                    <a:pt x="92916" y="127588"/>
                  </a:lnTo>
                  <a:lnTo>
                    <a:pt x="90290" y="126576"/>
                  </a:lnTo>
                  <a:lnTo>
                    <a:pt x="90595" y="126979"/>
                  </a:lnTo>
                  <a:lnTo>
                    <a:pt x="93722" y="128859"/>
                  </a:lnTo>
                  <a:lnTo>
                    <a:pt x="98394" y="135432"/>
                  </a:lnTo>
                  <a:lnTo>
                    <a:pt x="102464" y="138673"/>
                  </a:lnTo>
                  <a:lnTo>
                    <a:pt x="106596" y="142356"/>
                  </a:lnTo>
                  <a:lnTo>
                    <a:pt x="107889" y="145849"/>
                  </a:lnTo>
                  <a:lnTo>
                    <a:pt x="111618" y="148161"/>
                  </a:lnTo>
                  <a:lnTo>
                    <a:pt x="115764" y="151509"/>
                  </a:lnTo>
                  <a:lnTo>
                    <a:pt x="115589" y="152262"/>
                  </a:lnTo>
                  <a:lnTo>
                    <a:pt x="116708" y="153160"/>
                  </a:lnTo>
                  <a:lnTo>
                    <a:pt x="119492" y="154933"/>
                  </a:lnTo>
                  <a:lnTo>
                    <a:pt x="121189" y="156812"/>
                  </a:lnTo>
                  <a:lnTo>
                    <a:pt x="121843" y="158593"/>
                  </a:lnTo>
                  <a:lnTo>
                    <a:pt x="122871" y="158882"/>
                  </a:lnTo>
                  <a:lnTo>
                    <a:pt x="124034" y="158441"/>
                  </a:lnTo>
                  <a:lnTo>
                    <a:pt x="125191" y="158273"/>
                  </a:lnTo>
                  <a:lnTo>
                    <a:pt x="126013" y="158410"/>
                  </a:lnTo>
                  <a:lnTo>
                    <a:pt x="127261" y="160366"/>
                  </a:lnTo>
                  <a:lnTo>
                    <a:pt x="129003" y="162108"/>
                  </a:lnTo>
                  <a:lnTo>
                    <a:pt x="129840" y="163713"/>
                  </a:lnTo>
                  <a:lnTo>
                    <a:pt x="130525" y="163500"/>
                  </a:lnTo>
                  <a:lnTo>
                    <a:pt x="131088" y="163744"/>
                  </a:lnTo>
                  <a:lnTo>
                    <a:pt x="131232" y="165083"/>
                  </a:lnTo>
                  <a:lnTo>
                    <a:pt x="131483" y="165965"/>
                  </a:lnTo>
                  <a:lnTo>
                    <a:pt x="133819" y="168537"/>
                  </a:lnTo>
                  <a:lnTo>
                    <a:pt x="134930" y="170957"/>
                  </a:lnTo>
                  <a:lnTo>
                    <a:pt x="137715" y="174883"/>
                  </a:lnTo>
                  <a:lnTo>
                    <a:pt x="139777" y="177112"/>
                  </a:lnTo>
                  <a:lnTo>
                    <a:pt x="141238" y="178367"/>
                  </a:lnTo>
                  <a:lnTo>
                    <a:pt x="142919" y="179440"/>
                  </a:lnTo>
                  <a:lnTo>
                    <a:pt x="144563" y="183785"/>
                  </a:lnTo>
                  <a:lnTo>
                    <a:pt x="145453" y="187726"/>
                  </a:lnTo>
                  <a:lnTo>
                    <a:pt x="147210" y="192086"/>
                  </a:lnTo>
                  <a:lnTo>
                    <a:pt x="148542" y="193988"/>
                  </a:lnTo>
                  <a:lnTo>
                    <a:pt x="148588" y="197572"/>
                  </a:lnTo>
                  <a:lnTo>
                    <a:pt x="149668" y="201262"/>
                  </a:lnTo>
                  <a:lnTo>
                    <a:pt x="150817" y="203750"/>
                  </a:lnTo>
                  <a:lnTo>
                    <a:pt x="151159" y="206291"/>
                  </a:lnTo>
                  <a:lnTo>
                    <a:pt x="151517" y="207554"/>
                  </a:lnTo>
                  <a:lnTo>
                    <a:pt x="151958" y="208505"/>
                  </a:lnTo>
                  <a:lnTo>
                    <a:pt x="153213" y="212804"/>
                  </a:lnTo>
                  <a:lnTo>
                    <a:pt x="152887" y="214805"/>
                  </a:lnTo>
                  <a:lnTo>
                    <a:pt x="152011" y="212849"/>
                  </a:lnTo>
                  <a:lnTo>
                    <a:pt x="152125" y="218617"/>
                  </a:lnTo>
                  <a:lnTo>
                    <a:pt x="152894" y="221668"/>
                  </a:lnTo>
                  <a:lnTo>
                    <a:pt x="152552" y="225404"/>
                  </a:lnTo>
                  <a:lnTo>
                    <a:pt x="153350" y="226712"/>
                  </a:lnTo>
                  <a:lnTo>
                    <a:pt x="154781" y="230935"/>
                  </a:lnTo>
                  <a:lnTo>
                    <a:pt x="155793" y="232449"/>
                  </a:lnTo>
                  <a:lnTo>
                    <a:pt x="155702" y="237600"/>
                  </a:lnTo>
                  <a:lnTo>
                    <a:pt x="156234" y="240202"/>
                  </a:lnTo>
                  <a:lnTo>
                    <a:pt x="154880" y="238650"/>
                  </a:lnTo>
                  <a:lnTo>
                    <a:pt x="153898" y="236885"/>
                  </a:lnTo>
                  <a:lnTo>
                    <a:pt x="152582" y="237821"/>
                  </a:lnTo>
                  <a:lnTo>
                    <a:pt x="151403" y="239198"/>
                  </a:lnTo>
                  <a:lnTo>
                    <a:pt x="153236" y="244737"/>
                  </a:lnTo>
                  <a:lnTo>
                    <a:pt x="151152" y="244212"/>
                  </a:lnTo>
                  <a:lnTo>
                    <a:pt x="151334" y="251653"/>
                  </a:lnTo>
                  <a:lnTo>
                    <a:pt x="152202" y="253388"/>
                  </a:lnTo>
                  <a:lnTo>
                    <a:pt x="152262" y="254217"/>
                  </a:lnTo>
                  <a:lnTo>
                    <a:pt x="152011" y="255206"/>
                  </a:lnTo>
                  <a:lnTo>
                    <a:pt x="151433" y="254118"/>
                  </a:lnTo>
                  <a:lnTo>
                    <a:pt x="151311" y="253000"/>
                  </a:lnTo>
                  <a:lnTo>
                    <a:pt x="150984" y="253251"/>
                  </a:lnTo>
                  <a:lnTo>
                    <a:pt x="150999" y="253829"/>
                  </a:lnTo>
                  <a:lnTo>
                    <a:pt x="150299" y="255138"/>
                  </a:lnTo>
                  <a:lnTo>
                    <a:pt x="150094" y="256758"/>
                  </a:lnTo>
                  <a:lnTo>
                    <a:pt x="150847" y="258143"/>
                  </a:lnTo>
                  <a:lnTo>
                    <a:pt x="150976" y="259193"/>
                  </a:lnTo>
                  <a:lnTo>
                    <a:pt x="150436" y="260494"/>
                  </a:lnTo>
                  <a:lnTo>
                    <a:pt x="149569" y="261871"/>
                  </a:lnTo>
                  <a:lnTo>
                    <a:pt x="147583" y="262054"/>
                  </a:lnTo>
                  <a:lnTo>
                    <a:pt x="147127" y="264747"/>
                  </a:lnTo>
                  <a:lnTo>
                    <a:pt x="146450" y="267601"/>
                  </a:lnTo>
                  <a:lnTo>
                    <a:pt x="142904" y="268057"/>
                  </a:lnTo>
                  <a:lnTo>
                    <a:pt x="140332" y="270575"/>
                  </a:lnTo>
                  <a:lnTo>
                    <a:pt x="137152" y="271511"/>
                  </a:lnTo>
                  <a:lnTo>
                    <a:pt x="134314" y="273999"/>
                  </a:lnTo>
                  <a:lnTo>
                    <a:pt x="131187" y="276305"/>
                  </a:lnTo>
                  <a:lnTo>
                    <a:pt x="129148" y="276609"/>
                  </a:lnTo>
                  <a:lnTo>
                    <a:pt x="127405" y="277104"/>
                  </a:lnTo>
                  <a:lnTo>
                    <a:pt x="125404" y="280923"/>
                  </a:lnTo>
                  <a:lnTo>
                    <a:pt x="122071" y="281364"/>
                  </a:lnTo>
                  <a:lnTo>
                    <a:pt x="116084" y="284484"/>
                  </a:lnTo>
                  <a:lnTo>
                    <a:pt x="114067" y="285990"/>
                  </a:lnTo>
                  <a:lnTo>
                    <a:pt x="112234" y="286576"/>
                  </a:lnTo>
                  <a:lnTo>
                    <a:pt x="109609" y="287877"/>
                  </a:lnTo>
                  <a:lnTo>
                    <a:pt x="109046" y="287413"/>
                  </a:lnTo>
                  <a:lnTo>
                    <a:pt x="108171" y="286295"/>
                  </a:lnTo>
                  <a:lnTo>
                    <a:pt x="105903" y="285717"/>
                  </a:lnTo>
                  <a:lnTo>
                    <a:pt x="104792" y="284461"/>
                  </a:lnTo>
                  <a:lnTo>
                    <a:pt x="104473" y="282848"/>
                  </a:lnTo>
                  <a:lnTo>
                    <a:pt x="104176" y="282217"/>
                  </a:lnTo>
                  <a:lnTo>
                    <a:pt x="103690" y="283130"/>
                  </a:lnTo>
                  <a:lnTo>
                    <a:pt x="103309" y="286964"/>
                  </a:lnTo>
                  <a:lnTo>
                    <a:pt x="102906" y="287832"/>
                  </a:lnTo>
                  <a:lnTo>
                    <a:pt x="101939" y="288212"/>
                  </a:lnTo>
                  <a:lnTo>
                    <a:pt x="100030" y="287124"/>
                  </a:lnTo>
                  <a:lnTo>
                    <a:pt x="98211" y="284910"/>
                  </a:lnTo>
                  <a:lnTo>
                    <a:pt x="95617" y="286439"/>
                  </a:lnTo>
                  <a:lnTo>
                    <a:pt x="96408" y="286622"/>
                  </a:lnTo>
                  <a:lnTo>
                    <a:pt x="97587" y="286500"/>
                  </a:lnTo>
                  <a:lnTo>
                    <a:pt x="98500" y="286881"/>
                  </a:lnTo>
                  <a:lnTo>
                    <a:pt x="99276" y="288357"/>
                  </a:lnTo>
                  <a:lnTo>
                    <a:pt x="99246" y="289156"/>
                  </a:lnTo>
                  <a:lnTo>
                    <a:pt x="98843" y="290091"/>
                  </a:lnTo>
                  <a:lnTo>
                    <a:pt x="96416" y="290244"/>
                  </a:lnTo>
                  <a:lnTo>
                    <a:pt x="93174" y="289917"/>
                  </a:lnTo>
                  <a:lnTo>
                    <a:pt x="92581" y="290038"/>
                  </a:lnTo>
                  <a:lnTo>
                    <a:pt x="95540" y="291476"/>
                  </a:lnTo>
                  <a:lnTo>
                    <a:pt x="98242" y="292306"/>
                  </a:lnTo>
                  <a:lnTo>
                    <a:pt x="99436" y="293211"/>
                  </a:lnTo>
                  <a:lnTo>
                    <a:pt x="99436" y="293964"/>
                  </a:lnTo>
                  <a:lnTo>
                    <a:pt x="97922" y="295174"/>
                  </a:lnTo>
                  <a:lnTo>
                    <a:pt x="96750" y="296658"/>
                  </a:lnTo>
                  <a:lnTo>
                    <a:pt x="96727" y="297578"/>
                  </a:lnTo>
                  <a:lnTo>
                    <a:pt x="96705" y="298606"/>
                  </a:lnTo>
                  <a:lnTo>
                    <a:pt x="95389" y="299488"/>
                  </a:lnTo>
                  <a:lnTo>
                    <a:pt x="94574" y="299313"/>
                  </a:lnTo>
                  <a:lnTo>
                    <a:pt x="92261" y="297768"/>
                  </a:lnTo>
                  <a:lnTo>
                    <a:pt x="85589" y="291689"/>
                  </a:lnTo>
                  <a:lnTo>
                    <a:pt x="86593" y="293409"/>
                  </a:lnTo>
                  <a:lnTo>
                    <a:pt x="93509" y="300317"/>
                  </a:lnTo>
                  <a:lnTo>
                    <a:pt x="94726" y="302592"/>
                  </a:lnTo>
                  <a:lnTo>
                    <a:pt x="94894" y="304198"/>
                  </a:lnTo>
                  <a:lnTo>
                    <a:pt x="94179" y="305004"/>
                  </a:lnTo>
                  <a:lnTo>
                    <a:pt x="93007" y="305955"/>
                  </a:lnTo>
                  <a:lnTo>
                    <a:pt x="90740" y="306024"/>
                  </a:lnTo>
                  <a:lnTo>
                    <a:pt x="87027" y="303460"/>
                  </a:lnTo>
                  <a:lnTo>
                    <a:pt x="81084" y="297297"/>
                  </a:lnTo>
                  <a:lnTo>
                    <a:pt x="79061" y="296460"/>
                  </a:lnTo>
                  <a:lnTo>
                    <a:pt x="85071" y="303505"/>
                  </a:lnTo>
                  <a:lnTo>
                    <a:pt x="86060" y="305217"/>
                  </a:lnTo>
                  <a:lnTo>
                    <a:pt x="87072" y="307188"/>
                  </a:lnTo>
                  <a:lnTo>
                    <a:pt x="86783" y="308360"/>
                  </a:lnTo>
                  <a:lnTo>
                    <a:pt x="86266" y="309463"/>
                  </a:lnTo>
                  <a:lnTo>
                    <a:pt x="72022" y="315983"/>
                  </a:lnTo>
                  <a:lnTo>
                    <a:pt x="69892" y="318791"/>
                  </a:lnTo>
                  <a:lnTo>
                    <a:pt x="68203" y="322253"/>
                  </a:lnTo>
                  <a:lnTo>
                    <a:pt x="65403" y="324178"/>
                  </a:lnTo>
                  <a:lnTo>
                    <a:pt x="63759" y="325935"/>
                  </a:lnTo>
                  <a:lnTo>
                    <a:pt x="59012" y="326924"/>
                  </a:lnTo>
                  <a:lnTo>
                    <a:pt x="56417" y="326613"/>
                  </a:lnTo>
                  <a:lnTo>
                    <a:pt x="59111" y="323417"/>
                  </a:lnTo>
                  <a:lnTo>
                    <a:pt x="57445" y="322230"/>
                  </a:lnTo>
                  <a:lnTo>
                    <a:pt x="57361" y="313990"/>
                  </a:lnTo>
                  <a:lnTo>
                    <a:pt x="58015" y="304944"/>
                  </a:lnTo>
                  <a:lnTo>
                    <a:pt x="59255" y="300424"/>
                  </a:lnTo>
                  <a:lnTo>
                    <a:pt x="61043" y="299298"/>
                  </a:lnTo>
                  <a:lnTo>
                    <a:pt x="63295" y="298606"/>
                  </a:lnTo>
                  <a:lnTo>
                    <a:pt x="63349" y="297654"/>
                  </a:lnTo>
                  <a:lnTo>
                    <a:pt x="63128" y="296566"/>
                  </a:lnTo>
                  <a:lnTo>
                    <a:pt x="61919" y="295022"/>
                  </a:lnTo>
                  <a:lnTo>
                    <a:pt x="60595" y="294307"/>
                  </a:lnTo>
                  <a:lnTo>
                    <a:pt x="58616" y="293995"/>
                  </a:lnTo>
                  <a:lnTo>
                    <a:pt x="57094" y="292100"/>
                  </a:lnTo>
                  <a:lnTo>
                    <a:pt x="55938" y="292176"/>
                  </a:lnTo>
                  <a:lnTo>
                    <a:pt x="54142" y="292808"/>
                  </a:lnTo>
                  <a:lnTo>
                    <a:pt x="53054" y="291994"/>
                  </a:lnTo>
                  <a:lnTo>
                    <a:pt x="52651" y="290723"/>
                  </a:lnTo>
                  <a:lnTo>
                    <a:pt x="50985" y="289140"/>
                  </a:lnTo>
                  <a:lnTo>
                    <a:pt x="49067" y="287603"/>
                  </a:lnTo>
                  <a:lnTo>
                    <a:pt x="49935" y="287360"/>
                  </a:lnTo>
                  <a:lnTo>
                    <a:pt x="50939" y="286478"/>
                  </a:lnTo>
                  <a:lnTo>
                    <a:pt x="52020" y="285344"/>
                  </a:lnTo>
                  <a:lnTo>
                    <a:pt x="54698" y="285184"/>
                  </a:lnTo>
                  <a:lnTo>
                    <a:pt x="57384" y="285237"/>
                  </a:lnTo>
                  <a:lnTo>
                    <a:pt x="58137" y="284940"/>
                  </a:lnTo>
                  <a:lnTo>
                    <a:pt x="59225" y="283738"/>
                  </a:lnTo>
                  <a:lnTo>
                    <a:pt x="60982" y="282194"/>
                  </a:lnTo>
                  <a:lnTo>
                    <a:pt x="62322" y="281334"/>
                  </a:lnTo>
                  <a:lnTo>
                    <a:pt x="62641" y="280642"/>
                  </a:lnTo>
                  <a:lnTo>
                    <a:pt x="62108" y="279013"/>
                  </a:lnTo>
                  <a:lnTo>
                    <a:pt x="61812" y="277339"/>
                  </a:lnTo>
                  <a:lnTo>
                    <a:pt x="62306" y="276815"/>
                  </a:lnTo>
                  <a:lnTo>
                    <a:pt x="64734" y="277111"/>
                  </a:lnTo>
                  <a:lnTo>
                    <a:pt x="67404" y="277895"/>
                  </a:lnTo>
                  <a:lnTo>
                    <a:pt x="68051" y="278245"/>
                  </a:lnTo>
                  <a:lnTo>
                    <a:pt x="69580" y="276191"/>
                  </a:lnTo>
                  <a:lnTo>
                    <a:pt x="69998" y="275940"/>
                  </a:lnTo>
                  <a:lnTo>
                    <a:pt x="71003" y="275947"/>
                  </a:lnTo>
                  <a:lnTo>
                    <a:pt x="73651" y="275567"/>
                  </a:lnTo>
                  <a:lnTo>
                    <a:pt x="76238" y="275027"/>
                  </a:lnTo>
                  <a:lnTo>
                    <a:pt x="77463" y="275118"/>
                  </a:lnTo>
                  <a:lnTo>
                    <a:pt x="78650" y="276495"/>
                  </a:lnTo>
                  <a:lnTo>
                    <a:pt x="79555" y="277849"/>
                  </a:lnTo>
                  <a:lnTo>
                    <a:pt x="80027" y="277956"/>
                  </a:lnTo>
                  <a:lnTo>
                    <a:pt x="81373" y="277378"/>
                  </a:lnTo>
                  <a:lnTo>
                    <a:pt x="82484" y="278100"/>
                  </a:lnTo>
                  <a:lnTo>
                    <a:pt x="84813" y="279280"/>
                  </a:lnTo>
                  <a:lnTo>
                    <a:pt x="86205" y="279333"/>
                  </a:lnTo>
                  <a:lnTo>
                    <a:pt x="85512" y="276586"/>
                  </a:lnTo>
                  <a:lnTo>
                    <a:pt x="86288" y="274631"/>
                  </a:lnTo>
                  <a:lnTo>
                    <a:pt x="86136" y="274098"/>
                  </a:lnTo>
                  <a:lnTo>
                    <a:pt x="84828" y="273200"/>
                  </a:lnTo>
                  <a:lnTo>
                    <a:pt x="80384" y="269609"/>
                  </a:lnTo>
                  <a:lnTo>
                    <a:pt x="79623" y="268537"/>
                  </a:lnTo>
                  <a:lnTo>
                    <a:pt x="79730" y="266847"/>
                  </a:lnTo>
                  <a:lnTo>
                    <a:pt x="79578" y="264367"/>
                  </a:lnTo>
                  <a:lnTo>
                    <a:pt x="79182" y="262807"/>
                  </a:lnTo>
                  <a:lnTo>
                    <a:pt x="79251" y="261894"/>
                  </a:lnTo>
                  <a:lnTo>
                    <a:pt x="79524" y="261164"/>
                  </a:lnTo>
                  <a:lnTo>
                    <a:pt x="80339" y="260875"/>
                  </a:lnTo>
                  <a:lnTo>
                    <a:pt x="81130" y="260776"/>
                  </a:lnTo>
                  <a:lnTo>
                    <a:pt x="81761" y="260137"/>
                  </a:lnTo>
                  <a:lnTo>
                    <a:pt x="82827" y="258501"/>
                  </a:lnTo>
                  <a:lnTo>
                    <a:pt x="84896" y="258645"/>
                  </a:lnTo>
                  <a:lnTo>
                    <a:pt x="87803" y="259574"/>
                  </a:lnTo>
                  <a:lnTo>
                    <a:pt x="89948" y="260152"/>
                  </a:lnTo>
                  <a:lnTo>
                    <a:pt x="91219" y="260038"/>
                  </a:lnTo>
                  <a:lnTo>
                    <a:pt x="91501" y="259802"/>
                  </a:lnTo>
                  <a:lnTo>
                    <a:pt x="91463" y="258919"/>
                  </a:lnTo>
                  <a:lnTo>
                    <a:pt x="91614" y="255160"/>
                  </a:lnTo>
                  <a:lnTo>
                    <a:pt x="91531" y="254362"/>
                  </a:lnTo>
                  <a:lnTo>
                    <a:pt x="93365" y="253996"/>
                  </a:lnTo>
                  <a:lnTo>
                    <a:pt x="96165" y="253913"/>
                  </a:lnTo>
                  <a:lnTo>
                    <a:pt x="97640" y="253692"/>
                  </a:lnTo>
                  <a:lnTo>
                    <a:pt x="99018" y="252110"/>
                  </a:lnTo>
                  <a:lnTo>
                    <a:pt x="102563" y="251562"/>
                  </a:lnTo>
                  <a:lnTo>
                    <a:pt x="105127" y="249424"/>
                  </a:lnTo>
                  <a:lnTo>
                    <a:pt x="107440" y="247225"/>
                  </a:lnTo>
                  <a:lnTo>
                    <a:pt x="108574" y="246639"/>
                  </a:lnTo>
                  <a:lnTo>
                    <a:pt x="110012" y="246259"/>
                  </a:lnTo>
                  <a:lnTo>
                    <a:pt x="111092" y="246312"/>
                  </a:lnTo>
                  <a:lnTo>
                    <a:pt x="112447" y="247583"/>
                  </a:lnTo>
                  <a:lnTo>
                    <a:pt x="113565" y="246814"/>
                  </a:lnTo>
                  <a:lnTo>
                    <a:pt x="114859" y="245323"/>
                  </a:lnTo>
                  <a:lnTo>
                    <a:pt x="115536" y="243862"/>
                  </a:lnTo>
                  <a:lnTo>
                    <a:pt x="115909" y="241511"/>
                  </a:lnTo>
                  <a:lnTo>
                    <a:pt x="115658" y="237904"/>
                  </a:lnTo>
                  <a:lnTo>
                    <a:pt x="114973" y="235082"/>
                  </a:lnTo>
                  <a:lnTo>
                    <a:pt x="114326" y="232966"/>
                  </a:lnTo>
                  <a:lnTo>
                    <a:pt x="114197" y="230851"/>
                  </a:lnTo>
                  <a:lnTo>
                    <a:pt x="115688" y="226598"/>
                  </a:lnTo>
                  <a:lnTo>
                    <a:pt x="116974" y="221965"/>
                  </a:lnTo>
                  <a:lnTo>
                    <a:pt x="116731" y="220138"/>
                  </a:lnTo>
                  <a:lnTo>
                    <a:pt x="115330" y="217247"/>
                  </a:lnTo>
                  <a:lnTo>
                    <a:pt x="113907" y="213724"/>
                  </a:lnTo>
                  <a:lnTo>
                    <a:pt x="112355" y="209844"/>
                  </a:lnTo>
                  <a:lnTo>
                    <a:pt x="111769" y="209266"/>
                  </a:lnTo>
                  <a:lnTo>
                    <a:pt x="111351" y="208185"/>
                  </a:lnTo>
                  <a:lnTo>
                    <a:pt x="111115" y="206922"/>
                  </a:lnTo>
                  <a:lnTo>
                    <a:pt x="111732" y="202958"/>
                  </a:lnTo>
                  <a:lnTo>
                    <a:pt x="111823" y="201627"/>
                  </a:lnTo>
                  <a:lnTo>
                    <a:pt x="113611" y="199816"/>
                  </a:lnTo>
                  <a:lnTo>
                    <a:pt x="114570" y="197746"/>
                  </a:lnTo>
                  <a:lnTo>
                    <a:pt x="115467" y="195456"/>
                  </a:lnTo>
                  <a:lnTo>
                    <a:pt x="115125" y="194246"/>
                  </a:lnTo>
                  <a:lnTo>
                    <a:pt x="115003" y="191781"/>
                  </a:lnTo>
                  <a:lnTo>
                    <a:pt x="115231" y="190587"/>
                  </a:lnTo>
                  <a:lnTo>
                    <a:pt x="114806" y="189620"/>
                  </a:lnTo>
                  <a:lnTo>
                    <a:pt x="114288" y="188213"/>
                  </a:lnTo>
                  <a:lnTo>
                    <a:pt x="114631" y="187300"/>
                  </a:lnTo>
                  <a:lnTo>
                    <a:pt x="115886" y="186516"/>
                  </a:lnTo>
                  <a:lnTo>
                    <a:pt x="116624" y="185170"/>
                  </a:lnTo>
                  <a:lnTo>
                    <a:pt x="117567" y="183595"/>
                  </a:lnTo>
                  <a:lnTo>
                    <a:pt x="117986" y="182157"/>
                  </a:lnTo>
                  <a:lnTo>
                    <a:pt x="117309" y="180954"/>
                  </a:lnTo>
                  <a:lnTo>
                    <a:pt x="116084" y="179151"/>
                  </a:lnTo>
                  <a:lnTo>
                    <a:pt x="113847" y="177523"/>
                  </a:lnTo>
                  <a:lnTo>
                    <a:pt x="111267" y="175438"/>
                  </a:lnTo>
                  <a:lnTo>
                    <a:pt x="110004" y="174152"/>
                  </a:lnTo>
                  <a:lnTo>
                    <a:pt x="109000" y="172844"/>
                  </a:lnTo>
                  <a:lnTo>
                    <a:pt x="108079" y="171322"/>
                  </a:lnTo>
                  <a:lnTo>
                    <a:pt x="107577" y="170105"/>
                  </a:lnTo>
                  <a:lnTo>
                    <a:pt x="108064" y="169306"/>
                  </a:lnTo>
                  <a:lnTo>
                    <a:pt x="111732" y="167472"/>
                  </a:lnTo>
                  <a:lnTo>
                    <a:pt x="112401" y="166810"/>
                  </a:lnTo>
                  <a:lnTo>
                    <a:pt x="112789" y="165791"/>
                  </a:lnTo>
                  <a:lnTo>
                    <a:pt x="112500" y="164794"/>
                  </a:lnTo>
                  <a:lnTo>
                    <a:pt x="111511" y="164253"/>
                  </a:lnTo>
                  <a:lnTo>
                    <a:pt x="110362" y="163888"/>
                  </a:lnTo>
                  <a:lnTo>
                    <a:pt x="108673" y="162732"/>
                  </a:lnTo>
                  <a:lnTo>
                    <a:pt x="105523" y="159559"/>
                  </a:lnTo>
                  <a:lnTo>
                    <a:pt x="104077" y="158851"/>
                  </a:lnTo>
                  <a:lnTo>
                    <a:pt x="102555" y="157938"/>
                  </a:lnTo>
                  <a:lnTo>
                    <a:pt x="101749" y="156980"/>
                  </a:lnTo>
                  <a:lnTo>
                    <a:pt x="100866" y="154347"/>
                  </a:lnTo>
                  <a:lnTo>
                    <a:pt x="100463" y="154111"/>
                  </a:lnTo>
                  <a:lnTo>
                    <a:pt x="99588" y="154910"/>
                  </a:lnTo>
                  <a:lnTo>
                    <a:pt x="98478" y="155740"/>
                  </a:lnTo>
                  <a:lnTo>
                    <a:pt x="97549" y="155595"/>
                  </a:lnTo>
                  <a:lnTo>
                    <a:pt x="96705" y="154849"/>
                  </a:lnTo>
                  <a:lnTo>
                    <a:pt x="96302" y="153845"/>
                  </a:lnTo>
                  <a:lnTo>
                    <a:pt x="95366" y="152468"/>
                  </a:lnTo>
                  <a:lnTo>
                    <a:pt x="94346" y="151349"/>
                  </a:lnTo>
                  <a:lnTo>
                    <a:pt x="94080" y="147576"/>
                  </a:lnTo>
                  <a:lnTo>
                    <a:pt x="93920" y="146343"/>
                  </a:lnTo>
                  <a:lnTo>
                    <a:pt x="93418" y="144623"/>
                  </a:lnTo>
                  <a:lnTo>
                    <a:pt x="92626" y="144007"/>
                  </a:lnTo>
                  <a:lnTo>
                    <a:pt x="91790" y="143551"/>
                  </a:lnTo>
                  <a:lnTo>
                    <a:pt x="89811" y="140416"/>
                  </a:lnTo>
                  <a:lnTo>
                    <a:pt x="88442" y="138795"/>
                  </a:lnTo>
                  <a:lnTo>
                    <a:pt x="82827" y="134382"/>
                  </a:lnTo>
                  <a:lnTo>
                    <a:pt x="82126" y="133675"/>
                  </a:lnTo>
                  <a:lnTo>
                    <a:pt x="80613" y="131856"/>
                  </a:lnTo>
                  <a:lnTo>
                    <a:pt x="77980" y="129277"/>
                  </a:lnTo>
                  <a:lnTo>
                    <a:pt x="76101" y="127200"/>
                  </a:lnTo>
                  <a:lnTo>
                    <a:pt x="74731" y="125047"/>
                  </a:lnTo>
                  <a:lnTo>
                    <a:pt x="74092" y="123175"/>
                  </a:lnTo>
                  <a:lnTo>
                    <a:pt x="73902" y="121714"/>
                  </a:lnTo>
                  <a:lnTo>
                    <a:pt x="72411" y="119622"/>
                  </a:lnTo>
                  <a:lnTo>
                    <a:pt x="71125" y="117902"/>
                  </a:lnTo>
                  <a:lnTo>
                    <a:pt x="69877" y="117347"/>
                  </a:lnTo>
                  <a:lnTo>
                    <a:pt x="68454" y="117111"/>
                  </a:lnTo>
                  <a:lnTo>
                    <a:pt x="67168" y="116091"/>
                  </a:lnTo>
                  <a:lnTo>
                    <a:pt x="64817" y="113778"/>
                  </a:lnTo>
                  <a:lnTo>
                    <a:pt x="63775" y="112295"/>
                  </a:lnTo>
                  <a:lnTo>
                    <a:pt x="63158" y="111290"/>
                  </a:lnTo>
                  <a:lnTo>
                    <a:pt x="63189" y="110256"/>
                  </a:lnTo>
                  <a:lnTo>
                    <a:pt x="63752" y="108536"/>
                  </a:lnTo>
                  <a:lnTo>
                    <a:pt x="64437" y="107554"/>
                  </a:lnTo>
                  <a:lnTo>
                    <a:pt x="64460" y="106786"/>
                  </a:lnTo>
                  <a:lnTo>
                    <a:pt x="63790" y="106162"/>
                  </a:lnTo>
                  <a:lnTo>
                    <a:pt x="61180" y="105051"/>
                  </a:lnTo>
                  <a:lnTo>
                    <a:pt x="55276" y="103370"/>
                  </a:lnTo>
                  <a:lnTo>
                    <a:pt x="53070" y="102084"/>
                  </a:lnTo>
                  <a:lnTo>
                    <a:pt x="51030" y="100440"/>
                  </a:lnTo>
                  <a:lnTo>
                    <a:pt x="49493" y="99322"/>
                  </a:lnTo>
                  <a:lnTo>
                    <a:pt x="42296" y="94567"/>
                  </a:lnTo>
                  <a:lnTo>
                    <a:pt x="40112" y="93775"/>
                  </a:lnTo>
                  <a:lnTo>
                    <a:pt x="38241" y="92931"/>
                  </a:lnTo>
                  <a:lnTo>
                    <a:pt x="37670" y="92109"/>
                  </a:lnTo>
                  <a:lnTo>
                    <a:pt x="37769" y="91318"/>
                  </a:lnTo>
                  <a:lnTo>
                    <a:pt x="38537" y="90732"/>
                  </a:lnTo>
                  <a:lnTo>
                    <a:pt x="40576" y="89507"/>
                  </a:lnTo>
                  <a:lnTo>
                    <a:pt x="41337" y="88107"/>
                  </a:lnTo>
                  <a:lnTo>
                    <a:pt x="41094" y="86273"/>
                  </a:lnTo>
                  <a:lnTo>
                    <a:pt x="40287" y="84417"/>
                  </a:lnTo>
                  <a:lnTo>
                    <a:pt x="40683" y="83778"/>
                  </a:lnTo>
                  <a:lnTo>
                    <a:pt x="41345" y="83702"/>
                  </a:lnTo>
                  <a:lnTo>
                    <a:pt x="42714" y="83648"/>
                  </a:lnTo>
                  <a:lnTo>
                    <a:pt x="45552" y="83542"/>
                  </a:lnTo>
                  <a:lnTo>
                    <a:pt x="51669" y="85231"/>
                  </a:lnTo>
                  <a:lnTo>
                    <a:pt x="52552" y="85049"/>
                  </a:lnTo>
                  <a:lnTo>
                    <a:pt x="55877" y="81982"/>
                  </a:lnTo>
                  <a:lnTo>
                    <a:pt x="57125" y="80149"/>
                  </a:lnTo>
                  <a:lnTo>
                    <a:pt x="57414" y="78619"/>
                  </a:lnTo>
                  <a:lnTo>
                    <a:pt x="58068" y="77645"/>
                  </a:lnTo>
                  <a:lnTo>
                    <a:pt x="59819" y="76048"/>
                  </a:lnTo>
                  <a:lnTo>
                    <a:pt x="59841" y="74587"/>
                  </a:lnTo>
                  <a:lnTo>
                    <a:pt x="58981" y="72631"/>
                  </a:lnTo>
                  <a:lnTo>
                    <a:pt x="58106" y="71878"/>
                  </a:lnTo>
                  <a:lnTo>
                    <a:pt x="57353" y="71551"/>
                  </a:lnTo>
                  <a:lnTo>
                    <a:pt x="54926" y="71809"/>
                  </a:lnTo>
                  <a:lnTo>
                    <a:pt x="54454" y="71368"/>
                  </a:lnTo>
                  <a:lnTo>
                    <a:pt x="54135" y="69915"/>
                  </a:lnTo>
                  <a:lnTo>
                    <a:pt x="54021" y="69025"/>
                  </a:lnTo>
                  <a:lnTo>
                    <a:pt x="53222" y="67982"/>
                  </a:lnTo>
                  <a:lnTo>
                    <a:pt x="50597" y="67092"/>
                  </a:lnTo>
                  <a:lnTo>
                    <a:pt x="48375" y="66841"/>
                  </a:lnTo>
                  <a:lnTo>
                    <a:pt x="47858" y="66468"/>
                  </a:lnTo>
                  <a:lnTo>
                    <a:pt x="48710" y="65464"/>
                  </a:lnTo>
                  <a:lnTo>
                    <a:pt x="50224" y="64475"/>
                  </a:lnTo>
                  <a:lnTo>
                    <a:pt x="51373" y="63897"/>
                  </a:lnTo>
                  <a:lnTo>
                    <a:pt x="52278" y="62870"/>
                  </a:lnTo>
                  <a:lnTo>
                    <a:pt x="52445" y="61820"/>
                  </a:lnTo>
                  <a:lnTo>
                    <a:pt x="51320" y="60884"/>
                  </a:lnTo>
                  <a:lnTo>
                    <a:pt x="49851" y="59841"/>
                  </a:lnTo>
                  <a:lnTo>
                    <a:pt x="47469" y="57856"/>
                  </a:lnTo>
                  <a:lnTo>
                    <a:pt x="44168" y="55748"/>
                  </a:lnTo>
                  <a:lnTo>
                    <a:pt x="42159" y="55025"/>
                  </a:lnTo>
                  <a:lnTo>
                    <a:pt x="41109" y="55124"/>
                  </a:lnTo>
                  <a:lnTo>
                    <a:pt x="37472" y="56935"/>
                  </a:lnTo>
                  <a:lnTo>
                    <a:pt x="35517" y="58114"/>
                  </a:lnTo>
                  <a:lnTo>
                    <a:pt x="33888" y="60214"/>
                  </a:lnTo>
                  <a:lnTo>
                    <a:pt x="32192" y="60663"/>
                  </a:lnTo>
                  <a:lnTo>
                    <a:pt x="30472" y="59735"/>
                  </a:lnTo>
                  <a:lnTo>
                    <a:pt x="28524" y="58784"/>
                  </a:lnTo>
                  <a:lnTo>
                    <a:pt x="23130" y="57399"/>
                  </a:lnTo>
                  <a:lnTo>
                    <a:pt x="20855" y="56242"/>
                  </a:lnTo>
                  <a:lnTo>
                    <a:pt x="16145" y="49167"/>
                  </a:lnTo>
                  <a:lnTo>
                    <a:pt x="15453" y="47729"/>
                  </a:lnTo>
                  <a:lnTo>
                    <a:pt x="15902" y="46100"/>
                  </a:lnTo>
                  <a:lnTo>
                    <a:pt x="16229" y="43764"/>
                  </a:lnTo>
                  <a:lnTo>
                    <a:pt x="16700" y="42250"/>
                  </a:lnTo>
                  <a:lnTo>
                    <a:pt x="17530" y="40805"/>
                  </a:lnTo>
                  <a:lnTo>
                    <a:pt x="17758" y="39519"/>
                  </a:lnTo>
                  <a:lnTo>
                    <a:pt x="17553" y="38256"/>
                  </a:lnTo>
                  <a:lnTo>
                    <a:pt x="16875" y="37533"/>
                  </a:lnTo>
                  <a:lnTo>
                    <a:pt x="15985" y="37320"/>
                  </a:lnTo>
                  <a:lnTo>
                    <a:pt x="15323" y="37031"/>
                  </a:lnTo>
                  <a:lnTo>
                    <a:pt x="14699" y="35372"/>
                  </a:lnTo>
                  <a:lnTo>
                    <a:pt x="14319" y="35585"/>
                  </a:lnTo>
                  <a:lnTo>
                    <a:pt x="13741" y="37601"/>
                  </a:lnTo>
                  <a:lnTo>
                    <a:pt x="13048" y="38324"/>
                  </a:lnTo>
                  <a:lnTo>
                    <a:pt x="12128" y="38682"/>
                  </a:lnTo>
                  <a:lnTo>
                    <a:pt x="11413" y="38362"/>
                  </a:lnTo>
                  <a:lnTo>
                    <a:pt x="10956" y="37556"/>
                  </a:lnTo>
                  <a:lnTo>
                    <a:pt x="10759" y="36186"/>
                  </a:lnTo>
                  <a:lnTo>
                    <a:pt x="10287" y="34345"/>
                  </a:lnTo>
                  <a:lnTo>
                    <a:pt x="9709" y="33143"/>
                  </a:lnTo>
                  <a:lnTo>
                    <a:pt x="7677" y="31918"/>
                  </a:lnTo>
                  <a:lnTo>
                    <a:pt x="6718" y="30328"/>
                  </a:lnTo>
                  <a:lnTo>
                    <a:pt x="3705" y="26866"/>
                  </a:lnTo>
                  <a:lnTo>
                    <a:pt x="1179" y="24439"/>
                  </a:lnTo>
                  <a:lnTo>
                    <a:pt x="0" y="22255"/>
                  </a:lnTo>
                  <a:lnTo>
                    <a:pt x="1035" y="21441"/>
                  </a:lnTo>
                  <a:lnTo>
                    <a:pt x="2335" y="20262"/>
                  </a:lnTo>
                  <a:lnTo>
                    <a:pt x="3736" y="18420"/>
                  </a:lnTo>
                  <a:lnTo>
                    <a:pt x="5303" y="16107"/>
                  </a:lnTo>
                  <a:lnTo>
                    <a:pt x="5957" y="14692"/>
                  </a:lnTo>
                  <a:lnTo>
                    <a:pt x="6422" y="14121"/>
                  </a:lnTo>
                  <a:lnTo>
                    <a:pt x="7342" y="13703"/>
                  </a:lnTo>
                  <a:lnTo>
                    <a:pt x="8331" y="13931"/>
                  </a:lnTo>
                  <a:lnTo>
                    <a:pt x="10066" y="14867"/>
                  </a:lnTo>
                  <a:lnTo>
                    <a:pt x="12683" y="16062"/>
                  </a:lnTo>
                  <a:lnTo>
                    <a:pt x="15019" y="17477"/>
                  </a:lnTo>
                  <a:lnTo>
                    <a:pt x="15962" y="18900"/>
                  </a:lnTo>
                  <a:lnTo>
                    <a:pt x="17264" y="20262"/>
                  </a:lnTo>
                  <a:lnTo>
                    <a:pt x="18260" y="20673"/>
                  </a:lnTo>
                  <a:lnTo>
                    <a:pt x="18762" y="20566"/>
                  </a:lnTo>
                  <a:lnTo>
                    <a:pt x="20261" y="19539"/>
                  </a:lnTo>
                  <a:lnTo>
                    <a:pt x="21555" y="18511"/>
                  </a:lnTo>
                  <a:lnTo>
                    <a:pt x="21585" y="17348"/>
                  </a:lnTo>
                  <a:lnTo>
                    <a:pt x="22772" y="16298"/>
                  </a:lnTo>
                  <a:lnTo>
                    <a:pt x="24324" y="14570"/>
                  </a:lnTo>
                  <a:lnTo>
                    <a:pt x="25062" y="13399"/>
                  </a:lnTo>
                  <a:lnTo>
                    <a:pt x="25618" y="13277"/>
                  </a:lnTo>
                  <a:lnTo>
                    <a:pt x="26249" y="13619"/>
                  </a:lnTo>
                  <a:lnTo>
                    <a:pt x="28699" y="17241"/>
                  </a:lnTo>
                  <a:lnTo>
                    <a:pt x="29171" y="17462"/>
                  </a:lnTo>
                  <a:lnTo>
                    <a:pt x="29864" y="16921"/>
                  </a:lnTo>
                  <a:lnTo>
                    <a:pt x="30829" y="14091"/>
                  </a:lnTo>
                  <a:lnTo>
                    <a:pt x="31895" y="12995"/>
                  </a:lnTo>
                  <a:lnTo>
                    <a:pt x="32260" y="13269"/>
                  </a:lnTo>
                  <a:lnTo>
                    <a:pt x="38187" y="18603"/>
                  </a:lnTo>
                  <a:lnTo>
                    <a:pt x="38750" y="18565"/>
                  </a:lnTo>
                  <a:lnTo>
                    <a:pt x="39389" y="18329"/>
                  </a:lnTo>
                  <a:lnTo>
                    <a:pt x="39808" y="17507"/>
                  </a:lnTo>
                  <a:lnTo>
                    <a:pt x="40272" y="15658"/>
                  </a:lnTo>
                  <a:lnTo>
                    <a:pt x="41155" y="13680"/>
                  </a:lnTo>
                  <a:lnTo>
                    <a:pt x="43057" y="12577"/>
                  </a:lnTo>
                  <a:lnTo>
                    <a:pt x="44540" y="12364"/>
                  </a:lnTo>
                  <a:lnTo>
                    <a:pt x="45088" y="13307"/>
                  </a:lnTo>
                  <a:lnTo>
                    <a:pt x="46374" y="14608"/>
                  </a:lnTo>
                  <a:lnTo>
                    <a:pt x="47934" y="14791"/>
                  </a:lnTo>
                  <a:lnTo>
                    <a:pt x="51251" y="12486"/>
                  </a:lnTo>
                  <a:lnTo>
                    <a:pt x="52339" y="12120"/>
                  </a:lnTo>
                  <a:lnTo>
                    <a:pt x="53495" y="12158"/>
                  </a:lnTo>
                  <a:lnTo>
                    <a:pt x="54675" y="12067"/>
                  </a:lnTo>
                  <a:lnTo>
                    <a:pt x="55801" y="11185"/>
                  </a:lnTo>
                  <a:lnTo>
                    <a:pt x="56988" y="10020"/>
                  </a:lnTo>
                  <a:lnTo>
                    <a:pt x="57391" y="7723"/>
                  </a:lnTo>
                  <a:lnTo>
                    <a:pt x="57642" y="5661"/>
                  </a:lnTo>
                  <a:lnTo>
                    <a:pt x="58457" y="4824"/>
                  </a:lnTo>
                  <a:lnTo>
                    <a:pt x="59430" y="4268"/>
                  </a:lnTo>
                  <a:lnTo>
                    <a:pt x="61256" y="3485"/>
                  </a:lnTo>
                  <a:lnTo>
                    <a:pt x="65380" y="1484"/>
                  </a:lnTo>
                  <a:lnTo>
                    <a:pt x="66445" y="533"/>
                  </a:lnTo>
                  <a:lnTo>
                    <a:pt x="67229" y="0"/>
                  </a:lnTo>
                  <a:lnTo>
                    <a:pt x="68835" y="867"/>
                  </a:lnTo>
                  <a:lnTo>
                    <a:pt x="70752" y="2541"/>
                  </a:lnTo>
                  <a:lnTo>
                    <a:pt x="71908" y="3804"/>
                  </a:lnTo>
                  <a:lnTo>
                    <a:pt x="72684" y="5166"/>
                  </a:lnTo>
                  <a:lnTo>
                    <a:pt x="73057" y="6300"/>
                  </a:lnTo>
                  <a:lnTo>
                    <a:pt x="76108" y="7289"/>
                  </a:lnTo>
                  <a:lnTo>
                    <a:pt x="78056" y="8689"/>
                  </a:lnTo>
                  <a:lnTo>
                    <a:pt x="79349" y="9762"/>
                  </a:lnTo>
                  <a:lnTo>
                    <a:pt x="80628" y="9716"/>
                  </a:lnTo>
                  <a:lnTo>
                    <a:pt x="81906" y="9427"/>
                  </a:lnTo>
                  <a:lnTo>
                    <a:pt x="82728" y="8567"/>
                  </a:lnTo>
                  <a:lnTo>
                    <a:pt x="84166" y="8552"/>
                  </a:lnTo>
                  <a:lnTo>
                    <a:pt x="85870" y="8681"/>
                  </a:lnTo>
                  <a:lnTo>
                    <a:pt x="86631" y="9024"/>
                  </a:lnTo>
                  <a:lnTo>
                    <a:pt x="88039" y="11002"/>
                  </a:lnTo>
                  <a:lnTo>
                    <a:pt x="88670" y="11276"/>
                  </a:lnTo>
                  <a:lnTo>
                    <a:pt x="89925" y="11139"/>
                  </a:lnTo>
                  <a:lnTo>
                    <a:pt x="92337" y="10439"/>
                  </a:lnTo>
                  <a:lnTo>
                    <a:pt x="94278" y="10104"/>
                  </a:lnTo>
                  <a:lnTo>
                    <a:pt x="96028" y="10896"/>
                  </a:lnTo>
                  <a:lnTo>
                    <a:pt x="99360" y="13094"/>
                  </a:lnTo>
                  <a:lnTo>
                    <a:pt x="98424" y="14662"/>
                  </a:lnTo>
                  <a:lnTo>
                    <a:pt x="97678" y="16351"/>
                  </a:lnTo>
                  <a:lnTo>
                    <a:pt x="96218" y="17538"/>
                  </a:lnTo>
                  <a:lnTo>
                    <a:pt x="95137" y="17834"/>
                  </a:lnTo>
                  <a:lnTo>
                    <a:pt x="94453" y="19486"/>
                  </a:lnTo>
                  <a:lnTo>
                    <a:pt x="94148" y="21920"/>
                  </a:lnTo>
                  <a:lnTo>
                    <a:pt x="94521" y="23161"/>
                  </a:lnTo>
                  <a:lnTo>
                    <a:pt x="95358" y="23556"/>
                  </a:lnTo>
                  <a:lnTo>
                    <a:pt x="96286" y="24378"/>
                  </a:lnTo>
                  <a:lnTo>
                    <a:pt x="96667" y="25466"/>
                  </a:lnTo>
                  <a:lnTo>
                    <a:pt x="96796" y="27870"/>
                  </a:lnTo>
                  <a:lnTo>
                    <a:pt x="96743" y="30579"/>
                  </a:lnTo>
                  <a:lnTo>
                    <a:pt x="96872" y="31477"/>
                  </a:lnTo>
                  <a:lnTo>
                    <a:pt x="97595" y="31309"/>
                  </a:lnTo>
                  <a:lnTo>
                    <a:pt x="98280" y="30990"/>
                  </a:lnTo>
                  <a:lnTo>
                    <a:pt x="99665" y="31408"/>
                  </a:lnTo>
                  <a:lnTo>
                    <a:pt x="101384" y="32116"/>
                  </a:lnTo>
                  <a:lnTo>
                    <a:pt x="102472" y="32831"/>
                  </a:lnTo>
                  <a:lnTo>
                    <a:pt x="103446" y="32740"/>
                  </a:lnTo>
                  <a:lnTo>
                    <a:pt x="104207" y="33440"/>
                  </a:lnTo>
                  <a:lnTo>
                    <a:pt x="104488" y="34779"/>
                  </a:lnTo>
                  <a:lnTo>
                    <a:pt x="105386" y="35715"/>
                  </a:lnTo>
                  <a:lnTo>
                    <a:pt x="107882" y="37472"/>
                  </a:lnTo>
                  <a:lnTo>
                    <a:pt x="109883" y="37624"/>
                  </a:lnTo>
                  <a:lnTo>
                    <a:pt x="111572" y="39945"/>
                  </a:lnTo>
                  <a:lnTo>
                    <a:pt x="113322" y="39184"/>
                  </a:lnTo>
                  <a:lnTo>
                    <a:pt x="114129" y="40188"/>
                  </a:lnTo>
                  <a:lnTo>
                    <a:pt x="117758" y="39838"/>
                  </a:lnTo>
                  <a:lnTo>
                    <a:pt x="120284" y="38895"/>
                  </a:lnTo>
                  <a:lnTo>
                    <a:pt x="121189" y="39116"/>
                  </a:lnTo>
                  <a:lnTo>
                    <a:pt x="123464" y="41048"/>
                  </a:lnTo>
                  <a:lnTo>
                    <a:pt x="124803" y="42220"/>
                  </a:lnTo>
                  <a:close/>
                  <a:moveTo>
                    <a:pt x="116906" y="48854"/>
                  </a:moveTo>
                  <a:lnTo>
                    <a:pt x="113832" y="51708"/>
                  </a:lnTo>
                  <a:lnTo>
                    <a:pt x="112652" y="51662"/>
                  </a:lnTo>
                  <a:lnTo>
                    <a:pt x="113702" y="48436"/>
                  </a:lnTo>
                  <a:lnTo>
                    <a:pt x="114204" y="47668"/>
                  </a:lnTo>
                  <a:lnTo>
                    <a:pt x="116053" y="48778"/>
                  </a:lnTo>
                  <a:lnTo>
                    <a:pt x="116906" y="48854"/>
                  </a:lnTo>
                  <a:close/>
                  <a:moveTo>
                    <a:pt x="115163" y="55459"/>
                  </a:moveTo>
                  <a:lnTo>
                    <a:pt x="113968" y="56052"/>
                  </a:lnTo>
                  <a:lnTo>
                    <a:pt x="112553" y="55984"/>
                  </a:lnTo>
                  <a:lnTo>
                    <a:pt x="114250" y="54873"/>
                  </a:lnTo>
                  <a:lnTo>
                    <a:pt x="115110" y="53496"/>
                  </a:lnTo>
                  <a:lnTo>
                    <a:pt x="115802" y="53016"/>
                  </a:lnTo>
                  <a:lnTo>
                    <a:pt x="115795" y="54219"/>
                  </a:lnTo>
                  <a:lnTo>
                    <a:pt x="115163" y="55459"/>
                  </a:lnTo>
                  <a:close/>
                  <a:moveTo>
                    <a:pt x="101156" y="57977"/>
                  </a:moveTo>
                  <a:lnTo>
                    <a:pt x="100912" y="58419"/>
                  </a:lnTo>
                  <a:lnTo>
                    <a:pt x="99824" y="57346"/>
                  </a:lnTo>
                  <a:lnTo>
                    <a:pt x="99101" y="56881"/>
                  </a:lnTo>
                  <a:lnTo>
                    <a:pt x="99649" y="55436"/>
                  </a:lnTo>
                  <a:lnTo>
                    <a:pt x="100927" y="57018"/>
                  </a:lnTo>
                  <a:lnTo>
                    <a:pt x="101156" y="57977"/>
                  </a:lnTo>
                  <a:close/>
                  <a:moveTo>
                    <a:pt x="104701" y="59537"/>
                  </a:moveTo>
                  <a:lnTo>
                    <a:pt x="103819" y="59628"/>
                  </a:lnTo>
                  <a:lnTo>
                    <a:pt x="102122" y="57787"/>
                  </a:lnTo>
                  <a:lnTo>
                    <a:pt x="103035" y="56813"/>
                  </a:lnTo>
                  <a:lnTo>
                    <a:pt x="104960" y="57498"/>
                  </a:lnTo>
                  <a:lnTo>
                    <a:pt x="105409" y="57947"/>
                  </a:lnTo>
                  <a:lnTo>
                    <a:pt x="105394" y="58342"/>
                  </a:lnTo>
                  <a:lnTo>
                    <a:pt x="104929" y="59217"/>
                  </a:lnTo>
                  <a:lnTo>
                    <a:pt x="104701" y="59537"/>
                  </a:lnTo>
                  <a:close/>
                  <a:moveTo>
                    <a:pt x="107608" y="287900"/>
                  </a:moveTo>
                  <a:lnTo>
                    <a:pt x="105820" y="289201"/>
                  </a:lnTo>
                  <a:lnTo>
                    <a:pt x="105698" y="288106"/>
                  </a:lnTo>
                  <a:lnTo>
                    <a:pt x="107250" y="287398"/>
                  </a:lnTo>
                  <a:lnTo>
                    <a:pt x="107798" y="286843"/>
                  </a:lnTo>
                  <a:lnTo>
                    <a:pt x="108194" y="286850"/>
                  </a:lnTo>
                  <a:lnTo>
                    <a:pt x="107608" y="287900"/>
                  </a:lnTo>
                  <a:close/>
                  <a:moveTo>
                    <a:pt x="41337" y="288037"/>
                  </a:moveTo>
                  <a:lnTo>
                    <a:pt x="41740" y="289110"/>
                  </a:lnTo>
                  <a:lnTo>
                    <a:pt x="41588" y="291621"/>
                  </a:lnTo>
                  <a:lnTo>
                    <a:pt x="40759" y="294078"/>
                  </a:lnTo>
                  <a:lnTo>
                    <a:pt x="41002" y="295151"/>
                  </a:lnTo>
                  <a:lnTo>
                    <a:pt x="40363" y="295836"/>
                  </a:lnTo>
                  <a:lnTo>
                    <a:pt x="38941" y="291233"/>
                  </a:lnTo>
                  <a:lnTo>
                    <a:pt x="37153" y="289239"/>
                  </a:lnTo>
                  <a:lnTo>
                    <a:pt x="36757" y="288471"/>
                  </a:lnTo>
                  <a:lnTo>
                    <a:pt x="37799" y="288524"/>
                  </a:lnTo>
                  <a:lnTo>
                    <a:pt x="39663" y="287261"/>
                  </a:lnTo>
                  <a:lnTo>
                    <a:pt x="40561" y="287231"/>
                  </a:lnTo>
                  <a:lnTo>
                    <a:pt x="41337" y="288037"/>
                  </a:lnTo>
                  <a:close/>
                  <a:moveTo>
                    <a:pt x="95860" y="324779"/>
                  </a:moveTo>
                  <a:lnTo>
                    <a:pt x="95259" y="324824"/>
                  </a:lnTo>
                  <a:lnTo>
                    <a:pt x="94802" y="324383"/>
                  </a:lnTo>
                  <a:lnTo>
                    <a:pt x="96735" y="322976"/>
                  </a:lnTo>
                  <a:lnTo>
                    <a:pt x="96545" y="323912"/>
                  </a:lnTo>
                  <a:lnTo>
                    <a:pt x="96614" y="324383"/>
                  </a:lnTo>
                  <a:lnTo>
                    <a:pt x="95860" y="324779"/>
                  </a:lnTo>
                  <a:close/>
                </a:path>
              </a:pathLst>
            </a:custGeom>
            <a:solidFill>
              <a:srgbClr val="2562E8"/>
            </a:solidFill>
            <a:ln w="6168" cap="flat">
              <a:solidFill>
                <a:srgbClr val="2562E8"/>
              </a:solidFill>
              <a:prstDash val="solid"/>
              <a:miter/>
            </a:ln>
          </p:spPr>
          <p:txBody>
            <a:bodyPr/>
            <a:lstStyle/>
            <a:p>
              <a:endParaRPr lang="en-US"/>
            </a:p>
          </p:txBody>
        </p:sp>
        <p:sp>
          <p:nvSpPr>
            <p:cNvPr id="2350" name="Freeform: Shape 2349">
              <a:extLst>
                <a:ext uri="{FF2B5EF4-FFF2-40B4-BE49-F238E27FC236}">
                  <a16:creationId xmlns:a16="http://schemas.microsoft.com/office/drawing/2014/main" id="{A67A8779-2FD5-5757-B4C0-AE1A912985FE}"/>
                </a:ext>
              </a:extLst>
            </p:cNvPr>
            <p:cNvSpPr/>
            <p:nvPr/>
          </p:nvSpPr>
          <p:spPr>
            <a:xfrm>
              <a:off x="10482439" y="4593649"/>
              <a:ext cx="255427" cy="147240"/>
            </a:xfrm>
            <a:custGeom>
              <a:avLst/>
              <a:gdLst>
                <a:gd name="csX0" fmla="*/ 224985 w 255427"/>
                <a:gd name="csY0" fmla="*/ 52332 h 147240"/>
                <a:gd name="csX1" fmla="*/ 214219 w 255427"/>
                <a:gd name="csY1" fmla="*/ 56273 h 147240"/>
                <a:gd name="csX2" fmla="*/ 211381 w 255427"/>
                <a:gd name="csY2" fmla="*/ 58023 h 147240"/>
                <a:gd name="csX3" fmla="*/ 208802 w 255427"/>
                <a:gd name="csY3" fmla="*/ 60184 h 147240"/>
                <a:gd name="csX4" fmla="*/ 206870 w 255427"/>
                <a:gd name="csY4" fmla="*/ 62885 h 147240"/>
                <a:gd name="csX5" fmla="*/ 205515 w 255427"/>
                <a:gd name="csY5" fmla="*/ 67625 h 147240"/>
                <a:gd name="csX6" fmla="*/ 206542 w 255427"/>
                <a:gd name="csY6" fmla="*/ 71954 h 147240"/>
                <a:gd name="csX7" fmla="*/ 206443 w 255427"/>
                <a:gd name="csY7" fmla="*/ 74275 h 147240"/>
                <a:gd name="csX8" fmla="*/ 203666 w 255427"/>
                <a:gd name="csY8" fmla="*/ 75812 h 147240"/>
                <a:gd name="csX9" fmla="*/ 201072 w 255427"/>
                <a:gd name="csY9" fmla="*/ 76915 h 147240"/>
                <a:gd name="csX10" fmla="*/ 198188 w 255427"/>
                <a:gd name="csY10" fmla="*/ 78604 h 147240"/>
                <a:gd name="csX11" fmla="*/ 196438 w 255427"/>
                <a:gd name="csY11" fmla="*/ 79023 h 147240"/>
                <a:gd name="csX12" fmla="*/ 195008 w 255427"/>
                <a:gd name="csY12" fmla="*/ 80362 h 147240"/>
                <a:gd name="csX13" fmla="*/ 193341 w 255427"/>
                <a:gd name="csY13" fmla="*/ 81297 h 147240"/>
                <a:gd name="csX14" fmla="*/ 187338 w 255427"/>
                <a:gd name="csY14" fmla="*/ 83732 h 147240"/>
                <a:gd name="csX15" fmla="*/ 180780 w 255427"/>
                <a:gd name="csY15" fmla="*/ 85612 h 147240"/>
                <a:gd name="csX16" fmla="*/ 170356 w 255427"/>
                <a:gd name="csY16" fmla="*/ 87864 h 147240"/>
                <a:gd name="csX17" fmla="*/ 166331 w 255427"/>
                <a:gd name="csY17" fmla="*/ 90306 h 147240"/>
                <a:gd name="csX18" fmla="*/ 162671 w 255427"/>
                <a:gd name="csY18" fmla="*/ 91980 h 147240"/>
                <a:gd name="csX19" fmla="*/ 157109 w 255427"/>
                <a:gd name="csY19" fmla="*/ 92482 h 147240"/>
                <a:gd name="csX20" fmla="*/ 149470 w 255427"/>
                <a:gd name="csY20" fmla="*/ 94803 h 147240"/>
                <a:gd name="csX21" fmla="*/ 145225 w 255427"/>
                <a:gd name="csY21" fmla="*/ 96659 h 147240"/>
                <a:gd name="csX22" fmla="*/ 139952 w 255427"/>
                <a:gd name="csY22" fmla="*/ 99680 h 147240"/>
                <a:gd name="csX23" fmla="*/ 138788 w 255427"/>
                <a:gd name="csY23" fmla="*/ 100631 h 147240"/>
                <a:gd name="csX24" fmla="*/ 137860 w 255427"/>
                <a:gd name="csY24" fmla="*/ 102853 h 147240"/>
                <a:gd name="csX25" fmla="*/ 136239 w 255427"/>
                <a:gd name="csY25" fmla="*/ 104770 h 147240"/>
                <a:gd name="csX26" fmla="*/ 133066 w 255427"/>
                <a:gd name="csY26" fmla="*/ 107912 h 147240"/>
                <a:gd name="csX27" fmla="*/ 130685 w 255427"/>
                <a:gd name="csY27" fmla="*/ 109525 h 147240"/>
                <a:gd name="csX28" fmla="*/ 129094 w 255427"/>
                <a:gd name="csY28" fmla="*/ 109609 h 147240"/>
                <a:gd name="csX29" fmla="*/ 126005 w 255427"/>
                <a:gd name="csY29" fmla="*/ 110492 h 147240"/>
                <a:gd name="csX30" fmla="*/ 122346 w 255427"/>
                <a:gd name="csY30" fmla="*/ 110674 h 147240"/>
                <a:gd name="csX31" fmla="*/ 116198 w 255427"/>
                <a:gd name="csY31" fmla="*/ 109571 h 147240"/>
                <a:gd name="csX32" fmla="*/ 114616 w 255427"/>
                <a:gd name="csY32" fmla="*/ 110339 h 147240"/>
                <a:gd name="csX33" fmla="*/ 113314 w 255427"/>
                <a:gd name="csY33" fmla="*/ 111564 h 147240"/>
                <a:gd name="csX34" fmla="*/ 108574 w 255427"/>
                <a:gd name="csY34" fmla="*/ 113718 h 147240"/>
                <a:gd name="csX35" fmla="*/ 103758 w 255427"/>
                <a:gd name="csY35" fmla="*/ 118016 h 147240"/>
                <a:gd name="csX36" fmla="*/ 100235 w 255427"/>
                <a:gd name="csY36" fmla="*/ 119158 h 147240"/>
                <a:gd name="csX37" fmla="*/ 94536 w 255427"/>
                <a:gd name="csY37" fmla="*/ 120504 h 147240"/>
                <a:gd name="csX38" fmla="*/ 90550 w 255427"/>
                <a:gd name="csY38" fmla="*/ 122292 h 147240"/>
                <a:gd name="csX39" fmla="*/ 87871 w 255427"/>
                <a:gd name="csY39" fmla="*/ 123008 h 147240"/>
                <a:gd name="csX40" fmla="*/ 84425 w 255427"/>
                <a:gd name="csY40" fmla="*/ 123380 h 147240"/>
                <a:gd name="csX41" fmla="*/ 78041 w 255427"/>
                <a:gd name="csY41" fmla="*/ 123198 h 147240"/>
                <a:gd name="csX42" fmla="*/ 71992 w 255427"/>
                <a:gd name="csY42" fmla="*/ 123845 h 147240"/>
                <a:gd name="csX43" fmla="*/ 66385 w 255427"/>
                <a:gd name="csY43" fmla="*/ 125054 h 147240"/>
                <a:gd name="csX44" fmla="*/ 63752 w 255427"/>
                <a:gd name="csY44" fmla="*/ 127344 h 147240"/>
                <a:gd name="csX45" fmla="*/ 60747 w 255427"/>
                <a:gd name="csY45" fmla="*/ 130974 h 147240"/>
                <a:gd name="csX46" fmla="*/ 55839 w 255427"/>
                <a:gd name="csY46" fmla="*/ 132473 h 147240"/>
                <a:gd name="csX47" fmla="*/ 54683 w 255427"/>
                <a:gd name="csY47" fmla="*/ 133774 h 147240"/>
                <a:gd name="csX48" fmla="*/ 53168 w 255427"/>
                <a:gd name="csY48" fmla="*/ 136444 h 147240"/>
                <a:gd name="csX49" fmla="*/ 49996 w 255427"/>
                <a:gd name="csY49" fmla="*/ 137137 h 147240"/>
                <a:gd name="csX50" fmla="*/ 47120 w 255427"/>
                <a:gd name="csY50" fmla="*/ 137586 h 147240"/>
                <a:gd name="csX51" fmla="*/ 44183 w 255427"/>
                <a:gd name="csY51" fmla="*/ 136421 h 147240"/>
                <a:gd name="csX52" fmla="*/ 38644 w 255427"/>
                <a:gd name="csY52" fmla="*/ 139648 h 147240"/>
                <a:gd name="csX53" fmla="*/ 36552 w 255427"/>
                <a:gd name="csY53" fmla="*/ 140180 h 147240"/>
                <a:gd name="csX54" fmla="*/ 33371 w 255427"/>
                <a:gd name="csY54" fmla="*/ 140310 h 147240"/>
                <a:gd name="csX55" fmla="*/ 31111 w 255427"/>
                <a:gd name="csY55" fmla="*/ 140987 h 147240"/>
                <a:gd name="csX56" fmla="*/ 29491 w 255427"/>
                <a:gd name="csY56" fmla="*/ 140796 h 147240"/>
                <a:gd name="csX57" fmla="*/ 27475 w 255427"/>
                <a:gd name="csY57" fmla="*/ 139534 h 147240"/>
                <a:gd name="csX58" fmla="*/ 23183 w 255427"/>
                <a:gd name="csY58" fmla="*/ 138004 h 147240"/>
                <a:gd name="csX59" fmla="*/ 20049 w 255427"/>
                <a:gd name="csY59" fmla="*/ 139001 h 147240"/>
                <a:gd name="csX60" fmla="*/ 19782 w 255427"/>
                <a:gd name="csY60" fmla="*/ 135950 h 147240"/>
                <a:gd name="csX61" fmla="*/ 14586 w 255427"/>
                <a:gd name="csY61" fmla="*/ 126622 h 147240"/>
                <a:gd name="csX62" fmla="*/ 15666 w 255427"/>
                <a:gd name="csY62" fmla="*/ 118488 h 147240"/>
                <a:gd name="csX63" fmla="*/ 15666 w 255427"/>
                <a:gd name="csY63" fmla="*/ 117339 h 147240"/>
                <a:gd name="csX64" fmla="*/ 14631 w 255427"/>
                <a:gd name="csY64" fmla="*/ 113702 h 147240"/>
                <a:gd name="csX65" fmla="*/ 11535 w 255427"/>
                <a:gd name="csY65" fmla="*/ 110378 h 147240"/>
                <a:gd name="csX66" fmla="*/ 11626 w 255427"/>
                <a:gd name="csY66" fmla="*/ 106162 h 147240"/>
                <a:gd name="csX67" fmla="*/ 10591 w 255427"/>
                <a:gd name="csY67" fmla="*/ 103149 h 147240"/>
                <a:gd name="csX68" fmla="*/ 9769 w 255427"/>
                <a:gd name="csY68" fmla="*/ 100045 h 147240"/>
                <a:gd name="csX69" fmla="*/ 10036 w 255427"/>
                <a:gd name="csY69" fmla="*/ 99223 h 147240"/>
                <a:gd name="csX70" fmla="*/ 10081 w 255427"/>
                <a:gd name="csY70" fmla="*/ 98478 h 147240"/>
                <a:gd name="csX71" fmla="*/ 8499 w 255427"/>
                <a:gd name="csY71" fmla="*/ 93692 h 147240"/>
                <a:gd name="csX72" fmla="*/ 7974 w 255427"/>
                <a:gd name="csY72" fmla="*/ 92726 h 147240"/>
                <a:gd name="csX73" fmla="*/ 7776 w 255427"/>
                <a:gd name="csY73" fmla="*/ 91721 h 147240"/>
                <a:gd name="csX74" fmla="*/ 8294 w 255427"/>
                <a:gd name="csY74" fmla="*/ 90953 h 147240"/>
                <a:gd name="csX75" fmla="*/ 8278 w 255427"/>
                <a:gd name="csY75" fmla="*/ 90063 h 147240"/>
                <a:gd name="csX76" fmla="*/ 7441 w 255427"/>
                <a:gd name="csY76" fmla="*/ 88594 h 147240"/>
                <a:gd name="csX77" fmla="*/ 6551 w 255427"/>
                <a:gd name="csY77" fmla="*/ 85794 h 147240"/>
                <a:gd name="csX78" fmla="*/ 2328 w 255427"/>
                <a:gd name="csY78" fmla="*/ 83595 h 147240"/>
                <a:gd name="csX79" fmla="*/ 3188 w 255427"/>
                <a:gd name="csY79" fmla="*/ 81533 h 147240"/>
                <a:gd name="csX80" fmla="*/ 4010 w 255427"/>
                <a:gd name="csY80" fmla="*/ 82256 h 147240"/>
                <a:gd name="csX81" fmla="*/ 5120 w 255427"/>
                <a:gd name="csY81" fmla="*/ 82872 h 147240"/>
                <a:gd name="csX82" fmla="*/ 5349 w 255427"/>
                <a:gd name="csY82" fmla="*/ 81541 h 147240"/>
                <a:gd name="csX83" fmla="*/ 5364 w 255427"/>
                <a:gd name="csY83" fmla="*/ 80544 h 147240"/>
                <a:gd name="csX84" fmla="*/ 3599 w 255427"/>
                <a:gd name="csY84" fmla="*/ 74313 h 147240"/>
                <a:gd name="csX85" fmla="*/ 6216 w 255427"/>
                <a:gd name="csY85" fmla="*/ 65989 h 147240"/>
                <a:gd name="csX86" fmla="*/ 5356 w 255427"/>
                <a:gd name="csY86" fmla="*/ 58479 h 147240"/>
                <a:gd name="csX87" fmla="*/ 9351 w 255427"/>
                <a:gd name="csY87" fmla="*/ 55444 h 147240"/>
                <a:gd name="csX88" fmla="*/ 10355 w 255427"/>
                <a:gd name="csY88" fmla="*/ 54530 h 147240"/>
                <a:gd name="csX89" fmla="*/ 10934 w 255427"/>
                <a:gd name="csY89" fmla="*/ 53732 h 147240"/>
                <a:gd name="csX90" fmla="*/ 11877 w 255427"/>
                <a:gd name="csY90" fmla="*/ 52012 h 147240"/>
                <a:gd name="csX91" fmla="*/ 13163 w 255427"/>
                <a:gd name="csY91" fmla="*/ 51457 h 147240"/>
                <a:gd name="csX92" fmla="*/ 13619 w 255427"/>
                <a:gd name="csY92" fmla="*/ 49646 h 147240"/>
                <a:gd name="csX93" fmla="*/ 13581 w 255427"/>
                <a:gd name="csY93" fmla="*/ 48740 h 147240"/>
                <a:gd name="csX94" fmla="*/ 12752 w 255427"/>
                <a:gd name="csY94" fmla="*/ 47964 h 147240"/>
                <a:gd name="csX95" fmla="*/ 12128 w 255427"/>
                <a:gd name="csY95" fmla="*/ 45857 h 147240"/>
                <a:gd name="csX96" fmla="*/ 12334 w 255427"/>
                <a:gd name="csY96" fmla="*/ 43179 h 147240"/>
                <a:gd name="csX97" fmla="*/ 12539 w 255427"/>
                <a:gd name="csY97" fmla="*/ 42060 h 147240"/>
                <a:gd name="csX98" fmla="*/ 12973 w 255427"/>
                <a:gd name="csY98" fmla="*/ 40013 h 147240"/>
                <a:gd name="csX99" fmla="*/ 14372 w 255427"/>
                <a:gd name="csY99" fmla="*/ 39253 h 147240"/>
                <a:gd name="csX100" fmla="*/ 14700 w 255427"/>
                <a:gd name="csY100" fmla="*/ 38644 h 147240"/>
                <a:gd name="csX101" fmla="*/ 13619 w 255427"/>
                <a:gd name="csY101" fmla="*/ 37350 h 147240"/>
                <a:gd name="csX102" fmla="*/ 13718 w 255427"/>
                <a:gd name="csY102" fmla="*/ 36574 h 147240"/>
                <a:gd name="csX103" fmla="*/ 16092 w 255427"/>
                <a:gd name="csY103" fmla="*/ 34406 h 147240"/>
                <a:gd name="csX104" fmla="*/ 17028 w 255427"/>
                <a:gd name="csY104" fmla="*/ 33759 h 147240"/>
                <a:gd name="csX105" fmla="*/ 18565 w 255427"/>
                <a:gd name="csY105" fmla="*/ 33090 h 147240"/>
                <a:gd name="csX106" fmla="*/ 19767 w 255427"/>
                <a:gd name="csY106" fmla="*/ 33097 h 147240"/>
                <a:gd name="csX107" fmla="*/ 21152 w 255427"/>
                <a:gd name="csY107" fmla="*/ 33478 h 147240"/>
                <a:gd name="csX108" fmla="*/ 22392 w 255427"/>
                <a:gd name="csY108" fmla="*/ 34086 h 147240"/>
                <a:gd name="csX109" fmla="*/ 23594 w 255427"/>
                <a:gd name="csY109" fmla="*/ 35190 h 147240"/>
                <a:gd name="csX110" fmla="*/ 24865 w 255427"/>
                <a:gd name="csY110" fmla="*/ 36445 h 147240"/>
                <a:gd name="csX111" fmla="*/ 26812 w 255427"/>
                <a:gd name="csY111" fmla="*/ 36924 h 147240"/>
                <a:gd name="csX112" fmla="*/ 28136 w 255427"/>
                <a:gd name="csY112" fmla="*/ 36803 h 147240"/>
                <a:gd name="csX113" fmla="*/ 29217 w 255427"/>
                <a:gd name="csY113" fmla="*/ 37358 h 147240"/>
                <a:gd name="csX114" fmla="*/ 30130 w 255427"/>
                <a:gd name="csY114" fmla="*/ 37054 h 147240"/>
                <a:gd name="csX115" fmla="*/ 31165 w 255427"/>
                <a:gd name="csY115" fmla="*/ 36407 h 147240"/>
                <a:gd name="csX116" fmla="*/ 32824 w 255427"/>
                <a:gd name="csY116" fmla="*/ 36445 h 147240"/>
                <a:gd name="csX117" fmla="*/ 34315 w 255427"/>
                <a:gd name="csY117" fmla="*/ 35715 h 147240"/>
                <a:gd name="csX118" fmla="*/ 38560 w 255427"/>
                <a:gd name="csY118" fmla="*/ 35365 h 147240"/>
                <a:gd name="csX119" fmla="*/ 42654 w 255427"/>
                <a:gd name="csY119" fmla="*/ 35585 h 147240"/>
                <a:gd name="csX120" fmla="*/ 46930 w 255427"/>
                <a:gd name="csY120" fmla="*/ 34977 h 147240"/>
                <a:gd name="csX121" fmla="*/ 51198 w 255427"/>
                <a:gd name="csY121" fmla="*/ 35022 h 147240"/>
                <a:gd name="csX122" fmla="*/ 55504 w 255427"/>
                <a:gd name="csY122" fmla="*/ 35068 h 147240"/>
                <a:gd name="csX123" fmla="*/ 56455 w 255427"/>
                <a:gd name="csY123" fmla="*/ 35159 h 147240"/>
                <a:gd name="csX124" fmla="*/ 57392 w 255427"/>
                <a:gd name="csY124" fmla="*/ 35540 h 147240"/>
                <a:gd name="csX125" fmla="*/ 61021 w 255427"/>
                <a:gd name="csY125" fmla="*/ 37457 h 147240"/>
                <a:gd name="csX126" fmla="*/ 63775 w 255427"/>
                <a:gd name="csY126" fmla="*/ 37853 h 147240"/>
                <a:gd name="csX127" fmla="*/ 69307 w 255427"/>
                <a:gd name="csY127" fmla="*/ 38378 h 147240"/>
                <a:gd name="csX128" fmla="*/ 75203 w 255427"/>
                <a:gd name="csY128" fmla="*/ 38941 h 147240"/>
                <a:gd name="csX129" fmla="*/ 80316 w 255427"/>
                <a:gd name="csY129" fmla="*/ 39420 h 147240"/>
                <a:gd name="csX130" fmla="*/ 84653 w 255427"/>
                <a:gd name="csY130" fmla="*/ 38963 h 147240"/>
                <a:gd name="csX131" fmla="*/ 88252 w 255427"/>
                <a:gd name="csY131" fmla="*/ 38591 h 147240"/>
                <a:gd name="csX132" fmla="*/ 89226 w 255427"/>
                <a:gd name="csY132" fmla="*/ 38652 h 147240"/>
                <a:gd name="csX133" fmla="*/ 90314 w 255427"/>
                <a:gd name="csY133" fmla="*/ 39838 h 147240"/>
                <a:gd name="csX134" fmla="*/ 92482 w 255427"/>
                <a:gd name="csY134" fmla="*/ 42798 h 147240"/>
                <a:gd name="csX135" fmla="*/ 94529 w 255427"/>
                <a:gd name="csY135" fmla="*/ 45583 h 147240"/>
                <a:gd name="csX136" fmla="*/ 98113 w 255427"/>
                <a:gd name="csY136" fmla="*/ 45735 h 147240"/>
                <a:gd name="csX137" fmla="*/ 100410 w 255427"/>
                <a:gd name="csY137" fmla="*/ 44685 h 147240"/>
                <a:gd name="csX138" fmla="*/ 102936 w 255427"/>
                <a:gd name="csY138" fmla="*/ 43209 h 147240"/>
                <a:gd name="csX139" fmla="*/ 104481 w 255427"/>
                <a:gd name="csY139" fmla="*/ 42068 h 147240"/>
                <a:gd name="csX140" fmla="*/ 106269 w 255427"/>
                <a:gd name="csY140" fmla="*/ 37533 h 147240"/>
                <a:gd name="csX141" fmla="*/ 107426 w 255427"/>
                <a:gd name="csY141" fmla="*/ 34596 h 147240"/>
                <a:gd name="csX142" fmla="*/ 110081 w 255427"/>
                <a:gd name="csY142" fmla="*/ 31286 h 147240"/>
                <a:gd name="csX143" fmla="*/ 112303 w 255427"/>
                <a:gd name="csY143" fmla="*/ 28517 h 147240"/>
                <a:gd name="csX144" fmla="*/ 115239 w 255427"/>
                <a:gd name="csY144" fmla="*/ 24842 h 147240"/>
                <a:gd name="csX145" fmla="*/ 116868 w 255427"/>
                <a:gd name="csY145" fmla="*/ 22811 h 147240"/>
                <a:gd name="csX146" fmla="*/ 120078 w 255427"/>
                <a:gd name="csY146" fmla="*/ 18793 h 147240"/>
                <a:gd name="csX147" fmla="*/ 123145 w 255427"/>
                <a:gd name="csY147" fmla="*/ 17226 h 147240"/>
                <a:gd name="csX148" fmla="*/ 129064 w 255427"/>
                <a:gd name="csY148" fmla="*/ 14205 h 147240"/>
                <a:gd name="csX149" fmla="*/ 134870 w 255427"/>
                <a:gd name="csY149" fmla="*/ 11230 h 147240"/>
                <a:gd name="csX150" fmla="*/ 138651 w 255427"/>
                <a:gd name="csY150" fmla="*/ 9290 h 147240"/>
                <a:gd name="csX151" fmla="*/ 141869 w 255427"/>
                <a:gd name="csY151" fmla="*/ 8408 h 147240"/>
                <a:gd name="csX152" fmla="*/ 147264 w 255427"/>
                <a:gd name="csY152" fmla="*/ 7647 h 147240"/>
                <a:gd name="csX153" fmla="*/ 153602 w 255427"/>
                <a:gd name="csY153" fmla="*/ 6749 h 147240"/>
                <a:gd name="csX154" fmla="*/ 159940 w 255427"/>
                <a:gd name="csY154" fmla="*/ 5851 h 147240"/>
                <a:gd name="csX155" fmla="*/ 166704 w 255427"/>
                <a:gd name="csY155" fmla="*/ 4900 h 147240"/>
                <a:gd name="csX156" fmla="*/ 174236 w 255427"/>
                <a:gd name="csY156" fmla="*/ 3835 h 147240"/>
                <a:gd name="csX157" fmla="*/ 179402 w 255427"/>
                <a:gd name="csY157" fmla="*/ 3104 h 147240"/>
                <a:gd name="csX158" fmla="*/ 185984 w 255427"/>
                <a:gd name="csY158" fmla="*/ 2168 h 147240"/>
                <a:gd name="csX159" fmla="*/ 191462 w 255427"/>
                <a:gd name="csY159" fmla="*/ 1392 h 147240"/>
                <a:gd name="csX160" fmla="*/ 196332 w 255427"/>
                <a:gd name="csY160" fmla="*/ 708 h 147240"/>
                <a:gd name="csX161" fmla="*/ 201346 w 255427"/>
                <a:gd name="csY161" fmla="*/ 0 h 147240"/>
                <a:gd name="csX162" fmla="*/ 202289 w 255427"/>
                <a:gd name="csY162" fmla="*/ 2237 h 147240"/>
                <a:gd name="csX163" fmla="*/ 203232 w 255427"/>
                <a:gd name="csY163" fmla="*/ 4474 h 147240"/>
                <a:gd name="csX164" fmla="*/ 204184 w 255427"/>
                <a:gd name="csY164" fmla="*/ 6711 h 147240"/>
                <a:gd name="csX165" fmla="*/ 205127 w 255427"/>
                <a:gd name="csY165" fmla="*/ 8948 h 147240"/>
                <a:gd name="csX166" fmla="*/ 206070 w 255427"/>
                <a:gd name="csY166" fmla="*/ 11185 h 147240"/>
                <a:gd name="csX167" fmla="*/ 207014 w 255427"/>
                <a:gd name="csY167" fmla="*/ 13422 h 147240"/>
                <a:gd name="csX168" fmla="*/ 207958 w 255427"/>
                <a:gd name="csY168" fmla="*/ 15651 h 147240"/>
                <a:gd name="csX169" fmla="*/ 208909 w 255427"/>
                <a:gd name="csY169" fmla="*/ 17880 h 147240"/>
                <a:gd name="csX170" fmla="*/ 209852 w 255427"/>
                <a:gd name="csY170" fmla="*/ 20109 h 147240"/>
                <a:gd name="csX171" fmla="*/ 210796 w 255427"/>
                <a:gd name="csY171" fmla="*/ 22339 h 147240"/>
                <a:gd name="csX172" fmla="*/ 211739 w 255427"/>
                <a:gd name="csY172" fmla="*/ 24568 h 147240"/>
                <a:gd name="csX173" fmla="*/ 212690 w 255427"/>
                <a:gd name="csY173" fmla="*/ 26797 h 147240"/>
                <a:gd name="csX174" fmla="*/ 213633 w 255427"/>
                <a:gd name="csY174" fmla="*/ 29019 h 147240"/>
                <a:gd name="csX175" fmla="*/ 214577 w 255427"/>
                <a:gd name="csY175" fmla="*/ 31241 h 147240"/>
                <a:gd name="csX176" fmla="*/ 215520 w 255427"/>
                <a:gd name="csY176" fmla="*/ 33463 h 147240"/>
                <a:gd name="csX177" fmla="*/ 216464 w 255427"/>
                <a:gd name="csY177" fmla="*/ 35684 h 147240"/>
                <a:gd name="csX178" fmla="*/ 217392 w 255427"/>
                <a:gd name="csY178" fmla="*/ 37853 h 147240"/>
                <a:gd name="csX179" fmla="*/ 218914 w 255427"/>
                <a:gd name="csY179" fmla="*/ 38575 h 147240"/>
                <a:gd name="csX180" fmla="*/ 219819 w 255427"/>
                <a:gd name="csY180" fmla="*/ 40630 h 147240"/>
                <a:gd name="csX181" fmla="*/ 221112 w 255427"/>
                <a:gd name="csY181" fmla="*/ 43559 h 147240"/>
                <a:gd name="csX182" fmla="*/ 222414 w 255427"/>
                <a:gd name="csY182" fmla="*/ 46481 h 147240"/>
                <a:gd name="csX183" fmla="*/ 223707 w 255427"/>
                <a:gd name="csY183" fmla="*/ 49402 h 147240"/>
                <a:gd name="csX184" fmla="*/ 224985 w 255427"/>
                <a:gd name="csY184" fmla="*/ 52332 h 147240"/>
                <a:gd name="csX185" fmla="*/ 875 w 255427"/>
                <a:gd name="csY185" fmla="*/ 82028 h 147240"/>
                <a:gd name="csX186" fmla="*/ 205 w 255427"/>
                <a:gd name="csY186" fmla="*/ 82515 h 147240"/>
                <a:gd name="csX187" fmla="*/ 0 w 255427"/>
                <a:gd name="csY187" fmla="*/ 81663 h 147240"/>
                <a:gd name="csX188" fmla="*/ 441 w 255427"/>
                <a:gd name="csY188" fmla="*/ 79745 h 147240"/>
                <a:gd name="csX189" fmla="*/ 1141 w 255427"/>
                <a:gd name="csY189" fmla="*/ 79190 h 147240"/>
                <a:gd name="csX190" fmla="*/ 1613 w 255427"/>
                <a:gd name="csY190" fmla="*/ 80613 h 147240"/>
                <a:gd name="csX191" fmla="*/ 1309 w 255427"/>
                <a:gd name="csY191" fmla="*/ 81396 h 147240"/>
                <a:gd name="csX192" fmla="*/ 875 w 255427"/>
                <a:gd name="csY192" fmla="*/ 82028 h 147240"/>
                <a:gd name="csX193" fmla="*/ 5083 w 255427"/>
                <a:gd name="csY193" fmla="*/ 111237 h 147240"/>
                <a:gd name="csX194" fmla="*/ 4801 w 255427"/>
                <a:gd name="csY194" fmla="*/ 111701 h 147240"/>
                <a:gd name="csX195" fmla="*/ 4413 w 255427"/>
                <a:gd name="csY195" fmla="*/ 111602 h 147240"/>
                <a:gd name="csX196" fmla="*/ 3089 w 255427"/>
                <a:gd name="csY196" fmla="*/ 110438 h 147240"/>
                <a:gd name="csX197" fmla="*/ 4542 w 255427"/>
                <a:gd name="csY197" fmla="*/ 109137 h 147240"/>
                <a:gd name="csX198" fmla="*/ 5318 w 255427"/>
                <a:gd name="csY198" fmla="*/ 110347 h 147240"/>
                <a:gd name="csX199" fmla="*/ 5083 w 255427"/>
                <a:gd name="csY199" fmla="*/ 111237 h 147240"/>
                <a:gd name="csX200" fmla="*/ 4405 w 255427"/>
                <a:gd name="csY200" fmla="*/ 117081 h 147240"/>
                <a:gd name="csX201" fmla="*/ 2990 w 255427"/>
                <a:gd name="csY201" fmla="*/ 117750 h 147240"/>
                <a:gd name="csX202" fmla="*/ 3957 w 255427"/>
                <a:gd name="csY202" fmla="*/ 116015 h 147240"/>
                <a:gd name="csX203" fmla="*/ 4946 w 255427"/>
                <a:gd name="csY203" fmla="*/ 115658 h 147240"/>
                <a:gd name="csX204" fmla="*/ 5219 w 255427"/>
                <a:gd name="csY204" fmla="*/ 115726 h 147240"/>
                <a:gd name="csX205" fmla="*/ 4405 w 255427"/>
                <a:gd name="csY205" fmla="*/ 117081 h 147240"/>
                <a:gd name="csX206" fmla="*/ 239449 w 255427"/>
                <a:gd name="csY206" fmla="*/ 140340 h 147240"/>
                <a:gd name="csX207" fmla="*/ 240773 w 255427"/>
                <a:gd name="csY207" fmla="*/ 140599 h 147240"/>
                <a:gd name="csX208" fmla="*/ 242774 w 255427"/>
                <a:gd name="csY208" fmla="*/ 139845 h 147240"/>
                <a:gd name="csX209" fmla="*/ 248511 w 255427"/>
                <a:gd name="csY209" fmla="*/ 139746 h 147240"/>
                <a:gd name="csX210" fmla="*/ 255427 w 255427"/>
                <a:gd name="csY210" fmla="*/ 142166 h 147240"/>
                <a:gd name="csX211" fmla="*/ 254118 w 255427"/>
                <a:gd name="csY211" fmla="*/ 142797 h 147240"/>
                <a:gd name="csX212" fmla="*/ 253342 w 255427"/>
                <a:gd name="csY212" fmla="*/ 143672 h 147240"/>
                <a:gd name="csX213" fmla="*/ 250307 w 255427"/>
                <a:gd name="csY213" fmla="*/ 144471 h 147240"/>
                <a:gd name="csX214" fmla="*/ 247278 w 255427"/>
                <a:gd name="csY214" fmla="*/ 146335 h 147240"/>
                <a:gd name="csX215" fmla="*/ 238514 w 255427"/>
                <a:gd name="csY215" fmla="*/ 147241 h 147240"/>
                <a:gd name="csX216" fmla="*/ 235942 w 255427"/>
                <a:gd name="csY216" fmla="*/ 146739 h 147240"/>
                <a:gd name="csX217" fmla="*/ 233826 w 255427"/>
                <a:gd name="csY217" fmla="*/ 144936 h 147240"/>
                <a:gd name="csX218" fmla="*/ 229908 w 255427"/>
                <a:gd name="csY218" fmla="*/ 142592 h 147240"/>
                <a:gd name="csX219" fmla="*/ 231453 w 255427"/>
                <a:gd name="csY219" fmla="*/ 141093 h 147240"/>
                <a:gd name="csX220" fmla="*/ 231787 w 255427"/>
                <a:gd name="csY220" fmla="*/ 140408 h 147240"/>
                <a:gd name="csX221" fmla="*/ 232366 w 255427"/>
                <a:gd name="csY221" fmla="*/ 139754 h 147240"/>
                <a:gd name="csX222" fmla="*/ 234580 w 255427"/>
                <a:gd name="csY222" fmla="*/ 138620 h 147240"/>
                <a:gd name="csX223" fmla="*/ 236794 w 255427"/>
                <a:gd name="csY223" fmla="*/ 138803 h 147240"/>
                <a:gd name="csX224" fmla="*/ 239449 w 255427"/>
                <a:gd name="csY224" fmla="*/ 140340 h 1472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Lst>
              <a:rect l="l" t="t" r="r" b="b"/>
              <a:pathLst>
                <a:path w="255427" h="147240">
                  <a:moveTo>
                    <a:pt x="224985" y="52332"/>
                  </a:moveTo>
                  <a:lnTo>
                    <a:pt x="214219" y="56273"/>
                  </a:lnTo>
                  <a:lnTo>
                    <a:pt x="211381" y="58023"/>
                  </a:lnTo>
                  <a:lnTo>
                    <a:pt x="208802" y="60184"/>
                  </a:lnTo>
                  <a:lnTo>
                    <a:pt x="206870" y="62885"/>
                  </a:lnTo>
                  <a:lnTo>
                    <a:pt x="205515" y="67625"/>
                  </a:lnTo>
                  <a:lnTo>
                    <a:pt x="206542" y="71954"/>
                  </a:lnTo>
                  <a:lnTo>
                    <a:pt x="206443" y="74275"/>
                  </a:lnTo>
                  <a:lnTo>
                    <a:pt x="203666" y="75812"/>
                  </a:lnTo>
                  <a:lnTo>
                    <a:pt x="201072" y="76915"/>
                  </a:lnTo>
                  <a:lnTo>
                    <a:pt x="198188" y="78604"/>
                  </a:lnTo>
                  <a:lnTo>
                    <a:pt x="196438" y="79023"/>
                  </a:lnTo>
                  <a:lnTo>
                    <a:pt x="195008" y="80362"/>
                  </a:lnTo>
                  <a:lnTo>
                    <a:pt x="193341" y="81297"/>
                  </a:lnTo>
                  <a:lnTo>
                    <a:pt x="187338" y="83732"/>
                  </a:lnTo>
                  <a:lnTo>
                    <a:pt x="180780" y="85612"/>
                  </a:lnTo>
                  <a:lnTo>
                    <a:pt x="170356" y="87864"/>
                  </a:lnTo>
                  <a:lnTo>
                    <a:pt x="166331" y="90306"/>
                  </a:lnTo>
                  <a:lnTo>
                    <a:pt x="162671" y="91980"/>
                  </a:lnTo>
                  <a:lnTo>
                    <a:pt x="157109" y="92482"/>
                  </a:lnTo>
                  <a:lnTo>
                    <a:pt x="149470" y="94803"/>
                  </a:lnTo>
                  <a:lnTo>
                    <a:pt x="145225" y="96659"/>
                  </a:lnTo>
                  <a:lnTo>
                    <a:pt x="139952" y="99680"/>
                  </a:lnTo>
                  <a:lnTo>
                    <a:pt x="138788" y="100631"/>
                  </a:lnTo>
                  <a:lnTo>
                    <a:pt x="137860" y="102853"/>
                  </a:lnTo>
                  <a:lnTo>
                    <a:pt x="136239" y="104770"/>
                  </a:lnTo>
                  <a:lnTo>
                    <a:pt x="133066" y="107912"/>
                  </a:lnTo>
                  <a:lnTo>
                    <a:pt x="130685" y="109525"/>
                  </a:lnTo>
                  <a:lnTo>
                    <a:pt x="129094" y="109609"/>
                  </a:lnTo>
                  <a:lnTo>
                    <a:pt x="126005" y="110492"/>
                  </a:lnTo>
                  <a:lnTo>
                    <a:pt x="122346" y="110674"/>
                  </a:lnTo>
                  <a:lnTo>
                    <a:pt x="116198" y="109571"/>
                  </a:lnTo>
                  <a:lnTo>
                    <a:pt x="114616" y="110339"/>
                  </a:lnTo>
                  <a:lnTo>
                    <a:pt x="113314" y="111564"/>
                  </a:lnTo>
                  <a:lnTo>
                    <a:pt x="108574" y="113718"/>
                  </a:lnTo>
                  <a:lnTo>
                    <a:pt x="103758" y="118016"/>
                  </a:lnTo>
                  <a:lnTo>
                    <a:pt x="100235" y="119158"/>
                  </a:lnTo>
                  <a:lnTo>
                    <a:pt x="94536" y="120504"/>
                  </a:lnTo>
                  <a:lnTo>
                    <a:pt x="90550" y="122292"/>
                  </a:lnTo>
                  <a:lnTo>
                    <a:pt x="87871" y="123008"/>
                  </a:lnTo>
                  <a:lnTo>
                    <a:pt x="84425" y="123380"/>
                  </a:lnTo>
                  <a:lnTo>
                    <a:pt x="78041" y="123198"/>
                  </a:lnTo>
                  <a:lnTo>
                    <a:pt x="71992" y="123845"/>
                  </a:lnTo>
                  <a:lnTo>
                    <a:pt x="66385" y="125054"/>
                  </a:lnTo>
                  <a:lnTo>
                    <a:pt x="63752" y="127344"/>
                  </a:lnTo>
                  <a:lnTo>
                    <a:pt x="60747" y="130974"/>
                  </a:lnTo>
                  <a:lnTo>
                    <a:pt x="55839" y="132473"/>
                  </a:lnTo>
                  <a:lnTo>
                    <a:pt x="54683" y="133774"/>
                  </a:lnTo>
                  <a:lnTo>
                    <a:pt x="53168" y="136444"/>
                  </a:lnTo>
                  <a:lnTo>
                    <a:pt x="49996" y="137137"/>
                  </a:lnTo>
                  <a:lnTo>
                    <a:pt x="47120" y="137586"/>
                  </a:lnTo>
                  <a:lnTo>
                    <a:pt x="44183" y="136421"/>
                  </a:lnTo>
                  <a:lnTo>
                    <a:pt x="38644" y="139648"/>
                  </a:lnTo>
                  <a:lnTo>
                    <a:pt x="36552" y="140180"/>
                  </a:lnTo>
                  <a:lnTo>
                    <a:pt x="33371" y="140310"/>
                  </a:lnTo>
                  <a:lnTo>
                    <a:pt x="31111" y="140987"/>
                  </a:lnTo>
                  <a:lnTo>
                    <a:pt x="29491" y="140796"/>
                  </a:lnTo>
                  <a:lnTo>
                    <a:pt x="27475" y="139534"/>
                  </a:lnTo>
                  <a:lnTo>
                    <a:pt x="23183" y="138004"/>
                  </a:lnTo>
                  <a:lnTo>
                    <a:pt x="20049" y="139001"/>
                  </a:lnTo>
                  <a:lnTo>
                    <a:pt x="19782" y="135950"/>
                  </a:lnTo>
                  <a:lnTo>
                    <a:pt x="14586" y="126622"/>
                  </a:lnTo>
                  <a:lnTo>
                    <a:pt x="15666" y="118488"/>
                  </a:lnTo>
                  <a:lnTo>
                    <a:pt x="15666" y="117339"/>
                  </a:lnTo>
                  <a:lnTo>
                    <a:pt x="14631" y="113702"/>
                  </a:lnTo>
                  <a:lnTo>
                    <a:pt x="11535" y="110378"/>
                  </a:lnTo>
                  <a:lnTo>
                    <a:pt x="11626" y="106162"/>
                  </a:lnTo>
                  <a:lnTo>
                    <a:pt x="10591" y="103149"/>
                  </a:lnTo>
                  <a:lnTo>
                    <a:pt x="9769" y="100045"/>
                  </a:lnTo>
                  <a:lnTo>
                    <a:pt x="10036" y="99223"/>
                  </a:lnTo>
                  <a:lnTo>
                    <a:pt x="10081" y="98478"/>
                  </a:lnTo>
                  <a:lnTo>
                    <a:pt x="8499" y="93692"/>
                  </a:lnTo>
                  <a:lnTo>
                    <a:pt x="7974" y="92726"/>
                  </a:lnTo>
                  <a:lnTo>
                    <a:pt x="7776" y="91721"/>
                  </a:lnTo>
                  <a:lnTo>
                    <a:pt x="8294" y="90953"/>
                  </a:lnTo>
                  <a:lnTo>
                    <a:pt x="8278" y="90063"/>
                  </a:lnTo>
                  <a:lnTo>
                    <a:pt x="7441" y="88594"/>
                  </a:lnTo>
                  <a:lnTo>
                    <a:pt x="6551" y="85794"/>
                  </a:lnTo>
                  <a:lnTo>
                    <a:pt x="2328" y="83595"/>
                  </a:lnTo>
                  <a:lnTo>
                    <a:pt x="3188" y="81533"/>
                  </a:lnTo>
                  <a:lnTo>
                    <a:pt x="4010" y="82256"/>
                  </a:lnTo>
                  <a:lnTo>
                    <a:pt x="5120" y="82872"/>
                  </a:lnTo>
                  <a:lnTo>
                    <a:pt x="5349" y="81541"/>
                  </a:lnTo>
                  <a:lnTo>
                    <a:pt x="5364" y="80544"/>
                  </a:lnTo>
                  <a:lnTo>
                    <a:pt x="3599" y="74313"/>
                  </a:lnTo>
                  <a:lnTo>
                    <a:pt x="6216" y="65989"/>
                  </a:lnTo>
                  <a:lnTo>
                    <a:pt x="5356" y="58479"/>
                  </a:lnTo>
                  <a:lnTo>
                    <a:pt x="9351" y="55444"/>
                  </a:lnTo>
                  <a:lnTo>
                    <a:pt x="10355" y="54530"/>
                  </a:lnTo>
                  <a:lnTo>
                    <a:pt x="10934" y="53732"/>
                  </a:lnTo>
                  <a:lnTo>
                    <a:pt x="11877" y="52012"/>
                  </a:lnTo>
                  <a:lnTo>
                    <a:pt x="13163" y="51457"/>
                  </a:lnTo>
                  <a:lnTo>
                    <a:pt x="13619" y="49646"/>
                  </a:lnTo>
                  <a:lnTo>
                    <a:pt x="13581" y="48740"/>
                  </a:lnTo>
                  <a:lnTo>
                    <a:pt x="12752" y="47964"/>
                  </a:lnTo>
                  <a:lnTo>
                    <a:pt x="12128" y="45857"/>
                  </a:lnTo>
                  <a:lnTo>
                    <a:pt x="12334" y="43179"/>
                  </a:lnTo>
                  <a:lnTo>
                    <a:pt x="12539" y="42060"/>
                  </a:lnTo>
                  <a:lnTo>
                    <a:pt x="12973" y="40013"/>
                  </a:lnTo>
                  <a:lnTo>
                    <a:pt x="14372" y="39253"/>
                  </a:lnTo>
                  <a:lnTo>
                    <a:pt x="14700" y="38644"/>
                  </a:lnTo>
                  <a:lnTo>
                    <a:pt x="13619" y="37350"/>
                  </a:lnTo>
                  <a:lnTo>
                    <a:pt x="13718" y="36574"/>
                  </a:lnTo>
                  <a:lnTo>
                    <a:pt x="16092" y="34406"/>
                  </a:lnTo>
                  <a:lnTo>
                    <a:pt x="17028" y="33759"/>
                  </a:lnTo>
                  <a:lnTo>
                    <a:pt x="18565" y="33090"/>
                  </a:lnTo>
                  <a:lnTo>
                    <a:pt x="19767" y="33097"/>
                  </a:lnTo>
                  <a:lnTo>
                    <a:pt x="21152" y="33478"/>
                  </a:lnTo>
                  <a:lnTo>
                    <a:pt x="22392" y="34086"/>
                  </a:lnTo>
                  <a:lnTo>
                    <a:pt x="23594" y="35190"/>
                  </a:lnTo>
                  <a:lnTo>
                    <a:pt x="24865" y="36445"/>
                  </a:lnTo>
                  <a:lnTo>
                    <a:pt x="26812" y="36924"/>
                  </a:lnTo>
                  <a:lnTo>
                    <a:pt x="28136" y="36803"/>
                  </a:lnTo>
                  <a:lnTo>
                    <a:pt x="29217" y="37358"/>
                  </a:lnTo>
                  <a:lnTo>
                    <a:pt x="30130" y="37054"/>
                  </a:lnTo>
                  <a:lnTo>
                    <a:pt x="31165" y="36407"/>
                  </a:lnTo>
                  <a:lnTo>
                    <a:pt x="32824" y="36445"/>
                  </a:lnTo>
                  <a:lnTo>
                    <a:pt x="34315" y="35715"/>
                  </a:lnTo>
                  <a:lnTo>
                    <a:pt x="38560" y="35365"/>
                  </a:lnTo>
                  <a:lnTo>
                    <a:pt x="42654" y="35585"/>
                  </a:lnTo>
                  <a:lnTo>
                    <a:pt x="46930" y="34977"/>
                  </a:lnTo>
                  <a:lnTo>
                    <a:pt x="51198" y="35022"/>
                  </a:lnTo>
                  <a:lnTo>
                    <a:pt x="55504" y="35068"/>
                  </a:lnTo>
                  <a:lnTo>
                    <a:pt x="56455" y="35159"/>
                  </a:lnTo>
                  <a:lnTo>
                    <a:pt x="57392" y="35540"/>
                  </a:lnTo>
                  <a:lnTo>
                    <a:pt x="61021" y="37457"/>
                  </a:lnTo>
                  <a:lnTo>
                    <a:pt x="63775" y="37853"/>
                  </a:lnTo>
                  <a:lnTo>
                    <a:pt x="69307" y="38378"/>
                  </a:lnTo>
                  <a:lnTo>
                    <a:pt x="75203" y="38941"/>
                  </a:lnTo>
                  <a:lnTo>
                    <a:pt x="80316" y="39420"/>
                  </a:lnTo>
                  <a:lnTo>
                    <a:pt x="84653" y="38963"/>
                  </a:lnTo>
                  <a:lnTo>
                    <a:pt x="88252" y="38591"/>
                  </a:lnTo>
                  <a:lnTo>
                    <a:pt x="89226" y="38652"/>
                  </a:lnTo>
                  <a:lnTo>
                    <a:pt x="90314" y="39838"/>
                  </a:lnTo>
                  <a:lnTo>
                    <a:pt x="92482" y="42798"/>
                  </a:lnTo>
                  <a:lnTo>
                    <a:pt x="94529" y="45583"/>
                  </a:lnTo>
                  <a:lnTo>
                    <a:pt x="98113" y="45735"/>
                  </a:lnTo>
                  <a:lnTo>
                    <a:pt x="100410" y="44685"/>
                  </a:lnTo>
                  <a:lnTo>
                    <a:pt x="102936" y="43209"/>
                  </a:lnTo>
                  <a:lnTo>
                    <a:pt x="104481" y="42068"/>
                  </a:lnTo>
                  <a:lnTo>
                    <a:pt x="106269" y="37533"/>
                  </a:lnTo>
                  <a:lnTo>
                    <a:pt x="107426" y="34596"/>
                  </a:lnTo>
                  <a:lnTo>
                    <a:pt x="110081" y="31286"/>
                  </a:lnTo>
                  <a:lnTo>
                    <a:pt x="112303" y="28517"/>
                  </a:lnTo>
                  <a:lnTo>
                    <a:pt x="115239" y="24842"/>
                  </a:lnTo>
                  <a:lnTo>
                    <a:pt x="116868" y="22811"/>
                  </a:lnTo>
                  <a:lnTo>
                    <a:pt x="120078" y="18793"/>
                  </a:lnTo>
                  <a:lnTo>
                    <a:pt x="123145" y="17226"/>
                  </a:lnTo>
                  <a:lnTo>
                    <a:pt x="129064" y="14205"/>
                  </a:lnTo>
                  <a:lnTo>
                    <a:pt x="134870" y="11230"/>
                  </a:lnTo>
                  <a:lnTo>
                    <a:pt x="138651" y="9290"/>
                  </a:lnTo>
                  <a:lnTo>
                    <a:pt x="141869" y="8408"/>
                  </a:lnTo>
                  <a:lnTo>
                    <a:pt x="147264" y="7647"/>
                  </a:lnTo>
                  <a:lnTo>
                    <a:pt x="153602" y="6749"/>
                  </a:lnTo>
                  <a:lnTo>
                    <a:pt x="159940" y="5851"/>
                  </a:lnTo>
                  <a:lnTo>
                    <a:pt x="166704" y="4900"/>
                  </a:lnTo>
                  <a:lnTo>
                    <a:pt x="174236" y="3835"/>
                  </a:lnTo>
                  <a:lnTo>
                    <a:pt x="179402" y="3104"/>
                  </a:lnTo>
                  <a:lnTo>
                    <a:pt x="185984" y="2168"/>
                  </a:lnTo>
                  <a:lnTo>
                    <a:pt x="191462" y="1392"/>
                  </a:lnTo>
                  <a:lnTo>
                    <a:pt x="196332" y="708"/>
                  </a:lnTo>
                  <a:lnTo>
                    <a:pt x="201346" y="0"/>
                  </a:lnTo>
                  <a:lnTo>
                    <a:pt x="202289" y="2237"/>
                  </a:lnTo>
                  <a:lnTo>
                    <a:pt x="203232" y="4474"/>
                  </a:lnTo>
                  <a:lnTo>
                    <a:pt x="204184" y="6711"/>
                  </a:lnTo>
                  <a:lnTo>
                    <a:pt x="205127" y="8948"/>
                  </a:lnTo>
                  <a:lnTo>
                    <a:pt x="206070" y="11185"/>
                  </a:lnTo>
                  <a:lnTo>
                    <a:pt x="207014" y="13422"/>
                  </a:lnTo>
                  <a:lnTo>
                    <a:pt x="207958" y="15651"/>
                  </a:lnTo>
                  <a:lnTo>
                    <a:pt x="208909" y="17880"/>
                  </a:lnTo>
                  <a:lnTo>
                    <a:pt x="209852" y="20109"/>
                  </a:lnTo>
                  <a:lnTo>
                    <a:pt x="210796" y="22339"/>
                  </a:lnTo>
                  <a:lnTo>
                    <a:pt x="211739" y="24568"/>
                  </a:lnTo>
                  <a:lnTo>
                    <a:pt x="212690" y="26797"/>
                  </a:lnTo>
                  <a:lnTo>
                    <a:pt x="213633" y="29019"/>
                  </a:lnTo>
                  <a:lnTo>
                    <a:pt x="214577" y="31241"/>
                  </a:lnTo>
                  <a:lnTo>
                    <a:pt x="215520" y="33463"/>
                  </a:lnTo>
                  <a:lnTo>
                    <a:pt x="216464" y="35684"/>
                  </a:lnTo>
                  <a:lnTo>
                    <a:pt x="217392" y="37853"/>
                  </a:lnTo>
                  <a:lnTo>
                    <a:pt x="218914" y="38575"/>
                  </a:lnTo>
                  <a:lnTo>
                    <a:pt x="219819" y="40630"/>
                  </a:lnTo>
                  <a:lnTo>
                    <a:pt x="221112" y="43559"/>
                  </a:lnTo>
                  <a:lnTo>
                    <a:pt x="222414" y="46481"/>
                  </a:lnTo>
                  <a:lnTo>
                    <a:pt x="223707" y="49402"/>
                  </a:lnTo>
                  <a:lnTo>
                    <a:pt x="224985" y="52332"/>
                  </a:lnTo>
                  <a:close/>
                  <a:moveTo>
                    <a:pt x="875" y="82028"/>
                  </a:moveTo>
                  <a:lnTo>
                    <a:pt x="205" y="82515"/>
                  </a:lnTo>
                  <a:lnTo>
                    <a:pt x="0" y="81663"/>
                  </a:lnTo>
                  <a:lnTo>
                    <a:pt x="441" y="79745"/>
                  </a:lnTo>
                  <a:lnTo>
                    <a:pt x="1141" y="79190"/>
                  </a:lnTo>
                  <a:lnTo>
                    <a:pt x="1613" y="80613"/>
                  </a:lnTo>
                  <a:lnTo>
                    <a:pt x="1309" y="81396"/>
                  </a:lnTo>
                  <a:lnTo>
                    <a:pt x="875" y="82028"/>
                  </a:lnTo>
                  <a:close/>
                  <a:moveTo>
                    <a:pt x="5083" y="111237"/>
                  </a:moveTo>
                  <a:lnTo>
                    <a:pt x="4801" y="111701"/>
                  </a:lnTo>
                  <a:lnTo>
                    <a:pt x="4413" y="111602"/>
                  </a:lnTo>
                  <a:lnTo>
                    <a:pt x="3089" y="110438"/>
                  </a:lnTo>
                  <a:lnTo>
                    <a:pt x="4542" y="109137"/>
                  </a:lnTo>
                  <a:lnTo>
                    <a:pt x="5318" y="110347"/>
                  </a:lnTo>
                  <a:lnTo>
                    <a:pt x="5083" y="111237"/>
                  </a:lnTo>
                  <a:close/>
                  <a:moveTo>
                    <a:pt x="4405" y="117081"/>
                  </a:moveTo>
                  <a:lnTo>
                    <a:pt x="2990" y="117750"/>
                  </a:lnTo>
                  <a:lnTo>
                    <a:pt x="3957" y="116015"/>
                  </a:lnTo>
                  <a:lnTo>
                    <a:pt x="4946" y="115658"/>
                  </a:lnTo>
                  <a:lnTo>
                    <a:pt x="5219" y="115726"/>
                  </a:lnTo>
                  <a:lnTo>
                    <a:pt x="4405" y="117081"/>
                  </a:lnTo>
                  <a:close/>
                  <a:moveTo>
                    <a:pt x="239449" y="140340"/>
                  </a:moveTo>
                  <a:lnTo>
                    <a:pt x="240773" y="140599"/>
                  </a:lnTo>
                  <a:lnTo>
                    <a:pt x="242774" y="139845"/>
                  </a:lnTo>
                  <a:lnTo>
                    <a:pt x="248511" y="139746"/>
                  </a:lnTo>
                  <a:lnTo>
                    <a:pt x="255427" y="142166"/>
                  </a:lnTo>
                  <a:lnTo>
                    <a:pt x="254118" y="142797"/>
                  </a:lnTo>
                  <a:lnTo>
                    <a:pt x="253342" y="143672"/>
                  </a:lnTo>
                  <a:lnTo>
                    <a:pt x="250307" y="144471"/>
                  </a:lnTo>
                  <a:lnTo>
                    <a:pt x="247278" y="146335"/>
                  </a:lnTo>
                  <a:lnTo>
                    <a:pt x="238514" y="147241"/>
                  </a:lnTo>
                  <a:lnTo>
                    <a:pt x="235942" y="146739"/>
                  </a:lnTo>
                  <a:lnTo>
                    <a:pt x="233826" y="144936"/>
                  </a:lnTo>
                  <a:lnTo>
                    <a:pt x="229908" y="142592"/>
                  </a:lnTo>
                  <a:lnTo>
                    <a:pt x="231453" y="141093"/>
                  </a:lnTo>
                  <a:lnTo>
                    <a:pt x="231787" y="140408"/>
                  </a:lnTo>
                  <a:lnTo>
                    <a:pt x="232366" y="139754"/>
                  </a:lnTo>
                  <a:lnTo>
                    <a:pt x="234580" y="138620"/>
                  </a:lnTo>
                  <a:lnTo>
                    <a:pt x="236794" y="138803"/>
                  </a:lnTo>
                  <a:lnTo>
                    <a:pt x="239449" y="140340"/>
                  </a:lnTo>
                  <a:close/>
                </a:path>
              </a:pathLst>
            </a:custGeom>
            <a:solidFill>
              <a:srgbClr val="2562E8"/>
            </a:solidFill>
            <a:ln w="6168" cap="flat">
              <a:solidFill>
                <a:srgbClr val="2562E8"/>
              </a:solidFill>
              <a:prstDash val="solid"/>
              <a:miter/>
            </a:ln>
          </p:spPr>
          <p:txBody>
            <a:bodyPr/>
            <a:lstStyle/>
            <a:p>
              <a:endParaRPr lang="en-US"/>
            </a:p>
          </p:txBody>
        </p:sp>
        <p:sp>
          <p:nvSpPr>
            <p:cNvPr id="2351" name="Freeform: Shape 2350">
              <a:extLst>
                <a:ext uri="{FF2B5EF4-FFF2-40B4-BE49-F238E27FC236}">
                  <a16:creationId xmlns:a16="http://schemas.microsoft.com/office/drawing/2014/main" id="{0F1C59D9-209D-9BB7-0A3D-DC4B277AF981}"/>
                </a:ext>
              </a:extLst>
            </p:cNvPr>
            <p:cNvSpPr/>
            <p:nvPr/>
          </p:nvSpPr>
          <p:spPr>
            <a:xfrm>
              <a:off x="10535676" y="5274859"/>
              <a:ext cx="3857" cy="7227"/>
            </a:xfrm>
            <a:custGeom>
              <a:avLst/>
              <a:gdLst>
                <a:gd name="csX0" fmla="*/ 2944 w 3857"/>
                <a:gd name="csY0" fmla="*/ 7045 h 7227"/>
                <a:gd name="csX1" fmla="*/ 1598 w 3857"/>
                <a:gd name="csY1" fmla="*/ 7228 h 7227"/>
                <a:gd name="csX2" fmla="*/ 966 w 3857"/>
                <a:gd name="csY2" fmla="*/ 6650 h 7227"/>
                <a:gd name="csX3" fmla="*/ 578 w 3857"/>
                <a:gd name="csY3" fmla="*/ 5280 h 7227"/>
                <a:gd name="csX4" fmla="*/ 974 w 3857"/>
                <a:gd name="csY4" fmla="*/ 3964 h 7227"/>
                <a:gd name="csX5" fmla="*/ 1088 w 3857"/>
                <a:gd name="csY5" fmla="*/ 2899 h 7227"/>
                <a:gd name="csX6" fmla="*/ 0 w 3857"/>
                <a:gd name="csY6" fmla="*/ 1050 h 7227"/>
                <a:gd name="csX7" fmla="*/ 1065 w 3857"/>
                <a:gd name="csY7" fmla="*/ 0 h 7227"/>
                <a:gd name="csX8" fmla="*/ 1970 w 3857"/>
                <a:gd name="csY8" fmla="*/ 1225 h 7227"/>
                <a:gd name="csX9" fmla="*/ 2488 w 3857"/>
                <a:gd name="csY9" fmla="*/ 1309 h 7227"/>
                <a:gd name="csX10" fmla="*/ 3858 w 3857"/>
                <a:gd name="csY10" fmla="*/ 2161 h 7227"/>
                <a:gd name="csX11" fmla="*/ 3454 w 3857"/>
                <a:gd name="csY11" fmla="*/ 3728 h 7227"/>
                <a:gd name="csX12" fmla="*/ 3546 w 3857"/>
                <a:gd name="csY12" fmla="*/ 4245 h 7227"/>
                <a:gd name="csX13" fmla="*/ 2921 w 3857"/>
                <a:gd name="csY13" fmla="*/ 5813 h 72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857" h="7227">
                  <a:moveTo>
                    <a:pt x="2944" y="7045"/>
                  </a:moveTo>
                  <a:lnTo>
                    <a:pt x="1598" y="7228"/>
                  </a:lnTo>
                  <a:lnTo>
                    <a:pt x="966" y="6650"/>
                  </a:lnTo>
                  <a:lnTo>
                    <a:pt x="578" y="5280"/>
                  </a:lnTo>
                  <a:lnTo>
                    <a:pt x="974" y="3964"/>
                  </a:lnTo>
                  <a:lnTo>
                    <a:pt x="1088" y="2899"/>
                  </a:lnTo>
                  <a:lnTo>
                    <a:pt x="0" y="1050"/>
                  </a:lnTo>
                  <a:lnTo>
                    <a:pt x="1065" y="0"/>
                  </a:lnTo>
                  <a:lnTo>
                    <a:pt x="1970" y="1225"/>
                  </a:lnTo>
                  <a:lnTo>
                    <a:pt x="2488" y="1309"/>
                  </a:lnTo>
                  <a:lnTo>
                    <a:pt x="3858" y="2161"/>
                  </a:lnTo>
                  <a:lnTo>
                    <a:pt x="3454" y="3728"/>
                  </a:lnTo>
                  <a:lnTo>
                    <a:pt x="3546" y="4245"/>
                  </a:lnTo>
                  <a:lnTo>
                    <a:pt x="2921" y="581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52" name="Freeform: Shape 2351">
              <a:extLst>
                <a:ext uri="{FF2B5EF4-FFF2-40B4-BE49-F238E27FC236}">
                  <a16:creationId xmlns:a16="http://schemas.microsoft.com/office/drawing/2014/main" id="{82B5A7D1-02CC-F839-0A20-8CF58F796E95}"/>
                </a:ext>
              </a:extLst>
            </p:cNvPr>
            <p:cNvSpPr/>
            <p:nvPr/>
          </p:nvSpPr>
          <p:spPr>
            <a:xfrm>
              <a:off x="9925096" y="5486278"/>
              <a:ext cx="457792" cy="650622"/>
            </a:xfrm>
            <a:custGeom>
              <a:avLst/>
              <a:gdLst>
                <a:gd name="csX0" fmla="*/ 316866 w 457792"/>
                <a:gd name="csY0" fmla="*/ 5881 h 650622"/>
                <a:gd name="csX1" fmla="*/ 316981 w 457792"/>
                <a:gd name="csY1" fmla="*/ 7091 h 650622"/>
                <a:gd name="csX2" fmla="*/ 317133 w 457792"/>
                <a:gd name="csY2" fmla="*/ 7639 h 650622"/>
                <a:gd name="csX3" fmla="*/ 318152 w 457792"/>
                <a:gd name="csY3" fmla="*/ 10827 h 650622"/>
                <a:gd name="csX4" fmla="*/ 319674 w 457792"/>
                <a:gd name="csY4" fmla="*/ 15605 h 650622"/>
                <a:gd name="csX5" fmla="*/ 320686 w 457792"/>
                <a:gd name="csY5" fmla="*/ 20018 h 650622"/>
                <a:gd name="csX6" fmla="*/ 322078 w 457792"/>
                <a:gd name="csY6" fmla="*/ 26082 h 650622"/>
                <a:gd name="csX7" fmla="*/ 322033 w 457792"/>
                <a:gd name="csY7" fmla="*/ 29468 h 650622"/>
                <a:gd name="csX8" fmla="*/ 322375 w 457792"/>
                <a:gd name="csY8" fmla="*/ 30776 h 650622"/>
                <a:gd name="csX9" fmla="*/ 323623 w 457792"/>
                <a:gd name="csY9" fmla="*/ 32412 h 650622"/>
                <a:gd name="csX10" fmla="*/ 325153 w 457792"/>
                <a:gd name="csY10" fmla="*/ 35228 h 650622"/>
                <a:gd name="csX11" fmla="*/ 325670 w 457792"/>
                <a:gd name="csY11" fmla="*/ 36818 h 650622"/>
                <a:gd name="csX12" fmla="*/ 326179 w 457792"/>
                <a:gd name="csY12" fmla="*/ 38012 h 650622"/>
                <a:gd name="csX13" fmla="*/ 327793 w 457792"/>
                <a:gd name="csY13" fmla="*/ 40279 h 650622"/>
                <a:gd name="csX14" fmla="*/ 329048 w 457792"/>
                <a:gd name="csY14" fmla="*/ 43719 h 650622"/>
                <a:gd name="csX15" fmla="*/ 330113 w 457792"/>
                <a:gd name="csY15" fmla="*/ 48276 h 650622"/>
                <a:gd name="csX16" fmla="*/ 331026 w 457792"/>
                <a:gd name="csY16" fmla="*/ 50468 h 650622"/>
                <a:gd name="csX17" fmla="*/ 331368 w 457792"/>
                <a:gd name="csY17" fmla="*/ 51548 h 650622"/>
                <a:gd name="csX18" fmla="*/ 331779 w 457792"/>
                <a:gd name="csY18" fmla="*/ 53511 h 650622"/>
                <a:gd name="csX19" fmla="*/ 331726 w 457792"/>
                <a:gd name="csY19" fmla="*/ 57658 h 650622"/>
                <a:gd name="csX20" fmla="*/ 331749 w 457792"/>
                <a:gd name="csY20" fmla="*/ 62474 h 650622"/>
                <a:gd name="csX21" fmla="*/ 331779 w 457792"/>
                <a:gd name="csY21" fmla="*/ 67853 h 650622"/>
                <a:gd name="csX22" fmla="*/ 331802 w 457792"/>
                <a:gd name="csY22" fmla="*/ 72304 h 650622"/>
                <a:gd name="csX23" fmla="*/ 331642 w 457792"/>
                <a:gd name="csY23" fmla="*/ 74556 h 650622"/>
                <a:gd name="csX24" fmla="*/ 331757 w 457792"/>
                <a:gd name="csY24" fmla="*/ 80970 h 650622"/>
                <a:gd name="csX25" fmla="*/ 330379 w 457792"/>
                <a:gd name="csY25" fmla="*/ 84310 h 650622"/>
                <a:gd name="csX26" fmla="*/ 330547 w 457792"/>
                <a:gd name="csY26" fmla="*/ 86943 h 650622"/>
                <a:gd name="csX27" fmla="*/ 330973 w 457792"/>
                <a:gd name="csY27" fmla="*/ 88647 h 650622"/>
                <a:gd name="csX28" fmla="*/ 330410 w 457792"/>
                <a:gd name="csY28" fmla="*/ 88913 h 650622"/>
                <a:gd name="csX29" fmla="*/ 329337 w 457792"/>
                <a:gd name="csY29" fmla="*/ 89218 h 650622"/>
                <a:gd name="csX30" fmla="*/ 324407 w 457792"/>
                <a:gd name="csY30" fmla="*/ 86517 h 650622"/>
                <a:gd name="csX31" fmla="*/ 319598 w 457792"/>
                <a:gd name="csY31" fmla="*/ 83663 h 650622"/>
                <a:gd name="csX32" fmla="*/ 318906 w 457792"/>
                <a:gd name="csY32" fmla="*/ 83580 h 650622"/>
                <a:gd name="csX33" fmla="*/ 317894 w 457792"/>
                <a:gd name="csY33" fmla="*/ 83877 h 650622"/>
                <a:gd name="csX34" fmla="*/ 315170 w 457792"/>
                <a:gd name="csY34" fmla="*/ 85946 h 650622"/>
                <a:gd name="csX35" fmla="*/ 312621 w 457792"/>
                <a:gd name="csY35" fmla="*/ 89187 h 650622"/>
                <a:gd name="csX36" fmla="*/ 311449 w 457792"/>
                <a:gd name="csY36" fmla="*/ 91957 h 650622"/>
                <a:gd name="csX37" fmla="*/ 309570 w 457792"/>
                <a:gd name="csY37" fmla="*/ 94818 h 650622"/>
                <a:gd name="csX38" fmla="*/ 306542 w 457792"/>
                <a:gd name="csY38" fmla="*/ 99429 h 650622"/>
                <a:gd name="csX39" fmla="*/ 306230 w 457792"/>
                <a:gd name="csY39" fmla="*/ 100425 h 650622"/>
                <a:gd name="csX40" fmla="*/ 306199 w 457792"/>
                <a:gd name="csY40" fmla="*/ 104184 h 650622"/>
                <a:gd name="csX41" fmla="*/ 306344 w 457792"/>
                <a:gd name="csY41" fmla="*/ 107768 h 650622"/>
                <a:gd name="csX42" fmla="*/ 306610 w 457792"/>
                <a:gd name="csY42" fmla="*/ 108270 h 650622"/>
                <a:gd name="csX43" fmla="*/ 308246 w 457792"/>
                <a:gd name="csY43" fmla="*/ 108437 h 650622"/>
                <a:gd name="csX44" fmla="*/ 309418 w 457792"/>
                <a:gd name="csY44" fmla="*/ 111374 h 650622"/>
                <a:gd name="csX45" fmla="*/ 312096 w 457792"/>
                <a:gd name="csY45" fmla="*/ 116061 h 650622"/>
                <a:gd name="csX46" fmla="*/ 316593 w 457792"/>
                <a:gd name="csY46" fmla="*/ 119074 h 650622"/>
                <a:gd name="csX47" fmla="*/ 320770 w 457792"/>
                <a:gd name="csY47" fmla="*/ 120443 h 650622"/>
                <a:gd name="csX48" fmla="*/ 326598 w 457792"/>
                <a:gd name="csY48" fmla="*/ 120786 h 650622"/>
                <a:gd name="csX49" fmla="*/ 331209 w 457792"/>
                <a:gd name="csY49" fmla="*/ 120687 h 650622"/>
                <a:gd name="csX50" fmla="*/ 330943 w 457792"/>
                <a:gd name="csY50" fmla="*/ 117522 h 650622"/>
                <a:gd name="csX51" fmla="*/ 331399 w 457792"/>
                <a:gd name="csY51" fmla="*/ 112447 h 650622"/>
                <a:gd name="csX52" fmla="*/ 331985 w 457792"/>
                <a:gd name="csY52" fmla="*/ 109038 h 650622"/>
                <a:gd name="csX53" fmla="*/ 332632 w 457792"/>
                <a:gd name="csY53" fmla="*/ 108886 h 650622"/>
                <a:gd name="csX54" fmla="*/ 333841 w 457792"/>
                <a:gd name="csY54" fmla="*/ 109213 h 650622"/>
                <a:gd name="csX55" fmla="*/ 334511 w 457792"/>
                <a:gd name="csY55" fmla="*/ 109563 h 650622"/>
                <a:gd name="csX56" fmla="*/ 336360 w 457792"/>
                <a:gd name="csY56" fmla="*/ 109419 h 650622"/>
                <a:gd name="csX57" fmla="*/ 339647 w 457792"/>
                <a:gd name="csY57" fmla="*/ 110088 h 650622"/>
                <a:gd name="csX58" fmla="*/ 342302 w 457792"/>
                <a:gd name="csY58" fmla="*/ 110019 h 650622"/>
                <a:gd name="csX59" fmla="*/ 344676 w 457792"/>
                <a:gd name="csY59" fmla="*/ 109951 h 650622"/>
                <a:gd name="csX60" fmla="*/ 348686 w 457792"/>
                <a:gd name="csY60" fmla="*/ 109837 h 650622"/>
                <a:gd name="csX61" fmla="*/ 351029 w 457792"/>
                <a:gd name="csY61" fmla="*/ 109799 h 650622"/>
                <a:gd name="csX62" fmla="*/ 350238 w 457792"/>
                <a:gd name="csY62" fmla="*/ 115300 h 650622"/>
                <a:gd name="csX63" fmla="*/ 347179 w 457792"/>
                <a:gd name="csY63" fmla="*/ 123936 h 650622"/>
                <a:gd name="csX64" fmla="*/ 346137 w 457792"/>
                <a:gd name="csY64" fmla="*/ 127907 h 650622"/>
                <a:gd name="csX65" fmla="*/ 343527 w 457792"/>
                <a:gd name="csY65" fmla="*/ 142143 h 650622"/>
                <a:gd name="csX66" fmla="*/ 340118 w 457792"/>
                <a:gd name="csY66" fmla="*/ 149348 h 650622"/>
                <a:gd name="csX67" fmla="*/ 338208 w 457792"/>
                <a:gd name="csY67" fmla="*/ 152331 h 650622"/>
                <a:gd name="csX68" fmla="*/ 332685 w 457792"/>
                <a:gd name="csY68" fmla="*/ 157611 h 650622"/>
                <a:gd name="csX69" fmla="*/ 331148 w 457792"/>
                <a:gd name="csY69" fmla="*/ 158684 h 650622"/>
                <a:gd name="csX70" fmla="*/ 329786 w 457792"/>
                <a:gd name="csY70" fmla="*/ 159369 h 650622"/>
                <a:gd name="csX71" fmla="*/ 327366 w 457792"/>
                <a:gd name="csY71" fmla="*/ 159978 h 650622"/>
                <a:gd name="csX72" fmla="*/ 317902 w 457792"/>
                <a:gd name="csY72" fmla="*/ 170705 h 650622"/>
                <a:gd name="csX73" fmla="*/ 314379 w 457792"/>
                <a:gd name="csY73" fmla="*/ 175895 h 650622"/>
                <a:gd name="csX74" fmla="*/ 311244 w 457792"/>
                <a:gd name="csY74" fmla="*/ 183480 h 650622"/>
                <a:gd name="csX75" fmla="*/ 308132 w 457792"/>
                <a:gd name="csY75" fmla="*/ 187658 h 650622"/>
                <a:gd name="csX76" fmla="*/ 303559 w 457792"/>
                <a:gd name="csY76" fmla="*/ 196590 h 650622"/>
                <a:gd name="csX77" fmla="*/ 299474 w 457792"/>
                <a:gd name="csY77" fmla="*/ 203506 h 650622"/>
                <a:gd name="csX78" fmla="*/ 295555 w 457792"/>
                <a:gd name="csY78" fmla="*/ 209836 h 650622"/>
                <a:gd name="csX79" fmla="*/ 288776 w 457792"/>
                <a:gd name="csY79" fmla="*/ 218571 h 650622"/>
                <a:gd name="csX80" fmla="*/ 285763 w 457792"/>
                <a:gd name="csY80" fmla="*/ 221105 h 650622"/>
                <a:gd name="csX81" fmla="*/ 283731 w 457792"/>
                <a:gd name="csY81" fmla="*/ 222261 h 650622"/>
                <a:gd name="csX82" fmla="*/ 278344 w 457792"/>
                <a:gd name="csY82" fmla="*/ 227351 h 650622"/>
                <a:gd name="csX83" fmla="*/ 270759 w 457792"/>
                <a:gd name="csY83" fmla="*/ 235569 h 650622"/>
                <a:gd name="csX84" fmla="*/ 264953 w 457792"/>
                <a:gd name="csY84" fmla="*/ 242872 h 650622"/>
                <a:gd name="csX85" fmla="*/ 256272 w 457792"/>
                <a:gd name="csY85" fmla="*/ 251196 h 650622"/>
                <a:gd name="csX86" fmla="*/ 251243 w 457792"/>
                <a:gd name="csY86" fmla="*/ 254849 h 650622"/>
                <a:gd name="csX87" fmla="*/ 243695 w 457792"/>
                <a:gd name="csY87" fmla="*/ 262054 h 650622"/>
                <a:gd name="csX88" fmla="*/ 241587 w 457792"/>
                <a:gd name="csY88" fmla="*/ 263119 h 650622"/>
                <a:gd name="csX89" fmla="*/ 233081 w 457792"/>
                <a:gd name="csY89" fmla="*/ 269837 h 650622"/>
                <a:gd name="csX90" fmla="*/ 226964 w 457792"/>
                <a:gd name="csY90" fmla="*/ 273931 h 650622"/>
                <a:gd name="csX91" fmla="*/ 217065 w 457792"/>
                <a:gd name="csY91" fmla="*/ 278686 h 650622"/>
                <a:gd name="csX92" fmla="*/ 213131 w 457792"/>
                <a:gd name="csY92" fmla="*/ 280018 h 650622"/>
                <a:gd name="csX93" fmla="*/ 203735 w 457792"/>
                <a:gd name="csY93" fmla="*/ 278785 h 650622"/>
                <a:gd name="csX94" fmla="*/ 199816 w 457792"/>
                <a:gd name="csY94" fmla="*/ 279439 h 650622"/>
                <a:gd name="csX95" fmla="*/ 196537 w 457792"/>
                <a:gd name="csY95" fmla="*/ 282315 h 650622"/>
                <a:gd name="csX96" fmla="*/ 196233 w 457792"/>
                <a:gd name="csY96" fmla="*/ 286455 h 650622"/>
                <a:gd name="csX97" fmla="*/ 194863 w 457792"/>
                <a:gd name="csY97" fmla="*/ 287078 h 650622"/>
                <a:gd name="csX98" fmla="*/ 192793 w 457792"/>
                <a:gd name="csY98" fmla="*/ 286896 h 650622"/>
                <a:gd name="csX99" fmla="*/ 186227 w 457792"/>
                <a:gd name="csY99" fmla="*/ 285169 h 650622"/>
                <a:gd name="csX100" fmla="*/ 182666 w 457792"/>
                <a:gd name="csY100" fmla="*/ 285496 h 650622"/>
                <a:gd name="csX101" fmla="*/ 180590 w 457792"/>
                <a:gd name="csY101" fmla="*/ 287710 h 650622"/>
                <a:gd name="csX102" fmla="*/ 178916 w 457792"/>
                <a:gd name="csY102" fmla="*/ 290510 h 650622"/>
                <a:gd name="csX103" fmla="*/ 173970 w 457792"/>
                <a:gd name="csY103" fmla="*/ 290654 h 650622"/>
                <a:gd name="csX104" fmla="*/ 165159 w 457792"/>
                <a:gd name="csY104" fmla="*/ 287755 h 650622"/>
                <a:gd name="csX105" fmla="*/ 154797 w 457792"/>
                <a:gd name="csY105" fmla="*/ 285990 h 650622"/>
                <a:gd name="csX106" fmla="*/ 152400 w 457792"/>
                <a:gd name="csY106" fmla="*/ 285792 h 650622"/>
                <a:gd name="csX107" fmla="*/ 147378 w 457792"/>
                <a:gd name="csY107" fmla="*/ 287946 h 650622"/>
                <a:gd name="csX108" fmla="*/ 145628 w 457792"/>
                <a:gd name="csY108" fmla="*/ 288258 h 650622"/>
                <a:gd name="csX109" fmla="*/ 138316 w 457792"/>
                <a:gd name="csY109" fmla="*/ 287793 h 650622"/>
                <a:gd name="csX110" fmla="*/ 134261 w 457792"/>
                <a:gd name="csY110" fmla="*/ 286439 h 650622"/>
                <a:gd name="csX111" fmla="*/ 130380 w 457792"/>
                <a:gd name="csY111" fmla="*/ 286432 h 650622"/>
                <a:gd name="csX112" fmla="*/ 127405 w 457792"/>
                <a:gd name="csY112" fmla="*/ 287550 h 650622"/>
                <a:gd name="csX113" fmla="*/ 123799 w 457792"/>
                <a:gd name="csY113" fmla="*/ 287946 h 650622"/>
                <a:gd name="csX114" fmla="*/ 114052 w 457792"/>
                <a:gd name="csY114" fmla="*/ 295745 h 650622"/>
                <a:gd name="csX115" fmla="*/ 109016 w 457792"/>
                <a:gd name="csY115" fmla="*/ 295752 h 650622"/>
                <a:gd name="csX116" fmla="*/ 104671 w 457792"/>
                <a:gd name="csY116" fmla="*/ 296658 h 650622"/>
                <a:gd name="csX117" fmla="*/ 102518 w 457792"/>
                <a:gd name="csY117" fmla="*/ 296627 h 650622"/>
                <a:gd name="csX118" fmla="*/ 98486 w 457792"/>
                <a:gd name="csY118" fmla="*/ 295531 h 650622"/>
                <a:gd name="csX119" fmla="*/ 96986 w 457792"/>
                <a:gd name="csY119" fmla="*/ 295608 h 650622"/>
                <a:gd name="csX120" fmla="*/ 94689 w 457792"/>
                <a:gd name="csY120" fmla="*/ 296094 h 650622"/>
                <a:gd name="csX121" fmla="*/ 92391 w 457792"/>
                <a:gd name="csY121" fmla="*/ 297472 h 650622"/>
                <a:gd name="csX122" fmla="*/ 87156 w 457792"/>
                <a:gd name="csY122" fmla="*/ 298065 h 650622"/>
                <a:gd name="csX123" fmla="*/ 85125 w 457792"/>
                <a:gd name="csY123" fmla="*/ 299244 h 650622"/>
                <a:gd name="csX124" fmla="*/ 76284 w 457792"/>
                <a:gd name="csY124" fmla="*/ 306404 h 650622"/>
                <a:gd name="csX125" fmla="*/ 74267 w 457792"/>
                <a:gd name="csY125" fmla="*/ 306115 h 650622"/>
                <a:gd name="csX126" fmla="*/ 72639 w 457792"/>
                <a:gd name="csY126" fmla="*/ 305651 h 650622"/>
                <a:gd name="csX127" fmla="*/ 68043 w 457792"/>
                <a:gd name="csY127" fmla="*/ 305560 h 650622"/>
                <a:gd name="csX128" fmla="*/ 62847 w 457792"/>
                <a:gd name="csY128" fmla="*/ 301748 h 650622"/>
                <a:gd name="csX129" fmla="*/ 60854 w 457792"/>
                <a:gd name="csY129" fmla="*/ 301991 h 650622"/>
                <a:gd name="csX130" fmla="*/ 61386 w 457792"/>
                <a:gd name="csY130" fmla="*/ 300850 h 650622"/>
                <a:gd name="csX131" fmla="*/ 61546 w 457792"/>
                <a:gd name="csY131" fmla="*/ 298826 h 650622"/>
                <a:gd name="csX132" fmla="*/ 60443 w 457792"/>
                <a:gd name="csY132" fmla="*/ 297396 h 650622"/>
                <a:gd name="csX133" fmla="*/ 59705 w 457792"/>
                <a:gd name="csY133" fmla="*/ 296757 h 650622"/>
                <a:gd name="csX134" fmla="*/ 57666 w 457792"/>
                <a:gd name="csY134" fmla="*/ 296878 h 650622"/>
                <a:gd name="csX135" fmla="*/ 56578 w 457792"/>
                <a:gd name="csY135" fmla="*/ 295159 h 650622"/>
                <a:gd name="csX136" fmla="*/ 53458 w 457792"/>
                <a:gd name="csY136" fmla="*/ 294999 h 650622"/>
                <a:gd name="csX137" fmla="*/ 52378 w 457792"/>
                <a:gd name="csY137" fmla="*/ 295433 h 650622"/>
                <a:gd name="csX138" fmla="*/ 50879 w 457792"/>
                <a:gd name="csY138" fmla="*/ 295524 h 650622"/>
                <a:gd name="csX139" fmla="*/ 50749 w 457792"/>
                <a:gd name="csY139" fmla="*/ 293782 h 650622"/>
                <a:gd name="csX140" fmla="*/ 50863 w 457792"/>
                <a:gd name="csY140" fmla="*/ 292686 h 650622"/>
                <a:gd name="csX141" fmla="*/ 50772 w 457792"/>
                <a:gd name="csY141" fmla="*/ 291004 h 650622"/>
                <a:gd name="csX142" fmla="*/ 50399 w 457792"/>
                <a:gd name="csY142" fmla="*/ 288942 h 650622"/>
                <a:gd name="csX143" fmla="*/ 49190 w 457792"/>
                <a:gd name="csY143" fmla="*/ 288288 h 650622"/>
                <a:gd name="csX144" fmla="*/ 48261 w 457792"/>
                <a:gd name="csY144" fmla="*/ 288014 h 650622"/>
                <a:gd name="csX145" fmla="*/ 46055 w 457792"/>
                <a:gd name="csY145" fmla="*/ 288159 h 650622"/>
                <a:gd name="csX146" fmla="*/ 44533 w 457792"/>
                <a:gd name="csY146" fmla="*/ 288379 h 650622"/>
                <a:gd name="csX147" fmla="*/ 43818 w 457792"/>
                <a:gd name="csY147" fmla="*/ 288980 h 650622"/>
                <a:gd name="csX148" fmla="*/ 43004 w 457792"/>
                <a:gd name="csY148" fmla="*/ 290495 h 650622"/>
                <a:gd name="csX149" fmla="*/ 42996 w 457792"/>
                <a:gd name="csY149" fmla="*/ 295090 h 650622"/>
                <a:gd name="csX150" fmla="*/ 41901 w 457792"/>
                <a:gd name="csY150" fmla="*/ 293774 h 650622"/>
                <a:gd name="csX151" fmla="*/ 40653 w 457792"/>
                <a:gd name="csY151" fmla="*/ 291019 h 650622"/>
                <a:gd name="csX152" fmla="*/ 40250 w 457792"/>
                <a:gd name="csY152" fmla="*/ 288083 h 650622"/>
                <a:gd name="csX153" fmla="*/ 40698 w 457792"/>
                <a:gd name="csY153" fmla="*/ 284621 h 650622"/>
                <a:gd name="csX154" fmla="*/ 43065 w 457792"/>
                <a:gd name="csY154" fmla="*/ 283305 h 650622"/>
                <a:gd name="csX155" fmla="*/ 42882 w 457792"/>
                <a:gd name="csY155" fmla="*/ 280969 h 650622"/>
                <a:gd name="csX156" fmla="*/ 42380 w 457792"/>
                <a:gd name="csY156" fmla="*/ 278945 h 650622"/>
                <a:gd name="csX157" fmla="*/ 39740 w 457792"/>
                <a:gd name="csY157" fmla="*/ 273771 h 650622"/>
                <a:gd name="csX158" fmla="*/ 38712 w 457792"/>
                <a:gd name="csY158" fmla="*/ 271405 h 650622"/>
                <a:gd name="csX159" fmla="*/ 36476 w 457792"/>
                <a:gd name="csY159" fmla="*/ 269807 h 650622"/>
                <a:gd name="csX160" fmla="*/ 34733 w 457792"/>
                <a:gd name="csY160" fmla="*/ 265957 h 650622"/>
                <a:gd name="csX161" fmla="*/ 32983 w 457792"/>
                <a:gd name="csY161" fmla="*/ 264565 h 650622"/>
                <a:gd name="csX162" fmla="*/ 32253 w 457792"/>
                <a:gd name="csY162" fmla="*/ 261871 h 650622"/>
                <a:gd name="csX163" fmla="*/ 30541 w 457792"/>
                <a:gd name="csY163" fmla="*/ 259726 h 650622"/>
                <a:gd name="csX164" fmla="*/ 29962 w 457792"/>
                <a:gd name="csY164" fmla="*/ 256332 h 650622"/>
                <a:gd name="csX165" fmla="*/ 30906 w 457792"/>
                <a:gd name="csY165" fmla="*/ 254392 h 650622"/>
                <a:gd name="csX166" fmla="*/ 32397 w 457792"/>
                <a:gd name="csY166" fmla="*/ 253327 h 650622"/>
                <a:gd name="csX167" fmla="*/ 33919 w 457792"/>
                <a:gd name="csY167" fmla="*/ 255008 h 650622"/>
                <a:gd name="csX168" fmla="*/ 35814 w 457792"/>
                <a:gd name="csY168" fmla="*/ 254354 h 650622"/>
                <a:gd name="csX169" fmla="*/ 38499 w 457792"/>
                <a:gd name="csY169" fmla="*/ 251904 h 650622"/>
                <a:gd name="csX170" fmla="*/ 40090 w 457792"/>
                <a:gd name="csY170" fmla="*/ 248191 h 650622"/>
                <a:gd name="csX171" fmla="*/ 40189 w 457792"/>
                <a:gd name="csY171" fmla="*/ 242264 h 650622"/>
                <a:gd name="csX172" fmla="*/ 39778 w 457792"/>
                <a:gd name="csY172" fmla="*/ 238574 h 650622"/>
                <a:gd name="csX173" fmla="*/ 37647 w 457792"/>
                <a:gd name="csY173" fmla="*/ 229063 h 650622"/>
                <a:gd name="csX174" fmla="*/ 36643 w 457792"/>
                <a:gd name="csY174" fmla="*/ 226879 h 650622"/>
                <a:gd name="csX175" fmla="*/ 31834 w 457792"/>
                <a:gd name="csY175" fmla="*/ 220100 h 650622"/>
                <a:gd name="csX176" fmla="*/ 26257 w 457792"/>
                <a:gd name="csY176" fmla="*/ 211053 h 650622"/>
                <a:gd name="csX177" fmla="*/ 19204 w 457792"/>
                <a:gd name="csY177" fmla="*/ 196864 h 650622"/>
                <a:gd name="csX178" fmla="*/ 15833 w 457792"/>
                <a:gd name="csY178" fmla="*/ 188373 h 650622"/>
                <a:gd name="csX179" fmla="*/ 10728 w 457792"/>
                <a:gd name="csY179" fmla="*/ 171330 h 650622"/>
                <a:gd name="csX180" fmla="*/ 6232 w 457792"/>
                <a:gd name="csY180" fmla="*/ 161735 h 650622"/>
                <a:gd name="csX181" fmla="*/ 708 w 457792"/>
                <a:gd name="csY181" fmla="*/ 152818 h 650622"/>
                <a:gd name="csX182" fmla="*/ 0 w 457792"/>
                <a:gd name="csY182" fmla="*/ 152239 h 650622"/>
                <a:gd name="csX183" fmla="*/ 845 w 457792"/>
                <a:gd name="csY183" fmla="*/ 151159 h 650622"/>
                <a:gd name="csX184" fmla="*/ 3820 w 457792"/>
                <a:gd name="csY184" fmla="*/ 149105 h 650622"/>
                <a:gd name="csX185" fmla="*/ 5166 w 457792"/>
                <a:gd name="csY185" fmla="*/ 148549 h 650622"/>
                <a:gd name="csX186" fmla="*/ 5889 w 457792"/>
                <a:gd name="csY186" fmla="*/ 148808 h 650622"/>
                <a:gd name="csX187" fmla="*/ 6589 w 457792"/>
                <a:gd name="csY187" fmla="*/ 148245 h 650622"/>
                <a:gd name="csX188" fmla="*/ 7266 w 457792"/>
                <a:gd name="csY188" fmla="*/ 146853 h 650622"/>
                <a:gd name="csX189" fmla="*/ 7419 w 457792"/>
                <a:gd name="csY189" fmla="*/ 145552 h 650622"/>
                <a:gd name="csX190" fmla="*/ 7753 w 457792"/>
                <a:gd name="csY190" fmla="*/ 143710 h 650622"/>
                <a:gd name="csX191" fmla="*/ 8415 w 457792"/>
                <a:gd name="csY191" fmla="*/ 142607 h 650622"/>
                <a:gd name="csX192" fmla="*/ 9146 w 457792"/>
                <a:gd name="csY192" fmla="*/ 140416 h 650622"/>
                <a:gd name="csX193" fmla="*/ 10386 w 457792"/>
                <a:gd name="csY193" fmla="*/ 139008 h 650622"/>
                <a:gd name="csX194" fmla="*/ 13011 w 457792"/>
                <a:gd name="csY194" fmla="*/ 138072 h 650622"/>
                <a:gd name="csX195" fmla="*/ 14997 w 457792"/>
                <a:gd name="csY195" fmla="*/ 139313 h 650622"/>
                <a:gd name="csX196" fmla="*/ 15826 w 457792"/>
                <a:gd name="csY196" fmla="*/ 140522 h 650622"/>
                <a:gd name="csX197" fmla="*/ 16168 w 457792"/>
                <a:gd name="csY197" fmla="*/ 142120 h 650622"/>
                <a:gd name="csX198" fmla="*/ 17051 w 457792"/>
                <a:gd name="csY198" fmla="*/ 142896 h 650622"/>
                <a:gd name="csX199" fmla="*/ 18466 w 457792"/>
                <a:gd name="csY199" fmla="*/ 142843 h 650622"/>
                <a:gd name="csX200" fmla="*/ 19463 w 457792"/>
                <a:gd name="csY200" fmla="*/ 143824 h 650622"/>
                <a:gd name="csX201" fmla="*/ 20041 w 457792"/>
                <a:gd name="csY201" fmla="*/ 145848 h 650622"/>
                <a:gd name="csX202" fmla="*/ 19927 w 457792"/>
                <a:gd name="csY202" fmla="*/ 147309 h 650622"/>
                <a:gd name="csX203" fmla="*/ 19120 w 457792"/>
                <a:gd name="csY203" fmla="*/ 148222 h 650622"/>
                <a:gd name="csX204" fmla="*/ 19235 w 457792"/>
                <a:gd name="csY204" fmla="*/ 149417 h 650622"/>
                <a:gd name="csX205" fmla="*/ 20262 w 457792"/>
                <a:gd name="csY205" fmla="*/ 150900 h 650622"/>
                <a:gd name="csX206" fmla="*/ 20688 w 457792"/>
                <a:gd name="csY206" fmla="*/ 152316 h 650622"/>
                <a:gd name="csX207" fmla="*/ 21373 w 457792"/>
                <a:gd name="csY207" fmla="*/ 154187 h 650622"/>
                <a:gd name="csX208" fmla="*/ 24979 w 457792"/>
                <a:gd name="csY208" fmla="*/ 155275 h 650622"/>
                <a:gd name="csX209" fmla="*/ 26744 w 457792"/>
                <a:gd name="csY209" fmla="*/ 155884 h 650622"/>
                <a:gd name="csX210" fmla="*/ 29780 w 457792"/>
                <a:gd name="csY210" fmla="*/ 156089 h 650622"/>
                <a:gd name="csX211" fmla="*/ 32648 w 457792"/>
                <a:gd name="csY211" fmla="*/ 156927 h 650622"/>
                <a:gd name="csX212" fmla="*/ 35349 w 457792"/>
                <a:gd name="csY212" fmla="*/ 158387 h 650622"/>
                <a:gd name="csX213" fmla="*/ 39793 w 457792"/>
                <a:gd name="csY213" fmla="*/ 158737 h 650622"/>
                <a:gd name="csX214" fmla="*/ 45979 w 457792"/>
                <a:gd name="csY214" fmla="*/ 157984 h 650622"/>
                <a:gd name="csX215" fmla="*/ 51069 w 457792"/>
                <a:gd name="csY215" fmla="*/ 158319 h 650622"/>
                <a:gd name="csX216" fmla="*/ 55063 w 457792"/>
                <a:gd name="csY216" fmla="*/ 159749 h 650622"/>
                <a:gd name="csX217" fmla="*/ 57962 w 457792"/>
                <a:gd name="csY217" fmla="*/ 160016 h 650622"/>
                <a:gd name="csX218" fmla="*/ 59758 w 457792"/>
                <a:gd name="csY218" fmla="*/ 159110 h 650622"/>
                <a:gd name="csX219" fmla="*/ 60542 w 457792"/>
                <a:gd name="csY219" fmla="*/ 157809 h 650622"/>
                <a:gd name="csX220" fmla="*/ 60298 w 457792"/>
                <a:gd name="csY220" fmla="*/ 156105 h 650622"/>
                <a:gd name="csX221" fmla="*/ 61188 w 457792"/>
                <a:gd name="csY221" fmla="*/ 155032 h 650622"/>
                <a:gd name="csX222" fmla="*/ 63204 w 457792"/>
                <a:gd name="csY222" fmla="*/ 154575 h 650622"/>
                <a:gd name="csX223" fmla="*/ 64818 w 457792"/>
                <a:gd name="csY223" fmla="*/ 153297 h 650622"/>
                <a:gd name="csX224" fmla="*/ 66035 w 457792"/>
                <a:gd name="csY224" fmla="*/ 151189 h 650622"/>
                <a:gd name="csX225" fmla="*/ 68843 w 457792"/>
                <a:gd name="csY225" fmla="*/ 149478 h 650622"/>
                <a:gd name="csX226" fmla="*/ 73248 w 457792"/>
                <a:gd name="csY226" fmla="*/ 148161 h 650622"/>
                <a:gd name="csX227" fmla="*/ 75439 w 457792"/>
                <a:gd name="csY227" fmla="*/ 148207 h 650622"/>
                <a:gd name="csX228" fmla="*/ 75439 w 457792"/>
                <a:gd name="csY228" fmla="*/ 144806 h 650622"/>
                <a:gd name="csX229" fmla="*/ 75439 w 457792"/>
                <a:gd name="csY229" fmla="*/ 134093 h 650622"/>
                <a:gd name="csX230" fmla="*/ 75439 w 457792"/>
                <a:gd name="csY230" fmla="*/ 123433 h 650622"/>
                <a:gd name="csX231" fmla="*/ 75439 w 457792"/>
                <a:gd name="csY231" fmla="*/ 112812 h 650622"/>
                <a:gd name="csX232" fmla="*/ 75439 w 457792"/>
                <a:gd name="csY232" fmla="*/ 102228 h 650622"/>
                <a:gd name="csX233" fmla="*/ 75439 w 457792"/>
                <a:gd name="csY233" fmla="*/ 91690 h 650622"/>
                <a:gd name="csX234" fmla="*/ 75439 w 457792"/>
                <a:gd name="csY234" fmla="*/ 81199 h 650622"/>
                <a:gd name="csX235" fmla="*/ 75439 w 457792"/>
                <a:gd name="csY235" fmla="*/ 70737 h 650622"/>
                <a:gd name="csX236" fmla="*/ 75439 w 457792"/>
                <a:gd name="csY236" fmla="*/ 60899 h 650622"/>
                <a:gd name="csX237" fmla="*/ 76466 w 457792"/>
                <a:gd name="csY237" fmla="*/ 61606 h 650622"/>
                <a:gd name="csX238" fmla="*/ 83230 w 457792"/>
                <a:gd name="csY238" fmla="*/ 66826 h 650622"/>
                <a:gd name="csX239" fmla="*/ 85056 w 457792"/>
                <a:gd name="csY239" fmla="*/ 69573 h 650622"/>
                <a:gd name="csX240" fmla="*/ 85962 w 457792"/>
                <a:gd name="csY240" fmla="*/ 71315 h 650622"/>
                <a:gd name="csX241" fmla="*/ 88868 w 457792"/>
                <a:gd name="csY241" fmla="*/ 77653 h 650622"/>
                <a:gd name="csX242" fmla="*/ 91029 w 457792"/>
                <a:gd name="csY242" fmla="*/ 83351 h 650622"/>
                <a:gd name="csX243" fmla="*/ 92787 w 457792"/>
                <a:gd name="csY243" fmla="*/ 87658 h 650622"/>
                <a:gd name="csX244" fmla="*/ 92924 w 457792"/>
                <a:gd name="csY244" fmla="*/ 89629 h 650622"/>
                <a:gd name="csX245" fmla="*/ 93175 w 457792"/>
                <a:gd name="csY245" fmla="*/ 91553 h 650622"/>
                <a:gd name="csX246" fmla="*/ 93426 w 457792"/>
                <a:gd name="csY246" fmla="*/ 92505 h 650622"/>
                <a:gd name="csX247" fmla="*/ 93266 w 457792"/>
                <a:gd name="csY247" fmla="*/ 93555 h 650622"/>
                <a:gd name="csX248" fmla="*/ 92026 w 457792"/>
                <a:gd name="csY248" fmla="*/ 95906 h 650622"/>
                <a:gd name="csX249" fmla="*/ 90763 w 457792"/>
                <a:gd name="csY249" fmla="*/ 97702 h 650622"/>
                <a:gd name="csX250" fmla="*/ 89241 w 457792"/>
                <a:gd name="csY250" fmla="*/ 100159 h 650622"/>
                <a:gd name="csX251" fmla="*/ 89097 w 457792"/>
                <a:gd name="csY251" fmla="*/ 103408 h 650622"/>
                <a:gd name="csX252" fmla="*/ 89553 w 457792"/>
                <a:gd name="csY252" fmla="*/ 107242 h 650622"/>
                <a:gd name="csX253" fmla="*/ 90489 w 457792"/>
                <a:gd name="csY253" fmla="*/ 109152 h 650622"/>
                <a:gd name="csX254" fmla="*/ 91660 w 457792"/>
                <a:gd name="csY254" fmla="*/ 109784 h 650622"/>
                <a:gd name="csX255" fmla="*/ 94461 w 457792"/>
                <a:gd name="csY255" fmla="*/ 108832 h 650622"/>
                <a:gd name="csX256" fmla="*/ 96233 w 457792"/>
                <a:gd name="csY256" fmla="*/ 109129 h 650622"/>
                <a:gd name="csX257" fmla="*/ 98736 w 457792"/>
                <a:gd name="csY257" fmla="*/ 109860 h 650622"/>
                <a:gd name="csX258" fmla="*/ 106938 w 457792"/>
                <a:gd name="csY258" fmla="*/ 109411 h 650622"/>
                <a:gd name="csX259" fmla="*/ 107928 w 457792"/>
                <a:gd name="csY259" fmla="*/ 109647 h 650622"/>
                <a:gd name="csX260" fmla="*/ 111025 w 457792"/>
                <a:gd name="csY260" fmla="*/ 109921 h 650622"/>
                <a:gd name="csX261" fmla="*/ 112059 w 457792"/>
                <a:gd name="csY261" fmla="*/ 109601 h 650622"/>
                <a:gd name="csX262" fmla="*/ 112988 w 457792"/>
                <a:gd name="csY262" fmla="*/ 108787 h 650622"/>
                <a:gd name="csX263" fmla="*/ 114060 w 457792"/>
                <a:gd name="csY263" fmla="*/ 106489 h 650622"/>
                <a:gd name="csX264" fmla="*/ 115019 w 457792"/>
                <a:gd name="csY264" fmla="*/ 105729 h 650622"/>
                <a:gd name="csX265" fmla="*/ 116761 w 457792"/>
                <a:gd name="csY265" fmla="*/ 105340 h 650622"/>
                <a:gd name="csX266" fmla="*/ 118823 w 457792"/>
                <a:gd name="csY266" fmla="*/ 104717 h 650622"/>
                <a:gd name="csX267" fmla="*/ 120527 w 457792"/>
                <a:gd name="csY267" fmla="*/ 103393 h 650622"/>
                <a:gd name="csX268" fmla="*/ 123229 w 457792"/>
                <a:gd name="csY268" fmla="*/ 98850 h 650622"/>
                <a:gd name="csX269" fmla="*/ 128638 w 457792"/>
                <a:gd name="csY269" fmla="*/ 94825 h 650622"/>
                <a:gd name="csX270" fmla="*/ 130297 w 457792"/>
                <a:gd name="csY270" fmla="*/ 93867 h 650622"/>
                <a:gd name="csX271" fmla="*/ 131347 w 457792"/>
                <a:gd name="csY271" fmla="*/ 92786 h 650622"/>
                <a:gd name="csX272" fmla="*/ 132260 w 457792"/>
                <a:gd name="csY272" fmla="*/ 91333 h 650622"/>
                <a:gd name="csX273" fmla="*/ 134154 w 457792"/>
                <a:gd name="csY273" fmla="*/ 86281 h 650622"/>
                <a:gd name="csX274" fmla="*/ 135585 w 457792"/>
                <a:gd name="csY274" fmla="*/ 82081 h 650622"/>
                <a:gd name="csX275" fmla="*/ 136072 w 457792"/>
                <a:gd name="csY275" fmla="*/ 80103 h 650622"/>
                <a:gd name="csX276" fmla="*/ 137350 w 457792"/>
                <a:gd name="csY276" fmla="*/ 76877 h 650622"/>
                <a:gd name="csX277" fmla="*/ 138894 w 457792"/>
                <a:gd name="csY277" fmla="*/ 74815 h 650622"/>
                <a:gd name="csX278" fmla="*/ 140409 w 457792"/>
                <a:gd name="csY278" fmla="*/ 73727 h 650622"/>
                <a:gd name="csX279" fmla="*/ 141170 w 457792"/>
                <a:gd name="csY279" fmla="*/ 73453 h 650622"/>
                <a:gd name="csX280" fmla="*/ 143117 w 457792"/>
                <a:gd name="csY280" fmla="*/ 72898 h 650622"/>
                <a:gd name="csX281" fmla="*/ 145621 w 457792"/>
                <a:gd name="csY281" fmla="*/ 72380 h 650622"/>
                <a:gd name="csX282" fmla="*/ 148253 w 457792"/>
                <a:gd name="csY282" fmla="*/ 72958 h 650622"/>
                <a:gd name="csX283" fmla="*/ 151076 w 457792"/>
                <a:gd name="csY283" fmla="*/ 74206 h 650622"/>
                <a:gd name="csX284" fmla="*/ 154264 w 457792"/>
                <a:gd name="csY284" fmla="*/ 76306 h 650622"/>
                <a:gd name="csX285" fmla="*/ 157528 w 457792"/>
                <a:gd name="csY285" fmla="*/ 78908 h 650622"/>
                <a:gd name="csX286" fmla="*/ 159027 w 457792"/>
                <a:gd name="csY286" fmla="*/ 80232 h 650622"/>
                <a:gd name="csX287" fmla="*/ 160647 w 457792"/>
                <a:gd name="csY287" fmla="*/ 80826 h 650622"/>
                <a:gd name="csX288" fmla="*/ 163531 w 457792"/>
                <a:gd name="csY288" fmla="*/ 81031 h 650622"/>
                <a:gd name="csX289" fmla="*/ 165418 w 457792"/>
                <a:gd name="csY289" fmla="*/ 80985 h 650622"/>
                <a:gd name="csX290" fmla="*/ 168355 w 457792"/>
                <a:gd name="csY290" fmla="*/ 83572 h 650622"/>
                <a:gd name="csX291" fmla="*/ 169839 w 457792"/>
                <a:gd name="csY291" fmla="*/ 83732 h 650622"/>
                <a:gd name="csX292" fmla="*/ 173164 w 457792"/>
                <a:gd name="csY292" fmla="*/ 84516 h 650622"/>
                <a:gd name="csX293" fmla="*/ 177272 w 457792"/>
                <a:gd name="csY293" fmla="*/ 85322 h 650622"/>
                <a:gd name="csX294" fmla="*/ 179851 w 457792"/>
                <a:gd name="csY294" fmla="*/ 85231 h 650622"/>
                <a:gd name="csX295" fmla="*/ 182621 w 457792"/>
                <a:gd name="csY295" fmla="*/ 83831 h 650622"/>
                <a:gd name="csX296" fmla="*/ 184615 w 457792"/>
                <a:gd name="csY296" fmla="*/ 83770 h 650622"/>
                <a:gd name="csX297" fmla="*/ 187194 w 457792"/>
                <a:gd name="csY297" fmla="*/ 83884 h 650622"/>
                <a:gd name="csX298" fmla="*/ 190032 w 457792"/>
                <a:gd name="csY298" fmla="*/ 83504 h 650622"/>
                <a:gd name="csX299" fmla="*/ 192109 w 457792"/>
                <a:gd name="csY299" fmla="*/ 82903 h 650622"/>
                <a:gd name="csX300" fmla="*/ 193699 w 457792"/>
                <a:gd name="csY300" fmla="*/ 81685 h 650622"/>
                <a:gd name="csX301" fmla="*/ 195099 w 457792"/>
                <a:gd name="csY301" fmla="*/ 80354 h 650622"/>
                <a:gd name="csX302" fmla="*/ 196712 w 457792"/>
                <a:gd name="csY302" fmla="*/ 76390 h 650622"/>
                <a:gd name="csX303" fmla="*/ 197640 w 457792"/>
                <a:gd name="csY303" fmla="*/ 73209 h 650622"/>
                <a:gd name="csX304" fmla="*/ 199071 w 457792"/>
                <a:gd name="csY304" fmla="*/ 69550 h 650622"/>
                <a:gd name="csX305" fmla="*/ 200828 w 457792"/>
                <a:gd name="csY305" fmla="*/ 64597 h 650622"/>
                <a:gd name="csX306" fmla="*/ 201460 w 457792"/>
                <a:gd name="csY306" fmla="*/ 61150 h 650622"/>
                <a:gd name="csX307" fmla="*/ 202099 w 457792"/>
                <a:gd name="csY307" fmla="*/ 60199 h 650622"/>
                <a:gd name="csX308" fmla="*/ 204655 w 457792"/>
                <a:gd name="csY308" fmla="*/ 59149 h 650622"/>
                <a:gd name="csX309" fmla="*/ 206763 w 457792"/>
                <a:gd name="csY309" fmla="*/ 58426 h 650622"/>
                <a:gd name="csX310" fmla="*/ 212454 w 457792"/>
                <a:gd name="csY310" fmla="*/ 57072 h 650622"/>
                <a:gd name="csX311" fmla="*/ 213618 w 457792"/>
                <a:gd name="csY311" fmla="*/ 56349 h 650622"/>
                <a:gd name="csX312" fmla="*/ 214683 w 457792"/>
                <a:gd name="csY312" fmla="*/ 54728 h 650622"/>
                <a:gd name="csX313" fmla="*/ 217164 w 457792"/>
                <a:gd name="csY313" fmla="*/ 51981 h 650622"/>
                <a:gd name="csX314" fmla="*/ 220223 w 457792"/>
                <a:gd name="csY314" fmla="*/ 49692 h 650622"/>
                <a:gd name="csX315" fmla="*/ 221805 w 457792"/>
                <a:gd name="csY315" fmla="*/ 48382 h 650622"/>
                <a:gd name="csX316" fmla="*/ 224697 w 457792"/>
                <a:gd name="csY316" fmla="*/ 37290 h 650622"/>
                <a:gd name="csX317" fmla="*/ 225046 w 457792"/>
                <a:gd name="csY317" fmla="*/ 35920 h 650622"/>
                <a:gd name="csX318" fmla="*/ 227146 w 457792"/>
                <a:gd name="csY318" fmla="*/ 32983 h 650622"/>
                <a:gd name="csX319" fmla="*/ 228447 w 457792"/>
                <a:gd name="csY319" fmla="*/ 31743 h 650622"/>
                <a:gd name="csX320" fmla="*/ 229284 w 457792"/>
                <a:gd name="csY320" fmla="*/ 31720 h 650622"/>
                <a:gd name="csX321" fmla="*/ 230471 w 457792"/>
                <a:gd name="csY321" fmla="*/ 30944 h 650622"/>
                <a:gd name="csX322" fmla="*/ 232016 w 457792"/>
                <a:gd name="csY322" fmla="*/ 29422 h 650622"/>
                <a:gd name="csX323" fmla="*/ 233850 w 457792"/>
                <a:gd name="csY323" fmla="*/ 28479 h 650622"/>
                <a:gd name="csX324" fmla="*/ 235972 w 457792"/>
                <a:gd name="csY324" fmla="*/ 28129 h 650622"/>
                <a:gd name="csX325" fmla="*/ 237349 w 457792"/>
                <a:gd name="csY325" fmla="*/ 27117 h 650622"/>
                <a:gd name="csX326" fmla="*/ 237981 w 457792"/>
                <a:gd name="csY326" fmla="*/ 25458 h 650622"/>
                <a:gd name="csX327" fmla="*/ 239076 w 457792"/>
                <a:gd name="csY327" fmla="*/ 24652 h 650622"/>
                <a:gd name="csX328" fmla="*/ 240636 w 457792"/>
                <a:gd name="csY328" fmla="*/ 24697 h 650622"/>
                <a:gd name="csX329" fmla="*/ 241527 w 457792"/>
                <a:gd name="csY329" fmla="*/ 24172 h 650622"/>
                <a:gd name="csX330" fmla="*/ 241740 w 457792"/>
                <a:gd name="csY330" fmla="*/ 23069 h 650622"/>
                <a:gd name="csX331" fmla="*/ 242683 w 457792"/>
                <a:gd name="csY331" fmla="*/ 22118 h 650622"/>
                <a:gd name="csX332" fmla="*/ 244349 w 457792"/>
                <a:gd name="csY332" fmla="*/ 21334 h 650622"/>
                <a:gd name="csX333" fmla="*/ 245217 w 457792"/>
                <a:gd name="csY333" fmla="*/ 20398 h 650622"/>
                <a:gd name="csX334" fmla="*/ 245300 w 457792"/>
                <a:gd name="csY334" fmla="*/ 19326 h 650622"/>
                <a:gd name="csX335" fmla="*/ 247286 w 457792"/>
                <a:gd name="csY335" fmla="*/ 16716 h 650622"/>
                <a:gd name="csX336" fmla="*/ 251174 w 457792"/>
                <a:gd name="csY336" fmla="*/ 12569 h 650622"/>
                <a:gd name="csX337" fmla="*/ 254834 w 457792"/>
                <a:gd name="csY337" fmla="*/ 10264 h 650622"/>
                <a:gd name="csX338" fmla="*/ 258273 w 457792"/>
                <a:gd name="csY338" fmla="*/ 9792 h 650622"/>
                <a:gd name="csX339" fmla="*/ 261537 w 457792"/>
                <a:gd name="csY339" fmla="*/ 8932 h 650622"/>
                <a:gd name="csX340" fmla="*/ 264618 w 457792"/>
                <a:gd name="csY340" fmla="*/ 7677 h 650622"/>
                <a:gd name="csX341" fmla="*/ 266878 w 457792"/>
                <a:gd name="csY341" fmla="*/ 5706 h 650622"/>
                <a:gd name="csX342" fmla="*/ 268324 w 457792"/>
                <a:gd name="csY342" fmla="*/ 3028 h 650622"/>
                <a:gd name="csX343" fmla="*/ 270812 w 457792"/>
                <a:gd name="csY343" fmla="*/ 1529 h 650622"/>
                <a:gd name="csX344" fmla="*/ 275826 w 457792"/>
                <a:gd name="csY344" fmla="*/ 1088 h 650622"/>
                <a:gd name="csX345" fmla="*/ 276100 w 457792"/>
                <a:gd name="csY345" fmla="*/ 1065 h 650622"/>
                <a:gd name="csX346" fmla="*/ 282202 w 457792"/>
                <a:gd name="csY346" fmla="*/ 0 h 650622"/>
                <a:gd name="csX347" fmla="*/ 287307 w 457792"/>
                <a:gd name="csY347" fmla="*/ 867 h 650622"/>
                <a:gd name="csX348" fmla="*/ 293463 w 457792"/>
                <a:gd name="csY348" fmla="*/ 3317 h 650622"/>
                <a:gd name="csX349" fmla="*/ 299222 w 457792"/>
                <a:gd name="csY349" fmla="*/ 4185 h 650622"/>
                <a:gd name="csX350" fmla="*/ 304594 w 457792"/>
                <a:gd name="csY350" fmla="*/ 3469 h 650622"/>
                <a:gd name="csX351" fmla="*/ 308961 w 457792"/>
                <a:gd name="csY351" fmla="*/ 3310 h 650622"/>
                <a:gd name="csX352" fmla="*/ 312317 w 457792"/>
                <a:gd name="csY352" fmla="*/ 3705 h 650622"/>
                <a:gd name="csX353" fmla="*/ 314964 w 457792"/>
                <a:gd name="csY353" fmla="*/ 4558 h 650622"/>
                <a:gd name="csX354" fmla="*/ 316866 w 457792"/>
                <a:gd name="csY354" fmla="*/ 5881 h 650622"/>
                <a:gd name="csX355" fmla="*/ 262397 w 457792"/>
                <a:gd name="csY355" fmla="*/ 188426 h 650622"/>
                <a:gd name="csX356" fmla="*/ 265904 w 457792"/>
                <a:gd name="csY356" fmla="*/ 186866 h 650622"/>
                <a:gd name="csX357" fmla="*/ 267487 w 457792"/>
                <a:gd name="csY357" fmla="*/ 185915 h 650622"/>
                <a:gd name="csX358" fmla="*/ 268628 w 457792"/>
                <a:gd name="csY358" fmla="*/ 185131 h 650622"/>
                <a:gd name="csX359" fmla="*/ 270104 w 457792"/>
                <a:gd name="csY359" fmla="*/ 183944 h 650622"/>
                <a:gd name="csX360" fmla="*/ 270614 w 457792"/>
                <a:gd name="csY360" fmla="*/ 181061 h 650622"/>
                <a:gd name="csX361" fmla="*/ 271048 w 457792"/>
                <a:gd name="csY361" fmla="*/ 178611 h 650622"/>
                <a:gd name="csX362" fmla="*/ 272174 w 457792"/>
                <a:gd name="csY362" fmla="*/ 177401 h 650622"/>
                <a:gd name="csX363" fmla="*/ 273330 w 457792"/>
                <a:gd name="csY363" fmla="*/ 176602 h 650622"/>
                <a:gd name="csX364" fmla="*/ 274281 w 457792"/>
                <a:gd name="csY364" fmla="*/ 175331 h 650622"/>
                <a:gd name="csX365" fmla="*/ 275461 w 457792"/>
                <a:gd name="csY365" fmla="*/ 172281 h 650622"/>
                <a:gd name="csX366" fmla="*/ 276267 w 457792"/>
                <a:gd name="csY366" fmla="*/ 169298 h 650622"/>
                <a:gd name="csX367" fmla="*/ 276351 w 457792"/>
                <a:gd name="csY367" fmla="*/ 168081 h 650622"/>
                <a:gd name="csX368" fmla="*/ 275932 w 457792"/>
                <a:gd name="csY368" fmla="*/ 166833 h 650622"/>
                <a:gd name="csX369" fmla="*/ 275179 w 457792"/>
                <a:gd name="csY369" fmla="*/ 165501 h 650622"/>
                <a:gd name="csX370" fmla="*/ 274441 w 457792"/>
                <a:gd name="csY370" fmla="*/ 163706 h 650622"/>
                <a:gd name="csX371" fmla="*/ 273551 w 457792"/>
                <a:gd name="csY371" fmla="*/ 163424 h 650622"/>
                <a:gd name="csX372" fmla="*/ 271808 w 457792"/>
                <a:gd name="csY372" fmla="*/ 162420 h 650622"/>
                <a:gd name="csX373" fmla="*/ 269245 w 457792"/>
                <a:gd name="csY373" fmla="*/ 160396 h 650622"/>
                <a:gd name="csX374" fmla="*/ 267023 w 457792"/>
                <a:gd name="csY374" fmla="*/ 158638 h 650622"/>
                <a:gd name="csX375" fmla="*/ 264938 w 457792"/>
                <a:gd name="csY375" fmla="*/ 156089 h 650622"/>
                <a:gd name="csX376" fmla="*/ 264086 w 457792"/>
                <a:gd name="csY376" fmla="*/ 155671 h 650622"/>
                <a:gd name="csX377" fmla="*/ 262070 w 457792"/>
                <a:gd name="csY377" fmla="*/ 153944 h 650622"/>
                <a:gd name="csX378" fmla="*/ 261202 w 457792"/>
                <a:gd name="csY378" fmla="*/ 152955 h 650622"/>
                <a:gd name="csX379" fmla="*/ 260593 w 457792"/>
                <a:gd name="csY379" fmla="*/ 151768 h 650622"/>
                <a:gd name="csX380" fmla="*/ 260023 w 457792"/>
                <a:gd name="csY380" fmla="*/ 151380 h 650622"/>
                <a:gd name="csX381" fmla="*/ 259118 w 457792"/>
                <a:gd name="csY381" fmla="*/ 151684 h 650622"/>
                <a:gd name="csX382" fmla="*/ 256736 w 457792"/>
                <a:gd name="csY382" fmla="*/ 152209 h 650622"/>
                <a:gd name="csX383" fmla="*/ 251631 w 457792"/>
                <a:gd name="csY383" fmla="*/ 154279 h 650622"/>
                <a:gd name="csX384" fmla="*/ 248465 w 457792"/>
                <a:gd name="csY384" fmla="*/ 156181 h 650622"/>
                <a:gd name="csX385" fmla="*/ 245803 w 457792"/>
                <a:gd name="csY385" fmla="*/ 158448 h 650622"/>
                <a:gd name="csX386" fmla="*/ 243040 w 457792"/>
                <a:gd name="csY386" fmla="*/ 159315 h 650622"/>
                <a:gd name="csX387" fmla="*/ 241017 w 457792"/>
                <a:gd name="csY387" fmla="*/ 160069 h 650622"/>
                <a:gd name="csX388" fmla="*/ 239411 w 457792"/>
                <a:gd name="csY388" fmla="*/ 162663 h 650622"/>
                <a:gd name="csX389" fmla="*/ 237913 w 457792"/>
                <a:gd name="csY389" fmla="*/ 165083 h 650622"/>
                <a:gd name="csX390" fmla="*/ 236566 w 457792"/>
                <a:gd name="csY390" fmla="*/ 167266 h 650622"/>
                <a:gd name="csX391" fmla="*/ 235789 w 457792"/>
                <a:gd name="csY391" fmla="*/ 168248 h 650622"/>
                <a:gd name="csX392" fmla="*/ 235090 w 457792"/>
                <a:gd name="csY392" fmla="*/ 168879 h 650622"/>
                <a:gd name="csX393" fmla="*/ 234382 w 457792"/>
                <a:gd name="csY393" fmla="*/ 170280 h 650622"/>
                <a:gd name="csX394" fmla="*/ 232929 w 457792"/>
                <a:gd name="csY394" fmla="*/ 172608 h 650622"/>
                <a:gd name="csX395" fmla="*/ 231597 w 457792"/>
                <a:gd name="csY395" fmla="*/ 174167 h 650622"/>
                <a:gd name="csX396" fmla="*/ 229741 w 457792"/>
                <a:gd name="csY396" fmla="*/ 175020 h 650622"/>
                <a:gd name="csX397" fmla="*/ 227344 w 457792"/>
                <a:gd name="csY397" fmla="*/ 176123 h 650622"/>
                <a:gd name="csX398" fmla="*/ 226530 w 457792"/>
                <a:gd name="csY398" fmla="*/ 176762 h 650622"/>
                <a:gd name="csX399" fmla="*/ 226416 w 457792"/>
                <a:gd name="csY399" fmla="*/ 177705 h 650622"/>
                <a:gd name="csX400" fmla="*/ 227268 w 457792"/>
                <a:gd name="csY400" fmla="*/ 179897 h 650622"/>
                <a:gd name="csX401" fmla="*/ 228090 w 457792"/>
                <a:gd name="csY401" fmla="*/ 182012 h 650622"/>
                <a:gd name="csX402" fmla="*/ 229437 w 457792"/>
                <a:gd name="csY402" fmla="*/ 184492 h 650622"/>
                <a:gd name="csX403" fmla="*/ 230426 w 457792"/>
                <a:gd name="csY403" fmla="*/ 186311 h 650622"/>
                <a:gd name="csX404" fmla="*/ 231985 w 457792"/>
                <a:gd name="csY404" fmla="*/ 188532 h 650622"/>
                <a:gd name="csX405" fmla="*/ 232899 w 457792"/>
                <a:gd name="csY405" fmla="*/ 189833 h 650622"/>
                <a:gd name="csX406" fmla="*/ 232776 w 457792"/>
                <a:gd name="csY406" fmla="*/ 192017 h 650622"/>
                <a:gd name="csX407" fmla="*/ 233089 w 457792"/>
                <a:gd name="csY407" fmla="*/ 192801 h 650622"/>
                <a:gd name="csX408" fmla="*/ 233606 w 457792"/>
                <a:gd name="csY408" fmla="*/ 193706 h 650622"/>
                <a:gd name="csX409" fmla="*/ 234040 w 457792"/>
                <a:gd name="csY409" fmla="*/ 193934 h 650622"/>
                <a:gd name="csX410" fmla="*/ 234527 w 457792"/>
                <a:gd name="csY410" fmla="*/ 194262 h 650622"/>
                <a:gd name="csX411" fmla="*/ 235820 w 457792"/>
                <a:gd name="csY411" fmla="*/ 194893 h 650622"/>
                <a:gd name="csX412" fmla="*/ 236132 w 457792"/>
                <a:gd name="csY412" fmla="*/ 195312 h 650622"/>
                <a:gd name="csX413" fmla="*/ 237037 w 457792"/>
                <a:gd name="csY413" fmla="*/ 196057 h 650622"/>
                <a:gd name="csX414" fmla="*/ 237905 w 457792"/>
                <a:gd name="csY414" fmla="*/ 197419 h 650622"/>
                <a:gd name="csX415" fmla="*/ 239548 w 457792"/>
                <a:gd name="csY415" fmla="*/ 199291 h 650622"/>
                <a:gd name="csX416" fmla="*/ 241397 w 457792"/>
                <a:gd name="csY416" fmla="*/ 200714 h 650622"/>
                <a:gd name="csX417" fmla="*/ 244570 w 457792"/>
                <a:gd name="csY417" fmla="*/ 201299 h 650622"/>
                <a:gd name="csX418" fmla="*/ 247050 w 457792"/>
                <a:gd name="csY418" fmla="*/ 201756 h 650622"/>
                <a:gd name="csX419" fmla="*/ 247872 w 457792"/>
                <a:gd name="csY419" fmla="*/ 201474 h 650622"/>
                <a:gd name="csX420" fmla="*/ 248717 w 457792"/>
                <a:gd name="csY420" fmla="*/ 200326 h 650622"/>
                <a:gd name="csX421" fmla="*/ 249409 w 457792"/>
                <a:gd name="csY421" fmla="*/ 198865 h 650622"/>
                <a:gd name="csX422" fmla="*/ 249630 w 457792"/>
                <a:gd name="csY422" fmla="*/ 197008 h 650622"/>
                <a:gd name="csX423" fmla="*/ 250421 w 457792"/>
                <a:gd name="csY423" fmla="*/ 196019 h 650622"/>
                <a:gd name="csX424" fmla="*/ 253396 w 457792"/>
                <a:gd name="csY424" fmla="*/ 191309 h 650622"/>
                <a:gd name="csX425" fmla="*/ 255032 w 457792"/>
                <a:gd name="csY425" fmla="*/ 189567 h 650622"/>
                <a:gd name="csX426" fmla="*/ 256036 w 457792"/>
                <a:gd name="csY426" fmla="*/ 189438 h 650622"/>
                <a:gd name="csX427" fmla="*/ 257322 w 457792"/>
                <a:gd name="csY427" fmla="*/ 189103 h 650622"/>
                <a:gd name="csX428" fmla="*/ 258965 w 457792"/>
                <a:gd name="csY428" fmla="*/ 188958 h 650622"/>
                <a:gd name="csX429" fmla="*/ 260198 w 457792"/>
                <a:gd name="csY429" fmla="*/ 189103 h 650622"/>
                <a:gd name="csX430" fmla="*/ 260464 w 457792"/>
                <a:gd name="csY430" fmla="*/ 189050 h 650622"/>
                <a:gd name="csX431" fmla="*/ 262397 w 457792"/>
                <a:gd name="csY431" fmla="*/ 188426 h 650622"/>
                <a:gd name="csX432" fmla="*/ 457138 w 457792"/>
                <a:gd name="csY432" fmla="*/ 650045 h 650622"/>
                <a:gd name="csX433" fmla="*/ 456217 w 457792"/>
                <a:gd name="csY433" fmla="*/ 650623 h 650622"/>
                <a:gd name="csX434" fmla="*/ 451904 w 457792"/>
                <a:gd name="csY434" fmla="*/ 650113 h 650622"/>
                <a:gd name="csX435" fmla="*/ 451439 w 457792"/>
                <a:gd name="csY435" fmla="*/ 648918 h 650622"/>
                <a:gd name="csX436" fmla="*/ 452710 w 457792"/>
                <a:gd name="csY436" fmla="*/ 647077 h 650622"/>
                <a:gd name="csX437" fmla="*/ 453463 w 457792"/>
                <a:gd name="csY437" fmla="*/ 646301 h 650622"/>
                <a:gd name="csX438" fmla="*/ 455693 w 457792"/>
                <a:gd name="csY438" fmla="*/ 646720 h 650622"/>
                <a:gd name="csX439" fmla="*/ 457473 w 457792"/>
                <a:gd name="csY439" fmla="*/ 648211 h 650622"/>
                <a:gd name="csX440" fmla="*/ 457793 w 457792"/>
                <a:gd name="csY440" fmla="*/ 648713 h 650622"/>
                <a:gd name="csX441" fmla="*/ 457138 w 457792"/>
                <a:gd name="csY441" fmla="*/ 650045 h 6506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Lst>
              <a:rect l="l" t="t" r="r" b="b"/>
              <a:pathLst>
                <a:path w="457792" h="650622">
                  <a:moveTo>
                    <a:pt x="316866" y="5881"/>
                  </a:moveTo>
                  <a:lnTo>
                    <a:pt x="316981" y="7091"/>
                  </a:lnTo>
                  <a:lnTo>
                    <a:pt x="317133" y="7639"/>
                  </a:lnTo>
                  <a:lnTo>
                    <a:pt x="318152" y="10827"/>
                  </a:lnTo>
                  <a:lnTo>
                    <a:pt x="319674" y="15605"/>
                  </a:lnTo>
                  <a:lnTo>
                    <a:pt x="320686" y="20018"/>
                  </a:lnTo>
                  <a:lnTo>
                    <a:pt x="322078" y="26082"/>
                  </a:lnTo>
                  <a:lnTo>
                    <a:pt x="322033" y="29468"/>
                  </a:lnTo>
                  <a:lnTo>
                    <a:pt x="322375" y="30776"/>
                  </a:lnTo>
                  <a:lnTo>
                    <a:pt x="323623" y="32412"/>
                  </a:lnTo>
                  <a:lnTo>
                    <a:pt x="325153" y="35228"/>
                  </a:lnTo>
                  <a:lnTo>
                    <a:pt x="325670" y="36818"/>
                  </a:lnTo>
                  <a:lnTo>
                    <a:pt x="326179" y="38012"/>
                  </a:lnTo>
                  <a:lnTo>
                    <a:pt x="327793" y="40279"/>
                  </a:lnTo>
                  <a:lnTo>
                    <a:pt x="329048" y="43719"/>
                  </a:lnTo>
                  <a:lnTo>
                    <a:pt x="330113" y="48276"/>
                  </a:lnTo>
                  <a:lnTo>
                    <a:pt x="331026" y="50468"/>
                  </a:lnTo>
                  <a:lnTo>
                    <a:pt x="331368" y="51548"/>
                  </a:lnTo>
                  <a:lnTo>
                    <a:pt x="331779" y="53511"/>
                  </a:lnTo>
                  <a:lnTo>
                    <a:pt x="331726" y="57658"/>
                  </a:lnTo>
                  <a:lnTo>
                    <a:pt x="331749" y="62474"/>
                  </a:lnTo>
                  <a:lnTo>
                    <a:pt x="331779" y="67853"/>
                  </a:lnTo>
                  <a:lnTo>
                    <a:pt x="331802" y="72304"/>
                  </a:lnTo>
                  <a:lnTo>
                    <a:pt x="331642" y="74556"/>
                  </a:lnTo>
                  <a:lnTo>
                    <a:pt x="331757" y="80970"/>
                  </a:lnTo>
                  <a:lnTo>
                    <a:pt x="330379" y="84310"/>
                  </a:lnTo>
                  <a:lnTo>
                    <a:pt x="330547" y="86943"/>
                  </a:lnTo>
                  <a:lnTo>
                    <a:pt x="330973" y="88647"/>
                  </a:lnTo>
                  <a:lnTo>
                    <a:pt x="330410" y="88913"/>
                  </a:lnTo>
                  <a:lnTo>
                    <a:pt x="329337" y="89218"/>
                  </a:lnTo>
                  <a:lnTo>
                    <a:pt x="324407" y="86517"/>
                  </a:lnTo>
                  <a:lnTo>
                    <a:pt x="319598" y="83663"/>
                  </a:lnTo>
                  <a:lnTo>
                    <a:pt x="318906" y="83580"/>
                  </a:lnTo>
                  <a:lnTo>
                    <a:pt x="317894" y="83877"/>
                  </a:lnTo>
                  <a:lnTo>
                    <a:pt x="315170" y="85946"/>
                  </a:lnTo>
                  <a:lnTo>
                    <a:pt x="312621" y="89187"/>
                  </a:lnTo>
                  <a:lnTo>
                    <a:pt x="311449" y="91957"/>
                  </a:lnTo>
                  <a:lnTo>
                    <a:pt x="309570" y="94818"/>
                  </a:lnTo>
                  <a:lnTo>
                    <a:pt x="306542" y="99429"/>
                  </a:lnTo>
                  <a:lnTo>
                    <a:pt x="306230" y="100425"/>
                  </a:lnTo>
                  <a:lnTo>
                    <a:pt x="306199" y="104184"/>
                  </a:lnTo>
                  <a:lnTo>
                    <a:pt x="306344" y="107768"/>
                  </a:lnTo>
                  <a:lnTo>
                    <a:pt x="306610" y="108270"/>
                  </a:lnTo>
                  <a:lnTo>
                    <a:pt x="308246" y="108437"/>
                  </a:lnTo>
                  <a:lnTo>
                    <a:pt x="309418" y="111374"/>
                  </a:lnTo>
                  <a:lnTo>
                    <a:pt x="312096" y="116061"/>
                  </a:lnTo>
                  <a:lnTo>
                    <a:pt x="316593" y="119074"/>
                  </a:lnTo>
                  <a:lnTo>
                    <a:pt x="320770" y="120443"/>
                  </a:lnTo>
                  <a:lnTo>
                    <a:pt x="326598" y="120786"/>
                  </a:lnTo>
                  <a:lnTo>
                    <a:pt x="331209" y="120687"/>
                  </a:lnTo>
                  <a:lnTo>
                    <a:pt x="330943" y="117522"/>
                  </a:lnTo>
                  <a:lnTo>
                    <a:pt x="331399" y="112447"/>
                  </a:lnTo>
                  <a:lnTo>
                    <a:pt x="331985" y="109038"/>
                  </a:lnTo>
                  <a:lnTo>
                    <a:pt x="332632" y="108886"/>
                  </a:lnTo>
                  <a:lnTo>
                    <a:pt x="333841" y="109213"/>
                  </a:lnTo>
                  <a:lnTo>
                    <a:pt x="334511" y="109563"/>
                  </a:lnTo>
                  <a:lnTo>
                    <a:pt x="336360" y="109419"/>
                  </a:lnTo>
                  <a:lnTo>
                    <a:pt x="339647" y="110088"/>
                  </a:lnTo>
                  <a:lnTo>
                    <a:pt x="342302" y="110019"/>
                  </a:lnTo>
                  <a:lnTo>
                    <a:pt x="344676" y="109951"/>
                  </a:lnTo>
                  <a:lnTo>
                    <a:pt x="348686" y="109837"/>
                  </a:lnTo>
                  <a:lnTo>
                    <a:pt x="351029" y="109799"/>
                  </a:lnTo>
                  <a:lnTo>
                    <a:pt x="350238" y="115300"/>
                  </a:lnTo>
                  <a:lnTo>
                    <a:pt x="347179" y="123936"/>
                  </a:lnTo>
                  <a:lnTo>
                    <a:pt x="346137" y="127907"/>
                  </a:lnTo>
                  <a:lnTo>
                    <a:pt x="343527" y="142143"/>
                  </a:lnTo>
                  <a:lnTo>
                    <a:pt x="340118" y="149348"/>
                  </a:lnTo>
                  <a:lnTo>
                    <a:pt x="338208" y="152331"/>
                  </a:lnTo>
                  <a:lnTo>
                    <a:pt x="332685" y="157611"/>
                  </a:lnTo>
                  <a:lnTo>
                    <a:pt x="331148" y="158684"/>
                  </a:lnTo>
                  <a:lnTo>
                    <a:pt x="329786" y="159369"/>
                  </a:lnTo>
                  <a:lnTo>
                    <a:pt x="327366" y="159978"/>
                  </a:lnTo>
                  <a:lnTo>
                    <a:pt x="317902" y="170705"/>
                  </a:lnTo>
                  <a:lnTo>
                    <a:pt x="314379" y="175895"/>
                  </a:lnTo>
                  <a:lnTo>
                    <a:pt x="311244" y="183480"/>
                  </a:lnTo>
                  <a:lnTo>
                    <a:pt x="308132" y="187658"/>
                  </a:lnTo>
                  <a:lnTo>
                    <a:pt x="303559" y="196590"/>
                  </a:lnTo>
                  <a:lnTo>
                    <a:pt x="299474" y="203506"/>
                  </a:lnTo>
                  <a:lnTo>
                    <a:pt x="295555" y="209836"/>
                  </a:lnTo>
                  <a:lnTo>
                    <a:pt x="288776" y="218571"/>
                  </a:lnTo>
                  <a:lnTo>
                    <a:pt x="285763" y="221105"/>
                  </a:lnTo>
                  <a:lnTo>
                    <a:pt x="283731" y="222261"/>
                  </a:lnTo>
                  <a:lnTo>
                    <a:pt x="278344" y="227351"/>
                  </a:lnTo>
                  <a:lnTo>
                    <a:pt x="270759" y="235569"/>
                  </a:lnTo>
                  <a:lnTo>
                    <a:pt x="264953" y="242872"/>
                  </a:lnTo>
                  <a:lnTo>
                    <a:pt x="256272" y="251196"/>
                  </a:lnTo>
                  <a:lnTo>
                    <a:pt x="251243" y="254849"/>
                  </a:lnTo>
                  <a:lnTo>
                    <a:pt x="243695" y="262054"/>
                  </a:lnTo>
                  <a:lnTo>
                    <a:pt x="241587" y="263119"/>
                  </a:lnTo>
                  <a:lnTo>
                    <a:pt x="233081" y="269837"/>
                  </a:lnTo>
                  <a:lnTo>
                    <a:pt x="226964" y="273931"/>
                  </a:lnTo>
                  <a:lnTo>
                    <a:pt x="217065" y="278686"/>
                  </a:lnTo>
                  <a:lnTo>
                    <a:pt x="213131" y="280018"/>
                  </a:lnTo>
                  <a:lnTo>
                    <a:pt x="203735" y="278785"/>
                  </a:lnTo>
                  <a:lnTo>
                    <a:pt x="199816" y="279439"/>
                  </a:lnTo>
                  <a:lnTo>
                    <a:pt x="196537" y="282315"/>
                  </a:lnTo>
                  <a:lnTo>
                    <a:pt x="196233" y="286455"/>
                  </a:lnTo>
                  <a:lnTo>
                    <a:pt x="194863" y="287078"/>
                  </a:lnTo>
                  <a:lnTo>
                    <a:pt x="192793" y="286896"/>
                  </a:lnTo>
                  <a:lnTo>
                    <a:pt x="186227" y="285169"/>
                  </a:lnTo>
                  <a:lnTo>
                    <a:pt x="182666" y="285496"/>
                  </a:lnTo>
                  <a:lnTo>
                    <a:pt x="180590" y="287710"/>
                  </a:lnTo>
                  <a:lnTo>
                    <a:pt x="178916" y="290510"/>
                  </a:lnTo>
                  <a:lnTo>
                    <a:pt x="173970" y="290654"/>
                  </a:lnTo>
                  <a:lnTo>
                    <a:pt x="165159" y="287755"/>
                  </a:lnTo>
                  <a:lnTo>
                    <a:pt x="154797" y="285990"/>
                  </a:lnTo>
                  <a:lnTo>
                    <a:pt x="152400" y="285792"/>
                  </a:lnTo>
                  <a:lnTo>
                    <a:pt x="147378" y="287946"/>
                  </a:lnTo>
                  <a:lnTo>
                    <a:pt x="145628" y="288258"/>
                  </a:lnTo>
                  <a:lnTo>
                    <a:pt x="138316" y="287793"/>
                  </a:lnTo>
                  <a:lnTo>
                    <a:pt x="134261" y="286439"/>
                  </a:lnTo>
                  <a:lnTo>
                    <a:pt x="130380" y="286432"/>
                  </a:lnTo>
                  <a:lnTo>
                    <a:pt x="127405" y="287550"/>
                  </a:lnTo>
                  <a:lnTo>
                    <a:pt x="123799" y="287946"/>
                  </a:lnTo>
                  <a:lnTo>
                    <a:pt x="114052" y="295745"/>
                  </a:lnTo>
                  <a:lnTo>
                    <a:pt x="109016" y="295752"/>
                  </a:lnTo>
                  <a:lnTo>
                    <a:pt x="104671" y="296658"/>
                  </a:lnTo>
                  <a:lnTo>
                    <a:pt x="102518" y="296627"/>
                  </a:lnTo>
                  <a:lnTo>
                    <a:pt x="98486" y="295531"/>
                  </a:lnTo>
                  <a:lnTo>
                    <a:pt x="96986" y="295608"/>
                  </a:lnTo>
                  <a:lnTo>
                    <a:pt x="94689" y="296094"/>
                  </a:lnTo>
                  <a:lnTo>
                    <a:pt x="92391" y="297472"/>
                  </a:lnTo>
                  <a:lnTo>
                    <a:pt x="87156" y="298065"/>
                  </a:lnTo>
                  <a:lnTo>
                    <a:pt x="85125" y="299244"/>
                  </a:lnTo>
                  <a:lnTo>
                    <a:pt x="76284" y="306404"/>
                  </a:lnTo>
                  <a:lnTo>
                    <a:pt x="74267" y="306115"/>
                  </a:lnTo>
                  <a:lnTo>
                    <a:pt x="72639" y="305651"/>
                  </a:lnTo>
                  <a:lnTo>
                    <a:pt x="68043" y="305560"/>
                  </a:lnTo>
                  <a:lnTo>
                    <a:pt x="62847" y="301748"/>
                  </a:lnTo>
                  <a:lnTo>
                    <a:pt x="60854" y="301991"/>
                  </a:lnTo>
                  <a:lnTo>
                    <a:pt x="61386" y="300850"/>
                  </a:lnTo>
                  <a:lnTo>
                    <a:pt x="61546" y="298826"/>
                  </a:lnTo>
                  <a:lnTo>
                    <a:pt x="60443" y="297396"/>
                  </a:lnTo>
                  <a:lnTo>
                    <a:pt x="59705" y="296757"/>
                  </a:lnTo>
                  <a:lnTo>
                    <a:pt x="57666" y="296878"/>
                  </a:lnTo>
                  <a:lnTo>
                    <a:pt x="56578" y="295159"/>
                  </a:lnTo>
                  <a:lnTo>
                    <a:pt x="53458" y="294999"/>
                  </a:lnTo>
                  <a:lnTo>
                    <a:pt x="52378" y="295433"/>
                  </a:lnTo>
                  <a:lnTo>
                    <a:pt x="50879" y="295524"/>
                  </a:lnTo>
                  <a:lnTo>
                    <a:pt x="50749" y="293782"/>
                  </a:lnTo>
                  <a:lnTo>
                    <a:pt x="50863" y="292686"/>
                  </a:lnTo>
                  <a:lnTo>
                    <a:pt x="50772" y="291004"/>
                  </a:lnTo>
                  <a:lnTo>
                    <a:pt x="50399" y="288942"/>
                  </a:lnTo>
                  <a:lnTo>
                    <a:pt x="49190" y="288288"/>
                  </a:lnTo>
                  <a:lnTo>
                    <a:pt x="48261" y="288014"/>
                  </a:lnTo>
                  <a:lnTo>
                    <a:pt x="46055" y="288159"/>
                  </a:lnTo>
                  <a:lnTo>
                    <a:pt x="44533" y="288379"/>
                  </a:lnTo>
                  <a:lnTo>
                    <a:pt x="43818" y="288980"/>
                  </a:lnTo>
                  <a:lnTo>
                    <a:pt x="43004" y="290495"/>
                  </a:lnTo>
                  <a:lnTo>
                    <a:pt x="42996" y="295090"/>
                  </a:lnTo>
                  <a:lnTo>
                    <a:pt x="41901" y="293774"/>
                  </a:lnTo>
                  <a:lnTo>
                    <a:pt x="40653" y="291019"/>
                  </a:lnTo>
                  <a:lnTo>
                    <a:pt x="40250" y="288083"/>
                  </a:lnTo>
                  <a:lnTo>
                    <a:pt x="40698" y="284621"/>
                  </a:lnTo>
                  <a:lnTo>
                    <a:pt x="43065" y="283305"/>
                  </a:lnTo>
                  <a:lnTo>
                    <a:pt x="42882" y="280969"/>
                  </a:lnTo>
                  <a:lnTo>
                    <a:pt x="42380" y="278945"/>
                  </a:lnTo>
                  <a:lnTo>
                    <a:pt x="39740" y="273771"/>
                  </a:lnTo>
                  <a:lnTo>
                    <a:pt x="38712" y="271405"/>
                  </a:lnTo>
                  <a:lnTo>
                    <a:pt x="36476" y="269807"/>
                  </a:lnTo>
                  <a:lnTo>
                    <a:pt x="34733" y="265957"/>
                  </a:lnTo>
                  <a:lnTo>
                    <a:pt x="32983" y="264565"/>
                  </a:lnTo>
                  <a:lnTo>
                    <a:pt x="32253" y="261871"/>
                  </a:lnTo>
                  <a:lnTo>
                    <a:pt x="30541" y="259726"/>
                  </a:lnTo>
                  <a:lnTo>
                    <a:pt x="29962" y="256332"/>
                  </a:lnTo>
                  <a:lnTo>
                    <a:pt x="30906" y="254392"/>
                  </a:lnTo>
                  <a:lnTo>
                    <a:pt x="32397" y="253327"/>
                  </a:lnTo>
                  <a:lnTo>
                    <a:pt x="33919" y="255008"/>
                  </a:lnTo>
                  <a:lnTo>
                    <a:pt x="35814" y="254354"/>
                  </a:lnTo>
                  <a:lnTo>
                    <a:pt x="38499" y="251904"/>
                  </a:lnTo>
                  <a:lnTo>
                    <a:pt x="40090" y="248191"/>
                  </a:lnTo>
                  <a:lnTo>
                    <a:pt x="40189" y="242264"/>
                  </a:lnTo>
                  <a:lnTo>
                    <a:pt x="39778" y="238574"/>
                  </a:lnTo>
                  <a:lnTo>
                    <a:pt x="37647" y="229063"/>
                  </a:lnTo>
                  <a:lnTo>
                    <a:pt x="36643" y="226879"/>
                  </a:lnTo>
                  <a:lnTo>
                    <a:pt x="31834" y="220100"/>
                  </a:lnTo>
                  <a:lnTo>
                    <a:pt x="26257" y="211053"/>
                  </a:lnTo>
                  <a:lnTo>
                    <a:pt x="19204" y="196864"/>
                  </a:lnTo>
                  <a:lnTo>
                    <a:pt x="15833" y="188373"/>
                  </a:lnTo>
                  <a:lnTo>
                    <a:pt x="10728" y="171330"/>
                  </a:lnTo>
                  <a:lnTo>
                    <a:pt x="6232" y="161735"/>
                  </a:lnTo>
                  <a:lnTo>
                    <a:pt x="708" y="152818"/>
                  </a:lnTo>
                  <a:lnTo>
                    <a:pt x="0" y="152239"/>
                  </a:lnTo>
                  <a:lnTo>
                    <a:pt x="845" y="151159"/>
                  </a:lnTo>
                  <a:lnTo>
                    <a:pt x="3820" y="149105"/>
                  </a:lnTo>
                  <a:lnTo>
                    <a:pt x="5166" y="148549"/>
                  </a:lnTo>
                  <a:lnTo>
                    <a:pt x="5889" y="148808"/>
                  </a:lnTo>
                  <a:lnTo>
                    <a:pt x="6589" y="148245"/>
                  </a:lnTo>
                  <a:lnTo>
                    <a:pt x="7266" y="146853"/>
                  </a:lnTo>
                  <a:lnTo>
                    <a:pt x="7419" y="145552"/>
                  </a:lnTo>
                  <a:lnTo>
                    <a:pt x="7753" y="143710"/>
                  </a:lnTo>
                  <a:lnTo>
                    <a:pt x="8415" y="142607"/>
                  </a:lnTo>
                  <a:lnTo>
                    <a:pt x="9146" y="140416"/>
                  </a:lnTo>
                  <a:lnTo>
                    <a:pt x="10386" y="139008"/>
                  </a:lnTo>
                  <a:lnTo>
                    <a:pt x="13011" y="138072"/>
                  </a:lnTo>
                  <a:lnTo>
                    <a:pt x="14997" y="139313"/>
                  </a:lnTo>
                  <a:lnTo>
                    <a:pt x="15826" y="140522"/>
                  </a:lnTo>
                  <a:lnTo>
                    <a:pt x="16168" y="142120"/>
                  </a:lnTo>
                  <a:lnTo>
                    <a:pt x="17051" y="142896"/>
                  </a:lnTo>
                  <a:lnTo>
                    <a:pt x="18466" y="142843"/>
                  </a:lnTo>
                  <a:lnTo>
                    <a:pt x="19463" y="143824"/>
                  </a:lnTo>
                  <a:lnTo>
                    <a:pt x="20041" y="145848"/>
                  </a:lnTo>
                  <a:lnTo>
                    <a:pt x="19927" y="147309"/>
                  </a:lnTo>
                  <a:lnTo>
                    <a:pt x="19120" y="148222"/>
                  </a:lnTo>
                  <a:lnTo>
                    <a:pt x="19235" y="149417"/>
                  </a:lnTo>
                  <a:lnTo>
                    <a:pt x="20262" y="150900"/>
                  </a:lnTo>
                  <a:lnTo>
                    <a:pt x="20688" y="152316"/>
                  </a:lnTo>
                  <a:lnTo>
                    <a:pt x="21373" y="154187"/>
                  </a:lnTo>
                  <a:lnTo>
                    <a:pt x="24979" y="155275"/>
                  </a:lnTo>
                  <a:lnTo>
                    <a:pt x="26744" y="155884"/>
                  </a:lnTo>
                  <a:lnTo>
                    <a:pt x="29780" y="156089"/>
                  </a:lnTo>
                  <a:lnTo>
                    <a:pt x="32648" y="156927"/>
                  </a:lnTo>
                  <a:lnTo>
                    <a:pt x="35349" y="158387"/>
                  </a:lnTo>
                  <a:lnTo>
                    <a:pt x="39793" y="158737"/>
                  </a:lnTo>
                  <a:lnTo>
                    <a:pt x="45979" y="157984"/>
                  </a:lnTo>
                  <a:lnTo>
                    <a:pt x="51069" y="158319"/>
                  </a:lnTo>
                  <a:lnTo>
                    <a:pt x="55063" y="159749"/>
                  </a:lnTo>
                  <a:lnTo>
                    <a:pt x="57962" y="160016"/>
                  </a:lnTo>
                  <a:lnTo>
                    <a:pt x="59758" y="159110"/>
                  </a:lnTo>
                  <a:lnTo>
                    <a:pt x="60542" y="157809"/>
                  </a:lnTo>
                  <a:lnTo>
                    <a:pt x="60298" y="156105"/>
                  </a:lnTo>
                  <a:lnTo>
                    <a:pt x="61188" y="155032"/>
                  </a:lnTo>
                  <a:lnTo>
                    <a:pt x="63204" y="154575"/>
                  </a:lnTo>
                  <a:lnTo>
                    <a:pt x="64818" y="153297"/>
                  </a:lnTo>
                  <a:lnTo>
                    <a:pt x="66035" y="151189"/>
                  </a:lnTo>
                  <a:lnTo>
                    <a:pt x="68843" y="149478"/>
                  </a:lnTo>
                  <a:lnTo>
                    <a:pt x="73248" y="148161"/>
                  </a:lnTo>
                  <a:lnTo>
                    <a:pt x="75439" y="148207"/>
                  </a:lnTo>
                  <a:lnTo>
                    <a:pt x="75439" y="144806"/>
                  </a:lnTo>
                  <a:lnTo>
                    <a:pt x="75439" y="134093"/>
                  </a:lnTo>
                  <a:lnTo>
                    <a:pt x="75439" y="123433"/>
                  </a:lnTo>
                  <a:lnTo>
                    <a:pt x="75439" y="112812"/>
                  </a:lnTo>
                  <a:lnTo>
                    <a:pt x="75439" y="102228"/>
                  </a:lnTo>
                  <a:lnTo>
                    <a:pt x="75439" y="91690"/>
                  </a:lnTo>
                  <a:lnTo>
                    <a:pt x="75439" y="81199"/>
                  </a:lnTo>
                  <a:lnTo>
                    <a:pt x="75439" y="70737"/>
                  </a:lnTo>
                  <a:lnTo>
                    <a:pt x="75439" y="60899"/>
                  </a:lnTo>
                  <a:lnTo>
                    <a:pt x="76466" y="61606"/>
                  </a:lnTo>
                  <a:lnTo>
                    <a:pt x="83230" y="66826"/>
                  </a:lnTo>
                  <a:lnTo>
                    <a:pt x="85056" y="69573"/>
                  </a:lnTo>
                  <a:lnTo>
                    <a:pt x="85962" y="71315"/>
                  </a:lnTo>
                  <a:lnTo>
                    <a:pt x="88868" y="77653"/>
                  </a:lnTo>
                  <a:lnTo>
                    <a:pt x="91029" y="83351"/>
                  </a:lnTo>
                  <a:lnTo>
                    <a:pt x="92787" y="87658"/>
                  </a:lnTo>
                  <a:lnTo>
                    <a:pt x="92924" y="89629"/>
                  </a:lnTo>
                  <a:lnTo>
                    <a:pt x="93175" y="91553"/>
                  </a:lnTo>
                  <a:lnTo>
                    <a:pt x="93426" y="92505"/>
                  </a:lnTo>
                  <a:lnTo>
                    <a:pt x="93266" y="93555"/>
                  </a:lnTo>
                  <a:lnTo>
                    <a:pt x="92026" y="95906"/>
                  </a:lnTo>
                  <a:lnTo>
                    <a:pt x="90763" y="97702"/>
                  </a:lnTo>
                  <a:lnTo>
                    <a:pt x="89241" y="100159"/>
                  </a:lnTo>
                  <a:lnTo>
                    <a:pt x="89097" y="103408"/>
                  </a:lnTo>
                  <a:lnTo>
                    <a:pt x="89553" y="107242"/>
                  </a:lnTo>
                  <a:lnTo>
                    <a:pt x="90489" y="109152"/>
                  </a:lnTo>
                  <a:lnTo>
                    <a:pt x="91660" y="109784"/>
                  </a:lnTo>
                  <a:lnTo>
                    <a:pt x="94461" y="108832"/>
                  </a:lnTo>
                  <a:lnTo>
                    <a:pt x="96233" y="109129"/>
                  </a:lnTo>
                  <a:lnTo>
                    <a:pt x="98736" y="109860"/>
                  </a:lnTo>
                  <a:lnTo>
                    <a:pt x="106938" y="109411"/>
                  </a:lnTo>
                  <a:lnTo>
                    <a:pt x="107928" y="109647"/>
                  </a:lnTo>
                  <a:lnTo>
                    <a:pt x="111025" y="109921"/>
                  </a:lnTo>
                  <a:lnTo>
                    <a:pt x="112059" y="109601"/>
                  </a:lnTo>
                  <a:lnTo>
                    <a:pt x="112988" y="108787"/>
                  </a:lnTo>
                  <a:lnTo>
                    <a:pt x="114060" y="106489"/>
                  </a:lnTo>
                  <a:lnTo>
                    <a:pt x="115019" y="105729"/>
                  </a:lnTo>
                  <a:lnTo>
                    <a:pt x="116761" y="105340"/>
                  </a:lnTo>
                  <a:lnTo>
                    <a:pt x="118823" y="104717"/>
                  </a:lnTo>
                  <a:lnTo>
                    <a:pt x="120527" y="103393"/>
                  </a:lnTo>
                  <a:lnTo>
                    <a:pt x="123229" y="98850"/>
                  </a:lnTo>
                  <a:lnTo>
                    <a:pt x="128638" y="94825"/>
                  </a:lnTo>
                  <a:lnTo>
                    <a:pt x="130297" y="93867"/>
                  </a:lnTo>
                  <a:lnTo>
                    <a:pt x="131347" y="92786"/>
                  </a:lnTo>
                  <a:lnTo>
                    <a:pt x="132260" y="91333"/>
                  </a:lnTo>
                  <a:lnTo>
                    <a:pt x="134154" y="86281"/>
                  </a:lnTo>
                  <a:lnTo>
                    <a:pt x="135585" y="82081"/>
                  </a:lnTo>
                  <a:lnTo>
                    <a:pt x="136072" y="80103"/>
                  </a:lnTo>
                  <a:lnTo>
                    <a:pt x="137350" y="76877"/>
                  </a:lnTo>
                  <a:lnTo>
                    <a:pt x="138894" y="74815"/>
                  </a:lnTo>
                  <a:lnTo>
                    <a:pt x="140409" y="73727"/>
                  </a:lnTo>
                  <a:lnTo>
                    <a:pt x="141170" y="73453"/>
                  </a:lnTo>
                  <a:lnTo>
                    <a:pt x="143117" y="72898"/>
                  </a:lnTo>
                  <a:lnTo>
                    <a:pt x="145621" y="72380"/>
                  </a:lnTo>
                  <a:lnTo>
                    <a:pt x="148253" y="72958"/>
                  </a:lnTo>
                  <a:lnTo>
                    <a:pt x="151076" y="74206"/>
                  </a:lnTo>
                  <a:lnTo>
                    <a:pt x="154264" y="76306"/>
                  </a:lnTo>
                  <a:lnTo>
                    <a:pt x="157528" y="78908"/>
                  </a:lnTo>
                  <a:lnTo>
                    <a:pt x="159027" y="80232"/>
                  </a:lnTo>
                  <a:lnTo>
                    <a:pt x="160647" y="80826"/>
                  </a:lnTo>
                  <a:lnTo>
                    <a:pt x="163531" y="81031"/>
                  </a:lnTo>
                  <a:lnTo>
                    <a:pt x="165418" y="80985"/>
                  </a:lnTo>
                  <a:lnTo>
                    <a:pt x="168355" y="83572"/>
                  </a:lnTo>
                  <a:lnTo>
                    <a:pt x="169839" y="83732"/>
                  </a:lnTo>
                  <a:lnTo>
                    <a:pt x="173164" y="84516"/>
                  </a:lnTo>
                  <a:lnTo>
                    <a:pt x="177272" y="85322"/>
                  </a:lnTo>
                  <a:lnTo>
                    <a:pt x="179851" y="85231"/>
                  </a:lnTo>
                  <a:lnTo>
                    <a:pt x="182621" y="83831"/>
                  </a:lnTo>
                  <a:lnTo>
                    <a:pt x="184615" y="83770"/>
                  </a:lnTo>
                  <a:lnTo>
                    <a:pt x="187194" y="83884"/>
                  </a:lnTo>
                  <a:lnTo>
                    <a:pt x="190032" y="83504"/>
                  </a:lnTo>
                  <a:lnTo>
                    <a:pt x="192109" y="82903"/>
                  </a:lnTo>
                  <a:lnTo>
                    <a:pt x="193699" y="81685"/>
                  </a:lnTo>
                  <a:lnTo>
                    <a:pt x="195099" y="80354"/>
                  </a:lnTo>
                  <a:lnTo>
                    <a:pt x="196712" y="76390"/>
                  </a:lnTo>
                  <a:lnTo>
                    <a:pt x="197640" y="73209"/>
                  </a:lnTo>
                  <a:lnTo>
                    <a:pt x="199071" y="69550"/>
                  </a:lnTo>
                  <a:lnTo>
                    <a:pt x="200828" y="64597"/>
                  </a:lnTo>
                  <a:lnTo>
                    <a:pt x="201460" y="61150"/>
                  </a:lnTo>
                  <a:lnTo>
                    <a:pt x="202099" y="60199"/>
                  </a:lnTo>
                  <a:lnTo>
                    <a:pt x="204655" y="59149"/>
                  </a:lnTo>
                  <a:lnTo>
                    <a:pt x="206763" y="58426"/>
                  </a:lnTo>
                  <a:lnTo>
                    <a:pt x="212454" y="57072"/>
                  </a:lnTo>
                  <a:lnTo>
                    <a:pt x="213618" y="56349"/>
                  </a:lnTo>
                  <a:lnTo>
                    <a:pt x="214683" y="54728"/>
                  </a:lnTo>
                  <a:lnTo>
                    <a:pt x="217164" y="51981"/>
                  </a:lnTo>
                  <a:lnTo>
                    <a:pt x="220223" y="49692"/>
                  </a:lnTo>
                  <a:lnTo>
                    <a:pt x="221805" y="48382"/>
                  </a:lnTo>
                  <a:lnTo>
                    <a:pt x="224697" y="37290"/>
                  </a:lnTo>
                  <a:lnTo>
                    <a:pt x="225046" y="35920"/>
                  </a:lnTo>
                  <a:lnTo>
                    <a:pt x="227146" y="32983"/>
                  </a:lnTo>
                  <a:lnTo>
                    <a:pt x="228447" y="31743"/>
                  </a:lnTo>
                  <a:lnTo>
                    <a:pt x="229284" y="31720"/>
                  </a:lnTo>
                  <a:lnTo>
                    <a:pt x="230471" y="30944"/>
                  </a:lnTo>
                  <a:lnTo>
                    <a:pt x="232016" y="29422"/>
                  </a:lnTo>
                  <a:lnTo>
                    <a:pt x="233850" y="28479"/>
                  </a:lnTo>
                  <a:lnTo>
                    <a:pt x="235972" y="28129"/>
                  </a:lnTo>
                  <a:lnTo>
                    <a:pt x="237349" y="27117"/>
                  </a:lnTo>
                  <a:lnTo>
                    <a:pt x="237981" y="25458"/>
                  </a:lnTo>
                  <a:lnTo>
                    <a:pt x="239076" y="24652"/>
                  </a:lnTo>
                  <a:lnTo>
                    <a:pt x="240636" y="24697"/>
                  </a:lnTo>
                  <a:lnTo>
                    <a:pt x="241527" y="24172"/>
                  </a:lnTo>
                  <a:lnTo>
                    <a:pt x="241740" y="23069"/>
                  </a:lnTo>
                  <a:lnTo>
                    <a:pt x="242683" y="22118"/>
                  </a:lnTo>
                  <a:lnTo>
                    <a:pt x="244349" y="21334"/>
                  </a:lnTo>
                  <a:lnTo>
                    <a:pt x="245217" y="20398"/>
                  </a:lnTo>
                  <a:lnTo>
                    <a:pt x="245300" y="19326"/>
                  </a:lnTo>
                  <a:lnTo>
                    <a:pt x="247286" y="16716"/>
                  </a:lnTo>
                  <a:lnTo>
                    <a:pt x="251174" y="12569"/>
                  </a:lnTo>
                  <a:lnTo>
                    <a:pt x="254834" y="10264"/>
                  </a:lnTo>
                  <a:lnTo>
                    <a:pt x="258273" y="9792"/>
                  </a:lnTo>
                  <a:lnTo>
                    <a:pt x="261537" y="8932"/>
                  </a:lnTo>
                  <a:lnTo>
                    <a:pt x="264618" y="7677"/>
                  </a:lnTo>
                  <a:lnTo>
                    <a:pt x="266878" y="5706"/>
                  </a:lnTo>
                  <a:lnTo>
                    <a:pt x="268324" y="3028"/>
                  </a:lnTo>
                  <a:lnTo>
                    <a:pt x="270812" y="1529"/>
                  </a:lnTo>
                  <a:lnTo>
                    <a:pt x="275826" y="1088"/>
                  </a:lnTo>
                  <a:lnTo>
                    <a:pt x="276100" y="1065"/>
                  </a:lnTo>
                  <a:lnTo>
                    <a:pt x="282202" y="0"/>
                  </a:lnTo>
                  <a:lnTo>
                    <a:pt x="287307" y="867"/>
                  </a:lnTo>
                  <a:lnTo>
                    <a:pt x="293463" y="3317"/>
                  </a:lnTo>
                  <a:lnTo>
                    <a:pt x="299222" y="4185"/>
                  </a:lnTo>
                  <a:lnTo>
                    <a:pt x="304594" y="3469"/>
                  </a:lnTo>
                  <a:lnTo>
                    <a:pt x="308961" y="3310"/>
                  </a:lnTo>
                  <a:lnTo>
                    <a:pt x="312317" y="3705"/>
                  </a:lnTo>
                  <a:lnTo>
                    <a:pt x="314964" y="4558"/>
                  </a:lnTo>
                  <a:lnTo>
                    <a:pt x="316866" y="5881"/>
                  </a:lnTo>
                  <a:close/>
                  <a:moveTo>
                    <a:pt x="262397" y="188426"/>
                  </a:moveTo>
                  <a:lnTo>
                    <a:pt x="265904" y="186866"/>
                  </a:lnTo>
                  <a:lnTo>
                    <a:pt x="267487" y="185915"/>
                  </a:lnTo>
                  <a:lnTo>
                    <a:pt x="268628" y="185131"/>
                  </a:lnTo>
                  <a:lnTo>
                    <a:pt x="270104" y="183944"/>
                  </a:lnTo>
                  <a:lnTo>
                    <a:pt x="270614" y="181061"/>
                  </a:lnTo>
                  <a:lnTo>
                    <a:pt x="271048" y="178611"/>
                  </a:lnTo>
                  <a:lnTo>
                    <a:pt x="272174" y="177401"/>
                  </a:lnTo>
                  <a:lnTo>
                    <a:pt x="273330" y="176602"/>
                  </a:lnTo>
                  <a:lnTo>
                    <a:pt x="274281" y="175331"/>
                  </a:lnTo>
                  <a:lnTo>
                    <a:pt x="275461" y="172281"/>
                  </a:lnTo>
                  <a:lnTo>
                    <a:pt x="276267" y="169298"/>
                  </a:lnTo>
                  <a:lnTo>
                    <a:pt x="276351" y="168081"/>
                  </a:lnTo>
                  <a:lnTo>
                    <a:pt x="275932" y="166833"/>
                  </a:lnTo>
                  <a:lnTo>
                    <a:pt x="275179" y="165501"/>
                  </a:lnTo>
                  <a:lnTo>
                    <a:pt x="274441" y="163706"/>
                  </a:lnTo>
                  <a:lnTo>
                    <a:pt x="273551" y="163424"/>
                  </a:lnTo>
                  <a:lnTo>
                    <a:pt x="271808" y="162420"/>
                  </a:lnTo>
                  <a:lnTo>
                    <a:pt x="269245" y="160396"/>
                  </a:lnTo>
                  <a:lnTo>
                    <a:pt x="267023" y="158638"/>
                  </a:lnTo>
                  <a:lnTo>
                    <a:pt x="264938" y="156089"/>
                  </a:lnTo>
                  <a:lnTo>
                    <a:pt x="264086" y="155671"/>
                  </a:lnTo>
                  <a:lnTo>
                    <a:pt x="262070" y="153944"/>
                  </a:lnTo>
                  <a:lnTo>
                    <a:pt x="261202" y="152955"/>
                  </a:lnTo>
                  <a:lnTo>
                    <a:pt x="260593" y="151768"/>
                  </a:lnTo>
                  <a:lnTo>
                    <a:pt x="260023" y="151380"/>
                  </a:lnTo>
                  <a:lnTo>
                    <a:pt x="259118" y="151684"/>
                  </a:lnTo>
                  <a:lnTo>
                    <a:pt x="256736" y="152209"/>
                  </a:lnTo>
                  <a:lnTo>
                    <a:pt x="251631" y="154279"/>
                  </a:lnTo>
                  <a:lnTo>
                    <a:pt x="248465" y="156181"/>
                  </a:lnTo>
                  <a:lnTo>
                    <a:pt x="245803" y="158448"/>
                  </a:lnTo>
                  <a:lnTo>
                    <a:pt x="243040" y="159315"/>
                  </a:lnTo>
                  <a:lnTo>
                    <a:pt x="241017" y="160069"/>
                  </a:lnTo>
                  <a:lnTo>
                    <a:pt x="239411" y="162663"/>
                  </a:lnTo>
                  <a:lnTo>
                    <a:pt x="237913" y="165083"/>
                  </a:lnTo>
                  <a:lnTo>
                    <a:pt x="236566" y="167266"/>
                  </a:lnTo>
                  <a:lnTo>
                    <a:pt x="235789" y="168248"/>
                  </a:lnTo>
                  <a:lnTo>
                    <a:pt x="235090" y="168879"/>
                  </a:lnTo>
                  <a:lnTo>
                    <a:pt x="234382" y="170280"/>
                  </a:lnTo>
                  <a:lnTo>
                    <a:pt x="232929" y="172608"/>
                  </a:lnTo>
                  <a:lnTo>
                    <a:pt x="231597" y="174167"/>
                  </a:lnTo>
                  <a:lnTo>
                    <a:pt x="229741" y="175020"/>
                  </a:lnTo>
                  <a:lnTo>
                    <a:pt x="227344" y="176123"/>
                  </a:lnTo>
                  <a:lnTo>
                    <a:pt x="226530" y="176762"/>
                  </a:lnTo>
                  <a:lnTo>
                    <a:pt x="226416" y="177705"/>
                  </a:lnTo>
                  <a:lnTo>
                    <a:pt x="227268" y="179897"/>
                  </a:lnTo>
                  <a:lnTo>
                    <a:pt x="228090" y="182012"/>
                  </a:lnTo>
                  <a:lnTo>
                    <a:pt x="229437" y="184492"/>
                  </a:lnTo>
                  <a:lnTo>
                    <a:pt x="230426" y="186311"/>
                  </a:lnTo>
                  <a:lnTo>
                    <a:pt x="231985" y="188532"/>
                  </a:lnTo>
                  <a:lnTo>
                    <a:pt x="232899" y="189833"/>
                  </a:lnTo>
                  <a:lnTo>
                    <a:pt x="232776" y="192017"/>
                  </a:lnTo>
                  <a:lnTo>
                    <a:pt x="233089" y="192801"/>
                  </a:lnTo>
                  <a:lnTo>
                    <a:pt x="233606" y="193706"/>
                  </a:lnTo>
                  <a:lnTo>
                    <a:pt x="234040" y="193934"/>
                  </a:lnTo>
                  <a:lnTo>
                    <a:pt x="234527" y="194262"/>
                  </a:lnTo>
                  <a:lnTo>
                    <a:pt x="235820" y="194893"/>
                  </a:lnTo>
                  <a:lnTo>
                    <a:pt x="236132" y="195312"/>
                  </a:lnTo>
                  <a:lnTo>
                    <a:pt x="237037" y="196057"/>
                  </a:lnTo>
                  <a:lnTo>
                    <a:pt x="237905" y="197419"/>
                  </a:lnTo>
                  <a:lnTo>
                    <a:pt x="239548" y="199291"/>
                  </a:lnTo>
                  <a:lnTo>
                    <a:pt x="241397" y="200714"/>
                  </a:lnTo>
                  <a:lnTo>
                    <a:pt x="244570" y="201299"/>
                  </a:lnTo>
                  <a:lnTo>
                    <a:pt x="247050" y="201756"/>
                  </a:lnTo>
                  <a:lnTo>
                    <a:pt x="247872" y="201474"/>
                  </a:lnTo>
                  <a:lnTo>
                    <a:pt x="248717" y="200326"/>
                  </a:lnTo>
                  <a:lnTo>
                    <a:pt x="249409" y="198865"/>
                  </a:lnTo>
                  <a:lnTo>
                    <a:pt x="249630" y="197008"/>
                  </a:lnTo>
                  <a:lnTo>
                    <a:pt x="250421" y="196019"/>
                  </a:lnTo>
                  <a:lnTo>
                    <a:pt x="253396" y="191309"/>
                  </a:lnTo>
                  <a:lnTo>
                    <a:pt x="255032" y="189567"/>
                  </a:lnTo>
                  <a:lnTo>
                    <a:pt x="256036" y="189438"/>
                  </a:lnTo>
                  <a:lnTo>
                    <a:pt x="257322" y="189103"/>
                  </a:lnTo>
                  <a:lnTo>
                    <a:pt x="258965" y="188958"/>
                  </a:lnTo>
                  <a:lnTo>
                    <a:pt x="260198" y="189103"/>
                  </a:lnTo>
                  <a:lnTo>
                    <a:pt x="260464" y="189050"/>
                  </a:lnTo>
                  <a:lnTo>
                    <a:pt x="262397" y="188426"/>
                  </a:lnTo>
                  <a:close/>
                  <a:moveTo>
                    <a:pt x="457138" y="650045"/>
                  </a:moveTo>
                  <a:lnTo>
                    <a:pt x="456217" y="650623"/>
                  </a:lnTo>
                  <a:lnTo>
                    <a:pt x="451904" y="650113"/>
                  </a:lnTo>
                  <a:lnTo>
                    <a:pt x="451439" y="648918"/>
                  </a:lnTo>
                  <a:lnTo>
                    <a:pt x="452710" y="647077"/>
                  </a:lnTo>
                  <a:lnTo>
                    <a:pt x="453463" y="646301"/>
                  </a:lnTo>
                  <a:lnTo>
                    <a:pt x="455693" y="646720"/>
                  </a:lnTo>
                  <a:lnTo>
                    <a:pt x="457473" y="648211"/>
                  </a:lnTo>
                  <a:lnTo>
                    <a:pt x="457793" y="648713"/>
                  </a:lnTo>
                  <a:lnTo>
                    <a:pt x="457138" y="650045"/>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53" name="Freeform: Shape 2352">
              <a:extLst>
                <a:ext uri="{FF2B5EF4-FFF2-40B4-BE49-F238E27FC236}">
                  <a16:creationId xmlns:a16="http://schemas.microsoft.com/office/drawing/2014/main" id="{718F3C25-1A10-60BE-41E7-75F7A265E4A2}"/>
                </a:ext>
              </a:extLst>
            </p:cNvPr>
            <p:cNvSpPr/>
            <p:nvPr/>
          </p:nvSpPr>
          <p:spPr>
            <a:xfrm>
              <a:off x="10043188" y="5178641"/>
              <a:ext cx="249462" cy="214842"/>
            </a:xfrm>
            <a:custGeom>
              <a:avLst/>
              <a:gdLst>
                <a:gd name="csX0" fmla="*/ 233629 w 249462"/>
                <a:gd name="csY0" fmla="*/ 26059 h 214842"/>
                <a:gd name="csX1" fmla="*/ 233705 w 249462"/>
                <a:gd name="csY1" fmla="*/ 26630 h 214842"/>
                <a:gd name="csX2" fmla="*/ 234291 w 249462"/>
                <a:gd name="csY2" fmla="*/ 27710 h 214842"/>
                <a:gd name="csX3" fmla="*/ 234907 w 249462"/>
                <a:gd name="csY3" fmla="*/ 28486 h 214842"/>
                <a:gd name="csX4" fmla="*/ 234961 w 249462"/>
                <a:gd name="csY4" fmla="*/ 29628 h 214842"/>
                <a:gd name="csX5" fmla="*/ 235249 w 249462"/>
                <a:gd name="csY5" fmla="*/ 30693 h 214842"/>
                <a:gd name="csX6" fmla="*/ 236148 w 249462"/>
                <a:gd name="csY6" fmla="*/ 30952 h 214842"/>
                <a:gd name="csX7" fmla="*/ 236885 w 249462"/>
                <a:gd name="csY7" fmla="*/ 31020 h 214842"/>
                <a:gd name="csX8" fmla="*/ 237570 w 249462"/>
                <a:gd name="csY8" fmla="*/ 30259 h 214842"/>
                <a:gd name="csX9" fmla="*/ 238498 w 249462"/>
                <a:gd name="csY9" fmla="*/ 30274 h 214842"/>
                <a:gd name="csX10" fmla="*/ 239518 w 249462"/>
                <a:gd name="csY10" fmla="*/ 30761 h 214842"/>
                <a:gd name="csX11" fmla="*/ 239883 w 249462"/>
                <a:gd name="csY11" fmla="*/ 31986 h 214842"/>
                <a:gd name="csX12" fmla="*/ 240682 w 249462"/>
                <a:gd name="csY12" fmla="*/ 33630 h 214842"/>
                <a:gd name="csX13" fmla="*/ 241968 w 249462"/>
                <a:gd name="csY13" fmla="*/ 34756 h 214842"/>
                <a:gd name="csX14" fmla="*/ 242835 w 249462"/>
                <a:gd name="csY14" fmla="*/ 35844 h 214842"/>
                <a:gd name="csX15" fmla="*/ 242538 w 249462"/>
                <a:gd name="csY15" fmla="*/ 37822 h 214842"/>
                <a:gd name="csX16" fmla="*/ 241990 w 249462"/>
                <a:gd name="csY16" fmla="*/ 39625 h 214842"/>
                <a:gd name="csX17" fmla="*/ 243741 w 249462"/>
                <a:gd name="csY17" fmla="*/ 41413 h 214842"/>
                <a:gd name="csX18" fmla="*/ 246016 w 249462"/>
                <a:gd name="csY18" fmla="*/ 43110 h 214842"/>
                <a:gd name="csX19" fmla="*/ 246632 w 249462"/>
                <a:gd name="csY19" fmla="*/ 43863 h 214842"/>
                <a:gd name="csX20" fmla="*/ 246815 w 249462"/>
                <a:gd name="csY20" fmla="*/ 46389 h 214842"/>
                <a:gd name="csX21" fmla="*/ 247165 w 249462"/>
                <a:gd name="csY21" fmla="*/ 47241 h 214842"/>
                <a:gd name="csX22" fmla="*/ 248709 w 249462"/>
                <a:gd name="csY22" fmla="*/ 49341 h 214842"/>
                <a:gd name="csX23" fmla="*/ 249463 w 249462"/>
                <a:gd name="csY23" fmla="*/ 50734 h 214842"/>
                <a:gd name="csX24" fmla="*/ 249409 w 249462"/>
                <a:gd name="csY24" fmla="*/ 51540 h 214842"/>
                <a:gd name="csX25" fmla="*/ 245263 w 249462"/>
                <a:gd name="csY25" fmla="*/ 55702 h 214842"/>
                <a:gd name="csX26" fmla="*/ 243946 w 249462"/>
                <a:gd name="csY26" fmla="*/ 56105 h 214842"/>
                <a:gd name="csX27" fmla="*/ 242698 w 249462"/>
                <a:gd name="csY27" fmla="*/ 56341 h 214842"/>
                <a:gd name="csX28" fmla="*/ 241587 w 249462"/>
                <a:gd name="csY28" fmla="*/ 57194 h 214842"/>
                <a:gd name="csX29" fmla="*/ 240918 w 249462"/>
                <a:gd name="csY29" fmla="*/ 58084 h 214842"/>
                <a:gd name="csX30" fmla="*/ 241162 w 249462"/>
                <a:gd name="csY30" fmla="*/ 58555 h 214842"/>
                <a:gd name="csX31" fmla="*/ 241603 w 249462"/>
                <a:gd name="csY31" fmla="*/ 59978 h 214842"/>
                <a:gd name="csX32" fmla="*/ 242569 w 249462"/>
                <a:gd name="csY32" fmla="*/ 62230 h 214842"/>
                <a:gd name="csX33" fmla="*/ 243444 w 249462"/>
                <a:gd name="csY33" fmla="*/ 63805 h 214842"/>
                <a:gd name="csX34" fmla="*/ 242714 w 249462"/>
                <a:gd name="csY34" fmla="*/ 65776 h 214842"/>
                <a:gd name="csX35" fmla="*/ 241070 w 249462"/>
                <a:gd name="csY35" fmla="*/ 69124 h 214842"/>
                <a:gd name="csX36" fmla="*/ 240309 w 249462"/>
                <a:gd name="csY36" fmla="*/ 69420 h 214842"/>
                <a:gd name="csX37" fmla="*/ 240172 w 249462"/>
                <a:gd name="csY37" fmla="*/ 71954 h 214842"/>
                <a:gd name="csX38" fmla="*/ 240674 w 249462"/>
                <a:gd name="csY38" fmla="*/ 72882 h 214842"/>
                <a:gd name="csX39" fmla="*/ 241496 w 249462"/>
                <a:gd name="csY39" fmla="*/ 73613 h 214842"/>
                <a:gd name="csX40" fmla="*/ 241831 w 249462"/>
                <a:gd name="csY40" fmla="*/ 75332 h 214842"/>
                <a:gd name="csX41" fmla="*/ 241854 w 249462"/>
                <a:gd name="csY41" fmla="*/ 77706 h 214842"/>
                <a:gd name="csX42" fmla="*/ 241762 w 249462"/>
                <a:gd name="csY42" fmla="*/ 79616 h 214842"/>
                <a:gd name="csX43" fmla="*/ 240728 w 249462"/>
                <a:gd name="csY43" fmla="*/ 84478 h 214842"/>
                <a:gd name="csX44" fmla="*/ 242599 w 249462"/>
                <a:gd name="csY44" fmla="*/ 88731 h 214842"/>
                <a:gd name="csX45" fmla="*/ 243238 w 249462"/>
                <a:gd name="csY45" fmla="*/ 89195 h 214842"/>
                <a:gd name="csX46" fmla="*/ 245833 w 249462"/>
                <a:gd name="csY46" fmla="*/ 89225 h 214842"/>
                <a:gd name="csX47" fmla="*/ 246274 w 249462"/>
                <a:gd name="csY47" fmla="*/ 89583 h 214842"/>
                <a:gd name="csX48" fmla="*/ 245658 w 249462"/>
                <a:gd name="csY48" fmla="*/ 90793 h 214842"/>
                <a:gd name="csX49" fmla="*/ 244532 w 249462"/>
                <a:gd name="csY49" fmla="*/ 92041 h 214842"/>
                <a:gd name="csX50" fmla="*/ 243840 w 249462"/>
                <a:gd name="csY50" fmla="*/ 92672 h 214842"/>
                <a:gd name="csX51" fmla="*/ 240537 w 249462"/>
                <a:gd name="csY51" fmla="*/ 94125 h 214842"/>
                <a:gd name="csX52" fmla="*/ 235797 w 249462"/>
                <a:gd name="csY52" fmla="*/ 95731 h 214842"/>
                <a:gd name="csX53" fmla="*/ 234808 w 249462"/>
                <a:gd name="csY53" fmla="*/ 97268 h 214842"/>
                <a:gd name="csX54" fmla="*/ 234177 w 249462"/>
                <a:gd name="csY54" fmla="*/ 99512 h 214842"/>
                <a:gd name="csX55" fmla="*/ 234709 w 249462"/>
                <a:gd name="csY55" fmla="*/ 100828 h 214842"/>
                <a:gd name="csX56" fmla="*/ 235333 w 249462"/>
                <a:gd name="csY56" fmla="*/ 101582 h 214842"/>
                <a:gd name="csX57" fmla="*/ 235135 w 249462"/>
                <a:gd name="csY57" fmla="*/ 103537 h 214842"/>
                <a:gd name="csX58" fmla="*/ 234717 w 249462"/>
                <a:gd name="csY58" fmla="*/ 105607 h 214842"/>
                <a:gd name="csX59" fmla="*/ 234862 w 249462"/>
                <a:gd name="csY59" fmla="*/ 107235 h 214842"/>
                <a:gd name="csX60" fmla="*/ 234648 w 249462"/>
                <a:gd name="csY60" fmla="*/ 108673 h 214842"/>
                <a:gd name="csX61" fmla="*/ 234024 w 249462"/>
                <a:gd name="csY61" fmla="*/ 109380 h 214842"/>
                <a:gd name="csX62" fmla="*/ 233195 w 249462"/>
                <a:gd name="csY62" fmla="*/ 111549 h 214842"/>
                <a:gd name="csX63" fmla="*/ 232176 w 249462"/>
                <a:gd name="csY63" fmla="*/ 113733 h 214842"/>
                <a:gd name="csX64" fmla="*/ 231369 w 249462"/>
                <a:gd name="csY64" fmla="*/ 114729 h 214842"/>
                <a:gd name="csX65" fmla="*/ 230182 w 249462"/>
                <a:gd name="csY65" fmla="*/ 115772 h 214842"/>
                <a:gd name="csX66" fmla="*/ 228303 w 249462"/>
                <a:gd name="csY66" fmla="*/ 116639 h 214842"/>
                <a:gd name="csX67" fmla="*/ 228333 w 249462"/>
                <a:gd name="csY67" fmla="*/ 117081 h 214842"/>
                <a:gd name="csX68" fmla="*/ 230464 w 249462"/>
                <a:gd name="csY68" fmla="*/ 118085 h 214842"/>
                <a:gd name="csX69" fmla="*/ 231011 w 249462"/>
                <a:gd name="csY69" fmla="*/ 118785 h 214842"/>
                <a:gd name="csX70" fmla="*/ 231209 w 249462"/>
                <a:gd name="csY70" fmla="*/ 119264 h 214842"/>
                <a:gd name="csX71" fmla="*/ 230753 w 249462"/>
                <a:gd name="csY71" fmla="*/ 119721 h 214842"/>
                <a:gd name="csX72" fmla="*/ 230319 w 249462"/>
                <a:gd name="csY72" fmla="*/ 120367 h 214842"/>
                <a:gd name="csX73" fmla="*/ 231301 w 249462"/>
                <a:gd name="csY73" fmla="*/ 121037 h 214842"/>
                <a:gd name="csX74" fmla="*/ 232503 w 249462"/>
                <a:gd name="csY74" fmla="*/ 121600 h 214842"/>
                <a:gd name="csX75" fmla="*/ 233637 w 249462"/>
                <a:gd name="csY75" fmla="*/ 123053 h 214842"/>
                <a:gd name="csX76" fmla="*/ 234648 w 249462"/>
                <a:gd name="csY76" fmla="*/ 125085 h 214842"/>
                <a:gd name="csX77" fmla="*/ 234937 w 249462"/>
                <a:gd name="csY77" fmla="*/ 125800 h 214842"/>
                <a:gd name="csX78" fmla="*/ 235173 w 249462"/>
                <a:gd name="csY78" fmla="*/ 126081 h 214842"/>
                <a:gd name="csX79" fmla="*/ 235539 w 249462"/>
                <a:gd name="csY79" fmla="*/ 126112 h 214842"/>
                <a:gd name="csX80" fmla="*/ 236246 w 249462"/>
                <a:gd name="csY80" fmla="*/ 125808 h 214842"/>
                <a:gd name="csX81" fmla="*/ 237547 w 249462"/>
                <a:gd name="csY81" fmla="*/ 124696 h 214842"/>
                <a:gd name="csX82" fmla="*/ 238498 w 249462"/>
                <a:gd name="csY82" fmla="*/ 124301 h 214842"/>
                <a:gd name="csX83" fmla="*/ 239647 w 249462"/>
                <a:gd name="csY83" fmla="*/ 125883 h 214842"/>
                <a:gd name="csX84" fmla="*/ 235059 w 249462"/>
                <a:gd name="csY84" fmla="*/ 127451 h 214842"/>
                <a:gd name="csX85" fmla="*/ 232655 w 249462"/>
                <a:gd name="csY85" fmla="*/ 128273 h 214842"/>
                <a:gd name="csX86" fmla="*/ 225800 w 249462"/>
                <a:gd name="csY86" fmla="*/ 130616 h 214842"/>
                <a:gd name="csX87" fmla="*/ 219812 w 249462"/>
                <a:gd name="csY87" fmla="*/ 132663 h 214842"/>
                <a:gd name="csX88" fmla="*/ 218252 w 249462"/>
                <a:gd name="csY88" fmla="*/ 133051 h 214842"/>
                <a:gd name="csX89" fmla="*/ 215148 w 249462"/>
                <a:gd name="csY89" fmla="*/ 134047 h 214842"/>
                <a:gd name="csX90" fmla="*/ 213603 w 249462"/>
                <a:gd name="csY90" fmla="*/ 134664 h 214842"/>
                <a:gd name="csX91" fmla="*/ 208194 w 249462"/>
                <a:gd name="csY91" fmla="*/ 136452 h 214842"/>
                <a:gd name="csX92" fmla="*/ 205934 w 249462"/>
                <a:gd name="csY92" fmla="*/ 137342 h 214842"/>
                <a:gd name="csX93" fmla="*/ 204115 w 249462"/>
                <a:gd name="csY93" fmla="*/ 138232 h 214842"/>
                <a:gd name="csX94" fmla="*/ 199649 w 249462"/>
                <a:gd name="csY94" fmla="*/ 139556 h 214842"/>
                <a:gd name="csX95" fmla="*/ 195426 w 249462"/>
                <a:gd name="csY95" fmla="*/ 140804 h 214842"/>
                <a:gd name="csX96" fmla="*/ 190816 w 249462"/>
                <a:gd name="csY96" fmla="*/ 142097 h 214842"/>
                <a:gd name="csX97" fmla="*/ 185657 w 249462"/>
                <a:gd name="csY97" fmla="*/ 143535 h 214842"/>
                <a:gd name="csX98" fmla="*/ 182758 w 249462"/>
                <a:gd name="csY98" fmla="*/ 144578 h 214842"/>
                <a:gd name="csX99" fmla="*/ 180802 w 249462"/>
                <a:gd name="csY99" fmla="*/ 145476 h 214842"/>
                <a:gd name="csX100" fmla="*/ 176230 w 249462"/>
                <a:gd name="csY100" fmla="*/ 147302 h 214842"/>
                <a:gd name="csX101" fmla="*/ 176017 w 249462"/>
                <a:gd name="csY101" fmla="*/ 147743 h 214842"/>
                <a:gd name="csX102" fmla="*/ 176078 w 249462"/>
                <a:gd name="csY102" fmla="*/ 148983 h 214842"/>
                <a:gd name="csX103" fmla="*/ 176663 w 249462"/>
                <a:gd name="csY103" fmla="*/ 151540 h 214842"/>
                <a:gd name="csX104" fmla="*/ 177805 w 249462"/>
                <a:gd name="csY104" fmla="*/ 153860 h 214842"/>
                <a:gd name="csX105" fmla="*/ 178763 w 249462"/>
                <a:gd name="csY105" fmla="*/ 155199 h 214842"/>
                <a:gd name="csX106" fmla="*/ 179387 w 249462"/>
                <a:gd name="csY106" fmla="*/ 158638 h 214842"/>
                <a:gd name="csX107" fmla="*/ 179738 w 249462"/>
                <a:gd name="csY107" fmla="*/ 161659 h 214842"/>
                <a:gd name="csX108" fmla="*/ 176633 w 249462"/>
                <a:gd name="csY108" fmla="*/ 161667 h 214842"/>
                <a:gd name="csX109" fmla="*/ 171170 w 249462"/>
                <a:gd name="csY109" fmla="*/ 161682 h 214842"/>
                <a:gd name="csX110" fmla="*/ 165502 w 249462"/>
                <a:gd name="csY110" fmla="*/ 161689 h 214842"/>
                <a:gd name="csX111" fmla="*/ 160328 w 249462"/>
                <a:gd name="csY111" fmla="*/ 162846 h 214842"/>
                <a:gd name="csX112" fmla="*/ 156075 w 249462"/>
                <a:gd name="csY112" fmla="*/ 164604 h 214842"/>
                <a:gd name="csX113" fmla="*/ 151000 w 249462"/>
                <a:gd name="csY113" fmla="*/ 167350 h 214842"/>
                <a:gd name="csX114" fmla="*/ 149349 w 249462"/>
                <a:gd name="csY114" fmla="*/ 168431 h 214842"/>
                <a:gd name="csX115" fmla="*/ 148070 w 249462"/>
                <a:gd name="csY115" fmla="*/ 169260 h 214842"/>
                <a:gd name="csX116" fmla="*/ 147264 w 249462"/>
                <a:gd name="csY116" fmla="*/ 170333 h 214842"/>
                <a:gd name="csX117" fmla="*/ 146869 w 249462"/>
                <a:gd name="csY117" fmla="*/ 172676 h 214842"/>
                <a:gd name="csX118" fmla="*/ 146869 w 249462"/>
                <a:gd name="csY118" fmla="*/ 176298 h 214842"/>
                <a:gd name="csX119" fmla="*/ 146351 w 249462"/>
                <a:gd name="csY119" fmla="*/ 178900 h 214842"/>
                <a:gd name="csX120" fmla="*/ 144814 w 249462"/>
                <a:gd name="csY120" fmla="*/ 181297 h 214842"/>
                <a:gd name="csX121" fmla="*/ 144814 w 249462"/>
                <a:gd name="csY121" fmla="*/ 181289 h 214842"/>
                <a:gd name="csX122" fmla="*/ 137107 w 249462"/>
                <a:gd name="csY122" fmla="*/ 184188 h 214842"/>
                <a:gd name="csX123" fmla="*/ 132070 w 249462"/>
                <a:gd name="csY123" fmla="*/ 186554 h 214842"/>
                <a:gd name="csX124" fmla="*/ 127124 w 249462"/>
                <a:gd name="csY124" fmla="*/ 189362 h 214842"/>
                <a:gd name="csX125" fmla="*/ 123373 w 249462"/>
                <a:gd name="csY125" fmla="*/ 193006 h 214842"/>
                <a:gd name="csX126" fmla="*/ 120817 w 249462"/>
                <a:gd name="csY126" fmla="*/ 197488 h 214842"/>
                <a:gd name="csX127" fmla="*/ 116571 w 249462"/>
                <a:gd name="csY127" fmla="*/ 203042 h 214842"/>
                <a:gd name="csX128" fmla="*/ 112249 w 249462"/>
                <a:gd name="csY128" fmla="*/ 207858 h 214842"/>
                <a:gd name="csX129" fmla="*/ 107661 w 249462"/>
                <a:gd name="csY129" fmla="*/ 212986 h 214842"/>
                <a:gd name="csX130" fmla="*/ 102518 w 249462"/>
                <a:gd name="csY130" fmla="*/ 214843 h 214842"/>
                <a:gd name="csX131" fmla="*/ 98196 w 249462"/>
                <a:gd name="csY131" fmla="*/ 214424 h 214842"/>
                <a:gd name="csX132" fmla="*/ 92984 w 249462"/>
                <a:gd name="csY132" fmla="*/ 212347 h 214842"/>
                <a:gd name="csX133" fmla="*/ 88845 w 249462"/>
                <a:gd name="csY133" fmla="*/ 211951 h 214842"/>
                <a:gd name="csX134" fmla="*/ 85779 w 249462"/>
                <a:gd name="csY134" fmla="*/ 213245 h 214842"/>
                <a:gd name="csX135" fmla="*/ 82949 w 249462"/>
                <a:gd name="csY135" fmla="*/ 212842 h 214842"/>
                <a:gd name="csX136" fmla="*/ 80346 w 249462"/>
                <a:gd name="csY136" fmla="*/ 210757 h 214842"/>
                <a:gd name="csX137" fmla="*/ 78171 w 249462"/>
                <a:gd name="csY137" fmla="*/ 209996 h 214842"/>
                <a:gd name="csX138" fmla="*/ 76405 w 249462"/>
                <a:gd name="csY138" fmla="*/ 210559 h 214842"/>
                <a:gd name="csX139" fmla="*/ 74153 w 249462"/>
                <a:gd name="csY139" fmla="*/ 210460 h 214842"/>
                <a:gd name="csX140" fmla="*/ 70037 w 249462"/>
                <a:gd name="csY140" fmla="*/ 209319 h 214842"/>
                <a:gd name="csX141" fmla="*/ 66476 w 249462"/>
                <a:gd name="csY141" fmla="*/ 205766 h 214842"/>
                <a:gd name="csX142" fmla="*/ 64551 w 249462"/>
                <a:gd name="csY142" fmla="*/ 204305 h 214842"/>
                <a:gd name="csX143" fmla="*/ 63067 w 249462"/>
                <a:gd name="csY143" fmla="*/ 203742 h 214842"/>
                <a:gd name="csX144" fmla="*/ 58807 w 249462"/>
                <a:gd name="csY144" fmla="*/ 203171 h 214842"/>
                <a:gd name="csX145" fmla="*/ 49030 w 249462"/>
                <a:gd name="csY145" fmla="*/ 202357 h 214842"/>
                <a:gd name="csX146" fmla="*/ 48010 w 249462"/>
                <a:gd name="csY146" fmla="*/ 202540 h 214842"/>
                <a:gd name="csX147" fmla="*/ 43947 w 249462"/>
                <a:gd name="csY147" fmla="*/ 203240 h 214842"/>
                <a:gd name="csX148" fmla="*/ 38872 w 249462"/>
                <a:gd name="csY148" fmla="*/ 204115 h 214842"/>
                <a:gd name="csX149" fmla="*/ 34505 w 249462"/>
                <a:gd name="csY149" fmla="*/ 204990 h 214842"/>
                <a:gd name="csX150" fmla="*/ 29932 w 249462"/>
                <a:gd name="csY150" fmla="*/ 205903 h 214842"/>
                <a:gd name="csX151" fmla="*/ 25679 w 249462"/>
                <a:gd name="csY151" fmla="*/ 202205 h 214842"/>
                <a:gd name="csX152" fmla="*/ 20863 w 249462"/>
                <a:gd name="csY152" fmla="*/ 198013 h 214842"/>
                <a:gd name="csX153" fmla="*/ 15864 w 249462"/>
                <a:gd name="csY153" fmla="*/ 193334 h 214842"/>
                <a:gd name="csX154" fmla="*/ 12113 w 249462"/>
                <a:gd name="csY154" fmla="*/ 189674 h 214842"/>
                <a:gd name="csX155" fmla="*/ 10257 w 249462"/>
                <a:gd name="csY155" fmla="*/ 187566 h 214842"/>
                <a:gd name="csX156" fmla="*/ 6962 w 249462"/>
                <a:gd name="csY156" fmla="*/ 184781 h 214842"/>
                <a:gd name="csX157" fmla="*/ 4588 w 249462"/>
                <a:gd name="csY157" fmla="*/ 183419 h 214842"/>
                <a:gd name="csX158" fmla="*/ 3667 w 249462"/>
                <a:gd name="csY158" fmla="*/ 182735 h 214842"/>
                <a:gd name="csX159" fmla="*/ 1309 w 249462"/>
                <a:gd name="csY159" fmla="*/ 175339 h 214842"/>
                <a:gd name="csX160" fmla="*/ 23 w 249462"/>
                <a:gd name="csY160" fmla="*/ 168552 h 214842"/>
                <a:gd name="csX161" fmla="*/ 23 w 249462"/>
                <a:gd name="csY161" fmla="*/ 163447 h 214842"/>
                <a:gd name="csX162" fmla="*/ 15 w 249462"/>
                <a:gd name="csY162" fmla="*/ 156379 h 214842"/>
                <a:gd name="csX163" fmla="*/ 15 w 249462"/>
                <a:gd name="csY163" fmla="*/ 149318 h 214842"/>
                <a:gd name="csX164" fmla="*/ 15 w 249462"/>
                <a:gd name="csY164" fmla="*/ 142272 h 214842"/>
                <a:gd name="csX165" fmla="*/ 8 w 249462"/>
                <a:gd name="csY165" fmla="*/ 135234 h 214842"/>
                <a:gd name="csX166" fmla="*/ 8 w 249462"/>
                <a:gd name="csY166" fmla="*/ 128204 h 214842"/>
                <a:gd name="csX167" fmla="*/ 8 w 249462"/>
                <a:gd name="csY167" fmla="*/ 121197 h 214842"/>
                <a:gd name="csX168" fmla="*/ 0 w 249462"/>
                <a:gd name="csY168" fmla="*/ 114189 h 214842"/>
                <a:gd name="csX169" fmla="*/ 0 w 249462"/>
                <a:gd name="csY169" fmla="*/ 107189 h 214842"/>
                <a:gd name="csX170" fmla="*/ 0 w 249462"/>
                <a:gd name="csY170" fmla="*/ 103788 h 214842"/>
                <a:gd name="csX171" fmla="*/ 4923 w 249462"/>
                <a:gd name="csY171" fmla="*/ 103788 h 214842"/>
                <a:gd name="csX172" fmla="*/ 10508 w 249462"/>
                <a:gd name="csY172" fmla="*/ 103788 h 214842"/>
                <a:gd name="csX173" fmla="*/ 16343 w 249462"/>
                <a:gd name="csY173" fmla="*/ 103788 h 214842"/>
                <a:gd name="csX174" fmla="*/ 22689 w 249462"/>
                <a:gd name="csY174" fmla="*/ 103788 h 214842"/>
                <a:gd name="csX175" fmla="*/ 29035 w 249462"/>
                <a:gd name="csY175" fmla="*/ 103788 h 214842"/>
                <a:gd name="csX176" fmla="*/ 35380 w 249462"/>
                <a:gd name="csY176" fmla="*/ 103788 h 214842"/>
                <a:gd name="csX177" fmla="*/ 39808 w 249462"/>
                <a:gd name="csY177" fmla="*/ 103788 h 214842"/>
                <a:gd name="csX178" fmla="*/ 40972 w 249462"/>
                <a:gd name="csY178" fmla="*/ 103735 h 214842"/>
                <a:gd name="csX179" fmla="*/ 42372 w 249462"/>
                <a:gd name="csY179" fmla="*/ 103522 h 214842"/>
                <a:gd name="csX180" fmla="*/ 42471 w 249462"/>
                <a:gd name="csY180" fmla="*/ 102830 h 214842"/>
                <a:gd name="csX181" fmla="*/ 40645 w 249462"/>
                <a:gd name="csY181" fmla="*/ 99398 h 214842"/>
                <a:gd name="csX182" fmla="*/ 40736 w 249462"/>
                <a:gd name="csY182" fmla="*/ 98181 h 214842"/>
                <a:gd name="csX183" fmla="*/ 41223 w 249462"/>
                <a:gd name="csY183" fmla="*/ 95853 h 214842"/>
                <a:gd name="csX184" fmla="*/ 41977 w 249462"/>
                <a:gd name="csY184" fmla="*/ 93844 h 214842"/>
                <a:gd name="csX185" fmla="*/ 42973 w 249462"/>
                <a:gd name="csY185" fmla="*/ 91204 h 214842"/>
                <a:gd name="csX186" fmla="*/ 43080 w 249462"/>
                <a:gd name="csY186" fmla="*/ 89652 h 214842"/>
                <a:gd name="csX187" fmla="*/ 42281 w 249462"/>
                <a:gd name="csY187" fmla="*/ 84592 h 214842"/>
                <a:gd name="csX188" fmla="*/ 42357 w 249462"/>
                <a:gd name="csY188" fmla="*/ 81777 h 214842"/>
                <a:gd name="csX189" fmla="*/ 42586 w 249462"/>
                <a:gd name="csY189" fmla="*/ 78847 h 214842"/>
                <a:gd name="csX190" fmla="*/ 42814 w 249462"/>
                <a:gd name="csY190" fmla="*/ 76078 h 214842"/>
                <a:gd name="csX191" fmla="*/ 42540 w 249462"/>
                <a:gd name="csY191" fmla="*/ 74145 h 214842"/>
                <a:gd name="csX192" fmla="*/ 42874 w 249462"/>
                <a:gd name="csY192" fmla="*/ 73095 h 214842"/>
                <a:gd name="csX193" fmla="*/ 43476 w 249462"/>
                <a:gd name="csY193" fmla="*/ 71589 h 214842"/>
                <a:gd name="csX194" fmla="*/ 43787 w 249462"/>
                <a:gd name="csY194" fmla="*/ 69885 h 214842"/>
                <a:gd name="csX195" fmla="*/ 44160 w 249462"/>
                <a:gd name="csY195" fmla="*/ 69154 h 214842"/>
                <a:gd name="csX196" fmla="*/ 44039 w 249462"/>
                <a:gd name="csY196" fmla="*/ 68477 h 214842"/>
                <a:gd name="csX197" fmla="*/ 43704 w 249462"/>
                <a:gd name="csY197" fmla="*/ 67214 h 214842"/>
                <a:gd name="csX198" fmla="*/ 43369 w 249462"/>
                <a:gd name="csY198" fmla="*/ 64383 h 214842"/>
                <a:gd name="csX199" fmla="*/ 42905 w 249462"/>
                <a:gd name="csY199" fmla="*/ 60450 h 214842"/>
                <a:gd name="csX200" fmla="*/ 42441 w 249462"/>
                <a:gd name="csY200" fmla="*/ 57620 h 214842"/>
                <a:gd name="csX201" fmla="*/ 43217 w 249462"/>
                <a:gd name="csY201" fmla="*/ 57779 h 214842"/>
                <a:gd name="csX202" fmla="*/ 44830 w 249462"/>
                <a:gd name="csY202" fmla="*/ 58046 h 214842"/>
                <a:gd name="csX203" fmla="*/ 45613 w 249462"/>
                <a:gd name="csY203" fmla="*/ 59430 h 214842"/>
                <a:gd name="csX204" fmla="*/ 46070 w 249462"/>
                <a:gd name="csY204" fmla="*/ 60952 h 214842"/>
                <a:gd name="csX205" fmla="*/ 47158 w 249462"/>
                <a:gd name="csY205" fmla="*/ 61036 h 214842"/>
                <a:gd name="csX206" fmla="*/ 49988 w 249462"/>
                <a:gd name="csY206" fmla="*/ 61934 h 214842"/>
                <a:gd name="csX207" fmla="*/ 50970 w 249462"/>
                <a:gd name="csY207" fmla="*/ 63189 h 214842"/>
                <a:gd name="csX208" fmla="*/ 51617 w 249462"/>
                <a:gd name="csY208" fmla="*/ 65905 h 214842"/>
                <a:gd name="csX209" fmla="*/ 51229 w 249462"/>
                <a:gd name="csY209" fmla="*/ 67298 h 214842"/>
                <a:gd name="csX210" fmla="*/ 50316 w 249462"/>
                <a:gd name="csY210" fmla="*/ 68416 h 214842"/>
                <a:gd name="csX211" fmla="*/ 51229 w 249462"/>
                <a:gd name="csY211" fmla="*/ 69405 h 214842"/>
                <a:gd name="csX212" fmla="*/ 53123 w 249462"/>
                <a:gd name="csY212" fmla="*/ 70067 h 214842"/>
                <a:gd name="csX213" fmla="*/ 54234 w 249462"/>
                <a:gd name="csY213" fmla="*/ 69869 h 214842"/>
                <a:gd name="csX214" fmla="*/ 57430 w 249462"/>
                <a:gd name="csY214" fmla="*/ 68021 h 214842"/>
                <a:gd name="csX215" fmla="*/ 58708 w 249462"/>
                <a:gd name="csY215" fmla="*/ 67693 h 214842"/>
                <a:gd name="csX216" fmla="*/ 60374 w 249462"/>
                <a:gd name="csY216" fmla="*/ 67328 h 214842"/>
                <a:gd name="csX217" fmla="*/ 61880 w 249462"/>
                <a:gd name="csY217" fmla="*/ 66856 h 214842"/>
                <a:gd name="csX218" fmla="*/ 66134 w 249462"/>
                <a:gd name="csY218" fmla="*/ 66012 h 214842"/>
                <a:gd name="csX219" fmla="*/ 68454 w 249462"/>
                <a:gd name="csY219" fmla="*/ 65639 h 214842"/>
                <a:gd name="csX220" fmla="*/ 69763 w 249462"/>
                <a:gd name="csY220" fmla="*/ 64977 h 214842"/>
                <a:gd name="csX221" fmla="*/ 70676 w 249462"/>
                <a:gd name="csY221" fmla="*/ 64977 h 214842"/>
                <a:gd name="csX222" fmla="*/ 71330 w 249462"/>
                <a:gd name="csY222" fmla="*/ 65510 h 214842"/>
                <a:gd name="csX223" fmla="*/ 70745 w 249462"/>
                <a:gd name="csY223" fmla="*/ 67427 h 214842"/>
                <a:gd name="csX224" fmla="*/ 70547 w 249462"/>
                <a:gd name="csY224" fmla="*/ 69146 h 214842"/>
                <a:gd name="csX225" fmla="*/ 71361 w 249462"/>
                <a:gd name="csY225" fmla="*/ 72365 h 214842"/>
                <a:gd name="csX226" fmla="*/ 71970 w 249462"/>
                <a:gd name="csY226" fmla="*/ 73864 h 214842"/>
                <a:gd name="csX227" fmla="*/ 73339 w 249462"/>
                <a:gd name="csY227" fmla="*/ 74959 h 214842"/>
                <a:gd name="csX228" fmla="*/ 74336 w 249462"/>
                <a:gd name="csY228" fmla="*/ 75530 h 214842"/>
                <a:gd name="csX229" fmla="*/ 75439 w 249462"/>
                <a:gd name="csY229" fmla="*/ 76694 h 214842"/>
                <a:gd name="csX230" fmla="*/ 77729 w 249462"/>
                <a:gd name="csY230" fmla="*/ 76496 h 214842"/>
                <a:gd name="csX231" fmla="*/ 82766 w 249462"/>
                <a:gd name="csY231" fmla="*/ 78140 h 214842"/>
                <a:gd name="csX232" fmla="*/ 84296 w 249462"/>
                <a:gd name="csY232" fmla="*/ 78901 h 214842"/>
                <a:gd name="csX233" fmla="*/ 86418 w 249462"/>
                <a:gd name="csY233" fmla="*/ 79662 h 214842"/>
                <a:gd name="csX234" fmla="*/ 87925 w 249462"/>
                <a:gd name="csY234" fmla="*/ 79943 h 214842"/>
                <a:gd name="csX235" fmla="*/ 93121 w 249462"/>
                <a:gd name="csY235" fmla="*/ 80521 h 214842"/>
                <a:gd name="csX236" fmla="*/ 95039 w 249462"/>
                <a:gd name="csY236" fmla="*/ 80909 h 214842"/>
                <a:gd name="csX237" fmla="*/ 98600 w 249462"/>
                <a:gd name="csY237" fmla="*/ 81427 h 214842"/>
                <a:gd name="csX238" fmla="*/ 101445 w 249462"/>
                <a:gd name="csY238" fmla="*/ 81518 h 214842"/>
                <a:gd name="csX239" fmla="*/ 103461 w 249462"/>
                <a:gd name="csY239" fmla="*/ 81282 h 214842"/>
                <a:gd name="csX240" fmla="*/ 104876 w 249462"/>
                <a:gd name="csY240" fmla="*/ 80811 h 214842"/>
                <a:gd name="csX241" fmla="*/ 105744 w 249462"/>
                <a:gd name="csY241" fmla="*/ 80293 h 214842"/>
                <a:gd name="csX242" fmla="*/ 106140 w 249462"/>
                <a:gd name="csY242" fmla="*/ 79844 h 214842"/>
                <a:gd name="csX243" fmla="*/ 106726 w 249462"/>
                <a:gd name="csY243" fmla="*/ 78239 h 214842"/>
                <a:gd name="csX244" fmla="*/ 107783 w 249462"/>
                <a:gd name="csY244" fmla="*/ 74754 h 214842"/>
                <a:gd name="csX245" fmla="*/ 108202 w 249462"/>
                <a:gd name="csY245" fmla="*/ 73712 h 214842"/>
                <a:gd name="csX246" fmla="*/ 109252 w 249462"/>
                <a:gd name="csY246" fmla="*/ 73232 h 214842"/>
                <a:gd name="csX247" fmla="*/ 110614 w 249462"/>
                <a:gd name="csY247" fmla="*/ 72920 h 214842"/>
                <a:gd name="csX248" fmla="*/ 111412 w 249462"/>
                <a:gd name="csY248" fmla="*/ 73476 h 214842"/>
                <a:gd name="csX249" fmla="*/ 112303 w 249462"/>
                <a:gd name="csY249" fmla="*/ 77341 h 214842"/>
                <a:gd name="csX250" fmla="*/ 116267 w 249462"/>
                <a:gd name="csY250" fmla="*/ 80833 h 214842"/>
                <a:gd name="csX251" fmla="*/ 117621 w 249462"/>
                <a:gd name="csY251" fmla="*/ 83770 h 214842"/>
                <a:gd name="csX252" fmla="*/ 118610 w 249462"/>
                <a:gd name="csY252" fmla="*/ 86281 h 214842"/>
                <a:gd name="csX253" fmla="*/ 119470 w 249462"/>
                <a:gd name="csY253" fmla="*/ 86966 h 214842"/>
                <a:gd name="csX254" fmla="*/ 120976 w 249462"/>
                <a:gd name="csY254" fmla="*/ 87826 h 214842"/>
                <a:gd name="csX255" fmla="*/ 123381 w 249462"/>
                <a:gd name="csY255" fmla="*/ 88130 h 214842"/>
                <a:gd name="csX256" fmla="*/ 125527 w 249462"/>
                <a:gd name="csY256" fmla="*/ 88221 h 214842"/>
                <a:gd name="csX257" fmla="*/ 130046 w 249462"/>
                <a:gd name="csY257" fmla="*/ 90032 h 214842"/>
                <a:gd name="csX258" fmla="*/ 133637 w 249462"/>
                <a:gd name="csY258" fmla="*/ 91470 h 214842"/>
                <a:gd name="csX259" fmla="*/ 136209 w 249462"/>
                <a:gd name="csY259" fmla="*/ 92505 h 214842"/>
                <a:gd name="csX260" fmla="*/ 137388 w 249462"/>
                <a:gd name="csY260" fmla="*/ 93288 h 214842"/>
                <a:gd name="csX261" fmla="*/ 138210 w 249462"/>
                <a:gd name="csY261" fmla="*/ 94574 h 214842"/>
                <a:gd name="csX262" fmla="*/ 138697 w 249462"/>
                <a:gd name="csY262" fmla="*/ 95571 h 214842"/>
                <a:gd name="csX263" fmla="*/ 139488 w 249462"/>
                <a:gd name="csY263" fmla="*/ 98158 h 214842"/>
                <a:gd name="csX264" fmla="*/ 140333 w 249462"/>
                <a:gd name="csY264" fmla="*/ 100205 h 214842"/>
                <a:gd name="csX265" fmla="*/ 141710 w 249462"/>
                <a:gd name="csY265" fmla="*/ 100593 h 214842"/>
                <a:gd name="csX266" fmla="*/ 142943 w 249462"/>
                <a:gd name="csY266" fmla="*/ 100753 h 214842"/>
                <a:gd name="csX267" fmla="*/ 144160 w 249462"/>
                <a:gd name="csY267" fmla="*/ 102152 h 214842"/>
                <a:gd name="csX268" fmla="*/ 145080 w 249462"/>
                <a:gd name="csY268" fmla="*/ 103377 h 214842"/>
                <a:gd name="csX269" fmla="*/ 146907 w 249462"/>
                <a:gd name="csY269" fmla="*/ 106375 h 214842"/>
                <a:gd name="csX270" fmla="*/ 148253 w 249462"/>
                <a:gd name="csY270" fmla="*/ 108445 h 214842"/>
                <a:gd name="csX271" fmla="*/ 148694 w 249462"/>
                <a:gd name="csY271" fmla="*/ 110461 h 214842"/>
                <a:gd name="csX272" fmla="*/ 150224 w 249462"/>
                <a:gd name="csY272" fmla="*/ 111808 h 214842"/>
                <a:gd name="csX273" fmla="*/ 152308 w 249462"/>
                <a:gd name="csY273" fmla="*/ 112378 h 214842"/>
                <a:gd name="csX274" fmla="*/ 154233 w 249462"/>
                <a:gd name="csY274" fmla="*/ 112454 h 214842"/>
                <a:gd name="csX275" fmla="*/ 155344 w 249462"/>
                <a:gd name="csY275" fmla="*/ 111853 h 214842"/>
                <a:gd name="csX276" fmla="*/ 158076 w 249462"/>
                <a:gd name="csY276" fmla="*/ 110803 h 214842"/>
                <a:gd name="csX277" fmla="*/ 160206 w 249462"/>
                <a:gd name="csY277" fmla="*/ 109609 h 214842"/>
                <a:gd name="csX278" fmla="*/ 161758 w 249462"/>
                <a:gd name="csY278" fmla="*/ 109190 h 214842"/>
                <a:gd name="csX279" fmla="*/ 162679 w 249462"/>
                <a:gd name="csY279" fmla="*/ 109449 h 214842"/>
                <a:gd name="csX280" fmla="*/ 163379 w 249462"/>
                <a:gd name="csY280" fmla="*/ 110278 h 214842"/>
                <a:gd name="csX281" fmla="*/ 163752 w 249462"/>
                <a:gd name="csY281" fmla="*/ 111899 h 214842"/>
                <a:gd name="csX282" fmla="*/ 163843 w 249462"/>
                <a:gd name="csY282" fmla="*/ 112804 h 214842"/>
                <a:gd name="csX283" fmla="*/ 165357 w 249462"/>
                <a:gd name="csY283" fmla="*/ 113664 h 214842"/>
                <a:gd name="csX284" fmla="*/ 166476 w 249462"/>
                <a:gd name="csY284" fmla="*/ 113322 h 214842"/>
                <a:gd name="csX285" fmla="*/ 166909 w 249462"/>
                <a:gd name="csY285" fmla="*/ 112325 h 214842"/>
                <a:gd name="csX286" fmla="*/ 166932 w 249462"/>
                <a:gd name="csY286" fmla="*/ 111831 h 214842"/>
                <a:gd name="csX287" fmla="*/ 166925 w 249462"/>
                <a:gd name="csY287" fmla="*/ 107417 h 214842"/>
                <a:gd name="csX288" fmla="*/ 166925 w 249462"/>
                <a:gd name="csY288" fmla="*/ 103598 h 214842"/>
                <a:gd name="csX289" fmla="*/ 166917 w 249462"/>
                <a:gd name="csY289" fmla="*/ 100007 h 214842"/>
                <a:gd name="csX290" fmla="*/ 166917 w 249462"/>
                <a:gd name="csY290" fmla="*/ 95632 h 214842"/>
                <a:gd name="csX291" fmla="*/ 166909 w 249462"/>
                <a:gd name="csY291" fmla="*/ 91820 h 214842"/>
                <a:gd name="csX292" fmla="*/ 166909 w 249462"/>
                <a:gd name="csY292" fmla="*/ 88685 h 214842"/>
                <a:gd name="csX293" fmla="*/ 166902 w 249462"/>
                <a:gd name="csY293" fmla="*/ 85414 h 214842"/>
                <a:gd name="csX294" fmla="*/ 165928 w 249462"/>
                <a:gd name="csY294" fmla="*/ 85596 h 214842"/>
                <a:gd name="csX295" fmla="*/ 164703 w 249462"/>
                <a:gd name="csY295" fmla="*/ 86342 h 214842"/>
                <a:gd name="csX296" fmla="*/ 161880 w 249462"/>
                <a:gd name="csY296" fmla="*/ 86433 h 214842"/>
                <a:gd name="csX297" fmla="*/ 160777 w 249462"/>
                <a:gd name="csY297" fmla="*/ 86989 h 214842"/>
                <a:gd name="csX298" fmla="*/ 160434 w 249462"/>
                <a:gd name="csY298" fmla="*/ 87833 h 214842"/>
                <a:gd name="csX299" fmla="*/ 160647 w 249462"/>
                <a:gd name="csY299" fmla="*/ 88929 h 214842"/>
                <a:gd name="csX300" fmla="*/ 160708 w 249462"/>
                <a:gd name="csY300" fmla="*/ 90420 h 214842"/>
                <a:gd name="csX301" fmla="*/ 160290 w 249462"/>
                <a:gd name="csY301" fmla="*/ 91120 h 214842"/>
                <a:gd name="csX302" fmla="*/ 159057 w 249462"/>
                <a:gd name="csY302" fmla="*/ 91402 h 214842"/>
                <a:gd name="csX303" fmla="*/ 157262 w 249462"/>
                <a:gd name="csY303" fmla="*/ 90823 h 214842"/>
                <a:gd name="csX304" fmla="*/ 154013 w 249462"/>
                <a:gd name="csY304" fmla="*/ 90078 h 214842"/>
                <a:gd name="csX305" fmla="*/ 151304 w 249462"/>
                <a:gd name="csY305" fmla="*/ 89613 h 214842"/>
                <a:gd name="csX306" fmla="*/ 149356 w 249462"/>
                <a:gd name="csY306" fmla="*/ 87635 h 214842"/>
                <a:gd name="csX307" fmla="*/ 146724 w 249462"/>
                <a:gd name="csY307" fmla="*/ 84653 h 214842"/>
                <a:gd name="csX308" fmla="*/ 144997 w 249462"/>
                <a:gd name="csY308" fmla="*/ 83154 h 214842"/>
                <a:gd name="csX309" fmla="*/ 140843 w 249462"/>
                <a:gd name="csY309" fmla="*/ 80042 h 214842"/>
                <a:gd name="csX310" fmla="*/ 140135 w 249462"/>
                <a:gd name="csY310" fmla="*/ 79418 h 214842"/>
                <a:gd name="csX311" fmla="*/ 138872 w 249462"/>
                <a:gd name="csY311" fmla="*/ 77965 h 214842"/>
                <a:gd name="csX312" fmla="*/ 137792 w 249462"/>
                <a:gd name="csY312" fmla="*/ 75500 h 214842"/>
                <a:gd name="csX313" fmla="*/ 137259 w 249462"/>
                <a:gd name="csY313" fmla="*/ 73864 h 214842"/>
                <a:gd name="csX314" fmla="*/ 136756 w 249462"/>
                <a:gd name="csY314" fmla="*/ 72647 h 214842"/>
                <a:gd name="csX315" fmla="*/ 136201 w 249462"/>
                <a:gd name="csY315" fmla="*/ 70836 h 214842"/>
                <a:gd name="csX316" fmla="*/ 137205 w 249462"/>
                <a:gd name="csY316" fmla="*/ 68051 h 214842"/>
                <a:gd name="csX317" fmla="*/ 138613 w 249462"/>
                <a:gd name="csY317" fmla="*/ 62755 h 214842"/>
                <a:gd name="csX318" fmla="*/ 139633 w 249462"/>
                <a:gd name="csY318" fmla="*/ 58943 h 214842"/>
                <a:gd name="csX319" fmla="*/ 140196 w 249462"/>
                <a:gd name="csY319" fmla="*/ 56121 h 214842"/>
                <a:gd name="csX320" fmla="*/ 142212 w 249462"/>
                <a:gd name="csY320" fmla="*/ 53245 h 214842"/>
                <a:gd name="csX321" fmla="*/ 142356 w 249462"/>
                <a:gd name="csY321" fmla="*/ 50673 h 214842"/>
                <a:gd name="csX322" fmla="*/ 141542 w 249462"/>
                <a:gd name="csY322" fmla="*/ 47378 h 214842"/>
                <a:gd name="csX323" fmla="*/ 141748 w 249462"/>
                <a:gd name="csY323" fmla="*/ 45560 h 214842"/>
                <a:gd name="csX324" fmla="*/ 141885 w 249462"/>
                <a:gd name="csY324" fmla="*/ 40942 h 214842"/>
                <a:gd name="csX325" fmla="*/ 141999 w 249462"/>
                <a:gd name="csY325" fmla="*/ 37061 h 214842"/>
                <a:gd name="csX326" fmla="*/ 142029 w 249462"/>
                <a:gd name="csY326" fmla="*/ 35174 h 214842"/>
                <a:gd name="csX327" fmla="*/ 141474 w 249462"/>
                <a:gd name="csY327" fmla="*/ 31895 h 214842"/>
                <a:gd name="csX328" fmla="*/ 140112 w 249462"/>
                <a:gd name="csY328" fmla="*/ 28266 h 214842"/>
                <a:gd name="csX329" fmla="*/ 137114 w 249462"/>
                <a:gd name="csY329" fmla="*/ 23214 h 214842"/>
                <a:gd name="csX330" fmla="*/ 137129 w 249462"/>
                <a:gd name="csY330" fmla="*/ 22133 h 214842"/>
                <a:gd name="csX331" fmla="*/ 138910 w 249462"/>
                <a:gd name="csY331" fmla="*/ 20939 h 214842"/>
                <a:gd name="csX332" fmla="*/ 141732 w 249462"/>
                <a:gd name="csY332" fmla="*/ 18854 h 214842"/>
                <a:gd name="csX333" fmla="*/ 143117 w 249462"/>
                <a:gd name="csY333" fmla="*/ 17614 h 214842"/>
                <a:gd name="csX334" fmla="*/ 144776 w 249462"/>
                <a:gd name="csY334" fmla="*/ 15856 h 214842"/>
                <a:gd name="csX335" fmla="*/ 145514 w 249462"/>
                <a:gd name="csY335" fmla="*/ 14958 h 214842"/>
                <a:gd name="csX336" fmla="*/ 147142 w 249462"/>
                <a:gd name="csY336" fmla="*/ 12706 h 214842"/>
                <a:gd name="csX337" fmla="*/ 148169 w 249462"/>
                <a:gd name="csY337" fmla="*/ 10873 h 214842"/>
                <a:gd name="csX338" fmla="*/ 148527 w 249462"/>
                <a:gd name="csY338" fmla="*/ 8506 h 214842"/>
                <a:gd name="csX339" fmla="*/ 147751 w 249462"/>
                <a:gd name="csY339" fmla="*/ 6254 h 214842"/>
                <a:gd name="csX340" fmla="*/ 149333 w 249462"/>
                <a:gd name="csY340" fmla="*/ 5813 h 214842"/>
                <a:gd name="csX341" fmla="*/ 154530 w 249462"/>
                <a:gd name="csY341" fmla="*/ 5022 h 214842"/>
                <a:gd name="csX342" fmla="*/ 160252 w 249462"/>
                <a:gd name="csY342" fmla="*/ 4147 h 214842"/>
                <a:gd name="csX343" fmla="*/ 166286 w 249462"/>
                <a:gd name="csY343" fmla="*/ 3218 h 214842"/>
                <a:gd name="csX344" fmla="*/ 172372 w 249462"/>
                <a:gd name="csY344" fmla="*/ 2290 h 214842"/>
                <a:gd name="csX345" fmla="*/ 178269 w 249462"/>
                <a:gd name="csY345" fmla="*/ 1385 h 214842"/>
                <a:gd name="csX346" fmla="*/ 183618 w 249462"/>
                <a:gd name="csY346" fmla="*/ 571 h 214842"/>
                <a:gd name="csX347" fmla="*/ 187315 w 249462"/>
                <a:gd name="csY347" fmla="*/ 0 h 214842"/>
                <a:gd name="csX348" fmla="*/ 187863 w 249462"/>
                <a:gd name="csY348" fmla="*/ 1545 h 214842"/>
                <a:gd name="csX349" fmla="*/ 189020 w 249462"/>
                <a:gd name="csY349" fmla="*/ 4116 h 214842"/>
                <a:gd name="csX350" fmla="*/ 190321 w 249462"/>
                <a:gd name="csY350" fmla="*/ 6003 h 214842"/>
                <a:gd name="csX351" fmla="*/ 191957 w 249462"/>
                <a:gd name="csY351" fmla="*/ 7662 h 214842"/>
                <a:gd name="csX352" fmla="*/ 193341 w 249462"/>
                <a:gd name="csY352" fmla="*/ 8666 h 214842"/>
                <a:gd name="csX353" fmla="*/ 194262 w 249462"/>
                <a:gd name="csY353" fmla="*/ 8970 h 214842"/>
                <a:gd name="csX354" fmla="*/ 200121 w 249462"/>
                <a:gd name="csY354" fmla="*/ 8864 h 214842"/>
                <a:gd name="csX355" fmla="*/ 202221 w 249462"/>
                <a:gd name="csY355" fmla="*/ 9868 h 214842"/>
                <a:gd name="csX356" fmla="*/ 204054 w 249462"/>
                <a:gd name="csY356" fmla="*/ 11147 h 214842"/>
                <a:gd name="csX357" fmla="*/ 204511 w 249462"/>
                <a:gd name="csY357" fmla="*/ 13125 h 214842"/>
                <a:gd name="csX358" fmla="*/ 205713 w 249462"/>
                <a:gd name="csY358" fmla="*/ 14365 h 214842"/>
                <a:gd name="csX359" fmla="*/ 207014 w 249462"/>
                <a:gd name="csY359" fmla="*/ 15339 h 214842"/>
                <a:gd name="csX360" fmla="*/ 207577 w 249462"/>
                <a:gd name="csY360" fmla="*/ 15460 h 214842"/>
                <a:gd name="csX361" fmla="*/ 208536 w 249462"/>
                <a:gd name="csY361" fmla="*/ 15225 h 214842"/>
                <a:gd name="csX362" fmla="*/ 210103 w 249462"/>
                <a:gd name="csY362" fmla="*/ 15202 h 214842"/>
                <a:gd name="csX363" fmla="*/ 211556 w 249462"/>
                <a:gd name="csY363" fmla="*/ 15628 h 214842"/>
                <a:gd name="csX364" fmla="*/ 212249 w 249462"/>
                <a:gd name="csY364" fmla="*/ 16062 h 214842"/>
                <a:gd name="csX365" fmla="*/ 212317 w 249462"/>
                <a:gd name="csY365" fmla="*/ 17720 h 214842"/>
                <a:gd name="csX366" fmla="*/ 212758 w 249462"/>
                <a:gd name="csY366" fmla="*/ 18458 h 214842"/>
                <a:gd name="csX367" fmla="*/ 214737 w 249462"/>
                <a:gd name="csY367" fmla="*/ 18747 h 214842"/>
                <a:gd name="csX368" fmla="*/ 216753 w 249462"/>
                <a:gd name="csY368" fmla="*/ 18877 h 214842"/>
                <a:gd name="csX369" fmla="*/ 218701 w 249462"/>
                <a:gd name="csY369" fmla="*/ 20003 h 214842"/>
                <a:gd name="csX370" fmla="*/ 220801 w 249462"/>
                <a:gd name="csY370" fmla="*/ 20201 h 214842"/>
                <a:gd name="csX371" fmla="*/ 223236 w 249462"/>
                <a:gd name="csY371" fmla="*/ 20665 h 214842"/>
                <a:gd name="csX372" fmla="*/ 224392 w 249462"/>
                <a:gd name="csY372" fmla="*/ 21875 h 214842"/>
                <a:gd name="csX373" fmla="*/ 226971 w 249462"/>
                <a:gd name="csY373" fmla="*/ 23115 h 214842"/>
                <a:gd name="csX374" fmla="*/ 230136 w 249462"/>
                <a:gd name="csY374" fmla="*/ 24226 h 214842"/>
                <a:gd name="csX375" fmla="*/ 232419 w 249462"/>
                <a:gd name="csY375" fmla="*/ 25481 h 2148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Lst>
              <a:rect l="l" t="t" r="r" b="b"/>
              <a:pathLst>
                <a:path w="249462" h="214842">
                  <a:moveTo>
                    <a:pt x="233629" y="26059"/>
                  </a:moveTo>
                  <a:lnTo>
                    <a:pt x="233705" y="26630"/>
                  </a:lnTo>
                  <a:lnTo>
                    <a:pt x="234291" y="27710"/>
                  </a:lnTo>
                  <a:lnTo>
                    <a:pt x="234907" y="28486"/>
                  </a:lnTo>
                  <a:lnTo>
                    <a:pt x="234961" y="29628"/>
                  </a:lnTo>
                  <a:lnTo>
                    <a:pt x="235249" y="30693"/>
                  </a:lnTo>
                  <a:lnTo>
                    <a:pt x="236148" y="30952"/>
                  </a:lnTo>
                  <a:lnTo>
                    <a:pt x="236885" y="31020"/>
                  </a:lnTo>
                  <a:lnTo>
                    <a:pt x="237570" y="30259"/>
                  </a:lnTo>
                  <a:lnTo>
                    <a:pt x="238498" y="30274"/>
                  </a:lnTo>
                  <a:lnTo>
                    <a:pt x="239518" y="30761"/>
                  </a:lnTo>
                  <a:lnTo>
                    <a:pt x="239883" y="31986"/>
                  </a:lnTo>
                  <a:lnTo>
                    <a:pt x="240682" y="33630"/>
                  </a:lnTo>
                  <a:lnTo>
                    <a:pt x="241968" y="34756"/>
                  </a:lnTo>
                  <a:lnTo>
                    <a:pt x="242835" y="35844"/>
                  </a:lnTo>
                  <a:lnTo>
                    <a:pt x="242538" y="37822"/>
                  </a:lnTo>
                  <a:lnTo>
                    <a:pt x="241990" y="39625"/>
                  </a:lnTo>
                  <a:lnTo>
                    <a:pt x="243741" y="41413"/>
                  </a:lnTo>
                  <a:lnTo>
                    <a:pt x="246016" y="43110"/>
                  </a:lnTo>
                  <a:lnTo>
                    <a:pt x="246632" y="43863"/>
                  </a:lnTo>
                  <a:lnTo>
                    <a:pt x="246815" y="46389"/>
                  </a:lnTo>
                  <a:lnTo>
                    <a:pt x="247165" y="47241"/>
                  </a:lnTo>
                  <a:lnTo>
                    <a:pt x="248709" y="49341"/>
                  </a:lnTo>
                  <a:lnTo>
                    <a:pt x="249463" y="50734"/>
                  </a:lnTo>
                  <a:lnTo>
                    <a:pt x="249409" y="51540"/>
                  </a:lnTo>
                  <a:lnTo>
                    <a:pt x="245263" y="55702"/>
                  </a:lnTo>
                  <a:lnTo>
                    <a:pt x="243946" y="56105"/>
                  </a:lnTo>
                  <a:lnTo>
                    <a:pt x="242698" y="56341"/>
                  </a:lnTo>
                  <a:lnTo>
                    <a:pt x="241587" y="57194"/>
                  </a:lnTo>
                  <a:lnTo>
                    <a:pt x="240918" y="58084"/>
                  </a:lnTo>
                  <a:lnTo>
                    <a:pt x="241162" y="58555"/>
                  </a:lnTo>
                  <a:lnTo>
                    <a:pt x="241603" y="59978"/>
                  </a:lnTo>
                  <a:lnTo>
                    <a:pt x="242569" y="62230"/>
                  </a:lnTo>
                  <a:lnTo>
                    <a:pt x="243444" y="63805"/>
                  </a:lnTo>
                  <a:lnTo>
                    <a:pt x="242714" y="65776"/>
                  </a:lnTo>
                  <a:lnTo>
                    <a:pt x="241070" y="69124"/>
                  </a:lnTo>
                  <a:lnTo>
                    <a:pt x="240309" y="69420"/>
                  </a:lnTo>
                  <a:lnTo>
                    <a:pt x="240172" y="71954"/>
                  </a:lnTo>
                  <a:lnTo>
                    <a:pt x="240674" y="72882"/>
                  </a:lnTo>
                  <a:lnTo>
                    <a:pt x="241496" y="73613"/>
                  </a:lnTo>
                  <a:lnTo>
                    <a:pt x="241831" y="75332"/>
                  </a:lnTo>
                  <a:lnTo>
                    <a:pt x="241854" y="77706"/>
                  </a:lnTo>
                  <a:lnTo>
                    <a:pt x="241762" y="79616"/>
                  </a:lnTo>
                  <a:lnTo>
                    <a:pt x="240728" y="84478"/>
                  </a:lnTo>
                  <a:lnTo>
                    <a:pt x="242599" y="88731"/>
                  </a:lnTo>
                  <a:lnTo>
                    <a:pt x="243238" y="89195"/>
                  </a:lnTo>
                  <a:lnTo>
                    <a:pt x="245833" y="89225"/>
                  </a:lnTo>
                  <a:lnTo>
                    <a:pt x="246274" y="89583"/>
                  </a:lnTo>
                  <a:lnTo>
                    <a:pt x="245658" y="90793"/>
                  </a:lnTo>
                  <a:lnTo>
                    <a:pt x="244532" y="92041"/>
                  </a:lnTo>
                  <a:lnTo>
                    <a:pt x="243840" y="92672"/>
                  </a:lnTo>
                  <a:lnTo>
                    <a:pt x="240537" y="94125"/>
                  </a:lnTo>
                  <a:lnTo>
                    <a:pt x="235797" y="95731"/>
                  </a:lnTo>
                  <a:lnTo>
                    <a:pt x="234808" y="97268"/>
                  </a:lnTo>
                  <a:lnTo>
                    <a:pt x="234177" y="99512"/>
                  </a:lnTo>
                  <a:lnTo>
                    <a:pt x="234709" y="100828"/>
                  </a:lnTo>
                  <a:lnTo>
                    <a:pt x="235333" y="101582"/>
                  </a:lnTo>
                  <a:lnTo>
                    <a:pt x="235135" y="103537"/>
                  </a:lnTo>
                  <a:lnTo>
                    <a:pt x="234717" y="105607"/>
                  </a:lnTo>
                  <a:lnTo>
                    <a:pt x="234862" y="107235"/>
                  </a:lnTo>
                  <a:lnTo>
                    <a:pt x="234648" y="108673"/>
                  </a:lnTo>
                  <a:lnTo>
                    <a:pt x="234024" y="109380"/>
                  </a:lnTo>
                  <a:lnTo>
                    <a:pt x="233195" y="111549"/>
                  </a:lnTo>
                  <a:lnTo>
                    <a:pt x="232176" y="113733"/>
                  </a:lnTo>
                  <a:lnTo>
                    <a:pt x="231369" y="114729"/>
                  </a:lnTo>
                  <a:lnTo>
                    <a:pt x="230182" y="115772"/>
                  </a:lnTo>
                  <a:lnTo>
                    <a:pt x="228303" y="116639"/>
                  </a:lnTo>
                  <a:lnTo>
                    <a:pt x="228333" y="117081"/>
                  </a:lnTo>
                  <a:lnTo>
                    <a:pt x="230464" y="118085"/>
                  </a:lnTo>
                  <a:lnTo>
                    <a:pt x="231011" y="118785"/>
                  </a:lnTo>
                  <a:lnTo>
                    <a:pt x="231209" y="119264"/>
                  </a:lnTo>
                  <a:lnTo>
                    <a:pt x="230753" y="119721"/>
                  </a:lnTo>
                  <a:lnTo>
                    <a:pt x="230319" y="120367"/>
                  </a:lnTo>
                  <a:lnTo>
                    <a:pt x="231301" y="121037"/>
                  </a:lnTo>
                  <a:lnTo>
                    <a:pt x="232503" y="121600"/>
                  </a:lnTo>
                  <a:lnTo>
                    <a:pt x="233637" y="123053"/>
                  </a:lnTo>
                  <a:lnTo>
                    <a:pt x="234648" y="125085"/>
                  </a:lnTo>
                  <a:lnTo>
                    <a:pt x="234937" y="125800"/>
                  </a:lnTo>
                  <a:lnTo>
                    <a:pt x="235173" y="126081"/>
                  </a:lnTo>
                  <a:lnTo>
                    <a:pt x="235539" y="126112"/>
                  </a:lnTo>
                  <a:lnTo>
                    <a:pt x="236246" y="125808"/>
                  </a:lnTo>
                  <a:lnTo>
                    <a:pt x="237547" y="124696"/>
                  </a:lnTo>
                  <a:lnTo>
                    <a:pt x="238498" y="124301"/>
                  </a:lnTo>
                  <a:lnTo>
                    <a:pt x="239647" y="125883"/>
                  </a:lnTo>
                  <a:lnTo>
                    <a:pt x="235059" y="127451"/>
                  </a:lnTo>
                  <a:lnTo>
                    <a:pt x="232655" y="128273"/>
                  </a:lnTo>
                  <a:lnTo>
                    <a:pt x="225800" y="130616"/>
                  </a:lnTo>
                  <a:lnTo>
                    <a:pt x="219812" y="132663"/>
                  </a:lnTo>
                  <a:lnTo>
                    <a:pt x="218252" y="133051"/>
                  </a:lnTo>
                  <a:lnTo>
                    <a:pt x="215148" y="134047"/>
                  </a:lnTo>
                  <a:lnTo>
                    <a:pt x="213603" y="134664"/>
                  </a:lnTo>
                  <a:lnTo>
                    <a:pt x="208194" y="136452"/>
                  </a:lnTo>
                  <a:lnTo>
                    <a:pt x="205934" y="137342"/>
                  </a:lnTo>
                  <a:lnTo>
                    <a:pt x="204115" y="138232"/>
                  </a:lnTo>
                  <a:lnTo>
                    <a:pt x="199649" y="139556"/>
                  </a:lnTo>
                  <a:lnTo>
                    <a:pt x="195426" y="140804"/>
                  </a:lnTo>
                  <a:lnTo>
                    <a:pt x="190816" y="142097"/>
                  </a:lnTo>
                  <a:lnTo>
                    <a:pt x="185657" y="143535"/>
                  </a:lnTo>
                  <a:lnTo>
                    <a:pt x="182758" y="144578"/>
                  </a:lnTo>
                  <a:lnTo>
                    <a:pt x="180802" y="145476"/>
                  </a:lnTo>
                  <a:lnTo>
                    <a:pt x="176230" y="147302"/>
                  </a:lnTo>
                  <a:lnTo>
                    <a:pt x="176017" y="147743"/>
                  </a:lnTo>
                  <a:lnTo>
                    <a:pt x="176078" y="148983"/>
                  </a:lnTo>
                  <a:lnTo>
                    <a:pt x="176663" y="151540"/>
                  </a:lnTo>
                  <a:lnTo>
                    <a:pt x="177805" y="153860"/>
                  </a:lnTo>
                  <a:lnTo>
                    <a:pt x="178763" y="155199"/>
                  </a:lnTo>
                  <a:lnTo>
                    <a:pt x="179387" y="158638"/>
                  </a:lnTo>
                  <a:lnTo>
                    <a:pt x="179738" y="161659"/>
                  </a:lnTo>
                  <a:lnTo>
                    <a:pt x="176633" y="161667"/>
                  </a:lnTo>
                  <a:lnTo>
                    <a:pt x="171170" y="161682"/>
                  </a:lnTo>
                  <a:lnTo>
                    <a:pt x="165502" y="161689"/>
                  </a:lnTo>
                  <a:lnTo>
                    <a:pt x="160328" y="162846"/>
                  </a:lnTo>
                  <a:lnTo>
                    <a:pt x="156075" y="164604"/>
                  </a:lnTo>
                  <a:lnTo>
                    <a:pt x="151000" y="167350"/>
                  </a:lnTo>
                  <a:lnTo>
                    <a:pt x="149349" y="168431"/>
                  </a:lnTo>
                  <a:lnTo>
                    <a:pt x="148070" y="169260"/>
                  </a:lnTo>
                  <a:lnTo>
                    <a:pt x="147264" y="170333"/>
                  </a:lnTo>
                  <a:lnTo>
                    <a:pt x="146869" y="172676"/>
                  </a:lnTo>
                  <a:lnTo>
                    <a:pt x="146869" y="176298"/>
                  </a:lnTo>
                  <a:lnTo>
                    <a:pt x="146351" y="178900"/>
                  </a:lnTo>
                  <a:lnTo>
                    <a:pt x="144814" y="181297"/>
                  </a:lnTo>
                  <a:lnTo>
                    <a:pt x="144814" y="181289"/>
                  </a:lnTo>
                  <a:lnTo>
                    <a:pt x="137107" y="184188"/>
                  </a:lnTo>
                  <a:lnTo>
                    <a:pt x="132070" y="186554"/>
                  </a:lnTo>
                  <a:lnTo>
                    <a:pt x="127124" y="189362"/>
                  </a:lnTo>
                  <a:lnTo>
                    <a:pt x="123373" y="193006"/>
                  </a:lnTo>
                  <a:lnTo>
                    <a:pt x="120817" y="197488"/>
                  </a:lnTo>
                  <a:lnTo>
                    <a:pt x="116571" y="203042"/>
                  </a:lnTo>
                  <a:lnTo>
                    <a:pt x="112249" y="207858"/>
                  </a:lnTo>
                  <a:lnTo>
                    <a:pt x="107661" y="212986"/>
                  </a:lnTo>
                  <a:lnTo>
                    <a:pt x="102518" y="214843"/>
                  </a:lnTo>
                  <a:lnTo>
                    <a:pt x="98196" y="214424"/>
                  </a:lnTo>
                  <a:lnTo>
                    <a:pt x="92984" y="212347"/>
                  </a:lnTo>
                  <a:lnTo>
                    <a:pt x="88845" y="211951"/>
                  </a:lnTo>
                  <a:lnTo>
                    <a:pt x="85779" y="213245"/>
                  </a:lnTo>
                  <a:lnTo>
                    <a:pt x="82949" y="212842"/>
                  </a:lnTo>
                  <a:lnTo>
                    <a:pt x="80346" y="210757"/>
                  </a:lnTo>
                  <a:lnTo>
                    <a:pt x="78171" y="209996"/>
                  </a:lnTo>
                  <a:lnTo>
                    <a:pt x="76405" y="210559"/>
                  </a:lnTo>
                  <a:lnTo>
                    <a:pt x="74153" y="210460"/>
                  </a:lnTo>
                  <a:lnTo>
                    <a:pt x="70037" y="209319"/>
                  </a:lnTo>
                  <a:lnTo>
                    <a:pt x="66476" y="205766"/>
                  </a:lnTo>
                  <a:lnTo>
                    <a:pt x="64551" y="204305"/>
                  </a:lnTo>
                  <a:lnTo>
                    <a:pt x="63067" y="203742"/>
                  </a:lnTo>
                  <a:lnTo>
                    <a:pt x="58807" y="203171"/>
                  </a:lnTo>
                  <a:lnTo>
                    <a:pt x="49030" y="202357"/>
                  </a:lnTo>
                  <a:lnTo>
                    <a:pt x="48010" y="202540"/>
                  </a:lnTo>
                  <a:lnTo>
                    <a:pt x="43947" y="203240"/>
                  </a:lnTo>
                  <a:lnTo>
                    <a:pt x="38872" y="204115"/>
                  </a:lnTo>
                  <a:lnTo>
                    <a:pt x="34505" y="204990"/>
                  </a:lnTo>
                  <a:lnTo>
                    <a:pt x="29932" y="205903"/>
                  </a:lnTo>
                  <a:lnTo>
                    <a:pt x="25679" y="202205"/>
                  </a:lnTo>
                  <a:lnTo>
                    <a:pt x="20863" y="198013"/>
                  </a:lnTo>
                  <a:lnTo>
                    <a:pt x="15864" y="193334"/>
                  </a:lnTo>
                  <a:lnTo>
                    <a:pt x="12113" y="189674"/>
                  </a:lnTo>
                  <a:lnTo>
                    <a:pt x="10257" y="187566"/>
                  </a:lnTo>
                  <a:lnTo>
                    <a:pt x="6962" y="184781"/>
                  </a:lnTo>
                  <a:lnTo>
                    <a:pt x="4588" y="183419"/>
                  </a:lnTo>
                  <a:lnTo>
                    <a:pt x="3667" y="182735"/>
                  </a:lnTo>
                  <a:lnTo>
                    <a:pt x="1309" y="175339"/>
                  </a:lnTo>
                  <a:lnTo>
                    <a:pt x="23" y="168552"/>
                  </a:lnTo>
                  <a:lnTo>
                    <a:pt x="23" y="163447"/>
                  </a:lnTo>
                  <a:lnTo>
                    <a:pt x="15" y="156379"/>
                  </a:lnTo>
                  <a:lnTo>
                    <a:pt x="15" y="149318"/>
                  </a:lnTo>
                  <a:lnTo>
                    <a:pt x="15" y="142272"/>
                  </a:lnTo>
                  <a:lnTo>
                    <a:pt x="8" y="135234"/>
                  </a:lnTo>
                  <a:lnTo>
                    <a:pt x="8" y="128204"/>
                  </a:lnTo>
                  <a:lnTo>
                    <a:pt x="8" y="121197"/>
                  </a:lnTo>
                  <a:lnTo>
                    <a:pt x="0" y="114189"/>
                  </a:lnTo>
                  <a:lnTo>
                    <a:pt x="0" y="107189"/>
                  </a:lnTo>
                  <a:lnTo>
                    <a:pt x="0" y="103788"/>
                  </a:lnTo>
                  <a:lnTo>
                    <a:pt x="4923" y="103788"/>
                  </a:lnTo>
                  <a:lnTo>
                    <a:pt x="10508" y="103788"/>
                  </a:lnTo>
                  <a:lnTo>
                    <a:pt x="16343" y="103788"/>
                  </a:lnTo>
                  <a:lnTo>
                    <a:pt x="22689" y="103788"/>
                  </a:lnTo>
                  <a:lnTo>
                    <a:pt x="29035" y="103788"/>
                  </a:lnTo>
                  <a:lnTo>
                    <a:pt x="35380" y="103788"/>
                  </a:lnTo>
                  <a:lnTo>
                    <a:pt x="39808" y="103788"/>
                  </a:lnTo>
                  <a:lnTo>
                    <a:pt x="40972" y="103735"/>
                  </a:lnTo>
                  <a:lnTo>
                    <a:pt x="42372" y="103522"/>
                  </a:lnTo>
                  <a:lnTo>
                    <a:pt x="42471" y="102830"/>
                  </a:lnTo>
                  <a:lnTo>
                    <a:pt x="40645" y="99398"/>
                  </a:lnTo>
                  <a:lnTo>
                    <a:pt x="40736" y="98181"/>
                  </a:lnTo>
                  <a:lnTo>
                    <a:pt x="41223" y="95853"/>
                  </a:lnTo>
                  <a:lnTo>
                    <a:pt x="41977" y="93844"/>
                  </a:lnTo>
                  <a:lnTo>
                    <a:pt x="42973" y="91204"/>
                  </a:lnTo>
                  <a:lnTo>
                    <a:pt x="43080" y="89652"/>
                  </a:lnTo>
                  <a:lnTo>
                    <a:pt x="42281" y="84592"/>
                  </a:lnTo>
                  <a:lnTo>
                    <a:pt x="42357" y="81777"/>
                  </a:lnTo>
                  <a:lnTo>
                    <a:pt x="42586" y="78847"/>
                  </a:lnTo>
                  <a:lnTo>
                    <a:pt x="42814" y="76078"/>
                  </a:lnTo>
                  <a:lnTo>
                    <a:pt x="42540" y="74145"/>
                  </a:lnTo>
                  <a:lnTo>
                    <a:pt x="42874" y="73095"/>
                  </a:lnTo>
                  <a:lnTo>
                    <a:pt x="43476" y="71589"/>
                  </a:lnTo>
                  <a:lnTo>
                    <a:pt x="43787" y="69885"/>
                  </a:lnTo>
                  <a:lnTo>
                    <a:pt x="44160" y="69154"/>
                  </a:lnTo>
                  <a:lnTo>
                    <a:pt x="44039" y="68477"/>
                  </a:lnTo>
                  <a:lnTo>
                    <a:pt x="43704" y="67214"/>
                  </a:lnTo>
                  <a:lnTo>
                    <a:pt x="43369" y="64383"/>
                  </a:lnTo>
                  <a:lnTo>
                    <a:pt x="42905" y="60450"/>
                  </a:lnTo>
                  <a:lnTo>
                    <a:pt x="42441" y="57620"/>
                  </a:lnTo>
                  <a:lnTo>
                    <a:pt x="43217" y="57779"/>
                  </a:lnTo>
                  <a:lnTo>
                    <a:pt x="44830" y="58046"/>
                  </a:lnTo>
                  <a:lnTo>
                    <a:pt x="45613" y="59430"/>
                  </a:lnTo>
                  <a:lnTo>
                    <a:pt x="46070" y="60952"/>
                  </a:lnTo>
                  <a:lnTo>
                    <a:pt x="47158" y="61036"/>
                  </a:lnTo>
                  <a:lnTo>
                    <a:pt x="49988" y="61934"/>
                  </a:lnTo>
                  <a:lnTo>
                    <a:pt x="50970" y="63189"/>
                  </a:lnTo>
                  <a:lnTo>
                    <a:pt x="51617" y="65905"/>
                  </a:lnTo>
                  <a:lnTo>
                    <a:pt x="51229" y="67298"/>
                  </a:lnTo>
                  <a:lnTo>
                    <a:pt x="50316" y="68416"/>
                  </a:lnTo>
                  <a:lnTo>
                    <a:pt x="51229" y="69405"/>
                  </a:lnTo>
                  <a:lnTo>
                    <a:pt x="53123" y="70067"/>
                  </a:lnTo>
                  <a:lnTo>
                    <a:pt x="54234" y="69869"/>
                  </a:lnTo>
                  <a:lnTo>
                    <a:pt x="57430" y="68021"/>
                  </a:lnTo>
                  <a:lnTo>
                    <a:pt x="58708" y="67693"/>
                  </a:lnTo>
                  <a:lnTo>
                    <a:pt x="60374" y="67328"/>
                  </a:lnTo>
                  <a:lnTo>
                    <a:pt x="61880" y="66856"/>
                  </a:lnTo>
                  <a:lnTo>
                    <a:pt x="66134" y="66012"/>
                  </a:lnTo>
                  <a:lnTo>
                    <a:pt x="68454" y="65639"/>
                  </a:lnTo>
                  <a:lnTo>
                    <a:pt x="69763" y="64977"/>
                  </a:lnTo>
                  <a:lnTo>
                    <a:pt x="70676" y="64977"/>
                  </a:lnTo>
                  <a:lnTo>
                    <a:pt x="71330" y="65510"/>
                  </a:lnTo>
                  <a:lnTo>
                    <a:pt x="70745" y="67427"/>
                  </a:lnTo>
                  <a:lnTo>
                    <a:pt x="70547" y="69146"/>
                  </a:lnTo>
                  <a:lnTo>
                    <a:pt x="71361" y="72365"/>
                  </a:lnTo>
                  <a:lnTo>
                    <a:pt x="71970" y="73864"/>
                  </a:lnTo>
                  <a:lnTo>
                    <a:pt x="73339" y="74959"/>
                  </a:lnTo>
                  <a:lnTo>
                    <a:pt x="74336" y="75530"/>
                  </a:lnTo>
                  <a:lnTo>
                    <a:pt x="75439" y="76694"/>
                  </a:lnTo>
                  <a:lnTo>
                    <a:pt x="77729" y="76496"/>
                  </a:lnTo>
                  <a:lnTo>
                    <a:pt x="82766" y="78140"/>
                  </a:lnTo>
                  <a:lnTo>
                    <a:pt x="84296" y="78901"/>
                  </a:lnTo>
                  <a:lnTo>
                    <a:pt x="86418" y="79662"/>
                  </a:lnTo>
                  <a:lnTo>
                    <a:pt x="87925" y="79943"/>
                  </a:lnTo>
                  <a:lnTo>
                    <a:pt x="93121" y="80521"/>
                  </a:lnTo>
                  <a:lnTo>
                    <a:pt x="95039" y="80909"/>
                  </a:lnTo>
                  <a:lnTo>
                    <a:pt x="98600" y="81427"/>
                  </a:lnTo>
                  <a:lnTo>
                    <a:pt x="101445" y="81518"/>
                  </a:lnTo>
                  <a:lnTo>
                    <a:pt x="103461" y="81282"/>
                  </a:lnTo>
                  <a:lnTo>
                    <a:pt x="104876" y="80811"/>
                  </a:lnTo>
                  <a:lnTo>
                    <a:pt x="105744" y="80293"/>
                  </a:lnTo>
                  <a:lnTo>
                    <a:pt x="106140" y="79844"/>
                  </a:lnTo>
                  <a:lnTo>
                    <a:pt x="106726" y="78239"/>
                  </a:lnTo>
                  <a:lnTo>
                    <a:pt x="107783" y="74754"/>
                  </a:lnTo>
                  <a:lnTo>
                    <a:pt x="108202" y="73712"/>
                  </a:lnTo>
                  <a:lnTo>
                    <a:pt x="109252" y="73232"/>
                  </a:lnTo>
                  <a:lnTo>
                    <a:pt x="110614" y="72920"/>
                  </a:lnTo>
                  <a:lnTo>
                    <a:pt x="111412" y="73476"/>
                  </a:lnTo>
                  <a:lnTo>
                    <a:pt x="112303" y="77341"/>
                  </a:lnTo>
                  <a:lnTo>
                    <a:pt x="116267" y="80833"/>
                  </a:lnTo>
                  <a:lnTo>
                    <a:pt x="117621" y="83770"/>
                  </a:lnTo>
                  <a:lnTo>
                    <a:pt x="118610" y="86281"/>
                  </a:lnTo>
                  <a:lnTo>
                    <a:pt x="119470" y="86966"/>
                  </a:lnTo>
                  <a:lnTo>
                    <a:pt x="120976" y="87826"/>
                  </a:lnTo>
                  <a:lnTo>
                    <a:pt x="123381" y="88130"/>
                  </a:lnTo>
                  <a:lnTo>
                    <a:pt x="125527" y="88221"/>
                  </a:lnTo>
                  <a:lnTo>
                    <a:pt x="130046" y="90032"/>
                  </a:lnTo>
                  <a:lnTo>
                    <a:pt x="133637" y="91470"/>
                  </a:lnTo>
                  <a:lnTo>
                    <a:pt x="136209" y="92505"/>
                  </a:lnTo>
                  <a:lnTo>
                    <a:pt x="137388" y="93288"/>
                  </a:lnTo>
                  <a:lnTo>
                    <a:pt x="138210" y="94574"/>
                  </a:lnTo>
                  <a:lnTo>
                    <a:pt x="138697" y="95571"/>
                  </a:lnTo>
                  <a:lnTo>
                    <a:pt x="139488" y="98158"/>
                  </a:lnTo>
                  <a:lnTo>
                    <a:pt x="140333" y="100205"/>
                  </a:lnTo>
                  <a:lnTo>
                    <a:pt x="141710" y="100593"/>
                  </a:lnTo>
                  <a:lnTo>
                    <a:pt x="142943" y="100753"/>
                  </a:lnTo>
                  <a:lnTo>
                    <a:pt x="144160" y="102152"/>
                  </a:lnTo>
                  <a:lnTo>
                    <a:pt x="145080" y="103377"/>
                  </a:lnTo>
                  <a:lnTo>
                    <a:pt x="146907" y="106375"/>
                  </a:lnTo>
                  <a:lnTo>
                    <a:pt x="148253" y="108445"/>
                  </a:lnTo>
                  <a:lnTo>
                    <a:pt x="148694" y="110461"/>
                  </a:lnTo>
                  <a:lnTo>
                    <a:pt x="150224" y="111808"/>
                  </a:lnTo>
                  <a:lnTo>
                    <a:pt x="152308" y="112378"/>
                  </a:lnTo>
                  <a:lnTo>
                    <a:pt x="154233" y="112454"/>
                  </a:lnTo>
                  <a:lnTo>
                    <a:pt x="155344" y="111853"/>
                  </a:lnTo>
                  <a:lnTo>
                    <a:pt x="158076" y="110803"/>
                  </a:lnTo>
                  <a:lnTo>
                    <a:pt x="160206" y="109609"/>
                  </a:lnTo>
                  <a:lnTo>
                    <a:pt x="161758" y="109190"/>
                  </a:lnTo>
                  <a:lnTo>
                    <a:pt x="162679" y="109449"/>
                  </a:lnTo>
                  <a:lnTo>
                    <a:pt x="163379" y="110278"/>
                  </a:lnTo>
                  <a:lnTo>
                    <a:pt x="163752" y="111899"/>
                  </a:lnTo>
                  <a:lnTo>
                    <a:pt x="163843" y="112804"/>
                  </a:lnTo>
                  <a:lnTo>
                    <a:pt x="165357" y="113664"/>
                  </a:lnTo>
                  <a:lnTo>
                    <a:pt x="166476" y="113322"/>
                  </a:lnTo>
                  <a:lnTo>
                    <a:pt x="166909" y="112325"/>
                  </a:lnTo>
                  <a:lnTo>
                    <a:pt x="166932" y="111831"/>
                  </a:lnTo>
                  <a:lnTo>
                    <a:pt x="166925" y="107417"/>
                  </a:lnTo>
                  <a:lnTo>
                    <a:pt x="166925" y="103598"/>
                  </a:lnTo>
                  <a:lnTo>
                    <a:pt x="166917" y="100007"/>
                  </a:lnTo>
                  <a:lnTo>
                    <a:pt x="166917" y="95632"/>
                  </a:lnTo>
                  <a:lnTo>
                    <a:pt x="166909" y="91820"/>
                  </a:lnTo>
                  <a:lnTo>
                    <a:pt x="166909" y="88685"/>
                  </a:lnTo>
                  <a:lnTo>
                    <a:pt x="166902" y="85414"/>
                  </a:lnTo>
                  <a:lnTo>
                    <a:pt x="165928" y="85596"/>
                  </a:lnTo>
                  <a:lnTo>
                    <a:pt x="164703" y="86342"/>
                  </a:lnTo>
                  <a:lnTo>
                    <a:pt x="161880" y="86433"/>
                  </a:lnTo>
                  <a:lnTo>
                    <a:pt x="160777" y="86989"/>
                  </a:lnTo>
                  <a:lnTo>
                    <a:pt x="160434" y="87833"/>
                  </a:lnTo>
                  <a:lnTo>
                    <a:pt x="160647" y="88929"/>
                  </a:lnTo>
                  <a:lnTo>
                    <a:pt x="160708" y="90420"/>
                  </a:lnTo>
                  <a:lnTo>
                    <a:pt x="160290" y="91120"/>
                  </a:lnTo>
                  <a:lnTo>
                    <a:pt x="159057" y="91402"/>
                  </a:lnTo>
                  <a:lnTo>
                    <a:pt x="157262" y="90823"/>
                  </a:lnTo>
                  <a:lnTo>
                    <a:pt x="154013" y="90078"/>
                  </a:lnTo>
                  <a:lnTo>
                    <a:pt x="151304" y="89613"/>
                  </a:lnTo>
                  <a:lnTo>
                    <a:pt x="149356" y="87635"/>
                  </a:lnTo>
                  <a:lnTo>
                    <a:pt x="146724" y="84653"/>
                  </a:lnTo>
                  <a:lnTo>
                    <a:pt x="144997" y="83154"/>
                  </a:lnTo>
                  <a:lnTo>
                    <a:pt x="140843" y="80042"/>
                  </a:lnTo>
                  <a:lnTo>
                    <a:pt x="140135" y="79418"/>
                  </a:lnTo>
                  <a:lnTo>
                    <a:pt x="138872" y="77965"/>
                  </a:lnTo>
                  <a:lnTo>
                    <a:pt x="137792" y="75500"/>
                  </a:lnTo>
                  <a:lnTo>
                    <a:pt x="137259" y="73864"/>
                  </a:lnTo>
                  <a:lnTo>
                    <a:pt x="136756" y="72647"/>
                  </a:lnTo>
                  <a:lnTo>
                    <a:pt x="136201" y="70836"/>
                  </a:lnTo>
                  <a:lnTo>
                    <a:pt x="137205" y="68051"/>
                  </a:lnTo>
                  <a:lnTo>
                    <a:pt x="138613" y="62755"/>
                  </a:lnTo>
                  <a:lnTo>
                    <a:pt x="139633" y="58943"/>
                  </a:lnTo>
                  <a:lnTo>
                    <a:pt x="140196" y="56121"/>
                  </a:lnTo>
                  <a:lnTo>
                    <a:pt x="142212" y="53245"/>
                  </a:lnTo>
                  <a:lnTo>
                    <a:pt x="142356" y="50673"/>
                  </a:lnTo>
                  <a:lnTo>
                    <a:pt x="141542" y="47378"/>
                  </a:lnTo>
                  <a:lnTo>
                    <a:pt x="141748" y="45560"/>
                  </a:lnTo>
                  <a:lnTo>
                    <a:pt x="141885" y="40942"/>
                  </a:lnTo>
                  <a:lnTo>
                    <a:pt x="141999" y="37061"/>
                  </a:lnTo>
                  <a:lnTo>
                    <a:pt x="142029" y="35174"/>
                  </a:lnTo>
                  <a:lnTo>
                    <a:pt x="141474" y="31895"/>
                  </a:lnTo>
                  <a:lnTo>
                    <a:pt x="140112" y="28266"/>
                  </a:lnTo>
                  <a:lnTo>
                    <a:pt x="137114" y="23214"/>
                  </a:lnTo>
                  <a:lnTo>
                    <a:pt x="137129" y="22133"/>
                  </a:lnTo>
                  <a:lnTo>
                    <a:pt x="138910" y="20939"/>
                  </a:lnTo>
                  <a:lnTo>
                    <a:pt x="141732" y="18854"/>
                  </a:lnTo>
                  <a:lnTo>
                    <a:pt x="143117" y="17614"/>
                  </a:lnTo>
                  <a:lnTo>
                    <a:pt x="144776" y="15856"/>
                  </a:lnTo>
                  <a:lnTo>
                    <a:pt x="145514" y="14958"/>
                  </a:lnTo>
                  <a:lnTo>
                    <a:pt x="147142" y="12706"/>
                  </a:lnTo>
                  <a:lnTo>
                    <a:pt x="148169" y="10873"/>
                  </a:lnTo>
                  <a:lnTo>
                    <a:pt x="148527" y="8506"/>
                  </a:lnTo>
                  <a:lnTo>
                    <a:pt x="147751" y="6254"/>
                  </a:lnTo>
                  <a:lnTo>
                    <a:pt x="149333" y="5813"/>
                  </a:lnTo>
                  <a:lnTo>
                    <a:pt x="154530" y="5022"/>
                  </a:lnTo>
                  <a:lnTo>
                    <a:pt x="160252" y="4147"/>
                  </a:lnTo>
                  <a:lnTo>
                    <a:pt x="166286" y="3218"/>
                  </a:lnTo>
                  <a:lnTo>
                    <a:pt x="172372" y="2290"/>
                  </a:lnTo>
                  <a:lnTo>
                    <a:pt x="178269" y="1385"/>
                  </a:lnTo>
                  <a:lnTo>
                    <a:pt x="183618" y="571"/>
                  </a:lnTo>
                  <a:lnTo>
                    <a:pt x="187315" y="0"/>
                  </a:lnTo>
                  <a:lnTo>
                    <a:pt x="187863" y="1545"/>
                  </a:lnTo>
                  <a:lnTo>
                    <a:pt x="189020" y="4116"/>
                  </a:lnTo>
                  <a:lnTo>
                    <a:pt x="190321" y="6003"/>
                  </a:lnTo>
                  <a:lnTo>
                    <a:pt x="191957" y="7662"/>
                  </a:lnTo>
                  <a:lnTo>
                    <a:pt x="193341" y="8666"/>
                  </a:lnTo>
                  <a:lnTo>
                    <a:pt x="194262" y="8970"/>
                  </a:lnTo>
                  <a:lnTo>
                    <a:pt x="200121" y="8864"/>
                  </a:lnTo>
                  <a:lnTo>
                    <a:pt x="202221" y="9868"/>
                  </a:lnTo>
                  <a:lnTo>
                    <a:pt x="204054" y="11147"/>
                  </a:lnTo>
                  <a:lnTo>
                    <a:pt x="204511" y="13125"/>
                  </a:lnTo>
                  <a:lnTo>
                    <a:pt x="205713" y="14365"/>
                  </a:lnTo>
                  <a:lnTo>
                    <a:pt x="207014" y="15339"/>
                  </a:lnTo>
                  <a:lnTo>
                    <a:pt x="207577" y="15460"/>
                  </a:lnTo>
                  <a:lnTo>
                    <a:pt x="208536" y="15225"/>
                  </a:lnTo>
                  <a:lnTo>
                    <a:pt x="210103" y="15202"/>
                  </a:lnTo>
                  <a:lnTo>
                    <a:pt x="211556" y="15628"/>
                  </a:lnTo>
                  <a:lnTo>
                    <a:pt x="212249" y="16062"/>
                  </a:lnTo>
                  <a:lnTo>
                    <a:pt x="212317" y="17720"/>
                  </a:lnTo>
                  <a:lnTo>
                    <a:pt x="212758" y="18458"/>
                  </a:lnTo>
                  <a:lnTo>
                    <a:pt x="214737" y="18747"/>
                  </a:lnTo>
                  <a:lnTo>
                    <a:pt x="216753" y="18877"/>
                  </a:lnTo>
                  <a:lnTo>
                    <a:pt x="218701" y="20003"/>
                  </a:lnTo>
                  <a:lnTo>
                    <a:pt x="220801" y="20201"/>
                  </a:lnTo>
                  <a:lnTo>
                    <a:pt x="223236" y="20665"/>
                  </a:lnTo>
                  <a:lnTo>
                    <a:pt x="224392" y="21875"/>
                  </a:lnTo>
                  <a:lnTo>
                    <a:pt x="226971" y="23115"/>
                  </a:lnTo>
                  <a:lnTo>
                    <a:pt x="230136" y="24226"/>
                  </a:lnTo>
                  <a:lnTo>
                    <a:pt x="232419" y="25481"/>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54" name="Freeform: Shape 2353">
              <a:extLst>
                <a:ext uri="{FF2B5EF4-FFF2-40B4-BE49-F238E27FC236}">
                  <a16:creationId xmlns:a16="http://schemas.microsoft.com/office/drawing/2014/main" id="{29E6B8F5-2F43-DFC8-A177-589C16EA7EF0}"/>
                </a:ext>
              </a:extLst>
            </p:cNvPr>
            <p:cNvSpPr/>
            <p:nvPr/>
          </p:nvSpPr>
          <p:spPr>
            <a:xfrm>
              <a:off x="10112479" y="5340300"/>
              <a:ext cx="166194" cy="151859"/>
            </a:xfrm>
            <a:custGeom>
              <a:avLst/>
              <a:gdLst>
                <a:gd name="csX0" fmla="*/ 129483 w 166194"/>
                <a:gd name="csY0" fmla="*/ 151859 h 151859"/>
                <a:gd name="csX1" fmla="*/ 127550 w 166194"/>
                <a:gd name="csY1" fmla="*/ 150550 h 151859"/>
                <a:gd name="csX2" fmla="*/ 124910 w 166194"/>
                <a:gd name="csY2" fmla="*/ 149698 h 151859"/>
                <a:gd name="csX3" fmla="*/ 121547 w 166194"/>
                <a:gd name="csY3" fmla="*/ 149303 h 151859"/>
                <a:gd name="csX4" fmla="*/ 117187 w 166194"/>
                <a:gd name="csY4" fmla="*/ 149462 h 151859"/>
                <a:gd name="csX5" fmla="*/ 111816 w 166194"/>
                <a:gd name="csY5" fmla="*/ 150185 h 151859"/>
                <a:gd name="csX6" fmla="*/ 106056 w 166194"/>
                <a:gd name="csY6" fmla="*/ 149311 h 151859"/>
                <a:gd name="csX7" fmla="*/ 99901 w 166194"/>
                <a:gd name="csY7" fmla="*/ 146860 h 151859"/>
                <a:gd name="csX8" fmla="*/ 94796 w 166194"/>
                <a:gd name="csY8" fmla="*/ 145993 h 151859"/>
                <a:gd name="csX9" fmla="*/ 88693 w 166194"/>
                <a:gd name="csY9" fmla="*/ 147058 h 151859"/>
                <a:gd name="csX10" fmla="*/ 88419 w 166194"/>
                <a:gd name="csY10" fmla="*/ 147081 h 151859"/>
                <a:gd name="csX11" fmla="*/ 87369 w 166194"/>
                <a:gd name="csY11" fmla="*/ 146252 h 151859"/>
                <a:gd name="csX12" fmla="*/ 85695 w 166194"/>
                <a:gd name="csY12" fmla="*/ 144464 h 151859"/>
                <a:gd name="csX13" fmla="*/ 82918 w 166194"/>
                <a:gd name="csY13" fmla="*/ 144144 h 151859"/>
                <a:gd name="csX14" fmla="*/ 82165 w 166194"/>
                <a:gd name="csY14" fmla="*/ 143733 h 151859"/>
                <a:gd name="csX15" fmla="*/ 81541 w 166194"/>
                <a:gd name="csY15" fmla="*/ 143064 h 151859"/>
                <a:gd name="csX16" fmla="*/ 81130 w 166194"/>
                <a:gd name="csY16" fmla="*/ 142212 h 151859"/>
                <a:gd name="csX17" fmla="*/ 80971 w 166194"/>
                <a:gd name="csY17" fmla="*/ 141261 h 151859"/>
                <a:gd name="csX18" fmla="*/ 81427 w 166194"/>
                <a:gd name="csY18" fmla="*/ 138324 h 151859"/>
                <a:gd name="csX19" fmla="*/ 81176 w 166194"/>
                <a:gd name="csY19" fmla="*/ 137997 h 151859"/>
                <a:gd name="csX20" fmla="*/ 80438 w 166194"/>
                <a:gd name="csY20" fmla="*/ 137639 h 151859"/>
                <a:gd name="csX21" fmla="*/ 78909 w 166194"/>
                <a:gd name="csY21" fmla="*/ 137289 h 151859"/>
                <a:gd name="csX22" fmla="*/ 75249 w 166194"/>
                <a:gd name="csY22" fmla="*/ 135957 h 151859"/>
                <a:gd name="csX23" fmla="*/ 70638 w 166194"/>
                <a:gd name="csY23" fmla="*/ 134664 h 151859"/>
                <a:gd name="csX24" fmla="*/ 63159 w 166194"/>
                <a:gd name="csY24" fmla="*/ 133249 h 151859"/>
                <a:gd name="csX25" fmla="*/ 60252 w 166194"/>
                <a:gd name="csY25" fmla="*/ 132884 h 151859"/>
                <a:gd name="csX26" fmla="*/ 59575 w 166194"/>
                <a:gd name="csY26" fmla="*/ 132450 h 151859"/>
                <a:gd name="csX27" fmla="*/ 58738 w 166194"/>
                <a:gd name="csY27" fmla="*/ 131369 h 151859"/>
                <a:gd name="csX28" fmla="*/ 57300 w 166194"/>
                <a:gd name="csY28" fmla="*/ 127999 h 151859"/>
                <a:gd name="csX29" fmla="*/ 55953 w 166194"/>
                <a:gd name="csY29" fmla="*/ 125777 h 151859"/>
                <a:gd name="csX30" fmla="*/ 52735 w 166194"/>
                <a:gd name="csY30" fmla="*/ 122346 h 151859"/>
                <a:gd name="csX31" fmla="*/ 52225 w 166194"/>
                <a:gd name="csY31" fmla="*/ 121288 h 151859"/>
                <a:gd name="csX32" fmla="*/ 52385 w 166194"/>
                <a:gd name="csY32" fmla="*/ 118564 h 151859"/>
                <a:gd name="csX33" fmla="*/ 52621 w 166194"/>
                <a:gd name="csY33" fmla="*/ 116373 h 151859"/>
                <a:gd name="csX34" fmla="*/ 52963 w 166194"/>
                <a:gd name="csY34" fmla="*/ 114517 h 151859"/>
                <a:gd name="csX35" fmla="*/ 52811 w 166194"/>
                <a:gd name="csY35" fmla="*/ 112774 h 151859"/>
                <a:gd name="csX36" fmla="*/ 52765 w 166194"/>
                <a:gd name="csY36" fmla="*/ 110613 h 151859"/>
                <a:gd name="csX37" fmla="*/ 52864 w 166194"/>
                <a:gd name="csY37" fmla="*/ 109168 h 151859"/>
                <a:gd name="csX38" fmla="*/ 52431 w 166194"/>
                <a:gd name="csY38" fmla="*/ 108544 h 151859"/>
                <a:gd name="csX39" fmla="*/ 51267 w 166194"/>
                <a:gd name="csY39" fmla="*/ 108102 h 151859"/>
                <a:gd name="csX40" fmla="*/ 47942 w 166194"/>
                <a:gd name="csY40" fmla="*/ 107905 h 151859"/>
                <a:gd name="csX41" fmla="*/ 43924 w 166194"/>
                <a:gd name="csY41" fmla="*/ 107988 h 151859"/>
                <a:gd name="csX42" fmla="*/ 43795 w 166194"/>
                <a:gd name="csY42" fmla="*/ 105797 h 151859"/>
                <a:gd name="csX43" fmla="*/ 43407 w 166194"/>
                <a:gd name="csY43" fmla="*/ 102403 h 151859"/>
                <a:gd name="csX44" fmla="*/ 42662 w 166194"/>
                <a:gd name="csY44" fmla="*/ 100456 h 151859"/>
                <a:gd name="csX45" fmla="*/ 41733 w 166194"/>
                <a:gd name="csY45" fmla="*/ 99444 h 151859"/>
                <a:gd name="csX46" fmla="*/ 39884 w 166194"/>
                <a:gd name="csY46" fmla="*/ 98387 h 151859"/>
                <a:gd name="csX47" fmla="*/ 36149 w 166194"/>
                <a:gd name="csY47" fmla="*/ 96941 h 151859"/>
                <a:gd name="csX48" fmla="*/ 31058 w 166194"/>
                <a:gd name="csY48" fmla="*/ 94742 h 151859"/>
                <a:gd name="csX49" fmla="*/ 26706 w 166194"/>
                <a:gd name="csY49" fmla="*/ 91485 h 151859"/>
                <a:gd name="csX50" fmla="*/ 21723 w 166194"/>
                <a:gd name="csY50" fmla="*/ 87445 h 151859"/>
                <a:gd name="csX51" fmla="*/ 20163 w 166194"/>
                <a:gd name="csY51" fmla="*/ 86745 h 151859"/>
                <a:gd name="csX52" fmla="*/ 18322 w 166194"/>
                <a:gd name="csY52" fmla="*/ 82956 h 151859"/>
                <a:gd name="csX53" fmla="*/ 15522 w 166194"/>
                <a:gd name="csY53" fmla="*/ 76474 h 151859"/>
                <a:gd name="csX54" fmla="*/ 15704 w 166194"/>
                <a:gd name="csY54" fmla="*/ 74320 h 151859"/>
                <a:gd name="csX55" fmla="*/ 15278 w 166194"/>
                <a:gd name="csY55" fmla="*/ 73263 h 151859"/>
                <a:gd name="csX56" fmla="*/ 12554 w 166194"/>
                <a:gd name="csY56" fmla="*/ 70090 h 151859"/>
                <a:gd name="csX57" fmla="*/ 11953 w 166194"/>
                <a:gd name="csY57" fmla="*/ 68439 h 151859"/>
                <a:gd name="csX58" fmla="*/ 11474 w 166194"/>
                <a:gd name="csY58" fmla="*/ 66773 h 151859"/>
                <a:gd name="csX59" fmla="*/ 7145 w 166194"/>
                <a:gd name="csY59" fmla="*/ 62132 h 151859"/>
                <a:gd name="csX60" fmla="*/ 5669 w 166194"/>
                <a:gd name="csY60" fmla="*/ 60108 h 151859"/>
                <a:gd name="csX61" fmla="*/ 4543 w 166194"/>
                <a:gd name="csY61" fmla="*/ 57505 h 151859"/>
                <a:gd name="csX62" fmla="*/ 3424 w 166194"/>
                <a:gd name="csY62" fmla="*/ 55429 h 151859"/>
                <a:gd name="csX63" fmla="*/ 2481 w 166194"/>
                <a:gd name="csY63" fmla="*/ 54591 h 151859"/>
                <a:gd name="csX64" fmla="*/ 1248 w 166194"/>
                <a:gd name="csY64" fmla="*/ 53184 h 151859"/>
                <a:gd name="csX65" fmla="*/ 396 w 166194"/>
                <a:gd name="csY65" fmla="*/ 51571 h 151859"/>
                <a:gd name="csX66" fmla="*/ 0 w 166194"/>
                <a:gd name="csY66" fmla="*/ 50369 h 151859"/>
                <a:gd name="csX67" fmla="*/ 327 w 166194"/>
                <a:gd name="csY67" fmla="*/ 48763 h 151859"/>
                <a:gd name="csX68" fmla="*/ 746 w 166194"/>
                <a:gd name="csY68" fmla="*/ 47660 h 151859"/>
                <a:gd name="csX69" fmla="*/ 4862 w 166194"/>
                <a:gd name="csY69" fmla="*/ 48801 h 151859"/>
                <a:gd name="csX70" fmla="*/ 7114 w 166194"/>
                <a:gd name="csY70" fmla="*/ 48900 h 151859"/>
                <a:gd name="csX71" fmla="*/ 8880 w 166194"/>
                <a:gd name="csY71" fmla="*/ 48337 h 151859"/>
                <a:gd name="csX72" fmla="*/ 11055 w 166194"/>
                <a:gd name="csY72" fmla="*/ 49098 h 151859"/>
                <a:gd name="csX73" fmla="*/ 13658 w 166194"/>
                <a:gd name="csY73" fmla="*/ 51183 h 151859"/>
                <a:gd name="csX74" fmla="*/ 16488 w 166194"/>
                <a:gd name="csY74" fmla="*/ 51586 h 151859"/>
                <a:gd name="csX75" fmla="*/ 19554 w 166194"/>
                <a:gd name="csY75" fmla="*/ 50292 h 151859"/>
                <a:gd name="csX76" fmla="*/ 23693 w 166194"/>
                <a:gd name="csY76" fmla="*/ 50688 h 151859"/>
                <a:gd name="csX77" fmla="*/ 28905 w 166194"/>
                <a:gd name="csY77" fmla="*/ 52765 h 151859"/>
                <a:gd name="csX78" fmla="*/ 33227 w 166194"/>
                <a:gd name="csY78" fmla="*/ 53184 h 151859"/>
                <a:gd name="csX79" fmla="*/ 38370 w 166194"/>
                <a:gd name="csY79" fmla="*/ 51328 h 151859"/>
                <a:gd name="csX80" fmla="*/ 42958 w 166194"/>
                <a:gd name="csY80" fmla="*/ 46199 h 151859"/>
                <a:gd name="csX81" fmla="*/ 47280 w 166194"/>
                <a:gd name="csY81" fmla="*/ 41383 h 151859"/>
                <a:gd name="csX82" fmla="*/ 51525 w 166194"/>
                <a:gd name="csY82" fmla="*/ 35829 h 151859"/>
                <a:gd name="csX83" fmla="*/ 54082 w 166194"/>
                <a:gd name="csY83" fmla="*/ 31347 h 151859"/>
                <a:gd name="csX84" fmla="*/ 57833 w 166194"/>
                <a:gd name="csY84" fmla="*/ 27703 h 151859"/>
                <a:gd name="csX85" fmla="*/ 62779 w 166194"/>
                <a:gd name="csY85" fmla="*/ 24895 h 151859"/>
                <a:gd name="csX86" fmla="*/ 67815 w 166194"/>
                <a:gd name="csY86" fmla="*/ 22529 h 151859"/>
                <a:gd name="csX87" fmla="*/ 75523 w 166194"/>
                <a:gd name="csY87" fmla="*/ 19630 h 151859"/>
                <a:gd name="csX88" fmla="*/ 75523 w 166194"/>
                <a:gd name="csY88" fmla="*/ 19638 h 151859"/>
                <a:gd name="csX89" fmla="*/ 77060 w 166194"/>
                <a:gd name="csY89" fmla="*/ 17241 h 151859"/>
                <a:gd name="csX90" fmla="*/ 77577 w 166194"/>
                <a:gd name="csY90" fmla="*/ 14639 h 151859"/>
                <a:gd name="csX91" fmla="*/ 77577 w 166194"/>
                <a:gd name="csY91" fmla="*/ 11017 h 151859"/>
                <a:gd name="csX92" fmla="*/ 77973 w 166194"/>
                <a:gd name="csY92" fmla="*/ 8674 h 151859"/>
                <a:gd name="csX93" fmla="*/ 78779 w 166194"/>
                <a:gd name="csY93" fmla="*/ 7601 h 151859"/>
                <a:gd name="csX94" fmla="*/ 80058 w 166194"/>
                <a:gd name="csY94" fmla="*/ 6772 h 151859"/>
                <a:gd name="csX95" fmla="*/ 81709 w 166194"/>
                <a:gd name="csY95" fmla="*/ 5691 h 151859"/>
                <a:gd name="csX96" fmla="*/ 86783 w 166194"/>
                <a:gd name="csY96" fmla="*/ 2945 h 151859"/>
                <a:gd name="csX97" fmla="*/ 91037 w 166194"/>
                <a:gd name="csY97" fmla="*/ 1187 h 151859"/>
                <a:gd name="csX98" fmla="*/ 96210 w 166194"/>
                <a:gd name="csY98" fmla="*/ 30 h 151859"/>
                <a:gd name="csX99" fmla="*/ 101879 w 166194"/>
                <a:gd name="csY99" fmla="*/ 23 h 151859"/>
                <a:gd name="csX100" fmla="*/ 107342 w 166194"/>
                <a:gd name="csY100" fmla="*/ 8 h 151859"/>
                <a:gd name="csX101" fmla="*/ 110446 w 166194"/>
                <a:gd name="csY101" fmla="*/ 0 h 151859"/>
                <a:gd name="csX102" fmla="*/ 110492 w 166194"/>
                <a:gd name="csY102" fmla="*/ 3477 h 151859"/>
                <a:gd name="csX103" fmla="*/ 110728 w 166194"/>
                <a:gd name="csY103" fmla="*/ 7396 h 151859"/>
                <a:gd name="csX104" fmla="*/ 111336 w 166194"/>
                <a:gd name="csY104" fmla="*/ 7768 h 151859"/>
                <a:gd name="csX105" fmla="*/ 115445 w 166194"/>
                <a:gd name="csY105" fmla="*/ 7852 h 151859"/>
                <a:gd name="csX106" fmla="*/ 122034 w 166194"/>
                <a:gd name="csY106" fmla="*/ 8134 h 151859"/>
                <a:gd name="csX107" fmla="*/ 128387 w 166194"/>
                <a:gd name="csY107" fmla="*/ 8392 h 151859"/>
                <a:gd name="csX108" fmla="*/ 132443 w 166194"/>
                <a:gd name="csY108" fmla="*/ 11238 h 151859"/>
                <a:gd name="csX109" fmla="*/ 133804 w 166194"/>
                <a:gd name="csY109" fmla="*/ 11847 h 151859"/>
                <a:gd name="csX110" fmla="*/ 138020 w 166194"/>
                <a:gd name="csY110" fmla="*/ 12607 h 151859"/>
                <a:gd name="csX111" fmla="*/ 143406 w 166194"/>
                <a:gd name="csY111" fmla="*/ 17348 h 151859"/>
                <a:gd name="csX112" fmla="*/ 149889 w 166194"/>
                <a:gd name="csY112" fmla="*/ 17789 h 151859"/>
                <a:gd name="csX113" fmla="*/ 154348 w 166194"/>
                <a:gd name="csY113" fmla="*/ 19273 h 151859"/>
                <a:gd name="csX114" fmla="*/ 158273 w 166194"/>
                <a:gd name="csY114" fmla="*/ 20901 h 151859"/>
                <a:gd name="csX115" fmla="*/ 160533 w 166194"/>
                <a:gd name="csY115" fmla="*/ 22856 h 151859"/>
                <a:gd name="csX116" fmla="*/ 161994 w 166194"/>
                <a:gd name="csY116" fmla="*/ 23297 h 151859"/>
                <a:gd name="csX117" fmla="*/ 163972 w 166194"/>
                <a:gd name="csY117" fmla="*/ 23442 h 151859"/>
                <a:gd name="csX118" fmla="*/ 164931 w 166194"/>
                <a:gd name="csY118" fmla="*/ 23625 h 151859"/>
                <a:gd name="csX119" fmla="*/ 164726 w 166194"/>
                <a:gd name="csY119" fmla="*/ 25032 h 151859"/>
                <a:gd name="csX120" fmla="*/ 163402 w 166194"/>
                <a:gd name="csY120" fmla="*/ 27421 h 151859"/>
                <a:gd name="csX121" fmla="*/ 163577 w 166194"/>
                <a:gd name="csY121" fmla="*/ 30845 h 151859"/>
                <a:gd name="csX122" fmla="*/ 165395 w 166194"/>
                <a:gd name="csY122" fmla="*/ 35593 h 151859"/>
                <a:gd name="csX123" fmla="*/ 165639 w 166194"/>
                <a:gd name="csY123" fmla="*/ 39732 h 151859"/>
                <a:gd name="csX124" fmla="*/ 165083 w 166194"/>
                <a:gd name="csY124" fmla="*/ 47029 h 151859"/>
                <a:gd name="csX125" fmla="*/ 165099 w 166194"/>
                <a:gd name="csY125" fmla="*/ 54112 h 151859"/>
                <a:gd name="csX126" fmla="*/ 165289 w 166194"/>
                <a:gd name="csY126" fmla="*/ 56646 h 151859"/>
                <a:gd name="csX127" fmla="*/ 165585 w 166194"/>
                <a:gd name="csY127" fmla="*/ 58320 h 151859"/>
                <a:gd name="csX128" fmla="*/ 165974 w 166194"/>
                <a:gd name="csY128" fmla="*/ 59240 h 151859"/>
                <a:gd name="csX129" fmla="*/ 165897 w 166194"/>
                <a:gd name="csY129" fmla="*/ 60290 h 151859"/>
                <a:gd name="csX130" fmla="*/ 164817 w 166194"/>
                <a:gd name="csY130" fmla="*/ 63273 h 151859"/>
                <a:gd name="csX131" fmla="*/ 163950 w 166194"/>
                <a:gd name="csY131" fmla="*/ 66408 h 151859"/>
                <a:gd name="csX132" fmla="*/ 163919 w 166194"/>
                <a:gd name="csY132" fmla="*/ 67663 h 151859"/>
                <a:gd name="csX133" fmla="*/ 163584 w 166194"/>
                <a:gd name="csY133" fmla="*/ 68553 h 151859"/>
                <a:gd name="csX134" fmla="*/ 162938 w 166194"/>
                <a:gd name="csY134" fmla="*/ 69337 h 151859"/>
                <a:gd name="csX135" fmla="*/ 160107 w 166194"/>
                <a:gd name="csY135" fmla="*/ 70790 h 151859"/>
                <a:gd name="csX136" fmla="*/ 159628 w 166194"/>
                <a:gd name="csY136" fmla="*/ 71688 h 151859"/>
                <a:gd name="csX137" fmla="*/ 159636 w 166194"/>
                <a:gd name="csY137" fmla="*/ 73316 h 151859"/>
                <a:gd name="csX138" fmla="*/ 159993 w 166194"/>
                <a:gd name="csY138" fmla="*/ 74686 h 151859"/>
                <a:gd name="csX139" fmla="*/ 161058 w 166194"/>
                <a:gd name="csY139" fmla="*/ 75188 h 151859"/>
                <a:gd name="csX140" fmla="*/ 162336 w 166194"/>
                <a:gd name="csY140" fmla="*/ 75964 h 151859"/>
                <a:gd name="csX141" fmla="*/ 162839 w 166194"/>
                <a:gd name="csY141" fmla="*/ 76983 h 151859"/>
                <a:gd name="csX142" fmla="*/ 162846 w 166194"/>
                <a:gd name="csY142" fmla="*/ 78064 h 151859"/>
                <a:gd name="csX143" fmla="*/ 162435 w 166194"/>
                <a:gd name="csY143" fmla="*/ 80065 h 151859"/>
                <a:gd name="csX144" fmla="*/ 161294 w 166194"/>
                <a:gd name="csY144" fmla="*/ 83375 h 151859"/>
                <a:gd name="csX145" fmla="*/ 162435 w 166194"/>
                <a:gd name="csY145" fmla="*/ 87194 h 151859"/>
                <a:gd name="csX146" fmla="*/ 163706 w 166194"/>
                <a:gd name="csY146" fmla="*/ 89675 h 151859"/>
                <a:gd name="csX147" fmla="*/ 165464 w 166194"/>
                <a:gd name="csY147" fmla="*/ 92535 h 151859"/>
                <a:gd name="csX148" fmla="*/ 166194 w 166194"/>
                <a:gd name="csY148" fmla="*/ 94308 h 151859"/>
                <a:gd name="csX149" fmla="*/ 166156 w 166194"/>
                <a:gd name="csY149" fmla="*/ 95579 h 151859"/>
                <a:gd name="csX150" fmla="*/ 165890 w 166194"/>
                <a:gd name="csY150" fmla="*/ 96819 h 151859"/>
                <a:gd name="csX151" fmla="*/ 163265 w 166194"/>
                <a:gd name="csY151" fmla="*/ 102069 h 151859"/>
                <a:gd name="csX152" fmla="*/ 161370 w 166194"/>
                <a:gd name="csY152" fmla="*/ 105341 h 151859"/>
                <a:gd name="csX153" fmla="*/ 159057 w 166194"/>
                <a:gd name="csY153" fmla="*/ 108840 h 151859"/>
                <a:gd name="csX154" fmla="*/ 155999 w 166194"/>
                <a:gd name="csY154" fmla="*/ 111039 h 151859"/>
                <a:gd name="csX155" fmla="*/ 155208 w 166194"/>
                <a:gd name="csY155" fmla="*/ 112097 h 151859"/>
                <a:gd name="csX156" fmla="*/ 154895 w 166194"/>
                <a:gd name="csY156" fmla="*/ 113299 h 151859"/>
                <a:gd name="csX157" fmla="*/ 155002 w 166194"/>
                <a:gd name="csY157" fmla="*/ 115932 h 151859"/>
                <a:gd name="csX158" fmla="*/ 154865 w 166194"/>
                <a:gd name="csY158" fmla="*/ 118694 h 151859"/>
                <a:gd name="csX159" fmla="*/ 152248 w 166194"/>
                <a:gd name="csY159" fmla="*/ 122931 h 151859"/>
                <a:gd name="csX160" fmla="*/ 153868 w 166194"/>
                <a:gd name="csY160" fmla="*/ 126584 h 151859"/>
                <a:gd name="csX161" fmla="*/ 153503 w 166194"/>
                <a:gd name="csY161" fmla="*/ 126926 h 151859"/>
                <a:gd name="csX162" fmla="*/ 152620 w 166194"/>
                <a:gd name="csY162" fmla="*/ 127443 h 151859"/>
                <a:gd name="csX163" fmla="*/ 148854 w 166194"/>
                <a:gd name="csY163" fmla="*/ 131560 h 151859"/>
                <a:gd name="csX164" fmla="*/ 145043 w 166194"/>
                <a:gd name="csY164" fmla="*/ 135737 h 151859"/>
                <a:gd name="csX165" fmla="*/ 142258 w 166194"/>
                <a:gd name="csY165" fmla="*/ 138788 h 151859"/>
                <a:gd name="csX166" fmla="*/ 139092 w 166194"/>
                <a:gd name="csY166" fmla="*/ 142257 h 151859"/>
                <a:gd name="csX167" fmla="*/ 135547 w 166194"/>
                <a:gd name="csY167" fmla="*/ 146153 h 151859"/>
                <a:gd name="csX168" fmla="*/ 132511 w 166194"/>
                <a:gd name="csY168" fmla="*/ 149493 h 1518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Lst>
              <a:rect l="l" t="t" r="r" b="b"/>
              <a:pathLst>
                <a:path w="166194" h="151859">
                  <a:moveTo>
                    <a:pt x="129483" y="151859"/>
                  </a:moveTo>
                  <a:lnTo>
                    <a:pt x="127550" y="150550"/>
                  </a:lnTo>
                  <a:lnTo>
                    <a:pt x="124910" y="149698"/>
                  </a:lnTo>
                  <a:lnTo>
                    <a:pt x="121547" y="149303"/>
                  </a:lnTo>
                  <a:lnTo>
                    <a:pt x="117187" y="149462"/>
                  </a:lnTo>
                  <a:lnTo>
                    <a:pt x="111816" y="150185"/>
                  </a:lnTo>
                  <a:lnTo>
                    <a:pt x="106056" y="149311"/>
                  </a:lnTo>
                  <a:lnTo>
                    <a:pt x="99901" y="146860"/>
                  </a:lnTo>
                  <a:lnTo>
                    <a:pt x="94796" y="145993"/>
                  </a:lnTo>
                  <a:lnTo>
                    <a:pt x="88693" y="147058"/>
                  </a:lnTo>
                  <a:lnTo>
                    <a:pt x="88419" y="147081"/>
                  </a:lnTo>
                  <a:lnTo>
                    <a:pt x="87369" y="146252"/>
                  </a:lnTo>
                  <a:lnTo>
                    <a:pt x="85695" y="144464"/>
                  </a:lnTo>
                  <a:lnTo>
                    <a:pt x="82918" y="144144"/>
                  </a:lnTo>
                  <a:lnTo>
                    <a:pt x="82165" y="143733"/>
                  </a:lnTo>
                  <a:lnTo>
                    <a:pt x="81541" y="143064"/>
                  </a:lnTo>
                  <a:lnTo>
                    <a:pt x="81130" y="142212"/>
                  </a:lnTo>
                  <a:lnTo>
                    <a:pt x="80971" y="141261"/>
                  </a:lnTo>
                  <a:lnTo>
                    <a:pt x="81427" y="138324"/>
                  </a:lnTo>
                  <a:lnTo>
                    <a:pt x="81176" y="137997"/>
                  </a:lnTo>
                  <a:lnTo>
                    <a:pt x="80438" y="137639"/>
                  </a:lnTo>
                  <a:lnTo>
                    <a:pt x="78909" y="137289"/>
                  </a:lnTo>
                  <a:lnTo>
                    <a:pt x="75249" y="135957"/>
                  </a:lnTo>
                  <a:lnTo>
                    <a:pt x="70638" y="134664"/>
                  </a:lnTo>
                  <a:lnTo>
                    <a:pt x="63159" y="133249"/>
                  </a:lnTo>
                  <a:lnTo>
                    <a:pt x="60252" y="132884"/>
                  </a:lnTo>
                  <a:lnTo>
                    <a:pt x="59575" y="132450"/>
                  </a:lnTo>
                  <a:lnTo>
                    <a:pt x="58738" y="131369"/>
                  </a:lnTo>
                  <a:lnTo>
                    <a:pt x="57300" y="127999"/>
                  </a:lnTo>
                  <a:lnTo>
                    <a:pt x="55953" y="125777"/>
                  </a:lnTo>
                  <a:lnTo>
                    <a:pt x="52735" y="122346"/>
                  </a:lnTo>
                  <a:lnTo>
                    <a:pt x="52225" y="121288"/>
                  </a:lnTo>
                  <a:lnTo>
                    <a:pt x="52385" y="118564"/>
                  </a:lnTo>
                  <a:lnTo>
                    <a:pt x="52621" y="116373"/>
                  </a:lnTo>
                  <a:lnTo>
                    <a:pt x="52963" y="114517"/>
                  </a:lnTo>
                  <a:lnTo>
                    <a:pt x="52811" y="112774"/>
                  </a:lnTo>
                  <a:lnTo>
                    <a:pt x="52765" y="110613"/>
                  </a:lnTo>
                  <a:lnTo>
                    <a:pt x="52864" y="109168"/>
                  </a:lnTo>
                  <a:lnTo>
                    <a:pt x="52431" y="108544"/>
                  </a:lnTo>
                  <a:lnTo>
                    <a:pt x="51267" y="108102"/>
                  </a:lnTo>
                  <a:lnTo>
                    <a:pt x="47942" y="107905"/>
                  </a:lnTo>
                  <a:lnTo>
                    <a:pt x="43924" y="107988"/>
                  </a:lnTo>
                  <a:lnTo>
                    <a:pt x="43795" y="105797"/>
                  </a:lnTo>
                  <a:lnTo>
                    <a:pt x="43407" y="102403"/>
                  </a:lnTo>
                  <a:lnTo>
                    <a:pt x="42662" y="100456"/>
                  </a:lnTo>
                  <a:lnTo>
                    <a:pt x="41733" y="99444"/>
                  </a:lnTo>
                  <a:lnTo>
                    <a:pt x="39884" y="98387"/>
                  </a:lnTo>
                  <a:lnTo>
                    <a:pt x="36149" y="96941"/>
                  </a:lnTo>
                  <a:lnTo>
                    <a:pt x="31058" y="94742"/>
                  </a:lnTo>
                  <a:lnTo>
                    <a:pt x="26706" y="91485"/>
                  </a:lnTo>
                  <a:lnTo>
                    <a:pt x="21723" y="87445"/>
                  </a:lnTo>
                  <a:lnTo>
                    <a:pt x="20163" y="86745"/>
                  </a:lnTo>
                  <a:lnTo>
                    <a:pt x="18322" y="82956"/>
                  </a:lnTo>
                  <a:lnTo>
                    <a:pt x="15522" y="76474"/>
                  </a:lnTo>
                  <a:lnTo>
                    <a:pt x="15704" y="74320"/>
                  </a:lnTo>
                  <a:lnTo>
                    <a:pt x="15278" y="73263"/>
                  </a:lnTo>
                  <a:lnTo>
                    <a:pt x="12554" y="70090"/>
                  </a:lnTo>
                  <a:lnTo>
                    <a:pt x="11953" y="68439"/>
                  </a:lnTo>
                  <a:lnTo>
                    <a:pt x="11474" y="66773"/>
                  </a:lnTo>
                  <a:lnTo>
                    <a:pt x="7145" y="62132"/>
                  </a:lnTo>
                  <a:lnTo>
                    <a:pt x="5669" y="60108"/>
                  </a:lnTo>
                  <a:lnTo>
                    <a:pt x="4543" y="57505"/>
                  </a:lnTo>
                  <a:lnTo>
                    <a:pt x="3424" y="55429"/>
                  </a:lnTo>
                  <a:lnTo>
                    <a:pt x="2481" y="54591"/>
                  </a:lnTo>
                  <a:lnTo>
                    <a:pt x="1248" y="53184"/>
                  </a:lnTo>
                  <a:lnTo>
                    <a:pt x="396" y="51571"/>
                  </a:lnTo>
                  <a:lnTo>
                    <a:pt x="0" y="50369"/>
                  </a:lnTo>
                  <a:lnTo>
                    <a:pt x="327" y="48763"/>
                  </a:lnTo>
                  <a:lnTo>
                    <a:pt x="746" y="47660"/>
                  </a:lnTo>
                  <a:lnTo>
                    <a:pt x="4862" y="48801"/>
                  </a:lnTo>
                  <a:lnTo>
                    <a:pt x="7114" y="48900"/>
                  </a:lnTo>
                  <a:lnTo>
                    <a:pt x="8880" y="48337"/>
                  </a:lnTo>
                  <a:lnTo>
                    <a:pt x="11055" y="49098"/>
                  </a:lnTo>
                  <a:lnTo>
                    <a:pt x="13658" y="51183"/>
                  </a:lnTo>
                  <a:lnTo>
                    <a:pt x="16488" y="51586"/>
                  </a:lnTo>
                  <a:lnTo>
                    <a:pt x="19554" y="50292"/>
                  </a:lnTo>
                  <a:lnTo>
                    <a:pt x="23693" y="50688"/>
                  </a:lnTo>
                  <a:lnTo>
                    <a:pt x="28905" y="52765"/>
                  </a:lnTo>
                  <a:lnTo>
                    <a:pt x="33227" y="53184"/>
                  </a:lnTo>
                  <a:lnTo>
                    <a:pt x="38370" y="51328"/>
                  </a:lnTo>
                  <a:lnTo>
                    <a:pt x="42958" y="46199"/>
                  </a:lnTo>
                  <a:lnTo>
                    <a:pt x="47280" y="41383"/>
                  </a:lnTo>
                  <a:lnTo>
                    <a:pt x="51525" y="35829"/>
                  </a:lnTo>
                  <a:lnTo>
                    <a:pt x="54082" y="31347"/>
                  </a:lnTo>
                  <a:lnTo>
                    <a:pt x="57833" y="27703"/>
                  </a:lnTo>
                  <a:lnTo>
                    <a:pt x="62779" y="24895"/>
                  </a:lnTo>
                  <a:lnTo>
                    <a:pt x="67815" y="22529"/>
                  </a:lnTo>
                  <a:lnTo>
                    <a:pt x="75523" y="19630"/>
                  </a:lnTo>
                  <a:lnTo>
                    <a:pt x="75523" y="19638"/>
                  </a:lnTo>
                  <a:lnTo>
                    <a:pt x="77060" y="17241"/>
                  </a:lnTo>
                  <a:lnTo>
                    <a:pt x="77577" y="14639"/>
                  </a:lnTo>
                  <a:lnTo>
                    <a:pt x="77577" y="11017"/>
                  </a:lnTo>
                  <a:lnTo>
                    <a:pt x="77973" y="8674"/>
                  </a:lnTo>
                  <a:lnTo>
                    <a:pt x="78779" y="7601"/>
                  </a:lnTo>
                  <a:lnTo>
                    <a:pt x="80058" y="6772"/>
                  </a:lnTo>
                  <a:lnTo>
                    <a:pt x="81709" y="5691"/>
                  </a:lnTo>
                  <a:lnTo>
                    <a:pt x="86783" y="2945"/>
                  </a:lnTo>
                  <a:lnTo>
                    <a:pt x="91037" y="1187"/>
                  </a:lnTo>
                  <a:lnTo>
                    <a:pt x="96210" y="30"/>
                  </a:lnTo>
                  <a:lnTo>
                    <a:pt x="101879" y="23"/>
                  </a:lnTo>
                  <a:lnTo>
                    <a:pt x="107342" y="8"/>
                  </a:lnTo>
                  <a:lnTo>
                    <a:pt x="110446" y="0"/>
                  </a:lnTo>
                  <a:lnTo>
                    <a:pt x="110492" y="3477"/>
                  </a:lnTo>
                  <a:lnTo>
                    <a:pt x="110728" y="7396"/>
                  </a:lnTo>
                  <a:lnTo>
                    <a:pt x="111336" y="7768"/>
                  </a:lnTo>
                  <a:lnTo>
                    <a:pt x="115445" y="7852"/>
                  </a:lnTo>
                  <a:lnTo>
                    <a:pt x="122034" y="8134"/>
                  </a:lnTo>
                  <a:lnTo>
                    <a:pt x="128387" y="8392"/>
                  </a:lnTo>
                  <a:lnTo>
                    <a:pt x="132443" y="11238"/>
                  </a:lnTo>
                  <a:lnTo>
                    <a:pt x="133804" y="11847"/>
                  </a:lnTo>
                  <a:lnTo>
                    <a:pt x="138020" y="12607"/>
                  </a:lnTo>
                  <a:lnTo>
                    <a:pt x="143406" y="17348"/>
                  </a:lnTo>
                  <a:lnTo>
                    <a:pt x="149889" y="17789"/>
                  </a:lnTo>
                  <a:lnTo>
                    <a:pt x="154348" y="19273"/>
                  </a:lnTo>
                  <a:lnTo>
                    <a:pt x="158273" y="20901"/>
                  </a:lnTo>
                  <a:lnTo>
                    <a:pt x="160533" y="22856"/>
                  </a:lnTo>
                  <a:lnTo>
                    <a:pt x="161994" y="23297"/>
                  </a:lnTo>
                  <a:lnTo>
                    <a:pt x="163972" y="23442"/>
                  </a:lnTo>
                  <a:lnTo>
                    <a:pt x="164931" y="23625"/>
                  </a:lnTo>
                  <a:lnTo>
                    <a:pt x="164726" y="25032"/>
                  </a:lnTo>
                  <a:lnTo>
                    <a:pt x="163402" y="27421"/>
                  </a:lnTo>
                  <a:lnTo>
                    <a:pt x="163577" y="30845"/>
                  </a:lnTo>
                  <a:lnTo>
                    <a:pt x="165395" y="35593"/>
                  </a:lnTo>
                  <a:lnTo>
                    <a:pt x="165639" y="39732"/>
                  </a:lnTo>
                  <a:lnTo>
                    <a:pt x="165083" y="47029"/>
                  </a:lnTo>
                  <a:lnTo>
                    <a:pt x="165099" y="54112"/>
                  </a:lnTo>
                  <a:lnTo>
                    <a:pt x="165289" y="56646"/>
                  </a:lnTo>
                  <a:lnTo>
                    <a:pt x="165585" y="58320"/>
                  </a:lnTo>
                  <a:lnTo>
                    <a:pt x="165974" y="59240"/>
                  </a:lnTo>
                  <a:lnTo>
                    <a:pt x="165897" y="60290"/>
                  </a:lnTo>
                  <a:lnTo>
                    <a:pt x="164817" y="63273"/>
                  </a:lnTo>
                  <a:lnTo>
                    <a:pt x="163950" y="66408"/>
                  </a:lnTo>
                  <a:lnTo>
                    <a:pt x="163919" y="67663"/>
                  </a:lnTo>
                  <a:lnTo>
                    <a:pt x="163584" y="68553"/>
                  </a:lnTo>
                  <a:lnTo>
                    <a:pt x="162938" y="69337"/>
                  </a:lnTo>
                  <a:lnTo>
                    <a:pt x="160107" y="70790"/>
                  </a:lnTo>
                  <a:lnTo>
                    <a:pt x="159628" y="71688"/>
                  </a:lnTo>
                  <a:lnTo>
                    <a:pt x="159636" y="73316"/>
                  </a:lnTo>
                  <a:lnTo>
                    <a:pt x="159993" y="74686"/>
                  </a:lnTo>
                  <a:lnTo>
                    <a:pt x="161058" y="75188"/>
                  </a:lnTo>
                  <a:lnTo>
                    <a:pt x="162336" y="75964"/>
                  </a:lnTo>
                  <a:lnTo>
                    <a:pt x="162839" y="76983"/>
                  </a:lnTo>
                  <a:lnTo>
                    <a:pt x="162846" y="78064"/>
                  </a:lnTo>
                  <a:lnTo>
                    <a:pt x="162435" y="80065"/>
                  </a:lnTo>
                  <a:lnTo>
                    <a:pt x="161294" y="83375"/>
                  </a:lnTo>
                  <a:lnTo>
                    <a:pt x="162435" y="87194"/>
                  </a:lnTo>
                  <a:lnTo>
                    <a:pt x="163706" y="89675"/>
                  </a:lnTo>
                  <a:lnTo>
                    <a:pt x="165464" y="92535"/>
                  </a:lnTo>
                  <a:lnTo>
                    <a:pt x="166194" y="94308"/>
                  </a:lnTo>
                  <a:lnTo>
                    <a:pt x="166156" y="95579"/>
                  </a:lnTo>
                  <a:lnTo>
                    <a:pt x="165890" y="96819"/>
                  </a:lnTo>
                  <a:lnTo>
                    <a:pt x="163265" y="102069"/>
                  </a:lnTo>
                  <a:lnTo>
                    <a:pt x="161370" y="105341"/>
                  </a:lnTo>
                  <a:lnTo>
                    <a:pt x="159057" y="108840"/>
                  </a:lnTo>
                  <a:lnTo>
                    <a:pt x="155999" y="111039"/>
                  </a:lnTo>
                  <a:lnTo>
                    <a:pt x="155208" y="112097"/>
                  </a:lnTo>
                  <a:lnTo>
                    <a:pt x="154895" y="113299"/>
                  </a:lnTo>
                  <a:lnTo>
                    <a:pt x="155002" y="115932"/>
                  </a:lnTo>
                  <a:lnTo>
                    <a:pt x="154865" y="118694"/>
                  </a:lnTo>
                  <a:lnTo>
                    <a:pt x="152248" y="122931"/>
                  </a:lnTo>
                  <a:lnTo>
                    <a:pt x="153868" y="126584"/>
                  </a:lnTo>
                  <a:lnTo>
                    <a:pt x="153503" y="126926"/>
                  </a:lnTo>
                  <a:lnTo>
                    <a:pt x="152620" y="127443"/>
                  </a:lnTo>
                  <a:lnTo>
                    <a:pt x="148854" y="131560"/>
                  </a:lnTo>
                  <a:lnTo>
                    <a:pt x="145043" y="135737"/>
                  </a:lnTo>
                  <a:lnTo>
                    <a:pt x="142258" y="138788"/>
                  </a:lnTo>
                  <a:lnTo>
                    <a:pt x="139092" y="142257"/>
                  </a:lnTo>
                  <a:lnTo>
                    <a:pt x="135547" y="146153"/>
                  </a:lnTo>
                  <a:lnTo>
                    <a:pt x="132511" y="149493"/>
                  </a:lnTo>
                  <a:close/>
                </a:path>
              </a:pathLst>
            </a:custGeom>
            <a:solidFill>
              <a:schemeClr val="bg1">
                <a:lumMod val="75000"/>
              </a:schemeClr>
            </a:solidFill>
            <a:ln w="6168" cap="flat">
              <a:solidFill>
                <a:schemeClr val="bg1">
                  <a:lumMod val="75000"/>
                </a:schemeClr>
              </a:solidFill>
              <a:prstDash val="solid"/>
              <a:miter/>
            </a:ln>
          </p:spPr>
          <p:txBody>
            <a:bodyPr/>
            <a:lstStyle/>
            <a:p>
              <a:endParaRPr lang="en-US"/>
            </a:p>
          </p:txBody>
        </p:sp>
        <p:sp>
          <p:nvSpPr>
            <p:cNvPr id="2355" name="Oval 2354">
              <a:extLst>
                <a:ext uri="{FF2B5EF4-FFF2-40B4-BE49-F238E27FC236}">
                  <a16:creationId xmlns:a16="http://schemas.microsoft.com/office/drawing/2014/main" id="{6559C8A2-4E6F-014B-056A-A4D3FC0925F4}"/>
                </a:ext>
              </a:extLst>
            </p:cNvPr>
            <p:cNvSpPr/>
            <p:nvPr/>
          </p:nvSpPr>
          <p:spPr>
            <a:xfrm>
              <a:off x="9116998" y="3349584"/>
              <a:ext cx="575616" cy="575616"/>
            </a:xfrm>
            <a:prstGeom prst="ellipse">
              <a:avLst/>
            </a:prstGeom>
            <a:blipFill>
              <a:blip>
                <a:extLst>
                  <a:ext uri="{96DAC541-7B7A-43D3-8B79-37D633B846F1}">
                    <asvg:svgBlip xmlns:asvg="http://schemas.microsoft.com/office/drawing/2016/SVG/main" r:embed="rId3"/>
                  </a:ext>
                </a:extLst>
              </a:blip>
              <a:srcRect/>
              <a:stretch>
                <a:fillRect l="-33340" t="-2387" r="-33340" b="2387"/>
              </a:stretch>
            </a:blip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pic>
          <p:nvPicPr>
            <p:cNvPr id="2359" name="Picture 10" descr="Gamified Simulation Software l Asia – archiTECHs of the future">
              <a:extLst>
                <a:ext uri="{FF2B5EF4-FFF2-40B4-BE49-F238E27FC236}">
                  <a16:creationId xmlns:a16="http://schemas.microsoft.com/office/drawing/2014/main" id="{85DE4618-2FAE-BCF9-005A-3760CD5369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93285" y="4730038"/>
              <a:ext cx="570664" cy="570664"/>
            </a:xfrm>
            <a:prstGeom prst="ellipse">
              <a:avLst/>
            </a:prstGeom>
            <a:noFill/>
            <a:ln>
              <a:solidFill>
                <a:schemeClr val="accent1">
                  <a:lumMod val="60000"/>
                  <a:lumOff val="40000"/>
                </a:schemeClr>
              </a:solidFill>
            </a:ln>
            <a:extLst>
              <a:ext uri="{909E8E84-426E-40DD-AFC4-6F175D3DCCD1}">
                <a14:hiddenFill xmlns:a14="http://schemas.microsoft.com/office/drawing/2010/main">
                  <a:solidFill>
                    <a:srgbClr val="FFFFFF"/>
                  </a:solidFill>
                </a14:hiddenFill>
              </a:ext>
            </a:extLst>
          </p:spPr>
        </p:pic>
        <p:pic>
          <p:nvPicPr>
            <p:cNvPr id="2361" name="Picture 2" descr="European Union, EU, Round Flag 51691112 PNG">
              <a:extLst>
                <a:ext uri="{FF2B5EF4-FFF2-40B4-BE49-F238E27FC236}">
                  <a16:creationId xmlns:a16="http://schemas.microsoft.com/office/drawing/2014/main" id="{B5BDC20B-4797-39FE-5F58-38F3C33D2CC6}"/>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9082" t="29944" r="29231" b="28371"/>
            <a:stretch>
              <a:fillRect/>
            </a:stretch>
          </p:blipFill>
          <p:spPr bwMode="auto">
            <a:xfrm>
              <a:off x="9690334" y="3121192"/>
              <a:ext cx="561755" cy="561753"/>
            </a:xfrm>
            <a:prstGeom prst="ellipse">
              <a:avLst/>
            </a:prstGeom>
            <a:noFill/>
            <a:extLst>
              <a:ext uri="{909E8E84-426E-40DD-AFC4-6F175D3DCCD1}">
                <a14:hiddenFill xmlns:a14="http://schemas.microsoft.com/office/drawing/2010/main">
                  <a:solidFill>
                    <a:srgbClr val="FFFFFF"/>
                  </a:solidFill>
                </a14:hiddenFill>
              </a:ext>
            </a:extLst>
          </p:spPr>
        </p:pic>
      </p:grpSp>
      <p:sp>
        <p:nvSpPr>
          <p:cNvPr id="9" name="Rectangle 8">
            <a:extLst>
              <a:ext uri="{FF2B5EF4-FFF2-40B4-BE49-F238E27FC236}">
                <a16:creationId xmlns:a16="http://schemas.microsoft.com/office/drawing/2014/main" id="{78FD91A0-760B-9E45-6ECC-AE0C3DBD3D11}"/>
              </a:ext>
            </a:extLst>
          </p:cNvPr>
          <p:cNvSpPr/>
          <p:nvPr/>
        </p:nvSpPr>
        <p:spPr>
          <a:xfrm flipV="1">
            <a:off x="0" y="-1"/>
            <a:ext cx="12192000" cy="1338754"/>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extLst>
              <a:ext uri="{FF2B5EF4-FFF2-40B4-BE49-F238E27FC236}">
                <a16:creationId xmlns:a16="http://schemas.microsoft.com/office/drawing/2014/main" id="{93C24C36-FE4F-0DB3-EA9F-66CB58675464}"/>
              </a:ext>
            </a:extLst>
          </p:cNvPr>
          <p:cNvPicPr>
            <a:picLocks noChangeAspect="1"/>
          </p:cNvPicPr>
          <p:nvPr/>
        </p:nvPicPr>
        <p:blipFill>
          <a:blip r:embed="rId6">
            <a:extLst>
              <a:ext uri="{28A0092B-C50C-407E-A947-70E740481C1C}">
                <a14:useLocalDpi xmlns:a14="http://schemas.microsoft.com/office/drawing/2010/main" val="0"/>
              </a:ext>
            </a:extLst>
          </a:blip>
          <a:srcRect l="-15" t="19090" r="15" b="62635"/>
          <a:stretch>
            <a:fillRect/>
          </a:stretch>
        </p:blipFill>
        <p:spPr>
          <a:xfrm>
            <a:off x="3611" y="-37908"/>
            <a:ext cx="12188389" cy="1253301"/>
          </a:xfrm>
          <a:prstGeom prst="rect">
            <a:avLst/>
          </a:prstGeom>
        </p:spPr>
      </p:pic>
      <p:sp>
        <p:nvSpPr>
          <p:cNvPr id="12" name="Title 1">
            <a:extLst>
              <a:ext uri="{FF2B5EF4-FFF2-40B4-BE49-F238E27FC236}">
                <a16:creationId xmlns:a16="http://schemas.microsoft.com/office/drawing/2014/main" id="{2F352E6D-DE52-8398-E4E1-C44C4A3C8279}"/>
              </a:ext>
            </a:extLst>
          </p:cNvPr>
          <p:cNvSpPr txBox="1">
            <a:spLocks/>
          </p:cNvSpPr>
          <p:nvPr/>
        </p:nvSpPr>
        <p:spPr>
          <a:xfrm>
            <a:off x="404569" y="1597993"/>
            <a:ext cx="2623095" cy="1253301"/>
          </a:xfrm>
          <a:prstGeom prst="rect">
            <a:avLst/>
          </a:prstGeom>
        </p:spPr>
        <p:txBody>
          <a:bodyPr vert="horz" lIns="91440" tIns="45720" rIns="91440" bIns="45720" rtlCol="0">
            <a:normAutofit/>
          </a:bodyPr>
          <a:lstStyle>
            <a:lvl1pPr indent="0">
              <a:lnSpc>
                <a:spcPct val="90000"/>
              </a:lnSpc>
              <a:spcBef>
                <a:spcPts val="1000"/>
              </a:spcBef>
              <a:buFont typeface="Arial" panose="020B0604020202020204" pitchFamily="34" charset="0"/>
              <a:buNone/>
              <a:defRPr sz="5400" spc="-150">
                <a:solidFill>
                  <a:srgbClr val="343434"/>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IN" sz="4400">
                <a:solidFill>
                  <a:srgbClr val="2562E8"/>
                </a:solidFill>
              </a:rPr>
              <a:t>About Us</a:t>
            </a:r>
          </a:p>
        </p:txBody>
      </p:sp>
      <p:sp>
        <p:nvSpPr>
          <p:cNvPr id="14" name="TextBox 13">
            <a:extLst>
              <a:ext uri="{FF2B5EF4-FFF2-40B4-BE49-F238E27FC236}">
                <a16:creationId xmlns:a16="http://schemas.microsoft.com/office/drawing/2014/main" id="{7414F5E3-834D-3772-B811-768B31EDC82E}"/>
              </a:ext>
            </a:extLst>
          </p:cNvPr>
          <p:cNvSpPr txBox="1"/>
          <p:nvPr/>
        </p:nvSpPr>
        <p:spPr>
          <a:xfrm>
            <a:off x="393938" y="2296580"/>
            <a:ext cx="4968637" cy="2535811"/>
          </a:xfrm>
          <a:prstGeom prst="rect">
            <a:avLst/>
          </a:prstGeom>
        </p:spPr>
        <p:txBody>
          <a:bodyPr vert="horz" lIns="91440" tIns="45720" rIns="91440" bIns="45720" rtlCol="0">
            <a:normAutofit fontScale="77500" lnSpcReduction="20000"/>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nSpc>
                <a:spcPct val="110000"/>
              </a:lnSpc>
            </a:pPr>
            <a:r>
              <a:rPr lang="en-GB" sz="1900" spc="0">
                <a:solidFill>
                  <a:schemeClr val="tx1">
                    <a:lumMod val="85000"/>
                    <a:lumOff val="15000"/>
                  </a:schemeClr>
                </a:solidFill>
                <a:latin typeface="Inter" panose="02000503000000020004" pitchFamily="2" charset="0"/>
                <a:ea typeface="Inter" panose="02000503000000020004" pitchFamily="2" charset="0"/>
              </a:rPr>
              <a:t>IT transformed enterprises. AI will transform IT. </a:t>
            </a:r>
            <a:br>
              <a:rPr lang="en-GB" sz="1900" spc="0">
                <a:solidFill>
                  <a:schemeClr val="tx1">
                    <a:lumMod val="85000"/>
                    <a:lumOff val="15000"/>
                  </a:schemeClr>
                </a:solidFill>
                <a:latin typeface="Inter" panose="02000503000000020004" pitchFamily="2" charset="0"/>
                <a:ea typeface="Inter" panose="02000503000000020004" pitchFamily="2" charset="0"/>
              </a:rPr>
            </a:br>
            <a:r>
              <a:rPr lang="en-GB" sz="1900" spc="0">
                <a:solidFill>
                  <a:schemeClr val="tx1">
                    <a:lumMod val="85000"/>
                    <a:lumOff val="15000"/>
                  </a:schemeClr>
                </a:solidFill>
                <a:latin typeface="Inter" panose="02000503000000020004" pitchFamily="2" charset="0"/>
                <a:ea typeface="Inter" panose="02000503000000020004" pitchFamily="2" charset="0"/>
              </a:rPr>
              <a:t>The next wave of enterprise value creation won't come from system integrators or legacy IT consultants; it will come from firms that understand both the art and science of AI-led transformation. </a:t>
            </a:r>
          </a:p>
          <a:p>
            <a:pPr>
              <a:lnSpc>
                <a:spcPct val="110000"/>
              </a:lnSpc>
            </a:pPr>
            <a:r>
              <a:rPr lang="en-GB" sz="1900" spc="0">
                <a:solidFill>
                  <a:schemeClr val="tx1">
                    <a:lumMod val="85000"/>
                    <a:lumOff val="15000"/>
                  </a:schemeClr>
                </a:solidFill>
                <a:latin typeface="Inter" panose="02000503000000020004" pitchFamily="2" charset="0"/>
                <a:ea typeface="Inter" panose="02000503000000020004" pitchFamily="2" charset="0"/>
              </a:rPr>
              <a:t>MindMap Digital is a niche, full-spectrum Enterprise AI Engineering firm one of the few globally that assesses, builds, deploys, and scales AI and automation across every business function. </a:t>
            </a:r>
          </a:p>
          <a:p>
            <a:pPr>
              <a:lnSpc>
                <a:spcPct val="110000"/>
              </a:lnSpc>
            </a:pPr>
            <a:r>
              <a:rPr lang="en-GB" sz="1900" spc="0">
                <a:solidFill>
                  <a:schemeClr val="tx1">
                    <a:lumMod val="85000"/>
                    <a:lumOff val="15000"/>
                  </a:schemeClr>
                </a:solidFill>
                <a:latin typeface="Inter" panose="02000503000000020004" pitchFamily="2" charset="0"/>
                <a:ea typeface="Inter" panose="02000503000000020004" pitchFamily="2" charset="0"/>
              </a:rPr>
              <a:t>We call it </a:t>
            </a:r>
            <a:r>
              <a:rPr lang="en-GB" sz="1900" b="1" spc="0">
                <a:solidFill>
                  <a:schemeClr val="tx1">
                    <a:lumMod val="85000"/>
                    <a:lumOff val="15000"/>
                  </a:schemeClr>
                </a:solidFill>
                <a:latin typeface="Inter" panose="02000503000000020004" pitchFamily="2" charset="0"/>
                <a:ea typeface="Inter" panose="02000503000000020004" pitchFamily="2" charset="0"/>
              </a:rPr>
              <a:t>360° AI Transformation</a:t>
            </a:r>
            <a:r>
              <a:rPr lang="en-GB" sz="1900" spc="0">
                <a:solidFill>
                  <a:schemeClr val="tx1">
                    <a:lumMod val="85000"/>
                    <a:lumOff val="15000"/>
                  </a:schemeClr>
                </a:solidFill>
                <a:latin typeface="Inter" panose="02000503000000020004" pitchFamily="2" charset="0"/>
                <a:ea typeface="Inter" panose="02000503000000020004" pitchFamily="2" charset="0"/>
              </a:rPr>
              <a:t>.</a:t>
            </a:r>
          </a:p>
        </p:txBody>
      </p:sp>
      <p:grpSp>
        <p:nvGrpSpPr>
          <p:cNvPr id="6" name="Group 5">
            <a:extLst>
              <a:ext uri="{FF2B5EF4-FFF2-40B4-BE49-F238E27FC236}">
                <a16:creationId xmlns:a16="http://schemas.microsoft.com/office/drawing/2014/main" id="{9879A693-9EAF-EA0E-8F90-D7954F1782D7}"/>
              </a:ext>
            </a:extLst>
          </p:cNvPr>
          <p:cNvGrpSpPr/>
          <p:nvPr/>
        </p:nvGrpSpPr>
        <p:grpSpPr>
          <a:xfrm>
            <a:off x="6539153" y="5449459"/>
            <a:ext cx="2492180" cy="847655"/>
            <a:chOff x="6764861" y="5351743"/>
            <a:chExt cx="2139408" cy="727668"/>
          </a:xfrm>
        </p:grpSpPr>
        <p:pic>
          <p:nvPicPr>
            <p:cNvPr id="17" name="Picture 16" descr="A blue and white logo  Description automatically generated">
              <a:extLst>
                <a:ext uri="{FF2B5EF4-FFF2-40B4-BE49-F238E27FC236}">
                  <a16:creationId xmlns:a16="http://schemas.microsoft.com/office/drawing/2014/main" id="{21E95162-5DF8-504C-645B-8E1DC22992E1}"/>
                </a:ext>
              </a:extLst>
            </p:cNvPr>
            <p:cNvPicPr>
              <a:picLocks noChangeAspect="1"/>
            </p:cNvPicPr>
            <p:nvPr/>
          </p:nvPicPr>
          <p:blipFill>
            <a:blip r:embed="rId7">
              <a:extLst>
                <a:ext uri="{28A0092B-C50C-407E-A947-70E740481C1C}">
                  <a14:useLocalDpi xmlns:a14="http://schemas.microsoft.com/office/drawing/2010/main" val="0"/>
                </a:ext>
                <a:ext uri="{837473B0-CC2E-450A-ABE3-18F120FF3D39}">
                  <a1611:picAttrSrcUrl xmlns:a1611="http://schemas.microsoft.com/office/drawing/2016/11/main" r:id="rId8"/>
                </a:ext>
              </a:extLst>
            </a:blip>
            <a:stretch>
              <a:fillRect/>
            </a:stretch>
          </p:blipFill>
          <p:spPr>
            <a:xfrm>
              <a:off x="7494106" y="5375658"/>
              <a:ext cx="618844" cy="632011"/>
            </a:xfrm>
            <a:prstGeom prst="rect">
              <a:avLst/>
            </a:prstGeom>
          </p:spPr>
        </p:pic>
        <p:pic>
          <p:nvPicPr>
            <p:cNvPr id="18" name="Picture 17" descr="A close-up of a seal  Description automatically generated">
              <a:extLst>
                <a:ext uri="{FF2B5EF4-FFF2-40B4-BE49-F238E27FC236}">
                  <a16:creationId xmlns:a16="http://schemas.microsoft.com/office/drawing/2014/main" id="{708C56AD-5067-A646-94E2-2C2C6F42A640}"/>
                </a:ext>
              </a:extLst>
            </p:cNvPr>
            <p:cNvPicPr>
              <a:picLocks noChangeAspect="1"/>
            </p:cNvPicPr>
            <p:nvPr/>
          </p:nvPicPr>
          <p:blipFill rotWithShape="1">
            <a:blip r:embed="rId9">
              <a:extLst>
                <a:ext uri="{28A0092B-C50C-407E-A947-70E740481C1C}">
                  <a14:useLocalDpi xmlns:a14="http://schemas.microsoft.com/office/drawing/2010/main" val="0"/>
                </a:ext>
                <a:ext uri="{837473B0-CC2E-450A-ABE3-18F120FF3D39}">
                  <a1611:picAttrSrcUrl xmlns:a1611="http://schemas.microsoft.com/office/drawing/2016/11/main" r:id="rId10"/>
                </a:ext>
              </a:extLst>
            </a:blip>
            <a:srcRect/>
            <a:stretch>
              <a:fillRect/>
            </a:stretch>
          </p:blipFill>
          <p:spPr>
            <a:xfrm>
              <a:off x="6764861" y="5375658"/>
              <a:ext cx="632011" cy="632011"/>
            </a:xfrm>
            <a:prstGeom prst="ellipse">
              <a:avLst/>
            </a:prstGeom>
          </p:spPr>
        </p:pic>
        <p:pic>
          <p:nvPicPr>
            <p:cNvPr id="19" name="Picture 18" descr="A logo for a health care company  Description automatically generated">
              <a:extLst>
                <a:ext uri="{FF2B5EF4-FFF2-40B4-BE49-F238E27FC236}">
                  <a16:creationId xmlns:a16="http://schemas.microsoft.com/office/drawing/2014/main" id="{E412114D-9552-B1B2-B4F6-7BD84A6723BA}"/>
                </a:ext>
              </a:extLst>
            </p:cNvPr>
            <p:cNvPicPr>
              <a:picLocks noChangeAspect="1"/>
            </p:cNvPicPr>
            <p:nvPr/>
          </p:nvPicPr>
          <p:blipFill>
            <a:blip r:embed="rId11">
              <a:extLst>
                <a:ext uri="{28A0092B-C50C-407E-A947-70E740481C1C}">
                  <a14:useLocalDpi xmlns:a14="http://schemas.microsoft.com/office/drawing/2010/main" val="0"/>
                </a:ext>
                <a:ext uri="{837473B0-CC2E-450A-ABE3-18F120FF3D39}">
                  <a1611:picAttrSrcUrl xmlns:a1611="http://schemas.microsoft.com/office/drawing/2016/11/main" r:id="rId12"/>
                </a:ext>
              </a:extLst>
            </a:blip>
            <a:stretch>
              <a:fillRect/>
            </a:stretch>
          </p:blipFill>
          <p:spPr>
            <a:xfrm>
              <a:off x="8176601" y="5351743"/>
              <a:ext cx="727668" cy="727668"/>
            </a:xfrm>
            <a:prstGeom prst="rect">
              <a:avLst/>
            </a:prstGeom>
          </p:spPr>
        </p:pic>
      </p:grpSp>
      <p:sp>
        <p:nvSpPr>
          <p:cNvPr id="21" name="TextBox 20">
            <a:extLst>
              <a:ext uri="{FF2B5EF4-FFF2-40B4-BE49-F238E27FC236}">
                <a16:creationId xmlns:a16="http://schemas.microsoft.com/office/drawing/2014/main" id="{B9B4FFB0-67E7-FAD7-AC51-12C3449100A7}"/>
              </a:ext>
            </a:extLst>
          </p:cNvPr>
          <p:cNvSpPr txBox="1"/>
          <p:nvPr/>
        </p:nvSpPr>
        <p:spPr>
          <a:xfrm>
            <a:off x="9311843" y="6221632"/>
            <a:ext cx="1775356" cy="298677"/>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2400" spc="0">
                <a:solidFill>
                  <a:schemeClr val="accent1">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gn="ctr"/>
            <a:r>
              <a:rPr lang="en-US" sz="1400">
                <a:solidFill>
                  <a:schemeClr val="bg1">
                    <a:lumMod val="65000"/>
                  </a:schemeClr>
                </a:solidFill>
              </a:rPr>
              <a:t>In Progress</a:t>
            </a:r>
            <a:endParaRPr lang="en-GB" sz="1400">
              <a:solidFill>
                <a:schemeClr val="bg1">
                  <a:lumMod val="65000"/>
                </a:schemeClr>
              </a:solidFill>
            </a:endParaRPr>
          </a:p>
        </p:txBody>
      </p:sp>
      <p:pic>
        <p:nvPicPr>
          <p:cNvPr id="22" name="Picture 2" descr="Ensure GDPR Compliance with LoginRadius">
            <a:extLst>
              <a:ext uri="{FF2B5EF4-FFF2-40B4-BE49-F238E27FC236}">
                <a16:creationId xmlns:a16="http://schemas.microsoft.com/office/drawing/2014/main" id="{2954B6FA-DE8A-0AD3-0080-99B3DFDC393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520003" y="5521802"/>
            <a:ext cx="660468" cy="660468"/>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4" descr="SOC2 Compliance for Visitor &amp; Contractor Management">
            <a:extLst>
              <a:ext uri="{FF2B5EF4-FFF2-40B4-BE49-F238E27FC236}">
                <a16:creationId xmlns:a16="http://schemas.microsoft.com/office/drawing/2014/main" id="{66942D05-2D61-9EEA-1918-696A68E4C07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180471" y="5513620"/>
            <a:ext cx="676832" cy="676832"/>
          </a:xfrm>
          <a:prstGeom prst="rect">
            <a:avLst/>
          </a:prstGeom>
          <a:noFill/>
          <a:extLst>
            <a:ext uri="{909E8E84-426E-40DD-AFC4-6F175D3DCCD1}">
              <a14:hiddenFill xmlns:a14="http://schemas.microsoft.com/office/drawing/2010/main">
                <a:solidFill>
                  <a:srgbClr val="FFFFFF"/>
                </a:solidFill>
              </a14:hiddenFill>
            </a:ext>
          </a:extLst>
        </p:spPr>
      </p:pic>
      <p:grpSp>
        <p:nvGrpSpPr>
          <p:cNvPr id="27" name="Group 26">
            <a:extLst>
              <a:ext uri="{FF2B5EF4-FFF2-40B4-BE49-F238E27FC236}">
                <a16:creationId xmlns:a16="http://schemas.microsoft.com/office/drawing/2014/main" id="{9C1D77AA-194D-0BE4-BC78-1520913DC560}"/>
              </a:ext>
            </a:extLst>
          </p:cNvPr>
          <p:cNvGrpSpPr/>
          <p:nvPr/>
        </p:nvGrpSpPr>
        <p:grpSpPr>
          <a:xfrm>
            <a:off x="404569" y="5647488"/>
            <a:ext cx="1385795" cy="855455"/>
            <a:chOff x="3376049" y="4421840"/>
            <a:chExt cx="1385795" cy="855455"/>
          </a:xfrm>
        </p:grpSpPr>
        <p:sp>
          <p:nvSpPr>
            <p:cNvPr id="25" name="TextBox 24">
              <a:extLst>
                <a:ext uri="{FF2B5EF4-FFF2-40B4-BE49-F238E27FC236}">
                  <a16:creationId xmlns:a16="http://schemas.microsoft.com/office/drawing/2014/main" id="{833D8B25-F202-6EEB-094B-1DDCE391C4D2}"/>
                </a:ext>
              </a:extLst>
            </p:cNvPr>
            <p:cNvSpPr txBox="1"/>
            <p:nvPr/>
          </p:nvSpPr>
          <p:spPr>
            <a:xfrm>
              <a:off x="3376049" y="4421840"/>
              <a:ext cx="1165005" cy="337917"/>
            </a:xfrm>
            <a:prstGeom prst="rect">
              <a:avLst/>
            </a:prstGeom>
          </p:spPr>
          <p:txBody>
            <a:bodyPr vert="horz" lIns="91440" tIns="45720" rIns="91440" bIns="45720" rtlCol="0">
              <a:normAutofit fontScale="85000" lnSpcReduction="20000"/>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2400" spc="0">
                  <a:solidFill>
                    <a:srgbClr val="2562E8"/>
                  </a:solidFill>
                  <a:latin typeface="Satoshi Black Italic" pitchFamily="50" charset="0"/>
                </a:rPr>
                <a:t>50+</a:t>
              </a:r>
            </a:p>
          </p:txBody>
        </p:sp>
        <p:sp>
          <p:nvSpPr>
            <p:cNvPr id="26" name="TextBox 25">
              <a:extLst>
                <a:ext uri="{FF2B5EF4-FFF2-40B4-BE49-F238E27FC236}">
                  <a16:creationId xmlns:a16="http://schemas.microsoft.com/office/drawing/2014/main" id="{4EB124CD-CDBB-25A1-4936-9F82B4034322}"/>
                </a:ext>
              </a:extLst>
            </p:cNvPr>
            <p:cNvSpPr txBox="1"/>
            <p:nvPr/>
          </p:nvSpPr>
          <p:spPr>
            <a:xfrm>
              <a:off x="3376049" y="4701679"/>
              <a:ext cx="1385795" cy="575616"/>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spc="0">
                  <a:solidFill>
                    <a:schemeClr val="accent1">
                      <a:lumMod val="50000"/>
                    </a:schemeClr>
                  </a:solidFill>
                </a:rPr>
                <a:t>Enterprise Customers</a:t>
              </a:r>
            </a:p>
          </p:txBody>
        </p:sp>
      </p:grpSp>
      <p:grpSp>
        <p:nvGrpSpPr>
          <p:cNvPr id="28" name="Group 27">
            <a:extLst>
              <a:ext uri="{FF2B5EF4-FFF2-40B4-BE49-F238E27FC236}">
                <a16:creationId xmlns:a16="http://schemas.microsoft.com/office/drawing/2014/main" id="{F46B9EE7-53C1-D714-F315-E2601A2B61EE}"/>
              </a:ext>
            </a:extLst>
          </p:cNvPr>
          <p:cNvGrpSpPr/>
          <p:nvPr/>
        </p:nvGrpSpPr>
        <p:grpSpPr>
          <a:xfrm>
            <a:off x="1858138" y="5647488"/>
            <a:ext cx="1357767" cy="907797"/>
            <a:chOff x="3376048" y="4421840"/>
            <a:chExt cx="1357767" cy="907797"/>
          </a:xfrm>
        </p:grpSpPr>
        <p:sp>
          <p:nvSpPr>
            <p:cNvPr id="29" name="TextBox 28">
              <a:extLst>
                <a:ext uri="{FF2B5EF4-FFF2-40B4-BE49-F238E27FC236}">
                  <a16:creationId xmlns:a16="http://schemas.microsoft.com/office/drawing/2014/main" id="{C3E12931-E7AC-D965-28C9-CEB20DD55CCE}"/>
                </a:ext>
              </a:extLst>
            </p:cNvPr>
            <p:cNvSpPr txBox="1"/>
            <p:nvPr/>
          </p:nvSpPr>
          <p:spPr>
            <a:xfrm>
              <a:off x="3376049" y="4421840"/>
              <a:ext cx="1165005" cy="337917"/>
            </a:xfrm>
            <a:prstGeom prst="rect">
              <a:avLst/>
            </a:prstGeom>
          </p:spPr>
          <p:txBody>
            <a:bodyPr vert="horz" lIns="91440" tIns="45720" rIns="91440" bIns="45720" rtlCol="0">
              <a:normAutofit fontScale="85000" lnSpcReduction="20000"/>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2400" spc="0">
                  <a:solidFill>
                    <a:srgbClr val="2562E8"/>
                  </a:solidFill>
                  <a:latin typeface="Satoshi Black Italic" pitchFamily="50" charset="0"/>
                </a:rPr>
                <a:t>100+</a:t>
              </a:r>
            </a:p>
          </p:txBody>
        </p:sp>
        <p:sp>
          <p:nvSpPr>
            <p:cNvPr id="30" name="TextBox 29">
              <a:extLst>
                <a:ext uri="{FF2B5EF4-FFF2-40B4-BE49-F238E27FC236}">
                  <a16:creationId xmlns:a16="http://schemas.microsoft.com/office/drawing/2014/main" id="{0F401F1A-27F9-B4F6-6CA1-98FB438B9751}"/>
                </a:ext>
              </a:extLst>
            </p:cNvPr>
            <p:cNvSpPr txBox="1"/>
            <p:nvPr/>
          </p:nvSpPr>
          <p:spPr>
            <a:xfrm>
              <a:off x="3376048" y="4701679"/>
              <a:ext cx="1357767" cy="627958"/>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spc="0">
                  <a:solidFill>
                    <a:schemeClr val="accent1">
                      <a:lumMod val="50000"/>
                    </a:schemeClr>
                  </a:solidFill>
                </a:rPr>
                <a:t>AI Accelerators</a:t>
              </a:r>
            </a:p>
          </p:txBody>
        </p:sp>
      </p:grpSp>
      <p:grpSp>
        <p:nvGrpSpPr>
          <p:cNvPr id="31" name="Group 30">
            <a:extLst>
              <a:ext uri="{FF2B5EF4-FFF2-40B4-BE49-F238E27FC236}">
                <a16:creationId xmlns:a16="http://schemas.microsoft.com/office/drawing/2014/main" id="{5128F566-F565-DF21-2B07-CDE85EB502DB}"/>
              </a:ext>
            </a:extLst>
          </p:cNvPr>
          <p:cNvGrpSpPr/>
          <p:nvPr/>
        </p:nvGrpSpPr>
        <p:grpSpPr>
          <a:xfrm>
            <a:off x="3418636" y="5647488"/>
            <a:ext cx="1665223" cy="850503"/>
            <a:chOff x="3376049" y="4421840"/>
            <a:chExt cx="1665223" cy="850503"/>
          </a:xfrm>
        </p:grpSpPr>
        <p:sp>
          <p:nvSpPr>
            <p:cNvPr id="1024" name="TextBox 1023">
              <a:extLst>
                <a:ext uri="{FF2B5EF4-FFF2-40B4-BE49-F238E27FC236}">
                  <a16:creationId xmlns:a16="http://schemas.microsoft.com/office/drawing/2014/main" id="{1DAA4E6F-E748-0E16-3657-7CF5ECC4463E}"/>
                </a:ext>
              </a:extLst>
            </p:cNvPr>
            <p:cNvSpPr txBox="1"/>
            <p:nvPr/>
          </p:nvSpPr>
          <p:spPr>
            <a:xfrm>
              <a:off x="3376049" y="4421840"/>
              <a:ext cx="1253651" cy="337917"/>
            </a:xfrm>
            <a:prstGeom prst="rect">
              <a:avLst/>
            </a:prstGeom>
          </p:spPr>
          <p:txBody>
            <a:bodyPr vert="horz" lIns="91440" tIns="45720" rIns="91440" bIns="45720" rtlCol="0">
              <a:normAutofit fontScale="85000" lnSpcReduction="20000"/>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2400" spc="0">
                  <a:solidFill>
                    <a:srgbClr val="2562E8"/>
                  </a:solidFill>
                  <a:latin typeface="Satoshi Black Italic" pitchFamily="50" charset="0"/>
                </a:rPr>
                <a:t>$100 Mn+</a:t>
              </a:r>
            </a:p>
          </p:txBody>
        </p:sp>
        <p:sp>
          <p:nvSpPr>
            <p:cNvPr id="1025" name="TextBox 1024">
              <a:extLst>
                <a:ext uri="{FF2B5EF4-FFF2-40B4-BE49-F238E27FC236}">
                  <a16:creationId xmlns:a16="http://schemas.microsoft.com/office/drawing/2014/main" id="{89AEE4BF-067A-BFC9-1EBA-760A274830CB}"/>
                </a:ext>
              </a:extLst>
            </p:cNvPr>
            <p:cNvSpPr txBox="1"/>
            <p:nvPr/>
          </p:nvSpPr>
          <p:spPr>
            <a:xfrm>
              <a:off x="3376049" y="4701679"/>
              <a:ext cx="1665223" cy="570664"/>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4400" spc="-150">
                  <a:solidFill>
                    <a:schemeClr val="tx2">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spc="0">
                  <a:solidFill>
                    <a:schemeClr val="accent1">
                      <a:lumMod val="50000"/>
                    </a:schemeClr>
                  </a:solidFill>
                </a:rPr>
                <a:t>Client savings delivered</a:t>
              </a:r>
            </a:p>
          </p:txBody>
        </p:sp>
      </p:grpSp>
      <p:grpSp>
        <p:nvGrpSpPr>
          <p:cNvPr id="2365" name="Group 2364">
            <a:extLst>
              <a:ext uri="{FF2B5EF4-FFF2-40B4-BE49-F238E27FC236}">
                <a16:creationId xmlns:a16="http://schemas.microsoft.com/office/drawing/2014/main" id="{BC6AB728-9E4A-417A-169D-4A93633FD0B0}"/>
              </a:ext>
            </a:extLst>
          </p:cNvPr>
          <p:cNvGrpSpPr/>
          <p:nvPr/>
        </p:nvGrpSpPr>
        <p:grpSpPr>
          <a:xfrm>
            <a:off x="1715897" y="5569696"/>
            <a:ext cx="1604788" cy="916829"/>
            <a:chOff x="1715897" y="5569696"/>
            <a:chExt cx="1604788" cy="1018476"/>
          </a:xfrm>
        </p:grpSpPr>
        <p:cxnSp>
          <p:nvCxnSpPr>
            <p:cNvPr id="4" name="Straight Connector 3">
              <a:extLst>
                <a:ext uri="{FF2B5EF4-FFF2-40B4-BE49-F238E27FC236}">
                  <a16:creationId xmlns:a16="http://schemas.microsoft.com/office/drawing/2014/main" id="{93C590EA-012B-A0EC-5F42-5D61C94A8406}"/>
                </a:ext>
              </a:extLst>
            </p:cNvPr>
            <p:cNvCxnSpPr>
              <a:cxnSpLocks/>
            </p:cNvCxnSpPr>
            <p:nvPr/>
          </p:nvCxnSpPr>
          <p:spPr>
            <a:xfrm>
              <a:off x="1715897" y="5569696"/>
              <a:ext cx="0" cy="1018476"/>
            </a:xfrm>
            <a:prstGeom prst="line">
              <a:avLst/>
            </a:prstGeom>
            <a:ln w="28575">
              <a:solidFill>
                <a:schemeClr val="accent5">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F1EC2C47-419D-D4EC-DF96-AB8D8454FA61}"/>
                </a:ext>
              </a:extLst>
            </p:cNvPr>
            <p:cNvCxnSpPr>
              <a:cxnSpLocks/>
            </p:cNvCxnSpPr>
            <p:nvPr/>
          </p:nvCxnSpPr>
          <p:spPr>
            <a:xfrm>
              <a:off x="3320685" y="5569696"/>
              <a:ext cx="0" cy="1018476"/>
            </a:xfrm>
            <a:prstGeom prst="line">
              <a:avLst/>
            </a:prstGeom>
            <a:ln w="28575">
              <a:solidFill>
                <a:schemeClr val="accent5">
                  <a:lumMod val="40000"/>
                  <a:lumOff val="60000"/>
                </a:schemeClr>
              </a:solidFill>
            </a:ln>
          </p:spPr>
          <p:style>
            <a:lnRef idx="1">
              <a:schemeClr val="accent1"/>
            </a:lnRef>
            <a:fillRef idx="0">
              <a:schemeClr val="accent1"/>
            </a:fillRef>
            <a:effectRef idx="0">
              <a:schemeClr val="accent1"/>
            </a:effectRef>
            <a:fontRef idx="minor">
              <a:schemeClr val="tx1"/>
            </a:fontRef>
          </p:style>
        </p:cxnSp>
      </p:grpSp>
      <p:cxnSp>
        <p:nvCxnSpPr>
          <p:cNvPr id="7" name="Straight Connector 6">
            <a:extLst>
              <a:ext uri="{FF2B5EF4-FFF2-40B4-BE49-F238E27FC236}">
                <a16:creationId xmlns:a16="http://schemas.microsoft.com/office/drawing/2014/main" id="{DD4590C7-EEF5-7375-E61F-DFE098366BC4}"/>
              </a:ext>
            </a:extLst>
          </p:cNvPr>
          <p:cNvCxnSpPr>
            <a:cxnSpLocks/>
          </p:cNvCxnSpPr>
          <p:nvPr/>
        </p:nvCxnSpPr>
        <p:spPr>
          <a:xfrm>
            <a:off x="9201691" y="5421602"/>
            <a:ext cx="0" cy="847655"/>
          </a:xfrm>
          <a:prstGeom prst="line">
            <a:avLst/>
          </a:prstGeom>
          <a:ln w="28575">
            <a:solidFill>
              <a:schemeClr val="accent5">
                <a:lumMod val="40000"/>
                <a:lumOff val="60000"/>
              </a:schemeClr>
            </a:solidFill>
            <a:prstDash val="sysDash"/>
          </a:ln>
        </p:spPr>
        <p:style>
          <a:lnRef idx="1">
            <a:schemeClr val="accent1"/>
          </a:lnRef>
          <a:fillRef idx="0">
            <a:schemeClr val="accent1"/>
          </a:fillRef>
          <a:effectRef idx="0">
            <a:schemeClr val="accent1"/>
          </a:effectRef>
          <a:fontRef idx="minor">
            <a:schemeClr val="tx1"/>
          </a:fontRef>
        </p:style>
      </p:cxnSp>
      <p:pic>
        <p:nvPicPr>
          <p:cNvPr id="16" name="Graphic 15">
            <a:extLst>
              <a:ext uri="{FF2B5EF4-FFF2-40B4-BE49-F238E27FC236}">
                <a16:creationId xmlns:a16="http://schemas.microsoft.com/office/drawing/2014/main" id="{688D4E3F-3BAA-2B4C-C316-CA0969B462E1}"/>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494852" y="5059306"/>
            <a:ext cx="429965" cy="429965"/>
          </a:xfrm>
          <a:prstGeom prst="rect">
            <a:avLst/>
          </a:prstGeom>
        </p:spPr>
      </p:pic>
      <p:pic>
        <p:nvPicPr>
          <p:cNvPr id="24" name="Graphic 23">
            <a:extLst>
              <a:ext uri="{FF2B5EF4-FFF2-40B4-BE49-F238E27FC236}">
                <a16:creationId xmlns:a16="http://schemas.microsoft.com/office/drawing/2014/main" id="{62DA6563-AC25-FB4D-58FD-C521E96307DC}"/>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1919484" y="5060146"/>
            <a:ext cx="428285" cy="428285"/>
          </a:xfrm>
          <a:prstGeom prst="rect">
            <a:avLst/>
          </a:prstGeom>
        </p:spPr>
      </p:pic>
      <p:sp>
        <p:nvSpPr>
          <p:cNvPr id="2362" name="TextBox 2361">
            <a:extLst>
              <a:ext uri="{FF2B5EF4-FFF2-40B4-BE49-F238E27FC236}">
                <a16:creationId xmlns:a16="http://schemas.microsoft.com/office/drawing/2014/main" id="{644A89C0-1562-1B28-0B3A-6343A44BBCEB}"/>
              </a:ext>
            </a:extLst>
          </p:cNvPr>
          <p:cNvSpPr txBox="1"/>
          <p:nvPr/>
        </p:nvSpPr>
        <p:spPr>
          <a:xfrm>
            <a:off x="10008482" y="1733101"/>
            <a:ext cx="1965119" cy="369332"/>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2000" spc="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gn="r"/>
            <a:r>
              <a:rPr lang="en-GB" sz="1800"/>
              <a:t>Our Presence</a:t>
            </a:r>
          </a:p>
        </p:txBody>
      </p:sp>
      <p:pic>
        <p:nvPicPr>
          <p:cNvPr id="2364" name="Graphic 2363">
            <a:extLst>
              <a:ext uri="{FF2B5EF4-FFF2-40B4-BE49-F238E27FC236}">
                <a16:creationId xmlns:a16="http://schemas.microsoft.com/office/drawing/2014/main" id="{DFC17AD7-30DB-4FC4-9B5E-B1ADCC29614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3552344" y="5060145"/>
            <a:ext cx="428286" cy="428286"/>
          </a:xfrm>
          <a:prstGeom prst="rect">
            <a:avLst/>
          </a:prstGeom>
        </p:spPr>
      </p:pic>
      <p:grpSp>
        <p:nvGrpSpPr>
          <p:cNvPr id="2376" name="Group 2375">
            <a:extLst>
              <a:ext uri="{FF2B5EF4-FFF2-40B4-BE49-F238E27FC236}">
                <a16:creationId xmlns:a16="http://schemas.microsoft.com/office/drawing/2014/main" id="{EA902411-2C6F-371D-DDC8-793734BA5756}"/>
              </a:ext>
            </a:extLst>
          </p:cNvPr>
          <p:cNvGrpSpPr/>
          <p:nvPr/>
        </p:nvGrpSpPr>
        <p:grpSpPr>
          <a:xfrm>
            <a:off x="6472317" y="2666986"/>
            <a:ext cx="1233991" cy="713191"/>
            <a:chOff x="-1014333" y="2851294"/>
            <a:chExt cx="1233991" cy="713191"/>
          </a:xfrm>
        </p:grpSpPr>
        <p:grpSp>
          <p:nvGrpSpPr>
            <p:cNvPr id="2369" name="Group 2368">
              <a:extLst>
                <a:ext uri="{FF2B5EF4-FFF2-40B4-BE49-F238E27FC236}">
                  <a16:creationId xmlns:a16="http://schemas.microsoft.com/office/drawing/2014/main" id="{0C82D2C7-577F-D444-5379-60A6A4E870F4}"/>
                </a:ext>
              </a:extLst>
            </p:cNvPr>
            <p:cNvGrpSpPr/>
            <p:nvPr/>
          </p:nvGrpSpPr>
          <p:grpSpPr>
            <a:xfrm>
              <a:off x="-1014333" y="2851294"/>
              <a:ext cx="1233991" cy="303745"/>
              <a:chOff x="7810500" y="2296580"/>
              <a:chExt cx="1233991" cy="303745"/>
            </a:xfrm>
          </p:grpSpPr>
          <p:sp>
            <p:nvSpPr>
              <p:cNvPr id="2367" name="Rectangle 2366">
                <a:extLst>
                  <a:ext uri="{FF2B5EF4-FFF2-40B4-BE49-F238E27FC236}">
                    <a16:creationId xmlns:a16="http://schemas.microsoft.com/office/drawing/2014/main" id="{7E214C75-5E58-04C7-9DFE-57E9CDBE5A00}"/>
                  </a:ext>
                </a:extLst>
              </p:cNvPr>
              <p:cNvSpPr/>
              <p:nvPr/>
            </p:nvSpPr>
            <p:spPr>
              <a:xfrm>
                <a:off x="7810500" y="2296580"/>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8" name="Rectangle 2367">
                <a:extLst>
                  <a:ext uri="{FF2B5EF4-FFF2-40B4-BE49-F238E27FC236}">
                    <a16:creationId xmlns:a16="http://schemas.microsoft.com/office/drawing/2014/main" id="{344474FF-78A0-A736-E1C0-FBAD87B0AF41}"/>
                  </a:ext>
                </a:extLst>
              </p:cNvPr>
              <p:cNvSpPr/>
              <p:nvPr/>
            </p:nvSpPr>
            <p:spPr>
              <a:xfrm>
                <a:off x="7856219" y="2296580"/>
                <a:ext cx="1188272"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United States</a:t>
                </a:r>
              </a:p>
            </p:txBody>
          </p:sp>
        </p:grpSp>
        <p:cxnSp>
          <p:nvCxnSpPr>
            <p:cNvPr id="2371" name="Straight Connector 2370">
              <a:extLst>
                <a:ext uri="{FF2B5EF4-FFF2-40B4-BE49-F238E27FC236}">
                  <a16:creationId xmlns:a16="http://schemas.microsoft.com/office/drawing/2014/main" id="{D84F307F-F208-ABA8-2147-4EAA099D49AF}"/>
                </a:ext>
              </a:extLst>
            </p:cNvPr>
            <p:cNvCxnSpPr>
              <a:cxnSpLocks/>
            </p:cNvCxnSpPr>
            <p:nvPr/>
          </p:nvCxnSpPr>
          <p:spPr>
            <a:xfrm>
              <a:off x="-996390" y="3135860"/>
              <a:ext cx="0" cy="428625"/>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sp>
        <p:nvSpPr>
          <p:cNvPr id="2377" name="Oval 2376">
            <a:extLst>
              <a:ext uri="{FF2B5EF4-FFF2-40B4-BE49-F238E27FC236}">
                <a16:creationId xmlns:a16="http://schemas.microsoft.com/office/drawing/2014/main" id="{455A221A-B5CE-0C58-3FBE-E76AA36B0CEB}"/>
              </a:ext>
            </a:extLst>
          </p:cNvPr>
          <p:cNvSpPr/>
          <p:nvPr/>
        </p:nvSpPr>
        <p:spPr>
          <a:xfrm>
            <a:off x="6242041" y="3320891"/>
            <a:ext cx="487187" cy="487187"/>
          </a:xfrm>
          <a:prstGeom prst="ellipse">
            <a:avLst/>
          </a:prstGeom>
          <a:blipFill>
            <a:blip>
              <a:extLst>
                <a:ext uri="{96DAC541-7B7A-43D3-8B79-37D633B846F1}">
                  <asvg:svgBlip xmlns:asvg="http://schemas.microsoft.com/office/drawing/2016/SVG/main" r:embed="rId18"/>
                </a:ext>
              </a:extLst>
            </a:blip>
            <a:srcRect/>
            <a:stretch>
              <a:fillRect l="-9729" t="-56675" r="-124575" b="-77627"/>
            </a:stretch>
          </a:blip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2378" name="Group 2377">
            <a:extLst>
              <a:ext uri="{FF2B5EF4-FFF2-40B4-BE49-F238E27FC236}">
                <a16:creationId xmlns:a16="http://schemas.microsoft.com/office/drawing/2014/main" id="{E9F76BF0-C78F-06E0-769D-C133BDBC1BD5}"/>
              </a:ext>
            </a:extLst>
          </p:cNvPr>
          <p:cNvGrpSpPr/>
          <p:nvPr/>
        </p:nvGrpSpPr>
        <p:grpSpPr>
          <a:xfrm>
            <a:off x="8297443" y="2102433"/>
            <a:ext cx="1514915" cy="1177911"/>
            <a:chOff x="-1014333" y="2851294"/>
            <a:chExt cx="1514915" cy="1177911"/>
          </a:xfrm>
        </p:grpSpPr>
        <p:grpSp>
          <p:nvGrpSpPr>
            <p:cNvPr id="2379" name="Group 2378">
              <a:extLst>
                <a:ext uri="{FF2B5EF4-FFF2-40B4-BE49-F238E27FC236}">
                  <a16:creationId xmlns:a16="http://schemas.microsoft.com/office/drawing/2014/main" id="{6DE170B3-CBF2-B0F4-E7E0-D3989FB66E75}"/>
                </a:ext>
              </a:extLst>
            </p:cNvPr>
            <p:cNvGrpSpPr/>
            <p:nvPr/>
          </p:nvGrpSpPr>
          <p:grpSpPr>
            <a:xfrm>
              <a:off x="-1014333" y="2851294"/>
              <a:ext cx="1514915" cy="303745"/>
              <a:chOff x="7810500" y="2296580"/>
              <a:chExt cx="1514915" cy="303745"/>
            </a:xfrm>
          </p:grpSpPr>
          <p:sp>
            <p:nvSpPr>
              <p:cNvPr id="2381" name="Rectangle 2380">
                <a:extLst>
                  <a:ext uri="{FF2B5EF4-FFF2-40B4-BE49-F238E27FC236}">
                    <a16:creationId xmlns:a16="http://schemas.microsoft.com/office/drawing/2014/main" id="{FB39EDC0-291C-1BA3-63E9-6A051B094643}"/>
                  </a:ext>
                </a:extLst>
              </p:cNvPr>
              <p:cNvSpPr/>
              <p:nvPr/>
            </p:nvSpPr>
            <p:spPr>
              <a:xfrm>
                <a:off x="7810500" y="2296580"/>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2" name="Rectangle 2381">
                <a:extLst>
                  <a:ext uri="{FF2B5EF4-FFF2-40B4-BE49-F238E27FC236}">
                    <a16:creationId xmlns:a16="http://schemas.microsoft.com/office/drawing/2014/main" id="{D53D3D76-F8A6-B590-0311-E493D995EF07}"/>
                  </a:ext>
                </a:extLst>
              </p:cNvPr>
              <p:cNvSpPr/>
              <p:nvPr/>
            </p:nvSpPr>
            <p:spPr>
              <a:xfrm>
                <a:off x="7856219" y="2296580"/>
                <a:ext cx="1469196"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United Kingdom</a:t>
                </a:r>
              </a:p>
            </p:txBody>
          </p:sp>
        </p:grpSp>
        <p:cxnSp>
          <p:nvCxnSpPr>
            <p:cNvPr id="2380" name="Straight Connector 2379">
              <a:extLst>
                <a:ext uri="{FF2B5EF4-FFF2-40B4-BE49-F238E27FC236}">
                  <a16:creationId xmlns:a16="http://schemas.microsoft.com/office/drawing/2014/main" id="{6075FAE2-B72B-A5F6-598D-51D63B499F72}"/>
                </a:ext>
              </a:extLst>
            </p:cNvPr>
            <p:cNvCxnSpPr>
              <a:cxnSpLocks/>
            </p:cNvCxnSpPr>
            <p:nvPr/>
          </p:nvCxnSpPr>
          <p:spPr>
            <a:xfrm>
              <a:off x="-996390" y="3135860"/>
              <a:ext cx="0" cy="893345"/>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grpSp>
        <p:nvGrpSpPr>
          <p:cNvPr id="2384" name="Group 2383">
            <a:extLst>
              <a:ext uri="{FF2B5EF4-FFF2-40B4-BE49-F238E27FC236}">
                <a16:creationId xmlns:a16="http://schemas.microsoft.com/office/drawing/2014/main" id="{9F9D4D5E-7510-A85F-8AE6-B31CAC30B5DA}"/>
              </a:ext>
            </a:extLst>
          </p:cNvPr>
          <p:cNvGrpSpPr/>
          <p:nvPr/>
        </p:nvGrpSpPr>
        <p:grpSpPr>
          <a:xfrm>
            <a:off x="7905749" y="3564484"/>
            <a:ext cx="860111" cy="742574"/>
            <a:chOff x="-447600" y="2433274"/>
            <a:chExt cx="860111" cy="742574"/>
          </a:xfrm>
        </p:grpSpPr>
        <p:grpSp>
          <p:nvGrpSpPr>
            <p:cNvPr id="2385" name="Group 2384">
              <a:extLst>
                <a:ext uri="{FF2B5EF4-FFF2-40B4-BE49-F238E27FC236}">
                  <a16:creationId xmlns:a16="http://schemas.microsoft.com/office/drawing/2014/main" id="{3555EFAA-2D57-9738-A609-DF40BF954340}"/>
                </a:ext>
              </a:extLst>
            </p:cNvPr>
            <p:cNvGrpSpPr/>
            <p:nvPr/>
          </p:nvGrpSpPr>
          <p:grpSpPr>
            <a:xfrm>
              <a:off x="-447600" y="2872103"/>
              <a:ext cx="860111" cy="303745"/>
              <a:chOff x="8377233" y="2317389"/>
              <a:chExt cx="860111" cy="303745"/>
            </a:xfrm>
          </p:grpSpPr>
          <p:sp>
            <p:nvSpPr>
              <p:cNvPr id="2387" name="Rectangle 2386">
                <a:extLst>
                  <a:ext uri="{FF2B5EF4-FFF2-40B4-BE49-F238E27FC236}">
                    <a16:creationId xmlns:a16="http://schemas.microsoft.com/office/drawing/2014/main" id="{2CC9F67D-757E-7431-CCD4-F653D6E45D7E}"/>
                  </a:ext>
                </a:extLst>
              </p:cNvPr>
              <p:cNvSpPr/>
              <p:nvPr/>
            </p:nvSpPr>
            <p:spPr>
              <a:xfrm>
                <a:off x="9191625" y="2317389"/>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8" name="Rectangle 2387">
                <a:extLst>
                  <a:ext uri="{FF2B5EF4-FFF2-40B4-BE49-F238E27FC236}">
                    <a16:creationId xmlns:a16="http://schemas.microsoft.com/office/drawing/2014/main" id="{B552AC7B-C970-1B3A-4DBE-FDD2DE67B8E7}"/>
                  </a:ext>
                </a:extLst>
              </p:cNvPr>
              <p:cNvSpPr/>
              <p:nvPr/>
            </p:nvSpPr>
            <p:spPr>
              <a:xfrm>
                <a:off x="8377233" y="2317389"/>
                <a:ext cx="819397"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Europe</a:t>
                </a:r>
              </a:p>
            </p:txBody>
          </p:sp>
        </p:grpSp>
        <p:cxnSp>
          <p:nvCxnSpPr>
            <p:cNvPr id="2386" name="Straight Connector 2385">
              <a:extLst>
                <a:ext uri="{FF2B5EF4-FFF2-40B4-BE49-F238E27FC236}">
                  <a16:creationId xmlns:a16="http://schemas.microsoft.com/office/drawing/2014/main" id="{B870ACF6-F450-4AD2-7B5B-D7EB4A59E8B5}"/>
                </a:ext>
              </a:extLst>
            </p:cNvPr>
            <p:cNvCxnSpPr>
              <a:cxnSpLocks/>
            </p:cNvCxnSpPr>
            <p:nvPr/>
          </p:nvCxnSpPr>
          <p:spPr>
            <a:xfrm>
              <a:off x="403785" y="2433274"/>
              <a:ext cx="0" cy="446672"/>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grpSp>
        <p:nvGrpSpPr>
          <p:cNvPr id="2390" name="Group 2389">
            <a:extLst>
              <a:ext uri="{FF2B5EF4-FFF2-40B4-BE49-F238E27FC236}">
                <a16:creationId xmlns:a16="http://schemas.microsoft.com/office/drawing/2014/main" id="{1317F665-498F-57A4-1DD3-F71B399DC30B}"/>
              </a:ext>
            </a:extLst>
          </p:cNvPr>
          <p:cNvGrpSpPr/>
          <p:nvPr/>
        </p:nvGrpSpPr>
        <p:grpSpPr>
          <a:xfrm>
            <a:off x="9287416" y="2830493"/>
            <a:ext cx="1698249" cy="1177911"/>
            <a:chOff x="-1014333" y="2851294"/>
            <a:chExt cx="1698249" cy="1177911"/>
          </a:xfrm>
        </p:grpSpPr>
        <p:grpSp>
          <p:nvGrpSpPr>
            <p:cNvPr id="2391" name="Group 2390">
              <a:extLst>
                <a:ext uri="{FF2B5EF4-FFF2-40B4-BE49-F238E27FC236}">
                  <a16:creationId xmlns:a16="http://schemas.microsoft.com/office/drawing/2014/main" id="{F982EC33-833B-0330-662E-B6D2D1AB6EDD}"/>
                </a:ext>
              </a:extLst>
            </p:cNvPr>
            <p:cNvGrpSpPr/>
            <p:nvPr/>
          </p:nvGrpSpPr>
          <p:grpSpPr>
            <a:xfrm>
              <a:off x="-1014333" y="2851294"/>
              <a:ext cx="1698249" cy="303745"/>
              <a:chOff x="7810500" y="2296580"/>
              <a:chExt cx="1698249" cy="303745"/>
            </a:xfrm>
          </p:grpSpPr>
          <p:sp>
            <p:nvSpPr>
              <p:cNvPr id="2393" name="Rectangle 2392">
                <a:extLst>
                  <a:ext uri="{FF2B5EF4-FFF2-40B4-BE49-F238E27FC236}">
                    <a16:creationId xmlns:a16="http://schemas.microsoft.com/office/drawing/2014/main" id="{0174F2A8-3495-583D-F95D-B9E8932D8299}"/>
                  </a:ext>
                </a:extLst>
              </p:cNvPr>
              <p:cNvSpPr/>
              <p:nvPr/>
            </p:nvSpPr>
            <p:spPr>
              <a:xfrm>
                <a:off x="7810500" y="2296580"/>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4" name="Rectangle 2393">
                <a:extLst>
                  <a:ext uri="{FF2B5EF4-FFF2-40B4-BE49-F238E27FC236}">
                    <a16:creationId xmlns:a16="http://schemas.microsoft.com/office/drawing/2014/main" id="{3DBAC072-3996-F772-9FA8-70A20A3D9677}"/>
                  </a:ext>
                </a:extLst>
              </p:cNvPr>
              <p:cNvSpPr/>
              <p:nvPr/>
            </p:nvSpPr>
            <p:spPr>
              <a:xfrm>
                <a:off x="7856219" y="2296580"/>
                <a:ext cx="1652530"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UAE &amp; Middle East</a:t>
                </a:r>
              </a:p>
            </p:txBody>
          </p:sp>
        </p:grpSp>
        <p:cxnSp>
          <p:nvCxnSpPr>
            <p:cNvPr id="2392" name="Straight Connector 2391">
              <a:extLst>
                <a:ext uri="{FF2B5EF4-FFF2-40B4-BE49-F238E27FC236}">
                  <a16:creationId xmlns:a16="http://schemas.microsoft.com/office/drawing/2014/main" id="{6DE6E201-C5B4-F9DE-8AAF-CC9445E7A261}"/>
                </a:ext>
              </a:extLst>
            </p:cNvPr>
            <p:cNvCxnSpPr>
              <a:cxnSpLocks/>
            </p:cNvCxnSpPr>
            <p:nvPr/>
          </p:nvCxnSpPr>
          <p:spPr>
            <a:xfrm>
              <a:off x="-996390" y="3135860"/>
              <a:ext cx="0" cy="893345"/>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pic>
        <p:nvPicPr>
          <p:cNvPr id="2395" name="Picture 8" descr="Abu Dhabi Flag, UAE, National Free PNG">
            <a:extLst>
              <a:ext uri="{FF2B5EF4-FFF2-40B4-BE49-F238E27FC236}">
                <a16:creationId xmlns:a16="http://schemas.microsoft.com/office/drawing/2014/main" id="{473F6944-A4EF-A96C-8AAF-A6CDFE2E5194}"/>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9047085" y="3901057"/>
            <a:ext cx="491415" cy="491415"/>
          </a:xfrm>
          <a:prstGeom prst="ellipse">
            <a:avLst/>
          </a:prstGeom>
          <a:noFill/>
          <a:ln>
            <a:solidFill>
              <a:schemeClr val="accent1">
                <a:lumMod val="60000"/>
                <a:lumOff val="40000"/>
              </a:schemeClr>
            </a:solidFill>
          </a:ln>
          <a:extLst>
            <a:ext uri="{909E8E84-426E-40DD-AFC4-6F175D3DCCD1}">
              <a14:hiddenFill xmlns:a14="http://schemas.microsoft.com/office/drawing/2010/main">
                <a:solidFill>
                  <a:srgbClr val="FFFFFF"/>
                </a:solidFill>
              </a14:hiddenFill>
            </a:ext>
          </a:extLst>
        </p:spPr>
      </p:pic>
      <p:grpSp>
        <p:nvGrpSpPr>
          <p:cNvPr id="2396" name="Group 2395">
            <a:extLst>
              <a:ext uri="{FF2B5EF4-FFF2-40B4-BE49-F238E27FC236}">
                <a16:creationId xmlns:a16="http://schemas.microsoft.com/office/drawing/2014/main" id="{FC0E3D7A-C7CE-6FB3-9FAE-8126D265046F}"/>
              </a:ext>
            </a:extLst>
          </p:cNvPr>
          <p:cNvGrpSpPr/>
          <p:nvPr/>
        </p:nvGrpSpPr>
        <p:grpSpPr>
          <a:xfrm>
            <a:off x="9850458" y="3285409"/>
            <a:ext cx="1262306" cy="750793"/>
            <a:chOff x="366792" y="2872103"/>
            <a:chExt cx="1262306" cy="750793"/>
          </a:xfrm>
        </p:grpSpPr>
        <p:grpSp>
          <p:nvGrpSpPr>
            <p:cNvPr id="2397" name="Group 2396">
              <a:extLst>
                <a:ext uri="{FF2B5EF4-FFF2-40B4-BE49-F238E27FC236}">
                  <a16:creationId xmlns:a16="http://schemas.microsoft.com/office/drawing/2014/main" id="{EC189322-F41B-5558-F85C-77FD83E3CC72}"/>
                </a:ext>
              </a:extLst>
            </p:cNvPr>
            <p:cNvGrpSpPr/>
            <p:nvPr/>
          </p:nvGrpSpPr>
          <p:grpSpPr>
            <a:xfrm>
              <a:off x="366792" y="2872103"/>
              <a:ext cx="1262306" cy="303745"/>
              <a:chOff x="9191625" y="2317389"/>
              <a:chExt cx="1262306" cy="303745"/>
            </a:xfrm>
          </p:grpSpPr>
          <p:sp>
            <p:nvSpPr>
              <p:cNvPr id="2399" name="Rectangle 2398">
                <a:extLst>
                  <a:ext uri="{FF2B5EF4-FFF2-40B4-BE49-F238E27FC236}">
                    <a16:creationId xmlns:a16="http://schemas.microsoft.com/office/drawing/2014/main" id="{1E6D2991-F398-660F-3751-3384F3A1E402}"/>
                  </a:ext>
                </a:extLst>
              </p:cNvPr>
              <p:cNvSpPr/>
              <p:nvPr/>
            </p:nvSpPr>
            <p:spPr>
              <a:xfrm>
                <a:off x="9191625" y="2317389"/>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0" name="Rectangle 2399">
                <a:extLst>
                  <a:ext uri="{FF2B5EF4-FFF2-40B4-BE49-F238E27FC236}">
                    <a16:creationId xmlns:a16="http://schemas.microsoft.com/office/drawing/2014/main" id="{F788CABE-FA8D-1AFD-F319-2A71D9747FD2}"/>
                  </a:ext>
                </a:extLst>
              </p:cNvPr>
              <p:cNvSpPr/>
              <p:nvPr/>
            </p:nvSpPr>
            <p:spPr>
              <a:xfrm>
                <a:off x="9237345" y="2317389"/>
                <a:ext cx="1216586"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India &amp; APAC</a:t>
                </a:r>
              </a:p>
            </p:txBody>
          </p:sp>
        </p:grpSp>
        <p:cxnSp>
          <p:nvCxnSpPr>
            <p:cNvPr id="2398" name="Straight Connector 2397">
              <a:extLst>
                <a:ext uri="{FF2B5EF4-FFF2-40B4-BE49-F238E27FC236}">
                  <a16:creationId xmlns:a16="http://schemas.microsoft.com/office/drawing/2014/main" id="{2AD357EF-2583-2050-86F8-EF884C609CD6}"/>
                </a:ext>
              </a:extLst>
            </p:cNvPr>
            <p:cNvCxnSpPr>
              <a:cxnSpLocks/>
            </p:cNvCxnSpPr>
            <p:nvPr/>
          </p:nvCxnSpPr>
          <p:spPr>
            <a:xfrm>
              <a:off x="374411" y="3176224"/>
              <a:ext cx="0" cy="446672"/>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sp>
        <p:nvSpPr>
          <p:cNvPr id="2401" name="Oval 2400">
            <a:extLst>
              <a:ext uri="{FF2B5EF4-FFF2-40B4-BE49-F238E27FC236}">
                <a16:creationId xmlns:a16="http://schemas.microsoft.com/office/drawing/2014/main" id="{25DAE93A-1B25-2C5C-20DD-AD4711F364D7}"/>
              </a:ext>
            </a:extLst>
          </p:cNvPr>
          <p:cNvSpPr/>
          <p:nvPr/>
        </p:nvSpPr>
        <p:spPr>
          <a:xfrm>
            <a:off x="9649226" y="3989419"/>
            <a:ext cx="491415" cy="491415"/>
          </a:xfrm>
          <a:prstGeom prst="ellipse">
            <a:avLst/>
          </a:prstGeom>
          <a:blipFill>
            <a:blip>
              <a:extLst>
                <a:ext uri="{96DAC541-7B7A-43D3-8B79-37D633B846F1}">
                  <asvg:svgBlip xmlns:asvg="http://schemas.microsoft.com/office/drawing/2016/SVG/main" r:embed="rId20"/>
                </a:ext>
              </a:extLst>
            </a:blip>
            <a:srcRect/>
            <a:stretch>
              <a:fillRect l="-22635" r="-22635"/>
            </a:stretch>
          </a:blip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8" name="Group 7">
            <a:extLst>
              <a:ext uri="{FF2B5EF4-FFF2-40B4-BE49-F238E27FC236}">
                <a16:creationId xmlns:a16="http://schemas.microsoft.com/office/drawing/2014/main" id="{1B60AFD0-0A3E-3873-0626-82AEC957778E}"/>
              </a:ext>
            </a:extLst>
          </p:cNvPr>
          <p:cNvGrpSpPr/>
          <p:nvPr/>
        </p:nvGrpSpPr>
        <p:grpSpPr>
          <a:xfrm>
            <a:off x="9743158" y="4656511"/>
            <a:ext cx="860111" cy="742574"/>
            <a:chOff x="-447600" y="2433274"/>
            <a:chExt cx="860111" cy="742574"/>
          </a:xfrm>
        </p:grpSpPr>
        <p:grpSp>
          <p:nvGrpSpPr>
            <p:cNvPr id="10" name="Group 9">
              <a:extLst>
                <a:ext uri="{FF2B5EF4-FFF2-40B4-BE49-F238E27FC236}">
                  <a16:creationId xmlns:a16="http://schemas.microsoft.com/office/drawing/2014/main" id="{E7D19C0C-A86E-63B9-5E10-4149C1206079}"/>
                </a:ext>
              </a:extLst>
            </p:cNvPr>
            <p:cNvGrpSpPr/>
            <p:nvPr/>
          </p:nvGrpSpPr>
          <p:grpSpPr>
            <a:xfrm>
              <a:off x="-447600" y="2872103"/>
              <a:ext cx="860111" cy="303745"/>
              <a:chOff x="8377233" y="2317389"/>
              <a:chExt cx="860111" cy="303745"/>
            </a:xfrm>
          </p:grpSpPr>
          <p:sp>
            <p:nvSpPr>
              <p:cNvPr id="2356" name="Rectangle 2355">
                <a:extLst>
                  <a:ext uri="{FF2B5EF4-FFF2-40B4-BE49-F238E27FC236}">
                    <a16:creationId xmlns:a16="http://schemas.microsoft.com/office/drawing/2014/main" id="{1772A292-E52E-D0FC-B3FE-C3DEE78B14B0}"/>
                  </a:ext>
                </a:extLst>
              </p:cNvPr>
              <p:cNvSpPr/>
              <p:nvPr/>
            </p:nvSpPr>
            <p:spPr>
              <a:xfrm>
                <a:off x="9191625" y="2317389"/>
                <a:ext cx="45719" cy="303745"/>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7" name="Rectangle 2356">
                <a:extLst>
                  <a:ext uri="{FF2B5EF4-FFF2-40B4-BE49-F238E27FC236}">
                    <a16:creationId xmlns:a16="http://schemas.microsoft.com/office/drawing/2014/main" id="{7F7293E8-9622-7D8C-9D59-4EE89F524273}"/>
                  </a:ext>
                </a:extLst>
              </p:cNvPr>
              <p:cNvSpPr/>
              <p:nvPr/>
            </p:nvSpPr>
            <p:spPr>
              <a:xfrm>
                <a:off x="8377233" y="2317389"/>
                <a:ext cx="819397" cy="303745"/>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lumMod val="85000"/>
                        <a:lumOff val="15000"/>
                      </a:schemeClr>
                    </a:solidFill>
                    <a:latin typeface="Inter Medium" panose="02000503000000020004" pitchFamily="2" charset="0"/>
                    <a:ea typeface="Inter Medium" panose="02000503000000020004" pitchFamily="2" charset="0"/>
                  </a:rPr>
                  <a:t>Singapore</a:t>
                </a:r>
              </a:p>
            </p:txBody>
          </p:sp>
        </p:grpSp>
        <p:cxnSp>
          <p:nvCxnSpPr>
            <p:cNvPr id="32" name="Straight Connector 31">
              <a:extLst>
                <a:ext uri="{FF2B5EF4-FFF2-40B4-BE49-F238E27FC236}">
                  <a16:creationId xmlns:a16="http://schemas.microsoft.com/office/drawing/2014/main" id="{A8F5439A-999A-F969-5C94-6880CD580356}"/>
                </a:ext>
              </a:extLst>
            </p:cNvPr>
            <p:cNvCxnSpPr>
              <a:cxnSpLocks/>
            </p:cNvCxnSpPr>
            <p:nvPr/>
          </p:nvCxnSpPr>
          <p:spPr>
            <a:xfrm>
              <a:off x="403785" y="2433274"/>
              <a:ext cx="0" cy="446672"/>
            </a:xfrm>
            <a:prstGeom prst="line">
              <a:avLst/>
            </a:prstGeom>
            <a:ln w="19050">
              <a:solidFill>
                <a:srgbClr val="3EA755"/>
              </a:solidFill>
            </a:ln>
          </p:spPr>
          <p:style>
            <a:lnRef idx="1">
              <a:schemeClr val="accent1"/>
            </a:lnRef>
            <a:fillRef idx="0">
              <a:schemeClr val="accent1"/>
            </a:fillRef>
            <a:effectRef idx="0">
              <a:schemeClr val="accent1"/>
            </a:effectRef>
            <a:fontRef idx="minor">
              <a:schemeClr val="tx1"/>
            </a:fontRef>
          </p:style>
        </p:cxnSp>
      </p:grpSp>
      <p:pic>
        <p:nvPicPr>
          <p:cNvPr id="2358" name="Picture 2357">
            <a:extLst>
              <a:ext uri="{FF2B5EF4-FFF2-40B4-BE49-F238E27FC236}">
                <a16:creationId xmlns:a16="http://schemas.microsoft.com/office/drawing/2014/main" id="{312B281C-76B6-268B-E434-32116D8383FB}"/>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0518887" y="106119"/>
            <a:ext cx="1534032" cy="298677"/>
          </a:xfrm>
          <a:prstGeom prst="rect">
            <a:avLst/>
          </a:prstGeom>
        </p:spPr>
      </p:pic>
    </p:spTree>
    <p:extLst>
      <p:ext uri="{BB962C8B-B14F-4D97-AF65-F5344CB8AC3E}">
        <p14:creationId xmlns:p14="http://schemas.microsoft.com/office/powerpoint/2010/main" val="24260883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6E5197-D03F-2029-8203-804954386AF9}"/>
            </a:ext>
          </a:extLst>
        </p:cNvPr>
        <p:cNvGrpSpPr/>
        <p:nvPr/>
      </p:nvGrpSpPr>
      <p:grpSpPr>
        <a:xfrm>
          <a:off x="0" y="0"/>
          <a:ext cx="0" cy="0"/>
          <a:chOff x="0" y="0"/>
          <a:chExt cx="0" cy="0"/>
        </a:xfrm>
      </p:grpSpPr>
      <p:sp>
        <p:nvSpPr>
          <p:cNvPr id="84" name="Rectangle 83">
            <a:extLst>
              <a:ext uri="{FF2B5EF4-FFF2-40B4-BE49-F238E27FC236}">
                <a16:creationId xmlns:a16="http://schemas.microsoft.com/office/drawing/2014/main" id="{473DDD9B-9501-D517-6461-4B8A4549F0E7}"/>
              </a:ext>
            </a:extLst>
          </p:cNvPr>
          <p:cNvSpPr/>
          <p:nvPr/>
        </p:nvSpPr>
        <p:spPr>
          <a:xfrm>
            <a:off x="0" y="2251121"/>
            <a:ext cx="12192000" cy="4554071"/>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V </a:t>
            </a:r>
          </a:p>
        </p:txBody>
      </p:sp>
      <p:sp>
        <p:nvSpPr>
          <p:cNvPr id="67" name="Rectangle 66">
            <a:extLst>
              <a:ext uri="{FF2B5EF4-FFF2-40B4-BE49-F238E27FC236}">
                <a16:creationId xmlns:a16="http://schemas.microsoft.com/office/drawing/2014/main" id="{7C782CF6-BAF4-9B56-3CB2-3B80A9ECE9F4}"/>
              </a:ext>
            </a:extLst>
          </p:cNvPr>
          <p:cNvSpPr/>
          <p:nvPr/>
        </p:nvSpPr>
        <p:spPr>
          <a:xfrm>
            <a:off x="0" y="2303930"/>
            <a:ext cx="12192000" cy="4554071"/>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 </a:t>
            </a:r>
          </a:p>
        </p:txBody>
      </p:sp>
      <p:sp>
        <p:nvSpPr>
          <p:cNvPr id="72" name="Rectangle 71">
            <a:extLst>
              <a:ext uri="{FF2B5EF4-FFF2-40B4-BE49-F238E27FC236}">
                <a16:creationId xmlns:a16="http://schemas.microsoft.com/office/drawing/2014/main" id="{CF5FED5D-A168-C772-5F0E-7D5EA08CEAD9}"/>
              </a:ext>
            </a:extLst>
          </p:cNvPr>
          <p:cNvSpPr/>
          <p:nvPr/>
        </p:nvSpPr>
        <p:spPr>
          <a:xfrm>
            <a:off x="0" y="5594732"/>
            <a:ext cx="12192000" cy="101268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V </a:t>
            </a:r>
          </a:p>
        </p:txBody>
      </p:sp>
      <p:sp>
        <p:nvSpPr>
          <p:cNvPr id="2" name="Title 1">
            <a:extLst>
              <a:ext uri="{FF2B5EF4-FFF2-40B4-BE49-F238E27FC236}">
                <a16:creationId xmlns:a16="http://schemas.microsoft.com/office/drawing/2014/main" id="{B58CE315-12E1-8E04-7944-E9428FF9E678}"/>
              </a:ext>
            </a:extLst>
          </p:cNvPr>
          <p:cNvSpPr>
            <a:spLocks noGrp="1"/>
          </p:cNvSpPr>
          <p:nvPr>
            <p:ph type="title"/>
          </p:nvPr>
        </p:nvSpPr>
        <p:spPr>
          <a:xfrm>
            <a:off x="359879" y="25916"/>
            <a:ext cx="10515600" cy="1325563"/>
          </a:xfrm>
        </p:spPr>
        <p:txBody>
          <a:bodyPr vert="horz" lIns="91440" tIns="45720" rIns="91440" bIns="45720" rtlCol="0">
            <a:normAutofit/>
          </a:bodyPr>
          <a:lstStyle/>
          <a:p>
            <a:pPr>
              <a:spcBef>
                <a:spcPts val="1000"/>
              </a:spcBef>
              <a:buFont typeface="Arial" panose="020B0604020202020204" pitchFamily="34" charset="0"/>
            </a:pPr>
            <a:r>
              <a:rPr lang="en-IN" spc="-151">
                <a:solidFill>
                  <a:srgbClr val="2562E8"/>
                </a:solidFill>
                <a:latin typeface="Satoshi Medium" pitchFamily="50" charset="0"/>
                <a:ea typeface="+mn-ea"/>
                <a:cs typeface="+mn-cs"/>
              </a:rPr>
              <a:t>Founding Team</a:t>
            </a:r>
          </a:p>
        </p:txBody>
      </p:sp>
      <p:pic>
        <p:nvPicPr>
          <p:cNvPr id="4" name="Picture 2" descr="Susheel Saboo">
            <a:extLst>
              <a:ext uri="{FF2B5EF4-FFF2-40B4-BE49-F238E27FC236}">
                <a16:creationId xmlns:a16="http://schemas.microsoft.com/office/drawing/2014/main" id="{1EA3735D-AE9E-FF95-1F86-967B9E8A63E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3365" t="6980" r="22350" b="28734"/>
          <a:stretch>
            <a:fillRect/>
          </a:stretch>
        </p:blipFill>
        <p:spPr bwMode="auto">
          <a:xfrm>
            <a:off x="4446447" y="1521468"/>
            <a:ext cx="1570789" cy="1570789"/>
          </a:xfrm>
          <a:prstGeom prst="ellipse">
            <a:avLst/>
          </a:prstGeom>
          <a:noFill/>
          <a:extLst>
            <a:ext uri="{909E8E84-426E-40DD-AFC4-6F175D3DCCD1}">
              <a14:hiddenFill xmlns:a14="http://schemas.microsoft.com/office/drawing/2010/main">
                <a:solidFill>
                  <a:srgbClr val="FFFFFF"/>
                </a:solidFill>
              </a14:hiddenFill>
            </a:ext>
          </a:extLst>
        </p:spPr>
      </p:pic>
      <p:pic>
        <p:nvPicPr>
          <p:cNvPr id="25" name="Picture 13" descr="Saurabh Goenka">
            <a:extLst>
              <a:ext uri="{FF2B5EF4-FFF2-40B4-BE49-F238E27FC236}">
                <a16:creationId xmlns:a16="http://schemas.microsoft.com/office/drawing/2014/main" id="{D3A5A35E-1F43-4CE6-9CAE-18ECE4D2AE2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2775" t="18367" r="13875" b="8284"/>
          <a:stretch>
            <a:fillRect/>
          </a:stretch>
        </p:blipFill>
        <p:spPr bwMode="auto">
          <a:xfrm>
            <a:off x="519927" y="1522035"/>
            <a:ext cx="1569656" cy="1569656"/>
          </a:xfrm>
          <a:prstGeom prst="ellipse">
            <a:avLst/>
          </a:prstGeom>
          <a:noFill/>
          <a:extLst>
            <a:ext uri="{909E8E84-426E-40DD-AFC4-6F175D3DCCD1}">
              <a14:hiddenFill xmlns:a14="http://schemas.microsoft.com/office/drawing/2010/main">
                <a:solidFill>
                  <a:srgbClr val="FFFFFF"/>
                </a:solidFill>
              </a14:hiddenFill>
            </a:ext>
          </a:extLst>
        </p:spPr>
      </p:pic>
      <p:grpSp>
        <p:nvGrpSpPr>
          <p:cNvPr id="42" name="Group 41">
            <a:extLst>
              <a:ext uri="{FF2B5EF4-FFF2-40B4-BE49-F238E27FC236}">
                <a16:creationId xmlns:a16="http://schemas.microsoft.com/office/drawing/2014/main" id="{AA9DB76A-C483-EB34-95E2-B881DED83A7E}"/>
              </a:ext>
            </a:extLst>
          </p:cNvPr>
          <p:cNvGrpSpPr/>
          <p:nvPr/>
        </p:nvGrpSpPr>
        <p:grpSpPr>
          <a:xfrm>
            <a:off x="359878" y="3262249"/>
            <a:ext cx="2894311" cy="2413699"/>
            <a:chOff x="359878" y="3262248"/>
            <a:chExt cx="2894310" cy="2413699"/>
          </a:xfrm>
        </p:grpSpPr>
        <p:sp>
          <p:nvSpPr>
            <p:cNvPr id="32" name="TextBox 31">
              <a:extLst>
                <a:ext uri="{FF2B5EF4-FFF2-40B4-BE49-F238E27FC236}">
                  <a16:creationId xmlns:a16="http://schemas.microsoft.com/office/drawing/2014/main" id="{82AFCF5D-9374-1E46-507D-6C83FE2ED757}"/>
                </a:ext>
              </a:extLst>
            </p:cNvPr>
            <p:cNvSpPr txBox="1"/>
            <p:nvPr/>
          </p:nvSpPr>
          <p:spPr>
            <a:xfrm>
              <a:off x="359878" y="3262248"/>
              <a:ext cx="2894310" cy="502929"/>
            </a:xfrm>
            <a:prstGeom prst="rect">
              <a:avLst/>
            </a:prstGeom>
          </p:spPr>
          <p:txBody>
            <a:bodyPr vert="horz" lIns="91440" tIns="45720" rIns="91440" bIns="45720" rtlCol="0" anchor="ctr">
              <a:normAutofit fontScale="92500" lnSpcReduction="1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IN" sz="3200"/>
                <a:t>Saurabh Goenka</a:t>
              </a:r>
              <a:endParaRPr lang="en-IN" sz="3200">
                <a:hlinkClick r:id="rId5"/>
              </a:endParaRPr>
            </a:p>
          </p:txBody>
        </p:sp>
        <p:sp>
          <p:nvSpPr>
            <p:cNvPr id="33" name="TextBox 32">
              <a:extLst>
                <a:ext uri="{FF2B5EF4-FFF2-40B4-BE49-F238E27FC236}">
                  <a16:creationId xmlns:a16="http://schemas.microsoft.com/office/drawing/2014/main" id="{5134CADE-5D68-4876-3E42-CB0041A3A4E8}"/>
                </a:ext>
              </a:extLst>
            </p:cNvPr>
            <p:cNvSpPr txBox="1"/>
            <p:nvPr/>
          </p:nvSpPr>
          <p:spPr>
            <a:xfrm>
              <a:off x="359878" y="3693884"/>
              <a:ext cx="2481933" cy="268745"/>
            </a:xfrm>
            <a:prstGeom prst="rect">
              <a:avLst/>
            </a:prstGeom>
          </p:spPr>
          <p:txBody>
            <a:bodyPr vert="horz" lIns="91440" tIns="45720" rIns="91440" bIns="45720" rtlCol="0" anchor="ctr">
              <a:normAutofit fontScale="77500" lnSpcReduction="2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GB" sz="1800" spc="0">
                  <a:solidFill>
                    <a:srgbClr val="019C48"/>
                  </a:solidFill>
                </a:rPr>
                <a:t>Co-Founder &amp; CEO</a:t>
              </a:r>
            </a:p>
          </p:txBody>
        </p:sp>
        <p:sp>
          <p:nvSpPr>
            <p:cNvPr id="35" name="TextBox 34">
              <a:extLst>
                <a:ext uri="{FF2B5EF4-FFF2-40B4-BE49-F238E27FC236}">
                  <a16:creationId xmlns:a16="http://schemas.microsoft.com/office/drawing/2014/main" id="{FFD94F30-8C66-CA08-6FDE-D2E25D17AD8A}"/>
                </a:ext>
              </a:extLst>
            </p:cNvPr>
            <p:cNvSpPr txBox="1"/>
            <p:nvPr/>
          </p:nvSpPr>
          <p:spPr>
            <a:xfrm>
              <a:off x="359878" y="4070769"/>
              <a:ext cx="2894310" cy="1605178"/>
            </a:xfrm>
            <a:prstGeom prst="rect">
              <a:avLst/>
            </a:prstGeom>
          </p:spPr>
          <p:txBody>
            <a:bodyPr vert="horz" lIns="91440" tIns="45720" rIns="91440" bIns="45720" rtlCol="0">
              <a:normAutofit fontScale="92500" lnSpcReduction="10000"/>
            </a:bodyPr>
            <a:lstStyle>
              <a:defPPr>
                <a:defRPr lang="en-US"/>
              </a:defPPr>
              <a:lvl1pPr indent="0">
                <a:lnSpc>
                  <a:spcPct val="100000"/>
                </a:lnSpc>
                <a:spcBef>
                  <a:spcPts val="1000"/>
                </a:spcBef>
                <a:buFont typeface="Arial" panose="020B0604020202020204" pitchFamily="34" charset="0"/>
                <a:buNone/>
                <a:defRPr sz="1400" spc="0">
                  <a:solidFill>
                    <a:schemeClr val="tx1">
                      <a:lumMod val="85000"/>
                      <a:lumOff val="15000"/>
                    </a:schemeClr>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a:t>17+ years in digital transformation, ex-Wipro Technologies. CA turned technologist — speaks both the CFO's and CTO's language. Built MindMap's ROQS framework and 100+ AI accelerators from scratch. Forbes Business Council Advisor, ET 40 Under 40.</a:t>
              </a:r>
            </a:p>
          </p:txBody>
        </p:sp>
      </p:grpSp>
      <p:grpSp>
        <p:nvGrpSpPr>
          <p:cNvPr id="37" name="Group 36">
            <a:extLst>
              <a:ext uri="{FF2B5EF4-FFF2-40B4-BE49-F238E27FC236}">
                <a16:creationId xmlns:a16="http://schemas.microsoft.com/office/drawing/2014/main" id="{029CE091-5017-54FD-8B42-8D474A66B837}"/>
              </a:ext>
            </a:extLst>
          </p:cNvPr>
          <p:cNvGrpSpPr/>
          <p:nvPr/>
        </p:nvGrpSpPr>
        <p:grpSpPr>
          <a:xfrm>
            <a:off x="8302469" y="5851542"/>
            <a:ext cx="1587808" cy="506261"/>
            <a:chOff x="7976558" y="5812304"/>
            <a:chExt cx="1932774" cy="616251"/>
          </a:xfrm>
        </p:grpSpPr>
        <p:pic>
          <p:nvPicPr>
            <p:cNvPr id="39" name="Picture 28" descr="Deloitte logo">
              <a:extLst>
                <a:ext uri="{FF2B5EF4-FFF2-40B4-BE49-F238E27FC236}">
                  <a16:creationId xmlns:a16="http://schemas.microsoft.com/office/drawing/2014/main" id="{672FFA7B-2C80-397F-F13D-78353964C8C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76558" y="5818955"/>
              <a:ext cx="609600" cy="609600"/>
            </a:xfrm>
            <a:prstGeom prst="roundRect">
              <a:avLst/>
            </a:prstGeom>
            <a:noFill/>
            <a:extLst>
              <a:ext uri="{909E8E84-426E-40DD-AFC4-6F175D3DCCD1}">
                <a14:hiddenFill xmlns:a14="http://schemas.microsoft.com/office/drawing/2010/main">
                  <a:solidFill>
                    <a:srgbClr val="FFFFFF"/>
                  </a:solidFill>
                </a14:hiddenFill>
              </a:ext>
            </a:extLst>
          </p:spPr>
        </p:pic>
        <p:pic>
          <p:nvPicPr>
            <p:cNvPr id="40" name="Picture 30" descr="Wells Fargo logo">
              <a:extLst>
                <a:ext uri="{FF2B5EF4-FFF2-40B4-BE49-F238E27FC236}">
                  <a16:creationId xmlns:a16="http://schemas.microsoft.com/office/drawing/2014/main" id="{767BD255-B056-FAC3-61C9-3D06D31D930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638145" y="5812304"/>
              <a:ext cx="609600" cy="609600"/>
            </a:xfrm>
            <a:prstGeom prst="roundRect">
              <a:avLst/>
            </a:prstGeom>
            <a:noFill/>
            <a:extLst>
              <a:ext uri="{909E8E84-426E-40DD-AFC4-6F175D3DCCD1}">
                <a14:hiddenFill xmlns:a14="http://schemas.microsoft.com/office/drawing/2010/main">
                  <a:solidFill>
                    <a:srgbClr val="FFFFFF"/>
                  </a:solidFill>
                </a14:hiddenFill>
              </a:ext>
            </a:extLst>
          </p:spPr>
        </p:pic>
        <p:pic>
          <p:nvPicPr>
            <p:cNvPr id="41" name="Picture 32" descr="Capital One logo">
              <a:extLst>
                <a:ext uri="{FF2B5EF4-FFF2-40B4-BE49-F238E27FC236}">
                  <a16:creationId xmlns:a16="http://schemas.microsoft.com/office/drawing/2014/main" id="{FAC9D490-B63E-75B7-9478-D9392B141A8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99732" y="5812304"/>
              <a:ext cx="609600" cy="609600"/>
            </a:xfrm>
            <a:prstGeom prst="roundRect">
              <a:avLst/>
            </a:prstGeom>
            <a:noFill/>
            <a:extLst>
              <a:ext uri="{909E8E84-426E-40DD-AFC4-6F175D3DCCD1}">
                <a14:hiddenFill xmlns:a14="http://schemas.microsoft.com/office/drawing/2010/main">
                  <a:solidFill>
                    <a:srgbClr val="FFFFFF"/>
                  </a:solidFill>
                </a14:hiddenFill>
              </a:ext>
            </a:extLst>
          </p:spPr>
        </p:pic>
      </p:grpSp>
      <p:grpSp>
        <p:nvGrpSpPr>
          <p:cNvPr id="50" name="Group 49">
            <a:extLst>
              <a:ext uri="{FF2B5EF4-FFF2-40B4-BE49-F238E27FC236}">
                <a16:creationId xmlns:a16="http://schemas.microsoft.com/office/drawing/2014/main" id="{685B9027-156B-C4BF-0624-408E4999DC54}"/>
              </a:ext>
            </a:extLst>
          </p:cNvPr>
          <p:cNvGrpSpPr/>
          <p:nvPr/>
        </p:nvGrpSpPr>
        <p:grpSpPr>
          <a:xfrm>
            <a:off x="4386623" y="3262249"/>
            <a:ext cx="3436579" cy="2231361"/>
            <a:chOff x="3759092" y="3262248"/>
            <a:chExt cx="3436579" cy="2231361"/>
          </a:xfrm>
        </p:grpSpPr>
        <p:grpSp>
          <p:nvGrpSpPr>
            <p:cNvPr id="43" name="Group 42">
              <a:extLst>
                <a:ext uri="{FF2B5EF4-FFF2-40B4-BE49-F238E27FC236}">
                  <a16:creationId xmlns:a16="http://schemas.microsoft.com/office/drawing/2014/main" id="{134E26F5-0364-719B-6388-A8F04E1988F6}"/>
                </a:ext>
              </a:extLst>
            </p:cNvPr>
            <p:cNvGrpSpPr/>
            <p:nvPr/>
          </p:nvGrpSpPr>
          <p:grpSpPr>
            <a:xfrm>
              <a:off x="3759092" y="3262248"/>
              <a:ext cx="2894310" cy="700381"/>
              <a:chOff x="359878" y="3262248"/>
              <a:chExt cx="2894310" cy="700381"/>
            </a:xfrm>
          </p:grpSpPr>
          <p:sp>
            <p:nvSpPr>
              <p:cNvPr id="44" name="TextBox 43">
                <a:extLst>
                  <a:ext uri="{FF2B5EF4-FFF2-40B4-BE49-F238E27FC236}">
                    <a16:creationId xmlns:a16="http://schemas.microsoft.com/office/drawing/2014/main" id="{CDF14D0D-6AFC-1E59-0627-56BEC62BA107}"/>
                  </a:ext>
                </a:extLst>
              </p:cNvPr>
              <p:cNvSpPr txBox="1"/>
              <p:nvPr/>
            </p:nvSpPr>
            <p:spPr>
              <a:xfrm>
                <a:off x="359878" y="3262248"/>
                <a:ext cx="2894310" cy="502929"/>
              </a:xfrm>
              <a:prstGeom prst="rect">
                <a:avLst/>
              </a:prstGeom>
            </p:spPr>
            <p:txBody>
              <a:bodyPr vert="horz" lIns="91440" tIns="45720" rIns="91440" bIns="45720" rtlCol="0" anchor="ctr">
                <a:normAutofit fontScale="92500" lnSpcReduction="1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IN" sz="3200"/>
                  <a:t>Susheel Saboo</a:t>
                </a:r>
                <a:endParaRPr lang="en-IN" sz="3200">
                  <a:hlinkClick r:id="rId5"/>
                </a:endParaRPr>
              </a:p>
            </p:txBody>
          </p:sp>
          <p:sp>
            <p:nvSpPr>
              <p:cNvPr id="45" name="TextBox 44">
                <a:extLst>
                  <a:ext uri="{FF2B5EF4-FFF2-40B4-BE49-F238E27FC236}">
                    <a16:creationId xmlns:a16="http://schemas.microsoft.com/office/drawing/2014/main" id="{166B1756-889E-CF8A-CB82-5E6F3634030D}"/>
                  </a:ext>
                </a:extLst>
              </p:cNvPr>
              <p:cNvSpPr txBox="1"/>
              <p:nvPr/>
            </p:nvSpPr>
            <p:spPr>
              <a:xfrm>
                <a:off x="359878" y="3693884"/>
                <a:ext cx="2481933" cy="268745"/>
              </a:xfrm>
              <a:prstGeom prst="rect">
                <a:avLst/>
              </a:prstGeom>
            </p:spPr>
            <p:txBody>
              <a:bodyPr vert="horz" lIns="91440" tIns="45720" rIns="91440" bIns="45720" rtlCol="0" anchor="ctr">
                <a:normAutofit fontScale="77500" lnSpcReduction="2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GB" sz="1800" spc="0">
                    <a:solidFill>
                      <a:srgbClr val="019C48"/>
                    </a:solidFill>
                  </a:rPr>
                  <a:t>Co-Founder</a:t>
                </a:r>
              </a:p>
            </p:txBody>
          </p:sp>
        </p:grpSp>
        <p:sp>
          <p:nvSpPr>
            <p:cNvPr id="48" name="TextBox 47">
              <a:extLst>
                <a:ext uri="{FF2B5EF4-FFF2-40B4-BE49-F238E27FC236}">
                  <a16:creationId xmlns:a16="http://schemas.microsoft.com/office/drawing/2014/main" id="{2AA397ED-C6A7-34D4-ED3E-E720351252D0}"/>
                </a:ext>
              </a:extLst>
            </p:cNvPr>
            <p:cNvSpPr txBox="1"/>
            <p:nvPr/>
          </p:nvSpPr>
          <p:spPr>
            <a:xfrm>
              <a:off x="3759093" y="4017501"/>
              <a:ext cx="3436578" cy="1476108"/>
            </a:xfrm>
            <a:prstGeom prst="rect">
              <a:avLst/>
            </a:prstGeom>
          </p:spPr>
          <p:txBody>
            <a:bodyPr vert="horz" lIns="91440" tIns="45720" rIns="91440" bIns="45720" rtlCol="0">
              <a:normAutofit/>
            </a:bodyPr>
            <a:lstStyle>
              <a:defPPr>
                <a:defRPr lang="en-US"/>
              </a:defPPr>
              <a:lvl1pPr indent="0">
                <a:lnSpc>
                  <a:spcPct val="100000"/>
                </a:lnSpc>
                <a:spcBef>
                  <a:spcPts val="1000"/>
                </a:spcBef>
                <a:buFont typeface="Arial" panose="020B0604020202020204" pitchFamily="34" charset="0"/>
                <a:buNone/>
                <a:defRPr sz="1400" spc="0">
                  <a:solidFill>
                    <a:schemeClr val="tx1">
                      <a:lumMod val="85000"/>
                      <a:lumOff val="15000"/>
                    </a:schemeClr>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a:t>24+ years scaling global operations at Capital One and Genpact. MBA (Wake Forest), CA. Leads MindMap's acquisition strategy and enterprise growth — personally drove the BlueTide Analytics deal and North American expansion.</a:t>
              </a:r>
            </a:p>
          </p:txBody>
        </p:sp>
      </p:grpSp>
      <p:grpSp>
        <p:nvGrpSpPr>
          <p:cNvPr id="51" name="Group 50">
            <a:extLst>
              <a:ext uri="{FF2B5EF4-FFF2-40B4-BE49-F238E27FC236}">
                <a16:creationId xmlns:a16="http://schemas.microsoft.com/office/drawing/2014/main" id="{54975B3C-D1CD-9EFB-59B1-8F7FFFB867FE}"/>
              </a:ext>
            </a:extLst>
          </p:cNvPr>
          <p:cNvGrpSpPr/>
          <p:nvPr/>
        </p:nvGrpSpPr>
        <p:grpSpPr>
          <a:xfrm>
            <a:off x="8177109" y="3262249"/>
            <a:ext cx="3600932" cy="1886603"/>
            <a:chOff x="3759092" y="3262248"/>
            <a:chExt cx="3600932" cy="1886603"/>
          </a:xfrm>
        </p:grpSpPr>
        <p:grpSp>
          <p:nvGrpSpPr>
            <p:cNvPr id="52" name="Group 51">
              <a:extLst>
                <a:ext uri="{FF2B5EF4-FFF2-40B4-BE49-F238E27FC236}">
                  <a16:creationId xmlns:a16="http://schemas.microsoft.com/office/drawing/2014/main" id="{8FF7366E-5140-A292-42FF-CA98C1FECFCF}"/>
                </a:ext>
              </a:extLst>
            </p:cNvPr>
            <p:cNvGrpSpPr/>
            <p:nvPr/>
          </p:nvGrpSpPr>
          <p:grpSpPr>
            <a:xfrm>
              <a:off x="3759092" y="3262248"/>
              <a:ext cx="2894310" cy="700381"/>
              <a:chOff x="359878" y="3262248"/>
              <a:chExt cx="2894310" cy="700381"/>
            </a:xfrm>
          </p:grpSpPr>
          <p:sp>
            <p:nvSpPr>
              <p:cNvPr id="54" name="TextBox 53">
                <a:extLst>
                  <a:ext uri="{FF2B5EF4-FFF2-40B4-BE49-F238E27FC236}">
                    <a16:creationId xmlns:a16="http://schemas.microsoft.com/office/drawing/2014/main" id="{7781B6FA-3571-5184-60D3-F19CD9ADDBDC}"/>
                  </a:ext>
                </a:extLst>
              </p:cNvPr>
              <p:cNvSpPr txBox="1"/>
              <p:nvPr/>
            </p:nvSpPr>
            <p:spPr>
              <a:xfrm>
                <a:off x="359878" y="3262248"/>
                <a:ext cx="2894310" cy="502929"/>
              </a:xfrm>
              <a:prstGeom prst="rect">
                <a:avLst/>
              </a:prstGeom>
            </p:spPr>
            <p:txBody>
              <a:bodyPr vert="horz" lIns="91440" tIns="45720" rIns="91440" bIns="45720" rtlCol="0" anchor="ctr">
                <a:normAutofit fontScale="92500" lnSpcReduction="1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IN" sz="3200"/>
                  <a:t>Shilpa Saboo</a:t>
                </a:r>
                <a:endParaRPr lang="en-IN" sz="3200">
                  <a:hlinkClick r:id="rId5"/>
                </a:endParaRPr>
              </a:p>
            </p:txBody>
          </p:sp>
          <p:sp>
            <p:nvSpPr>
              <p:cNvPr id="55" name="TextBox 54">
                <a:extLst>
                  <a:ext uri="{FF2B5EF4-FFF2-40B4-BE49-F238E27FC236}">
                    <a16:creationId xmlns:a16="http://schemas.microsoft.com/office/drawing/2014/main" id="{C5FEB0F6-1F12-103E-A808-ABBCC853E382}"/>
                  </a:ext>
                </a:extLst>
              </p:cNvPr>
              <p:cNvSpPr txBox="1"/>
              <p:nvPr/>
            </p:nvSpPr>
            <p:spPr>
              <a:xfrm>
                <a:off x="359878" y="3693884"/>
                <a:ext cx="2481933" cy="268745"/>
              </a:xfrm>
              <a:prstGeom prst="rect">
                <a:avLst/>
              </a:prstGeom>
            </p:spPr>
            <p:txBody>
              <a:bodyPr vert="horz" lIns="91440" tIns="45720" rIns="91440" bIns="45720" rtlCol="0" anchor="ctr">
                <a:normAutofit fontScale="77500" lnSpcReduction="20000"/>
              </a:bodyPr>
              <a:lstStyle>
                <a:lvl1pPr>
                  <a:lnSpc>
                    <a:spcPct val="90000"/>
                  </a:lnSpc>
                  <a:spcBef>
                    <a:spcPts val="1000"/>
                  </a:spcBef>
                  <a:buFont typeface="Arial" panose="020B0604020202020204" pitchFamily="34" charset="0"/>
                  <a:buNone/>
                  <a:defRPr sz="4400" spc="-150">
                    <a:solidFill>
                      <a:srgbClr val="2562E8"/>
                    </a:solidFill>
                    <a:latin typeface="Satoshi Medium" pitchFamily="50" charset="0"/>
                  </a:defRPr>
                </a:lvl1pPr>
              </a:lstStyle>
              <a:p>
                <a:pPr>
                  <a:lnSpc>
                    <a:spcPct val="100000"/>
                  </a:lnSpc>
                </a:pPr>
                <a:r>
                  <a:rPr lang="en-GB" sz="1800" spc="0">
                    <a:solidFill>
                      <a:srgbClr val="019C48"/>
                    </a:solidFill>
                  </a:rPr>
                  <a:t>Co-Founder</a:t>
                </a:r>
              </a:p>
            </p:txBody>
          </p:sp>
        </p:grpSp>
        <p:sp>
          <p:nvSpPr>
            <p:cNvPr id="53" name="TextBox 52">
              <a:extLst>
                <a:ext uri="{FF2B5EF4-FFF2-40B4-BE49-F238E27FC236}">
                  <a16:creationId xmlns:a16="http://schemas.microsoft.com/office/drawing/2014/main" id="{D40B3AA3-86BD-C510-07BD-3B00E61A15D5}"/>
                </a:ext>
              </a:extLst>
            </p:cNvPr>
            <p:cNvSpPr txBox="1"/>
            <p:nvPr/>
          </p:nvSpPr>
          <p:spPr>
            <a:xfrm>
              <a:off x="3759092" y="4066503"/>
              <a:ext cx="3600932" cy="1082348"/>
            </a:xfrm>
            <a:prstGeom prst="rect">
              <a:avLst/>
            </a:prstGeom>
          </p:spPr>
          <p:txBody>
            <a:bodyPr vert="horz" lIns="91440" tIns="45720" rIns="91440" bIns="45720" rtlCol="0">
              <a:normAutofit lnSpcReduction="10000"/>
            </a:bodyPr>
            <a:lstStyle>
              <a:defPPr>
                <a:defRPr lang="en-US"/>
              </a:defPPr>
              <a:lvl1pPr indent="0">
                <a:lnSpc>
                  <a:spcPct val="100000"/>
                </a:lnSpc>
                <a:spcBef>
                  <a:spcPts val="1000"/>
                </a:spcBef>
                <a:buFont typeface="Arial" panose="020B0604020202020204" pitchFamily="34" charset="0"/>
                <a:buNone/>
                <a:defRPr sz="1400" spc="0">
                  <a:solidFill>
                    <a:schemeClr val="tx1">
                      <a:lumMod val="85000"/>
                      <a:lumOff val="15000"/>
                    </a:schemeClr>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a:t>21+ years of global finance leadership at Capital One and Deloitte. CPA (USA) and CA. Architect of </a:t>
              </a:r>
              <a:r>
                <a:rPr lang="en-GB" err="1"/>
                <a:t>MindMap's</a:t>
              </a:r>
              <a:r>
                <a:rPr lang="en-GB"/>
                <a:t> profit-centric model that maintains 22-28% EBITDA margins while investing aggressively in growth.</a:t>
              </a:r>
            </a:p>
          </p:txBody>
        </p:sp>
      </p:grpSp>
      <p:grpSp>
        <p:nvGrpSpPr>
          <p:cNvPr id="61" name="Group 60">
            <a:extLst>
              <a:ext uri="{FF2B5EF4-FFF2-40B4-BE49-F238E27FC236}">
                <a16:creationId xmlns:a16="http://schemas.microsoft.com/office/drawing/2014/main" id="{7484C79E-F1C8-C433-34A2-F3F0492ECF45}"/>
              </a:ext>
            </a:extLst>
          </p:cNvPr>
          <p:cNvGrpSpPr/>
          <p:nvPr/>
        </p:nvGrpSpPr>
        <p:grpSpPr>
          <a:xfrm>
            <a:off x="519927" y="5784087"/>
            <a:ext cx="3136359" cy="630891"/>
            <a:chOff x="743809" y="5722272"/>
            <a:chExt cx="3829322" cy="770282"/>
          </a:xfrm>
        </p:grpSpPr>
        <p:pic>
          <p:nvPicPr>
            <p:cNvPr id="56" name="Picture 16" descr="Forbes Business Council logo">
              <a:extLst>
                <a:ext uri="{FF2B5EF4-FFF2-40B4-BE49-F238E27FC236}">
                  <a16:creationId xmlns:a16="http://schemas.microsoft.com/office/drawing/2014/main" id="{86CE4947-4023-9521-EFAB-2AF33908E80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3809" y="5796748"/>
              <a:ext cx="609600" cy="609600"/>
            </a:xfrm>
            <a:prstGeom prst="roundRect">
              <a:avLst/>
            </a:prstGeom>
            <a:noFill/>
            <a:extLst>
              <a:ext uri="{909E8E84-426E-40DD-AFC4-6F175D3DCCD1}">
                <a14:hiddenFill xmlns:a14="http://schemas.microsoft.com/office/drawing/2010/main">
                  <a:solidFill>
                    <a:srgbClr val="FFFFFF"/>
                  </a:solidFill>
                </a14:hiddenFill>
              </a:ext>
            </a:extLst>
          </p:spPr>
        </p:pic>
        <p:pic>
          <p:nvPicPr>
            <p:cNvPr id="57" name="Picture 10" descr="ICAI unveils New CA Logo at GloPAC">
              <a:extLst>
                <a:ext uri="{FF2B5EF4-FFF2-40B4-BE49-F238E27FC236}">
                  <a16:creationId xmlns:a16="http://schemas.microsoft.com/office/drawing/2014/main" id="{CF444CA5-D0D7-8C11-FBAF-A5B540F08AAD}"/>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59115" y="5722272"/>
              <a:ext cx="761967" cy="770282"/>
            </a:xfrm>
            <a:prstGeom prst="roundRect">
              <a:avLst/>
            </a:prstGeom>
            <a:noFill/>
            <a:extLst>
              <a:ext uri="{909E8E84-426E-40DD-AFC4-6F175D3DCCD1}">
                <a14:hiddenFill xmlns:a14="http://schemas.microsoft.com/office/drawing/2010/main">
                  <a:solidFill>
                    <a:srgbClr val="FFFFFF"/>
                  </a:solidFill>
                </a14:hiddenFill>
              </a:ext>
            </a:extLst>
          </p:spPr>
        </p:pic>
        <p:pic>
          <p:nvPicPr>
            <p:cNvPr id="58" name="Picture 20" descr="Wipro logo">
              <a:extLst>
                <a:ext uri="{FF2B5EF4-FFF2-40B4-BE49-F238E27FC236}">
                  <a16:creationId xmlns:a16="http://schemas.microsoft.com/office/drawing/2014/main" id="{417A68EB-49E1-512A-E790-580206321E0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12453" y="5722273"/>
              <a:ext cx="761967" cy="761969"/>
            </a:xfrm>
            <a:prstGeom prst="roundRect">
              <a:avLst/>
            </a:prstGeom>
            <a:noFill/>
            <a:extLst>
              <a:ext uri="{909E8E84-426E-40DD-AFC4-6F175D3DCCD1}">
                <a14:hiddenFill xmlns:a14="http://schemas.microsoft.com/office/drawing/2010/main">
                  <a:solidFill>
                    <a:srgbClr val="FFFFFF"/>
                  </a:solidFill>
                </a14:hiddenFill>
              </a:ext>
            </a:extLst>
          </p:spPr>
        </p:pic>
        <p:pic>
          <p:nvPicPr>
            <p:cNvPr id="59" name="Picture 22" descr="ET Achievers Karnataka 2023: The stage is set to honour the inspiring  achievers of Karnataka - The Economic Times">
              <a:extLst>
                <a:ext uri="{FF2B5EF4-FFF2-40B4-BE49-F238E27FC236}">
                  <a16:creationId xmlns:a16="http://schemas.microsoft.com/office/drawing/2014/main" id="{0CDC4BB5-F0A5-4847-CC01-9ADC998BD1D3}"/>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l="32480" t="13334" r="32163" b="37327"/>
            <a:stretch>
              <a:fillRect/>
            </a:stretch>
          </p:blipFill>
          <p:spPr bwMode="auto">
            <a:xfrm>
              <a:off x="2983794" y="5796748"/>
              <a:ext cx="582466" cy="609600"/>
            </a:xfrm>
            <a:prstGeom prst="roundRect">
              <a:avLst>
                <a:gd name="adj" fmla="val 0"/>
              </a:avLst>
            </a:prstGeom>
            <a:noFill/>
            <a:extLst>
              <a:ext uri="{909E8E84-426E-40DD-AFC4-6F175D3DCCD1}">
                <a14:hiddenFill xmlns:a14="http://schemas.microsoft.com/office/drawing/2010/main">
                  <a:solidFill>
                    <a:srgbClr val="FFFFFF"/>
                  </a:solidFill>
                </a14:hiddenFill>
              </a:ext>
            </a:extLst>
          </p:spPr>
        </p:pic>
        <p:pic>
          <p:nvPicPr>
            <p:cNvPr id="60" name="Picture 24" descr="Indian Achiever Award 2021-22 - Quality Hub India">
              <a:extLst>
                <a:ext uri="{FF2B5EF4-FFF2-40B4-BE49-F238E27FC236}">
                  <a16:creationId xmlns:a16="http://schemas.microsoft.com/office/drawing/2014/main" id="{3133AC09-4BC3-38E7-D978-5A5E6A9F81C3}"/>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l="10115" t="10150" r="7544" b="7314"/>
            <a:stretch>
              <a:fillRect/>
            </a:stretch>
          </p:blipFill>
          <p:spPr bwMode="auto">
            <a:xfrm>
              <a:off x="3692377" y="5796748"/>
              <a:ext cx="880754" cy="611303"/>
            </a:xfrm>
            <a:prstGeom prst="roundRect">
              <a:avLst/>
            </a:prstGeom>
            <a:noFill/>
            <a:extLst>
              <a:ext uri="{909E8E84-426E-40DD-AFC4-6F175D3DCCD1}">
                <a14:hiddenFill xmlns:a14="http://schemas.microsoft.com/office/drawing/2010/main">
                  <a:solidFill>
                    <a:srgbClr val="FFFFFF"/>
                  </a:solidFill>
                </a14:hiddenFill>
              </a:ext>
            </a:extLst>
          </p:spPr>
        </p:pic>
      </p:grpSp>
      <p:grpSp>
        <p:nvGrpSpPr>
          <p:cNvPr id="66" name="Group 65">
            <a:extLst>
              <a:ext uri="{FF2B5EF4-FFF2-40B4-BE49-F238E27FC236}">
                <a16:creationId xmlns:a16="http://schemas.microsoft.com/office/drawing/2014/main" id="{32D78BA8-2F1A-30E5-7887-80D301E36707}"/>
              </a:ext>
            </a:extLst>
          </p:cNvPr>
          <p:cNvGrpSpPr/>
          <p:nvPr/>
        </p:nvGrpSpPr>
        <p:grpSpPr>
          <a:xfrm>
            <a:off x="4446448" y="5768615"/>
            <a:ext cx="2354921" cy="631103"/>
            <a:chOff x="3818916" y="5718099"/>
            <a:chExt cx="2354921" cy="631103"/>
          </a:xfrm>
        </p:grpSpPr>
        <p:pic>
          <p:nvPicPr>
            <p:cNvPr id="62" name="Picture 4" descr="Genpact logo">
              <a:extLst>
                <a:ext uri="{FF2B5EF4-FFF2-40B4-BE49-F238E27FC236}">
                  <a16:creationId xmlns:a16="http://schemas.microsoft.com/office/drawing/2014/main" id="{91334D08-C3C8-88E2-E34C-907F96FE09F0}"/>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18916" y="5796541"/>
              <a:ext cx="499285" cy="500797"/>
            </a:xfrm>
            <a:prstGeom prst="roundRect">
              <a:avLst/>
            </a:prstGeom>
            <a:noFill/>
            <a:extLst>
              <a:ext uri="{909E8E84-426E-40DD-AFC4-6F175D3DCCD1}">
                <a14:hiddenFill xmlns:a14="http://schemas.microsoft.com/office/drawing/2010/main">
                  <a:solidFill>
                    <a:srgbClr val="FFFFFF"/>
                  </a:solidFill>
                </a14:hiddenFill>
              </a:ext>
            </a:extLst>
          </p:spPr>
        </p:pic>
        <p:pic>
          <p:nvPicPr>
            <p:cNvPr id="63" name="Picture 6" descr="Capital One logo">
              <a:extLst>
                <a:ext uri="{FF2B5EF4-FFF2-40B4-BE49-F238E27FC236}">
                  <a16:creationId xmlns:a16="http://schemas.microsoft.com/office/drawing/2014/main" id="{AA0D59EF-EA1D-9293-80B7-E8F6780A9ED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99781" y="5796541"/>
              <a:ext cx="500797" cy="500797"/>
            </a:xfrm>
            <a:prstGeom prst="roundRect">
              <a:avLst/>
            </a:prstGeom>
            <a:noFill/>
            <a:extLst>
              <a:ext uri="{909E8E84-426E-40DD-AFC4-6F175D3DCCD1}">
                <a14:hiddenFill xmlns:a14="http://schemas.microsoft.com/office/drawing/2010/main">
                  <a:solidFill>
                    <a:srgbClr val="FFFFFF"/>
                  </a:solidFill>
                </a14:hiddenFill>
              </a:ext>
            </a:extLst>
          </p:spPr>
        </p:pic>
        <p:pic>
          <p:nvPicPr>
            <p:cNvPr id="64" name="Picture 8" descr="Wake Forest University logo">
              <a:extLst>
                <a:ext uri="{FF2B5EF4-FFF2-40B4-BE49-F238E27FC236}">
                  <a16:creationId xmlns:a16="http://schemas.microsoft.com/office/drawing/2014/main" id="{50A5C22A-DAD6-EDA1-C95A-BD896CCDD41E}"/>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82743" y="5796541"/>
              <a:ext cx="500797" cy="500797"/>
            </a:xfrm>
            <a:prstGeom prst="roundRect">
              <a:avLst/>
            </a:prstGeom>
            <a:noFill/>
            <a:extLst>
              <a:ext uri="{909E8E84-426E-40DD-AFC4-6F175D3DCCD1}">
                <a14:hiddenFill xmlns:a14="http://schemas.microsoft.com/office/drawing/2010/main">
                  <a:solidFill>
                    <a:srgbClr val="FFFFFF"/>
                  </a:solidFill>
                </a14:hiddenFill>
              </a:ext>
            </a:extLst>
          </p:spPr>
        </p:pic>
        <p:pic>
          <p:nvPicPr>
            <p:cNvPr id="65" name="Picture 10" descr="ICAI unveils New CA Logo at GloPAC">
              <a:extLst>
                <a:ext uri="{FF2B5EF4-FFF2-40B4-BE49-F238E27FC236}">
                  <a16:creationId xmlns:a16="http://schemas.microsoft.com/office/drawing/2014/main" id="{C22B44F5-A0D3-56FE-35B8-EEA0A6897BE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49545" y="5718099"/>
              <a:ext cx="624292" cy="631103"/>
            </a:xfrm>
            <a:prstGeom prst="roundRect">
              <a:avLst/>
            </a:prstGeom>
            <a:noFill/>
            <a:extLst>
              <a:ext uri="{909E8E84-426E-40DD-AFC4-6F175D3DCCD1}">
                <a14:hiddenFill xmlns:a14="http://schemas.microsoft.com/office/drawing/2010/main">
                  <a:solidFill>
                    <a:srgbClr val="FFFFFF"/>
                  </a:solidFill>
                </a14:hiddenFill>
              </a:ext>
            </a:extLst>
          </p:spPr>
        </p:pic>
      </p:grpSp>
      <p:grpSp>
        <p:nvGrpSpPr>
          <p:cNvPr id="78" name="Group 77">
            <a:extLst>
              <a:ext uri="{FF2B5EF4-FFF2-40B4-BE49-F238E27FC236}">
                <a16:creationId xmlns:a16="http://schemas.microsoft.com/office/drawing/2014/main" id="{E5E8EFF7-8923-8BFD-9F2A-57824FB93AD6}"/>
              </a:ext>
            </a:extLst>
          </p:cNvPr>
          <p:cNvGrpSpPr/>
          <p:nvPr/>
        </p:nvGrpSpPr>
        <p:grpSpPr>
          <a:xfrm>
            <a:off x="4043083" y="3262250"/>
            <a:ext cx="0" cy="3212511"/>
            <a:chOff x="4043082" y="3262248"/>
            <a:chExt cx="0" cy="3212511"/>
          </a:xfrm>
        </p:grpSpPr>
        <p:cxnSp>
          <p:nvCxnSpPr>
            <p:cNvPr id="74" name="Straight Connector 73">
              <a:extLst>
                <a:ext uri="{FF2B5EF4-FFF2-40B4-BE49-F238E27FC236}">
                  <a16:creationId xmlns:a16="http://schemas.microsoft.com/office/drawing/2014/main" id="{184F79EB-4C8E-EFB3-8915-F0416B0CA664}"/>
                </a:ext>
              </a:extLst>
            </p:cNvPr>
            <p:cNvCxnSpPr>
              <a:cxnSpLocks/>
            </p:cNvCxnSpPr>
            <p:nvPr/>
          </p:nvCxnSpPr>
          <p:spPr>
            <a:xfrm>
              <a:off x="4043082" y="3262248"/>
              <a:ext cx="0" cy="2197258"/>
            </a:xfrm>
            <a:prstGeom prst="line">
              <a:avLst/>
            </a:prstGeom>
            <a:ln w="1905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9E972BC2-5C35-B4A4-860E-1D3BD61DAEBD}"/>
                </a:ext>
              </a:extLst>
            </p:cNvPr>
            <p:cNvCxnSpPr>
              <a:cxnSpLocks/>
            </p:cNvCxnSpPr>
            <p:nvPr/>
          </p:nvCxnSpPr>
          <p:spPr>
            <a:xfrm>
              <a:off x="4043082" y="5764306"/>
              <a:ext cx="0" cy="710453"/>
            </a:xfrm>
            <a:prstGeom prst="line">
              <a:avLst/>
            </a:prstGeom>
            <a:ln w="1905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79" name="Group 78">
            <a:extLst>
              <a:ext uri="{FF2B5EF4-FFF2-40B4-BE49-F238E27FC236}">
                <a16:creationId xmlns:a16="http://schemas.microsoft.com/office/drawing/2014/main" id="{DD590E41-AAF5-B6EA-81E9-4F1236077C21}"/>
              </a:ext>
            </a:extLst>
          </p:cNvPr>
          <p:cNvGrpSpPr/>
          <p:nvPr/>
        </p:nvGrpSpPr>
        <p:grpSpPr>
          <a:xfrm>
            <a:off x="7879977" y="3262250"/>
            <a:ext cx="0" cy="3212511"/>
            <a:chOff x="4043082" y="3262248"/>
            <a:chExt cx="0" cy="3212511"/>
          </a:xfrm>
        </p:grpSpPr>
        <p:cxnSp>
          <p:nvCxnSpPr>
            <p:cNvPr id="80" name="Straight Connector 79">
              <a:extLst>
                <a:ext uri="{FF2B5EF4-FFF2-40B4-BE49-F238E27FC236}">
                  <a16:creationId xmlns:a16="http://schemas.microsoft.com/office/drawing/2014/main" id="{D16EAE34-CCBC-5DC2-18EF-829AE145CE28}"/>
                </a:ext>
              </a:extLst>
            </p:cNvPr>
            <p:cNvCxnSpPr>
              <a:cxnSpLocks/>
            </p:cNvCxnSpPr>
            <p:nvPr/>
          </p:nvCxnSpPr>
          <p:spPr>
            <a:xfrm>
              <a:off x="4043082" y="3262248"/>
              <a:ext cx="0" cy="2197258"/>
            </a:xfrm>
            <a:prstGeom prst="line">
              <a:avLst/>
            </a:prstGeom>
            <a:ln w="1905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241848DA-62D2-C172-C1A9-CC7F8531E9F7}"/>
                </a:ext>
              </a:extLst>
            </p:cNvPr>
            <p:cNvCxnSpPr>
              <a:cxnSpLocks/>
            </p:cNvCxnSpPr>
            <p:nvPr/>
          </p:nvCxnSpPr>
          <p:spPr>
            <a:xfrm>
              <a:off x="4043082" y="5764306"/>
              <a:ext cx="0" cy="710453"/>
            </a:xfrm>
            <a:prstGeom prst="line">
              <a:avLst/>
            </a:prstGeom>
            <a:ln w="1905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pic>
        <p:nvPicPr>
          <p:cNvPr id="85" name="Picture 10" descr="ICAI unveils New CA Logo at GloPAC">
            <a:extLst>
              <a:ext uri="{FF2B5EF4-FFF2-40B4-BE49-F238E27FC236}">
                <a16:creationId xmlns:a16="http://schemas.microsoft.com/office/drawing/2014/main" id="{83651F24-01C7-D93D-C37A-FA3A33F458F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32986" y="5768615"/>
            <a:ext cx="640671" cy="647661"/>
          </a:xfrm>
          <a:prstGeom prst="round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97FAECA2-CE6B-7195-FB81-CEECFBD78D22}"/>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10383703" y="237273"/>
            <a:ext cx="1613776" cy="290883"/>
          </a:xfrm>
          <a:prstGeom prst="rect">
            <a:avLst/>
          </a:prstGeom>
        </p:spPr>
      </p:pic>
      <p:sp>
        <p:nvSpPr>
          <p:cNvPr id="8" name="TextBox 7">
            <a:extLst>
              <a:ext uri="{FF2B5EF4-FFF2-40B4-BE49-F238E27FC236}">
                <a16:creationId xmlns:a16="http://schemas.microsoft.com/office/drawing/2014/main" id="{0D129DE1-9C62-3BEF-F730-19F4332461A6}"/>
              </a:ext>
            </a:extLst>
          </p:cNvPr>
          <p:cNvSpPr txBox="1"/>
          <p:nvPr/>
        </p:nvSpPr>
        <p:spPr>
          <a:xfrm>
            <a:off x="377074" y="875848"/>
            <a:ext cx="11455049" cy="713465"/>
          </a:xfrm>
          <a:prstGeom prst="rect">
            <a:avLst/>
          </a:prstGeom>
        </p:spPr>
        <p:txBody>
          <a:bodyPr vert="horz" lIns="91440" tIns="45720" rIns="91440" bIns="45720" rtlCol="0">
            <a:normAutofit/>
          </a:bodyPr>
          <a:lstStyle>
            <a:defPPr>
              <a:defRPr lang="en-US"/>
            </a:defPPr>
            <a:lvl1pPr indent="0">
              <a:lnSpc>
                <a:spcPct val="110000"/>
              </a:lnSpc>
              <a:spcBef>
                <a:spcPts val="1000"/>
              </a:spcBef>
              <a:buFont typeface="Arial" panose="020B0604020202020204" pitchFamily="34" charset="0"/>
              <a:buNone/>
              <a:defRPr sz="1900" spc="0">
                <a:solidFill>
                  <a:schemeClr val="tx1">
                    <a:lumMod val="85000"/>
                    <a:lumOff val="15000"/>
                  </a:schemeClr>
                </a:solidFill>
                <a:latin typeface="Inter" panose="02000503000000020004" pitchFamily="2" charset="0"/>
                <a:ea typeface="Inter"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gn="ctr"/>
            <a:r>
              <a:rPr lang="en-GB" sz="1600">
                <a:latin typeface="Inter Medium" panose="02000503000000020004" pitchFamily="2" charset="0"/>
                <a:ea typeface="Inter Medium" panose="02000503000000020004" pitchFamily="2" charset="0"/>
              </a:rPr>
              <a:t>60+ years of combined experience across enterprise technology, financial services, and global operations. </a:t>
            </a:r>
          </a:p>
        </p:txBody>
      </p:sp>
      <p:sp>
        <p:nvSpPr>
          <p:cNvPr id="14" name="TextBox 13">
            <a:extLst>
              <a:ext uri="{FF2B5EF4-FFF2-40B4-BE49-F238E27FC236}">
                <a16:creationId xmlns:a16="http://schemas.microsoft.com/office/drawing/2014/main" id="{2A07B6F3-744E-8A2F-0876-A654222B79D3}"/>
              </a:ext>
            </a:extLst>
          </p:cNvPr>
          <p:cNvSpPr txBox="1"/>
          <p:nvPr/>
        </p:nvSpPr>
        <p:spPr>
          <a:xfrm>
            <a:off x="1428637" y="-1367363"/>
            <a:ext cx="6103256" cy="923330"/>
          </a:xfrm>
          <a:prstGeom prst="rect">
            <a:avLst/>
          </a:prstGeom>
          <a:noFill/>
        </p:spPr>
        <p:txBody>
          <a:bodyPr wrap="square">
            <a:spAutoFit/>
          </a:bodyPr>
          <a:lstStyle/>
          <a:p>
            <a:r>
              <a:rPr lang="en-GB"/>
              <a:t>Susheel Saboo — Co-Founder &amp; Chairman</a:t>
            </a:r>
          </a:p>
          <a:p>
            <a:r>
              <a:rPr lang="en-GB"/>
              <a:t>Saurabh Goenka — Co-Founder &amp; CEO</a:t>
            </a:r>
          </a:p>
          <a:p>
            <a:r>
              <a:rPr lang="en-GB"/>
              <a:t>Shilpa Saboo — Co-Founder &amp; Interim CFO</a:t>
            </a:r>
          </a:p>
        </p:txBody>
      </p:sp>
      <p:pic>
        <p:nvPicPr>
          <p:cNvPr id="11" name="Picture 10">
            <a:extLst>
              <a:ext uri="{FF2B5EF4-FFF2-40B4-BE49-F238E27FC236}">
                <a16:creationId xmlns:a16="http://schemas.microsoft.com/office/drawing/2014/main" id="{D1043AE9-D012-A35B-10FE-8EAB83B1BC0A}"/>
              </a:ext>
            </a:extLst>
          </p:cNvPr>
          <p:cNvPicPr>
            <a:picLocks noChangeAspect="1"/>
          </p:cNvPicPr>
          <p:nvPr/>
        </p:nvPicPr>
        <p:blipFill rotWithShape="1">
          <a:blip r:embed="rId17">
            <a:extLst>
              <a:ext uri="{28A0092B-C50C-407E-A947-70E740481C1C}">
                <a14:useLocalDpi xmlns:a14="http://schemas.microsoft.com/office/drawing/2010/main" val="0"/>
              </a:ext>
            </a:extLst>
          </a:blip>
          <a:srcRect l="8532" t="8817" r="16912" b="16626"/>
          <a:stretch>
            <a:fillRect/>
          </a:stretch>
        </p:blipFill>
        <p:spPr>
          <a:xfrm>
            <a:off x="401326" y="1450934"/>
            <a:ext cx="1713183" cy="1713183"/>
          </a:xfrm>
          <a:prstGeom prst="ellipse">
            <a:avLst/>
          </a:prstGeom>
        </p:spPr>
      </p:pic>
      <p:grpSp>
        <p:nvGrpSpPr>
          <p:cNvPr id="3" name="Group 2">
            <a:extLst>
              <a:ext uri="{FF2B5EF4-FFF2-40B4-BE49-F238E27FC236}">
                <a16:creationId xmlns:a16="http://schemas.microsoft.com/office/drawing/2014/main" id="{FB398B84-45CE-05FA-561C-D042763AEA7E}"/>
              </a:ext>
            </a:extLst>
          </p:cNvPr>
          <p:cNvGrpSpPr/>
          <p:nvPr/>
        </p:nvGrpSpPr>
        <p:grpSpPr>
          <a:xfrm>
            <a:off x="4429470" y="1458012"/>
            <a:ext cx="1651868" cy="1651869"/>
            <a:chOff x="767654" y="1053413"/>
            <a:chExt cx="3136900" cy="3136901"/>
          </a:xfrm>
        </p:grpSpPr>
        <p:sp>
          <p:nvSpPr>
            <p:cNvPr id="6" name="Oval 5">
              <a:extLst>
                <a:ext uri="{FF2B5EF4-FFF2-40B4-BE49-F238E27FC236}">
                  <a16:creationId xmlns:a16="http://schemas.microsoft.com/office/drawing/2014/main" id="{850FE399-4469-070D-DA47-4F97BECAD934}"/>
                </a:ext>
              </a:extLst>
            </p:cNvPr>
            <p:cNvSpPr/>
            <p:nvPr/>
          </p:nvSpPr>
          <p:spPr>
            <a:xfrm>
              <a:off x="767654" y="1129957"/>
              <a:ext cx="3060357" cy="3060357"/>
            </a:xfrm>
            <a:prstGeom prst="ellipse">
              <a:avLst/>
            </a:prstGeom>
            <a:blipFill>
              <a:blip r:embed="rId18"/>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3" descr="page4image10803296">
              <a:extLst>
                <a:ext uri="{FF2B5EF4-FFF2-40B4-BE49-F238E27FC236}">
                  <a16:creationId xmlns:a16="http://schemas.microsoft.com/office/drawing/2014/main" id="{749D3290-F5A9-E276-B034-B8D4223F7C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67654" y="1053413"/>
              <a:ext cx="3136900" cy="3136900"/>
            </a:xfrm>
            <a:prstGeom prst="rect">
              <a:avLst/>
            </a:prstGeom>
            <a:noFill/>
            <a:extLst>
              <a:ext uri="{909E8E84-426E-40DD-AFC4-6F175D3DCCD1}">
                <a14:hiddenFill xmlns:a14="http://schemas.microsoft.com/office/drawing/2010/main">
                  <a:solidFill>
                    <a:srgbClr val="FFFFFF"/>
                  </a:solidFill>
                </a14:hiddenFill>
              </a:ext>
            </a:extLst>
          </p:spPr>
        </p:pic>
      </p:grpSp>
      <p:sp>
        <p:nvSpPr>
          <p:cNvPr id="9" name="Oval 8">
            <a:extLst>
              <a:ext uri="{FF2B5EF4-FFF2-40B4-BE49-F238E27FC236}">
                <a16:creationId xmlns:a16="http://schemas.microsoft.com/office/drawing/2014/main" id="{0E8395A7-CD8F-67BF-0271-2492A1E51163}"/>
              </a:ext>
            </a:extLst>
          </p:cNvPr>
          <p:cNvSpPr/>
          <p:nvPr/>
        </p:nvSpPr>
        <p:spPr>
          <a:xfrm>
            <a:off x="8135331" y="1521468"/>
            <a:ext cx="1562184" cy="1562184"/>
          </a:xfrm>
          <a:prstGeom prst="ellipse">
            <a:avLst/>
          </a:prstGeom>
          <a:blipFill>
            <a:blip r:embed="rId20"/>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person smiling at camera&#10;&#10;Description automatically generated">
            <a:extLst>
              <a:ext uri="{FF2B5EF4-FFF2-40B4-BE49-F238E27FC236}">
                <a16:creationId xmlns:a16="http://schemas.microsoft.com/office/drawing/2014/main" id="{564122BF-59E1-1E41-FAAB-588F8DAA697E}"/>
              </a:ext>
            </a:extLst>
          </p:cNvPr>
          <p:cNvPicPr>
            <a:picLocks noChangeAspect="1"/>
          </p:cNvPicPr>
          <p:nvPr/>
        </p:nvPicPr>
        <p:blipFill rotWithShape="1">
          <a:blip r:embed="rId21"/>
          <a:srcRect l="6064" t="5826" r="14746"/>
          <a:stretch/>
        </p:blipFill>
        <p:spPr>
          <a:xfrm>
            <a:off x="8258225" y="1716634"/>
            <a:ext cx="1218364" cy="1384935"/>
          </a:xfrm>
          <a:prstGeom prst="ellipse">
            <a:avLst/>
          </a:prstGeom>
          <a:ln>
            <a:noFill/>
          </a:ln>
          <a:effectLst/>
        </p:spPr>
      </p:pic>
      <p:pic>
        <p:nvPicPr>
          <p:cNvPr id="13" name="Picture 12">
            <a:extLst>
              <a:ext uri="{FF2B5EF4-FFF2-40B4-BE49-F238E27FC236}">
                <a16:creationId xmlns:a16="http://schemas.microsoft.com/office/drawing/2014/main" id="{DED9F7DC-AE72-FEBB-884A-0D29E2C9CF6D}"/>
              </a:ext>
            </a:extLst>
          </p:cNvPr>
          <p:cNvPicPr>
            <a:picLocks noChangeAspect="1"/>
          </p:cNvPicPr>
          <p:nvPr/>
        </p:nvPicPr>
        <p:blipFill>
          <a:blip r:embed="rId22"/>
          <a:stretch>
            <a:fillRect/>
          </a:stretch>
        </p:blipFill>
        <p:spPr>
          <a:xfrm>
            <a:off x="10512885" y="5725203"/>
            <a:ext cx="1113355" cy="895524"/>
          </a:xfrm>
          <a:prstGeom prst="rect">
            <a:avLst/>
          </a:prstGeom>
        </p:spPr>
      </p:pic>
    </p:spTree>
    <p:extLst>
      <p:ext uri="{BB962C8B-B14F-4D97-AF65-F5344CB8AC3E}">
        <p14:creationId xmlns:p14="http://schemas.microsoft.com/office/powerpoint/2010/main" val="26294329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 name="Picture 80">
            <a:extLst>
              <a:ext uri="{FF2B5EF4-FFF2-40B4-BE49-F238E27FC236}">
                <a16:creationId xmlns:a16="http://schemas.microsoft.com/office/drawing/2014/main" id="{E835F9AE-176A-71EA-B4BA-155C7C35D43C}"/>
              </a:ext>
            </a:extLst>
          </p:cNvPr>
          <p:cNvPicPr>
            <a:picLocks noChangeAspect="1"/>
          </p:cNvPicPr>
          <p:nvPr/>
        </p:nvPicPr>
        <p:blipFill rotWithShape="1">
          <a:blip r:embed="rId2">
            <a:extLst>
              <a:ext uri="{28A0092B-C50C-407E-A947-70E740481C1C}">
                <a14:useLocalDpi xmlns:a14="http://schemas.microsoft.com/office/drawing/2010/main" val="0"/>
              </a:ext>
            </a:extLst>
          </a:blip>
          <a:srcRect l="1198" t="26836" r="1082" b="8011"/>
          <a:stretch>
            <a:fillRect/>
          </a:stretch>
        </p:blipFill>
        <p:spPr>
          <a:xfrm>
            <a:off x="4686723" y="2017383"/>
            <a:ext cx="2817296" cy="2817296"/>
          </a:xfrm>
          <a:prstGeom prst="ellipse">
            <a:avLst/>
          </a:prstGeom>
        </p:spPr>
      </p:pic>
      <p:sp>
        <p:nvSpPr>
          <p:cNvPr id="82" name="Oval 81">
            <a:extLst>
              <a:ext uri="{FF2B5EF4-FFF2-40B4-BE49-F238E27FC236}">
                <a16:creationId xmlns:a16="http://schemas.microsoft.com/office/drawing/2014/main" id="{4E83C631-F7F7-00F2-4273-476EDFEB954E}"/>
              </a:ext>
            </a:extLst>
          </p:cNvPr>
          <p:cNvSpPr/>
          <p:nvPr/>
        </p:nvSpPr>
        <p:spPr>
          <a:xfrm>
            <a:off x="4685105" y="2023617"/>
            <a:ext cx="2817296" cy="2796547"/>
          </a:xfrm>
          <a:prstGeom prst="ellipse">
            <a:avLst/>
          </a:prstGeom>
          <a:solidFill>
            <a:srgbClr val="2562E8">
              <a:alpha val="81000"/>
            </a:srgbClr>
          </a:solidFill>
          <a:ln w="57150">
            <a:solidFill>
              <a:srgbClr val="3EA75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D59FA784-0B05-022C-EFD2-466A0BEA1601}"/>
              </a:ext>
            </a:extLst>
          </p:cNvPr>
          <p:cNvGrpSpPr/>
          <p:nvPr/>
        </p:nvGrpSpPr>
        <p:grpSpPr>
          <a:xfrm>
            <a:off x="3686659" y="1020995"/>
            <a:ext cx="4818680" cy="4816012"/>
            <a:chOff x="10737300" y="1054760"/>
            <a:chExt cx="5233384" cy="5230486"/>
          </a:xfrm>
        </p:grpSpPr>
        <p:sp>
          <p:nvSpPr>
            <p:cNvPr id="45" name="Freeform: Shape 44">
              <a:extLst>
                <a:ext uri="{FF2B5EF4-FFF2-40B4-BE49-F238E27FC236}">
                  <a16:creationId xmlns:a16="http://schemas.microsoft.com/office/drawing/2014/main" id="{13C80E62-7B5E-BCE7-B3F4-5C3FE3136FA8}"/>
                </a:ext>
              </a:extLst>
            </p:cNvPr>
            <p:cNvSpPr/>
            <p:nvPr/>
          </p:nvSpPr>
          <p:spPr>
            <a:xfrm>
              <a:off x="10738259" y="2265836"/>
              <a:ext cx="1088296" cy="2804999"/>
            </a:xfrm>
            <a:custGeom>
              <a:avLst/>
              <a:gdLst>
                <a:gd name="csX0" fmla="*/ 190738 w 1088296"/>
                <a:gd name="csY0" fmla="*/ 1755742 h 2804999"/>
                <a:gd name="csX1" fmla="*/ 260878 w 1088296"/>
                <a:gd name="csY1" fmla="*/ 1406944 h 2804999"/>
                <a:gd name="csX2" fmla="*/ 189469 w 1088296"/>
                <a:gd name="csY2" fmla="*/ 1046719 h 2804999"/>
                <a:gd name="csX3" fmla="*/ 952 w 1088296"/>
                <a:gd name="csY3" fmla="*/ 576681 h 2804999"/>
                <a:gd name="csX4" fmla="*/ 317 w 1088296"/>
                <a:gd name="csY4" fmla="*/ 566531 h 2804999"/>
                <a:gd name="csX5" fmla="*/ 317 w 1088296"/>
                <a:gd name="csY5" fmla="*/ 561764 h 2804999"/>
                <a:gd name="csX6" fmla="*/ 0 w 1088296"/>
                <a:gd name="csY6" fmla="*/ 544311 h 2804999"/>
                <a:gd name="csX7" fmla="*/ 0 w 1088296"/>
                <a:gd name="csY7" fmla="*/ 544311 h 2804999"/>
                <a:gd name="csX8" fmla="*/ 0 w 1088296"/>
                <a:gd name="csY8" fmla="*/ 544311 h 2804999"/>
                <a:gd name="csX9" fmla="*/ 0 w 1088296"/>
                <a:gd name="csY9" fmla="*/ 530346 h 2804999"/>
                <a:gd name="csX10" fmla="*/ 0 w 1088296"/>
                <a:gd name="csY10" fmla="*/ 530346 h 2804999"/>
                <a:gd name="csX11" fmla="*/ 634 w 1088296"/>
                <a:gd name="csY11" fmla="*/ 516690 h 2804999"/>
                <a:gd name="csX12" fmla="*/ 634 w 1088296"/>
                <a:gd name="csY12" fmla="*/ 516690 h 2804999"/>
                <a:gd name="csX13" fmla="*/ 1586 w 1088296"/>
                <a:gd name="csY13" fmla="*/ 503043 h 2804999"/>
                <a:gd name="csX14" fmla="*/ 1586 w 1088296"/>
                <a:gd name="csY14" fmla="*/ 503043 h 2804999"/>
                <a:gd name="csX15" fmla="*/ 2529 w 1088296"/>
                <a:gd name="csY15" fmla="*/ 489396 h 2804999"/>
                <a:gd name="csX16" fmla="*/ 2529 w 1088296"/>
                <a:gd name="csY16" fmla="*/ 489396 h 2804999"/>
                <a:gd name="csX17" fmla="*/ 4123 w 1088296"/>
                <a:gd name="csY17" fmla="*/ 476057 h 2804999"/>
                <a:gd name="csX18" fmla="*/ 4123 w 1088296"/>
                <a:gd name="csY18" fmla="*/ 476057 h 2804999"/>
                <a:gd name="csX19" fmla="*/ 6035 w 1088296"/>
                <a:gd name="csY19" fmla="*/ 462727 h 2804999"/>
                <a:gd name="csX20" fmla="*/ 6035 w 1088296"/>
                <a:gd name="csY20" fmla="*/ 462727 h 2804999"/>
                <a:gd name="csX21" fmla="*/ 8255 w 1088296"/>
                <a:gd name="csY21" fmla="*/ 449396 h 2804999"/>
                <a:gd name="csX22" fmla="*/ 8255 w 1088296"/>
                <a:gd name="csY22" fmla="*/ 449396 h 2804999"/>
                <a:gd name="csX23" fmla="*/ 10793 w 1088296"/>
                <a:gd name="csY23" fmla="*/ 436383 h 2804999"/>
                <a:gd name="csX24" fmla="*/ 10793 w 1088296"/>
                <a:gd name="csY24" fmla="*/ 436383 h 2804999"/>
                <a:gd name="csX25" fmla="*/ 13330 w 1088296"/>
                <a:gd name="csY25" fmla="*/ 423044 h 2804999"/>
                <a:gd name="csX26" fmla="*/ 13330 w 1088296"/>
                <a:gd name="csY26" fmla="*/ 423044 h 2804999"/>
                <a:gd name="csX27" fmla="*/ 16502 w 1088296"/>
                <a:gd name="csY27" fmla="*/ 410357 h 2804999"/>
                <a:gd name="csX28" fmla="*/ 16502 w 1088296"/>
                <a:gd name="csY28" fmla="*/ 410357 h 2804999"/>
                <a:gd name="csX29" fmla="*/ 19991 w 1088296"/>
                <a:gd name="csY29" fmla="*/ 397344 h 2804999"/>
                <a:gd name="csX30" fmla="*/ 19991 w 1088296"/>
                <a:gd name="csY30" fmla="*/ 397344 h 2804999"/>
                <a:gd name="csX31" fmla="*/ 27612 w 1088296"/>
                <a:gd name="csY31" fmla="*/ 371952 h 2804999"/>
                <a:gd name="csX32" fmla="*/ 27929 w 1088296"/>
                <a:gd name="csY32" fmla="*/ 371952 h 2804999"/>
                <a:gd name="csX33" fmla="*/ 392278 w 1088296"/>
                <a:gd name="csY33" fmla="*/ 21260 h 2804999"/>
                <a:gd name="csX34" fmla="*/ 392595 w 1088296"/>
                <a:gd name="csY34" fmla="*/ 21260 h 2804999"/>
                <a:gd name="csX35" fmla="*/ 432268 w 1088296"/>
                <a:gd name="csY35" fmla="*/ 11419 h 2804999"/>
                <a:gd name="csX36" fmla="*/ 432268 w 1088296"/>
                <a:gd name="csY36" fmla="*/ 11419 h 2804999"/>
                <a:gd name="csX37" fmla="*/ 445916 w 1088296"/>
                <a:gd name="csY37" fmla="*/ 8881 h 2804999"/>
                <a:gd name="csX38" fmla="*/ 445916 w 1088296"/>
                <a:gd name="csY38" fmla="*/ 8881 h 2804999"/>
                <a:gd name="csX39" fmla="*/ 459563 w 1088296"/>
                <a:gd name="csY39" fmla="*/ 6335 h 2804999"/>
                <a:gd name="csX40" fmla="*/ 459563 w 1088296"/>
                <a:gd name="csY40" fmla="*/ 6335 h 2804999"/>
                <a:gd name="csX41" fmla="*/ 487175 w 1088296"/>
                <a:gd name="csY41" fmla="*/ 2855 h 2804999"/>
                <a:gd name="csX42" fmla="*/ 487175 w 1088296"/>
                <a:gd name="csY42" fmla="*/ 2855 h 2804999"/>
                <a:gd name="csX43" fmla="*/ 501140 w 1088296"/>
                <a:gd name="csY43" fmla="*/ 1586 h 2804999"/>
                <a:gd name="csX44" fmla="*/ 501140 w 1088296"/>
                <a:gd name="csY44" fmla="*/ 1586 h 2804999"/>
                <a:gd name="csX45" fmla="*/ 529703 w 1088296"/>
                <a:gd name="csY45" fmla="*/ 317 h 2804999"/>
                <a:gd name="csX46" fmla="*/ 529703 w 1088296"/>
                <a:gd name="csY46" fmla="*/ 317 h 2804999"/>
                <a:gd name="csX47" fmla="*/ 543985 w 1088296"/>
                <a:gd name="csY47" fmla="*/ 0 h 2804999"/>
                <a:gd name="csX48" fmla="*/ 543985 w 1088296"/>
                <a:gd name="csY48" fmla="*/ 0 h 2804999"/>
                <a:gd name="csX49" fmla="*/ 558267 w 1088296"/>
                <a:gd name="csY49" fmla="*/ 317 h 2804999"/>
                <a:gd name="csX50" fmla="*/ 558267 w 1088296"/>
                <a:gd name="csY50" fmla="*/ 317 h 2804999"/>
                <a:gd name="csX51" fmla="*/ 586839 w 1088296"/>
                <a:gd name="csY51" fmla="*/ 1586 h 2804999"/>
                <a:gd name="csX52" fmla="*/ 586839 w 1088296"/>
                <a:gd name="csY52" fmla="*/ 1586 h 2804999"/>
                <a:gd name="csX53" fmla="*/ 600795 w 1088296"/>
                <a:gd name="csY53" fmla="*/ 2855 h 2804999"/>
                <a:gd name="csX54" fmla="*/ 600795 w 1088296"/>
                <a:gd name="csY54" fmla="*/ 2855 h 2804999"/>
                <a:gd name="csX55" fmla="*/ 628733 w 1088296"/>
                <a:gd name="csY55" fmla="*/ 6335 h 2804999"/>
                <a:gd name="csX56" fmla="*/ 628733 w 1088296"/>
                <a:gd name="csY56" fmla="*/ 6335 h 2804999"/>
                <a:gd name="csX57" fmla="*/ 642380 w 1088296"/>
                <a:gd name="csY57" fmla="*/ 8881 h 2804999"/>
                <a:gd name="csX58" fmla="*/ 642380 w 1088296"/>
                <a:gd name="csY58" fmla="*/ 8881 h 2804999"/>
                <a:gd name="csX59" fmla="*/ 655711 w 1088296"/>
                <a:gd name="csY59" fmla="*/ 11419 h 2804999"/>
                <a:gd name="csX60" fmla="*/ 655711 w 1088296"/>
                <a:gd name="csY60" fmla="*/ 11419 h 2804999"/>
                <a:gd name="csX61" fmla="*/ 695701 w 1088296"/>
                <a:gd name="csY61" fmla="*/ 21260 h 2804999"/>
                <a:gd name="csX62" fmla="*/ 695701 w 1088296"/>
                <a:gd name="csY62" fmla="*/ 21260 h 2804999"/>
                <a:gd name="csX63" fmla="*/ 1060367 w 1088296"/>
                <a:gd name="csY63" fmla="*/ 371952 h 2804999"/>
                <a:gd name="csX64" fmla="*/ 1060367 w 1088296"/>
                <a:gd name="csY64" fmla="*/ 371952 h 2804999"/>
                <a:gd name="csX65" fmla="*/ 1067988 w 1088296"/>
                <a:gd name="csY65" fmla="*/ 397344 h 2804999"/>
                <a:gd name="csX66" fmla="*/ 1067988 w 1088296"/>
                <a:gd name="csY66" fmla="*/ 397344 h 2804999"/>
                <a:gd name="csX67" fmla="*/ 1071468 w 1088296"/>
                <a:gd name="csY67" fmla="*/ 410357 h 2804999"/>
                <a:gd name="csX68" fmla="*/ 1071468 w 1088296"/>
                <a:gd name="csY68" fmla="*/ 410357 h 2804999"/>
                <a:gd name="csX69" fmla="*/ 1074649 w 1088296"/>
                <a:gd name="csY69" fmla="*/ 423044 h 2804999"/>
                <a:gd name="csX70" fmla="*/ 1074649 w 1088296"/>
                <a:gd name="csY70" fmla="*/ 423044 h 2804999"/>
                <a:gd name="csX71" fmla="*/ 1077495 w 1088296"/>
                <a:gd name="csY71" fmla="*/ 436383 h 2804999"/>
                <a:gd name="csX72" fmla="*/ 1077495 w 1088296"/>
                <a:gd name="csY72" fmla="*/ 436383 h 2804999"/>
                <a:gd name="csX73" fmla="*/ 1079724 w 1088296"/>
                <a:gd name="csY73" fmla="*/ 449396 h 2804999"/>
                <a:gd name="csX74" fmla="*/ 1079724 w 1088296"/>
                <a:gd name="csY74" fmla="*/ 449396 h 2804999"/>
                <a:gd name="csX75" fmla="*/ 1081944 w 1088296"/>
                <a:gd name="csY75" fmla="*/ 462727 h 2804999"/>
                <a:gd name="csX76" fmla="*/ 1081944 w 1088296"/>
                <a:gd name="csY76" fmla="*/ 462727 h 2804999"/>
                <a:gd name="csX77" fmla="*/ 1083856 w 1088296"/>
                <a:gd name="csY77" fmla="*/ 476057 h 2804999"/>
                <a:gd name="csX78" fmla="*/ 1083856 w 1088296"/>
                <a:gd name="csY78" fmla="*/ 476057 h 2804999"/>
                <a:gd name="csX79" fmla="*/ 1085450 w 1088296"/>
                <a:gd name="csY79" fmla="*/ 489396 h 2804999"/>
                <a:gd name="csX80" fmla="*/ 1085450 w 1088296"/>
                <a:gd name="csY80" fmla="*/ 489396 h 2804999"/>
                <a:gd name="csX81" fmla="*/ 1086710 w 1088296"/>
                <a:gd name="csY81" fmla="*/ 503043 h 2804999"/>
                <a:gd name="csX82" fmla="*/ 1086710 w 1088296"/>
                <a:gd name="csY82" fmla="*/ 503043 h 2804999"/>
                <a:gd name="csX83" fmla="*/ 1087344 w 1088296"/>
                <a:gd name="csY83" fmla="*/ 516690 h 2804999"/>
                <a:gd name="csX84" fmla="*/ 1087344 w 1088296"/>
                <a:gd name="csY84" fmla="*/ 516690 h 2804999"/>
                <a:gd name="csX85" fmla="*/ 1087979 w 1088296"/>
                <a:gd name="csY85" fmla="*/ 530346 h 2804999"/>
                <a:gd name="csX86" fmla="*/ 1087979 w 1088296"/>
                <a:gd name="csY86" fmla="*/ 530346 h 2804999"/>
                <a:gd name="csX87" fmla="*/ 1088296 w 1088296"/>
                <a:gd name="csY87" fmla="*/ 544311 h 2804999"/>
                <a:gd name="csX88" fmla="*/ 1088296 w 1088296"/>
                <a:gd name="csY88" fmla="*/ 544311 h 2804999"/>
                <a:gd name="csX89" fmla="*/ 1087979 w 1088296"/>
                <a:gd name="csY89" fmla="*/ 547157 h 2804999"/>
                <a:gd name="csX90" fmla="*/ 1087979 w 1088296"/>
                <a:gd name="csY90" fmla="*/ 552558 h 2804999"/>
                <a:gd name="csX91" fmla="*/ 1087979 w 1088296"/>
                <a:gd name="csY91" fmla="*/ 559870 h 2804999"/>
                <a:gd name="csX92" fmla="*/ 1087979 w 1088296"/>
                <a:gd name="csY92" fmla="*/ 559870 h 2804999"/>
                <a:gd name="csX93" fmla="*/ 898501 w 1088296"/>
                <a:gd name="csY93" fmla="*/ 1046719 h 2804999"/>
                <a:gd name="csX94" fmla="*/ 827092 w 1088296"/>
                <a:gd name="csY94" fmla="*/ 1405667 h 2804999"/>
                <a:gd name="csX95" fmla="*/ 897232 w 1088296"/>
                <a:gd name="csY95" fmla="*/ 1755734 h 2804999"/>
                <a:gd name="csX96" fmla="*/ 1087344 w 1088296"/>
                <a:gd name="csY96" fmla="*/ 2228627 h 2804999"/>
                <a:gd name="csX97" fmla="*/ 1087662 w 1088296"/>
                <a:gd name="csY97" fmla="*/ 2238777 h 2804999"/>
                <a:gd name="csX98" fmla="*/ 1087979 w 1088296"/>
                <a:gd name="csY98" fmla="*/ 2243552 h 2804999"/>
                <a:gd name="csX99" fmla="*/ 1087979 w 1088296"/>
                <a:gd name="csY99" fmla="*/ 2260680 h 2804999"/>
                <a:gd name="csX100" fmla="*/ 1088296 w 1088296"/>
                <a:gd name="csY100" fmla="*/ 2260997 h 2804999"/>
                <a:gd name="csX101" fmla="*/ 1088296 w 1088296"/>
                <a:gd name="csY101" fmla="*/ 2260997 h 2804999"/>
                <a:gd name="csX102" fmla="*/ 1087979 w 1088296"/>
                <a:gd name="csY102" fmla="*/ 2274644 h 2804999"/>
                <a:gd name="csX103" fmla="*/ 1087979 w 1088296"/>
                <a:gd name="csY103" fmla="*/ 2274644 h 2804999"/>
                <a:gd name="csX104" fmla="*/ 1087344 w 1088296"/>
                <a:gd name="csY104" fmla="*/ 2288292 h 2804999"/>
                <a:gd name="csX105" fmla="*/ 1087344 w 1088296"/>
                <a:gd name="csY105" fmla="*/ 2288292 h 2804999"/>
                <a:gd name="csX106" fmla="*/ 1086710 w 1088296"/>
                <a:gd name="csY106" fmla="*/ 2301939 h 2804999"/>
                <a:gd name="csX107" fmla="*/ 1086710 w 1088296"/>
                <a:gd name="csY107" fmla="*/ 2301939 h 2804999"/>
                <a:gd name="csX108" fmla="*/ 1085450 w 1088296"/>
                <a:gd name="csY108" fmla="*/ 2315587 h 2804999"/>
                <a:gd name="csX109" fmla="*/ 1085450 w 1088296"/>
                <a:gd name="csY109" fmla="*/ 2315587 h 2804999"/>
                <a:gd name="csX110" fmla="*/ 1083856 w 1088296"/>
                <a:gd name="csY110" fmla="*/ 2328917 h 2804999"/>
                <a:gd name="csX111" fmla="*/ 1083856 w 1088296"/>
                <a:gd name="csY111" fmla="*/ 2328917 h 2804999"/>
                <a:gd name="csX112" fmla="*/ 1081944 w 1088296"/>
                <a:gd name="csY112" fmla="*/ 2342582 h 2804999"/>
                <a:gd name="csX113" fmla="*/ 1081944 w 1088296"/>
                <a:gd name="csY113" fmla="*/ 2342582 h 2804999"/>
                <a:gd name="csX114" fmla="*/ 1079724 w 1088296"/>
                <a:gd name="csY114" fmla="*/ 2355577 h 2804999"/>
                <a:gd name="csX115" fmla="*/ 1079724 w 1088296"/>
                <a:gd name="csY115" fmla="*/ 2355577 h 2804999"/>
                <a:gd name="csX116" fmla="*/ 1077495 w 1088296"/>
                <a:gd name="csY116" fmla="*/ 2368908 h 2804999"/>
                <a:gd name="csX117" fmla="*/ 1077495 w 1088296"/>
                <a:gd name="csY117" fmla="*/ 2368908 h 2804999"/>
                <a:gd name="csX118" fmla="*/ 1074649 w 1088296"/>
                <a:gd name="csY118" fmla="*/ 2381938 h 2804999"/>
                <a:gd name="csX119" fmla="*/ 1074649 w 1088296"/>
                <a:gd name="csY119" fmla="*/ 2381938 h 2804999"/>
                <a:gd name="csX120" fmla="*/ 1071468 w 1088296"/>
                <a:gd name="csY120" fmla="*/ 2394959 h 2804999"/>
                <a:gd name="csX121" fmla="*/ 1071468 w 1088296"/>
                <a:gd name="csY121" fmla="*/ 2394959 h 2804999"/>
                <a:gd name="csX122" fmla="*/ 1067988 w 1088296"/>
                <a:gd name="csY122" fmla="*/ 2407655 h 2804999"/>
                <a:gd name="csX123" fmla="*/ 1067988 w 1088296"/>
                <a:gd name="csY123" fmla="*/ 2407655 h 2804999"/>
                <a:gd name="csX124" fmla="*/ 1060367 w 1088296"/>
                <a:gd name="csY124" fmla="*/ 2433039 h 2804999"/>
                <a:gd name="csX125" fmla="*/ 1060367 w 1088296"/>
                <a:gd name="csY125" fmla="*/ 2433039 h 2804999"/>
                <a:gd name="csX126" fmla="*/ 695701 w 1088296"/>
                <a:gd name="csY126" fmla="*/ 2784040 h 2804999"/>
                <a:gd name="csX127" fmla="*/ 695701 w 1088296"/>
                <a:gd name="csY127" fmla="*/ 2784040 h 2804999"/>
                <a:gd name="csX128" fmla="*/ 655711 w 1088296"/>
                <a:gd name="csY128" fmla="*/ 2793881 h 2804999"/>
                <a:gd name="csX129" fmla="*/ 655711 w 1088296"/>
                <a:gd name="csY129" fmla="*/ 2793881 h 2804999"/>
                <a:gd name="csX130" fmla="*/ 642380 w 1088296"/>
                <a:gd name="csY130" fmla="*/ 2796427 h 2804999"/>
                <a:gd name="csX131" fmla="*/ 642380 w 1088296"/>
                <a:gd name="csY131" fmla="*/ 2796427 h 2804999"/>
                <a:gd name="csX132" fmla="*/ 628733 w 1088296"/>
                <a:gd name="csY132" fmla="*/ 2798655 h 2804999"/>
                <a:gd name="csX133" fmla="*/ 628733 w 1088296"/>
                <a:gd name="csY133" fmla="*/ 2798655 h 2804999"/>
                <a:gd name="csX134" fmla="*/ 600795 w 1088296"/>
                <a:gd name="csY134" fmla="*/ 2802136 h 2804999"/>
                <a:gd name="csX135" fmla="*/ 600795 w 1088296"/>
                <a:gd name="csY135" fmla="*/ 2802136 h 2804999"/>
                <a:gd name="csX136" fmla="*/ 586839 w 1088296"/>
                <a:gd name="csY136" fmla="*/ 2803405 h 2804999"/>
                <a:gd name="csX137" fmla="*/ 586839 w 1088296"/>
                <a:gd name="csY137" fmla="*/ 2803405 h 2804999"/>
                <a:gd name="csX138" fmla="*/ 558267 w 1088296"/>
                <a:gd name="csY138" fmla="*/ 2805000 h 2804999"/>
                <a:gd name="csX139" fmla="*/ 558267 w 1088296"/>
                <a:gd name="csY139" fmla="*/ 2805000 h 2804999"/>
                <a:gd name="csX140" fmla="*/ 543985 w 1088296"/>
                <a:gd name="csY140" fmla="*/ 2805000 h 2804999"/>
                <a:gd name="csX141" fmla="*/ 543985 w 1088296"/>
                <a:gd name="csY141" fmla="*/ 2805000 h 2804999"/>
                <a:gd name="csX142" fmla="*/ 529703 w 1088296"/>
                <a:gd name="csY142" fmla="*/ 2805000 h 2804999"/>
                <a:gd name="csX143" fmla="*/ 529703 w 1088296"/>
                <a:gd name="csY143" fmla="*/ 2805000 h 2804999"/>
                <a:gd name="csX144" fmla="*/ 501140 w 1088296"/>
                <a:gd name="csY144" fmla="*/ 2803405 h 2804999"/>
                <a:gd name="csX145" fmla="*/ 501140 w 1088296"/>
                <a:gd name="csY145" fmla="*/ 2803405 h 2804999"/>
                <a:gd name="csX146" fmla="*/ 487175 w 1088296"/>
                <a:gd name="csY146" fmla="*/ 2802136 h 2804999"/>
                <a:gd name="csX147" fmla="*/ 487175 w 1088296"/>
                <a:gd name="csY147" fmla="*/ 2802136 h 2804999"/>
                <a:gd name="csX148" fmla="*/ 459563 w 1088296"/>
                <a:gd name="csY148" fmla="*/ 2798655 h 2804999"/>
                <a:gd name="csX149" fmla="*/ 459563 w 1088296"/>
                <a:gd name="csY149" fmla="*/ 2798655 h 2804999"/>
                <a:gd name="csX150" fmla="*/ 445916 w 1088296"/>
                <a:gd name="csY150" fmla="*/ 2796427 h 2804999"/>
                <a:gd name="csX151" fmla="*/ 445916 w 1088296"/>
                <a:gd name="csY151" fmla="*/ 2796427 h 2804999"/>
                <a:gd name="csX152" fmla="*/ 432268 w 1088296"/>
                <a:gd name="csY152" fmla="*/ 2793881 h 2804999"/>
                <a:gd name="csX153" fmla="*/ 432268 w 1088296"/>
                <a:gd name="csY153" fmla="*/ 2793881 h 2804999"/>
                <a:gd name="csX154" fmla="*/ 392595 w 1088296"/>
                <a:gd name="csY154" fmla="*/ 2784040 h 2804999"/>
                <a:gd name="csX155" fmla="*/ 392278 w 1088296"/>
                <a:gd name="csY155" fmla="*/ 2784040 h 2804999"/>
                <a:gd name="csX156" fmla="*/ 27929 w 1088296"/>
                <a:gd name="csY156" fmla="*/ 2433039 h 2804999"/>
                <a:gd name="csX157" fmla="*/ 27612 w 1088296"/>
                <a:gd name="csY157" fmla="*/ 2433039 h 2804999"/>
                <a:gd name="csX158" fmla="*/ 19991 w 1088296"/>
                <a:gd name="csY158" fmla="*/ 2407655 h 2804999"/>
                <a:gd name="csX159" fmla="*/ 19991 w 1088296"/>
                <a:gd name="csY159" fmla="*/ 2407655 h 2804999"/>
                <a:gd name="csX160" fmla="*/ 16502 w 1088296"/>
                <a:gd name="csY160" fmla="*/ 2394959 h 2804999"/>
                <a:gd name="csX161" fmla="*/ 16502 w 1088296"/>
                <a:gd name="csY161" fmla="*/ 2394959 h 2804999"/>
                <a:gd name="csX162" fmla="*/ 13330 w 1088296"/>
                <a:gd name="csY162" fmla="*/ 2381938 h 2804999"/>
                <a:gd name="csX163" fmla="*/ 13330 w 1088296"/>
                <a:gd name="csY163" fmla="*/ 2381938 h 2804999"/>
                <a:gd name="csX164" fmla="*/ 10793 w 1088296"/>
                <a:gd name="csY164" fmla="*/ 2368908 h 2804999"/>
                <a:gd name="csX165" fmla="*/ 10793 w 1088296"/>
                <a:gd name="csY165" fmla="*/ 2368908 h 2804999"/>
                <a:gd name="csX166" fmla="*/ 8255 w 1088296"/>
                <a:gd name="csY166" fmla="*/ 2355577 h 2804999"/>
                <a:gd name="csX167" fmla="*/ 8255 w 1088296"/>
                <a:gd name="csY167" fmla="*/ 2355577 h 2804999"/>
                <a:gd name="csX168" fmla="*/ 6035 w 1088296"/>
                <a:gd name="csY168" fmla="*/ 2342582 h 2804999"/>
                <a:gd name="csX169" fmla="*/ 6035 w 1088296"/>
                <a:gd name="csY169" fmla="*/ 2342582 h 2804999"/>
                <a:gd name="csX170" fmla="*/ 4123 w 1088296"/>
                <a:gd name="csY170" fmla="*/ 2328917 h 2804999"/>
                <a:gd name="csX171" fmla="*/ 4123 w 1088296"/>
                <a:gd name="csY171" fmla="*/ 2328917 h 2804999"/>
                <a:gd name="csX172" fmla="*/ 2529 w 1088296"/>
                <a:gd name="csY172" fmla="*/ 2315587 h 2804999"/>
                <a:gd name="csX173" fmla="*/ 2529 w 1088296"/>
                <a:gd name="csY173" fmla="*/ 2315587 h 2804999"/>
                <a:gd name="csX174" fmla="*/ 1586 w 1088296"/>
                <a:gd name="csY174" fmla="*/ 2301939 h 2804999"/>
                <a:gd name="csX175" fmla="*/ 1586 w 1088296"/>
                <a:gd name="csY175" fmla="*/ 2301939 h 2804999"/>
                <a:gd name="csX176" fmla="*/ 634 w 1088296"/>
                <a:gd name="csY176" fmla="*/ 2288292 h 2804999"/>
                <a:gd name="csX177" fmla="*/ 634 w 1088296"/>
                <a:gd name="csY177" fmla="*/ 2288292 h 2804999"/>
                <a:gd name="csX178" fmla="*/ 0 w 1088296"/>
                <a:gd name="csY178" fmla="*/ 2274644 h 2804999"/>
                <a:gd name="csX179" fmla="*/ 0 w 1088296"/>
                <a:gd name="csY179" fmla="*/ 2274644 h 2804999"/>
                <a:gd name="csX180" fmla="*/ 0 w 1088296"/>
                <a:gd name="csY180" fmla="*/ 2260997 h 2804999"/>
                <a:gd name="csX181" fmla="*/ 0 w 1088296"/>
                <a:gd name="csY181" fmla="*/ 2260997 h 2804999"/>
                <a:gd name="csX182" fmla="*/ 0 w 1088296"/>
                <a:gd name="csY182" fmla="*/ 2260680 h 2804999"/>
                <a:gd name="csX183" fmla="*/ 317 w 1088296"/>
                <a:gd name="csY183" fmla="*/ 2243552 h 2804999"/>
                <a:gd name="csX184" fmla="*/ 317 w 1088296"/>
                <a:gd name="csY184" fmla="*/ 2238777 h 2804999"/>
                <a:gd name="csX185" fmla="*/ 952 w 1088296"/>
                <a:gd name="csY185" fmla="*/ 2228627 h 2804999"/>
                <a:gd name="csX186" fmla="*/ 190738 w 1088296"/>
                <a:gd name="csY186" fmla="*/ 1755742 h 2804999"/>
                <a:gd name="csX187" fmla="*/ 190738 w 1088296"/>
                <a:gd name="csY187" fmla="*/ 1755742 h 2804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1088296" h="2804999">
                  <a:moveTo>
                    <a:pt x="190738" y="1755742"/>
                  </a:moveTo>
                  <a:cubicBezTo>
                    <a:pt x="229452" y="1661479"/>
                    <a:pt x="258967" y="1551657"/>
                    <a:pt x="260878" y="1406944"/>
                  </a:cubicBezTo>
                  <a:cubicBezTo>
                    <a:pt x="260244" y="1256506"/>
                    <a:pt x="229452" y="1143520"/>
                    <a:pt x="189469" y="1046719"/>
                  </a:cubicBezTo>
                  <a:cubicBezTo>
                    <a:pt x="115514" y="883267"/>
                    <a:pt x="11419" y="768696"/>
                    <a:pt x="952" y="576681"/>
                  </a:cubicBezTo>
                  <a:cubicBezTo>
                    <a:pt x="634" y="573200"/>
                    <a:pt x="634" y="569694"/>
                    <a:pt x="317" y="566531"/>
                  </a:cubicBezTo>
                  <a:lnTo>
                    <a:pt x="317" y="561764"/>
                  </a:lnTo>
                  <a:cubicBezTo>
                    <a:pt x="0" y="556047"/>
                    <a:pt x="0" y="550338"/>
                    <a:pt x="0" y="544311"/>
                  </a:cubicBezTo>
                  <a:lnTo>
                    <a:pt x="0" y="544311"/>
                  </a:lnTo>
                  <a:lnTo>
                    <a:pt x="0" y="544311"/>
                  </a:lnTo>
                  <a:cubicBezTo>
                    <a:pt x="0" y="539545"/>
                    <a:pt x="0" y="535104"/>
                    <a:pt x="0" y="530346"/>
                  </a:cubicBezTo>
                  <a:lnTo>
                    <a:pt x="0" y="530346"/>
                  </a:lnTo>
                  <a:cubicBezTo>
                    <a:pt x="317" y="525897"/>
                    <a:pt x="317" y="521139"/>
                    <a:pt x="634" y="516690"/>
                  </a:cubicBezTo>
                  <a:lnTo>
                    <a:pt x="634" y="516690"/>
                  </a:lnTo>
                  <a:cubicBezTo>
                    <a:pt x="952" y="512250"/>
                    <a:pt x="1269" y="507492"/>
                    <a:pt x="1586" y="503043"/>
                  </a:cubicBezTo>
                  <a:lnTo>
                    <a:pt x="1586" y="503043"/>
                  </a:lnTo>
                  <a:cubicBezTo>
                    <a:pt x="1895" y="498594"/>
                    <a:pt x="2212" y="494153"/>
                    <a:pt x="2529" y="489396"/>
                  </a:cubicBezTo>
                  <a:lnTo>
                    <a:pt x="2529" y="489396"/>
                  </a:lnTo>
                  <a:cubicBezTo>
                    <a:pt x="3163" y="484946"/>
                    <a:pt x="3480" y="480506"/>
                    <a:pt x="4123" y="476057"/>
                  </a:cubicBezTo>
                  <a:lnTo>
                    <a:pt x="4123" y="476057"/>
                  </a:lnTo>
                  <a:cubicBezTo>
                    <a:pt x="4749" y="471616"/>
                    <a:pt x="5392" y="467175"/>
                    <a:pt x="6035" y="462727"/>
                  </a:cubicBezTo>
                  <a:lnTo>
                    <a:pt x="6035" y="462727"/>
                  </a:lnTo>
                  <a:cubicBezTo>
                    <a:pt x="6661" y="458286"/>
                    <a:pt x="7295" y="453845"/>
                    <a:pt x="8255" y="449396"/>
                  </a:cubicBezTo>
                  <a:lnTo>
                    <a:pt x="8255" y="449396"/>
                  </a:lnTo>
                  <a:cubicBezTo>
                    <a:pt x="8881" y="444947"/>
                    <a:pt x="9841" y="440507"/>
                    <a:pt x="10793" y="436383"/>
                  </a:cubicBezTo>
                  <a:lnTo>
                    <a:pt x="10793" y="436383"/>
                  </a:lnTo>
                  <a:cubicBezTo>
                    <a:pt x="11427" y="431934"/>
                    <a:pt x="12387" y="427493"/>
                    <a:pt x="13330" y="423044"/>
                  </a:cubicBezTo>
                  <a:lnTo>
                    <a:pt x="13330" y="423044"/>
                  </a:lnTo>
                  <a:cubicBezTo>
                    <a:pt x="14599" y="418930"/>
                    <a:pt x="15550" y="414480"/>
                    <a:pt x="16502" y="410357"/>
                  </a:cubicBezTo>
                  <a:lnTo>
                    <a:pt x="16502" y="410357"/>
                  </a:lnTo>
                  <a:cubicBezTo>
                    <a:pt x="17779" y="405916"/>
                    <a:pt x="18731" y="401476"/>
                    <a:pt x="19991" y="397344"/>
                  </a:cubicBezTo>
                  <a:lnTo>
                    <a:pt x="19991" y="397344"/>
                  </a:lnTo>
                  <a:cubicBezTo>
                    <a:pt x="22529" y="388780"/>
                    <a:pt x="25075" y="380516"/>
                    <a:pt x="27612" y="371952"/>
                  </a:cubicBezTo>
                  <a:lnTo>
                    <a:pt x="27929" y="371952"/>
                  </a:lnTo>
                  <a:cubicBezTo>
                    <a:pt x="83470" y="204694"/>
                    <a:pt x="218359" y="71075"/>
                    <a:pt x="392278" y="21260"/>
                  </a:cubicBezTo>
                  <a:lnTo>
                    <a:pt x="392595" y="21260"/>
                  </a:lnTo>
                  <a:cubicBezTo>
                    <a:pt x="405608" y="17445"/>
                    <a:pt x="418612" y="14273"/>
                    <a:pt x="432268" y="11419"/>
                  </a:cubicBezTo>
                  <a:lnTo>
                    <a:pt x="432268" y="11419"/>
                  </a:lnTo>
                  <a:cubicBezTo>
                    <a:pt x="436709" y="10476"/>
                    <a:pt x="441149" y="9515"/>
                    <a:pt x="445916" y="8881"/>
                  </a:cubicBezTo>
                  <a:lnTo>
                    <a:pt x="445916" y="8881"/>
                  </a:lnTo>
                  <a:cubicBezTo>
                    <a:pt x="450365" y="7930"/>
                    <a:pt x="454797" y="7287"/>
                    <a:pt x="459563" y="6335"/>
                  </a:cubicBezTo>
                  <a:lnTo>
                    <a:pt x="459563" y="6335"/>
                  </a:lnTo>
                  <a:cubicBezTo>
                    <a:pt x="468453" y="5075"/>
                    <a:pt x="477977" y="3798"/>
                    <a:pt x="487175" y="2855"/>
                  </a:cubicBezTo>
                  <a:lnTo>
                    <a:pt x="487175" y="2855"/>
                  </a:lnTo>
                  <a:cubicBezTo>
                    <a:pt x="491941" y="2538"/>
                    <a:pt x="496382" y="1903"/>
                    <a:pt x="501140" y="1586"/>
                  </a:cubicBezTo>
                  <a:lnTo>
                    <a:pt x="501140" y="1586"/>
                  </a:lnTo>
                  <a:cubicBezTo>
                    <a:pt x="510664" y="952"/>
                    <a:pt x="520188" y="634"/>
                    <a:pt x="529703" y="317"/>
                  </a:cubicBezTo>
                  <a:lnTo>
                    <a:pt x="529703" y="317"/>
                  </a:lnTo>
                  <a:cubicBezTo>
                    <a:pt x="534470" y="0"/>
                    <a:pt x="539227" y="0"/>
                    <a:pt x="543985" y="0"/>
                  </a:cubicBezTo>
                  <a:lnTo>
                    <a:pt x="543985" y="0"/>
                  </a:lnTo>
                  <a:cubicBezTo>
                    <a:pt x="548751" y="0"/>
                    <a:pt x="553509" y="0"/>
                    <a:pt x="558267" y="317"/>
                  </a:cubicBezTo>
                  <a:lnTo>
                    <a:pt x="558267" y="317"/>
                  </a:lnTo>
                  <a:cubicBezTo>
                    <a:pt x="568108" y="634"/>
                    <a:pt x="577315" y="952"/>
                    <a:pt x="586839" y="1586"/>
                  </a:cubicBezTo>
                  <a:lnTo>
                    <a:pt x="586839" y="1586"/>
                  </a:lnTo>
                  <a:cubicBezTo>
                    <a:pt x="591597" y="1903"/>
                    <a:pt x="596355" y="2538"/>
                    <a:pt x="600795" y="2855"/>
                  </a:cubicBezTo>
                  <a:lnTo>
                    <a:pt x="600795" y="2855"/>
                  </a:lnTo>
                  <a:cubicBezTo>
                    <a:pt x="610319" y="3798"/>
                    <a:pt x="619517" y="5075"/>
                    <a:pt x="628733" y="6335"/>
                  </a:cubicBezTo>
                  <a:lnTo>
                    <a:pt x="628733" y="6335"/>
                  </a:lnTo>
                  <a:cubicBezTo>
                    <a:pt x="633182" y="7287"/>
                    <a:pt x="637614" y="7930"/>
                    <a:pt x="642380" y="8881"/>
                  </a:cubicBezTo>
                  <a:lnTo>
                    <a:pt x="642380" y="8881"/>
                  </a:lnTo>
                  <a:cubicBezTo>
                    <a:pt x="646829" y="9515"/>
                    <a:pt x="651270" y="10476"/>
                    <a:pt x="655711" y="11419"/>
                  </a:cubicBezTo>
                  <a:lnTo>
                    <a:pt x="655711" y="11419"/>
                  </a:lnTo>
                  <a:cubicBezTo>
                    <a:pt x="669367" y="14282"/>
                    <a:pt x="682688" y="17445"/>
                    <a:pt x="695701" y="21260"/>
                  </a:cubicBezTo>
                  <a:lnTo>
                    <a:pt x="695701" y="21260"/>
                  </a:lnTo>
                  <a:cubicBezTo>
                    <a:pt x="869620" y="71075"/>
                    <a:pt x="1004500" y="204694"/>
                    <a:pt x="1060367" y="371952"/>
                  </a:cubicBezTo>
                  <a:lnTo>
                    <a:pt x="1060367" y="371952"/>
                  </a:lnTo>
                  <a:cubicBezTo>
                    <a:pt x="1063222" y="380516"/>
                    <a:pt x="1065759" y="388780"/>
                    <a:pt x="1067988" y="397344"/>
                  </a:cubicBezTo>
                  <a:lnTo>
                    <a:pt x="1067988" y="397344"/>
                  </a:lnTo>
                  <a:cubicBezTo>
                    <a:pt x="1069248" y="401467"/>
                    <a:pt x="1070517" y="405916"/>
                    <a:pt x="1071468" y="410357"/>
                  </a:cubicBezTo>
                  <a:lnTo>
                    <a:pt x="1071468" y="410357"/>
                  </a:lnTo>
                  <a:cubicBezTo>
                    <a:pt x="1072420" y="414480"/>
                    <a:pt x="1073697" y="418930"/>
                    <a:pt x="1074649" y="423044"/>
                  </a:cubicBezTo>
                  <a:lnTo>
                    <a:pt x="1074649" y="423044"/>
                  </a:lnTo>
                  <a:cubicBezTo>
                    <a:pt x="1075592" y="427493"/>
                    <a:pt x="1076552" y="431934"/>
                    <a:pt x="1077495" y="436383"/>
                  </a:cubicBezTo>
                  <a:lnTo>
                    <a:pt x="1077495" y="436383"/>
                  </a:lnTo>
                  <a:cubicBezTo>
                    <a:pt x="1078138" y="440498"/>
                    <a:pt x="1079089" y="444947"/>
                    <a:pt x="1079724" y="449396"/>
                  </a:cubicBezTo>
                  <a:lnTo>
                    <a:pt x="1079724" y="449396"/>
                  </a:lnTo>
                  <a:cubicBezTo>
                    <a:pt x="1080675" y="453837"/>
                    <a:pt x="1081318" y="458286"/>
                    <a:pt x="1081944" y="462727"/>
                  </a:cubicBezTo>
                  <a:lnTo>
                    <a:pt x="1081944" y="462727"/>
                  </a:lnTo>
                  <a:cubicBezTo>
                    <a:pt x="1082578" y="467167"/>
                    <a:pt x="1083213" y="471616"/>
                    <a:pt x="1083856" y="476057"/>
                  </a:cubicBezTo>
                  <a:lnTo>
                    <a:pt x="1083856" y="476057"/>
                  </a:lnTo>
                  <a:cubicBezTo>
                    <a:pt x="1084490" y="480497"/>
                    <a:pt x="1084807" y="484946"/>
                    <a:pt x="1085450" y="489396"/>
                  </a:cubicBezTo>
                  <a:lnTo>
                    <a:pt x="1085450" y="489396"/>
                  </a:lnTo>
                  <a:cubicBezTo>
                    <a:pt x="1085759" y="494153"/>
                    <a:pt x="1086393" y="498594"/>
                    <a:pt x="1086710" y="503043"/>
                  </a:cubicBezTo>
                  <a:lnTo>
                    <a:pt x="1086710" y="503043"/>
                  </a:lnTo>
                  <a:cubicBezTo>
                    <a:pt x="1087027" y="507492"/>
                    <a:pt x="1087344" y="512250"/>
                    <a:pt x="1087344" y="516690"/>
                  </a:cubicBezTo>
                  <a:lnTo>
                    <a:pt x="1087344" y="516690"/>
                  </a:lnTo>
                  <a:cubicBezTo>
                    <a:pt x="1087662" y="521139"/>
                    <a:pt x="1087979" y="525897"/>
                    <a:pt x="1087979" y="530346"/>
                  </a:cubicBezTo>
                  <a:lnTo>
                    <a:pt x="1087979" y="530346"/>
                  </a:lnTo>
                  <a:cubicBezTo>
                    <a:pt x="1087979" y="535104"/>
                    <a:pt x="1088296" y="539545"/>
                    <a:pt x="1088296" y="544311"/>
                  </a:cubicBezTo>
                  <a:lnTo>
                    <a:pt x="1088296" y="544311"/>
                  </a:lnTo>
                  <a:lnTo>
                    <a:pt x="1087979" y="547157"/>
                  </a:lnTo>
                  <a:cubicBezTo>
                    <a:pt x="1087979" y="548760"/>
                    <a:pt x="1087979" y="550655"/>
                    <a:pt x="1087979" y="552558"/>
                  </a:cubicBezTo>
                  <a:cubicBezTo>
                    <a:pt x="1087979" y="555104"/>
                    <a:pt x="1087979" y="557324"/>
                    <a:pt x="1087979" y="559870"/>
                  </a:cubicBezTo>
                  <a:lnTo>
                    <a:pt x="1087979" y="559870"/>
                  </a:lnTo>
                  <a:cubicBezTo>
                    <a:pt x="1082578" y="762035"/>
                    <a:pt x="974676" y="878827"/>
                    <a:pt x="898501" y="1046719"/>
                  </a:cubicBezTo>
                  <a:cubicBezTo>
                    <a:pt x="858510" y="1143203"/>
                    <a:pt x="828035" y="1255863"/>
                    <a:pt x="827092" y="1405667"/>
                  </a:cubicBezTo>
                  <a:cubicBezTo>
                    <a:pt x="828686" y="1551014"/>
                    <a:pt x="858510" y="1661153"/>
                    <a:pt x="897232" y="1755734"/>
                  </a:cubicBezTo>
                  <a:cubicBezTo>
                    <a:pt x="971504" y="1920454"/>
                    <a:pt x="1076552" y="2035643"/>
                    <a:pt x="1087344" y="2228627"/>
                  </a:cubicBezTo>
                  <a:cubicBezTo>
                    <a:pt x="1087344" y="2232108"/>
                    <a:pt x="1087662" y="2235271"/>
                    <a:pt x="1087662" y="2238777"/>
                  </a:cubicBezTo>
                  <a:lnTo>
                    <a:pt x="1087979" y="2243552"/>
                  </a:lnTo>
                  <a:cubicBezTo>
                    <a:pt x="1087979" y="2249244"/>
                    <a:pt x="1087979" y="2254971"/>
                    <a:pt x="1087979" y="2260680"/>
                  </a:cubicBezTo>
                  <a:lnTo>
                    <a:pt x="1088296" y="2260997"/>
                  </a:lnTo>
                  <a:lnTo>
                    <a:pt x="1088296" y="2260997"/>
                  </a:lnTo>
                  <a:cubicBezTo>
                    <a:pt x="1088296" y="2265455"/>
                    <a:pt x="1087979" y="2270204"/>
                    <a:pt x="1087979" y="2274644"/>
                  </a:cubicBezTo>
                  <a:lnTo>
                    <a:pt x="1087979" y="2274644"/>
                  </a:lnTo>
                  <a:cubicBezTo>
                    <a:pt x="1087979" y="2279419"/>
                    <a:pt x="1087662" y="2283851"/>
                    <a:pt x="1087344" y="2288292"/>
                  </a:cubicBezTo>
                  <a:lnTo>
                    <a:pt x="1087344" y="2288292"/>
                  </a:lnTo>
                  <a:cubicBezTo>
                    <a:pt x="1087344" y="2293050"/>
                    <a:pt x="1087027" y="2297499"/>
                    <a:pt x="1086710" y="2301939"/>
                  </a:cubicBezTo>
                  <a:lnTo>
                    <a:pt x="1086710" y="2301939"/>
                  </a:lnTo>
                  <a:cubicBezTo>
                    <a:pt x="1086393" y="2306714"/>
                    <a:pt x="1085759" y="2311146"/>
                    <a:pt x="1085450" y="2315587"/>
                  </a:cubicBezTo>
                  <a:lnTo>
                    <a:pt x="1085450" y="2315587"/>
                  </a:lnTo>
                  <a:cubicBezTo>
                    <a:pt x="1084816" y="2320045"/>
                    <a:pt x="1084498" y="2324476"/>
                    <a:pt x="1083856" y="2328917"/>
                  </a:cubicBezTo>
                  <a:lnTo>
                    <a:pt x="1083856" y="2328917"/>
                  </a:lnTo>
                  <a:cubicBezTo>
                    <a:pt x="1083221" y="2333375"/>
                    <a:pt x="1082587" y="2338124"/>
                    <a:pt x="1081944" y="2342582"/>
                  </a:cubicBezTo>
                  <a:lnTo>
                    <a:pt x="1081944" y="2342582"/>
                  </a:lnTo>
                  <a:cubicBezTo>
                    <a:pt x="1081318" y="2347022"/>
                    <a:pt x="1080684" y="2351137"/>
                    <a:pt x="1079724" y="2355577"/>
                  </a:cubicBezTo>
                  <a:lnTo>
                    <a:pt x="1079724" y="2355577"/>
                  </a:lnTo>
                  <a:cubicBezTo>
                    <a:pt x="1079089" y="2360035"/>
                    <a:pt x="1078146" y="2364484"/>
                    <a:pt x="1077495" y="2368908"/>
                  </a:cubicBezTo>
                  <a:lnTo>
                    <a:pt x="1077495" y="2368908"/>
                  </a:lnTo>
                  <a:cubicBezTo>
                    <a:pt x="1076552" y="2373365"/>
                    <a:pt x="1075592" y="2377480"/>
                    <a:pt x="1074649" y="2381938"/>
                  </a:cubicBezTo>
                  <a:lnTo>
                    <a:pt x="1074649" y="2381938"/>
                  </a:lnTo>
                  <a:cubicBezTo>
                    <a:pt x="1073697" y="2386387"/>
                    <a:pt x="1072420" y="2390510"/>
                    <a:pt x="1071468" y="2394959"/>
                  </a:cubicBezTo>
                  <a:lnTo>
                    <a:pt x="1071468" y="2394959"/>
                  </a:lnTo>
                  <a:cubicBezTo>
                    <a:pt x="1070517" y="2399083"/>
                    <a:pt x="1069248" y="2403515"/>
                    <a:pt x="1067988" y="2407655"/>
                  </a:cubicBezTo>
                  <a:lnTo>
                    <a:pt x="1067988" y="2407655"/>
                  </a:lnTo>
                  <a:cubicBezTo>
                    <a:pt x="1065759" y="2416211"/>
                    <a:pt x="1063222" y="2424783"/>
                    <a:pt x="1060367" y="2433039"/>
                  </a:cubicBezTo>
                  <a:lnTo>
                    <a:pt x="1060367" y="2433039"/>
                  </a:lnTo>
                  <a:cubicBezTo>
                    <a:pt x="1004500" y="2600605"/>
                    <a:pt x="869620" y="2734216"/>
                    <a:pt x="695701" y="2784040"/>
                  </a:cubicBezTo>
                  <a:lnTo>
                    <a:pt x="695701" y="2784040"/>
                  </a:lnTo>
                  <a:cubicBezTo>
                    <a:pt x="682688" y="2787855"/>
                    <a:pt x="669367" y="2791035"/>
                    <a:pt x="655711" y="2793881"/>
                  </a:cubicBezTo>
                  <a:lnTo>
                    <a:pt x="655711" y="2793881"/>
                  </a:lnTo>
                  <a:cubicBezTo>
                    <a:pt x="651270" y="2794832"/>
                    <a:pt x="646829" y="2795467"/>
                    <a:pt x="642380" y="2796427"/>
                  </a:cubicBezTo>
                  <a:lnTo>
                    <a:pt x="642380" y="2796427"/>
                  </a:lnTo>
                  <a:cubicBezTo>
                    <a:pt x="637614" y="2797061"/>
                    <a:pt x="633182" y="2798021"/>
                    <a:pt x="628733" y="2798655"/>
                  </a:cubicBezTo>
                  <a:lnTo>
                    <a:pt x="628733" y="2798655"/>
                  </a:lnTo>
                  <a:cubicBezTo>
                    <a:pt x="619526" y="2799907"/>
                    <a:pt x="610328" y="2801185"/>
                    <a:pt x="600795" y="2802136"/>
                  </a:cubicBezTo>
                  <a:lnTo>
                    <a:pt x="600795" y="2802136"/>
                  </a:lnTo>
                  <a:cubicBezTo>
                    <a:pt x="596355" y="2802771"/>
                    <a:pt x="591597" y="2803088"/>
                    <a:pt x="586839" y="2803405"/>
                  </a:cubicBezTo>
                  <a:lnTo>
                    <a:pt x="586839" y="2803405"/>
                  </a:lnTo>
                  <a:cubicBezTo>
                    <a:pt x="577315" y="2804039"/>
                    <a:pt x="568117" y="2804674"/>
                    <a:pt x="558267" y="2805000"/>
                  </a:cubicBezTo>
                  <a:lnTo>
                    <a:pt x="558267" y="2805000"/>
                  </a:lnTo>
                  <a:cubicBezTo>
                    <a:pt x="553509" y="2805000"/>
                    <a:pt x="548751" y="2805000"/>
                    <a:pt x="543985" y="2805000"/>
                  </a:cubicBezTo>
                  <a:lnTo>
                    <a:pt x="543985" y="2805000"/>
                  </a:lnTo>
                  <a:cubicBezTo>
                    <a:pt x="539227" y="2805000"/>
                    <a:pt x="534470" y="2805000"/>
                    <a:pt x="529703" y="2805000"/>
                  </a:cubicBezTo>
                  <a:lnTo>
                    <a:pt x="529703" y="2805000"/>
                  </a:lnTo>
                  <a:cubicBezTo>
                    <a:pt x="520188" y="2804682"/>
                    <a:pt x="510664" y="2804048"/>
                    <a:pt x="501140" y="2803405"/>
                  </a:cubicBezTo>
                  <a:lnTo>
                    <a:pt x="501140" y="2803405"/>
                  </a:lnTo>
                  <a:cubicBezTo>
                    <a:pt x="496382" y="2803088"/>
                    <a:pt x="491941" y="2802771"/>
                    <a:pt x="487175" y="2802136"/>
                  </a:cubicBezTo>
                  <a:lnTo>
                    <a:pt x="487175" y="2802136"/>
                  </a:lnTo>
                  <a:cubicBezTo>
                    <a:pt x="477977" y="2801185"/>
                    <a:pt x="468453" y="2799907"/>
                    <a:pt x="459563" y="2798655"/>
                  </a:cubicBezTo>
                  <a:lnTo>
                    <a:pt x="459563" y="2798655"/>
                  </a:lnTo>
                  <a:cubicBezTo>
                    <a:pt x="454797" y="2798021"/>
                    <a:pt x="450365" y="2797061"/>
                    <a:pt x="445916" y="2796427"/>
                  </a:cubicBezTo>
                  <a:lnTo>
                    <a:pt x="445916" y="2796427"/>
                  </a:lnTo>
                  <a:cubicBezTo>
                    <a:pt x="441149" y="2795475"/>
                    <a:pt x="436709" y="2794832"/>
                    <a:pt x="432268" y="2793881"/>
                  </a:cubicBezTo>
                  <a:lnTo>
                    <a:pt x="432268" y="2793881"/>
                  </a:lnTo>
                  <a:cubicBezTo>
                    <a:pt x="418612" y="2791035"/>
                    <a:pt x="405608" y="2787855"/>
                    <a:pt x="392595" y="2784040"/>
                  </a:cubicBezTo>
                  <a:lnTo>
                    <a:pt x="392278" y="2784040"/>
                  </a:lnTo>
                  <a:cubicBezTo>
                    <a:pt x="218359" y="2734207"/>
                    <a:pt x="83479" y="2600605"/>
                    <a:pt x="27929" y="2433039"/>
                  </a:cubicBezTo>
                  <a:lnTo>
                    <a:pt x="27612" y="2433039"/>
                  </a:lnTo>
                  <a:cubicBezTo>
                    <a:pt x="25075" y="2424783"/>
                    <a:pt x="22529" y="2416211"/>
                    <a:pt x="19991" y="2407655"/>
                  </a:cubicBezTo>
                  <a:lnTo>
                    <a:pt x="19991" y="2407655"/>
                  </a:lnTo>
                  <a:cubicBezTo>
                    <a:pt x="18731" y="2403515"/>
                    <a:pt x="17771" y="2399083"/>
                    <a:pt x="16502" y="2394959"/>
                  </a:cubicBezTo>
                  <a:lnTo>
                    <a:pt x="16502" y="2394959"/>
                  </a:lnTo>
                  <a:cubicBezTo>
                    <a:pt x="15550" y="2390510"/>
                    <a:pt x="14599" y="2386387"/>
                    <a:pt x="13330" y="2381938"/>
                  </a:cubicBezTo>
                  <a:lnTo>
                    <a:pt x="13330" y="2381938"/>
                  </a:lnTo>
                  <a:cubicBezTo>
                    <a:pt x="12387" y="2377480"/>
                    <a:pt x="11427" y="2373365"/>
                    <a:pt x="10793" y="2368908"/>
                  </a:cubicBezTo>
                  <a:lnTo>
                    <a:pt x="10793" y="2368908"/>
                  </a:lnTo>
                  <a:cubicBezTo>
                    <a:pt x="9841" y="2364484"/>
                    <a:pt x="8881" y="2360035"/>
                    <a:pt x="8255" y="2355577"/>
                  </a:cubicBezTo>
                  <a:lnTo>
                    <a:pt x="8255" y="2355577"/>
                  </a:lnTo>
                  <a:cubicBezTo>
                    <a:pt x="7304" y="2351145"/>
                    <a:pt x="6661" y="2347022"/>
                    <a:pt x="6035" y="2342582"/>
                  </a:cubicBezTo>
                  <a:lnTo>
                    <a:pt x="6035" y="2342582"/>
                  </a:lnTo>
                  <a:cubicBezTo>
                    <a:pt x="5401" y="2338124"/>
                    <a:pt x="4758" y="2333375"/>
                    <a:pt x="4123" y="2328917"/>
                  </a:cubicBezTo>
                  <a:lnTo>
                    <a:pt x="4123" y="2328917"/>
                  </a:lnTo>
                  <a:cubicBezTo>
                    <a:pt x="3489" y="2324476"/>
                    <a:pt x="3172" y="2320045"/>
                    <a:pt x="2529" y="2315587"/>
                  </a:cubicBezTo>
                  <a:lnTo>
                    <a:pt x="2529" y="2315587"/>
                  </a:lnTo>
                  <a:cubicBezTo>
                    <a:pt x="2212" y="2311146"/>
                    <a:pt x="1895" y="2306714"/>
                    <a:pt x="1586" y="2301939"/>
                  </a:cubicBezTo>
                  <a:lnTo>
                    <a:pt x="1586" y="2301939"/>
                  </a:lnTo>
                  <a:cubicBezTo>
                    <a:pt x="1269" y="2297499"/>
                    <a:pt x="952" y="2293050"/>
                    <a:pt x="634" y="2288292"/>
                  </a:cubicBezTo>
                  <a:lnTo>
                    <a:pt x="634" y="2288292"/>
                  </a:lnTo>
                  <a:cubicBezTo>
                    <a:pt x="317" y="2283851"/>
                    <a:pt x="317" y="2279419"/>
                    <a:pt x="0" y="2274644"/>
                  </a:cubicBezTo>
                  <a:lnTo>
                    <a:pt x="0" y="2274644"/>
                  </a:lnTo>
                  <a:cubicBezTo>
                    <a:pt x="0" y="2270204"/>
                    <a:pt x="0" y="2265455"/>
                    <a:pt x="0" y="2260997"/>
                  </a:cubicBezTo>
                  <a:lnTo>
                    <a:pt x="0" y="2260997"/>
                  </a:lnTo>
                  <a:lnTo>
                    <a:pt x="0" y="2260680"/>
                  </a:lnTo>
                  <a:cubicBezTo>
                    <a:pt x="0" y="2254971"/>
                    <a:pt x="0" y="2249244"/>
                    <a:pt x="317" y="2243552"/>
                  </a:cubicBezTo>
                  <a:cubicBezTo>
                    <a:pt x="317" y="2241958"/>
                    <a:pt x="317" y="2240372"/>
                    <a:pt x="317" y="2238777"/>
                  </a:cubicBezTo>
                  <a:cubicBezTo>
                    <a:pt x="634" y="2235280"/>
                    <a:pt x="634" y="2232116"/>
                    <a:pt x="952" y="2228627"/>
                  </a:cubicBezTo>
                  <a:cubicBezTo>
                    <a:pt x="11419" y="2035660"/>
                    <a:pt x="116466" y="1920463"/>
                    <a:pt x="190738" y="1755742"/>
                  </a:cubicBezTo>
                  <a:lnTo>
                    <a:pt x="190738" y="1755742"/>
                  </a:lnTo>
                  <a:close/>
                </a:path>
              </a:pathLst>
            </a:custGeom>
            <a:solidFill>
              <a:srgbClr val="1FB5E4"/>
            </a:solidFill>
            <a:ln w="8572"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AF6B17FC-E636-C757-60AC-FEC799B81C5F}"/>
                </a:ext>
              </a:extLst>
            </p:cNvPr>
            <p:cNvSpPr/>
            <p:nvPr/>
          </p:nvSpPr>
          <p:spPr>
            <a:xfrm>
              <a:off x="10737300" y="3982371"/>
              <a:ext cx="2302893" cy="2302875"/>
            </a:xfrm>
            <a:custGeom>
              <a:avLst/>
              <a:gdLst>
                <a:gd name="csX0" fmla="*/ 1650977 w 2302893"/>
                <a:gd name="csY0" fmla="*/ 1151292 h 2302875"/>
                <a:gd name="csX1" fmla="*/ 1354865 w 2302893"/>
                <a:gd name="csY1" fmla="*/ 954510 h 2302875"/>
                <a:gd name="csX2" fmla="*/ 1150480 w 2302893"/>
                <a:gd name="csY2" fmla="*/ 649201 h 2302875"/>
                <a:gd name="csX3" fmla="*/ 951478 w 2302893"/>
                <a:gd name="csY3" fmla="*/ 183302 h 2302875"/>
                <a:gd name="csX4" fmla="*/ 944500 w 2302893"/>
                <a:gd name="csY4" fmla="*/ 175681 h 2302875"/>
                <a:gd name="csX5" fmla="*/ 941328 w 2302893"/>
                <a:gd name="csY5" fmla="*/ 172184 h 2302875"/>
                <a:gd name="csX6" fmla="*/ 929584 w 2302893"/>
                <a:gd name="csY6" fmla="*/ 159814 h 2302875"/>
                <a:gd name="csX7" fmla="*/ 929266 w 2302893"/>
                <a:gd name="csY7" fmla="*/ 159814 h 2302875"/>
                <a:gd name="csX8" fmla="*/ 929266 w 2302893"/>
                <a:gd name="csY8" fmla="*/ 159814 h 2302875"/>
                <a:gd name="csX9" fmla="*/ 919442 w 2302893"/>
                <a:gd name="csY9" fmla="*/ 150290 h 2302875"/>
                <a:gd name="csX10" fmla="*/ 919442 w 2302893"/>
                <a:gd name="csY10" fmla="*/ 150290 h 2302875"/>
                <a:gd name="csX11" fmla="*/ 909275 w 2302893"/>
                <a:gd name="csY11" fmla="*/ 140766 h 2302875"/>
                <a:gd name="csX12" fmla="*/ 909275 w 2302893"/>
                <a:gd name="csY12" fmla="*/ 140766 h 2302875"/>
                <a:gd name="csX13" fmla="*/ 899117 w 2302893"/>
                <a:gd name="csY13" fmla="*/ 131893 h 2302875"/>
                <a:gd name="csX14" fmla="*/ 899117 w 2302893"/>
                <a:gd name="csY14" fmla="*/ 131893 h 2302875"/>
                <a:gd name="csX15" fmla="*/ 888641 w 2302893"/>
                <a:gd name="csY15" fmla="*/ 123003 h 2302875"/>
                <a:gd name="csX16" fmla="*/ 888641 w 2302893"/>
                <a:gd name="csY16" fmla="*/ 123003 h 2302875"/>
                <a:gd name="csX17" fmla="*/ 878166 w 2302893"/>
                <a:gd name="csY17" fmla="*/ 114748 h 2302875"/>
                <a:gd name="csX18" fmla="*/ 878166 w 2302893"/>
                <a:gd name="csY18" fmla="*/ 114748 h 2302875"/>
                <a:gd name="csX19" fmla="*/ 867373 w 2302893"/>
                <a:gd name="csY19" fmla="*/ 106493 h 2302875"/>
                <a:gd name="csX20" fmla="*/ 867373 w 2302893"/>
                <a:gd name="csY20" fmla="*/ 106493 h 2302875"/>
                <a:gd name="csX21" fmla="*/ 856263 w 2302893"/>
                <a:gd name="csY21" fmla="*/ 98572 h 2302875"/>
                <a:gd name="csX22" fmla="*/ 856263 w 2302893"/>
                <a:gd name="csY22" fmla="*/ 98572 h 2302875"/>
                <a:gd name="csX23" fmla="*/ 845470 w 2302893"/>
                <a:gd name="csY23" fmla="*/ 90934 h 2302875"/>
                <a:gd name="csX24" fmla="*/ 845470 w 2302893"/>
                <a:gd name="csY24" fmla="*/ 90934 h 2302875"/>
                <a:gd name="csX25" fmla="*/ 834043 w 2302893"/>
                <a:gd name="csY25" fmla="*/ 83630 h 2302875"/>
                <a:gd name="csX26" fmla="*/ 834043 w 2302893"/>
                <a:gd name="csY26" fmla="*/ 83630 h 2302875"/>
                <a:gd name="csX27" fmla="*/ 822616 w 2302893"/>
                <a:gd name="csY27" fmla="*/ 76660 h 2302875"/>
                <a:gd name="csX28" fmla="*/ 822616 w 2302893"/>
                <a:gd name="csY28" fmla="*/ 76660 h 2302875"/>
                <a:gd name="csX29" fmla="*/ 811189 w 2302893"/>
                <a:gd name="csY29" fmla="*/ 69983 h 2302875"/>
                <a:gd name="csX30" fmla="*/ 811189 w 2302893"/>
                <a:gd name="csY30" fmla="*/ 69983 h 2302875"/>
                <a:gd name="csX31" fmla="*/ 787709 w 2302893"/>
                <a:gd name="csY31" fmla="*/ 57612 h 2302875"/>
                <a:gd name="csX32" fmla="*/ 787709 w 2302893"/>
                <a:gd name="csY32" fmla="*/ 57612 h 2302875"/>
                <a:gd name="csX33" fmla="*/ 281811 w 2302893"/>
                <a:gd name="csY33" fmla="*/ 67454 h 2302875"/>
                <a:gd name="csX34" fmla="*/ 281811 w 2302893"/>
                <a:gd name="csY34" fmla="*/ 67454 h 2302875"/>
                <a:gd name="csX35" fmla="*/ 246904 w 2302893"/>
                <a:gd name="csY35" fmla="*/ 88713 h 2302875"/>
                <a:gd name="csX36" fmla="*/ 246904 w 2302893"/>
                <a:gd name="csY36" fmla="*/ 88713 h 2302875"/>
                <a:gd name="csX37" fmla="*/ 235477 w 2302893"/>
                <a:gd name="csY37" fmla="*/ 96317 h 2302875"/>
                <a:gd name="csX38" fmla="*/ 235477 w 2302893"/>
                <a:gd name="csY38" fmla="*/ 96317 h 2302875"/>
                <a:gd name="csX39" fmla="*/ 224050 w 2302893"/>
                <a:gd name="csY39" fmla="*/ 104590 h 2302875"/>
                <a:gd name="csX40" fmla="*/ 224050 w 2302893"/>
                <a:gd name="csY40" fmla="*/ 104590 h 2302875"/>
                <a:gd name="csX41" fmla="*/ 202156 w 2302893"/>
                <a:gd name="csY41" fmla="*/ 121735 h 2302875"/>
                <a:gd name="csX42" fmla="*/ 202156 w 2302893"/>
                <a:gd name="csY42" fmla="*/ 121735 h 2302875"/>
                <a:gd name="csX43" fmla="*/ 191046 w 2302893"/>
                <a:gd name="csY43" fmla="*/ 130607 h 2302875"/>
                <a:gd name="csX44" fmla="*/ 191046 w 2302893"/>
                <a:gd name="csY44" fmla="*/ 130607 h 2302875"/>
                <a:gd name="csX45" fmla="*/ 170094 w 2302893"/>
                <a:gd name="csY45" fmla="*/ 149647 h 2302875"/>
                <a:gd name="csX46" fmla="*/ 170094 w 2302893"/>
                <a:gd name="csY46" fmla="*/ 149647 h 2302875"/>
                <a:gd name="csX47" fmla="*/ 159619 w 2302893"/>
                <a:gd name="csY47" fmla="*/ 159805 h 2302875"/>
                <a:gd name="csX48" fmla="*/ 159619 w 2302893"/>
                <a:gd name="csY48" fmla="*/ 159805 h 2302875"/>
                <a:gd name="csX49" fmla="*/ 149786 w 2302893"/>
                <a:gd name="csY49" fmla="*/ 169964 h 2302875"/>
                <a:gd name="csX50" fmla="*/ 149786 w 2302893"/>
                <a:gd name="csY50" fmla="*/ 169964 h 2302875"/>
                <a:gd name="csX51" fmla="*/ 130747 w 2302893"/>
                <a:gd name="csY51" fmla="*/ 191223 h 2302875"/>
                <a:gd name="csX52" fmla="*/ 130747 w 2302893"/>
                <a:gd name="csY52" fmla="*/ 191223 h 2302875"/>
                <a:gd name="csX53" fmla="*/ 121540 w 2302893"/>
                <a:gd name="csY53" fmla="*/ 202007 h 2302875"/>
                <a:gd name="csX54" fmla="*/ 121540 w 2302893"/>
                <a:gd name="csY54" fmla="*/ 202007 h 2302875"/>
                <a:gd name="csX55" fmla="*/ 104403 w 2302893"/>
                <a:gd name="csY55" fmla="*/ 224227 h 2302875"/>
                <a:gd name="csX56" fmla="*/ 104403 w 2302893"/>
                <a:gd name="csY56" fmla="*/ 224227 h 2302875"/>
                <a:gd name="csX57" fmla="*/ 96465 w 2302893"/>
                <a:gd name="csY57" fmla="*/ 235329 h 2302875"/>
                <a:gd name="csX58" fmla="*/ 96465 w 2302893"/>
                <a:gd name="csY58" fmla="*/ 235329 h 2302875"/>
                <a:gd name="csX59" fmla="*/ 88853 w 2302893"/>
                <a:gd name="csY59" fmla="*/ 246764 h 2302875"/>
                <a:gd name="csX60" fmla="*/ 88853 w 2302893"/>
                <a:gd name="csY60" fmla="*/ 246764 h 2302875"/>
                <a:gd name="csX61" fmla="*/ 67584 w 2302893"/>
                <a:gd name="csY61" fmla="*/ 281989 h 2302875"/>
                <a:gd name="csX62" fmla="*/ 67584 w 2302893"/>
                <a:gd name="csY62" fmla="*/ 281989 h 2302875"/>
                <a:gd name="csX63" fmla="*/ 57752 w 2302893"/>
                <a:gd name="csY63" fmla="*/ 787886 h 2302875"/>
                <a:gd name="csX64" fmla="*/ 57752 w 2302893"/>
                <a:gd name="csY64" fmla="*/ 787886 h 2302875"/>
                <a:gd name="csX65" fmla="*/ 70122 w 2302893"/>
                <a:gd name="csY65" fmla="*/ 811058 h 2302875"/>
                <a:gd name="csX66" fmla="*/ 70122 w 2302893"/>
                <a:gd name="csY66" fmla="*/ 811058 h 2302875"/>
                <a:gd name="csX67" fmla="*/ 76791 w 2302893"/>
                <a:gd name="csY67" fmla="*/ 822794 h 2302875"/>
                <a:gd name="csX68" fmla="*/ 76791 w 2302893"/>
                <a:gd name="csY68" fmla="*/ 822794 h 2302875"/>
                <a:gd name="csX69" fmla="*/ 83769 w 2302893"/>
                <a:gd name="csY69" fmla="*/ 834212 h 2302875"/>
                <a:gd name="csX70" fmla="*/ 83769 w 2302893"/>
                <a:gd name="csY70" fmla="*/ 834212 h 2302875"/>
                <a:gd name="csX71" fmla="*/ 91073 w 2302893"/>
                <a:gd name="csY71" fmla="*/ 845331 h 2302875"/>
                <a:gd name="csX72" fmla="*/ 91073 w 2302893"/>
                <a:gd name="csY72" fmla="*/ 845331 h 2302875"/>
                <a:gd name="csX73" fmla="*/ 98694 w 2302893"/>
                <a:gd name="csY73" fmla="*/ 856450 h 2302875"/>
                <a:gd name="csX74" fmla="*/ 98694 w 2302893"/>
                <a:gd name="csY74" fmla="*/ 856450 h 2302875"/>
                <a:gd name="csX75" fmla="*/ 106632 w 2302893"/>
                <a:gd name="csY75" fmla="*/ 867234 h 2302875"/>
                <a:gd name="csX76" fmla="*/ 106632 w 2302893"/>
                <a:gd name="csY76" fmla="*/ 867234 h 2302875"/>
                <a:gd name="csX77" fmla="*/ 114562 w 2302893"/>
                <a:gd name="csY77" fmla="*/ 878018 h 2302875"/>
                <a:gd name="csX78" fmla="*/ 114562 w 2302893"/>
                <a:gd name="csY78" fmla="*/ 878018 h 2302875"/>
                <a:gd name="csX79" fmla="*/ 123126 w 2302893"/>
                <a:gd name="csY79" fmla="*/ 888802 h 2302875"/>
                <a:gd name="csX80" fmla="*/ 123126 w 2302893"/>
                <a:gd name="csY80" fmla="*/ 888802 h 2302875"/>
                <a:gd name="csX81" fmla="*/ 131698 w 2302893"/>
                <a:gd name="csY81" fmla="*/ 898960 h 2302875"/>
                <a:gd name="csX82" fmla="*/ 131698 w 2302893"/>
                <a:gd name="csY82" fmla="*/ 898960 h 2302875"/>
                <a:gd name="csX83" fmla="*/ 140905 w 2302893"/>
                <a:gd name="csY83" fmla="*/ 909444 h 2302875"/>
                <a:gd name="csX84" fmla="*/ 140905 w 2302893"/>
                <a:gd name="csY84" fmla="*/ 909444 h 2302875"/>
                <a:gd name="csX85" fmla="*/ 150103 w 2302893"/>
                <a:gd name="csY85" fmla="*/ 919269 h 2302875"/>
                <a:gd name="csX86" fmla="*/ 150103 w 2302893"/>
                <a:gd name="csY86" fmla="*/ 919269 h 2302875"/>
                <a:gd name="csX87" fmla="*/ 159619 w 2302893"/>
                <a:gd name="csY87" fmla="*/ 929110 h 2302875"/>
                <a:gd name="csX88" fmla="*/ 159619 w 2302893"/>
                <a:gd name="csY88" fmla="*/ 929110 h 2302875"/>
                <a:gd name="csX89" fmla="*/ 161848 w 2302893"/>
                <a:gd name="csY89" fmla="*/ 931339 h 2302875"/>
                <a:gd name="csX90" fmla="*/ 165645 w 2302893"/>
                <a:gd name="csY90" fmla="*/ 935136 h 2302875"/>
                <a:gd name="csX91" fmla="*/ 171046 w 2302893"/>
                <a:gd name="csY91" fmla="*/ 940228 h 2302875"/>
                <a:gd name="csX92" fmla="*/ 171046 w 2302893"/>
                <a:gd name="csY92" fmla="*/ 940228 h 2302875"/>
                <a:gd name="csX93" fmla="*/ 649331 w 2302893"/>
                <a:gd name="csY93" fmla="*/ 1150641 h 2302875"/>
                <a:gd name="csX94" fmla="*/ 953381 w 2302893"/>
                <a:gd name="csY94" fmla="*/ 1353766 h 2302875"/>
                <a:gd name="csX95" fmla="*/ 1151423 w 2302893"/>
                <a:gd name="csY95" fmla="*/ 1650820 h 2302875"/>
                <a:gd name="csX96" fmla="*/ 1351685 w 2302893"/>
                <a:gd name="csY96" fmla="*/ 2119582 h 2302875"/>
                <a:gd name="csX97" fmla="*/ 1358346 w 2302893"/>
                <a:gd name="csY97" fmla="*/ 2127202 h 2302875"/>
                <a:gd name="csX98" fmla="*/ 1361518 w 2302893"/>
                <a:gd name="csY98" fmla="*/ 2130683 h 2302875"/>
                <a:gd name="csX99" fmla="*/ 1373579 w 2302893"/>
                <a:gd name="csY99" fmla="*/ 2142753 h 2302875"/>
                <a:gd name="csX100" fmla="*/ 1373579 w 2302893"/>
                <a:gd name="csY100" fmla="*/ 2143070 h 2302875"/>
                <a:gd name="csX101" fmla="*/ 1373579 w 2302893"/>
                <a:gd name="csY101" fmla="*/ 2143070 h 2302875"/>
                <a:gd name="csX102" fmla="*/ 1383412 w 2302893"/>
                <a:gd name="csY102" fmla="*/ 2152894 h 2302875"/>
                <a:gd name="csX103" fmla="*/ 1383412 w 2302893"/>
                <a:gd name="csY103" fmla="*/ 2152894 h 2302875"/>
                <a:gd name="csX104" fmla="*/ 1393570 w 2302893"/>
                <a:gd name="csY104" fmla="*/ 2162101 h 2302875"/>
                <a:gd name="csX105" fmla="*/ 1393570 w 2302893"/>
                <a:gd name="csY105" fmla="*/ 2162101 h 2302875"/>
                <a:gd name="csX106" fmla="*/ 1403729 w 2302893"/>
                <a:gd name="csY106" fmla="*/ 2170974 h 2302875"/>
                <a:gd name="csX107" fmla="*/ 1403729 w 2302893"/>
                <a:gd name="csY107" fmla="*/ 2170974 h 2302875"/>
                <a:gd name="csX108" fmla="*/ 1414204 w 2302893"/>
                <a:gd name="csY108" fmla="*/ 2179863 h 2302875"/>
                <a:gd name="csX109" fmla="*/ 1414204 w 2302893"/>
                <a:gd name="csY109" fmla="*/ 2179863 h 2302875"/>
                <a:gd name="csX110" fmla="*/ 1425006 w 2302893"/>
                <a:gd name="csY110" fmla="*/ 2188119 h 2302875"/>
                <a:gd name="csX111" fmla="*/ 1425006 w 2302893"/>
                <a:gd name="csY111" fmla="*/ 2188119 h 2302875"/>
                <a:gd name="csX112" fmla="*/ 1435481 w 2302893"/>
                <a:gd name="csY112" fmla="*/ 2196391 h 2302875"/>
                <a:gd name="csX113" fmla="*/ 1435481 w 2302893"/>
                <a:gd name="csY113" fmla="*/ 2196391 h 2302875"/>
                <a:gd name="csX114" fmla="*/ 1446591 w 2302893"/>
                <a:gd name="csY114" fmla="*/ 2204312 h 2302875"/>
                <a:gd name="csX115" fmla="*/ 1446591 w 2302893"/>
                <a:gd name="csY115" fmla="*/ 2204312 h 2302875"/>
                <a:gd name="csX116" fmla="*/ 1457693 w 2302893"/>
                <a:gd name="csY116" fmla="*/ 2211933 h 2302875"/>
                <a:gd name="csX117" fmla="*/ 1457693 w 2302893"/>
                <a:gd name="csY117" fmla="*/ 2211933 h 2302875"/>
                <a:gd name="csX118" fmla="*/ 1468803 w 2302893"/>
                <a:gd name="csY118" fmla="*/ 2219237 h 2302875"/>
                <a:gd name="csX119" fmla="*/ 1468803 w 2302893"/>
                <a:gd name="csY119" fmla="*/ 2219237 h 2302875"/>
                <a:gd name="csX120" fmla="*/ 1480230 w 2302893"/>
                <a:gd name="csY120" fmla="*/ 2226215 h 2302875"/>
                <a:gd name="csX121" fmla="*/ 1480230 w 2302893"/>
                <a:gd name="csY121" fmla="*/ 2226215 h 2302875"/>
                <a:gd name="csX122" fmla="*/ 1491657 w 2302893"/>
                <a:gd name="csY122" fmla="*/ 2232876 h 2302875"/>
                <a:gd name="csX123" fmla="*/ 1491657 w 2302893"/>
                <a:gd name="csY123" fmla="*/ 2232876 h 2302875"/>
                <a:gd name="csX124" fmla="*/ 1515137 w 2302893"/>
                <a:gd name="csY124" fmla="*/ 2245246 h 2302875"/>
                <a:gd name="csX125" fmla="*/ 1515137 w 2302893"/>
                <a:gd name="csY125" fmla="*/ 2245246 h 2302875"/>
                <a:gd name="csX126" fmla="*/ 2021034 w 2302893"/>
                <a:gd name="csY126" fmla="*/ 2235422 h 2302875"/>
                <a:gd name="csX127" fmla="*/ 2021034 w 2302893"/>
                <a:gd name="csY127" fmla="*/ 2235422 h 2302875"/>
                <a:gd name="csX128" fmla="*/ 2056259 w 2302893"/>
                <a:gd name="csY128" fmla="*/ 2214153 h 2302875"/>
                <a:gd name="csX129" fmla="*/ 2056259 w 2302893"/>
                <a:gd name="csY129" fmla="*/ 2214153 h 2302875"/>
                <a:gd name="csX130" fmla="*/ 2067686 w 2302893"/>
                <a:gd name="csY130" fmla="*/ 2206533 h 2302875"/>
                <a:gd name="csX131" fmla="*/ 2067686 w 2302893"/>
                <a:gd name="csY131" fmla="*/ 2206533 h 2302875"/>
                <a:gd name="csX132" fmla="*/ 2078796 w 2302893"/>
                <a:gd name="csY132" fmla="*/ 2198277 h 2302875"/>
                <a:gd name="csX133" fmla="*/ 2078796 w 2302893"/>
                <a:gd name="csY133" fmla="*/ 2198277 h 2302875"/>
                <a:gd name="csX134" fmla="*/ 2101016 w 2302893"/>
                <a:gd name="csY134" fmla="*/ 2181449 h 2302875"/>
                <a:gd name="csX135" fmla="*/ 2101016 w 2302893"/>
                <a:gd name="csY135" fmla="*/ 2181132 h 2302875"/>
                <a:gd name="csX136" fmla="*/ 2111809 w 2302893"/>
                <a:gd name="csY136" fmla="*/ 2172259 h 2302875"/>
                <a:gd name="csX137" fmla="*/ 2111809 w 2302893"/>
                <a:gd name="csY137" fmla="*/ 2172259 h 2302875"/>
                <a:gd name="csX138" fmla="*/ 2132751 w 2302893"/>
                <a:gd name="csY138" fmla="*/ 2153203 h 2302875"/>
                <a:gd name="csX139" fmla="*/ 2132751 w 2302893"/>
                <a:gd name="csY139" fmla="*/ 2153203 h 2302875"/>
                <a:gd name="csX140" fmla="*/ 2143227 w 2302893"/>
                <a:gd name="csY140" fmla="*/ 2143053 h 2302875"/>
                <a:gd name="csX141" fmla="*/ 2143227 w 2302893"/>
                <a:gd name="csY141" fmla="*/ 2143053 h 2302875"/>
                <a:gd name="csX142" fmla="*/ 2153385 w 2302893"/>
                <a:gd name="csY142" fmla="*/ 2132895 h 2302875"/>
                <a:gd name="csX143" fmla="*/ 2153385 w 2302893"/>
                <a:gd name="csY143" fmla="*/ 2132895 h 2302875"/>
                <a:gd name="csX144" fmla="*/ 2172433 w 2302893"/>
                <a:gd name="csY144" fmla="*/ 2111626 h 2302875"/>
                <a:gd name="csX145" fmla="*/ 2172433 w 2302893"/>
                <a:gd name="csY145" fmla="*/ 2111626 h 2302875"/>
                <a:gd name="csX146" fmla="*/ 2181323 w 2302893"/>
                <a:gd name="csY146" fmla="*/ 2100842 h 2302875"/>
                <a:gd name="csX147" fmla="*/ 2181323 w 2302893"/>
                <a:gd name="csY147" fmla="*/ 2100842 h 2302875"/>
                <a:gd name="csX148" fmla="*/ 2198451 w 2302893"/>
                <a:gd name="csY148" fmla="*/ 2078622 h 2302875"/>
                <a:gd name="csX149" fmla="*/ 2198451 w 2302893"/>
                <a:gd name="csY149" fmla="*/ 2078622 h 2302875"/>
                <a:gd name="csX150" fmla="*/ 2206389 w 2302893"/>
                <a:gd name="csY150" fmla="*/ 2067521 h 2302875"/>
                <a:gd name="csX151" fmla="*/ 2206389 w 2302893"/>
                <a:gd name="csY151" fmla="*/ 2067521 h 2302875"/>
                <a:gd name="csX152" fmla="*/ 2214327 w 2302893"/>
                <a:gd name="csY152" fmla="*/ 2056085 h 2302875"/>
                <a:gd name="csX153" fmla="*/ 2214327 w 2302893"/>
                <a:gd name="csY153" fmla="*/ 2056085 h 2302875"/>
                <a:gd name="csX154" fmla="*/ 2235587 w 2302893"/>
                <a:gd name="csY154" fmla="*/ 2021178 h 2302875"/>
                <a:gd name="csX155" fmla="*/ 2235587 w 2302893"/>
                <a:gd name="csY155" fmla="*/ 2020861 h 2302875"/>
                <a:gd name="csX156" fmla="*/ 2245102 w 2302893"/>
                <a:gd name="csY156" fmla="*/ 1514963 h 2302875"/>
                <a:gd name="csX157" fmla="*/ 2245102 w 2302893"/>
                <a:gd name="csY157" fmla="*/ 1514963 h 2302875"/>
                <a:gd name="csX158" fmla="*/ 2232732 w 2302893"/>
                <a:gd name="csY158" fmla="*/ 1491791 h 2302875"/>
                <a:gd name="csX159" fmla="*/ 2232732 w 2302893"/>
                <a:gd name="csY159" fmla="*/ 1491791 h 2302875"/>
                <a:gd name="csX160" fmla="*/ 2226071 w 2302893"/>
                <a:gd name="csY160" fmla="*/ 1480039 h 2302875"/>
                <a:gd name="csX161" fmla="*/ 2226071 w 2302893"/>
                <a:gd name="csY161" fmla="*/ 1480039 h 2302875"/>
                <a:gd name="csX162" fmla="*/ 2219093 w 2302893"/>
                <a:gd name="csY162" fmla="*/ 1468620 h 2302875"/>
                <a:gd name="csX163" fmla="*/ 2219093 w 2302893"/>
                <a:gd name="csY163" fmla="*/ 1468620 h 2302875"/>
                <a:gd name="csX164" fmla="*/ 2211790 w 2302893"/>
                <a:gd name="csY164" fmla="*/ 1457519 h 2302875"/>
                <a:gd name="csX165" fmla="*/ 2211790 w 2302893"/>
                <a:gd name="csY165" fmla="*/ 1457519 h 2302875"/>
                <a:gd name="csX166" fmla="*/ 2204477 w 2302893"/>
                <a:gd name="csY166" fmla="*/ 1446400 h 2302875"/>
                <a:gd name="csX167" fmla="*/ 2204477 w 2302893"/>
                <a:gd name="csY167" fmla="*/ 1446400 h 2302875"/>
                <a:gd name="csX168" fmla="*/ 2196548 w 2302893"/>
                <a:gd name="csY168" fmla="*/ 1435616 h 2302875"/>
                <a:gd name="csX169" fmla="*/ 2196548 w 2302893"/>
                <a:gd name="csY169" fmla="*/ 1435616 h 2302875"/>
                <a:gd name="csX170" fmla="*/ 2188301 w 2302893"/>
                <a:gd name="csY170" fmla="*/ 1424832 h 2302875"/>
                <a:gd name="csX171" fmla="*/ 2188301 w 2302893"/>
                <a:gd name="csY171" fmla="*/ 1424832 h 2302875"/>
                <a:gd name="csX172" fmla="*/ 2180037 w 2302893"/>
                <a:gd name="csY172" fmla="*/ 1414347 h 2302875"/>
                <a:gd name="csX173" fmla="*/ 2180037 w 2302893"/>
                <a:gd name="csY173" fmla="*/ 1414030 h 2302875"/>
                <a:gd name="csX174" fmla="*/ 2171156 w 2302893"/>
                <a:gd name="csY174" fmla="*/ 1403880 h 2302875"/>
                <a:gd name="csX175" fmla="*/ 2171156 w 2302893"/>
                <a:gd name="csY175" fmla="*/ 1403880 h 2302875"/>
                <a:gd name="csX176" fmla="*/ 2162266 w 2302893"/>
                <a:gd name="csY176" fmla="*/ 1393397 h 2302875"/>
                <a:gd name="csX177" fmla="*/ 2162266 w 2302893"/>
                <a:gd name="csY177" fmla="*/ 1393397 h 2302875"/>
                <a:gd name="csX178" fmla="*/ 2152759 w 2302893"/>
                <a:gd name="csY178" fmla="*/ 1383555 h 2302875"/>
                <a:gd name="csX179" fmla="*/ 2152759 w 2302893"/>
                <a:gd name="csY179" fmla="*/ 1383555 h 2302875"/>
                <a:gd name="csX180" fmla="*/ 2143235 w 2302893"/>
                <a:gd name="csY180" fmla="*/ 1373714 h 2302875"/>
                <a:gd name="csX181" fmla="*/ 2143235 w 2302893"/>
                <a:gd name="csY181" fmla="*/ 1373714 h 2302875"/>
                <a:gd name="csX182" fmla="*/ 2142918 w 2302893"/>
                <a:gd name="csY182" fmla="*/ 1373414 h 2302875"/>
                <a:gd name="csX183" fmla="*/ 2130857 w 2302893"/>
                <a:gd name="csY183" fmla="*/ 1361661 h 2302875"/>
                <a:gd name="csX184" fmla="*/ 2127051 w 2302893"/>
                <a:gd name="csY184" fmla="*/ 1358180 h 2302875"/>
                <a:gd name="csX185" fmla="*/ 2119747 w 2302893"/>
                <a:gd name="csY185" fmla="*/ 1351520 h 2302875"/>
                <a:gd name="csX186" fmla="*/ 1650977 w 2302893"/>
                <a:gd name="csY186" fmla="*/ 1151292 h 2302875"/>
                <a:gd name="csX187" fmla="*/ 1650977 w 2302893"/>
                <a:gd name="csY187" fmla="*/ 1151292 h 23028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2302893" h="2302875">
                  <a:moveTo>
                    <a:pt x="1650977" y="1151292"/>
                  </a:moveTo>
                  <a:cubicBezTo>
                    <a:pt x="1557031" y="1112244"/>
                    <a:pt x="1458327" y="1055434"/>
                    <a:pt x="1354865" y="954510"/>
                  </a:cubicBezTo>
                  <a:cubicBezTo>
                    <a:pt x="1248866" y="847551"/>
                    <a:pt x="1190462" y="745993"/>
                    <a:pt x="1150480" y="649201"/>
                  </a:cubicBezTo>
                  <a:cubicBezTo>
                    <a:pt x="1087635" y="481317"/>
                    <a:pt x="1079697" y="326746"/>
                    <a:pt x="951478" y="183302"/>
                  </a:cubicBezTo>
                  <a:cubicBezTo>
                    <a:pt x="949258" y="180756"/>
                    <a:pt x="947029" y="178210"/>
                    <a:pt x="944500" y="175681"/>
                  </a:cubicBezTo>
                  <a:lnTo>
                    <a:pt x="941328" y="172184"/>
                  </a:lnTo>
                  <a:cubicBezTo>
                    <a:pt x="937522" y="168069"/>
                    <a:pt x="933390" y="163928"/>
                    <a:pt x="929584" y="159814"/>
                  </a:cubicBezTo>
                  <a:lnTo>
                    <a:pt x="929266" y="159814"/>
                  </a:lnTo>
                  <a:lnTo>
                    <a:pt x="929266" y="159814"/>
                  </a:lnTo>
                  <a:cubicBezTo>
                    <a:pt x="926103" y="156650"/>
                    <a:pt x="922606" y="153153"/>
                    <a:pt x="919442" y="150290"/>
                  </a:cubicBezTo>
                  <a:lnTo>
                    <a:pt x="919442" y="150290"/>
                  </a:lnTo>
                  <a:cubicBezTo>
                    <a:pt x="915945" y="147126"/>
                    <a:pt x="912782" y="143946"/>
                    <a:pt x="909275" y="140766"/>
                  </a:cubicBezTo>
                  <a:lnTo>
                    <a:pt x="909275" y="140766"/>
                  </a:lnTo>
                  <a:cubicBezTo>
                    <a:pt x="906104" y="137602"/>
                    <a:pt x="902615" y="134756"/>
                    <a:pt x="899117" y="131893"/>
                  </a:cubicBezTo>
                  <a:lnTo>
                    <a:pt x="899117" y="131893"/>
                  </a:lnTo>
                  <a:cubicBezTo>
                    <a:pt x="895628" y="128713"/>
                    <a:pt x="892139" y="125866"/>
                    <a:pt x="888641" y="123003"/>
                  </a:cubicBezTo>
                  <a:lnTo>
                    <a:pt x="888641" y="123003"/>
                  </a:lnTo>
                  <a:cubicBezTo>
                    <a:pt x="885152" y="120157"/>
                    <a:pt x="881663" y="117294"/>
                    <a:pt x="878166" y="114748"/>
                  </a:cubicBezTo>
                  <a:lnTo>
                    <a:pt x="878166" y="114748"/>
                  </a:lnTo>
                  <a:cubicBezTo>
                    <a:pt x="874677" y="111902"/>
                    <a:pt x="870862" y="109039"/>
                    <a:pt x="867373" y="106493"/>
                  </a:cubicBezTo>
                  <a:lnTo>
                    <a:pt x="867373" y="106493"/>
                  </a:lnTo>
                  <a:cubicBezTo>
                    <a:pt x="863884" y="103646"/>
                    <a:pt x="860069" y="101100"/>
                    <a:pt x="856263" y="98572"/>
                  </a:cubicBezTo>
                  <a:lnTo>
                    <a:pt x="856263" y="98572"/>
                  </a:lnTo>
                  <a:cubicBezTo>
                    <a:pt x="852774" y="96026"/>
                    <a:pt x="848968" y="93480"/>
                    <a:pt x="845470" y="90934"/>
                  </a:cubicBezTo>
                  <a:lnTo>
                    <a:pt x="845470" y="90934"/>
                  </a:lnTo>
                  <a:cubicBezTo>
                    <a:pt x="841673" y="88722"/>
                    <a:pt x="837849" y="86176"/>
                    <a:pt x="834043" y="83630"/>
                  </a:cubicBezTo>
                  <a:lnTo>
                    <a:pt x="834043" y="83630"/>
                  </a:lnTo>
                  <a:cubicBezTo>
                    <a:pt x="830246" y="81418"/>
                    <a:pt x="826431" y="79189"/>
                    <a:pt x="822616" y="76660"/>
                  </a:cubicBezTo>
                  <a:lnTo>
                    <a:pt x="822616" y="76660"/>
                  </a:lnTo>
                  <a:cubicBezTo>
                    <a:pt x="818818" y="74431"/>
                    <a:pt x="815004" y="72203"/>
                    <a:pt x="811189" y="69983"/>
                  </a:cubicBezTo>
                  <a:lnTo>
                    <a:pt x="811189" y="69983"/>
                  </a:lnTo>
                  <a:cubicBezTo>
                    <a:pt x="803577" y="65859"/>
                    <a:pt x="795647" y="61744"/>
                    <a:pt x="787709" y="57612"/>
                  </a:cubicBezTo>
                  <a:lnTo>
                    <a:pt x="787709" y="57612"/>
                  </a:lnTo>
                  <a:cubicBezTo>
                    <a:pt x="629983" y="-21083"/>
                    <a:pt x="440188" y="-20440"/>
                    <a:pt x="281811" y="67454"/>
                  </a:cubicBezTo>
                  <a:lnTo>
                    <a:pt x="281811" y="67454"/>
                  </a:lnTo>
                  <a:cubicBezTo>
                    <a:pt x="270076" y="74114"/>
                    <a:pt x="258331" y="81101"/>
                    <a:pt x="246904" y="88713"/>
                  </a:cubicBezTo>
                  <a:lnTo>
                    <a:pt x="246904" y="88713"/>
                  </a:lnTo>
                  <a:cubicBezTo>
                    <a:pt x="243098" y="91259"/>
                    <a:pt x="239283" y="93788"/>
                    <a:pt x="235477" y="96317"/>
                  </a:cubicBezTo>
                  <a:lnTo>
                    <a:pt x="235477" y="96317"/>
                  </a:lnTo>
                  <a:cubicBezTo>
                    <a:pt x="231671" y="99198"/>
                    <a:pt x="227856" y="101726"/>
                    <a:pt x="224050" y="104590"/>
                  </a:cubicBezTo>
                  <a:lnTo>
                    <a:pt x="224050" y="104590"/>
                  </a:lnTo>
                  <a:cubicBezTo>
                    <a:pt x="216746" y="109982"/>
                    <a:pt x="209142" y="115691"/>
                    <a:pt x="202156" y="121735"/>
                  </a:cubicBezTo>
                  <a:lnTo>
                    <a:pt x="202156" y="121735"/>
                  </a:lnTo>
                  <a:cubicBezTo>
                    <a:pt x="198349" y="124581"/>
                    <a:pt x="194843" y="127427"/>
                    <a:pt x="191046" y="130607"/>
                  </a:cubicBezTo>
                  <a:lnTo>
                    <a:pt x="191046" y="130607"/>
                  </a:lnTo>
                  <a:cubicBezTo>
                    <a:pt x="184068" y="136634"/>
                    <a:pt x="177072" y="142977"/>
                    <a:pt x="170094" y="149647"/>
                  </a:cubicBezTo>
                  <a:lnTo>
                    <a:pt x="170094" y="149647"/>
                  </a:lnTo>
                  <a:cubicBezTo>
                    <a:pt x="166614" y="153144"/>
                    <a:pt x="163125" y="156325"/>
                    <a:pt x="159619" y="159805"/>
                  </a:cubicBezTo>
                  <a:lnTo>
                    <a:pt x="159619" y="159805"/>
                  </a:lnTo>
                  <a:cubicBezTo>
                    <a:pt x="156456" y="163285"/>
                    <a:pt x="152958" y="166466"/>
                    <a:pt x="149786" y="169964"/>
                  </a:cubicBezTo>
                  <a:lnTo>
                    <a:pt x="149786" y="169964"/>
                  </a:lnTo>
                  <a:cubicBezTo>
                    <a:pt x="143125" y="176933"/>
                    <a:pt x="136773" y="183928"/>
                    <a:pt x="130747" y="191223"/>
                  </a:cubicBezTo>
                  <a:lnTo>
                    <a:pt x="130747" y="191223"/>
                  </a:lnTo>
                  <a:cubicBezTo>
                    <a:pt x="127575" y="194704"/>
                    <a:pt x="124720" y="198210"/>
                    <a:pt x="121540" y="202007"/>
                  </a:cubicBezTo>
                  <a:lnTo>
                    <a:pt x="121540" y="202007"/>
                  </a:lnTo>
                  <a:cubicBezTo>
                    <a:pt x="115831" y="209311"/>
                    <a:pt x="110113" y="216606"/>
                    <a:pt x="104403" y="224227"/>
                  </a:cubicBezTo>
                  <a:lnTo>
                    <a:pt x="104403" y="224227"/>
                  </a:lnTo>
                  <a:cubicBezTo>
                    <a:pt x="101866" y="227725"/>
                    <a:pt x="99003" y="231531"/>
                    <a:pt x="96465" y="235329"/>
                  </a:cubicBezTo>
                  <a:lnTo>
                    <a:pt x="96465" y="235329"/>
                  </a:lnTo>
                  <a:cubicBezTo>
                    <a:pt x="93928" y="239143"/>
                    <a:pt x="91390" y="242950"/>
                    <a:pt x="88853" y="246764"/>
                  </a:cubicBezTo>
                  <a:lnTo>
                    <a:pt x="88853" y="246764"/>
                  </a:lnTo>
                  <a:cubicBezTo>
                    <a:pt x="81223" y="258183"/>
                    <a:pt x="73928" y="269919"/>
                    <a:pt x="67584" y="281989"/>
                  </a:cubicBezTo>
                  <a:lnTo>
                    <a:pt x="67584" y="281989"/>
                  </a:lnTo>
                  <a:cubicBezTo>
                    <a:pt x="-20326" y="440032"/>
                    <a:pt x="-21278" y="630144"/>
                    <a:pt x="57752" y="787886"/>
                  </a:cubicBezTo>
                  <a:lnTo>
                    <a:pt x="57752" y="787886"/>
                  </a:lnTo>
                  <a:cubicBezTo>
                    <a:pt x="61558" y="795825"/>
                    <a:pt x="65690" y="803437"/>
                    <a:pt x="70122" y="811058"/>
                  </a:cubicBezTo>
                  <a:lnTo>
                    <a:pt x="70122" y="811058"/>
                  </a:lnTo>
                  <a:cubicBezTo>
                    <a:pt x="72351" y="815173"/>
                    <a:pt x="74563" y="818979"/>
                    <a:pt x="76791" y="822794"/>
                  </a:cubicBezTo>
                  <a:lnTo>
                    <a:pt x="76791" y="822794"/>
                  </a:lnTo>
                  <a:cubicBezTo>
                    <a:pt x="79012" y="826591"/>
                    <a:pt x="81549" y="830398"/>
                    <a:pt x="83769" y="834212"/>
                  </a:cubicBezTo>
                  <a:lnTo>
                    <a:pt x="83769" y="834212"/>
                  </a:lnTo>
                  <a:cubicBezTo>
                    <a:pt x="86307" y="837710"/>
                    <a:pt x="88527" y="841516"/>
                    <a:pt x="91073" y="845331"/>
                  </a:cubicBezTo>
                  <a:lnTo>
                    <a:pt x="91073" y="845331"/>
                  </a:lnTo>
                  <a:cubicBezTo>
                    <a:pt x="93611" y="849129"/>
                    <a:pt x="96148" y="852635"/>
                    <a:pt x="98694" y="856450"/>
                  </a:cubicBezTo>
                  <a:lnTo>
                    <a:pt x="98694" y="856450"/>
                  </a:lnTo>
                  <a:cubicBezTo>
                    <a:pt x="101232" y="859929"/>
                    <a:pt x="103769" y="863736"/>
                    <a:pt x="106632" y="867234"/>
                  </a:cubicBezTo>
                  <a:lnTo>
                    <a:pt x="106632" y="867234"/>
                  </a:lnTo>
                  <a:cubicBezTo>
                    <a:pt x="109170" y="871031"/>
                    <a:pt x="112024" y="874537"/>
                    <a:pt x="114562" y="878018"/>
                  </a:cubicBezTo>
                  <a:lnTo>
                    <a:pt x="114562" y="878018"/>
                  </a:lnTo>
                  <a:cubicBezTo>
                    <a:pt x="117416" y="881515"/>
                    <a:pt x="120280" y="884996"/>
                    <a:pt x="123126" y="888802"/>
                  </a:cubicBezTo>
                  <a:lnTo>
                    <a:pt x="123126" y="888802"/>
                  </a:lnTo>
                  <a:cubicBezTo>
                    <a:pt x="125989" y="892317"/>
                    <a:pt x="128844" y="895480"/>
                    <a:pt x="131698" y="898960"/>
                  </a:cubicBezTo>
                  <a:lnTo>
                    <a:pt x="131698" y="898960"/>
                  </a:lnTo>
                  <a:cubicBezTo>
                    <a:pt x="134870" y="902458"/>
                    <a:pt x="137733" y="905947"/>
                    <a:pt x="140905" y="909444"/>
                  </a:cubicBezTo>
                  <a:lnTo>
                    <a:pt x="140905" y="909444"/>
                  </a:lnTo>
                  <a:cubicBezTo>
                    <a:pt x="143760" y="912608"/>
                    <a:pt x="146932" y="916105"/>
                    <a:pt x="150103" y="919269"/>
                  </a:cubicBezTo>
                  <a:lnTo>
                    <a:pt x="150103" y="919269"/>
                  </a:lnTo>
                  <a:cubicBezTo>
                    <a:pt x="153275" y="922766"/>
                    <a:pt x="156456" y="925929"/>
                    <a:pt x="159619" y="929110"/>
                  </a:cubicBezTo>
                  <a:lnTo>
                    <a:pt x="159619" y="929110"/>
                  </a:lnTo>
                  <a:lnTo>
                    <a:pt x="161848" y="931339"/>
                  </a:lnTo>
                  <a:cubicBezTo>
                    <a:pt x="163116" y="932590"/>
                    <a:pt x="164385" y="933867"/>
                    <a:pt x="165645" y="935136"/>
                  </a:cubicBezTo>
                  <a:cubicBezTo>
                    <a:pt x="167557" y="936731"/>
                    <a:pt x="169143" y="938317"/>
                    <a:pt x="171046" y="940228"/>
                  </a:cubicBezTo>
                  <a:lnTo>
                    <a:pt x="171046" y="940228"/>
                  </a:lnTo>
                  <a:cubicBezTo>
                    <a:pt x="317679" y="1079231"/>
                    <a:pt x="476681" y="1085575"/>
                    <a:pt x="649331" y="1150641"/>
                  </a:cubicBezTo>
                  <a:cubicBezTo>
                    <a:pt x="745498" y="1190305"/>
                    <a:pt x="847048" y="1248401"/>
                    <a:pt x="953381" y="1353766"/>
                  </a:cubicBezTo>
                  <a:cubicBezTo>
                    <a:pt x="1054948" y="1457544"/>
                    <a:pt x="1112067" y="1556557"/>
                    <a:pt x="1151423" y="1650820"/>
                  </a:cubicBezTo>
                  <a:cubicBezTo>
                    <a:pt x="1215537" y="1819981"/>
                    <a:pt x="1222515" y="1975486"/>
                    <a:pt x="1351685" y="2119582"/>
                  </a:cubicBezTo>
                  <a:cubicBezTo>
                    <a:pt x="1353914" y="2122110"/>
                    <a:pt x="1356134" y="2124674"/>
                    <a:pt x="1358346" y="2127202"/>
                  </a:cubicBezTo>
                  <a:lnTo>
                    <a:pt x="1361518" y="2130683"/>
                  </a:lnTo>
                  <a:cubicBezTo>
                    <a:pt x="1365641" y="2134815"/>
                    <a:pt x="1369456" y="2138938"/>
                    <a:pt x="1373579" y="2142753"/>
                  </a:cubicBezTo>
                  <a:lnTo>
                    <a:pt x="1373579" y="2143070"/>
                  </a:lnTo>
                  <a:lnTo>
                    <a:pt x="1373579" y="2143070"/>
                  </a:lnTo>
                  <a:cubicBezTo>
                    <a:pt x="1377068" y="2146234"/>
                    <a:pt x="1380240" y="2149731"/>
                    <a:pt x="1383412" y="2152894"/>
                  </a:cubicBezTo>
                  <a:lnTo>
                    <a:pt x="1383412" y="2152894"/>
                  </a:lnTo>
                  <a:cubicBezTo>
                    <a:pt x="1386901" y="2155757"/>
                    <a:pt x="1390073" y="2158938"/>
                    <a:pt x="1393570" y="2162101"/>
                  </a:cubicBezTo>
                  <a:lnTo>
                    <a:pt x="1393570" y="2162101"/>
                  </a:lnTo>
                  <a:cubicBezTo>
                    <a:pt x="1397059" y="2165282"/>
                    <a:pt x="1400548" y="2168127"/>
                    <a:pt x="1403729" y="2170974"/>
                  </a:cubicBezTo>
                  <a:lnTo>
                    <a:pt x="1403729" y="2170974"/>
                  </a:lnTo>
                  <a:cubicBezTo>
                    <a:pt x="1407218" y="2174154"/>
                    <a:pt x="1410715" y="2177017"/>
                    <a:pt x="1414204" y="2179863"/>
                  </a:cubicBezTo>
                  <a:lnTo>
                    <a:pt x="1414204" y="2179863"/>
                  </a:lnTo>
                  <a:cubicBezTo>
                    <a:pt x="1417702" y="2182726"/>
                    <a:pt x="1421182" y="2185590"/>
                    <a:pt x="1425006" y="2188119"/>
                  </a:cubicBezTo>
                  <a:lnTo>
                    <a:pt x="1425006" y="2188119"/>
                  </a:lnTo>
                  <a:cubicBezTo>
                    <a:pt x="1428495" y="2190982"/>
                    <a:pt x="1431975" y="2193828"/>
                    <a:pt x="1435481" y="2196391"/>
                  </a:cubicBezTo>
                  <a:lnTo>
                    <a:pt x="1435481" y="2196391"/>
                  </a:lnTo>
                  <a:cubicBezTo>
                    <a:pt x="1439279" y="2199237"/>
                    <a:pt x="1442776" y="2201766"/>
                    <a:pt x="1446591" y="2204312"/>
                  </a:cubicBezTo>
                  <a:lnTo>
                    <a:pt x="1446591" y="2204312"/>
                  </a:lnTo>
                  <a:cubicBezTo>
                    <a:pt x="1450072" y="2206858"/>
                    <a:pt x="1453895" y="2209387"/>
                    <a:pt x="1457693" y="2211933"/>
                  </a:cubicBezTo>
                  <a:lnTo>
                    <a:pt x="1457693" y="2211933"/>
                  </a:lnTo>
                  <a:cubicBezTo>
                    <a:pt x="1461182" y="2214162"/>
                    <a:pt x="1464996" y="2216691"/>
                    <a:pt x="1468803" y="2219237"/>
                  </a:cubicBezTo>
                  <a:lnTo>
                    <a:pt x="1468803" y="2219237"/>
                  </a:lnTo>
                  <a:cubicBezTo>
                    <a:pt x="1472609" y="2221466"/>
                    <a:pt x="1476423" y="2223694"/>
                    <a:pt x="1480230" y="2226215"/>
                  </a:cubicBezTo>
                  <a:lnTo>
                    <a:pt x="1480230" y="2226215"/>
                  </a:lnTo>
                  <a:cubicBezTo>
                    <a:pt x="1484036" y="2228444"/>
                    <a:pt x="1487851" y="2230673"/>
                    <a:pt x="1491657" y="2232876"/>
                  </a:cubicBezTo>
                  <a:lnTo>
                    <a:pt x="1491657" y="2232876"/>
                  </a:lnTo>
                  <a:cubicBezTo>
                    <a:pt x="1499595" y="2237008"/>
                    <a:pt x="1507207" y="2241131"/>
                    <a:pt x="1515137" y="2245246"/>
                  </a:cubicBezTo>
                  <a:lnTo>
                    <a:pt x="1515137" y="2245246"/>
                  </a:lnTo>
                  <a:cubicBezTo>
                    <a:pt x="1672871" y="2323959"/>
                    <a:pt x="1862666" y="2323324"/>
                    <a:pt x="2021034" y="2235422"/>
                  </a:cubicBezTo>
                  <a:lnTo>
                    <a:pt x="2021034" y="2235422"/>
                  </a:lnTo>
                  <a:cubicBezTo>
                    <a:pt x="2033096" y="2228744"/>
                    <a:pt x="2044515" y="2221774"/>
                    <a:pt x="2056259" y="2214153"/>
                  </a:cubicBezTo>
                  <a:lnTo>
                    <a:pt x="2056259" y="2214153"/>
                  </a:lnTo>
                  <a:cubicBezTo>
                    <a:pt x="2060065" y="2211607"/>
                    <a:pt x="2063880" y="2209079"/>
                    <a:pt x="2067686" y="2206533"/>
                  </a:cubicBezTo>
                  <a:lnTo>
                    <a:pt x="2067686" y="2206533"/>
                  </a:lnTo>
                  <a:cubicBezTo>
                    <a:pt x="2071492" y="2203669"/>
                    <a:pt x="2074990" y="2201140"/>
                    <a:pt x="2078796" y="2198277"/>
                  </a:cubicBezTo>
                  <a:lnTo>
                    <a:pt x="2078796" y="2198277"/>
                  </a:lnTo>
                  <a:cubicBezTo>
                    <a:pt x="2086417" y="2192868"/>
                    <a:pt x="2093712" y="2187176"/>
                    <a:pt x="2101016" y="2181449"/>
                  </a:cubicBezTo>
                  <a:lnTo>
                    <a:pt x="2101016" y="2181132"/>
                  </a:lnTo>
                  <a:cubicBezTo>
                    <a:pt x="2104505" y="2178286"/>
                    <a:pt x="2108320" y="2175423"/>
                    <a:pt x="2111809" y="2172259"/>
                  </a:cubicBezTo>
                  <a:lnTo>
                    <a:pt x="2111809" y="2172259"/>
                  </a:lnTo>
                  <a:cubicBezTo>
                    <a:pt x="2118787" y="2166216"/>
                    <a:pt x="2126090" y="2159889"/>
                    <a:pt x="2132751" y="2153203"/>
                  </a:cubicBezTo>
                  <a:lnTo>
                    <a:pt x="2132751" y="2153203"/>
                  </a:lnTo>
                  <a:cubicBezTo>
                    <a:pt x="2136240" y="2149722"/>
                    <a:pt x="2139738" y="2146542"/>
                    <a:pt x="2143227" y="2143053"/>
                  </a:cubicBezTo>
                  <a:lnTo>
                    <a:pt x="2143227" y="2143053"/>
                  </a:lnTo>
                  <a:cubicBezTo>
                    <a:pt x="2146716" y="2139873"/>
                    <a:pt x="2149888" y="2136392"/>
                    <a:pt x="2153385" y="2132895"/>
                  </a:cubicBezTo>
                  <a:lnTo>
                    <a:pt x="2153385" y="2132895"/>
                  </a:lnTo>
                  <a:cubicBezTo>
                    <a:pt x="2159729" y="2125908"/>
                    <a:pt x="2166081" y="2118930"/>
                    <a:pt x="2172433" y="2111626"/>
                  </a:cubicBezTo>
                  <a:lnTo>
                    <a:pt x="2172433" y="2111626"/>
                  </a:lnTo>
                  <a:cubicBezTo>
                    <a:pt x="2175288" y="2108146"/>
                    <a:pt x="2178460" y="2104640"/>
                    <a:pt x="2181323" y="2100842"/>
                  </a:cubicBezTo>
                  <a:lnTo>
                    <a:pt x="2181323" y="2100842"/>
                  </a:lnTo>
                  <a:cubicBezTo>
                    <a:pt x="2187349" y="2093538"/>
                    <a:pt x="2193059" y="2086243"/>
                    <a:pt x="2198451" y="2078622"/>
                  </a:cubicBezTo>
                  <a:lnTo>
                    <a:pt x="2198451" y="2078622"/>
                  </a:lnTo>
                  <a:cubicBezTo>
                    <a:pt x="2201314" y="2075124"/>
                    <a:pt x="2203852" y="2071318"/>
                    <a:pt x="2206389" y="2067521"/>
                  </a:cubicBezTo>
                  <a:lnTo>
                    <a:pt x="2206389" y="2067521"/>
                  </a:lnTo>
                  <a:cubicBezTo>
                    <a:pt x="2209244" y="2063706"/>
                    <a:pt x="2211790" y="2059883"/>
                    <a:pt x="2214327" y="2056085"/>
                  </a:cubicBezTo>
                  <a:lnTo>
                    <a:pt x="2214327" y="2056085"/>
                  </a:lnTo>
                  <a:cubicBezTo>
                    <a:pt x="2221948" y="2044666"/>
                    <a:pt x="2228926" y="2032914"/>
                    <a:pt x="2235587" y="2021178"/>
                  </a:cubicBezTo>
                  <a:lnTo>
                    <a:pt x="2235587" y="2020861"/>
                  </a:lnTo>
                  <a:cubicBezTo>
                    <a:pt x="2323189" y="1862801"/>
                    <a:pt x="2324132" y="1672689"/>
                    <a:pt x="2245102" y="1514963"/>
                  </a:cubicBezTo>
                  <a:lnTo>
                    <a:pt x="2245102" y="1514963"/>
                  </a:lnTo>
                  <a:cubicBezTo>
                    <a:pt x="2241305" y="1507025"/>
                    <a:pt x="2237173" y="1499413"/>
                    <a:pt x="2232732" y="1491791"/>
                  </a:cubicBezTo>
                  <a:lnTo>
                    <a:pt x="2232732" y="1491791"/>
                  </a:lnTo>
                  <a:cubicBezTo>
                    <a:pt x="2230512" y="1487668"/>
                    <a:pt x="2228292" y="1483854"/>
                    <a:pt x="2226071" y="1480039"/>
                  </a:cubicBezTo>
                  <a:lnTo>
                    <a:pt x="2226071" y="1480039"/>
                  </a:lnTo>
                  <a:cubicBezTo>
                    <a:pt x="2223851" y="1476241"/>
                    <a:pt x="2221622" y="1472435"/>
                    <a:pt x="2219093" y="1468620"/>
                  </a:cubicBezTo>
                  <a:lnTo>
                    <a:pt x="2219093" y="1468620"/>
                  </a:lnTo>
                  <a:cubicBezTo>
                    <a:pt x="2216873" y="1465139"/>
                    <a:pt x="2214327" y="1461316"/>
                    <a:pt x="2211790" y="1457519"/>
                  </a:cubicBezTo>
                  <a:lnTo>
                    <a:pt x="2211790" y="1457519"/>
                  </a:lnTo>
                  <a:cubicBezTo>
                    <a:pt x="2209561" y="1453704"/>
                    <a:pt x="2207023" y="1450215"/>
                    <a:pt x="2204477" y="1446400"/>
                  </a:cubicBezTo>
                  <a:lnTo>
                    <a:pt x="2204477" y="1446400"/>
                  </a:lnTo>
                  <a:cubicBezTo>
                    <a:pt x="2201631" y="1442920"/>
                    <a:pt x="2199085" y="1439114"/>
                    <a:pt x="2196548" y="1435616"/>
                  </a:cubicBezTo>
                  <a:lnTo>
                    <a:pt x="2196548" y="1435616"/>
                  </a:lnTo>
                  <a:cubicBezTo>
                    <a:pt x="2193693" y="1431801"/>
                    <a:pt x="2191147" y="1428312"/>
                    <a:pt x="2188301" y="1424832"/>
                  </a:cubicBezTo>
                  <a:lnTo>
                    <a:pt x="2188301" y="1424832"/>
                  </a:lnTo>
                  <a:cubicBezTo>
                    <a:pt x="2185438" y="1421334"/>
                    <a:pt x="2182901" y="1417845"/>
                    <a:pt x="2180037" y="1414347"/>
                  </a:cubicBezTo>
                  <a:lnTo>
                    <a:pt x="2180037" y="1414030"/>
                  </a:lnTo>
                  <a:cubicBezTo>
                    <a:pt x="2177182" y="1410533"/>
                    <a:pt x="2174011" y="1407370"/>
                    <a:pt x="2171156" y="1403880"/>
                  </a:cubicBezTo>
                  <a:lnTo>
                    <a:pt x="2171156" y="1403880"/>
                  </a:lnTo>
                  <a:cubicBezTo>
                    <a:pt x="2168302" y="1400383"/>
                    <a:pt x="2165130" y="1396885"/>
                    <a:pt x="2162266" y="1393397"/>
                  </a:cubicBezTo>
                  <a:lnTo>
                    <a:pt x="2162266" y="1393397"/>
                  </a:lnTo>
                  <a:cubicBezTo>
                    <a:pt x="2159103" y="1390216"/>
                    <a:pt x="2155923" y="1386735"/>
                    <a:pt x="2152759" y="1383555"/>
                  </a:cubicBezTo>
                  <a:lnTo>
                    <a:pt x="2152759" y="1383555"/>
                  </a:lnTo>
                  <a:cubicBezTo>
                    <a:pt x="2149579" y="1380075"/>
                    <a:pt x="2146407" y="1376895"/>
                    <a:pt x="2143235" y="1373714"/>
                  </a:cubicBezTo>
                  <a:lnTo>
                    <a:pt x="2143235" y="1373714"/>
                  </a:lnTo>
                  <a:lnTo>
                    <a:pt x="2142918" y="1373414"/>
                  </a:lnTo>
                  <a:cubicBezTo>
                    <a:pt x="2138795" y="1369282"/>
                    <a:pt x="2134980" y="1365476"/>
                    <a:pt x="2130857" y="1361661"/>
                  </a:cubicBezTo>
                  <a:cubicBezTo>
                    <a:pt x="2129597" y="1360392"/>
                    <a:pt x="2128319" y="1359449"/>
                    <a:pt x="2127051" y="1358180"/>
                  </a:cubicBezTo>
                  <a:cubicBezTo>
                    <a:pt x="2124513" y="1355952"/>
                    <a:pt x="2122293" y="1353740"/>
                    <a:pt x="2119747" y="1351520"/>
                  </a:cubicBezTo>
                  <a:cubicBezTo>
                    <a:pt x="1975652" y="1222367"/>
                    <a:pt x="1819821" y="1215397"/>
                    <a:pt x="1650977" y="1151292"/>
                  </a:cubicBezTo>
                  <a:lnTo>
                    <a:pt x="1650977" y="1151292"/>
                  </a:lnTo>
                  <a:close/>
                </a:path>
              </a:pathLst>
            </a:custGeom>
            <a:solidFill>
              <a:srgbClr val="2562E8"/>
            </a:solidFill>
            <a:ln w="8572"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8EDCD5FF-F74A-00BF-68DC-CD2507F23C81}"/>
                </a:ext>
              </a:extLst>
            </p:cNvPr>
            <p:cNvSpPr/>
            <p:nvPr/>
          </p:nvSpPr>
          <p:spPr>
            <a:xfrm>
              <a:off x="10811321" y="4056496"/>
              <a:ext cx="943480" cy="943465"/>
            </a:xfrm>
            <a:custGeom>
              <a:avLst/>
              <a:gdLst>
                <a:gd name="csX0" fmla="*/ 805423 w 943480"/>
                <a:gd name="csY0" fmla="*/ 138058 h 943465"/>
                <a:gd name="csX1" fmla="*/ 138302 w 943480"/>
                <a:gd name="csY1" fmla="*/ 138058 h 943465"/>
                <a:gd name="csX2" fmla="*/ 138302 w 943480"/>
                <a:gd name="csY2" fmla="*/ 805170 h 943465"/>
                <a:gd name="csX3" fmla="*/ 805423 w 943480"/>
                <a:gd name="csY3" fmla="*/ 805170 h 943465"/>
                <a:gd name="csX4" fmla="*/ 805423 w 943480"/>
                <a:gd name="csY4" fmla="*/ 138058 h 943465"/>
                <a:gd name="csX5" fmla="*/ 805423 w 943480"/>
                <a:gd name="csY5" fmla="*/ 138058 h 943465"/>
              </a:gdLst>
              <a:ahLst/>
              <a:cxnLst>
                <a:cxn ang="0">
                  <a:pos x="csX0" y="csY0"/>
                </a:cxn>
                <a:cxn ang="0">
                  <a:pos x="csX1" y="csY1"/>
                </a:cxn>
                <a:cxn ang="0">
                  <a:pos x="csX2" y="csY2"/>
                </a:cxn>
                <a:cxn ang="0">
                  <a:pos x="csX3" y="csY3"/>
                </a:cxn>
                <a:cxn ang="0">
                  <a:pos x="csX4" y="csY4"/>
                </a:cxn>
                <a:cxn ang="0">
                  <a:pos x="csX5" y="csY5"/>
                </a:cxn>
              </a:cxnLst>
              <a:rect l="l" t="t" r="r" b="b"/>
              <a:pathLst>
                <a:path w="943480" h="943465">
                  <a:moveTo>
                    <a:pt x="805423" y="138058"/>
                  </a:moveTo>
                  <a:cubicBezTo>
                    <a:pt x="621020" y="-46019"/>
                    <a:pt x="322371" y="-46019"/>
                    <a:pt x="138302" y="138058"/>
                  </a:cubicBezTo>
                  <a:cubicBezTo>
                    <a:pt x="-46101" y="322452"/>
                    <a:pt x="-46101" y="621101"/>
                    <a:pt x="138302" y="805170"/>
                  </a:cubicBezTo>
                  <a:cubicBezTo>
                    <a:pt x="322380" y="989565"/>
                    <a:pt x="621020" y="989565"/>
                    <a:pt x="805423" y="805170"/>
                  </a:cubicBezTo>
                  <a:cubicBezTo>
                    <a:pt x="989500" y="621092"/>
                    <a:pt x="989500" y="322452"/>
                    <a:pt x="805423" y="138058"/>
                  </a:cubicBezTo>
                  <a:lnTo>
                    <a:pt x="805423" y="138058"/>
                  </a:lnTo>
                  <a:close/>
                </a:path>
              </a:pathLst>
            </a:custGeom>
            <a:solidFill>
              <a:srgbClr val="FEFEFE"/>
            </a:solidFill>
            <a:ln w="8572"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CE684CE2-91CC-DA7C-DC25-0DD783898CAD}"/>
                </a:ext>
              </a:extLst>
            </p:cNvPr>
            <p:cNvSpPr/>
            <p:nvPr/>
          </p:nvSpPr>
          <p:spPr>
            <a:xfrm>
              <a:off x="12034404" y="5269177"/>
              <a:ext cx="943566" cy="943549"/>
            </a:xfrm>
            <a:custGeom>
              <a:avLst/>
              <a:gdLst>
                <a:gd name="csX0" fmla="*/ 471942 w 943566"/>
                <a:gd name="csY0" fmla="*/ 943550 h 943549"/>
                <a:gd name="csX1" fmla="*/ 943566 w 943566"/>
                <a:gd name="csY1" fmla="*/ 471942 h 943549"/>
                <a:gd name="csX2" fmla="*/ 471942 w 943566"/>
                <a:gd name="csY2" fmla="*/ 0 h 943549"/>
                <a:gd name="csX3" fmla="*/ 0 w 943566"/>
                <a:gd name="csY3" fmla="*/ 471942 h 943549"/>
                <a:gd name="csX4" fmla="*/ 471942 w 943566"/>
                <a:gd name="csY4" fmla="*/ 943550 h 943549"/>
                <a:gd name="csX5" fmla="*/ 471942 w 943566"/>
                <a:gd name="csY5" fmla="*/ 943550 h 943549"/>
              </a:gdLst>
              <a:ahLst/>
              <a:cxnLst>
                <a:cxn ang="0">
                  <a:pos x="csX0" y="csY0"/>
                </a:cxn>
                <a:cxn ang="0">
                  <a:pos x="csX1" y="csY1"/>
                </a:cxn>
                <a:cxn ang="0">
                  <a:pos x="csX2" y="csY2"/>
                </a:cxn>
                <a:cxn ang="0">
                  <a:pos x="csX3" y="csY3"/>
                </a:cxn>
                <a:cxn ang="0">
                  <a:pos x="csX4" y="csY4"/>
                </a:cxn>
                <a:cxn ang="0">
                  <a:pos x="csX5" y="csY5"/>
                </a:cxn>
              </a:cxnLst>
              <a:rect l="l" t="t" r="r" b="b"/>
              <a:pathLst>
                <a:path w="943566" h="943549">
                  <a:moveTo>
                    <a:pt x="471942" y="943550"/>
                  </a:moveTo>
                  <a:cubicBezTo>
                    <a:pt x="731551" y="943550"/>
                    <a:pt x="943566" y="731560"/>
                    <a:pt x="943566" y="471942"/>
                  </a:cubicBezTo>
                  <a:cubicBezTo>
                    <a:pt x="943566" y="212007"/>
                    <a:pt x="731560" y="0"/>
                    <a:pt x="471942" y="0"/>
                  </a:cubicBezTo>
                  <a:cubicBezTo>
                    <a:pt x="212015" y="0"/>
                    <a:pt x="0" y="212007"/>
                    <a:pt x="0" y="471942"/>
                  </a:cubicBezTo>
                  <a:cubicBezTo>
                    <a:pt x="0" y="731560"/>
                    <a:pt x="212007" y="943550"/>
                    <a:pt x="471942" y="943550"/>
                  </a:cubicBezTo>
                  <a:lnTo>
                    <a:pt x="471942" y="943550"/>
                  </a:lnTo>
                  <a:close/>
                </a:path>
              </a:pathLst>
            </a:custGeom>
            <a:solidFill>
              <a:srgbClr val="FEFEFE"/>
            </a:solidFill>
            <a:ln w="8572"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DAA44393-FC3E-514B-B03D-E96047912B64}"/>
                </a:ext>
              </a:extLst>
            </p:cNvPr>
            <p:cNvSpPr/>
            <p:nvPr/>
          </p:nvSpPr>
          <p:spPr>
            <a:xfrm>
              <a:off x="10737300" y="1054760"/>
              <a:ext cx="2302893" cy="2302883"/>
            </a:xfrm>
            <a:custGeom>
              <a:avLst/>
              <a:gdLst>
                <a:gd name="csX0" fmla="*/ 1650977 w 2302893"/>
                <a:gd name="csY0" fmla="*/ 1151754 h 2302883"/>
                <a:gd name="csX1" fmla="*/ 1354865 w 2302893"/>
                <a:gd name="csY1" fmla="*/ 1348527 h 2302883"/>
                <a:gd name="csX2" fmla="*/ 1150480 w 2302893"/>
                <a:gd name="csY2" fmla="*/ 1653837 h 2302883"/>
                <a:gd name="csX3" fmla="*/ 951478 w 2302893"/>
                <a:gd name="csY3" fmla="*/ 2119744 h 2302883"/>
                <a:gd name="csX4" fmla="*/ 944500 w 2302893"/>
                <a:gd name="csY4" fmla="*/ 2127056 h 2302883"/>
                <a:gd name="csX5" fmla="*/ 941328 w 2302893"/>
                <a:gd name="csY5" fmla="*/ 2130537 h 2302883"/>
                <a:gd name="csX6" fmla="*/ 929584 w 2302893"/>
                <a:gd name="csY6" fmla="*/ 2142915 h 2302883"/>
                <a:gd name="csX7" fmla="*/ 929266 w 2302893"/>
                <a:gd name="csY7" fmla="*/ 2143224 h 2302883"/>
                <a:gd name="csX8" fmla="*/ 929266 w 2302893"/>
                <a:gd name="csY8" fmla="*/ 2143224 h 2302883"/>
                <a:gd name="csX9" fmla="*/ 919442 w 2302893"/>
                <a:gd name="csY9" fmla="*/ 2152748 h 2302883"/>
                <a:gd name="csX10" fmla="*/ 919442 w 2302893"/>
                <a:gd name="csY10" fmla="*/ 2152748 h 2302883"/>
                <a:gd name="csX11" fmla="*/ 909275 w 2302893"/>
                <a:gd name="csY11" fmla="*/ 2162272 h 2302883"/>
                <a:gd name="csX12" fmla="*/ 909275 w 2302893"/>
                <a:gd name="csY12" fmla="*/ 2162272 h 2302883"/>
                <a:gd name="csX13" fmla="*/ 899117 w 2302893"/>
                <a:gd name="csY13" fmla="*/ 2171153 h 2302883"/>
                <a:gd name="csX14" fmla="*/ 899117 w 2302893"/>
                <a:gd name="csY14" fmla="*/ 2171153 h 2302883"/>
                <a:gd name="csX15" fmla="*/ 888641 w 2302893"/>
                <a:gd name="csY15" fmla="*/ 2180043 h 2302883"/>
                <a:gd name="csX16" fmla="*/ 888641 w 2302893"/>
                <a:gd name="csY16" fmla="*/ 2180043 h 2302883"/>
                <a:gd name="csX17" fmla="*/ 878166 w 2302893"/>
                <a:gd name="csY17" fmla="*/ 2188289 h 2302883"/>
                <a:gd name="csX18" fmla="*/ 878166 w 2302893"/>
                <a:gd name="csY18" fmla="*/ 2188289 h 2302883"/>
                <a:gd name="csX19" fmla="*/ 867373 w 2302893"/>
                <a:gd name="csY19" fmla="*/ 2196545 h 2302883"/>
                <a:gd name="csX20" fmla="*/ 867373 w 2302893"/>
                <a:gd name="csY20" fmla="*/ 2196545 h 2302883"/>
                <a:gd name="csX21" fmla="*/ 856263 w 2302893"/>
                <a:gd name="csY21" fmla="*/ 2204483 h 2302883"/>
                <a:gd name="csX22" fmla="*/ 856263 w 2302893"/>
                <a:gd name="csY22" fmla="*/ 2204483 h 2302883"/>
                <a:gd name="csX23" fmla="*/ 845470 w 2302893"/>
                <a:gd name="csY23" fmla="*/ 2211787 h 2302883"/>
                <a:gd name="csX24" fmla="*/ 845470 w 2302893"/>
                <a:gd name="csY24" fmla="*/ 2211787 h 2302883"/>
                <a:gd name="csX25" fmla="*/ 834043 w 2302893"/>
                <a:gd name="csY25" fmla="*/ 2219082 h 2302883"/>
                <a:gd name="csX26" fmla="*/ 834043 w 2302893"/>
                <a:gd name="csY26" fmla="*/ 2219082 h 2302883"/>
                <a:gd name="csX27" fmla="*/ 822616 w 2302893"/>
                <a:gd name="csY27" fmla="*/ 2226060 h 2302883"/>
                <a:gd name="csX28" fmla="*/ 822616 w 2302893"/>
                <a:gd name="csY28" fmla="*/ 2226060 h 2302883"/>
                <a:gd name="csX29" fmla="*/ 811189 w 2302893"/>
                <a:gd name="csY29" fmla="*/ 2232729 h 2302883"/>
                <a:gd name="csX30" fmla="*/ 811189 w 2302893"/>
                <a:gd name="csY30" fmla="*/ 2232729 h 2302883"/>
                <a:gd name="csX31" fmla="*/ 787709 w 2302893"/>
                <a:gd name="csY31" fmla="*/ 2245099 h 2302883"/>
                <a:gd name="csX32" fmla="*/ 787709 w 2302893"/>
                <a:gd name="csY32" fmla="*/ 2245099 h 2302883"/>
                <a:gd name="csX33" fmla="*/ 281811 w 2302893"/>
                <a:gd name="csY33" fmla="*/ 2235584 h 2302883"/>
                <a:gd name="csX34" fmla="*/ 281811 w 2302893"/>
                <a:gd name="csY34" fmla="*/ 2235584 h 2302883"/>
                <a:gd name="csX35" fmla="*/ 246904 w 2302893"/>
                <a:gd name="csY35" fmla="*/ 2214324 h 2302883"/>
                <a:gd name="csX36" fmla="*/ 246904 w 2302893"/>
                <a:gd name="csY36" fmla="*/ 2214324 h 2302883"/>
                <a:gd name="csX37" fmla="*/ 235477 w 2302893"/>
                <a:gd name="csY37" fmla="*/ 2206386 h 2302883"/>
                <a:gd name="csX38" fmla="*/ 235477 w 2302893"/>
                <a:gd name="csY38" fmla="*/ 2206386 h 2302883"/>
                <a:gd name="csX39" fmla="*/ 224050 w 2302893"/>
                <a:gd name="csY39" fmla="*/ 2198456 h 2302883"/>
                <a:gd name="csX40" fmla="*/ 224050 w 2302893"/>
                <a:gd name="csY40" fmla="*/ 2198456 h 2302883"/>
                <a:gd name="csX41" fmla="*/ 202156 w 2302893"/>
                <a:gd name="csY41" fmla="*/ 2181311 h 2302883"/>
                <a:gd name="csX42" fmla="*/ 202156 w 2302893"/>
                <a:gd name="csY42" fmla="*/ 2181311 h 2302883"/>
                <a:gd name="csX43" fmla="*/ 191046 w 2302893"/>
                <a:gd name="csY43" fmla="*/ 2172422 h 2302883"/>
                <a:gd name="csX44" fmla="*/ 191046 w 2302893"/>
                <a:gd name="csY44" fmla="*/ 2172422 h 2302883"/>
                <a:gd name="csX45" fmla="*/ 170094 w 2302893"/>
                <a:gd name="csY45" fmla="*/ 2153382 h 2302883"/>
                <a:gd name="csX46" fmla="*/ 170094 w 2302893"/>
                <a:gd name="csY46" fmla="*/ 2153382 h 2302883"/>
                <a:gd name="csX47" fmla="*/ 159619 w 2302893"/>
                <a:gd name="csY47" fmla="*/ 2143215 h 2302883"/>
                <a:gd name="csX48" fmla="*/ 159619 w 2302893"/>
                <a:gd name="csY48" fmla="*/ 2143215 h 2302883"/>
                <a:gd name="csX49" fmla="*/ 149786 w 2302893"/>
                <a:gd name="csY49" fmla="*/ 2132748 h 2302883"/>
                <a:gd name="csX50" fmla="*/ 149786 w 2302893"/>
                <a:gd name="csY50" fmla="*/ 2132748 h 2302883"/>
                <a:gd name="csX51" fmla="*/ 130747 w 2302893"/>
                <a:gd name="csY51" fmla="*/ 2111806 h 2302883"/>
                <a:gd name="csX52" fmla="*/ 130747 w 2302893"/>
                <a:gd name="csY52" fmla="*/ 2111806 h 2302883"/>
                <a:gd name="csX53" fmla="*/ 121540 w 2302893"/>
                <a:gd name="csY53" fmla="*/ 2101004 h 2302883"/>
                <a:gd name="csX54" fmla="*/ 121540 w 2302893"/>
                <a:gd name="csY54" fmla="*/ 2101004 h 2302883"/>
                <a:gd name="csX55" fmla="*/ 104403 w 2302893"/>
                <a:gd name="csY55" fmla="*/ 2078793 h 2302883"/>
                <a:gd name="csX56" fmla="*/ 104403 w 2302893"/>
                <a:gd name="csY56" fmla="*/ 2078793 h 2302883"/>
                <a:gd name="csX57" fmla="*/ 96465 w 2302893"/>
                <a:gd name="csY57" fmla="*/ 2067683 h 2302883"/>
                <a:gd name="csX58" fmla="*/ 96465 w 2302893"/>
                <a:gd name="csY58" fmla="*/ 2067683 h 2302883"/>
                <a:gd name="csX59" fmla="*/ 88853 w 2302893"/>
                <a:gd name="csY59" fmla="*/ 2056256 h 2302883"/>
                <a:gd name="csX60" fmla="*/ 88853 w 2302893"/>
                <a:gd name="csY60" fmla="*/ 2056256 h 2302883"/>
                <a:gd name="csX61" fmla="*/ 67584 w 2302893"/>
                <a:gd name="csY61" fmla="*/ 2021031 h 2302883"/>
                <a:gd name="csX62" fmla="*/ 67584 w 2302893"/>
                <a:gd name="csY62" fmla="*/ 2021031 h 2302883"/>
                <a:gd name="csX63" fmla="*/ 57752 w 2302893"/>
                <a:gd name="csY63" fmla="*/ 1515134 h 2302883"/>
                <a:gd name="csX64" fmla="*/ 57752 w 2302893"/>
                <a:gd name="csY64" fmla="*/ 1515134 h 2302883"/>
                <a:gd name="csX65" fmla="*/ 70122 w 2302893"/>
                <a:gd name="csY65" fmla="*/ 1491645 h 2302883"/>
                <a:gd name="csX66" fmla="*/ 70122 w 2302893"/>
                <a:gd name="csY66" fmla="*/ 1491645 h 2302883"/>
                <a:gd name="csX67" fmla="*/ 76791 w 2302893"/>
                <a:gd name="csY67" fmla="*/ 1480218 h 2302883"/>
                <a:gd name="csX68" fmla="*/ 76791 w 2302893"/>
                <a:gd name="csY68" fmla="*/ 1480218 h 2302883"/>
                <a:gd name="csX69" fmla="*/ 83769 w 2302893"/>
                <a:gd name="csY69" fmla="*/ 1468800 h 2302883"/>
                <a:gd name="csX70" fmla="*/ 83769 w 2302893"/>
                <a:gd name="csY70" fmla="*/ 1468800 h 2302883"/>
                <a:gd name="csX71" fmla="*/ 91073 w 2302893"/>
                <a:gd name="csY71" fmla="*/ 1457689 h 2302883"/>
                <a:gd name="csX72" fmla="*/ 91073 w 2302893"/>
                <a:gd name="csY72" fmla="*/ 1457689 h 2302883"/>
                <a:gd name="csX73" fmla="*/ 98694 w 2302893"/>
                <a:gd name="csY73" fmla="*/ 1446579 h 2302883"/>
                <a:gd name="csX74" fmla="*/ 98694 w 2302893"/>
                <a:gd name="csY74" fmla="*/ 1446579 h 2302883"/>
                <a:gd name="csX75" fmla="*/ 106632 w 2302893"/>
                <a:gd name="csY75" fmla="*/ 1435470 h 2302883"/>
                <a:gd name="csX76" fmla="*/ 106632 w 2302893"/>
                <a:gd name="csY76" fmla="*/ 1435470 h 2302883"/>
                <a:gd name="csX77" fmla="*/ 114562 w 2302893"/>
                <a:gd name="csY77" fmla="*/ 1424994 h 2302883"/>
                <a:gd name="csX78" fmla="*/ 114562 w 2302893"/>
                <a:gd name="csY78" fmla="*/ 1424994 h 2302883"/>
                <a:gd name="csX79" fmla="*/ 123126 w 2302893"/>
                <a:gd name="csY79" fmla="*/ 1414201 h 2302883"/>
                <a:gd name="csX80" fmla="*/ 123126 w 2302893"/>
                <a:gd name="csY80" fmla="*/ 1414201 h 2302883"/>
                <a:gd name="csX81" fmla="*/ 131698 w 2302893"/>
                <a:gd name="csY81" fmla="*/ 1403726 h 2302883"/>
                <a:gd name="csX82" fmla="*/ 131698 w 2302893"/>
                <a:gd name="csY82" fmla="*/ 1403726 h 2302883"/>
                <a:gd name="csX83" fmla="*/ 140905 w 2302893"/>
                <a:gd name="csY83" fmla="*/ 1393567 h 2302883"/>
                <a:gd name="csX84" fmla="*/ 140905 w 2302893"/>
                <a:gd name="csY84" fmla="*/ 1393567 h 2302883"/>
                <a:gd name="csX85" fmla="*/ 150103 w 2302893"/>
                <a:gd name="csY85" fmla="*/ 1383409 h 2302883"/>
                <a:gd name="csX86" fmla="*/ 150103 w 2302893"/>
                <a:gd name="csY86" fmla="*/ 1383409 h 2302883"/>
                <a:gd name="csX87" fmla="*/ 159619 w 2302893"/>
                <a:gd name="csY87" fmla="*/ 1373568 h 2302883"/>
                <a:gd name="csX88" fmla="*/ 159619 w 2302893"/>
                <a:gd name="csY88" fmla="*/ 1373568 h 2302883"/>
                <a:gd name="csX89" fmla="*/ 161848 w 2302893"/>
                <a:gd name="csY89" fmla="*/ 1371664 h 2302883"/>
                <a:gd name="csX90" fmla="*/ 165645 w 2302893"/>
                <a:gd name="csY90" fmla="*/ 1367867 h 2302883"/>
                <a:gd name="csX91" fmla="*/ 171046 w 2302893"/>
                <a:gd name="csY91" fmla="*/ 1362783 h 2302883"/>
                <a:gd name="csX92" fmla="*/ 171046 w 2302893"/>
                <a:gd name="csY92" fmla="*/ 1362783 h 2302883"/>
                <a:gd name="csX93" fmla="*/ 649331 w 2302893"/>
                <a:gd name="csY93" fmla="*/ 1152363 h 2302883"/>
                <a:gd name="csX94" fmla="*/ 953381 w 2302893"/>
                <a:gd name="csY94" fmla="*/ 949246 h 2302883"/>
                <a:gd name="csX95" fmla="*/ 1151423 w 2302893"/>
                <a:gd name="csY95" fmla="*/ 651866 h 2302883"/>
                <a:gd name="csX96" fmla="*/ 1351685 w 2302893"/>
                <a:gd name="csY96" fmla="*/ 183104 h 2302883"/>
                <a:gd name="csX97" fmla="*/ 1358346 w 2302893"/>
                <a:gd name="csY97" fmla="*/ 175792 h 2302883"/>
                <a:gd name="csX98" fmla="*/ 1361518 w 2302893"/>
                <a:gd name="csY98" fmla="*/ 172312 h 2302883"/>
                <a:gd name="csX99" fmla="*/ 1373579 w 2302893"/>
                <a:gd name="csY99" fmla="*/ 159933 h 2302883"/>
                <a:gd name="csX100" fmla="*/ 1373579 w 2302893"/>
                <a:gd name="csY100" fmla="*/ 159624 h 2302883"/>
                <a:gd name="csX101" fmla="*/ 1373579 w 2302893"/>
                <a:gd name="csY101" fmla="*/ 159624 h 2302883"/>
                <a:gd name="csX102" fmla="*/ 1383412 w 2302893"/>
                <a:gd name="csY102" fmla="*/ 150100 h 2302883"/>
                <a:gd name="csX103" fmla="*/ 1383412 w 2302893"/>
                <a:gd name="csY103" fmla="*/ 150100 h 2302883"/>
                <a:gd name="csX104" fmla="*/ 1393570 w 2302893"/>
                <a:gd name="csY104" fmla="*/ 140902 h 2302883"/>
                <a:gd name="csX105" fmla="*/ 1393570 w 2302893"/>
                <a:gd name="csY105" fmla="*/ 140902 h 2302883"/>
                <a:gd name="csX106" fmla="*/ 1403729 w 2302893"/>
                <a:gd name="csY106" fmla="*/ 131695 h 2302883"/>
                <a:gd name="csX107" fmla="*/ 1403729 w 2302893"/>
                <a:gd name="csY107" fmla="*/ 131695 h 2302883"/>
                <a:gd name="csX108" fmla="*/ 1414204 w 2302893"/>
                <a:gd name="csY108" fmla="*/ 123131 h 2302883"/>
                <a:gd name="csX109" fmla="*/ 1414204 w 2302893"/>
                <a:gd name="csY109" fmla="*/ 123131 h 2302883"/>
                <a:gd name="csX110" fmla="*/ 1425006 w 2302893"/>
                <a:gd name="csY110" fmla="*/ 114559 h 2302883"/>
                <a:gd name="csX111" fmla="*/ 1425006 w 2302893"/>
                <a:gd name="csY111" fmla="*/ 114559 h 2302883"/>
                <a:gd name="csX112" fmla="*/ 1435481 w 2302893"/>
                <a:gd name="csY112" fmla="*/ 106621 h 2302883"/>
                <a:gd name="csX113" fmla="*/ 1435481 w 2302893"/>
                <a:gd name="csY113" fmla="*/ 106621 h 2302883"/>
                <a:gd name="csX114" fmla="*/ 1446591 w 2302893"/>
                <a:gd name="csY114" fmla="*/ 98682 h 2302883"/>
                <a:gd name="csX115" fmla="*/ 1446591 w 2302893"/>
                <a:gd name="csY115" fmla="*/ 98682 h 2302883"/>
                <a:gd name="csX116" fmla="*/ 1457693 w 2302893"/>
                <a:gd name="csY116" fmla="*/ 91061 h 2302883"/>
                <a:gd name="csX117" fmla="*/ 1457693 w 2302893"/>
                <a:gd name="csY117" fmla="*/ 91061 h 2302883"/>
                <a:gd name="csX118" fmla="*/ 1468803 w 2302893"/>
                <a:gd name="csY118" fmla="*/ 83766 h 2302883"/>
                <a:gd name="csX119" fmla="*/ 1468803 w 2302893"/>
                <a:gd name="csY119" fmla="*/ 83766 h 2302883"/>
                <a:gd name="csX120" fmla="*/ 1480230 w 2302893"/>
                <a:gd name="csY120" fmla="*/ 76788 h 2302883"/>
                <a:gd name="csX121" fmla="*/ 1480230 w 2302893"/>
                <a:gd name="csY121" fmla="*/ 76788 h 2302883"/>
                <a:gd name="csX122" fmla="*/ 1491657 w 2302893"/>
                <a:gd name="csY122" fmla="*/ 70127 h 2302883"/>
                <a:gd name="csX123" fmla="*/ 1491657 w 2302893"/>
                <a:gd name="csY123" fmla="*/ 70127 h 2302883"/>
                <a:gd name="csX124" fmla="*/ 1515137 w 2302893"/>
                <a:gd name="csY124" fmla="*/ 57749 h 2302883"/>
                <a:gd name="csX125" fmla="*/ 1515137 w 2302893"/>
                <a:gd name="csY125" fmla="*/ 57749 h 2302883"/>
                <a:gd name="csX126" fmla="*/ 2021034 w 2302893"/>
                <a:gd name="csY126" fmla="*/ 67581 h 2302883"/>
                <a:gd name="csX127" fmla="*/ 2021034 w 2302893"/>
                <a:gd name="csY127" fmla="*/ 67581 h 2302883"/>
                <a:gd name="csX128" fmla="*/ 2056259 w 2302893"/>
                <a:gd name="csY128" fmla="*/ 88841 h 2302883"/>
                <a:gd name="csX129" fmla="*/ 2056259 w 2302893"/>
                <a:gd name="csY129" fmla="*/ 88841 h 2302883"/>
                <a:gd name="csX130" fmla="*/ 2067686 w 2302893"/>
                <a:gd name="csY130" fmla="*/ 96462 h 2302883"/>
                <a:gd name="csX131" fmla="*/ 2067686 w 2302893"/>
                <a:gd name="csY131" fmla="*/ 96462 h 2302883"/>
                <a:gd name="csX132" fmla="*/ 2078796 w 2302893"/>
                <a:gd name="csY132" fmla="*/ 104400 h 2302883"/>
                <a:gd name="csX133" fmla="*/ 2078796 w 2302893"/>
                <a:gd name="csY133" fmla="*/ 104400 h 2302883"/>
                <a:gd name="csX134" fmla="*/ 2101016 w 2302893"/>
                <a:gd name="csY134" fmla="*/ 121537 h 2302883"/>
                <a:gd name="csX135" fmla="*/ 2101016 w 2302893"/>
                <a:gd name="csY135" fmla="*/ 121537 h 2302883"/>
                <a:gd name="csX136" fmla="*/ 2111809 w 2302893"/>
                <a:gd name="csY136" fmla="*/ 130744 h 2302883"/>
                <a:gd name="csX137" fmla="*/ 2111809 w 2302893"/>
                <a:gd name="csY137" fmla="*/ 130744 h 2302883"/>
                <a:gd name="csX138" fmla="*/ 2132751 w 2302893"/>
                <a:gd name="csY138" fmla="*/ 149783 h 2302883"/>
                <a:gd name="csX139" fmla="*/ 2132751 w 2302893"/>
                <a:gd name="csY139" fmla="*/ 149783 h 2302883"/>
                <a:gd name="csX140" fmla="*/ 2143227 w 2302893"/>
                <a:gd name="csY140" fmla="*/ 159633 h 2302883"/>
                <a:gd name="csX141" fmla="*/ 2143227 w 2302893"/>
                <a:gd name="csY141" fmla="*/ 159633 h 2302883"/>
                <a:gd name="csX142" fmla="*/ 2153385 w 2302893"/>
                <a:gd name="csY142" fmla="*/ 170108 h 2302883"/>
                <a:gd name="csX143" fmla="*/ 2153385 w 2302893"/>
                <a:gd name="csY143" fmla="*/ 170108 h 2302883"/>
                <a:gd name="csX144" fmla="*/ 2172433 w 2302893"/>
                <a:gd name="csY144" fmla="*/ 191043 h 2302883"/>
                <a:gd name="csX145" fmla="*/ 2172433 w 2302893"/>
                <a:gd name="csY145" fmla="*/ 191043 h 2302883"/>
                <a:gd name="csX146" fmla="*/ 2181323 w 2302893"/>
                <a:gd name="csY146" fmla="*/ 202161 h 2302883"/>
                <a:gd name="csX147" fmla="*/ 2181323 w 2302893"/>
                <a:gd name="csY147" fmla="*/ 202161 h 2302883"/>
                <a:gd name="csX148" fmla="*/ 2198451 w 2302893"/>
                <a:gd name="csY148" fmla="*/ 224064 h 2302883"/>
                <a:gd name="csX149" fmla="*/ 2198451 w 2302893"/>
                <a:gd name="csY149" fmla="*/ 224064 h 2302883"/>
                <a:gd name="csX150" fmla="*/ 2206389 w 2302893"/>
                <a:gd name="csY150" fmla="*/ 235482 h 2302883"/>
                <a:gd name="csX151" fmla="*/ 2206389 w 2302893"/>
                <a:gd name="csY151" fmla="*/ 235482 h 2302883"/>
                <a:gd name="csX152" fmla="*/ 2214327 w 2302893"/>
                <a:gd name="csY152" fmla="*/ 246909 h 2302883"/>
                <a:gd name="csX153" fmla="*/ 2214327 w 2302893"/>
                <a:gd name="csY153" fmla="*/ 246909 h 2302883"/>
                <a:gd name="csX154" fmla="*/ 2235587 w 2302893"/>
                <a:gd name="csY154" fmla="*/ 281817 h 2302883"/>
                <a:gd name="csX155" fmla="*/ 2235587 w 2302893"/>
                <a:gd name="csY155" fmla="*/ 281817 h 2302883"/>
                <a:gd name="csX156" fmla="*/ 2245102 w 2302893"/>
                <a:gd name="csY156" fmla="*/ 787714 h 2302883"/>
                <a:gd name="csX157" fmla="*/ 2245102 w 2302893"/>
                <a:gd name="csY157" fmla="*/ 787714 h 2302883"/>
                <a:gd name="csX158" fmla="*/ 2232732 w 2302893"/>
                <a:gd name="csY158" fmla="*/ 811203 h 2302883"/>
                <a:gd name="csX159" fmla="*/ 2232732 w 2302893"/>
                <a:gd name="csY159" fmla="*/ 811203 h 2302883"/>
                <a:gd name="csX160" fmla="*/ 2226071 w 2302893"/>
                <a:gd name="csY160" fmla="*/ 822630 h 2302883"/>
                <a:gd name="csX161" fmla="*/ 2226071 w 2302893"/>
                <a:gd name="csY161" fmla="*/ 822630 h 2302883"/>
                <a:gd name="csX162" fmla="*/ 2219093 w 2302893"/>
                <a:gd name="csY162" fmla="*/ 834049 h 2302883"/>
                <a:gd name="csX163" fmla="*/ 2219093 w 2302893"/>
                <a:gd name="csY163" fmla="*/ 834049 h 2302883"/>
                <a:gd name="csX164" fmla="*/ 2211790 w 2302893"/>
                <a:gd name="csY164" fmla="*/ 845476 h 2302883"/>
                <a:gd name="csX165" fmla="*/ 2211790 w 2302893"/>
                <a:gd name="csY165" fmla="*/ 845476 h 2302883"/>
                <a:gd name="csX166" fmla="*/ 2204477 w 2302893"/>
                <a:gd name="csY166" fmla="*/ 856269 h 2302883"/>
                <a:gd name="csX167" fmla="*/ 2204477 w 2302893"/>
                <a:gd name="csY167" fmla="*/ 856269 h 2302883"/>
                <a:gd name="csX168" fmla="*/ 2196548 w 2302893"/>
                <a:gd name="csY168" fmla="*/ 867378 h 2302883"/>
                <a:gd name="csX169" fmla="*/ 2196548 w 2302893"/>
                <a:gd name="csY169" fmla="*/ 867378 h 2302883"/>
                <a:gd name="csX170" fmla="*/ 2188301 w 2302893"/>
                <a:gd name="csY170" fmla="*/ 878171 h 2302883"/>
                <a:gd name="csX171" fmla="*/ 2188301 w 2302893"/>
                <a:gd name="csY171" fmla="*/ 878171 h 2302883"/>
                <a:gd name="csX172" fmla="*/ 2180037 w 2302893"/>
                <a:gd name="csY172" fmla="*/ 888647 h 2302883"/>
                <a:gd name="csX173" fmla="*/ 2180037 w 2302893"/>
                <a:gd name="csY173" fmla="*/ 888647 h 2302883"/>
                <a:gd name="csX174" fmla="*/ 2171156 w 2302893"/>
                <a:gd name="csY174" fmla="*/ 899122 h 2302883"/>
                <a:gd name="csX175" fmla="*/ 2171156 w 2302893"/>
                <a:gd name="csY175" fmla="*/ 899122 h 2302883"/>
                <a:gd name="csX176" fmla="*/ 2162266 w 2302893"/>
                <a:gd name="csY176" fmla="*/ 909272 h 2302883"/>
                <a:gd name="csX177" fmla="*/ 2162266 w 2302893"/>
                <a:gd name="csY177" fmla="*/ 909272 h 2302883"/>
                <a:gd name="csX178" fmla="*/ 2152759 w 2302893"/>
                <a:gd name="csY178" fmla="*/ 919431 h 2302883"/>
                <a:gd name="csX179" fmla="*/ 2152759 w 2302893"/>
                <a:gd name="csY179" fmla="*/ 919431 h 2302883"/>
                <a:gd name="csX180" fmla="*/ 2143235 w 2302893"/>
                <a:gd name="csY180" fmla="*/ 929272 h 2302883"/>
                <a:gd name="csX181" fmla="*/ 2143235 w 2302893"/>
                <a:gd name="csY181" fmla="*/ 929272 h 2302883"/>
                <a:gd name="csX182" fmla="*/ 2142918 w 2302893"/>
                <a:gd name="csY182" fmla="*/ 929589 h 2302883"/>
                <a:gd name="csX183" fmla="*/ 2130857 w 2302893"/>
                <a:gd name="csY183" fmla="*/ 941325 h 2302883"/>
                <a:gd name="csX184" fmla="*/ 2127051 w 2302893"/>
                <a:gd name="csY184" fmla="*/ 944814 h 2302883"/>
                <a:gd name="csX185" fmla="*/ 2119747 w 2302893"/>
                <a:gd name="csY185" fmla="*/ 951475 h 2302883"/>
                <a:gd name="csX186" fmla="*/ 1650977 w 2302893"/>
                <a:gd name="csY186" fmla="*/ 1151754 h 2302883"/>
                <a:gd name="csX187" fmla="*/ 1650977 w 2302893"/>
                <a:gd name="csY187" fmla="*/ 1151754 h 23028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2302893" h="2302883">
                  <a:moveTo>
                    <a:pt x="1650977" y="1151754"/>
                  </a:moveTo>
                  <a:cubicBezTo>
                    <a:pt x="1557031" y="1190793"/>
                    <a:pt x="1458327" y="1247603"/>
                    <a:pt x="1354865" y="1348527"/>
                  </a:cubicBezTo>
                  <a:cubicBezTo>
                    <a:pt x="1248866" y="1455486"/>
                    <a:pt x="1190462" y="1557045"/>
                    <a:pt x="1150480" y="1653837"/>
                  </a:cubicBezTo>
                  <a:cubicBezTo>
                    <a:pt x="1087635" y="1821729"/>
                    <a:pt x="1079697" y="1976291"/>
                    <a:pt x="951478" y="2119744"/>
                  </a:cubicBezTo>
                  <a:cubicBezTo>
                    <a:pt x="949258" y="2122290"/>
                    <a:pt x="947029" y="2124510"/>
                    <a:pt x="944500" y="2127056"/>
                  </a:cubicBezTo>
                  <a:lnTo>
                    <a:pt x="941328" y="2130537"/>
                  </a:lnTo>
                  <a:cubicBezTo>
                    <a:pt x="937522" y="2134660"/>
                    <a:pt x="933390" y="2138792"/>
                    <a:pt x="929584" y="2142915"/>
                  </a:cubicBezTo>
                  <a:lnTo>
                    <a:pt x="929266" y="2143224"/>
                  </a:lnTo>
                  <a:lnTo>
                    <a:pt x="929266" y="2143224"/>
                  </a:lnTo>
                  <a:cubicBezTo>
                    <a:pt x="926103" y="2146404"/>
                    <a:pt x="922606" y="2149576"/>
                    <a:pt x="919442" y="2152748"/>
                  </a:cubicBezTo>
                  <a:lnTo>
                    <a:pt x="919442" y="2152748"/>
                  </a:lnTo>
                  <a:cubicBezTo>
                    <a:pt x="915945" y="2155920"/>
                    <a:pt x="912782" y="2159091"/>
                    <a:pt x="909275" y="2162272"/>
                  </a:cubicBezTo>
                  <a:lnTo>
                    <a:pt x="909275" y="2162272"/>
                  </a:lnTo>
                  <a:cubicBezTo>
                    <a:pt x="906104" y="2165127"/>
                    <a:pt x="902615" y="2168298"/>
                    <a:pt x="899117" y="2171153"/>
                  </a:cubicBezTo>
                  <a:lnTo>
                    <a:pt x="899117" y="2171153"/>
                  </a:lnTo>
                  <a:cubicBezTo>
                    <a:pt x="895628" y="2174008"/>
                    <a:pt x="892139" y="2177180"/>
                    <a:pt x="888641" y="2180043"/>
                  </a:cubicBezTo>
                  <a:lnTo>
                    <a:pt x="888641" y="2180043"/>
                  </a:lnTo>
                  <a:cubicBezTo>
                    <a:pt x="885152" y="2182897"/>
                    <a:pt x="881663" y="2185435"/>
                    <a:pt x="878166" y="2188289"/>
                  </a:cubicBezTo>
                  <a:lnTo>
                    <a:pt x="878166" y="2188289"/>
                  </a:lnTo>
                  <a:cubicBezTo>
                    <a:pt x="874677" y="2191144"/>
                    <a:pt x="870862" y="2193690"/>
                    <a:pt x="867373" y="2196545"/>
                  </a:cubicBezTo>
                  <a:lnTo>
                    <a:pt x="867373" y="2196545"/>
                  </a:lnTo>
                  <a:cubicBezTo>
                    <a:pt x="863884" y="2199082"/>
                    <a:pt x="860069" y="2201620"/>
                    <a:pt x="856263" y="2204483"/>
                  </a:cubicBezTo>
                  <a:lnTo>
                    <a:pt x="856263" y="2204483"/>
                  </a:lnTo>
                  <a:cubicBezTo>
                    <a:pt x="852774" y="2207020"/>
                    <a:pt x="848968" y="2209558"/>
                    <a:pt x="845470" y="2211787"/>
                  </a:cubicBezTo>
                  <a:lnTo>
                    <a:pt x="845470" y="2211787"/>
                  </a:lnTo>
                  <a:cubicBezTo>
                    <a:pt x="841673" y="2214324"/>
                    <a:pt x="837849" y="2216862"/>
                    <a:pt x="834043" y="2219082"/>
                  </a:cubicBezTo>
                  <a:lnTo>
                    <a:pt x="834043" y="2219082"/>
                  </a:lnTo>
                  <a:cubicBezTo>
                    <a:pt x="830246" y="2221628"/>
                    <a:pt x="826431" y="2223848"/>
                    <a:pt x="822616" y="2226060"/>
                  </a:cubicBezTo>
                  <a:lnTo>
                    <a:pt x="822616" y="2226060"/>
                  </a:lnTo>
                  <a:cubicBezTo>
                    <a:pt x="818818" y="2228289"/>
                    <a:pt x="815004" y="2230509"/>
                    <a:pt x="811189" y="2232729"/>
                  </a:cubicBezTo>
                  <a:lnTo>
                    <a:pt x="811189" y="2232729"/>
                  </a:lnTo>
                  <a:cubicBezTo>
                    <a:pt x="803577" y="2237170"/>
                    <a:pt x="795647" y="2241293"/>
                    <a:pt x="787709" y="2245099"/>
                  </a:cubicBezTo>
                  <a:lnTo>
                    <a:pt x="787709" y="2245099"/>
                  </a:lnTo>
                  <a:cubicBezTo>
                    <a:pt x="629983" y="2324129"/>
                    <a:pt x="440188" y="2323169"/>
                    <a:pt x="281811" y="2235584"/>
                  </a:cubicBezTo>
                  <a:lnTo>
                    <a:pt x="281811" y="2235584"/>
                  </a:lnTo>
                  <a:cubicBezTo>
                    <a:pt x="270076" y="2228923"/>
                    <a:pt x="258331" y="2221936"/>
                    <a:pt x="246904" y="2214324"/>
                  </a:cubicBezTo>
                  <a:lnTo>
                    <a:pt x="246904" y="2214324"/>
                  </a:lnTo>
                  <a:cubicBezTo>
                    <a:pt x="243098" y="2211787"/>
                    <a:pt x="239283" y="2209249"/>
                    <a:pt x="235477" y="2206386"/>
                  </a:cubicBezTo>
                  <a:lnTo>
                    <a:pt x="235477" y="2206386"/>
                  </a:lnTo>
                  <a:cubicBezTo>
                    <a:pt x="231671" y="2203849"/>
                    <a:pt x="227856" y="2201303"/>
                    <a:pt x="224050" y="2198456"/>
                  </a:cubicBezTo>
                  <a:lnTo>
                    <a:pt x="224050" y="2198456"/>
                  </a:lnTo>
                  <a:cubicBezTo>
                    <a:pt x="216746" y="2193056"/>
                    <a:pt x="209142" y="2187338"/>
                    <a:pt x="202156" y="2181311"/>
                  </a:cubicBezTo>
                  <a:lnTo>
                    <a:pt x="202156" y="2181311"/>
                  </a:lnTo>
                  <a:cubicBezTo>
                    <a:pt x="198349" y="2178457"/>
                    <a:pt x="194843" y="2175285"/>
                    <a:pt x="191046" y="2172422"/>
                  </a:cubicBezTo>
                  <a:lnTo>
                    <a:pt x="191046" y="2172422"/>
                  </a:lnTo>
                  <a:cubicBezTo>
                    <a:pt x="184068" y="2166078"/>
                    <a:pt x="177072" y="2159734"/>
                    <a:pt x="170094" y="2153382"/>
                  </a:cubicBezTo>
                  <a:lnTo>
                    <a:pt x="170094" y="2153382"/>
                  </a:lnTo>
                  <a:cubicBezTo>
                    <a:pt x="166614" y="2149893"/>
                    <a:pt x="163125" y="2146721"/>
                    <a:pt x="159619" y="2143215"/>
                  </a:cubicBezTo>
                  <a:lnTo>
                    <a:pt x="159619" y="2143215"/>
                  </a:lnTo>
                  <a:cubicBezTo>
                    <a:pt x="156456" y="2139735"/>
                    <a:pt x="152958" y="2136246"/>
                    <a:pt x="149786" y="2132748"/>
                  </a:cubicBezTo>
                  <a:lnTo>
                    <a:pt x="149786" y="2132748"/>
                  </a:lnTo>
                  <a:cubicBezTo>
                    <a:pt x="143125" y="2126087"/>
                    <a:pt x="136773" y="2118784"/>
                    <a:pt x="130747" y="2111806"/>
                  </a:cubicBezTo>
                  <a:lnTo>
                    <a:pt x="130747" y="2111806"/>
                  </a:lnTo>
                  <a:cubicBezTo>
                    <a:pt x="127575" y="2108308"/>
                    <a:pt x="124720" y="2104502"/>
                    <a:pt x="121540" y="2101004"/>
                  </a:cubicBezTo>
                  <a:lnTo>
                    <a:pt x="121540" y="2101004"/>
                  </a:lnTo>
                  <a:cubicBezTo>
                    <a:pt x="115831" y="2093709"/>
                    <a:pt x="110113" y="2086414"/>
                    <a:pt x="104403" y="2078793"/>
                  </a:cubicBezTo>
                  <a:lnTo>
                    <a:pt x="104403" y="2078793"/>
                  </a:lnTo>
                  <a:cubicBezTo>
                    <a:pt x="101866" y="2074987"/>
                    <a:pt x="99003" y="2071489"/>
                    <a:pt x="96465" y="2067683"/>
                  </a:cubicBezTo>
                  <a:lnTo>
                    <a:pt x="96465" y="2067683"/>
                  </a:lnTo>
                  <a:cubicBezTo>
                    <a:pt x="93928" y="2063877"/>
                    <a:pt x="91390" y="2060062"/>
                    <a:pt x="88853" y="2056256"/>
                  </a:cubicBezTo>
                  <a:lnTo>
                    <a:pt x="88853" y="2056256"/>
                  </a:lnTo>
                  <a:cubicBezTo>
                    <a:pt x="81223" y="2044520"/>
                    <a:pt x="73928" y="2033093"/>
                    <a:pt x="67584" y="2021031"/>
                  </a:cubicBezTo>
                  <a:lnTo>
                    <a:pt x="67584" y="2021031"/>
                  </a:lnTo>
                  <a:cubicBezTo>
                    <a:pt x="-20326" y="1862663"/>
                    <a:pt x="-21278" y="1672876"/>
                    <a:pt x="57752" y="1515134"/>
                  </a:cubicBezTo>
                  <a:lnTo>
                    <a:pt x="57752" y="1515134"/>
                  </a:lnTo>
                  <a:cubicBezTo>
                    <a:pt x="61558" y="1507196"/>
                    <a:pt x="65690" y="1499592"/>
                    <a:pt x="70122" y="1491645"/>
                  </a:cubicBezTo>
                  <a:lnTo>
                    <a:pt x="70122" y="1491645"/>
                  </a:lnTo>
                  <a:cubicBezTo>
                    <a:pt x="72351" y="1487847"/>
                    <a:pt x="74563" y="1484033"/>
                    <a:pt x="76791" y="1480218"/>
                  </a:cubicBezTo>
                  <a:lnTo>
                    <a:pt x="76791" y="1480218"/>
                  </a:lnTo>
                  <a:cubicBezTo>
                    <a:pt x="79012" y="1476420"/>
                    <a:pt x="81549" y="1472606"/>
                    <a:pt x="83769" y="1468800"/>
                  </a:cubicBezTo>
                  <a:lnTo>
                    <a:pt x="83769" y="1468800"/>
                  </a:lnTo>
                  <a:cubicBezTo>
                    <a:pt x="86307" y="1464993"/>
                    <a:pt x="88527" y="1461178"/>
                    <a:pt x="91073" y="1457689"/>
                  </a:cubicBezTo>
                  <a:lnTo>
                    <a:pt x="91073" y="1457689"/>
                  </a:lnTo>
                  <a:cubicBezTo>
                    <a:pt x="93611" y="1453883"/>
                    <a:pt x="96148" y="1450069"/>
                    <a:pt x="98694" y="1446579"/>
                  </a:cubicBezTo>
                  <a:lnTo>
                    <a:pt x="98694" y="1446579"/>
                  </a:lnTo>
                  <a:cubicBezTo>
                    <a:pt x="101232" y="1442773"/>
                    <a:pt x="103769" y="1439284"/>
                    <a:pt x="106632" y="1435470"/>
                  </a:cubicBezTo>
                  <a:lnTo>
                    <a:pt x="106632" y="1435470"/>
                  </a:lnTo>
                  <a:cubicBezTo>
                    <a:pt x="109170" y="1431981"/>
                    <a:pt x="112024" y="1428492"/>
                    <a:pt x="114562" y="1424994"/>
                  </a:cubicBezTo>
                  <a:lnTo>
                    <a:pt x="114562" y="1424994"/>
                  </a:lnTo>
                  <a:cubicBezTo>
                    <a:pt x="117416" y="1421196"/>
                    <a:pt x="120280" y="1417690"/>
                    <a:pt x="123126" y="1414201"/>
                  </a:cubicBezTo>
                  <a:lnTo>
                    <a:pt x="123126" y="1414201"/>
                  </a:lnTo>
                  <a:cubicBezTo>
                    <a:pt x="125989" y="1410712"/>
                    <a:pt x="128844" y="1407214"/>
                    <a:pt x="131698" y="1403726"/>
                  </a:cubicBezTo>
                  <a:lnTo>
                    <a:pt x="131698" y="1403726"/>
                  </a:lnTo>
                  <a:cubicBezTo>
                    <a:pt x="134870" y="1400554"/>
                    <a:pt x="137733" y="1397065"/>
                    <a:pt x="140905" y="1393567"/>
                  </a:cubicBezTo>
                  <a:lnTo>
                    <a:pt x="140905" y="1393567"/>
                  </a:lnTo>
                  <a:cubicBezTo>
                    <a:pt x="143760" y="1390078"/>
                    <a:pt x="146932" y="1386906"/>
                    <a:pt x="150103" y="1383409"/>
                  </a:cubicBezTo>
                  <a:lnTo>
                    <a:pt x="150103" y="1383409"/>
                  </a:lnTo>
                  <a:cubicBezTo>
                    <a:pt x="153275" y="1380237"/>
                    <a:pt x="156456" y="1377065"/>
                    <a:pt x="159619" y="1373568"/>
                  </a:cubicBezTo>
                  <a:lnTo>
                    <a:pt x="159619" y="1373568"/>
                  </a:lnTo>
                  <a:lnTo>
                    <a:pt x="161848" y="1371664"/>
                  </a:lnTo>
                  <a:cubicBezTo>
                    <a:pt x="163116" y="1370404"/>
                    <a:pt x="164385" y="1369127"/>
                    <a:pt x="165645" y="1367867"/>
                  </a:cubicBezTo>
                  <a:cubicBezTo>
                    <a:pt x="167557" y="1366272"/>
                    <a:pt x="169143" y="1364369"/>
                    <a:pt x="171046" y="1362783"/>
                  </a:cubicBezTo>
                  <a:lnTo>
                    <a:pt x="171046" y="1362783"/>
                  </a:lnTo>
                  <a:cubicBezTo>
                    <a:pt x="317679" y="1223454"/>
                    <a:pt x="476681" y="1217419"/>
                    <a:pt x="649331" y="1152363"/>
                  </a:cubicBezTo>
                  <a:cubicBezTo>
                    <a:pt x="745498" y="1112372"/>
                    <a:pt x="847048" y="1054293"/>
                    <a:pt x="953381" y="949246"/>
                  </a:cubicBezTo>
                  <a:cubicBezTo>
                    <a:pt x="1054948" y="845141"/>
                    <a:pt x="1112067" y="746129"/>
                    <a:pt x="1151423" y="651866"/>
                  </a:cubicBezTo>
                  <a:cubicBezTo>
                    <a:pt x="1215537" y="483022"/>
                    <a:pt x="1222515" y="327508"/>
                    <a:pt x="1351685" y="183104"/>
                  </a:cubicBezTo>
                  <a:cubicBezTo>
                    <a:pt x="1353914" y="180876"/>
                    <a:pt x="1356134" y="178338"/>
                    <a:pt x="1358346" y="175792"/>
                  </a:cubicBezTo>
                  <a:lnTo>
                    <a:pt x="1361518" y="172312"/>
                  </a:lnTo>
                  <a:cubicBezTo>
                    <a:pt x="1365641" y="168188"/>
                    <a:pt x="1369456" y="164056"/>
                    <a:pt x="1373579" y="159933"/>
                  </a:cubicBezTo>
                  <a:lnTo>
                    <a:pt x="1373579" y="159624"/>
                  </a:lnTo>
                  <a:lnTo>
                    <a:pt x="1373579" y="159624"/>
                  </a:lnTo>
                  <a:cubicBezTo>
                    <a:pt x="1377068" y="156444"/>
                    <a:pt x="1380240" y="153272"/>
                    <a:pt x="1383412" y="150100"/>
                  </a:cubicBezTo>
                  <a:lnTo>
                    <a:pt x="1383412" y="150100"/>
                  </a:lnTo>
                  <a:cubicBezTo>
                    <a:pt x="1386901" y="146928"/>
                    <a:pt x="1390073" y="143757"/>
                    <a:pt x="1393570" y="140902"/>
                  </a:cubicBezTo>
                  <a:lnTo>
                    <a:pt x="1393570" y="140902"/>
                  </a:lnTo>
                  <a:cubicBezTo>
                    <a:pt x="1397059" y="137730"/>
                    <a:pt x="1400548" y="134875"/>
                    <a:pt x="1403729" y="131695"/>
                  </a:cubicBezTo>
                  <a:lnTo>
                    <a:pt x="1403729" y="131695"/>
                  </a:lnTo>
                  <a:cubicBezTo>
                    <a:pt x="1407218" y="128840"/>
                    <a:pt x="1410715" y="125986"/>
                    <a:pt x="1414204" y="123131"/>
                  </a:cubicBezTo>
                  <a:lnTo>
                    <a:pt x="1414204" y="123131"/>
                  </a:lnTo>
                  <a:cubicBezTo>
                    <a:pt x="1417702" y="120268"/>
                    <a:pt x="1421182" y="117422"/>
                    <a:pt x="1425006" y="114559"/>
                  </a:cubicBezTo>
                  <a:lnTo>
                    <a:pt x="1425006" y="114559"/>
                  </a:lnTo>
                  <a:cubicBezTo>
                    <a:pt x="1428495" y="112021"/>
                    <a:pt x="1431975" y="109158"/>
                    <a:pt x="1435481" y="106621"/>
                  </a:cubicBezTo>
                  <a:lnTo>
                    <a:pt x="1435481" y="106621"/>
                  </a:lnTo>
                  <a:cubicBezTo>
                    <a:pt x="1439279" y="103766"/>
                    <a:pt x="1442776" y="101228"/>
                    <a:pt x="1446591" y="98682"/>
                  </a:cubicBezTo>
                  <a:lnTo>
                    <a:pt x="1446591" y="98682"/>
                  </a:lnTo>
                  <a:cubicBezTo>
                    <a:pt x="1450072" y="96145"/>
                    <a:pt x="1453895" y="93608"/>
                    <a:pt x="1457693" y="91061"/>
                  </a:cubicBezTo>
                  <a:lnTo>
                    <a:pt x="1457693" y="91061"/>
                  </a:lnTo>
                  <a:cubicBezTo>
                    <a:pt x="1461182" y="88533"/>
                    <a:pt x="1464996" y="86304"/>
                    <a:pt x="1468803" y="83766"/>
                  </a:cubicBezTo>
                  <a:lnTo>
                    <a:pt x="1468803" y="83766"/>
                  </a:lnTo>
                  <a:cubicBezTo>
                    <a:pt x="1472609" y="81546"/>
                    <a:pt x="1476423" y="79000"/>
                    <a:pt x="1480230" y="76788"/>
                  </a:cubicBezTo>
                  <a:lnTo>
                    <a:pt x="1480230" y="76788"/>
                  </a:lnTo>
                  <a:cubicBezTo>
                    <a:pt x="1484036" y="74559"/>
                    <a:pt x="1487851" y="72339"/>
                    <a:pt x="1491657" y="70127"/>
                  </a:cubicBezTo>
                  <a:lnTo>
                    <a:pt x="1491657" y="70127"/>
                  </a:lnTo>
                  <a:cubicBezTo>
                    <a:pt x="1499595" y="65687"/>
                    <a:pt x="1507207" y="61555"/>
                    <a:pt x="1515137" y="57749"/>
                  </a:cubicBezTo>
                  <a:lnTo>
                    <a:pt x="1515137" y="57749"/>
                  </a:lnTo>
                  <a:cubicBezTo>
                    <a:pt x="1672871" y="-21281"/>
                    <a:pt x="1862666" y="-20321"/>
                    <a:pt x="2021034" y="67581"/>
                  </a:cubicBezTo>
                  <a:lnTo>
                    <a:pt x="2021034" y="67581"/>
                  </a:lnTo>
                  <a:cubicBezTo>
                    <a:pt x="2033096" y="73925"/>
                    <a:pt x="2044515" y="81229"/>
                    <a:pt x="2056259" y="88841"/>
                  </a:cubicBezTo>
                  <a:lnTo>
                    <a:pt x="2056259" y="88841"/>
                  </a:lnTo>
                  <a:cubicBezTo>
                    <a:pt x="2060065" y="91379"/>
                    <a:pt x="2063880" y="93925"/>
                    <a:pt x="2067686" y="96462"/>
                  </a:cubicBezTo>
                  <a:lnTo>
                    <a:pt x="2067686" y="96462"/>
                  </a:lnTo>
                  <a:cubicBezTo>
                    <a:pt x="2071492" y="99008"/>
                    <a:pt x="2074990" y="101863"/>
                    <a:pt x="2078796" y="104400"/>
                  </a:cubicBezTo>
                  <a:lnTo>
                    <a:pt x="2078796" y="104400"/>
                  </a:lnTo>
                  <a:cubicBezTo>
                    <a:pt x="2086417" y="110110"/>
                    <a:pt x="2093712" y="115827"/>
                    <a:pt x="2101016" y="121537"/>
                  </a:cubicBezTo>
                  <a:lnTo>
                    <a:pt x="2101016" y="121537"/>
                  </a:lnTo>
                  <a:cubicBezTo>
                    <a:pt x="2104505" y="124709"/>
                    <a:pt x="2108320" y="127563"/>
                    <a:pt x="2111809" y="130744"/>
                  </a:cubicBezTo>
                  <a:lnTo>
                    <a:pt x="2111809" y="130744"/>
                  </a:lnTo>
                  <a:cubicBezTo>
                    <a:pt x="2118787" y="136770"/>
                    <a:pt x="2126090" y="143114"/>
                    <a:pt x="2132751" y="149783"/>
                  </a:cubicBezTo>
                  <a:lnTo>
                    <a:pt x="2132751" y="149783"/>
                  </a:lnTo>
                  <a:cubicBezTo>
                    <a:pt x="2136240" y="152963"/>
                    <a:pt x="2139738" y="156444"/>
                    <a:pt x="2143227" y="159633"/>
                  </a:cubicBezTo>
                  <a:lnTo>
                    <a:pt x="2143227" y="159633"/>
                  </a:lnTo>
                  <a:cubicBezTo>
                    <a:pt x="2146716" y="163113"/>
                    <a:pt x="2149888" y="166611"/>
                    <a:pt x="2153385" y="170108"/>
                  </a:cubicBezTo>
                  <a:lnTo>
                    <a:pt x="2153385" y="170108"/>
                  </a:lnTo>
                  <a:cubicBezTo>
                    <a:pt x="2159729" y="177087"/>
                    <a:pt x="2166081" y="184073"/>
                    <a:pt x="2172433" y="191043"/>
                  </a:cubicBezTo>
                  <a:lnTo>
                    <a:pt x="2172433" y="191043"/>
                  </a:lnTo>
                  <a:cubicBezTo>
                    <a:pt x="2175288" y="194857"/>
                    <a:pt x="2178460" y="198346"/>
                    <a:pt x="2181323" y="202161"/>
                  </a:cubicBezTo>
                  <a:lnTo>
                    <a:pt x="2181323" y="202161"/>
                  </a:lnTo>
                  <a:cubicBezTo>
                    <a:pt x="2187349" y="209131"/>
                    <a:pt x="2193059" y="216751"/>
                    <a:pt x="2198451" y="224064"/>
                  </a:cubicBezTo>
                  <a:lnTo>
                    <a:pt x="2198451" y="224064"/>
                  </a:lnTo>
                  <a:cubicBezTo>
                    <a:pt x="2201314" y="227861"/>
                    <a:pt x="2203852" y="231676"/>
                    <a:pt x="2206389" y="235482"/>
                  </a:cubicBezTo>
                  <a:lnTo>
                    <a:pt x="2206389" y="235482"/>
                  </a:lnTo>
                  <a:cubicBezTo>
                    <a:pt x="2209244" y="239289"/>
                    <a:pt x="2211790" y="243103"/>
                    <a:pt x="2214327" y="246909"/>
                  </a:cubicBezTo>
                  <a:lnTo>
                    <a:pt x="2214327" y="246909"/>
                  </a:lnTo>
                  <a:cubicBezTo>
                    <a:pt x="2221948" y="258328"/>
                    <a:pt x="2228926" y="270072"/>
                    <a:pt x="2235587" y="281817"/>
                  </a:cubicBezTo>
                  <a:lnTo>
                    <a:pt x="2235587" y="281817"/>
                  </a:lnTo>
                  <a:cubicBezTo>
                    <a:pt x="2323189" y="440194"/>
                    <a:pt x="2324132" y="629972"/>
                    <a:pt x="2245102" y="787714"/>
                  </a:cubicBezTo>
                  <a:lnTo>
                    <a:pt x="2245102" y="787714"/>
                  </a:lnTo>
                  <a:cubicBezTo>
                    <a:pt x="2241305" y="795652"/>
                    <a:pt x="2237173" y="803582"/>
                    <a:pt x="2232732" y="811203"/>
                  </a:cubicBezTo>
                  <a:lnTo>
                    <a:pt x="2232732" y="811203"/>
                  </a:lnTo>
                  <a:cubicBezTo>
                    <a:pt x="2230512" y="815001"/>
                    <a:pt x="2228292" y="818815"/>
                    <a:pt x="2226071" y="822630"/>
                  </a:cubicBezTo>
                  <a:lnTo>
                    <a:pt x="2226071" y="822630"/>
                  </a:lnTo>
                  <a:cubicBezTo>
                    <a:pt x="2223851" y="826428"/>
                    <a:pt x="2221622" y="830242"/>
                    <a:pt x="2219093" y="834049"/>
                  </a:cubicBezTo>
                  <a:lnTo>
                    <a:pt x="2219093" y="834049"/>
                  </a:lnTo>
                  <a:cubicBezTo>
                    <a:pt x="2216873" y="837855"/>
                    <a:pt x="2214327" y="841670"/>
                    <a:pt x="2211790" y="845476"/>
                  </a:cubicBezTo>
                  <a:lnTo>
                    <a:pt x="2211790" y="845476"/>
                  </a:lnTo>
                  <a:cubicBezTo>
                    <a:pt x="2209561" y="848965"/>
                    <a:pt x="2207023" y="852779"/>
                    <a:pt x="2204477" y="856269"/>
                  </a:cubicBezTo>
                  <a:lnTo>
                    <a:pt x="2204477" y="856269"/>
                  </a:lnTo>
                  <a:cubicBezTo>
                    <a:pt x="2201631" y="860075"/>
                    <a:pt x="2199085" y="863889"/>
                    <a:pt x="2196548" y="867378"/>
                  </a:cubicBezTo>
                  <a:lnTo>
                    <a:pt x="2196548" y="867378"/>
                  </a:lnTo>
                  <a:cubicBezTo>
                    <a:pt x="2193693" y="870867"/>
                    <a:pt x="2191147" y="874674"/>
                    <a:pt x="2188301" y="878171"/>
                  </a:cubicBezTo>
                  <a:lnTo>
                    <a:pt x="2188301" y="878171"/>
                  </a:lnTo>
                  <a:cubicBezTo>
                    <a:pt x="2185438" y="881660"/>
                    <a:pt x="2182901" y="885149"/>
                    <a:pt x="2180037" y="888647"/>
                  </a:cubicBezTo>
                  <a:lnTo>
                    <a:pt x="2180037" y="888647"/>
                  </a:lnTo>
                  <a:cubicBezTo>
                    <a:pt x="2177182" y="892136"/>
                    <a:pt x="2174011" y="895625"/>
                    <a:pt x="2171156" y="899122"/>
                  </a:cubicBezTo>
                  <a:lnTo>
                    <a:pt x="2171156" y="899122"/>
                  </a:lnTo>
                  <a:cubicBezTo>
                    <a:pt x="2168302" y="902611"/>
                    <a:pt x="2165130" y="906100"/>
                    <a:pt x="2162266" y="909272"/>
                  </a:cubicBezTo>
                  <a:lnTo>
                    <a:pt x="2162266" y="909272"/>
                  </a:lnTo>
                  <a:cubicBezTo>
                    <a:pt x="2159103" y="912761"/>
                    <a:pt x="2155923" y="915933"/>
                    <a:pt x="2152759" y="919431"/>
                  </a:cubicBezTo>
                  <a:lnTo>
                    <a:pt x="2152759" y="919431"/>
                  </a:lnTo>
                  <a:cubicBezTo>
                    <a:pt x="2149579" y="922603"/>
                    <a:pt x="2146407" y="926092"/>
                    <a:pt x="2143235" y="929272"/>
                  </a:cubicBezTo>
                  <a:lnTo>
                    <a:pt x="2143235" y="929272"/>
                  </a:lnTo>
                  <a:lnTo>
                    <a:pt x="2142918" y="929589"/>
                  </a:lnTo>
                  <a:cubicBezTo>
                    <a:pt x="2138795" y="933387"/>
                    <a:pt x="2134980" y="937519"/>
                    <a:pt x="2130857" y="941325"/>
                  </a:cubicBezTo>
                  <a:cubicBezTo>
                    <a:pt x="2129597" y="942594"/>
                    <a:pt x="2128319" y="943545"/>
                    <a:pt x="2127051" y="944814"/>
                  </a:cubicBezTo>
                  <a:cubicBezTo>
                    <a:pt x="2124513" y="947043"/>
                    <a:pt x="2122293" y="949263"/>
                    <a:pt x="2119747" y="951475"/>
                  </a:cubicBezTo>
                  <a:cubicBezTo>
                    <a:pt x="1975652" y="1080345"/>
                    <a:pt x="1819821" y="1087640"/>
                    <a:pt x="1650977" y="1151754"/>
                  </a:cubicBezTo>
                  <a:lnTo>
                    <a:pt x="1650977" y="1151754"/>
                  </a:lnTo>
                  <a:close/>
                </a:path>
              </a:pathLst>
            </a:custGeom>
            <a:solidFill>
              <a:srgbClr val="2F5597"/>
            </a:solidFill>
            <a:ln w="8572"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8DAF18AF-F7CB-A706-9B0C-EA4D6873D9CB}"/>
                </a:ext>
              </a:extLst>
            </p:cNvPr>
            <p:cNvSpPr/>
            <p:nvPr/>
          </p:nvSpPr>
          <p:spPr>
            <a:xfrm>
              <a:off x="10811321" y="2340200"/>
              <a:ext cx="943480" cy="943401"/>
            </a:xfrm>
            <a:custGeom>
              <a:avLst/>
              <a:gdLst>
                <a:gd name="csX0" fmla="*/ 805423 w 943480"/>
                <a:gd name="csY0" fmla="*/ 805106 h 943401"/>
                <a:gd name="csX1" fmla="*/ 138302 w 943480"/>
                <a:gd name="csY1" fmla="*/ 805106 h 943401"/>
                <a:gd name="csX2" fmla="*/ 138302 w 943480"/>
                <a:gd name="csY2" fmla="*/ 138302 h 943401"/>
                <a:gd name="csX3" fmla="*/ 805423 w 943480"/>
                <a:gd name="csY3" fmla="*/ 138302 h 943401"/>
                <a:gd name="csX4" fmla="*/ 805423 w 943480"/>
                <a:gd name="csY4" fmla="*/ 805106 h 943401"/>
                <a:gd name="csX5" fmla="*/ 805423 w 943480"/>
                <a:gd name="csY5" fmla="*/ 805106 h 943401"/>
              </a:gdLst>
              <a:ahLst/>
              <a:cxnLst>
                <a:cxn ang="0">
                  <a:pos x="csX0" y="csY0"/>
                </a:cxn>
                <a:cxn ang="0">
                  <a:pos x="csX1" y="csY1"/>
                </a:cxn>
                <a:cxn ang="0">
                  <a:pos x="csX2" y="csY2"/>
                </a:cxn>
                <a:cxn ang="0">
                  <a:pos x="csX3" y="csY3"/>
                </a:cxn>
                <a:cxn ang="0">
                  <a:pos x="csX4" y="csY4"/>
                </a:cxn>
                <a:cxn ang="0">
                  <a:pos x="csX5" y="csY5"/>
                </a:cxn>
              </a:cxnLst>
              <a:rect l="l" t="t" r="r" b="b"/>
              <a:pathLst>
                <a:path w="943480" h="943401">
                  <a:moveTo>
                    <a:pt x="805423" y="805106"/>
                  </a:moveTo>
                  <a:cubicBezTo>
                    <a:pt x="621020" y="989500"/>
                    <a:pt x="322371" y="989500"/>
                    <a:pt x="138302" y="805106"/>
                  </a:cubicBezTo>
                  <a:cubicBezTo>
                    <a:pt x="-46101" y="621020"/>
                    <a:pt x="-46101" y="322380"/>
                    <a:pt x="138302" y="138302"/>
                  </a:cubicBezTo>
                  <a:cubicBezTo>
                    <a:pt x="322380" y="-46101"/>
                    <a:pt x="621020" y="-46101"/>
                    <a:pt x="805423" y="138302"/>
                  </a:cubicBezTo>
                  <a:cubicBezTo>
                    <a:pt x="989500" y="322380"/>
                    <a:pt x="989500" y="621028"/>
                    <a:pt x="805423" y="805106"/>
                  </a:cubicBezTo>
                  <a:lnTo>
                    <a:pt x="805423" y="805106"/>
                  </a:lnTo>
                  <a:close/>
                </a:path>
              </a:pathLst>
            </a:custGeom>
            <a:solidFill>
              <a:srgbClr val="FEFEFE"/>
            </a:solidFill>
            <a:ln w="8572"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446854EC-18AE-D2F7-446C-EF81BDA21454}"/>
                </a:ext>
              </a:extLst>
            </p:cNvPr>
            <p:cNvSpPr/>
            <p:nvPr/>
          </p:nvSpPr>
          <p:spPr>
            <a:xfrm>
              <a:off x="12034404" y="1127434"/>
              <a:ext cx="943566" cy="943240"/>
            </a:xfrm>
            <a:custGeom>
              <a:avLst/>
              <a:gdLst>
                <a:gd name="csX0" fmla="*/ 471942 w 943566"/>
                <a:gd name="csY0" fmla="*/ 943241 h 943240"/>
                <a:gd name="csX1" fmla="*/ 943566 w 943566"/>
                <a:gd name="csY1" fmla="*/ 471625 h 943240"/>
                <a:gd name="csX2" fmla="*/ 471942 w 943566"/>
                <a:gd name="csY2" fmla="*/ 0 h 943240"/>
                <a:gd name="csX3" fmla="*/ 0 w 943566"/>
                <a:gd name="csY3" fmla="*/ 471625 h 943240"/>
                <a:gd name="csX4" fmla="*/ 471942 w 943566"/>
                <a:gd name="csY4" fmla="*/ 943241 h 943240"/>
                <a:gd name="csX5" fmla="*/ 471942 w 943566"/>
                <a:gd name="csY5" fmla="*/ 943241 h 943240"/>
              </a:gdLst>
              <a:ahLst/>
              <a:cxnLst>
                <a:cxn ang="0">
                  <a:pos x="csX0" y="csY0"/>
                </a:cxn>
                <a:cxn ang="0">
                  <a:pos x="csX1" y="csY1"/>
                </a:cxn>
                <a:cxn ang="0">
                  <a:pos x="csX2" y="csY2"/>
                </a:cxn>
                <a:cxn ang="0">
                  <a:pos x="csX3" y="csY3"/>
                </a:cxn>
                <a:cxn ang="0">
                  <a:pos x="csX4" y="csY4"/>
                </a:cxn>
                <a:cxn ang="0">
                  <a:pos x="csX5" y="csY5"/>
                </a:cxn>
              </a:cxnLst>
              <a:rect l="l" t="t" r="r" b="b"/>
              <a:pathLst>
                <a:path w="943566" h="943240">
                  <a:moveTo>
                    <a:pt x="471942" y="943241"/>
                  </a:moveTo>
                  <a:cubicBezTo>
                    <a:pt x="731551" y="943241"/>
                    <a:pt x="943566" y="731552"/>
                    <a:pt x="943566" y="471625"/>
                  </a:cubicBezTo>
                  <a:cubicBezTo>
                    <a:pt x="943566" y="211689"/>
                    <a:pt x="731560" y="0"/>
                    <a:pt x="471942" y="0"/>
                  </a:cubicBezTo>
                  <a:cubicBezTo>
                    <a:pt x="212015" y="0"/>
                    <a:pt x="0" y="211681"/>
                    <a:pt x="0" y="471625"/>
                  </a:cubicBezTo>
                  <a:cubicBezTo>
                    <a:pt x="0" y="731552"/>
                    <a:pt x="212007" y="943241"/>
                    <a:pt x="471942" y="943241"/>
                  </a:cubicBezTo>
                  <a:lnTo>
                    <a:pt x="471942" y="943241"/>
                  </a:lnTo>
                  <a:close/>
                </a:path>
              </a:pathLst>
            </a:custGeom>
            <a:solidFill>
              <a:srgbClr val="FEFEFE"/>
            </a:solidFill>
            <a:ln w="8572"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B4C5BA2D-4124-99C5-0D74-6A78BB1AAB7A}"/>
                </a:ext>
              </a:extLst>
            </p:cNvPr>
            <p:cNvSpPr/>
            <p:nvPr/>
          </p:nvSpPr>
          <p:spPr>
            <a:xfrm>
              <a:off x="14882215" y="2265836"/>
              <a:ext cx="1088270" cy="2804999"/>
            </a:xfrm>
            <a:custGeom>
              <a:avLst/>
              <a:gdLst>
                <a:gd name="csX0" fmla="*/ 190747 w 1088270"/>
                <a:gd name="csY0" fmla="*/ 1755742 h 2804999"/>
                <a:gd name="csX1" fmla="*/ 260869 w 1088270"/>
                <a:gd name="csY1" fmla="*/ 1406944 h 2804999"/>
                <a:gd name="csX2" fmla="*/ 189460 w 1088270"/>
                <a:gd name="csY2" fmla="*/ 1046719 h 2804999"/>
                <a:gd name="csX3" fmla="*/ 951 w 1088270"/>
                <a:gd name="csY3" fmla="*/ 576681 h 2804999"/>
                <a:gd name="csX4" fmla="*/ 317 w 1088270"/>
                <a:gd name="csY4" fmla="*/ 566531 h 2804999"/>
                <a:gd name="csX5" fmla="*/ 317 w 1088270"/>
                <a:gd name="csY5" fmla="*/ 561764 h 2804999"/>
                <a:gd name="csX6" fmla="*/ 0 w 1088270"/>
                <a:gd name="csY6" fmla="*/ 544311 h 2804999"/>
                <a:gd name="csX7" fmla="*/ 0 w 1088270"/>
                <a:gd name="csY7" fmla="*/ 544311 h 2804999"/>
                <a:gd name="csX8" fmla="*/ 0 w 1088270"/>
                <a:gd name="csY8" fmla="*/ 544311 h 2804999"/>
                <a:gd name="csX9" fmla="*/ 317 w 1088270"/>
                <a:gd name="csY9" fmla="*/ 530346 h 2804999"/>
                <a:gd name="csX10" fmla="*/ 317 w 1088270"/>
                <a:gd name="csY10" fmla="*/ 530346 h 2804999"/>
                <a:gd name="csX11" fmla="*/ 634 w 1088270"/>
                <a:gd name="csY11" fmla="*/ 516690 h 2804999"/>
                <a:gd name="csX12" fmla="*/ 634 w 1088270"/>
                <a:gd name="csY12" fmla="*/ 516690 h 2804999"/>
                <a:gd name="csX13" fmla="*/ 1586 w 1088270"/>
                <a:gd name="csY13" fmla="*/ 503043 h 2804999"/>
                <a:gd name="csX14" fmla="*/ 1586 w 1088270"/>
                <a:gd name="csY14" fmla="*/ 503043 h 2804999"/>
                <a:gd name="csX15" fmla="*/ 2854 w 1088270"/>
                <a:gd name="csY15" fmla="*/ 489396 h 2804999"/>
                <a:gd name="csX16" fmla="*/ 2854 w 1088270"/>
                <a:gd name="csY16" fmla="*/ 489396 h 2804999"/>
                <a:gd name="csX17" fmla="*/ 4123 w 1088270"/>
                <a:gd name="csY17" fmla="*/ 476057 h 2804999"/>
                <a:gd name="csX18" fmla="*/ 4123 w 1088270"/>
                <a:gd name="csY18" fmla="*/ 476057 h 2804999"/>
                <a:gd name="csX19" fmla="*/ 6018 w 1088270"/>
                <a:gd name="csY19" fmla="*/ 462727 h 2804999"/>
                <a:gd name="csX20" fmla="*/ 6018 w 1088270"/>
                <a:gd name="csY20" fmla="*/ 462727 h 2804999"/>
                <a:gd name="csX21" fmla="*/ 8247 w 1088270"/>
                <a:gd name="csY21" fmla="*/ 449396 h 2804999"/>
                <a:gd name="csX22" fmla="*/ 8247 w 1088270"/>
                <a:gd name="csY22" fmla="*/ 449396 h 2804999"/>
                <a:gd name="csX23" fmla="*/ 10793 w 1088270"/>
                <a:gd name="csY23" fmla="*/ 436383 h 2804999"/>
                <a:gd name="csX24" fmla="*/ 10793 w 1088270"/>
                <a:gd name="csY24" fmla="*/ 436383 h 2804999"/>
                <a:gd name="csX25" fmla="*/ 13639 w 1088270"/>
                <a:gd name="csY25" fmla="*/ 423044 h 2804999"/>
                <a:gd name="csX26" fmla="*/ 13639 w 1088270"/>
                <a:gd name="csY26" fmla="*/ 423044 h 2804999"/>
                <a:gd name="csX27" fmla="*/ 16819 w 1088270"/>
                <a:gd name="csY27" fmla="*/ 410357 h 2804999"/>
                <a:gd name="csX28" fmla="*/ 16819 w 1088270"/>
                <a:gd name="csY28" fmla="*/ 410357 h 2804999"/>
                <a:gd name="csX29" fmla="*/ 19982 w 1088270"/>
                <a:gd name="csY29" fmla="*/ 397344 h 2804999"/>
                <a:gd name="csX30" fmla="*/ 19982 w 1088270"/>
                <a:gd name="csY30" fmla="*/ 397344 h 2804999"/>
                <a:gd name="csX31" fmla="*/ 27920 w 1088270"/>
                <a:gd name="csY31" fmla="*/ 371952 h 2804999"/>
                <a:gd name="csX32" fmla="*/ 27920 w 1088270"/>
                <a:gd name="csY32" fmla="*/ 371952 h 2804999"/>
                <a:gd name="csX33" fmla="*/ 392586 w 1088270"/>
                <a:gd name="csY33" fmla="*/ 21260 h 2804999"/>
                <a:gd name="csX34" fmla="*/ 392586 w 1088270"/>
                <a:gd name="csY34" fmla="*/ 21260 h 2804999"/>
                <a:gd name="csX35" fmla="*/ 432251 w 1088270"/>
                <a:gd name="csY35" fmla="*/ 11419 h 2804999"/>
                <a:gd name="csX36" fmla="*/ 432251 w 1088270"/>
                <a:gd name="csY36" fmla="*/ 11419 h 2804999"/>
                <a:gd name="csX37" fmla="*/ 445915 w 1088270"/>
                <a:gd name="csY37" fmla="*/ 8881 h 2804999"/>
                <a:gd name="csX38" fmla="*/ 445915 w 1088270"/>
                <a:gd name="csY38" fmla="*/ 8881 h 2804999"/>
                <a:gd name="csX39" fmla="*/ 459546 w 1088270"/>
                <a:gd name="csY39" fmla="*/ 6335 h 2804999"/>
                <a:gd name="csX40" fmla="*/ 459546 w 1088270"/>
                <a:gd name="csY40" fmla="*/ 6335 h 2804999"/>
                <a:gd name="csX41" fmla="*/ 487175 w 1088270"/>
                <a:gd name="csY41" fmla="*/ 2855 h 2804999"/>
                <a:gd name="csX42" fmla="*/ 487175 w 1088270"/>
                <a:gd name="csY42" fmla="*/ 2855 h 2804999"/>
                <a:gd name="csX43" fmla="*/ 501140 w 1088270"/>
                <a:gd name="csY43" fmla="*/ 1586 h 2804999"/>
                <a:gd name="csX44" fmla="*/ 501457 w 1088270"/>
                <a:gd name="csY44" fmla="*/ 1586 h 2804999"/>
                <a:gd name="csX45" fmla="*/ 529703 w 1088270"/>
                <a:gd name="csY45" fmla="*/ 317 h 2804999"/>
                <a:gd name="csX46" fmla="*/ 529703 w 1088270"/>
                <a:gd name="csY46" fmla="*/ 317 h 2804999"/>
                <a:gd name="csX47" fmla="*/ 543985 w 1088270"/>
                <a:gd name="csY47" fmla="*/ 0 h 2804999"/>
                <a:gd name="csX48" fmla="*/ 543985 w 1088270"/>
                <a:gd name="csY48" fmla="*/ 0 h 2804999"/>
                <a:gd name="csX49" fmla="*/ 558584 w 1088270"/>
                <a:gd name="csY49" fmla="*/ 317 h 2804999"/>
                <a:gd name="csX50" fmla="*/ 558584 w 1088270"/>
                <a:gd name="csY50" fmla="*/ 317 h 2804999"/>
                <a:gd name="csX51" fmla="*/ 586830 w 1088270"/>
                <a:gd name="csY51" fmla="*/ 1586 h 2804999"/>
                <a:gd name="csX52" fmla="*/ 586830 w 1088270"/>
                <a:gd name="csY52" fmla="*/ 1586 h 2804999"/>
                <a:gd name="csX53" fmla="*/ 601112 w 1088270"/>
                <a:gd name="csY53" fmla="*/ 2855 h 2804999"/>
                <a:gd name="csX54" fmla="*/ 601112 w 1088270"/>
                <a:gd name="csY54" fmla="*/ 2855 h 2804999"/>
                <a:gd name="csX55" fmla="*/ 628724 w 1088270"/>
                <a:gd name="csY55" fmla="*/ 6335 h 2804999"/>
                <a:gd name="csX56" fmla="*/ 628724 w 1088270"/>
                <a:gd name="csY56" fmla="*/ 6335 h 2804999"/>
                <a:gd name="csX57" fmla="*/ 642371 w 1088270"/>
                <a:gd name="csY57" fmla="*/ 8881 h 2804999"/>
                <a:gd name="csX58" fmla="*/ 642371 w 1088270"/>
                <a:gd name="csY58" fmla="*/ 8881 h 2804999"/>
                <a:gd name="csX59" fmla="*/ 656019 w 1088270"/>
                <a:gd name="csY59" fmla="*/ 11419 h 2804999"/>
                <a:gd name="csX60" fmla="*/ 656019 w 1088270"/>
                <a:gd name="csY60" fmla="*/ 11419 h 2804999"/>
                <a:gd name="csX61" fmla="*/ 695701 w 1088270"/>
                <a:gd name="csY61" fmla="*/ 21260 h 2804999"/>
                <a:gd name="csX62" fmla="*/ 695701 w 1088270"/>
                <a:gd name="csY62" fmla="*/ 21260 h 2804999"/>
                <a:gd name="csX63" fmla="*/ 1060367 w 1088270"/>
                <a:gd name="csY63" fmla="*/ 371952 h 2804999"/>
                <a:gd name="csX64" fmla="*/ 1060367 w 1088270"/>
                <a:gd name="csY64" fmla="*/ 371952 h 2804999"/>
                <a:gd name="csX65" fmla="*/ 1067987 w 1088270"/>
                <a:gd name="csY65" fmla="*/ 397344 h 2804999"/>
                <a:gd name="csX66" fmla="*/ 1067987 w 1088270"/>
                <a:gd name="csY66" fmla="*/ 397344 h 2804999"/>
                <a:gd name="csX67" fmla="*/ 1071468 w 1088270"/>
                <a:gd name="csY67" fmla="*/ 410357 h 2804999"/>
                <a:gd name="csX68" fmla="*/ 1071468 w 1088270"/>
                <a:gd name="csY68" fmla="*/ 410357 h 2804999"/>
                <a:gd name="csX69" fmla="*/ 1074631 w 1088270"/>
                <a:gd name="csY69" fmla="*/ 423044 h 2804999"/>
                <a:gd name="csX70" fmla="*/ 1074631 w 1088270"/>
                <a:gd name="csY70" fmla="*/ 423044 h 2804999"/>
                <a:gd name="csX71" fmla="*/ 1077494 w 1088270"/>
                <a:gd name="csY71" fmla="*/ 436383 h 2804999"/>
                <a:gd name="csX72" fmla="*/ 1077494 w 1088270"/>
                <a:gd name="csY72" fmla="*/ 436383 h 2804999"/>
                <a:gd name="csX73" fmla="*/ 1080040 w 1088270"/>
                <a:gd name="csY73" fmla="*/ 449396 h 2804999"/>
                <a:gd name="csX74" fmla="*/ 1080040 w 1088270"/>
                <a:gd name="csY74" fmla="*/ 449396 h 2804999"/>
                <a:gd name="csX75" fmla="*/ 1082269 w 1088270"/>
                <a:gd name="csY75" fmla="*/ 462727 h 2804999"/>
                <a:gd name="csX76" fmla="*/ 1082269 w 1088270"/>
                <a:gd name="csY76" fmla="*/ 462727 h 2804999"/>
                <a:gd name="csX77" fmla="*/ 1083847 w 1088270"/>
                <a:gd name="csY77" fmla="*/ 476057 h 2804999"/>
                <a:gd name="csX78" fmla="*/ 1083847 w 1088270"/>
                <a:gd name="csY78" fmla="*/ 476057 h 2804999"/>
                <a:gd name="csX79" fmla="*/ 1085433 w 1088270"/>
                <a:gd name="csY79" fmla="*/ 489396 h 2804999"/>
                <a:gd name="csX80" fmla="*/ 1085433 w 1088270"/>
                <a:gd name="csY80" fmla="*/ 489396 h 2804999"/>
                <a:gd name="csX81" fmla="*/ 1086702 w 1088270"/>
                <a:gd name="csY81" fmla="*/ 503043 h 2804999"/>
                <a:gd name="csX82" fmla="*/ 1086702 w 1088270"/>
                <a:gd name="csY82" fmla="*/ 503043 h 2804999"/>
                <a:gd name="csX83" fmla="*/ 1087653 w 1088270"/>
                <a:gd name="csY83" fmla="*/ 516690 h 2804999"/>
                <a:gd name="csX84" fmla="*/ 1087653 w 1088270"/>
                <a:gd name="csY84" fmla="*/ 516690 h 2804999"/>
                <a:gd name="csX85" fmla="*/ 1087953 w 1088270"/>
                <a:gd name="csY85" fmla="*/ 530346 h 2804999"/>
                <a:gd name="csX86" fmla="*/ 1087953 w 1088270"/>
                <a:gd name="csY86" fmla="*/ 530346 h 2804999"/>
                <a:gd name="csX87" fmla="*/ 1088270 w 1088270"/>
                <a:gd name="csY87" fmla="*/ 544311 h 2804999"/>
                <a:gd name="csX88" fmla="*/ 1088270 w 1088270"/>
                <a:gd name="csY88" fmla="*/ 544311 h 2804999"/>
                <a:gd name="csX89" fmla="*/ 1088270 w 1088270"/>
                <a:gd name="csY89" fmla="*/ 547157 h 2804999"/>
                <a:gd name="csX90" fmla="*/ 1088270 w 1088270"/>
                <a:gd name="csY90" fmla="*/ 552558 h 2804999"/>
                <a:gd name="csX91" fmla="*/ 1087953 w 1088270"/>
                <a:gd name="csY91" fmla="*/ 559870 h 2804999"/>
                <a:gd name="csX92" fmla="*/ 1087953 w 1088270"/>
                <a:gd name="csY92" fmla="*/ 559870 h 2804999"/>
                <a:gd name="csX93" fmla="*/ 898484 w 1088270"/>
                <a:gd name="csY93" fmla="*/ 1046719 h 2804999"/>
                <a:gd name="csX94" fmla="*/ 827392 w 1088270"/>
                <a:gd name="csY94" fmla="*/ 1405667 h 2804999"/>
                <a:gd name="csX95" fmla="*/ 897532 w 1088270"/>
                <a:gd name="csY95" fmla="*/ 1755734 h 2804999"/>
                <a:gd name="csX96" fmla="*/ 1087318 w 1088270"/>
                <a:gd name="csY96" fmla="*/ 2228627 h 2804999"/>
                <a:gd name="csX97" fmla="*/ 1087653 w 1088270"/>
                <a:gd name="csY97" fmla="*/ 2238777 h 2804999"/>
                <a:gd name="csX98" fmla="*/ 1087953 w 1088270"/>
                <a:gd name="csY98" fmla="*/ 2243552 h 2804999"/>
                <a:gd name="csX99" fmla="*/ 1088270 w 1088270"/>
                <a:gd name="csY99" fmla="*/ 2260680 h 2804999"/>
                <a:gd name="csX100" fmla="*/ 1088270 w 1088270"/>
                <a:gd name="csY100" fmla="*/ 2260997 h 2804999"/>
                <a:gd name="csX101" fmla="*/ 1088270 w 1088270"/>
                <a:gd name="csY101" fmla="*/ 2260997 h 2804999"/>
                <a:gd name="csX102" fmla="*/ 1087953 w 1088270"/>
                <a:gd name="csY102" fmla="*/ 2274644 h 2804999"/>
                <a:gd name="csX103" fmla="*/ 1087953 w 1088270"/>
                <a:gd name="csY103" fmla="*/ 2274644 h 2804999"/>
                <a:gd name="csX104" fmla="*/ 1087653 w 1088270"/>
                <a:gd name="csY104" fmla="*/ 2288292 h 2804999"/>
                <a:gd name="csX105" fmla="*/ 1087653 w 1088270"/>
                <a:gd name="csY105" fmla="*/ 2288292 h 2804999"/>
                <a:gd name="csX106" fmla="*/ 1086702 w 1088270"/>
                <a:gd name="csY106" fmla="*/ 2301939 h 2804999"/>
                <a:gd name="csX107" fmla="*/ 1086702 w 1088270"/>
                <a:gd name="csY107" fmla="*/ 2301939 h 2804999"/>
                <a:gd name="csX108" fmla="*/ 1085433 w 1088270"/>
                <a:gd name="csY108" fmla="*/ 2315587 h 2804999"/>
                <a:gd name="csX109" fmla="*/ 1085433 w 1088270"/>
                <a:gd name="csY109" fmla="*/ 2315587 h 2804999"/>
                <a:gd name="csX110" fmla="*/ 1083847 w 1088270"/>
                <a:gd name="csY110" fmla="*/ 2328917 h 2804999"/>
                <a:gd name="csX111" fmla="*/ 1083847 w 1088270"/>
                <a:gd name="csY111" fmla="*/ 2328917 h 2804999"/>
                <a:gd name="csX112" fmla="*/ 1082269 w 1088270"/>
                <a:gd name="csY112" fmla="*/ 2342582 h 2804999"/>
                <a:gd name="csX113" fmla="*/ 1082269 w 1088270"/>
                <a:gd name="csY113" fmla="*/ 2342582 h 2804999"/>
                <a:gd name="csX114" fmla="*/ 1080040 w 1088270"/>
                <a:gd name="csY114" fmla="*/ 2355577 h 2804999"/>
                <a:gd name="csX115" fmla="*/ 1080040 w 1088270"/>
                <a:gd name="csY115" fmla="*/ 2355577 h 2804999"/>
                <a:gd name="csX116" fmla="*/ 1077494 w 1088270"/>
                <a:gd name="csY116" fmla="*/ 2368908 h 2804999"/>
                <a:gd name="csX117" fmla="*/ 1077494 w 1088270"/>
                <a:gd name="csY117" fmla="*/ 2368908 h 2804999"/>
                <a:gd name="csX118" fmla="*/ 1074631 w 1088270"/>
                <a:gd name="csY118" fmla="*/ 2381938 h 2804999"/>
                <a:gd name="csX119" fmla="*/ 1074631 w 1088270"/>
                <a:gd name="csY119" fmla="*/ 2381938 h 2804999"/>
                <a:gd name="csX120" fmla="*/ 1071468 w 1088270"/>
                <a:gd name="csY120" fmla="*/ 2394959 h 2804999"/>
                <a:gd name="csX121" fmla="*/ 1071468 w 1088270"/>
                <a:gd name="csY121" fmla="*/ 2394959 h 2804999"/>
                <a:gd name="csX122" fmla="*/ 1067987 w 1088270"/>
                <a:gd name="csY122" fmla="*/ 2407655 h 2804999"/>
                <a:gd name="csX123" fmla="*/ 1067987 w 1088270"/>
                <a:gd name="csY123" fmla="*/ 2407655 h 2804999"/>
                <a:gd name="csX124" fmla="*/ 1060367 w 1088270"/>
                <a:gd name="csY124" fmla="*/ 2433039 h 2804999"/>
                <a:gd name="csX125" fmla="*/ 1060367 w 1088270"/>
                <a:gd name="csY125" fmla="*/ 2433039 h 2804999"/>
                <a:gd name="csX126" fmla="*/ 695701 w 1088270"/>
                <a:gd name="csY126" fmla="*/ 2784040 h 2804999"/>
                <a:gd name="csX127" fmla="*/ 695701 w 1088270"/>
                <a:gd name="csY127" fmla="*/ 2784040 h 2804999"/>
                <a:gd name="csX128" fmla="*/ 656019 w 1088270"/>
                <a:gd name="csY128" fmla="*/ 2793881 h 2804999"/>
                <a:gd name="csX129" fmla="*/ 656019 w 1088270"/>
                <a:gd name="csY129" fmla="*/ 2793881 h 2804999"/>
                <a:gd name="csX130" fmla="*/ 642371 w 1088270"/>
                <a:gd name="csY130" fmla="*/ 2796427 h 2804999"/>
                <a:gd name="csX131" fmla="*/ 642371 w 1088270"/>
                <a:gd name="csY131" fmla="*/ 2796427 h 2804999"/>
                <a:gd name="csX132" fmla="*/ 628724 w 1088270"/>
                <a:gd name="csY132" fmla="*/ 2798655 h 2804999"/>
                <a:gd name="csX133" fmla="*/ 628724 w 1088270"/>
                <a:gd name="csY133" fmla="*/ 2798655 h 2804999"/>
                <a:gd name="csX134" fmla="*/ 601112 w 1088270"/>
                <a:gd name="csY134" fmla="*/ 2802136 h 2804999"/>
                <a:gd name="csX135" fmla="*/ 601112 w 1088270"/>
                <a:gd name="csY135" fmla="*/ 2802136 h 2804999"/>
                <a:gd name="csX136" fmla="*/ 586830 w 1088270"/>
                <a:gd name="csY136" fmla="*/ 2803405 h 2804999"/>
                <a:gd name="csX137" fmla="*/ 586830 w 1088270"/>
                <a:gd name="csY137" fmla="*/ 2803405 h 2804999"/>
                <a:gd name="csX138" fmla="*/ 558584 w 1088270"/>
                <a:gd name="csY138" fmla="*/ 2805000 h 2804999"/>
                <a:gd name="csX139" fmla="*/ 558584 w 1088270"/>
                <a:gd name="csY139" fmla="*/ 2805000 h 2804999"/>
                <a:gd name="csX140" fmla="*/ 543985 w 1088270"/>
                <a:gd name="csY140" fmla="*/ 2805000 h 2804999"/>
                <a:gd name="csX141" fmla="*/ 543985 w 1088270"/>
                <a:gd name="csY141" fmla="*/ 2805000 h 2804999"/>
                <a:gd name="csX142" fmla="*/ 529703 w 1088270"/>
                <a:gd name="csY142" fmla="*/ 2805000 h 2804999"/>
                <a:gd name="csX143" fmla="*/ 529703 w 1088270"/>
                <a:gd name="csY143" fmla="*/ 2805000 h 2804999"/>
                <a:gd name="csX144" fmla="*/ 501457 w 1088270"/>
                <a:gd name="csY144" fmla="*/ 2803405 h 2804999"/>
                <a:gd name="csX145" fmla="*/ 501140 w 1088270"/>
                <a:gd name="csY145" fmla="*/ 2803405 h 2804999"/>
                <a:gd name="csX146" fmla="*/ 487175 w 1088270"/>
                <a:gd name="csY146" fmla="*/ 2802136 h 2804999"/>
                <a:gd name="csX147" fmla="*/ 487175 w 1088270"/>
                <a:gd name="csY147" fmla="*/ 2802136 h 2804999"/>
                <a:gd name="csX148" fmla="*/ 459546 w 1088270"/>
                <a:gd name="csY148" fmla="*/ 2798655 h 2804999"/>
                <a:gd name="csX149" fmla="*/ 459546 w 1088270"/>
                <a:gd name="csY149" fmla="*/ 2798655 h 2804999"/>
                <a:gd name="csX150" fmla="*/ 445915 w 1088270"/>
                <a:gd name="csY150" fmla="*/ 2796427 h 2804999"/>
                <a:gd name="csX151" fmla="*/ 445915 w 1088270"/>
                <a:gd name="csY151" fmla="*/ 2796427 h 2804999"/>
                <a:gd name="csX152" fmla="*/ 432251 w 1088270"/>
                <a:gd name="csY152" fmla="*/ 2793881 h 2804999"/>
                <a:gd name="csX153" fmla="*/ 432251 w 1088270"/>
                <a:gd name="csY153" fmla="*/ 2793881 h 2804999"/>
                <a:gd name="csX154" fmla="*/ 392586 w 1088270"/>
                <a:gd name="csY154" fmla="*/ 2784040 h 2804999"/>
                <a:gd name="csX155" fmla="*/ 392586 w 1088270"/>
                <a:gd name="csY155" fmla="*/ 2784040 h 2804999"/>
                <a:gd name="csX156" fmla="*/ 27920 w 1088270"/>
                <a:gd name="csY156" fmla="*/ 2433039 h 2804999"/>
                <a:gd name="csX157" fmla="*/ 27920 w 1088270"/>
                <a:gd name="csY157" fmla="*/ 2433039 h 2804999"/>
                <a:gd name="csX158" fmla="*/ 19982 w 1088270"/>
                <a:gd name="csY158" fmla="*/ 2407655 h 2804999"/>
                <a:gd name="csX159" fmla="*/ 19982 w 1088270"/>
                <a:gd name="csY159" fmla="*/ 2407655 h 2804999"/>
                <a:gd name="csX160" fmla="*/ 16819 w 1088270"/>
                <a:gd name="csY160" fmla="*/ 2394959 h 2804999"/>
                <a:gd name="csX161" fmla="*/ 16819 w 1088270"/>
                <a:gd name="csY161" fmla="*/ 2394959 h 2804999"/>
                <a:gd name="csX162" fmla="*/ 13639 w 1088270"/>
                <a:gd name="csY162" fmla="*/ 2381938 h 2804999"/>
                <a:gd name="csX163" fmla="*/ 13639 w 1088270"/>
                <a:gd name="csY163" fmla="*/ 2381938 h 2804999"/>
                <a:gd name="csX164" fmla="*/ 10793 w 1088270"/>
                <a:gd name="csY164" fmla="*/ 2368908 h 2804999"/>
                <a:gd name="csX165" fmla="*/ 10793 w 1088270"/>
                <a:gd name="csY165" fmla="*/ 2368908 h 2804999"/>
                <a:gd name="csX166" fmla="*/ 8247 w 1088270"/>
                <a:gd name="csY166" fmla="*/ 2355577 h 2804999"/>
                <a:gd name="csX167" fmla="*/ 8247 w 1088270"/>
                <a:gd name="csY167" fmla="*/ 2355577 h 2804999"/>
                <a:gd name="csX168" fmla="*/ 6018 w 1088270"/>
                <a:gd name="csY168" fmla="*/ 2342582 h 2804999"/>
                <a:gd name="csX169" fmla="*/ 6018 w 1088270"/>
                <a:gd name="csY169" fmla="*/ 2342582 h 2804999"/>
                <a:gd name="csX170" fmla="*/ 4123 w 1088270"/>
                <a:gd name="csY170" fmla="*/ 2328917 h 2804999"/>
                <a:gd name="csX171" fmla="*/ 4123 w 1088270"/>
                <a:gd name="csY171" fmla="*/ 2328917 h 2804999"/>
                <a:gd name="csX172" fmla="*/ 2854 w 1088270"/>
                <a:gd name="csY172" fmla="*/ 2315587 h 2804999"/>
                <a:gd name="csX173" fmla="*/ 2854 w 1088270"/>
                <a:gd name="csY173" fmla="*/ 2315587 h 2804999"/>
                <a:gd name="csX174" fmla="*/ 1586 w 1088270"/>
                <a:gd name="csY174" fmla="*/ 2301939 h 2804999"/>
                <a:gd name="csX175" fmla="*/ 1586 w 1088270"/>
                <a:gd name="csY175" fmla="*/ 2301939 h 2804999"/>
                <a:gd name="csX176" fmla="*/ 634 w 1088270"/>
                <a:gd name="csY176" fmla="*/ 2288292 h 2804999"/>
                <a:gd name="csX177" fmla="*/ 634 w 1088270"/>
                <a:gd name="csY177" fmla="*/ 2288292 h 2804999"/>
                <a:gd name="csX178" fmla="*/ 317 w 1088270"/>
                <a:gd name="csY178" fmla="*/ 2274644 h 2804999"/>
                <a:gd name="csX179" fmla="*/ 317 w 1088270"/>
                <a:gd name="csY179" fmla="*/ 2274644 h 2804999"/>
                <a:gd name="csX180" fmla="*/ 0 w 1088270"/>
                <a:gd name="csY180" fmla="*/ 2260997 h 2804999"/>
                <a:gd name="csX181" fmla="*/ 0 w 1088270"/>
                <a:gd name="csY181" fmla="*/ 2260997 h 2804999"/>
                <a:gd name="csX182" fmla="*/ 0 w 1088270"/>
                <a:gd name="csY182" fmla="*/ 2260680 h 2804999"/>
                <a:gd name="csX183" fmla="*/ 317 w 1088270"/>
                <a:gd name="csY183" fmla="*/ 2243552 h 2804999"/>
                <a:gd name="csX184" fmla="*/ 317 w 1088270"/>
                <a:gd name="csY184" fmla="*/ 2238777 h 2804999"/>
                <a:gd name="csX185" fmla="*/ 951 w 1088270"/>
                <a:gd name="csY185" fmla="*/ 2228627 h 2804999"/>
                <a:gd name="csX186" fmla="*/ 190747 w 1088270"/>
                <a:gd name="csY186" fmla="*/ 1755742 h 2804999"/>
                <a:gd name="csX187" fmla="*/ 190747 w 1088270"/>
                <a:gd name="csY187" fmla="*/ 1755742 h 2804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1088270" h="2804999">
                  <a:moveTo>
                    <a:pt x="190747" y="1755742"/>
                  </a:moveTo>
                  <a:cubicBezTo>
                    <a:pt x="229460" y="1661479"/>
                    <a:pt x="259292" y="1551657"/>
                    <a:pt x="260869" y="1406944"/>
                  </a:cubicBezTo>
                  <a:cubicBezTo>
                    <a:pt x="260235" y="1256506"/>
                    <a:pt x="229777" y="1143520"/>
                    <a:pt x="189460" y="1046719"/>
                  </a:cubicBezTo>
                  <a:cubicBezTo>
                    <a:pt x="115523" y="883267"/>
                    <a:pt x="11735" y="768696"/>
                    <a:pt x="951" y="576681"/>
                  </a:cubicBezTo>
                  <a:cubicBezTo>
                    <a:pt x="634" y="573200"/>
                    <a:pt x="634" y="569694"/>
                    <a:pt x="317" y="566531"/>
                  </a:cubicBezTo>
                  <a:lnTo>
                    <a:pt x="317" y="561764"/>
                  </a:lnTo>
                  <a:cubicBezTo>
                    <a:pt x="0" y="556047"/>
                    <a:pt x="0" y="550338"/>
                    <a:pt x="0" y="544311"/>
                  </a:cubicBezTo>
                  <a:lnTo>
                    <a:pt x="0" y="544311"/>
                  </a:lnTo>
                  <a:lnTo>
                    <a:pt x="0" y="544311"/>
                  </a:lnTo>
                  <a:cubicBezTo>
                    <a:pt x="0" y="539545"/>
                    <a:pt x="0" y="535104"/>
                    <a:pt x="317" y="530346"/>
                  </a:cubicBezTo>
                  <a:lnTo>
                    <a:pt x="317" y="530346"/>
                  </a:lnTo>
                  <a:cubicBezTo>
                    <a:pt x="317" y="525897"/>
                    <a:pt x="317" y="521139"/>
                    <a:pt x="634" y="516690"/>
                  </a:cubicBezTo>
                  <a:lnTo>
                    <a:pt x="634" y="516690"/>
                  </a:lnTo>
                  <a:cubicBezTo>
                    <a:pt x="951" y="512250"/>
                    <a:pt x="1268" y="507492"/>
                    <a:pt x="1586" y="503043"/>
                  </a:cubicBezTo>
                  <a:lnTo>
                    <a:pt x="1586" y="503043"/>
                  </a:lnTo>
                  <a:cubicBezTo>
                    <a:pt x="1903" y="498594"/>
                    <a:pt x="2220" y="494153"/>
                    <a:pt x="2854" y="489396"/>
                  </a:cubicBezTo>
                  <a:lnTo>
                    <a:pt x="2854" y="489396"/>
                  </a:lnTo>
                  <a:cubicBezTo>
                    <a:pt x="3172" y="484946"/>
                    <a:pt x="3806" y="480506"/>
                    <a:pt x="4123" y="476057"/>
                  </a:cubicBezTo>
                  <a:lnTo>
                    <a:pt x="4123" y="476057"/>
                  </a:lnTo>
                  <a:cubicBezTo>
                    <a:pt x="4758" y="471616"/>
                    <a:pt x="5401" y="467175"/>
                    <a:pt x="6018" y="462727"/>
                  </a:cubicBezTo>
                  <a:lnTo>
                    <a:pt x="6018" y="462727"/>
                  </a:lnTo>
                  <a:cubicBezTo>
                    <a:pt x="6652" y="458286"/>
                    <a:pt x="7612" y="453845"/>
                    <a:pt x="8247" y="449396"/>
                  </a:cubicBezTo>
                  <a:lnTo>
                    <a:pt x="8247" y="449396"/>
                  </a:lnTo>
                  <a:cubicBezTo>
                    <a:pt x="9198" y="444947"/>
                    <a:pt x="9832" y="440507"/>
                    <a:pt x="10793" y="436383"/>
                  </a:cubicBezTo>
                  <a:lnTo>
                    <a:pt x="10793" y="436383"/>
                  </a:lnTo>
                  <a:cubicBezTo>
                    <a:pt x="11727" y="431934"/>
                    <a:pt x="12704" y="427493"/>
                    <a:pt x="13639" y="423044"/>
                  </a:cubicBezTo>
                  <a:lnTo>
                    <a:pt x="13639" y="423044"/>
                  </a:lnTo>
                  <a:cubicBezTo>
                    <a:pt x="14590" y="418930"/>
                    <a:pt x="15550" y="414480"/>
                    <a:pt x="16819" y="410357"/>
                  </a:cubicBezTo>
                  <a:lnTo>
                    <a:pt x="16819" y="410357"/>
                  </a:lnTo>
                  <a:cubicBezTo>
                    <a:pt x="17771" y="405916"/>
                    <a:pt x="19031" y="401476"/>
                    <a:pt x="19982" y="397344"/>
                  </a:cubicBezTo>
                  <a:lnTo>
                    <a:pt x="19982" y="397344"/>
                  </a:lnTo>
                  <a:cubicBezTo>
                    <a:pt x="22528" y="388780"/>
                    <a:pt x="25074" y="380516"/>
                    <a:pt x="27920" y="371952"/>
                  </a:cubicBezTo>
                  <a:lnTo>
                    <a:pt x="27920" y="371952"/>
                  </a:lnTo>
                  <a:cubicBezTo>
                    <a:pt x="83453" y="204694"/>
                    <a:pt x="218359" y="71075"/>
                    <a:pt x="392586" y="21260"/>
                  </a:cubicBezTo>
                  <a:lnTo>
                    <a:pt x="392586" y="21260"/>
                  </a:lnTo>
                  <a:cubicBezTo>
                    <a:pt x="405599" y="17445"/>
                    <a:pt x="418921" y="14273"/>
                    <a:pt x="432251" y="11419"/>
                  </a:cubicBezTo>
                  <a:lnTo>
                    <a:pt x="432251" y="11419"/>
                  </a:lnTo>
                  <a:cubicBezTo>
                    <a:pt x="436709" y="10476"/>
                    <a:pt x="441458" y="9515"/>
                    <a:pt x="445915" y="8881"/>
                  </a:cubicBezTo>
                  <a:lnTo>
                    <a:pt x="445915" y="8881"/>
                  </a:lnTo>
                  <a:cubicBezTo>
                    <a:pt x="450356" y="7930"/>
                    <a:pt x="454788" y="7287"/>
                    <a:pt x="459546" y="6335"/>
                  </a:cubicBezTo>
                  <a:lnTo>
                    <a:pt x="459546" y="6335"/>
                  </a:lnTo>
                  <a:cubicBezTo>
                    <a:pt x="468753" y="5075"/>
                    <a:pt x="477968" y="3798"/>
                    <a:pt x="487175" y="2855"/>
                  </a:cubicBezTo>
                  <a:lnTo>
                    <a:pt x="487175" y="2855"/>
                  </a:lnTo>
                  <a:cubicBezTo>
                    <a:pt x="491932" y="2538"/>
                    <a:pt x="496682" y="1903"/>
                    <a:pt x="501140" y="1586"/>
                  </a:cubicBezTo>
                  <a:lnTo>
                    <a:pt x="501457" y="1586"/>
                  </a:lnTo>
                  <a:cubicBezTo>
                    <a:pt x="510647" y="952"/>
                    <a:pt x="520179" y="634"/>
                    <a:pt x="529703" y="317"/>
                  </a:cubicBezTo>
                  <a:lnTo>
                    <a:pt x="529703" y="317"/>
                  </a:lnTo>
                  <a:cubicBezTo>
                    <a:pt x="534461" y="0"/>
                    <a:pt x="539210" y="0"/>
                    <a:pt x="543985" y="0"/>
                  </a:cubicBezTo>
                  <a:lnTo>
                    <a:pt x="543985" y="0"/>
                  </a:lnTo>
                  <a:cubicBezTo>
                    <a:pt x="549060" y="0"/>
                    <a:pt x="553818" y="0"/>
                    <a:pt x="558584" y="317"/>
                  </a:cubicBezTo>
                  <a:lnTo>
                    <a:pt x="558584" y="317"/>
                  </a:lnTo>
                  <a:cubicBezTo>
                    <a:pt x="568091" y="634"/>
                    <a:pt x="577623" y="952"/>
                    <a:pt x="586830" y="1586"/>
                  </a:cubicBezTo>
                  <a:lnTo>
                    <a:pt x="586830" y="1586"/>
                  </a:lnTo>
                  <a:cubicBezTo>
                    <a:pt x="591588" y="1903"/>
                    <a:pt x="596354" y="2538"/>
                    <a:pt x="601112" y="2855"/>
                  </a:cubicBezTo>
                  <a:lnTo>
                    <a:pt x="601112" y="2855"/>
                  </a:lnTo>
                  <a:cubicBezTo>
                    <a:pt x="610302" y="3798"/>
                    <a:pt x="619509" y="5075"/>
                    <a:pt x="628724" y="6335"/>
                  </a:cubicBezTo>
                  <a:lnTo>
                    <a:pt x="628724" y="6335"/>
                  </a:lnTo>
                  <a:cubicBezTo>
                    <a:pt x="633173" y="7287"/>
                    <a:pt x="637931" y="7930"/>
                    <a:pt x="642371" y="8881"/>
                  </a:cubicBezTo>
                  <a:lnTo>
                    <a:pt x="642371" y="8881"/>
                  </a:lnTo>
                  <a:cubicBezTo>
                    <a:pt x="646812" y="9515"/>
                    <a:pt x="651561" y="10476"/>
                    <a:pt x="656019" y="11419"/>
                  </a:cubicBezTo>
                  <a:lnTo>
                    <a:pt x="656019" y="11419"/>
                  </a:lnTo>
                  <a:cubicBezTo>
                    <a:pt x="669349" y="14282"/>
                    <a:pt x="682671" y="17445"/>
                    <a:pt x="695701" y="21260"/>
                  </a:cubicBezTo>
                  <a:lnTo>
                    <a:pt x="695701" y="21260"/>
                  </a:lnTo>
                  <a:cubicBezTo>
                    <a:pt x="869611" y="71075"/>
                    <a:pt x="1004491" y="204694"/>
                    <a:pt x="1060367" y="371952"/>
                  </a:cubicBezTo>
                  <a:lnTo>
                    <a:pt x="1060367" y="371952"/>
                  </a:lnTo>
                  <a:cubicBezTo>
                    <a:pt x="1063213" y="380516"/>
                    <a:pt x="1065759" y="388780"/>
                    <a:pt x="1067987" y="397344"/>
                  </a:cubicBezTo>
                  <a:lnTo>
                    <a:pt x="1067987" y="397344"/>
                  </a:lnTo>
                  <a:cubicBezTo>
                    <a:pt x="1069248" y="401467"/>
                    <a:pt x="1070517" y="405916"/>
                    <a:pt x="1071468" y="410357"/>
                  </a:cubicBezTo>
                  <a:lnTo>
                    <a:pt x="1071468" y="410357"/>
                  </a:lnTo>
                  <a:cubicBezTo>
                    <a:pt x="1072737" y="414480"/>
                    <a:pt x="1073697" y="418930"/>
                    <a:pt x="1074631" y="423044"/>
                  </a:cubicBezTo>
                  <a:lnTo>
                    <a:pt x="1074631" y="423044"/>
                  </a:lnTo>
                  <a:cubicBezTo>
                    <a:pt x="1075583" y="427493"/>
                    <a:pt x="1076543" y="431934"/>
                    <a:pt x="1077494" y="436383"/>
                  </a:cubicBezTo>
                  <a:lnTo>
                    <a:pt x="1077494" y="436383"/>
                  </a:lnTo>
                  <a:cubicBezTo>
                    <a:pt x="1078446" y="440498"/>
                    <a:pt x="1079089" y="444947"/>
                    <a:pt x="1080040" y="449396"/>
                  </a:cubicBezTo>
                  <a:lnTo>
                    <a:pt x="1080040" y="449396"/>
                  </a:lnTo>
                  <a:cubicBezTo>
                    <a:pt x="1080675" y="453837"/>
                    <a:pt x="1081309" y="458286"/>
                    <a:pt x="1082269" y="462727"/>
                  </a:cubicBezTo>
                  <a:lnTo>
                    <a:pt x="1082269" y="462727"/>
                  </a:lnTo>
                  <a:cubicBezTo>
                    <a:pt x="1082887" y="467167"/>
                    <a:pt x="1083521" y="471616"/>
                    <a:pt x="1083847" y="476057"/>
                  </a:cubicBezTo>
                  <a:lnTo>
                    <a:pt x="1083847" y="476057"/>
                  </a:lnTo>
                  <a:cubicBezTo>
                    <a:pt x="1084481" y="480497"/>
                    <a:pt x="1085116" y="484946"/>
                    <a:pt x="1085433" y="489396"/>
                  </a:cubicBezTo>
                  <a:lnTo>
                    <a:pt x="1085433" y="489396"/>
                  </a:lnTo>
                  <a:cubicBezTo>
                    <a:pt x="1086067" y="494153"/>
                    <a:pt x="1086384" y="498594"/>
                    <a:pt x="1086702" y="503043"/>
                  </a:cubicBezTo>
                  <a:lnTo>
                    <a:pt x="1086702" y="503043"/>
                  </a:lnTo>
                  <a:cubicBezTo>
                    <a:pt x="1087019" y="507492"/>
                    <a:pt x="1087318" y="512250"/>
                    <a:pt x="1087653" y="516690"/>
                  </a:cubicBezTo>
                  <a:lnTo>
                    <a:pt x="1087653" y="516690"/>
                  </a:lnTo>
                  <a:cubicBezTo>
                    <a:pt x="1087653" y="521139"/>
                    <a:pt x="1087953" y="525897"/>
                    <a:pt x="1087953" y="530346"/>
                  </a:cubicBezTo>
                  <a:lnTo>
                    <a:pt x="1087953" y="530346"/>
                  </a:lnTo>
                  <a:cubicBezTo>
                    <a:pt x="1088270" y="535104"/>
                    <a:pt x="1088270" y="539545"/>
                    <a:pt x="1088270" y="544311"/>
                  </a:cubicBezTo>
                  <a:lnTo>
                    <a:pt x="1088270" y="544311"/>
                  </a:lnTo>
                  <a:lnTo>
                    <a:pt x="1088270" y="547157"/>
                  </a:lnTo>
                  <a:cubicBezTo>
                    <a:pt x="1088270" y="548760"/>
                    <a:pt x="1088270" y="550655"/>
                    <a:pt x="1088270" y="552558"/>
                  </a:cubicBezTo>
                  <a:cubicBezTo>
                    <a:pt x="1087953" y="555104"/>
                    <a:pt x="1087953" y="557324"/>
                    <a:pt x="1087953" y="559870"/>
                  </a:cubicBezTo>
                  <a:lnTo>
                    <a:pt x="1087953" y="559870"/>
                  </a:lnTo>
                  <a:cubicBezTo>
                    <a:pt x="1082561" y="762035"/>
                    <a:pt x="974968" y="878827"/>
                    <a:pt x="898484" y="1046719"/>
                  </a:cubicBezTo>
                  <a:cubicBezTo>
                    <a:pt x="858502" y="1143203"/>
                    <a:pt x="828026" y="1255863"/>
                    <a:pt x="827392" y="1405667"/>
                  </a:cubicBezTo>
                  <a:cubicBezTo>
                    <a:pt x="828978" y="1551014"/>
                    <a:pt x="858502" y="1661153"/>
                    <a:pt x="897532" y="1755734"/>
                  </a:cubicBezTo>
                  <a:cubicBezTo>
                    <a:pt x="971487" y="1920454"/>
                    <a:pt x="1076534" y="2035643"/>
                    <a:pt x="1087318" y="2228627"/>
                  </a:cubicBezTo>
                  <a:cubicBezTo>
                    <a:pt x="1087318" y="2232108"/>
                    <a:pt x="1087653" y="2235271"/>
                    <a:pt x="1087653" y="2238777"/>
                  </a:cubicBezTo>
                  <a:lnTo>
                    <a:pt x="1087953" y="2243552"/>
                  </a:lnTo>
                  <a:cubicBezTo>
                    <a:pt x="1087953" y="2249244"/>
                    <a:pt x="1088270" y="2254971"/>
                    <a:pt x="1088270" y="2260680"/>
                  </a:cubicBezTo>
                  <a:lnTo>
                    <a:pt x="1088270" y="2260997"/>
                  </a:lnTo>
                  <a:lnTo>
                    <a:pt x="1088270" y="2260997"/>
                  </a:lnTo>
                  <a:cubicBezTo>
                    <a:pt x="1088270" y="2265455"/>
                    <a:pt x="1088270" y="2270204"/>
                    <a:pt x="1087953" y="2274644"/>
                  </a:cubicBezTo>
                  <a:lnTo>
                    <a:pt x="1087953" y="2274644"/>
                  </a:lnTo>
                  <a:cubicBezTo>
                    <a:pt x="1087953" y="2279419"/>
                    <a:pt x="1087653" y="2283851"/>
                    <a:pt x="1087653" y="2288292"/>
                  </a:cubicBezTo>
                  <a:lnTo>
                    <a:pt x="1087653" y="2288292"/>
                  </a:lnTo>
                  <a:cubicBezTo>
                    <a:pt x="1087318" y="2293050"/>
                    <a:pt x="1087019" y="2297499"/>
                    <a:pt x="1086702" y="2301939"/>
                  </a:cubicBezTo>
                  <a:lnTo>
                    <a:pt x="1086702" y="2301939"/>
                  </a:lnTo>
                  <a:cubicBezTo>
                    <a:pt x="1086384" y="2306714"/>
                    <a:pt x="1086067" y="2311146"/>
                    <a:pt x="1085433" y="2315587"/>
                  </a:cubicBezTo>
                  <a:lnTo>
                    <a:pt x="1085433" y="2315587"/>
                  </a:lnTo>
                  <a:cubicBezTo>
                    <a:pt x="1085116" y="2320045"/>
                    <a:pt x="1084481" y="2324476"/>
                    <a:pt x="1083847" y="2328917"/>
                  </a:cubicBezTo>
                  <a:lnTo>
                    <a:pt x="1083847" y="2328917"/>
                  </a:lnTo>
                  <a:cubicBezTo>
                    <a:pt x="1083530" y="2333375"/>
                    <a:pt x="1082895" y="2338124"/>
                    <a:pt x="1082269" y="2342582"/>
                  </a:cubicBezTo>
                  <a:lnTo>
                    <a:pt x="1082269" y="2342582"/>
                  </a:lnTo>
                  <a:cubicBezTo>
                    <a:pt x="1081318" y="2347022"/>
                    <a:pt x="1080675" y="2351137"/>
                    <a:pt x="1080040" y="2355577"/>
                  </a:cubicBezTo>
                  <a:lnTo>
                    <a:pt x="1080040" y="2355577"/>
                  </a:lnTo>
                  <a:cubicBezTo>
                    <a:pt x="1079089" y="2360035"/>
                    <a:pt x="1078446" y="2364484"/>
                    <a:pt x="1077494" y="2368908"/>
                  </a:cubicBezTo>
                  <a:lnTo>
                    <a:pt x="1077494" y="2368908"/>
                  </a:lnTo>
                  <a:cubicBezTo>
                    <a:pt x="1076543" y="2373365"/>
                    <a:pt x="1075583" y="2377480"/>
                    <a:pt x="1074631" y="2381938"/>
                  </a:cubicBezTo>
                  <a:lnTo>
                    <a:pt x="1074631" y="2381938"/>
                  </a:lnTo>
                  <a:cubicBezTo>
                    <a:pt x="1073697" y="2386387"/>
                    <a:pt x="1072737" y="2390510"/>
                    <a:pt x="1071468" y="2394959"/>
                  </a:cubicBezTo>
                  <a:lnTo>
                    <a:pt x="1071468" y="2394959"/>
                  </a:lnTo>
                  <a:cubicBezTo>
                    <a:pt x="1070517" y="2399083"/>
                    <a:pt x="1069239" y="2403515"/>
                    <a:pt x="1067987" y="2407655"/>
                  </a:cubicBezTo>
                  <a:lnTo>
                    <a:pt x="1067987" y="2407655"/>
                  </a:lnTo>
                  <a:cubicBezTo>
                    <a:pt x="1065759" y="2416211"/>
                    <a:pt x="1063213" y="2424783"/>
                    <a:pt x="1060367" y="2433039"/>
                  </a:cubicBezTo>
                  <a:lnTo>
                    <a:pt x="1060367" y="2433039"/>
                  </a:lnTo>
                  <a:cubicBezTo>
                    <a:pt x="1004491" y="2600605"/>
                    <a:pt x="869611" y="2734216"/>
                    <a:pt x="695701" y="2784040"/>
                  </a:cubicBezTo>
                  <a:lnTo>
                    <a:pt x="695701" y="2784040"/>
                  </a:lnTo>
                  <a:cubicBezTo>
                    <a:pt x="682671" y="2787855"/>
                    <a:pt x="669349" y="2791035"/>
                    <a:pt x="656019" y="2793881"/>
                  </a:cubicBezTo>
                  <a:lnTo>
                    <a:pt x="656019" y="2793881"/>
                  </a:lnTo>
                  <a:cubicBezTo>
                    <a:pt x="651570" y="2794832"/>
                    <a:pt x="646812" y="2795467"/>
                    <a:pt x="642371" y="2796427"/>
                  </a:cubicBezTo>
                  <a:lnTo>
                    <a:pt x="642371" y="2796427"/>
                  </a:lnTo>
                  <a:cubicBezTo>
                    <a:pt x="637931" y="2797061"/>
                    <a:pt x="633182" y="2798021"/>
                    <a:pt x="628724" y="2798655"/>
                  </a:cubicBezTo>
                  <a:lnTo>
                    <a:pt x="628724" y="2798655"/>
                  </a:lnTo>
                  <a:cubicBezTo>
                    <a:pt x="619518" y="2799907"/>
                    <a:pt x="610310" y="2801185"/>
                    <a:pt x="601112" y="2802136"/>
                  </a:cubicBezTo>
                  <a:lnTo>
                    <a:pt x="601112" y="2802136"/>
                  </a:lnTo>
                  <a:cubicBezTo>
                    <a:pt x="596354" y="2802771"/>
                    <a:pt x="591588" y="2803088"/>
                    <a:pt x="586830" y="2803405"/>
                  </a:cubicBezTo>
                  <a:lnTo>
                    <a:pt x="586830" y="2803405"/>
                  </a:lnTo>
                  <a:cubicBezTo>
                    <a:pt x="577623" y="2804039"/>
                    <a:pt x="568091" y="2804674"/>
                    <a:pt x="558584" y="2805000"/>
                  </a:cubicBezTo>
                  <a:lnTo>
                    <a:pt x="558584" y="2805000"/>
                  </a:lnTo>
                  <a:cubicBezTo>
                    <a:pt x="553809" y="2805000"/>
                    <a:pt x="549060" y="2805000"/>
                    <a:pt x="543985" y="2805000"/>
                  </a:cubicBezTo>
                  <a:lnTo>
                    <a:pt x="543985" y="2805000"/>
                  </a:lnTo>
                  <a:cubicBezTo>
                    <a:pt x="539210" y="2805000"/>
                    <a:pt x="534461" y="2805000"/>
                    <a:pt x="529703" y="2805000"/>
                  </a:cubicBezTo>
                  <a:lnTo>
                    <a:pt x="529703" y="2805000"/>
                  </a:lnTo>
                  <a:cubicBezTo>
                    <a:pt x="520179" y="2804682"/>
                    <a:pt x="510647" y="2804048"/>
                    <a:pt x="501457" y="2803405"/>
                  </a:cubicBezTo>
                  <a:lnTo>
                    <a:pt x="501140" y="2803405"/>
                  </a:lnTo>
                  <a:cubicBezTo>
                    <a:pt x="496691" y="2803088"/>
                    <a:pt x="491932" y="2802771"/>
                    <a:pt x="487175" y="2802136"/>
                  </a:cubicBezTo>
                  <a:lnTo>
                    <a:pt x="487175" y="2802136"/>
                  </a:lnTo>
                  <a:cubicBezTo>
                    <a:pt x="477968" y="2801185"/>
                    <a:pt x="468761" y="2799907"/>
                    <a:pt x="459546" y="2798655"/>
                  </a:cubicBezTo>
                  <a:lnTo>
                    <a:pt x="459546" y="2798655"/>
                  </a:lnTo>
                  <a:cubicBezTo>
                    <a:pt x="454788" y="2798021"/>
                    <a:pt x="450356" y="2797061"/>
                    <a:pt x="445915" y="2796427"/>
                  </a:cubicBezTo>
                  <a:lnTo>
                    <a:pt x="445915" y="2796427"/>
                  </a:lnTo>
                  <a:cubicBezTo>
                    <a:pt x="441466" y="2795475"/>
                    <a:pt x="436709" y="2794832"/>
                    <a:pt x="432251" y="2793881"/>
                  </a:cubicBezTo>
                  <a:lnTo>
                    <a:pt x="432251" y="2793881"/>
                  </a:lnTo>
                  <a:cubicBezTo>
                    <a:pt x="418921" y="2791035"/>
                    <a:pt x="405599" y="2787855"/>
                    <a:pt x="392586" y="2784040"/>
                  </a:cubicBezTo>
                  <a:lnTo>
                    <a:pt x="392586" y="2784040"/>
                  </a:lnTo>
                  <a:cubicBezTo>
                    <a:pt x="218359" y="2734207"/>
                    <a:pt x="83453" y="2600605"/>
                    <a:pt x="27920" y="2433039"/>
                  </a:cubicBezTo>
                  <a:lnTo>
                    <a:pt x="27920" y="2433039"/>
                  </a:lnTo>
                  <a:cubicBezTo>
                    <a:pt x="25074" y="2424783"/>
                    <a:pt x="22528" y="2416211"/>
                    <a:pt x="19982" y="2407655"/>
                  </a:cubicBezTo>
                  <a:lnTo>
                    <a:pt x="19982" y="2407655"/>
                  </a:lnTo>
                  <a:cubicBezTo>
                    <a:pt x="19031" y="2403515"/>
                    <a:pt x="17771" y="2399083"/>
                    <a:pt x="16819" y="2394959"/>
                  </a:cubicBezTo>
                  <a:lnTo>
                    <a:pt x="16819" y="2394959"/>
                  </a:lnTo>
                  <a:cubicBezTo>
                    <a:pt x="15550" y="2390510"/>
                    <a:pt x="14590" y="2386387"/>
                    <a:pt x="13639" y="2381938"/>
                  </a:cubicBezTo>
                  <a:lnTo>
                    <a:pt x="13639" y="2381938"/>
                  </a:lnTo>
                  <a:cubicBezTo>
                    <a:pt x="12704" y="2377480"/>
                    <a:pt x="11727" y="2373365"/>
                    <a:pt x="10793" y="2368908"/>
                  </a:cubicBezTo>
                  <a:lnTo>
                    <a:pt x="10793" y="2368908"/>
                  </a:lnTo>
                  <a:cubicBezTo>
                    <a:pt x="9841" y="2364484"/>
                    <a:pt x="9198" y="2360035"/>
                    <a:pt x="8247" y="2355577"/>
                  </a:cubicBezTo>
                  <a:lnTo>
                    <a:pt x="8247" y="2355577"/>
                  </a:lnTo>
                  <a:cubicBezTo>
                    <a:pt x="7612" y="2351145"/>
                    <a:pt x="6661" y="2347022"/>
                    <a:pt x="6018" y="2342582"/>
                  </a:cubicBezTo>
                  <a:lnTo>
                    <a:pt x="6018" y="2342582"/>
                  </a:lnTo>
                  <a:cubicBezTo>
                    <a:pt x="5401" y="2338124"/>
                    <a:pt x="4766" y="2333375"/>
                    <a:pt x="4123" y="2328917"/>
                  </a:cubicBezTo>
                  <a:lnTo>
                    <a:pt x="4123" y="2328917"/>
                  </a:lnTo>
                  <a:cubicBezTo>
                    <a:pt x="3806" y="2324476"/>
                    <a:pt x="3172" y="2320045"/>
                    <a:pt x="2854" y="2315587"/>
                  </a:cubicBezTo>
                  <a:lnTo>
                    <a:pt x="2854" y="2315587"/>
                  </a:lnTo>
                  <a:cubicBezTo>
                    <a:pt x="2220" y="2311146"/>
                    <a:pt x="1903" y="2306714"/>
                    <a:pt x="1586" y="2301939"/>
                  </a:cubicBezTo>
                  <a:lnTo>
                    <a:pt x="1586" y="2301939"/>
                  </a:lnTo>
                  <a:cubicBezTo>
                    <a:pt x="1268" y="2297499"/>
                    <a:pt x="951" y="2293050"/>
                    <a:pt x="634" y="2288292"/>
                  </a:cubicBezTo>
                  <a:lnTo>
                    <a:pt x="634" y="2288292"/>
                  </a:lnTo>
                  <a:cubicBezTo>
                    <a:pt x="317" y="2283851"/>
                    <a:pt x="317" y="2279419"/>
                    <a:pt x="317" y="2274644"/>
                  </a:cubicBezTo>
                  <a:lnTo>
                    <a:pt x="317" y="2274644"/>
                  </a:lnTo>
                  <a:cubicBezTo>
                    <a:pt x="0" y="2270204"/>
                    <a:pt x="0" y="2265455"/>
                    <a:pt x="0" y="2260997"/>
                  </a:cubicBezTo>
                  <a:lnTo>
                    <a:pt x="0" y="2260997"/>
                  </a:lnTo>
                  <a:lnTo>
                    <a:pt x="0" y="2260680"/>
                  </a:lnTo>
                  <a:cubicBezTo>
                    <a:pt x="0" y="2254971"/>
                    <a:pt x="0" y="2249244"/>
                    <a:pt x="317" y="2243552"/>
                  </a:cubicBezTo>
                  <a:cubicBezTo>
                    <a:pt x="317" y="2241958"/>
                    <a:pt x="317" y="2240372"/>
                    <a:pt x="317" y="2238777"/>
                  </a:cubicBezTo>
                  <a:cubicBezTo>
                    <a:pt x="634" y="2235280"/>
                    <a:pt x="634" y="2232116"/>
                    <a:pt x="951" y="2228627"/>
                  </a:cubicBezTo>
                  <a:cubicBezTo>
                    <a:pt x="11727" y="2035660"/>
                    <a:pt x="116774" y="1920463"/>
                    <a:pt x="190747" y="1755742"/>
                  </a:cubicBezTo>
                  <a:lnTo>
                    <a:pt x="190747" y="1755742"/>
                  </a:lnTo>
                  <a:close/>
                </a:path>
              </a:pathLst>
            </a:custGeom>
            <a:solidFill>
              <a:srgbClr val="1FB5E4"/>
            </a:solidFill>
            <a:ln w="8572"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B49FE11A-61B2-204E-3224-A45449224278}"/>
                </a:ext>
              </a:extLst>
            </p:cNvPr>
            <p:cNvSpPr/>
            <p:nvPr/>
          </p:nvSpPr>
          <p:spPr>
            <a:xfrm>
              <a:off x="13667630" y="3982371"/>
              <a:ext cx="2303054" cy="2302875"/>
            </a:xfrm>
            <a:custGeom>
              <a:avLst/>
              <a:gdLst>
                <a:gd name="csX0" fmla="*/ 652194 w 2303054"/>
                <a:gd name="csY0" fmla="*/ 1151292 h 2302875"/>
                <a:gd name="csX1" fmla="*/ 947979 w 2303054"/>
                <a:gd name="csY1" fmla="*/ 954510 h 2302875"/>
                <a:gd name="csX2" fmla="*/ 1152382 w 2303054"/>
                <a:gd name="csY2" fmla="*/ 649201 h 2302875"/>
                <a:gd name="csX3" fmla="*/ 1351692 w 2303054"/>
                <a:gd name="csY3" fmla="*/ 183302 h 2302875"/>
                <a:gd name="csX4" fmla="*/ 1358354 w 2303054"/>
                <a:gd name="csY4" fmla="*/ 175681 h 2302875"/>
                <a:gd name="csX5" fmla="*/ 1361534 w 2303054"/>
                <a:gd name="csY5" fmla="*/ 172184 h 2302875"/>
                <a:gd name="csX6" fmla="*/ 1373587 w 2303054"/>
                <a:gd name="csY6" fmla="*/ 159814 h 2302875"/>
                <a:gd name="csX7" fmla="*/ 1373904 w 2303054"/>
                <a:gd name="csY7" fmla="*/ 159814 h 2302875"/>
                <a:gd name="csX8" fmla="*/ 1373904 w 2303054"/>
                <a:gd name="csY8" fmla="*/ 159814 h 2302875"/>
                <a:gd name="csX9" fmla="*/ 1383745 w 2303054"/>
                <a:gd name="csY9" fmla="*/ 150290 h 2302875"/>
                <a:gd name="csX10" fmla="*/ 1383745 w 2303054"/>
                <a:gd name="csY10" fmla="*/ 150290 h 2302875"/>
                <a:gd name="csX11" fmla="*/ 1393578 w 2303054"/>
                <a:gd name="csY11" fmla="*/ 140766 h 2302875"/>
                <a:gd name="csX12" fmla="*/ 1393578 w 2303054"/>
                <a:gd name="csY12" fmla="*/ 140766 h 2302875"/>
                <a:gd name="csX13" fmla="*/ 1404045 w 2303054"/>
                <a:gd name="csY13" fmla="*/ 131893 h 2302875"/>
                <a:gd name="csX14" fmla="*/ 1404045 w 2303054"/>
                <a:gd name="csY14" fmla="*/ 131893 h 2302875"/>
                <a:gd name="csX15" fmla="*/ 1414212 w 2303054"/>
                <a:gd name="csY15" fmla="*/ 123003 h 2302875"/>
                <a:gd name="csX16" fmla="*/ 1414212 w 2303054"/>
                <a:gd name="csY16" fmla="*/ 123003 h 2302875"/>
                <a:gd name="csX17" fmla="*/ 1424996 w 2303054"/>
                <a:gd name="csY17" fmla="*/ 114748 h 2302875"/>
                <a:gd name="csX18" fmla="*/ 1424996 w 2303054"/>
                <a:gd name="csY18" fmla="*/ 114748 h 2302875"/>
                <a:gd name="csX19" fmla="*/ 1435798 w 2303054"/>
                <a:gd name="csY19" fmla="*/ 106493 h 2302875"/>
                <a:gd name="csX20" fmla="*/ 1435798 w 2303054"/>
                <a:gd name="csY20" fmla="*/ 106493 h 2302875"/>
                <a:gd name="csX21" fmla="*/ 1446599 w 2303054"/>
                <a:gd name="csY21" fmla="*/ 98572 h 2302875"/>
                <a:gd name="csX22" fmla="*/ 1446599 w 2303054"/>
                <a:gd name="csY22" fmla="*/ 98572 h 2302875"/>
                <a:gd name="csX23" fmla="*/ 1457700 w 2303054"/>
                <a:gd name="csY23" fmla="*/ 90934 h 2302875"/>
                <a:gd name="csX24" fmla="*/ 1457700 w 2303054"/>
                <a:gd name="csY24" fmla="*/ 90934 h 2302875"/>
                <a:gd name="csX25" fmla="*/ 1468801 w 2303054"/>
                <a:gd name="csY25" fmla="*/ 83630 h 2302875"/>
                <a:gd name="csX26" fmla="*/ 1468801 w 2303054"/>
                <a:gd name="csY26" fmla="*/ 83630 h 2302875"/>
                <a:gd name="csX27" fmla="*/ 1480237 w 2303054"/>
                <a:gd name="csY27" fmla="*/ 76660 h 2302875"/>
                <a:gd name="csX28" fmla="*/ 1480237 w 2303054"/>
                <a:gd name="csY28" fmla="*/ 76660 h 2302875"/>
                <a:gd name="csX29" fmla="*/ 1491673 w 2303054"/>
                <a:gd name="csY29" fmla="*/ 69983 h 2302875"/>
                <a:gd name="csX30" fmla="*/ 1491673 w 2303054"/>
                <a:gd name="csY30" fmla="*/ 69983 h 2302875"/>
                <a:gd name="csX31" fmla="*/ 1515144 w 2303054"/>
                <a:gd name="csY31" fmla="*/ 57612 h 2302875"/>
                <a:gd name="csX32" fmla="*/ 1515144 w 2303054"/>
                <a:gd name="csY32" fmla="*/ 57612 h 2302875"/>
                <a:gd name="csX33" fmla="*/ 2021042 w 2303054"/>
                <a:gd name="csY33" fmla="*/ 67454 h 2302875"/>
                <a:gd name="csX34" fmla="*/ 2021042 w 2303054"/>
                <a:gd name="csY34" fmla="*/ 67454 h 2302875"/>
                <a:gd name="csX35" fmla="*/ 2056266 w 2303054"/>
                <a:gd name="csY35" fmla="*/ 88713 h 2302875"/>
                <a:gd name="csX36" fmla="*/ 2056266 w 2303054"/>
                <a:gd name="csY36" fmla="*/ 88713 h 2302875"/>
                <a:gd name="csX37" fmla="*/ 2067685 w 2303054"/>
                <a:gd name="csY37" fmla="*/ 96317 h 2302875"/>
                <a:gd name="csX38" fmla="*/ 2067685 w 2303054"/>
                <a:gd name="csY38" fmla="*/ 96317 h 2302875"/>
                <a:gd name="csX39" fmla="*/ 2078804 w 2303054"/>
                <a:gd name="csY39" fmla="*/ 104590 h 2302875"/>
                <a:gd name="csX40" fmla="*/ 2078804 w 2303054"/>
                <a:gd name="csY40" fmla="*/ 104590 h 2302875"/>
                <a:gd name="csX41" fmla="*/ 2101023 w 2303054"/>
                <a:gd name="csY41" fmla="*/ 121735 h 2302875"/>
                <a:gd name="csX42" fmla="*/ 2101023 w 2303054"/>
                <a:gd name="csY42" fmla="*/ 121735 h 2302875"/>
                <a:gd name="csX43" fmla="*/ 2111808 w 2303054"/>
                <a:gd name="csY43" fmla="*/ 130607 h 2302875"/>
                <a:gd name="csX44" fmla="*/ 2111808 w 2303054"/>
                <a:gd name="csY44" fmla="*/ 130607 h 2302875"/>
                <a:gd name="csX45" fmla="*/ 2133068 w 2303054"/>
                <a:gd name="csY45" fmla="*/ 149647 h 2302875"/>
                <a:gd name="csX46" fmla="*/ 2133068 w 2303054"/>
                <a:gd name="csY46" fmla="*/ 149647 h 2302875"/>
                <a:gd name="csX47" fmla="*/ 2143226 w 2303054"/>
                <a:gd name="csY47" fmla="*/ 159805 h 2302875"/>
                <a:gd name="csX48" fmla="*/ 2143226 w 2303054"/>
                <a:gd name="csY48" fmla="*/ 159805 h 2302875"/>
                <a:gd name="csX49" fmla="*/ 2153393 w 2303054"/>
                <a:gd name="csY49" fmla="*/ 169964 h 2302875"/>
                <a:gd name="csX50" fmla="*/ 2153393 w 2303054"/>
                <a:gd name="csY50" fmla="*/ 169964 h 2302875"/>
                <a:gd name="csX51" fmla="*/ 2172432 w 2303054"/>
                <a:gd name="csY51" fmla="*/ 191223 h 2302875"/>
                <a:gd name="csX52" fmla="*/ 2172432 w 2303054"/>
                <a:gd name="csY52" fmla="*/ 191223 h 2302875"/>
                <a:gd name="csX53" fmla="*/ 2181322 w 2303054"/>
                <a:gd name="csY53" fmla="*/ 202007 h 2302875"/>
                <a:gd name="csX54" fmla="*/ 2181322 w 2303054"/>
                <a:gd name="csY54" fmla="*/ 202007 h 2302875"/>
                <a:gd name="csX55" fmla="*/ 2198450 w 2303054"/>
                <a:gd name="csY55" fmla="*/ 224227 h 2302875"/>
                <a:gd name="csX56" fmla="*/ 2198450 w 2303054"/>
                <a:gd name="csY56" fmla="*/ 224227 h 2302875"/>
                <a:gd name="csX57" fmla="*/ 2206705 w 2303054"/>
                <a:gd name="csY57" fmla="*/ 235329 h 2302875"/>
                <a:gd name="csX58" fmla="*/ 2206705 w 2303054"/>
                <a:gd name="csY58" fmla="*/ 235329 h 2302875"/>
                <a:gd name="csX59" fmla="*/ 2214326 w 2303054"/>
                <a:gd name="csY59" fmla="*/ 246764 h 2302875"/>
                <a:gd name="csX60" fmla="*/ 2214326 w 2303054"/>
                <a:gd name="csY60" fmla="*/ 246764 h 2302875"/>
                <a:gd name="csX61" fmla="*/ 2235586 w 2303054"/>
                <a:gd name="csY61" fmla="*/ 281989 h 2302875"/>
                <a:gd name="csX62" fmla="*/ 2235586 w 2303054"/>
                <a:gd name="csY62" fmla="*/ 281989 h 2302875"/>
                <a:gd name="csX63" fmla="*/ 2245419 w 2303054"/>
                <a:gd name="csY63" fmla="*/ 787886 h 2302875"/>
                <a:gd name="csX64" fmla="*/ 2245419 w 2303054"/>
                <a:gd name="csY64" fmla="*/ 787886 h 2302875"/>
                <a:gd name="csX65" fmla="*/ 2232723 w 2303054"/>
                <a:gd name="csY65" fmla="*/ 811058 h 2302875"/>
                <a:gd name="csX66" fmla="*/ 2232723 w 2303054"/>
                <a:gd name="csY66" fmla="*/ 811058 h 2302875"/>
                <a:gd name="csX67" fmla="*/ 2226062 w 2303054"/>
                <a:gd name="csY67" fmla="*/ 822794 h 2302875"/>
                <a:gd name="csX68" fmla="*/ 2226062 w 2303054"/>
                <a:gd name="csY68" fmla="*/ 822794 h 2302875"/>
                <a:gd name="csX69" fmla="*/ 2219401 w 2303054"/>
                <a:gd name="csY69" fmla="*/ 834212 h 2302875"/>
                <a:gd name="csX70" fmla="*/ 2219401 w 2303054"/>
                <a:gd name="csY70" fmla="*/ 834212 h 2302875"/>
                <a:gd name="csX71" fmla="*/ 2212098 w 2303054"/>
                <a:gd name="csY71" fmla="*/ 845331 h 2302875"/>
                <a:gd name="csX72" fmla="*/ 2212098 w 2303054"/>
                <a:gd name="csY72" fmla="*/ 845331 h 2302875"/>
                <a:gd name="csX73" fmla="*/ 2204476 w 2303054"/>
                <a:gd name="csY73" fmla="*/ 856450 h 2302875"/>
                <a:gd name="csX74" fmla="*/ 2204476 w 2303054"/>
                <a:gd name="csY74" fmla="*/ 856450 h 2302875"/>
                <a:gd name="csX75" fmla="*/ 2196538 w 2303054"/>
                <a:gd name="csY75" fmla="*/ 867234 h 2302875"/>
                <a:gd name="csX76" fmla="*/ 2196538 w 2303054"/>
                <a:gd name="csY76" fmla="*/ 867234 h 2302875"/>
                <a:gd name="csX77" fmla="*/ 2188300 w 2303054"/>
                <a:gd name="csY77" fmla="*/ 878018 h 2302875"/>
                <a:gd name="csX78" fmla="*/ 2188300 w 2303054"/>
                <a:gd name="csY78" fmla="*/ 878018 h 2302875"/>
                <a:gd name="csX79" fmla="*/ 2180045 w 2303054"/>
                <a:gd name="csY79" fmla="*/ 888802 h 2302875"/>
                <a:gd name="csX80" fmla="*/ 2180045 w 2303054"/>
                <a:gd name="csY80" fmla="*/ 888802 h 2302875"/>
                <a:gd name="csX81" fmla="*/ 2171155 w 2303054"/>
                <a:gd name="csY81" fmla="*/ 898960 h 2302875"/>
                <a:gd name="csX82" fmla="*/ 2171155 w 2303054"/>
                <a:gd name="csY82" fmla="*/ 898960 h 2302875"/>
                <a:gd name="csX83" fmla="*/ 2162265 w 2303054"/>
                <a:gd name="csY83" fmla="*/ 909444 h 2302875"/>
                <a:gd name="csX84" fmla="*/ 2162265 w 2303054"/>
                <a:gd name="csY84" fmla="*/ 909444 h 2302875"/>
                <a:gd name="csX85" fmla="*/ 2152759 w 2303054"/>
                <a:gd name="csY85" fmla="*/ 919269 h 2302875"/>
                <a:gd name="csX86" fmla="*/ 2152759 w 2303054"/>
                <a:gd name="csY86" fmla="*/ 919269 h 2302875"/>
                <a:gd name="csX87" fmla="*/ 2143234 w 2303054"/>
                <a:gd name="csY87" fmla="*/ 929110 h 2302875"/>
                <a:gd name="csX88" fmla="*/ 2143234 w 2303054"/>
                <a:gd name="csY88" fmla="*/ 929110 h 2302875"/>
                <a:gd name="csX89" fmla="*/ 2141323 w 2303054"/>
                <a:gd name="csY89" fmla="*/ 931339 h 2302875"/>
                <a:gd name="csX90" fmla="*/ 2137191 w 2303054"/>
                <a:gd name="csY90" fmla="*/ 935136 h 2302875"/>
                <a:gd name="csX91" fmla="*/ 2132133 w 2303054"/>
                <a:gd name="csY91" fmla="*/ 940228 h 2302875"/>
                <a:gd name="csX92" fmla="*/ 2132133 w 2303054"/>
                <a:gd name="csY92" fmla="*/ 940228 h 2302875"/>
                <a:gd name="csX93" fmla="*/ 1653830 w 2303054"/>
                <a:gd name="csY93" fmla="*/ 1150641 h 2302875"/>
                <a:gd name="csX94" fmla="*/ 1349789 w 2303054"/>
                <a:gd name="csY94" fmla="*/ 1353766 h 2302875"/>
                <a:gd name="csX95" fmla="*/ 1151748 w 2303054"/>
                <a:gd name="csY95" fmla="*/ 1650820 h 2302875"/>
                <a:gd name="csX96" fmla="*/ 951485 w 2303054"/>
                <a:gd name="csY96" fmla="*/ 2119582 h 2302875"/>
                <a:gd name="csX97" fmla="*/ 944825 w 2303054"/>
                <a:gd name="csY97" fmla="*/ 2127202 h 2302875"/>
                <a:gd name="csX98" fmla="*/ 941327 w 2303054"/>
                <a:gd name="csY98" fmla="*/ 2130683 h 2302875"/>
                <a:gd name="csX99" fmla="*/ 929591 w 2303054"/>
                <a:gd name="csY99" fmla="*/ 2142753 h 2302875"/>
                <a:gd name="csX100" fmla="*/ 929274 w 2303054"/>
                <a:gd name="csY100" fmla="*/ 2143070 h 2302875"/>
                <a:gd name="csX101" fmla="*/ 929274 w 2303054"/>
                <a:gd name="csY101" fmla="*/ 2143070 h 2302875"/>
                <a:gd name="csX102" fmla="*/ 919450 w 2303054"/>
                <a:gd name="csY102" fmla="*/ 2152894 h 2302875"/>
                <a:gd name="csX103" fmla="*/ 919450 w 2303054"/>
                <a:gd name="csY103" fmla="*/ 2152894 h 2302875"/>
                <a:gd name="csX104" fmla="*/ 909609 w 2303054"/>
                <a:gd name="csY104" fmla="*/ 2162101 h 2302875"/>
                <a:gd name="csX105" fmla="*/ 909609 w 2303054"/>
                <a:gd name="csY105" fmla="*/ 2162101 h 2302875"/>
                <a:gd name="csX106" fmla="*/ 899142 w 2303054"/>
                <a:gd name="csY106" fmla="*/ 2170974 h 2302875"/>
                <a:gd name="csX107" fmla="*/ 899142 w 2303054"/>
                <a:gd name="csY107" fmla="*/ 2170974 h 2302875"/>
                <a:gd name="csX108" fmla="*/ 888658 w 2303054"/>
                <a:gd name="csY108" fmla="*/ 2179863 h 2302875"/>
                <a:gd name="csX109" fmla="*/ 888658 w 2303054"/>
                <a:gd name="csY109" fmla="*/ 2179863 h 2302875"/>
                <a:gd name="csX110" fmla="*/ 878173 w 2303054"/>
                <a:gd name="csY110" fmla="*/ 2188119 h 2302875"/>
                <a:gd name="csX111" fmla="*/ 878173 w 2303054"/>
                <a:gd name="csY111" fmla="*/ 2188119 h 2302875"/>
                <a:gd name="csX112" fmla="*/ 867389 w 2303054"/>
                <a:gd name="csY112" fmla="*/ 2196391 h 2302875"/>
                <a:gd name="csX113" fmla="*/ 867389 w 2303054"/>
                <a:gd name="csY113" fmla="*/ 2196391 h 2302875"/>
                <a:gd name="csX114" fmla="*/ 856588 w 2303054"/>
                <a:gd name="csY114" fmla="*/ 2204312 h 2302875"/>
                <a:gd name="csX115" fmla="*/ 856588 w 2303054"/>
                <a:gd name="csY115" fmla="*/ 2204312 h 2302875"/>
                <a:gd name="csX116" fmla="*/ 845486 w 2303054"/>
                <a:gd name="csY116" fmla="*/ 2211933 h 2302875"/>
                <a:gd name="csX117" fmla="*/ 845486 w 2303054"/>
                <a:gd name="csY117" fmla="*/ 2211933 h 2302875"/>
                <a:gd name="csX118" fmla="*/ 834051 w 2303054"/>
                <a:gd name="csY118" fmla="*/ 2219237 h 2302875"/>
                <a:gd name="csX119" fmla="*/ 834051 w 2303054"/>
                <a:gd name="csY119" fmla="*/ 2219237 h 2302875"/>
                <a:gd name="csX120" fmla="*/ 822950 w 2303054"/>
                <a:gd name="csY120" fmla="*/ 2226215 h 2302875"/>
                <a:gd name="csX121" fmla="*/ 822950 w 2303054"/>
                <a:gd name="csY121" fmla="*/ 2226215 h 2302875"/>
                <a:gd name="csX122" fmla="*/ 811196 w 2303054"/>
                <a:gd name="csY122" fmla="*/ 2232876 h 2302875"/>
                <a:gd name="csX123" fmla="*/ 811196 w 2303054"/>
                <a:gd name="csY123" fmla="*/ 2232876 h 2302875"/>
                <a:gd name="csX124" fmla="*/ 788042 w 2303054"/>
                <a:gd name="csY124" fmla="*/ 2245246 h 2302875"/>
                <a:gd name="csX125" fmla="*/ 788042 w 2303054"/>
                <a:gd name="csY125" fmla="*/ 2245246 h 2302875"/>
                <a:gd name="csX126" fmla="*/ 281827 w 2303054"/>
                <a:gd name="csY126" fmla="*/ 2235422 h 2302875"/>
                <a:gd name="csX127" fmla="*/ 281827 w 2303054"/>
                <a:gd name="csY127" fmla="*/ 2235422 h 2302875"/>
                <a:gd name="csX128" fmla="*/ 246920 w 2303054"/>
                <a:gd name="csY128" fmla="*/ 2214153 h 2302875"/>
                <a:gd name="csX129" fmla="*/ 246920 w 2303054"/>
                <a:gd name="csY129" fmla="*/ 2214153 h 2302875"/>
                <a:gd name="csX130" fmla="*/ 235502 w 2303054"/>
                <a:gd name="csY130" fmla="*/ 2206533 h 2302875"/>
                <a:gd name="csX131" fmla="*/ 235502 w 2303054"/>
                <a:gd name="csY131" fmla="*/ 2206533 h 2302875"/>
                <a:gd name="csX132" fmla="*/ 224066 w 2303054"/>
                <a:gd name="csY132" fmla="*/ 2198277 h 2302875"/>
                <a:gd name="csX133" fmla="*/ 224066 w 2303054"/>
                <a:gd name="csY133" fmla="*/ 2198277 h 2302875"/>
                <a:gd name="csX134" fmla="*/ 202163 w 2303054"/>
                <a:gd name="csY134" fmla="*/ 2181449 h 2302875"/>
                <a:gd name="csX135" fmla="*/ 202163 w 2303054"/>
                <a:gd name="csY135" fmla="*/ 2181132 h 2302875"/>
                <a:gd name="csX136" fmla="*/ 191379 w 2303054"/>
                <a:gd name="csY136" fmla="*/ 2172259 h 2302875"/>
                <a:gd name="csX137" fmla="*/ 191379 w 2303054"/>
                <a:gd name="csY137" fmla="*/ 2172259 h 2302875"/>
                <a:gd name="csX138" fmla="*/ 170102 w 2303054"/>
                <a:gd name="csY138" fmla="*/ 2153203 h 2302875"/>
                <a:gd name="csX139" fmla="*/ 170102 w 2303054"/>
                <a:gd name="csY139" fmla="*/ 2153203 h 2302875"/>
                <a:gd name="csX140" fmla="*/ 159952 w 2303054"/>
                <a:gd name="csY140" fmla="*/ 2143053 h 2302875"/>
                <a:gd name="csX141" fmla="*/ 159952 w 2303054"/>
                <a:gd name="csY141" fmla="*/ 2143053 h 2302875"/>
                <a:gd name="csX142" fmla="*/ 149802 w 2303054"/>
                <a:gd name="csY142" fmla="*/ 2132895 h 2302875"/>
                <a:gd name="csX143" fmla="*/ 149802 w 2303054"/>
                <a:gd name="csY143" fmla="*/ 2132895 h 2302875"/>
                <a:gd name="csX144" fmla="*/ 130746 w 2303054"/>
                <a:gd name="csY144" fmla="*/ 2111626 h 2302875"/>
                <a:gd name="csX145" fmla="*/ 130746 w 2303054"/>
                <a:gd name="csY145" fmla="*/ 2111626 h 2302875"/>
                <a:gd name="csX146" fmla="*/ 121539 w 2303054"/>
                <a:gd name="csY146" fmla="*/ 2100842 h 2302875"/>
                <a:gd name="csX147" fmla="*/ 121539 w 2303054"/>
                <a:gd name="csY147" fmla="*/ 2100842 h 2302875"/>
                <a:gd name="csX148" fmla="*/ 104728 w 2303054"/>
                <a:gd name="csY148" fmla="*/ 2078622 h 2302875"/>
                <a:gd name="csX149" fmla="*/ 104728 w 2303054"/>
                <a:gd name="csY149" fmla="*/ 2078622 h 2302875"/>
                <a:gd name="csX150" fmla="*/ 96473 w 2303054"/>
                <a:gd name="csY150" fmla="*/ 2067521 h 2302875"/>
                <a:gd name="csX151" fmla="*/ 96473 w 2303054"/>
                <a:gd name="csY151" fmla="*/ 2067521 h 2302875"/>
                <a:gd name="csX152" fmla="*/ 88852 w 2303054"/>
                <a:gd name="csY152" fmla="*/ 2056085 h 2302875"/>
                <a:gd name="csX153" fmla="*/ 88852 w 2303054"/>
                <a:gd name="csY153" fmla="*/ 2056085 h 2302875"/>
                <a:gd name="csX154" fmla="*/ 67592 w 2303054"/>
                <a:gd name="csY154" fmla="*/ 2021178 h 2302875"/>
                <a:gd name="csX155" fmla="*/ 67592 w 2303054"/>
                <a:gd name="csY155" fmla="*/ 2020861 h 2302875"/>
                <a:gd name="csX156" fmla="*/ 57751 w 2303054"/>
                <a:gd name="csY156" fmla="*/ 1514963 h 2302875"/>
                <a:gd name="csX157" fmla="*/ 57751 w 2303054"/>
                <a:gd name="csY157" fmla="*/ 1514963 h 2302875"/>
                <a:gd name="csX158" fmla="*/ 70138 w 2303054"/>
                <a:gd name="csY158" fmla="*/ 1491791 h 2302875"/>
                <a:gd name="csX159" fmla="*/ 70138 w 2303054"/>
                <a:gd name="csY159" fmla="*/ 1491791 h 2302875"/>
                <a:gd name="csX160" fmla="*/ 76799 w 2303054"/>
                <a:gd name="csY160" fmla="*/ 1480039 h 2302875"/>
                <a:gd name="csX161" fmla="*/ 76799 w 2303054"/>
                <a:gd name="csY161" fmla="*/ 1480039 h 2302875"/>
                <a:gd name="csX162" fmla="*/ 83785 w 2303054"/>
                <a:gd name="csY162" fmla="*/ 1468620 h 2302875"/>
                <a:gd name="csX163" fmla="*/ 83785 w 2303054"/>
                <a:gd name="csY163" fmla="*/ 1468620 h 2302875"/>
                <a:gd name="csX164" fmla="*/ 91081 w 2303054"/>
                <a:gd name="csY164" fmla="*/ 1457519 h 2302875"/>
                <a:gd name="csX165" fmla="*/ 91081 w 2303054"/>
                <a:gd name="csY165" fmla="*/ 1457519 h 2302875"/>
                <a:gd name="csX166" fmla="*/ 98702 w 2303054"/>
                <a:gd name="csY166" fmla="*/ 1446400 h 2302875"/>
                <a:gd name="csX167" fmla="*/ 98702 w 2303054"/>
                <a:gd name="csY167" fmla="*/ 1446400 h 2302875"/>
                <a:gd name="csX168" fmla="*/ 106640 w 2303054"/>
                <a:gd name="csY168" fmla="*/ 1435616 h 2302875"/>
                <a:gd name="csX169" fmla="*/ 106640 w 2303054"/>
                <a:gd name="csY169" fmla="*/ 1435616 h 2302875"/>
                <a:gd name="csX170" fmla="*/ 114578 w 2303054"/>
                <a:gd name="csY170" fmla="*/ 1424832 h 2302875"/>
                <a:gd name="csX171" fmla="*/ 114578 w 2303054"/>
                <a:gd name="csY171" fmla="*/ 1424832 h 2302875"/>
                <a:gd name="csX172" fmla="*/ 123133 w 2303054"/>
                <a:gd name="csY172" fmla="*/ 1414347 h 2302875"/>
                <a:gd name="csX173" fmla="*/ 123133 w 2303054"/>
                <a:gd name="csY173" fmla="*/ 1414030 h 2302875"/>
                <a:gd name="csX174" fmla="*/ 132023 w 2303054"/>
                <a:gd name="csY174" fmla="*/ 1403880 h 2302875"/>
                <a:gd name="csX175" fmla="*/ 132023 w 2303054"/>
                <a:gd name="csY175" fmla="*/ 1403880 h 2302875"/>
                <a:gd name="csX176" fmla="*/ 140913 w 2303054"/>
                <a:gd name="csY176" fmla="*/ 1393397 h 2302875"/>
                <a:gd name="csX177" fmla="*/ 140913 w 2303054"/>
                <a:gd name="csY177" fmla="*/ 1393397 h 2302875"/>
                <a:gd name="csX178" fmla="*/ 150119 w 2303054"/>
                <a:gd name="csY178" fmla="*/ 1383555 h 2302875"/>
                <a:gd name="csX179" fmla="*/ 150119 w 2303054"/>
                <a:gd name="csY179" fmla="*/ 1383555 h 2302875"/>
                <a:gd name="csX180" fmla="*/ 159944 w 2303054"/>
                <a:gd name="csY180" fmla="*/ 1373714 h 2302875"/>
                <a:gd name="csX181" fmla="*/ 159944 w 2303054"/>
                <a:gd name="csY181" fmla="*/ 1373714 h 2302875"/>
                <a:gd name="csX182" fmla="*/ 160261 w 2303054"/>
                <a:gd name="csY182" fmla="*/ 1373414 h 2302875"/>
                <a:gd name="csX183" fmla="*/ 172314 w 2303054"/>
                <a:gd name="csY183" fmla="*/ 1361661 h 2302875"/>
                <a:gd name="csX184" fmla="*/ 175811 w 2303054"/>
                <a:gd name="csY184" fmla="*/ 1358180 h 2302875"/>
                <a:gd name="csX185" fmla="*/ 183415 w 2303054"/>
                <a:gd name="csY185" fmla="*/ 1351520 h 2302875"/>
                <a:gd name="csX186" fmla="*/ 652194 w 2303054"/>
                <a:gd name="csY186" fmla="*/ 1151292 h 2302875"/>
                <a:gd name="csX187" fmla="*/ 652194 w 2303054"/>
                <a:gd name="csY187" fmla="*/ 1151292 h 23028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2303054" h="2302875">
                  <a:moveTo>
                    <a:pt x="652194" y="1151292"/>
                  </a:moveTo>
                  <a:cubicBezTo>
                    <a:pt x="746140" y="1112244"/>
                    <a:pt x="844518" y="1055434"/>
                    <a:pt x="947979" y="954510"/>
                  </a:cubicBezTo>
                  <a:cubicBezTo>
                    <a:pt x="1053995" y="847551"/>
                    <a:pt x="1112400" y="745993"/>
                    <a:pt x="1152382" y="649201"/>
                  </a:cubicBezTo>
                  <a:cubicBezTo>
                    <a:pt x="1215535" y="481317"/>
                    <a:pt x="1223474" y="326746"/>
                    <a:pt x="1351692" y="183302"/>
                  </a:cubicBezTo>
                  <a:cubicBezTo>
                    <a:pt x="1353904" y="180756"/>
                    <a:pt x="1356133" y="178210"/>
                    <a:pt x="1358354" y="175681"/>
                  </a:cubicBezTo>
                  <a:lnTo>
                    <a:pt x="1361534" y="172184"/>
                  </a:lnTo>
                  <a:cubicBezTo>
                    <a:pt x="1365657" y="168069"/>
                    <a:pt x="1369472" y="163928"/>
                    <a:pt x="1373587" y="159814"/>
                  </a:cubicBezTo>
                  <a:lnTo>
                    <a:pt x="1373904" y="159814"/>
                  </a:lnTo>
                  <a:lnTo>
                    <a:pt x="1373904" y="159814"/>
                  </a:lnTo>
                  <a:cubicBezTo>
                    <a:pt x="1377067" y="156650"/>
                    <a:pt x="1380247" y="153153"/>
                    <a:pt x="1383745" y="150290"/>
                  </a:cubicBezTo>
                  <a:lnTo>
                    <a:pt x="1383745" y="150290"/>
                  </a:lnTo>
                  <a:cubicBezTo>
                    <a:pt x="1386909" y="147126"/>
                    <a:pt x="1390389" y="143946"/>
                    <a:pt x="1393578" y="140766"/>
                  </a:cubicBezTo>
                  <a:lnTo>
                    <a:pt x="1393578" y="140766"/>
                  </a:lnTo>
                  <a:cubicBezTo>
                    <a:pt x="1397075" y="137602"/>
                    <a:pt x="1400556" y="134756"/>
                    <a:pt x="1404045" y="131893"/>
                  </a:cubicBezTo>
                  <a:lnTo>
                    <a:pt x="1404045" y="131893"/>
                  </a:lnTo>
                  <a:cubicBezTo>
                    <a:pt x="1407225" y="128713"/>
                    <a:pt x="1410723" y="125866"/>
                    <a:pt x="1414212" y="123003"/>
                  </a:cubicBezTo>
                  <a:lnTo>
                    <a:pt x="1414212" y="123003"/>
                  </a:lnTo>
                  <a:cubicBezTo>
                    <a:pt x="1417709" y="120157"/>
                    <a:pt x="1421516" y="117294"/>
                    <a:pt x="1424996" y="114748"/>
                  </a:cubicBezTo>
                  <a:lnTo>
                    <a:pt x="1424996" y="114748"/>
                  </a:lnTo>
                  <a:cubicBezTo>
                    <a:pt x="1428494" y="111902"/>
                    <a:pt x="1431991" y="109039"/>
                    <a:pt x="1435798" y="106493"/>
                  </a:cubicBezTo>
                  <a:lnTo>
                    <a:pt x="1435798" y="106493"/>
                  </a:lnTo>
                  <a:cubicBezTo>
                    <a:pt x="1439278" y="103646"/>
                    <a:pt x="1443101" y="101100"/>
                    <a:pt x="1446599" y="98572"/>
                  </a:cubicBezTo>
                  <a:lnTo>
                    <a:pt x="1446599" y="98572"/>
                  </a:lnTo>
                  <a:cubicBezTo>
                    <a:pt x="1450397" y="96026"/>
                    <a:pt x="1453903" y="93480"/>
                    <a:pt x="1457700" y="90934"/>
                  </a:cubicBezTo>
                  <a:lnTo>
                    <a:pt x="1457700" y="90934"/>
                  </a:lnTo>
                  <a:cubicBezTo>
                    <a:pt x="1461498" y="88722"/>
                    <a:pt x="1465321" y="86176"/>
                    <a:pt x="1468801" y="83630"/>
                  </a:cubicBezTo>
                  <a:lnTo>
                    <a:pt x="1468801" y="83630"/>
                  </a:lnTo>
                  <a:cubicBezTo>
                    <a:pt x="1472616" y="81418"/>
                    <a:pt x="1476439" y="79189"/>
                    <a:pt x="1480237" y="76660"/>
                  </a:cubicBezTo>
                  <a:lnTo>
                    <a:pt x="1480237" y="76660"/>
                  </a:lnTo>
                  <a:cubicBezTo>
                    <a:pt x="1484035" y="74431"/>
                    <a:pt x="1487858" y="72203"/>
                    <a:pt x="1491673" y="69983"/>
                  </a:cubicBezTo>
                  <a:lnTo>
                    <a:pt x="1491673" y="69983"/>
                  </a:lnTo>
                  <a:cubicBezTo>
                    <a:pt x="1499594" y="65859"/>
                    <a:pt x="1507215" y="61744"/>
                    <a:pt x="1515144" y="57612"/>
                  </a:cubicBezTo>
                  <a:lnTo>
                    <a:pt x="1515144" y="57612"/>
                  </a:lnTo>
                  <a:cubicBezTo>
                    <a:pt x="1672879" y="-21083"/>
                    <a:pt x="1862982" y="-20440"/>
                    <a:pt x="2021042" y="67454"/>
                  </a:cubicBezTo>
                  <a:lnTo>
                    <a:pt x="2021042" y="67454"/>
                  </a:lnTo>
                  <a:cubicBezTo>
                    <a:pt x="2033095" y="74114"/>
                    <a:pt x="2044831" y="81101"/>
                    <a:pt x="2056266" y="88713"/>
                  </a:cubicBezTo>
                  <a:lnTo>
                    <a:pt x="2056266" y="88713"/>
                  </a:lnTo>
                  <a:cubicBezTo>
                    <a:pt x="2060081" y="91259"/>
                    <a:pt x="2063888" y="93788"/>
                    <a:pt x="2067685" y="96317"/>
                  </a:cubicBezTo>
                  <a:lnTo>
                    <a:pt x="2067685" y="96317"/>
                  </a:lnTo>
                  <a:cubicBezTo>
                    <a:pt x="2071500" y="99198"/>
                    <a:pt x="2075306" y="101726"/>
                    <a:pt x="2078804" y="104590"/>
                  </a:cubicBezTo>
                  <a:lnTo>
                    <a:pt x="2078804" y="104590"/>
                  </a:lnTo>
                  <a:cubicBezTo>
                    <a:pt x="2086424" y="109982"/>
                    <a:pt x="2093720" y="115691"/>
                    <a:pt x="2101023" y="121735"/>
                  </a:cubicBezTo>
                  <a:lnTo>
                    <a:pt x="2101023" y="121735"/>
                  </a:lnTo>
                  <a:cubicBezTo>
                    <a:pt x="2104838" y="124581"/>
                    <a:pt x="2108327" y="127427"/>
                    <a:pt x="2111808" y="130607"/>
                  </a:cubicBezTo>
                  <a:lnTo>
                    <a:pt x="2111808" y="130607"/>
                  </a:lnTo>
                  <a:cubicBezTo>
                    <a:pt x="2119111" y="136634"/>
                    <a:pt x="2126089" y="142977"/>
                    <a:pt x="2133068" y="149647"/>
                  </a:cubicBezTo>
                  <a:lnTo>
                    <a:pt x="2133068" y="149647"/>
                  </a:lnTo>
                  <a:cubicBezTo>
                    <a:pt x="2136565" y="153144"/>
                    <a:pt x="2139728" y="156325"/>
                    <a:pt x="2143226" y="159805"/>
                  </a:cubicBezTo>
                  <a:lnTo>
                    <a:pt x="2143226" y="159805"/>
                  </a:lnTo>
                  <a:cubicBezTo>
                    <a:pt x="2146706" y="163285"/>
                    <a:pt x="2149887" y="166466"/>
                    <a:pt x="2153393" y="169964"/>
                  </a:cubicBezTo>
                  <a:lnTo>
                    <a:pt x="2153393" y="169964"/>
                  </a:lnTo>
                  <a:cubicBezTo>
                    <a:pt x="2160037" y="176933"/>
                    <a:pt x="2166406" y="183928"/>
                    <a:pt x="2172432" y="191223"/>
                  </a:cubicBezTo>
                  <a:lnTo>
                    <a:pt x="2172432" y="191223"/>
                  </a:lnTo>
                  <a:cubicBezTo>
                    <a:pt x="2175613" y="194704"/>
                    <a:pt x="2178459" y="198210"/>
                    <a:pt x="2181322" y="202007"/>
                  </a:cubicBezTo>
                  <a:lnTo>
                    <a:pt x="2181322" y="202007"/>
                  </a:lnTo>
                  <a:cubicBezTo>
                    <a:pt x="2187349" y="209311"/>
                    <a:pt x="2193058" y="216606"/>
                    <a:pt x="2198450" y="224227"/>
                  </a:cubicBezTo>
                  <a:lnTo>
                    <a:pt x="2198450" y="224227"/>
                  </a:lnTo>
                  <a:cubicBezTo>
                    <a:pt x="2201313" y="227725"/>
                    <a:pt x="2203859" y="231531"/>
                    <a:pt x="2206705" y="235329"/>
                  </a:cubicBezTo>
                  <a:lnTo>
                    <a:pt x="2206705" y="235329"/>
                  </a:lnTo>
                  <a:cubicBezTo>
                    <a:pt x="2209234" y="239143"/>
                    <a:pt x="2211797" y="242950"/>
                    <a:pt x="2214326" y="246764"/>
                  </a:cubicBezTo>
                  <a:lnTo>
                    <a:pt x="2214326" y="246764"/>
                  </a:lnTo>
                  <a:cubicBezTo>
                    <a:pt x="2221947" y="258183"/>
                    <a:pt x="2228925" y="269919"/>
                    <a:pt x="2235586" y="281989"/>
                  </a:cubicBezTo>
                  <a:lnTo>
                    <a:pt x="2235586" y="281989"/>
                  </a:lnTo>
                  <a:cubicBezTo>
                    <a:pt x="2323506" y="440032"/>
                    <a:pt x="2324140" y="630144"/>
                    <a:pt x="2245419" y="787886"/>
                  </a:cubicBezTo>
                  <a:lnTo>
                    <a:pt x="2245419" y="787886"/>
                  </a:lnTo>
                  <a:cubicBezTo>
                    <a:pt x="2241296" y="795825"/>
                    <a:pt x="2237180" y="803437"/>
                    <a:pt x="2232723" y="811058"/>
                  </a:cubicBezTo>
                  <a:lnTo>
                    <a:pt x="2232723" y="811058"/>
                  </a:lnTo>
                  <a:cubicBezTo>
                    <a:pt x="2230811" y="815173"/>
                    <a:pt x="2228608" y="818979"/>
                    <a:pt x="2226062" y="822794"/>
                  </a:cubicBezTo>
                  <a:lnTo>
                    <a:pt x="2226062" y="822794"/>
                  </a:lnTo>
                  <a:cubicBezTo>
                    <a:pt x="2223850" y="826591"/>
                    <a:pt x="2221630" y="830398"/>
                    <a:pt x="2219401" y="834212"/>
                  </a:cubicBezTo>
                  <a:lnTo>
                    <a:pt x="2219401" y="834212"/>
                  </a:lnTo>
                  <a:cubicBezTo>
                    <a:pt x="2216855" y="837710"/>
                    <a:pt x="2214326" y="841516"/>
                    <a:pt x="2212098" y="845331"/>
                  </a:cubicBezTo>
                  <a:lnTo>
                    <a:pt x="2212098" y="845331"/>
                  </a:lnTo>
                  <a:cubicBezTo>
                    <a:pt x="2209552" y="849129"/>
                    <a:pt x="2207022" y="852635"/>
                    <a:pt x="2204476" y="856450"/>
                  </a:cubicBezTo>
                  <a:lnTo>
                    <a:pt x="2204476" y="856450"/>
                  </a:lnTo>
                  <a:cubicBezTo>
                    <a:pt x="2201948" y="859929"/>
                    <a:pt x="2199084" y="863736"/>
                    <a:pt x="2196538" y="867234"/>
                  </a:cubicBezTo>
                  <a:lnTo>
                    <a:pt x="2196538" y="867234"/>
                  </a:lnTo>
                  <a:cubicBezTo>
                    <a:pt x="2194009" y="871031"/>
                    <a:pt x="2191146" y="874537"/>
                    <a:pt x="2188300" y="878018"/>
                  </a:cubicBezTo>
                  <a:lnTo>
                    <a:pt x="2188300" y="878018"/>
                  </a:lnTo>
                  <a:cubicBezTo>
                    <a:pt x="2185754" y="881515"/>
                    <a:pt x="2182891" y="884996"/>
                    <a:pt x="2180045" y="888802"/>
                  </a:cubicBezTo>
                  <a:lnTo>
                    <a:pt x="2180045" y="888802"/>
                  </a:lnTo>
                  <a:cubicBezTo>
                    <a:pt x="2177182" y="892317"/>
                    <a:pt x="2174318" y="895480"/>
                    <a:pt x="2171155" y="898960"/>
                  </a:cubicBezTo>
                  <a:lnTo>
                    <a:pt x="2171155" y="898960"/>
                  </a:lnTo>
                  <a:cubicBezTo>
                    <a:pt x="2168292" y="902458"/>
                    <a:pt x="2165129" y="905947"/>
                    <a:pt x="2162265" y="909444"/>
                  </a:cubicBezTo>
                  <a:lnTo>
                    <a:pt x="2162265" y="909444"/>
                  </a:lnTo>
                  <a:cubicBezTo>
                    <a:pt x="2159085" y="912608"/>
                    <a:pt x="2155922" y="916105"/>
                    <a:pt x="2152759" y="919269"/>
                  </a:cubicBezTo>
                  <a:lnTo>
                    <a:pt x="2152759" y="919269"/>
                  </a:lnTo>
                  <a:cubicBezTo>
                    <a:pt x="2149578" y="922766"/>
                    <a:pt x="2146398" y="925929"/>
                    <a:pt x="2143234" y="929110"/>
                  </a:cubicBezTo>
                  <a:lnTo>
                    <a:pt x="2143234" y="929110"/>
                  </a:lnTo>
                  <a:lnTo>
                    <a:pt x="2141323" y="931339"/>
                  </a:lnTo>
                  <a:cubicBezTo>
                    <a:pt x="2140054" y="932590"/>
                    <a:pt x="2138777" y="933867"/>
                    <a:pt x="2137191" y="935136"/>
                  </a:cubicBezTo>
                  <a:cubicBezTo>
                    <a:pt x="2135614" y="936731"/>
                    <a:pt x="2133710" y="938317"/>
                    <a:pt x="2132133" y="940228"/>
                  </a:cubicBezTo>
                  <a:lnTo>
                    <a:pt x="2132133" y="940228"/>
                  </a:lnTo>
                  <a:cubicBezTo>
                    <a:pt x="1985175" y="1079231"/>
                    <a:pt x="1826489" y="1085575"/>
                    <a:pt x="1653830" y="1150641"/>
                  </a:cubicBezTo>
                  <a:cubicBezTo>
                    <a:pt x="1557356" y="1190305"/>
                    <a:pt x="1456105" y="1248401"/>
                    <a:pt x="1349789" y="1353766"/>
                  </a:cubicBezTo>
                  <a:cubicBezTo>
                    <a:pt x="1247905" y="1457544"/>
                    <a:pt x="1191095" y="1556557"/>
                    <a:pt x="1151748" y="1650820"/>
                  </a:cubicBezTo>
                  <a:cubicBezTo>
                    <a:pt x="1087642" y="1819981"/>
                    <a:pt x="1080656" y="1975486"/>
                    <a:pt x="951485" y="2119582"/>
                  </a:cubicBezTo>
                  <a:cubicBezTo>
                    <a:pt x="949256" y="2122110"/>
                    <a:pt x="947045" y="2124674"/>
                    <a:pt x="944825" y="2127202"/>
                  </a:cubicBezTo>
                  <a:lnTo>
                    <a:pt x="941327" y="2130683"/>
                  </a:lnTo>
                  <a:cubicBezTo>
                    <a:pt x="937529" y="2134815"/>
                    <a:pt x="933723" y="2138938"/>
                    <a:pt x="929591" y="2142753"/>
                  </a:cubicBezTo>
                  <a:lnTo>
                    <a:pt x="929274" y="2143070"/>
                  </a:lnTo>
                  <a:lnTo>
                    <a:pt x="929274" y="2143070"/>
                  </a:lnTo>
                  <a:cubicBezTo>
                    <a:pt x="926094" y="2146234"/>
                    <a:pt x="922930" y="2149731"/>
                    <a:pt x="919450" y="2152894"/>
                  </a:cubicBezTo>
                  <a:lnTo>
                    <a:pt x="919450" y="2152894"/>
                  </a:lnTo>
                  <a:cubicBezTo>
                    <a:pt x="916270" y="2155757"/>
                    <a:pt x="912772" y="2158938"/>
                    <a:pt x="909609" y="2162101"/>
                  </a:cubicBezTo>
                  <a:lnTo>
                    <a:pt x="909609" y="2162101"/>
                  </a:lnTo>
                  <a:cubicBezTo>
                    <a:pt x="906111" y="2165282"/>
                    <a:pt x="902622" y="2168127"/>
                    <a:pt x="899142" y="2170974"/>
                  </a:cubicBezTo>
                  <a:lnTo>
                    <a:pt x="899142" y="2170974"/>
                  </a:lnTo>
                  <a:cubicBezTo>
                    <a:pt x="895644" y="2174154"/>
                    <a:pt x="892146" y="2177017"/>
                    <a:pt x="888658" y="2179863"/>
                  </a:cubicBezTo>
                  <a:lnTo>
                    <a:pt x="888658" y="2179863"/>
                  </a:lnTo>
                  <a:cubicBezTo>
                    <a:pt x="885177" y="2182726"/>
                    <a:pt x="881679" y="2185590"/>
                    <a:pt x="878173" y="2188119"/>
                  </a:cubicBezTo>
                  <a:lnTo>
                    <a:pt x="878173" y="2188119"/>
                  </a:lnTo>
                  <a:cubicBezTo>
                    <a:pt x="874693" y="2190982"/>
                    <a:pt x="871187" y="2193828"/>
                    <a:pt x="867389" y="2196391"/>
                  </a:cubicBezTo>
                  <a:lnTo>
                    <a:pt x="867389" y="2196391"/>
                  </a:lnTo>
                  <a:cubicBezTo>
                    <a:pt x="863909" y="2199237"/>
                    <a:pt x="860085" y="2201766"/>
                    <a:pt x="856588" y="2204312"/>
                  </a:cubicBezTo>
                  <a:lnTo>
                    <a:pt x="856588" y="2204312"/>
                  </a:lnTo>
                  <a:cubicBezTo>
                    <a:pt x="852790" y="2206858"/>
                    <a:pt x="849301" y="2209387"/>
                    <a:pt x="845486" y="2211933"/>
                  </a:cubicBezTo>
                  <a:lnTo>
                    <a:pt x="845486" y="2211933"/>
                  </a:lnTo>
                  <a:cubicBezTo>
                    <a:pt x="841672" y="2214162"/>
                    <a:pt x="837866" y="2216691"/>
                    <a:pt x="834051" y="2219237"/>
                  </a:cubicBezTo>
                  <a:lnTo>
                    <a:pt x="834051" y="2219237"/>
                  </a:lnTo>
                  <a:cubicBezTo>
                    <a:pt x="830570" y="2221466"/>
                    <a:pt x="826764" y="2223694"/>
                    <a:pt x="822950" y="2226215"/>
                  </a:cubicBezTo>
                  <a:lnTo>
                    <a:pt x="822950" y="2226215"/>
                  </a:lnTo>
                  <a:cubicBezTo>
                    <a:pt x="819135" y="2228444"/>
                    <a:pt x="815328" y="2230673"/>
                    <a:pt x="811196" y="2232876"/>
                  </a:cubicBezTo>
                  <a:lnTo>
                    <a:pt x="811196" y="2232876"/>
                  </a:lnTo>
                  <a:cubicBezTo>
                    <a:pt x="803592" y="2237008"/>
                    <a:pt x="795655" y="2241131"/>
                    <a:pt x="788042" y="2245246"/>
                  </a:cubicBezTo>
                  <a:lnTo>
                    <a:pt x="788042" y="2245246"/>
                  </a:lnTo>
                  <a:cubicBezTo>
                    <a:pt x="630308" y="2323959"/>
                    <a:pt x="440204" y="2323324"/>
                    <a:pt x="281827" y="2235422"/>
                  </a:cubicBezTo>
                  <a:lnTo>
                    <a:pt x="281827" y="2235422"/>
                  </a:lnTo>
                  <a:cubicBezTo>
                    <a:pt x="270092" y="2228744"/>
                    <a:pt x="258339" y="2221774"/>
                    <a:pt x="246920" y="2214153"/>
                  </a:cubicBezTo>
                  <a:lnTo>
                    <a:pt x="246920" y="2214153"/>
                  </a:lnTo>
                  <a:cubicBezTo>
                    <a:pt x="243106" y="2211607"/>
                    <a:pt x="239299" y="2209079"/>
                    <a:pt x="235502" y="2206533"/>
                  </a:cubicBezTo>
                  <a:lnTo>
                    <a:pt x="235502" y="2206533"/>
                  </a:lnTo>
                  <a:cubicBezTo>
                    <a:pt x="231687" y="2203669"/>
                    <a:pt x="227863" y="2201140"/>
                    <a:pt x="224066" y="2198277"/>
                  </a:cubicBezTo>
                  <a:lnTo>
                    <a:pt x="224066" y="2198277"/>
                  </a:lnTo>
                  <a:cubicBezTo>
                    <a:pt x="216762" y="2192868"/>
                    <a:pt x="209467" y="2187176"/>
                    <a:pt x="202163" y="2181449"/>
                  </a:cubicBezTo>
                  <a:lnTo>
                    <a:pt x="202163" y="2181132"/>
                  </a:lnTo>
                  <a:cubicBezTo>
                    <a:pt x="198365" y="2178286"/>
                    <a:pt x="194868" y="2175423"/>
                    <a:pt x="191379" y="2172259"/>
                  </a:cubicBezTo>
                  <a:lnTo>
                    <a:pt x="191379" y="2172259"/>
                  </a:lnTo>
                  <a:cubicBezTo>
                    <a:pt x="184058" y="2166216"/>
                    <a:pt x="177097" y="2159889"/>
                    <a:pt x="170102" y="2153203"/>
                  </a:cubicBezTo>
                  <a:lnTo>
                    <a:pt x="170102" y="2153203"/>
                  </a:lnTo>
                  <a:cubicBezTo>
                    <a:pt x="166621" y="2149722"/>
                    <a:pt x="163133" y="2146542"/>
                    <a:pt x="159952" y="2143053"/>
                  </a:cubicBezTo>
                  <a:lnTo>
                    <a:pt x="159952" y="2143053"/>
                  </a:lnTo>
                  <a:cubicBezTo>
                    <a:pt x="156472" y="2139873"/>
                    <a:pt x="152974" y="2136392"/>
                    <a:pt x="149802" y="2132895"/>
                  </a:cubicBezTo>
                  <a:lnTo>
                    <a:pt x="149802" y="2132895"/>
                  </a:lnTo>
                  <a:cubicBezTo>
                    <a:pt x="143142" y="2125908"/>
                    <a:pt x="136789" y="2118930"/>
                    <a:pt x="130746" y="2111626"/>
                  </a:cubicBezTo>
                  <a:lnTo>
                    <a:pt x="130746" y="2111626"/>
                  </a:lnTo>
                  <a:cubicBezTo>
                    <a:pt x="127582" y="2108146"/>
                    <a:pt x="124719" y="2104640"/>
                    <a:pt x="121539" y="2100842"/>
                  </a:cubicBezTo>
                  <a:lnTo>
                    <a:pt x="121539" y="2100842"/>
                  </a:lnTo>
                  <a:cubicBezTo>
                    <a:pt x="115847" y="2093538"/>
                    <a:pt x="110120" y="2086243"/>
                    <a:pt x="104728" y="2078622"/>
                  </a:cubicBezTo>
                  <a:lnTo>
                    <a:pt x="104728" y="2078622"/>
                  </a:lnTo>
                  <a:cubicBezTo>
                    <a:pt x="101882" y="2075124"/>
                    <a:pt x="99002" y="2071318"/>
                    <a:pt x="96473" y="2067521"/>
                  </a:cubicBezTo>
                  <a:lnTo>
                    <a:pt x="96473" y="2067521"/>
                  </a:lnTo>
                  <a:cubicBezTo>
                    <a:pt x="93944" y="2063706"/>
                    <a:pt x="91398" y="2059883"/>
                    <a:pt x="88852" y="2056085"/>
                  </a:cubicBezTo>
                  <a:lnTo>
                    <a:pt x="88852" y="2056085"/>
                  </a:lnTo>
                  <a:cubicBezTo>
                    <a:pt x="81231" y="2044666"/>
                    <a:pt x="74253" y="2032914"/>
                    <a:pt x="67592" y="2021178"/>
                  </a:cubicBezTo>
                  <a:lnTo>
                    <a:pt x="67592" y="2020861"/>
                  </a:lnTo>
                  <a:cubicBezTo>
                    <a:pt x="-20328" y="1862801"/>
                    <a:pt x="-21279" y="1672689"/>
                    <a:pt x="57751" y="1514963"/>
                  </a:cubicBezTo>
                  <a:lnTo>
                    <a:pt x="57751" y="1514963"/>
                  </a:lnTo>
                  <a:cubicBezTo>
                    <a:pt x="61883" y="1507025"/>
                    <a:pt x="66023" y="1499413"/>
                    <a:pt x="70138" y="1491791"/>
                  </a:cubicBezTo>
                  <a:lnTo>
                    <a:pt x="70138" y="1491791"/>
                  </a:lnTo>
                  <a:cubicBezTo>
                    <a:pt x="72350" y="1487668"/>
                    <a:pt x="74579" y="1483854"/>
                    <a:pt x="76799" y="1480039"/>
                  </a:cubicBezTo>
                  <a:lnTo>
                    <a:pt x="76799" y="1480039"/>
                  </a:lnTo>
                  <a:cubicBezTo>
                    <a:pt x="79345" y="1476241"/>
                    <a:pt x="81557" y="1472435"/>
                    <a:pt x="83785" y="1468620"/>
                  </a:cubicBezTo>
                  <a:lnTo>
                    <a:pt x="83785" y="1468620"/>
                  </a:lnTo>
                  <a:cubicBezTo>
                    <a:pt x="86314" y="1465139"/>
                    <a:pt x="88543" y="1461316"/>
                    <a:pt x="91081" y="1457519"/>
                  </a:cubicBezTo>
                  <a:lnTo>
                    <a:pt x="91081" y="1457519"/>
                  </a:lnTo>
                  <a:cubicBezTo>
                    <a:pt x="93609" y="1453704"/>
                    <a:pt x="96156" y="1450215"/>
                    <a:pt x="98702" y="1446400"/>
                  </a:cubicBezTo>
                  <a:lnTo>
                    <a:pt x="98702" y="1446400"/>
                  </a:lnTo>
                  <a:cubicBezTo>
                    <a:pt x="101230" y="1442920"/>
                    <a:pt x="103776" y="1439114"/>
                    <a:pt x="106640" y="1435616"/>
                  </a:cubicBezTo>
                  <a:lnTo>
                    <a:pt x="106640" y="1435616"/>
                  </a:lnTo>
                  <a:cubicBezTo>
                    <a:pt x="109169" y="1431801"/>
                    <a:pt x="112032" y="1428312"/>
                    <a:pt x="114578" y="1424832"/>
                  </a:cubicBezTo>
                  <a:lnTo>
                    <a:pt x="114578" y="1424832"/>
                  </a:lnTo>
                  <a:cubicBezTo>
                    <a:pt x="117424" y="1421334"/>
                    <a:pt x="120287" y="1417845"/>
                    <a:pt x="123133" y="1414347"/>
                  </a:cubicBezTo>
                  <a:lnTo>
                    <a:pt x="123133" y="1414030"/>
                  </a:lnTo>
                  <a:cubicBezTo>
                    <a:pt x="125997" y="1410533"/>
                    <a:pt x="128843" y="1407370"/>
                    <a:pt x="132023" y="1403880"/>
                  </a:cubicBezTo>
                  <a:lnTo>
                    <a:pt x="132023" y="1403880"/>
                  </a:lnTo>
                  <a:cubicBezTo>
                    <a:pt x="134869" y="1400383"/>
                    <a:pt x="137749" y="1396885"/>
                    <a:pt x="140913" y="1393397"/>
                  </a:cubicBezTo>
                  <a:lnTo>
                    <a:pt x="140913" y="1393397"/>
                  </a:lnTo>
                  <a:cubicBezTo>
                    <a:pt x="144076" y="1390216"/>
                    <a:pt x="146939" y="1386735"/>
                    <a:pt x="150119" y="1383555"/>
                  </a:cubicBezTo>
                  <a:lnTo>
                    <a:pt x="150119" y="1383555"/>
                  </a:lnTo>
                  <a:cubicBezTo>
                    <a:pt x="153283" y="1380075"/>
                    <a:pt x="156463" y="1376895"/>
                    <a:pt x="159944" y="1373714"/>
                  </a:cubicBezTo>
                  <a:lnTo>
                    <a:pt x="159944" y="1373714"/>
                  </a:lnTo>
                  <a:lnTo>
                    <a:pt x="160261" y="1373414"/>
                  </a:lnTo>
                  <a:cubicBezTo>
                    <a:pt x="164075" y="1369282"/>
                    <a:pt x="168199" y="1365476"/>
                    <a:pt x="172314" y="1361661"/>
                  </a:cubicBezTo>
                  <a:cubicBezTo>
                    <a:pt x="173600" y="1360392"/>
                    <a:pt x="174860" y="1359449"/>
                    <a:pt x="175811" y="1358180"/>
                  </a:cubicBezTo>
                  <a:cubicBezTo>
                    <a:pt x="178357" y="1355952"/>
                    <a:pt x="180886" y="1353740"/>
                    <a:pt x="183415" y="1351520"/>
                  </a:cubicBezTo>
                  <a:cubicBezTo>
                    <a:pt x="327519" y="1222367"/>
                    <a:pt x="483032" y="1215397"/>
                    <a:pt x="652194" y="1151292"/>
                  </a:cubicBezTo>
                  <a:lnTo>
                    <a:pt x="652194" y="1151292"/>
                  </a:lnTo>
                  <a:close/>
                </a:path>
              </a:pathLst>
            </a:custGeom>
            <a:solidFill>
              <a:srgbClr val="2562E8"/>
            </a:solidFill>
            <a:ln w="8572"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1EC57C4F-1DB5-C2FC-7707-CFF78850BCDA}"/>
                </a:ext>
              </a:extLst>
            </p:cNvPr>
            <p:cNvSpPr/>
            <p:nvPr/>
          </p:nvSpPr>
          <p:spPr>
            <a:xfrm>
              <a:off x="13738711" y="5269177"/>
              <a:ext cx="943232" cy="943549"/>
            </a:xfrm>
            <a:custGeom>
              <a:avLst/>
              <a:gdLst>
                <a:gd name="csX0" fmla="*/ 471608 w 943232"/>
                <a:gd name="csY0" fmla="*/ 943550 h 943549"/>
                <a:gd name="csX1" fmla="*/ 943232 w 943232"/>
                <a:gd name="csY1" fmla="*/ 471942 h 943549"/>
                <a:gd name="csX2" fmla="*/ 471608 w 943232"/>
                <a:gd name="csY2" fmla="*/ 0 h 943549"/>
                <a:gd name="csX3" fmla="*/ 0 w 943232"/>
                <a:gd name="csY3" fmla="*/ 471942 h 943549"/>
                <a:gd name="csX4" fmla="*/ 471608 w 943232"/>
                <a:gd name="csY4" fmla="*/ 943550 h 943549"/>
                <a:gd name="csX5" fmla="*/ 471608 w 943232"/>
                <a:gd name="csY5" fmla="*/ 943550 h 943549"/>
              </a:gdLst>
              <a:ahLst/>
              <a:cxnLst>
                <a:cxn ang="0">
                  <a:pos x="csX0" y="csY0"/>
                </a:cxn>
                <a:cxn ang="0">
                  <a:pos x="csX1" y="csY1"/>
                </a:cxn>
                <a:cxn ang="0">
                  <a:pos x="csX2" y="csY2"/>
                </a:cxn>
                <a:cxn ang="0">
                  <a:pos x="csX3" y="csY3"/>
                </a:cxn>
                <a:cxn ang="0">
                  <a:pos x="csX4" y="csY4"/>
                </a:cxn>
                <a:cxn ang="0">
                  <a:pos x="csX5" y="csY5"/>
                </a:cxn>
              </a:cxnLst>
              <a:rect l="l" t="t" r="r" b="b"/>
              <a:pathLst>
                <a:path w="943232" h="943549">
                  <a:moveTo>
                    <a:pt x="471608" y="943550"/>
                  </a:moveTo>
                  <a:cubicBezTo>
                    <a:pt x="731543" y="943550"/>
                    <a:pt x="943232" y="731560"/>
                    <a:pt x="943232" y="471942"/>
                  </a:cubicBezTo>
                  <a:cubicBezTo>
                    <a:pt x="943232" y="212007"/>
                    <a:pt x="731551" y="0"/>
                    <a:pt x="471608" y="0"/>
                  </a:cubicBezTo>
                  <a:cubicBezTo>
                    <a:pt x="211689" y="0"/>
                    <a:pt x="0" y="212007"/>
                    <a:pt x="0" y="471942"/>
                  </a:cubicBezTo>
                  <a:cubicBezTo>
                    <a:pt x="9" y="731560"/>
                    <a:pt x="211689" y="943550"/>
                    <a:pt x="471608" y="943550"/>
                  </a:cubicBezTo>
                  <a:lnTo>
                    <a:pt x="471608" y="943550"/>
                  </a:lnTo>
                  <a:close/>
                </a:path>
              </a:pathLst>
            </a:custGeom>
            <a:solidFill>
              <a:srgbClr val="FEFEFE"/>
            </a:solidFill>
            <a:ln w="8572"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1E5827E6-59C8-7D51-2068-C419C178577C}"/>
                </a:ext>
              </a:extLst>
            </p:cNvPr>
            <p:cNvSpPr/>
            <p:nvPr/>
          </p:nvSpPr>
          <p:spPr>
            <a:xfrm>
              <a:off x="14955533" y="4056496"/>
              <a:ext cx="943463" cy="943465"/>
            </a:xfrm>
            <a:custGeom>
              <a:avLst/>
              <a:gdLst>
                <a:gd name="csX0" fmla="*/ 805174 w 943463"/>
                <a:gd name="csY0" fmla="*/ 138058 h 943465"/>
                <a:gd name="csX1" fmla="*/ 138045 w 943463"/>
                <a:gd name="csY1" fmla="*/ 138058 h 943465"/>
                <a:gd name="csX2" fmla="*/ 138045 w 943463"/>
                <a:gd name="csY2" fmla="*/ 805170 h 943465"/>
                <a:gd name="csX3" fmla="*/ 805174 w 943463"/>
                <a:gd name="csY3" fmla="*/ 805170 h 943465"/>
                <a:gd name="csX4" fmla="*/ 805174 w 943463"/>
                <a:gd name="csY4" fmla="*/ 138058 h 943465"/>
                <a:gd name="csX5" fmla="*/ 805174 w 943463"/>
                <a:gd name="csY5" fmla="*/ 138058 h 943465"/>
              </a:gdLst>
              <a:ahLst/>
              <a:cxnLst>
                <a:cxn ang="0">
                  <a:pos x="csX0" y="csY0"/>
                </a:cxn>
                <a:cxn ang="0">
                  <a:pos x="csX1" y="csY1"/>
                </a:cxn>
                <a:cxn ang="0">
                  <a:pos x="csX2" y="csY2"/>
                </a:cxn>
                <a:cxn ang="0">
                  <a:pos x="csX3" y="csY3"/>
                </a:cxn>
                <a:cxn ang="0">
                  <a:pos x="csX4" y="csY4"/>
                </a:cxn>
                <a:cxn ang="0">
                  <a:pos x="csX5" y="csY5"/>
                </a:cxn>
              </a:cxnLst>
              <a:rect l="l" t="t" r="r" b="b"/>
              <a:pathLst>
                <a:path w="943463" h="943465">
                  <a:moveTo>
                    <a:pt x="805174" y="138058"/>
                  </a:moveTo>
                  <a:cubicBezTo>
                    <a:pt x="621097" y="-46019"/>
                    <a:pt x="322448" y="-46019"/>
                    <a:pt x="138045" y="138058"/>
                  </a:cubicBezTo>
                  <a:cubicBezTo>
                    <a:pt x="-46015" y="322452"/>
                    <a:pt x="-46015" y="621101"/>
                    <a:pt x="138045" y="805170"/>
                  </a:cubicBezTo>
                  <a:cubicBezTo>
                    <a:pt x="322457" y="989565"/>
                    <a:pt x="621105" y="989565"/>
                    <a:pt x="805174" y="805170"/>
                  </a:cubicBezTo>
                  <a:cubicBezTo>
                    <a:pt x="989560" y="621092"/>
                    <a:pt x="989560" y="322452"/>
                    <a:pt x="805174" y="138058"/>
                  </a:cubicBezTo>
                  <a:lnTo>
                    <a:pt x="805174" y="138058"/>
                  </a:lnTo>
                  <a:close/>
                </a:path>
              </a:pathLst>
            </a:custGeom>
            <a:solidFill>
              <a:srgbClr val="FEFEFE"/>
            </a:solidFill>
            <a:ln w="8572"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AB497A56-9769-9770-547B-DC61F7756F60}"/>
                </a:ext>
              </a:extLst>
            </p:cNvPr>
            <p:cNvSpPr/>
            <p:nvPr/>
          </p:nvSpPr>
          <p:spPr>
            <a:xfrm>
              <a:off x="13667630" y="1054760"/>
              <a:ext cx="2303054" cy="2302883"/>
            </a:xfrm>
            <a:custGeom>
              <a:avLst/>
              <a:gdLst>
                <a:gd name="csX0" fmla="*/ 652194 w 2303054"/>
                <a:gd name="csY0" fmla="*/ 1151754 h 2302883"/>
                <a:gd name="csX1" fmla="*/ 947979 w 2303054"/>
                <a:gd name="csY1" fmla="*/ 1348527 h 2302883"/>
                <a:gd name="csX2" fmla="*/ 1152382 w 2303054"/>
                <a:gd name="csY2" fmla="*/ 1653837 h 2302883"/>
                <a:gd name="csX3" fmla="*/ 1351692 w 2303054"/>
                <a:gd name="csY3" fmla="*/ 2119744 h 2302883"/>
                <a:gd name="csX4" fmla="*/ 1358354 w 2303054"/>
                <a:gd name="csY4" fmla="*/ 2127056 h 2302883"/>
                <a:gd name="csX5" fmla="*/ 1361534 w 2303054"/>
                <a:gd name="csY5" fmla="*/ 2130537 h 2302883"/>
                <a:gd name="csX6" fmla="*/ 1373587 w 2303054"/>
                <a:gd name="csY6" fmla="*/ 2142915 h 2302883"/>
                <a:gd name="csX7" fmla="*/ 1373904 w 2303054"/>
                <a:gd name="csY7" fmla="*/ 2143224 h 2302883"/>
                <a:gd name="csX8" fmla="*/ 1373904 w 2303054"/>
                <a:gd name="csY8" fmla="*/ 2143224 h 2302883"/>
                <a:gd name="csX9" fmla="*/ 1383745 w 2303054"/>
                <a:gd name="csY9" fmla="*/ 2152748 h 2302883"/>
                <a:gd name="csX10" fmla="*/ 1383745 w 2303054"/>
                <a:gd name="csY10" fmla="*/ 2152748 h 2302883"/>
                <a:gd name="csX11" fmla="*/ 1393578 w 2303054"/>
                <a:gd name="csY11" fmla="*/ 2162272 h 2302883"/>
                <a:gd name="csX12" fmla="*/ 1393578 w 2303054"/>
                <a:gd name="csY12" fmla="*/ 2162272 h 2302883"/>
                <a:gd name="csX13" fmla="*/ 1404045 w 2303054"/>
                <a:gd name="csY13" fmla="*/ 2171153 h 2302883"/>
                <a:gd name="csX14" fmla="*/ 1404045 w 2303054"/>
                <a:gd name="csY14" fmla="*/ 2171153 h 2302883"/>
                <a:gd name="csX15" fmla="*/ 1414212 w 2303054"/>
                <a:gd name="csY15" fmla="*/ 2180043 h 2302883"/>
                <a:gd name="csX16" fmla="*/ 1414212 w 2303054"/>
                <a:gd name="csY16" fmla="*/ 2180043 h 2302883"/>
                <a:gd name="csX17" fmla="*/ 1424996 w 2303054"/>
                <a:gd name="csY17" fmla="*/ 2188289 h 2302883"/>
                <a:gd name="csX18" fmla="*/ 1424996 w 2303054"/>
                <a:gd name="csY18" fmla="*/ 2188289 h 2302883"/>
                <a:gd name="csX19" fmla="*/ 1435798 w 2303054"/>
                <a:gd name="csY19" fmla="*/ 2196545 h 2302883"/>
                <a:gd name="csX20" fmla="*/ 1435798 w 2303054"/>
                <a:gd name="csY20" fmla="*/ 2196545 h 2302883"/>
                <a:gd name="csX21" fmla="*/ 1446599 w 2303054"/>
                <a:gd name="csY21" fmla="*/ 2204483 h 2302883"/>
                <a:gd name="csX22" fmla="*/ 1446599 w 2303054"/>
                <a:gd name="csY22" fmla="*/ 2204483 h 2302883"/>
                <a:gd name="csX23" fmla="*/ 1457700 w 2303054"/>
                <a:gd name="csY23" fmla="*/ 2211787 h 2302883"/>
                <a:gd name="csX24" fmla="*/ 1457700 w 2303054"/>
                <a:gd name="csY24" fmla="*/ 2211787 h 2302883"/>
                <a:gd name="csX25" fmla="*/ 1468801 w 2303054"/>
                <a:gd name="csY25" fmla="*/ 2219082 h 2302883"/>
                <a:gd name="csX26" fmla="*/ 1468801 w 2303054"/>
                <a:gd name="csY26" fmla="*/ 2219082 h 2302883"/>
                <a:gd name="csX27" fmla="*/ 1480237 w 2303054"/>
                <a:gd name="csY27" fmla="*/ 2226060 h 2302883"/>
                <a:gd name="csX28" fmla="*/ 1480237 w 2303054"/>
                <a:gd name="csY28" fmla="*/ 2226060 h 2302883"/>
                <a:gd name="csX29" fmla="*/ 1491673 w 2303054"/>
                <a:gd name="csY29" fmla="*/ 2232729 h 2302883"/>
                <a:gd name="csX30" fmla="*/ 1491673 w 2303054"/>
                <a:gd name="csY30" fmla="*/ 2232729 h 2302883"/>
                <a:gd name="csX31" fmla="*/ 1515144 w 2303054"/>
                <a:gd name="csY31" fmla="*/ 2245099 h 2302883"/>
                <a:gd name="csX32" fmla="*/ 1515144 w 2303054"/>
                <a:gd name="csY32" fmla="*/ 2245099 h 2302883"/>
                <a:gd name="csX33" fmla="*/ 2021042 w 2303054"/>
                <a:gd name="csY33" fmla="*/ 2235584 h 2302883"/>
                <a:gd name="csX34" fmla="*/ 2021042 w 2303054"/>
                <a:gd name="csY34" fmla="*/ 2235584 h 2302883"/>
                <a:gd name="csX35" fmla="*/ 2056266 w 2303054"/>
                <a:gd name="csY35" fmla="*/ 2214324 h 2302883"/>
                <a:gd name="csX36" fmla="*/ 2056266 w 2303054"/>
                <a:gd name="csY36" fmla="*/ 2214324 h 2302883"/>
                <a:gd name="csX37" fmla="*/ 2067685 w 2303054"/>
                <a:gd name="csY37" fmla="*/ 2206386 h 2302883"/>
                <a:gd name="csX38" fmla="*/ 2067685 w 2303054"/>
                <a:gd name="csY38" fmla="*/ 2206386 h 2302883"/>
                <a:gd name="csX39" fmla="*/ 2078804 w 2303054"/>
                <a:gd name="csY39" fmla="*/ 2198456 h 2302883"/>
                <a:gd name="csX40" fmla="*/ 2078804 w 2303054"/>
                <a:gd name="csY40" fmla="*/ 2198456 h 2302883"/>
                <a:gd name="csX41" fmla="*/ 2101023 w 2303054"/>
                <a:gd name="csY41" fmla="*/ 2181311 h 2302883"/>
                <a:gd name="csX42" fmla="*/ 2101023 w 2303054"/>
                <a:gd name="csY42" fmla="*/ 2181311 h 2302883"/>
                <a:gd name="csX43" fmla="*/ 2111808 w 2303054"/>
                <a:gd name="csY43" fmla="*/ 2172422 h 2302883"/>
                <a:gd name="csX44" fmla="*/ 2111808 w 2303054"/>
                <a:gd name="csY44" fmla="*/ 2172422 h 2302883"/>
                <a:gd name="csX45" fmla="*/ 2133068 w 2303054"/>
                <a:gd name="csY45" fmla="*/ 2153382 h 2302883"/>
                <a:gd name="csX46" fmla="*/ 2133068 w 2303054"/>
                <a:gd name="csY46" fmla="*/ 2153382 h 2302883"/>
                <a:gd name="csX47" fmla="*/ 2143226 w 2303054"/>
                <a:gd name="csY47" fmla="*/ 2143215 h 2302883"/>
                <a:gd name="csX48" fmla="*/ 2143226 w 2303054"/>
                <a:gd name="csY48" fmla="*/ 2143215 h 2302883"/>
                <a:gd name="csX49" fmla="*/ 2153393 w 2303054"/>
                <a:gd name="csY49" fmla="*/ 2132748 h 2302883"/>
                <a:gd name="csX50" fmla="*/ 2153393 w 2303054"/>
                <a:gd name="csY50" fmla="*/ 2132748 h 2302883"/>
                <a:gd name="csX51" fmla="*/ 2172432 w 2303054"/>
                <a:gd name="csY51" fmla="*/ 2111806 h 2302883"/>
                <a:gd name="csX52" fmla="*/ 2172432 w 2303054"/>
                <a:gd name="csY52" fmla="*/ 2111806 h 2302883"/>
                <a:gd name="csX53" fmla="*/ 2181322 w 2303054"/>
                <a:gd name="csY53" fmla="*/ 2101004 h 2302883"/>
                <a:gd name="csX54" fmla="*/ 2181322 w 2303054"/>
                <a:gd name="csY54" fmla="*/ 2101004 h 2302883"/>
                <a:gd name="csX55" fmla="*/ 2198450 w 2303054"/>
                <a:gd name="csY55" fmla="*/ 2078793 h 2302883"/>
                <a:gd name="csX56" fmla="*/ 2198450 w 2303054"/>
                <a:gd name="csY56" fmla="*/ 2078793 h 2302883"/>
                <a:gd name="csX57" fmla="*/ 2206705 w 2303054"/>
                <a:gd name="csY57" fmla="*/ 2067683 h 2302883"/>
                <a:gd name="csX58" fmla="*/ 2206705 w 2303054"/>
                <a:gd name="csY58" fmla="*/ 2067683 h 2302883"/>
                <a:gd name="csX59" fmla="*/ 2214326 w 2303054"/>
                <a:gd name="csY59" fmla="*/ 2056256 h 2302883"/>
                <a:gd name="csX60" fmla="*/ 2214326 w 2303054"/>
                <a:gd name="csY60" fmla="*/ 2056256 h 2302883"/>
                <a:gd name="csX61" fmla="*/ 2235586 w 2303054"/>
                <a:gd name="csY61" fmla="*/ 2021031 h 2302883"/>
                <a:gd name="csX62" fmla="*/ 2235586 w 2303054"/>
                <a:gd name="csY62" fmla="*/ 2021031 h 2302883"/>
                <a:gd name="csX63" fmla="*/ 2245419 w 2303054"/>
                <a:gd name="csY63" fmla="*/ 1515134 h 2302883"/>
                <a:gd name="csX64" fmla="*/ 2245419 w 2303054"/>
                <a:gd name="csY64" fmla="*/ 1515134 h 2302883"/>
                <a:gd name="csX65" fmla="*/ 2232723 w 2303054"/>
                <a:gd name="csY65" fmla="*/ 1491645 h 2302883"/>
                <a:gd name="csX66" fmla="*/ 2232723 w 2303054"/>
                <a:gd name="csY66" fmla="*/ 1491645 h 2302883"/>
                <a:gd name="csX67" fmla="*/ 2226062 w 2303054"/>
                <a:gd name="csY67" fmla="*/ 1480218 h 2302883"/>
                <a:gd name="csX68" fmla="*/ 2226062 w 2303054"/>
                <a:gd name="csY68" fmla="*/ 1480218 h 2302883"/>
                <a:gd name="csX69" fmla="*/ 2219401 w 2303054"/>
                <a:gd name="csY69" fmla="*/ 1468800 h 2302883"/>
                <a:gd name="csX70" fmla="*/ 2219401 w 2303054"/>
                <a:gd name="csY70" fmla="*/ 1468800 h 2302883"/>
                <a:gd name="csX71" fmla="*/ 2212098 w 2303054"/>
                <a:gd name="csY71" fmla="*/ 1457689 h 2302883"/>
                <a:gd name="csX72" fmla="*/ 2212098 w 2303054"/>
                <a:gd name="csY72" fmla="*/ 1457689 h 2302883"/>
                <a:gd name="csX73" fmla="*/ 2204476 w 2303054"/>
                <a:gd name="csY73" fmla="*/ 1446579 h 2302883"/>
                <a:gd name="csX74" fmla="*/ 2204476 w 2303054"/>
                <a:gd name="csY74" fmla="*/ 1446579 h 2302883"/>
                <a:gd name="csX75" fmla="*/ 2196538 w 2303054"/>
                <a:gd name="csY75" fmla="*/ 1435470 h 2302883"/>
                <a:gd name="csX76" fmla="*/ 2196538 w 2303054"/>
                <a:gd name="csY76" fmla="*/ 1435470 h 2302883"/>
                <a:gd name="csX77" fmla="*/ 2188300 w 2303054"/>
                <a:gd name="csY77" fmla="*/ 1424994 h 2302883"/>
                <a:gd name="csX78" fmla="*/ 2188300 w 2303054"/>
                <a:gd name="csY78" fmla="*/ 1424994 h 2302883"/>
                <a:gd name="csX79" fmla="*/ 2180045 w 2303054"/>
                <a:gd name="csY79" fmla="*/ 1414201 h 2302883"/>
                <a:gd name="csX80" fmla="*/ 2180045 w 2303054"/>
                <a:gd name="csY80" fmla="*/ 1414201 h 2302883"/>
                <a:gd name="csX81" fmla="*/ 2171155 w 2303054"/>
                <a:gd name="csY81" fmla="*/ 1403726 h 2302883"/>
                <a:gd name="csX82" fmla="*/ 2171155 w 2303054"/>
                <a:gd name="csY82" fmla="*/ 1403726 h 2302883"/>
                <a:gd name="csX83" fmla="*/ 2162265 w 2303054"/>
                <a:gd name="csY83" fmla="*/ 1393567 h 2302883"/>
                <a:gd name="csX84" fmla="*/ 2162265 w 2303054"/>
                <a:gd name="csY84" fmla="*/ 1393567 h 2302883"/>
                <a:gd name="csX85" fmla="*/ 2152759 w 2303054"/>
                <a:gd name="csY85" fmla="*/ 1383409 h 2302883"/>
                <a:gd name="csX86" fmla="*/ 2152759 w 2303054"/>
                <a:gd name="csY86" fmla="*/ 1383409 h 2302883"/>
                <a:gd name="csX87" fmla="*/ 2143234 w 2303054"/>
                <a:gd name="csY87" fmla="*/ 1373568 h 2302883"/>
                <a:gd name="csX88" fmla="*/ 2143234 w 2303054"/>
                <a:gd name="csY88" fmla="*/ 1373568 h 2302883"/>
                <a:gd name="csX89" fmla="*/ 2141323 w 2303054"/>
                <a:gd name="csY89" fmla="*/ 1371664 h 2302883"/>
                <a:gd name="csX90" fmla="*/ 2137191 w 2303054"/>
                <a:gd name="csY90" fmla="*/ 1367867 h 2302883"/>
                <a:gd name="csX91" fmla="*/ 2132133 w 2303054"/>
                <a:gd name="csY91" fmla="*/ 1362783 h 2302883"/>
                <a:gd name="csX92" fmla="*/ 2132133 w 2303054"/>
                <a:gd name="csY92" fmla="*/ 1362783 h 2302883"/>
                <a:gd name="csX93" fmla="*/ 1653830 w 2303054"/>
                <a:gd name="csY93" fmla="*/ 1152363 h 2302883"/>
                <a:gd name="csX94" fmla="*/ 1349789 w 2303054"/>
                <a:gd name="csY94" fmla="*/ 949246 h 2302883"/>
                <a:gd name="csX95" fmla="*/ 1151748 w 2303054"/>
                <a:gd name="csY95" fmla="*/ 651866 h 2302883"/>
                <a:gd name="csX96" fmla="*/ 951485 w 2303054"/>
                <a:gd name="csY96" fmla="*/ 183104 h 2302883"/>
                <a:gd name="csX97" fmla="*/ 944825 w 2303054"/>
                <a:gd name="csY97" fmla="*/ 175792 h 2302883"/>
                <a:gd name="csX98" fmla="*/ 941327 w 2303054"/>
                <a:gd name="csY98" fmla="*/ 172312 h 2302883"/>
                <a:gd name="csX99" fmla="*/ 929591 w 2303054"/>
                <a:gd name="csY99" fmla="*/ 159933 h 2302883"/>
                <a:gd name="csX100" fmla="*/ 929274 w 2303054"/>
                <a:gd name="csY100" fmla="*/ 159624 h 2302883"/>
                <a:gd name="csX101" fmla="*/ 929274 w 2303054"/>
                <a:gd name="csY101" fmla="*/ 159624 h 2302883"/>
                <a:gd name="csX102" fmla="*/ 919450 w 2303054"/>
                <a:gd name="csY102" fmla="*/ 150100 h 2302883"/>
                <a:gd name="csX103" fmla="*/ 919450 w 2303054"/>
                <a:gd name="csY103" fmla="*/ 150100 h 2302883"/>
                <a:gd name="csX104" fmla="*/ 909609 w 2303054"/>
                <a:gd name="csY104" fmla="*/ 140902 h 2302883"/>
                <a:gd name="csX105" fmla="*/ 909609 w 2303054"/>
                <a:gd name="csY105" fmla="*/ 140902 h 2302883"/>
                <a:gd name="csX106" fmla="*/ 899142 w 2303054"/>
                <a:gd name="csY106" fmla="*/ 131695 h 2302883"/>
                <a:gd name="csX107" fmla="*/ 899142 w 2303054"/>
                <a:gd name="csY107" fmla="*/ 131695 h 2302883"/>
                <a:gd name="csX108" fmla="*/ 888658 w 2303054"/>
                <a:gd name="csY108" fmla="*/ 123131 h 2302883"/>
                <a:gd name="csX109" fmla="*/ 888658 w 2303054"/>
                <a:gd name="csY109" fmla="*/ 123131 h 2302883"/>
                <a:gd name="csX110" fmla="*/ 878173 w 2303054"/>
                <a:gd name="csY110" fmla="*/ 114559 h 2302883"/>
                <a:gd name="csX111" fmla="*/ 878173 w 2303054"/>
                <a:gd name="csY111" fmla="*/ 114559 h 2302883"/>
                <a:gd name="csX112" fmla="*/ 867389 w 2303054"/>
                <a:gd name="csY112" fmla="*/ 106621 h 2302883"/>
                <a:gd name="csX113" fmla="*/ 867389 w 2303054"/>
                <a:gd name="csY113" fmla="*/ 106621 h 2302883"/>
                <a:gd name="csX114" fmla="*/ 856588 w 2303054"/>
                <a:gd name="csY114" fmla="*/ 98682 h 2302883"/>
                <a:gd name="csX115" fmla="*/ 856588 w 2303054"/>
                <a:gd name="csY115" fmla="*/ 98682 h 2302883"/>
                <a:gd name="csX116" fmla="*/ 845486 w 2303054"/>
                <a:gd name="csY116" fmla="*/ 91061 h 2302883"/>
                <a:gd name="csX117" fmla="*/ 845486 w 2303054"/>
                <a:gd name="csY117" fmla="*/ 91061 h 2302883"/>
                <a:gd name="csX118" fmla="*/ 834051 w 2303054"/>
                <a:gd name="csY118" fmla="*/ 83766 h 2302883"/>
                <a:gd name="csX119" fmla="*/ 834051 w 2303054"/>
                <a:gd name="csY119" fmla="*/ 83766 h 2302883"/>
                <a:gd name="csX120" fmla="*/ 822950 w 2303054"/>
                <a:gd name="csY120" fmla="*/ 76788 h 2302883"/>
                <a:gd name="csX121" fmla="*/ 822950 w 2303054"/>
                <a:gd name="csY121" fmla="*/ 76788 h 2302883"/>
                <a:gd name="csX122" fmla="*/ 811196 w 2303054"/>
                <a:gd name="csY122" fmla="*/ 70127 h 2302883"/>
                <a:gd name="csX123" fmla="*/ 811196 w 2303054"/>
                <a:gd name="csY123" fmla="*/ 70127 h 2302883"/>
                <a:gd name="csX124" fmla="*/ 788042 w 2303054"/>
                <a:gd name="csY124" fmla="*/ 57749 h 2302883"/>
                <a:gd name="csX125" fmla="*/ 788042 w 2303054"/>
                <a:gd name="csY125" fmla="*/ 57749 h 2302883"/>
                <a:gd name="csX126" fmla="*/ 281827 w 2303054"/>
                <a:gd name="csY126" fmla="*/ 67581 h 2302883"/>
                <a:gd name="csX127" fmla="*/ 281827 w 2303054"/>
                <a:gd name="csY127" fmla="*/ 67581 h 2302883"/>
                <a:gd name="csX128" fmla="*/ 246920 w 2303054"/>
                <a:gd name="csY128" fmla="*/ 88841 h 2302883"/>
                <a:gd name="csX129" fmla="*/ 246920 w 2303054"/>
                <a:gd name="csY129" fmla="*/ 88841 h 2302883"/>
                <a:gd name="csX130" fmla="*/ 235502 w 2303054"/>
                <a:gd name="csY130" fmla="*/ 96462 h 2302883"/>
                <a:gd name="csX131" fmla="*/ 235502 w 2303054"/>
                <a:gd name="csY131" fmla="*/ 96462 h 2302883"/>
                <a:gd name="csX132" fmla="*/ 224066 w 2303054"/>
                <a:gd name="csY132" fmla="*/ 104400 h 2302883"/>
                <a:gd name="csX133" fmla="*/ 224066 w 2303054"/>
                <a:gd name="csY133" fmla="*/ 104400 h 2302883"/>
                <a:gd name="csX134" fmla="*/ 202163 w 2303054"/>
                <a:gd name="csY134" fmla="*/ 121537 h 2302883"/>
                <a:gd name="csX135" fmla="*/ 202163 w 2303054"/>
                <a:gd name="csY135" fmla="*/ 121537 h 2302883"/>
                <a:gd name="csX136" fmla="*/ 191379 w 2303054"/>
                <a:gd name="csY136" fmla="*/ 130744 h 2302883"/>
                <a:gd name="csX137" fmla="*/ 191379 w 2303054"/>
                <a:gd name="csY137" fmla="*/ 130744 h 2302883"/>
                <a:gd name="csX138" fmla="*/ 170102 w 2303054"/>
                <a:gd name="csY138" fmla="*/ 149783 h 2302883"/>
                <a:gd name="csX139" fmla="*/ 170102 w 2303054"/>
                <a:gd name="csY139" fmla="*/ 149783 h 2302883"/>
                <a:gd name="csX140" fmla="*/ 159952 w 2303054"/>
                <a:gd name="csY140" fmla="*/ 159633 h 2302883"/>
                <a:gd name="csX141" fmla="*/ 159952 w 2303054"/>
                <a:gd name="csY141" fmla="*/ 159633 h 2302883"/>
                <a:gd name="csX142" fmla="*/ 149802 w 2303054"/>
                <a:gd name="csY142" fmla="*/ 170108 h 2302883"/>
                <a:gd name="csX143" fmla="*/ 149802 w 2303054"/>
                <a:gd name="csY143" fmla="*/ 170108 h 2302883"/>
                <a:gd name="csX144" fmla="*/ 130746 w 2303054"/>
                <a:gd name="csY144" fmla="*/ 191043 h 2302883"/>
                <a:gd name="csX145" fmla="*/ 130746 w 2303054"/>
                <a:gd name="csY145" fmla="*/ 191043 h 2302883"/>
                <a:gd name="csX146" fmla="*/ 121539 w 2303054"/>
                <a:gd name="csY146" fmla="*/ 202161 h 2302883"/>
                <a:gd name="csX147" fmla="*/ 121539 w 2303054"/>
                <a:gd name="csY147" fmla="*/ 202161 h 2302883"/>
                <a:gd name="csX148" fmla="*/ 104728 w 2303054"/>
                <a:gd name="csY148" fmla="*/ 224064 h 2302883"/>
                <a:gd name="csX149" fmla="*/ 104728 w 2303054"/>
                <a:gd name="csY149" fmla="*/ 224064 h 2302883"/>
                <a:gd name="csX150" fmla="*/ 96473 w 2303054"/>
                <a:gd name="csY150" fmla="*/ 235482 h 2302883"/>
                <a:gd name="csX151" fmla="*/ 96473 w 2303054"/>
                <a:gd name="csY151" fmla="*/ 235482 h 2302883"/>
                <a:gd name="csX152" fmla="*/ 88852 w 2303054"/>
                <a:gd name="csY152" fmla="*/ 246909 h 2302883"/>
                <a:gd name="csX153" fmla="*/ 88852 w 2303054"/>
                <a:gd name="csY153" fmla="*/ 246909 h 2302883"/>
                <a:gd name="csX154" fmla="*/ 67592 w 2303054"/>
                <a:gd name="csY154" fmla="*/ 281817 h 2302883"/>
                <a:gd name="csX155" fmla="*/ 67592 w 2303054"/>
                <a:gd name="csY155" fmla="*/ 281817 h 2302883"/>
                <a:gd name="csX156" fmla="*/ 57751 w 2303054"/>
                <a:gd name="csY156" fmla="*/ 787714 h 2302883"/>
                <a:gd name="csX157" fmla="*/ 57751 w 2303054"/>
                <a:gd name="csY157" fmla="*/ 787714 h 2302883"/>
                <a:gd name="csX158" fmla="*/ 70138 w 2303054"/>
                <a:gd name="csY158" fmla="*/ 811203 h 2302883"/>
                <a:gd name="csX159" fmla="*/ 70138 w 2303054"/>
                <a:gd name="csY159" fmla="*/ 811203 h 2302883"/>
                <a:gd name="csX160" fmla="*/ 76799 w 2303054"/>
                <a:gd name="csY160" fmla="*/ 822630 h 2302883"/>
                <a:gd name="csX161" fmla="*/ 76799 w 2303054"/>
                <a:gd name="csY161" fmla="*/ 822630 h 2302883"/>
                <a:gd name="csX162" fmla="*/ 83785 w 2303054"/>
                <a:gd name="csY162" fmla="*/ 834049 h 2302883"/>
                <a:gd name="csX163" fmla="*/ 83785 w 2303054"/>
                <a:gd name="csY163" fmla="*/ 834049 h 2302883"/>
                <a:gd name="csX164" fmla="*/ 91081 w 2303054"/>
                <a:gd name="csY164" fmla="*/ 845476 h 2302883"/>
                <a:gd name="csX165" fmla="*/ 91081 w 2303054"/>
                <a:gd name="csY165" fmla="*/ 845476 h 2302883"/>
                <a:gd name="csX166" fmla="*/ 98702 w 2303054"/>
                <a:gd name="csY166" fmla="*/ 856269 h 2302883"/>
                <a:gd name="csX167" fmla="*/ 98702 w 2303054"/>
                <a:gd name="csY167" fmla="*/ 856269 h 2302883"/>
                <a:gd name="csX168" fmla="*/ 106640 w 2303054"/>
                <a:gd name="csY168" fmla="*/ 867378 h 2302883"/>
                <a:gd name="csX169" fmla="*/ 106640 w 2303054"/>
                <a:gd name="csY169" fmla="*/ 867378 h 2302883"/>
                <a:gd name="csX170" fmla="*/ 114578 w 2303054"/>
                <a:gd name="csY170" fmla="*/ 878171 h 2302883"/>
                <a:gd name="csX171" fmla="*/ 114578 w 2303054"/>
                <a:gd name="csY171" fmla="*/ 878171 h 2302883"/>
                <a:gd name="csX172" fmla="*/ 123133 w 2303054"/>
                <a:gd name="csY172" fmla="*/ 888647 h 2302883"/>
                <a:gd name="csX173" fmla="*/ 123133 w 2303054"/>
                <a:gd name="csY173" fmla="*/ 888647 h 2302883"/>
                <a:gd name="csX174" fmla="*/ 132023 w 2303054"/>
                <a:gd name="csY174" fmla="*/ 899122 h 2302883"/>
                <a:gd name="csX175" fmla="*/ 132023 w 2303054"/>
                <a:gd name="csY175" fmla="*/ 899122 h 2302883"/>
                <a:gd name="csX176" fmla="*/ 140913 w 2303054"/>
                <a:gd name="csY176" fmla="*/ 909272 h 2302883"/>
                <a:gd name="csX177" fmla="*/ 140913 w 2303054"/>
                <a:gd name="csY177" fmla="*/ 909272 h 2302883"/>
                <a:gd name="csX178" fmla="*/ 150119 w 2303054"/>
                <a:gd name="csY178" fmla="*/ 919431 h 2302883"/>
                <a:gd name="csX179" fmla="*/ 150119 w 2303054"/>
                <a:gd name="csY179" fmla="*/ 919431 h 2302883"/>
                <a:gd name="csX180" fmla="*/ 159944 w 2303054"/>
                <a:gd name="csY180" fmla="*/ 929272 h 2302883"/>
                <a:gd name="csX181" fmla="*/ 159944 w 2303054"/>
                <a:gd name="csY181" fmla="*/ 929272 h 2302883"/>
                <a:gd name="csX182" fmla="*/ 160261 w 2303054"/>
                <a:gd name="csY182" fmla="*/ 929589 h 2302883"/>
                <a:gd name="csX183" fmla="*/ 172314 w 2303054"/>
                <a:gd name="csY183" fmla="*/ 941325 h 2302883"/>
                <a:gd name="csX184" fmla="*/ 175811 w 2303054"/>
                <a:gd name="csY184" fmla="*/ 944814 h 2302883"/>
                <a:gd name="csX185" fmla="*/ 183415 w 2303054"/>
                <a:gd name="csY185" fmla="*/ 951475 h 2302883"/>
                <a:gd name="csX186" fmla="*/ 652194 w 2303054"/>
                <a:gd name="csY186" fmla="*/ 1151754 h 2302883"/>
                <a:gd name="csX187" fmla="*/ 652194 w 2303054"/>
                <a:gd name="csY187" fmla="*/ 1151754 h 23028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Lst>
              <a:rect l="l" t="t" r="r" b="b"/>
              <a:pathLst>
                <a:path w="2303054" h="2302883">
                  <a:moveTo>
                    <a:pt x="652194" y="1151754"/>
                  </a:moveTo>
                  <a:cubicBezTo>
                    <a:pt x="746140" y="1190793"/>
                    <a:pt x="844518" y="1247603"/>
                    <a:pt x="947979" y="1348527"/>
                  </a:cubicBezTo>
                  <a:cubicBezTo>
                    <a:pt x="1053995" y="1455486"/>
                    <a:pt x="1112400" y="1557045"/>
                    <a:pt x="1152382" y="1653837"/>
                  </a:cubicBezTo>
                  <a:cubicBezTo>
                    <a:pt x="1215535" y="1821729"/>
                    <a:pt x="1223474" y="1976291"/>
                    <a:pt x="1351692" y="2119744"/>
                  </a:cubicBezTo>
                  <a:cubicBezTo>
                    <a:pt x="1353904" y="2122290"/>
                    <a:pt x="1356133" y="2124510"/>
                    <a:pt x="1358354" y="2127056"/>
                  </a:cubicBezTo>
                  <a:lnTo>
                    <a:pt x="1361534" y="2130537"/>
                  </a:lnTo>
                  <a:cubicBezTo>
                    <a:pt x="1365657" y="2134660"/>
                    <a:pt x="1369472" y="2138792"/>
                    <a:pt x="1373587" y="2142915"/>
                  </a:cubicBezTo>
                  <a:lnTo>
                    <a:pt x="1373904" y="2143224"/>
                  </a:lnTo>
                  <a:lnTo>
                    <a:pt x="1373904" y="2143224"/>
                  </a:lnTo>
                  <a:cubicBezTo>
                    <a:pt x="1377067" y="2146404"/>
                    <a:pt x="1380247" y="2149576"/>
                    <a:pt x="1383745" y="2152748"/>
                  </a:cubicBezTo>
                  <a:lnTo>
                    <a:pt x="1383745" y="2152748"/>
                  </a:lnTo>
                  <a:cubicBezTo>
                    <a:pt x="1386909" y="2155920"/>
                    <a:pt x="1390389" y="2159091"/>
                    <a:pt x="1393578" y="2162272"/>
                  </a:cubicBezTo>
                  <a:lnTo>
                    <a:pt x="1393578" y="2162272"/>
                  </a:lnTo>
                  <a:cubicBezTo>
                    <a:pt x="1397075" y="2165127"/>
                    <a:pt x="1400556" y="2168298"/>
                    <a:pt x="1404045" y="2171153"/>
                  </a:cubicBezTo>
                  <a:lnTo>
                    <a:pt x="1404045" y="2171153"/>
                  </a:lnTo>
                  <a:cubicBezTo>
                    <a:pt x="1407225" y="2174008"/>
                    <a:pt x="1410723" y="2177180"/>
                    <a:pt x="1414212" y="2180043"/>
                  </a:cubicBezTo>
                  <a:lnTo>
                    <a:pt x="1414212" y="2180043"/>
                  </a:lnTo>
                  <a:cubicBezTo>
                    <a:pt x="1417709" y="2182897"/>
                    <a:pt x="1421516" y="2185435"/>
                    <a:pt x="1424996" y="2188289"/>
                  </a:cubicBezTo>
                  <a:lnTo>
                    <a:pt x="1424996" y="2188289"/>
                  </a:lnTo>
                  <a:cubicBezTo>
                    <a:pt x="1428494" y="2191144"/>
                    <a:pt x="1431991" y="2193690"/>
                    <a:pt x="1435798" y="2196545"/>
                  </a:cubicBezTo>
                  <a:lnTo>
                    <a:pt x="1435798" y="2196545"/>
                  </a:lnTo>
                  <a:cubicBezTo>
                    <a:pt x="1439278" y="2199082"/>
                    <a:pt x="1443101" y="2201620"/>
                    <a:pt x="1446599" y="2204483"/>
                  </a:cubicBezTo>
                  <a:lnTo>
                    <a:pt x="1446599" y="2204483"/>
                  </a:lnTo>
                  <a:cubicBezTo>
                    <a:pt x="1450397" y="2207020"/>
                    <a:pt x="1453903" y="2209558"/>
                    <a:pt x="1457700" y="2211787"/>
                  </a:cubicBezTo>
                  <a:lnTo>
                    <a:pt x="1457700" y="2211787"/>
                  </a:lnTo>
                  <a:cubicBezTo>
                    <a:pt x="1461498" y="2214324"/>
                    <a:pt x="1465321" y="2216862"/>
                    <a:pt x="1468801" y="2219082"/>
                  </a:cubicBezTo>
                  <a:lnTo>
                    <a:pt x="1468801" y="2219082"/>
                  </a:lnTo>
                  <a:cubicBezTo>
                    <a:pt x="1472616" y="2221628"/>
                    <a:pt x="1476439" y="2223848"/>
                    <a:pt x="1480237" y="2226060"/>
                  </a:cubicBezTo>
                  <a:lnTo>
                    <a:pt x="1480237" y="2226060"/>
                  </a:lnTo>
                  <a:cubicBezTo>
                    <a:pt x="1484035" y="2228289"/>
                    <a:pt x="1487858" y="2230509"/>
                    <a:pt x="1491673" y="2232729"/>
                  </a:cubicBezTo>
                  <a:lnTo>
                    <a:pt x="1491673" y="2232729"/>
                  </a:lnTo>
                  <a:cubicBezTo>
                    <a:pt x="1499594" y="2237170"/>
                    <a:pt x="1507215" y="2241293"/>
                    <a:pt x="1515144" y="2245099"/>
                  </a:cubicBezTo>
                  <a:lnTo>
                    <a:pt x="1515144" y="2245099"/>
                  </a:lnTo>
                  <a:cubicBezTo>
                    <a:pt x="1672879" y="2324129"/>
                    <a:pt x="1862982" y="2323169"/>
                    <a:pt x="2021042" y="2235584"/>
                  </a:cubicBezTo>
                  <a:lnTo>
                    <a:pt x="2021042" y="2235584"/>
                  </a:lnTo>
                  <a:cubicBezTo>
                    <a:pt x="2033095" y="2228923"/>
                    <a:pt x="2044831" y="2221936"/>
                    <a:pt x="2056266" y="2214324"/>
                  </a:cubicBezTo>
                  <a:lnTo>
                    <a:pt x="2056266" y="2214324"/>
                  </a:lnTo>
                  <a:cubicBezTo>
                    <a:pt x="2060081" y="2211787"/>
                    <a:pt x="2063888" y="2209249"/>
                    <a:pt x="2067685" y="2206386"/>
                  </a:cubicBezTo>
                  <a:lnTo>
                    <a:pt x="2067685" y="2206386"/>
                  </a:lnTo>
                  <a:cubicBezTo>
                    <a:pt x="2071500" y="2203849"/>
                    <a:pt x="2075306" y="2201303"/>
                    <a:pt x="2078804" y="2198456"/>
                  </a:cubicBezTo>
                  <a:lnTo>
                    <a:pt x="2078804" y="2198456"/>
                  </a:lnTo>
                  <a:cubicBezTo>
                    <a:pt x="2086424" y="2193056"/>
                    <a:pt x="2093720" y="2187338"/>
                    <a:pt x="2101023" y="2181311"/>
                  </a:cubicBezTo>
                  <a:lnTo>
                    <a:pt x="2101023" y="2181311"/>
                  </a:lnTo>
                  <a:cubicBezTo>
                    <a:pt x="2104838" y="2178457"/>
                    <a:pt x="2108327" y="2175285"/>
                    <a:pt x="2111808" y="2172422"/>
                  </a:cubicBezTo>
                  <a:lnTo>
                    <a:pt x="2111808" y="2172422"/>
                  </a:lnTo>
                  <a:cubicBezTo>
                    <a:pt x="2119111" y="2166078"/>
                    <a:pt x="2126089" y="2159734"/>
                    <a:pt x="2133068" y="2153382"/>
                  </a:cubicBezTo>
                  <a:lnTo>
                    <a:pt x="2133068" y="2153382"/>
                  </a:lnTo>
                  <a:cubicBezTo>
                    <a:pt x="2136565" y="2149893"/>
                    <a:pt x="2139728" y="2146721"/>
                    <a:pt x="2143226" y="2143215"/>
                  </a:cubicBezTo>
                  <a:lnTo>
                    <a:pt x="2143226" y="2143215"/>
                  </a:lnTo>
                  <a:cubicBezTo>
                    <a:pt x="2146706" y="2139735"/>
                    <a:pt x="2149887" y="2136246"/>
                    <a:pt x="2153393" y="2132748"/>
                  </a:cubicBezTo>
                  <a:lnTo>
                    <a:pt x="2153393" y="2132748"/>
                  </a:lnTo>
                  <a:cubicBezTo>
                    <a:pt x="2160037" y="2126087"/>
                    <a:pt x="2166406" y="2118784"/>
                    <a:pt x="2172432" y="2111806"/>
                  </a:cubicBezTo>
                  <a:lnTo>
                    <a:pt x="2172432" y="2111806"/>
                  </a:lnTo>
                  <a:cubicBezTo>
                    <a:pt x="2175613" y="2108308"/>
                    <a:pt x="2178459" y="2104502"/>
                    <a:pt x="2181322" y="2101004"/>
                  </a:cubicBezTo>
                  <a:lnTo>
                    <a:pt x="2181322" y="2101004"/>
                  </a:lnTo>
                  <a:cubicBezTo>
                    <a:pt x="2187349" y="2093709"/>
                    <a:pt x="2193058" y="2086414"/>
                    <a:pt x="2198450" y="2078793"/>
                  </a:cubicBezTo>
                  <a:lnTo>
                    <a:pt x="2198450" y="2078793"/>
                  </a:lnTo>
                  <a:cubicBezTo>
                    <a:pt x="2201313" y="2074987"/>
                    <a:pt x="2203859" y="2071489"/>
                    <a:pt x="2206705" y="2067683"/>
                  </a:cubicBezTo>
                  <a:lnTo>
                    <a:pt x="2206705" y="2067683"/>
                  </a:lnTo>
                  <a:cubicBezTo>
                    <a:pt x="2209234" y="2063877"/>
                    <a:pt x="2211797" y="2060062"/>
                    <a:pt x="2214326" y="2056256"/>
                  </a:cubicBezTo>
                  <a:lnTo>
                    <a:pt x="2214326" y="2056256"/>
                  </a:lnTo>
                  <a:cubicBezTo>
                    <a:pt x="2221947" y="2044520"/>
                    <a:pt x="2228925" y="2033093"/>
                    <a:pt x="2235586" y="2021031"/>
                  </a:cubicBezTo>
                  <a:lnTo>
                    <a:pt x="2235586" y="2021031"/>
                  </a:lnTo>
                  <a:cubicBezTo>
                    <a:pt x="2323506" y="1862663"/>
                    <a:pt x="2324140" y="1672876"/>
                    <a:pt x="2245419" y="1515134"/>
                  </a:cubicBezTo>
                  <a:lnTo>
                    <a:pt x="2245419" y="1515134"/>
                  </a:lnTo>
                  <a:cubicBezTo>
                    <a:pt x="2241296" y="1507196"/>
                    <a:pt x="2237180" y="1499592"/>
                    <a:pt x="2232723" y="1491645"/>
                  </a:cubicBezTo>
                  <a:lnTo>
                    <a:pt x="2232723" y="1491645"/>
                  </a:lnTo>
                  <a:cubicBezTo>
                    <a:pt x="2230811" y="1487847"/>
                    <a:pt x="2228608" y="1484033"/>
                    <a:pt x="2226062" y="1480218"/>
                  </a:cubicBezTo>
                  <a:lnTo>
                    <a:pt x="2226062" y="1480218"/>
                  </a:lnTo>
                  <a:cubicBezTo>
                    <a:pt x="2223850" y="1476420"/>
                    <a:pt x="2221630" y="1472606"/>
                    <a:pt x="2219401" y="1468800"/>
                  </a:cubicBezTo>
                  <a:lnTo>
                    <a:pt x="2219401" y="1468800"/>
                  </a:lnTo>
                  <a:cubicBezTo>
                    <a:pt x="2216855" y="1464993"/>
                    <a:pt x="2214326" y="1461178"/>
                    <a:pt x="2212098" y="1457689"/>
                  </a:cubicBezTo>
                  <a:lnTo>
                    <a:pt x="2212098" y="1457689"/>
                  </a:lnTo>
                  <a:cubicBezTo>
                    <a:pt x="2209552" y="1453883"/>
                    <a:pt x="2207022" y="1450069"/>
                    <a:pt x="2204476" y="1446579"/>
                  </a:cubicBezTo>
                  <a:lnTo>
                    <a:pt x="2204476" y="1446579"/>
                  </a:lnTo>
                  <a:cubicBezTo>
                    <a:pt x="2201948" y="1442773"/>
                    <a:pt x="2199084" y="1439284"/>
                    <a:pt x="2196538" y="1435470"/>
                  </a:cubicBezTo>
                  <a:lnTo>
                    <a:pt x="2196538" y="1435470"/>
                  </a:lnTo>
                  <a:cubicBezTo>
                    <a:pt x="2194009" y="1431981"/>
                    <a:pt x="2191146" y="1428492"/>
                    <a:pt x="2188300" y="1424994"/>
                  </a:cubicBezTo>
                  <a:lnTo>
                    <a:pt x="2188300" y="1424994"/>
                  </a:lnTo>
                  <a:cubicBezTo>
                    <a:pt x="2185754" y="1421196"/>
                    <a:pt x="2182891" y="1417690"/>
                    <a:pt x="2180045" y="1414201"/>
                  </a:cubicBezTo>
                  <a:lnTo>
                    <a:pt x="2180045" y="1414201"/>
                  </a:lnTo>
                  <a:cubicBezTo>
                    <a:pt x="2177182" y="1410712"/>
                    <a:pt x="2174318" y="1407214"/>
                    <a:pt x="2171155" y="1403726"/>
                  </a:cubicBezTo>
                  <a:lnTo>
                    <a:pt x="2171155" y="1403726"/>
                  </a:lnTo>
                  <a:cubicBezTo>
                    <a:pt x="2168292" y="1400554"/>
                    <a:pt x="2165129" y="1397065"/>
                    <a:pt x="2162265" y="1393567"/>
                  </a:cubicBezTo>
                  <a:lnTo>
                    <a:pt x="2162265" y="1393567"/>
                  </a:lnTo>
                  <a:cubicBezTo>
                    <a:pt x="2159085" y="1390078"/>
                    <a:pt x="2155922" y="1386906"/>
                    <a:pt x="2152759" y="1383409"/>
                  </a:cubicBezTo>
                  <a:lnTo>
                    <a:pt x="2152759" y="1383409"/>
                  </a:lnTo>
                  <a:cubicBezTo>
                    <a:pt x="2149578" y="1380237"/>
                    <a:pt x="2146398" y="1377065"/>
                    <a:pt x="2143234" y="1373568"/>
                  </a:cubicBezTo>
                  <a:lnTo>
                    <a:pt x="2143234" y="1373568"/>
                  </a:lnTo>
                  <a:lnTo>
                    <a:pt x="2141323" y="1371664"/>
                  </a:lnTo>
                  <a:cubicBezTo>
                    <a:pt x="2140054" y="1370404"/>
                    <a:pt x="2138777" y="1369127"/>
                    <a:pt x="2137191" y="1367867"/>
                  </a:cubicBezTo>
                  <a:cubicBezTo>
                    <a:pt x="2135614" y="1366272"/>
                    <a:pt x="2133710" y="1364369"/>
                    <a:pt x="2132133" y="1362783"/>
                  </a:cubicBezTo>
                  <a:lnTo>
                    <a:pt x="2132133" y="1362783"/>
                  </a:lnTo>
                  <a:cubicBezTo>
                    <a:pt x="1985175" y="1223454"/>
                    <a:pt x="1826489" y="1217419"/>
                    <a:pt x="1653830" y="1152363"/>
                  </a:cubicBezTo>
                  <a:cubicBezTo>
                    <a:pt x="1557356" y="1112372"/>
                    <a:pt x="1456105" y="1054293"/>
                    <a:pt x="1349789" y="949246"/>
                  </a:cubicBezTo>
                  <a:cubicBezTo>
                    <a:pt x="1247905" y="845141"/>
                    <a:pt x="1191095" y="746129"/>
                    <a:pt x="1151748" y="651866"/>
                  </a:cubicBezTo>
                  <a:cubicBezTo>
                    <a:pt x="1087642" y="483022"/>
                    <a:pt x="1080656" y="327508"/>
                    <a:pt x="951485" y="183104"/>
                  </a:cubicBezTo>
                  <a:cubicBezTo>
                    <a:pt x="949256" y="180876"/>
                    <a:pt x="947045" y="178338"/>
                    <a:pt x="944825" y="175792"/>
                  </a:cubicBezTo>
                  <a:lnTo>
                    <a:pt x="941327" y="172312"/>
                  </a:lnTo>
                  <a:cubicBezTo>
                    <a:pt x="937529" y="168188"/>
                    <a:pt x="933723" y="164056"/>
                    <a:pt x="929591" y="159933"/>
                  </a:cubicBezTo>
                  <a:lnTo>
                    <a:pt x="929274" y="159624"/>
                  </a:lnTo>
                  <a:lnTo>
                    <a:pt x="929274" y="159624"/>
                  </a:lnTo>
                  <a:cubicBezTo>
                    <a:pt x="926094" y="156444"/>
                    <a:pt x="922930" y="153272"/>
                    <a:pt x="919450" y="150100"/>
                  </a:cubicBezTo>
                  <a:lnTo>
                    <a:pt x="919450" y="150100"/>
                  </a:lnTo>
                  <a:cubicBezTo>
                    <a:pt x="916270" y="146928"/>
                    <a:pt x="912772" y="143757"/>
                    <a:pt x="909609" y="140902"/>
                  </a:cubicBezTo>
                  <a:lnTo>
                    <a:pt x="909609" y="140902"/>
                  </a:lnTo>
                  <a:cubicBezTo>
                    <a:pt x="906111" y="137730"/>
                    <a:pt x="902622" y="134875"/>
                    <a:pt x="899142" y="131695"/>
                  </a:cubicBezTo>
                  <a:lnTo>
                    <a:pt x="899142" y="131695"/>
                  </a:lnTo>
                  <a:cubicBezTo>
                    <a:pt x="895644" y="128840"/>
                    <a:pt x="892146" y="125986"/>
                    <a:pt x="888658" y="123131"/>
                  </a:cubicBezTo>
                  <a:lnTo>
                    <a:pt x="888658" y="123131"/>
                  </a:lnTo>
                  <a:cubicBezTo>
                    <a:pt x="885177" y="120268"/>
                    <a:pt x="881679" y="117422"/>
                    <a:pt x="878173" y="114559"/>
                  </a:cubicBezTo>
                  <a:lnTo>
                    <a:pt x="878173" y="114559"/>
                  </a:lnTo>
                  <a:cubicBezTo>
                    <a:pt x="874693" y="112021"/>
                    <a:pt x="871187" y="109158"/>
                    <a:pt x="867389" y="106621"/>
                  </a:cubicBezTo>
                  <a:lnTo>
                    <a:pt x="867389" y="106621"/>
                  </a:lnTo>
                  <a:cubicBezTo>
                    <a:pt x="863909" y="103766"/>
                    <a:pt x="860085" y="101228"/>
                    <a:pt x="856588" y="98682"/>
                  </a:cubicBezTo>
                  <a:lnTo>
                    <a:pt x="856588" y="98682"/>
                  </a:lnTo>
                  <a:cubicBezTo>
                    <a:pt x="852790" y="96145"/>
                    <a:pt x="849301" y="93608"/>
                    <a:pt x="845486" y="91061"/>
                  </a:cubicBezTo>
                  <a:lnTo>
                    <a:pt x="845486" y="91061"/>
                  </a:lnTo>
                  <a:cubicBezTo>
                    <a:pt x="841672" y="88533"/>
                    <a:pt x="837866" y="86304"/>
                    <a:pt x="834051" y="83766"/>
                  </a:cubicBezTo>
                  <a:lnTo>
                    <a:pt x="834051" y="83766"/>
                  </a:lnTo>
                  <a:cubicBezTo>
                    <a:pt x="830570" y="81546"/>
                    <a:pt x="826764" y="79000"/>
                    <a:pt x="822950" y="76788"/>
                  </a:cubicBezTo>
                  <a:lnTo>
                    <a:pt x="822950" y="76788"/>
                  </a:lnTo>
                  <a:cubicBezTo>
                    <a:pt x="819135" y="74559"/>
                    <a:pt x="815328" y="72339"/>
                    <a:pt x="811196" y="70127"/>
                  </a:cubicBezTo>
                  <a:lnTo>
                    <a:pt x="811196" y="70127"/>
                  </a:lnTo>
                  <a:cubicBezTo>
                    <a:pt x="803592" y="65687"/>
                    <a:pt x="795655" y="61555"/>
                    <a:pt x="788042" y="57749"/>
                  </a:cubicBezTo>
                  <a:lnTo>
                    <a:pt x="788042" y="57749"/>
                  </a:lnTo>
                  <a:cubicBezTo>
                    <a:pt x="630308" y="-21281"/>
                    <a:pt x="440204" y="-20321"/>
                    <a:pt x="281827" y="67581"/>
                  </a:cubicBezTo>
                  <a:lnTo>
                    <a:pt x="281827" y="67581"/>
                  </a:lnTo>
                  <a:cubicBezTo>
                    <a:pt x="270092" y="73925"/>
                    <a:pt x="258339" y="81229"/>
                    <a:pt x="246920" y="88841"/>
                  </a:cubicBezTo>
                  <a:lnTo>
                    <a:pt x="246920" y="88841"/>
                  </a:lnTo>
                  <a:cubicBezTo>
                    <a:pt x="243106" y="91379"/>
                    <a:pt x="239299" y="93925"/>
                    <a:pt x="235502" y="96462"/>
                  </a:cubicBezTo>
                  <a:lnTo>
                    <a:pt x="235502" y="96462"/>
                  </a:lnTo>
                  <a:cubicBezTo>
                    <a:pt x="231687" y="99008"/>
                    <a:pt x="227863" y="101863"/>
                    <a:pt x="224066" y="104400"/>
                  </a:cubicBezTo>
                  <a:lnTo>
                    <a:pt x="224066" y="104400"/>
                  </a:lnTo>
                  <a:cubicBezTo>
                    <a:pt x="216762" y="110110"/>
                    <a:pt x="209467" y="115827"/>
                    <a:pt x="202163" y="121537"/>
                  </a:cubicBezTo>
                  <a:lnTo>
                    <a:pt x="202163" y="121537"/>
                  </a:lnTo>
                  <a:cubicBezTo>
                    <a:pt x="198365" y="124709"/>
                    <a:pt x="194868" y="127563"/>
                    <a:pt x="191379" y="130744"/>
                  </a:cubicBezTo>
                  <a:lnTo>
                    <a:pt x="191379" y="130744"/>
                  </a:lnTo>
                  <a:cubicBezTo>
                    <a:pt x="184058" y="136770"/>
                    <a:pt x="177097" y="143114"/>
                    <a:pt x="170102" y="149783"/>
                  </a:cubicBezTo>
                  <a:lnTo>
                    <a:pt x="170102" y="149783"/>
                  </a:lnTo>
                  <a:cubicBezTo>
                    <a:pt x="166621" y="152963"/>
                    <a:pt x="163133" y="156444"/>
                    <a:pt x="159952" y="159633"/>
                  </a:cubicBezTo>
                  <a:lnTo>
                    <a:pt x="159952" y="159633"/>
                  </a:lnTo>
                  <a:cubicBezTo>
                    <a:pt x="156472" y="163113"/>
                    <a:pt x="152974" y="166611"/>
                    <a:pt x="149802" y="170108"/>
                  </a:cubicBezTo>
                  <a:lnTo>
                    <a:pt x="149802" y="170108"/>
                  </a:lnTo>
                  <a:cubicBezTo>
                    <a:pt x="143142" y="177087"/>
                    <a:pt x="136789" y="184073"/>
                    <a:pt x="130746" y="191043"/>
                  </a:cubicBezTo>
                  <a:lnTo>
                    <a:pt x="130746" y="191043"/>
                  </a:lnTo>
                  <a:cubicBezTo>
                    <a:pt x="127582" y="194857"/>
                    <a:pt x="124719" y="198346"/>
                    <a:pt x="121539" y="202161"/>
                  </a:cubicBezTo>
                  <a:lnTo>
                    <a:pt x="121539" y="202161"/>
                  </a:lnTo>
                  <a:cubicBezTo>
                    <a:pt x="115847" y="209131"/>
                    <a:pt x="110120" y="216751"/>
                    <a:pt x="104728" y="224064"/>
                  </a:cubicBezTo>
                  <a:lnTo>
                    <a:pt x="104728" y="224064"/>
                  </a:lnTo>
                  <a:cubicBezTo>
                    <a:pt x="101882" y="227861"/>
                    <a:pt x="99002" y="231676"/>
                    <a:pt x="96473" y="235482"/>
                  </a:cubicBezTo>
                  <a:lnTo>
                    <a:pt x="96473" y="235482"/>
                  </a:lnTo>
                  <a:cubicBezTo>
                    <a:pt x="93944" y="239289"/>
                    <a:pt x="91398" y="243103"/>
                    <a:pt x="88852" y="246909"/>
                  </a:cubicBezTo>
                  <a:lnTo>
                    <a:pt x="88852" y="246909"/>
                  </a:lnTo>
                  <a:cubicBezTo>
                    <a:pt x="81231" y="258328"/>
                    <a:pt x="74253" y="270072"/>
                    <a:pt x="67592" y="281817"/>
                  </a:cubicBezTo>
                  <a:lnTo>
                    <a:pt x="67592" y="281817"/>
                  </a:lnTo>
                  <a:cubicBezTo>
                    <a:pt x="-20328" y="440194"/>
                    <a:pt x="-21279" y="629972"/>
                    <a:pt x="57751" y="787714"/>
                  </a:cubicBezTo>
                  <a:lnTo>
                    <a:pt x="57751" y="787714"/>
                  </a:lnTo>
                  <a:cubicBezTo>
                    <a:pt x="61883" y="795652"/>
                    <a:pt x="66023" y="803582"/>
                    <a:pt x="70138" y="811203"/>
                  </a:cubicBezTo>
                  <a:lnTo>
                    <a:pt x="70138" y="811203"/>
                  </a:lnTo>
                  <a:cubicBezTo>
                    <a:pt x="72350" y="815001"/>
                    <a:pt x="74579" y="818815"/>
                    <a:pt x="76799" y="822630"/>
                  </a:cubicBezTo>
                  <a:lnTo>
                    <a:pt x="76799" y="822630"/>
                  </a:lnTo>
                  <a:cubicBezTo>
                    <a:pt x="79345" y="826428"/>
                    <a:pt x="81557" y="830242"/>
                    <a:pt x="83785" y="834049"/>
                  </a:cubicBezTo>
                  <a:lnTo>
                    <a:pt x="83785" y="834049"/>
                  </a:lnTo>
                  <a:cubicBezTo>
                    <a:pt x="86314" y="837855"/>
                    <a:pt x="88543" y="841670"/>
                    <a:pt x="91081" y="845476"/>
                  </a:cubicBezTo>
                  <a:lnTo>
                    <a:pt x="91081" y="845476"/>
                  </a:lnTo>
                  <a:cubicBezTo>
                    <a:pt x="93609" y="848965"/>
                    <a:pt x="96156" y="852779"/>
                    <a:pt x="98702" y="856269"/>
                  </a:cubicBezTo>
                  <a:lnTo>
                    <a:pt x="98702" y="856269"/>
                  </a:lnTo>
                  <a:cubicBezTo>
                    <a:pt x="101230" y="860075"/>
                    <a:pt x="103776" y="863889"/>
                    <a:pt x="106640" y="867378"/>
                  </a:cubicBezTo>
                  <a:lnTo>
                    <a:pt x="106640" y="867378"/>
                  </a:lnTo>
                  <a:cubicBezTo>
                    <a:pt x="109169" y="870867"/>
                    <a:pt x="112032" y="874674"/>
                    <a:pt x="114578" y="878171"/>
                  </a:cubicBezTo>
                  <a:lnTo>
                    <a:pt x="114578" y="878171"/>
                  </a:lnTo>
                  <a:cubicBezTo>
                    <a:pt x="117424" y="881660"/>
                    <a:pt x="120287" y="885149"/>
                    <a:pt x="123133" y="888647"/>
                  </a:cubicBezTo>
                  <a:lnTo>
                    <a:pt x="123133" y="888647"/>
                  </a:lnTo>
                  <a:cubicBezTo>
                    <a:pt x="125997" y="892136"/>
                    <a:pt x="128843" y="895625"/>
                    <a:pt x="132023" y="899122"/>
                  </a:cubicBezTo>
                  <a:lnTo>
                    <a:pt x="132023" y="899122"/>
                  </a:lnTo>
                  <a:cubicBezTo>
                    <a:pt x="134869" y="902611"/>
                    <a:pt x="137749" y="906100"/>
                    <a:pt x="140913" y="909272"/>
                  </a:cubicBezTo>
                  <a:lnTo>
                    <a:pt x="140913" y="909272"/>
                  </a:lnTo>
                  <a:cubicBezTo>
                    <a:pt x="144076" y="912761"/>
                    <a:pt x="146939" y="915933"/>
                    <a:pt x="150119" y="919431"/>
                  </a:cubicBezTo>
                  <a:lnTo>
                    <a:pt x="150119" y="919431"/>
                  </a:lnTo>
                  <a:cubicBezTo>
                    <a:pt x="153283" y="922603"/>
                    <a:pt x="156463" y="926092"/>
                    <a:pt x="159944" y="929272"/>
                  </a:cubicBezTo>
                  <a:lnTo>
                    <a:pt x="159944" y="929272"/>
                  </a:lnTo>
                  <a:lnTo>
                    <a:pt x="160261" y="929589"/>
                  </a:lnTo>
                  <a:cubicBezTo>
                    <a:pt x="164075" y="933387"/>
                    <a:pt x="168199" y="937519"/>
                    <a:pt x="172314" y="941325"/>
                  </a:cubicBezTo>
                  <a:cubicBezTo>
                    <a:pt x="173600" y="942594"/>
                    <a:pt x="174860" y="943545"/>
                    <a:pt x="175811" y="944814"/>
                  </a:cubicBezTo>
                  <a:cubicBezTo>
                    <a:pt x="178357" y="947043"/>
                    <a:pt x="180886" y="949263"/>
                    <a:pt x="183415" y="951475"/>
                  </a:cubicBezTo>
                  <a:cubicBezTo>
                    <a:pt x="327519" y="1080345"/>
                    <a:pt x="483032" y="1087640"/>
                    <a:pt x="652194" y="1151754"/>
                  </a:cubicBezTo>
                  <a:lnTo>
                    <a:pt x="652194" y="1151754"/>
                  </a:lnTo>
                  <a:close/>
                </a:path>
              </a:pathLst>
            </a:custGeom>
            <a:solidFill>
              <a:srgbClr val="2F5597"/>
            </a:solidFill>
            <a:ln w="8572"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51556411-839A-5B97-A3B7-FDF0DC8755A8}"/>
                </a:ext>
              </a:extLst>
            </p:cNvPr>
            <p:cNvSpPr/>
            <p:nvPr/>
          </p:nvSpPr>
          <p:spPr>
            <a:xfrm>
              <a:off x="13738711" y="1127434"/>
              <a:ext cx="943232" cy="943240"/>
            </a:xfrm>
            <a:custGeom>
              <a:avLst/>
              <a:gdLst>
                <a:gd name="csX0" fmla="*/ 471608 w 943232"/>
                <a:gd name="csY0" fmla="*/ 943241 h 943240"/>
                <a:gd name="csX1" fmla="*/ 943232 w 943232"/>
                <a:gd name="csY1" fmla="*/ 471625 h 943240"/>
                <a:gd name="csX2" fmla="*/ 471608 w 943232"/>
                <a:gd name="csY2" fmla="*/ 0 h 943240"/>
                <a:gd name="csX3" fmla="*/ 0 w 943232"/>
                <a:gd name="csY3" fmla="*/ 471625 h 943240"/>
                <a:gd name="csX4" fmla="*/ 471608 w 943232"/>
                <a:gd name="csY4" fmla="*/ 943241 h 943240"/>
                <a:gd name="csX5" fmla="*/ 471608 w 943232"/>
                <a:gd name="csY5" fmla="*/ 943241 h 943240"/>
              </a:gdLst>
              <a:ahLst/>
              <a:cxnLst>
                <a:cxn ang="0">
                  <a:pos x="csX0" y="csY0"/>
                </a:cxn>
                <a:cxn ang="0">
                  <a:pos x="csX1" y="csY1"/>
                </a:cxn>
                <a:cxn ang="0">
                  <a:pos x="csX2" y="csY2"/>
                </a:cxn>
                <a:cxn ang="0">
                  <a:pos x="csX3" y="csY3"/>
                </a:cxn>
                <a:cxn ang="0">
                  <a:pos x="csX4" y="csY4"/>
                </a:cxn>
                <a:cxn ang="0">
                  <a:pos x="csX5" y="csY5"/>
                </a:cxn>
              </a:cxnLst>
              <a:rect l="l" t="t" r="r" b="b"/>
              <a:pathLst>
                <a:path w="943232" h="943240">
                  <a:moveTo>
                    <a:pt x="471608" y="943241"/>
                  </a:moveTo>
                  <a:cubicBezTo>
                    <a:pt x="731543" y="943241"/>
                    <a:pt x="943232" y="731552"/>
                    <a:pt x="943232" y="471625"/>
                  </a:cubicBezTo>
                  <a:cubicBezTo>
                    <a:pt x="943232" y="211689"/>
                    <a:pt x="731551" y="0"/>
                    <a:pt x="471608" y="0"/>
                  </a:cubicBezTo>
                  <a:cubicBezTo>
                    <a:pt x="211689" y="0"/>
                    <a:pt x="0" y="211681"/>
                    <a:pt x="0" y="471625"/>
                  </a:cubicBezTo>
                  <a:cubicBezTo>
                    <a:pt x="9" y="731552"/>
                    <a:pt x="211689" y="943241"/>
                    <a:pt x="471608" y="943241"/>
                  </a:cubicBezTo>
                  <a:lnTo>
                    <a:pt x="471608" y="943241"/>
                  </a:lnTo>
                  <a:close/>
                </a:path>
              </a:pathLst>
            </a:custGeom>
            <a:solidFill>
              <a:srgbClr val="FEFEFE"/>
            </a:solidFill>
            <a:ln w="8572"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1D835B17-ACBE-AEFB-53AB-5AA829D0F536}"/>
                </a:ext>
              </a:extLst>
            </p:cNvPr>
            <p:cNvSpPr/>
            <p:nvPr/>
          </p:nvSpPr>
          <p:spPr>
            <a:xfrm>
              <a:off x="14954575" y="2340125"/>
              <a:ext cx="943566" cy="943557"/>
            </a:xfrm>
            <a:custGeom>
              <a:avLst/>
              <a:gdLst>
                <a:gd name="csX0" fmla="*/ 0 w 943566"/>
                <a:gd name="csY0" fmla="*/ 471616 h 943557"/>
                <a:gd name="csX1" fmla="*/ 471625 w 943566"/>
                <a:gd name="csY1" fmla="*/ 0 h 943557"/>
                <a:gd name="csX2" fmla="*/ 943566 w 943566"/>
                <a:gd name="csY2" fmla="*/ 471616 h 943557"/>
                <a:gd name="csX3" fmla="*/ 471625 w 943566"/>
                <a:gd name="csY3" fmla="*/ 943558 h 943557"/>
                <a:gd name="csX4" fmla="*/ 0 w 943566"/>
                <a:gd name="csY4" fmla="*/ 471616 h 943557"/>
                <a:gd name="csX5" fmla="*/ 0 w 943566"/>
                <a:gd name="csY5" fmla="*/ 471616 h 943557"/>
              </a:gdLst>
              <a:ahLst/>
              <a:cxnLst>
                <a:cxn ang="0">
                  <a:pos x="csX0" y="csY0"/>
                </a:cxn>
                <a:cxn ang="0">
                  <a:pos x="csX1" y="csY1"/>
                </a:cxn>
                <a:cxn ang="0">
                  <a:pos x="csX2" y="csY2"/>
                </a:cxn>
                <a:cxn ang="0">
                  <a:pos x="csX3" y="csY3"/>
                </a:cxn>
                <a:cxn ang="0">
                  <a:pos x="csX4" y="csY4"/>
                </a:cxn>
                <a:cxn ang="0">
                  <a:pos x="csX5" y="csY5"/>
                </a:cxn>
              </a:cxnLst>
              <a:rect l="l" t="t" r="r" b="b"/>
              <a:pathLst>
                <a:path w="943566" h="943557">
                  <a:moveTo>
                    <a:pt x="0" y="471616"/>
                  </a:moveTo>
                  <a:cubicBezTo>
                    <a:pt x="0" y="211372"/>
                    <a:pt x="211364" y="0"/>
                    <a:pt x="471625" y="0"/>
                  </a:cubicBezTo>
                  <a:cubicBezTo>
                    <a:pt x="732186" y="0"/>
                    <a:pt x="943566" y="211364"/>
                    <a:pt x="943566" y="471616"/>
                  </a:cubicBezTo>
                  <a:cubicBezTo>
                    <a:pt x="943566" y="732186"/>
                    <a:pt x="732186" y="943558"/>
                    <a:pt x="471625" y="943558"/>
                  </a:cubicBezTo>
                  <a:cubicBezTo>
                    <a:pt x="211364" y="943558"/>
                    <a:pt x="0" y="732186"/>
                    <a:pt x="0" y="471616"/>
                  </a:cubicBezTo>
                  <a:lnTo>
                    <a:pt x="0" y="471616"/>
                  </a:lnTo>
                  <a:close/>
                </a:path>
              </a:pathLst>
            </a:custGeom>
            <a:solidFill>
              <a:srgbClr val="FEFEFE"/>
            </a:solidFill>
            <a:ln w="8572" cap="flat">
              <a:noFill/>
              <a:prstDash val="solid"/>
              <a:miter/>
            </a:ln>
          </p:spPr>
          <p:txBody>
            <a:bodyPr/>
            <a:lstStyle/>
            <a:p>
              <a:endParaRPr lang="en-US"/>
            </a:p>
          </p:txBody>
        </p:sp>
      </p:grpSp>
      <p:sp>
        <p:nvSpPr>
          <p:cNvPr id="61" name="Title 1">
            <a:extLst>
              <a:ext uri="{FF2B5EF4-FFF2-40B4-BE49-F238E27FC236}">
                <a16:creationId xmlns:a16="http://schemas.microsoft.com/office/drawing/2014/main" id="{4C48B0BE-E138-0602-7D02-4A605028897D}"/>
              </a:ext>
            </a:extLst>
          </p:cNvPr>
          <p:cNvSpPr txBox="1">
            <a:spLocks/>
          </p:cNvSpPr>
          <p:nvPr/>
        </p:nvSpPr>
        <p:spPr>
          <a:xfrm>
            <a:off x="4899679" y="2646031"/>
            <a:ext cx="2330831" cy="1873251"/>
          </a:xfrm>
          <a:prstGeom prst="rect">
            <a:avLst/>
          </a:prstGeom>
        </p:spPr>
        <p:txBody>
          <a:bodyPr vert="horz" lIns="91440" tIns="45720" rIns="91440" bIns="45720" rtlCol="0">
            <a:normAutofit lnSpcReduction="10000"/>
          </a:bodyPr>
          <a:lstStyle>
            <a:defPPr>
              <a:defRPr lang="en-US"/>
            </a:defPPr>
            <a:lvl1pPr indent="0">
              <a:lnSpc>
                <a:spcPct val="90000"/>
              </a:lnSpc>
              <a:spcBef>
                <a:spcPts val="1000"/>
              </a:spcBef>
              <a:buFont typeface="Arial" panose="020B0604020202020204" pitchFamily="34" charset="0"/>
              <a:buNone/>
              <a:defRPr sz="3200" spc="-150">
                <a:solidFill>
                  <a:schemeClr val="tx1">
                    <a:lumMod val="75000"/>
                    <a:lumOff val="25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gn="ctr"/>
            <a:r>
              <a:rPr lang="en-GB" sz="2800">
                <a:solidFill>
                  <a:schemeClr val="bg1"/>
                </a:solidFill>
              </a:rPr>
              <a:t>Finance Consolidation, Reconciliation &amp; Assurance Platform</a:t>
            </a:r>
            <a:endParaRPr lang="en-US" sz="2800">
              <a:solidFill>
                <a:schemeClr val="bg1"/>
              </a:solidFill>
            </a:endParaRPr>
          </a:p>
        </p:txBody>
      </p:sp>
      <p:pic>
        <p:nvPicPr>
          <p:cNvPr id="62" name="Graphic 61">
            <a:extLst>
              <a:ext uri="{FF2B5EF4-FFF2-40B4-BE49-F238E27FC236}">
                <a16:creationId xmlns:a16="http://schemas.microsoft.com/office/drawing/2014/main" id="{FAA159D9-F131-1B29-8856-98E871C83A3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94917" y="1254105"/>
            <a:ext cx="490459" cy="490459"/>
          </a:xfrm>
          <a:prstGeom prst="rect">
            <a:avLst/>
          </a:prstGeom>
        </p:spPr>
      </p:pic>
      <p:pic>
        <p:nvPicPr>
          <p:cNvPr id="63" name="Graphic 62">
            <a:extLst>
              <a:ext uri="{FF2B5EF4-FFF2-40B4-BE49-F238E27FC236}">
                <a16:creationId xmlns:a16="http://schemas.microsoft.com/office/drawing/2014/main" id="{2D83F1CA-A147-34A9-5F60-9E09BBFE4D1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954432" y="2420120"/>
            <a:ext cx="437549" cy="437549"/>
          </a:xfrm>
          <a:prstGeom prst="rect">
            <a:avLst/>
          </a:prstGeom>
        </p:spPr>
      </p:pic>
      <p:pic>
        <p:nvPicPr>
          <p:cNvPr id="64" name="Graphic 63">
            <a:extLst>
              <a:ext uri="{FF2B5EF4-FFF2-40B4-BE49-F238E27FC236}">
                <a16:creationId xmlns:a16="http://schemas.microsoft.com/office/drawing/2014/main" id="{7ADC2228-BCCB-2A92-9DDE-1DF369BE2FD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897050" y="3940859"/>
            <a:ext cx="494932" cy="494932"/>
          </a:xfrm>
          <a:prstGeom prst="rect">
            <a:avLst/>
          </a:prstGeom>
        </p:spPr>
      </p:pic>
      <p:grpSp>
        <p:nvGrpSpPr>
          <p:cNvPr id="65" name="Graphic 17">
            <a:extLst>
              <a:ext uri="{FF2B5EF4-FFF2-40B4-BE49-F238E27FC236}">
                <a16:creationId xmlns:a16="http://schemas.microsoft.com/office/drawing/2014/main" id="{3E5953F0-F074-B2E7-819A-0D57AF3E940D}"/>
              </a:ext>
            </a:extLst>
          </p:cNvPr>
          <p:cNvGrpSpPr/>
          <p:nvPr/>
        </p:nvGrpSpPr>
        <p:grpSpPr>
          <a:xfrm>
            <a:off x="5012514" y="5041714"/>
            <a:ext cx="605727" cy="605725"/>
            <a:chOff x="7089363" y="5751013"/>
            <a:chExt cx="436979" cy="436978"/>
          </a:xfrm>
          <a:solidFill>
            <a:srgbClr val="2562E8"/>
          </a:solidFill>
        </p:grpSpPr>
        <p:sp>
          <p:nvSpPr>
            <p:cNvPr id="66" name="Freeform: Shape 65">
              <a:extLst>
                <a:ext uri="{FF2B5EF4-FFF2-40B4-BE49-F238E27FC236}">
                  <a16:creationId xmlns:a16="http://schemas.microsoft.com/office/drawing/2014/main" id="{DC3F742D-FE2A-C225-03DC-677C1FE078C2}"/>
                </a:ext>
              </a:extLst>
            </p:cNvPr>
            <p:cNvSpPr/>
            <p:nvPr/>
          </p:nvSpPr>
          <p:spPr>
            <a:xfrm>
              <a:off x="7089363" y="5751013"/>
              <a:ext cx="436979" cy="436978"/>
            </a:xfrm>
            <a:custGeom>
              <a:avLst/>
              <a:gdLst>
                <a:gd name="csX0" fmla="*/ 218490 w 436979"/>
                <a:gd name="csY0" fmla="*/ 0 h 436978"/>
                <a:gd name="csX1" fmla="*/ 0 w 436979"/>
                <a:gd name="csY1" fmla="*/ 218490 h 436978"/>
                <a:gd name="csX2" fmla="*/ 218490 w 436979"/>
                <a:gd name="csY2" fmla="*/ 436979 h 436978"/>
                <a:gd name="csX3" fmla="*/ 436979 w 436979"/>
                <a:gd name="csY3" fmla="*/ 218490 h 436978"/>
                <a:gd name="csX4" fmla="*/ 218490 w 436979"/>
                <a:gd name="csY4" fmla="*/ 0 h 436978"/>
              </a:gdLst>
              <a:ahLst/>
              <a:cxnLst>
                <a:cxn ang="0">
                  <a:pos x="csX0" y="csY0"/>
                </a:cxn>
                <a:cxn ang="0">
                  <a:pos x="csX1" y="csY1"/>
                </a:cxn>
                <a:cxn ang="0">
                  <a:pos x="csX2" y="csY2"/>
                </a:cxn>
                <a:cxn ang="0">
                  <a:pos x="csX3" y="csY3"/>
                </a:cxn>
                <a:cxn ang="0">
                  <a:pos x="csX4" y="csY4"/>
                </a:cxn>
              </a:cxnLst>
              <a:rect l="l" t="t" r="r" b="b"/>
              <a:pathLst>
                <a:path w="436979" h="436978">
                  <a:moveTo>
                    <a:pt x="218490" y="0"/>
                  </a:moveTo>
                  <a:cubicBezTo>
                    <a:pt x="97815" y="0"/>
                    <a:pt x="0" y="97815"/>
                    <a:pt x="0" y="218490"/>
                  </a:cubicBezTo>
                  <a:cubicBezTo>
                    <a:pt x="0" y="339150"/>
                    <a:pt x="97815" y="436979"/>
                    <a:pt x="218490" y="436979"/>
                  </a:cubicBezTo>
                  <a:cubicBezTo>
                    <a:pt x="339164" y="436979"/>
                    <a:pt x="436979" y="339150"/>
                    <a:pt x="436979" y="218490"/>
                  </a:cubicBezTo>
                  <a:cubicBezTo>
                    <a:pt x="436979" y="97815"/>
                    <a:pt x="339164" y="0"/>
                    <a:pt x="218490" y="0"/>
                  </a:cubicBezTo>
                  <a:close/>
                </a:path>
              </a:pathLst>
            </a:custGeom>
            <a:solidFill>
              <a:srgbClr val="2562E8"/>
            </a:solidFill>
            <a:ln w="13395" cap="flat">
              <a:noFill/>
              <a:prstDash val="solid"/>
              <a:miter/>
            </a:ln>
          </p:spPr>
          <p:txBody>
            <a:bodyPr/>
            <a:lstStyle/>
            <a:p>
              <a:endParaRPr lang="en-US"/>
            </a:p>
          </p:txBody>
        </p:sp>
        <p:sp>
          <p:nvSpPr>
            <p:cNvPr id="67" name="Freeform: Shape 66">
              <a:extLst>
                <a:ext uri="{FF2B5EF4-FFF2-40B4-BE49-F238E27FC236}">
                  <a16:creationId xmlns:a16="http://schemas.microsoft.com/office/drawing/2014/main" id="{1EF44CE6-F1C3-1039-230B-20D3A553CA55}"/>
                </a:ext>
              </a:extLst>
            </p:cNvPr>
            <p:cNvSpPr/>
            <p:nvPr/>
          </p:nvSpPr>
          <p:spPr>
            <a:xfrm>
              <a:off x="7189622" y="5848910"/>
              <a:ext cx="236323" cy="241157"/>
            </a:xfrm>
            <a:custGeom>
              <a:avLst/>
              <a:gdLst>
                <a:gd name="csX0" fmla="*/ 233989 w 236323"/>
                <a:gd name="csY0" fmla="*/ 97979 h 241157"/>
                <a:gd name="csX1" fmla="*/ 236324 w 236323"/>
                <a:gd name="csY1" fmla="*/ 123296 h 241157"/>
                <a:gd name="csX2" fmla="*/ 120579 w 236323"/>
                <a:gd name="csY2" fmla="*/ 241158 h 241157"/>
                <a:gd name="csX3" fmla="*/ 0 w 236323"/>
                <a:gd name="csY3" fmla="*/ 120579 h 241157"/>
                <a:gd name="csX4" fmla="*/ 120579 w 236323"/>
                <a:gd name="csY4" fmla="*/ 0 h 241157"/>
                <a:gd name="csX5" fmla="*/ 201215 w 236323"/>
                <a:gd name="csY5" fmla="*/ 31422 h 241157"/>
                <a:gd name="csX6" fmla="*/ 167226 w 236323"/>
                <a:gd name="csY6" fmla="*/ 65410 h 241157"/>
                <a:gd name="csX7" fmla="*/ 167226 w 236323"/>
                <a:gd name="csY7" fmla="*/ 65328 h 241157"/>
                <a:gd name="csX8" fmla="*/ 120579 w 236323"/>
                <a:gd name="csY8" fmla="*/ 47084 h 241157"/>
                <a:gd name="csX9" fmla="*/ 48464 w 236323"/>
                <a:gd name="csY9" fmla="*/ 120483 h 241157"/>
                <a:gd name="csX10" fmla="*/ 120579 w 236323"/>
                <a:gd name="csY10" fmla="*/ 193964 h 241157"/>
                <a:gd name="csX11" fmla="*/ 186303 w 236323"/>
                <a:gd name="csY11" fmla="*/ 144981 h 241157"/>
                <a:gd name="csX12" fmla="*/ 120579 w 236323"/>
                <a:gd name="csY12" fmla="*/ 144981 h 241157"/>
                <a:gd name="csX13" fmla="*/ 120579 w 236323"/>
                <a:gd name="csY13" fmla="*/ 97952 h 241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36323" h="241157">
                  <a:moveTo>
                    <a:pt x="233989" y="97979"/>
                  </a:moveTo>
                  <a:cubicBezTo>
                    <a:pt x="235504" y="106036"/>
                    <a:pt x="236324" y="114489"/>
                    <a:pt x="236324" y="123296"/>
                  </a:cubicBezTo>
                  <a:cubicBezTo>
                    <a:pt x="236324" y="192175"/>
                    <a:pt x="190209" y="241158"/>
                    <a:pt x="120579" y="241158"/>
                  </a:cubicBezTo>
                  <a:cubicBezTo>
                    <a:pt x="53967" y="241158"/>
                    <a:pt x="0" y="187191"/>
                    <a:pt x="0" y="120579"/>
                  </a:cubicBezTo>
                  <a:cubicBezTo>
                    <a:pt x="0" y="53967"/>
                    <a:pt x="53967" y="0"/>
                    <a:pt x="120579" y="0"/>
                  </a:cubicBezTo>
                  <a:cubicBezTo>
                    <a:pt x="153134" y="0"/>
                    <a:pt x="180336" y="11976"/>
                    <a:pt x="201215" y="31422"/>
                  </a:cubicBezTo>
                  <a:lnTo>
                    <a:pt x="167226" y="65410"/>
                  </a:lnTo>
                  <a:lnTo>
                    <a:pt x="167226" y="65328"/>
                  </a:lnTo>
                  <a:cubicBezTo>
                    <a:pt x="154568" y="53270"/>
                    <a:pt x="138522" y="47084"/>
                    <a:pt x="120579" y="47084"/>
                  </a:cubicBezTo>
                  <a:cubicBezTo>
                    <a:pt x="80787" y="47084"/>
                    <a:pt x="48464" y="80691"/>
                    <a:pt x="48464" y="120483"/>
                  </a:cubicBezTo>
                  <a:cubicBezTo>
                    <a:pt x="48464" y="160262"/>
                    <a:pt x="80800" y="193964"/>
                    <a:pt x="120579" y="193964"/>
                  </a:cubicBezTo>
                  <a:cubicBezTo>
                    <a:pt x="156684" y="193964"/>
                    <a:pt x="181237" y="173317"/>
                    <a:pt x="186303" y="144981"/>
                  </a:cubicBezTo>
                  <a:lnTo>
                    <a:pt x="120579" y="144981"/>
                  </a:lnTo>
                  <a:lnTo>
                    <a:pt x="120579" y="97952"/>
                  </a:lnTo>
                  <a:close/>
                </a:path>
              </a:pathLst>
            </a:custGeom>
            <a:solidFill>
              <a:schemeClr val="bg1"/>
            </a:solidFill>
            <a:ln w="13395" cap="flat">
              <a:noFill/>
              <a:prstDash val="solid"/>
              <a:miter/>
            </a:ln>
          </p:spPr>
          <p:txBody>
            <a:bodyPr/>
            <a:lstStyle/>
            <a:p>
              <a:endParaRPr lang="en-US"/>
            </a:p>
          </p:txBody>
        </p:sp>
      </p:grpSp>
      <p:sp>
        <p:nvSpPr>
          <p:cNvPr id="68" name="Content Placeholder 1">
            <a:extLst>
              <a:ext uri="{FF2B5EF4-FFF2-40B4-BE49-F238E27FC236}">
                <a16:creationId xmlns:a16="http://schemas.microsoft.com/office/drawing/2014/main" id="{15DFB51D-01D9-3B39-4140-4486F10289BD}"/>
              </a:ext>
            </a:extLst>
          </p:cNvPr>
          <p:cNvSpPr txBox="1">
            <a:spLocks noChangeArrowheads="1"/>
          </p:cNvSpPr>
          <p:nvPr/>
        </p:nvSpPr>
        <p:spPr bwMode="auto">
          <a:xfrm>
            <a:off x="717934" y="4998134"/>
            <a:ext cx="3710796" cy="1112335"/>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00000"/>
              </a:lnSpc>
              <a:buNone/>
            </a:pPr>
            <a:r>
              <a:rPr lang="en-US" altLang="en-US" sz="1500">
                <a:solidFill>
                  <a:srgbClr val="2562E8"/>
                </a:solidFill>
                <a:latin typeface="Inter Medium" panose="02000503000000020004" pitchFamily="2" charset="0"/>
                <a:ea typeface="Inter Medium" panose="02000503000000020004" pitchFamily="2" charset="0"/>
              </a:rPr>
              <a:t>Agentic Document Intelligence</a:t>
            </a:r>
            <a:br>
              <a:rPr lang="en-US" altLang="en-US" sz="1200">
                <a:solidFill>
                  <a:schemeClr val="tx1">
                    <a:lumMod val="85000"/>
                    <a:lumOff val="15000"/>
                  </a:schemeClr>
                </a:solidFill>
                <a:latin typeface="Inter Medium" panose="02000503000000020004" pitchFamily="2" charset="0"/>
                <a:ea typeface="Inter Medium" panose="02000503000000020004" pitchFamily="2" charset="0"/>
              </a:rPr>
            </a:br>
            <a:r>
              <a:rPr lang="en-IN" sz="1400">
                <a:solidFill>
                  <a:schemeClr val="tx1">
                    <a:lumMod val="85000"/>
                    <a:lumOff val="15000"/>
                  </a:schemeClr>
                </a:solidFill>
                <a:latin typeface="Inter Medium" panose="02000503000000020004" pitchFamily="2" charset="0"/>
                <a:ea typeface="Inter Medium" panose="02000503000000020004" pitchFamily="2" charset="0"/>
              </a:rPr>
              <a:t>OEM statements in the layouts they arrive in, PDF or Excel, read into structured lines, removing manual conversion before matching begins.</a:t>
            </a:r>
            <a:endParaRPr lang="en-US" altLang="en-US" sz="1400">
              <a:solidFill>
                <a:schemeClr val="tx1">
                  <a:lumMod val="85000"/>
                  <a:lumOff val="15000"/>
                </a:schemeClr>
              </a:solidFill>
              <a:latin typeface="Inter Medium" panose="02000503000000020004" pitchFamily="2" charset="0"/>
              <a:ea typeface="Inter Medium" panose="02000503000000020004" pitchFamily="2" charset="0"/>
            </a:endParaRPr>
          </a:p>
        </p:txBody>
      </p:sp>
      <p:sp>
        <p:nvSpPr>
          <p:cNvPr id="69" name="Content Placeholder 1">
            <a:extLst>
              <a:ext uri="{FF2B5EF4-FFF2-40B4-BE49-F238E27FC236}">
                <a16:creationId xmlns:a16="http://schemas.microsoft.com/office/drawing/2014/main" id="{663B24D2-70F9-BDCA-AA87-BD601D590B1A}"/>
              </a:ext>
            </a:extLst>
          </p:cNvPr>
          <p:cNvSpPr txBox="1">
            <a:spLocks noChangeArrowheads="1"/>
          </p:cNvSpPr>
          <p:nvPr/>
        </p:nvSpPr>
        <p:spPr bwMode="auto">
          <a:xfrm>
            <a:off x="687463" y="885209"/>
            <a:ext cx="3741267" cy="112955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00000"/>
              </a:lnSpc>
              <a:buNone/>
            </a:pPr>
            <a:r>
              <a:rPr lang="en-US" altLang="en-US" sz="1500" dirty="0">
                <a:solidFill>
                  <a:srgbClr val="2562E8"/>
                </a:solidFill>
                <a:latin typeface="Inter Medium" panose="02000503000000020004" pitchFamily="2" charset="0"/>
                <a:ea typeface="Inter Medium" panose="02000503000000020004" pitchFamily="2" charset="0"/>
              </a:rPr>
              <a:t>Unified Data Ingestion</a:t>
            </a:r>
            <a:br>
              <a:rPr lang="en-US" altLang="en-US" sz="1500" dirty="0">
                <a:solidFill>
                  <a:srgbClr val="2562E8"/>
                </a:solidFill>
                <a:latin typeface="Inter Medium" panose="02000503000000020004" pitchFamily="2" charset="0"/>
                <a:ea typeface="Inter Medium" panose="02000503000000020004" pitchFamily="2" charset="0"/>
              </a:rPr>
            </a:br>
            <a:r>
              <a:rPr lang="en-US" altLang="en-US" sz="1400" dirty="0">
                <a:solidFill>
                  <a:schemeClr val="tx1">
                    <a:lumMod val="85000"/>
                    <a:lumOff val="15000"/>
                  </a:schemeClr>
                </a:solidFill>
                <a:latin typeface="Inter Medium" panose="02000503000000020004" pitchFamily="2" charset="0"/>
                <a:ea typeface="Inter Medium" panose="02000503000000020004" pitchFamily="2" charset="0"/>
              </a:rPr>
              <a:t>Scheduled extraction from ~80 Tally instances, Wings, the OEM systems and Odoo, with no migration and no change at source.</a:t>
            </a:r>
          </a:p>
          <a:p>
            <a:pPr marL="0" indent="0" algn="r">
              <a:lnSpc>
                <a:spcPct val="100000"/>
              </a:lnSpc>
              <a:buNone/>
            </a:pPr>
            <a:endParaRPr lang="en-US" altLang="en-US" sz="1400" dirty="0">
              <a:solidFill>
                <a:schemeClr val="tx1">
                  <a:lumMod val="85000"/>
                  <a:lumOff val="15000"/>
                </a:schemeClr>
              </a:solidFill>
              <a:latin typeface="Inter Medium" panose="02000503000000020004" pitchFamily="2" charset="0"/>
              <a:ea typeface="Inter Medium" panose="02000503000000020004" pitchFamily="2" charset="0"/>
            </a:endParaRPr>
          </a:p>
          <a:p>
            <a:pPr marL="0" indent="0" algn="r">
              <a:lnSpc>
                <a:spcPct val="100000"/>
              </a:lnSpc>
              <a:buNone/>
            </a:pPr>
            <a:endParaRPr lang="en-US" altLang="en-US" sz="1400" dirty="0">
              <a:solidFill>
                <a:schemeClr val="tx1">
                  <a:lumMod val="85000"/>
                  <a:lumOff val="15000"/>
                </a:schemeClr>
              </a:solidFill>
              <a:latin typeface="Inter Medium" panose="02000503000000020004" pitchFamily="2" charset="0"/>
              <a:ea typeface="Inter Medium" panose="02000503000000020004" pitchFamily="2" charset="0"/>
            </a:endParaRPr>
          </a:p>
        </p:txBody>
      </p:sp>
      <p:sp>
        <p:nvSpPr>
          <p:cNvPr id="70" name="Content Placeholder 1">
            <a:extLst>
              <a:ext uri="{FF2B5EF4-FFF2-40B4-BE49-F238E27FC236}">
                <a16:creationId xmlns:a16="http://schemas.microsoft.com/office/drawing/2014/main" id="{C059925E-37A0-64FE-78B3-3EFC3F5473EE}"/>
              </a:ext>
            </a:extLst>
          </p:cNvPr>
          <p:cNvSpPr txBox="1">
            <a:spLocks noChangeArrowheads="1"/>
          </p:cNvSpPr>
          <p:nvPr/>
        </p:nvSpPr>
        <p:spPr bwMode="auto">
          <a:xfrm>
            <a:off x="658437" y="2038134"/>
            <a:ext cx="2884513" cy="127904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00000"/>
              </a:lnSpc>
              <a:buNone/>
            </a:pPr>
            <a:r>
              <a:rPr lang="en-US" altLang="en-US" sz="1500" dirty="0">
                <a:solidFill>
                  <a:srgbClr val="2562E8"/>
                </a:solidFill>
                <a:latin typeface="Inter Medium" panose="02000503000000020004" pitchFamily="2" charset="0"/>
                <a:ea typeface="Inter Medium" panose="02000503000000020004" pitchFamily="2" charset="0"/>
              </a:rPr>
              <a:t>Canonical Data Layer</a:t>
            </a:r>
            <a:br>
              <a:rPr lang="en-US" altLang="en-US" sz="1500" dirty="0">
                <a:solidFill>
                  <a:srgbClr val="2562E8"/>
                </a:solidFill>
                <a:latin typeface="Inter Medium" panose="02000503000000020004" pitchFamily="2" charset="0"/>
                <a:ea typeface="Inter Medium" panose="02000503000000020004" pitchFamily="2" charset="0"/>
              </a:rPr>
            </a:br>
            <a:r>
              <a:rPr lang="en-US" altLang="en-US" sz="1400" dirty="0">
                <a:solidFill>
                  <a:schemeClr val="tx1">
                    <a:lumMod val="85000"/>
                    <a:lumOff val="15000"/>
                  </a:schemeClr>
                </a:solidFill>
                <a:latin typeface="Inter Medium" panose="02000503000000020004" pitchFamily="2" charset="0"/>
                <a:ea typeface="Inter Medium" panose="02000503000000020004" pitchFamily="2" charset="0"/>
              </a:rPr>
              <a:t>One spine for entity, branch, chart of accounts, counterparty, vehicle and part, carrying both mapping sets.</a:t>
            </a:r>
          </a:p>
        </p:txBody>
      </p:sp>
      <p:sp>
        <p:nvSpPr>
          <p:cNvPr id="71" name="Content Placeholder 1">
            <a:extLst>
              <a:ext uri="{FF2B5EF4-FFF2-40B4-BE49-F238E27FC236}">
                <a16:creationId xmlns:a16="http://schemas.microsoft.com/office/drawing/2014/main" id="{0B5BA400-D593-CF7A-5E61-E3D0849970F0}"/>
              </a:ext>
            </a:extLst>
          </p:cNvPr>
          <p:cNvSpPr txBox="1">
            <a:spLocks noChangeArrowheads="1"/>
          </p:cNvSpPr>
          <p:nvPr/>
        </p:nvSpPr>
        <p:spPr bwMode="auto">
          <a:xfrm>
            <a:off x="540048" y="3557654"/>
            <a:ext cx="3002901" cy="118483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00000"/>
              </a:lnSpc>
              <a:buNone/>
            </a:pPr>
            <a:r>
              <a:rPr lang="en-US" altLang="en-US" sz="1500">
                <a:solidFill>
                  <a:srgbClr val="2562E8"/>
                </a:solidFill>
                <a:latin typeface="Inter Medium" panose="02000503000000020004" pitchFamily="2" charset="0"/>
                <a:ea typeface="Inter Medium" panose="02000503000000020004" pitchFamily="2" charset="0"/>
              </a:rPr>
              <a:t>Reconciliation Engine</a:t>
            </a:r>
            <a:br>
              <a:rPr lang="en-US" altLang="en-US" sz="1400">
                <a:solidFill>
                  <a:srgbClr val="2562E8"/>
                </a:solidFill>
                <a:latin typeface="Inter Medium" panose="02000503000000020004" pitchFamily="2" charset="0"/>
                <a:ea typeface="Inter Medium" panose="02000503000000020004" pitchFamily="2" charset="0"/>
              </a:rPr>
            </a:br>
            <a:r>
              <a:rPr lang="en-US" altLang="en-US" sz="1400">
                <a:solidFill>
                  <a:schemeClr val="tx1">
                    <a:lumMod val="85000"/>
                    <a:lumOff val="15000"/>
                  </a:schemeClr>
                </a:solidFill>
                <a:latin typeface="Inter Medium" panose="02000503000000020004" pitchFamily="2" charset="0"/>
                <a:ea typeface="Inter Medium" panose="02000503000000020004" pitchFamily="2" charset="0"/>
              </a:rPr>
              <a:t>Interbranch, intercompany, OEM, GST and ledger reconciliations run as configuration rather than code, matched within set tolerances.</a:t>
            </a:r>
          </a:p>
        </p:txBody>
      </p:sp>
      <p:pic>
        <p:nvPicPr>
          <p:cNvPr id="72" name="Graphic 71">
            <a:extLst>
              <a:ext uri="{FF2B5EF4-FFF2-40B4-BE49-F238E27FC236}">
                <a16:creationId xmlns:a16="http://schemas.microsoft.com/office/drawing/2014/main" id="{5400ADCD-803A-8372-8D75-BF9C9C2AA52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610871" y="1248551"/>
            <a:ext cx="547212" cy="547212"/>
          </a:xfrm>
          <a:prstGeom prst="rect">
            <a:avLst/>
          </a:prstGeom>
        </p:spPr>
      </p:pic>
      <p:pic>
        <p:nvPicPr>
          <p:cNvPr id="73" name="Graphic 72">
            <a:extLst>
              <a:ext uri="{FF2B5EF4-FFF2-40B4-BE49-F238E27FC236}">
                <a16:creationId xmlns:a16="http://schemas.microsoft.com/office/drawing/2014/main" id="{477294F0-5917-9A03-F7A8-CA5AF9EF5B9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727557" y="2369449"/>
            <a:ext cx="553163" cy="553163"/>
          </a:xfrm>
          <a:prstGeom prst="rect">
            <a:avLst/>
          </a:prstGeom>
        </p:spPr>
      </p:pic>
      <p:pic>
        <p:nvPicPr>
          <p:cNvPr id="74" name="Graphic 73">
            <a:extLst>
              <a:ext uri="{FF2B5EF4-FFF2-40B4-BE49-F238E27FC236}">
                <a16:creationId xmlns:a16="http://schemas.microsoft.com/office/drawing/2014/main" id="{91161637-B007-AFF7-2766-8E285FA72F8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7828625" y="4057489"/>
            <a:ext cx="351027" cy="351027"/>
          </a:xfrm>
          <a:prstGeom prst="rect">
            <a:avLst/>
          </a:prstGeom>
        </p:spPr>
      </p:pic>
      <p:pic>
        <p:nvPicPr>
          <p:cNvPr id="75" name="Graphic 74">
            <a:extLst>
              <a:ext uri="{FF2B5EF4-FFF2-40B4-BE49-F238E27FC236}">
                <a16:creationId xmlns:a16="http://schemas.microsoft.com/office/drawing/2014/main" id="{B4DA82C5-356A-CFF0-EC4F-A28793662C0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6638251" y="5089617"/>
            <a:ext cx="492451" cy="492451"/>
          </a:xfrm>
          <a:prstGeom prst="rect">
            <a:avLst/>
          </a:prstGeom>
        </p:spPr>
      </p:pic>
      <p:sp>
        <p:nvSpPr>
          <p:cNvPr id="76" name="TextBox 75">
            <a:extLst>
              <a:ext uri="{FF2B5EF4-FFF2-40B4-BE49-F238E27FC236}">
                <a16:creationId xmlns:a16="http://schemas.microsoft.com/office/drawing/2014/main" id="{71AD4426-919E-3D0D-3E0D-A31585DF3803}"/>
              </a:ext>
            </a:extLst>
          </p:cNvPr>
          <p:cNvSpPr txBox="1"/>
          <p:nvPr/>
        </p:nvSpPr>
        <p:spPr>
          <a:xfrm>
            <a:off x="7828626" y="4998134"/>
            <a:ext cx="3710796" cy="1298509"/>
          </a:xfrm>
          <a:prstGeom prst="rect">
            <a:avLst/>
          </a:prstGeom>
        </p:spPr>
        <p:txBody>
          <a:bodyPr vert="horz" lIns="91440" tIns="45720" rIns="91440" bIns="45720" rtlCol="0">
            <a:normAutofit/>
          </a:bodyPr>
          <a:lstStyle>
            <a:lvl1pPr indent="0">
              <a:lnSpc>
                <a:spcPct val="100000"/>
              </a:lnSpc>
              <a:spcBef>
                <a:spcPts val="1000"/>
              </a:spcBef>
              <a:buFont typeface="Arial" panose="020B0604020202020204" pitchFamily="34" charset="0"/>
              <a:buNone/>
              <a:defRPr sz="1400">
                <a:solidFill>
                  <a:schemeClr val="tx1">
                    <a:lumMod val="85000"/>
                    <a:lumOff val="15000"/>
                  </a:schemeClr>
                </a:solidFill>
                <a:latin typeface="Inter Medium" panose="02000503000000020004" pitchFamily="2" charset="0"/>
                <a:ea typeface="Inter Medium" panose="02000503000000020004" pitchFamily="2" charset="0"/>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en-US" sz="1500">
                <a:solidFill>
                  <a:srgbClr val="2562E8"/>
                </a:solidFill>
              </a:rPr>
              <a:t>Treasury &amp; Provisioning</a:t>
            </a:r>
            <a:br>
              <a:rPr lang="en-US" altLang="en-US" sz="1500">
                <a:solidFill>
                  <a:srgbClr val="2562E8"/>
                </a:solidFill>
              </a:rPr>
            </a:br>
            <a:r>
              <a:rPr lang="en-US" altLang="en-US"/>
              <a:t>Consolidated fund position, collections and payables due for working capital planning, with expected credit loss computed monthly rather than quarterly.</a:t>
            </a:r>
          </a:p>
        </p:txBody>
      </p:sp>
      <p:sp>
        <p:nvSpPr>
          <p:cNvPr id="77" name="TextBox 76">
            <a:extLst>
              <a:ext uri="{FF2B5EF4-FFF2-40B4-BE49-F238E27FC236}">
                <a16:creationId xmlns:a16="http://schemas.microsoft.com/office/drawing/2014/main" id="{01888F63-D533-5566-8041-B6BF122B508F}"/>
              </a:ext>
            </a:extLst>
          </p:cNvPr>
          <p:cNvSpPr txBox="1"/>
          <p:nvPr/>
        </p:nvSpPr>
        <p:spPr>
          <a:xfrm>
            <a:off x="7828626" y="866369"/>
            <a:ext cx="3710796" cy="927859"/>
          </a:xfrm>
          <a:prstGeom prst="rect">
            <a:avLst/>
          </a:prstGeom>
        </p:spPr>
        <p:txBody>
          <a:bodyPr vert="horz" lIns="91440" tIns="45720" rIns="91440" bIns="45720" rtlCol="0">
            <a:normAutofit fontScale="92500"/>
          </a:bodyPr>
          <a:lstStyle>
            <a:lvl1pPr indent="0">
              <a:lnSpc>
                <a:spcPct val="100000"/>
              </a:lnSpc>
              <a:spcBef>
                <a:spcPts val="1000"/>
              </a:spcBef>
              <a:buFont typeface="Arial" panose="020B0604020202020204" pitchFamily="34" charset="0"/>
              <a:buNone/>
              <a:defRPr sz="1400">
                <a:solidFill>
                  <a:schemeClr val="tx1">
                    <a:lumMod val="85000"/>
                    <a:lumOff val="15000"/>
                  </a:schemeClr>
                </a:solidFill>
                <a:latin typeface="Inter Medium" panose="02000503000000020004" pitchFamily="2" charset="0"/>
                <a:ea typeface="Inter Medium" panose="02000503000000020004" pitchFamily="2" charset="0"/>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en-US" sz="1500">
                <a:solidFill>
                  <a:srgbClr val="2562E8"/>
                </a:solidFill>
              </a:rPr>
              <a:t>Group Consolidation &amp; Reporting</a:t>
            </a:r>
            <a:br>
              <a:rPr lang="en-US" altLang="en-US" sz="1500">
                <a:solidFill>
                  <a:srgbClr val="2562E8"/>
                </a:solidFill>
              </a:rPr>
            </a:br>
            <a:r>
              <a:rPr lang="en-US" altLang="en-US"/>
              <a:t>Monthly P&amp;L, balance sheet, cash flow and ratios at group and entity level, with schedules generated and figures traceable to source records.</a:t>
            </a:r>
          </a:p>
        </p:txBody>
      </p:sp>
      <p:sp>
        <p:nvSpPr>
          <p:cNvPr id="78" name="TextBox 77">
            <a:extLst>
              <a:ext uri="{FF2B5EF4-FFF2-40B4-BE49-F238E27FC236}">
                <a16:creationId xmlns:a16="http://schemas.microsoft.com/office/drawing/2014/main" id="{D8A25D9D-9F2E-9379-BFE4-148A30924B8B}"/>
              </a:ext>
            </a:extLst>
          </p:cNvPr>
          <p:cNvSpPr txBox="1"/>
          <p:nvPr/>
        </p:nvSpPr>
        <p:spPr>
          <a:xfrm>
            <a:off x="8631257" y="2102217"/>
            <a:ext cx="3328075" cy="1150879"/>
          </a:xfrm>
          <a:prstGeom prst="rect">
            <a:avLst/>
          </a:prstGeom>
        </p:spPr>
        <p:txBody>
          <a:bodyPr vert="horz" lIns="91440" tIns="45720" rIns="91440" bIns="45720" rtlCol="0">
            <a:normAutofit/>
          </a:bodyPr>
          <a:lstStyle>
            <a:lvl1pPr indent="0">
              <a:lnSpc>
                <a:spcPct val="100000"/>
              </a:lnSpc>
              <a:spcBef>
                <a:spcPts val="1000"/>
              </a:spcBef>
              <a:buFont typeface="Arial" panose="020B0604020202020204" pitchFamily="34" charset="0"/>
              <a:buNone/>
              <a:defRPr sz="1400">
                <a:solidFill>
                  <a:schemeClr val="tx1">
                    <a:lumMod val="85000"/>
                    <a:lumOff val="15000"/>
                  </a:schemeClr>
                </a:solidFill>
                <a:latin typeface="Inter Medium" panose="02000503000000020004" pitchFamily="2" charset="0"/>
                <a:ea typeface="Inter Medium" panose="02000503000000020004" pitchFamily="2" charset="0"/>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en-US" sz="1500">
                <a:solidFill>
                  <a:srgbClr val="2562E8"/>
                </a:solidFill>
              </a:rPr>
              <a:t>Exception &amp; Case Management</a:t>
            </a:r>
            <a:br>
              <a:rPr lang="en-US" altLang="en-US" sz="1500">
                <a:solidFill>
                  <a:srgbClr val="2562E8"/>
                </a:solidFill>
              </a:rPr>
            </a:br>
            <a:r>
              <a:rPr lang="en-US" altLang="en-US"/>
              <a:t>Every failed check becomes a case with value, age, owner and proposed cause, chased to closure.</a:t>
            </a:r>
          </a:p>
        </p:txBody>
      </p:sp>
      <p:sp>
        <p:nvSpPr>
          <p:cNvPr id="79" name="TextBox 78">
            <a:extLst>
              <a:ext uri="{FF2B5EF4-FFF2-40B4-BE49-F238E27FC236}">
                <a16:creationId xmlns:a16="http://schemas.microsoft.com/office/drawing/2014/main" id="{A106F968-F055-C62F-4FEE-710015FD8F84}"/>
              </a:ext>
            </a:extLst>
          </p:cNvPr>
          <p:cNvSpPr txBox="1"/>
          <p:nvPr/>
        </p:nvSpPr>
        <p:spPr>
          <a:xfrm>
            <a:off x="8643531" y="3574634"/>
            <a:ext cx="3008423" cy="1150879"/>
          </a:xfrm>
          <a:prstGeom prst="rect">
            <a:avLst/>
          </a:prstGeom>
        </p:spPr>
        <p:txBody>
          <a:bodyPr vert="horz" lIns="91440" tIns="45720" rIns="91440" bIns="45720" rtlCol="0">
            <a:normAutofit/>
          </a:bodyPr>
          <a:lstStyle>
            <a:lvl1pPr indent="0">
              <a:lnSpc>
                <a:spcPct val="100000"/>
              </a:lnSpc>
              <a:spcBef>
                <a:spcPts val="1000"/>
              </a:spcBef>
              <a:buFont typeface="Arial" panose="020B0604020202020204" pitchFamily="34" charset="0"/>
              <a:buNone/>
              <a:defRPr sz="1400">
                <a:solidFill>
                  <a:schemeClr val="tx1">
                    <a:lumMod val="85000"/>
                    <a:lumOff val="15000"/>
                  </a:schemeClr>
                </a:solidFill>
                <a:latin typeface="Inter Medium" panose="02000503000000020004" pitchFamily="2" charset="0"/>
                <a:ea typeface="Inter Medium" panose="02000503000000020004" pitchFamily="2" charset="0"/>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en-US" sz="1500">
                <a:solidFill>
                  <a:srgbClr val="2562E8"/>
                </a:solidFill>
              </a:rPr>
              <a:t>Controls &amp; Assurance</a:t>
            </a:r>
            <a:br>
              <a:rPr lang="en-US" altLang="en-US" sz="1500">
                <a:solidFill>
                  <a:srgbClr val="2562E8"/>
                </a:solidFill>
              </a:rPr>
            </a:br>
            <a:r>
              <a:rPr lang="en-US" altLang="en-US"/>
              <a:t>Controls, delegations of authority and SOP limits configured once and tested continuously against every transaction.</a:t>
            </a:r>
          </a:p>
        </p:txBody>
      </p:sp>
      <p:pic>
        <p:nvPicPr>
          <p:cNvPr id="2" name="Picture 1">
            <a:extLst>
              <a:ext uri="{FF2B5EF4-FFF2-40B4-BE49-F238E27FC236}">
                <a16:creationId xmlns:a16="http://schemas.microsoft.com/office/drawing/2014/main" id="{55DE7BD2-3E30-D4A7-961A-E94450F18CA3}"/>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0383703" y="237273"/>
            <a:ext cx="1613776" cy="290883"/>
          </a:xfrm>
          <a:prstGeom prst="rect">
            <a:avLst/>
          </a:prstGeom>
        </p:spPr>
      </p:pic>
      <p:sp>
        <p:nvSpPr>
          <p:cNvPr id="3" name="Title 1">
            <a:extLst>
              <a:ext uri="{FF2B5EF4-FFF2-40B4-BE49-F238E27FC236}">
                <a16:creationId xmlns:a16="http://schemas.microsoft.com/office/drawing/2014/main" id="{C9460045-8991-23B2-8336-52941D874AB5}"/>
              </a:ext>
            </a:extLst>
          </p:cNvPr>
          <p:cNvSpPr txBox="1">
            <a:spLocks/>
          </p:cNvSpPr>
          <p:nvPr/>
        </p:nvSpPr>
        <p:spPr>
          <a:xfrm>
            <a:off x="790057" y="294262"/>
            <a:ext cx="5793203" cy="461665"/>
          </a:xfrm>
          <a:prstGeom prst="rect">
            <a:avLst/>
          </a:prstGeom>
          <a:noFill/>
        </p:spPr>
        <p:txBody>
          <a:bodyPr wrap="square">
            <a:spAutoFit/>
          </a:bodyPr>
          <a:lstStyle>
            <a:defPPr>
              <a:defRPr lang="en-US"/>
            </a:defPPr>
            <a:lvl1pPr indent="0">
              <a:buNone/>
              <a:defRPr sz="240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dirty="0"/>
              <a:t>Our Solution</a:t>
            </a:r>
            <a:endParaRPr lang="en-US" dirty="0"/>
          </a:p>
        </p:txBody>
      </p:sp>
    </p:spTree>
    <p:extLst>
      <p:ext uri="{BB962C8B-B14F-4D97-AF65-F5344CB8AC3E}">
        <p14:creationId xmlns:p14="http://schemas.microsoft.com/office/powerpoint/2010/main" val="151742349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C82354-3EFE-6972-B6D3-CD560C21B98A}"/>
            </a:ext>
          </a:extLst>
        </p:cNvPr>
        <p:cNvGrpSpPr/>
        <p:nvPr/>
      </p:nvGrpSpPr>
      <p:grpSpPr>
        <a:xfrm>
          <a:off x="0" y="0"/>
          <a:ext cx="0" cy="0"/>
          <a:chOff x="0" y="0"/>
          <a:chExt cx="0" cy="0"/>
        </a:xfrm>
      </p:grpSpPr>
      <p:sp>
        <p:nvSpPr>
          <p:cNvPr id="2194" name="Rectangle 2193">
            <a:extLst>
              <a:ext uri="{FF2B5EF4-FFF2-40B4-BE49-F238E27FC236}">
                <a16:creationId xmlns:a16="http://schemas.microsoft.com/office/drawing/2014/main" id="{CAAD2325-01D9-D580-A760-D959642BA114}"/>
              </a:ext>
            </a:extLst>
          </p:cNvPr>
          <p:cNvSpPr/>
          <p:nvPr/>
        </p:nvSpPr>
        <p:spPr>
          <a:xfrm flipV="1">
            <a:off x="-1" y="2383351"/>
            <a:ext cx="12192000" cy="1338754"/>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7" name="Content Placeholder 2">
            <a:extLst>
              <a:ext uri="{FF2B5EF4-FFF2-40B4-BE49-F238E27FC236}">
                <a16:creationId xmlns:a16="http://schemas.microsoft.com/office/drawing/2014/main" id="{7E0C31B6-80A4-F4D0-A835-0E9CB6ED0A01}"/>
              </a:ext>
            </a:extLst>
          </p:cNvPr>
          <p:cNvSpPr txBox="1">
            <a:spLocks/>
          </p:cNvSpPr>
          <p:nvPr/>
        </p:nvSpPr>
        <p:spPr>
          <a:xfrm>
            <a:off x="419338" y="1115457"/>
            <a:ext cx="11252709" cy="892637"/>
          </a:xfrm>
          <a:prstGeom prst="rect">
            <a:avLst/>
          </a:prstGeom>
        </p:spPr>
        <p:txBody>
          <a:bodyPr vert="horz" lIns="91440" tIns="45720" rIns="91440" bIns="45720" rtlCol="0">
            <a:normAutofit fontScale="92500" lnSpcReduction="10000"/>
          </a:bodyPr>
          <a:lstStyle>
            <a:defPPr>
              <a:defRPr lang="en-US"/>
            </a:defPPr>
            <a:lvl1pPr indent="0">
              <a:lnSpc>
                <a:spcPct val="90000"/>
              </a:lnSpc>
              <a:spcBef>
                <a:spcPts val="1000"/>
              </a:spcBef>
              <a:buFont typeface="Arial" panose="020B0604020202020204" pitchFamily="34" charset="0"/>
              <a:buNone/>
              <a:defRPr sz="4400" spc="-150">
                <a:solidFill>
                  <a:schemeClr val="tx1">
                    <a:lumMod val="75000"/>
                    <a:lumOff val="25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3200" dirty="0">
                <a:latin typeface="Satoshi Medium"/>
              </a:rPr>
              <a:t>Capture, close and reporting each hold one part of the picture, and no consolidated set of numbers exists between them.</a:t>
            </a:r>
          </a:p>
          <a:p>
            <a:endParaRPr lang="en-IN" sz="3200" dirty="0">
              <a:latin typeface="Satoshi Medium"/>
            </a:endParaRPr>
          </a:p>
        </p:txBody>
      </p:sp>
      <p:sp>
        <p:nvSpPr>
          <p:cNvPr id="17" name="Title 1">
            <a:extLst>
              <a:ext uri="{FF2B5EF4-FFF2-40B4-BE49-F238E27FC236}">
                <a16:creationId xmlns:a16="http://schemas.microsoft.com/office/drawing/2014/main" id="{C3589410-BA8F-633C-0E19-1DEC6640D0E0}"/>
              </a:ext>
            </a:extLst>
          </p:cNvPr>
          <p:cNvSpPr txBox="1">
            <a:spLocks/>
          </p:cNvSpPr>
          <p:nvPr/>
        </p:nvSpPr>
        <p:spPr>
          <a:xfrm>
            <a:off x="419338" y="699621"/>
            <a:ext cx="5793203" cy="340285"/>
          </a:xfrm>
          <a:prstGeom prst="rect">
            <a:avLst/>
          </a:prstGeom>
        </p:spPr>
        <p:txBody>
          <a:bodyPr vert="horz" lIns="91440" tIns="45720" rIns="91440" bIns="45720" rtlCol="0">
            <a:normAutofit fontScale="92500" lnSpcReduction="10000"/>
          </a:bodyPr>
          <a:lstStyle>
            <a:defPPr>
              <a:defRPr lang="en-US"/>
            </a:defPPr>
            <a:lvl1pPr indent="0">
              <a:lnSpc>
                <a:spcPct val="90000"/>
              </a:lnSpc>
              <a:spcBef>
                <a:spcPts val="1000"/>
              </a:spcBef>
              <a:buFont typeface="Arial" panose="020B0604020202020204" pitchFamily="34" charset="0"/>
              <a:buNone/>
              <a:defRPr sz="2000" spc="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IN">
                <a:latin typeface="Satoshi Medium"/>
              </a:rPr>
              <a:t>The Finance Cycle: Where It Breaks Down</a:t>
            </a:r>
          </a:p>
        </p:txBody>
      </p:sp>
      <p:grpSp>
        <p:nvGrpSpPr>
          <p:cNvPr id="25" name="Group 24">
            <a:extLst>
              <a:ext uri="{FF2B5EF4-FFF2-40B4-BE49-F238E27FC236}">
                <a16:creationId xmlns:a16="http://schemas.microsoft.com/office/drawing/2014/main" id="{08EEED7E-7299-7B32-9166-B15496187929}"/>
              </a:ext>
            </a:extLst>
          </p:cNvPr>
          <p:cNvGrpSpPr/>
          <p:nvPr/>
        </p:nvGrpSpPr>
        <p:grpSpPr>
          <a:xfrm>
            <a:off x="0" y="2575380"/>
            <a:ext cx="12192000" cy="4282620"/>
            <a:chOff x="0" y="1192924"/>
            <a:chExt cx="7315200" cy="5619358"/>
          </a:xfrm>
        </p:grpSpPr>
        <p:sp>
          <p:nvSpPr>
            <p:cNvPr id="19" name="Rectangle 18">
              <a:extLst>
                <a:ext uri="{FF2B5EF4-FFF2-40B4-BE49-F238E27FC236}">
                  <a16:creationId xmlns:a16="http://schemas.microsoft.com/office/drawing/2014/main" id="{1D8FE40E-C9B2-0517-7770-62254D83450A}"/>
                </a:ext>
              </a:extLst>
            </p:cNvPr>
            <p:cNvSpPr/>
            <p:nvPr/>
          </p:nvSpPr>
          <p:spPr>
            <a:xfrm>
              <a:off x="0" y="1192924"/>
              <a:ext cx="2438400" cy="5619358"/>
            </a:xfrm>
            <a:prstGeom prst="rect">
              <a:avLst/>
            </a:prstGeom>
            <a:solidFill>
              <a:srgbClr val="2562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21" name="Rectangle 20">
              <a:extLst>
                <a:ext uri="{FF2B5EF4-FFF2-40B4-BE49-F238E27FC236}">
                  <a16:creationId xmlns:a16="http://schemas.microsoft.com/office/drawing/2014/main" id="{763A89CB-B06C-AAF6-9962-35D76169B5A5}"/>
                </a:ext>
              </a:extLst>
            </p:cNvPr>
            <p:cNvSpPr/>
            <p:nvPr/>
          </p:nvSpPr>
          <p:spPr>
            <a:xfrm>
              <a:off x="2438400" y="1192924"/>
              <a:ext cx="2438400" cy="5619358"/>
            </a:xfrm>
            <a:prstGeom prst="rect">
              <a:avLst/>
            </a:prstGeom>
            <a:solidFill>
              <a:srgbClr val="5181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23" name="Rectangle 22">
              <a:extLst>
                <a:ext uri="{FF2B5EF4-FFF2-40B4-BE49-F238E27FC236}">
                  <a16:creationId xmlns:a16="http://schemas.microsoft.com/office/drawing/2014/main" id="{70F4D21D-E89F-5FB2-8E82-66AE79C2CC2F}"/>
                </a:ext>
              </a:extLst>
            </p:cNvPr>
            <p:cNvSpPr/>
            <p:nvPr/>
          </p:nvSpPr>
          <p:spPr>
            <a:xfrm>
              <a:off x="4876800" y="1192924"/>
              <a:ext cx="2438400" cy="5619358"/>
            </a:xfrm>
            <a:prstGeom prst="rect">
              <a:avLst/>
            </a:prstGeom>
            <a:solidFill>
              <a:srgbClr val="AFCEE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grpSp>
      <p:sp>
        <p:nvSpPr>
          <p:cNvPr id="26" name="TextBox 25">
            <a:extLst>
              <a:ext uri="{FF2B5EF4-FFF2-40B4-BE49-F238E27FC236}">
                <a16:creationId xmlns:a16="http://schemas.microsoft.com/office/drawing/2014/main" id="{87DED6F1-ABA4-2C95-9A72-B266270947DC}"/>
              </a:ext>
            </a:extLst>
          </p:cNvPr>
          <p:cNvSpPr txBox="1"/>
          <p:nvPr/>
        </p:nvSpPr>
        <p:spPr>
          <a:xfrm>
            <a:off x="8461247" y="4771361"/>
            <a:ext cx="3397504" cy="1565939"/>
          </a:xfrm>
          <a:prstGeom prst="rect">
            <a:avLst/>
          </a:prstGeom>
        </p:spPr>
        <p:txBody>
          <a:bodyPr vert="horz" lIns="91440" tIns="45720" rIns="91440" bIns="45720" rtlCol="0">
            <a:normAutofit lnSpcReduction="10000"/>
          </a:bodyPr>
          <a:lstStyle>
            <a:defPPr>
              <a:defRPr lang="en-US"/>
            </a:defPPr>
            <a:lvl1pPr indent="0">
              <a:lnSpc>
                <a:spcPct val="100000"/>
              </a:lnSpc>
              <a:spcBef>
                <a:spcPts val="1000"/>
              </a:spcBef>
              <a:buFont typeface="Arial" panose="020B0604020202020204" pitchFamily="34" charset="0"/>
              <a:buNone/>
              <a:defRPr sz="1400" spc="0">
                <a:solidFill>
                  <a:schemeClr val="bg1"/>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a:solidFill>
                  <a:schemeClr val="tx1">
                    <a:lumMod val="85000"/>
                    <a:lumOff val="15000"/>
                  </a:schemeClr>
                </a:solidFill>
                <a:latin typeface="Satoshi Medium"/>
              </a:rPr>
              <a:t>No group level monthly view, so treasury cannot forecast working capital</a:t>
            </a:r>
          </a:p>
          <a:p>
            <a:r>
              <a:rPr lang="en-GB" sz="1600">
                <a:solidFill>
                  <a:schemeClr val="tx1">
                    <a:lumMod val="85000"/>
                    <a:lumOff val="15000"/>
                  </a:schemeClr>
                </a:solidFill>
                <a:latin typeface="Satoshi Medium"/>
              </a:rPr>
              <a:t>Controls are tested by hand against policy documents that differ by company</a:t>
            </a:r>
          </a:p>
        </p:txBody>
      </p:sp>
      <p:sp>
        <p:nvSpPr>
          <p:cNvPr id="30" name="TextBox 29">
            <a:extLst>
              <a:ext uri="{FF2B5EF4-FFF2-40B4-BE49-F238E27FC236}">
                <a16:creationId xmlns:a16="http://schemas.microsoft.com/office/drawing/2014/main" id="{209938D5-0E85-B79E-AAD7-FB2BAAAF736D}"/>
              </a:ext>
            </a:extLst>
          </p:cNvPr>
          <p:cNvSpPr txBox="1"/>
          <p:nvPr/>
        </p:nvSpPr>
        <p:spPr>
          <a:xfrm>
            <a:off x="419338" y="4771361"/>
            <a:ext cx="3311414" cy="1845008"/>
          </a:xfrm>
          <a:prstGeom prst="rect">
            <a:avLst/>
          </a:prstGeom>
        </p:spPr>
        <p:txBody>
          <a:bodyPr vert="horz" lIns="91440" tIns="45720" rIns="91440" bIns="45720" rtlCol="0">
            <a:normAutofit/>
          </a:bodyPr>
          <a:lstStyle>
            <a:defPPr>
              <a:defRPr lang="en-US"/>
            </a:defPPr>
            <a:lvl1pPr indent="0">
              <a:lnSpc>
                <a:spcPct val="100000"/>
              </a:lnSpc>
              <a:spcBef>
                <a:spcPts val="1000"/>
              </a:spcBef>
              <a:buFont typeface="Arial" panose="020B0604020202020204" pitchFamily="34" charset="0"/>
              <a:buNone/>
              <a:defRPr sz="1400" spc="0">
                <a:solidFill>
                  <a:schemeClr val="tx1">
                    <a:lumMod val="85000"/>
                    <a:lumOff val="15000"/>
                  </a:schemeClr>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dirty="0">
                <a:solidFill>
                  <a:schemeClr val="bg1"/>
                </a:solidFill>
                <a:latin typeface="Satoshi Medium"/>
              </a:rPr>
              <a:t>Entries post into roughly 80 Tally instances with no consolidation between them</a:t>
            </a:r>
            <a:br>
              <a:rPr lang="en-GB" sz="1600" dirty="0">
                <a:solidFill>
                  <a:schemeClr val="bg1"/>
                </a:solidFill>
                <a:latin typeface="Satoshi Medium"/>
              </a:rPr>
            </a:br>
            <a:br>
              <a:rPr lang="en-GB" sz="900" dirty="0">
                <a:solidFill>
                  <a:schemeClr val="bg1"/>
                </a:solidFill>
                <a:latin typeface="Satoshi Medium"/>
              </a:rPr>
            </a:br>
            <a:r>
              <a:rPr lang="en-GB" sz="1600" dirty="0">
                <a:solidFill>
                  <a:schemeClr val="bg1"/>
                </a:solidFill>
                <a:latin typeface="Satoshi Medium"/>
              </a:rPr>
              <a:t>Every Maruti invoice is keyed twice, once in the DMS and once in Wings</a:t>
            </a:r>
          </a:p>
        </p:txBody>
      </p:sp>
      <p:sp>
        <p:nvSpPr>
          <p:cNvPr id="2180" name="TextBox 2179">
            <a:extLst>
              <a:ext uri="{FF2B5EF4-FFF2-40B4-BE49-F238E27FC236}">
                <a16:creationId xmlns:a16="http://schemas.microsoft.com/office/drawing/2014/main" id="{2197F9FA-DF65-04F8-D19A-F990415A423C}"/>
              </a:ext>
            </a:extLst>
          </p:cNvPr>
          <p:cNvSpPr txBox="1"/>
          <p:nvPr/>
        </p:nvSpPr>
        <p:spPr>
          <a:xfrm>
            <a:off x="4321046" y="4771361"/>
            <a:ext cx="3552954" cy="1758529"/>
          </a:xfrm>
          <a:prstGeom prst="rect">
            <a:avLst/>
          </a:prstGeom>
        </p:spPr>
        <p:txBody>
          <a:bodyPr vert="horz" lIns="91440" tIns="45720" rIns="91440" bIns="45720" rtlCol="0">
            <a:normAutofit/>
          </a:bodyPr>
          <a:lstStyle>
            <a:defPPr>
              <a:defRPr lang="en-US"/>
            </a:defPPr>
            <a:lvl1pPr indent="0">
              <a:lnSpc>
                <a:spcPct val="100000"/>
              </a:lnSpc>
              <a:spcBef>
                <a:spcPts val="1000"/>
              </a:spcBef>
              <a:buFont typeface="Arial" panose="020B0604020202020204" pitchFamily="34" charset="0"/>
              <a:buNone/>
              <a:defRPr sz="1400" spc="0">
                <a:solidFill>
                  <a:schemeClr val="bg1"/>
                </a:solidFill>
                <a:latin typeface="Inter Medium" panose="02000503000000020004" pitchFamily="2" charset="0"/>
                <a:ea typeface="Inter Medium" panose="02000503000000020004" pitchFamily="2"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sz="1600" dirty="0">
                <a:latin typeface="Satoshi Medium"/>
              </a:rPr>
              <a:t>Interbranch, intercompany, OEM and GST reconciliations are all worked by hand</a:t>
            </a:r>
          </a:p>
          <a:p>
            <a:r>
              <a:rPr lang="en-GB" sz="1600" dirty="0">
                <a:latin typeface="Satoshi Medium"/>
              </a:rPr>
              <a:t>Month end consolidation takes four to five days and produces P&amp;L only, per entity</a:t>
            </a:r>
          </a:p>
          <a:p>
            <a:endParaRPr lang="en-GB" sz="1600" dirty="0">
              <a:latin typeface="Satoshi Medium"/>
            </a:endParaRPr>
          </a:p>
        </p:txBody>
      </p:sp>
      <p:pic>
        <p:nvPicPr>
          <p:cNvPr id="2187" name="Picture 2186">
            <a:extLst>
              <a:ext uri="{FF2B5EF4-FFF2-40B4-BE49-F238E27FC236}">
                <a16:creationId xmlns:a16="http://schemas.microsoft.com/office/drawing/2014/main" id="{B366F71B-F4F7-36BB-A20C-4E23833C8A83}"/>
              </a:ext>
            </a:extLst>
          </p:cNvPr>
          <p:cNvPicPr>
            <a:picLocks noChangeAspect="1"/>
          </p:cNvPicPr>
          <p:nvPr/>
        </p:nvPicPr>
        <p:blipFill>
          <a:blip r:embed="rId2">
            <a:extLst>
              <a:ext uri="{28A0092B-C50C-407E-A947-70E740481C1C}">
                <a14:useLocalDpi xmlns:a14="http://schemas.microsoft.com/office/drawing/2010/main" val="0"/>
              </a:ext>
            </a:extLst>
          </a:blip>
          <a:srcRect l="35506" t="32889" r="1452" b="5981"/>
          <a:stretch>
            <a:fillRect/>
          </a:stretch>
        </p:blipFill>
        <p:spPr>
          <a:xfrm>
            <a:off x="1" y="2435199"/>
            <a:ext cx="4064000" cy="2078170"/>
          </a:xfrm>
          <a:prstGeom prst="rect">
            <a:avLst/>
          </a:prstGeom>
        </p:spPr>
      </p:pic>
      <p:pic>
        <p:nvPicPr>
          <p:cNvPr id="2189" name="Picture 2188">
            <a:extLst>
              <a:ext uri="{FF2B5EF4-FFF2-40B4-BE49-F238E27FC236}">
                <a16:creationId xmlns:a16="http://schemas.microsoft.com/office/drawing/2014/main" id="{778EAD8A-0F40-4DC5-E7D1-07FC015D7F46}"/>
              </a:ext>
            </a:extLst>
          </p:cNvPr>
          <p:cNvPicPr>
            <a:picLocks noChangeAspect="1"/>
          </p:cNvPicPr>
          <p:nvPr/>
        </p:nvPicPr>
        <p:blipFill>
          <a:blip r:embed="rId3">
            <a:extLst>
              <a:ext uri="{28A0092B-C50C-407E-A947-70E740481C1C}">
                <a14:useLocalDpi xmlns:a14="http://schemas.microsoft.com/office/drawing/2010/main" val="0"/>
              </a:ext>
            </a:extLst>
          </a:blip>
          <a:srcRect t="9996" b="13300"/>
          <a:stretch>
            <a:fillRect/>
          </a:stretch>
        </p:blipFill>
        <p:spPr>
          <a:xfrm>
            <a:off x="4064000" y="2435198"/>
            <a:ext cx="4064000" cy="2078169"/>
          </a:xfrm>
          <a:prstGeom prst="rect">
            <a:avLst/>
          </a:prstGeom>
        </p:spPr>
      </p:pic>
      <p:pic>
        <p:nvPicPr>
          <p:cNvPr id="2191" name="Picture 2190">
            <a:extLst>
              <a:ext uri="{FF2B5EF4-FFF2-40B4-BE49-F238E27FC236}">
                <a16:creationId xmlns:a16="http://schemas.microsoft.com/office/drawing/2014/main" id="{9AA8F56B-6981-BE07-0FAF-B19FDFB447A4}"/>
              </a:ext>
            </a:extLst>
          </p:cNvPr>
          <p:cNvPicPr>
            <a:picLocks noChangeAspect="1"/>
          </p:cNvPicPr>
          <p:nvPr/>
        </p:nvPicPr>
        <p:blipFill>
          <a:blip r:embed="rId4">
            <a:extLst>
              <a:ext uri="{28A0092B-C50C-407E-A947-70E740481C1C}">
                <a14:useLocalDpi xmlns:a14="http://schemas.microsoft.com/office/drawing/2010/main" val="0"/>
              </a:ext>
            </a:extLst>
          </a:blip>
          <a:srcRect l="6682" t="-422" r="36666" b="21414"/>
          <a:stretch>
            <a:fillRect/>
          </a:stretch>
        </p:blipFill>
        <p:spPr>
          <a:xfrm>
            <a:off x="8127999" y="2435199"/>
            <a:ext cx="4064001" cy="2078168"/>
          </a:xfrm>
          <a:prstGeom prst="rect">
            <a:avLst/>
          </a:prstGeom>
        </p:spPr>
      </p:pic>
      <p:sp>
        <p:nvSpPr>
          <p:cNvPr id="3" name="Rectangle 2">
            <a:extLst>
              <a:ext uri="{FF2B5EF4-FFF2-40B4-BE49-F238E27FC236}">
                <a16:creationId xmlns:a16="http://schemas.microsoft.com/office/drawing/2014/main" id="{03E39E60-BDE7-3C47-F22C-8D100E0618B2}"/>
              </a:ext>
            </a:extLst>
          </p:cNvPr>
          <p:cNvSpPr/>
          <p:nvPr/>
        </p:nvSpPr>
        <p:spPr>
          <a:xfrm>
            <a:off x="-2" y="2435199"/>
            <a:ext cx="12192002" cy="2078168"/>
          </a:xfrm>
          <a:prstGeom prst="rect">
            <a:avLst/>
          </a:prstGeom>
          <a:solidFill>
            <a:srgbClr val="2562E8">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4" name="TextBox 3">
            <a:extLst>
              <a:ext uri="{FF2B5EF4-FFF2-40B4-BE49-F238E27FC236}">
                <a16:creationId xmlns:a16="http://schemas.microsoft.com/office/drawing/2014/main" id="{04EED456-AB39-029A-3481-5EF65F3C8DCB}"/>
              </a:ext>
            </a:extLst>
          </p:cNvPr>
          <p:cNvSpPr txBox="1"/>
          <p:nvPr/>
        </p:nvSpPr>
        <p:spPr>
          <a:xfrm>
            <a:off x="419338" y="3355067"/>
            <a:ext cx="3686977" cy="523220"/>
          </a:xfrm>
          <a:prstGeom prst="rect">
            <a:avLst/>
          </a:prstGeom>
          <a:noFill/>
        </p:spPr>
        <p:txBody>
          <a:bodyPr wrap="square">
            <a:spAutoFit/>
          </a:bodyPr>
          <a:lstStyle>
            <a:defPPr>
              <a:defRPr lang="en-US"/>
            </a:defPPr>
            <a:lvl1pPr indent="0">
              <a:buNone/>
              <a:defRPr sz="2400">
                <a:solidFill>
                  <a:srgbClr val="2562E8"/>
                </a:solidFill>
                <a:latin typeface="Satoshi Medium" pitchFamily="50" charset="0"/>
              </a:defRPr>
            </a:lvl1pPr>
          </a:lstStyle>
          <a:p>
            <a:r>
              <a:rPr lang="en-GB" sz="2800" dirty="0">
                <a:solidFill>
                  <a:schemeClr val="bg1"/>
                </a:solidFill>
                <a:latin typeface="Satoshi Medium"/>
              </a:rPr>
              <a:t>Transaction Capture</a:t>
            </a:r>
          </a:p>
        </p:txBody>
      </p:sp>
      <p:sp>
        <p:nvSpPr>
          <p:cNvPr id="5" name="TextBox 4">
            <a:extLst>
              <a:ext uri="{FF2B5EF4-FFF2-40B4-BE49-F238E27FC236}">
                <a16:creationId xmlns:a16="http://schemas.microsoft.com/office/drawing/2014/main" id="{C8364398-2496-749A-ED01-9486EA33DFC3}"/>
              </a:ext>
            </a:extLst>
          </p:cNvPr>
          <p:cNvSpPr txBox="1"/>
          <p:nvPr/>
        </p:nvSpPr>
        <p:spPr>
          <a:xfrm>
            <a:off x="4321048" y="3355067"/>
            <a:ext cx="2943351" cy="954107"/>
          </a:xfrm>
          <a:prstGeom prst="rect">
            <a:avLst/>
          </a:prstGeom>
          <a:noFill/>
        </p:spPr>
        <p:txBody>
          <a:bodyPr wrap="square">
            <a:spAutoFit/>
          </a:bodyPr>
          <a:lstStyle>
            <a:defPPr>
              <a:defRPr lang="en-US"/>
            </a:defPPr>
            <a:lvl1pPr indent="0">
              <a:buNone/>
              <a:defRPr sz="2400">
                <a:solidFill>
                  <a:schemeClr val="bg1"/>
                </a:solidFill>
                <a:latin typeface="Satoshi Medium" pitchFamily="50" charset="0"/>
              </a:defRPr>
            </a:lvl1pPr>
          </a:lstStyle>
          <a:p>
            <a:r>
              <a:rPr lang="en-GB" sz="2800">
                <a:latin typeface="Satoshi Medium"/>
              </a:rPr>
              <a:t>Reconciliation</a:t>
            </a:r>
            <a:br>
              <a:rPr lang="en-GB" sz="2800">
                <a:latin typeface="Satoshi Medium"/>
              </a:rPr>
            </a:br>
            <a:r>
              <a:rPr lang="en-GB" sz="2800">
                <a:latin typeface="Satoshi Medium"/>
              </a:rPr>
              <a:t>and Close</a:t>
            </a:r>
          </a:p>
        </p:txBody>
      </p:sp>
      <p:sp>
        <p:nvSpPr>
          <p:cNvPr id="6" name="TextBox 5">
            <a:extLst>
              <a:ext uri="{FF2B5EF4-FFF2-40B4-BE49-F238E27FC236}">
                <a16:creationId xmlns:a16="http://schemas.microsoft.com/office/drawing/2014/main" id="{02D7E455-0B9D-A27D-ECD2-BD2669E83F5A}"/>
              </a:ext>
            </a:extLst>
          </p:cNvPr>
          <p:cNvSpPr txBox="1"/>
          <p:nvPr/>
        </p:nvSpPr>
        <p:spPr>
          <a:xfrm>
            <a:off x="8461247" y="3355067"/>
            <a:ext cx="3066408" cy="954107"/>
          </a:xfrm>
          <a:prstGeom prst="rect">
            <a:avLst/>
          </a:prstGeom>
          <a:noFill/>
        </p:spPr>
        <p:txBody>
          <a:bodyPr wrap="square">
            <a:spAutoFit/>
          </a:bodyPr>
          <a:lstStyle>
            <a:defPPr>
              <a:defRPr lang="en-US"/>
            </a:defPPr>
            <a:lvl1pPr indent="0">
              <a:buNone/>
              <a:defRPr sz="2400">
                <a:solidFill>
                  <a:schemeClr val="bg1"/>
                </a:solidFill>
                <a:latin typeface="Satoshi Medium" pitchFamily="50" charset="0"/>
              </a:defRPr>
            </a:lvl1pPr>
          </a:lstStyle>
          <a:p>
            <a:r>
              <a:rPr lang="en-GB" sz="2800">
                <a:latin typeface="Satoshi Medium"/>
              </a:rPr>
              <a:t>Reporting &amp;</a:t>
            </a:r>
            <a:br>
              <a:rPr lang="en-GB" sz="2800">
                <a:latin typeface="Satoshi Medium"/>
              </a:rPr>
            </a:br>
            <a:r>
              <a:rPr lang="en-GB" sz="2800">
                <a:latin typeface="Satoshi Medium"/>
              </a:rPr>
              <a:t>Control</a:t>
            </a:r>
          </a:p>
        </p:txBody>
      </p:sp>
      <p:sp>
        <p:nvSpPr>
          <p:cNvPr id="8" name="Oval 7">
            <a:extLst>
              <a:ext uri="{FF2B5EF4-FFF2-40B4-BE49-F238E27FC236}">
                <a16:creationId xmlns:a16="http://schemas.microsoft.com/office/drawing/2014/main" id="{C0E8D412-6C4C-0BB2-CA04-1B5B8A2A1311}"/>
              </a:ext>
            </a:extLst>
          </p:cNvPr>
          <p:cNvSpPr/>
          <p:nvPr/>
        </p:nvSpPr>
        <p:spPr>
          <a:xfrm>
            <a:off x="491086" y="2768766"/>
            <a:ext cx="520700" cy="520700"/>
          </a:xfrm>
          <a:prstGeom prst="ellipse">
            <a:avLst/>
          </a:pr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9" name="Oval 8">
            <a:extLst>
              <a:ext uri="{FF2B5EF4-FFF2-40B4-BE49-F238E27FC236}">
                <a16:creationId xmlns:a16="http://schemas.microsoft.com/office/drawing/2014/main" id="{1EB2DF5B-E370-297A-10F2-076D066609C8}"/>
              </a:ext>
            </a:extLst>
          </p:cNvPr>
          <p:cNvSpPr/>
          <p:nvPr/>
        </p:nvSpPr>
        <p:spPr>
          <a:xfrm>
            <a:off x="4456534" y="2768766"/>
            <a:ext cx="520700" cy="520700"/>
          </a:xfrm>
          <a:prstGeom prst="ellipse">
            <a:avLst/>
          </a:pr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sp>
        <p:nvSpPr>
          <p:cNvPr id="10" name="Oval 9">
            <a:extLst>
              <a:ext uri="{FF2B5EF4-FFF2-40B4-BE49-F238E27FC236}">
                <a16:creationId xmlns:a16="http://schemas.microsoft.com/office/drawing/2014/main" id="{5DB2B182-1C6F-6484-4877-EE3355D088BB}"/>
              </a:ext>
            </a:extLst>
          </p:cNvPr>
          <p:cNvSpPr/>
          <p:nvPr/>
        </p:nvSpPr>
        <p:spPr>
          <a:xfrm>
            <a:off x="8520533" y="2764277"/>
            <a:ext cx="520700" cy="520700"/>
          </a:xfrm>
          <a:prstGeom prst="ellipse">
            <a:avLst/>
          </a:pr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atoshi Medium"/>
            </a:endParaRPr>
          </a:p>
        </p:txBody>
      </p:sp>
      <p:cxnSp>
        <p:nvCxnSpPr>
          <p:cNvPr id="12" name="Straight Connector 11">
            <a:extLst>
              <a:ext uri="{FF2B5EF4-FFF2-40B4-BE49-F238E27FC236}">
                <a16:creationId xmlns:a16="http://schemas.microsoft.com/office/drawing/2014/main" id="{060504B4-D84E-163E-0DAF-976F04C3586F}"/>
              </a:ext>
            </a:extLst>
          </p:cNvPr>
          <p:cNvCxnSpPr/>
          <p:nvPr/>
        </p:nvCxnSpPr>
        <p:spPr>
          <a:xfrm>
            <a:off x="1206500" y="3029116"/>
            <a:ext cx="3068244" cy="0"/>
          </a:xfrm>
          <a:prstGeom prst="line">
            <a:avLst/>
          </a:prstGeom>
          <a:ln w="190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1E58C59-D58F-4B66-A559-3D08599635D9}"/>
              </a:ext>
            </a:extLst>
          </p:cNvPr>
          <p:cNvCxnSpPr/>
          <p:nvPr/>
        </p:nvCxnSpPr>
        <p:spPr>
          <a:xfrm>
            <a:off x="5168900" y="3052728"/>
            <a:ext cx="3068244" cy="0"/>
          </a:xfrm>
          <a:prstGeom prst="line">
            <a:avLst/>
          </a:prstGeom>
          <a:ln w="1905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14" name="Title 1">
            <a:extLst>
              <a:ext uri="{FF2B5EF4-FFF2-40B4-BE49-F238E27FC236}">
                <a16:creationId xmlns:a16="http://schemas.microsoft.com/office/drawing/2014/main" id="{D5BAF6C9-B91D-645F-4FDE-47948C3AAF9D}"/>
              </a:ext>
            </a:extLst>
          </p:cNvPr>
          <p:cNvSpPr txBox="1">
            <a:spLocks/>
          </p:cNvSpPr>
          <p:nvPr/>
        </p:nvSpPr>
        <p:spPr>
          <a:xfrm>
            <a:off x="599828" y="2887154"/>
            <a:ext cx="440048" cy="340285"/>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2000" spc="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IN" sz="1800">
                <a:latin typeface="Satoshi Medium"/>
              </a:rPr>
              <a:t>1</a:t>
            </a:r>
          </a:p>
        </p:txBody>
      </p:sp>
      <p:sp>
        <p:nvSpPr>
          <p:cNvPr id="15" name="Title 1">
            <a:extLst>
              <a:ext uri="{FF2B5EF4-FFF2-40B4-BE49-F238E27FC236}">
                <a16:creationId xmlns:a16="http://schemas.microsoft.com/office/drawing/2014/main" id="{F50B6640-4D4F-2733-1D9F-15F9D68485B8}"/>
              </a:ext>
            </a:extLst>
          </p:cNvPr>
          <p:cNvSpPr txBox="1">
            <a:spLocks/>
          </p:cNvSpPr>
          <p:nvPr/>
        </p:nvSpPr>
        <p:spPr>
          <a:xfrm>
            <a:off x="4553561" y="2882585"/>
            <a:ext cx="440048" cy="340285"/>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2000" spc="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IN" sz="1800">
                <a:latin typeface="Satoshi Medium"/>
              </a:rPr>
              <a:t>2</a:t>
            </a:r>
          </a:p>
        </p:txBody>
      </p:sp>
      <p:sp>
        <p:nvSpPr>
          <p:cNvPr id="16" name="Title 1">
            <a:extLst>
              <a:ext uri="{FF2B5EF4-FFF2-40B4-BE49-F238E27FC236}">
                <a16:creationId xmlns:a16="http://schemas.microsoft.com/office/drawing/2014/main" id="{0FD075EA-2465-6040-671E-A5D9923A2AE6}"/>
              </a:ext>
            </a:extLst>
          </p:cNvPr>
          <p:cNvSpPr txBox="1">
            <a:spLocks/>
          </p:cNvSpPr>
          <p:nvPr/>
        </p:nvSpPr>
        <p:spPr>
          <a:xfrm>
            <a:off x="8613886" y="2869885"/>
            <a:ext cx="440048" cy="340285"/>
          </a:xfrm>
          <a:prstGeom prst="rect">
            <a:avLst/>
          </a:prstGeom>
        </p:spPr>
        <p:txBody>
          <a:bodyPr vert="horz" lIns="91440" tIns="45720" rIns="91440" bIns="45720" rtlCol="0">
            <a:normAutofit/>
          </a:bodyPr>
          <a:lstStyle>
            <a:defPPr>
              <a:defRPr lang="en-US"/>
            </a:defPPr>
            <a:lvl1pPr indent="0">
              <a:lnSpc>
                <a:spcPct val="90000"/>
              </a:lnSpc>
              <a:spcBef>
                <a:spcPts val="1000"/>
              </a:spcBef>
              <a:buFont typeface="Arial" panose="020B0604020202020204" pitchFamily="34" charset="0"/>
              <a:buNone/>
              <a:defRPr sz="2000" spc="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IN" sz="1800">
                <a:latin typeface="Satoshi Medium"/>
              </a:rPr>
              <a:t>3</a:t>
            </a:r>
          </a:p>
        </p:txBody>
      </p:sp>
      <p:pic>
        <p:nvPicPr>
          <p:cNvPr id="18" name="Picture 17">
            <a:extLst>
              <a:ext uri="{FF2B5EF4-FFF2-40B4-BE49-F238E27FC236}">
                <a16:creationId xmlns:a16="http://schemas.microsoft.com/office/drawing/2014/main" id="{A53E8D3B-D7D0-70FB-05FD-2B3533637B4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383703" y="237273"/>
            <a:ext cx="1613776" cy="290882"/>
          </a:xfrm>
          <a:prstGeom prst="rect">
            <a:avLst/>
          </a:prstGeom>
        </p:spPr>
      </p:pic>
      <p:pic>
        <p:nvPicPr>
          <p:cNvPr id="20" name="Graphic 19">
            <a:extLst>
              <a:ext uri="{FF2B5EF4-FFF2-40B4-BE49-F238E27FC236}">
                <a16:creationId xmlns:a16="http://schemas.microsoft.com/office/drawing/2014/main" id="{BAC259C8-4DB3-9910-12BA-F271975903E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rot="10800000" flipH="1">
            <a:off x="10673228" y="2627449"/>
            <a:ext cx="1310340" cy="1310340"/>
          </a:xfrm>
          <a:prstGeom prst="rect">
            <a:avLst/>
          </a:prstGeom>
        </p:spPr>
      </p:pic>
    </p:spTree>
    <p:extLst>
      <p:ext uri="{BB962C8B-B14F-4D97-AF65-F5344CB8AC3E}">
        <p14:creationId xmlns:p14="http://schemas.microsoft.com/office/powerpoint/2010/main" val="419373204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B7D8EB-62C7-1BA4-1555-DEAF017F157C}"/>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2267BB63-2C38-9F12-688D-B82EE7CD9E60}"/>
              </a:ext>
            </a:extLst>
          </p:cNvPr>
          <p:cNvPicPr>
            <a:picLocks noChangeAspect="1"/>
          </p:cNvPicPr>
          <p:nvPr/>
        </p:nvPicPr>
        <p:blipFill>
          <a:blip r:embed="rId2">
            <a:extLst>
              <a:ext uri="{28A0092B-C50C-407E-A947-70E740481C1C}">
                <a14:useLocalDpi xmlns:a14="http://schemas.microsoft.com/office/drawing/2010/main" val="0"/>
              </a:ext>
            </a:extLst>
          </a:blip>
          <a:srcRect l="25017" r="11192"/>
          <a:stretch>
            <a:fillRect/>
          </a:stretch>
        </p:blipFill>
        <p:spPr>
          <a:xfrm>
            <a:off x="5629834" y="0"/>
            <a:ext cx="6562165" cy="6858000"/>
          </a:xfrm>
          <a:prstGeom prst="rect">
            <a:avLst/>
          </a:prstGeom>
        </p:spPr>
      </p:pic>
      <p:sp>
        <p:nvSpPr>
          <p:cNvPr id="10" name="Rectangle 9">
            <a:extLst>
              <a:ext uri="{FF2B5EF4-FFF2-40B4-BE49-F238E27FC236}">
                <a16:creationId xmlns:a16="http://schemas.microsoft.com/office/drawing/2014/main" id="{429ED253-1BD1-3AB2-FBC2-C638C3B0487A}"/>
              </a:ext>
            </a:extLst>
          </p:cNvPr>
          <p:cNvSpPr/>
          <p:nvPr/>
        </p:nvSpPr>
        <p:spPr>
          <a:xfrm>
            <a:off x="5629834" y="0"/>
            <a:ext cx="6562165" cy="6858000"/>
          </a:xfrm>
          <a:prstGeom prst="rect">
            <a:avLst/>
          </a:prstGeom>
          <a:solidFill>
            <a:srgbClr val="2562E8">
              <a:alpha val="9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3F3C28C9-2670-B230-65AE-170EB8C035C8}"/>
              </a:ext>
            </a:extLst>
          </p:cNvPr>
          <p:cNvSpPr txBox="1">
            <a:spLocks/>
          </p:cNvSpPr>
          <p:nvPr/>
        </p:nvSpPr>
        <p:spPr>
          <a:xfrm>
            <a:off x="355837" y="589868"/>
            <a:ext cx="3055431" cy="461665"/>
          </a:xfrm>
          <a:prstGeom prst="rect">
            <a:avLst/>
          </a:prstGeom>
          <a:noFill/>
        </p:spPr>
        <p:txBody>
          <a:bodyPr wrap="square">
            <a:spAutoFit/>
          </a:bodyPr>
          <a:lstStyle>
            <a:defPPr>
              <a:defRPr lang="en-US"/>
            </a:defPPr>
            <a:lvl1pPr indent="0">
              <a:buNone/>
              <a:defRPr sz="2400">
                <a:solidFill>
                  <a:srgbClr val="2562E8"/>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dirty="0"/>
              <a:t>Current State</a:t>
            </a:r>
          </a:p>
        </p:txBody>
      </p:sp>
      <p:sp>
        <p:nvSpPr>
          <p:cNvPr id="9" name="TextBox 8">
            <a:extLst>
              <a:ext uri="{FF2B5EF4-FFF2-40B4-BE49-F238E27FC236}">
                <a16:creationId xmlns:a16="http://schemas.microsoft.com/office/drawing/2014/main" id="{E7B778C3-C121-6D5B-00D9-7ABF1FD404A8}"/>
              </a:ext>
            </a:extLst>
          </p:cNvPr>
          <p:cNvSpPr txBox="1"/>
          <p:nvPr/>
        </p:nvSpPr>
        <p:spPr>
          <a:xfrm>
            <a:off x="355837" y="1153428"/>
            <a:ext cx="5273997" cy="1920526"/>
          </a:xfrm>
          <a:prstGeom prst="rect">
            <a:avLst/>
          </a:prstGeom>
        </p:spPr>
        <p:txBody>
          <a:bodyPr vert="horz" lIns="91440" tIns="45720" rIns="91440" bIns="45720" rtlCol="0">
            <a:normAutofit fontScale="92500" lnSpcReduction="20000"/>
          </a:bodyPr>
          <a:lstStyle>
            <a:defPPr>
              <a:defRPr lang="en-US"/>
            </a:defPPr>
            <a:lvl1pPr indent="0">
              <a:lnSpc>
                <a:spcPct val="90000"/>
              </a:lnSpc>
              <a:spcBef>
                <a:spcPts val="1000"/>
              </a:spcBef>
              <a:buFont typeface="Arial" panose="020B0604020202020204" pitchFamily="34" charset="0"/>
              <a:buNone/>
              <a:defRPr sz="4400" spc="-150">
                <a:solidFill>
                  <a:schemeClr val="accent1">
                    <a:lumMod val="50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r>
              <a:rPr lang="en-GB" dirty="0">
                <a:solidFill>
                  <a:schemeClr val="tx1">
                    <a:lumMod val="75000"/>
                    <a:lumOff val="25000"/>
                  </a:schemeClr>
                </a:solidFill>
              </a:rPr>
              <a:t>Close and reconciliation scale with the number of branches, not with the size of the business</a:t>
            </a:r>
            <a:endParaRPr lang="en-US" dirty="0">
              <a:solidFill>
                <a:schemeClr val="tx1">
                  <a:lumMod val="75000"/>
                  <a:lumOff val="25000"/>
                </a:schemeClr>
              </a:solidFill>
            </a:endParaRPr>
          </a:p>
        </p:txBody>
      </p:sp>
      <p:pic>
        <p:nvPicPr>
          <p:cNvPr id="15" name="Graphic 14">
            <a:extLst>
              <a:ext uri="{FF2B5EF4-FFF2-40B4-BE49-F238E27FC236}">
                <a16:creationId xmlns:a16="http://schemas.microsoft.com/office/drawing/2014/main" id="{C2297D55-4FA2-29BE-3EA9-22A017E2455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875478" y="5504329"/>
            <a:ext cx="1099749" cy="1099749"/>
          </a:xfrm>
          <a:prstGeom prst="rect">
            <a:avLst/>
          </a:prstGeom>
        </p:spPr>
      </p:pic>
      <p:sp>
        <p:nvSpPr>
          <p:cNvPr id="16" name="Content Placeholder 2">
            <a:extLst>
              <a:ext uri="{FF2B5EF4-FFF2-40B4-BE49-F238E27FC236}">
                <a16:creationId xmlns:a16="http://schemas.microsoft.com/office/drawing/2014/main" id="{133ECEA2-430F-4C94-D063-0396AE063F21}"/>
              </a:ext>
            </a:extLst>
          </p:cNvPr>
          <p:cNvSpPr txBox="1">
            <a:spLocks/>
          </p:cNvSpPr>
          <p:nvPr/>
        </p:nvSpPr>
        <p:spPr>
          <a:xfrm>
            <a:off x="6221503" y="1636155"/>
            <a:ext cx="4780939" cy="4355295"/>
          </a:xfrm>
          <a:prstGeom prst="rect">
            <a:avLst/>
          </a:prstGeom>
        </p:spPr>
        <p:txBody>
          <a:bodyPr vert="horz" lIns="91440" tIns="45720" rIns="91440" bIns="45720" rtlCol="0">
            <a:normAutofit lnSpcReduction="10000"/>
          </a:bodyPr>
          <a:lstStyle>
            <a:defPPr>
              <a:defRPr lang="en-US"/>
            </a:defPPr>
            <a:lvl1pPr indent="0">
              <a:lnSpc>
                <a:spcPct val="90000"/>
              </a:lnSpc>
              <a:spcBef>
                <a:spcPts val="1000"/>
              </a:spcBef>
              <a:buFont typeface="Arial" panose="020B0604020202020204" pitchFamily="34" charset="0"/>
              <a:buNone/>
              <a:defRPr sz="1900" spc="0">
                <a:solidFill>
                  <a:schemeClr val="tx1">
                    <a:lumMod val="85000"/>
                    <a:lumOff val="15000"/>
                  </a:schemeClr>
                </a:solidFill>
                <a:latin typeface="Satoshi Medium" pitchFamily="50" charset="0"/>
              </a:defRPr>
            </a:lvl1pPr>
            <a:lvl2pPr indent="0" algn="ctr">
              <a:lnSpc>
                <a:spcPct val="90000"/>
              </a:lnSpc>
              <a:spcBef>
                <a:spcPts val="500"/>
              </a:spcBef>
              <a:buFont typeface="Arial" panose="020B0604020202020204" pitchFamily="34" charset="0"/>
              <a:buNone/>
              <a:defRPr sz="2000"/>
            </a:lvl2pPr>
            <a:lvl3pPr indent="0" algn="ctr">
              <a:lnSpc>
                <a:spcPct val="90000"/>
              </a:lnSpc>
              <a:spcBef>
                <a:spcPts val="500"/>
              </a:spcBef>
              <a:buFont typeface="Arial" panose="020B0604020202020204" pitchFamily="34" charset="0"/>
              <a:buNone/>
            </a:lvl3pPr>
            <a:lvl4pPr indent="0" algn="ctr">
              <a:lnSpc>
                <a:spcPct val="90000"/>
              </a:lnSpc>
              <a:spcBef>
                <a:spcPts val="500"/>
              </a:spcBef>
              <a:buFont typeface="Arial" panose="020B0604020202020204" pitchFamily="34" charset="0"/>
              <a:buNone/>
              <a:defRPr sz="1600"/>
            </a:lvl4pPr>
            <a:lvl5pPr indent="0" algn="ctr">
              <a:lnSpc>
                <a:spcPct val="90000"/>
              </a:lnSpc>
              <a:spcBef>
                <a:spcPts val="500"/>
              </a:spcBef>
              <a:buFont typeface="Arial" panose="020B0604020202020204" pitchFamily="34" charset="0"/>
              <a:buNone/>
              <a:defRPr sz="1600"/>
            </a:lvl5pPr>
            <a:lvl6pPr indent="0" algn="ctr">
              <a:lnSpc>
                <a:spcPct val="90000"/>
              </a:lnSpc>
              <a:spcBef>
                <a:spcPts val="500"/>
              </a:spcBef>
              <a:buFont typeface="Arial" panose="020B0604020202020204" pitchFamily="34" charset="0"/>
              <a:buNone/>
              <a:defRPr sz="1600"/>
            </a:lvl6pPr>
            <a:lvl7pPr indent="0" algn="ctr">
              <a:lnSpc>
                <a:spcPct val="90000"/>
              </a:lnSpc>
              <a:spcBef>
                <a:spcPts val="500"/>
              </a:spcBef>
              <a:buFont typeface="Arial" panose="020B0604020202020204" pitchFamily="34" charset="0"/>
              <a:buNone/>
              <a:defRPr sz="1600"/>
            </a:lvl7pPr>
            <a:lvl8pPr indent="0" algn="ctr">
              <a:lnSpc>
                <a:spcPct val="90000"/>
              </a:lnSpc>
              <a:spcBef>
                <a:spcPts val="500"/>
              </a:spcBef>
              <a:buFont typeface="Arial" panose="020B0604020202020204" pitchFamily="34" charset="0"/>
              <a:buNone/>
              <a:defRPr sz="1600"/>
            </a:lvl8pPr>
            <a:lvl9pPr indent="0" algn="ctr">
              <a:lnSpc>
                <a:spcPct val="90000"/>
              </a:lnSpc>
              <a:spcBef>
                <a:spcPts val="500"/>
              </a:spcBef>
              <a:buFont typeface="Arial" panose="020B0604020202020204" pitchFamily="34" charset="0"/>
              <a:buNone/>
              <a:defRPr sz="1600"/>
            </a:lvl9pPr>
          </a:lstStyle>
          <a:p>
            <a:pPr>
              <a:lnSpc>
                <a:spcPct val="100000"/>
              </a:lnSpc>
            </a:pPr>
            <a:r>
              <a:rPr lang="en-GB" sz="2400" dirty="0">
                <a:solidFill>
                  <a:schemeClr val="bg1"/>
                </a:solidFill>
              </a:rPr>
              <a:t>What the platform changes</a:t>
            </a:r>
            <a:br>
              <a:rPr lang="en-GB" sz="2400" dirty="0">
                <a:solidFill>
                  <a:schemeClr val="bg1"/>
                </a:solidFill>
              </a:rPr>
            </a:br>
            <a:br>
              <a:rPr lang="en-GB" sz="2400" dirty="0">
                <a:solidFill>
                  <a:schemeClr val="bg1"/>
                </a:solidFill>
              </a:rPr>
            </a:br>
            <a:endParaRPr lang="en-GB" sz="2400" dirty="0">
              <a:solidFill>
                <a:schemeClr val="bg1"/>
              </a:solidFill>
            </a:endParaRPr>
          </a:p>
          <a:p>
            <a:pPr marL="896938">
              <a:lnSpc>
                <a:spcPct val="100000"/>
              </a:lnSpc>
            </a:pPr>
            <a:r>
              <a:rPr lang="en-GB" sz="1600" dirty="0">
                <a:solidFill>
                  <a:schemeClr val="bg1"/>
                </a:solidFill>
              </a:rPr>
              <a:t>One canonical layer built from Tally, Wings, the OEM systems and Odoo</a:t>
            </a:r>
            <a:br>
              <a:rPr lang="en-GB" sz="1600" dirty="0">
                <a:solidFill>
                  <a:schemeClr val="bg1"/>
                </a:solidFill>
              </a:rPr>
            </a:br>
            <a:endParaRPr lang="en-GB" sz="1600" dirty="0">
              <a:solidFill>
                <a:schemeClr val="bg1"/>
              </a:solidFill>
            </a:endParaRPr>
          </a:p>
          <a:p>
            <a:pPr marL="896938">
              <a:lnSpc>
                <a:spcPct val="100000"/>
              </a:lnSpc>
            </a:pPr>
            <a:r>
              <a:rPr lang="en-GB" sz="1600" dirty="0">
                <a:solidFill>
                  <a:schemeClr val="bg1"/>
                </a:solidFill>
              </a:rPr>
              <a:t>Every reconciliation runs as configuration, with only breaks reaching a person</a:t>
            </a:r>
            <a:br>
              <a:rPr lang="en-GB" sz="1600" dirty="0">
                <a:solidFill>
                  <a:schemeClr val="bg1"/>
                </a:solidFill>
              </a:rPr>
            </a:br>
            <a:endParaRPr lang="en-GB" sz="1600" dirty="0">
              <a:solidFill>
                <a:schemeClr val="bg1"/>
              </a:solidFill>
            </a:endParaRPr>
          </a:p>
          <a:p>
            <a:pPr marL="896938">
              <a:lnSpc>
                <a:spcPct val="100000"/>
              </a:lnSpc>
            </a:pPr>
            <a:r>
              <a:rPr lang="en-GB" sz="1600" dirty="0">
                <a:solidFill>
                  <a:schemeClr val="bg1"/>
                </a:solidFill>
              </a:rPr>
              <a:t>Monthly group P&amp;L, balance sheet and cash flow, traceable to the records received</a:t>
            </a:r>
            <a:br>
              <a:rPr lang="en-GB" sz="1600" dirty="0">
                <a:solidFill>
                  <a:schemeClr val="bg1"/>
                </a:solidFill>
              </a:rPr>
            </a:br>
            <a:endParaRPr lang="en-GB" sz="1600" dirty="0">
              <a:solidFill>
                <a:schemeClr val="bg1"/>
              </a:solidFill>
            </a:endParaRPr>
          </a:p>
          <a:p>
            <a:pPr marL="896938">
              <a:lnSpc>
                <a:spcPct val="100000"/>
              </a:lnSpc>
            </a:pPr>
            <a:r>
              <a:rPr lang="en-GB" sz="1600" dirty="0">
                <a:solidFill>
                  <a:schemeClr val="bg1"/>
                </a:solidFill>
              </a:rPr>
              <a:t>Deploys alongside Tally, Wings and the OEM systems, with no migration</a:t>
            </a:r>
          </a:p>
        </p:txBody>
      </p:sp>
      <p:sp>
        <p:nvSpPr>
          <p:cNvPr id="24" name="TextBox 23">
            <a:extLst>
              <a:ext uri="{FF2B5EF4-FFF2-40B4-BE49-F238E27FC236}">
                <a16:creationId xmlns:a16="http://schemas.microsoft.com/office/drawing/2014/main" id="{F126CF59-B148-5EF0-D00B-2F42F651BB5D}"/>
              </a:ext>
            </a:extLst>
          </p:cNvPr>
          <p:cNvSpPr txBox="1"/>
          <p:nvPr/>
        </p:nvSpPr>
        <p:spPr>
          <a:xfrm>
            <a:off x="355837" y="3139777"/>
            <a:ext cx="4717438" cy="2677656"/>
          </a:xfrm>
          <a:prstGeom prst="rect">
            <a:avLst/>
          </a:prstGeom>
          <a:noFill/>
        </p:spPr>
        <p:txBody>
          <a:bodyPr wrap="square">
            <a:spAutoFit/>
          </a:bodyPr>
          <a:lstStyle/>
          <a:p>
            <a:pPr marL="0" indent="0">
              <a:buNone/>
            </a:pPr>
            <a:r>
              <a:rPr lang="en-GB" sz="2400" dirty="0">
                <a:solidFill>
                  <a:srgbClr val="2562E8"/>
                </a:solidFill>
                <a:latin typeface="Satoshi Medium" pitchFamily="50" charset="0"/>
              </a:rPr>
              <a:t>Where the effort goes</a:t>
            </a:r>
            <a:br>
              <a:rPr lang="en-GB" sz="2400" dirty="0">
                <a:solidFill>
                  <a:schemeClr val="tx1">
                    <a:lumMod val="85000"/>
                    <a:lumOff val="15000"/>
                  </a:schemeClr>
                </a:solidFill>
                <a:latin typeface="Satoshi Medium" pitchFamily="50" charset="0"/>
              </a:rPr>
            </a:br>
            <a:endParaRPr lang="en-GB" sz="1400" dirty="0">
              <a:solidFill>
                <a:schemeClr val="tx1">
                  <a:lumMod val="85000"/>
                  <a:lumOff val="15000"/>
                </a:schemeClr>
              </a:solidFill>
              <a:latin typeface="Satoshi Medium" pitchFamily="50" charset="0"/>
            </a:endParaRPr>
          </a:p>
          <a:p>
            <a:pPr marL="627063"/>
            <a:r>
              <a:rPr lang="en-GB" sz="1600" dirty="0">
                <a:solidFill>
                  <a:schemeClr val="tx1">
                    <a:lumMod val="85000"/>
                    <a:lumOff val="15000"/>
                  </a:schemeClr>
                </a:solidFill>
                <a:latin typeface="Satoshi Medium" pitchFamily="50" charset="0"/>
              </a:rPr>
              <a:t>Group numbers rebuilt by hand from roughly 80 Tally instances each cycle</a:t>
            </a:r>
            <a:br>
              <a:rPr lang="en-GB" sz="1600" dirty="0">
                <a:solidFill>
                  <a:schemeClr val="tx1">
                    <a:lumMod val="85000"/>
                    <a:lumOff val="15000"/>
                  </a:schemeClr>
                </a:solidFill>
                <a:latin typeface="Satoshi Medium" pitchFamily="50" charset="0"/>
              </a:rPr>
            </a:br>
            <a:endParaRPr lang="en-GB" sz="1600" dirty="0">
              <a:solidFill>
                <a:schemeClr val="tx1">
                  <a:lumMod val="85000"/>
                  <a:lumOff val="15000"/>
                </a:schemeClr>
              </a:solidFill>
              <a:latin typeface="Satoshi Medium" pitchFamily="50" charset="0"/>
            </a:endParaRPr>
          </a:p>
          <a:p>
            <a:pPr marL="627063"/>
            <a:r>
              <a:rPr lang="en-GB" sz="1600" dirty="0">
                <a:solidFill>
                  <a:schemeClr val="tx1">
                    <a:lumMod val="85000"/>
                    <a:lumOff val="15000"/>
                  </a:schemeClr>
                </a:solidFill>
                <a:latin typeface="Satoshi Medium" pitchFamily="50" charset="0"/>
              </a:rPr>
              <a:t>OEM statement reconciliation occupies one full time person every month</a:t>
            </a:r>
            <a:br>
              <a:rPr lang="en-GB" sz="1600" dirty="0">
                <a:solidFill>
                  <a:schemeClr val="tx1">
                    <a:lumMod val="85000"/>
                    <a:lumOff val="15000"/>
                  </a:schemeClr>
                </a:solidFill>
                <a:latin typeface="Satoshi Medium" pitchFamily="50" charset="0"/>
              </a:rPr>
            </a:br>
            <a:endParaRPr lang="en-GB" sz="1600" dirty="0">
              <a:solidFill>
                <a:schemeClr val="tx1">
                  <a:lumMod val="85000"/>
                  <a:lumOff val="15000"/>
                </a:schemeClr>
              </a:solidFill>
              <a:latin typeface="Satoshi Medium" pitchFamily="50" charset="0"/>
            </a:endParaRPr>
          </a:p>
          <a:p>
            <a:pPr marL="627063"/>
            <a:r>
              <a:rPr lang="en-GB" sz="1600" dirty="0">
                <a:solidFill>
                  <a:schemeClr val="tx1">
                    <a:lumMod val="85000"/>
                    <a:lumOff val="15000"/>
                  </a:schemeClr>
                </a:solidFill>
                <a:latin typeface="Satoshi Medium" pitchFamily="50" charset="0"/>
              </a:rPr>
              <a:t>Inventory sits only in the OEM systems, never matched against billing</a:t>
            </a:r>
            <a:endParaRPr lang="en-US" sz="1600" dirty="0">
              <a:solidFill>
                <a:schemeClr val="tx1">
                  <a:lumMod val="85000"/>
                  <a:lumOff val="15000"/>
                </a:schemeClr>
              </a:solidFill>
              <a:latin typeface="Satoshi Medium" pitchFamily="50" charset="0"/>
            </a:endParaRPr>
          </a:p>
        </p:txBody>
      </p:sp>
      <p:pic>
        <p:nvPicPr>
          <p:cNvPr id="6" name="Graphic 5">
            <a:extLst>
              <a:ext uri="{FF2B5EF4-FFF2-40B4-BE49-F238E27FC236}">
                <a16:creationId xmlns:a16="http://schemas.microsoft.com/office/drawing/2014/main" id="{EF45C2A8-3175-58CC-9C3D-459A4AF1B70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7323" y="3804746"/>
            <a:ext cx="422636" cy="422636"/>
          </a:xfrm>
          <a:prstGeom prst="rect">
            <a:avLst/>
          </a:prstGeom>
        </p:spPr>
      </p:pic>
      <p:pic>
        <p:nvPicPr>
          <p:cNvPr id="8" name="Graphic 7">
            <a:extLst>
              <a:ext uri="{FF2B5EF4-FFF2-40B4-BE49-F238E27FC236}">
                <a16:creationId xmlns:a16="http://schemas.microsoft.com/office/drawing/2014/main" id="{7B1C0656-E973-496D-3FE0-8E1621C2E71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37323" y="4564805"/>
            <a:ext cx="401171" cy="401171"/>
          </a:xfrm>
          <a:prstGeom prst="rect">
            <a:avLst/>
          </a:prstGeom>
        </p:spPr>
      </p:pic>
      <p:pic>
        <p:nvPicPr>
          <p:cNvPr id="12" name="Graphic 11">
            <a:extLst>
              <a:ext uri="{FF2B5EF4-FFF2-40B4-BE49-F238E27FC236}">
                <a16:creationId xmlns:a16="http://schemas.microsoft.com/office/drawing/2014/main" id="{17AED99C-6697-AE9F-ADD5-8F1FAC2A821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15858" y="5291474"/>
            <a:ext cx="422636" cy="422636"/>
          </a:xfrm>
          <a:prstGeom prst="rect">
            <a:avLst/>
          </a:prstGeom>
        </p:spPr>
      </p:pic>
      <p:pic>
        <p:nvPicPr>
          <p:cNvPr id="14" name="Graphic 13">
            <a:extLst>
              <a:ext uri="{FF2B5EF4-FFF2-40B4-BE49-F238E27FC236}">
                <a16:creationId xmlns:a16="http://schemas.microsoft.com/office/drawing/2014/main" id="{D496F576-606E-37D6-9001-D21271F2FAB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351188" y="2749506"/>
            <a:ext cx="536367" cy="536367"/>
          </a:xfrm>
          <a:prstGeom prst="rect">
            <a:avLst/>
          </a:prstGeom>
        </p:spPr>
      </p:pic>
      <p:pic>
        <p:nvPicPr>
          <p:cNvPr id="18" name="Graphic 17">
            <a:extLst>
              <a:ext uri="{FF2B5EF4-FFF2-40B4-BE49-F238E27FC236}">
                <a16:creationId xmlns:a16="http://schemas.microsoft.com/office/drawing/2014/main" id="{0F07A5DA-FC88-C664-F486-A8847F18D4EF}"/>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382594" y="3517125"/>
            <a:ext cx="499468" cy="499468"/>
          </a:xfrm>
          <a:prstGeom prst="rect">
            <a:avLst/>
          </a:prstGeom>
        </p:spPr>
      </p:pic>
      <p:pic>
        <p:nvPicPr>
          <p:cNvPr id="20" name="Graphic 19">
            <a:extLst>
              <a:ext uri="{FF2B5EF4-FFF2-40B4-BE49-F238E27FC236}">
                <a16:creationId xmlns:a16="http://schemas.microsoft.com/office/drawing/2014/main" id="{D8CD6BA2-F094-D438-06B8-498EF883AF3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6310156" y="4271759"/>
            <a:ext cx="606416" cy="606416"/>
          </a:xfrm>
          <a:prstGeom prst="rect">
            <a:avLst/>
          </a:prstGeom>
        </p:spPr>
      </p:pic>
      <p:pic>
        <p:nvPicPr>
          <p:cNvPr id="22" name="Graphic 21">
            <a:extLst>
              <a:ext uri="{FF2B5EF4-FFF2-40B4-BE49-F238E27FC236}">
                <a16:creationId xmlns:a16="http://schemas.microsoft.com/office/drawing/2014/main" id="{02CADC74-256B-AAF4-8F31-2392B68AB2EB}"/>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403980" y="5145309"/>
            <a:ext cx="428619" cy="428619"/>
          </a:xfrm>
          <a:prstGeom prst="rect">
            <a:avLst/>
          </a:prstGeom>
        </p:spPr>
      </p:pic>
      <p:pic>
        <p:nvPicPr>
          <p:cNvPr id="5" name="Picture 4">
            <a:extLst>
              <a:ext uri="{FF2B5EF4-FFF2-40B4-BE49-F238E27FC236}">
                <a16:creationId xmlns:a16="http://schemas.microsoft.com/office/drawing/2014/main" id="{A4A723FF-4A25-F07D-484B-A31AF93F0CA7}"/>
              </a:ext>
            </a:extLst>
          </p:cNvPr>
          <p:cNvPicPr>
            <a:picLocks noChangeAspect="1"/>
          </p:cNvPicPr>
          <p:nvPr/>
        </p:nvPicPr>
        <p:blipFill>
          <a:blip r:embed="rId11">
            <a:duotone>
              <a:schemeClr val="accent1">
                <a:shade val="45000"/>
                <a:satMod val="135000"/>
              </a:schemeClr>
              <a:prstClr val="white"/>
            </a:duotone>
            <a:extLst>
              <a:ext uri="{BEBA8EAE-BF5A-486C-A8C5-ECC9F3942E4B}">
                <a14:imgProps xmlns:a14="http://schemas.microsoft.com/office/drawing/2010/main">
                  <a14:imgLayer r:embed="rId12">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0381741" y="237272"/>
            <a:ext cx="1615738" cy="290882"/>
          </a:xfrm>
          <a:prstGeom prst="rect">
            <a:avLst/>
          </a:prstGeom>
        </p:spPr>
      </p:pic>
    </p:spTree>
    <p:extLst>
      <p:ext uri="{BB962C8B-B14F-4D97-AF65-F5344CB8AC3E}">
        <p14:creationId xmlns:p14="http://schemas.microsoft.com/office/powerpoint/2010/main" val="400644190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Strip"/>
          <p:cNvSpPr/>
          <p:nvPr/>
        </p:nvSpPr>
        <p:spPr>
          <a:xfrm>
            <a:off x="0" y="6300000"/>
            <a:ext cx="12192000" cy="558000"/>
          </a:xfrm>
          <a:prstGeom prst="rect">
            <a:avLst/>
          </a:prstGeom>
          <a:solidFill>
            <a:srgbClr val="0F172A"/>
          </a:solidFill>
          <a:ln>
            <a:noFill/>
          </a:ln>
        </p:spPr>
        <p:txBody>
          <a:bodyPr/>
          <a:lstStyle/>
          <a:p>
            <a:endParaRPr lang="en-IN"/>
          </a:p>
        </p:txBody>
      </p:sp>
      <p:sp>
        <p:nvSpPr>
          <p:cNvPr id="3" name="Tx3"/>
          <p:cNvSpPr/>
          <p:nvPr/>
        </p:nvSpPr>
        <p:spPr>
          <a:xfrm>
            <a:off x="256032" y="80000"/>
            <a:ext cx="11679936" cy="360000"/>
          </a:xfrm>
          <a:prstGeom prst="rect">
            <a:avLst/>
          </a:prstGeom>
          <a:noFill/>
          <a:ln/>
        </p:spPr>
        <p:txBody>
          <a:bodyPr wrap="square" lIns="0" tIns="0" rIns="0" bIns="0" rtlCol="0" anchor="ctr"/>
          <a:lstStyle/>
          <a:p>
            <a:pPr marL="0" indent="0">
              <a:buNone/>
            </a:pPr>
            <a:r>
              <a:rPr lang="en-US" sz="1600" b="1" dirty="0">
                <a:solidFill>
                  <a:srgbClr val="0F172A"/>
                </a:solidFill>
                <a:latin typeface="Calibri" pitchFamily="34" charset="0"/>
                <a:ea typeface="Calibri" pitchFamily="34" charset="-122"/>
                <a:cs typeface="Calibri" pitchFamily="34" charset="-120"/>
              </a:rPr>
              <a:t>MM AgentVerse  |  Finance Agent Portfolio  |  Finance Operations · Control &amp; Assurance</a:t>
            </a:r>
            <a:endParaRPr lang="en-US" sz="700" dirty="0"/>
          </a:p>
        </p:txBody>
      </p:sp>
      <p:sp>
        <p:nvSpPr>
          <p:cNvPr id="9000" name="LgDot9000"/>
          <p:cNvSpPr/>
          <p:nvPr/>
        </p:nvSpPr>
        <p:spPr>
          <a:xfrm>
            <a:off x="146304" y="518000"/>
            <a:ext cx="100000" cy="100000"/>
          </a:xfrm>
          <a:prstGeom prst="rect">
            <a:avLst/>
          </a:prstGeom>
          <a:solidFill>
            <a:srgbClr val="4338CA"/>
          </a:solidFill>
          <a:ln w="12700">
            <a:solidFill>
              <a:srgbClr val="4338CA"/>
            </a:solidFill>
            <a:prstDash val="solid"/>
          </a:ln>
        </p:spPr>
        <p:txBody>
          <a:bodyPr/>
          <a:lstStyle/>
          <a:p>
            <a:endParaRPr lang="en-IN"/>
          </a:p>
        </p:txBody>
      </p:sp>
      <p:sp>
        <p:nvSpPr>
          <p:cNvPr id="9001" name="LgTx9001"/>
          <p:cNvSpPr/>
          <p:nvPr/>
        </p:nvSpPr>
        <p:spPr>
          <a:xfrm>
            <a:off x="264304"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Receivables</a:t>
            </a:r>
            <a:endParaRPr lang="en-US" sz="700" dirty="0"/>
          </a:p>
        </p:txBody>
      </p:sp>
      <p:sp>
        <p:nvSpPr>
          <p:cNvPr id="9002" name="LgDot9002"/>
          <p:cNvSpPr/>
          <p:nvPr/>
        </p:nvSpPr>
        <p:spPr>
          <a:xfrm>
            <a:off x="1521228" y="518000"/>
            <a:ext cx="100000" cy="100000"/>
          </a:xfrm>
          <a:prstGeom prst="rect">
            <a:avLst/>
          </a:prstGeom>
          <a:solidFill>
            <a:srgbClr val="1D4ED8"/>
          </a:solidFill>
          <a:ln w="12700">
            <a:solidFill>
              <a:srgbClr val="1D4ED8"/>
            </a:solidFill>
            <a:prstDash val="solid"/>
          </a:ln>
        </p:spPr>
        <p:txBody>
          <a:bodyPr/>
          <a:lstStyle/>
          <a:p>
            <a:endParaRPr lang="en-IN"/>
          </a:p>
        </p:txBody>
      </p:sp>
      <p:sp>
        <p:nvSpPr>
          <p:cNvPr id="9003" name="LgTx9003"/>
          <p:cNvSpPr/>
          <p:nvPr/>
        </p:nvSpPr>
        <p:spPr>
          <a:xfrm>
            <a:off x="1639228"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Reconciliation</a:t>
            </a:r>
            <a:endParaRPr lang="en-US" sz="700" dirty="0"/>
          </a:p>
        </p:txBody>
      </p:sp>
      <p:sp>
        <p:nvSpPr>
          <p:cNvPr id="9004" name="LgDot9004"/>
          <p:cNvSpPr/>
          <p:nvPr/>
        </p:nvSpPr>
        <p:spPr>
          <a:xfrm>
            <a:off x="2896152" y="518000"/>
            <a:ext cx="100000" cy="100000"/>
          </a:xfrm>
          <a:prstGeom prst="rect">
            <a:avLst/>
          </a:prstGeom>
          <a:solidFill>
            <a:srgbClr val="0891B2"/>
          </a:solidFill>
          <a:ln w="12700">
            <a:solidFill>
              <a:srgbClr val="0891B2"/>
            </a:solidFill>
            <a:prstDash val="solid"/>
          </a:ln>
        </p:spPr>
        <p:txBody>
          <a:bodyPr/>
          <a:lstStyle/>
          <a:p>
            <a:endParaRPr lang="en-IN"/>
          </a:p>
        </p:txBody>
      </p:sp>
      <p:sp>
        <p:nvSpPr>
          <p:cNvPr id="9005" name="LgTx9005"/>
          <p:cNvSpPr/>
          <p:nvPr/>
        </p:nvSpPr>
        <p:spPr>
          <a:xfrm>
            <a:off x="3014152"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Consolidation</a:t>
            </a:r>
            <a:endParaRPr lang="en-US" sz="700" dirty="0"/>
          </a:p>
        </p:txBody>
      </p:sp>
      <p:sp>
        <p:nvSpPr>
          <p:cNvPr id="9006" name="LgDot9006"/>
          <p:cNvSpPr/>
          <p:nvPr/>
        </p:nvSpPr>
        <p:spPr>
          <a:xfrm>
            <a:off x="4271076" y="518000"/>
            <a:ext cx="100000" cy="100000"/>
          </a:xfrm>
          <a:prstGeom prst="rect">
            <a:avLst/>
          </a:prstGeom>
          <a:solidFill>
            <a:srgbClr val="059669"/>
          </a:solidFill>
          <a:ln w="12700">
            <a:solidFill>
              <a:srgbClr val="059669"/>
            </a:solidFill>
            <a:prstDash val="solid"/>
          </a:ln>
        </p:spPr>
        <p:txBody>
          <a:bodyPr/>
          <a:lstStyle/>
          <a:p>
            <a:endParaRPr lang="en-IN"/>
          </a:p>
        </p:txBody>
      </p:sp>
      <p:sp>
        <p:nvSpPr>
          <p:cNvPr id="9007" name="LgTx9007"/>
          <p:cNvSpPr/>
          <p:nvPr/>
        </p:nvSpPr>
        <p:spPr>
          <a:xfrm>
            <a:off x="4389076"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Invoicing &amp; DMS</a:t>
            </a:r>
            <a:endParaRPr lang="en-US" sz="700" dirty="0"/>
          </a:p>
        </p:txBody>
      </p:sp>
      <p:sp>
        <p:nvSpPr>
          <p:cNvPr id="9008" name="LgDot9008"/>
          <p:cNvSpPr/>
          <p:nvPr/>
        </p:nvSpPr>
        <p:spPr>
          <a:xfrm>
            <a:off x="5646000" y="518000"/>
            <a:ext cx="100000" cy="100000"/>
          </a:xfrm>
          <a:prstGeom prst="rect">
            <a:avLst/>
          </a:prstGeom>
          <a:solidFill>
            <a:srgbClr val="92400E"/>
          </a:solidFill>
          <a:ln w="12700">
            <a:solidFill>
              <a:srgbClr val="92400E"/>
            </a:solidFill>
            <a:prstDash val="solid"/>
          </a:ln>
        </p:spPr>
        <p:txBody>
          <a:bodyPr/>
          <a:lstStyle/>
          <a:p>
            <a:endParaRPr lang="en-IN"/>
          </a:p>
        </p:txBody>
      </p:sp>
      <p:sp>
        <p:nvSpPr>
          <p:cNvPr id="9009" name="LgTx9009"/>
          <p:cNvSpPr/>
          <p:nvPr/>
        </p:nvSpPr>
        <p:spPr>
          <a:xfrm>
            <a:off x="5764000"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Inventory &amp; Margin</a:t>
            </a:r>
            <a:endParaRPr lang="en-US" sz="700" dirty="0"/>
          </a:p>
        </p:txBody>
      </p:sp>
      <p:sp>
        <p:nvSpPr>
          <p:cNvPr id="9010" name="LgDot9010"/>
          <p:cNvSpPr/>
          <p:nvPr/>
        </p:nvSpPr>
        <p:spPr>
          <a:xfrm>
            <a:off x="7020924" y="518000"/>
            <a:ext cx="100000" cy="100000"/>
          </a:xfrm>
          <a:prstGeom prst="rect">
            <a:avLst/>
          </a:prstGeom>
          <a:solidFill>
            <a:srgbClr val="991B1B"/>
          </a:solidFill>
          <a:ln w="12700">
            <a:solidFill>
              <a:srgbClr val="991B1B"/>
            </a:solidFill>
            <a:prstDash val="solid"/>
          </a:ln>
        </p:spPr>
        <p:txBody>
          <a:bodyPr/>
          <a:lstStyle/>
          <a:p>
            <a:endParaRPr lang="en-IN"/>
          </a:p>
        </p:txBody>
      </p:sp>
      <p:sp>
        <p:nvSpPr>
          <p:cNvPr id="9011" name="LgTx9011"/>
          <p:cNvSpPr/>
          <p:nvPr/>
        </p:nvSpPr>
        <p:spPr>
          <a:xfrm>
            <a:off x="7138924"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Intercompany</a:t>
            </a:r>
            <a:endParaRPr lang="en-US" sz="700" dirty="0"/>
          </a:p>
        </p:txBody>
      </p:sp>
      <p:sp>
        <p:nvSpPr>
          <p:cNvPr id="9012" name="LgDot9012"/>
          <p:cNvSpPr/>
          <p:nvPr/>
        </p:nvSpPr>
        <p:spPr>
          <a:xfrm>
            <a:off x="8395848" y="518000"/>
            <a:ext cx="100000" cy="100000"/>
          </a:xfrm>
          <a:prstGeom prst="rect">
            <a:avLst/>
          </a:prstGeom>
          <a:solidFill>
            <a:srgbClr val="7C3AED"/>
          </a:solidFill>
          <a:ln w="12700">
            <a:solidFill>
              <a:srgbClr val="7C3AED"/>
            </a:solidFill>
            <a:prstDash val="solid"/>
          </a:ln>
        </p:spPr>
        <p:txBody>
          <a:bodyPr/>
          <a:lstStyle/>
          <a:p>
            <a:endParaRPr lang="en-IN"/>
          </a:p>
        </p:txBody>
      </p:sp>
      <p:sp>
        <p:nvSpPr>
          <p:cNvPr id="9013" name="LgTx9013"/>
          <p:cNvSpPr/>
          <p:nvPr/>
        </p:nvSpPr>
        <p:spPr>
          <a:xfrm>
            <a:off x="8513848"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Treasury &amp; P2P</a:t>
            </a:r>
            <a:endParaRPr lang="en-US" sz="700" dirty="0"/>
          </a:p>
        </p:txBody>
      </p:sp>
      <p:sp>
        <p:nvSpPr>
          <p:cNvPr id="9014" name="LgDot9014"/>
          <p:cNvSpPr/>
          <p:nvPr/>
        </p:nvSpPr>
        <p:spPr>
          <a:xfrm>
            <a:off x="9770772" y="518000"/>
            <a:ext cx="100000" cy="100000"/>
          </a:xfrm>
          <a:prstGeom prst="rect">
            <a:avLst/>
          </a:prstGeom>
          <a:solidFill>
            <a:srgbClr val="BE185D"/>
          </a:solidFill>
          <a:ln w="12700">
            <a:solidFill>
              <a:srgbClr val="BE185D"/>
            </a:solidFill>
            <a:prstDash val="solid"/>
          </a:ln>
        </p:spPr>
        <p:txBody>
          <a:bodyPr/>
          <a:lstStyle/>
          <a:p>
            <a:endParaRPr lang="en-IN"/>
          </a:p>
        </p:txBody>
      </p:sp>
      <p:sp>
        <p:nvSpPr>
          <p:cNvPr id="9015" name="LgTx9015"/>
          <p:cNvSpPr/>
          <p:nvPr/>
        </p:nvSpPr>
        <p:spPr>
          <a:xfrm>
            <a:off x="9888772" y="500000"/>
            <a:ext cx="1256924" cy="140000"/>
          </a:xfrm>
          <a:prstGeom prst="rect">
            <a:avLst/>
          </a:prstGeom>
          <a:noFill/>
          <a:ln/>
        </p:spPr>
        <p:txBody>
          <a:bodyPr wrap="square" lIns="0" tIns="0" rIns="0" bIns="0" rtlCol="0" anchor="ctr"/>
          <a:lstStyle/>
          <a:p>
            <a:pPr marL="0" indent="0">
              <a:buNone/>
            </a:pPr>
            <a:r>
              <a:rPr lang="en-US" sz="720" dirty="0">
                <a:solidFill>
                  <a:srgbClr val="475569"/>
                </a:solidFill>
                <a:latin typeface="Calibri" pitchFamily="34" charset="0"/>
                <a:ea typeface="Calibri" pitchFamily="34" charset="-122"/>
                <a:cs typeface="Calibri" pitchFamily="34" charset="-120"/>
              </a:rPr>
              <a:t>Controls &amp; MIS</a:t>
            </a:r>
            <a:endParaRPr lang="en-US" sz="700" dirty="0"/>
          </a:p>
        </p:txBody>
      </p:sp>
      <p:sp>
        <p:nvSpPr>
          <p:cNvPr id="9016" name="LgStar9016"/>
          <p:cNvSpPr/>
          <p:nvPr/>
        </p:nvSpPr>
        <p:spPr>
          <a:xfrm>
            <a:off x="11145696" y="500000"/>
            <a:ext cx="900000" cy="140000"/>
          </a:xfrm>
          <a:prstGeom prst="rect">
            <a:avLst/>
          </a:prstGeom>
          <a:noFill/>
          <a:ln/>
        </p:spPr>
        <p:txBody>
          <a:bodyPr wrap="square" lIns="0" tIns="0" rIns="0" bIns="0" rtlCol="0" anchor="ctr"/>
          <a:lstStyle/>
          <a:p>
            <a:pPr marL="0" indent="0" algn="r">
              <a:buNone/>
            </a:pPr>
            <a:r>
              <a:rPr lang="en-US" sz="720" b="1" dirty="0">
                <a:solidFill>
                  <a:srgbClr val="D97706"/>
                </a:solidFill>
                <a:latin typeface="Calibri" pitchFamily="34" charset="0"/>
                <a:ea typeface="Calibri" pitchFamily="34" charset="-122"/>
                <a:cs typeface="Calibri" pitchFamily="34" charset="-120"/>
              </a:rPr>
              <a:t>★  Featured</a:t>
            </a:r>
            <a:endParaRPr lang="en-US" sz="700" dirty="0"/>
          </a:p>
        </p:txBody>
      </p:sp>
      <p:sp>
        <p:nvSpPr>
          <p:cNvPr id="22" name="Sh22"/>
          <p:cNvSpPr/>
          <p:nvPr/>
        </p:nvSpPr>
        <p:spPr>
          <a:xfrm>
            <a:off x="146304" y="660000"/>
            <a:ext cx="5940552" cy="210000"/>
          </a:xfrm>
          <a:prstGeom prst="rect">
            <a:avLst/>
          </a:prstGeom>
          <a:solidFill>
            <a:srgbClr val="1E3A5F"/>
          </a:solidFill>
          <a:ln w="12700">
            <a:solidFill>
              <a:srgbClr val="1E3A5F"/>
            </a:solidFill>
            <a:prstDash val="solid"/>
          </a:ln>
        </p:spPr>
        <p:txBody>
          <a:bodyPr/>
          <a:lstStyle/>
          <a:p>
            <a:endParaRPr lang="en-IN"/>
          </a:p>
        </p:txBody>
      </p:sp>
      <p:sp>
        <p:nvSpPr>
          <p:cNvPr id="23" name="Tx23"/>
          <p:cNvSpPr/>
          <p:nvPr/>
        </p:nvSpPr>
        <p:spPr>
          <a:xfrm>
            <a:off x="146304" y="660000"/>
            <a:ext cx="5940552" cy="210000"/>
          </a:xfrm>
          <a:prstGeom prst="rect">
            <a:avLst/>
          </a:prstGeom>
          <a:noFill/>
          <a:ln/>
        </p:spPr>
        <p:txBody>
          <a:bodyPr wrap="square" lIns="0" tIns="0" rIns="0" bIns="0" rtlCol="0" anchor="ctr"/>
          <a:lstStyle/>
          <a:p>
            <a:pPr marL="0" indent="0" algn="ctr">
              <a:buNone/>
            </a:pPr>
            <a:r>
              <a:rPr lang="en-US" sz="950" b="1" dirty="0">
                <a:solidFill>
                  <a:srgbClr val="FFFFFF"/>
                </a:solidFill>
                <a:latin typeface="Calibri" pitchFamily="34" charset="0"/>
                <a:ea typeface="Calibri" pitchFamily="34" charset="-122"/>
                <a:cs typeface="Calibri" pitchFamily="34" charset="-120"/>
              </a:rPr>
              <a:t>FINANCE OPERATIONS  |  18 Agents</a:t>
            </a:r>
            <a:endParaRPr lang="en-US" sz="700" dirty="0"/>
          </a:p>
        </p:txBody>
      </p:sp>
      <p:sp>
        <p:nvSpPr>
          <p:cNvPr id="24" name="Sh24"/>
          <p:cNvSpPr/>
          <p:nvPr/>
        </p:nvSpPr>
        <p:spPr>
          <a:xfrm>
            <a:off x="6105144" y="660000"/>
            <a:ext cx="5940552" cy="210000"/>
          </a:xfrm>
          <a:prstGeom prst="rect">
            <a:avLst/>
          </a:prstGeom>
          <a:solidFill>
            <a:srgbClr val="5B21B6"/>
          </a:solidFill>
          <a:ln w="12700">
            <a:solidFill>
              <a:srgbClr val="5B21B6"/>
            </a:solidFill>
            <a:prstDash val="solid"/>
          </a:ln>
        </p:spPr>
        <p:txBody>
          <a:bodyPr/>
          <a:lstStyle/>
          <a:p>
            <a:endParaRPr lang="en-IN"/>
          </a:p>
        </p:txBody>
      </p:sp>
      <p:sp>
        <p:nvSpPr>
          <p:cNvPr id="25" name="Tx25"/>
          <p:cNvSpPr/>
          <p:nvPr/>
        </p:nvSpPr>
        <p:spPr>
          <a:xfrm>
            <a:off x="6105144" y="660000"/>
            <a:ext cx="5940552" cy="210000"/>
          </a:xfrm>
          <a:prstGeom prst="rect">
            <a:avLst/>
          </a:prstGeom>
          <a:noFill/>
          <a:ln/>
        </p:spPr>
        <p:txBody>
          <a:bodyPr wrap="square" lIns="0" tIns="0" rIns="0" bIns="0" rtlCol="0" anchor="ctr"/>
          <a:lstStyle/>
          <a:p>
            <a:pPr marL="0" indent="0" algn="ctr">
              <a:buNone/>
            </a:pPr>
            <a:r>
              <a:rPr lang="en-US" sz="950" b="1" dirty="0">
                <a:solidFill>
                  <a:srgbClr val="FFFFFF"/>
                </a:solidFill>
                <a:latin typeface="Calibri" pitchFamily="34" charset="0"/>
                <a:ea typeface="Calibri" pitchFamily="34" charset="-122"/>
                <a:cs typeface="Calibri" pitchFamily="34" charset="-120"/>
              </a:rPr>
              <a:t>CONTROL &amp; ASSURANCE  |  18 Agents</a:t>
            </a:r>
            <a:endParaRPr lang="en-US" sz="700" dirty="0"/>
          </a:p>
        </p:txBody>
      </p:sp>
      <p:sp>
        <p:nvSpPr>
          <p:cNvPr id="26" name="Sh26"/>
          <p:cNvSpPr/>
          <p:nvPr/>
        </p:nvSpPr>
        <p:spPr>
          <a:xfrm>
            <a:off x="146304" y="890000"/>
            <a:ext cx="1310865" cy="1342770"/>
          </a:xfrm>
          <a:prstGeom prst="rect">
            <a:avLst/>
          </a:prstGeom>
          <a:solidFill>
            <a:srgbClr val="E0E7FF"/>
          </a:solidFill>
          <a:ln w="12700">
            <a:solidFill>
              <a:srgbClr val="A5B4FC"/>
            </a:solidFill>
            <a:prstDash val="solid"/>
          </a:ln>
        </p:spPr>
        <p:txBody>
          <a:bodyPr/>
          <a:lstStyle/>
          <a:p>
            <a:endParaRPr lang="en-IN"/>
          </a:p>
        </p:txBody>
      </p:sp>
      <p:sp>
        <p:nvSpPr>
          <p:cNvPr id="27" name="Tx27"/>
          <p:cNvSpPr/>
          <p:nvPr/>
        </p:nvSpPr>
        <p:spPr>
          <a:xfrm>
            <a:off x="220032" y="935000"/>
            <a:ext cx="300000" cy="110000"/>
          </a:xfrm>
          <a:prstGeom prst="rect">
            <a:avLst/>
          </a:prstGeom>
          <a:noFill/>
          <a:ln/>
        </p:spPr>
        <p:txBody>
          <a:bodyPr wrap="square" lIns="0" tIns="0" rIns="0" bIns="0" rtlCol="0" anchor="ctr"/>
          <a:lstStyle/>
          <a:p>
            <a:pPr marL="0" indent="0">
              <a:buNone/>
            </a:pPr>
            <a:r>
              <a:rPr lang="en-US" sz="700" dirty="0">
                <a:solidFill>
                  <a:srgbClr val="3730A3"/>
                </a:solidFill>
                <a:latin typeface="Calibri" pitchFamily="34" charset="0"/>
                <a:ea typeface="Calibri" pitchFamily="34" charset="-122"/>
                <a:cs typeface="Calibri" pitchFamily="34" charset="-120"/>
              </a:rPr>
              <a:t>F01</a:t>
            </a:r>
            <a:endParaRPr lang="en-US" sz="700" dirty="0"/>
          </a:p>
        </p:txBody>
      </p:sp>
      <p:sp>
        <p:nvSpPr>
          <p:cNvPr id="28" name="Tx28"/>
          <p:cNvSpPr/>
          <p:nvPr/>
        </p:nvSpPr>
        <p:spPr>
          <a:xfrm>
            <a:off x="1307169" y="93000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29" name="Tx29"/>
          <p:cNvSpPr/>
          <p:nvPr/>
        </p:nvSpPr>
        <p:spPr>
          <a:xfrm>
            <a:off x="220032" y="1050000"/>
            <a:ext cx="1207137" cy="280000"/>
          </a:xfrm>
          <a:prstGeom prst="rect">
            <a:avLst/>
          </a:prstGeom>
          <a:noFill/>
          <a:ln/>
        </p:spPr>
        <p:txBody>
          <a:bodyPr wrap="square" lIns="0" tIns="0" rIns="0" bIns="0" rtlCol="0" anchor="ctr"/>
          <a:lstStyle/>
          <a:p>
            <a:pPr marL="0" indent="0">
              <a:buNone/>
            </a:pPr>
            <a:r>
              <a:rPr lang="en-US" sz="1900" b="1" dirty="0">
                <a:solidFill>
                  <a:srgbClr val="4338CA"/>
                </a:solidFill>
                <a:latin typeface="Calibri" pitchFamily="34" charset="0"/>
                <a:ea typeface="Calibri" pitchFamily="34" charset="-122"/>
                <a:cs typeface="Calibri" pitchFamily="34" charset="-120"/>
              </a:rPr>
              <a:t>Tc</a:t>
            </a:r>
            <a:endParaRPr lang="en-US" sz="700" dirty="0"/>
          </a:p>
        </p:txBody>
      </p:sp>
      <p:sp>
        <p:nvSpPr>
          <p:cNvPr id="30" name="Tx30"/>
          <p:cNvSpPr/>
          <p:nvPr/>
        </p:nvSpPr>
        <p:spPr>
          <a:xfrm>
            <a:off x="220032"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Tally Collector</a:t>
            </a:r>
            <a:endParaRPr lang="en-US" sz="700" dirty="0"/>
          </a:p>
        </p:txBody>
      </p:sp>
      <p:sp>
        <p:nvSpPr>
          <p:cNvPr id="31" name="Sh31"/>
          <p:cNvSpPr/>
          <p:nvPr/>
        </p:nvSpPr>
        <p:spPr>
          <a:xfrm>
            <a:off x="220032" y="1575000"/>
            <a:ext cx="1163409" cy="0"/>
          </a:xfrm>
          <a:prstGeom prst="line">
            <a:avLst/>
          </a:prstGeom>
          <a:noFill/>
          <a:ln w="9525">
            <a:solidFill>
              <a:srgbClr val="A5B4FC"/>
            </a:solidFill>
            <a:prstDash val="solid"/>
          </a:ln>
        </p:spPr>
        <p:txBody>
          <a:bodyPr/>
          <a:lstStyle/>
          <a:p>
            <a:endParaRPr lang="en-IN"/>
          </a:p>
        </p:txBody>
      </p:sp>
      <p:sp>
        <p:nvSpPr>
          <p:cNvPr id="32" name="Tx32"/>
          <p:cNvSpPr/>
          <p:nvPr/>
        </p:nvSpPr>
        <p:spPr>
          <a:xfrm>
            <a:off x="220032" y="1590000"/>
            <a:ext cx="1207137" cy="642770"/>
          </a:xfrm>
          <a:prstGeom prst="rect">
            <a:avLst/>
          </a:prstGeom>
          <a:noFill/>
          <a:ln/>
        </p:spPr>
        <p:txBody>
          <a:bodyPr wrap="square" lIns="0" tIns="0" rIns="0" bIns="0" rtlCol="0" anchor="t"/>
          <a:lstStyle/>
          <a:p>
            <a:pPr marL="0" indent="0">
              <a:buNone/>
            </a:pPr>
            <a:r>
              <a:rPr lang="en-US" sz="640" dirty="0">
                <a:solidFill>
                  <a:srgbClr val="312E81"/>
                </a:solidFill>
                <a:latin typeface="Calibri" pitchFamily="34" charset="0"/>
                <a:ea typeface="Calibri" pitchFamily="34" charset="-122"/>
                <a:cs typeface="Calibri" pitchFamily="34" charset="-120"/>
              </a:rPr>
              <a:t>Scheduled extraction from every branch Tally instance across the group. Runs by central pull, site collector or file export, with one output contract whichever route is used.</a:t>
            </a:r>
            <a:endParaRPr lang="en-US" sz="700" dirty="0"/>
          </a:p>
        </p:txBody>
      </p:sp>
      <p:sp>
        <p:nvSpPr>
          <p:cNvPr id="33" name="Sh33"/>
          <p:cNvSpPr/>
          <p:nvPr/>
        </p:nvSpPr>
        <p:spPr>
          <a:xfrm>
            <a:off x="1469869" y="890000"/>
            <a:ext cx="1310865" cy="1342770"/>
          </a:xfrm>
          <a:prstGeom prst="rect">
            <a:avLst/>
          </a:prstGeom>
          <a:solidFill>
            <a:srgbClr val="E0E7FF"/>
          </a:solidFill>
          <a:ln w="12700">
            <a:solidFill>
              <a:srgbClr val="A5B4FC"/>
            </a:solidFill>
            <a:prstDash val="solid"/>
          </a:ln>
        </p:spPr>
        <p:txBody>
          <a:bodyPr/>
          <a:lstStyle/>
          <a:p>
            <a:endParaRPr lang="en-IN"/>
          </a:p>
        </p:txBody>
      </p:sp>
      <p:sp>
        <p:nvSpPr>
          <p:cNvPr id="34" name="Tx34"/>
          <p:cNvSpPr/>
          <p:nvPr/>
        </p:nvSpPr>
        <p:spPr>
          <a:xfrm>
            <a:off x="1543597" y="935000"/>
            <a:ext cx="300000" cy="110000"/>
          </a:xfrm>
          <a:prstGeom prst="rect">
            <a:avLst/>
          </a:prstGeom>
          <a:noFill/>
          <a:ln/>
        </p:spPr>
        <p:txBody>
          <a:bodyPr wrap="square" lIns="0" tIns="0" rIns="0" bIns="0" rtlCol="0" anchor="ctr"/>
          <a:lstStyle/>
          <a:p>
            <a:pPr marL="0" indent="0">
              <a:buNone/>
            </a:pPr>
            <a:r>
              <a:rPr lang="en-US" sz="700" dirty="0">
                <a:solidFill>
                  <a:srgbClr val="3730A3"/>
                </a:solidFill>
                <a:latin typeface="Calibri" pitchFamily="34" charset="0"/>
                <a:ea typeface="Calibri" pitchFamily="34" charset="-122"/>
                <a:cs typeface="Calibri" pitchFamily="34" charset="-120"/>
              </a:rPr>
              <a:t>F02</a:t>
            </a:r>
            <a:endParaRPr lang="en-US" sz="700" dirty="0"/>
          </a:p>
        </p:txBody>
      </p:sp>
      <p:sp>
        <p:nvSpPr>
          <p:cNvPr id="35" name="Tx35"/>
          <p:cNvSpPr/>
          <p:nvPr/>
        </p:nvSpPr>
        <p:spPr>
          <a:xfrm>
            <a:off x="2630734" y="93000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36" name="Tx36"/>
          <p:cNvSpPr/>
          <p:nvPr/>
        </p:nvSpPr>
        <p:spPr>
          <a:xfrm>
            <a:off x="1543597" y="1050000"/>
            <a:ext cx="1207137" cy="280000"/>
          </a:xfrm>
          <a:prstGeom prst="rect">
            <a:avLst/>
          </a:prstGeom>
          <a:noFill/>
          <a:ln/>
        </p:spPr>
        <p:txBody>
          <a:bodyPr wrap="square" lIns="0" tIns="0" rIns="0" bIns="0" rtlCol="0" anchor="ctr"/>
          <a:lstStyle/>
          <a:p>
            <a:pPr marL="0" indent="0">
              <a:buNone/>
            </a:pPr>
            <a:r>
              <a:rPr lang="en-US" sz="1900" b="1" dirty="0">
                <a:solidFill>
                  <a:srgbClr val="4338CA"/>
                </a:solidFill>
                <a:latin typeface="Calibri" pitchFamily="34" charset="0"/>
                <a:ea typeface="Calibri" pitchFamily="34" charset="-122"/>
                <a:cs typeface="Calibri" pitchFamily="34" charset="-120"/>
              </a:rPr>
              <a:t>Wc</a:t>
            </a:r>
            <a:endParaRPr lang="en-US" sz="700" dirty="0"/>
          </a:p>
        </p:txBody>
      </p:sp>
      <p:sp>
        <p:nvSpPr>
          <p:cNvPr id="37" name="Tx37"/>
          <p:cNvSpPr/>
          <p:nvPr/>
        </p:nvSpPr>
        <p:spPr>
          <a:xfrm>
            <a:off x="1543597"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Wings Connector</a:t>
            </a:r>
            <a:endParaRPr lang="en-US" sz="700" dirty="0"/>
          </a:p>
        </p:txBody>
      </p:sp>
      <p:sp>
        <p:nvSpPr>
          <p:cNvPr id="38" name="Sh38"/>
          <p:cNvSpPr/>
          <p:nvPr/>
        </p:nvSpPr>
        <p:spPr>
          <a:xfrm>
            <a:off x="1543597" y="1575000"/>
            <a:ext cx="1163409" cy="0"/>
          </a:xfrm>
          <a:prstGeom prst="line">
            <a:avLst/>
          </a:prstGeom>
          <a:noFill/>
          <a:ln w="9525">
            <a:solidFill>
              <a:srgbClr val="A5B4FC"/>
            </a:solidFill>
            <a:prstDash val="solid"/>
          </a:ln>
        </p:spPr>
        <p:txBody>
          <a:bodyPr/>
          <a:lstStyle/>
          <a:p>
            <a:endParaRPr lang="en-IN"/>
          </a:p>
        </p:txBody>
      </p:sp>
      <p:sp>
        <p:nvSpPr>
          <p:cNvPr id="39" name="Tx39"/>
          <p:cNvSpPr/>
          <p:nvPr/>
        </p:nvSpPr>
        <p:spPr>
          <a:xfrm>
            <a:off x="1543597" y="1590000"/>
            <a:ext cx="1207137" cy="642770"/>
          </a:xfrm>
          <a:prstGeom prst="rect">
            <a:avLst/>
          </a:prstGeom>
          <a:noFill/>
          <a:ln/>
        </p:spPr>
        <p:txBody>
          <a:bodyPr wrap="square" lIns="0" tIns="0" rIns="0" bIns="0" rtlCol="0" anchor="t"/>
          <a:lstStyle/>
          <a:p>
            <a:pPr marL="0" indent="0">
              <a:buNone/>
            </a:pPr>
            <a:r>
              <a:rPr lang="en-US" sz="640">
                <a:solidFill>
                  <a:srgbClr val="312E81"/>
                </a:solidFill>
                <a:latin typeface="Calibri" pitchFamily="34" charset="0"/>
                <a:ea typeface="Calibri" pitchFamily="34" charset="-122"/>
                <a:cs typeface="Calibri" pitchFamily="34" charset="-120"/>
              </a:rPr>
              <a:t>Reads </a:t>
            </a:r>
            <a:r>
              <a:rPr lang="en-US" sz="640" dirty="0">
                <a:solidFill>
                  <a:srgbClr val="312E81"/>
                </a:solidFill>
                <a:latin typeface="Calibri" pitchFamily="34" charset="0"/>
                <a:ea typeface="Calibri" pitchFamily="34" charset="-122"/>
                <a:cs typeface="Calibri" pitchFamily="34" charset="-120"/>
              </a:rPr>
              <a:t>the PVSL books from Wings on the same schedule as Tally, by read-only database access, replica or scheduled report, with one output contract whichever route is used.</a:t>
            </a:r>
            <a:endParaRPr lang="en-US" sz="700" dirty="0"/>
          </a:p>
        </p:txBody>
      </p:sp>
      <p:sp>
        <p:nvSpPr>
          <p:cNvPr id="40" name="Sh40"/>
          <p:cNvSpPr/>
          <p:nvPr/>
        </p:nvSpPr>
        <p:spPr>
          <a:xfrm>
            <a:off x="2793434" y="890000"/>
            <a:ext cx="1310865" cy="1342770"/>
          </a:xfrm>
          <a:prstGeom prst="rect">
            <a:avLst/>
          </a:prstGeom>
          <a:solidFill>
            <a:srgbClr val="E0E7FF"/>
          </a:solidFill>
          <a:ln w="12700">
            <a:solidFill>
              <a:srgbClr val="A5B4FC"/>
            </a:solidFill>
            <a:prstDash val="solid"/>
          </a:ln>
        </p:spPr>
        <p:txBody>
          <a:bodyPr/>
          <a:lstStyle/>
          <a:p>
            <a:endParaRPr lang="en-IN"/>
          </a:p>
        </p:txBody>
      </p:sp>
      <p:sp>
        <p:nvSpPr>
          <p:cNvPr id="41" name="Tx41"/>
          <p:cNvSpPr/>
          <p:nvPr/>
        </p:nvSpPr>
        <p:spPr>
          <a:xfrm>
            <a:off x="2867162" y="935000"/>
            <a:ext cx="300000" cy="110000"/>
          </a:xfrm>
          <a:prstGeom prst="rect">
            <a:avLst/>
          </a:prstGeom>
          <a:noFill/>
          <a:ln/>
        </p:spPr>
        <p:txBody>
          <a:bodyPr wrap="square" lIns="0" tIns="0" rIns="0" bIns="0" rtlCol="0" anchor="ctr"/>
          <a:lstStyle/>
          <a:p>
            <a:pPr marL="0" indent="0">
              <a:buNone/>
            </a:pPr>
            <a:r>
              <a:rPr lang="en-US" sz="700" dirty="0">
                <a:solidFill>
                  <a:srgbClr val="3730A3"/>
                </a:solidFill>
                <a:latin typeface="Calibri" pitchFamily="34" charset="0"/>
                <a:ea typeface="Calibri" pitchFamily="34" charset="-122"/>
                <a:cs typeface="Calibri" pitchFamily="34" charset="-120"/>
              </a:rPr>
              <a:t>F03</a:t>
            </a:r>
            <a:endParaRPr lang="en-US" sz="700" dirty="0"/>
          </a:p>
        </p:txBody>
      </p:sp>
      <p:sp>
        <p:nvSpPr>
          <p:cNvPr id="42" name="Tx42"/>
          <p:cNvSpPr/>
          <p:nvPr/>
        </p:nvSpPr>
        <p:spPr>
          <a:xfrm>
            <a:off x="3954299" y="93000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43" name="Tx43"/>
          <p:cNvSpPr/>
          <p:nvPr/>
        </p:nvSpPr>
        <p:spPr>
          <a:xfrm>
            <a:off x="2867162" y="1050000"/>
            <a:ext cx="1207137" cy="280000"/>
          </a:xfrm>
          <a:prstGeom prst="rect">
            <a:avLst/>
          </a:prstGeom>
          <a:noFill/>
          <a:ln/>
        </p:spPr>
        <p:txBody>
          <a:bodyPr wrap="square" lIns="0" tIns="0" rIns="0" bIns="0" rtlCol="0" anchor="ctr"/>
          <a:lstStyle/>
          <a:p>
            <a:pPr marL="0" indent="0">
              <a:buNone/>
            </a:pPr>
            <a:r>
              <a:rPr lang="en-US" sz="1900" b="1" dirty="0">
                <a:solidFill>
                  <a:srgbClr val="4338CA"/>
                </a:solidFill>
                <a:latin typeface="Calibri" pitchFamily="34" charset="0"/>
                <a:ea typeface="Calibri" pitchFamily="34" charset="-122"/>
                <a:cs typeface="Calibri" pitchFamily="34" charset="-120"/>
              </a:rPr>
              <a:t>De</a:t>
            </a:r>
            <a:endParaRPr lang="en-US" sz="700" dirty="0"/>
          </a:p>
        </p:txBody>
      </p:sp>
      <p:sp>
        <p:nvSpPr>
          <p:cNvPr id="44" name="Tx44"/>
          <p:cNvSpPr/>
          <p:nvPr/>
        </p:nvSpPr>
        <p:spPr>
          <a:xfrm>
            <a:off x="2867162"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DMS Extractor</a:t>
            </a:r>
            <a:endParaRPr lang="en-US" sz="700" dirty="0"/>
          </a:p>
        </p:txBody>
      </p:sp>
      <p:sp>
        <p:nvSpPr>
          <p:cNvPr id="45" name="Sh45"/>
          <p:cNvSpPr/>
          <p:nvPr/>
        </p:nvSpPr>
        <p:spPr>
          <a:xfrm>
            <a:off x="2867162" y="1575000"/>
            <a:ext cx="1163409" cy="0"/>
          </a:xfrm>
          <a:prstGeom prst="line">
            <a:avLst/>
          </a:prstGeom>
          <a:noFill/>
          <a:ln w="9525">
            <a:solidFill>
              <a:srgbClr val="A5B4FC"/>
            </a:solidFill>
            <a:prstDash val="solid"/>
          </a:ln>
        </p:spPr>
        <p:txBody>
          <a:bodyPr/>
          <a:lstStyle/>
          <a:p>
            <a:endParaRPr lang="en-IN"/>
          </a:p>
        </p:txBody>
      </p:sp>
      <p:sp>
        <p:nvSpPr>
          <p:cNvPr id="46" name="Tx46"/>
          <p:cNvSpPr/>
          <p:nvPr/>
        </p:nvSpPr>
        <p:spPr>
          <a:xfrm>
            <a:off x="2867162" y="1590000"/>
            <a:ext cx="1207137" cy="642770"/>
          </a:xfrm>
          <a:prstGeom prst="rect">
            <a:avLst/>
          </a:prstGeom>
          <a:noFill/>
          <a:ln/>
        </p:spPr>
        <p:txBody>
          <a:bodyPr wrap="square" lIns="0" tIns="0" rIns="0" bIns="0" rtlCol="0" anchor="t"/>
          <a:lstStyle/>
          <a:p>
            <a:pPr marL="0" indent="0">
              <a:buNone/>
            </a:pPr>
            <a:r>
              <a:rPr lang="en-US" sz="640" dirty="0">
                <a:solidFill>
                  <a:srgbClr val="312E81"/>
                </a:solidFill>
                <a:latin typeface="Calibri" pitchFamily="34" charset="0"/>
                <a:ea typeface="Calibri" pitchFamily="34" charset="-122"/>
                <a:cs typeface="Calibri" pitchFamily="34" charset="-120"/>
              </a:rPr>
              <a:t>Pulls billing, stock and statement data from each OEM dealer management system, by interface where one exists and by report extract where it does not.</a:t>
            </a:r>
            <a:endParaRPr lang="en-US" sz="700" dirty="0"/>
          </a:p>
        </p:txBody>
      </p:sp>
      <p:sp>
        <p:nvSpPr>
          <p:cNvPr id="47" name="Sh47"/>
          <p:cNvSpPr/>
          <p:nvPr/>
        </p:nvSpPr>
        <p:spPr>
          <a:xfrm>
            <a:off x="4116999" y="890000"/>
            <a:ext cx="1310865" cy="1342770"/>
          </a:xfrm>
          <a:prstGeom prst="rect">
            <a:avLst/>
          </a:prstGeom>
          <a:solidFill>
            <a:srgbClr val="E0E7FF"/>
          </a:solidFill>
          <a:ln w="12700">
            <a:solidFill>
              <a:srgbClr val="A5B4FC"/>
            </a:solidFill>
            <a:prstDash val="solid"/>
          </a:ln>
        </p:spPr>
        <p:txBody>
          <a:bodyPr/>
          <a:lstStyle/>
          <a:p>
            <a:endParaRPr lang="en-IN"/>
          </a:p>
        </p:txBody>
      </p:sp>
      <p:sp>
        <p:nvSpPr>
          <p:cNvPr id="48" name="Tx48"/>
          <p:cNvSpPr/>
          <p:nvPr/>
        </p:nvSpPr>
        <p:spPr>
          <a:xfrm>
            <a:off x="4190727" y="935000"/>
            <a:ext cx="300000" cy="110000"/>
          </a:xfrm>
          <a:prstGeom prst="rect">
            <a:avLst/>
          </a:prstGeom>
          <a:noFill/>
          <a:ln/>
        </p:spPr>
        <p:txBody>
          <a:bodyPr wrap="square" lIns="0" tIns="0" rIns="0" bIns="0" rtlCol="0" anchor="ctr"/>
          <a:lstStyle/>
          <a:p>
            <a:pPr marL="0" indent="0">
              <a:buNone/>
            </a:pPr>
            <a:r>
              <a:rPr lang="en-US" sz="700" dirty="0">
                <a:solidFill>
                  <a:srgbClr val="3730A3"/>
                </a:solidFill>
                <a:latin typeface="Calibri" pitchFamily="34" charset="0"/>
                <a:ea typeface="Calibri" pitchFamily="34" charset="-122"/>
                <a:cs typeface="Calibri" pitchFamily="34" charset="-120"/>
              </a:rPr>
              <a:t>F04</a:t>
            </a:r>
            <a:endParaRPr lang="en-US" sz="700" dirty="0"/>
          </a:p>
        </p:txBody>
      </p:sp>
      <p:sp>
        <p:nvSpPr>
          <p:cNvPr id="49" name="Tx49"/>
          <p:cNvSpPr/>
          <p:nvPr/>
        </p:nvSpPr>
        <p:spPr>
          <a:xfrm>
            <a:off x="5277864" y="930000"/>
            <a:ext cx="140000" cy="120000"/>
          </a:xfrm>
          <a:prstGeom prst="rect">
            <a:avLst/>
          </a:prstGeom>
          <a:noFill/>
          <a:ln/>
        </p:spPr>
        <p:txBody>
          <a:bodyPr wrap="square" lIns="0" tIns="0" rIns="0" bIns="0" rtlCol="0" anchor="ctr"/>
          <a:lstStyle/>
          <a:p>
            <a:pPr marL="0" indent="0" algn="r">
              <a:buNone/>
            </a:pPr>
            <a:endParaRPr lang="en-US" sz="700" dirty="0"/>
          </a:p>
        </p:txBody>
      </p:sp>
      <p:sp>
        <p:nvSpPr>
          <p:cNvPr id="50" name="Tx50"/>
          <p:cNvSpPr/>
          <p:nvPr/>
        </p:nvSpPr>
        <p:spPr>
          <a:xfrm>
            <a:off x="4190727" y="1050000"/>
            <a:ext cx="1207137" cy="280000"/>
          </a:xfrm>
          <a:prstGeom prst="rect">
            <a:avLst/>
          </a:prstGeom>
          <a:noFill/>
          <a:ln/>
        </p:spPr>
        <p:txBody>
          <a:bodyPr wrap="square" lIns="0" tIns="0" rIns="0" bIns="0" rtlCol="0" anchor="ctr"/>
          <a:lstStyle/>
          <a:p>
            <a:pPr marL="0" indent="0">
              <a:buNone/>
            </a:pPr>
            <a:r>
              <a:rPr lang="en-US" sz="1900" b="1" dirty="0">
                <a:solidFill>
                  <a:srgbClr val="4338CA"/>
                </a:solidFill>
                <a:latin typeface="Calibri" pitchFamily="34" charset="0"/>
                <a:ea typeface="Calibri" pitchFamily="34" charset="-122"/>
                <a:cs typeface="Calibri" pitchFamily="34" charset="-120"/>
              </a:rPr>
              <a:t>Oc</a:t>
            </a:r>
            <a:endParaRPr lang="en-US" sz="700" dirty="0"/>
          </a:p>
        </p:txBody>
      </p:sp>
      <p:sp>
        <p:nvSpPr>
          <p:cNvPr id="51" name="Tx51"/>
          <p:cNvSpPr/>
          <p:nvPr/>
        </p:nvSpPr>
        <p:spPr>
          <a:xfrm>
            <a:off x="4190727"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Odoo Connector</a:t>
            </a:r>
            <a:endParaRPr lang="en-US" sz="700" dirty="0"/>
          </a:p>
        </p:txBody>
      </p:sp>
      <p:sp>
        <p:nvSpPr>
          <p:cNvPr id="52" name="Sh52"/>
          <p:cNvSpPr/>
          <p:nvPr/>
        </p:nvSpPr>
        <p:spPr>
          <a:xfrm>
            <a:off x="4190727" y="1575000"/>
            <a:ext cx="1163409" cy="0"/>
          </a:xfrm>
          <a:prstGeom prst="line">
            <a:avLst/>
          </a:prstGeom>
          <a:noFill/>
          <a:ln w="9525">
            <a:solidFill>
              <a:srgbClr val="A5B4FC"/>
            </a:solidFill>
            <a:prstDash val="solid"/>
          </a:ln>
        </p:spPr>
        <p:txBody>
          <a:bodyPr/>
          <a:lstStyle/>
          <a:p>
            <a:endParaRPr lang="en-IN"/>
          </a:p>
        </p:txBody>
      </p:sp>
      <p:sp>
        <p:nvSpPr>
          <p:cNvPr id="53" name="Tx53"/>
          <p:cNvSpPr/>
          <p:nvPr/>
        </p:nvSpPr>
        <p:spPr>
          <a:xfrm>
            <a:off x="4190727" y="1590000"/>
            <a:ext cx="1207137" cy="642770"/>
          </a:xfrm>
          <a:prstGeom prst="rect">
            <a:avLst/>
          </a:prstGeom>
          <a:noFill/>
          <a:ln/>
        </p:spPr>
        <p:txBody>
          <a:bodyPr wrap="square" lIns="0" tIns="0" rIns="0" bIns="0" rtlCol="0" anchor="t"/>
          <a:lstStyle/>
          <a:p>
            <a:pPr marL="0" indent="0">
              <a:buNone/>
            </a:pPr>
            <a:r>
              <a:rPr lang="en-US" sz="640" dirty="0">
                <a:solidFill>
                  <a:srgbClr val="312E81"/>
                </a:solidFill>
                <a:latin typeface="Calibri" pitchFamily="34" charset="0"/>
                <a:ea typeface="Calibri" pitchFamily="34" charset="-122"/>
                <a:cs typeface="Calibri" pitchFamily="34" charset="-120"/>
              </a:rPr>
              <a:t>Brings vendor records, requests for quotation and purchase orders out of Odoo, giving procurement its first link to the accounting layer.</a:t>
            </a:r>
            <a:endParaRPr lang="en-US" sz="700" dirty="0"/>
          </a:p>
        </p:txBody>
      </p:sp>
      <p:sp>
        <p:nvSpPr>
          <p:cNvPr id="54" name="Sh54"/>
          <p:cNvSpPr/>
          <p:nvPr/>
        </p:nvSpPr>
        <p:spPr>
          <a:xfrm>
            <a:off x="5440564" y="890000"/>
            <a:ext cx="1310865" cy="1342770"/>
          </a:xfrm>
          <a:prstGeom prst="rect">
            <a:avLst/>
          </a:prstGeom>
          <a:solidFill>
            <a:srgbClr val="E0E7FF"/>
          </a:solidFill>
          <a:ln w="12700">
            <a:solidFill>
              <a:srgbClr val="A5B4FC"/>
            </a:solidFill>
            <a:prstDash val="solid"/>
          </a:ln>
        </p:spPr>
        <p:txBody>
          <a:bodyPr/>
          <a:lstStyle/>
          <a:p>
            <a:endParaRPr lang="en-IN"/>
          </a:p>
        </p:txBody>
      </p:sp>
      <p:sp>
        <p:nvSpPr>
          <p:cNvPr id="55" name="Tx55"/>
          <p:cNvSpPr/>
          <p:nvPr/>
        </p:nvSpPr>
        <p:spPr>
          <a:xfrm>
            <a:off x="5514292" y="935000"/>
            <a:ext cx="300000" cy="110000"/>
          </a:xfrm>
          <a:prstGeom prst="rect">
            <a:avLst/>
          </a:prstGeom>
          <a:noFill/>
          <a:ln/>
        </p:spPr>
        <p:txBody>
          <a:bodyPr wrap="square" lIns="0" tIns="0" rIns="0" bIns="0" rtlCol="0" anchor="ctr"/>
          <a:lstStyle/>
          <a:p>
            <a:pPr marL="0" indent="0">
              <a:buNone/>
            </a:pPr>
            <a:r>
              <a:rPr lang="en-US" sz="700" dirty="0">
                <a:solidFill>
                  <a:srgbClr val="3730A3"/>
                </a:solidFill>
                <a:latin typeface="Calibri" pitchFamily="34" charset="0"/>
                <a:ea typeface="Calibri" pitchFamily="34" charset="-122"/>
                <a:cs typeface="Calibri" pitchFamily="34" charset="-120"/>
              </a:rPr>
              <a:t>F05</a:t>
            </a:r>
            <a:endParaRPr lang="en-US" sz="700" dirty="0"/>
          </a:p>
        </p:txBody>
      </p:sp>
      <p:sp>
        <p:nvSpPr>
          <p:cNvPr id="56" name="Tx56"/>
          <p:cNvSpPr/>
          <p:nvPr/>
        </p:nvSpPr>
        <p:spPr>
          <a:xfrm>
            <a:off x="6601429" y="930000"/>
            <a:ext cx="140000" cy="120000"/>
          </a:xfrm>
          <a:prstGeom prst="rect">
            <a:avLst/>
          </a:prstGeom>
          <a:noFill/>
          <a:ln/>
        </p:spPr>
        <p:txBody>
          <a:bodyPr wrap="square" lIns="0" tIns="0" rIns="0" bIns="0" rtlCol="0" anchor="ctr"/>
          <a:lstStyle/>
          <a:p>
            <a:pPr marL="0" indent="0" algn="r">
              <a:buNone/>
            </a:pPr>
            <a:endParaRPr lang="en-US" sz="700" dirty="0"/>
          </a:p>
        </p:txBody>
      </p:sp>
      <p:sp>
        <p:nvSpPr>
          <p:cNvPr id="57" name="Tx57"/>
          <p:cNvSpPr/>
          <p:nvPr/>
        </p:nvSpPr>
        <p:spPr>
          <a:xfrm>
            <a:off x="5514292" y="1050000"/>
            <a:ext cx="1207137" cy="280000"/>
          </a:xfrm>
          <a:prstGeom prst="rect">
            <a:avLst/>
          </a:prstGeom>
          <a:noFill/>
          <a:ln/>
        </p:spPr>
        <p:txBody>
          <a:bodyPr wrap="square" lIns="0" tIns="0" rIns="0" bIns="0" rtlCol="0" anchor="ctr"/>
          <a:lstStyle/>
          <a:p>
            <a:pPr marL="0" indent="0">
              <a:buNone/>
            </a:pPr>
            <a:r>
              <a:rPr lang="en-US" sz="1900" b="1" dirty="0">
                <a:solidFill>
                  <a:srgbClr val="4338CA"/>
                </a:solidFill>
                <a:latin typeface="Calibri" pitchFamily="34" charset="0"/>
                <a:ea typeface="Calibri" pitchFamily="34" charset="-122"/>
                <a:cs typeface="Calibri" pitchFamily="34" charset="-120"/>
              </a:rPr>
              <a:t>Lm</a:t>
            </a:r>
            <a:endParaRPr lang="en-US" sz="700" dirty="0"/>
          </a:p>
        </p:txBody>
      </p:sp>
      <p:sp>
        <p:nvSpPr>
          <p:cNvPr id="58" name="Tx58"/>
          <p:cNvSpPr/>
          <p:nvPr/>
        </p:nvSpPr>
        <p:spPr>
          <a:xfrm>
            <a:off x="5514292"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Ledger Mapper</a:t>
            </a:r>
            <a:endParaRPr lang="en-US" sz="700" dirty="0"/>
          </a:p>
        </p:txBody>
      </p:sp>
      <p:sp>
        <p:nvSpPr>
          <p:cNvPr id="59" name="Sh59"/>
          <p:cNvSpPr/>
          <p:nvPr/>
        </p:nvSpPr>
        <p:spPr>
          <a:xfrm>
            <a:off x="5514292" y="1575000"/>
            <a:ext cx="1163409" cy="0"/>
          </a:xfrm>
          <a:prstGeom prst="line">
            <a:avLst/>
          </a:prstGeom>
          <a:noFill/>
          <a:ln w="9525">
            <a:solidFill>
              <a:srgbClr val="A5B4FC"/>
            </a:solidFill>
            <a:prstDash val="solid"/>
          </a:ln>
        </p:spPr>
        <p:txBody>
          <a:bodyPr/>
          <a:lstStyle/>
          <a:p>
            <a:endParaRPr lang="en-IN"/>
          </a:p>
        </p:txBody>
      </p:sp>
      <p:sp>
        <p:nvSpPr>
          <p:cNvPr id="60" name="Tx60"/>
          <p:cNvSpPr/>
          <p:nvPr/>
        </p:nvSpPr>
        <p:spPr>
          <a:xfrm>
            <a:off x="5514292" y="1590000"/>
            <a:ext cx="1207137" cy="642770"/>
          </a:xfrm>
          <a:prstGeom prst="rect">
            <a:avLst/>
          </a:prstGeom>
          <a:noFill/>
          <a:ln/>
        </p:spPr>
        <p:txBody>
          <a:bodyPr wrap="square" lIns="0" tIns="0" rIns="0" bIns="0" rtlCol="0" anchor="t"/>
          <a:lstStyle/>
          <a:p>
            <a:pPr marL="0" indent="0">
              <a:buNone/>
            </a:pPr>
            <a:r>
              <a:rPr lang="en-US" sz="640" dirty="0">
                <a:solidFill>
                  <a:srgbClr val="312E81"/>
                </a:solidFill>
                <a:latin typeface="Calibri" pitchFamily="34" charset="0"/>
                <a:ea typeface="Calibri" pitchFamily="34" charset="-122"/>
                <a:cs typeface="Calibri" pitchFamily="34" charset="-120"/>
              </a:rPr>
              <a:t>Maps every branch ledger onto the canonical chart of accounts, carrying the MIS and statutory views in parallel and proposing new mappings for approval.</a:t>
            </a:r>
            <a:endParaRPr lang="en-US" sz="700" dirty="0"/>
          </a:p>
        </p:txBody>
      </p:sp>
      <p:sp>
        <p:nvSpPr>
          <p:cNvPr id="61" name="Sh61"/>
          <p:cNvSpPr/>
          <p:nvPr/>
        </p:nvSpPr>
        <p:spPr>
          <a:xfrm>
            <a:off x="6764129" y="890000"/>
            <a:ext cx="1310865" cy="1342770"/>
          </a:xfrm>
          <a:prstGeom prst="rect">
            <a:avLst/>
          </a:prstGeom>
          <a:solidFill>
            <a:srgbClr val="DBEAFE"/>
          </a:solidFill>
          <a:ln w="12700">
            <a:solidFill>
              <a:srgbClr val="93C5FD"/>
            </a:solidFill>
            <a:prstDash val="solid"/>
          </a:ln>
        </p:spPr>
        <p:txBody>
          <a:bodyPr/>
          <a:lstStyle/>
          <a:p>
            <a:endParaRPr lang="en-IN"/>
          </a:p>
        </p:txBody>
      </p:sp>
      <p:sp>
        <p:nvSpPr>
          <p:cNvPr id="62" name="Tx62"/>
          <p:cNvSpPr/>
          <p:nvPr/>
        </p:nvSpPr>
        <p:spPr>
          <a:xfrm>
            <a:off x="6837857" y="935000"/>
            <a:ext cx="300000" cy="110000"/>
          </a:xfrm>
          <a:prstGeom prst="rect">
            <a:avLst/>
          </a:prstGeom>
          <a:noFill/>
          <a:ln/>
        </p:spPr>
        <p:txBody>
          <a:bodyPr wrap="square" lIns="0" tIns="0" rIns="0" bIns="0" rtlCol="0" anchor="ctr"/>
          <a:lstStyle/>
          <a:p>
            <a:pPr marL="0" indent="0">
              <a:buNone/>
            </a:pPr>
            <a:r>
              <a:rPr lang="en-US" sz="700" dirty="0">
                <a:solidFill>
                  <a:srgbClr val="1E40AF"/>
                </a:solidFill>
                <a:latin typeface="Calibri" pitchFamily="34" charset="0"/>
                <a:ea typeface="Calibri" pitchFamily="34" charset="-122"/>
                <a:cs typeface="Calibri" pitchFamily="34" charset="-120"/>
              </a:rPr>
              <a:t>F06</a:t>
            </a:r>
            <a:endParaRPr lang="en-US" sz="700" dirty="0"/>
          </a:p>
        </p:txBody>
      </p:sp>
      <p:sp>
        <p:nvSpPr>
          <p:cNvPr id="63" name="Tx63"/>
          <p:cNvSpPr/>
          <p:nvPr/>
        </p:nvSpPr>
        <p:spPr>
          <a:xfrm>
            <a:off x="7924994" y="930000"/>
            <a:ext cx="140000" cy="120000"/>
          </a:xfrm>
          <a:prstGeom prst="rect">
            <a:avLst/>
          </a:prstGeom>
          <a:noFill/>
          <a:ln/>
        </p:spPr>
        <p:txBody>
          <a:bodyPr wrap="square" lIns="0" tIns="0" rIns="0" bIns="0" rtlCol="0" anchor="ctr"/>
          <a:lstStyle/>
          <a:p>
            <a:pPr marL="0" indent="0" algn="r">
              <a:buNone/>
            </a:pPr>
            <a:endParaRPr lang="en-US" sz="700" dirty="0"/>
          </a:p>
        </p:txBody>
      </p:sp>
      <p:sp>
        <p:nvSpPr>
          <p:cNvPr id="64" name="Tx64"/>
          <p:cNvSpPr/>
          <p:nvPr/>
        </p:nvSpPr>
        <p:spPr>
          <a:xfrm>
            <a:off x="6837857" y="1050000"/>
            <a:ext cx="1207137" cy="280000"/>
          </a:xfrm>
          <a:prstGeom prst="rect">
            <a:avLst/>
          </a:prstGeom>
          <a:noFill/>
          <a:ln/>
        </p:spPr>
        <p:txBody>
          <a:bodyPr wrap="square" lIns="0" tIns="0" rIns="0" bIns="0" rtlCol="0" anchor="ctr"/>
          <a:lstStyle/>
          <a:p>
            <a:pPr marL="0" indent="0">
              <a:buNone/>
            </a:pPr>
            <a:r>
              <a:rPr lang="en-US" sz="1900" b="1" dirty="0">
                <a:solidFill>
                  <a:srgbClr val="1D4ED8"/>
                </a:solidFill>
                <a:latin typeface="Calibri" pitchFamily="34" charset="0"/>
                <a:ea typeface="Calibri" pitchFamily="34" charset="-122"/>
                <a:cs typeface="Calibri" pitchFamily="34" charset="-120"/>
              </a:rPr>
              <a:t>Ir</a:t>
            </a:r>
            <a:endParaRPr lang="en-US" sz="700" dirty="0"/>
          </a:p>
        </p:txBody>
      </p:sp>
      <p:sp>
        <p:nvSpPr>
          <p:cNvPr id="65" name="Tx65"/>
          <p:cNvSpPr/>
          <p:nvPr/>
        </p:nvSpPr>
        <p:spPr>
          <a:xfrm>
            <a:off x="6837857"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Identity Resolver</a:t>
            </a:r>
            <a:endParaRPr lang="en-US" sz="700" dirty="0"/>
          </a:p>
        </p:txBody>
      </p:sp>
      <p:sp>
        <p:nvSpPr>
          <p:cNvPr id="66" name="Sh66"/>
          <p:cNvSpPr/>
          <p:nvPr/>
        </p:nvSpPr>
        <p:spPr>
          <a:xfrm>
            <a:off x="6837857" y="1575000"/>
            <a:ext cx="1163409" cy="0"/>
          </a:xfrm>
          <a:prstGeom prst="line">
            <a:avLst/>
          </a:prstGeom>
          <a:noFill/>
          <a:ln w="9525">
            <a:solidFill>
              <a:srgbClr val="93C5FD"/>
            </a:solidFill>
            <a:prstDash val="solid"/>
          </a:ln>
        </p:spPr>
        <p:txBody>
          <a:bodyPr/>
          <a:lstStyle/>
          <a:p>
            <a:endParaRPr lang="en-IN"/>
          </a:p>
        </p:txBody>
      </p:sp>
      <p:sp>
        <p:nvSpPr>
          <p:cNvPr id="67" name="Tx67"/>
          <p:cNvSpPr/>
          <p:nvPr/>
        </p:nvSpPr>
        <p:spPr>
          <a:xfrm>
            <a:off x="6837857" y="1590000"/>
            <a:ext cx="1207137" cy="642770"/>
          </a:xfrm>
          <a:prstGeom prst="rect">
            <a:avLst/>
          </a:prstGeom>
          <a:noFill/>
          <a:ln/>
        </p:spPr>
        <p:txBody>
          <a:bodyPr wrap="square" lIns="0" tIns="0" rIns="0" bIns="0" rtlCol="0" anchor="t"/>
          <a:lstStyle/>
          <a:p>
            <a:pPr marL="0" indent="0">
              <a:buNone/>
            </a:pPr>
            <a:r>
              <a:rPr lang="en-US" sz="640" dirty="0">
                <a:solidFill>
                  <a:srgbClr val="1E3A5F"/>
                </a:solidFill>
                <a:latin typeface="Calibri" pitchFamily="34" charset="0"/>
                <a:ea typeface="Calibri" pitchFamily="34" charset="-122"/>
                <a:cs typeface="Calibri" pitchFamily="34" charset="-120"/>
              </a:rPr>
              <a:t>Resolves branch codes, party names, vehicle references and document numbers into one canonical identity, so matching can run across systems.</a:t>
            </a:r>
            <a:endParaRPr lang="en-US" sz="700" dirty="0"/>
          </a:p>
        </p:txBody>
      </p:sp>
      <p:sp>
        <p:nvSpPr>
          <p:cNvPr id="68" name="Sh68"/>
          <p:cNvSpPr/>
          <p:nvPr/>
        </p:nvSpPr>
        <p:spPr>
          <a:xfrm>
            <a:off x="8087694" y="890000"/>
            <a:ext cx="1310865" cy="1342770"/>
          </a:xfrm>
          <a:prstGeom prst="rect">
            <a:avLst/>
          </a:prstGeom>
          <a:solidFill>
            <a:srgbClr val="DBEAFE"/>
          </a:solidFill>
          <a:ln w="12700">
            <a:solidFill>
              <a:srgbClr val="93C5FD"/>
            </a:solidFill>
            <a:prstDash val="solid"/>
          </a:ln>
        </p:spPr>
        <p:txBody>
          <a:bodyPr/>
          <a:lstStyle/>
          <a:p>
            <a:endParaRPr lang="en-IN"/>
          </a:p>
        </p:txBody>
      </p:sp>
      <p:sp>
        <p:nvSpPr>
          <p:cNvPr id="69" name="Tx69"/>
          <p:cNvSpPr/>
          <p:nvPr/>
        </p:nvSpPr>
        <p:spPr>
          <a:xfrm>
            <a:off x="8161422" y="935000"/>
            <a:ext cx="300000" cy="110000"/>
          </a:xfrm>
          <a:prstGeom prst="rect">
            <a:avLst/>
          </a:prstGeom>
          <a:noFill/>
          <a:ln/>
        </p:spPr>
        <p:txBody>
          <a:bodyPr wrap="square" lIns="0" tIns="0" rIns="0" bIns="0" rtlCol="0" anchor="ctr"/>
          <a:lstStyle/>
          <a:p>
            <a:pPr marL="0" indent="0">
              <a:buNone/>
            </a:pPr>
            <a:r>
              <a:rPr lang="en-US" sz="700" dirty="0">
                <a:solidFill>
                  <a:srgbClr val="1E40AF"/>
                </a:solidFill>
                <a:latin typeface="Calibri" pitchFamily="34" charset="0"/>
                <a:ea typeface="Calibri" pitchFamily="34" charset="-122"/>
                <a:cs typeface="Calibri" pitchFamily="34" charset="-120"/>
              </a:rPr>
              <a:t>F07</a:t>
            </a:r>
            <a:endParaRPr lang="en-US" sz="700" dirty="0"/>
          </a:p>
        </p:txBody>
      </p:sp>
      <p:sp>
        <p:nvSpPr>
          <p:cNvPr id="70" name="Tx70"/>
          <p:cNvSpPr/>
          <p:nvPr/>
        </p:nvSpPr>
        <p:spPr>
          <a:xfrm>
            <a:off x="9248559" y="93000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71" name="Tx71"/>
          <p:cNvSpPr/>
          <p:nvPr/>
        </p:nvSpPr>
        <p:spPr>
          <a:xfrm>
            <a:off x="8161422" y="1050000"/>
            <a:ext cx="1207137" cy="280000"/>
          </a:xfrm>
          <a:prstGeom prst="rect">
            <a:avLst/>
          </a:prstGeom>
          <a:noFill/>
          <a:ln/>
        </p:spPr>
        <p:txBody>
          <a:bodyPr wrap="square" lIns="0" tIns="0" rIns="0" bIns="0" rtlCol="0" anchor="ctr"/>
          <a:lstStyle/>
          <a:p>
            <a:pPr marL="0" indent="0">
              <a:buNone/>
            </a:pPr>
            <a:r>
              <a:rPr lang="en-US" sz="1900" b="1" dirty="0">
                <a:solidFill>
                  <a:srgbClr val="1D4ED8"/>
                </a:solidFill>
                <a:latin typeface="Calibri" pitchFamily="34" charset="0"/>
                <a:ea typeface="Calibri" pitchFamily="34" charset="-122"/>
                <a:cs typeface="Calibri" pitchFamily="34" charset="-120"/>
              </a:rPr>
              <a:t>Dl</a:t>
            </a:r>
            <a:endParaRPr lang="en-US" sz="700" dirty="0"/>
          </a:p>
        </p:txBody>
      </p:sp>
      <p:sp>
        <p:nvSpPr>
          <p:cNvPr id="72" name="Tx72"/>
          <p:cNvSpPr/>
          <p:nvPr/>
        </p:nvSpPr>
        <p:spPr>
          <a:xfrm>
            <a:off x="8161422"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Debtor Ledger Agent</a:t>
            </a:r>
            <a:endParaRPr lang="en-US" sz="700" dirty="0"/>
          </a:p>
        </p:txBody>
      </p:sp>
      <p:sp>
        <p:nvSpPr>
          <p:cNvPr id="73" name="Sh73"/>
          <p:cNvSpPr/>
          <p:nvPr/>
        </p:nvSpPr>
        <p:spPr>
          <a:xfrm>
            <a:off x="8161422" y="1575000"/>
            <a:ext cx="1163409" cy="0"/>
          </a:xfrm>
          <a:prstGeom prst="line">
            <a:avLst/>
          </a:prstGeom>
          <a:noFill/>
          <a:ln w="9525">
            <a:solidFill>
              <a:srgbClr val="93C5FD"/>
            </a:solidFill>
            <a:prstDash val="solid"/>
          </a:ln>
        </p:spPr>
        <p:txBody>
          <a:bodyPr/>
          <a:lstStyle/>
          <a:p>
            <a:endParaRPr lang="en-IN"/>
          </a:p>
        </p:txBody>
      </p:sp>
      <p:sp>
        <p:nvSpPr>
          <p:cNvPr id="74" name="Tx74"/>
          <p:cNvSpPr/>
          <p:nvPr/>
        </p:nvSpPr>
        <p:spPr>
          <a:xfrm>
            <a:off x="8161422" y="1590000"/>
            <a:ext cx="1207137" cy="642770"/>
          </a:xfrm>
          <a:prstGeom prst="rect">
            <a:avLst/>
          </a:prstGeom>
          <a:noFill/>
          <a:ln/>
        </p:spPr>
        <p:txBody>
          <a:bodyPr wrap="square" lIns="0" tIns="0" rIns="0" bIns="0" rtlCol="0" anchor="t"/>
          <a:lstStyle/>
          <a:p>
            <a:pPr marL="0" indent="0">
              <a:buNone/>
            </a:pPr>
            <a:r>
              <a:rPr lang="en-US" sz="640" dirty="0">
                <a:solidFill>
                  <a:srgbClr val="1E3A5F"/>
                </a:solidFill>
                <a:latin typeface="Calibri" pitchFamily="34" charset="0"/>
                <a:ea typeface="Calibri" pitchFamily="34" charset="-122"/>
                <a:cs typeface="Calibri" pitchFamily="34" charset="-120"/>
              </a:rPr>
              <a:t>Maintains one group wide receivables position from all branch books, so the debtors summary and its ledger detail are produced on demand instead of rebuilt.</a:t>
            </a:r>
            <a:endParaRPr lang="en-US" sz="700" dirty="0"/>
          </a:p>
        </p:txBody>
      </p:sp>
      <p:sp>
        <p:nvSpPr>
          <p:cNvPr id="75" name="Sh75"/>
          <p:cNvSpPr/>
          <p:nvPr/>
        </p:nvSpPr>
        <p:spPr>
          <a:xfrm>
            <a:off x="9411259" y="890000"/>
            <a:ext cx="1310865" cy="1342770"/>
          </a:xfrm>
          <a:prstGeom prst="rect">
            <a:avLst/>
          </a:prstGeom>
          <a:solidFill>
            <a:srgbClr val="DBEAFE"/>
          </a:solidFill>
          <a:ln w="12700">
            <a:solidFill>
              <a:srgbClr val="93C5FD"/>
            </a:solidFill>
            <a:prstDash val="solid"/>
          </a:ln>
        </p:spPr>
        <p:txBody>
          <a:bodyPr/>
          <a:lstStyle/>
          <a:p>
            <a:endParaRPr lang="en-IN"/>
          </a:p>
        </p:txBody>
      </p:sp>
      <p:sp>
        <p:nvSpPr>
          <p:cNvPr id="76" name="Tx76"/>
          <p:cNvSpPr/>
          <p:nvPr/>
        </p:nvSpPr>
        <p:spPr>
          <a:xfrm>
            <a:off x="9484987" y="935000"/>
            <a:ext cx="300000" cy="110000"/>
          </a:xfrm>
          <a:prstGeom prst="rect">
            <a:avLst/>
          </a:prstGeom>
          <a:noFill/>
          <a:ln/>
        </p:spPr>
        <p:txBody>
          <a:bodyPr wrap="square" lIns="0" tIns="0" rIns="0" bIns="0" rtlCol="0" anchor="ctr"/>
          <a:lstStyle/>
          <a:p>
            <a:pPr marL="0" indent="0">
              <a:buNone/>
            </a:pPr>
            <a:r>
              <a:rPr lang="en-US" sz="700" dirty="0">
                <a:solidFill>
                  <a:srgbClr val="1E40AF"/>
                </a:solidFill>
                <a:latin typeface="Calibri" pitchFamily="34" charset="0"/>
                <a:ea typeface="Calibri" pitchFamily="34" charset="-122"/>
                <a:cs typeface="Calibri" pitchFamily="34" charset="-120"/>
              </a:rPr>
              <a:t>F08</a:t>
            </a:r>
            <a:endParaRPr lang="en-US" sz="700" dirty="0"/>
          </a:p>
        </p:txBody>
      </p:sp>
      <p:sp>
        <p:nvSpPr>
          <p:cNvPr id="77" name="Tx77"/>
          <p:cNvSpPr/>
          <p:nvPr/>
        </p:nvSpPr>
        <p:spPr>
          <a:xfrm>
            <a:off x="10572124" y="93000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78" name="Tx78"/>
          <p:cNvSpPr/>
          <p:nvPr/>
        </p:nvSpPr>
        <p:spPr>
          <a:xfrm>
            <a:off x="9484987" y="1050000"/>
            <a:ext cx="1207137" cy="280000"/>
          </a:xfrm>
          <a:prstGeom prst="rect">
            <a:avLst/>
          </a:prstGeom>
          <a:noFill/>
          <a:ln/>
        </p:spPr>
        <p:txBody>
          <a:bodyPr wrap="square" lIns="0" tIns="0" rIns="0" bIns="0" rtlCol="0" anchor="ctr"/>
          <a:lstStyle/>
          <a:p>
            <a:pPr marL="0" indent="0">
              <a:buNone/>
            </a:pPr>
            <a:r>
              <a:rPr lang="en-US" sz="1900" b="1" dirty="0">
                <a:solidFill>
                  <a:srgbClr val="1D4ED8"/>
                </a:solidFill>
                <a:latin typeface="Calibri" pitchFamily="34" charset="0"/>
                <a:ea typeface="Calibri" pitchFamily="34" charset="-122"/>
                <a:cs typeface="Calibri" pitchFamily="34" charset="-120"/>
              </a:rPr>
              <a:t>Cm</a:t>
            </a:r>
            <a:endParaRPr lang="en-US" sz="700" dirty="0"/>
          </a:p>
        </p:txBody>
      </p:sp>
      <p:sp>
        <p:nvSpPr>
          <p:cNvPr id="79" name="Tx79"/>
          <p:cNvSpPr/>
          <p:nvPr/>
        </p:nvSpPr>
        <p:spPr>
          <a:xfrm>
            <a:off x="9484987"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Collection Matcher</a:t>
            </a:r>
            <a:endParaRPr lang="en-US" sz="700" dirty="0"/>
          </a:p>
        </p:txBody>
      </p:sp>
      <p:sp>
        <p:nvSpPr>
          <p:cNvPr id="80" name="Sh80"/>
          <p:cNvSpPr/>
          <p:nvPr/>
        </p:nvSpPr>
        <p:spPr>
          <a:xfrm>
            <a:off x="9484987" y="1575000"/>
            <a:ext cx="1163409" cy="0"/>
          </a:xfrm>
          <a:prstGeom prst="line">
            <a:avLst/>
          </a:prstGeom>
          <a:noFill/>
          <a:ln w="9525">
            <a:solidFill>
              <a:srgbClr val="93C5FD"/>
            </a:solidFill>
            <a:prstDash val="solid"/>
          </a:ln>
        </p:spPr>
        <p:txBody>
          <a:bodyPr/>
          <a:lstStyle/>
          <a:p>
            <a:endParaRPr lang="en-IN"/>
          </a:p>
        </p:txBody>
      </p:sp>
      <p:sp>
        <p:nvSpPr>
          <p:cNvPr id="81" name="Tx81"/>
          <p:cNvSpPr/>
          <p:nvPr/>
        </p:nvSpPr>
        <p:spPr>
          <a:xfrm>
            <a:off x="9484987" y="1590000"/>
            <a:ext cx="1207137" cy="642770"/>
          </a:xfrm>
          <a:prstGeom prst="rect">
            <a:avLst/>
          </a:prstGeom>
          <a:noFill/>
          <a:ln/>
        </p:spPr>
        <p:txBody>
          <a:bodyPr wrap="square" lIns="0" tIns="0" rIns="0" bIns="0" rtlCol="0" anchor="t"/>
          <a:lstStyle/>
          <a:p>
            <a:pPr marL="0" indent="0">
              <a:buNone/>
            </a:pPr>
            <a:r>
              <a:rPr lang="en-US" sz="640" dirty="0">
                <a:solidFill>
                  <a:srgbClr val="1E3A5F"/>
                </a:solidFill>
                <a:latin typeface="Calibri" pitchFamily="34" charset="0"/>
                <a:ea typeface="Calibri" pitchFamily="34" charset="-122"/>
                <a:cs typeface="Calibri" pitchFamily="34" charset="-120"/>
              </a:rPr>
              <a:t>Knocks off collections against open invoices on reference first, then on amount, party and date within tolerance. Only unmatched items reach a person.</a:t>
            </a:r>
            <a:endParaRPr lang="en-US" sz="700" dirty="0"/>
          </a:p>
        </p:txBody>
      </p:sp>
      <p:sp>
        <p:nvSpPr>
          <p:cNvPr id="82" name="Sh82"/>
          <p:cNvSpPr/>
          <p:nvPr/>
        </p:nvSpPr>
        <p:spPr>
          <a:xfrm>
            <a:off x="10734824" y="890000"/>
            <a:ext cx="1310865" cy="1342770"/>
          </a:xfrm>
          <a:prstGeom prst="rect">
            <a:avLst/>
          </a:prstGeom>
          <a:solidFill>
            <a:srgbClr val="DBEAFE"/>
          </a:solidFill>
          <a:ln w="12700">
            <a:solidFill>
              <a:srgbClr val="93C5FD"/>
            </a:solidFill>
            <a:prstDash val="solid"/>
          </a:ln>
        </p:spPr>
        <p:txBody>
          <a:bodyPr/>
          <a:lstStyle/>
          <a:p>
            <a:endParaRPr lang="en-IN"/>
          </a:p>
        </p:txBody>
      </p:sp>
      <p:sp>
        <p:nvSpPr>
          <p:cNvPr id="83" name="Tx83"/>
          <p:cNvSpPr/>
          <p:nvPr/>
        </p:nvSpPr>
        <p:spPr>
          <a:xfrm>
            <a:off x="10808552" y="935000"/>
            <a:ext cx="300000" cy="110000"/>
          </a:xfrm>
          <a:prstGeom prst="rect">
            <a:avLst/>
          </a:prstGeom>
          <a:noFill/>
          <a:ln/>
        </p:spPr>
        <p:txBody>
          <a:bodyPr wrap="square" lIns="0" tIns="0" rIns="0" bIns="0" rtlCol="0" anchor="ctr"/>
          <a:lstStyle/>
          <a:p>
            <a:pPr marL="0" indent="0">
              <a:buNone/>
            </a:pPr>
            <a:r>
              <a:rPr lang="en-US" sz="700" dirty="0">
                <a:solidFill>
                  <a:srgbClr val="1E40AF"/>
                </a:solidFill>
                <a:latin typeface="Calibri" pitchFamily="34" charset="0"/>
                <a:ea typeface="Calibri" pitchFamily="34" charset="-122"/>
                <a:cs typeface="Calibri" pitchFamily="34" charset="-120"/>
              </a:rPr>
              <a:t>F09</a:t>
            </a:r>
            <a:endParaRPr lang="en-US" sz="700" dirty="0"/>
          </a:p>
        </p:txBody>
      </p:sp>
      <p:sp>
        <p:nvSpPr>
          <p:cNvPr id="84" name="Tx84"/>
          <p:cNvSpPr/>
          <p:nvPr/>
        </p:nvSpPr>
        <p:spPr>
          <a:xfrm>
            <a:off x="11895689" y="930000"/>
            <a:ext cx="140000" cy="120000"/>
          </a:xfrm>
          <a:prstGeom prst="rect">
            <a:avLst/>
          </a:prstGeom>
          <a:noFill/>
          <a:ln/>
        </p:spPr>
        <p:txBody>
          <a:bodyPr wrap="square" lIns="0" tIns="0" rIns="0" bIns="0" rtlCol="0" anchor="ctr"/>
          <a:lstStyle/>
          <a:p>
            <a:pPr marL="0" indent="0" algn="r">
              <a:buNone/>
            </a:pPr>
            <a:endParaRPr lang="en-US" sz="700" dirty="0"/>
          </a:p>
        </p:txBody>
      </p:sp>
      <p:sp>
        <p:nvSpPr>
          <p:cNvPr id="85" name="Tx85"/>
          <p:cNvSpPr/>
          <p:nvPr/>
        </p:nvSpPr>
        <p:spPr>
          <a:xfrm>
            <a:off x="10808552" y="1050000"/>
            <a:ext cx="1207137" cy="280000"/>
          </a:xfrm>
          <a:prstGeom prst="rect">
            <a:avLst/>
          </a:prstGeom>
          <a:noFill/>
          <a:ln/>
        </p:spPr>
        <p:txBody>
          <a:bodyPr wrap="square" lIns="0" tIns="0" rIns="0" bIns="0" rtlCol="0" anchor="ctr"/>
          <a:lstStyle/>
          <a:p>
            <a:pPr marL="0" indent="0">
              <a:buNone/>
            </a:pPr>
            <a:r>
              <a:rPr lang="en-US" sz="1900" b="1" dirty="0">
                <a:solidFill>
                  <a:srgbClr val="1D4ED8"/>
                </a:solidFill>
                <a:latin typeface="Calibri" pitchFamily="34" charset="0"/>
                <a:ea typeface="Calibri" pitchFamily="34" charset="-122"/>
                <a:cs typeface="Calibri" pitchFamily="34" charset="-120"/>
              </a:rPr>
              <a:t>Mg</a:t>
            </a:r>
            <a:endParaRPr lang="en-US" sz="700" dirty="0"/>
          </a:p>
        </p:txBody>
      </p:sp>
      <p:sp>
        <p:nvSpPr>
          <p:cNvPr id="86" name="Tx86"/>
          <p:cNvSpPr/>
          <p:nvPr/>
        </p:nvSpPr>
        <p:spPr>
          <a:xfrm>
            <a:off x="10808552" y="134500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MPR Generator</a:t>
            </a:r>
            <a:endParaRPr lang="en-US" sz="700" dirty="0"/>
          </a:p>
        </p:txBody>
      </p:sp>
      <p:sp>
        <p:nvSpPr>
          <p:cNvPr id="87" name="Sh87"/>
          <p:cNvSpPr/>
          <p:nvPr/>
        </p:nvSpPr>
        <p:spPr>
          <a:xfrm>
            <a:off x="10808552" y="1575000"/>
            <a:ext cx="1163409" cy="0"/>
          </a:xfrm>
          <a:prstGeom prst="line">
            <a:avLst/>
          </a:prstGeom>
          <a:noFill/>
          <a:ln w="9525">
            <a:solidFill>
              <a:srgbClr val="93C5FD"/>
            </a:solidFill>
            <a:prstDash val="solid"/>
          </a:ln>
        </p:spPr>
        <p:txBody>
          <a:bodyPr/>
          <a:lstStyle/>
          <a:p>
            <a:endParaRPr lang="en-IN"/>
          </a:p>
        </p:txBody>
      </p:sp>
      <p:sp>
        <p:nvSpPr>
          <p:cNvPr id="88" name="Tx88"/>
          <p:cNvSpPr/>
          <p:nvPr/>
        </p:nvSpPr>
        <p:spPr>
          <a:xfrm>
            <a:off x="10808552" y="1590000"/>
            <a:ext cx="1207137" cy="642770"/>
          </a:xfrm>
          <a:prstGeom prst="rect">
            <a:avLst/>
          </a:prstGeom>
          <a:noFill/>
          <a:ln/>
        </p:spPr>
        <p:txBody>
          <a:bodyPr wrap="square" lIns="0" tIns="0" rIns="0" bIns="0" rtlCol="0" anchor="t"/>
          <a:lstStyle/>
          <a:p>
            <a:pPr marL="0" indent="0">
              <a:buNone/>
            </a:pPr>
            <a:r>
              <a:rPr lang="en-US" sz="640" dirty="0">
                <a:solidFill>
                  <a:srgbClr val="1E3A5F"/>
                </a:solidFill>
                <a:latin typeface="Calibri" pitchFamily="34" charset="0"/>
                <a:ea typeface="Calibri" pitchFamily="34" charset="-122"/>
                <a:cs typeface="Calibri" pitchFamily="34" charset="-120"/>
              </a:rPr>
              <a:t>Produces the monthly performance report from the MIS mapping set on a schedule, replacing the branch by branch download and manual assembly.</a:t>
            </a:r>
            <a:endParaRPr lang="en-US" sz="700" dirty="0"/>
          </a:p>
        </p:txBody>
      </p:sp>
      <p:sp>
        <p:nvSpPr>
          <p:cNvPr id="89" name="Sh89"/>
          <p:cNvSpPr/>
          <p:nvPr/>
        </p:nvSpPr>
        <p:spPr>
          <a:xfrm>
            <a:off x="146304" y="2244770"/>
            <a:ext cx="1310865" cy="1342770"/>
          </a:xfrm>
          <a:prstGeom prst="rect">
            <a:avLst/>
          </a:prstGeom>
          <a:solidFill>
            <a:srgbClr val="DBEAFE"/>
          </a:solidFill>
          <a:ln w="12700">
            <a:solidFill>
              <a:srgbClr val="93C5FD"/>
            </a:solidFill>
            <a:prstDash val="solid"/>
          </a:ln>
        </p:spPr>
        <p:txBody>
          <a:bodyPr/>
          <a:lstStyle/>
          <a:p>
            <a:endParaRPr lang="en-IN"/>
          </a:p>
        </p:txBody>
      </p:sp>
      <p:sp>
        <p:nvSpPr>
          <p:cNvPr id="90" name="Tx90"/>
          <p:cNvSpPr/>
          <p:nvPr/>
        </p:nvSpPr>
        <p:spPr>
          <a:xfrm>
            <a:off x="220032" y="2289770"/>
            <a:ext cx="300000" cy="110000"/>
          </a:xfrm>
          <a:prstGeom prst="rect">
            <a:avLst/>
          </a:prstGeom>
          <a:noFill/>
          <a:ln/>
        </p:spPr>
        <p:txBody>
          <a:bodyPr wrap="square" lIns="0" tIns="0" rIns="0" bIns="0" rtlCol="0" anchor="ctr"/>
          <a:lstStyle/>
          <a:p>
            <a:pPr marL="0" indent="0">
              <a:buNone/>
            </a:pPr>
            <a:r>
              <a:rPr lang="en-US" sz="700" dirty="0">
                <a:solidFill>
                  <a:srgbClr val="1E40AF"/>
                </a:solidFill>
                <a:latin typeface="Calibri" pitchFamily="34" charset="0"/>
                <a:ea typeface="Calibri" pitchFamily="34" charset="-122"/>
                <a:cs typeface="Calibri" pitchFamily="34" charset="-120"/>
              </a:rPr>
              <a:t>F10</a:t>
            </a:r>
            <a:endParaRPr lang="en-US" sz="700" dirty="0"/>
          </a:p>
        </p:txBody>
      </p:sp>
      <p:sp>
        <p:nvSpPr>
          <p:cNvPr id="91" name="Tx91"/>
          <p:cNvSpPr/>
          <p:nvPr/>
        </p:nvSpPr>
        <p:spPr>
          <a:xfrm>
            <a:off x="1307169"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92" name="Tx92"/>
          <p:cNvSpPr/>
          <p:nvPr/>
        </p:nvSpPr>
        <p:spPr>
          <a:xfrm>
            <a:off x="220032" y="2404770"/>
            <a:ext cx="1207137" cy="280000"/>
          </a:xfrm>
          <a:prstGeom prst="rect">
            <a:avLst/>
          </a:prstGeom>
          <a:noFill/>
          <a:ln/>
        </p:spPr>
        <p:txBody>
          <a:bodyPr wrap="square" lIns="0" tIns="0" rIns="0" bIns="0" rtlCol="0" anchor="ctr"/>
          <a:lstStyle/>
          <a:p>
            <a:pPr marL="0" indent="0">
              <a:buNone/>
            </a:pPr>
            <a:r>
              <a:rPr lang="en-US" sz="1900" b="1" dirty="0">
                <a:solidFill>
                  <a:srgbClr val="1D4ED8"/>
                </a:solidFill>
                <a:latin typeface="Calibri" pitchFamily="34" charset="0"/>
                <a:ea typeface="Calibri" pitchFamily="34" charset="-122"/>
                <a:cs typeface="Calibri" pitchFamily="34" charset="-120"/>
              </a:rPr>
              <a:t>Ib</a:t>
            </a:r>
            <a:endParaRPr lang="en-US" sz="700" dirty="0"/>
          </a:p>
        </p:txBody>
      </p:sp>
      <p:sp>
        <p:nvSpPr>
          <p:cNvPr id="93" name="Tx93"/>
          <p:cNvSpPr/>
          <p:nvPr/>
        </p:nvSpPr>
        <p:spPr>
          <a:xfrm>
            <a:off x="220032"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Interbranch Matcher</a:t>
            </a:r>
            <a:endParaRPr lang="en-US" sz="700" dirty="0"/>
          </a:p>
        </p:txBody>
      </p:sp>
      <p:sp>
        <p:nvSpPr>
          <p:cNvPr id="94" name="Sh94"/>
          <p:cNvSpPr/>
          <p:nvPr/>
        </p:nvSpPr>
        <p:spPr>
          <a:xfrm>
            <a:off x="220032" y="2929770"/>
            <a:ext cx="1163409" cy="0"/>
          </a:xfrm>
          <a:prstGeom prst="line">
            <a:avLst/>
          </a:prstGeom>
          <a:noFill/>
          <a:ln w="9525">
            <a:solidFill>
              <a:srgbClr val="93C5FD"/>
            </a:solidFill>
            <a:prstDash val="solid"/>
          </a:ln>
        </p:spPr>
        <p:txBody>
          <a:bodyPr/>
          <a:lstStyle/>
          <a:p>
            <a:endParaRPr lang="en-IN"/>
          </a:p>
        </p:txBody>
      </p:sp>
      <p:sp>
        <p:nvSpPr>
          <p:cNvPr id="95" name="Tx95"/>
          <p:cNvSpPr/>
          <p:nvPr/>
        </p:nvSpPr>
        <p:spPr>
          <a:xfrm>
            <a:off x="220032" y="2944770"/>
            <a:ext cx="1207137" cy="642770"/>
          </a:xfrm>
          <a:prstGeom prst="rect">
            <a:avLst/>
          </a:prstGeom>
          <a:noFill/>
          <a:ln/>
        </p:spPr>
        <p:txBody>
          <a:bodyPr wrap="square" lIns="0" tIns="0" rIns="0" bIns="0" rtlCol="0" anchor="t"/>
          <a:lstStyle/>
          <a:p>
            <a:pPr marL="0" indent="0">
              <a:buNone/>
            </a:pPr>
            <a:r>
              <a:rPr lang="en-US" sz="640" dirty="0">
                <a:solidFill>
                  <a:srgbClr val="1E3A5F"/>
                </a:solidFill>
                <a:latin typeface="Calibri" pitchFamily="34" charset="0"/>
                <a:ea typeface="Calibri" pitchFamily="34" charset="-122"/>
                <a:cs typeface="Calibri" pitchFamily="34" charset="-120"/>
              </a:rPr>
              <a:t>Pairs both sides of every branch to branch transaction on ledger, amount, date and reference, so the counterparty check no longer means opening each book.</a:t>
            </a:r>
            <a:endParaRPr lang="en-US" sz="700" dirty="0"/>
          </a:p>
        </p:txBody>
      </p:sp>
      <p:sp>
        <p:nvSpPr>
          <p:cNvPr id="96" name="Sh96"/>
          <p:cNvSpPr/>
          <p:nvPr/>
        </p:nvSpPr>
        <p:spPr>
          <a:xfrm>
            <a:off x="1469869" y="2244770"/>
            <a:ext cx="1310865" cy="1342770"/>
          </a:xfrm>
          <a:prstGeom prst="rect">
            <a:avLst/>
          </a:prstGeom>
          <a:solidFill>
            <a:srgbClr val="CFFAFE"/>
          </a:solidFill>
          <a:ln w="12700">
            <a:solidFill>
              <a:srgbClr val="67E8F9"/>
            </a:solidFill>
            <a:prstDash val="solid"/>
          </a:ln>
        </p:spPr>
        <p:txBody>
          <a:bodyPr/>
          <a:lstStyle/>
          <a:p>
            <a:endParaRPr lang="en-IN"/>
          </a:p>
        </p:txBody>
      </p:sp>
      <p:sp>
        <p:nvSpPr>
          <p:cNvPr id="97" name="Tx97"/>
          <p:cNvSpPr/>
          <p:nvPr/>
        </p:nvSpPr>
        <p:spPr>
          <a:xfrm>
            <a:off x="1543597" y="2289770"/>
            <a:ext cx="300000" cy="110000"/>
          </a:xfrm>
          <a:prstGeom prst="rect">
            <a:avLst/>
          </a:prstGeom>
          <a:noFill/>
          <a:ln/>
        </p:spPr>
        <p:txBody>
          <a:bodyPr wrap="square" lIns="0" tIns="0" rIns="0" bIns="0" rtlCol="0" anchor="ctr"/>
          <a:lstStyle/>
          <a:p>
            <a:pPr marL="0" indent="0">
              <a:buNone/>
            </a:pPr>
            <a:r>
              <a:rPr lang="en-US" sz="700" dirty="0">
                <a:solidFill>
                  <a:srgbClr val="0E7490"/>
                </a:solidFill>
                <a:latin typeface="Calibri" pitchFamily="34" charset="0"/>
                <a:ea typeface="Calibri" pitchFamily="34" charset="-122"/>
                <a:cs typeface="Calibri" pitchFamily="34" charset="-120"/>
              </a:rPr>
              <a:t>F11</a:t>
            </a:r>
            <a:endParaRPr lang="en-US" sz="700" dirty="0"/>
          </a:p>
        </p:txBody>
      </p:sp>
      <p:sp>
        <p:nvSpPr>
          <p:cNvPr id="98" name="Tx98"/>
          <p:cNvSpPr/>
          <p:nvPr/>
        </p:nvSpPr>
        <p:spPr>
          <a:xfrm>
            <a:off x="2630734" y="228477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99" name="Tx99"/>
          <p:cNvSpPr/>
          <p:nvPr/>
        </p:nvSpPr>
        <p:spPr>
          <a:xfrm>
            <a:off x="1543597" y="2404770"/>
            <a:ext cx="1207137" cy="280000"/>
          </a:xfrm>
          <a:prstGeom prst="rect">
            <a:avLst/>
          </a:prstGeom>
          <a:noFill/>
          <a:ln/>
        </p:spPr>
        <p:txBody>
          <a:bodyPr wrap="square" lIns="0" tIns="0" rIns="0" bIns="0" rtlCol="0" anchor="ctr"/>
          <a:lstStyle/>
          <a:p>
            <a:pPr marL="0" indent="0">
              <a:buNone/>
            </a:pPr>
            <a:r>
              <a:rPr lang="en-US" sz="1900" b="1" dirty="0">
                <a:solidFill>
                  <a:srgbClr val="0891B2"/>
                </a:solidFill>
                <a:latin typeface="Calibri" pitchFamily="34" charset="0"/>
                <a:ea typeface="Calibri" pitchFamily="34" charset="-122"/>
                <a:cs typeface="Calibri" pitchFamily="34" charset="-120"/>
              </a:rPr>
              <a:t>Ic</a:t>
            </a:r>
            <a:endParaRPr lang="en-US" sz="700" dirty="0"/>
          </a:p>
        </p:txBody>
      </p:sp>
      <p:sp>
        <p:nvSpPr>
          <p:cNvPr id="100" name="Tx100"/>
          <p:cNvSpPr/>
          <p:nvPr/>
        </p:nvSpPr>
        <p:spPr>
          <a:xfrm>
            <a:off x="1543597"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Intercompany Matcher</a:t>
            </a:r>
            <a:endParaRPr lang="en-US" sz="700" dirty="0"/>
          </a:p>
        </p:txBody>
      </p:sp>
      <p:sp>
        <p:nvSpPr>
          <p:cNvPr id="101" name="Sh101"/>
          <p:cNvSpPr/>
          <p:nvPr/>
        </p:nvSpPr>
        <p:spPr>
          <a:xfrm>
            <a:off x="1543597" y="2929770"/>
            <a:ext cx="1163409" cy="0"/>
          </a:xfrm>
          <a:prstGeom prst="line">
            <a:avLst/>
          </a:prstGeom>
          <a:noFill/>
          <a:ln w="9525">
            <a:solidFill>
              <a:srgbClr val="67E8F9"/>
            </a:solidFill>
            <a:prstDash val="solid"/>
          </a:ln>
        </p:spPr>
        <p:txBody>
          <a:bodyPr/>
          <a:lstStyle/>
          <a:p>
            <a:endParaRPr lang="en-IN"/>
          </a:p>
        </p:txBody>
      </p:sp>
      <p:sp>
        <p:nvSpPr>
          <p:cNvPr id="102" name="Tx102"/>
          <p:cNvSpPr/>
          <p:nvPr/>
        </p:nvSpPr>
        <p:spPr>
          <a:xfrm>
            <a:off x="1543597" y="2944770"/>
            <a:ext cx="1207137" cy="642770"/>
          </a:xfrm>
          <a:prstGeom prst="rect">
            <a:avLst/>
          </a:prstGeom>
          <a:noFill/>
          <a:ln/>
        </p:spPr>
        <p:txBody>
          <a:bodyPr wrap="square" lIns="0" tIns="0" rIns="0" bIns="0" rtlCol="0" anchor="t"/>
          <a:lstStyle/>
          <a:p>
            <a:pPr marL="0" indent="0">
              <a:buNone/>
            </a:pPr>
            <a:r>
              <a:rPr lang="en-US" sz="640" dirty="0">
                <a:solidFill>
                  <a:srgbClr val="164E63"/>
                </a:solidFill>
                <a:latin typeface="Calibri" pitchFamily="34" charset="0"/>
                <a:ea typeface="Calibri" pitchFamily="34" charset="-122"/>
                <a:cs typeface="Calibri" pitchFamily="34" charset="-120"/>
              </a:rPr>
              <a:t>Matches related party transactions between group companies automatically, using the related party flag held on the counterparty master.</a:t>
            </a:r>
            <a:endParaRPr lang="en-US" sz="700" dirty="0"/>
          </a:p>
        </p:txBody>
      </p:sp>
      <p:sp>
        <p:nvSpPr>
          <p:cNvPr id="103" name="Sh103"/>
          <p:cNvSpPr/>
          <p:nvPr/>
        </p:nvSpPr>
        <p:spPr>
          <a:xfrm>
            <a:off x="2793434" y="2244770"/>
            <a:ext cx="1310865" cy="1342770"/>
          </a:xfrm>
          <a:prstGeom prst="rect">
            <a:avLst/>
          </a:prstGeom>
          <a:solidFill>
            <a:srgbClr val="CFFAFE"/>
          </a:solidFill>
          <a:ln w="12700">
            <a:solidFill>
              <a:srgbClr val="67E8F9"/>
            </a:solidFill>
            <a:prstDash val="solid"/>
          </a:ln>
        </p:spPr>
        <p:txBody>
          <a:bodyPr/>
          <a:lstStyle/>
          <a:p>
            <a:endParaRPr lang="en-IN"/>
          </a:p>
        </p:txBody>
      </p:sp>
      <p:sp>
        <p:nvSpPr>
          <p:cNvPr id="104" name="Tx104"/>
          <p:cNvSpPr/>
          <p:nvPr/>
        </p:nvSpPr>
        <p:spPr>
          <a:xfrm>
            <a:off x="2867162" y="2289770"/>
            <a:ext cx="300000" cy="110000"/>
          </a:xfrm>
          <a:prstGeom prst="rect">
            <a:avLst/>
          </a:prstGeom>
          <a:noFill/>
          <a:ln/>
        </p:spPr>
        <p:txBody>
          <a:bodyPr wrap="square" lIns="0" tIns="0" rIns="0" bIns="0" rtlCol="0" anchor="ctr"/>
          <a:lstStyle/>
          <a:p>
            <a:pPr marL="0" indent="0">
              <a:buNone/>
            </a:pPr>
            <a:r>
              <a:rPr lang="en-US" sz="700" dirty="0">
                <a:solidFill>
                  <a:srgbClr val="0E7490"/>
                </a:solidFill>
                <a:latin typeface="Calibri" pitchFamily="34" charset="0"/>
                <a:ea typeface="Calibri" pitchFamily="34" charset="-122"/>
                <a:cs typeface="Calibri" pitchFamily="34" charset="-120"/>
              </a:rPr>
              <a:t>F12</a:t>
            </a:r>
            <a:endParaRPr lang="en-US" sz="700" dirty="0"/>
          </a:p>
        </p:txBody>
      </p:sp>
      <p:sp>
        <p:nvSpPr>
          <p:cNvPr id="105" name="Tx105"/>
          <p:cNvSpPr/>
          <p:nvPr/>
        </p:nvSpPr>
        <p:spPr>
          <a:xfrm>
            <a:off x="3954299"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06" name="Tx106"/>
          <p:cNvSpPr/>
          <p:nvPr/>
        </p:nvSpPr>
        <p:spPr>
          <a:xfrm>
            <a:off x="2867162" y="2404770"/>
            <a:ext cx="1207137" cy="280000"/>
          </a:xfrm>
          <a:prstGeom prst="rect">
            <a:avLst/>
          </a:prstGeom>
          <a:noFill/>
          <a:ln/>
        </p:spPr>
        <p:txBody>
          <a:bodyPr wrap="square" lIns="0" tIns="0" rIns="0" bIns="0" rtlCol="0" anchor="ctr"/>
          <a:lstStyle/>
          <a:p>
            <a:pPr marL="0" indent="0">
              <a:buNone/>
            </a:pPr>
            <a:r>
              <a:rPr lang="en-US" sz="1900" b="1" dirty="0">
                <a:solidFill>
                  <a:srgbClr val="0891B2"/>
                </a:solidFill>
                <a:latin typeface="Calibri" pitchFamily="34" charset="0"/>
                <a:ea typeface="Calibri" pitchFamily="34" charset="-122"/>
                <a:cs typeface="Calibri" pitchFamily="34" charset="-120"/>
              </a:rPr>
              <a:t>Os</a:t>
            </a:r>
            <a:endParaRPr lang="en-US" sz="700" dirty="0"/>
          </a:p>
        </p:txBody>
      </p:sp>
      <p:sp>
        <p:nvSpPr>
          <p:cNvPr id="107" name="Tx107"/>
          <p:cNvSpPr/>
          <p:nvPr/>
        </p:nvSpPr>
        <p:spPr>
          <a:xfrm>
            <a:off x="2867162"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OEM Statement Reader</a:t>
            </a:r>
            <a:endParaRPr lang="en-US" sz="700" dirty="0"/>
          </a:p>
        </p:txBody>
      </p:sp>
      <p:sp>
        <p:nvSpPr>
          <p:cNvPr id="108" name="Sh108"/>
          <p:cNvSpPr/>
          <p:nvPr/>
        </p:nvSpPr>
        <p:spPr>
          <a:xfrm>
            <a:off x="2867162" y="2929770"/>
            <a:ext cx="1163409" cy="0"/>
          </a:xfrm>
          <a:prstGeom prst="line">
            <a:avLst/>
          </a:prstGeom>
          <a:noFill/>
          <a:ln w="9525">
            <a:solidFill>
              <a:srgbClr val="67E8F9"/>
            </a:solidFill>
            <a:prstDash val="solid"/>
          </a:ln>
        </p:spPr>
        <p:txBody>
          <a:bodyPr/>
          <a:lstStyle/>
          <a:p>
            <a:endParaRPr lang="en-IN"/>
          </a:p>
        </p:txBody>
      </p:sp>
      <p:sp>
        <p:nvSpPr>
          <p:cNvPr id="109" name="Tx109"/>
          <p:cNvSpPr/>
          <p:nvPr/>
        </p:nvSpPr>
        <p:spPr>
          <a:xfrm>
            <a:off x="2867162" y="2944770"/>
            <a:ext cx="1207137" cy="642770"/>
          </a:xfrm>
          <a:prstGeom prst="rect">
            <a:avLst/>
          </a:prstGeom>
          <a:noFill/>
          <a:ln/>
        </p:spPr>
        <p:txBody>
          <a:bodyPr wrap="square" lIns="0" tIns="0" rIns="0" bIns="0" rtlCol="0" anchor="t"/>
          <a:lstStyle/>
          <a:p>
            <a:pPr marL="0" indent="0">
              <a:buNone/>
            </a:pPr>
            <a:r>
              <a:rPr lang="en-US" sz="640" dirty="0">
                <a:solidFill>
                  <a:srgbClr val="164E63"/>
                </a:solidFill>
                <a:latin typeface="Calibri" pitchFamily="34" charset="0"/>
                <a:ea typeface="Calibri" pitchFamily="34" charset="-122"/>
                <a:cs typeface="Calibri" pitchFamily="34" charset="-120"/>
              </a:rPr>
              <a:t>Reads OEM statements in any layout, PDF or Excel, into structured lines, removing the manual conversion step before any matching can begin.</a:t>
            </a:r>
            <a:endParaRPr lang="en-US" sz="700" dirty="0"/>
          </a:p>
        </p:txBody>
      </p:sp>
      <p:sp>
        <p:nvSpPr>
          <p:cNvPr id="110" name="Sh110"/>
          <p:cNvSpPr/>
          <p:nvPr/>
        </p:nvSpPr>
        <p:spPr>
          <a:xfrm>
            <a:off x="4116999" y="2244770"/>
            <a:ext cx="1310865" cy="1342770"/>
          </a:xfrm>
          <a:prstGeom prst="rect">
            <a:avLst/>
          </a:prstGeom>
          <a:solidFill>
            <a:srgbClr val="CFFAFE"/>
          </a:solidFill>
          <a:ln w="12700">
            <a:solidFill>
              <a:srgbClr val="67E8F9"/>
            </a:solidFill>
            <a:prstDash val="solid"/>
          </a:ln>
        </p:spPr>
        <p:txBody>
          <a:bodyPr/>
          <a:lstStyle/>
          <a:p>
            <a:endParaRPr lang="en-IN"/>
          </a:p>
        </p:txBody>
      </p:sp>
      <p:sp>
        <p:nvSpPr>
          <p:cNvPr id="111" name="Tx111"/>
          <p:cNvSpPr/>
          <p:nvPr/>
        </p:nvSpPr>
        <p:spPr>
          <a:xfrm>
            <a:off x="4190727" y="2289770"/>
            <a:ext cx="300000" cy="110000"/>
          </a:xfrm>
          <a:prstGeom prst="rect">
            <a:avLst/>
          </a:prstGeom>
          <a:noFill/>
          <a:ln/>
        </p:spPr>
        <p:txBody>
          <a:bodyPr wrap="square" lIns="0" tIns="0" rIns="0" bIns="0" rtlCol="0" anchor="ctr"/>
          <a:lstStyle/>
          <a:p>
            <a:pPr marL="0" indent="0">
              <a:buNone/>
            </a:pPr>
            <a:r>
              <a:rPr lang="en-US" sz="700" dirty="0">
                <a:solidFill>
                  <a:srgbClr val="0E7490"/>
                </a:solidFill>
                <a:latin typeface="Calibri" pitchFamily="34" charset="0"/>
                <a:ea typeface="Calibri" pitchFamily="34" charset="-122"/>
                <a:cs typeface="Calibri" pitchFamily="34" charset="-120"/>
              </a:rPr>
              <a:t>F13</a:t>
            </a:r>
            <a:endParaRPr lang="en-US" sz="700" dirty="0"/>
          </a:p>
        </p:txBody>
      </p:sp>
      <p:sp>
        <p:nvSpPr>
          <p:cNvPr id="112" name="Tx112"/>
          <p:cNvSpPr/>
          <p:nvPr/>
        </p:nvSpPr>
        <p:spPr>
          <a:xfrm>
            <a:off x="5277864"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13" name="Tx113"/>
          <p:cNvSpPr/>
          <p:nvPr/>
        </p:nvSpPr>
        <p:spPr>
          <a:xfrm>
            <a:off x="4190727" y="2404770"/>
            <a:ext cx="1207137" cy="280000"/>
          </a:xfrm>
          <a:prstGeom prst="rect">
            <a:avLst/>
          </a:prstGeom>
          <a:noFill/>
          <a:ln/>
        </p:spPr>
        <p:txBody>
          <a:bodyPr wrap="square" lIns="0" tIns="0" rIns="0" bIns="0" rtlCol="0" anchor="ctr"/>
          <a:lstStyle/>
          <a:p>
            <a:pPr marL="0" indent="0">
              <a:buNone/>
            </a:pPr>
            <a:r>
              <a:rPr lang="en-US" sz="1900" b="1" dirty="0">
                <a:solidFill>
                  <a:srgbClr val="0891B2"/>
                </a:solidFill>
                <a:latin typeface="Calibri" pitchFamily="34" charset="0"/>
                <a:ea typeface="Calibri" pitchFamily="34" charset="-122"/>
                <a:cs typeface="Calibri" pitchFamily="34" charset="-120"/>
              </a:rPr>
              <a:t>Or</a:t>
            </a:r>
            <a:endParaRPr lang="en-US" sz="700" dirty="0"/>
          </a:p>
        </p:txBody>
      </p:sp>
      <p:sp>
        <p:nvSpPr>
          <p:cNvPr id="114" name="Tx114"/>
          <p:cNvSpPr/>
          <p:nvPr/>
        </p:nvSpPr>
        <p:spPr>
          <a:xfrm>
            <a:off x="4190727"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OEM Recon Agent</a:t>
            </a:r>
            <a:endParaRPr lang="en-US" sz="700" dirty="0"/>
          </a:p>
        </p:txBody>
      </p:sp>
      <p:sp>
        <p:nvSpPr>
          <p:cNvPr id="115" name="Sh115"/>
          <p:cNvSpPr/>
          <p:nvPr/>
        </p:nvSpPr>
        <p:spPr>
          <a:xfrm>
            <a:off x="4190727" y="2929770"/>
            <a:ext cx="1163409" cy="0"/>
          </a:xfrm>
          <a:prstGeom prst="line">
            <a:avLst/>
          </a:prstGeom>
          <a:noFill/>
          <a:ln w="9525">
            <a:solidFill>
              <a:srgbClr val="67E8F9"/>
            </a:solidFill>
            <a:prstDash val="solid"/>
          </a:ln>
        </p:spPr>
        <p:txBody>
          <a:bodyPr/>
          <a:lstStyle/>
          <a:p>
            <a:endParaRPr lang="en-IN"/>
          </a:p>
        </p:txBody>
      </p:sp>
      <p:sp>
        <p:nvSpPr>
          <p:cNvPr id="116" name="Tx116"/>
          <p:cNvSpPr/>
          <p:nvPr/>
        </p:nvSpPr>
        <p:spPr>
          <a:xfrm>
            <a:off x="4190727" y="2944770"/>
            <a:ext cx="1207137" cy="642770"/>
          </a:xfrm>
          <a:prstGeom prst="rect">
            <a:avLst/>
          </a:prstGeom>
          <a:noFill/>
          <a:ln/>
        </p:spPr>
        <p:txBody>
          <a:bodyPr wrap="square" lIns="0" tIns="0" rIns="0" bIns="0" rtlCol="0" anchor="t"/>
          <a:lstStyle/>
          <a:p>
            <a:pPr marL="0" indent="0">
              <a:buNone/>
            </a:pPr>
            <a:r>
              <a:rPr lang="en-US" sz="640" dirty="0">
                <a:solidFill>
                  <a:srgbClr val="164E63"/>
                </a:solidFill>
                <a:latin typeface="Calibri" pitchFamily="34" charset="0"/>
                <a:ea typeface="Calibri" pitchFamily="34" charset="-122"/>
                <a:cs typeface="Calibri" pitchFamily="34" charset="-120"/>
              </a:rPr>
              <a:t>Matches the OEM statement against the group's own statement of account line by line, then routes each break with a proposed cause and its evidence.</a:t>
            </a:r>
            <a:endParaRPr lang="en-US" sz="700" dirty="0"/>
          </a:p>
        </p:txBody>
      </p:sp>
      <p:sp>
        <p:nvSpPr>
          <p:cNvPr id="117" name="Sh117"/>
          <p:cNvSpPr/>
          <p:nvPr/>
        </p:nvSpPr>
        <p:spPr>
          <a:xfrm>
            <a:off x="5440564" y="2244770"/>
            <a:ext cx="1310865" cy="1342770"/>
          </a:xfrm>
          <a:prstGeom prst="rect">
            <a:avLst/>
          </a:prstGeom>
          <a:solidFill>
            <a:srgbClr val="CFFAFE"/>
          </a:solidFill>
          <a:ln w="12700">
            <a:solidFill>
              <a:srgbClr val="67E8F9"/>
            </a:solidFill>
            <a:prstDash val="solid"/>
          </a:ln>
        </p:spPr>
        <p:txBody>
          <a:bodyPr/>
          <a:lstStyle/>
          <a:p>
            <a:endParaRPr lang="en-IN"/>
          </a:p>
        </p:txBody>
      </p:sp>
      <p:sp>
        <p:nvSpPr>
          <p:cNvPr id="118" name="Tx118"/>
          <p:cNvSpPr/>
          <p:nvPr/>
        </p:nvSpPr>
        <p:spPr>
          <a:xfrm>
            <a:off x="5514292" y="2289770"/>
            <a:ext cx="300000" cy="110000"/>
          </a:xfrm>
          <a:prstGeom prst="rect">
            <a:avLst/>
          </a:prstGeom>
          <a:noFill/>
          <a:ln/>
        </p:spPr>
        <p:txBody>
          <a:bodyPr wrap="square" lIns="0" tIns="0" rIns="0" bIns="0" rtlCol="0" anchor="ctr"/>
          <a:lstStyle/>
          <a:p>
            <a:pPr marL="0" indent="0">
              <a:buNone/>
            </a:pPr>
            <a:r>
              <a:rPr lang="en-US" sz="700" dirty="0">
                <a:solidFill>
                  <a:srgbClr val="0E7490"/>
                </a:solidFill>
                <a:latin typeface="Calibri" pitchFamily="34" charset="0"/>
                <a:ea typeface="Calibri" pitchFamily="34" charset="-122"/>
                <a:cs typeface="Calibri" pitchFamily="34" charset="-120"/>
              </a:rPr>
              <a:t>F14</a:t>
            </a:r>
            <a:endParaRPr lang="en-US" sz="700" dirty="0"/>
          </a:p>
        </p:txBody>
      </p:sp>
      <p:sp>
        <p:nvSpPr>
          <p:cNvPr id="119" name="Tx119"/>
          <p:cNvSpPr/>
          <p:nvPr/>
        </p:nvSpPr>
        <p:spPr>
          <a:xfrm>
            <a:off x="6601429"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20" name="Tx120"/>
          <p:cNvSpPr/>
          <p:nvPr/>
        </p:nvSpPr>
        <p:spPr>
          <a:xfrm>
            <a:off x="5514292" y="2404770"/>
            <a:ext cx="1207137" cy="280000"/>
          </a:xfrm>
          <a:prstGeom prst="rect">
            <a:avLst/>
          </a:prstGeom>
          <a:noFill/>
          <a:ln/>
        </p:spPr>
        <p:txBody>
          <a:bodyPr wrap="square" lIns="0" tIns="0" rIns="0" bIns="0" rtlCol="0" anchor="ctr"/>
          <a:lstStyle/>
          <a:p>
            <a:pPr marL="0" indent="0">
              <a:buNone/>
            </a:pPr>
            <a:r>
              <a:rPr lang="en-US" sz="1900" b="1" dirty="0">
                <a:solidFill>
                  <a:srgbClr val="0891B2"/>
                </a:solidFill>
                <a:latin typeface="Calibri" pitchFamily="34" charset="0"/>
                <a:ea typeface="Calibri" pitchFamily="34" charset="-122"/>
                <a:cs typeface="Calibri" pitchFamily="34" charset="-120"/>
              </a:rPr>
              <a:t>Op</a:t>
            </a:r>
            <a:endParaRPr lang="en-US" sz="700" dirty="0"/>
          </a:p>
        </p:txBody>
      </p:sp>
      <p:sp>
        <p:nvSpPr>
          <p:cNvPr id="121" name="Tx121"/>
          <p:cNvSpPr/>
          <p:nvPr/>
        </p:nvSpPr>
        <p:spPr>
          <a:xfrm>
            <a:off x="5514292"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OEM Provision Tracker</a:t>
            </a:r>
            <a:endParaRPr lang="en-US" sz="700" dirty="0"/>
          </a:p>
        </p:txBody>
      </p:sp>
      <p:sp>
        <p:nvSpPr>
          <p:cNvPr id="122" name="Sh122"/>
          <p:cNvSpPr/>
          <p:nvPr/>
        </p:nvSpPr>
        <p:spPr>
          <a:xfrm>
            <a:off x="5514292" y="2929770"/>
            <a:ext cx="1163409" cy="0"/>
          </a:xfrm>
          <a:prstGeom prst="line">
            <a:avLst/>
          </a:prstGeom>
          <a:noFill/>
          <a:ln w="9525">
            <a:solidFill>
              <a:srgbClr val="67E8F9"/>
            </a:solidFill>
            <a:prstDash val="solid"/>
          </a:ln>
        </p:spPr>
        <p:txBody>
          <a:bodyPr/>
          <a:lstStyle/>
          <a:p>
            <a:endParaRPr lang="en-IN"/>
          </a:p>
        </p:txBody>
      </p:sp>
      <p:sp>
        <p:nvSpPr>
          <p:cNvPr id="123" name="Tx123"/>
          <p:cNvSpPr/>
          <p:nvPr/>
        </p:nvSpPr>
        <p:spPr>
          <a:xfrm>
            <a:off x="5514292" y="2944770"/>
            <a:ext cx="1207137" cy="642770"/>
          </a:xfrm>
          <a:prstGeom prst="rect">
            <a:avLst/>
          </a:prstGeom>
          <a:noFill/>
          <a:ln/>
        </p:spPr>
        <p:txBody>
          <a:bodyPr wrap="square" lIns="0" tIns="0" rIns="0" bIns="0" rtlCol="0" anchor="t"/>
          <a:lstStyle/>
          <a:p>
            <a:pPr marL="0" indent="0">
              <a:buNone/>
            </a:pPr>
            <a:r>
              <a:rPr lang="en-US" sz="640" dirty="0">
                <a:solidFill>
                  <a:srgbClr val="164E63"/>
                </a:solidFill>
                <a:latin typeface="Calibri" pitchFamily="34" charset="0"/>
                <a:ea typeface="Calibri" pitchFamily="34" charset="-122"/>
                <a:cs typeface="Calibri" pitchFamily="34" charset="-120"/>
              </a:rPr>
              <a:t>Tracks provision aging against the invoicing raised and ages the gap between them, a position with no equivalent in the current process.</a:t>
            </a:r>
            <a:endParaRPr lang="en-US" sz="700" dirty="0"/>
          </a:p>
        </p:txBody>
      </p:sp>
      <p:sp>
        <p:nvSpPr>
          <p:cNvPr id="124" name="Sh124"/>
          <p:cNvSpPr/>
          <p:nvPr/>
        </p:nvSpPr>
        <p:spPr>
          <a:xfrm>
            <a:off x="6764129" y="2244770"/>
            <a:ext cx="1310865" cy="1342770"/>
          </a:xfrm>
          <a:prstGeom prst="rect">
            <a:avLst/>
          </a:prstGeom>
          <a:solidFill>
            <a:srgbClr val="CFFAFE"/>
          </a:solidFill>
          <a:ln w="12700">
            <a:solidFill>
              <a:srgbClr val="67E8F9"/>
            </a:solidFill>
            <a:prstDash val="solid"/>
          </a:ln>
        </p:spPr>
        <p:txBody>
          <a:bodyPr/>
          <a:lstStyle/>
          <a:p>
            <a:endParaRPr lang="en-IN"/>
          </a:p>
        </p:txBody>
      </p:sp>
      <p:sp>
        <p:nvSpPr>
          <p:cNvPr id="125" name="Tx125"/>
          <p:cNvSpPr/>
          <p:nvPr/>
        </p:nvSpPr>
        <p:spPr>
          <a:xfrm>
            <a:off x="6837857" y="2289770"/>
            <a:ext cx="300000" cy="110000"/>
          </a:xfrm>
          <a:prstGeom prst="rect">
            <a:avLst/>
          </a:prstGeom>
          <a:noFill/>
          <a:ln/>
        </p:spPr>
        <p:txBody>
          <a:bodyPr wrap="square" lIns="0" tIns="0" rIns="0" bIns="0" rtlCol="0" anchor="ctr"/>
          <a:lstStyle/>
          <a:p>
            <a:pPr marL="0" indent="0">
              <a:buNone/>
            </a:pPr>
            <a:r>
              <a:rPr lang="en-US" sz="700" dirty="0">
                <a:solidFill>
                  <a:srgbClr val="0E7490"/>
                </a:solidFill>
                <a:latin typeface="Calibri" pitchFamily="34" charset="0"/>
                <a:ea typeface="Calibri" pitchFamily="34" charset="-122"/>
                <a:cs typeface="Calibri" pitchFamily="34" charset="-120"/>
              </a:rPr>
              <a:t>F15</a:t>
            </a:r>
            <a:endParaRPr lang="en-US" sz="700" dirty="0"/>
          </a:p>
        </p:txBody>
      </p:sp>
      <p:sp>
        <p:nvSpPr>
          <p:cNvPr id="126" name="Tx126"/>
          <p:cNvSpPr/>
          <p:nvPr/>
        </p:nvSpPr>
        <p:spPr>
          <a:xfrm>
            <a:off x="7924994"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27" name="Tx127"/>
          <p:cNvSpPr/>
          <p:nvPr/>
        </p:nvSpPr>
        <p:spPr>
          <a:xfrm>
            <a:off x="6837857" y="2404770"/>
            <a:ext cx="1207137" cy="280000"/>
          </a:xfrm>
          <a:prstGeom prst="rect">
            <a:avLst/>
          </a:prstGeom>
          <a:noFill/>
          <a:ln/>
        </p:spPr>
        <p:txBody>
          <a:bodyPr wrap="square" lIns="0" tIns="0" rIns="0" bIns="0" rtlCol="0" anchor="ctr"/>
          <a:lstStyle/>
          <a:p>
            <a:pPr marL="0" indent="0">
              <a:buNone/>
            </a:pPr>
            <a:r>
              <a:rPr lang="en-US" sz="1900" b="1" dirty="0">
                <a:solidFill>
                  <a:srgbClr val="0891B2"/>
                </a:solidFill>
                <a:latin typeface="Calibri" pitchFamily="34" charset="0"/>
                <a:ea typeface="Calibri" pitchFamily="34" charset="-122"/>
                <a:cs typeface="Calibri" pitchFamily="34" charset="-120"/>
              </a:rPr>
              <a:t>Gr</a:t>
            </a:r>
            <a:endParaRPr lang="en-US" sz="700" dirty="0"/>
          </a:p>
        </p:txBody>
      </p:sp>
      <p:sp>
        <p:nvSpPr>
          <p:cNvPr id="128" name="Tx128"/>
          <p:cNvSpPr/>
          <p:nvPr/>
        </p:nvSpPr>
        <p:spPr>
          <a:xfrm>
            <a:off x="6837857"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GST Reconciler</a:t>
            </a:r>
            <a:endParaRPr lang="en-US" sz="700" dirty="0"/>
          </a:p>
        </p:txBody>
      </p:sp>
      <p:sp>
        <p:nvSpPr>
          <p:cNvPr id="129" name="Sh129"/>
          <p:cNvSpPr/>
          <p:nvPr/>
        </p:nvSpPr>
        <p:spPr>
          <a:xfrm>
            <a:off x="6837857" y="2929770"/>
            <a:ext cx="1163409" cy="0"/>
          </a:xfrm>
          <a:prstGeom prst="line">
            <a:avLst/>
          </a:prstGeom>
          <a:noFill/>
          <a:ln w="9525">
            <a:solidFill>
              <a:srgbClr val="67E8F9"/>
            </a:solidFill>
            <a:prstDash val="solid"/>
          </a:ln>
        </p:spPr>
        <p:txBody>
          <a:bodyPr/>
          <a:lstStyle/>
          <a:p>
            <a:endParaRPr lang="en-IN"/>
          </a:p>
        </p:txBody>
      </p:sp>
      <p:sp>
        <p:nvSpPr>
          <p:cNvPr id="130" name="Tx130"/>
          <p:cNvSpPr/>
          <p:nvPr/>
        </p:nvSpPr>
        <p:spPr>
          <a:xfrm>
            <a:off x="6837857" y="2944770"/>
            <a:ext cx="1207137" cy="642770"/>
          </a:xfrm>
          <a:prstGeom prst="rect">
            <a:avLst/>
          </a:prstGeom>
          <a:noFill/>
          <a:ln/>
        </p:spPr>
        <p:txBody>
          <a:bodyPr wrap="square" lIns="0" tIns="0" rIns="0" bIns="0" rtlCol="0" anchor="t"/>
          <a:lstStyle/>
          <a:p>
            <a:pPr marL="0" indent="0">
              <a:buNone/>
            </a:pPr>
            <a:r>
              <a:rPr lang="en-US" sz="640" dirty="0">
                <a:solidFill>
                  <a:srgbClr val="164E63"/>
                </a:solidFill>
                <a:latin typeface="Calibri" pitchFamily="34" charset="0"/>
                <a:ea typeface="Calibri" pitchFamily="34" charset="-122"/>
                <a:cs typeface="Calibri" pitchFamily="34" charset="-120"/>
              </a:rPr>
              <a:t>Reconciles returns and forms against the books as a configured rule set, so the position is visible through the month rather than at the due date.</a:t>
            </a:r>
            <a:endParaRPr lang="en-US" sz="700" dirty="0"/>
          </a:p>
        </p:txBody>
      </p:sp>
      <p:sp>
        <p:nvSpPr>
          <p:cNvPr id="131" name="Sh131"/>
          <p:cNvSpPr/>
          <p:nvPr/>
        </p:nvSpPr>
        <p:spPr>
          <a:xfrm>
            <a:off x="8087694" y="2244770"/>
            <a:ext cx="1310865" cy="1342770"/>
          </a:xfrm>
          <a:prstGeom prst="rect">
            <a:avLst/>
          </a:prstGeom>
          <a:solidFill>
            <a:srgbClr val="D1FAE5"/>
          </a:solidFill>
          <a:ln w="12700">
            <a:solidFill>
              <a:srgbClr val="6EE7B7"/>
            </a:solidFill>
            <a:prstDash val="solid"/>
          </a:ln>
        </p:spPr>
        <p:txBody>
          <a:bodyPr/>
          <a:lstStyle/>
          <a:p>
            <a:endParaRPr lang="en-IN"/>
          </a:p>
        </p:txBody>
      </p:sp>
      <p:sp>
        <p:nvSpPr>
          <p:cNvPr id="132" name="Tx132"/>
          <p:cNvSpPr/>
          <p:nvPr/>
        </p:nvSpPr>
        <p:spPr>
          <a:xfrm>
            <a:off x="8161422" y="2289770"/>
            <a:ext cx="300000" cy="110000"/>
          </a:xfrm>
          <a:prstGeom prst="rect">
            <a:avLst/>
          </a:prstGeom>
          <a:noFill/>
          <a:ln/>
        </p:spPr>
        <p:txBody>
          <a:bodyPr wrap="square" lIns="0" tIns="0" rIns="0" bIns="0" rtlCol="0" anchor="ctr"/>
          <a:lstStyle/>
          <a:p>
            <a:pPr marL="0" indent="0">
              <a:buNone/>
            </a:pPr>
            <a:r>
              <a:rPr lang="en-US" sz="700" dirty="0">
                <a:solidFill>
                  <a:srgbClr val="065F46"/>
                </a:solidFill>
                <a:latin typeface="Calibri" pitchFamily="34" charset="0"/>
                <a:ea typeface="Calibri" pitchFamily="34" charset="-122"/>
                <a:cs typeface="Calibri" pitchFamily="34" charset="-120"/>
              </a:rPr>
              <a:t>F16</a:t>
            </a:r>
            <a:endParaRPr lang="en-US" sz="700" dirty="0"/>
          </a:p>
        </p:txBody>
      </p:sp>
      <p:sp>
        <p:nvSpPr>
          <p:cNvPr id="133" name="Tx133"/>
          <p:cNvSpPr/>
          <p:nvPr/>
        </p:nvSpPr>
        <p:spPr>
          <a:xfrm>
            <a:off x="9248559" y="228477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134" name="Tx134"/>
          <p:cNvSpPr/>
          <p:nvPr/>
        </p:nvSpPr>
        <p:spPr>
          <a:xfrm>
            <a:off x="8161422" y="2404770"/>
            <a:ext cx="1207137" cy="280000"/>
          </a:xfrm>
          <a:prstGeom prst="rect">
            <a:avLst/>
          </a:prstGeom>
          <a:noFill/>
          <a:ln/>
        </p:spPr>
        <p:txBody>
          <a:bodyPr wrap="square" lIns="0" tIns="0" rIns="0" bIns="0" rtlCol="0" anchor="ctr"/>
          <a:lstStyle/>
          <a:p>
            <a:pPr marL="0" indent="0">
              <a:buNone/>
            </a:pPr>
            <a:r>
              <a:rPr lang="en-US" sz="1900" b="1" dirty="0">
                <a:solidFill>
                  <a:srgbClr val="059669"/>
                </a:solidFill>
                <a:latin typeface="Calibri" pitchFamily="34" charset="0"/>
                <a:ea typeface="Calibri" pitchFamily="34" charset="-122"/>
                <a:cs typeface="Calibri" pitchFamily="34" charset="-120"/>
              </a:rPr>
              <a:t>Lr</a:t>
            </a:r>
            <a:endParaRPr lang="en-US" sz="700" dirty="0"/>
          </a:p>
        </p:txBody>
      </p:sp>
      <p:sp>
        <p:nvSpPr>
          <p:cNvPr id="135" name="Tx135"/>
          <p:cNvSpPr/>
          <p:nvPr/>
        </p:nvSpPr>
        <p:spPr>
          <a:xfrm>
            <a:off x="8161422"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Ledger Reconciler</a:t>
            </a:r>
            <a:endParaRPr lang="en-US" sz="700" dirty="0"/>
          </a:p>
        </p:txBody>
      </p:sp>
      <p:sp>
        <p:nvSpPr>
          <p:cNvPr id="136" name="Sh136"/>
          <p:cNvSpPr/>
          <p:nvPr/>
        </p:nvSpPr>
        <p:spPr>
          <a:xfrm>
            <a:off x="8161422" y="2929770"/>
            <a:ext cx="1163409" cy="0"/>
          </a:xfrm>
          <a:prstGeom prst="line">
            <a:avLst/>
          </a:prstGeom>
          <a:noFill/>
          <a:ln w="9525">
            <a:solidFill>
              <a:srgbClr val="6EE7B7"/>
            </a:solidFill>
            <a:prstDash val="solid"/>
          </a:ln>
        </p:spPr>
        <p:txBody>
          <a:bodyPr/>
          <a:lstStyle/>
          <a:p>
            <a:endParaRPr lang="en-IN"/>
          </a:p>
        </p:txBody>
      </p:sp>
      <p:sp>
        <p:nvSpPr>
          <p:cNvPr id="137" name="Tx137"/>
          <p:cNvSpPr/>
          <p:nvPr/>
        </p:nvSpPr>
        <p:spPr>
          <a:xfrm>
            <a:off x="8161422" y="2944770"/>
            <a:ext cx="1207137" cy="642770"/>
          </a:xfrm>
          <a:prstGeom prst="rect">
            <a:avLst/>
          </a:prstGeom>
          <a:noFill/>
          <a:ln/>
        </p:spPr>
        <p:txBody>
          <a:bodyPr wrap="square" lIns="0" tIns="0" rIns="0" bIns="0" rtlCol="0" anchor="t"/>
          <a:lstStyle/>
          <a:p>
            <a:pPr marL="0" indent="0">
              <a:buNone/>
            </a:pPr>
            <a:r>
              <a:rPr lang="en-US" sz="640" dirty="0">
                <a:solidFill>
                  <a:srgbClr val="064E3B"/>
                </a:solidFill>
                <a:latin typeface="Calibri" pitchFamily="34" charset="0"/>
                <a:ea typeface="Calibri" pitchFamily="34" charset="-122"/>
                <a:cs typeface="Calibri" pitchFamily="34" charset="-120"/>
              </a:rPr>
              <a:t>Runs general ledger, trial balance and statutory against books reconciliations from one spine, each defined as a configuration object.</a:t>
            </a:r>
            <a:endParaRPr lang="en-US" sz="700" dirty="0"/>
          </a:p>
        </p:txBody>
      </p:sp>
      <p:sp>
        <p:nvSpPr>
          <p:cNvPr id="138" name="Sh138"/>
          <p:cNvSpPr/>
          <p:nvPr/>
        </p:nvSpPr>
        <p:spPr>
          <a:xfrm>
            <a:off x="9411259" y="2244770"/>
            <a:ext cx="1310865" cy="1342770"/>
          </a:xfrm>
          <a:prstGeom prst="rect">
            <a:avLst/>
          </a:prstGeom>
          <a:solidFill>
            <a:srgbClr val="D1FAE5"/>
          </a:solidFill>
          <a:ln w="12700">
            <a:solidFill>
              <a:srgbClr val="6EE7B7"/>
            </a:solidFill>
            <a:prstDash val="solid"/>
          </a:ln>
        </p:spPr>
        <p:txBody>
          <a:bodyPr/>
          <a:lstStyle/>
          <a:p>
            <a:endParaRPr lang="en-IN"/>
          </a:p>
        </p:txBody>
      </p:sp>
      <p:sp>
        <p:nvSpPr>
          <p:cNvPr id="139" name="Tx139"/>
          <p:cNvSpPr/>
          <p:nvPr/>
        </p:nvSpPr>
        <p:spPr>
          <a:xfrm>
            <a:off x="9484987" y="2289770"/>
            <a:ext cx="300000" cy="110000"/>
          </a:xfrm>
          <a:prstGeom prst="rect">
            <a:avLst/>
          </a:prstGeom>
          <a:noFill/>
          <a:ln/>
        </p:spPr>
        <p:txBody>
          <a:bodyPr wrap="square" lIns="0" tIns="0" rIns="0" bIns="0" rtlCol="0" anchor="ctr"/>
          <a:lstStyle/>
          <a:p>
            <a:pPr marL="0" indent="0">
              <a:buNone/>
            </a:pPr>
            <a:r>
              <a:rPr lang="en-US" sz="700" dirty="0">
                <a:solidFill>
                  <a:srgbClr val="065F46"/>
                </a:solidFill>
                <a:latin typeface="Calibri" pitchFamily="34" charset="0"/>
                <a:ea typeface="Calibri" pitchFamily="34" charset="-122"/>
                <a:cs typeface="Calibri" pitchFamily="34" charset="-120"/>
              </a:rPr>
              <a:t>F17</a:t>
            </a:r>
            <a:endParaRPr lang="en-US" sz="700" dirty="0"/>
          </a:p>
        </p:txBody>
      </p:sp>
      <p:sp>
        <p:nvSpPr>
          <p:cNvPr id="140" name="Tx140"/>
          <p:cNvSpPr/>
          <p:nvPr/>
        </p:nvSpPr>
        <p:spPr>
          <a:xfrm>
            <a:off x="10572124"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41" name="Tx141"/>
          <p:cNvSpPr/>
          <p:nvPr/>
        </p:nvSpPr>
        <p:spPr>
          <a:xfrm>
            <a:off x="9484987" y="2404770"/>
            <a:ext cx="1207137" cy="280000"/>
          </a:xfrm>
          <a:prstGeom prst="rect">
            <a:avLst/>
          </a:prstGeom>
          <a:noFill/>
          <a:ln/>
        </p:spPr>
        <p:txBody>
          <a:bodyPr wrap="square" lIns="0" tIns="0" rIns="0" bIns="0" rtlCol="0" anchor="ctr"/>
          <a:lstStyle/>
          <a:p>
            <a:pPr marL="0" indent="0">
              <a:buNone/>
            </a:pPr>
            <a:r>
              <a:rPr lang="en-US" sz="1900" b="1" dirty="0">
                <a:solidFill>
                  <a:srgbClr val="059669"/>
                </a:solidFill>
                <a:latin typeface="Calibri" pitchFamily="34" charset="0"/>
                <a:ea typeface="Calibri" pitchFamily="34" charset="-122"/>
                <a:cs typeface="Calibri" pitchFamily="34" charset="-120"/>
              </a:rPr>
              <a:t>Pv</a:t>
            </a:r>
            <a:endParaRPr lang="en-US" sz="700" dirty="0"/>
          </a:p>
        </p:txBody>
      </p:sp>
      <p:sp>
        <p:nvSpPr>
          <p:cNvPr id="142" name="Tx142"/>
          <p:cNvSpPr/>
          <p:nvPr/>
        </p:nvSpPr>
        <p:spPr>
          <a:xfrm>
            <a:off x="9484987"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Provision Reversal Agent</a:t>
            </a:r>
            <a:endParaRPr lang="en-US" sz="700" dirty="0"/>
          </a:p>
        </p:txBody>
      </p:sp>
      <p:sp>
        <p:nvSpPr>
          <p:cNvPr id="143" name="Sh143"/>
          <p:cNvSpPr/>
          <p:nvPr/>
        </p:nvSpPr>
        <p:spPr>
          <a:xfrm>
            <a:off x="9484987" y="2929770"/>
            <a:ext cx="1163409" cy="0"/>
          </a:xfrm>
          <a:prstGeom prst="line">
            <a:avLst/>
          </a:prstGeom>
          <a:noFill/>
          <a:ln w="9525">
            <a:solidFill>
              <a:srgbClr val="6EE7B7"/>
            </a:solidFill>
            <a:prstDash val="solid"/>
          </a:ln>
        </p:spPr>
        <p:txBody>
          <a:bodyPr/>
          <a:lstStyle/>
          <a:p>
            <a:endParaRPr lang="en-IN"/>
          </a:p>
        </p:txBody>
      </p:sp>
      <p:sp>
        <p:nvSpPr>
          <p:cNvPr id="144" name="Tx144"/>
          <p:cNvSpPr/>
          <p:nvPr/>
        </p:nvSpPr>
        <p:spPr>
          <a:xfrm>
            <a:off x="9484987" y="2944770"/>
            <a:ext cx="1207137" cy="642770"/>
          </a:xfrm>
          <a:prstGeom prst="rect">
            <a:avLst/>
          </a:prstGeom>
          <a:noFill/>
          <a:ln/>
        </p:spPr>
        <p:txBody>
          <a:bodyPr wrap="square" lIns="0" tIns="0" rIns="0" bIns="0" rtlCol="0" anchor="t"/>
          <a:lstStyle/>
          <a:p>
            <a:pPr marL="0" indent="0">
              <a:buNone/>
            </a:pPr>
            <a:r>
              <a:rPr lang="en-US" sz="640" dirty="0">
                <a:solidFill>
                  <a:srgbClr val="064E3B"/>
                </a:solidFill>
                <a:latin typeface="Calibri" pitchFamily="34" charset="0"/>
                <a:ea typeface="Calibri" pitchFamily="34" charset="-122"/>
                <a:cs typeface="Calibri" pitchFamily="34" charset="-120"/>
              </a:rPr>
              <a:t>Tracks every provision against its expected reversal and raises the missing one with the entry pre built, removing the duplicate expense exposure.</a:t>
            </a:r>
            <a:endParaRPr lang="en-US" sz="700" dirty="0"/>
          </a:p>
        </p:txBody>
      </p:sp>
      <p:sp>
        <p:nvSpPr>
          <p:cNvPr id="145" name="Sh145"/>
          <p:cNvSpPr/>
          <p:nvPr/>
        </p:nvSpPr>
        <p:spPr>
          <a:xfrm>
            <a:off x="10734824" y="2244770"/>
            <a:ext cx="1310865" cy="1342770"/>
          </a:xfrm>
          <a:prstGeom prst="rect">
            <a:avLst/>
          </a:prstGeom>
          <a:solidFill>
            <a:srgbClr val="D1FAE5"/>
          </a:solidFill>
          <a:ln w="12700">
            <a:solidFill>
              <a:srgbClr val="6EE7B7"/>
            </a:solidFill>
            <a:prstDash val="solid"/>
          </a:ln>
        </p:spPr>
        <p:txBody>
          <a:bodyPr/>
          <a:lstStyle/>
          <a:p>
            <a:endParaRPr lang="en-IN"/>
          </a:p>
        </p:txBody>
      </p:sp>
      <p:sp>
        <p:nvSpPr>
          <p:cNvPr id="146" name="Tx146"/>
          <p:cNvSpPr/>
          <p:nvPr/>
        </p:nvSpPr>
        <p:spPr>
          <a:xfrm>
            <a:off x="10808552" y="2289770"/>
            <a:ext cx="300000" cy="110000"/>
          </a:xfrm>
          <a:prstGeom prst="rect">
            <a:avLst/>
          </a:prstGeom>
          <a:noFill/>
          <a:ln/>
        </p:spPr>
        <p:txBody>
          <a:bodyPr wrap="square" lIns="0" tIns="0" rIns="0" bIns="0" rtlCol="0" anchor="ctr"/>
          <a:lstStyle/>
          <a:p>
            <a:pPr marL="0" indent="0">
              <a:buNone/>
            </a:pPr>
            <a:r>
              <a:rPr lang="en-US" sz="700" dirty="0">
                <a:solidFill>
                  <a:srgbClr val="065F46"/>
                </a:solidFill>
                <a:latin typeface="Calibri" pitchFamily="34" charset="0"/>
                <a:ea typeface="Calibri" pitchFamily="34" charset="-122"/>
                <a:cs typeface="Calibri" pitchFamily="34" charset="-120"/>
              </a:rPr>
              <a:t>F18</a:t>
            </a:r>
            <a:endParaRPr lang="en-US" sz="700" dirty="0"/>
          </a:p>
        </p:txBody>
      </p:sp>
      <p:sp>
        <p:nvSpPr>
          <p:cNvPr id="147" name="Tx147"/>
          <p:cNvSpPr/>
          <p:nvPr/>
        </p:nvSpPr>
        <p:spPr>
          <a:xfrm>
            <a:off x="11895689" y="2284770"/>
            <a:ext cx="140000" cy="120000"/>
          </a:xfrm>
          <a:prstGeom prst="rect">
            <a:avLst/>
          </a:prstGeom>
          <a:noFill/>
          <a:ln/>
        </p:spPr>
        <p:txBody>
          <a:bodyPr wrap="square" lIns="0" tIns="0" rIns="0" bIns="0" rtlCol="0" anchor="ctr"/>
          <a:lstStyle/>
          <a:p>
            <a:pPr marL="0" indent="0" algn="r">
              <a:buNone/>
            </a:pPr>
            <a:endParaRPr lang="en-US" sz="700" dirty="0"/>
          </a:p>
        </p:txBody>
      </p:sp>
      <p:sp>
        <p:nvSpPr>
          <p:cNvPr id="148" name="Tx148"/>
          <p:cNvSpPr/>
          <p:nvPr/>
        </p:nvSpPr>
        <p:spPr>
          <a:xfrm>
            <a:off x="10808552" y="2404770"/>
            <a:ext cx="1207137" cy="280000"/>
          </a:xfrm>
          <a:prstGeom prst="rect">
            <a:avLst/>
          </a:prstGeom>
          <a:noFill/>
          <a:ln/>
        </p:spPr>
        <p:txBody>
          <a:bodyPr wrap="square" lIns="0" tIns="0" rIns="0" bIns="0" rtlCol="0" anchor="ctr"/>
          <a:lstStyle/>
          <a:p>
            <a:pPr marL="0" indent="0">
              <a:buNone/>
            </a:pPr>
            <a:r>
              <a:rPr lang="en-US" sz="1900" b="1" dirty="0">
                <a:solidFill>
                  <a:srgbClr val="059669"/>
                </a:solidFill>
                <a:latin typeface="Calibri" pitchFamily="34" charset="0"/>
                <a:ea typeface="Calibri" pitchFamily="34" charset="-122"/>
                <a:cs typeface="Calibri" pitchFamily="34" charset="-120"/>
              </a:rPr>
              <a:t>Ce</a:t>
            </a:r>
            <a:endParaRPr lang="en-US" sz="700" dirty="0"/>
          </a:p>
        </p:txBody>
      </p:sp>
      <p:sp>
        <p:nvSpPr>
          <p:cNvPr id="149" name="Tx149"/>
          <p:cNvSpPr/>
          <p:nvPr/>
        </p:nvSpPr>
        <p:spPr>
          <a:xfrm>
            <a:off x="10808552" y="269977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Consolidation Engine</a:t>
            </a:r>
            <a:endParaRPr lang="en-US" sz="700" dirty="0"/>
          </a:p>
        </p:txBody>
      </p:sp>
      <p:sp>
        <p:nvSpPr>
          <p:cNvPr id="150" name="Sh150"/>
          <p:cNvSpPr/>
          <p:nvPr/>
        </p:nvSpPr>
        <p:spPr>
          <a:xfrm>
            <a:off x="10808552" y="2929770"/>
            <a:ext cx="1163409" cy="0"/>
          </a:xfrm>
          <a:prstGeom prst="line">
            <a:avLst/>
          </a:prstGeom>
          <a:noFill/>
          <a:ln w="9525">
            <a:solidFill>
              <a:srgbClr val="6EE7B7"/>
            </a:solidFill>
            <a:prstDash val="solid"/>
          </a:ln>
        </p:spPr>
        <p:txBody>
          <a:bodyPr/>
          <a:lstStyle/>
          <a:p>
            <a:endParaRPr lang="en-IN"/>
          </a:p>
        </p:txBody>
      </p:sp>
      <p:sp>
        <p:nvSpPr>
          <p:cNvPr id="151" name="Tx151"/>
          <p:cNvSpPr/>
          <p:nvPr/>
        </p:nvSpPr>
        <p:spPr>
          <a:xfrm>
            <a:off x="10808552" y="2944770"/>
            <a:ext cx="1207137" cy="642770"/>
          </a:xfrm>
          <a:prstGeom prst="rect">
            <a:avLst/>
          </a:prstGeom>
          <a:noFill/>
          <a:ln/>
        </p:spPr>
        <p:txBody>
          <a:bodyPr wrap="square" lIns="0" tIns="0" rIns="0" bIns="0" rtlCol="0" anchor="t"/>
          <a:lstStyle/>
          <a:p>
            <a:pPr marL="0" indent="0">
              <a:buNone/>
            </a:pPr>
            <a:r>
              <a:rPr lang="en-US" sz="640" dirty="0">
                <a:solidFill>
                  <a:srgbClr val="064E3B"/>
                </a:solidFill>
                <a:latin typeface="Calibri" pitchFamily="34" charset="0"/>
                <a:ea typeface="Calibri" pitchFamily="34" charset="-122"/>
                <a:cs typeface="Calibri" pitchFamily="34" charset="-120"/>
              </a:rPr>
              <a:t>Rolls up branch to entity to holding company across both mapping sets, with interbranch and intercompany balances eliminated by rule before roll up.</a:t>
            </a:r>
            <a:endParaRPr lang="en-US" sz="700" dirty="0"/>
          </a:p>
        </p:txBody>
      </p:sp>
      <p:sp>
        <p:nvSpPr>
          <p:cNvPr id="152" name="Sh152"/>
          <p:cNvSpPr/>
          <p:nvPr/>
        </p:nvSpPr>
        <p:spPr>
          <a:xfrm>
            <a:off x="146304"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53" name="Tx153"/>
          <p:cNvSpPr/>
          <p:nvPr/>
        </p:nvSpPr>
        <p:spPr>
          <a:xfrm>
            <a:off x="220032"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C01</a:t>
            </a:r>
            <a:endParaRPr lang="en-US" sz="700" dirty="0"/>
          </a:p>
        </p:txBody>
      </p:sp>
      <p:sp>
        <p:nvSpPr>
          <p:cNvPr id="154" name="Tx154"/>
          <p:cNvSpPr/>
          <p:nvPr/>
        </p:nvSpPr>
        <p:spPr>
          <a:xfrm>
            <a:off x="1307169" y="369754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155" name="Tx155"/>
          <p:cNvSpPr/>
          <p:nvPr/>
        </p:nvSpPr>
        <p:spPr>
          <a:xfrm>
            <a:off x="220032"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Sb</a:t>
            </a:r>
            <a:endParaRPr lang="en-US" sz="700" dirty="0"/>
          </a:p>
        </p:txBody>
      </p:sp>
      <p:sp>
        <p:nvSpPr>
          <p:cNvPr id="156" name="Tx156"/>
          <p:cNvSpPr/>
          <p:nvPr/>
        </p:nvSpPr>
        <p:spPr>
          <a:xfrm>
            <a:off x="220032"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Schedule Builder</a:t>
            </a:r>
            <a:endParaRPr lang="en-US" sz="700" dirty="0"/>
          </a:p>
        </p:txBody>
      </p:sp>
      <p:sp>
        <p:nvSpPr>
          <p:cNvPr id="157" name="Sh157"/>
          <p:cNvSpPr/>
          <p:nvPr/>
        </p:nvSpPr>
        <p:spPr>
          <a:xfrm>
            <a:off x="220032" y="4342540"/>
            <a:ext cx="1163409" cy="0"/>
          </a:xfrm>
          <a:prstGeom prst="line">
            <a:avLst/>
          </a:prstGeom>
          <a:noFill/>
          <a:ln w="9525">
            <a:solidFill>
              <a:srgbClr val="FCD34D"/>
            </a:solidFill>
            <a:prstDash val="solid"/>
          </a:ln>
        </p:spPr>
        <p:txBody>
          <a:bodyPr/>
          <a:lstStyle/>
          <a:p>
            <a:endParaRPr lang="en-IN"/>
          </a:p>
        </p:txBody>
      </p:sp>
      <p:sp>
        <p:nvSpPr>
          <p:cNvPr id="158" name="Tx158"/>
          <p:cNvSpPr/>
          <p:nvPr/>
        </p:nvSpPr>
        <p:spPr>
          <a:xfrm>
            <a:off x="220032"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Generates the financial schedules for every location including PVSL, from templates defined once against the statutory mapping set.</a:t>
            </a:r>
            <a:endParaRPr lang="en-US" sz="700" dirty="0"/>
          </a:p>
        </p:txBody>
      </p:sp>
      <p:sp>
        <p:nvSpPr>
          <p:cNvPr id="159" name="Sh159"/>
          <p:cNvSpPr/>
          <p:nvPr/>
        </p:nvSpPr>
        <p:spPr>
          <a:xfrm>
            <a:off x="1469869"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60" name="Tx160"/>
          <p:cNvSpPr/>
          <p:nvPr/>
        </p:nvSpPr>
        <p:spPr>
          <a:xfrm>
            <a:off x="1543597"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C02</a:t>
            </a:r>
            <a:endParaRPr lang="en-US" sz="700" dirty="0"/>
          </a:p>
        </p:txBody>
      </p:sp>
      <p:sp>
        <p:nvSpPr>
          <p:cNvPr id="161" name="Tx161"/>
          <p:cNvSpPr/>
          <p:nvPr/>
        </p:nvSpPr>
        <p:spPr>
          <a:xfrm>
            <a:off x="2630734" y="369754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162" name="Tx162"/>
          <p:cNvSpPr/>
          <p:nvPr/>
        </p:nvSpPr>
        <p:spPr>
          <a:xfrm>
            <a:off x="1543597"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Sg</a:t>
            </a:r>
            <a:endParaRPr lang="en-US" sz="700" dirty="0"/>
          </a:p>
        </p:txBody>
      </p:sp>
      <p:sp>
        <p:nvSpPr>
          <p:cNvPr id="163" name="Tx163"/>
          <p:cNvSpPr/>
          <p:nvPr/>
        </p:nvSpPr>
        <p:spPr>
          <a:xfrm>
            <a:off x="1543597"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Statement Generator</a:t>
            </a:r>
            <a:endParaRPr lang="en-US" sz="700" dirty="0"/>
          </a:p>
        </p:txBody>
      </p:sp>
      <p:sp>
        <p:nvSpPr>
          <p:cNvPr id="164" name="Sh164"/>
          <p:cNvSpPr/>
          <p:nvPr/>
        </p:nvSpPr>
        <p:spPr>
          <a:xfrm>
            <a:off x="1543597" y="4342540"/>
            <a:ext cx="1163409" cy="0"/>
          </a:xfrm>
          <a:prstGeom prst="line">
            <a:avLst/>
          </a:prstGeom>
          <a:noFill/>
          <a:ln w="9525">
            <a:solidFill>
              <a:srgbClr val="FCD34D"/>
            </a:solidFill>
            <a:prstDash val="solid"/>
          </a:ln>
        </p:spPr>
        <p:txBody>
          <a:bodyPr/>
          <a:lstStyle/>
          <a:p>
            <a:endParaRPr lang="en-IN"/>
          </a:p>
        </p:txBody>
      </p:sp>
      <p:sp>
        <p:nvSpPr>
          <p:cNvPr id="165" name="Tx165"/>
          <p:cNvSpPr/>
          <p:nvPr/>
        </p:nvSpPr>
        <p:spPr>
          <a:xfrm>
            <a:off x="1543597"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Produces monthly profit and loss, balance sheet and cash flow at group and entity level, with figures traceable to the branch records received.</a:t>
            </a:r>
            <a:endParaRPr lang="en-US" sz="700" dirty="0"/>
          </a:p>
        </p:txBody>
      </p:sp>
      <p:sp>
        <p:nvSpPr>
          <p:cNvPr id="166" name="Sh166"/>
          <p:cNvSpPr/>
          <p:nvPr/>
        </p:nvSpPr>
        <p:spPr>
          <a:xfrm>
            <a:off x="2793434"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67" name="Tx167"/>
          <p:cNvSpPr/>
          <p:nvPr/>
        </p:nvSpPr>
        <p:spPr>
          <a:xfrm>
            <a:off x="2867162"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C03</a:t>
            </a:r>
            <a:endParaRPr lang="en-US" sz="700" dirty="0"/>
          </a:p>
        </p:txBody>
      </p:sp>
      <p:sp>
        <p:nvSpPr>
          <p:cNvPr id="168" name="Tx168"/>
          <p:cNvSpPr/>
          <p:nvPr/>
        </p:nvSpPr>
        <p:spPr>
          <a:xfrm>
            <a:off x="3954299" y="3697540"/>
            <a:ext cx="140000" cy="120000"/>
          </a:xfrm>
          <a:prstGeom prst="rect">
            <a:avLst/>
          </a:prstGeom>
          <a:noFill/>
          <a:ln/>
        </p:spPr>
        <p:txBody>
          <a:bodyPr wrap="square" lIns="0" tIns="0" rIns="0" bIns="0" rtlCol="0" anchor="ctr"/>
          <a:lstStyle/>
          <a:p>
            <a:pPr marL="0" indent="0" algn="r">
              <a:buNone/>
            </a:pPr>
            <a:endParaRPr lang="en-US" sz="700" dirty="0"/>
          </a:p>
        </p:txBody>
      </p:sp>
      <p:sp>
        <p:nvSpPr>
          <p:cNvPr id="169" name="Tx169"/>
          <p:cNvSpPr/>
          <p:nvPr/>
        </p:nvSpPr>
        <p:spPr>
          <a:xfrm>
            <a:off x="2867162"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Ra</a:t>
            </a:r>
            <a:endParaRPr lang="en-US" sz="700" dirty="0"/>
          </a:p>
        </p:txBody>
      </p:sp>
      <p:sp>
        <p:nvSpPr>
          <p:cNvPr id="170" name="Tx170"/>
          <p:cNvSpPr/>
          <p:nvPr/>
        </p:nvSpPr>
        <p:spPr>
          <a:xfrm>
            <a:off x="2867162"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Ratio Analyst</a:t>
            </a:r>
            <a:endParaRPr lang="en-US" sz="700" dirty="0"/>
          </a:p>
        </p:txBody>
      </p:sp>
      <p:sp>
        <p:nvSpPr>
          <p:cNvPr id="171" name="Sh171"/>
          <p:cNvSpPr/>
          <p:nvPr/>
        </p:nvSpPr>
        <p:spPr>
          <a:xfrm>
            <a:off x="2867162" y="4342540"/>
            <a:ext cx="1163409" cy="0"/>
          </a:xfrm>
          <a:prstGeom prst="line">
            <a:avLst/>
          </a:prstGeom>
          <a:noFill/>
          <a:ln w="9525">
            <a:solidFill>
              <a:srgbClr val="FCD34D"/>
            </a:solidFill>
            <a:prstDash val="solid"/>
          </a:ln>
        </p:spPr>
        <p:txBody>
          <a:bodyPr/>
          <a:lstStyle/>
          <a:p>
            <a:endParaRPr lang="en-IN"/>
          </a:p>
        </p:txBody>
      </p:sp>
      <p:sp>
        <p:nvSpPr>
          <p:cNvPr id="172" name="Tx172"/>
          <p:cNvSpPr/>
          <p:nvPr/>
        </p:nvSpPr>
        <p:spPr>
          <a:xfrm>
            <a:off x="2867162"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Derives the ratio pack from the consolidated statements, extending monthly reporting past the profit and loss view that exists today.</a:t>
            </a:r>
            <a:endParaRPr lang="en-US" sz="700" dirty="0"/>
          </a:p>
        </p:txBody>
      </p:sp>
      <p:sp>
        <p:nvSpPr>
          <p:cNvPr id="173" name="Sh173"/>
          <p:cNvSpPr/>
          <p:nvPr/>
        </p:nvSpPr>
        <p:spPr>
          <a:xfrm>
            <a:off x="4116999"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74" name="Tx174"/>
          <p:cNvSpPr/>
          <p:nvPr/>
        </p:nvSpPr>
        <p:spPr>
          <a:xfrm>
            <a:off x="4190727"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C04</a:t>
            </a:r>
            <a:endParaRPr lang="en-US" sz="700" dirty="0"/>
          </a:p>
        </p:txBody>
      </p:sp>
      <p:sp>
        <p:nvSpPr>
          <p:cNvPr id="175" name="Tx175"/>
          <p:cNvSpPr/>
          <p:nvPr/>
        </p:nvSpPr>
        <p:spPr>
          <a:xfrm>
            <a:off x="5277864" y="3697540"/>
            <a:ext cx="140000" cy="120000"/>
          </a:xfrm>
          <a:prstGeom prst="rect">
            <a:avLst/>
          </a:prstGeom>
          <a:noFill/>
          <a:ln/>
        </p:spPr>
        <p:txBody>
          <a:bodyPr wrap="square" lIns="0" tIns="0" rIns="0" bIns="0" rtlCol="0" anchor="ctr"/>
          <a:lstStyle/>
          <a:p>
            <a:pPr marL="0" indent="0" algn="r">
              <a:buNone/>
            </a:pPr>
            <a:endParaRPr lang="en-US" sz="700" dirty="0"/>
          </a:p>
        </p:txBody>
      </p:sp>
      <p:sp>
        <p:nvSpPr>
          <p:cNvPr id="176" name="Tx176"/>
          <p:cNvSpPr/>
          <p:nvPr/>
        </p:nvSpPr>
        <p:spPr>
          <a:xfrm>
            <a:off x="4190727"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Db</a:t>
            </a:r>
            <a:endParaRPr lang="en-US" sz="700" dirty="0"/>
          </a:p>
        </p:txBody>
      </p:sp>
      <p:sp>
        <p:nvSpPr>
          <p:cNvPr id="177" name="Tx177"/>
          <p:cNvSpPr/>
          <p:nvPr/>
        </p:nvSpPr>
        <p:spPr>
          <a:xfrm>
            <a:off x="4190727"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DMS Billing Reconciler</a:t>
            </a:r>
            <a:endParaRPr lang="en-US" sz="700" dirty="0"/>
          </a:p>
        </p:txBody>
      </p:sp>
      <p:sp>
        <p:nvSpPr>
          <p:cNvPr id="178" name="Sh178"/>
          <p:cNvSpPr/>
          <p:nvPr/>
        </p:nvSpPr>
        <p:spPr>
          <a:xfrm>
            <a:off x="4190727" y="4342540"/>
            <a:ext cx="1163409" cy="0"/>
          </a:xfrm>
          <a:prstGeom prst="line">
            <a:avLst/>
          </a:prstGeom>
          <a:noFill/>
          <a:ln w="9525">
            <a:solidFill>
              <a:srgbClr val="FCD34D"/>
            </a:solidFill>
            <a:prstDash val="solid"/>
          </a:ln>
        </p:spPr>
        <p:txBody>
          <a:bodyPr/>
          <a:lstStyle/>
          <a:p>
            <a:endParaRPr lang="en-IN"/>
          </a:p>
        </p:txBody>
      </p:sp>
      <p:sp>
        <p:nvSpPr>
          <p:cNvPr id="179" name="Tx179"/>
          <p:cNvSpPr/>
          <p:nvPr/>
        </p:nvSpPr>
        <p:spPr>
          <a:xfrm>
            <a:off x="4190727"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Reconciles billing raised in each OEM system against the books as a configured reconciliation, replacing the manual brand by brand check.</a:t>
            </a:r>
            <a:endParaRPr lang="en-US" sz="700" dirty="0"/>
          </a:p>
        </p:txBody>
      </p:sp>
      <p:sp>
        <p:nvSpPr>
          <p:cNvPr id="180" name="Sh180"/>
          <p:cNvSpPr/>
          <p:nvPr/>
        </p:nvSpPr>
        <p:spPr>
          <a:xfrm>
            <a:off x="5440564"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81" name="Tx181"/>
          <p:cNvSpPr/>
          <p:nvPr/>
        </p:nvSpPr>
        <p:spPr>
          <a:xfrm>
            <a:off x="5514292"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C05</a:t>
            </a:r>
            <a:endParaRPr lang="en-US" sz="700" dirty="0"/>
          </a:p>
        </p:txBody>
      </p:sp>
      <p:sp>
        <p:nvSpPr>
          <p:cNvPr id="182" name="Tx182"/>
          <p:cNvSpPr/>
          <p:nvPr/>
        </p:nvSpPr>
        <p:spPr>
          <a:xfrm>
            <a:off x="6601429" y="3697540"/>
            <a:ext cx="140000" cy="120000"/>
          </a:xfrm>
          <a:prstGeom prst="rect">
            <a:avLst/>
          </a:prstGeom>
          <a:noFill/>
          <a:ln/>
        </p:spPr>
        <p:txBody>
          <a:bodyPr wrap="square" lIns="0" tIns="0" rIns="0" bIns="0" rtlCol="0" anchor="ctr"/>
          <a:lstStyle/>
          <a:p>
            <a:pPr marL="0" indent="0" algn="r">
              <a:buNone/>
            </a:pPr>
            <a:endParaRPr lang="en-US" sz="700" dirty="0"/>
          </a:p>
        </p:txBody>
      </p:sp>
      <p:sp>
        <p:nvSpPr>
          <p:cNvPr id="183" name="Tx183"/>
          <p:cNvSpPr/>
          <p:nvPr/>
        </p:nvSpPr>
        <p:spPr>
          <a:xfrm>
            <a:off x="5514292"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If</a:t>
            </a:r>
            <a:endParaRPr lang="en-US" sz="700" dirty="0"/>
          </a:p>
        </p:txBody>
      </p:sp>
      <p:sp>
        <p:nvSpPr>
          <p:cNvPr id="184" name="Tx184"/>
          <p:cNvSpPr/>
          <p:nvPr/>
        </p:nvSpPr>
        <p:spPr>
          <a:xfrm>
            <a:off x="5514292"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Invoice Filter Agent</a:t>
            </a:r>
            <a:endParaRPr lang="en-US" sz="700" dirty="0"/>
          </a:p>
        </p:txBody>
      </p:sp>
      <p:sp>
        <p:nvSpPr>
          <p:cNvPr id="185" name="Sh185"/>
          <p:cNvSpPr/>
          <p:nvPr/>
        </p:nvSpPr>
        <p:spPr>
          <a:xfrm>
            <a:off x="5514292" y="4342540"/>
            <a:ext cx="1163409" cy="0"/>
          </a:xfrm>
          <a:prstGeom prst="line">
            <a:avLst/>
          </a:prstGeom>
          <a:noFill/>
          <a:ln w="9525">
            <a:solidFill>
              <a:srgbClr val="FCD34D"/>
            </a:solidFill>
            <a:prstDash val="solid"/>
          </a:ln>
        </p:spPr>
        <p:txBody>
          <a:bodyPr/>
          <a:lstStyle/>
          <a:p>
            <a:endParaRPr lang="en-IN"/>
          </a:p>
        </p:txBody>
      </p:sp>
      <p:sp>
        <p:nvSpPr>
          <p:cNvPr id="186" name="Tx186"/>
          <p:cNvSpPr/>
          <p:nvPr/>
        </p:nvSpPr>
        <p:spPr>
          <a:xfrm>
            <a:off x="5514292"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Applies the rule that decides which DMS invoices belong in the group ERP, holding that rule as an explicit and versioned artefact.</a:t>
            </a:r>
            <a:endParaRPr lang="en-US" sz="700" dirty="0"/>
          </a:p>
        </p:txBody>
      </p:sp>
      <p:sp>
        <p:nvSpPr>
          <p:cNvPr id="187" name="Sh187"/>
          <p:cNvSpPr/>
          <p:nvPr/>
        </p:nvSpPr>
        <p:spPr>
          <a:xfrm>
            <a:off x="6764129" y="3657540"/>
            <a:ext cx="1310865" cy="1342770"/>
          </a:xfrm>
          <a:prstGeom prst="rect">
            <a:avLst/>
          </a:prstGeom>
          <a:solidFill>
            <a:srgbClr val="FEF3C7"/>
          </a:solidFill>
          <a:ln w="12700">
            <a:solidFill>
              <a:srgbClr val="FCD34D"/>
            </a:solidFill>
            <a:prstDash val="solid"/>
          </a:ln>
        </p:spPr>
        <p:txBody>
          <a:bodyPr/>
          <a:lstStyle/>
          <a:p>
            <a:endParaRPr lang="en-IN"/>
          </a:p>
        </p:txBody>
      </p:sp>
      <p:sp>
        <p:nvSpPr>
          <p:cNvPr id="188" name="Tx188"/>
          <p:cNvSpPr/>
          <p:nvPr/>
        </p:nvSpPr>
        <p:spPr>
          <a:xfrm>
            <a:off x="6837857" y="3702540"/>
            <a:ext cx="300000" cy="110000"/>
          </a:xfrm>
          <a:prstGeom prst="rect">
            <a:avLst/>
          </a:prstGeom>
          <a:noFill/>
          <a:ln/>
        </p:spPr>
        <p:txBody>
          <a:bodyPr wrap="square" lIns="0" tIns="0" rIns="0" bIns="0" rtlCol="0" anchor="ctr"/>
          <a:lstStyle/>
          <a:p>
            <a:pPr marL="0" indent="0">
              <a:buNone/>
            </a:pPr>
            <a:r>
              <a:rPr lang="en-US" sz="700" dirty="0">
                <a:solidFill>
                  <a:srgbClr val="78350F"/>
                </a:solidFill>
                <a:latin typeface="Calibri" pitchFamily="34" charset="0"/>
                <a:ea typeface="Calibri" pitchFamily="34" charset="-122"/>
                <a:cs typeface="Calibri" pitchFamily="34" charset="-120"/>
              </a:rPr>
              <a:t>C06</a:t>
            </a:r>
            <a:endParaRPr lang="en-US" sz="700" dirty="0"/>
          </a:p>
        </p:txBody>
      </p:sp>
      <p:sp>
        <p:nvSpPr>
          <p:cNvPr id="189" name="Tx189"/>
          <p:cNvSpPr/>
          <p:nvPr/>
        </p:nvSpPr>
        <p:spPr>
          <a:xfrm>
            <a:off x="7924994" y="369754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190" name="Tx190"/>
          <p:cNvSpPr/>
          <p:nvPr/>
        </p:nvSpPr>
        <p:spPr>
          <a:xfrm>
            <a:off x="6837857" y="3817540"/>
            <a:ext cx="1207137" cy="280000"/>
          </a:xfrm>
          <a:prstGeom prst="rect">
            <a:avLst/>
          </a:prstGeom>
          <a:noFill/>
          <a:ln/>
        </p:spPr>
        <p:txBody>
          <a:bodyPr wrap="square" lIns="0" tIns="0" rIns="0" bIns="0" rtlCol="0" anchor="ctr"/>
          <a:lstStyle/>
          <a:p>
            <a:pPr marL="0" indent="0">
              <a:buNone/>
            </a:pPr>
            <a:r>
              <a:rPr lang="en-US" sz="1900" b="1" dirty="0">
                <a:solidFill>
                  <a:srgbClr val="92400E"/>
                </a:solidFill>
                <a:latin typeface="Calibri" pitchFamily="34" charset="0"/>
                <a:ea typeface="Calibri" pitchFamily="34" charset="-122"/>
                <a:cs typeface="Calibri" pitchFamily="34" charset="-120"/>
              </a:rPr>
              <a:t>Ai</a:t>
            </a:r>
            <a:endParaRPr lang="en-US" sz="700" dirty="0"/>
          </a:p>
        </p:txBody>
      </p:sp>
      <p:sp>
        <p:nvSpPr>
          <p:cNvPr id="191" name="Tx191"/>
          <p:cNvSpPr/>
          <p:nvPr/>
        </p:nvSpPr>
        <p:spPr>
          <a:xfrm>
            <a:off x="6837857"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Auto Invoicing Agent</a:t>
            </a:r>
            <a:endParaRPr lang="en-US" sz="700" dirty="0"/>
          </a:p>
        </p:txBody>
      </p:sp>
      <p:sp>
        <p:nvSpPr>
          <p:cNvPr id="192" name="Sh192"/>
          <p:cNvSpPr/>
          <p:nvPr/>
        </p:nvSpPr>
        <p:spPr>
          <a:xfrm>
            <a:off x="6837857" y="4342540"/>
            <a:ext cx="1163409" cy="0"/>
          </a:xfrm>
          <a:prstGeom prst="line">
            <a:avLst/>
          </a:prstGeom>
          <a:noFill/>
          <a:ln w="9525">
            <a:solidFill>
              <a:srgbClr val="FCD34D"/>
            </a:solidFill>
            <a:prstDash val="solid"/>
          </a:ln>
        </p:spPr>
        <p:txBody>
          <a:bodyPr/>
          <a:lstStyle/>
          <a:p>
            <a:endParaRPr lang="en-IN"/>
          </a:p>
        </p:txBody>
      </p:sp>
      <p:sp>
        <p:nvSpPr>
          <p:cNvPr id="193" name="Tx193"/>
          <p:cNvSpPr/>
          <p:nvPr/>
        </p:nvSpPr>
        <p:spPr>
          <a:xfrm>
            <a:off x="6837857" y="4357540"/>
            <a:ext cx="1207137" cy="642770"/>
          </a:xfrm>
          <a:prstGeom prst="rect">
            <a:avLst/>
          </a:prstGeom>
          <a:noFill/>
          <a:ln/>
        </p:spPr>
        <p:txBody>
          <a:bodyPr wrap="square" lIns="0" tIns="0" rIns="0" bIns="0" rtlCol="0" anchor="t"/>
          <a:lstStyle/>
          <a:p>
            <a:pPr marL="0" indent="0">
              <a:buNone/>
            </a:pPr>
            <a:r>
              <a:rPr lang="en-US" sz="640" dirty="0">
                <a:solidFill>
                  <a:srgbClr val="7C2D12"/>
                </a:solidFill>
                <a:latin typeface="Calibri" pitchFamily="34" charset="0"/>
                <a:ea typeface="Calibri" pitchFamily="34" charset="-122"/>
                <a:cs typeface="Calibri" pitchFamily="34" charset="-120"/>
              </a:rPr>
              <a:t>Transforms DMS invoice data into the ERP posting format so the second manual entry is generated rather than keyed. Stock stays outside the interface.</a:t>
            </a:r>
            <a:endParaRPr lang="en-US" sz="700" dirty="0"/>
          </a:p>
        </p:txBody>
      </p:sp>
      <p:sp>
        <p:nvSpPr>
          <p:cNvPr id="194" name="Sh194"/>
          <p:cNvSpPr/>
          <p:nvPr/>
        </p:nvSpPr>
        <p:spPr>
          <a:xfrm>
            <a:off x="8087694" y="3657540"/>
            <a:ext cx="1310865" cy="1342770"/>
          </a:xfrm>
          <a:prstGeom prst="rect">
            <a:avLst/>
          </a:prstGeom>
          <a:solidFill>
            <a:srgbClr val="FEE2E2"/>
          </a:solidFill>
          <a:ln w="12700">
            <a:solidFill>
              <a:srgbClr val="FCA5A5"/>
            </a:solidFill>
            <a:prstDash val="solid"/>
          </a:ln>
        </p:spPr>
        <p:txBody>
          <a:bodyPr/>
          <a:lstStyle/>
          <a:p>
            <a:endParaRPr lang="en-IN"/>
          </a:p>
        </p:txBody>
      </p:sp>
      <p:sp>
        <p:nvSpPr>
          <p:cNvPr id="195" name="Tx195"/>
          <p:cNvSpPr/>
          <p:nvPr/>
        </p:nvSpPr>
        <p:spPr>
          <a:xfrm>
            <a:off x="8161422" y="3702540"/>
            <a:ext cx="300000" cy="110000"/>
          </a:xfrm>
          <a:prstGeom prst="rect">
            <a:avLst/>
          </a:prstGeom>
          <a:noFill/>
          <a:ln/>
        </p:spPr>
        <p:txBody>
          <a:bodyPr wrap="square" lIns="0" tIns="0" rIns="0" bIns="0" rtlCol="0" anchor="ctr"/>
          <a:lstStyle/>
          <a:p>
            <a:pPr marL="0" indent="0">
              <a:buNone/>
            </a:pPr>
            <a:r>
              <a:rPr lang="en-US" sz="700" dirty="0">
                <a:solidFill>
                  <a:srgbClr val="7F1D1D"/>
                </a:solidFill>
                <a:latin typeface="Calibri" pitchFamily="34" charset="0"/>
                <a:ea typeface="Calibri" pitchFamily="34" charset="-122"/>
                <a:cs typeface="Calibri" pitchFamily="34" charset="-120"/>
              </a:rPr>
              <a:t>C07</a:t>
            </a:r>
            <a:endParaRPr lang="en-US" sz="700" dirty="0"/>
          </a:p>
        </p:txBody>
      </p:sp>
      <p:sp>
        <p:nvSpPr>
          <p:cNvPr id="196" name="Tx196"/>
          <p:cNvSpPr/>
          <p:nvPr/>
        </p:nvSpPr>
        <p:spPr>
          <a:xfrm>
            <a:off x="9248559" y="3697540"/>
            <a:ext cx="140000" cy="120000"/>
          </a:xfrm>
          <a:prstGeom prst="rect">
            <a:avLst/>
          </a:prstGeom>
          <a:noFill/>
          <a:ln/>
        </p:spPr>
        <p:txBody>
          <a:bodyPr wrap="square" lIns="0" tIns="0" rIns="0" bIns="0" rtlCol="0" anchor="ctr"/>
          <a:lstStyle/>
          <a:p>
            <a:pPr marL="0" indent="0" algn="r">
              <a:buNone/>
            </a:pPr>
            <a:endParaRPr lang="en-US" sz="700" dirty="0"/>
          </a:p>
        </p:txBody>
      </p:sp>
      <p:sp>
        <p:nvSpPr>
          <p:cNvPr id="197" name="Tx197"/>
          <p:cNvSpPr/>
          <p:nvPr/>
        </p:nvSpPr>
        <p:spPr>
          <a:xfrm>
            <a:off x="8161422" y="3817540"/>
            <a:ext cx="1207137" cy="280000"/>
          </a:xfrm>
          <a:prstGeom prst="rect">
            <a:avLst/>
          </a:prstGeom>
          <a:noFill/>
          <a:ln/>
        </p:spPr>
        <p:txBody>
          <a:bodyPr wrap="square" lIns="0" tIns="0" rIns="0" bIns="0" rtlCol="0" anchor="ctr"/>
          <a:lstStyle/>
          <a:p>
            <a:pPr marL="0" indent="0">
              <a:buNone/>
            </a:pPr>
            <a:r>
              <a:rPr lang="en-US" sz="1900" b="1" dirty="0">
                <a:solidFill>
                  <a:srgbClr val="991B1B"/>
                </a:solidFill>
                <a:latin typeface="Calibri" pitchFamily="34" charset="0"/>
                <a:ea typeface="Calibri" pitchFamily="34" charset="-122"/>
                <a:cs typeface="Calibri" pitchFamily="34" charset="-120"/>
              </a:rPr>
              <a:t>Sv</a:t>
            </a:r>
            <a:endParaRPr lang="en-US" sz="700" dirty="0"/>
          </a:p>
        </p:txBody>
      </p:sp>
      <p:sp>
        <p:nvSpPr>
          <p:cNvPr id="198" name="Tx198"/>
          <p:cNvSpPr/>
          <p:nvPr/>
        </p:nvSpPr>
        <p:spPr>
          <a:xfrm>
            <a:off x="8161422"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Stock Variance Agent</a:t>
            </a:r>
            <a:endParaRPr lang="en-US" sz="700" dirty="0"/>
          </a:p>
        </p:txBody>
      </p:sp>
      <p:sp>
        <p:nvSpPr>
          <p:cNvPr id="199" name="Sh199"/>
          <p:cNvSpPr/>
          <p:nvPr/>
        </p:nvSpPr>
        <p:spPr>
          <a:xfrm>
            <a:off x="8161422" y="4342540"/>
            <a:ext cx="1163409" cy="0"/>
          </a:xfrm>
          <a:prstGeom prst="line">
            <a:avLst/>
          </a:prstGeom>
          <a:noFill/>
          <a:ln w="9525">
            <a:solidFill>
              <a:srgbClr val="FCA5A5"/>
            </a:solidFill>
            <a:prstDash val="solid"/>
          </a:ln>
        </p:spPr>
        <p:txBody>
          <a:bodyPr/>
          <a:lstStyle/>
          <a:p>
            <a:endParaRPr lang="en-IN"/>
          </a:p>
        </p:txBody>
      </p:sp>
      <p:sp>
        <p:nvSpPr>
          <p:cNvPr id="200" name="Tx200"/>
          <p:cNvSpPr/>
          <p:nvPr/>
        </p:nvSpPr>
        <p:spPr>
          <a:xfrm>
            <a:off x="8161422" y="4357540"/>
            <a:ext cx="1207137" cy="642770"/>
          </a:xfrm>
          <a:prstGeom prst="rect">
            <a:avLst/>
          </a:prstGeom>
          <a:noFill/>
          <a:ln/>
        </p:spPr>
        <p:txBody>
          <a:bodyPr wrap="square" lIns="0" tIns="0" rIns="0" bIns="0" rtlCol="0" anchor="t"/>
          <a:lstStyle/>
          <a:p>
            <a:pPr marL="0" indent="0">
              <a:buNone/>
            </a:pPr>
            <a:r>
              <a:rPr lang="en-US" sz="640" dirty="0">
                <a:solidFill>
                  <a:srgbClr val="6B1A1A"/>
                </a:solidFill>
                <a:latin typeface="Calibri" pitchFamily="34" charset="0"/>
                <a:ea typeface="Calibri" pitchFamily="34" charset="-122"/>
                <a:cs typeface="Calibri" pitchFamily="34" charset="-120"/>
              </a:rPr>
              <a:t>Compares uploaded counts, DMS stock and the books against the vehicle and part masters, raising every variance as a case ranked by value.</a:t>
            </a:r>
            <a:endParaRPr lang="en-US" sz="700" dirty="0"/>
          </a:p>
        </p:txBody>
      </p:sp>
      <p:sp>
        <p:nvSpPr>
          <p:cNvPr id="201" name="Sh201"/>
          <p:cNvSpPr/>
          <p:nvPr/>
        </p:nvSpPr>
        <p:spPr>
          <a:xfrm>
            <a:off x="9411259" y="3657540"/>
            <a:ext cx="1310865" cy="1342770"/>
          </a:xfrm>
          <a:prstGeom prst="rect">
            <a:avLst/>
          </a:prstGeom>
          <a:solidFill>
            <a:srgbClr val="FEE2E2"/>
          </a:solidFill>
          <a:ln w="12700">
            <a:solidFill>
              <a:srgbClr val="FCA5A5"/>
            </a:solidFill>
            <a:prstDash val="solid"/>
          </a:ln>
        </p:spPr>
        <p:txBody>
          <a:bodyPr/>
          <a:lstStyle/>
          <a:p>
            <a:endParaRPr lang="en-IN"/>
          </a:p>
        </p:txBody>
      </p:sp>
      <p:sp>
        <p:nvSpPr>
          <p:cNvPr id="202" name="Tx202"/>
          <p:cNvSpPr/>
          <p:nvPr/>
        </p:nvSpPr>
        <p:spPr>
          <a:xfrm>
            <a:off x="9484987" y="3702540"/>
            <a:ext cx="300000" cy="110000"/>
          </a:xfrm>
          <a:prstGeom prst="rect">
            <a:avLst/>
          </a:prstGeom>
          <a:noFill/>
          <a:ln/>
        </p:spPr>
        <p:txBody>
          <a:bodyPr wrap="square" lIns="0" tIns="0" rIns="0" bIns="0" rtlCol="0" anchor="ctr"/>
          <a:lstStyle/>
          <a:p>
            <a:pPr marL="0" indent="0">
              <a:buNone/>
            </a:pPr>
            <a:r>
              <a:rPr lang="en-US" sz="700" dirty="0">
                <a:solidFill>
                  <a:srgbClr val="7F1D1D"/>
                </a:solidFill>
                <a:latin typeface="Calibri" pitchFamily="34" charset="0"/>
                <a:ea typeface="Calibri" pitchFamily="34" charset="-122"/>
                <a:cs typeface="Calibri" pitchFamily="34" charset="-120"/>
              </a:rPr>
              <a:t>C08</a:t>
            </a:r>
            <a:endParaRPr lang="en-US" sz="700" dirty="0"/>
          </a:p>
        </p:txBody>
      </p:sp>
      <p:sp>
        <p:nvSpPr>
          <p:cNvPr id="203" name="Tx203"/>
          <p:cNvSpPr/>
          <p:nvPr/>
        </p:nvSpPr>
        <p:spPr>
          <a:xfrm>
            <a:off x="10572124" y="3697540"/>
            <a:ext cx="140000" cy="120000"/>
          </a:xfrm>
          <a:prstGeom prst="rect">
            <a:avLst/>
          </a:prstGeom>
          <a:noFill/>
          <a:ln/>
        </p:spPr>
        <p:txBody>
          <a:bodyPr wrap="square" lIns="0" tIns="0" rIns="0" bIns="0" rtlCol="0" anchor="ctr"/>
          <a:lstStyle/>
          <a:p>
            <a:pPr marL="0" indent="0" algn="r">
              <a:buNone/>
            </a:pPr>
            <a:endParaRPr lang="en-US" sz="700" dirty="0"/>
          </a:p>
        </p:txBody>
      </p:sp>
      <p:sp>
        <p:nvSpPr>
          <p:cNvPr id="204" name="Tx204"/>
          <p:cNvSpPr/>
          <p:nvPr/>
        </p:nvSpPr>
        <p:spPr>
          <a:xfrm>
            <a:off x="9484987" y="3817540"/>
            <a:ext cx="1207137" cy="280000"/>
          </a:xfrm>
          <a:prstGeom prst="rect">
            <a:avLst/>
          </a:prstGeom>
          <a:noFill/>
          <a:ln/>
        </p:spPr>
        <p:txBody>
          <a:bodyPr wrap="square" lIns="0" tIns="0" rIns="0" bIns="0" rtlCol="0" anchor="ctr"/>
          <a:lstStyle/>
          <a:p>
            <a:pPr marL="0" indent="0">
              <a:buNone/>
            </a:pPr>
            <a:r>
              <a:rPr lang="en-US" sz="1900" b="1" dirty="0">
                <a:solidFill>
                  <a:srgbClr val="991B1B"/>
                </a:solidFill>
                <a:latin typeface="Calibri" pitchFamily="34" charset="0"/>
                <a:ea typeface="Calibri" pitchFamily="34" charset="-122"/>
                <a:cs typeface="Calibri" pitchFamily="34" charset="-120"/>
              </a:rPr>
              <a:t>Ma</a:t>
            </a:r>
            <a:endParaRPr lang="en-US" sz="700" dirty="0"/>
          </a:p>
        </p:txBody>
      </p:sp>
      <p:sp>
        <p:nvSpPr>
          <p:cNvPr id="205" name="Tx205"/>
          <p:cNvSpPr/>
          <p:nvPr/>
        </p:nvSpPr>
        <p:spPr>
          <a:xfrm>
            <a:off x="9484987"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Margin Analyst</a:t>
            </a:r>
            <a:endParaRPr lang="en-US" sz="700" dirty="0"/>
          </a:p>
        </p:txBody>
      </p:sp>
      <p:sp>
        <p:nvSpPr>
          <p:cNvPr id="206" name="Sh206"/>
          <p:cNvSpPr/>
          <p:nvPr/>
        </p:nvSpPr>
        <p:spPr>
          <a:xfrm>
            <a:off x="9484987" y="4342540"/>
            <a:ext cx="1163409" cy="0"/>
          </a:xfrm>
          <a:prstGeom prst="line">
            <a:avLst/>
          </a:prstGeom>
          <a:noFill/>
          <a:ln w="9525">
            <a:solidFill>
              <a:srgbClr val="FCA5A5"/>
            </a:solidFill>
            <a:prstDash val="solid"/>
          </a:ln>
        </p:spPr>
        <p:txBody>
          <a:bodyPr/>
          <a:lstStyle/>
          <a:p>
            <a:endParaRPr lang="en-IN"/>
          </a:p>
        </p:txBody>
      </p:sp>
      <p:sp>
        <p:nvSpPr>
          <p:cNvPr id="207" name="Tx207"/>
          <p:cNvSpPr/>
          <p:nvPr/>
        </p:nvSpPr>
        <p:spPr>
          <a:xfrm>
            <a:off x="9484987" y="4357540"/>
            <a:ext cx="1207137" cy="642770"/>
          </a:xfrm>
          <a:prstGeom prst="rect">
            <a:avLst/>
          </a:prstGeom>
          <a:noFill/>
          <a:ln/>
        </p:spPr>
        <p:txBody>
          <a:bodyPr wrap="square" lIns="0" tIns="0" rIns="0" bIns="0" rtlCol="0" anchor="t"/>
          <a:lstStyle/>
          <a:p>
            <a:pPr marL="0" indent="0">
              <a:buNone/>
            </a:pPr>
            <a:r>
              <a:rPr lang="en-US" sz="640" dirty="0">
                <a:solidFill>
                  <a:srgbClr val="6B1A1A"/>
                </a:solidFill>
                <a:latin typeface="Calibri" pitchFamily="34" charset="0"/>
                <a:ea typeface="Calibri" pitchFamily="34" charset="-122"/>
                <a:cs typeface="Calibri" pitchFamily="34" charset="-120"/>
              </a:rPr>
              <a:t>Derives margin by vehicle, location and variant across sales, parts, accessories, lubricants and tyres, where the DMS carries vehicle cost.</a:t>
            </a:r>
            <a:endParaRPr lang="en-US" sz="700" dirty="0"/>
          </a:p>
        </p:txBody>
      </p:sp>
      <p:sp>
        <p:nvSpPr>
          <p:cNvPr id="208" name="Sh208"/>
          <p:cNvSpPr/>
          <p:nvPr/>
        </p:nvSpPr>
        <p:spPr>
          <a:xfrm>
            <a:off x="10734824" y="3657540"/>
            <a:ext cx="1310865" cy="1342770"/>
          </a:xfrm>
          <a:prstGeom prst="rect">
            <a:avLst/>
          </a:prstGeom>
          <a:solidFill>
            <a:srgbClr val="FEE2E2"/>
          </a:solidFill>
          <a:ln w="12700">
            <a:solidFill>
              <a:srgbClr val="FCA5A5"/>
            </a:solidFill>
            <a:prstDash val="solid"/>
          </a:ln>
        </p:spPr>
        <p:txBody>
          <a:bodyPr/>
          <a:lstStyle/>
          <a:p>
            <a:endParaRPr lang="en-IN"/>
          </a:p>
        </p:txBody>
      </p:sp>
      <p:sp>
        <p:nvSpPr>
          <p:cNvPr id="209" name="Tx209"/>
          <p:cNvSpPr/>
          <p:nvPr/>
        </p:nvSpPr>
        <p:spPr>
          <a:xfrm>
            <a:off x="10808552" y="3702540"/>
            <a:ext cx="300000" cy="110000"/>
          </a:xfrm>
          <a:prstGeom prst="rect">
            <a:avLst/>
          </a:prstGeom>
          <a:noFill/>
          <a:ln/>
        </p:spPr>
        <p:txBody>
          <a:bodyPr wrap="square" lIns="0" tIns="0" rIns="0" bIns="0" rtlCol="0" anchor="ctr"/>
          <a:lstStyle/>
          <a:p>
            <a:pPr marL="0" indent="0">
              <a:buNone/>
            </a:pPr>
            <a:r>
              <a:rPr lang="en-US" sz="700" dirty="0">
                <a:solidFill>
                  <a:srgbClr val="7F1D1D"/>
                </a:solidFill>
                <a:latin typeface="Calibri" pitchFamily="34" charset="0"/>
                <a:ea typeface="Calibri" pitchFamily="34" charset="-122"/>
                <a:cs typeface="Calibri" pitchFamily="34" charset="-120"/>
              </a:rPr>
              <a:t>C09</a:t>
            </a:r>
            <a:endParaRPr lang="en-US" sz="700" dirty="0"/>
          </a:p>
        </p:txBody>
      </p:sp>
      <p:sp>
        <p:nvSpPr>
          <p:cNvPr id="210" name="Tx210"/>
          <p:cNvSpPr/>
          <p:nvPr/>
        </p:nvSpPr>
        <p:spPr>
          <a:xfrm>
            <a:off x="11895689" y="369754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211" name="Tx211"/>
          <p:cNvSpPr/>
          <p:nvPr/>
        </p:nvSpPr>
        <p:spPr>
          <a:xfrm>
            <a:off x="10808552" y="3817540"/>
            <a:ext cx="1207137" cy="280000"/>
          </a:xfrm>
          <a:prstGeom prst="rect">
            <a:avLst/>
          </a:prstGeom>
          <a:noFill/>
          <a:ln/>
        </p:spPr>
        <p:txBody>
          <a:bodyPr wrap="square" lIns="0" tIns="0" rIns="0" bIns="0" rtlCol="0" anchor="ctr"/>
          <a:lstStyle/>
          <a:p>
            <a:pPr marL="0" indent="0">
              <a:buNone/>
            </a:pPr>
            <a:r>
              <a:rPr lang="en-US" sz="1900" b="1" dirty="0">
                <a:solidFill>
                  <a:srgbClr val="991B1B"/>
                </a:solidFill>
                <a:latin typeface="Calibri" pitchFamily="34" charset="0"/>
                <a:ea typeface="Calibri" pitchFamily="34" charset="-122"/>
                <a:cs typeface="Calibri" pitchFamily="34" charset="-120"/>
              </a:rPr>
              <a:t>Dm</a:t>
            </a:r>
            <a:endParaRPr lang="en-US" sz="700" dirty="0"/>
          </a:p>
        </p:txBody>
      </p:sp>
      <p:sp>
        <p:nvSpPr>
          <p:cNvPr id="212" name="Tx212"/>
          <p:cNvSpPr/>
          <p:nvPr/>
        </p:nvSpPr>
        <p:spPr>
          <a:xfrm>
            <a:off x="10808552" y="411254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Discount Monitor</a:t>
            </a:r>
            <a:endParaRPr lang="en-US" sz="700" dirty="0"/>
          </a:p>
        </p:txBody>
      </p:sp>
      <p:sp>
        <p:nvSpPr>
          <p:cNvPr id="213" name="Sh213"/>
          <p:cNvSpPr/>
          <p:nvPr/>
        </p:nvSpPr>
        <p:spPr>
          <a:xfrm>
            <a:off x="10808552" y="4342540"/>
            <a:ext cx="1163409" cy="0"/>
          </a:xfrm>
          <a:prstGeom prst="line">
            <a:avLst/>
          </a:prstGeom>
          <a:noFill/>
          <a:ln w="9525">
            <a:solidFill>
              <a:srgbClr val="FCA5A5"/>
            </a:solidFill>
            <a:prstDash val="solid"/>
          </a:ln>
        </p:spPr>
        <p:txBody>
          <a:bodyPr/>
          <a:lstStyle/>
          <a:p>
            <a:endParaRPr lang="en-IN"/>
          </a:p>
        </p:txBody>
      </p:sp>
      <p:sp>
        <p:nvSpPr>
          <p:cNvPr id="214" name="Tx214"/>
          <p:cNvSpPr/>
          <p:nvPr/>
        </p:nvSpPr>
        <p:spPr>
          <a:xfrm>
            <a:off x="10808552" y="4357540"/>
            <a:ext cx="1207137" cy="642770"/>
          </a:xfrm>
          <a:prstGeom prst="rect">
            <a:avLst/>
          </a:prstGeom>
          <a:noFill/>
          <a:ln/>
        </p:spPr>
        <p:txBody>
          <a:bodyPr wrap="square" lIns="0" tIns="0" rIns="0" bIns="0" rtlCol="0" anchor="t"/>
          <a:lstStyle/>
          <a:p>
            <a:pPr marL="0" indent="0">
              <a:buNone/>
            </a:pPr>
            <a:r>
              <a:rPr lang="en-US" sz="640" dirty="0">
                <a:solidFill>
                  <a:srgbClr val="6B1A1A"/>
                </a:solidFill>
                <a:latin typeface="Calibri" pitchFamily="34" charset="0"/>
                <a:ea typeface="Calibri" pitchFamily="34" charset="-122"/>
                <a:cs typeface="Calibri" pitchFamily="34" charset="-120"/>
              </a:rPr>
              <a:t>Derives discount per transaction and tests it against authority thresholds, turning a spreadsheet filtering exercise into a standing control.</a:t>
            </a:r>
            <a:endParaRPr lang="en-US" sz="700" dirty="0"/>
          </a:p>
        </p:txBody>
      </p:sp>
      <p:sp>
        <p:nvSpPr>
          <p:cNvPr id="215" name="Sh215"/>
          <p:cNvSpPr/>
          <p:nvPr/>
        </p:nvSpPr>
        <p:spPr>
          <a:xfrm>
            <a:off x="146304" y="5012310"/>
            <a:ext cx="1310865" cy="1342770"/>
          </a:xfrm>
          <a:prstGeom prst="rect">
            <a:avLst/>
          </a:prstGeom>
          <a:solidFill>
            <a:srgbClr val="F3E8FF"/>
          </a:solidFill>
          <a:ln w="12700">
            <a:solidFill>
              <a:srgbClr val="D8B4FE"/>
            </a:solidFill>
            <a:prstDash val="solid"/>
          </a:ln>
        </p:spPr>
        <p:txBody>
          <a:bodyPr/>
          <a:lstStyle/>
          <a:p>
            <a:endParaRPr lang="en-IN"/>
          </a:p>
        </p:txBody>
      </p:sp>
      <p:sp>
        <p:nvSpPr>
          <p:cNvPr id="216" name="Tx216"/>
          <p:cNvSpPr/>
          <p:nvPr/>
        </p:nvSpPr>
        <p:spPr>
          <a:xfrm>
            <a:off x="220032" y="5057310"/>
            <a:ext cx="300000" cy="110000"/>
          </a:xfrm>
          <a:prstGeom prst="rect">
            <a:avLst/>
          </a:prstGeom>
          <a:noFill/>
          <a:ln/>
        </p:spPr>
        <p:txBody>
          <a:bodyPr wrap="square" lIns="0" tIns="0" rIns="0" bIns="0" rtlCol="0" anchor="ctr"/>
          <a:lstStyle/>
          <a:p>
            <a:pPr marL="0" indent="0">
              <a:buNone/>
            </a:pPr>
            <a:r>
              <a:rPr lang="en-US" sz="700" dirty="0">
                <a:solidFill>
                  <a:srgbClr val="6B21A8"/>
                </a:solidFill>
                <a:latin typeface="Calibri" pitchFamily="34" charset="0"/>
                <a:ea typeface="Calibri" pitchFamily="34" charset="-122"/>
                <a:cs typeface="Calibri" pitchFamily="34" charset="-120"/>
              </a:rPr>
              <a:t>C10</a:t>
            </a:r>
            <a:endParaRPr lang="en-US" sz="700" dirty="0"/>
          </a:p>
        </p:txBody>
      </p:sp>
      <p:sp>
        <p:nvSpPr>
          <p:cNvPr id="217" name="Tx217"/>
          <p:cNvSpPr/>
          <p:nvPr/>
        </p:nvSpPr>
        <p:spPr>
          <a:xfrm>
            <a:off x="1307169" y="505231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218" name="Tx218"/>
          <p:cNvSpPr/>
          <p:nvPr/>
        </p:nvSpPr>
        <p:spPr>
          <a:xfrm>
            <a:off x="220032" y="5172310"/>
            <a:ext cx="1207137" cy="280000"/>
          </a:xfrm>
          <a:prstGeom prst="rect">
            <a:avLst/>
          </a:prstGeom>
          <a:noFill/>
          <a:ln/>
        </p:spPr>
        <p:txBody>
          <a:bodyPr wrap="square" lIns="0" tIns="0" rIns="0" bIns="0" rtlCol="0" anchor="ctr"/>
          <a:lstStyle/>
          <a:p>
            <a:pPr marL="0" indent="0">
              <a:buNone/>
            </a:pPr>
            <a:r>
              <a:rPr lang="en-US" sz="1900" b="1" dirty="0">
                <a:solidFill>
                  <a:srgbClr val="7C3AED"/>
                </a:solidFill>
                <a:latin typeface="Calibri" pitchFamily="34" charset="0"/>
                <a:ea typeface="Calibri" pitchFamily="34" charset="-122"/>
                <a:cs typeface="Calibri" pitchFamily="34" charset="-120"/>
              </a:rPr>
              <a:t>Sa</a:t>
            </a:r>
            <a:endParaRPr lang="en-US" sz="700" dirty="0"/>
          </a:p>
        </p:txBody>
      </p:sp>
      <p:sp>
        <p:nvSpPr>
          <p:cNvPr id="219" name="Tx219"/>
          <p:cNvSpPr/>
          <p:nvPr/>
        </p:nvSpPr>
        <p:spPr>
          <a:xfrm>
            <a:off x="220032"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Spares Aging Agent</a:t>
            </a:r>
            <a:endParaRPr lang="en-US" sz="700" dirty="0"/>
          </a:p>
        </p:txBody>
      </p:sp>
      <p:sp>
        <p:nvSpPr>
          <p:cNvPr id="220" name="Sh220"/>
          <p:cNvSpPr/>
          <p:nvPr/>
        </p:nvSpPr>
        <p:spPr>
          <a:xfrm>
            <a:off x="220032" y="5697310"/>
            <a:ext cx="1163409" cy="0"/>
          </a:xfrm>
          <a:prstGeom prst="line">
            <a:avLst/>
          </a:prstGeom>
          <a:noFill/>
          <a:ln w="9525">
            <a:solidFill>
              <a:srgbClr val="D8B4FE"/>
            </a:solidFill>
            <a:prstDash val="solid"/>
          </a:ln>
        </p:spPr>
        <p:txBody>
          <a:bodyPr/>
          <a:lstStyle/>
          <a:p>
            <a:endParaRPr lang="en-IN"/>
          </a:p>
        </p:txBody>
      </p:sp>
      <p:sp>
        <p:nvSpPr>
          <p:cNvPr id="221" name="Tx221"/>
          <p:cNvSpPr/>
          <p:nvPr/>
        </p:nvSpPr>
        <p:spPr>
          <a:xfrm>
            <a:off x="220032" y="5712310"/>
            <a:ext cx="1207137" cy="642770"/>
          </a:xfrm>
          <a:prstGeom prst="rect">
            <a:avLst/>
          </a:prstGeom>
          <a:noFill/>
          <a:ln/>
        </p:spPr>
        <p:txBody>
          <a:bodyPr wrap="square" lIns="0" tIns="0" rIns="0" bIns="0" rtlCol="0" anchor="t"/>
          <a:lstStyle/>
          <a:p>
            <a:pPr marL="0" indent="0">
              <a:buNone/>
            </a:pPr>
            <a:r>
              <a:rPr lang="en-US" sz="640" dirty="0">
                <a:solidFill>
                  <a:srgbClr val="581C87"/>
                </a:solidFill>
                <a:latin typeface="Calibri" pitchFamily="34" charset="0"/>
                <a:ea typeface="Calibri" pitchFamily="34" charset="-122"/>
                <a:cs typeface="Calibri" pitchFamily="34" charset="-120"/>
              </a:rPr>
              <a:t>Computes spares aging from part movement history and flags non moving parts, replacing the manual summary for the Tally entities.</a:t>
            </a:r>
            <a:endParaRPr lang="en-US" sz="700" dirty="0"/>
          </a:p>
        </p:txBody>
      </p:sp>
      <p:sp>
        <p:nvSpPr>
          <p:cNvPr id="222" name="Sh222"/>
          <p:cNvSpPr/>
          <p:nvPr/>
        </p:nvSpPr>
        <p:spPr>
          <a:xfrm>
            <a:off x="1469869" y="5012310"/>
            <a:ext cx="1310865" cy="1342770"/>
          </a:xfrm>
          <a:prstGeom prst="rect">
            <a:avLst/>
          </a:prstGeom>
          <a:solidFill>
            <a:srgbClr val="F3E8FF"/>
          </a:solidFill>
          <a:ln w="12700">
            <a:solidFill>
              <a:srgbClr val="D8B4FE"/>
            </a:solidFill>
            <a:prstDash val="solid"/>
          </a:ln>
        </p:spPr>
        <p:txBody>
          <a:bodyPr/>
          <a:lstStyle/>
          <a:p>
            <a:endParaRPr lang="en-IN"/>
          </a:p>
        </p:txBody>
      </p:sp>
      <p:sp>
        <p:nvSpPr>
          <p:cNvPr id="223" name="Tx223"/>
          <p:cNvSpPr/>
          <p:nvPr/>
        </p:nvSpPr>
        <p:spPr>
          <a:xfrm>
            <a:off x="1543597" y="5057310"/>
            <a:ext cx="300000" cy="110000"/>
          </a:xfrm>
          <a:prstGeom prst="rect">
            <a:avLst/>
          </a:prstGeom>
          <a:noFill/>
          <a:ln/>
        </p:spPr>
        <p:txBody>
          <a:bodyPr wrap="square" lIns="0" tIns="0" rIns="0" bIns="0" rtlCol="0" anchor="ctr"/>
          <a:lstStyle/>
          <a:p>
            <a:pPr marL="0" indent="0">
              <a:buNone/>
            </a:pPr>
            <a:r>
              <a:rPr lang="en-US" sz="700" dirty="0">
                <a:solidFill>
                  <a:srgbClr val="6B21A8"/>
                </a:solidFill>
                <a:latin typeface="Calibri" pitchFamily="34" charset="0"/>
                <a:ea typeface="Calibri" pitchFamily="34" charset="-122"/>
                <a:cs typeface="Calibri" pitchFamily="34" charset="-120"/>
              </a:rPr>
              <a:t>C11</a:t>
            </a:r>
            <a:endParaRPr lang="en-US" sz="700" dirty="0"/>
          </a:p>
        </p:txBody>
      </p:sp>
      <p:sp>
        <p:nvSpPr>
          <p:cNvPr id="224" name="Tx224"/>
          <p:cNvSpPr/>
          <p:nvPr/>
        </p:nvSpPr>
        <p:spPr>
          <a:xfrm>
            <a:off x="2630734"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25" name="Tx225"/>
          <p:cNvSpPr/>
          <p:nvPr/>
        </p:nvSpPr>
        <p:spPr>
          <a:xfrm>
            <a:off x="1543597" y="5172310"/>
            <a:ext cx="1207137" cy="280000"/>
          </a:xfrm>
          <a:prstGeom prst="rect">
            <a:avLst/>
          </a:prstGeom>
          <a:noFill/>
          <a:ln/>
        </p:spPr>
        <p:txBody>
          <a:bodyPr wrap="square" lIns="0" tIns="0" rIns="0" bIns="0" rtlCol="0" anchor="ctr"/>
          <a:lstStyle/>
          <a:p>
            <a:pPr marL="0" indent="0">
              <a:buNone/>
            </a:pPr>
            <a:r>
              <a:rPr lang="en-US" sz="1900" b="1" dirty="0">
                <a:solidFill>
                  <a:srgbClr val="7C3AED"/>
                </a:solidFill>
                <a:latin typeface="Calibri" pitchFamily="34" charset="0"/>
                <a:ea typeface="Calibri" pitchFamily="34" charset="-122"/>
                <a:cs typeface="Calibri" pitchFamily="34" charset="-120"/>
              </a:rPr>
              <a:t>Rl</a:t>
            </a:r>
            <a:endParaRPr lang="en-US" sz="700" dirty="0"/>
          </a:p>
        </p:txBody>
      </p:sp>
      <p:sp>
        <p:nvSpPr>
          <p:cNvPr id="226" name="Tx226"/>
          <p:cNvSpPr/>
          <p:nvPr/>
        </p:nvSpPr>
        <p:spPr>
          <a:xfrm>
            <a:off x="1543597"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RPT Limit Tracker</a:t>
            </a:r>
            <a:endParaRPr lang="en-US" sz="700" dirty="0"/>
          </a:p>
        </p:txBody>
      </p:sp>
      <p:sp>
        <p:nvSpPr>
          <p:cNvPr id="227" name="Sh227"/>
          <p:cNvSpPr/>
          <p:nvPr/>
        </p:nvSpPr>
        <p:spPr>
          <a:xfrm>
            <a:off x="1543597" y="5697310"/>
            <a:ext cx="1163409" cy="0"/>
          </a:xfrm>
          <a:prstGeom prst="line">
            <a:avLst/>
          </a:prstGeom>
          <a:noFill/>
          <a:ln w="9525">
            <a:solidFill>
              <a:srgbClr val="D8B4FE"/>
            </a:solidFill>
            <a:prstDash val="solid"/>
          </a:ln>
        </p:spPr>
        <p:txBody>
          <a:bodyPr/>
          <a:lstStyle/>
          <a:p>
            <a:endParaRPr lang="en-IN"/>
          </a:p>
        </p:txBody>
      </p:sp>
      <p:sp>
        <p:nvSpPr>
          <p:cNvPr id="228" name="Tx228"/>
          <p:cNvSpPr/>
          <p:nvPr/>
        </p:nvSpPr>
        <p:spPr>
          <a:xfrm>
            <a:off x="1543597" y="5712310"/>
            <a:ext cx="1207137" cy="642770"/>
          </a:xfrm>
          <a:prstGeom prst="rect">
            <a:avLst/>
          </a:prstGeom>
          <a:noFill/>
          <a:ln/>
        </p:spPr>
        <p:txBody>
          <a:bodyPr wrap="square" lIns="0" tIns="0" rIns="0" bIns="0" rtlCol="0" anchor="t"/>
          <a:lstStyle/>
          <a:p>
            <a:pPr marL="0" indent="0">
              <a:buNone/>
            </a:pPr>
            <a:r>
              <a:rPr lang="en-US" sz="640" dirty="0">
                <a:solidFill>
                  <a:srgbClr val="581C87"/>
                </a:solidFill>
                <a:latin typeface="Calibri" pitchFamily="34" charset="0"/>
                <a:ea typeface="Calibri" pitchFamily="34" charset="-122"/>
                <a:cs typeface="Calibri" pitchFamily="34" charset="-120"/>
              </a:rPr>
              <a:t>Accumulates related party consumption against the board limit, pro rates it to year end and alerts before the limit is reached rather than after.</a:t>
            </a:r>
            <a:endParaRPr lang="en-US" sz="700" dirty="0"/>
          </a:p>
        </p:txBody>
      </p:sp>
      <p:sp>
        <p:nvSpPr>
          <p:cNvPr id="229" name="Sh229"/>
          <p:cNvSpPr/>
          <p:nvPr/>
        </p:nvSpPr>
        <p:spPr>
          <a:xfrm>
            <a:off x="2793434" y="5012310"/>
            <a:ext cx="1310865" cy="1342770"/>
          </a:xfrm>
          <a:prstGeom prst="rect">
            <a:avLst/>
          </a:prstGeom>
          <a:solidFill>
            <a:srgbClr val="F3E8FF"/>
          </a:solidFill>
          <a:ln w="12700">
            <a:solidFill>
              <a:srgbClr val="D8B4FE"/>
            </a:solidFill>
            <a:prstDash val="solid"/>
          </a:ln>
        </p:spPr>
        <p:txBody>
          <a:bodyPr/>
          <a:lstStyle/>
          <a:p>
            <a:endParaRPr lang="en-IN"/>
          </a:p>
        </p:txBody>
      </p:sp>
      <p:sp>
        <p:nvSpPr>
          <p:cNvPr id="230" name="Tx230"/>
          <p:cNvSpPr/>
          <p:nvPr/>
        </p:nvSpPr>
        <p:spPr>
          <a:xfrm>
            <a:off x="2867162" y="5057310"/>
            <a:ext cx="300000" cy="110000"/>
          </a:xfrm>
          <a:prstGeom prst="rect">
            <a:avLst/>
          </a:prstGeom>
          <a:noFill/>
          <a:ln/>
        </p:spPr>
        <p:txBody>
          <a:bodyPr wrap="square" lIns="0" tIns="0" rIns="0" bIns="0" rtlCol="0" anchor="ctr"/>
          <a:lstStyle/>
          <a:p>
            <a:pPr marL="0" indent="0">
              <a:buNone/>
            </a:pPr>
            <a:r>
              <a:rPr lang="en-US" sz="700" dirty="0">
                <a:solidFill>
                  <a:srgbClr val="6B21A8"/>
                </a:solidFill>
                <a:latin typeface="Calibri" pitchFamily="34" charset="0"/>
                <a:ea typeface="Calibri" pitchFamily="34" charset="-122"/>
                <a:cs typeface="Calibri" pitchFamily="34" charset="-120"/>
              </a:rPr>
              <a:t>C12</a:t>
            </a:r>
            <a:endParaRPr lang="en-US" sz="700" dirty="0"/>
          </a:p>
        </p:txBody>
      </p:sp>
      <p:sp>
        <p:nvSpPr>
          <p:cNvPr id="231" name="Tx231"/>
          <p:cNvSpPr/>
          <p:nvPr/>
        </p:nvSpPr>
        <p:spPr>
          <a:xfrm>
            <a:off x="3954299" y="505231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232" name="Tx232"/>
          <p:cNvSpPr/>
          <p:nvPr/>
        </p:nvSpPr>
        <p:spPr>
          <a:xfrm>
            <a:off x="2867162" y="5172310"/>
            <a:ext cx="1207137" cy="280000"/>
          </a:xfrm>
          <a:prstGeom prst="rect">
            <a:avLst/>
          </a:prstGeom>
          <a:noFill/>
          <a:ln/>
        </p:spPr>
        <p:txBody>
          <a:bodyPr wrap="square" lIns="0" tIns="0" rIns="0" bIns="0" rtlCol="0" anchor="ctr"/>
          <a:lstStyle/>
          <a:p>
            <a:pPr marL="0" indent="0">
              <a:buNone/>
            </a:pPr>
            <a:r>
              <a:rPr lang="en-US" sz="1900" b="1" dirty="0">
                <a:solidFill>
                  <a:srgbClr val="7C3AED"/>
                </a:solidFill>
                <a:latin typeface="Calibri" pitchFamily="34" charset="0"/>
                <a:ea typeface="Calibri" pitchFamily="34" charset="-122"/>
                <a:cs typeface="Calibri" pitchFamily="34" charset="-120"/>
              </a:rPr>
              <a:t>Ca</a:t>
            </a:r>
            <a:endParaRPr lang="en-US" sz="700" dirty="0"/>
          </a:p>
        </p:txBody>
      </p:sp>
      <p:sp>
        <p:nvSpPr>
          <p:cNvPr id="233" name="Tx233"/>
          <p:cNvSpPr/>
          <p:nvPr/>
        </p:nvSpPr>
        <p:spPr>
          <a:xfrm>
            <a:off x="2867162"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Charge Allocator</a:t>
            </a:r>
            <a:endParaRPr lang="en-US" sz="700" dirty="0"/>
          </a:p>
        </p:txBody>
      </p:sp>
      <p:sp>
        <p:nvSpPr>
          <p:cNvPr id="234" name="Sh234"/>
          <p:cNvSpPr/>
          <p:nvPr/>
        </p:nvSpPr>
        <p:spPr>
          <a:xfrm>
            <a:off x="2867162" y="5697310"/>
            <a:ext cx="1163409" cy="0"/>
          </a:xfrm>
          <a:prstGeom prst="line">
            <a:avLst/>
          </a:prstGeom>
          <a:noFill/>
          <a:ln w="9525">
            <a:solidFill>
              <a:srgbClr val="D8B4FE"/>
            </a:solidFill>
            <a:prstDash val="solid"/>
          </a:ln>
        </p:spPr>
        <p:txBody>
          <a:bodyPr/>
          <a:lstStyle/>
          <a:p>
            <a:endParaRPr lang="en-IN"/>
          </a:p>
        </p:txBody>
      </p:sp>
      <p:sp>
        <p:nvSpPr>
          <p:cNvPr id="235" name="Tx235"/>
          <p:cNvSpPr/>
          <p:nvPr/>
        </p:nvSpPr>
        <p:spPr>
          <a:xfrm>
            <a:off x="2867162" y="5712310"/>
            <a:ext cx="1207137" cy="642770"/>
          </a:xfrm>
          <a:prstGeom prst="rect">
            <a:avLst/>
          </a:prstGeom>
          <a:noFill/>
          <a:ln/>
        </p:spPr>
        <p:txBody>
          <a:bodyPr wrap="square" lIns="0" tIns="0" rIns="0" bIns="0" rtlCol="0" anchor="t"/>
          <a:lstStyle/>
          <a:p>
            <a:pPr marL="0" indent="0">
              <a:buNone/>
            </a:pPr>
            <a:r>
              <a:rPr lang="en-US" sz="640" dirty="0">
                <a:solidFill>
                  <a:srgbClr val="581C87"/>
                </a:solidFill>
                <a:latin typeface="Calibri" pitchFamily="34" charset="0"/>
                <a:ea typeface="Calibri" pitchFamily="34" charset="-122"/>
                <a:cs typeface="Calibri" pitchFamily="34" charset="-120"/>
              </a:rPr>
              <a:t>Recalculates the corporate and head office allocation each period from current cost data and reports drift against the approved basis.</a:t>
            </a:r>
            <a:endParaRPr lang="en-US" sz="700" dirty="0"/>
          </a:p>
        </p:txBody>
      </p:sp>
      <p:sp>
        <p:nvSpPr>
          <p:cNvPr id="236" name="Sh236"/>
          <p:cNvSpPr/>
          <p:nvPr/>
        </p:nvSpPr>
        <p:spPr>
          <a:xfrm>
            <a:off x="4116999"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37" name="Tx237"/>
          <p:cNvSpPr/>
          <p:nvPr/>
        </p:nvSpPr>
        <p:spPr>
          <a:xfrm>
            <a:off x="4190727"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C13</a:t>
            </a:r>
            <a:endParaRPr lang="en-US" sz="700" dirty="0"/>
          </a:p>
        </p:txBody>
      </p:sp>
      <p:sp>
        <p:nvSpPr>
          <p:cNvPr id="238" name="Tx238"/>
          <p:cNvSpPr/>
          <p:nvPr/>
        </p:nvSpPr>
        <p:spPr>
          <a:xfrm>
            <a:off x="5277864"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39" name="Tx239"/>
          <p:cNvSpPr/>
          <p:nvPr/>
        </p:nvSpPr>
        <p:spPr>
          <a:xfrm>
            <a:off x="4190727"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Tv</a:t>
            </a:r>
            <a:endParaRPr lang="en-US" sz="700" dirty="0"/>
          </a:p>
        </p:txBody>
      </p:sp>
      <p:sp>
        <p:nvSpPr>
          <p:cNvPr id="240" name="Tx240"/>
          <p:cNvSpPr/>
          <p:nvPr/>
        </p:nvSpPr>
        <p:spPr>
          <a:xfrm>
            <a:off x="4190727"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Treasury View Agent</a:t>
            </a:r>
            <a:endParaRPr lang="en-US" sz="700" dirty="0"/>
          </a:p>
        </p:txBody>
      </p:sp>
      <p:sp>
        <p:nvSpPr>
          <p:cNvPr id="241" name="Sh241"/>
          <p:cNvSpPr/>
          <p:nvPr/>
        </p:nvSpPr>
        <p:spPr>
          <a:xfrm>
            <a:off x="4190727" y="5697310"/>
            <a:ext cx="1163409" cy="0"/>
          </a:xfrm>
          <a:prstGeom prst="line">
            <a:avLst/>
          </a:prstGeom>
          <a:noFill/>
          <a:ln w="9525">
            <a:solidFill>
              <a:srgbClr val="F9A8D4"/>
            </a:solidFill>
            <a:prstDash val="solid"/>
          </a:ln>
        </p:spPr>
        <p:txBody>
          <a:bodyPr/>
          <a:lstStyle/>
          <a:p>
            <a:endParaRPr lang="en-IN"/>
          </a:p>
        </p:txBody>
      </p:sp>
      <p:sp>
        <p:nvSpPr>
          <p:cNvPr id="242" name="Tx242"/>
          <p:cNvSpPr/>
          <p:nvPr/>
        </p:nvSpPr>
        <p:spPr>
          <a:xfrm>
            <a:off x="4190727"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Brings fund position, collections and payables due into one refreshed view, so the payment cycle and working capital can be forecast.</a:t>
            </a:r>
            <a:endParaRPr lang="en-US" sz="700" dirty="0"/>
          </a:p>
        </p:txBody>
      </p:sp>
      <p:sp>
        <p:nvSpPr>
          <p:cNvPr id="243" name="Sh243"/>
          <p:cNvSpPr/>
          <p:nvPr/>
        </p:nvSpPr>
        <p:spPr>
          <a:xfrm>
            <a:off x="5440564"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44" name="Tx244"/>
          <p:cNvSpPr/>
          <p:nvPr/>
        </p:nvSpPr>
        <p:spPr>
          <a:xfrm>
            <a:off x="5514292"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C14</a:t>
            </a:r>
            <a:endParaRPr lang="en-US" sz="700" dirty="0"/>
          </a:p>
        </p:txBody>
      </p:sp>
      <p:sp>
        <p:nvSpPr>
          <p:cNvPr id="245" name="Tx245"/>
          <p:cNvSpPr/>
          <p:nvPr/>
        </p:nvSpPr>
        <p:spPr>
          <a:xfrm>
            <a:off x="6601429"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46" name="Tx246"/>
          <p:cNvSpPr/>
          <p:nvPr/>
        </p:nvSpPr>
        <p:spPr>
          <a:xfrm>
            <a:off x="5514292"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Pa</a:t>
            </a:r>
            <a:endParaRPr lang="en-US" sz="700" dirty="0"/>
          </a:p>
        </p:txBody>
      </p:sp>
      <p:sp>
        <p:nvSpPr>
          <p:cNvPr id="247" name="Tx247"/>
          <p:cNvSpPr/>
          <p:nvPr/>
        </p:nvSpPr>
        <p:spPr>
          <a:xfrm>
            <a:off x="5514292"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Payables Aging Agent</a:t>
            </a:r>
            <a:endParaRPr lang="en-US" sz="700" dirty="0"/>
          </a:p>
        </p:txBody>
      </p:sp>
      <p:sp>
        <p:nvSpPr>
          <p:cNvPr id="248" name="Sh248"/>
          <p:cNvSpPr/>
          <p:nvPr/>
        </p:nvSpPr>
        <p:spPr>
          <a:xfrm>
            <a:off x="5514292" y="5697310"/>
            <a:ext cx="1163409" cy="0"/>
          </a:xfrm>
          <a:prstGeom prst="line">
            <a:avLst/>
          </a:prstGeom>
          <a:noFill/>
          <a:ln w="9525">
            <a:solidFill>
              <a:srgbClr val="F9A8D4"/>
            </a:solidFill>
            <a:prstDash val="solid"/>
          </a:ln>
        </p:spPr>
        <p:txBody>
          <a:bodyPr/>
          <a:lstStyle/>
          <a:p>
            <a:endParaRPr lang="en-IN"/>
          </a:p>
        </p:txBody>
      </p:sp>
      <p:sp>
        <p:nvSpPr>
          <p:cNvPr id="249" name="Tx249"/>
          <p:cNvSpPr/>
          <p:nvPr/>
        </p:nvSpPr>
        <p:spPr>
          <a:xfrm>
            <a:off x="5514292"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Ages payables from matched purchase orders, receipts and invoices, supplying the position treasury cannot obtain from the systems today.</a:t>
            </a:r>
            <a:endParaRPr lang="en-US" sz="700" dirty="0"/>
          </a:p>
        </p:txBody>
      </p:sp>
      <p:sp>
        <p:nvSpPr>
          <p:cNvPr id="250" name="Sh250"/>
          <p:cNvSpPr/>
          <p:nvPr/>
        </p:nvSpPr>
        <p:spPr>
          <a:xfrm>
            <a:off x="6764129"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51" name="Tx251"/>
          <p:cNvSpPr/>
          <p:nvPr/>
        </p:nvSpPr>
        <p:spPr>
          <a:xfrm>
            <a:off x="6837857"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C15</a:t>
            </a:r>
            <a:endParaRPr lang="en-US" sz="700" dirty="0"/>
          </a:p>
        </p:txBody>
      </p:sp>
      <p:sp>
        <p:nvSpPr>
          <p:cNvPr id="252" name="Tx252"/>
          <p:cNvSpPr/>
          <p:nvPr/>
        </p:nvSpPr>
        <p:spPr>
          <a:xfrm>
            <a:off x="7924994"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53" name="Tx253"/>
          <p:cNvSpPr/>
          <p:nvPr/>
        </p:nvSpPr>
        <p:spPr>
          <a:xfrm>
            <a:off x="6837857"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Ec</a:t>
            </a:r>
            <a:endParaRPr lang="en-US" sz="700" dirty="0"/>
          </a:p>
        </p:txBody>
      </p:sp>
      <p:sp>
        <p:nvSpPr>
          <p:cNvPr id="254" name="Tx254"/>
          <p:cNvSpPr/>
          <p:nvPr/>
        </p:nvSpPr>
        <p:spPr>
          <a:xfrm>
            <a:off x="6837857"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ECL Engine</a:t>
            </a:r>
            <a:endParaRPr lang="en-US" sz="700" dirty="0"/>
          </a:p>
        </p:txBody>
      </p:sp>
      <p:sp>
        <p:nvSpPr>
          <p:cNvPr id="255" name="Sh255"/>
          <p:cNvSpPr/>
          <p:nvPr/>
        </p:nvSpPr>
        <p:spPr>
          <a:xfrm>
            <a:off x="6837857" y="5697310"/>
            <a:ext cx="1163409" cy="0"/>
          </a:xfrm>
          <a:prstGeom prst="line">
            <a:avLst/>
          </a:prstGeom>
          <a:noFill/>
          <a:ln w="9525">
            <a:solidFill>
              <a:srgbClr val="F9A8D4"/>
            </a:solidFill>
            <a:prstDash val="solid"/>
          </a:ln>
        </p:spPr>
        <p:txBody>
          <a:bodyPr/>
          <a:lstStyle/>
          <a:p>
            <a:endParaRPr lang="en-IN"/>
          </a:p>
        </p:txBody>
      </p:sp>
      <p:sp>
        <p:nvSpPr>
          <p:cNvPr id="256" name="Tx256"/>
          <p:cNvSpPr/>
          <p:nvPr/>
        </p:nvSpPr>
        <p:spPr>
          <a:xfrm>
            <a:off x="6837857"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Computes expected credit loss monthly from receivables aging against a configurable bucket matrix, with scenarios modelled rather than adjusted by hand.</a:t>
            </a:r>
            <a:endParaRPr lang="en-US" sz="700" dirty="0"/>
          </a:p>
        </p:txBody>
      </p:sp>
      <p:sp>
        <p:nvSpPr>
          <p:cNvPr id="257" name="Sh257"/>
          <p:cNvSpPr/>
          <p:nvPr/>
        </p:nvSpPr>
        <p:spPr>
          <a:xfrm>
            <a:off x="8087694"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58" name="Tx258"/>
          <p:cNvSpPr/>
          <p:nvPr/>
        </p:nvSpPr>
        <p:spPr>
          <a:xfrm>
            <a:off x="8161422"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C16</a:t>
            </a:r>
            <a:endParaRPr lang="en-US" sz="700" dirty="0"/>
          </a:p>
        </p:txBody>
      </p:sp>
      <p:sp>
        <p:nvSpPr>
          <p:cNvPr id="259" name="Tx259"/>
          <p:cNvSpPr/>
          <p:nvPr/>
        </p:nvSpPr>
        <p:spPr>
          <a:xfrm>
            <a:off x="9248559"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60" name="Tx260"/>
          <p:cNvSpPr/>
          <p:nvPr/>
        </p:nvSpPr>
        <p:spPr>
          <a:xfrm>
            <a:off x="8161422"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Ct</a:t>
            </a:r>
            <a:endParaRPr lang="en-US" sz="700" dirty="0"/>
          </a:p>
        </p:txBody>
      </p:sp>
      <p:sp>
        <p:nvSpPr>
          <p:cNvPr id="261" name="Tx261"/>
          <p:cNvSpPr/>
          <p:nvPr/>
        </p:nvSpPr>
        <p:spPr>
          <a:xfrm>
            <a:off x="8161422"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Control Testing Agent</a:t>
            </a:r>
            <a:endParaRPr lang="en-US" sz="700" dirty="0"/>
          </a:p>
        </p:txBody>
      </p:sp>
      <p:sp>
        <p:nvSpPr>
          <p:cNvPr id="262" name="Sh262"/>
          <p:cNvSpPr/>
          <p:nvPr/>
        </p:nvSpPr>
        <p:spPr>
          <a:xfrm>
            <a:off x="8161422" y="5697310"/>
            <a:ext cx="1163409" cy="0"/>
          </a:xfrm>
          <a:prstGeom prst="line">
            <a:avLst/>
          </a:prstGeom>
          <a:noFill/>
          <a:ln w="9525">
            <a:solidFill>
              <a:srgbClr val="F9A8D4"/>
            </a:solidFill>
            <a:prstDash val="solid"/>
          </a:ln>
        </p:spPr>
        <p:txBody>
          <a:bodyPr/>
          <a:lstStyle/>
          <a:p>
            <a:endParaRPr lang="en-IN"/>
          </a:p>
        </p:txBody>
      </p:sp>
      <p:sp>
        <p:nvSpPr>
          <p:cNvPr id="263" name="Tx263"/>
          <p:cNvSpPr/>
          <p:nvPr/>
        </p:nvSpPr>
        <p:spPr>
          <a:xfrm>
            <a:off x="8161422"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Tests controls, delegations of authority and standard operating limits continuously against full population rather than by sample.</a:t>
            </a:r>
            <a:endParaRPr lang="en-US" sz="700" dirty="0"/>
          </a:p>
        </p:txBody>
      </p:sp>
      <p:sp>
        <p:nvSpPr>
          <p:cNvPr id="264" name="Sh264"/>
          <p:cNvSpPr/>
          <p:nvPr/>
        </p:nvSpPr>
        <p:spPr>
          <a:xfrm>
            <a:off x="9411259"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65" name="Tx265"/>
          <p:cNvSpPr/>
          <p:nvPr/>
        </p:nvSpPr>
        <p:spPr>
          <a:xfrm>
            <a:off x="9484987"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C17</a:t>
            </a:r>
            <a:endParaRPr lang="en-US" sz="700" dirty="0"/>
          </a:p>
        </p:txBody>
      </p:sp>
      <p:sp>
        <p:nvSpPr>
          <p:cNvPr id="266" name="Tx266"/>
          <p:cNvSpPr/>
          <p:nvPr/>
        </p:nvSpPr>
        <p:spPr>
          <a:xfrm>
            <a:off x="10572124" y="5052310"/>
            <a:ext cx="140000" cy="120000"/>
          </a:xfrm>
          <a:prstGeom prst="rect">
            <a:avLst/>
          </a:prstGeom>
          <a:noFill/>
          <a:ln/>
        </p:spPr>
        <p:txBody>
          <a:bodyPr wrap="square" lIns="0" tIns="0" rIns="0" bIns="0" rtlCol="0" anchor="ctr"/>
          <a:lstStyle/>
          <a:p>
            <a:pPr marL="0" indent="0" algn="r">
              <a:buNone/>
            </a:pPr>
            <a:endParaRPr lang="en-US" sz="700" dirty="0"/>
          </a:p>
        </p:txBody>
      </p:sp>
      <p:sp>
        <p:nvSpPr>
          <p:cNvPr id="267" name="Tx267"/>
          <p:cNvSpPr/>
          <p:nvPr/>
        </p:nvSpPr>
        <p:spPr>
          <a:xfrm>
            <a:off x="9484987"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Ls</a:t>
            </a:r>
            <a:endParaRPr lang="en-US" sz="700" dirty="0"/>
          </a:p>
        </p:txBody>
      </p:sp>
      <p:sp>
        <p:nvSpPr>
          <p:cNvPr id="268" name="Tx268"/>
          <p:cNvSpPr/>
          <p:nvPr/>
        </p:nvSpPr>
        <p:spPr>
          <a:xfrm>
            <a:off x="9484987"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Ledger Scrutiny Agent</a:t>
            </a:r>
            <a:endParaRPr lang="en-US" sz="700" dirty="0"/>
          </a:p>
        </p:txBody>
      </p:sp>
      <p:sp>
        <p:nvSpPr>
          <p:cNvPr id="269" name="Sh269"/>
          <p:cNvSpPr/>
          <p:nvPr/>
        </p:nvSpPr>
        <p:spPr>
          <a:xfrm>
            <a:off x="9484987" y="5697310"/>
            <a:ext cx="1163409" cy="0"/>
          </a:xfrm>
          <a:prstGeom prst="line">
            <a:avLst/>
          </a:prstGeom>
          <a:noFill/>
          <a:ln w="9525">
            <a:solidFill>
              <a:srgbClr val="F9A8D4"/>
            </a:solidFill>
            <a:prstDash val="solid"/>
          </a:ln>
        </p:spPr>
        <p:txBody>
          <a:bodyPr/>
          <a:lstStyle/>
          <a:p>
            <a:endParaRPr lang="en-IN"/>
          </a:p>
        </p:txBody>
      </p:sp>
      <p:sp>
        <p:nvSpPr>
          <p:cNvPr id="270" name="Tx270"/>
          <p:cNvSpPr/>
          <p:nvPr/>
        </p:nvSpPr>
        <p:spPr>
          <a:xfrm>
            <a:off x="9484987"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Runs a master of recurring findings across the general ledger and raises each match as an exception item with the evidence attached.</a:t>
            </a:r>
            <a:endParaRPr lang="en-US" sz="700" dirty="0"/>
          </a:p>
        </p:txBody>
      </p:sp>
      <p:sp>
        <p:nvSpPr>
          <p:cNvPr id="271" name="Sh271"/>
          <p:cNvSpPr/>
          <p:nvPr/>
        </p:nvSpPr>
        <p:spPr>
          <a:xfrm>
            <a:off x="10734824" y="5012310"/>
            <a:ext cx="1310865" cy="1342770"/>
          </a:xfrm>
          <a:prstGeom prst="rect">
            <a:avLst/>
          </a:prstGeom>
          <a:solidFill>
            <a:srgbClr val="FCE7F3"/>
          </a:solidFill>
          <a:ln w="12700">
            <a:solidFill>
              <a:srgbClr val="F9A8D4"/>
            </a:solidFill>
            <a:prstDash val="solid"/>
          </a:ln>
        </p:spPr>
        <p:txBody>
          <a:bodyPr/>
          <a:lstStyle/>
          <a:p>
            <a:endParaRPr lang="en-IN"/>
          </a:p>
        </p:txBody>
      </p:sp>
      <p:sp>
        <p:nvSpPr>
          <p:cNvPr id="272" name="Tx272"/>
          <p:cNvSpPr/>
          <p:nvPr/>
        </p:nvSpPr>
        <p:spPr>
          <a:xfrm>
            <a:off x="10808552" y="5057310"/>
            <a:ext cx="300000" cy="110000"/>
          </a:xfrm>
          <a:prstGeom prst="rect">
            <a:avLst/>
          </a:prstGeom>
          <a:noFill/>
          <a:ln/>
        </p:spPr>
        <p:txBody>
          <a:bodyPr wrap="square" lIns="0" tIns="0" rIns="0" bIns="0" rtlCol="0" anchor="ctr"/>
          <a:lstStyle/>
          <a:p>
            <a:pPr marL="0" indent="0">
              <a:buNone/>
            </a:pPr>
            <a:r>
              <a:rPr lang="en-US" sz="700" dirty="0">
                <a:solidFill>
                  <a:srgbClr val="9D174D"/>
                </a:solidFill>
                <a:latin typeface="Calibri" pitchFamily="34" charset="0"/>
                <a:ea typeface="Calibri" pitchFamily="34" charset="-122"/>
                <a:cs typeface="Calibri" pitchFamily="34" charset="-120"/>
              </a:rPr>
              <a:t>C18</a:t>
            </a:r>
            <a:endParaRPr lang="en-US" sz="700" dirty="0"/>
          </a:p>
        </p:txBody>
      </p:sp>
      <p:sp>
        <p:nvSpPr>
          <p:cNvPr id="273" name="Tx273"/>
          <p:cNvSpPr/>
          <p:nvPr/>
        </p:nvSpPr>
        <p:spPr>
          <a:xfrm>
            <a:off x="11895689" y="5052310"/>
            <a:ext cx="140000" cy="120000"/>
          </a:xfrm>
          <a:prstGeom prst="rect">
            <a:avLst/>
          </a:prstGeom>
          <a:noFill/>
          <a:ln/>
        </p:spPr>
        <p:txBody>
          <a:bodyPr wrap="square" lIns="0" tIns="0" rIns="0" bIns="0" rtlCol="0" anchor="ctr"/>
          <a:lstStyle/>
          <a:p>
            <a:pPr marL="0" indent="0" algn="r">
              <a:buNone/>
            </a:pPr>
            <a:r>
              <a:rPr lang="en-US" sz="1000" dirty="0">
                <a:solidFill>
                  <a:srgbClr val="D97706"/>
                </a:solidFill>
                <a:latin typeface="Calibri" pitchFamily="34" charset="0"/>
                <a:ea typeface="Calibri" pitchFamily="34" charset="-122"/>
                <a:cs typeface="Calibri" pitchFamily="34" charset="-120"/>
              </a:rPr>
              <a:t>★</a:t>
            </a:r>
            <a:endParaRPr lang="en-US" sz="700" dirty="0"/>
          </a:p>
        </p:txBody>
      </p:sp>
      <p:sp>
        <p:nvSpPr>
          <p:cNvPr id="274" name="Tx274"/>
          <p:cNvSpPr/>
          <p:nvPr/>
        </p:nvSpPr>
        <p:spPr>
          <a:xfrm>
            <a:off x="10808552" y="5172310"/>
            <a:ext cx="1207137" cy="280000"/>
          </a:xfrm>
          <a:prstGeom prst="rect">
            <a:avLst/>
          </a:prstGeom>
          <a:noFill/>
          <a:ln/>
        </p:spPr>
        <p:txBody>
          <a:bodyPr wrap="square" lIns="0" tIns="0" rIns="0" bIns="0" rtlCol="0" anchor="ctr"/>
          <a:lstStyle/>
          <a:p>
            <a:pPr marL="0" indent="0">
              <a:buNone/>
            </a:pPr>
            <a:r>
              <a:rPr lang="en-US" sz="1900" b="1" dirty="0">
                <a:solidFill>
                  <a:srgbClr val="BE185D"/>
                </a:solidFill>
                <a:latin typeface="Calibri" pitchFamily="34" charset="0"/>
                <a:ea typeface="Calibri" pitchFamily="34" charset="-122"/>
                <a:cs typeface="Calibri" pitchFamily="34" charset="-120"/>
              </a:rPr>
              <a:t>Mn</a:t>
            </a:r>
            <a:endParaRPr lang="en-US" sz="700" dirty="0"/>
          </a:p>
        </p:txBody>
      </p:sp>
      <p:sp>
        <p:nvSpPr>
          <p:cNvPr id="275" name="Tx275"/>
          <p:cNvSpPr/>
          <p:nvPr/>
        </p:nvSpPr>
        <p:spPr>
          <a:xfrm>
            <a:off x="10808552" y="5467310"/>
            <a:ext cx="1207137" cy="220000"/>
          </a:xfrm>
          <a:prstGeom prst="rect">
            <a:avLst/>
          </a:prstGeom>
          <a:noFill/>
          <a:ln/>
        </p:spPr>
        <p:txBody>
          <a:bodyPr wrap="square" lIns="0" tIns="0" rIns="0" bIns="0" rtlCol="0" anchor="t"/>
          <a:lstStyle/>
          <a:p>
            <a:pPr marL="0" indent="0">
              <a:buNone/>
            </a:pPr>
            <a:r>
              <a:rPr lang="en-US" sz="750" b="1" dirty="0">
                <a:solidFill>
                  <a:srgbClr val="0F172A"/>
                </a:solidFill>
                <a:latin typeface="Calibri" pitchFamily="34" charset="0"/>
                <a:ea typeface="Calibri" pitchFamily="34" charset="-122"/>
                <a:cs typeface="Calibri" pitchFamily="34" charset="-120"/>
              </a:rPr>
              <a:t>MIS Narrative Agent</a:t>
            </a:r>
            <a:endParaRPr lang="en-US" sz="700" dirty="0"/>
          </a:p>
        </p:txBody>
      </p:sp>
      <p:sp>
        <p:nvSpPr>
          <p:cNvPr id="276" name="Sh276"/>
          <p:cNvSpPr/>
          <p:nvPr/>
        </p:nvSpPr>
        <p:spPr>
          <a:xfrm>
            <a:off x="10808552" y="5697310"/>
            <a:ext cx="1163409" cy="0"/>
          </a:xfrm>
          <a:prstGeom prst="line">
            <a:avLst/>
          </a:prstGeom>
          <a:noFill/>
          <a:ln w="9525">
            <a:solidFill>
              <a:srgbClr val="F9A8D4"/>
            </a:solidFill>
            <a:prstDash val="solid"/>
          </a:ln>
        </p:spPr>
        <p:txBody>
          <a:bodyPr/>
          <a:lstStyle/>
          <a:p>
            <a:endParaRPr lang="en-IN"/>
          </a:p>
        </p:txBody>
      </p:sp>
      <p:sp>
        <p:nvSpPr>
          <p:cNvPr id="277" name="Tx277"/>
          <p:cNvSpPr/>
          <p:nvPr/>
        </p:nvSpPr>
        <p:spPr>
          <a:xfrm>
            <a:off x="10808552" y="5712310"/>
            <a:ext cx="1207137" cy="642770"/>
          </a:xfrm>
          <a:prstGeom prst="rect">
            <a:avLst/>
          </a:prstGeom>
          <a:noFill/>
          <a:ln/>
        </p:spPr>
        <p:txBody>
          <a:bodyPr wrap="square" lIns="0" tIns="0" rIns="0" bIns="0" rtlCol="0" anchor="t"/>
          <a:lstStyle/>
          <a:p>
            <a:pPr marL="0" indent="0">
              <a:buNone/>
            </a:pPr>
            <a:r>
              <a:rPr lang="en-US" sz="640" dirty="0">
                <a:solidFill>
                  <a:srgbClr val="831843"/>
                </a:solidFill>
                <a:latin typeface="Calibri" pitchFamily="34" charset="0"/>
                <a:ea typeface="Calibri" pitchFamily="34" charset="-122"/>
                <a:cs typeface="Calibri" pitchFamily="34" charset="-120"/>
              </a:rPr>
              <a:t>Drafts the investor and debt reporting commentary and flags source data anomalies before the pack is built, addressing the oversight risk.</a:t>
            </a:r>
            <a:endParaRPr lang="en-US" sz="700" dirty="0"/>
          </a:p>
        </p:txBody>
      </p:sp>
      <p:sp>
        <p:nvSpPr>
          <p:cNvPr id="278" name="Tx278"/>
          <p:cNvSpPr/>
          <p:nvPr/>
        </p:nvSpPr>
        <p:spPr>
          <a:xfrm>
            <a:off x="146304"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36</a:t>
            </a:r>
            <a:endParaRPr lang="en-US" sz="700" dirty="0"/>
          </a:p>
        </p:txBody>
      </p:sp>
      <p:sp>
        <p:nvSpPr>
          <p:cNvPr id="279" name="Tx279"/>
          <p:cNvSpPr/>
          <p:nvPr/>
        </p:nvSpPr>
        <p:spPr>
          <a:xfrm>
            <a:off x="146304"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Total Agents</a:t>
            </a:r>
            <a:endParaRPr lang="en-US" sz="700" dirty="0"/>
          </a:p>
        </p:txBody>
      </p:sp>
      <p:sp>
        <p:nvSpPr>
          <p:cNvPr id="280" name="Sh280"/>
          <p:cNvSpPr/>
          <p:nvPr/>
        </p:nvSpPr>
        <p:spPr>
          <a:xfrm>
            <a:off x="2129536" y="6335080"/>
            <a:ext cx="0" cy="310896"/>
          </a:xfrm>
          <a:prstGeom prst="line">
            <a:avLst/>
          </a:prstGeom>
          <a:noFill/>
          <a:ln w="12700">
            <a:solidFill>
              <a:srgbClr val="1E293B"/>
            </a:solidFill>
            <a:prstDash val="solid"/>
          </a:ln>
        </p:spPr>
        <p:txBody>
          <a:bodyPr/>
          <a:lstStyle/>
          <a:p>
            <a:endParaRPr lang="en-IN"/>
          </a:p>
        </p:txBody>
      </p:sp>
      <p:sp>
        <p:nvSpPr>
          <p:cNvPr id="281" name="Tx281"/>
          <p:cNvSpPr/>
          <p:nvPr/>
        </p:nvSpPr>
        <p:spPr>
          <a:xfrm>
            <a:off x="2129536"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2</a:t>
            </a:r>
            <a:endParaRPr lang="en-US" sz="700" dirty="0"/>
          </a:p>
        </p:txBody>
      </p:sp>
      <p:sp>
        <p:nvSpPr>
          <p:cNvPr id="282" name="Tx282"/>
          <p:cNvSpPr/>
          <p:nvPr/>
        </p:nvSpPr>
        <p:spPr>
          <a:xfrm>
            <a:off x="2129536"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Finance Domains</a:t>
            </a:r>
            <a:endParaRPr lang="en-US" sz="700" dirty="0"/>
          </a:p>
        </p:txBody>
      </p:sp>
      <p:sp>
        <p:nvSpPr>
          <p:cNvPr id="283" name="Sh283"/>
          <p:cNvSpPr/>
          <p:nvPr/>
        </p:nvSpPr>
        <p:spPr>
          <a:xfrm>
            <a:off x="4112768" y="6335080"/>
            <a:ext cx="0" cy="310896"/>
          </a:xfrm>
          <a:prstGeom prst="line">
            <a:avLst/>
          </a:prstGeom>
          <a:noFill/>
          <a:ln w="12700">
            <a:solidFill>
              <a:srgbClr val="1E293B"/>
            </a:solidFill>
            <a:prstDash val="solid"/>
          </a:ln>
        </p:spPr>
        <p:txBody>
          <a:bodyPr/>
          <a:lstStyle/>
          <a:p>
            <a:endParaRPr lang="en-IN"/>
          </a:p>
        </p:txBody>
      </p:sp>
      <p:sp>
        <p:nvSpPr>
          <p:cNvPr id="284" name="Tx284"/>
          <p:cNvSpPr/>
          <p:nvPr/>
        </p:nvSpPr>
        <p:spPr>
          <a:xfrm>
            <a:off x="4112768"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8</a:t>
            </a:r>
            <a:endParaRPr lang="en-US" sz="700" dirty="0"/>
          </a:p>
        </p:txBody>
      </p:sp>
      <p:sp>
        <p:nvSpPr>
          <p:cNvPr id="285" name="Tx285"/>
          <p:cNvSpPr/>
          <p:nvPr/>
        </p:nvSpPr>
        <p:spPr>
          <a:xfrm>
            <a:off x="4112768"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Sub-Domains</a:t>
            </a:r>
            <a:endParaRPr lang="en-US" sz="700" dirty="0"/>
          </a:p>
        </p:txBody>
      </p:sp>
      <p:sp>
        <p:nvSpPr>
          <p:cNvPr id="286" name="Sh286"/>
          <p:cNvSpPr/>
          <p:nvPr/>
        </p:nvSpPr>
        <p:spPr>
          <a:xfrm>
            <a:off x="6096000" y="6335080"/>
            <a:ext cx="0" cy="310896"/>
          </a:xfrm>
          <a:prstGeom prst="line">
            <a:avLst/>
          </a:prstGeom>
          <a:noFill/>
          <a:ln w="12700">
            <a:solidFill>
              <a:srgbClr val="1E293B"/>
            </a:solidFill>
            <a:prstDash val="solid"/>
          </a:ln>
        </p:spPr>
        <p:txBody>
          <a:bodyPr/>
          <a:lstStyle/>
          <a:p>
            <a:endParaRPr lang="en-IN"/>
          </a:p>
        </p:txBody>
      </p:sp>
      <p:sp>
        <p:nvSpPr>
          <p:cNvPr id="287" name="Tx287"/>
          <p:cNvSpPr/>
          <p:nvPr/>
        </p:nvSpPr>
        <p:spPr>
          <a:xfrm>
            <a:off x="6096000"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14</a:t>
            </a:r>
            <a:endParaRPr lang="en-US" sz="700" dirty="0"/>
          </a:p>
        </p:txBody>
      </p:sp>
      <p:sp>
        <p:nvSpPr>
          <p:cNvPr id="288" name="Tx288"/>
          <p:cNvSpPr/>
          <p:nvPr/>
        </p:nvSpPr>
        <p:spPr>
          <a:xfrm>
            <a:off x="6096000"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Featured ★</a:t>
            </a:r>
            <a:endParaRPr lang="en-US" sz="700" dirty="0"/>
          </a:p>
        </p:txBody>
      </p:sp>
      <p:sp>
        <p:nvSpPr>
          <p:cNvPr id="289" name="Sh289"/>
          <p:cNvSpPr/>
          <p:nvPr/>
        </p:nvSpPr>
        <p:spPr>
          <a:xfrm>
            <a:off x="8079232" y="6335080"/>
            <a:ext cx="0" cy="310896"/>
          </a:xfrm>
          <a:prstGeom prst="line">
            <a:avLst/>
          </a:prstGeom>
          <a:noFill/>
          <a:ln w="12700">
            <a:solidFill>
              <a:srgbClr val="1E293B"/>
            </a:solidFill>
            <a:prstDash val="solid"/>
          </a:ln>
        </p:spPr>
        <p:txBody>
          <a:bodyPr/>
          <a:lstStyle/>
          <a:p>
            <a:endParaRPr lang="en-IN"/>
          </a:p>
        </p:txBody>
      </p:sp>
      <p:sp>
        <p:nvSpPr>
          <p:cNvPr id="290" name="Tx290"/>
          <p:cNvSpPr/>
          <p:nvPr/>
        </p:nvSpPr>
        <p:spPr>
          <a:xfrm>
            <a:off x="8079232"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18</a:t>
            </a:r>
            <a:endParaRPr lang="en-US" sz="700" dirty="0"/>
          </a:p>
        </p:txBody>
      </p:sp>
      <p:sp>
        <p:nvSpPr>
          <p:cNvPr id="291" name="Tx291"/>
          <p:cNvSpPr/>
          <p:nvPr/>
        </p:nvSpPr>
        <p:spPr>
          <a:xfrm>
            <a:off x="8079232"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Finance Operations</a:t>
            </a:r>
            <a:endParaRPr lang="en-US" sz="700" dirty="0"/>
          </a:p>
        </p:txBody>
      </p:sp>
      <p:sp>
        <p:nvSpPr>
          <p:cNvPr id="292" name="Sh292"/>
          <p:cNvSpPr/>
          <p:nvPr/>
        </p:nvSpPr>
        <p:spPr>
          <a:xfrm>
            <a:off x="10062464" y="6335080"/>
            <a:ext cx="0" cy="310896"/>
          </a:xfrm>
          <a:prstGeom prst="line">
            <a:avLst/>
          </a:prstGeom>
          <a:noFill/>
          <a:ln w="12700">
            <a:solidFill>
              <a:srgbClr val="1E293B"/>
            </a:solidFill>
            <a:prstDash val="solid"/>
          </a:ln>
        </p:spPr>
        <p:txBody>
          <a:bodyPr/>
          <a:lstStyle/>
          <a:p>
            <a:endParaRPr lang="en-IN"/>
          </a:p>
        </p:txBody>
      </p:sp>
      <p:sp>
        <p:nvSpPr>
          <p:cNvPr id="293" name="Tx293"/>
          <p:cNvSpPr/>
          <p:nvPr/>
        </p:nvSpPr>
        <p:spPr>
          <a:xfrm>
            <a:off x="10062464" y="6355080"/>
            <a:ext cx="1983232" cy="256032"/>
          </a:xfrm>
          <a:prstGeom prst="rect">
            <a:avLst/>
          </a:prstGeom>
          <a:noFill/>
          <a:ln/>
        </p:spPr>
        <p:txBody>
          <a:bodyPr wrap="square" lIns="0" tIns="0" rIns="0" bIns="0" rtlCol="0" anchor="ctr"/>
          <a:lstStyle/>
          <a:p>
            <a:pPr marL="0" indent="0" algn="ctr">
              <a:buNone/>
            </a:pPr>
            <a:r>
              <a:rPr lang="en-US" sz="1400" b="1" dirty="0">
                <a:solidFill>
                  <a:srgbClr val="F8FAFC"/>
                </a:solidFill>
                <a:latin typeface="Calibri" pitchFamily="34" charset="0"/>
                <a:ea typeface="Calibri" pitchFamily="34" charset="-122"/>
                <a:cs typeface="Calibri" pitchFamily="34" charset="-120"/>
              </a:rPr>
              <a:t>18</a:t>
            </a:r>
            <a:endParaRPr lang="en-US" sz="700" dirty="0"/>
          </a:p>
        </p:txBody>
      </p:sp>
      <p:sp>
        <p:nvSpPr>
          <p:cNvPr id="294" name="Tx294"/>
          <p:cNvSpPr/>
          <p:nvPr/>
        </p:nvSpPr>
        <p:spPr>
          <a:xfrm>
            <a:off x="10062464" y="6625080"/>
            <a:ext cx="1983232" cy="146304"/>
          </a:xfrm>
          <a:prstGeom prst="rect">
            <a:avLst/>
          </a:prstGeom>
          <a:noFill/>
          <a:ln/>
        </p:spPr>
        <p:txBody>
          <a:bodyPr wrap="square" lIns="0" tIns="0" rIns="0" bIns="0" rtlCol="0" anchor="ctr"/>
          <a:lstStyle/>
          <a:p>
            <a:pPr marL="0" indent="0" algn="ctr">
              <a:buNone/>
            </a:pPr>
            <a:r>
              <a:rPr lang="en-US" sz="750" dirty="0">
                <a:solidFill>
                  <a:srgbClr val="94A3B8"/>
                </a:solidFill>
                <a:latin typeface="Calibri" pitchFamily="34" charset="0"/>
                <a:ea typeface="Calibri" pitchFamily="34" charset="-122"/>
                <a:cs typeface="Calibri" pitchFamily="34" charset="-120"/>
              </a:rPr>
              <a:t>Control &amp; Assurance</a:t>
            </a:r>
            <a:endParaRPr lang="en-US" sz="700"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Solution Heat Map  |  </a:t>
            </a:r>
            <a:r>
              <a:rPr lang="en-US" sz="2000" b="1" dirty="0">
                <a:solidFill>
                  <a:srgbClr val="1565C0"/>
                </a:solidFill>
                <a:latin typeface="Calibri" pitchFamily="34" charset="0"/>
                <a:ea typeface="Calibri" pitchFamily="34" charset="-122"/>
                <a:cs typeface="Calibri" pitchFamily="34" charset="-120"/>
              </a:rPr>
              <a:t>Ten Towers, Eighty Capabilities</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1  |  Receivables and Collections</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Every receivables answer begins by opening each branch book in turn, so the debtors position is rebuilt from source each cycle.</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Collections matching depends on the same extraction, which makes it continuous rather than periodic.</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95360" y="467608"/>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Branch Instances</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80</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31718" y="522418"/>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Invoice Matching</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Manual</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Receivables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Branch Posting</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Entries posted in Tally at each branch and location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Roughly 80 separate instances across the group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consolidation held between any two instances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Every group answer starts from these books</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Instance by Instance Extraction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instance opened and extracted in turn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Repeated for every instance, every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Output copied into Excel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Transcription risk at each of the 81 steps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Debtor Summary Assembly</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Consolidated debtors summary built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Supporting ledger detail assembled alongside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Time consuming and repeated every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drill back to the originating voucher</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Collection Knock-off</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Credit sales make matching continuous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Each collection matched invoice by invoice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Every invoice adjusted individually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Depends on the same instance by instance extraction</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Monthly Reporting</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Branch databases downloaded one at a time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Consolidated by hand into the MPR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Mapped against the chart of accounts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Mapping differs from entity to entity</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81 manual system extracts every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Debtors position never current between cycles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Collections effort scales with branch count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single receivables view at any point</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Receivables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Post entries in Tally</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Open each instance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Extract data</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Paste into Excel</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Assemble summary</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collections</a:t>
            </a:r>
            <a:endParaRPr lang="en-US" sz="8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Current Process  |  </a:t>
            </a:r>
            <a:r>
              <a:rPr lang="en-US" sz="2000" b="1" dirty="0">
                <a:solidFill>
                  <a:srgbClr val="1565C0"/>
                </a:solidFill>
                <a:latin typeface="Calibri" pitchFamily="34" charset="0"/>
                <a:ea typeface="Calibri" pitchFamily="34" charset="-122"/>
                <a:cs typeface="Calibri" pitchFamily="34" charset="-120"/>
              </a:rPr>
              <a:t>Tower RC  ·  Receivables and Collections</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1  |  Receivables on the Platform</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The branch books stay as they are. The platform extracts them on a schedule into one group-wide receivables ledger.</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Matching runs against that ledger, so only collections that fail to match reach a person.</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93465" y="467608"/>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Manual Extracts</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Zero</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84620" y="467608"/>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Debtors Position</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Current</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Receivables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Scheduled Extraction</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Entries posted in Tally exactly as today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Connector tier pulls every instance on a schedule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Central pull, site collector or file drop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human step between branch and platform</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Group Ledger</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Entries resolve into one receivables sub-ledger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Entity, branch and party under canonical codes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Aging maintained continuously, not rebuilt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debtors position instead of 81 partial ones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Statements on Demand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Debtors summary produced as a query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Supporting ledger detail generated with it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Any figure traces back to the source record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Verifiable without opening Tally</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Automatic Knock-off</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Matched on document reference first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Identity agent resolves party and reference variants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Amount, party and date matched within tolerance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Coverage rises as the reference map improves</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Reporting Generated</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MPR built from data already in the platform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MIS mapping applied once, consistently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Mapping agent proposes new ledgers for approval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Produced on a schedule rather than assembled</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Changes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rebuild each cycle disappears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Effort stops scaling with branch count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team works breaks, not the whole population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Receivables visible at any point in the month</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Receivables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Scheduled extract</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Canonical ledger</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Aging maintained</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Auto knock-off</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Exceptions only</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Report generated</a:t>
            </a:r>
            <a:endParaRPr lang="en-US" sz="800"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Target Process  |  </a:t>
            </a:r>
            <a:r>
              <a:rPr lang="en-US" sz="2000" b="1" dirty="0">
                <a:solidFill>
                  <a:srgbClr val="1565C0"/>
                </a:solidFill>
                <a:latin typeface="Calibri" pitchFamily="34" charset="0"/>
                <a:ea typeface="Calibri" pitchFamily="34" charset="-122"/>
                <a:cs typeface="Calibri" pitchFamily="34" charset="-120"/>
              </a:rPr>
              <a:t>Tower RC  ·  Receivables and Collections</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2  |  Month-end Close</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Each of the eight companies consolidates its own branches by hand.</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The eight sets are then consolidated again for the holding company.</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612944" y="444748"/>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Close Effort</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4-5d</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0769"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Full Financials</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4 a Year</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Close and Consolidation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Branch Extraction</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Branch books extracted from each instance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Manual, repeated for every branch</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Consolidation begins with extraction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is held between cycles</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Two Stage Consolidation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company consolidates its own branches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Each produces one set of financials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eight sets consolidate at holding level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Both stages performed by hand</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Interbranch Elimination</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Interbranch and intercompany balances removed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majority of the four to five day effort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Each instance opened to check the other side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Reconciling entries posted manually</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Provision Reversal</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Provisions booked monthly in Tally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Reversal the following month depends on recall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When missed, the invoice is booked as well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Expense is duplicated in the books</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Financial Schedules</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Prepared by hand for all locations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Wings does not generate them for PVSL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Coverage is inconsistent across the group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Consolidated manually after preparation</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Four to five days of a controller each month</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Monthly output is P and L only, per entity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balance sheet or cash flow at group level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full view exists four times a year</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Close and Consolidation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Extract branches</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Consolidate entity</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Consolidate group</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Eliminate by hand</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Monthly P and L</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Quarterly full set</a:t>
            </a:r>
            <a:endParaRPr lang="en-US" sz="8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Current Process  |  </a:t>
            </a:r>
            <a:r>
              <a:rPr lang="en-US" sz="2000" b="1" dirty="0">
                <a:solidFill>
                  <a:srgbClr val="1565C0"/>
                </a:solidFill>
                <a:latin typeface="Calibri" pitchFamily="34" charset="0"/>
                <a:ea typeface="Calibri" pitchFamily="34" charset="-122"/>
                <a:cs typeface="Calibri" pitchFamily="34" charset="-120"/>
              </a:rPr>
              <a:t>Tower CC  ·  Close and Consolidation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2  |  Close on the Platform</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A trial balance per branch is maintained continuously from the scheduled extract.</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Elimination runs by rule, so the controller reviews residuals instead of building.</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93250"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Elimination</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Rule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604930"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Group View</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Monthly</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Close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Continuous Trial Balance</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Branch trial balance maintained from the extract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Consolidation no longer starts with extraction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position is current between cycles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download step at the close</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Rule Based Elimination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Interbranch pairs matched on ledger and reference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Amount and date matched within tolerance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Elimination applied from the matched population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Removes the largest part of the close</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Residuals Reviewed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residual carries a proposed cause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Evidence is attached to the case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Ranked by value and age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controller reviews rather than investigates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Provision Tracking</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Every provision tracked to its expected reversal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 missing reversal is detected the next period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case is raised with the entry pre-built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Posted under maker-checker in a later phase</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Schedules Generated</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Templates defined once against statutory mapping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Generated for every location including PVSL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Supporting notes drafted for review</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Consolidated and exported with drill-down</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Changes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Roll-up runs branch to entity to holding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Both mapping sets carried in parallel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Monthly P and L, balance sheet and cash flow</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Every figure traces to the source record</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Close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Continuous TB</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interbranch</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Eliminate by rule</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Review residuals</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Roll up to group</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Full statement set</a:t>
            </a:r>
            <a:endParaRPr lang="en-US" sz="800"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Target Process  |  </a:t>
            </a:r>
            <a:r>
              <a:rPr lang="en-US" sz="2000" b="1" dirty="0">
                <a:solidFill>
                  <a:srgbClr val="1565C0"/>
                </a:solidFill>
                <a:latin typeface="Calibri" pitchFamily="34" charset="0"/>
                <a:ea typeface="Calibri" pitchFamily="34" charset="-122"/>
                <a:cs typeface="Calibri" pitchFamily="34" charset="-120"/>
              </a:rPr>
              <a:t>Tower CC  ·  Close and Consolidation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3  |  Reconciliation</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Reconciliation is performed by hand across four separate disciplines.</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OEM statement reconciliation alone occupies one dedicated resource permanently.</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624197"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OEM Recon</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1 FTE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8507" y="457200"/>
              <a:ext cx="594360" cy="594360"/>
            </a:xfrm>
            <a:prstGeom prst="rect">
              <a:avLst/>
            </a:prstGeom>
          </p:spPr>
        </p:pic>
        <p:sp>
          <p:nvSpPr>
            <p:cNvPr id="13" name="Text 9"/>
            <p:cNvSpPr/>
            <p:nvPr/>
          </p:nvSpPr>
          <p:spPr>
            <a:xfrm>
              <a:off x="10011978"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GST Effort</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1-1.5d</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Reconciliation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OEM Statements Collected</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Statements arrive as Excel files or PDFs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Format varies from OEM to OEM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Collected manually each month</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Two reconciliation types run in parallel</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Manual PDF Conversion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Every PDF statement converted to Excel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Repeated for each statement, each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Transcription risk at every conversion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Pure preparation before any matching starts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Line by Line Comparison</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own statement drawn from the books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two sides compared through Excel formulas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Differences identified line against line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Follow-up to the OEM depends on memory</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GST and Statutory</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Reconciliations run between returns and forms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In-house Excel templates already optimised once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to one and a half days per person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Work runs to the due date where needed</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GL and Trial Balance</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General ledger reconciliation performed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Trial balance checked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Statutory position compared against the books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supporting tooling in place</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One exclusive full-time resource, permanently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Deadline compression every month end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reconciliation is configurable today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Each new reconciliation is built from scratch</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Reconciliation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Collect statements</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Convert PDFs by hand</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Draw own statement</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Compare in Excel</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Work differences</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Chase the OEM</a:t>
            </a:r>
            <a:endParaRPr lang="en-US" sz="800"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Current Process  |  </a:t>
            </a:r>
            <a:r>
              <a:rPr lang="en-US" sz="2000" b="1" dirty="0">
                <a:solidFill>
                  <a:srgbClr val="1565C0"/>
                </a:solidFill>
                <a:latin typeface="Calibri" pitchFamily="34" charset="0"/>
                <a:ea typeface="Calibri" pitchFamily="34" charset="-122"/>
                <a:cs typeface="Calibri" pitchFamily="34" charset="-120"/>
              </a:rPr>
              <a:t>Tower RE  ·  Reconciliation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3  |  Reconciliation Engine</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Every reconciliation becomes a configuration object on one engine.</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Agents read the statements, resolve identity, triage breaks and chase replies.</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08139" y="457200"/>
              <a:ext cx="594360" cy="594360"/>
            </a:xfrm>
            <a:prstGeom prst="rect">
              <a:avLst/>
            </a:prstGeom>
          </p:spPr>
        </p:pic>
        <p:sp>
          <p:nvSpPr>
            <p:cNvPr id="9" name="Text 6"/>
            <p:cNvSpPr/>
            <p:nvPr/>
          </p:nvSpPr>
          <p:spPr>
            <a:xfrm>
              <a:off x="7991859"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Engines</a:t>
              </a:r>
              <a:endParaRPr lang="en-US" sz="1100" dirty="0"/>
            </a:p>
          </p:txBody>
        </p:sp>
        <p:sp>
          <p:nvSpPr>
            <p:cNvPr id="10" name="Text 7"/>
            <p:cNvSpPr/>
            <p:nvPr/>
          </p:nvSpPr>
          <p:spPr>
            <a:xfrm>
              <a:off x="8046018"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27556" y="457200"/>
              <a:ext cx="594360" cy="594360"/>
            </a:xfrm>
            <a:prstGeom prst="rect">
              <a:avLst/>
            </a:prstGeom>
          </p:spPr>
        </p:pic>
        <p:sp>
          <p:nvSpPr>
            <p:cNvPr id="13" name="Text 9"/>
            <p:cNvSpPr/>
            <p:nvPr/>
          </p:nvSpPr>
          <p:spPr>
            <a:xfrm>
              <a:off x="10042926"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New Recons</a:t>
              </a:r>
              <a:endParaRPr lang="en-US" sz="1100" dirty="0"/>
            </a:p>
          </p:txBody>
        </p:sp>
        <p:sp>
          <p:nvSpPr>
            <p:cNvPr id="14" name="Text 10"/>
            <p:cNvSpPr/>
            <p:nvPr/>
          </p:nvSpPr>
          <p:spPr>
            <a:xfrm>
              <a:off x="9997206" y="1545657"/>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Config</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Reconciliation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Statements As Received</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Statements ingested in whatever format they arrive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format preparation before loading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Held as received in the landing store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audit floor for every match</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Document Intelligence</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Any layout read into structured lines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manual conversion step disappears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Works across PDF and Excel alike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Output feeds matching directly</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Rule Based Matching</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own statement derived from the books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Lines matched on reference first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Then on attributes within tolerance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Formula comparison replaced by a rule set</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Break Triage</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break carries a proposed cause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 evidence pack is attached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Ranked by value and age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Investigation becomes review</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Automated Outreach</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chase to the OEM is drafted for approval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Tracked against an SLA and chased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Follow-up stops depending on memory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 named person approves, sends and closes</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Changes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GST position visible through the month</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Provision aged against invoicing, a new capability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New reconciliations configured, not coded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Left source, right source, key, tolerance, routing</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Reconciliation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Ingest as received</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Read to structure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Derive own statement</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on rules</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Triage the breaks</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Chase and close</a:t>
            </a:r>
            <a:endParaRPr lang="en-US" sz="800" dirty="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Target Process  |  </a:t>
            </a:r>
            <a:r>
              <a:rPr lang="en-US" sz="2000" b="1" dirty="0">
                <a:solidFill>
                  <a:srgbClr val="1565C0"/>
                </a:solidFill>
                <a:latin typeface="Calibri" pitchFamily="34" charset="0"/>
                <a:ea typeface="Calibri" pitchFamily="34" charset="-122"/>
                <a:cs typeface="Calibri" pitchFamily="34" charset="-120"/>
              </a:rPr>
              <a:t>Tower RE  ·  Reconciliation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4  |  Invoicing and the DMS</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Maruti shares very limited interfaces with the group ERP.</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Every sales and service invoice at a Maruti location is posted twice by hand.</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54562"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Maruti Entry</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Twice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66242"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Filter Rule</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None</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Invoicing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Posting into the DMS</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sale, service job or workshop invoice occurs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entry is posted into the Maruti DMS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Required by the OEM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This posting is not optional</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Posting Again into Wings</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same entry is posted into the group ERP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data flows between the two systems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Both postings made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Double the accounting time per invoice</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Every Maruti Location</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pattern repeats at every location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Effort scales with volume and site count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Accounting manpower carried at each site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central posting point exists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Decentralised Invoicing</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Invoicing raised at each branch for sales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And for services, separately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Spread across six to seven states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Each branch carries its own manpower</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Filter Rule</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large volume of invoices raised in the DMS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 all of them belong in the group ERP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Which ones do is not defined as a rule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This blocks any straight-through push</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Every Maruti invoice accounted twice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Manpower distributed across every site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single view of branch invoicing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Integration blocked by the missing rule</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Invoicing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Sale or service job</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Post into the DMS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Post into Wings</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Repeat per invoice</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Repeat per location</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central view</a:t>
            </a:r>
            <a:endParaRPr lang="en-US" sz="800"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Current Process  |  </a:t>
            </a:r>
            <a:r>
              <a:rPr lang="en-US" sz="2000" b="1" dirty="0">
                <a:solidFill>
                  <a:srgbClr val="1565C0"/>
                </a:solidFill>
                <a:latin typeface="Calibri" pitchFamily="34" charset="0"/>
                <a:ea typeface="Calibri" pitchFamily="34" charset="-122"/>
                <a:cs typeface="Calibri" pitchFamily="34" charset="-120"/>
              </a:rPr>
              <a:t>Tower IV  ·  Invoicing and the DMS</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4  |  One Posting, Not Two</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The DMS posting stays exactly as the OEM requires it.</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The second entry is generated from the first rather than typed again.</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70039"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Manual Entry</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81719"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Filter Rule</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Owned</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Invoicing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DMS Posting Unchanged</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entry is posted into the DMS once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OEM requirement is unaffected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change asked of the dealership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is migrated</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Scheduled Extraction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DMS invoice data extracted on a schedule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Report extract where no interface exists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second manual entry stops being the source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Held as received before any transformation</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Configurable Filter</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rule set decides which invoices reach the ERP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Defined and versioned by finance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missing rule becomes a maintained artefact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Failing invoices are raised, not dropped</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Transformation Once</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Selected invoices mapped to the Wings format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transformation is defined a single time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Applied consistently at every location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Errors surface as cases, not as silence</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Phased Write-back</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Phase one produces a reviewed posting file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write access needed in phase one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Phase two posts directly under maker-checker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Supports the central manpower objective</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The Known Limit</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Stock does not flow through this interface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Maruti stock is not shared by the OEM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Invoicing can be carried across, stock cannot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Inventory is addressed by a different route</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Invoicing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Post in DMS once</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Extract on schedule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Apply filter rule</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Transform to Wings</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Reviewed import file</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Write-back later</a:t>
            </a:r>
            <a:endParaRPr lang="en-US" sz="800"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Target Process  |  </a:t>
            </a:r>
            <a:r>
              <a:rPr lang="en-US" sz="2000" b="1" dirty="0">
                <a:solidFill>
                  <a:srgbClr val="1565C0"/>
                </a:solidFill>
                <a:latin typeface="Calibri" pitchFamily="34" charset="0"/>
                <a:ea typeface="Calibri" pitchFamily="34" charset="-122"/>
                <a:cs typeface="Calibri" pitchFamily="34" charset="-120"/>
              </a:rPr>
              <a:t>Tower IV  ·  Invoicing and the DMS</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5  |  Inventory and Margin</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Inventory for every entity except PVSL exists only in the OEM system.</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There is no stock record in the group books to reconcile it against.</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39087"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Stock in Books</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PVSL</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0767"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Margin Work</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Manual</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Inventory and Margin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Stock Outside the Books</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PVSL holds inventory in the group books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Every other entity holds it only in the DMS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counterpart record in the accounting layer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to reconcile the OEM position against</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Physical Count Apart</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Physical stock is counted at the outlets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Counted separately from any system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Physical and DMS positions diverge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 persistent mismatch with no systematic check</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Billing Unmatched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Billing is not matched against inventory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Nor against sales and bookings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Vehicles can be sold or disposed of</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While the payment position does not match</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Margin Across Five Streams</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DMS billing reconciled to Tally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Margin analysed across five revenue streams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All five analysed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margin by vehicle, location or variant</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Discount by Filtering</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Customer discount identified by filtering Excel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systematic discount control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tested against authority thresholds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Exposure is found rather than prevented</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Spares and Non-moving</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Spares aging summary produced by hand monthly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Prepared for both MIS and MPR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Non-moving parts are not identified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logic exists for this today</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Inventory and Margin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DMS holds the stock</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Books hold none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Count on the ground</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Positions diverge</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Billing unchecked</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Margin by hand</a:t>
            </a:r>
            <a:endParaRPr lang="en-US" sz="800" dirty="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Current Process  |  </a:t>
            </a:r>
            <a:r>
              <a:rPr lang="en-US" sz="2000" b="1" dirty="0">
                <a:solidFill>
                  <a:srgbClr val="1565C0"/>
                </a:solidFill>
                <a:latin typeface="Calibri" pitchFamily="34" charset="0"/>
                <a:ea typeface="Calibri" pitchFamily="34" charset="-122"/>
                <a:cs typeface="Calibri" pitchFamily="34" charset="-120"/>
              </a:rPr>
              <a:t>Tower IM  ·  Inventory and Margin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5  |  Three-Way Inventory</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Stock is brought in by report extract, so no OEM interface is required.</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Physical, DMS and book positions are compared on one basis, continuously.</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62302"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Positions</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3</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73982"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Variance</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Ranked</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Inventory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Stock Extracted per Brand</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DMS stock extracted for each brand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By report extract where no interface exists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Brings stock in without needing an API</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Runs on the standard ingestion cadence</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Counts Captured</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Outlets upload the physical count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Or through a count application at the outlet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Gives the third leg a system record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count stops living outside the platform</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Comparable Basis</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All three positions resolve to the vehicle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Parts resolve to the part and SKU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comparable basis across the three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Chassis or VIN is the join</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Continuous Variance</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Three-way variance computed continuously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mismatch is measured, not discovered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Billing matched to movement, sales and bookings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Closes the gap where value currently leaks</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Margin by Vehicle</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Cost and revenue resolve to vehicle records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Margin by vehicle, location and variant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Across five streams, where cost is carried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Answers what the current process cannot</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Discount as Control</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Discount derived per transaction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Tested against authority thresholds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Spares aging computed from movement history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Non-moving parts flagged as a control</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Inventory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Extract DMS stock</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Capture the counts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Resolve to masters</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Compute variance</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the billing</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Rank the exceptions</a:t>
            </a:r>
            <a:endParaRPr lang="en-US" sz="800" dirty="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
          <p:cNvSpPr/>
          <p:nvPr/>
        </p:nvSpPr>
        <p:spPr>
          <a:xfrm>
            <a:off x="0" y="0"/>
            <a:ext cx="12192000" cy="6858000"/>
          </a:xfrm>
          <a:prstGeom prst="rect">
            <a:avLst/>
          </a:prstGeom>
          <a:solidFill>
            <a:srgbClr val="FFFFFF"/>
          </a:solidFill>
          <a:ln>
            <a:noFill/>
          </a:ln>
        </p:spPr>
        <p:txBody>
          <a:bodyPr/>
          <a:lstStyle/>
          <a:p>
            <a:endParaRPr sz="1200"/>
          </a:p>
        </p:txBody>
      </p:sp>
      <p:sp>
        <p:nvSpPr>
          <p:cNvPr id="101" name="s101"/>
          <p:cNvSpPr/>
          <p:nvPr/>
        </p:nvSpPr>
        <p:spPr>
          <a:xfrm>
            <a:off x="300000" y="160000"/>
            <a:ext cx="10200000" cy="400000"/>
          </a:xfrm>
          <a:prstGeom prst="roundRect">
            <a:avLst>
              <a:gd name="adj" fmla="val 8000"/>
            </a:avLst>
          </a:prstGeom>
          <a:noFill/>
          <a:ln>
            <a:noFill/>
          </a:ln>
        </p:spPr>
        <p:txBody>
          <a:bodyPr lIns="60000" tIns="45000" rIns="60000" bIns="30000" rtlCol="0" anchor="t"/>
          <a:lstStyle/>
          <a:p>
            <a:r>
              <a:rPr lang="en-US" sz="1900" b="1" dirty="0">
                <a:solidFill>
                  <a:srgbClr val="1A1A1A"/>
                </a:solidFill>
                <a:latin typeface="Calibri"/>
              </a:rPr>
              <a:t>Target Process  |  </a:t>
            </a:r>
            <a:r>
              <a:rPr lang="en-US" sz="2000" b="1" dirty="0">
                <a:solidFill>
                  <a:srgbClr val="1565C0"/>
                </a:solidFill>
                <a:latin typeface="Calibri" pitchFamily="34" charset="0"/>
                <a:ea typeface="Calibri" pitchFamily="34" charset="-122"/>
                <a:cs typeface="Calibri" pitchFamily="34" charset="-120"/>
              </a:rPr>
              <a:t>Tower IM  ·  Inventory and Margin</a:t>
            </a:r>
            <a:endParaRPr lang="en-US" sz="2000" dirty="0"/>
          </a:p>
          <a:p>
            <a:pPr algn="l"/>
            <a:endParaRPr lang="en-US" sz="1900" b="1" dirty="0">
              <a:solidFill>
                <a:srgbClr val="1A1A1A"/>
              </a:solidFill>
              <a:latin typeface="Calibri"/>
            </a:endParaRPr>
          </a:p>
        </p:txBody>
      </p:sp>
      <p:sp>
        <p:nvSpPr>
          <p:cNvPr id="102" name="s102"/>
          <p:cNvSpPr/>
          <p:nvPr/>
        </p:nvSpPr>
        <p:spPr>
          <a:xfrm>
            <a:off x="300000" y="570000"/>
            <a:ext cx="11350000" cy="240000"/>
          </a:xfrm>
          <a:prstGeom prst="roundRect">
            <a:avLst>
              <a:gd name="adj" fmla="val 8000"/>
            </a:avLst>
          </a:prstGeom>
          <a:noFill/>
          <a:ln>
            <a:noFill/>
          </a:ln>
        </p:spPr>
        <p:txBody>
          <a:bodyPr lIns="0" tIns="0" rIns="0" bIns="30000" rtlCol="0" anchor="t"/>
          <a:lstStyle/>
          <a:p>
            <a:pPr algn="l"/>
            <a:endParaRPr lang="en-US" sz="1050" dirty="0">
              <a:solidFill>
                <a:srgbClr val="5A5A5A"/>
              </a:solidFill>
              <a:latin typeface="Calibri"/>
            </a:endParaRPr>
          </a:p>
        </p:txBody>
      </p:sp>
      <p:pic>
        <p:nvPicPr>
          <p:cNvPr id="5" name="Picture 4">
            <a:extLst>
              <a:ext uri="{FF2B5EF4-FFF2-40B4-BE49-F238E27FC236}">
                <a16:creationId xmlns:a16="http://schemas.microsoft.com/office/drawing/2014/main" id="{DA097D7B-CCA5-ED90-36AC-856CBBAE319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871200" y="127000"/>
            <a:ext cx="1075851" cy="193921"/>
          </a:xfrm>
          <a:prstGeom prst="rect">
            <a:avLst/>
          </a:prstGeom>
        </p:spPr>
      </p:pic>
      <p:pic>
        <p:nvPicPr>
          <p:cNvPr id="8" name="Picture 7">
            <a:extLst>
              <a:ext uri="{FF2B5EF4-FFF2-40B4-BE49-F238E27FC236}">
                <a16:creationId xmlns:a16="http://schemas.microsoft.com/office/drawing/2014/main" id="{3C65D4D8-C7BD-26BA-BB67-5552A8938A16}"/>
              </a:ext>
            </a:extLst>
          </p:cNvPr>
          <p:cNvPicPr>
            <a:picLocks noChangeAspect="1"/>
          </p:cNvPicPr>
          <p:nvPr/>
        </p:nvPicPr>
        <p:blipFill>
          <a:blip r:embed="rId3"/>
          <a:stretch>
            <a:fillRect/>
          </a:stretch>
        </p:blipFill>
        <p:spPr>
          <a:xfrm>
            <a:off x="0" y="1444858"/>
            <a:ext cx="12192000" cy="4278284"/>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6  |  Intercompany and RPT</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Related-party transactions are checked one company against the other.</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The board limit has no running total, so a breach surfaces after the fact.</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39084"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Limit Track</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None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0764"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Breach</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After</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Intercompany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Transactions Across Group</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Vehicles sold and serviced between companies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Ordinary course of business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Inter-bank transactions reconciled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Volume accumulates through the year</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at a Time Checking</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transaction in one company checked in the other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transaction at a time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flag identifies a related party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population feeds elimination manually</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The Board Limit</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related-party limit is fixed for the year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Set once, annually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running total is kept against it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Consumption is not tracked month on month</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Projection</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projection to year end is produced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trajectory is not visible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breach surfaces after it has occurred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Approval or ratification is then sought</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Allocation Formula Drift</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corporate charge formula set at year start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Charges allocated month on month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basis shifts as hiring and costs change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Drift is invisible until it has occurred</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Reconciliation performed transaction by transaction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Board approvals sought reactively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 entity within limit can breach the next quarter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Elimination effort carried into the close</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Intercompany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Sell and service</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Check the other side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Reconcile by hand</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Limit set annually</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Usage untracked</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Breach found after</a:t>
            </a:r>
            <a:endParaRPr lang="en-US" sz="800" dirty="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6  |  Limits Tracked Live</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A related-party flag on the counterparty master makes the population self-identifying.</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Consumption is accumulated against the limit and projected to year end.</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46826"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Position</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Live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8506"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Alerts</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Before</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Intercompany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Related-party Flag</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Group companies flagged on the counterparty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Related-party transactions identify themselves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manual designation required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flag drives every downstream rule</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Automatic Matching</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Both sides matched as a configured reconciliation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Removes transaction by transaction checking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Unmatched items raised with a proposed cause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Investigation becomes targeted</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Consumption Accumulated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board limit held as a parameter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Held against each counterparty relationship</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Consumption accumulated continuously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 live position, not a year-end discovery</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Full-year Projection</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Consumption pro-rated to a full-year view</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trajectory is visible, not just the balance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Alerts fire at configurable thresholds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Ratification is avoided rather than managed</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Allocation Recalculated</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formula held as a versioned parameter object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Recalculated each period from current cost data</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Reflects hiring and cost changes as they happen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basis is explicit and auditable</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Drift Measured</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Drift against the approved basis is measured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movement itself becomes a reported figure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Material drift raises a case early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Board pack carries position and projection</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Intercompany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Flag on the master</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both sides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Accumulate usage</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Project to year end</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Alert before breach</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Feed the board pack</a:t>
            </a:r>
            <a:endParaRPr lang="en-US" sz="800"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7  |  Treasury and ECL</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Treasury cannot plan because the consolidated fund position does not exist.</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Credit-loss provisioning waits on the close and is produced four times a year.</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23615"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Fund View</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None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35295"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ECL Cycle</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Quarter</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Treasury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Payments Run Today</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Payments executed through existing channels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This part works and is not the problem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gap sits upstream of execution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Planning is what has no base</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Consolidated Position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Planning needs funds, collections and payables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Consolidated, in one place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Data sits across 81 books, Wings and the DMS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single position at any point in the month</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Forecast Base</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payment cycle cannot be forecast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Working capital cannot be forecast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Planning runs without a consolidated base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Decisions are taken on partial views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Due-date Trigger</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trigger exists for payments falling due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Due dates tracked outside any system view</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Credit terms are not held centrally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routes ahead of the date</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Credit Loss Quarterly</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calculation is completed at quarter end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Two to three days each time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Computed from receivables aging history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monthly view is produced</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Manual Bucket Work</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Buckets and knock-offs adjusted by hand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Manual iteration each quarter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scenario view exists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position is visible four times a year</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Treasury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Payments execute</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Data across 81 books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single position</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forecast base</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ECL each quarter</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Buckets by hand</a:t>
            </a:r>
            <a:endParaRPr lang="en-US" sz="800"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7  |  Treasury on One Layer</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The consolidated fund position exists as a by-product of the data layer.</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Because it refreshes on the ingestion cadence, it is current rather than month-end.</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23610"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Fund View</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Live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35290"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ECL Cycle</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Monthly</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Treasury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Fund Position</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Funds, collections and payables in one layer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Resolved against the canonical spine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view exists without a separate build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Available at any point in the month</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Refreshed on Cadence</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layer refreshes on the ingestion schedule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 current position rather than a closing one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Consolidation is a layer, not a report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Treasury improves as the close does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Payables Due Computed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Payments falling due computed from credit terms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Terms held on the counterparty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trigger the sponsor asked for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Applies across entities and branches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Due-date Alerts</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Alerts route to treasury ahead of the date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Owned, aged and closed with a reason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Planning becomes forward-looking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Working capital can be forecast</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Credit Loss Monthly</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Receivables aging maintained continuously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wait for the close to compute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Credit loss computed monthly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From four views a year to twelve</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Scenarios on Screen</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provisioning matrix held as buckets and rates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Configurable, explicit and versioned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Bucket and knock-off scenarios modelled on screen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Replaces manual adjustment with a controlled view</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Treasury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One data layer</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Refresh on cadence</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Funds and dues shown</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Compute due dates</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Alert ahead of date</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Model ECL scenarios</a:t>
            </a:r>
            <a:endParaRPr lang="en-US" sz="800"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8  |  Controls and Assurance</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Controls are tested by hand against policy documents that differ by company.</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Nothing is configured in a system, so no variation is reported automatically.</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46826"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Configured</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None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58506"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Testing</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Manual</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Controls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IFC Performed In-house</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IFC covers the holding company and the others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And the branches beneath them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Performed in-house by a dedicated team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Separate from internal audit</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Controls Tested by Hand</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control tested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Sample based rather than full population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Repeated each testing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Coverage depends on available effort</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Access Rights Tested</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Violations tested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Access-rights violations tested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system holds the expected state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Findings depend on who looks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Nothing Configured</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controls configured in any system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delegations of authority configured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SOP limits configured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reports a variation automatically</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Audit and IFC Apart</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Internal audit reporting is not connected to IFC</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Audit planning and coverage sit apart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Findings are held in separate places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shared view of exposure</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Ledger Scrutiny</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process exists for ledger scrutiny today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Recurring error patterns live in experience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is recorded as a reusable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Detection does not improve with use</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Controls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IFC across the group</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Test the controls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Test access rights</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system limits</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auto variation</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Audit sits apart</a:t>
            </a:r>
            <a:endParaRPr lang="en-US" sz="800" dirty="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8  |  Continuous Assurance</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Controls, delegations and SOP limits are configured once as a control library.</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Every control is then tested continuously against canonical data.</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85513"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Coverage</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Full</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97193"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Findings</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Managed</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Assurance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Control Library</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Controls configured as a library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Delegations of authority held alongside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SOP limits held as parameters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rule base becomes an asset, not documents</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Full Population Testing</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Every control tested against canonical data</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Continuously rather than in cycles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From sample testing to full population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Coverage no longer depends on effort</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Variations as Cases</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Each variation becomes a case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Tagged to its control and risk category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Owned, aged and closed with a reason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exception report the sponsor described</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Shared Case Store</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Internal audit and IFC work from one store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Audit planning and coverage in one view</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Findings visible to both functions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Gaps seen before an external auditor raises them</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Ledger Scrutiny Agent</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 findings master records recurring error patterns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Run across the general ledger at full population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Matches raised with the evidence behind them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Confirmed findings feed back into the master</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The Dependency</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This depends on a standardised policy set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Documents differ from company to company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Roughly 80 percent common, 20 percent variable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engine can be built before the library exists</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Assurance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Configure the library</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Test continuously</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Raise variations</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Share with audit</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Run findings master</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Improve with use</a:t>
            </a:r>
            <a:endParaRPr lang="en-US" sz="800" dirty="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9  |  Group MIS</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Data arrives from many people in many formats and is assembled by hand.</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Nothing validates the source data, and no forward view is produced.</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515873" y="457200"/>
              <a:ext cx="594360" cy="594360"/>
            </a:xfrm>
            <a:prstGeom prst="rect">
              <a:avLst/>
            </a:prstGeom>
          </p:spPr>
        </p:pic>
        <p:sp>
          <p:nvSpPr>
            <p:cNvPr id="9" name="Text 6"/>
            <p:cNvSpPr/>
            <p:nvPr/>
          </p:nvSpPr>
          <p:spPr>
            <a:xfrm>
              <a:off x="8038281"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Formats</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Many</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27553" y="457200"/>
              <a:ext cx="594360" cy="594360"/>
            </a:xfrm>
            <a:prstGeom prst="rect">
              <a:avLst/>
            </a:prstGeom>
          </p:spPr>
        </p:pic>
        <p:sp>
          <p:nvSpPr>
            <p:cNvPr id="13" name="Text 9"/>
            <p:cNvSpPr/>
            <p:nvPr/>
          </p:nvSpPr>
          <p:spPr>
            <a:xfrm>
              <a:off x="10011978"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Forecast</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None</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Group MIS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Inputs from Many People</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Data arrives from multiple contributors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 multiple formats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standard input format is defined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Collection precedes any analysis</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Assembled by Hand</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Inputs consolidated manually in Excel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Rebuilt from the submitted files each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Effort scales with the number of contributors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reuse between cycles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Packs Rebuilt Each Cycle</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PowerPoint packs produced for investors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And for debt reporting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Rebuilt rather than generated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Formatting effort repeated every time</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Source Validation</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trigger validates the source data</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Errors can reach the pack unchallenged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Detection depends on someone noticing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 oversight risk sits in the process</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Predictive View</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forward view is produced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predictive analysis is available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Reporting is backward-looking</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Questions about trajectory go unanswered</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What It Costs</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Assembly effort repeated every cycle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Format variety absorbed manually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drill-back from a pack figure to source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pack is only as good as the inputs</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Group MIS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Collect the inputs</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Assemble in Excel</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Build the pack</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data check</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Backward looking</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Rebuild next cycle</a:t>
            </a:r>
            <a:endParaRPr lang="en-US" sz="800" dirty="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9  |  MIS Generated</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The pack is built from the consolidated layer, not from submitted files.</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Anomaly checks run on the underlying data before the pack is generated.</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608725"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Pack</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Auto</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81720"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Forecast</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Included</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Group MIS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Built from One Layer</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pack is generated from the canonical layer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 assembled from submitted files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Format variety is removed at source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Contributors stop being the bottleneck</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Anomaly Checks First</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Checks run on the underlying data</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Before the pack is generated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oversight risk is met where it originates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 after publication</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Issues Raised Early</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Source-data anomalies raised as cases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Owned and cleared before publication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Errors are caught, not discovered later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pack goes out on checked data</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Commentary Drafted</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MIS commentary drafted by the Narrative Agent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Reviewed and approved by finance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Drafting rather than composition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Anomalies flagged before the pack is built</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Export on Demand</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Exports to PowerPoint, PDF and Excel</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Produced on demand rather than rebuilt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Every figure traces back to source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Investor and debt packs share one basis</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Forecasts Added</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Forecasts produced from canonical time series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forward view is added to the pack</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Trajectory reported alongside position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Reporting stops being purely backward-looking</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Group MIS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Build from the layer</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Run anomaly checks</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Raise the issues</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Draft commentary</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Export the pack</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Add the forecast</a:t>
            </a:r>
            <a:endParaRPr lang="en-US" sz="800" dirty="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10  |  Procurement</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Odoo carries the whole procurement and vendor management cycle.</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It connects to nothing in the accounting layer.</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608721"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System</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Odoo</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81716"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Link</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None</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Procurement Today</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Vendor Registration</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Vendors register on the Odoo platform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Vendor master maintained there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Separate from the counterparty master in books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vendor can carry two identities</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Requests for Quotation</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RFQs issued from Odoo</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Responses collected in the same platform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full cycle runs there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 visibility from the accounting side</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Reverse Bidding</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Reverse bidding cycles run in Odoo</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Price discovery handled in the platform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Award decisions recorded there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outcome does not reach the books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Vendor Finalised</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vendor is finalised in Odoo</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Purchase orders raised from the platform</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Goods receipts recorded there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Invoices are booked separately in accounting</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Post-award Management</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The vendor management cycle runs post-award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Performance and compliance tracked in Odoo</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Held apart from payment history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Two records of the same relationship</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No Link to Accounting</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No connection exists to the accounting layer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Procurement and accounting hold separate records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Three-way matching is not possible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Payables aging cannot be derived</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Procurement Today</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Vendors register</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Issue the RFQ</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Run reverse bidding</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Finalise the vendor</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Manage post-award</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No accounting link</a:t>
            </a:r>
            <a:endParaRPr lang="en-US" sz="800" dirty="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320040" y="201168"/>
            <a:ext cx="5486400" cy="347472"/>
          </a:xfrm>
          <a:prstGeom prst="rect">
            <a:avLst/>
          </a:prstGeom>
          <a:noFill/>
          <a:ln/>
        </p:spPr>
        <p:txBody>
          <a:bodyPr wrap="square" lIns="0" tIns="0" rIns="0" bIns="0" rtlCol="0" anchor="ctr"/>
          <a:lstStyle/>
          <a:p>
            <a:pPr marL="0" indent="0">
              <a:buNone/>
            </a:pPr>
            <a:r>
              <a:rPr lang="en-US" sz="1400" b="1" dirty="0">
                <a:solidFill>
                  <a:srgbClr val="2E7D32"/>
                </a:solidFill>
                <a:latin typeface="Calibri" pitchFamily="34" charset="0"/>
                <a:ea typeface="Calibri" pitchFamily="34" charset="-122"/>
                <a:cs typeface="Calibri" pitchFamily="34" charset="-120"/>
              </a:rPr>
              <a:t>Mindmap Digital  |  Finance Consolidation Platform</a:t>
            </a:r>
            <a:endParaRPr lang="en-US" sz="1400" dirty="0"/>
          </a:p>
        </p:txBody>
      </p:sp>
      <p:sp>
        <p:nvSpPr>
          <p:cNvPr id="3" name="Shape 1"/>
          <p:cNvSpPr/>
          <p:nvPr/>
        </p:nvSpPr>
        <p:spPr>
          <a:xfrm>
            <a:off x="10149840" y="109728"/>
            <a:ext cx="1691640" cy="475488"/>
          </a:xfrm>
          <a:prstGeom prst="rect">
            <a:avLst/>
          </a:prstGeom>
          <a:solidFill>
            <a:srgbClr val="FFFFFF"/>
          </a:solidFill>
          <a:ln w="12700">
            <a:solidFill>
              <a:srgbClr val="FFFFFF"/>
            </a:solidFill>
            <a:prstDash val="solid"/>
          </a:ln>
        </p:spPr>
        <p:txBody>
          <a:bodyPr/>
          <a:lstStyle/>
          <a:p>
            <a:endParaRPr lang="en-IN"/>
          </a:p>
        </p:txBody>
      </p:sp>
      <p:sp>
        <p:nvSpPr>
          <p:cNvPr id="5" name="Text 3"/>
          <p:cNvSpPr/>
          <p:nvPr/>
        </p:nvSpPr>
        <p:spPr>
          <a:xfrm>
            <a:off x="320040" y="621792"/>
            <a:ext cx="7315200" cy="658368"/>
          </a:xfrm>
          <a:prstGeom prst="rect">
            <a:avLst/>
          </a:prstGeom>
          <a:noFill/>
          <a:ln/>
        </p:spPr>
        <p:txBody>
          <a:bodyPr wrap="square" lIns="0" tIns="0" rIns="0" bIns="0" rtlCol="0" anchor="ctr"/>
          <a:lstStyle/>
          <a:p>
            <a:pPr marL="0" indent="0">
              <a:buNone/>
            </a:pPr>
            <a:r>
              <a:rPr lang="en-US" sz="2800" b="1" dirty="0">
                <a:solidFill>
                  <a:srgbClr val="1565C0"/>
                </a:solidFill>
                <a:latin typeface="Calibri" pitchFamily="34" charset="0"/>
                <a:ea typeface="Calibri" pitchFamily="34" charset="-122"/>
                <a:cs typeface="Calibri" pitchFamily="34" charset="-120"/>
              </a:rPr>
              <a:t>Process 10  |  Procure to Pay Linked</a:t>
            </a:r>
            <a:endParaRPr lang="en-US" sz="2800" dirty="0"/>
          </a:p>
        </p:txBody>
      </p:sp>
      <p:sp>
        <p:nvSpPr>
          <p:cNvPr id="6" name="Text 4"/>
          <p:cNvSpPr/>
          <p:nvPr/>
        </p:nvSpPr>
        <p:spPr>
          <a:xfrm>
            <a:off x="320040" y="1335024"/>
            <a:ext cx="7132320" cy="658368"/>
          </a:xfrm>
          <a:prstGeom prst="rect">
            <a:avLst/>
          </a:prstGeom>
          <a:noFill/>
          <a:ln/>
        </p:spPr>
        <p:txBody>
          <a:bodyPr wrap="square" lIns="0" tIns="0" rIns="0" bIns="0" rtlCol="0" anchor="t"/>
          <a:lstStyle/>
          <a:p>
            <a:pPr marL="0" indent="0">
              <a:buNone/>
            </a:pPr>
            <a:r>
              <a:rPr lang="en-US" sz="1150" dirty="0">
                <a:solidFill>
                  <a:srgbClr val="555555"/>
                </a:solidFill>
                <a:latin typeface="Calibri" pitchFamily="34" charset="0"/>
                <a:ea typeface="Calibri" pitchFamily="34" charset="-122"/>
                <a:cs typeface="Calibri" pitchFamily="34" charset="-120"/>
              </a:rPr>
              <a:t>The procurement process in Odoo is not disturbed in any way.</a:t>
            </a:r>
            <a:endParaRPr lang="en-US" sz="1150" dirty="0"/>
          </a:p>
          <a:p>
            <a:pPr marL="0" indent="0">
              <a:buNone/>
            </a:pPr>
            <a:r>
              <a:rPr lang="en-US" sz="1150" dirty="0">
                <a:solidFill>
                  <a:srgbClr val="555555"/>
                </a:solidFill>
                <a:latin typeface="Calibri" pitchFamily="34" charset="0"/>
                <a:ea typeface="Calibri" pitchFamily="34" charset="-122"/>
                <a:cs typeface="Calibri" pitchFamily="34" charset="-120"/>
              </a:rPr>
              <a:t>A connector creates the first link between procurement and the books.</a:t>
            </a:r>
            <a:endParaRPr lang="en-US" sz="1150" dirty="0"/>
          </a:p>
        </p:txBody>
      </p:sp>
      <p:grpSp>
        <p:nvGrpSpPr>
          <p:cNvPr id="67" name="Group 66">
            <a:extLst>
              <a:ext uri="{FF2B5EF4-FFF2-40B4-BE49-F238E27FC236}">
                <a16:creationId xmlns:a16="http://schemas.microsoft.com/office/drawing/2014/main" id="{08688346-1278-9A37-DECD-7F4F41FE6850}"/>
              </a:ext>
            </a:extLst>
          </p:cNvPr>
          <p:cNvGrpSpPr/>
          <p:nvPr/>
        </p:nvGrpSpPr>
        <p:grpSpPr>
          <a:xfrm>
            <a:off x="7818120" y="638250"/>
            <a:ext cx="3803904" cy="2013509"/>
            <a:chOff x="7818120" y="128016"/>
            <a:chExt cx="4023360" cy="2523744"/>
          </a:xfrm>
        </p:grpSpPr>
        <p:sp>
          <p:nvSpPr>
            <p:cNvPr id="4" name="Text 2"/>
            <p:cNvSpPr/>
            <p:nvPr/>
          </p:nvSpPr>
          <p:spPr>
            <a:xfrm>
              <a:off x="10195560" y="128016"/>
              <a:ext cx="1645920" cy="420624"/>
            </a:xfrm>
            <a:prstGeom prst="rect">
              <a:avLst/>
            </a:prstGeom>
            <a:noFill/>
            <a:ln/>
          </p:spPr>
          <p:txBody>
            <a:bodyPr wrap="square" lIns="0" tIns="0" rIns="0" bIns="0" rtlCol="0" anchor="ctr"/>
            <a:lstStyle/>
            <a:p>
              <a:pPr marL="0" indent="0" algn="r">
                <a:buNone/>
              </a:pPr>
              <a:r>
                <a:rPr lang="en-US" sz="1800" b="1" dirty="0">
                  <a:solidFill>
                    <a:srgbClr val="2E7D32"/>
                  </a:solidFill>
                  <a:latin typeface="Calibri" pitchFamily="34" charset="0"/>
                  <a:ea typeface="Calibri" pitchFamily="34" charset="-122"/>
                  <a:cs typeface="Calibri" pitchFamily="34" charset="-120"/>
                </a:rPr>
                <a:t>M</a:t>
              </a:r>
              <a:r>
                <a:rPr lang="en-US" sz="1800" dirty="0">
                  <a:solidFill>
                    <a:srgbClr val="1A237E"/>
                  </a:solidFill>
                  <a:latin typeface="Calibri" pitchFamily="34" charset="0"/>
                  <a:ea typeface="Calibri" pitchFamily="34" charset="-122"/>
                  <a:cs typeface="Calibri" pitchFamily="34" charset="-120"/>
                </a:rPr>
                <a:t>mindmap</a:t>
              </a:r>
              <a:r>
                <a:rPr lang="en-US" sz="1800" b="1" baseline="1500" dirty="0">
                  <a:solidFill>
                    <a:srgbClr val="2E7D32"/>
                  </a:solidFill>
                  <a:latin typeface="Calibri" pitchFamily="34" charset="0"/>
                  <a:ea typeface="Calibri" pitchFamily="34" charset="-122"/>
                  <a:cs typeface="Calibri" pitchFamily="34" charset="-120"/>
                </a:rPr>
                <a:t>ai</a:t>
              </a:r>
              <a:endParaRPr lang="en-US" sz="1800" dirty="0"/>
            </a:p>
          </p:txBody>
        </p:sp>
        <p:sp>
          <p:nvSpPr>
            <p:cNvPr id="7" name="Shape 5"/>
            <p:cNvSpPr/>
            <p:nvPr/>
          </p:nvSpPr>
          <p:spPr>
            <a:xfrm>
              <a:off x="7818120" y="164592"/>
              <a:ext cx="4023360" cy="2487168"/>
            </a:xfrm>
            <a:prstGeom prst="roundRect">
              <a:avLst>
                <a:gd name="adj" fmla="val 6618"/>
              </a:avLst>
            </a:prstGeom>
            <a:solidFill>
              <a:srgbClr val="2E7D32"/>
            </a:solidFill>
            <a:ln w="12700">
              <a:solidFill>
                <a:srgbClr val="2E7D32"/>
              </a:solidFill>
              <a:prstDash val="solid"/>
            </a:ln>
          </p:spPr>
          <p:txBody>
            <a:bodyPr/>
            <a:lstStyle/>
            <a:p>
              <a:endParaRPr lang="en-IN"/>
            </a:p>
          </p:txBody>
        </p:sp>
        <p:pic>
          <p:nvPicPr>
            <p:cNvPr id="8" name="Image 0" descr="preencoded.png"/>
            <p:cNvPicPr>
              <a:picLocks noChangeAspect="1"/>
            </p:cNvPicPr>
            <p:nvPr/>
          </p:nvPicPr>
          <p:blipFill>
            <a:blip r:embed="rId3"/>
            <a:stretch>
              <a:fillRect/>
            </a:stretch>
          </p:blipFill>
          <p:spPr>
            <a:xfrm>
              <a:off x="8608723" y="457200"/>
              <a:ext cx="594360" cy="594360"/>
            </a:xfrm>
            <a:prstGeom prst="rect">
              <a:avLst/>
            </a:prstGeom>
          </p:spPr>
        </p:pic>
        <p:sp>
          <p:nvSpPr>
            <p:cNvPr id="9" name="Text 6"/>
            <p:cNvSpPr/>
            <p:nvPr/>
          </p:nvSpPr>
          <p:spPr>
            <a:xfrm>
              <a:off x="809244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Identity</a:t>
              </a:r>
              <a:endParaRPr lang="en-US" sz="1100" dirty="0"/>
            </a:p>
          </p:txBody>
        </p:sp>
        <p:sp>
          <p:nvSpPr>
            <p:cNvPr id="10" name="Text 7"/>
            <p:cNvSpPr/>
            <p:nvPr/>
          </p:nvSpPr>
          <p:spPr>
            <a:xfrm>
              <a:off x="8092440" y="1426464"/>
              <a:ext cx="1691640" cy="621792"/>
            </a:xfrm>
            <a:prstGeom prst="rect">
              <a:avLst/>
            </a:prstGeom>
            <a:noFill/>
            <a:ln/>
          </p:spPr>
          <p:txBody>
            <a:bodyPr wrap="square" lIns="0" tIns="0" rIns="0" bIns="0" rtlCol="0" anchor="t"/>
            <a:lstStyle/>
            <a:p>
              <a:pPr marL="0" indent="0" algn="ctr">
                <a:buNone/>
              </a:pPr>
              <a:r>
                <a:rPr lang="en-US" sz="4200" b="1" dirty="0">
                  <a:solidFill>
                    <a:srgbClr val="FFFFFF"/>
                  </a:solidFill>
                  <a:latin typeface="Calibri" pitchFamily="34" charset="0"/>
                  <a:ea typeface="Calibri" pitchFamily="34" charset="-122"/>
                  <a:cs typeface="Calibri" pitchFamily="34" charset="-120"/>
                </a:rPr>
                <a:t>One</a:t>
              </a:r>
              <a:endParaRPr lang="en-US" sz="4200" dirty="0"/>
            </a:p>
          </p:txBody>
        </p:sp>
        <p:sp>
          <p:nvSpPr>
            <p:cNvPr id="11" name="Shape 8"/>
            <p:cNvSpPr/>
            <p:nvPr/>
          </p:nvSpPr>
          <p:spPr>
            <a:xfrm>
              <a:off x="9820656" y="347472"/>
              <a:ext cx="18288" cy="2121408"/>
            </a:xfrm>
            <a:prstGeom prst="rect">
              <a:avLst/>
            </a:prstGeom>
            <a:solidFill>
              <a:srgbClr val="4CAF50"/>
            </a:solidFill>
            <a:ln w="12700">
              <a:solidFill>
                <a:srgbClr val="4CAF50"/>
              </a:solidFill>
              <a:prstDash val="solid"/>
            </a:ln>
          </p:spPr>
          <p:txBody>
            <a:bodyPr/>
            <a:lstStyle/>
            <a:p>
              <a:endParaRPr lang="en-IN"/>
            </a:p>
          </p:txBody>
        </p:sp>
        <p:pic>
          <p:nvPicPr>
            <p:cNvPr id="12" name="Image 1" descr="preencoded.png"/>
            <p:cNvPicPr>
              <a:picLocks noChangeAspect="1"/>
            </p:cNvPicPr>
            <p:nvPr/>
          </p:nvPicPr>
          <p:blipFill>
            <a:blip r:embed="rId4"/>
            <a:stretch>
              <a:fillRect/>
            </a:stretch>
          </p:blipFill>
          <p:spPr>
            <a:xfrm>
              <a:off x="10543033" y="457200"/>
              <a:ext cx="594360" cy="594360"/>
            </a:xfrm>
            <a:prstGeom prst="rect">
              <a:avLst/>
            </a:prstGeom>
          </p:spPr>
        </p:pic>
        <p:sp>
          <p:nvSpPr>
            <p:cNvPr id="13" name="Text 9"/>
            <p:cNvSpPr/>
            <p:nvPr/>
          </p:nvSpPr>
          <p:spPr>
            <a:xfrm>
              <a:off x="10058400" y="1152144"/>
              <a:ext cx="1691640" cy="256032"/>
            </a:xfrm>
            <a:prstGeom prst="rect">
              <a:avLst/>
            </a:prstGeom>
            <a:noFill/>
            <a:ln/>
          </p:spPr>
          <p:txBody>
            <a:bodyPr wrap="square" lIns="0" tIns="0" rIns="0" bIns="0" rtlCol="0" anchor="ctr"/>
            <a:lstStyle/>
            <a:p>
              <a:pPr marL="0" indent="0" algn="ctr">
                <a:buNone/>
              </a:pPr>
              <a:r>
                <a:rPr lang="en-US" sz="1100" dirty="0">
                  <a:solidFill>
                    <a:srgbClr val="FFFFFF"/>
                  </a:solidFill>
                  <a:latin typeface="Calibri" pitchFamily="34" charset="0"/>
                  <a:ea typeface="Calibri" pitchFamily="34" charset="-122"/>
                  <a:cs typeface="Calibri" pitchFamily="34" charset="-120"/>
                </a:rPr>
                <a:t>Matching</a:t>
              </a:r>
              <a:endParaRPr lang="en-US" sz="1100" dirty="0"/>
            </a:p>
          </p:txBody>
        </p:sp>
        <p:sp>
          <p:nvSpPr>
            <p:cNvPr id="14" name="Text 10"/>
            <p:cNvSpPr/>
            <p:nvPr/>
          </p:nvSpPr>
          <p:spPr>
            <a:xfrm>
              <a:off x="10012680" y="1426464"/>
              <a:ext cx="1737360" cy="621792"/>
            </a:xfrm>
            <a:prstGeom prst="rect">
              <a:avLst/>
            </a:prstGeom>
            <a:noFill/>
            <a:ln/>
          </p:spPr>
          <p:txBody>
            <a:bodyPr wrap="square" lIns="0" tIns="0" rIns="0" bIns="0" rtlCol="0" anchor="t"/>
            <a:lstStyle/>
            <a:p>
              <a:pPr marL="0" indent="0" algn="ctr">
                <a:buNone/>
              </a:pPr>
              <a:r>
                <a:rPr lang="en-US" sz="3000" b="1" dirty="0">
                  <a:solidFill>
                    <a:srgbClr val="FFFFFF"/>
                  </a:solidFill>
                  <a:latin typeface="Calibri" pitchFamily="34" charset="0"/>
                  <a:ea typeface="Calibri" pitchFamily="34" charset="-122"/>
                  <a:cs typeface="Calibri" pitchFamily="34" charset="-120"/>
                </a:rPr>
                <a:t>3-way</a:t>
              </a:r>
              <a:endParaRPr lang="en-US" sz="3000" dirty="0"/>
            </a:p>
          </p:txBody>
        </p:sp>
      </p:grpSp>
      <p:sp>
        <p:nvSpPr>
          <p:cNvPr id="15" name="Shape 11"/>
          <p:cNvSpPr/>
          <p:nvPr/>
        </p:nvSpPr>
        <p:spPr>
          <a:xfrm>
            <a:off x="0" y="2743200"/>
            <a:ext cx="12161520" cy="4114800"/>
          </a:xfrm>
          <a:prstGeom prst="rect">
            <a:avLst/>
          </a:prstGeom>
          <a:solidFill>
            <a:srgbClr val="1565C0"/>
          </a:solidFill>
          <a:ln w="12700">
            <a:solidFill>
              <a:srgbClr val="1565C0"/>
            </a:solidFill>
            <a:prstDash val="solid"/>
          </a:ln>
        </p:spPr>
        <p:txBody>
          <a:bodyPr/>
          <a:lstStyle/>
          <a:p>
            <a:endParaRPr lang="en-IN"/>
          </a:p>
        </p:txBody>
      </p:sp>
      <p:sp>
        <p:nvSpPr>
          <p:cNvPr id="16" name="Shape 12"/>
          <p:cNvSpPr/>
          <p:nvPr/>
        </p:nvSpPr>
        <p:spPr>
          <a:xfrm>
            <a:off x="320040" y="2944368"/>
            <a:ext cx="2926080" cy="402336"/>
          </a:xfrm>
          <a:prstGeom prst="roundRect">
            <a:avLst>
              <a:gd name="adj" fmla="val 50000"/>
            </a:avLst>
          </a:prstGeom>
          <a:solidFill>
            <a:srgbClr val="FFFFFF"/>
          </a:solidFill>
          <a:ln w="12700">
            <a:solidFill>
              <a:srgbClr val="FFFFFF"/>
            </a:solidFill>
            <a:prstDash val="solid"/>
          </a:ln>
        </p:spPr>
        <p:txBody>
          <a:bodyPr/>
          <a:lstStyle/>
          <a:p>
            <a:endParaRPr lang="en-IN"/>
          </a:p>
        </p:txBody>
      </p:sp>
      <p:sp>
        <p:nvSpPr>
          <p:cNvPr id="17" name="Text 13"/>
          <p:cNvSpPr/>
          <p:nvPr/>
        </p:nvSpPr>
        <p:spPr>
          <a:xfrm>
            <a:off x="320040" y="2944368"/>
            <a:ext cx="2926080" cy="402336"/>
          </a:xfrm>
          <a:prstGeom prst="rect">
            <a:avLst/>
          </a:prstGeom>
          <a:noFill/>
          <a:ln/>
        </p:spPr>
        <p:txBody>
          <a:bodyPr wrap="square" lIns="0" tIns="0" rIns="0" bIns="0" rtlCol="0" anchor="ctr"/>
          <a:lstStyle/>
          <a:p>
            <a:pPr marL="0" indent="0" algn="ctr">
              <a:buNone/>
            </a:pPr>
            <a:r>
              <a:rPr lang="en-US" sz="1200" b="1" dirty="0">
                <a:solidFill>
                  <a:srgbClr val="1565C0"/>
                </a:solidFill>
                <a:latin typeface="Calibri" pitchFamily="34" charset="0"/>
                <a:ea typeface="Calibri" pitchFamily="34" charset="-122"/>
                <a:cs typeface="Calibri" pitchFamily="34" charset="-120"/>
              </a:rPr>
              <a:t>Procurement on the Platform</a:t>
            </a:r>
            <a:endParaRPr lang="en-US" sz="1200" dirty="0"/>
          </a:p>
        </p:txBody>
      </p:sp>
      <p:pic>
        <p:nvPicPr>
          <p:cNvPr id="18" name="Image 2" descr="preencoded.png"/>
          <p:cNvPicPr>
            <a:picLocks noChangeAspect="1"/>
          </p:cNvPicPr>
          <p:nvPr/>
        </p:nvPicPr>
        <p:blipFill>
          <a:blip r:embed="rId5"/>
          <a:stretch>
            <a:fillRect/>
          </a:stretch>
        </p:blipFill>
        <p:spPr>
          <a:xfrm>
            <a:off x="246888" y="3584448"/>
            <a:ext cx="475488" cy="475488"/>
          </a:xfrm>
          <a:prstGeom prst="rect">
            <a:avLst/>
          </a:prstGeom>
        </p:spPr>
      </p:pic>
      <p:sp>
        <p:nvSpPr>
          <p:cNvPr id="19" name="Text 14"/>
          <p:cNvSpPr/>
          <p:nvPr/>
        </p:nvSpPr>
        <p:spPr>
          <a:xfrm>
            <a:off x="78638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Odoo Runs Unchanged</a:t>
            </a:r>
            <a:endParaRPr lang="en-US" sz="1150" dirty="0"/>
          </a:p>
        </p:txBody>
      </p:sp>
      <p:sp>
        <p:nvSpPr>
          <p:cNvPr id="20" name="Text 15"/>
          <p:cNvSpPr/>
          <p:nvPr/>
        </p:nvSpPr>
        <p:spPr>
          <a:xfrm>
            <a:off x="78638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Registration, RFQ and reverse bidding unchanged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Award runs exactly as it does today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procurement process is not disturbed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Nothing is migrated out of Odoo</a:t>
            </a:r>
            <a:endParaRPr lang="en-US" sz="1000" dirty="0"/>
          </a:p>
        </p:txBody>
      </p:sp>
      <p:pic>
        <p:nvPicPr>
          <p:cNvPr id="21" name="Image 3" descr="preencoded.png"/>
          <p:cNvPicPr>
            <a:picLocks noChangeAspect="1"/>
          </p:cNvPicPr>
          <p:nvPr/>
        </p:nvPicPr>
        <p:blipFill>
          <a:blip r:embed="rId6"/>
          <a:stretch>
            <a:fillRect/>
          </a:stretch>
        </p:blipFill>
        <p:spPr>
          <a:xfrm>
            <a:off x="4087368" y="3584448"/>
            <a:ext cx="475488" cy="475488"/>
          </a:xfrm>
          <a:prstGeom prst="rect">
            <a:avLst/>
          </a:prstGeom>
        </p:spPr>
      </p:pic>
      <p:sp>
        <p:nvSpPr>
          <p:cNvPr id="22" name="Text 16"/>
          <p:cNvSpPr/>
          <p:nvPr/>
        </p:nvSpPr>
        <p:spPr>
          <a:xfrm>
            <a:off x="4626864" y="3547872"/>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Data Extracted</a:t>
            </a:r>
            <a:endParaRPr lang="en-US" sz="1150" dirty="0"/>
          </a:p>
        </p:txBody>
      </p:sp>
      <p:sp>
        <p:nvSpPr>
          <p:cNvPr id="23" name="Text 17"/>
          <p:cNvSpPr/>
          <p:nvPr/>
        </p:nvSpPr>
        <p:spPr>
          <a:xfrm>
            <a:off x="4626864" y="3877056"/>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Vendor, RFQ and purchase order data extracted</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 the standard ingestion cadence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Held as received in the landing store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first link between the two worlds</a:t>
            </a:r>
            <a:endParaRPr lang="en-US" sz="1000" dirty="0"/>
          </a:p>
        </p:txBody>
      </p:sp>
      <p:pic>
        <p:nvPicPr>
          <p:cNvPr id="24" name="Image 4" descr="preencoded.png"/>
          <p:cNvPicPr>
            <a:picLocks noChangeAspect="1"/>
          </p:cNvPicPr>
          <p:nvPr/>
        </p:nvPicPr>
        <p:blipFill>
          <a:blip r:embed="rId7"/>
          <a:stretch>
            <a:fillRect/>
          </a:stretch>
        </p:blipFill>
        <p:spPr>
          <a:xfrm>
            <a:off x="246888" y="4718304"/>
            <a:ext cx="475488" cy="475488"/>
          </a:xfrm>
          <a:prstGeom prst="rect">
            <a:avLst/>
          </a:prstGeom>
        </p:spPr>
      </p:pic>
      <p:sp>
        <p:nvSpPr>
          <p:cNvPr id="25" name="Text 18"/>
          <p:cNvSpPr/>
          <p:nvPr/>
        </p:nvSpPr>
        <p:spPr>
          <a:xfrm>
            <a:off x="78638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One Vendor Identity</a:t>
            </a:r>
            <a:endParaRPr lang="en-US" sz="1150" dirty="0"/>
          </a:p>
        </p:txBody>
      </p:sp>
      <p:sp>
        <p:nvSpPr>
          <p:cNvPr id="26" name="Text 19"/>
          <p:cNvSpPr/>
          <p:nvPr/>
        </p:nvSpPr>
        <p:spPr>
          <a:xfrm>
            <a:off x="78638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Vendors resolve to the counterparty master</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The same master the books use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One vendor identity across both systems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Identity Resolution proposes, a person confirms</a:t>
            </a:r>
            <a:endParaRPr lang="en-US" sz="1000" dirty="0"/>
          </a:p>
        </p:txBody>
      </p:sp>
      <p:pic>
        <p:nvPicPr>
          <p:cNvPr id="27" name="Image 5" descr="preencoded.png"/>
          <p:cNvPicPr>
            <a:picLocks noChangeAspect="1"/>
          </p:cNvPicPr>
          <p:nvPr/>
        </p:nvPicPr>
        <p:blipFill>
          <a:blip r:embed="rId8"/>
          <a:stretch>
            <a:fillRect/>
          </a:stretch>
        </p:blipFill>
        <p:spPr>
          <a:xfrm>
            <a:off x="4087368" y="4718304"/>
            <a:ext cx="475488" cy="475488"/>
          </a:xfrm>
          <a:prstGeom prst="rect">
            <a:avLst/>
          </a:prstGeom>
        </p:spPr>
      </p:pic>
      <p:sp>
        <p:nvSpPr>
          <p:cNvPr id="28" name="Text 20"/>
          <p:cNvSpPr/>
          <p:nvPr/>
        </p:nvSpPr>
        <p:spPr>
          <a:xfrm>
            <a:off x="4626864" y="4681728"/>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Three-way Matching</a:t>
            </a:r>
            <a:endParaRPr lang="en-US" sz="1150" dirty="0"/>
          </a:p>
        </p:txBody>
      </p:sp>
      <p:sp>
        <p:nvSpPr>
          <p:cNvPr id="29" name="Text 21"/>
          <p:cNvSpPr/>
          <p:nvPr/>
        </p:nvSpPr>
        <p:spPr>
          <a:xfrm>
            <a:off x="4626864" y="5010912"/>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Purchase order matched to goods receipt</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And to the vendor invoice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Three-way match where receipts sit in Odoo</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Tolerances configured, not coded</a:t>
            </a:r>
            <a:endParaRPr lang="en-US" sz="1000" dirty="0"/>
          </a:p>
        </p:txBody>
      </p:sp>
      <p:pic>
        <p:nvPicPr>
          <p:cNvPr id="30" name="Image 6" descr="preencoded.png"/>
          <p:cNvPicPr>
            <a:picLocks noChangeAspect="1"/>
          </p:cNvPicPr>
          <p:nvPr/>
        </p:nvPicPr>
        <p:blipFill>
          <a:blip r:embed="rId9"/>
          <a:stretch>
            <a:fillRect/>
          </a:stretch>
        </p:blipFill>
        <p:spPr>
          <a:xfrm>
            <a:off x="246888" y="5852160"/>
            <a:ext cx="475488" cy="475488"/>
          </a:xfrm>
          <a:prstGeom prst="rect">
            <a:avLst/>
          </a:prstGeom>
        </p:spPr>
      </p:pic>
      <p:sp>
        <p:nvSpPr>
          <p:cNvPr id="31" name="Text 22"/>
          <p:cNvSpPr/>
          <p:nvPr/>
        </p:nvSpPr>
        <p:spPr>
          <a:xfrm>
            <a:off x="78638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Payables Aging</a:t>
            </a:r>
            <a:endParaRPr lang="en-US" sz="1150" dirty="0"/>
          </a:p>
        </p:txBody>
      </p:sp>
      <p:sp>
        <p:nvSpPr>
          <p:cNvPr id="32" name="Text 23"/>
          <p:cNvSpPr/>
          <p:nvPr/>
        </p:nvSpPr>
        <p:spPr>
          <a:xfrm>
            <a:off x="78638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Aging computed from matched invoices and terms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Supplies the payables position treasury lacks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Feeds the fund planning view directly</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Available at any point in the month</a:t>
            </a:r>
            <a:endParaRPr lang="en-US" sz="1000" dirty="0"/>
          </a:p>
        </p:txBody>
      </p:sp>
      <p:pic>
        <p:nvPicPr>
          <p:cNvPr id="33" name="Image 7" descr="preencoded.png"/>
          <p:cNvPicPr>
            <a:picLocks noChangeAspect="1"/>
          </p:cNvPicPr>
          <p:nvPr/>
        </p:nvPicPr>
        <p:blipFill>
          <a:blip r:embed="rId10"/>
          <a:stretch>
            <a:fillRect/>
          </a:stretch>
        </p:blipFill>
        <p:spPr>
          <a:xfrm>
            <a:off x="4087368" y="5852160"/>
            <a:ext cx="475488" cy="475488"/>
          </a:xfrm>
          <a:prstGeom prst="rect">
            <a:avLst/>
          </a:prstGeom>
        </p:spPr>
      </p:pic>
      <p:sp>
        <p:nvSpPr>
          <p:cNvPr id="34" name="Text 24"/>
          <p:cNvSpPr/>
          <p:nvPr/>
        </p:nvSpPr>
        <p:spPr>
          <a:xfrm>
            <a:off x="4626864" y="5815584"/>
            <a:ext cx="3246120" cy="310896"/>
          </a:xfrm>
          <a:prstGeom prst="rect">
            <a:avLst/>
          </a:prstGeom>
          <a:noFill/>
          <a:ln/>
        </p:spPr>
        <p:txBody>
          <a:bodyPr wrap="square" lIns="0" tIns="0" rIns="0" bIns="0" rtlCol="0" anchor="ctr"/>
          <a:lstStyle/>
          <a:p>
            <a:pPr marL="0" indent="0">
              <a:buNone/>
            </a:pPr>
            <a:r>
              <a:rPr lang="en-US" sz="1150" b="1" dirty="0">
                <a:solidFill>
                  <a:srgbClr val="FFFFFF"/>
                </a:solidFill>
                <a:latin typeface="Calibri" pitchFamily="34" charset="0"/>
                <a:ea typeface="Calibri" pitchFamily="34" charset="-122"/>
                <a:cs typeface="Calibri" pitchFamily="34" charset="-120"/>
              </a:rPr>
              <a:t>Exceptions Raised</a:t>
            </a:r>
            <a:endParaRPr lang="en-US" sz="1150" dirty="0"/>
          </a:p>
        </p:txBody>
      </p:sp>
      <p:sp>
        <p:nvSpPr>
          <p:cNvPr id="35" name="Text 25"/>
          <p:cNvSpPr/>
          <p:nvPr/>
        </p:nvSpPr>
        <p:spPr>
          <a:xfrm>
            <a:off x="4626864" y="6144768"/>
            <a:ext cx="3246120" cy="658368"/>
          </a:xfrm>
          <a:prstGeom prst="rect">
            <a:avLst/>
          </a:prstGeom>
          <a:noFill/>
          <a:ln/>
        </p:spPr>
        <p:txBody>
          <a:bodyPr wrap="square" lIns="0" tIns="0" rIns="0" bIns="0" rtlCol="0" anchor="t"/>
          <a:lstStyle/>
          <a:p>
            <a:pPr marL="0" indent="0">
              <a:buNone/>
            </a:pPr>
            <a:r>
              <a:rPr lang="en-US" sz="1000" dirty="0">
                <a:solidFill>
                  <a:srgbClr val="DBEAFE"/>
                </a:solidFill>
                <a:latin typeface="Calibri" pitchFamily="34" charset="0"/>
                <a:ea typeface="Calibri" pitchFamily="34" charset="-122"/>
                <a:cs typeface="Calibri" pitchFamily="34" charset="-120"/>
              </a:rPr>
              <a:t>• Unmatched items raised as cases</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Out-of-tolerance items raised alongside</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Owned, aged and closed with a reason</a:t>
            </a:r>
            <a:endParaRPr lang="en-US" sz="1000" dirty="0"/>
          </a:p>
          <a:p>
            <a:pPr marL="0" indent="0">
              <a:buNone/>
            </a:pPr>
            <a:r>
              <a:rPr lang="en-US" sz="1000" dirty="0">
                <a:solidFill>
                  <a:srgbClr val="DBEAFE"/>
                </a:solidFill>
                <a:latin typeface="Calibri" pitchFamily="34" charset="0"/>
                <a:ea typeface="Calibri" pitchFamily="34" charset="-122"/>
                <a:cs typeface="Calibri" pitchFamily="34" charset="-120"/>
              </a:rPr>
              <a:t>• Control over the procure-to-pay chain</a:t>
            </a:r>
            <a:endParaRPr lang="en-US" sz="1000" dirty="0"/>
          </a:p>
        </p:txBody>
      </p:sp>
      <p:sp>
        <p:nvSpPr>
          <p:cNvPr id="36" name="Shape 26"/>
          <p:cNvSpPr/>
          <p:nvPr/>
        </p:nvSpPr>
        <p:spPr>
          <a:xfrm>
            <a:off x="7936992" y="3161757"/>
            <a:ext cx="4023360" cy="2924251"/>
          </a:xfrm>
          <a:prstGeom prst="rect">
            <a:avLst/>
          </a:prstGeom>
          <a:solidFill>
            <a:srgbClr val="1A237E"/>
          </a:solidFill>
          <a:ln w="19050">
            <a:solidFill>
              <a:srgbClr val="283593"/>
            </a:solidFill>
            <a:prstDash val="solid"/>
          </a:ln>
        </p:spPr>
        <p:txBody>
          <a:bodyPr/>
          <a:lstStyle/>
          <a:p>
            <a:endParaRPr lang="en-IN"/>
          </a:p>
        </p:txBody>
      </p:sp>
      <p:sp>
        <p:nvSpPr>
          <p:cNvPr id="65" name="Shape 55"/>
          <p:cNvSpPr/>
          <p:nvPr/>
        </p:nvSpPr>
        <p:spPr>
          <a:xfrm>
            <a:off x="7936992" y="6086008"/>
            <a:ext cx="4023360" cy="374904"/>
          </a:xfrm>
          <a:prstGeom prst="rect">
            <a:avLst/>
          </a:prstGeom>
          <a:solidFill>
            <a:srgbClr val="9E9E9E"/>
          </a:solidFill>
          <a:ln w="12700">
            <a:solidFill>
              <a:srgbClr val="757575"/>
            </a:solidFill>
            <a:prstDash val="solid"/>
          </a:ln>
        </p:spPr>
        <p:txBody>
          <a:bodyPr/>
          <a:lstStyle/>
          <a:p>
            <a:endParaRPr lang="en-IN"/>
          </a:p>
        </p:txBody>
      </p:sp>
      <p:grpSp>
        <p:nvGrpSpPr>
          <p:cNvPr id="68" name="Group 122">
            <a:extLst>
              <a:ext uri="{FF2B5EF4-FFF2-40B4-BE49-F238E27FC236}">
                <a16:creationId xmlns:a16="http://schemas.microsoft.com/office/drawing/2014/main" id="{0FD2F7AB-FA51-E492-05C7-D2305C31A01E}"/>
              </a:ext>
            </a:extLst>
          </p:cNvPr>
          <p:cNvGrpSpPr/>
          <p:nvPr/>
        </p:nvGrpSpPr>
        <p:grpSpPr>
          <a:xfrm>
            <a:off x="10383704" y="237274"/>
            <a:ext cx="1613776" cy="290881"/>
            <a:chOff x="0" y="0"/>
            <a:chExt cx="3227553" cy="581762"/>
          </a:xfrm>
        </p:grpSpPr>
        <p:sp>
          <p:nvSpPr>
            <p:cNvPr id="69" name="Freeform 123">
              <a:extLst>
                <a:ext uri="{FF2B5EF4-FFF2-40B4-BE49-F238E27FC236}">
                  <a16:creationId xmlns:a16="http://schemas.microsoft.com/office/drawing/2014/main" id="{FF189B22-ACBA-56F9-F8B2-21226E9115B1}"/>
                </a:ext>
              </a:extLst>
            </p:cNvPr>
            <p:cNvSpPr/>
            <p:nvPr/>
          </p:nvSpPr>
          <p:spPr>
            <a:xfrm>
              <a:off x="0" y="0"/>
              <a:ext cx="3227578" cy="581787"/>
            </a:xfrm>
            <a:custGeom>
              <a:avLst/>
              <a:gdLst/>
              <a:ahLst/>
              <a:cxnLst/>
              <a:rect l="l" t="t" r="r" b="b"/>
              <a:pathLst>
                <a:path w="3227578" h="581787">
                  <a:moveTo>
                    <a:pt x="0" y="0"/>
                  </a:moveTo>
                  <a:lnTo>
                    <a:pt x="3227578" y="0"/>
                  </a:lnTo>
                  <a:lnTo>
                    <a:pt x="3227578" y="581787"/>
                  </a:lnTo>
                  <a:lnTo>
                    <a:pt x="0" y="581787"/>
                  </a:lnTo>
                  <a:lnTo>
                    <a:pt x="0" y="0"/>
                  </a:lnTo>
                  <a:close/>
                </a:path>
              </a:pathLst>
            </a:custGeom>
            <a:blipFill>
              <a:blip r:embed="rId11"/>
              <a:stretch>
                <a:fillRect b="4"/>
              </a:stretch>
            </a:blipFill>
          </p:spPr>
          <p:txBody>
            <a:bodyPr/>
            <a:lstStyle/>
            <a:p>
              <a:endParaRPr lang="en-IN" sz="1200"/>
            </a:p>
          </p:txBody>
        </p:sp>
      </p:grpSp>
      <p:sp>
        <p:nvSpPr>
          <p:cNvPr id="5001" name="FlowTitle1"/>
          <p:cNvSpPr/>
          <p:nvPr/>
        </p:nvSpPr>
        <p:spPr>
          <a:xfrm>
            <a:off x="8156992" y="3331757"/>
            <a:ext cx="3583360" cy="280000"/>
          </a:xfrm>
          <a:prstGeom prst="roundRect">
            <a:avLst>
              <a:gd name="adj" fmla="val 16667"/>
            </a:avLst>
          </a:prstGeom>
          <a:solidFill>
            <a:srgbClr val="1A3A6B"/>
          </a:solidFill>
          <a:ln w="19050">
            <a:solidFill>
              <a:srgbClr val="2A5F9E"/>
            </a:solidFill>
            <a:prstDash val="solid"/>
          </a:ln>
        </p:spPr>
        <p:txBody>
          <a:bodyPr wrap="square" lIns="45720" tIns="45720" rIns="45720" bIns="45720" rtlCol="0" anchor="ctr"/>
          <a:lstStyle/>
          <a:p>
            <a:pPr marL="0" indent="0" algn="ctr">
              <a:buNone/>
            </a:pPr>
            <a:r>
              <a:rPr lang="en-US" sz="1000" b="1" dirty="0">
                <a:solidFill>
                  <a:srgbClr val="FFFFFF"/>
                </a:solidFill>
                <a:latin typeface="Calibri" pitchFamily="34" charset="0"/>
                <a:ea typeface="Calibri"/>
                <a:cs typeface="Calibri"/>
              </a:rPr>
              <a:t>Procurement on the Platform</a:t>
            </a:r>
            <a:endParaRPr lang="en-US" sz="800" dirty="0"/>
          </a:p>
        </p:txBody>
      </p:sp>
      <p:sp>
        <p:nvSpPr>
          <p:cNvPr id="5002" name="StepCircle1_0"/>
          <p:cNvSpPr/>
          <p:nvPr/>
        </p:nvSpPr>
        <p:spPr>
          <a:xfrm>
            <a:off x="8156992" y="3711757"/>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1</a:t>
            </a:r>
            <a:endParaRPr lang="en-US" sz="800" dirty="0"/>
          </a:p>
        </p:txBody>
      </p:sp>
      <p:sp>
        <p:nvSpPr>
          <p:cNvPr id="5003" name="StepPill1_0"/>
          <p:cNvSpPr/>
          <p:nvPr/>
        </p:nvSpPr>
        <p:spPr>
          <a:xfrm>
            <a:off x="8556992" y="3731757"/>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Odoo unchanged</a:t>
            </a:r>
            <a:endParaRPr lang="en-US" sz="800" dirty="0"/>
          </a:p>
        </p:txBody>
      </p:sp>
      <p:sp>
        <p:nvSpPr>
          <p:cNvPr id="5005" name="StepCircle1_1"/>
          <p:cNvSpPr/>
          <p:nvPr/>
        </p:nvSpPr>
        <p:spPr>
          <a:xfrm>
            <a:off x="8156992" y="4075798"/>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2</a:t>
            </a:r>
            <a:endParaRPr lang="en-US" sz="800" dirty="0"/>
          </a:p>
        </p:txBody>
      </p:sp>
      <p:sp>
        <p:nvSpPr>
          <p:cNvPr id="5006" name="StepPill1_1"/>
          <p:cNvSpPr/>
          <p:nvPr/>
        </p:nvSpPr>
        <p:spPr>
          <a:xfrm>
            <a:off x="8556992" y="4095798"/>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Extract the data</a:t>
            </a:r>
            <a:endParaRPr lang="en-US" sz="800" dirty="0"/>
          </a:p>
        </p:txBody>
      </p:sp>
      <p:sp>
        <p:nvSpPr>
          <p:cNvPr id="5008" name="StepCircle1_2"/>
          <p:cNvSpPr/>
          <p:nvPr/>
        </p:nvSpPr>
        <p:spPr>
          <a:xfrm>
            <a:off x="8156992" y="4439839"/>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3</a:t>
            </a:r>
            <a:endParaRPr lang="en-US" sz="800" dirty="0"/>
          </a:p>
        </p:txBody>
      </p:sp>
      <p:sp>
        <p:nvSpPr>
          <p:cNvPr id="5009" name="StepPill1_2"/>
          <p:cNvSpPr/>
          <p:nvPr/>
        </p:nvSpPr>
        <p:spPr>
          <a:xfrm>
            <a:off x="8556992" y="4459839"/>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Resolve identity</a:t>
            </a:r>
            <a:endParaRPr lang="en-US" sz="800" dirty="0"/>
          </a:p>
        </p:txBody>
      </p:sp>
      <p:sp>
        <p:nvSpPr>
          <p:cNvPr id="5011" name="StepCircle1_3"/>
          <p:cNvSpPr/>
          <p:nvPr/>
        </p:nvSpPr>
        <p:spPr>
          <a:xfrm>
            <a:off x="8156992" y="4803880"/>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4</a:t>
            </a:r>
            <a:endParaRPr lang="en-US" sz="800" dirty="0"/>
          </a:p>
        </p:txBody>
      </p:sp>
      <p:sp>
        <p:nvSpPr>
          <p:cNvPr id="5012" name="StepPill1_3"/>
          <p:cNvSpPr/>
          <p:nvPr/>
        </p:nvSpPr>
        <p:spPr>
          <a:xfrm>
            <a:off x="8556992" y="4823880"/>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Match PO, GRN, invoice</a:t>
            </a:r>
            <a:endParaRPr lang="en-US" sz="800" dirty="0"/>
          </a:p>
        </p:txBody>
      </p:sp>
      <p:sp>
        <p:nvSpPr>
          <p:cNvPr id="5014" name="StepCircle1_4"/>
          <p:cNvSpPr/>
          <p:nvPr/>
        </p:nvSpPr>
        <p:spPr>
          <a:xfrm>
            <a:off x="8156992" y="5167921"/>
            <a:ext cx="320000" cy="320000"/>
          </a:xfrm>
          <a:prstGeom prst="roundRect">
            <a:avLst>
              <a:gd name="adj" fmla="val 50000"/>
            </a:avLst>
          </a:prstGeom>
          <a:solidFill>
            <a:srgbClr val="1A7A4A"/>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5</a:t>
            </a:r>
            <a:endParaRPr lang="en-US" sz="800" dirty="0"/>
          </a:p>
        </p:txBody>
      </p:sp>
      <p:sp>
        <p:nvSpPr>
          <p:cNvPr id="5015" name="StepPill1_4"/>
          <p:cNvSpPr/>
          <p:nvPr/>
        </p:nvSpPr>
        <p:spPr>
          <a:xfrm>
            <a:off x="8556992" y="5187921"/>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Compute aging</a:t>
            </a:r>
            <a:endParaRPr lang="en-US" sz="800" dirty="0"/>
          </a:p>
        </p:txBody>
      </p:sp>
      <p:sp>
        <p:nvSpPr>
          <p:cNvPr id="5017" name="StepCircle1_5"/>
          <p:cNvSpPr/>
          <p:nvPr/>
        </p:nvSpPr>
        <p:spPr>
          <a:xfrm>
            <a:off x="8156992" y="5531962"/>
            <a:ext cx="320000" cy="320000"/>
          </a:xfrm>
          <a:prstGeom prst="roundRect">
            <a:avLst>
              <a:gd name="adj" fmla="val 50000"/>
            </a:avLst>
          </a:prstGeom>
          <a:solidFill>
            <a:srgbClr val="166F42"/>
          </a:solidFill>
          <a:ln>
            <a:noFill/>
          </a:ln>
        </p:spPr>
        <p:txBody>
          <a:bodyPr wrap="square" lIns="45720" tIns="45720" rIns="45720" bIns="45720" rtlCol="0" anchor="ctr"/>
          <a:lstStyle/>
          <a:p>
            <a:pPr marL="0" indent="0" algn="ctr">
              <a:buNone/>
            </a:pPr>
            <a:r>
              <a:rPr lang="en-US" sz="1100" b="1" dirty="0">
                <a:solidFill>
                  <a:srgbClr val="FFFFFF"/>
                </a:solidFill>
                <a:latin typeface="Calibri" pitchFamily="34" charset="0"/>
                <a:ea typeface="Calibri"/>
                <a:cs typeface="Calibri"/>
              </a:rPr>
              <a:t>6</a:t>
            </a:r>
            <a:endParaRPr lang="en-US" sz="800" dirty="0"/>
          </a:p>
        </p:txBody>
      </p:sp>
      <p:sp>
        <p:nvSpPr>
          <p:cNvPr id="5018" name="StepPill1_5"/>
          <p:cNvSpPr/>
          <p:nvPr/>
        </p:nvSpPr>
        <p:spPr>
          <a:xfrm>
            <a:off x="8556992" y="5551962"/>
            <a:ext cx="3183360" cy="280000"/>
          </a:xfrm>
          <a:prstGeom prst="roundRect">
            <a:avLst>
              <a:gd name="adj" fmla="val 16667"/>
            </a:avLst>
          </a:prstGeom>
          <a:solidFill>
            <a:srgbClr val="0F2D5A"/>
          </a:solidFill>
          <a:ln w="9525">
            <a:solidFill>
              <a:srgbClr val="2A5F9E"/>
            </a:solidFill>
            <a:prstDash val="solid"/>
          </a:ln>
        </p:spPr>
        <p:txBody>
          <a:bodyPr wrap="square" lIns="45720" tIns="45720" rIns="45720" bIns="45720" rtlCol="0" anchor="ctr"/>
          <a:lstStyle/>
          <a:p>
            <a:pPr marL="0" indent="0">
              <a:buNone/>
            </a:pPr>
            <a:r>
              <a:rPr lang="en-US" sz="900" b="1" dirty="0">
                <a:solidFill>
                  <a:srgbClr val="E8F4FF"/>
                </a:solidFill>
                <a:latin typeface="Calibri" pitchFamily="34" charset="0"/>
                <a:ea typeface="Calibri"/>
                <a:cs typeface="Calibri"/>
              </a:rPr>
              <a:t>Raise exceptions</a:t>
            </a:r>
            <a:endParaRPr lang="en-US" sz="800" dirty="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54377-D032-BE29-53D6-D4B9B20F331A}"/>
            </a:ext>
          </a:extLst>
        </p:cNvPr>
        <p:cNvGrpSpPr/>
        <p:nvPr/>
      </p:nvGrpSpPr>
      <p:grpSpPr>
        <a:xfrm>
          <a:off x="0" y="0"/>
          <a:ext cx="0" cy="0"/>
          <a:chOff x="0" y="0"/>
          <a:chExt cx="0" cy="0"/>
        </a:xfrm>
      </p:grpSpPr>
      <p:sp>
        <p:nvSpPr>
          <p:cNvPr id="17" name="Rectangle 16">
            <a:extLst>
              <a:ext uri="{FF2B5EF4-FFF2-40B4-BE49-F238E27FC236}">
                <a16:creationId xmlns:a16="http://schemas.microsoft.com/office/drawing/2014/main" id="{1614D0B8-CF3A-9E95-D3B0-B6F3AC25A049}"/>
              </a:ext>
            </a:extLst>
          </p:cNvPr>
          <p:cNvSpPr/>
          <p:nvPr/>
        </p:nvSpPr>
        <p:spPr>
          <a:xfrm>
            <a:off x="56332" y="0"/>
            <a:ext cx="2965411" cy="6858000"/>
          </a:xfrm>
          <a:prstGeom prst="rect">
            <a:avLst/>
          </a:prstGeom>
          <a:solidFill>
            <a:srgbClr val="3EA755">
              <a:alpha val="81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 name="Picture 18">
            <a:extLst>
              <a:ext uri="{FF2B5EF4-FFF2-40B4-BE49-F238E27FC236}">
                <a16:creationId xmlns:a16="http://schemas.microsoft.com/office/drawing/2014/main" id="{2CD03001-0527-A772-070E-09A41F1DBFAA}"/>
              </a:ext>
            </a:extLst>
          </p:cNvPr>
          <p:cNvPicPr>
            <a:picLocks noChangeAspect="1"/>
          </p:cNvPicPr>
          <p:nvPr/>
        </p:nvPicPr>
        <p:blipFill>
          <a:blip r:embed="rId2" cstate="print">
            <a:extLst>
              <a:ext uri="{28A0092B-C50C-407E-A947-70E740481C1C}">
                <a14:useLocalDpi xmlns:a14="http://schemas.microsoft.com/office/drawing/2010/main" val="0"/>
              </a:ext>
            </a:extLst>
          </a:blip>
          <a:srcRect l="17057" r="15694"/>
          <a:stretch>
            <a:fillRect/>
          </a:stretch>
        </p:blipFill>
        <p:spPr>
          <a:xfrm>
            <a:off x="1" y="0"/>
            <a:ext cx="2969484" cy="6858000"/>
          </a:xfrm>
          <a:prstGeom prst="rect">
            <a:avLst/>
          </a:prstGeom>
        </p:spPr>
      </p:pic>
      <p:sp>
        <p:nvSpPr>
          <p:cNvPr id="20" name="Rectangle 19">
            <a:extLst>
              <a:ext uri="{FF2B5EF4-FFF2-40B4-BE49-F238E27FC236}">
                <a16:creationId xmlns:a16="http://schemas.microsoft.com/office/drawing/2014/main" id="{386F2D80-EEBD-5472-995A-9FB7B4F01A7E}"/>
              </a:ext>
            </a:extLst>
          </p:cNvPr>
          <p:cNvSpPr/>
          <p:nvPr/>
        </p:nvSpPr>
        <p:spPr>
          <a:xfrm>
            <a:off x="-445" y="0"/>
            <a:ext cx="2978591" cy="6858000"/>
          </a:xfrm>
          <a:prstGeom prst="rect">
            <a:avLst/>
          </a:prstGeom>
          <a:solidFill>
            <a:srgbClr val="2562E8">
              <a:alpha val="9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2" name="Graphic 21">
            <a:extLst>
              <a:ext uri="{FF2B5EF4-FFF2-40B4-BE49-F238E27FC236}">
                <a16:creationId xmlns:a16="http://schemas.microsoft.com/office/drawing/2014/main" id="{623DB5CC-B791-D574-C921-36F094981EA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rot="5400000">
            <a:off x="367782" y="5037287"/>
            <a:ext cx="1409700" cy="1409700"/>
          </a:xfrm>
          <a:prstGeom prst="rect">
            <a:avLst/>
          </a:prstGeom>
        </p:spPr>
      </p:pic>
      <p:sp>
        <p:nvSpPr>
          <p:cNvPr id="4" name="Title 1">
            <a:extLst>
              <a:ext uri="{FF2B5EF4-FFF2-40B4-BE49-F238E27FC236}">
                <a16:creationId xmlns:a16="http://schemas.microsoft.com/office/drawing/2014/main" id="{D6AA6183-533E-211A-DEBB-7E234D2D6294}"/>
              </a:ext>
            </a:extLst>
          </p:cNvPr>
          <p:cNvSpPr txBox="1">
            <a:spLocks/>
          </p:cNvSpPr>
          <p:nvPr/>
        </p:nvSpPr>
        <p:spPr>
          <a:xfrm>
            <a:off x="212200" y="1366542"/>
            <a:ext cx="2619376" cy="284601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Bef>
                <a:spcPts val="1000"/>
              </a:spcBef>
            </a:pPr>
            <a:r>
              <a:rPr lang="en-US" sz="2000">
                <a:solidFill>
                  <a:schemeClr val="bg1"/>
                </a:solidFill>
                <a:latin typeface="Satoshi Medium" pitchFamily="50" charset="0"/>
                <a:ea typeface="+mn-ea"/>
                <a:cs typeface="+mn-cs"/>
              </a:rPr>
              <a:t>Diverse Domain, Consulting and AI Engineering Strength</a:t>
            </a:r>
          </a:p>
          <a:p>
            <a:pPr>
              <a:spcBef>
                <a:spcPts val="1000"/>
              </a:spcBef>
            </a:pPr>
            <a:endParaRPr lang="en-US" sz="2000">
              <a:solidFill>
                <a:schemeClr val="bg1"/>
              </a:solidFill>
              <a:latin typeface="Satoshi Medium" pitchFamily="50" charset="0"/>
              <a:ea typeface="+mn-ea"/>
              <a:cs typeface="+mn-cs"/>
            </a:endParaRPr>
          </a:p>
          <a:p>
            <a:pPr algn="ctr">
              <a:spcBef>
                <a:spcPts val="1000"/>
              </a:spcBef>
            </a:pPr>
            <a:r>
              <a:rPr lang="en-US" sz="2000">
                <a:solidFill>
                  <a:schemeClr val="bg1"/>
                </a:solidFill>
                <a:latin typeface="Satoshi Medium" pitchFamily="50" charset="0"/>
                <a:ea typeface="+mn-ea"/>
                <a:cs typeface="+mn-cs"/>
              </a:rPr>
              <a:t>Full-stack AI engineering across multiple technology pillars</a:t>
            </a:r>
          </a:p>
        </p:txBody>
      </p:sp>
      <p:sp>
        <p:nvSpPr>
          <p:cNvPr id="9" name="Rectangle: Rounded Corners 8">
            <a:extLst>
              <a:ext uri="{FF2B5EF4-FFF2-40B4-BE49-F238E27FC236}">
                <a16:creationId xmlns:a16="http://schemas.microsoft.com/office/drawing/2014/main" id="{68627068-50B7-632D-3F5A-478C3DAECB33}"/>
              </a:ext>
            </a:extLst>
          </p:cNvPr>
          <p:cNvSpPr/>
          <p:nvPr/>
        </p:nvSpPr>
        <p:spPr>
          <a:xfrm>
            <a:off x="6405410" y="920431"/>
            <a:ext cx="2201473" cy="349599"/>
          </a:xfrm>
          <a:prstGeom prst="roundRect">
            <a:avLst>
              <a:gd name="adj" fmla="val 50000"/>
            </a:avLst>
          </a:prstGeom>
          <a:solidFill>
            <a:srgbClr val="1752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 name="Rectangle: Rounded Corners 9">
            <a:extLst>
              <a:ext uri="{FF2B5EF4-FFF2-40B4-BE49-F238E27FC236}">
                <a16:creationId xmlns:a16="http://schemas.microsoft.com/office/drawing/2014/main" id="{559B9785-65FF-6550-4CDF-C21CC23ACF6B}"/>
              </a:ext>
            </a:extLst>
          </p:cNvPr>
          <p:cNvSpPr/>
          <p:nvPr/>
        </p:nvSpPr>
        <p:spPr>
          <a:xfrm>
            <a:off x="3585120" y="906094"/>
            <a:ext cx="2201473" cy="349599"/>
          </a:xfrm>
          <a:prstGeom prst="roundRect">
            <a:avLst>
              <a:gd name="adj" fmla="val 50000"/>
            </a:avLst>
          </a:prstGeom>
          <a:solidFill>
            <a:srgbClr val="1752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nvGrpSpPr>
          <p:cNvPr id="13" name="Group 12">
            <a:extLst>
              <a:ext uri="{FF2B5EF4-FFF2-40B4-BE49-F238E27FC236}">
                <a16:creationId xmlns:a16="http://schemas.microsoft.com/office/drawing/2014/main" id="{F979DF60-6128-0EEB-0527-058C193B48E6}"/>
              </a:ext>
            </a:extLst>
          </p:cNvPr>
          <p:cNvGrpSpPr/>
          <p:nvPr/>
        </p:nvGrpSpPr>
        <p:grpSpPr>
          <a:xfrm>
            <a:off x="3433545" y="3851191"/>
            <a:ext cx="8171809" cy="349599"/>
            <a:chOff x="2261443" y="885680"/>
            <a:chExt cx="6099307" cy="349598"/>
          </a:xfrm>
          <a:solidFill>
            <a:srgbClr val="1752D7"/>
          </a:solidFill>
        </p:grpSpPr>
        <p:sp>
          <p:nvSpPr>
            <p:cNvPr id="14" name="Rectangle: Rounded Corners 13">
              <a:extLst>
                <a:ext uri="{FF2B5EF4-FFF2-40B4-BE49-F238E27FC236}">
                  <a16:creationId xmlns:a16="http://schemas.microsoft.com/office/drawing/2014/main" id="{EC6AE657-179B-0686-DDC5-9DF86354B976}"/>
                </a:ext>
              </a:extLst>
            </p:cNvPr>
            <p:cNvSpPr/>
            <p:nvPr/>
          </p:nvSpPr>
          <p:spPr>
            <a:xfrm>
              <a:off x="2261443" y="885680"/>
              <a:ext cx="2752220" cy="349598"/>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436DA018-1024-DC27-8C46-8322FF2BC479}"/>
                </a:ext>
              </a:extLst>
            </p:cNvPr>
            <p:cNvSpPr/>
            <p:nvPr/>
          </p:nvSpPr>
          <p:spPr>
            <a:xfrm>
              <a:off x="5588673" y="885680"/>
              <a:ext cx="2772077" cy="349598"/>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 name="Group 22">
            <a:extLst>
              <a:ext uri="{FF2B5EF4-FFF2-40B4-BE49-F238E27FC236}">
                <a16:creationId xmlns:a16="http://schemas.microsoft.com/office/drawing/2014/main" id="{95BF4B8D-5983-01A8-75D0-6E36E752CBCF}"/>
              </a:ext>
            </a:extLst>
          </p:cNvPr>
          <p:cNvGrpSpPr/>
          <p:nvPr/>
        </p:nvGrpSpPr>
        <p:grpSpPr>
          <a:xfrm>
            <a:off x="5960371" y="1270029"/>
            <a:ext cx="2965411" cy="2406363"/>
            <a:chOff x="5292012" y="1317912"/>
            <a:chExt cx="2219325" cy="2406363"/>
          </a:xfrm>
        </p:grpSpPr>
        <p:cxnSp>
          <p:nvCxnSpPr>
            <p:cNvPr id="18" name="Straight Connector 17">
              <a:extLst>
                <a:ext uri="{FF2B5EF4-FFF2-40B4-BE49-F238E27FC236}">
                  <a16:creationId xmlns:a16="http://schemas.microsoft.com/office/drawing/2014/main" id="{0EA6A1FE-E2E4-8CE7-3440-8B9E5B14A9C9}"/>
                </a:ext>
              </a:extLst>
            </p:cNvPr>
            <p:cNvCxnSpPr>
              <a:cxnSpLocks/>
            </p:cNvCxnSpPr>
            <p:nvPr/>
          </p:nvCxnSpPr>
          <p:spPr>
            <a:xfrm>
              <a:off x="5292012" y="1317912"/>
              <a:ext cx="0" cy="2406363"/>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5323CA-D1B0-49AE-E3AB-544ECB6AC736}"/>
                </a:ext>
              </a:extLst>
            </p:cNvPr>
            <p:cNvCxnSpPr>
              <a:cxnSpLocks/>
            </p:cNvCxnSpPr>
            <p:nvPr/>
          </p:nvCxnSpPr>
          <p:spPr>
            <a:xfrm>
              <a:off x="7511337" y="1317912"/>
              <a:ext cx="0" cy="2406363"/>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cxnSp>
        <p:nvCxnSpPr>
          <p:cNvPr id="24" name="Straight Connector 23">
            <a:extLst>
              <a:ext uri="{FF2B5EF4-FFF2-40B4-BE49-F238E27FC236}">
                <a16:creationId xmlns:a16="http://schemas.microsoft.com/office/drawing/2014/main" id="{26A9EE70-DB7D-67D5-A077-6A72CC33ADC8}"/>
              </a:ext>
            </a:extLst>
          </p:cNvPr>
          <p:cNvCxnSpPr>
            <a:cxnSpLocks/>
          </p:cNvCxnSpPr>
          <p:nvPr/>
        </p:nvCxnSpPr>
        <p:spPr>
          <a:xfrm>
            <a:off x="7506145" y="4133705"/>
            <a:ext cx="0" cy="2406363"/>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B63A55FA-F8D2-D68A-B41B-00EEEE6EB657}"/>
              </a:ext>
            </a:extLst>
          </p:cNvPr>
          <p:cNvSpPr/>
          <p:nvPr/>
        </p:nvSpPr>
        <p:spPr>
          <a:xfrm>
            <a:off x="6782550" y="847435"/>
            <a:ext cx="1447191" cy="480739"/>
          </a:xfrm>
          <a:prstGeom prst="rect">
            <a:avLst/>
          </a:prstGeom>
          <a:no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a:solidFill>
                  <a:schemeClr val="bg1"/>
                </a:solidFill>
                <a:latin typeface="Inter" panose="02000503000000020004" pitchFamily="2" charset="0"/>
                <a:ea typeface="Inter" panose="02000503000000020004" pitchFamily="2" charset="0"/>
              </a:rPr>
              <a:t>Cloud</a:t>
            </a:r>
          </a:p>
        </p:txBody>
      </p:sp>
      <p:sp>
        <p:nvSpPr>
          <p:cNvPr id="27" name="Rectangle 26">
            <a:extLst>
              <a:ext uri="{FF2B5EF4-FFF2-40B4-BE49-F238E27FC236}">
                <a16:creationId xmlns:a16="http://schemas.microsoft.com/office/drawing/2014/main" id="{001602B9-2C82-B569-2222-9C86DEEA9E33}"/>
              </a:ext>
            </a:extLst>
          </p:cNvPr>
          <p:cNvSpPr/>
          <p:nvPr/>
        </p:nvSpPr>
        <p:spPr>
          <a:xfrm>
            <a:off x="4038346" y="833097"/>
            <a:ext cx="1447191" cy="480739"/>
          </a:xfrm>
          <a:prstGeom prst="rect">
            <a:avLst/>
          </a:prstGeom>
          <a:no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a:solidFill>
                  <a:schemeClr val="bg1"/>
                </a:solidFill>
                <a:latin typeface="Inter" panose="02000503000000020004" pitchFamily="2" charset="0"/>
                <a:ea typeface="Inter" panose="02000503000000020004" pitchFamily="2" charset="0"/>
              </a:rPr>
              <a:t>AI and ML</a:t>
            </a:r>
          </a:p>
        </p:txBody>
      </p:sp>
      <p:sp>
        <p:nvSpPr>
          <p:cNvPr id="28" name="Rectangle 27">
            <a:extLst>
              <a:ext uri="{FF2B5EF4-FFF2-40B4-BE49-F238E27FC236}">
                <a16:creationId xmlns:a16="http://schemas.microsoft.com/office/drawing/2014/main" id="{2842C359-05CE-D0AA-3B7F-C80118FC4AB8}"/>
              </a:ext>
            </a:extLst>
          </p:cNvPr>
          <p:cNvSpPr/>
          <p:nvPr/>
        </p:nvSpPr>
        <p:spPr>
          <a:xfrm>
            <a:off x="4318499" y="3785621"/>
            <a:ext cx="1917493" cy="480739"/>
          </a:xfrm>
          <a:prstGeom prst="rect">
            <a:avLst/>
          </a:prstGeom>
          <a:no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a:solidFill>
                  <a:schemeClr val="bg1"/>
                </a:solidFill>
                <a:latin typeface="Inter" panose="02000503000000020004" pitchFamily="2" charset="0"/>
                <a:ea typeface="Inter" panose="02000503000000020004" pitchFamily="2" charset="0"/>
              </a:rPr>
              <a:t>Product Engineering</a:t>
            </a:r>
          </a:p>
        </p:txBody>
      </p:sp>
      <p:sp>
        <p:nvSpPr>
          <p:cNvPr id="29" name="Rectangle 28">
            <a:extLst>
              <a:ext uri="{FF2B5EF4-FFF2-40B4-BE49-F238E27FC236}">
                <a16:creationId xmlns:a16="http://schemas.microsoft.com/office/drawing/2014/main" id="{470C1198-479D-13C1-04A7-999B8741F5C2}"/>
              </a:ext>
            </a:extLst>
          </p:cNvPr>
          <p:cNvSpPr/>
          <p:nvPr/>
        </p:nvSpPr>
        <p:spPr>
          <a:xfrm>
            <a:off x="8496403" y="3785621"/>
            <a:ext cx="2668200" cy="480739"/>
          </a:xfrm>
          <a:prstGeom prst="rect">
            <a:avLst/>
          </a:prstGeom>
          <a:no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a:solidFill>
                  <a:schemeClr val="bg1"/>
                </a:solidFill>
                <a:latin typeface="Inter" panose="02000503000000020004" pitchFamily="2" charset="0"/>
                <a:ea typeface="Inter" panose="02000503000000020004" pitchFamily="2" charset="0"/>
              </a:rPr>
              <a:t>ISVs and Specialist capabilities</a:t>
            </a:r>
          </a:p>
        </p:txBody>
      </p:sp>
      <p:grpSp>
        <p:nvGrpSpPr>
          <p:cNvPr id="101" name="Group 100">
            <a:extLst>
              <a:ext uri="{FF2B5EF4-FFF2-40B4-BE49-F238E27FC236}">
                <a16:creationId xmlns:a16="http://schemas.microsoft.com/office/drawing/2014/main" id="{634D4047-A012-CDFE-AFB9-A1783BFB06E3}"/>
              </a:ext>
            </a:extLst>
          </p:cNvPr>
          <p:cNvGrpSpPr/>
          <p:nvPr/>
        </p:nvGrpSpPr>
        <p:grpSpPr>
          <a:xfrm>
            <a:off x="6217327" y="1602796"/>
            <a:ext cx="2396500" cy="1621273"/>
            <a:chOff x="5407587" y="1983272"/>
            <a:chExt cx="2788793" cy="1886666"/>
          </a:xfrm>
        </p:grpSpPr>
        <p:sp>
          <p:nvSpPr>
            <p:cNvPr id="102" name="Freeform 13">
              <a:extLst>
                <a:ext uri="{FF2B5EF4-FFF2-40B4-BE49-F238E27FC236}">
                  <a16:creationId xmlns:a16="http://schemas.microsoft.com/office/drawing/2014/main" id="{D6836C63-6000-7D49-B386-1177F7B337C8}"/>
                </a:ext>
              </a:extLst>
            </p:cNvPr>
            <p:cNvSpPr/>
            <p:nvPr/>
          </p:nvSpPr>
          <p:spPr>
            <a:xfrm>
              <a:off x="6681487" y="2015028"/>
              <a:ext cx="1465417" cy="301648"/>
            </a:xfrm>
            <a:custGeom>
              <a:avLst/>
              <a:gdLst/>
              <a:ahLst/>
              <a:cxnLst/>
              <a:rect l="l" t="t" r="r" b="b"/>
              <a:pathLst>
                <a:path w="2198125" h="452472">
                  <a:moveTo>
                    <a:pt x="0" y="0"/>
                  </a:moveTo>
                  <a:lnTo>
                    <a:pt x="2198125" y="0"/>
                  </a:lnTo>
                  <a:lnTo>
                    <a:pt x="2198125" y="452472"/>
                  </a:lnTo>
                  <a:lnTo>
                    <a:pt x="0" y="452472"/>
                  </a:lnTo>
                  <a:lnTo>
                    <a:pt x="0" y="0"/>
                  </a:lnTo>
                  <a:close/>
                </a:path>
              </a:pathLst>
            </a:custGeom>
            <a:blipFill>
              <a:blip r:embed="rId4"/>
              <a:stretch>
                <a:fillRect t="-69777" b="-73124"/>
              </a:stretch>
            </a:blipFill>
          </p:spPr>
          <p:txBody>
            <a:bodyPr/>
            <a:lstStyle/>
            <a:p>
              <a:endParaRPr lang="en-US" sz="1200"/>
            </a:p>
          </p:txBody>
        </p:sp>
        <p:sp>
          <p:nvSpPr>
            <p:cNvPr id="103" name="Freeform 14">
              <a:extLst>
                <a:ext uri="{FF2B5EF4-FFF2-40B4-BE49-F238E27FC236}">
                  <a16:creationId xmlns:a16="http://schemas.microsoft.com/office/drawing/2014/main" id="{A30BCC96-1144-1C92-A2A1-A61A5FECFAB4}"/>
                </a:ext>
              </a:extLst>
            </p:cNvPr>
            <p:cNvSpPr/>
            <p:nvPr/>
          </p:nvSpPr>
          <p:spPr>
            <a:xfrm>
              <a:off x="5595409" y="1983272"/>
              <a:ext cx="707115" cy="418889"/>
            </a:xfrm>
            <a:custGeom>
              <a:avLst/>
              <a:gdLst/>
              <a:ahLst/>
              <a:cxnLst/>
              <a:rect l="l" t="t" r="r" b="b"/>
              <a:pathLst>
                <a:path w="1277465" h="756759">
                  <a:moveTo>
                    <a:pt x="0" y="0"/>
                  </a:moveTo>
                  <a:lnTo>
                    <a:pt x="1277465" y="0"/>
                  </a:lnTo>
                  <a:lnTo>
                    <a:pt x="1277465" y="756759"/>
                  </a:lnTo>
                  <a:lnTo>
                    <a:pt x="0" y="756759"/>
                  </a:lnTo>
                  <a:lnTo>
                    <a:pt x="0" y="0"/>
                  </a:lnTo>
                  <a:close/>
                </a:path>
              </a:pathLst>
            </a:custGeom>
            <a:blipFill>
              <a:blip r:embed="rId5"/>
              <a:stretch>
                <a:fillRect l="-38129" t="-25886" r="-34412" b="-27261"/>
              </a:stretch>
            </a:blipFill>
          </p:spPr>
          <p:txBody>
            <a:bodyPr/>
            <a:lstStyle/>
            <a:p>
              <a:endParaRPr lang="en-US" sz="1200"/>
            </a:p>
          </p:txBody>
        </p:sp>
        <p:sp>
          <p:nvSpPr>
            <p:cNvPr id="104" name="Freeform 15">
              <a:extLst>
                <a:ext uri="{FF2B5EF4-FFF2-40B4-BE49-F238E27FC236}">
                  <a16:creationId xmlns:a16="http://schemas.microsoft.com/office/drawing/2014/main" id="{28012EE6-D283-4D00-F69B-3E84A96721D7}"/>
                </a:ext>
              </a:extLst>
            </p:cNvPr>
            <p:cNvSpPr/>
            <p:nvPr/>
          </p:nvSpPr>
          <p:spPr>
            <a:xfrm>
              <a:off x="5407587" y="2700457"/>
              <a:ext cx="1695949" cy="392260"/>
            </a:xfrm>
            <a:custGeom>
              <a:avLst/>
              <a:gdLst/>
              <a:ahLst/>
              <a:cxnLst/>
              <a:rect l="l" t="t" r="r" b="b"/>
              <a:pathLst>
                <a:path w="2889719" h="668370">
                  <a:moveTo>
                    <a:pt x="0" y="0"/>
                  </a:moveTo>
                  <a:lnTo>
                    <a:pt x="2889719" y="0"/>
                  </a:lnTo>
                  <a:lnTo>
                    <a:pt x="2889719" y="668370"/>
                  </a:lnTo>
                  <a:lnTo>
                    <a:pt x="0" y="668370"/>
                  </a:lnTo>
                  <a:lnTo>
                    <a:pt x="0" y="0"/>
                  </a:lnTo>
                  <a:close/>
                </a:path>
              </a:pathLst>
            </a:custGeom>
            <a:blipFill>
              <a:blip r:embed="rId6"/>
              <a:stretch>
                <a:fillRect l="-7482" t="-32389" r="-4467" b="-34426"/>
              </a:stretch>
            </a:blipFill>
          </p:spPr>
          <p:txBody>
            <a:bodyPr/>
            <a:lstStyle/>
            <a:p>
              <a:endParaRPr lang="en-US" sz="1200"/>
            </a:p>
          </p:txBody>
        </p:sp>
        <p:pic>
          <p:nvPicPr>
            <p:cNvPr id="131" name="Picture 130" descr="A logo with blue and black text&#10;&#10;AI-generated content may be incorrect.">
              <a:extLst>
                <a:ext uri="{FF2B5EF4-FFF2-40B4-BE49-F238E27FC236}">
                  <a16:creationId xmlns:a16="http://schemas.microsoft.com/office/drawing/2014/main" id="{4DF06C03-AD2D-53B3-89C3-B4BDE7BC1AB8}"/>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8"/>
                </a:ext>
              </a:extLst>
            </a:blip>
            <a:stretch>
              <a:fillRect/>
            </a:stretch>
          </p:blipFill>
          <p:spPr>
            <a:xfrm>
              <a:off x="7302459" y="2578350"/>
              <a:ext cx="893921" cy="636472"/>
            </a:xfrm>
            <a:prstGeom prst="rect">
              <a:avLst/>
            </a:prstGeom>
          </p:spPr>
        </p:pic>
        <p:pic>
          <p:nvPicPr>
            <p:cNvPr id="133" name="Picture 132" descr="A black and white logo with red text&#10;&#10;AI-generated content may be incorrect.">
              <a:extLst>
                <a:ext uri="{FF2B5EF4-FFF2-40B4-BE49-F238E27FC236}">
                  <a16:creationId xmlns:a16="http://schemas.microsoft.com/office/drawing/2014/main" id="{75AF8C62-F827-E9FA-4798-D04539D5D628}"/>
                </a:ext>
              </a:extLst>
            </p:cNvPr>
            <p:cNvPicPr>
              <a:picLocks noChangeAspect="1"/>
            </p:cNvPicPr>
            <p:nvPr/>
          </p:nvPicPr>
          <p:blipFill>
            <a:blip r:embed="rId9" cstate="print">
              <a:extLst>
                <a:ext uri="{28A0092B-C50C-407E-A947-70E740481C1C}">
                  <a14:useLocalDpi xmlns:a14="http://schemas.microsoft.com/office/drawing/2010/main" val="0"/>
                </a:ext>
                <a:ext uri="{837473B0-CC2E-450A-ABE3-18F120FF3D39}">
                  <a1611:picAttrSrcUrl xmlns:a1611="http://schemas.microsoft.com/office/drawing/2016/11/main" r:id="rId10"/>
                </a:ext>
              </a:extLst>
            </a:blip>
            <a:stretch>
              <a:fillRect/>
            </a:stretch>
          </p:blipFill>
          <p:spPr>
            <a:xfrm>
              <a:off x="6211851" y="3364293"/>
              <a:ext cx="960569" cy="505645"/>
            </a:xfrm>
            <a:prstGeom prst="rect">
              <a:avLst/>
            </a:prstGeom>
          </p:spPr>
        </p:pic>
      </p:grpSp>
      <p:grpSp>
        <p:nvGrpSpPr>
          <p:cNvPr id="134" name="Group 133">
            <a:extLst>
              <a:ext uri="{FF2B5EF4-FFF2-40B4-BE49-F238E27FC236}">
                <a16:creationId xmlns:a16="http://schemas.microsoft.com/office/drawing/2014/main" id="{E98A78FA-914C-75CA-B8D2-2E0F8DAF5C97}"/>
              </a:ext>
            </a:extLst>
          </p:cNvPr>
          <p:cNvGrpSpPr/>
          <p:nvPr/>
        </p:nvGrpSpPr>
        <p:grpSpPr>
          <a:xfrm>
            <a:off x="3396284" y="1533191"/>
            <a:ext cx="2621331" cy="1835203"/>
            <a:chOff x="7603205" y="1776623"/>
            <a:chExt cx="2865246" cy="2005969"/>
          </a:xfrm>
        </p:grpSpPr>
        <p:sp>
          <p:nvSpPr>
            <p:cNvPr id="202" name="Freeform 16">
              <a:extLst>
                <a:ext uri="{FF2B5EF4-FFF2-40B4-BE49-F238E27FC236}">
                  <a16:creationId xmlns:a16="http://schemas.microsoft.com/office/drawing/2014/main" id="{5F0C86FE-E53B-CD87-6112-D4FB33CF0072}"/>
                </a:ext>
              </a:extLst>
            </p:cNvPr>
            <p:cNvSpPr/>
            <p:nvPr/>
          </p:nvSpPr>
          <p:spPr>
            <a:xfrm>
              <a:off x="7603205" y="2488366"/>
              <a:ext cx="1055216" cy="575573"/>
            </a:xfrm>
            <a:custGeom>
              <a:avLst/>
              <a:gdLst/>
              <a:ahLst/>
              <a:cxnLst/>
              <a:rect l="l" t="t" r="r" b="b"/>
              <a:pathLst>
                <a:path w="1740521" h="949375">
                  <a:moveTo>
                    <a:pt x="0" y="0"/>
                  </a:moveTo>
                  <a:lnTo>
                    <a:pt x="1740521" y="0"/>
                  </a:lnTo>
                  <a:lnTo>
                    <a:pt x="1740521" y="949375"/>
                  </a:lnTo>
                  <a:lnTo>
                    <a:pt x="0" y="949375"/>
                  </a:lnTo>
                  <a:lnTo>
                    <a:pt x="0" y="0"/>
                  </a:lnTo>
                  <a:close/>
                </a:path>
              </a:pathLst>
            </a:custGeom>
            <a:blipFill>
              <a:blip r:embed="rId11"/>
              <a:stretch>
                <a:fillRect l="-10588" t="-22207" r="-8751" b="-23387"/>
              </a:stretch>
            </a:blipFill>
          </p:spPr>
          <p:txBody>
            <a:bodyPr/>
            <a:lstStyle/>
            <a:p>
              <a:endParaRPr lang="en-US" sz="1200"/>
            </a:p>
          </p:txBody>
        </p:sp>
        <p:sp>
          <p:nvSpPr>
            <p:cNvPr id="203" name="Freeform 17">
              <a:extLst>
                <a:ext uri="{FF2B5EF4-FFF2-40B4-BE49-F238E27FC236}">
                  <a16:creationId xmlns:a16="http://schemas.microsoft.com/office/drawing/2014/main" id="{ABF50101-4D82-617E-4CB2-3846EDEF8EAD}"/>
                </a:ext>
              </a:extLst>
            </p:cNvPr>
            <p:cNvSpPr/>
            <p:nvPr/>
          </p:nvSpPr>
          <p:spPr>
            <a:xfrm>
              <a:off x="8846969" y="2636738"/>
              <a:ext cx="1054417" cy="278827"/>
            </a:xfrm>
            <a:custGeom>
              <a:avLst/>
              <a:gdLst/>
              <a:ahLst/>
              <a:cxnLst/>
              <a:rect l="l" t="t" r="r" b="b"/>
              <a:pathLst>
                <a:path w="2271996" h="600801">
                  <a:moveTo>
                    <a:pt x="0" y="0"/>
                  </a:moveTo>
                  <a:lnTo>
                    <a:pt x="2271996" y="0"/>
                  </a:lnTo>
                  <a:lnTo>
                    <a:pt x="2271996" y="600801"/>
                  </a:lnTo>
                  <a:lnTo>
                    <a:pt x="0" y="600801"/>
                  </a:lnTo>
                  <a:lnTo>
                    <a:pt x="0" y="0"/>
                  </a:lnTo>
                  <a:close/>
                </a:path>
              </a:pathLst>
            </a:custGeom>
            <a:blipFill>
              <a:blip r:embed="rId12"/>
              <a:stretch>
                <a:fillRect t="-44964" r="-358" b="-44793"/>
              </a:stretch>
            </a:blipFill>
          </p:spPr>
          <p:txBody>
            <a:bodyPr/>
            <a:lstStyle/>
            <a:p>
              <a:endParaRPr lang="en-US" sz="1200"/>
            </a:p>
          </p:txBody>
        </p:sp>
        <p:sp>
          <p:nvSpPr>
            <p:cNvPr id="204" name="Freeform 18">
              <a:extLst>
                <a:ext uri="{FF2B5EF4-FFF2-40B4-BE49-F238E27FC236}">
                  <a16:creationId xmlns:a16="http://schemas.microsoft.com/office/drawing/2014/main" id="{D787EF36-51F7-8176-B0FB-A64F9518C708}"/>
                </a:ext>
              </a:extLst>
            </p:cNvPr>
            <p:cNvSpPr/>
            <p:nvPr/>
          </p:nvSpPr>
          <p:spPr>
            <a:xfrm>
              <a:off x="9622966" y="1776623"/>
              <a:ext cx="845485" cy="470600"/>
            </a:xfrm>
            <a:custGeom>
              <a:avLst/>
              <a:gdLst/>
              <a:ahLst/>
              <a:cxnLst/>
              <a:rect l="l" t="t" r="r" b="b"/>
              <a:pathLst>
                <a:path w="1927387" h="1072791">
                  <a:moveTo>
                    <a:pt x="0" y="0"/>
                  </a:moveTo>
                  <a:lnTo>
                    <a:pt x="1927387" y="0"/>
                  </a:lnTo>
                  <a:lnTo>
                    <a:pt x="1927387" y="1072791"/>
                  </a:lnTo>
                  <a:lnTo>
                    <a:pt x="0" y="1072791"/>
                  </a:lnTo>
                  <a:lnTo>
                    <a:pt x="0" y="0"/>
                  </a:lnTo>
                  <a:close/>
                </a:path>
              </a:pathLst>
            </a:custGeom>
            <a:blipFill>
              <a:blip r:embed="rId13"/>
              <a:stretch>
                <a:fillRect l="-11345" t="-23020" r="-11245" b="-17279"/>
              </a:stretch>
            </a:blipFill>
          </p:spPr>
          <p:txBody>
            <a:bodyPr/>
            <a:lstStyle/>
            <a:p>
              <a:endParaRPr lang="en-US" sz="1200"/>
            </a:p>
          </p:txBody>
        </p:sp>
        <p:sp>
          <p:nvSpPr>
            <p:cNvPr id="205" name="Freeform 19">
              <a:extLst>
                <a:ext uri="{FF2B5EF4-FFF2-40B4-BE49-F238E27FC236}">
                  <a16:creationId xmlns:a16="http://schemas.microsoft.com/office/drawing/2014/main" id="{16793670-D02F-5553-1030-2CB6C772D6D5}"/>
                </a:ext>
              </a:extLst>
            </p:cNvPr>
            <p:cNvSpPr/>
            <p:nvPr/>
          </p:nvSpPr>
          <p:spPr>
            <a:xfrm>
              <a:off x="7633107" y="1850494"/>
              <a:ext cx="965669" cy="379158"/>
            </a:xfrm>
            <a:custGeom>
              <a:avLst/>
              <a:gdLst/>
              <a:ahLst/>
              <a:cxnLst/>
              <a:rect l="l" t="t" r="r" b="b"/>
              <a:pathLst>
                <a:path w="1787218" h="701730">
                  <a:moveTo>
                    <a:pt x="0" y="0"/>
                  </a:moveTo>
                  <a:lnTo>
                    <a:pt x="1787218" y="0"/>
                  </a:lnTo>
                  <a:lnTo>
                    <a:pt x="1787218" y="701730"/>
                  </a:lnTo>
                  <a:lnTo>
                    <a:pt x="0" y="701730"/>
                  </a:lnTo>
                  <a:lnTo>
                    <a:pt x="0" y="0"/>
                  </a:lnTo>
                  <a:close/>
                </a:path>
              </a:pathLst>
            </a:custGeom>
            <a:blipFill>
              <a:blip r:embed="rId14"/>
              <a:stretch>
                <a:fillRect l="-31865" t="-75388" r="-29510" b="-83123"/>
              </a:stretch>
            </a:blipFill>
          </p:spPr>
          <p:txBody>
            <a:bodyPr/>
            <a:lstStyle/>
            <a:p>
              <a:endParaRPr lang="en-US" sz="1200"/>
            </a:p>
          </p:txBody>
        </p:sp>
        <p:pic>
          <p:nvPicPr>
            <p:cNvPr id="206" name="Picture 205" descr="A logo with colorful lines&#10;&#10;AI-generated content may be incorrect.">
              <a:extLst>
                <a:ext uri="{FF2B5EF4-FFF2-40B4-BE49-F238E27FC236}">
                  <a16:creationId xmlns:a16="http://schemas.microsoft.com/office/drawing/2014/main" id="{C642AFF4-3A8A-7035-1A0A-E4056EC2227A}"/>
                </a:ext>
              </a:extLst>
            </p:cNvPr>
            <p:cNvPicPr>
              <a:picLocks noChangeAspect="1"/>
            </p:cNvPicPr>
            <p:nvPr/>
          </p:nvPicPr>
          <p:blipFill>
            <a:blip r:embed="rId15" cstate="print">
              <a:extLst>
                <a:ext uri="{28A0092B-C50C-407E-A947-70E740481C1C}">
                  <a14:useLocalDpi xmlns:a14="http://schemas.microsoft.com/office/drawing/2010/main" val="0"/>
                </a:ext>
                <a:ext uri="{837473B0-CC2E-450A-ABE3-18F120FF3D39}">
                  <a1611:picAttrSrcUrl xmlns:a1611="http://schemas.microsoft.com/office/drawing/2016/11/main" r:id="rId16"/>
                </a:ext>
              </a:extLst>
            </a:blip>
            <a:stretch>
              <a:fillRect/>
            </a:stretch>
          </p:blipFill>
          <p:spPr>
            <a:xfrm>
              <a:off x="7603205" y="3251612"/>
              <a:ext cx="1077475" cy="530980"/>
            </a:xfrm>
            <a:prstGeom prst="rect">
              <a:avLst/>
            </a:prstGeom>
          </p:spPr>
        </p:pic>
        <p:pic>
          <p:nvPicPr>
            <p:cNvPr id="207" name="Picture 206" descr="A black background with blue text&#10;&#10;AI-generated content may be incorrect.">
              <a:extLst>
                <a:ext uri="{FF2B5EF4-FFF2-40B4-BE49-F238E27FC236}">
                  <a16:creationId xmlns:a16="http://schemas.microsoft.com/office/drawing/2014/main" id="{73D8B9A0-97EF-EC69-1FDE-5CD560B0A0D2}"/>
                </a:ext>
              </a:extLst>
            </p:cNvPr>
            <p:cNvPicPr>
              <a:picLocks noChangeAspect="1"/>
            </p:cNvPicPr>
            <p:nvPr/>
          </p:nvPicPr>
          <p:blipFill>
            <a:blip r:embed="rId17">
              <a:extLst>
                <a:ext uri="{28A0092B-C50C-407E-A947-70E740481C1C}">
                  <a14:useLocalDpi xmlns:a14="http://schemas.microsoft.com/office/drawing/2010/main" val="0"/>
                </a:ext>
                <a:ext uri="{837473B0-CC2E-450A-ABE3-18F120FF3D39}">
                  <a1611:picAttrSrcUrl xmlns:a1611="http://schemas.microsoft.com/office/drawing/2016/11/main" r:id="rId18"/>
                </a:ext>
              </a:extLst>
            </a:blip>
            <a:stretch>
              <a:fillRect/>
            </a:stretch>
          </p:blipFill>
          <p:spPr>
            <a:xfrm>
              <a:off x="8799384" y="3314727"/>
              <a:ext cx="1464799" cy="390613"/>
            </a:xfrm>
            <a:prstGeom prst="rect">
              <a:avLst/>
            </a:prstGeom>
          </p:spPr>
        </p:pic>
        <p:pic>
          <p:nvPicPr>
            <p:cNvPr id="208" name="Picture 207" descr="A logo of a fingerprint&#10;&#10;AI-generated content may be incorrect.">
              <a:extLst>
                <a:ext uri="{FF2B5EF4-FFF2-40B4-BE49-F238E27FC236}">
                  <a16:creationId xmlns:a16="http://schemas.microsoft.com/office/drawing/2014/main" id="{B168A916-B0D2-5690-74F4-DC0E68AD210A}"/>
                </a:ext>
              </a:extLst>
            </p:cNvPr>
            <p:cNvPicPr>
              <a:picLocks noChangeAspect="1"/>
            </p:cNvPicPr>
            <p:nvPr/>
          </p:nvPicPr>
          <p:blipFill>
            <a:blip r:embed="rId19" cstate="print">
              <a:extLst>
                <a:ext uri="{28A0092B-C50C-407E-A947-70E740481C1C}">
                  <a14:useLocalDpi xmlns:a14="http://schemas.microsoft.com/office/drawing/2010/main" val="0"/>
                </a:ext>
                <a:ext uri="{837473B0-CC2E-450A-ABE3-18F120FF3D39}">
                  <a1611:picAttrSrcUrl xmlns:a1611="http://schemas.microsoft.com/office/drawing/2016/11/main" r:id="rId20"/>
                </a:ext>
              </a:extLst>
            </a:blip>
            <a:stretch>
              <a:fillRect/>
            </a:stretch>
          </p:blipFill>
          <p:spPr>
            <a:xfrm>
              <a:off x="8733158" y="1812649"/>
              <a:ext cx="755425" cy="424927"/>
            </a:xfrm>
            <a:prstGeom prst="rect">
              <a:avLst/>
            </a:prstGeom>
          </p:spPr>
        </p:pic>
      </p:grpSp>
      <p:grpSp>
        <p:nvGrpSpPr>
          <p:cNvPr id="209" name="Group 208">
            <a:extLst>
              <a:ext uri="{FF2B5EF4-FFF2-40B4-BE49-F238E27FC236}">
                <a16:creationId xmlns:a16="http://schemas.microsoft.com/office/drawing/2014/main" id="{2F428566-8F50-6F08-BF81-552B69AF7F4E}"/>
              </a:ext>
            </a:extLst>
          </p:cNvPr>
          <p:cNvGrpSpPr/>
          <p:nvPr/>
        </p:nvGrpSpPr>
        <p:grpSpPr>
          <a:xfrm>
            <a:off x="3416392" y="4517304"/>
            <a:ext cx="3775264" cy="1406029"/>
            <a:chOff x="10016151" y="4565389"/>
            <a:chExt cx="4091685" cy="1523875"/>
          </a:xfrm>
        </p:grpSpPr>
        <p:sp>
          <p:nvSpPr>
            <p:cNvPr id="210" name="Freeform 21">
              <a:extLst>
                <a:ext uri="{FF2B5EF4-FFF2-40B4-BE49-F238E27FC236}">
                  <a16:creationId xmlns:a16="http://schemas.microsoft.com/office/drawing/2014/main" id="{51403D33-A75E-DF7A-109E-4162FEAA2698}"/>
                </a:ext>
              </a:extLst>
            </p:cNvPr>
            <p:cNvSpPr/>
            <p:nvPr/>
          </p:nvSpPr>
          <p:spPr>
            <a:xfrm>
              <a:off x="10112898" y="4657280"/>
              <a:ext cx="605241" cy="634516"/>
            </a:xfrm>
            <a:custGeom>
              <a:avLst/>
              <a:gdLst/>
              <a:ahLst/>
              <a:cxnLst/>
              <a:rect l="l" t="t" r="r" b="b"/>
              <a:pathLst>
                <a:path w="1253368" h="1308897">
                  <a:moveTo>
                    <a:pt x="0" y="0"/>
                  </a:moveTo>
                  <a:lnTo>
                    <a:pt x="1253368" y="0"/>
                  </a:lnTo>
                  <a:lnTo>
                    <a:pt x="1253368" y="1308897"/>
                  </a:lnTo>
                  <a:lnTo>
                    <a:pt x="0" y="1308897"/>
                  </a:lnTo>
                  <a:lnTo>
                    <a:pt x="0" y="0"/>
                  </a:lnTo>
                  <a:close/>
                </a:path>
              </a:pathLst>
            </a:custGeom>
            <a:blipFill>
              <a:blip r:embed="rId21"/>
              <a:stretch>
                <a:fillRect l="-49004" t="-4749" r="-49200" b="-1535"/>
              </a:stretch>
            </a:blipFill>
          </p:spPr>
          <p:txBody>
            <a:bodyPr/>
            <a:lstStyle/>
            <a:p>
              <a:endParaRPr lang="en-US" sz="1200"/>
            </a:p>
          </p:txBody>
        </p:sp>
        <p:sp>
          <p:nvSpPr>
            <p:cNvPr id="211" name="Freeform 22">
              <a:extLst>
                <a:ext uri="{FF2B5EF4-FFF2-40B4-BE49-F238E27FC236}">
                  <a16:creationId xmlns:a16="http://schemas.microsoft.com/office/drawing/2014/main" id="{3221FEA6-BA22-5E69-A840-71120CC27327}"/>
                </a:ext>
              </a:extLst>
            </p:cNvPr>
            <p:cNvSpPr/>
            <p:nvPr/>
          </p:nvSpPr>
          <p:spPr>
            <a:xfrm>
              <a:off x="12947489" y="5726732"/>
              <a:ext cx="1160347" cy="321029"/>
            </a:xfrm>
            <a:custGeom>
              <a:avLst/>
              <a:gdLst/>
              <a:ahLst/>
              <a:cxnLst/>
              <a:rect l="l" t="t" r="r" b="b"/>
              <a:pathLst>
                <a:path w="2504827" h="693002">
                  <a:moveTo>
                    <a:pt x="0" y="0"/>
                  </a:moveTo>
                  <a:lnTo>
                    <a:pt x="2504827" y="0"/>
                  </a:lnTo>
                  <a:lnTo>
                    <a:pt x="2504827" y="693002"/>
                  </a:lnTo>
                  <a:lnTo>
                    <a:pt x="0" y="693002"/>
                  </a:lnTo>
                  <a:lnTo>
                    <a:pt x="0" y="0"/>
                  </a:lnTo>
                  <a:close/>
                </a:path>
              </a:pathLst>
            </a:custGeom>
            <a:blipFill>
              <a:blip r:embed="rId22"/>
              <a:stretch>
                <a:fillRect l="-3159" t="-44094" r="-2212" b="-46337"/>
              </a:stretch>
            </a:blipFill>
          </p:spPr>
          <p:txBody>
            <a:bodyPr/>
            <a:lstStyle/>
            <a:p>
              <a:endParaRPr lang="en-US" sz="1200"/>
            </a:p>
          </p:txBody>
        </p:sp>
        <p:sp>
          <p:nvSpPr>
            <p:cNvPr id="212" name="Freeform 23">
              <a:extLst>
                <a:ext uri="{FF2B5EF4-FFF2-40B4-BE49-F238E27FC236}">
                  <a16:creationId xmlns:a16="http://schemas.microsoft.com/office/drawing/2014/main" id="{DFADE8A4-E25F-89C9-8B26-096392BC0881}"/>
                </a:ext>
              </a:extLst>
            </p:cNvPr>
            <p:cNvSpPr/>
            <p:nvPr/>
          </p:nvSpPr>
          <p:spPr>
            <a:xfrm>
              <a:off x="10016151" y="5726732"/>
              <a:ext cx="1160347" cy="345307"/>
            </a:xfrm>
            <a:custGeom>
              <a:avLst/>
              <a:gdLst/>
              <a:ahLst/>
              <a:cxnLst/>
              <a:rect l="l" t="t" r="r" b="b"/>
              <a:pathLst>
                <a:path w="2246065" h="668406">
                  <a:moveTo>
                    <a:pt x="0" y="0"/>
                  </a:moveTo>
                  <a:lnTo>
                    <a:pt x="2246064" y="0"/>
                  </a:lnTo>
                  <a:lnTo>
                    <a:pt x="2246064" y="668406"/>
                  </a:lnTo>
                  <a:lnTo>
                    <a:pt x="0" y="668406"/>
                  </a:lnTo>
                  <a:lnTo>
                    <a:pt x="0" y="0"/>
                  </a:lnTo>
                  <a:close/>
                </a:path>
              </a:pathLst>
            </a:custGeom>
            <a:blipFill>
              <a:blip r:embed="rId23"/>
              <a:stretch>
                <a:fillRect t="-39470" r="-3377" b="-34220"/>
              </a:stretch>
            </a:blipFill>
          </p:spPr>
          <p:txBody>
            <a:bodyPr/>
            <a:lstStyle/>
            <a:p>
              <a:endParaRPr lang="en-US" sz="1200"/>
            </a:p>
          </p:txBody>
        </p:sp>
        <p:sp>
          <p:nvSpPr>
            <p:cNvPr id="213" name="Freeform 24">
              <a:extLst>
                <a:ext uri="{FF2B5EF4-FFF2-40B4-BE49-F238E27FC236}">
                  <a16:creationId xmlns:a16="http://schemas.microsoft.com/office/drawing/2014/main" id="{A4830EC9-72C7-67D9-0962-0CD8DAED3B6E}"/>
                </a:ext>
              </a:extLst>
            </p:cNvPr>
            <p:cNvSpPr/>
            <p:nvPr/>
          </p:nvSpPr>
          <p:spPr>
            <a:xfrm>
              <a:off x="11866321" y="4853158"/>
              <a:ext cx="1004530" cy="345307"/>
            </a:xfrm>
            <a:custGeom>
              <a:avLst/>
              <a:gdLst/>
              <a:ahLst/>
              <a:cxnLst/>
              <a:rect l="l" t="t" r="r" b="b"/>
              <a:pathLst>
                <a:path w="1977147" h="679644">
                  <a:moveTo>
                    <a:pt x="0" y="0"/>
                  </a:moveTo>
                  <a:lnTo>
                    <a:pt x="1977148" y="0"/>
                  </a:lnTo>
                  <a:lnTo>
                    <a:pt x="1977148" y="679644"/>
                  </a:lnTo>
                  <a:lnTo>
                    <a:pt x="0" y="679644"/>
                  </a:lnTo>
                  <a:lnTo>
                    <a:pt x="0" y="0"/>
                  </a:lnTo>
                  <a:close/>
                </a:path>
              </a:pathLst>
            </a:custGeom>
            <a:blipFill>
              <a:blip r:embed="rId24"/>
              <a:stretch>
                <a:fillRect l="-4364" t="-35363" r="-4487" b="-39743"/>
              </a:stretch>
            </a:blipFill>
          </p:spPr>
          <p:txBody>
            <a:bodyPr/>
            <a:lstStyle/>
            <a:p>
              <a:endParaRPr lang="en-US" sz="1200"/>
            </a:p>
          </p:txBody>
        </p:sp>
        <p:sp>
          <p:nvSpPr>
            <p:cNvPr id="214" name="Freeform 25">
              <a:extLst>
                <a:ext uri="{FF2B5EF4-FFF2-40B4-BE49-F238E27FC236}">
                  <a16:creationId xmlns:a16="http://schemas.microsoft.com/office/drawing/2014/main" id="{6620434E-2773-C75A-A027-0C59F546D76A}"/>
                </a:ext>
              </a:extLst>
            </p:cNvPr>
            <p:cNvSpPr/>
            <p:nvPr/>
          </p:nvSpPr>
          <p:spPr>
            <a:xfrm>
              <a:off x="11040341" y="4565389"/>
              <a:ext cx="453130" cy="749678"/>
            </a:xfrm>
            <a:custGeom>
              <a:avLst/>
              <a:gdLst/>
              <a:ahLst/>
              <a:cxnLst/>
              <a:rect l="l" t="t" r="r" b="b"/>
              <a:pathLst>
                <a:path w="728508" h="1205276">
                  <a:moveTo>
                    <a:pt x="0" y="0"/>
                  </a:moveTo>
                  <a:lnTo>
                    <a:pt x="728508" y="0"/>
                  </a:lnTo>
                  <a:lnTo>
                    <a:pt x="728508" y="1205275"/>
                  </a:lnTo>
                  <a:lnTo>
                    <a:pt x="0" y="1205275"/>
                  </a:lnTo>
                  <a:lnTo>
                    <a:pt x="0" y="0"/>
                  </a:lnTo>
                  <a:close/>
                </a:path>
              </a:pathLst>
            </a:custGeom>
            <a:blipFill>
              <a:blip r:embed="rId25"/>
              <a:stretch>
                <a:fillRect l="-97818" r="-97618"/>
              </a:stretch>
            </a:blipFill>
          </p:spPr>
          <p:txBody>
            <a:bodyPr/>
            <a:lstStyle/>
            <a:p>
              <a:endParaRPr lang="en-US" sz="1200"/>
            </a:p>
          </p:txBody>
        </p:sp>
        <p:pic>
          <p:nvPicPr>
            <p:cNvPr id="215" name="Picture 214" descr="A logo of a software company&#10;&#10;AI-generated content may be incorrect.">
              <a:extLst>
                <a:ext uri="{FF2B5EF4-FFF2-40B4-BE49-F238E27FC236}">
                  <a16:creationId xmlns:a16="http://schemas.microsoft.com/office/drawing/2014/main" id="{D6319D9A-90F2-68EF-9F71-F5A24B9DC94D}"/>
                </a:ext>
              </a:extLst>
            </p:cNvPr>
            <p:cNvPicPr>
              <a:picLocks noChangeAspect="1"/>
            </p:cNvPicPr>
            <p:nvPr/>
          </p:nvPicPr>
          <p:blipFill>
            <a:blip r:embed="rId26" cstate="print">
              <a:extLst>
                <a:ext uri="{28A0092B-C50C-407E-A947-70E740481C1C}">
                  <a14:useLocalDpi xmlns:a14="http://schemas.microsoft.com/office/drawing/2010/main" val="0"/>
                </a:ext>
                <a:ext uri="{837473B0-CC2E-450A-ABE3-18F120FF3D39}">
                  <a1611:picAttrSrcUrl xmlns:a1611="http://schemas.microsoft.com/office/drawing/2016/11/main" r:id="rId27"/>
                </a:ext>
              </a:extLst>
            </a:blip>
            <a:stretch>
              <a:fillRect/>
            </a:stretch>
          </p:blipFill>
          <p:spPr>
            <a:xfrm>
              <a:off x="13037952" y="4746094"/>
              <a:ext cx="847398" cy="558753"/>
            </a:xfrm>
            <a:prstGeom prst="rect">
              <a:avLst/>
            </a:prstGeom>
          </p:spPr>
        </p:pic>
        <p:pic>
          <p:nvPicPr>
            <p:cNvPr id="216" name="Picture 215" descr="A black background with grey letters&#10;&#10;AI-generated content may be incorrect.">
              <a:extLst>
                <a:ext uri="{FF2B5EF4-FFF2-40B4-BE49-F238E27FC236}">
                  <a16:creationId xmlns:a16="http://schemas.microsoft.com/office/drawing/2014/main" id="{4FD74B03-6C7D-161E-675F-2BA89A3A71AB}"/>
                </a:ext>
              </a:extLst>
            </p:cNvPr>
            <p:cNvPicPr>
              <a:picLocks noChangeAspect="1"/>
            </p:cNvPicPr>
            <p:nvPr/>
          </p:nvPicPr>
          <p:blipFill>
            <a:blip r:embed="rId28" cstate="print">
              <a:extLst>
                <a:ext uri="{28A0092B-C50C-407E-A947-70E740481C1C}">
                  <a14:useLocalDpi xmlns:a14="http://schemas.microsoft.com/office/drawing/2010/main" val="0"/>
                </a:ext>
                <a:ext uri="{837473B0-CC2E-450A-ABE3-18F120FF3D39}">
                  <a1611:picAttrSrcUrl xmlns:a1611="http://schemas.microsoft.com/office/drawing/2016/11/main" r:id="rId29"/>
                </a:ext>
              </a:extLst>
            </a:blip>
            <a:stretch>
              <a:fillRect/>
            </a:stretch>
          </p:blipFill>
          <p:spPr>
            <a:xfrm>
              <a:off x="11465363" y="5709506"/>
              <a:ext cx="1265861" cy="379758"/>
            </a:xfrm>
            <a:prstGeom prst="rect">
              <a:avLst/>
            </a:prstGeom>
          </p:spPr>
        </p:pic>
      </p:grpSp>
      <p:grpSp>
        <p:nvGrpSpPr>
          <p:cNvPr id="217" name="Group 216">
            <a:extLst>
              <a:ext uri="{FF2B5EF4-FFF2-40B4-BE49-F238E27FC236}">
                <a16:creationId xmlns:a16="http://schemas.microsoft.com/office/drawing/2014/main" id="{0408780D-2A6E-D76D-CB70-BC567E74A9F2}"/>
              </a:ext>
            </a:extLst>
          </p:cNvPr>
          <p:cNvGrpSpPr/>
          <p:nvPr/>
        </p:nvGrpSpPr>
        <p:grpSpPr>
          <a:xfrm>
            <a:off x="7805444" y="4599246"/>
            <a:ext cx="3926321" cy="1706183"/>
            <a:chOff x="11945805" y="1964709"/>
            <a:chExt cx="4575020" cy="1988075"/>
          </a:xfrm>
        </p:grpSpPr>
        <p:sp>
          <p:nvSpPr>
            <p:cNvPr id="218" name="Freeform 26">
              <a:extLst>
                <a:ext uri="{FF2B5EF4-FFF2-40B4-BE49-F238E27FC236}">
                  <a16:creationId xmlns:a16="http://schemas.microsoft.com/office/drawing/2014/main" id="{E3DE9DFD-65A8-99E2-CA9E-54A11B7781C3}"/>
                </a:ext>
              </a:extLst>
            </p:cNvPr>
            <p:cNvSpPr/>
            <p:nvPr/>
          </p:nvSpPr>
          <p:spPr>
            <a:xfrm>
              <a:off x="15321293" y="1964709"/>
              <a:ext cx="778247" cy="563301"/>
            </a:xfrm>
            <a:custGeom>
              <a:avLst/>
              <a:gdLst/>
              <a:ahLst/>
              <a:cxnLst/>
              <a:rect l="l" t="t" r="r" b="b"/>
              <a:pathLst>
                <a:path w="1720365" h="1245217">
                  <a:moveTo>
                    <a:pt x="0" y="0"/>
                  </a:moveTo>
                  <a:lnTo>
                    <a:pt x="1720365" y="0"/>
                  </a:lnTo>
                  <a:lnTo>
                    <a:pt x="1720365" y="1245217"/>
                  </a:lnTo>
                  <a:lnTo>
                    <a:pt x="0" y="1245217"/>
                  </a:lnTo>
                  <a:lnTo>
                    <a:pt x="0" y="0"/>
                  </a:lnTo>
                  <a:close/>
                </a:path>
              </a:pathLst>
            </a:custGeom>
            <a:blipFill>
              <a:blip r:embed="rId30"/>
              <a:stretch>
                <a:fillRect l="-30052" t="-57570" r="-30802" b="-64664"/>
              </a:stretch>
            </a:blipFill>
          </p:spPr>
          <p:txBody>
            <a:bodyPr/>
            <a:lstStyle/>
            <a:p>
              <a:endParaRPr lang="en-US" sz="1200"/>
            </a:p>
          </p:txBody>
        </p:sp>
        <p:sp>
          <p:nvSpPr>
            <p:cNvPr id="219" name="Freeform 27">
              <a:extLst>
                <a:ext uri="{FF2B5EF4-FFF2-40B4-BE49-F238E27FC236}">
                  <a16:creationId xmlns:a16="http://schemas.microsoft.com/office/drawing/2014/main" id="{90A953C7-044F-D09F-8306-77B7CAB4D5A3}"/>
                </a:ext>
              </a:extLst>
            </p:cNvPr>
            <p:cNvSpPr/>
            <p:nvPr/>
          </p:nvSpPr>
          <p:spPr>
            <a:xfrm>
              <a:off x="12789545" y="2164533"/>
              <a:ext cx="1301261" cy="245007"/>
            </a:xfrm>
            <a:custGeom>
              <a:avLst/>
              <a:gdLst/>
              <a:ahLst/>
              <a:cxnLst/>
              <a:rect l="l" t="t" r="r" b="b"/>
              <a:pathLst>
                <a:path w="2882772" h="542781">
                  <a:moveTo>
                    <a:pt x="0" y="0"/>
                  </a:moveTo>
                  <a:lnTo>
                    <a:pt x="2882773" y="0"/>
                  </a:lnTo>
                  <a:lnTo>
                    <a:pt x="2882773" y="542781"/>
                  </a:lnTo>
                  <a:lnTo>
                    <a:pt x="0" y="542781"/>
                  </a:lnTo>
                  <a:lnTo>
                    <a:pt x="0" y="0"/>
                  </a:lnTo>
                  <a:close/>
                </a:path>
              </a:pathLst>
            </a:custGeom>
            <a:blipFill>
              <a:blip r:embed="rId31"/>
              <a:stretch>
                <a:fillRect l="-4228" t="-142272" r="-3599" b="-122535"/>
              </a:stretch>
            </a:blipFill>
          </p:spPr>
          <p:txBody>
            <a:bodyPr/>
            <a:lstStyle/>
            <a:p>
              <a:endParaRPr lang="en-US" sz="1200"/>
            </a:p>
          </p:txBody>
        </p:sp>
        <p:sp>
          <p:nvSpPr>
            <p:cNvPr id="220" name="Freeform 28">
              <a:extLst>
                <a:ext uri="{FF2B5EF4-FFF2-40B4-BE49-F238E27FC236}">
                  <a16:creationId xmlns:a16="http://schemas.microsoft.com/office/drawing/2014/main" id="{169B315B-939E-BCF3-CD10-A67C48520535}"/>
                </a:ext>
              </a:extLst>
            </p:cNvPr>
            <p:cNvSpPr/>
            <p:nvPr/>
          </p:nvSpPr>
          <p:spPr>
            <a:xfrm>
              <a:off x="14429104" y="2073807"/>
              <a:ext cx="506168" cy="426458"/>
            </a:xfrm>
            <a:custGeom>
              <a:avLst/>
              <a:gdLst/>
              <a:ahLst/>
              <a:cxnLst/>
              <a:rect l="l" t="t" r="r" b="b"/>
              <a:pathLst>
                <a:path w="1418600" h="1195198">
                  <a:moveTo>
                    <a:pt x="0" y="0"/>
                  </a:moveTo>
                  <a:lnTo>
                    <a:pt x="1418599" y="0"/>
                  </a:lnTo>
                  <a:lnTo>
                    <a:pt x="1418599" y="1195198"/>
                  </a:lnTo>
                  <a:lnTo>
                    <a:pt x="0" y="1195198"/>
                  </a:lnTo>
                  <a:lnTo>
                    <a:pt x="0" y="0"/>
                  </a:lnTo>
                  <a:close/>
                </a:path>
              </a:pathLst>
            </a:custGeom>
            <a:blipFill>
              <a:blip r:embed="rId32"/>
              <a:stretch>
                <a:fillRect l="-14847" t="-26922" r="-18143" b="-30926"/>
              </a:stretch>
            </a:blipFill>
          </p:spPr>
          <p:txBody>
            <a:bodyPr/>
            <a:lstStyle/>
            <a:p>
              <a:endParaRPr lang="en-US" sz="1200"/>
            </a:p>
          </p:txBody>
        </p:sp>
        <p:sp>
          <p:nvSpPr>
            <p:cNvPr id="221" name="Freeform 29">
              <a:extLst>
                <a:ext uri="{FF2B5EF4-FFF2-40B4-BE49-F238E27FC236}">
                  <a16:creationId xmlns:a16="http://schemas.microsoft.com/office/drawing/2014/main" id="{3124FC40-E52A-30FE-9336-666385863907}"/>
                </a:ext>
              </a:extLst>
            </p:cNvPr>
            <p:cNvSpPr/>
            <p:nvPr/>
          </p:nvSpPr>
          <p:spPr>
            <a:xfrm>
              <a:off x="11985692" y="2147201"/>
              <a:ext cx="567546" cy="323815"/>
            </a:xfrm>
            <a:custGeom>
              <a:avLst/>
              <a:gdLst/>
              <a:ahLst/>
              <a:cxnLst/>
              <a:rect l="l" t="t" r="r" b="b"/>
              <a:pathLst>
                <a:path w="1649114" h="940906">
                  <a:moveTo>
                    <a:pt x="0" y="0"/>
                  </a:moveTo>
                  <a:lnTo>
                    <a:pt x="1649114" y="0"/>
                  </a:lnTo>
                  <a:lnTo>
                    <a:pt x="1649114" y="940905"/>
                  </a:lnTo>
                  <a:lnTo>
                    <a:pt x="0" y="940905"/>
                  </a:lnTo>
                  <a:lnTo>
                    <a:pt x="0" y="0"/>
                  </a:lnTo>
                  <a:close/>
                </a:path>
              </a:pathLst>
            </a:custGeom>
            <a:blipFill>
              <a:blip r:embed="rId33"/>
              <a:stretch>
                <a:fillRect l="-762" t="-41395" r="-2855" b="-40215"/>
              </a:stretch>
            </a:blipFill>
          </p:spPr>
          <p:txBody>
            <a:bodyPr/>
            <a:lstStyle/>
            <a:p>
              <a:endParaRPr lang="en-US" sz="1200"/>
            </a:p>
          </p:txBody>
        </p:sp>
        <p:sp>
          <p:nvSpPr>
            <p:cNvPr id="222" name="Freeform 12">
              <a:extLst>
                <a:ext uri="{FF2B5EF4-FFF2-40B4-BE49-F238E27FC236}">
                  <a16:creationId xmlns:a16="http://schemas.microsoft.com/office/drawing/2014/main" id="{EA177211-3993-679A-CF4F-E10F9889331B}"/>
                </a:ext>
              </a:extLst>
            </p:cNvPr>
            <p:cNvSpPr/>
            <p:nvPr/>
          </p:nvSpPr>
          <p:spPr>
            <a:xfrm>
              <a:off x="11945805" y="2936517"/>
              <a:ext cx="1611372" cy="293627"/>
            </a:xfrm>
            <a:custGeom>
              <a:avLst/>
              <a:gdLst/>
              <a:ahLst/>
              <a:cxnLst/>
              <a:rect l="l" t="t" r="r" b="b"/>
              <a:pathLst>
                <a:path w="3025966" h="551398">
                  <a:moveTo>
                    <a:pt x="0" y="0"/>
                  </a:moveTo>
                  <a:lnTo>
                    <a:pt x="3025965" y="0"/>
                  </a:lnTo>
                  <a:lnTo>
                    <a:pt x="3025965" y="551398"/>
                  </a:lnTo>
                  <a:lnTo>
                    <a:pt x="0" y="551398"/>
                  </a:lnTo>
                  <a:lnTo>
                    <a:pt x="0" y="0"/>
                  </a:lnTo>
                  <a:close/>
                </a:path>
              </a:pathLst>
            </a:custGeom>
            <a:blipFill>
              <a:blip r:embed="rId34"/>
              <a:stretch>
                <a:fillRect/>
              </a:stretch>
            </a:blipFill>
          </p:spPr>
          <p:txBody>
            <a:bodyPr/>
            <a:lstStyle/>
            <a:p>
              <a:endParaRPr lang="en-US" sz="1200"/>
            </a:p>
          </p:txBody>
        </p:sp>
        <p:pic>
          <p:nvPicPr>
            <p:cNvPr id="223" name="Picture 222" descr="A logo of a company&#10;&#10;AI-generated content may be incorrect.">
              <a:extLst>
                <a:ext uri="{FF2B5EF4-FFF2-40B4-BE49-F238E27FC236}">
                  <a16:creationId xmlns:a16="http://schemas.microsoft.com/office/drawing/2014/main" id="{E3B33306-F5AF-03C3-43CE-C2E3DA6C0BCB}"/>
                </a:ext>
              </a:extLst>
            </p:cNvPr>
            <p:cNvPicPr>
              <a:picLocks noChangeAspect="1"/>
            </p:cNvPicPr>
            <p:nvPr/>
          </p:nvPicPr>
          <p:blipFill>
            <a:blip r:embed="rId35" cstate="print">
              <a:extLst>
                <a:ext uri="{28A0092B-C50C-407E-A947-70E740481C1C}">
                  <a14:useLocalDpi xmlns:a14="http://schemas.microsoft.com/office/drawing/2010/main" val="0"/>
                </a:ext>
                <a:ext uri="{837473B0-CC2E-450A-ABE3-18F120FF3D39}">
                  <a1611:picAttrSrcUrl xmlns:a1611="http://schemas.microsoft.com/office/drawing/2016/11/main" r:id="rId36"/>
                </a:ext>
              </a:extLst>
            </a:blip>
            <a:stretch>
              <a:fillRect/>
            </a:stretch>
          </p:blipFill>
          <p:spPr>
            <a:xfrm>
              <a:off x="15626905" y="2675215"/>
              <a:ext cx="893920" cy="445471"/>
            </a:xfrm>
            <a:prstGeom prst="rect">
              <a:avLst/>
            </a:prstGeom>
          </p:spPr>
        </p:pic>
        <p:pic>
          <p:nvPicPr>
            <p:cNvPr id="224" name="Picture 223" descr="A blue and black logo&#10;&#10;AI-generated content may be incorrect.">
              <a:extLst>
                <a:ext uri="{FF2B5EF4-FFF2-40B4-BE49-F238E27FC236}">
                  <a16:creationId xmlns:a16="http://schemas.microsoft.com/office/drawing/2014/main" id="{0AC8215E-225D-8381-B494-442847591031}"/>
                </a:ext>
              </a:extLst>
            </p:cNvPr>
            <p:cNvPicPr>
              <a:picLocks noChangeAspect="1"/>
            </p:cNvPicPr>
            <p:nvPr/>
          </p:nvPicPr>
          <p:blipFill>
            <a:blip r:embed="rId37" cstate="print">
              <a:extLst>
                <a:ext uri="{28A0092B-C50C-407E-A947-70E740481C1C}">
                  <a14:useLocalDpi xmlns:a14="http://schemas.microsoft.com/office/drawing/2010/main" val="0"/>
                </a:ext>
                <a:ext uri="{837473B0-CC2E-450A-ABE3-18F120FF3D39}">
                  <a1611:picAttrSrcUrl xmlns:a1611="http://schemas.microsoft.com/office/drawing/2016/11/main" r:id="rId38"/>
                </a:ext>
              </a:extLst>
            </a:blip>
            <a:srcRect l="11022" t="30268" r="9043" b="32131"/>
            <a:stretch>
              <a:fillRect/>
            </a:stretch>
          </p:blipFill>
          <p:spPr>
            <a:xfrm>
              <a:off x="13924266" y="2836956"/>
              <a:ext cx="1359877" cy="426458"/>
            </a:xfrm>
            <a:prstGeom prst="rect">
              <a:avLst/>
            </a:prstGeom>
          </p:spPr>
        </p:pic>
        <p:pic>
          <p:nvPicPr>
            <p:cNvPr id="225" name="Picture 224" descr="A blue and orange logo&#10;&#10;AI-generated content may be incorrect.">
              <a:extLst>
                <a:ext uri="{FF2B5EF4-FFF2-40B4-BE49-F238E27FC236}">
                  <a16:creationId xmlns:a16="http://schemas.microsoft.com/office/drawing/2014/main" id="{1E44B724-45F0-F97C-DA3F-4CDA74BDC63A}"/>
                </a:ext>
              </a:extLst>
            </p:cNvPr>
            <p:cNvPicPr>
              <a:picLocks noChangeAspect="1"/>
            </p:cNvPicPr>
            <p:nvPr/>
          </p:nvPicPr>
          <p:blipFill>
            <a:blip r:embed="rId39" cstate="print">
              <a:extLst>
                <a:ext uri="{28A0092B-C50C-407E-A947-70E740481C1C}">
                  <a14:useLocalDpi xmlns:a14="http://schemas.microsoft.com/office/drawing/2010/main" val="0"/>
                </a:ext>
                <a:ext uri="{837473B0-CC2E-450A-ABE3-18F120FF3D39}">
                  <a1611:picAttrSrcUrl xmlns:a1611="http://schemas.microsoft.com/office/drawing/2016/11/main" r:id="rId40"/>
                </a:ext>
              </a:extLst>
            </a:blip>
            <a:stretch>
              <a:fillRect/>
            </a:stretch>
          </p:blipFill>
          <p:spPr>
            <a:xfrm>
              <a:off x="12013352" y="3433825"/>
              <a:ext cx="922594" cy="518959"/>
            </a:xfrm>
            <a:prstGeom prst="rect">
              <a:avLst/>
            </a:prstGeom>
          </p:spPr>
        </p:pic>
      </p:grpSp>
      <p:pic>
        <p:nvPicPr>
          <p:cNvPr id="226" name="Picture 225">
            <a:extLst>
              <a:ext uri="{FF2B5EF4-FFF2-40B4-BE49-F238E27FC236}">
                <a16:creationId xmlns:a16="http://schemas.microsoft.com/office/drawing/2014/main" id="{CAE22B37-C264-BC90-1ED0-63CCBAF58DFC}"/>
              </a:ext>
            </a:extLst>
          </p:cNvPr>
          <p:cNvPicPr>
            <a:picLocks noChangeAspect="1"/>
          </p:cNvPicPr>
          <p:nvPr/>
        </p:nvPicPr>
        <p:blipFill>
          <a:blip r:embed="rId41" cstate="print">
            <a:extLst>
              <a:ext uri="{28A0092B-C50C-407E-A947-70E740481C1C}">
                <a14:useLocalDpi xmlns:a14="http://schemas.microsoft.com/office/drawing/2010/main" val="0"/>
              </a:ext>
            </a:extLst>
          </a:blip>
          <a:stretch>
            <a:fillRect/>
          </a:stretch>
        </p:blipFill>
        <p:spPr>
          <a:xfrm>
            <a:off x="10383703" y="237273"/>
            <a:ext cx="1613776" cy="290883"/>
          </a:xfrm>
          <a:prstGeom prst="rect">
            <a:avLst/>
          </a:prstGeom>
        </p:spPr>
      </p:pic>
      <p:sp>
        <p:nvSpPr>
          <p:cNvPr id="2" name="Rectangle: Rounded Corners 1">
            <a:extLst>
              <a:ext uri="{FF2B5EF4-FFF2-40B4-BE49-F238E27FC236}">
                <a16:creationId xmlns:a16="http://schemas.microsoft.com/office/drawing/2014/main" id="{D0A105CB-AE5E-3F84-E40B-21C0D670D23F}"/>
              </a:ext>
            </a:extLst>
          </p:cNvPr>
          <p:cNvSpPr/>
          <p:nvPr/>
        </p:nvSpPr>
        <p:spPr>
          <a:xfrm>
            <a:off x="9280254" y="920431"/>
            <a:ext cx="2201473" cy="349599"/>
          </a:xfrm>
          <a:prstGeom prst="roundRect">
            <a:avLst>
              <a:gd name="adj" fmla="val 50000"/>
            </a:avLst>
          </a:prstGeom>
          <a:solidFill>
            <a:srgbClr val="1752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Rectangle 2">
            <a:extLst>
              <a:ext uri="{FF2B5EF4-FFF2-40B4-BE49-F238E27FC236}">
                <a16:creationId xmlns:a16="http://schemas.microsoft.com/office/drawing/2014/main" id="{4CBD3E0F-7ABB-AE0C-90A8-C4D09C977658}"/>
              </a:ext>
            </a:extLst>
          </p:cNvPr>
          <p:cNvSpPr/>
          <p:nvPr/>
        </p:nvSpPr>
        <p:spPr>
          <a:xfrm>
            <a:off x="9369050" y="854861"/>
            <a:ext cx="2036591" cy="480739"/>
          </a:xfrm>
          <a:prstGeom prst="rect">
            <a:avLst/>
          </a:prstGeom>
          <a:no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a:solidFill>
                  <a:schemeClr val="bg1"/>
                </a:solidFill>
                <a:latin typeface="Inter" panose="02000503000000020004" pitchFamily="2" charset="0"/>
                <a:ea typeface="Inter" panose="02000503000000020004" pitchFamily="2" charset="0"/>
              </a:rPr>
              <a:t>Automation</a:t>
            </a:r>
          </a:p>
        </p:txBody>
      </p:sp>
      <p:grpSp>
        <p:nvGrpSpPr>
          <p:cNvPr id="5" name="Group 4">
            <a:extLst>
              <a:ext uri="{FF2B5EF4-FFF2-40B4-BE49-F238E27FC236}">
                <a16:creationId xmlns:a16="http://schemas.microsoft.com/office/drawing/2014/main" id="{A4F77C38-B6AB-9FA3-A3DA-48696400988F}"/>
              </a:ext>
            </a:extLst>
          </p:cNvPr>
          <p:cNvGrpSpPr/>
          <p:nvPr/>
        </p:nvGrpSpPr>
        <p:grpSpPr>
          <a:xfrm>
            <a:off x="9269896" y="1547529"/>
            <a:ext cx="2269873" cy="1691961"/>
            <a:chOff x="3406498" y="2002742"/>
            <a:chExt cx="3043214" cy="2268409"/>
          </a:xfrm>
        </p:grpSpPr>
        <p:sp>
          <p:nvSpPr>
            <p:cNvPr id="6" name="Freeform 8">
              <a:extLst>
                <a:ext uri="{FF2B5EF4-FFF2-40B4-BE49-F238E27FC236}">
                  <a16:creationId xmlns:a16="http://schemas.microsoft.com/office/drawing/2014/main" id="{D23A0559-661F-F0C0-C0C9-CDE346830511}"/>
                </a:ext>
              </a:extLst>
            </p:cNvPr>
            <p:cNvSpPr/>
            <p:nvPr/>
          </p:nvSpPr>
          <p:spPr>
            <a:xfrm>
              <a:off x="3451855" y="2002742"/>
              <a:ext cx="1205070" cy="463489"/>
            </a:xfrm>
            <a:custGeom>
              <a:avLst/>
              <a:gdLst/>
              <a:ahLst/>
              <a:cxnLst/>
              <a:rect l="l" t="t" r="r" b="b"/>
              <a:pathLst>
                <a:path w="2409962" h="926909">
                  <a:moveTo>
                    <a:pt x="0" y="0"/>
                  </a:moveTo>
                  <a:lnTo>
                    <a:pt x="2409962" y="0"/>
                  </a:lnTo>
                  <a:lnTo>
                    <a:pt x="2409962" y="926909"/>
                  </a:lnTo>
                  <a:lnTo>
                    <a:pt x="0" y="926909"/>
                  </a:lnTo>
                  <a:lnTo>
                    <a:pt x="0" y="0"/>
                  </a:lnTo>
                  <a:close/>
                </a:path>
              </a:pathLst>
            </a:custGeom>
            <a:blipFill>
              <a:blip r:embed="rId42"/>
              <a:stretch>
                <a:fillRect l="-5604" t="-44803" r="-6749" b="-34336"/>
              </a:stretch>
            </a:blipFill>
          </p:spPr>
          <p:txBody>
            <a:bodyPr/>
            <a:lstStyle/>
            <a:p>
              <a:endParaRPr lang="en-US" sz="1200"/>
            </a:p>
          </p:txBody>
        </p:sp>
        <p:sp>
          <p:nvSpPr>
            <p:cNvPr id="7" name="Freeform 9">
              <a:extLst>
                <a:ext uri="{FF2B5EF4-FFF2-40B4-BE49-F238E27FC236}">
                  <a16:creationId xmlns:a16="http://schemas.microsoft.com/office/drawing/2014/main" id="{99D97232-FB0C-C5E3-31CE-BF0A9E22491E}"/>
                </a:ext>
              </a:extLst>
            </p:cNvPr>
            <p:cNvSpPr/>
            <p:nvPr/>
          </p:nvSpPr>
          <p:spPr>
            <a:xfrm>
              <a:off x="5026067" y="2020770"/>
              <a:ext cx="1079145" cy="445460"/>
            </a:xfrm>
            <a:custGeom>
              <a:avLst/>
              <a:gdLst/>
              <a:ahLst/>
              <a:cxnLst/>
              <a:rect l="l" t="t" r="r" b="b"/>
              <a:pathLst>
                <a:path w="2080380" h="858762">
                  <a:moveTo>
                    <a:pt x="0" y="0"/>
                  </a:moveTo>
                  <a:lnTo>
                    <a:pt x="2080381" y="0"/>
                  </a:lnTo>
                  <a:lnTo>
                    <a:pt x="2080381" y="858762"/>
                  </a:lnTo>
                  <a:lnTo>
                    <a:pt x="0" y="858762"/>
                  </a:lnTo>
                  <a:lnTo>
                    <a:pt x="0" y="0"/>
                  </a:lnTo>
                  <a:close/>
                </a:path>
              </a:pathLst>
            </a:custGeom>
            <a:blipFill>
              <a:blip r:embed="rId43"/>
              <a:stretch>
                <a:fillRect l="-7258" t="-86876" r="-5972" b="-87428"/>
              </a:stretch>
            </a:blipFill>
          </p:spPr>
          <p:txBody>
            <a:bodyPr/>
            <a:lstStyle/>
            <a:p>
              <a:endParaRPr lang="en-US" sz="1200"/>
            </a:p>
          </p:txBody>
        </p:sp>
        <p:sp>
          <p:nvSpPr>
            <p:cNvPr id="11" name="Freeform 10">
              <a:extLst>
                <a:ext uri="{FF2B5EF4-FFF2-40B4-BE49-F238E27FC236}">
                  <a16:creationId xmlns:a16="http://schemas.microsoft.com/office/drawing/2014/main" id="{AA4D3A0C-6B89-1A48-8B42-95DF5B9408AF}"/>
                </a:ext>
              </a:extLst>
            </p:cNvPr>
            <p:cNvSpPr/>
            <p:nvPr/>
          </p:nvSpPr>
          <p:spPr>
            <a:xfrm>
              <a:off x="3406498" y="2795750"/>
              <a:ext cx="886545" cy="692931"/>
            </a:xfrm>
            <a:custGeom>
              <a:avLst/>
              <a:gdLst/>
              <a:ahLst/>
              <a:cxnLst/>
              <a:rect l="l" t="t" r="r" b="b"/>
              <a:pathLst>
                <a:path w="1744668" h="1363648">
                  <a:moveTo>
                    <a:pt x="0" y="0"/>
                  </a:moveTo>
                  <a:lnTo>
                    <a:pt x="1744668" y="0"/>
                  </a:lnTo>
                  <a:lnTo>
                    <a:pt x="1744668" y="1363648"/>
                  </a:lnTo>
                  <a:lnTo>
                    <a:pt x="0" y="1363648"/>
                  </a:lnTo>
                  <a:lnTo>
                    <a:pt x="0" y="0"/>
                  </a:lnTo>
                  <a:close/>
                </a:path>
              </a:pathLst>
            </a:custGeom>
            <a:blipFill>
              <a:blip r:embed="rId44"/>
              <a:stretch>
                <a:fillRect l="-12644" t="-9618" r="-11372" b="-13582"/>
              </a:stretch>
            </a:blipFill>
          </p:spPr>
          <p:txBody>
            <a:bodyPr/>
            <a:lstStyle/>
            <a:p>
              <a:endParaRPr lang="en-US" sz="1200"/>
            </a:p>
          </p:txBody>
        </p:sp>
        <p:sp>
          <p:nvSpPr>
            <p:cNvPr id="12" name="Freeform 11">
              <a:extLst>
                <a:ext uri="{FF2B5EF4-FFF2-40B4-BE49-F238E27FC236}">
                  <a16:creationId xmlns:a16="http://schemas.microsoft.com/office/drawing/2014/main" id="{FA750036-0799-3808-56AD-32BD9E4B8A68}"/>
                </a:ext>
              </a:extLst>
            </p:cNvPr>
            <p:cNvSpPr/>
            <p:nvPr/>
          </p:nvSpPr>
          <p:spPr>
            <a:xfrm>
              <a:off x="4250049" y="3886482"/>
              <a:ext cx="1309224" cy="384669"/>
            </a:xfrm>
            <a:custGeom>
              <a:avLst/>
              <a:gdLst/>
              <a:ahLst/>
              <a:cxnLst/>
              <a:rect l="l" t="t" r="r" b="b"/>
              <a:pathLst>
                <a:path w="2584767" h="759442">
                  <a:moveTo>
                    <a:pt x="0" y="0"/>
                  </a:moveTo>
                  <a:lnTo>
                    <a:pt x="2584767" y="0"/>
                  </a:lnTo>
                  <a:lnTo>
                    <a:pt x="2584767" y="759442"/>
                  </a:lnTo>
                  <a:lnTo>
                    <a:pt x="0" y="759442"/>
                  </a:lnTo>
                  <a:lnTo>
                    <a:pt x="0" y="0"/>
                  </a:lnTo>
                  <a:close/>
                </a:path>
              </a:pathLst>
            </a:custGeom>
            <a:blipFill>
              <a:blip r:embed="rId45"/>
              <a:stretch>
                <a:fillRect l="-19908" t="-92657" r="-21861" b="-96852"/>
              </a:stretch>
            </a:blipFill>
          </p:spPr>
          <p:txBody>
            <a:bodyPr/>
            <a:lstStyle/>
            <a:p>
              <a:endParaRPr lang="en-US" sz="1200"/>
            </a:p>
          </p:txBody>
        </p:sp>
        <p:pic>
          <p:nvPicPr>
            <p:cNvPr id="16" name="Picture 15" descr="A blue and black logo&#10;&#10;AI-generated content may be incorrect.">
              <a:extLst>
                <a:ext uri="{FF2B5EF4-FFF2-40B4-BE49-F238E27FC236}">
                  <a16:creationId xmlns:a16="http://schemas.microsoft.com/office/drawing/2014/main" id="{0CA6779F-FD92-1620-211A-E5BB1070B2AA}"/>
                </a:ext>
              </a:extLst>
            </p:cNvPr>
            <p:cNvPicPr>
              <a:picLocks noChangeAspect="1"/>
            </p:cNvPicPr>
            <p:nvPr/>
          </p:nvPicPr>
          <p:blipFill>
            <a:blip r:embed="rId46" cstate="print">
              <a:extLst>
                <a:ext uri="{28A0092B-C50C-407E-A947-70E740481C1C}">
                  <a14:useLocalDpi xmlns:a14="http://schemas.microsoft.com/office/drawing/2010/main" val="0"/>
                </a:ext>
                <a:ext uri="{837473B0-CC2E-450A-ABE3-18F120FF3D39}">
                  <a1611:picAttrSrcUrl xmlns:a1611="http://schemas.microsoft.com/office/drawing/2016/11/main" r:id="rId47"/>
                </a:ext>
              </a:extLst>
            </a:blip>
            <a:stretch>
              <a:fillRect/>
            </a:stretch>
          </p:blipFill>
          <p:spPr>
            <a:xfrm>
              <a:off x="4592957" y="2846021"/>
              <a:ext cx="723020" cy="592388"/>
            </a:xfrm>
            <a:prstGeom prst="rect">
              <a:avLst/>
            </a:prstGeom>
          </p:spPr>
        </p:pic>
        <p:pic>
          <p:nvPicPr>
            <p:cNvPr id="32" name="Picture 31" descr="A close-up of a black letter&#10;&#10;AI-generated content may be incorrect.">
              <a:extLst>
                <a:ext uri="{FF2B5EF4-FFF2-40B4-BE49-F238E27FC236}">
                  <a16:creationId xmlns:a16="http://schemas.microsoft.com/office/drawing/2014/main" id="{FBFE59EC-F1E8-0C69-ABC4-CBC254BAA2CD}"/>
                </a:ext>
              </a:extLst>
            </p:cNvPr>
            <p:cNvPicPr>
              <a:picLocks noChangeAspect="1"/>
            </p:cNvPicPr>
            <p:nvPr/>
          </p:nvPicPr>
          <p:blipFill>
            <a:blip r:embed="rId48" cstate="print">
              <a:extLst>
                <a:ext uri="{28A0092B-C50C-407E-A947-70E740481C1C}">
                  <a14:useLocalDpi xmlns:a14="http://schemas.microsoft.com/office/drawing/2010/main" val="0"/>
                </a:ext>
                <a:ext uri="{837473B0-CC2E-450A-ABE3-18F120FF3D39}">
                  <a1611:picAttrSrcUrl xmlns:a1611="http://schemas.microsoft.com/office/drawing/2016/11/main" r:id="rId49"/>
                </a:ext>
              </a:extLst>
            </a:blip>
            <a:stretch>
              <a:fillRect/>
            </a:stretch>
          </p:blipFill>
          <p:spPr>
            <a:xfrm>
              <a:off x="5602314" y="2976730"/>
              <a:ext cx="847398" cy="330970"/>
            </a:xfrm>
            <a:prstGeom prst="rect">
              <a:avLst/>
            </a:prstGeom>
          </p:spPr>
        </p:pic>
      </p:grpSp>
    </p:spTree>
    <p:extLst>
      <p:ext uri="{BB962C8B-B14F-4D97-AF65-F5344CB8AC3E}">
        <p14:creationId xmlns:p14="http://schemas.microsoft.com/office/powerpoint/2010/main" val="141236508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133692-737D-2C45-B94B-F9B6934DF14A}"/>
            </a:ext>
          </a:extLst>
        </p:cNvPr>
        <p:cNvGrpSpPr/>
        <p:nvPr/>
      </p:nvGrpSpPr>
      <p:grpSpPr>
        <a:xfrm>
          <a:off x="0" y="0"/>
          <a:ext cx="0" cy="0"/>
          <a:chOff x="0" y="0"/>
          <a:chExt cx="0" cy="0"/>
        </a:xfrm>
      </p:grpSpPr>
      <p:grpSp>
        <p:nvGrpSpPr>
          <p:cNvPr id="10" name="Group 9">
            <a:extLst>
              <a:ext uri="{FF2B5EF4-FFF2-40B4-BE49-F238E27FC236}">
                <a16:creationId xmlns:a16="http://schemas.microsoft.com/office/drawing/2014/main" id="{628A6BD1-3C3B-2D8B-821D-6DC71B069DEA}"/>
              </a:ext>
            </a:extLst>
          </p:cNvPr>
          <p:cNvGrpSpPr/>
          <p:nvPr/>
        </p:nvGrpSpPr>
        <p:grpSpPr>
          <a:xfrm>
            <a:off x="0" y="0"/>
            <a:ext cx="12192000" cy="6146800"/>
            <a:chOff x="-641684" y="0"/>
            <a:chExt cx="12833684" cy="6858000"/>
          </a:xfrm>
        </p:grpSpPr>
        <p:pic>
          <p:nvPicPr>
            <p:cNvPr id="7" name="Picture 6">
              <a:extLst>
                <a:ext uri="{FF2B5EF4-FFF2-40B4-BE49-F238E27FC236}">
                  <a16:creationId xmlns:a16="http://schemas.microsoft.com/office/drawing/2014/main" id="{44C2F91B-DF5A-BEA6-DFD5-EB5E5E857ACC}"/>
                </a:ext>
              </a:extLst>
            </p:cNvPr>
            <p:cNvPicPr>
              <a:picLocks noChangeAspect="1"/>
            </p:cNvPicPr>
            <p:nvPr/>
          </p:nvPicPr>
          <p:blipFill>
            <a:blip r:embed="rId2">
              <a:extLst>
                <a:ext uri="{28A0092B-C50C-407E-A947-70E740481C1C}">
                  <a14:useLocalDpi xmlns:a14="http://schemas.microsoft.com/office/drawing/2010/main" val="0"/>
                </a:ext>
              </a:extLst>
            </a:blip>
            <a:srcRect l="91283"/>
            <a:stretch>
              <a:fillRect/>
            </a:stretch>
          </p:blipFill>
          <p:spPr>
            <a:xfrm>
              <a:off x="-641684" y="0"/>
              <a:ext cx="2546684" cy="6858000"/>
            </a:xfrm>
            <a:prstGeom prst="rect">
              <a:avLst/>
            </a:prstGeom>
          </p:spPr>
        </p:pic>
        <p:pic>
          <p:nvPicPr>
            <p:cNvPr id="6" name="Picture 5">
              <a:extLst>
                <a:ext uri="{FF2B5EF4-FFF2-40B4-BE49-F238E27FC236}">
                  <a16:creationId xmlns:a16="http://schemas.microsoft.com/office/drawing/2014/main" id="{E05393CA-6049-B362-B72A-F7F6BA33729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1905000" y="0"/>
              <a:ext cx="10287000" cy="6858000"/>
            </a:xfrm>
            <a:prstGeom prst="rect">
              <a:avLst/>
            </a:prstGeom>
          </p:spPr>
        </p:pic>
      </p:grpSp>
      <p:sp>
        <p:nvSpPr>
          <p:cNvPr id="5" name="Rectangle 4">
            <a:extLst>
              <a:ext uri="{FF2B5EF4-FFF2-40B4-BE49-F238E27FC236}">
                <a16:creationId xmlns:a16="http://schemas.microsoft.com/office/drawing/2014/main" id="{C0B21D0D-3351-D38D-D70C-EF206AB1B5A0}"/>
              </a:ext>
            </a:extLst>
          </p:cNvPr>
          <p:cNvSpPr/>
          <p:nvPr/>
        </p:nvSpPr>
        <p:spPr>
          <a:xfrm>
            <a:off x="0" y="6087479"/>
            <a:ext cx="12192000" cy="711200"/>
          </a:xfrm>
          <a:prstGeom prst="rect">
            <a:avLst/>
          </a:prstGeom>
          <a:solidFill>
            <a:srgbClr val="3EA75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1FEA7F7-FC3F-376A-98BF-D24FF6A83D9D}"/>
              </a:ext>
            </a:extLst>
          </p:cNvPr>
          <p:cNvSpPr/>
          <p:nvPr/>
        </p:nvSpPr>
        <p:spPr>
          <a:xfrm>
            <a:off x="0" y="6146800"/>
            <a:ext cx="12192000" cy="711200"/>
          </a:xfrm>
          <a:prstGeom prst="rect">
            <a:avLst/>
          </a:prstGeom>
          <a:solidFill>
            <a:srgbClr val="2562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itle 2">
            <a:extLst>
              <a:ext uri="{FF2B5EF4-FFF2-40B4-BE49-F238E27FC236}">
                <a16:creationId xmlns:a16="http://schemas.microsoft.com/office/drawing/2014/main" id="{50733156-9600-F5FF-131A-C55C41F21D79}"/>
              </a:ext>
            </a:extLst>
          </p:cNvPr>
          <p:cNvSpPr>
            <a:spLocks noGrp="1"/>
          </p:cNvSpPr>
          <p:nvPr>
            <p:ph type="subTitle" idx="1"/>
          </p:nvPr>
        </p:nvSpPr>
        <p:spPr>
          <a:xfrm>
            <a:off x="340970" y="2115800"/>
            <a:ext cx="7880855" cy="1763064"/>
          </a:xfrm>
        </p:spPr>
        <p:txBody>
          <a:bodyPr>
            <a:normAutofit fontScale="77500" lnSpcReduction="20000"/>
          </a:bodyPr>
          <a:lstStyle/>
          <a:p>
            <a:pPr algn="l"/>
            <a:r>
              <a:rPr lang="en-US" sz="6600" spc="-151" dirty="0">
                <a:latin typeface="Satoshi Medium" pitchFamily="50" charset="0"/>
              </a:rPr>
              <a:t>Take the first step to super power your finance operations.</a:t>
            </a:r>
            <a:endParaRPr lang="en-IN" sz="6600" spc="-151" dirty="0">
              <a:latin typeface="Satoshi Medium" pitchFamily="50" charset="0"/>
            </a:endParaRPr>
          </a:p>
        </p:txBody>
      </p:sp>
      <p:pic>
        <p:nvPicPr>
          <p:cNvPr id="11" name="Picture 4" descr="IGF-India, for Healthcare, Skilling, Livelihood, &amp; ESG | Best NGO IGF-India">
            <a:extLst>
              <a:ext uri="{FF2B5EF4-FFF2-40B4-BE49-F238E27FC236}">
                <a16:creationId xmlns:a16="http://schemas.microsoft.com/office/drawing/2014/main" id="{82FFE53A-C311-DE26-5FFA-C696EDFF5A5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2225"/>
          <a:stretch>
            <a:fillRect/>
          </a:stretch>
        </p:blipFill>
        <p:spPr bwMode="auto">
          <a:xfrm>
            <a:off x="10460428" y="0"/>
            <a:ext cx="1383625" cy="2413000"/>
          </a:xfrm>
          <a:prstGeom prst="rect">
            <a:avLst/>
          </a:prstGeom>
          <a:noFill/>
          <a:extLst>
            <a:ext uri="{909E8E84-426E-40DD-AFC4-6F175D3DCCD1}">
              <a14:hiddenFill xmlns:a14="http://schemas.microsoft.com/office/drawing/2010/main">
                <a:solidFill>
                  <a:srgbClr val="FFFFFF"/>
                </a:solidFill>
              </a14:hiddenFill>
            </a:ext>
          </a:extLst>
        </p:spPr>
      </p:pic>
      <p:sp>
        <p:nvSpPr>
          <p:cNvPr id="16" name="Google Shape;241;p1">
            <a:extLst>
              <a:ext uri="{FF2B5EF4-FFF2-40B4-BE49-F238E27FC236}">
                <a16:creationId xmlns:a16="http://schemas.microsoft.com/office/drawing/2014/main" id="{24BEF422-B79A-2C13-6EB1-D7BCA90968DE}"/>
              </a:ext>
            </a:extLst>
          </p:cNvPr>
          <p:cNvSpPr txBox="1"/>
          <p:nvPr/>
        </p:nvSpPr>
        <p:spPr>
          <a:xfrm>
            <a:off x="340970" y="6301996"/>
            <a:ext cx="7075831" cy="361983"/>
          </a:xfrm>
          <a:prstGeom prst="rect">
            <a:avLst/>
          </a:prstGeom>
          <a:noFill/>
          <a:ln>
            <a:noFill/>
          </a:ln>
        </p:spPr>
        <p:txBody>
          <a:bodyPr spcFirstLastPara="1" wrap="square" lIns="114673" tIns="57321" rIns="114673" bIns="57321" anchor="t" anchorCtr="0">
            <a:spAutoFit/>
          </a:bodyPr>
          <a:ls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a:buClr>
                <a:srgbClr val="F2F2F2"/>
              </a:buClr>
              <a:buSzPts val="500"/>
            </a:pPr>
            <a:r>
              <a:rPr lang="en-US" sz="800">
                <a:solidFill>
                  <a:schemeClr val="bg1"/>
                </a:solidFill>
                <a:latin typeface="Inter Tight Medium" pitchFamily="2" charset="0"/>
                <a:ea typeface="Inter Tight Medium" pitchFamily="2" charset="0"/>
                <a:cs typeface="Inter Tight Medium" pitchFamily="2" charset="0"/>
              </a:rPr>
              <a:t>This communication is being sent by the offices of  </a:t>
            </a:r>
            <a:r>
              <a:rPr lang="en-US" sz="800" err="1">
                <a:solidFill>
                  <a:schemeClr val="bg1"/>
                </a:solidFill>
                <a:latin typeface="Inter Tight Medium" pitchFamily="2" charset="0"/>
                <a:ea typeface="Inter Tight Medium" pitchFamily="2" charset="0"/>
                <a:cs typeface="Inter Tight Medium" pitchFamily="2" charset="0"/>
              </a:rPr>
              <a:t>MindMap</a:t>
            </a:r>
            <a:r>
              <a:rPr lang="en-US" sz="800">
                <a:solidFill>
                  <a:schemeClr val="bg1"/>
                </a:solidFill>
                <a:latin typeface="Inter Tight Medium" pitchFamily="2" charset="0"/>
                <a:ea typeface="Inter Tight Medium" pitchFamily="2" charset="0"/>
                <a:cs typeface="Inter Tight Medium" pitchFamily="2" charset="0"/>
              </a:rPr>
              <a:t> Digital Private Limited and is privileged, confidential and is directed to and for the use of the addressee only. If this message reaches anyone other than the intended recipient, we request the reader not to reproduce, copy, disseminate, or in any manner distribute it.</a:t>
            </a:r>
          </a:p>
        </p:txBody>
      </p:sp>
      <p:pic>
        <p:nvPicPr>
          <p:cNvPr id="2" name="Picture 1">
            <a:extLst>
              <a:ext uri="{FF2B5EF4-FFF2-40B4-BE49-F238E27FC236}">
                <a16:creationId xmlns:a16="http://schemas.microsoft.com/office/drawing/2014/main" id="{65E4C022-015C-7D6B-279F-ECFAC6E2AE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7787" y="1014901"/>
            <a:ext cx="3329471" cy="648251"/>
          </a:xfrm>
          <a:prstGeom prst="rect">
            <a:avLst/>
          </a:prstGeom>
        </p:spPr>
      </p:pic>
      <p:sp>
        <p:nvSpPr>
          <p:cNvPr id="15" name="TextBox 8">
            <a:extLst>
              <a:ext uri="{FF2B5EF4-FFF2-40B4-BE49-F238E27FC236}">
                <a16:creationId xmlns:a16="http://schemas.microsoft.com/office/drawing/2014/main" id="{C191D7BE-8796-B0E5-091A-ED2D6B115204}"/>
              </a:ext>
            </a:extLst>
          </p:cNvPr>
          <p:cNvSpPr txBox="1"/>
          <p:nvPr/>
        </p:nvSpPr>
        <p:spPr>
          <a:xfrm>
            <a:off x="477412" y="4331512"/>
            <a:ext cx="7747000" cy="1394228"/>
          </a:xfrm>
          <a:prstGeom prst="rect">
            <a:avLst/>
          </a:prstGeom>
        </p:spPr>
        <p:txBody>
          <a:bodyPr wrap="square" lIns="0" tIns="0" rIns="0" bIns="0" rtlCol="0" anchor="t">
            <a:spAutoFit/>
          </a:bodyPr>
          <a:lstStyle/>
          <a:p>
            <a:pPr>
              <a:lnSpc>
                <a:spcPts val="2239"/>
              </a:lnSpc>
            </a:pPr>
            <a:r>
              <a:rPr lang="en-US" sz="1600" spc="-16" dirty="0">
                <a:solidFill>
                  <a:srgbClr val="343434"/>
                </a:solidFill>
                <a:latin typeface="Aileron Regular Bold"/>
                <a:hlinkClick r:id="rId5"/>
              </a:rPr>
              <a:t>www.mindmapdigital.ai</a:t>
            </a:r>
            <a:r>
              <a:rPr lang="en-US" sz="1600" spc="-16" dirty="0">
                <a:solidFill>
                  <a:srgbClr val="343434"/>
                </a:solidFill>
                <a:latin typeface="Aileron Regular Bold"/>
              </a:rPr>
              <a:t>   </a:t>
            </a:r>
          </a:p>
          <a:p>
            <a:pPr>
              <a:lnSpc>
                <a:spcPts val="2239"/>
              </a:lnSpc>
            </a:pPr>
            <a:r>
              <a:rPr lang="en-US" sz="1600" spc="-16" dirty="0">
                <a:solidFill>
                  <a:srgbClr val="343434"/>
                </a:solidFill>
                <a:latin typeface="Aileron Regular Bold"/>
                <a:hlinkClick r:id="rId6"/>
              </a:rPr>
              <a:t>saurabh@mindmapdigital.ai</a:t>
            </a:r>
            <a:r>
              <a:rPr lang="en-US" sz="1600" spc="-16" dirty="0">
                <a:solidFill>
                  <a:srgbClr val="343434"/>
                </a:solidFill>
                <a:latin typeface="Aileron Regular Bold"/>
              </a:rPr>
              <a:t> </a:t>
            </a:r>
          </a:p>
          <a:p>
            <a:pPr>
              <a:lnSpc>
                <a:spcPts val="2239"/>
              </a:lnSpc>
            </a:pPr>
            <a:r>
              <a:rPr lang="en-US" sz="1600" spc="-16" dirty="0">
                <a:solidFill>
                  <a:srgbClr val="343434"/>
                </a:solidFill>
                <a:latin typeface="Aileron Regular Bold"/>
              </a:rPr>
              <a:t>+91 72594 05111</a:t>
            </a:r>
          </a:p>
          <a:p>
            <a:pPr>
              <a:lnSpc>
                <a:spcPts val="2239"/>
              </a:lnSpc>
            </a:pPr>
            <a:endParaRPr lang="en-US" sz="1600" spc="-16" dirty="0">
              <a:solidFill>
                <a:srgbClr val="343434"/>
              </a:solidFill>
              <a:latin typeface="Aileron Regular Bold"/>
            </a:endParaRPr>
          </a:p>
          <a:p>
            <a:pPr>
              <a:lnSpc>
                <a:spcPts val="2239"/>
              </a:lnSpc>
            </a:pPr>
            <a:r>
              <a:rPr lang="en-US" sz="1600" spc="-16" dirty="0">
                <a:solidFill>
                  <a:srgbClr val="343434"/>
                </a:solidFill>
                <a:latin typeface="Aileron Regular Bold"/>
              </a:rPr>
              <a:t>USA | UAE | India | Singapore | UK | Netherlands</a:t>
            </a:r>
          </a:p>
        </p:txBody>
      </p:sp>
    </p:spTree>
    <p:extLst>
      <p:ext uri="{BB962C8B-B14F-4D97-AF65-F5344CB8AC3E}">
        <p14:creationId xmlns:p14="http://schemas.microsoft.com/office/powerpoint/2010/main" val="228338846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267</TotalTime>
  <Words>7496</Words>
  <Application>Microsoft Office PowerPoint</Application>
  <PresentationFormat>Widescreen</PresentationFormat>
  <Paragraphs>1364</Paragraphs>
  <Slides>40</Slides>
  <Notes>23</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40</vt:i4>
      </vt:variant>
    </vt:vector>
  </HeadingPairs>
  <TitlesOfParts>
    <vt:vector size="51" baseType="lpstr">
      <vt:lpstr>Aileron Regular Bold</vt:lpstr>
      <vt:lpstr>Aptos</vt:lpstr>
      <vt:lpstr>Aptos Display</vt:lpstr>
      <vt:lpstr>Arial</vt:lpstr>
      <vt:lpstr>Calibri</vt:lpstr>
      <vt:lpstr>Inter</vt:lpstr>
      <vt:lpstr>Inter Medium</vt:lpstr>
      <vt:lpstr>Inter Tight Medium</vt:lpstr>
      <vt:lpstr>Satoshi Black Italic</vt:lpstr>
      <vt:lpstr>Satoshi Medium</vt:lpstr>
      <vt:lpstr>Office Theme</vt:lpstr>
      <vt:lpstr>PowerPoint Presentation</vt:lpstr>
      <vt:lpstr>PowerPoint Presentation</vt:lpstr>
      <vt:lpstr>Founding Team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Piyush   Singh</dc:creator>
  <cp:lastModifiedBy>Piyush   Singh</cp:lastModifiedBy>
  <cp:revision>21</cp:revision>
  <dcterms:created xsi:type="dcterms:W3CDTF">2026-09-09T11:31:41Z</dcterms:created>
  <dcterms:modified xsi:type="dcterms:W3CDTF">2026-09-10T11:04:00Z</dcterms:modified>
</cp:coreProperties>
</file>